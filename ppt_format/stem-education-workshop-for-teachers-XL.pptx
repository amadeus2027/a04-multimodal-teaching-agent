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711" r:id="rId4"/>
    <p:sldMasterId id="214748371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350DAE5-CD21-4FBE-827A-FA60B65FDEA6}">
  <a:tblStyle styleId="{F350DAE5-CD21-4FBE-827A-FA60B65FDEA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11" Type="http://schemas.openxmlformats.org/officeDocument/2006/relationships/slide" Target="slides/slide5.xml"/><Relationship Id="rId10" Type="http://schemas.openxmlformats.org/officeDocument/2006/relationships/slide" Target="slides/slide4.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6" name="Shape 4356"/>
        <p:cNvGrpSpPr/>
        <p:nvPr/>
      </p:nvGrpSpPr>
      <p:grpSpPr>
        <a:xfrm>
          <a:off x="0" y="0"/>
          <a:ext cx="0" cy="0"/>
          <a:chOff x="0" y="0"/>
          <a:chExt cx="0" cy="0"/>
        </a:xfrm>
      </p:grpSpPr>
      <p:sp>
        <p:nvSpPr>
          <p:cNvPr id="4357" name="Google Shape;4357;g11a1ccd9bf3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8" name="Google Shape;4358;g11a1ccd9bf3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0" name="Shape 4520"/>
        <p:cNvGrpSpPr/>
        <p:nvPr/>
      </p:nvGrpSpPr>
      <p:grpSpPr>
        <a:xfrm>
          <a:off x="0" y="0"/>
          <a:ext cx="0" cy="0"/>
          <a:chOff x="0" y="0"/>
          <a:chExt cx="0" cy="0"/>
        </a:xfrm>
      </p:grpSpPr>
      <p:sp>
        <p:nvSpPr>
          <p:cNvPr id="4521" name="Google Shape;4521;g11a1a2aa2d3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2" name="Google Shape;4522;g11a1a2aa2d3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4" name="Shape 4534"/>
        <p:cNvGrpSpPr/>
        <p:nvPr/>
      </p:nvGrpSpPr>
      <p:grpSpPr>
        <a:xfrm>
          <a:off x="0" y="0"/>
          <a:ext cx="0" cy="0"/>
          <a:chOff x="0" y="0"/>
          <a:chExt cx="0" cy="0"/>
        </a:xfrm>
      </p:grpSpPr>
      <p:sp>
        <p:nvSpPr>
          <p:cNvPr id="4535" name="Google Shape;4535;g119ec1dc325_0_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6" name="Google Shape;4536;g119ec1dc325_0_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9" name="Shape 4579"/>
        <p:cNvGrpSpPr/>
        <p:nvPr/>
      </p:nvGrpSpPr>
      <p:grpSpPr>
        <a:xfrm>
          <a:off x="0" y="0"/>
          <a:ext cx="0" cy="0"/>
          <a:chOff x="0" y="0"/>
          <a:chExt cx="0" cy="0"/>
        </a:xfrm>
      </p:grpSpPr>
      <p:sp>
        <p:nvSpPr>
          <p:cNvPr id="4580" name="Google Shape;4580;g13367e44202_1_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1" name="Google Shape;4581;g13367e44202_1_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2" name="Shape 4712"/>
        <p:cNvGrpSpPr/>
        <p:nvPr/>
      </p:nvGrpSpPr>
      <p:grpSpPr>
        <a:xfrm>
          <a:off x="0" y="0"/>
          <a:ext cx="0" cy="0"/>
          <a:chOff x="0" y="0"/>
          <a:chExt cx="0" cy="0"/>
        </a:xfrm>
      </p:grpSpPr>
      <p:sp>
        <p:nvSpPr>
          <p:cNvPr id="4713" name="Google Shape;4713;g11fea237f49_1_1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4" name="Google Shape;4714;g11fea237f49_1_1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5" name="Shape 4805"/>
        <p:cNvGrpSpPr/>
        <p:nvPr/>
      </p:nvGrpSpPr>
      <p:grpSpPr>
        <a:xfrm>
          <a:off x="0" y="0"/>
          <a:ext cx="0" cy="0"/>
          <a:chOff x="0" y="0"/>
          <a:chExt cx="0" cy="0"/>
        </a:xfrm>
      </p:grpSpPr>
      <p:sp>
        <p:nvSpPr>
          <p:cNvPr id="4806" name="Google Shape;4806;g119ec1dc325_0_10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7" name="Google Shape;4807;g119ec1dc325_0_10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9" name="Shape 4989"/>
        <p:cNvGrpSpPr/>
        <p:nvPr/>
      </p:nvGrpSpPr>
      <p:grpSpPr>
        <a:xfrm>
          <a:off x="0" y="0"/>
          <a:ext cx="0" cy="0"/>
          <a:chOff x="0" y="0"/>
          <a:chExt cx="0" cy="0"/>
        </a:xfrm>
      </p:grpSpPr>
      <p:sp>
        <p:nvSpPr>
          <p:cNvPr id="4990" name="Google Shape;4990;g11a02e45136_0_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1" name="Google Shape;4991;g11a02e45136_0_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6" name="Shape 5146"/>
        <p:cNvGrpSpPr/>
        <p:nvPr/>
      </p:nvGrpSpPr>
      <p:grpSpPr>
        <a:xfrm>
          <a:off x="0" y="0"/>
          <a:ext cx="0" cy="0"/>
          <a:chOff x="0" y="0"/>
          <a:chExt cx="0" cy="0"/>
        </a:xfrm>
      </p:grpSpPr>
      <p:sp>
        <p:nvSpPr>
          <p:cNvPr id="5147" name="Google Shape;5147;g11e3af78c8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8" name="Google Shape;5148;g11e3af78c8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2" name="Shape 5312"/>
        <p:cNvGrpSpPr/>
        <p:nvPr/>
      </p:nvGrpSpPr>
      <p:grpSpPr>
        <a:xfrm>
          <a:off x="0" y="0"/>
          <a:ext cx="0" cy="0"/>
          <a:chOff x="0" y="0"/>
          <a:chExt cx="0" cy="0"/>
        </a:xfrm>
      </p:grpSpPr>
      <p:sp>
        <p:nvSpPr>
          <p:cNvPr id="5313" name="Google Shape;5313;g1355ef61f56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4" name="Google Shape;5314;g1355ef61f56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5" name="Shape 5445"/>
        <p:cNvGrpSpPr/>
        <p:nvPr/>
      </p:nvGrpSpPr>
      <p:grpSpPr>
        <a:xfrm>
          <a:off x="0" y="0"/>
          <a:ext cx="0" cy="0"/>
          <a:chOff x="0" y="0"/>
          <a:chExt cx="0" cy="0"/>
        </a:xfrm>
      </p:grpSpPr>
      <p:sp>
        <p:nvSpPr>
          <p:cNvPr id="5446" name="Google Shape;5446;g13367e44202_1_1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7" name="Google Shape;5447;g13367e44202_1_1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6" name="Shape 5556"/>
        <p:cNvGrpSpPr/>
        <p:nvPr/>
      </p:nvGrpSpPr>
      <p:grpSpPr>
        <a:xfrm>
          <a:off x="0" y="0"/>
          <a:ext cx="0" cy="0"/>
          <a:chOff x="0" y="0"/>
          <a:chExt cx="0" cy="0"/>
        </a:xfrm>
      </p:grpSpPr>
      <p:sp>
        <p:nvSpPr>
          <p:cNvPr id="5557" name="Google Shape;5557;g11a1a2aa2d3_0_1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8" name="Google Shape;5558;g11a1a2aa2d3_0_1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5" name="Shape 5635"/>
        <p:cNvGrpSpPr/>
        <p:nvPr/>
      </p:nvGrpSpPr>
      <p:grpSpPr>
        <a:xfrm>
          <a:off x="0" y="0"/>
          <a:ext cx="0" cy="0"/>
          <a:chOff x="0" y="0"/>
          <a:chExt cx="0" cy="0"/>
        </a:xfrm>
      </p:grpSpPr>
      <p:sp>
        <p:nvSpPr>
          <p:cNvPr id="5636" name="Google Shape;5636;g11a1a2aa2d3_0_1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7" name="Google Shape;5637;g11a1a2aa2d3_0_1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4" name="Shape 5724"/>
        <p:cNvGrpSpPr/>
        <p:nvPr/>
      </p:nvGrpSpPr>
      <p:grpSpPr>
        <a:xfrm>
          <a:off x="0" y="0"/>
          <a:ext cx="0" cy="0"/>
          <a:chOff x="0" y="0"/>
          <a:chExt cx="0" cy="0"/>
        </a:xfrm>
      </p:grpSpPr>
      <p:sp>
        <p:nvSpPr>
          <p:cNvPr id="5725" name="Google Shape;5725;g11a1a2aa2d3_0_2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6" name="Google Shape;5726;g11a1a2aa2d3_0_2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6" name="Shape 5796"/>
        <p:cNvGrpSpPr/>
        <p:nvPr/>
      </p:nvGrpSpPr>
      <p:grpSpPr>
        <a:xfrm>
          <a:off x="0" y="0"/>
          <a:ext cx="0" cy="0"/>
          <a:chOff x="0" y="0"/>
          <a:chExt cx="0" cy="0"/>
        </a:xfrm>
      </p:grpSpPr>
      <p:sp>
        <p:nvSpPr>
          <p:cNvPr id="5797" name="Google Shape;5797;g11e085b000a_1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8" name="Google Shape;5798;g11e085b000a_1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4" name="Shape 5854"/>
        <p:cNvGrpSpPr/>
        <p:nvPr/>
      </p:nvGrpSpPr>
      <p:grpSpPr>
        <a:xfrm>
          <a:off x="0" y="0"/>
          <a:ext cx="0" cy="0"/>
          <a:chOff x="0" y="0"/>
          <a:chExt cx="0" cy="0"/>
        </a:xfrm>
      </p:grpSpPr>
      <p:sp>
        <p:nvSpPr>
          <p:cNvPr id="5855" name="Google Shape;5855;g11a1a2aa2d3_0_3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6" name="Google Shape;5856;g11a1a2aa2d3_0_3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6" name="Shape 5936"/>
        <p:cNvGrpSpPr/>
        <p:nvPr/>
      </p:nvGrpSpPr>
      <p:grpSpPr>
        <a:xfrm>
          <a:off x="0" y="0"/>
          <a:ext cx="0" cy="0"/>
          <a:chOff x="0" y="0"/>
          <a:chExt cx="0" cy="0"/>
        </a:xfrm>
      </p:grpSpPr>
      <p:sp>
        <p:nvSpPr>
          <p:cNvPr id="5937" name="Google Shape;5937;g11a1a2aa2d3_0_2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8" name="Google Shape;5938;g11a1a2aa2d3_0_2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7" name="Shape 6047"/>
        <p:cNvGrpSpPr/>
        <p:nvPr/>
      </p:nvGrpSpPr>
      <p:grpSpPr>
        <a:xfrm>
          <a:off x="0" y="0"/>
          <a:ext cx="0" cy="0"/>
          <a:chOff x="0" y="0"/>
          <a:chExt cx="0" cy="0"/>
        </a:xfrm>
      </p:grpSpPr>
      <p:sp>
        <p:nvSpPr>
          <p:cNvPr id="6048" name="Google Shape;6048;g11a1a2aa2d3_0_27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9" name="Google Shape;6049;g11a1a2aa2d3_0_27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8" name="Shape 6238"/>
        <p:cNvGrpSpPr/>
        <p:nvPr/>
      </p:nvGrpSpPr>
      <p:grpSpPr>
        <a:xfrm>
          <a:off x="0" y="0"/>
          <a:ext cx="0" cy="0"/>
          <a:chOff x="0" y="0"/>
          <a:chExt cx="0" cy="0"/>
        </a:xfrm>
      </p:grpSpPr>
      <p:sp>
        <p:nvSpPr>
          <p:cNvPr id="6239" name="Google Shape;6239;g11fd37bff83_0_1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0" name="Google Shape;6240;g11fd37bff83_0_1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0" name="Shape 6310"/>
        <p:cNvGrpSpPr/>
        <p:nvPr/>
      </p:nvGrpSpPr>
      <p:grpSpPr>
        <a:xfrm>
          <a:off x="0" y="0"/>
          <a:ext cx="0" cy="0"/>
          <a:chOff x="0" y="0"/>
          <a:chExt cx="0" cy="0"/>
        </a:xfrm>
      </p:grpSpPr>
      <p:sp>
        <p:nvSpPr>
          <p:cNvPr id="6311" name="Google Shape;6311;g11a1a2aa2d3_0_3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2" name="Google Shape;6312;g11a1a2aa2d3_0_3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7" name="Shape 6407"/>
        <p:cNvGrpSpPr/>
        <p:nvPr/>
      </p:nvGrpSpPr>
      <p:grpSpPr>
        <a:xfrm>
          <a:off x="0" y="0"/>
          <a:ext cx="0" cy="0"/>
          <a:chOff x="0" y="0"/>
          <a:chExt cx="0" cy="0"/>
        </a:xfrm>
      </p:grpSpPr>
      <p:sp>
        <p:nvSpPr>
          <p:cNvPr id="6408" name="Google Shape;6408;g11d5e6dd1b0_0_1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9" name="Google Shape;6409;g11d5e6dd1b0_0_1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1" name="Shape 6431"/>
        <p:cNvGrpSpPr/>
        <p:nvPr/>
      </p:nvGrpSpPr>
      <p:grpSpPr>
        <a:xfrm>
          <a:off x="0" y="0"/>
          <a:ext cx="0" cy="0"/>
          <a:chOff x="0" y="0"/>
          <a:chExt cx="0" cy="0"/>
        </a:xfrm>
      </p:grpSpPr>
      <p:sp>
        <p:nvSpPr>
          <p:cNvPr id="6432" name="Google Shape;6432;g11e085b000a_1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3" name="Google Shape;6433;g11e085b000a_1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5" name="Shape 6615"/>
        <p:cNvGrpSpPr/>
        <p:nvPr/>
      </p:nvGrpSpPr>
      <p:grpSpPr>
        <a:xfrm>
          <a:off x="0" y="0"/>
          <a:ext cx="0" cy="0"/>
          <a:chOff x="0" y="0"/>
          <a:chExt cx="0" cy="0"/>
        </a:xfrm>
      </p:grpSpPr>
      <p:sp>
        <p:nvSpPr>
          <p:cNvPr id="6616" name="Google Shape;6616;g11d5e6dd1b0_0_1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7" name="Google Shape;6617;g11d5e6dd1b0_0_1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8" name="Shape 6648"/>
        <p:cNvGrpSpPr/>
        <p:nvPr/>
      </p:nvGrpSpPr>
      <p:grpSpPr>
        <a:xfrm>
          <a:off x="0" y="0"/>
          <a:ext cx="0" cy="0"/>
          <a:chOff x="0" y="0"/>
          <a:chExt cx="0" cy="0"/>
        </a:xfrm>
      </p:grpSpPr>
      <p:sp>
        <p:nvSpPr>
          <p:cNvPr id="6649" name="Google Shape;6649;g11fea242160_0_1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0" name="Google Shape;6650;g11fea242160_0_1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5" name="Shape 6755"/>
        <p:cNvGrpSpPr/>
        <p:nvPr/>
      </p:nvGrpSpPr>
      <p:grpSpPr>
        <a:xfrm>
          <a:off x="0" y="0"/>
          <a:ext cx="0" cy="0"/>
          <a:chOff x="0" y="0"/>
          <a:chExt cx="0" cy="0"/>
        </a:xfrm>
      </p:grpSpPr>
      <p:sp>
        <p:nvSpPr>
          <p:cNvPr id="6756" name="Google Shape;6756;g11fd37bff83_0_1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7" name="Google Shape;6757;g11fd37bff83_0_1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0" name="Shape 6870"/>
        <p:cNvGrpSpPr/>
        <p:nvPr/>
      </p:nvGrpSpPr>
      <p:grpSpPr>
        <a:xfrm>
          <a:off x="0" y="0"/>
          <a:ext cx="0" cy="0"/>
          <a:chOff x="0" y="0"/>
          <a:chExt cx="0" cy="0"/>
        </a:xfrm>
      </p:grpSpPr>
      <p:sp>
        <p:nvSpPr>
          <p:cNvPr id="6871" name="Google Shape;6871;g11d5e6dd1b0_0_2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2" name="Google Shape;6872;g11d5e6dd1b0_0_2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6" name="Shape 7016"/>
        <p:cNvGrpSpPr/>
        <p:nvPr/>
      </p:nvGrpSpPr>
      <p:grpSpPr>
        <a:xfrm>
          <a:off x="0" y="0"/>
          <a:ext cx="0" cy="0"/>
          <a:chOff x="0" y="0"/>
          <a:chExt cx="0" cy="0"/>
        </a:xfrm>
      </p:grpSpPr>
      <p:sp>
        <p:nvSpPr>
          <p:cNvPr id="7017" name="Google Shape;7017;g11d5e6dd1b0_0_3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8" name="Google Shape;7018;g11d5e6dd1b0_0_3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8" name="Shape 7048"/>
        <p:cNvGrpSpPr/>
        <p:nvPr/>
      </p:nvGrpSpPr>
      <p:grpSpPr>
        <a:xfrm>
          <a:off x="0" y="0"/>
          <a:ext cx="0" cy="0"/>
          <a:chOff x="0" y="0"/>
          <a:chExt cx="0" cy="0"/>
        </a:xfrm>
      </p:grpSpPr>
      <p:sp>
        <p:nvSpPr>
          <p:cNvPr id="7049" name="Google Shape;7049;g11a1a2aa2d3_0_3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0" name="Google Shape;7050;g11a1a2aa2d3_0_3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5" name="Shape 7065"/>
        <p:cNvGrpSpPr/>
        <p:nvPr/>
      </p:nvGrpSpPr>
      <p:grpSpPr>
        <a:xfrm>
          <a:off x="0" y="0"/>
          <a:ext cx="0" cy="0"/>
          <a:chOff x="0" y="0"/>
          <a:chExt cx="0" cy="0"/>
        </a:xfrm>
      </p:grpSpPr>
      <p:sp>
        <p:nvSpPr>
          <p:cNvPr id="7066" name="Google Shape;7066;g11d5e6dd1b0_0_3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7" name="Google Shape;7067;g11d5e6dd1b0_0_3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6" name="Shape 7076"/>
        <p:cNvGrpSpPr/>
        <p:nvPr/>
      </p:nvGrpSpPr>
      <p:grpSpPr>
        <a:xfrm>
          <a:off x="0" y="0"/>
          <a:ext cx="0" cy="0"/>
          <a:chOff x="0" y="0"/>
          <a:chExt cx="0" cy="0"/>
        </a:xfrm>
      </p:grpSpPr>
      <p:sp>
        <p:nvSpPr>
          <p:cNvPr id="7077" name="Google Shape;7077;g11d5e6dd1b0_0_3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8" name="Google Shape;7078;g11d5e6dd1b0_0_3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0" name="Shape 7150"/>
        <p:cNvGrpSpPr/>
        <p:nvPr/>
      </p:nvGrpSpPr>
      <p:grpSpPr>
        <a:xfrm>
          <a:off x="0" y="0"/>
          <a:ext cx="0" cy="0"/>
          <a:chOff x="0" y="0"/>
          <a:chExt cx="0" cy="0"/>
        </a:xfrm>
      </p:grpSpPr>
      <p:sp>
        <p:nvSpPr>
          <p:cNvPr id="7151" name="Google Shape;7151;g11e085b000a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2" name="Google Shape;7152;g11e085b000a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6" name="Shape 7206"/>
        <p:cNvGrpSpPr/>
        <p:nvPr/>
      </p:nvGrpSpPr>
      <p:grpSpPr>
        <a:xfrm>
          <a:off x="0" y="0"/>
          <a:ext cx="0" cy="0"/>
          <a:chOff x="0" y="0"/>
          <a:chExt cx="0" cy="0"/>
        </a:xfrm>
      </p:grpSpPr>
      <p:sp>
        <p:nvSpPr>
          <p:cNvPr id="7207" name="Google Shape;7207;g11e085b000a_4_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8" name="Google Shape;7208;g11e085b000a_4_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9" name="Shape 7229"/>
        <p:cNvGrpSpPr/>
        <p:nvPr/>
      </p:nvGrpSpPr>
      <p:grpSpPr>
        <a:xfrm>
          <a:off x="0" y="0"/>
          <a:ext cx="0" cy="0"/>
          <a:chOff x="0" y="0"/>
          <a:chExt cx="0" cy="0"/>
        </a:xfrm>
      </p:grpSpPr>
      <p:sp>
        <p:nvSpPr>
          <p:cNvPr id="7230" name="Google Shape;7230;g1355ef61f56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1" name="Google Shape;7231;g1355ef61f56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8" name="Shape 7278"/>
        <p:cNvGrpSpPr/>
        <p:nvPr/>
      </p:nvGrpSpPr>
      <p:grpSpPr>
        <a:xfrm>
          <a:off x="0" y="0"/>
          <a:ext cx="0" cy="0"/>
          <a:chOff x="0" y="0"/>
          <a:chExt cx="0" cy="0"/>
        </a:xfrm>
      </p:grpSpPr>
      <p:sp>
        <p:nvSpPr>
          <p:cNvPr id="7279" name="Google Shape;7279;g11d63b3f375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0" name="Google Shape;7280;g11d63b3f375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5" name="Shape 7345"/>
        <p:cNvGrpSpPr/>
        <p:nvPr/>
      </p:nvGrpSpPr>
      <p:grpSpPr>
        <a:xfrm>
          <a:off x="0" y="0"/>
          <a:ext cx="0" cy="0"/>
          <a:chOff x="0" y="0"/>
          <a:chExt cx="0" cy="0"/>
        </a:xfrm>
      </p:grpSpPr>
      <p:sp>
        <p:nvSpPr>
          <p:cNvPr id="7346" name="Google Shape;7346;g11d63b3f375_1_1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7" name="Google Shape;7347;g11d63b3f375_1_1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7" name="Shape 7377"/>
        <p:cNvGrpSpPr/>
        <p:nvPr/>
      </p:nvGrpSpPr>
      <p:grpSpPr>
        <a:xfrm>
          <a:off x="0" y="0"/>
          <a:ext cx="0" cy="0"/>
          <a:chOff x="0" y="0"/>
          <a:chExt cx="0" cy="0"/>
        </a:xfrm>
      </p:grpSpPr>
      <p:sp>
        <p:nvSpPr>
          <p:cNvPr id="7378" name="Google Shape;7378;g11a02e45136_0_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9" name="Google Shape;7379;g11a02e45136_0_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3" name="Shape 7493"/>
        <p:cNvGrpSpPr/>
        <p:nvPr/>
      </p:nvGrpSpPr>
      <p:grpSpPr>
        <a:xfrm>
          <a:off x="0" y="0"/>
          <a:ext cx="0" cy="0"/>
          <a:chOff x="0" y="0"/>
          <a:chExt cx="0" cy="0"/>
        </a:xfrm>
      </p:grpSpPr>
      <p:sp>
        <p:nvSpPr>
          <p:cNvPr id="7494" name="Google Shape;7494;g11fd37bff83_0_1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5" name="Google Shape;7495;g11fd37bff83_0_1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4" name="Shape 7624"/>
        <p:cNvGrpSpPr/>
        <p:nvPr/>
      </p:nvGrpSpPr>
      <p:grpSpPr>
        <a:xfrm>
          <a:off x="0" y="0"/>
          <a:ext cx="0" cy="0"/>
          <a:chOff x="0" y="0"/>
          <a:chExt cx="0" cy="0"/>
        </a:xfrm>
      </p:grpSpPr>
      <p:sp>
        <p:nvSpPr>
          <p:cNvPr id="7625" name="Google Shape;7625;g13367e44202_0_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6" name="Google Shape;7626;g13367e44202_0_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3" name="Shape 7653"/>
        <p:cNvGrpSpPr/>
        <p:nvPr/>
      </p:nvGrpSpPr>
      <p:grpSpPr>
        <a:xfrm>
          <a:off x="0" y="0"/>
          <a:ext cx="0" cy="0"/>
          <a:chOff x="0" y="0"/>
          <a:chExt cx="0" cy="0"/>
        </a:xfrm>
      </p:grpSpPr>
      <p:sp>
        <p:nvSpPr>
          <p:cNvPr id="7654" name="Google Shape;7654;g11fea242160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5" name="Google Shape;7655;g11fea242160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5" name="Shape 7815"/>
        <p:cNvGrpSpPr/>
        <p:nvPr/>
      </p:nvGrpSpPr>
      <p:grpSpPr>
        <a:xfrm>
          <a:off x="0" y="0"/>
          <a:ext cx="0" cy="0"/>
          <a:chOff x="0" y="0"/>
          <a:chExt cx="0" cy="0"/>
        </a:xfrm>
      </p:grpSpPr>
      <p:sp>
        <p:nvSpPr>
          <p:cNvPr id="7816" name="Google Shape;7816;g11fd37bff83_0_4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7" name="Google Shape;7817;g11fd37bff83_0_4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1" name="Shape 8031"/>
        <p:cNvGrpSpPr/>
        <p:nvPr/>
      </p:nvGrpSpPr>
      <p:grpSpPr>
        <a:xfrm>
          <a:off x="0" y="0"/>
          <a:ext cx="0" cy="0"/>
          <a:chOff x="0" y="0"/>
          <a:chExt cx="0" cy="0"/>
        </a:xfrm>
      </p:grpSpPr>
      <p:sp>
        <p:nvSpPr>
          <p:cNvPr id="8032" name="Google Shape;8032;g11fd37bff83_0_20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3" name="Google Shape;8033;g11fd37bff83_0_20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7" name="Shape 8227"/>
        <p:cNvGrpSpPr/>
        <p:nvPr/>
      </p:nvGrpSpPr>
      <p:grpSpPr>
        <a:xfrm>
          <a:off x="0" y="0"/>
          <a:ext cx="0" cy="0"/>
          <a:chOff x="0" y="0"/>
          <a:chExt cx="0" cy="0"/>
        </a:xfrm>
      </p:grpSpPr>
      <p:sp>
        <p:nvSpPr>
          <p:cNvPr id="8228" name="Google Shape;8228;g11fea237f49_1_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9" name="Google Shape;8229;g11fea237f49_1_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4" name="Shape 8324"/>
        <p:cNvGrpSpPr/>
        <p:nvPr/>
      </p:nvGrpSpPr>
      <p:grpSpPr>
        <a:xfrm>
          <a:off x="0" y="0"/>
          <a:ext cx="0" cy="0"/>
          <a:chOff x="0" y="0"/>
          <a:chExt cx="0" cy="0"/>
        </a:xfrm>
      </p:grpSpPr>
      <p:sp>
        <p:nvSpPr>
          <p:cNvPr id="8325" name="Google Shape;8325;g11fd37bff83_0_2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6" name="Google Shape;8326;g11fd37bff83_0_2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8" name="Shape 8428"/>
        <p:cNvGrpSpPr/>
        <p:nvPr/>
      </p:nvGrpSpPr>
      <p:grpSpPr>
        <a:xfrm>
          <a:off x="0" y="0"/>
          <a:ext cx="0" cy="0"/>
          <a:chOff x="0" y="0"/>
          <a:chExt cx="0" cy="0"/>
        </a:xfrm>
      </p:grpSpPr>
      <p:sp>
        <p:nvSpPr>
          <p:cNvPr id="8429" name="Google Shape;8429;g13367e44202_1_19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0" name="Google Shape;8430;g13367e44202_1_19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8" name="Shape 8618"/>
        <p:cNvGrpSpPr/>
        <p:nvPr/>
      </p:nvGrpSpPr>
      <p:grpSpPr>
        <a:xfrm>
          <a:off x="0" y="0"/>
          <a:ext cx="0" cy="0"/>
          <a:chOff x="0" y="0"/>
          <a:chExt cx="0" cy="0"/>
        </a:xfrm>
      </p:grpSpPr>
      <p:sp>
        <p:nvSpPr>
          <p:cNvPr id="8619" name="Google Shape;8619;g11fea242160_0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0" name="Google Shape;8620;g11fea242160_0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2" name="Shape 8682"/>
        <p:cNvGrpSpPr/>
        <p:nvPr/>
      </p:nvGrpSpPr>
      <p:grpSpPr>
        <a:xfrm>
          <a:off x="0" y="0"/>
          <a:ext cx="0" cy="0"/>
          <a:chOff x="0" y="0"/>
          <a:chExt cx="0" cy="0"/>
        </a:xfrm>
      </p:grpSpPr>
      <p:sp>
        <p:nvSpPr>
          <p:cNvPr id="8683" name="Google Shape;8683;g11fea242160_0_8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4" name="Google Shape;8684;g11fea242160_0_8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3" name="Shape 8993"/>
        <p:cNvGrpSpPr/>
        <p:nvPr/>
      </p:nvGrpSpPr>
      <p:grpSpPr>
        <a:xfrm>
          <a:off x="0" y="0"/>
          <a:ext cx="0" cy="0"/>
          <a:chOff x="0" y="0"/>
          <a:chExt cx="0" cy="0"/>
        </a:xfrm>
      </p:grpSpPr>
      <p:sp>
        <p:nvSpPr>
          <p:cNvPr id="8994" name="Google Shape;8994;g1352d5ecd80_0_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5" name="Google Shape;8995;g1352d5ecd80_0_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6" name="Shape 9176"/>
        <p:cNvGrpSpPr/>
        <p:nvPr/>
      </p:nvGrpSpPr>
      <p:grpSpPr>
        <a:xfrm>
          <a:off x="0" y="0"/>
          <a:ext cx="0" cy="0"/>
          <a:chOff x="0" y="0"/>
          <a:chExt cx="0" cy="0"/>
        </a:xfrm>
      </p:grpSpPr>
      <p:sp>
        <p:nvSpPr>
          <p:cNvPr id="9177" name="Google Shape;9177;g1352d5ecd80_0_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8" name="Google Shape;9178;g1352d5ecd80_0_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2" name="Shape 9342"/>
        <p:cNvGrpSpPr/>
        <p:nvPr/>
      </p:nvGrpSpPr>
      <p:grpSpPr>
        <a:xfrm>
          <a:off x="0" y="0"/>
          <a:ext cx="0" cy="0"/>
          <a:chOff x="0" y="0"/>
          <a:chExt cx="0" cy="0"/>
        </a:xfrm>
      </p:grpSpPr>
      <p:sp>
        <p:nvSpPr>
          <p:cNvPr id="9343" name="Google Shape;9343;g1352d5ecd80_0_5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4" name="Google Shape;9344;g1352d5ecd80_0_5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9" name="Shape 9489"/>
        <p:cNvGrpSpPr/>
        <p:nvPr/>
      </p:nvGrpSpPr>
      <p:grpSpPr>
        <a:xfrm>
          <a:off x="0" y="0"/>
          <a:ext cx="0" cy="0"/>
          <a:chOff x="0" y="0"/>
          <a:chExt cx="0" cy="0"/>
        </a:xfrm>
      </p:grpSpPr>
      <p:sp>
        <p:nvSpPr>
          <p:cNvPr id="9490" name="Google Shape;9490;g11fd37bff83_0_2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1" name="Google Shape;9491;g11fd37bff83_0_2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6" name="Shape 9586"/>
        <p:cNvGrpSpPr/>
        <p:nvPr/>
      </p:nvGrpSpPr>
      <p:grpSpPr>
        <a:xfrm>
          <a:off x="0" y="0"/>
          <a:ext cx="0" cy="0"/>
          <a:chOff x="0" y="0"/>
          <a:chExt cx="0" cy="0"/>
        </a:xfrm>
      </p:grpSpPr>
      <p:sp>
        <p:nvSpPr>
          <p:cNvPr id="9587" name="Google Shape;9587;g11fea237f49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8" name="Google Shape;9588;g11fea237f49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6" name="Shape 9656"/>
        <p:cNvGrpSpPr/>
        <p:nvPr/>
      </p:nvGrpSpPr>
      <p:grpSpPr>
        <a:xfrm>
          <a:off x="0" y="0"/>
          <a:ext cx="0" cy="0"/>
          <a:chOff x="0" y="0"/>
          <a:chExt cx="0" cy="0"/>
        </a:xfrm>
      </p:grpSpPr>
      <p:sp>
        <p:nvSpPr>
          <p:cNvPr id="9657" name="Google Shape;9657;g11fd37bff83_0_2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8" name="Google Shape;9658;g11fd37bff83_0_2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5" name="Shape 9765"/>
        <p:cNvGrpSpPr/>
        <p:nvPr/>
      </p:nvGrpSpPr>
      <p:grpSpPr>
        <a:xfrm>
          <a:off x="0" y="0"/>
          <a:ext cx="0" cy="0"/>
          <a:chOff x="0" y="0"/>
          <a:chExt cx="0" cy="0"/>
        </a:xfrm>
      </p:grpSpPr>
      <p:sp>
        <p:nvSpPr>
          <p:cNvPr id="9766" name="Google Shape;9766;g11e085b000a_4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7" name="Google Shape;9767;g11e085b000a_4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g11fd37bff83_0_5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0" name="Google Shape;9780;g11fd37bff83_0_5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2" name="Shape 9812"/>
        <p:cNvGrpSpPr/>
        <p:nvPr/>
      </p:nvGrpSpPr>
      <p:grpSpPr>
        <a:xfrm>
          <a:off x="0" y="0"/>
          <a:ext cx="0" cy="0"/>
          <a:chOff x="0" y="0"/>
          <a:chExt cx="0" cy="0"/>
        </a:xfrm>
      </p:grpSpPr>
      <p:sp>
        <p:nvSpPr>
          <p:cNvPr id="9813" name="Google Shape;9813;g11fd37bff83_0_53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4" name="Google Shape;9814;g11fd37bff83_0_53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6" name="Shape 9926"/>
        <p:cNvGrpSpPr/>
        <p:nvPr/>
      </p:nvGrpSpPr>
      <p:grpSpPr>
        <a:xfrm>
          <a:off x="0" y="0"/>
          <a:ext cx="0" cy="0"/>
          <a:chOff x="0" y="0"/>
          <a:chExt cx="0" cy="0"/>
        </a:xfrm>
      </p:grpSpPr>
      <p:sp>
        <p:nvSpPr>
          <p:cNvPr id="9927" name="Google Shape;9927;g11fca83efa7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8" name="Google Shape;9928;g11fca83efa7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0" name="Shape 10000"/>
        <p:cNvGrpSpPr/>
        <p:nvPr/>
      </p:nvGrpSpPr>
      <p:grpSpPr>
        <a:xfrm>
          <a:off x="0" y="0"/>
          <a:ext cx="0" cy="0"/>
          <a:chOff x="0" y="0"/>
          <a:chExt cx="0" cy="0"/>
        </a:xfrm>
      </p:grpSpPr>
      <p:sp>
        <p:nvSpPr>
          <p:cNvPr id="10001" name="Google Shape;10001;g11a1a2aa2d3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2" name="Google Shape;10002;g11a1a2aa2d3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4" name="Shape 10124"/>
        <p:cNvGrpSpPr/>
        <p:nvPr/>
      </p:nvGrpSpPr>
      <p:grpSpPr>
        <a:xfrm>
          <a:off x="0" y="0"/>
          <a:ext cx="0" cy="0"/>
          <a:chOff x="0" y="0"/>
          <a:chExt cx="0" cy="0"/>
        </a:xfrm>
      </p:grpSpPr>
      <p:sp>
        <p:nvSpPr>
          <p:cNvPr id="10125" name="Google Shape;10125;g11fd37bff83_0_3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6" name="Google Shape;10126;g11fd37bff83_0_3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5" name="Shape 10185"/>
        <p:cNvGrpSpPr/>
        <p:nvPr/>
      </p:nvGrpSpPr>
      <p:grpSpPr>
        <a:xfrm>
          <a:off x="0" y="0"/>
          <a:ext cx="0" cy="0"/>
          <a:chOff x="0" y="0"/>
          <a:chExt cx="0" cy="0"/>
        </a:xfrm>
      </p:grpSpPr>
      <p:sp>
        <p:nvSpPr>
          <p:cNvPr id="10186" name="Google Shape;10186;g11fea237f49_1_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7" name="Google Shape;10187;g11fea237f49_1_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2" name="Shape 10302"/>
        <p:cNvGrpSpPr/>
        <p:nvPr/>
      </p:nvGrpSpPr>
      <p:grpSpPr>
        <a:xfrm>
          <a:off x="0" y="0"/>
          <a:ext cx="0" cy="0"/>
          <a:chOff x="0" y="0"/>
          <a:chExt cx="0" cy="0"/>
        </a:xfrm>
      </p:grpSpPr>
      <p:sp>
        <p:nvSpPr>
          <p:cNvPr id="10303" name="Google Shape;10303;g11e085b000a_4_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4" name="Google Shape;10304;g11e085b000a_4_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1" name="Shape 10321"/>
        <p:cNvGrpSpPr/>
        <p:nvPr/>
      </p:nvGrpSpPr>
      <p:grpSpPr>
        <a:xfrm>
          <a:off x="0" y="0"/>
          <a:ext cx="0" cy="0"/>
          <a:chOff x="0" y="0"/>
          <a:chExt cx="0" cy="0"/>
        </a:xfrm>
      </p:grpSpPr>
      <p:sp>
        <p:nvSpPr>
          <p:cNvPr id="10322" name="Google Shape;10322;g11d63b3f375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3" name="Google Shape;10323;g11d63b3f375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0" name="Shape 10500"/>
        <p:cNvGrpSpPr/>
        <p:nvPr/>
      </p:nvGrpSpPr>
      <p:grpSpPr>
        <a:xfrm>
          <a:off x="0" y="0"/>
          <a:ext cx="0" cy="0"/>
          <a:chOff x="0" y="0"/>
          <a:chExt cx="0" cy="0"/>
        </a:xfrm>
      </p:grpSpPr>
      <p:sp>
        <p:nvSpPr>
          <p:cNvPr id="10501" name="Google Shape;10501;g132fd421f98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2" name="Google Shape;10502;g132fd421f98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4" name="Shape 11804"/>
        <p:cNvGrpSpPr/>
        <p:nvPr/>
      </p:nvGrpSpPr>
      <p:grpSpPr>
        <a:xfrm>
          <a:off x="0" y="0"/>
          <a:ext cx="0" cy="0"/>
          <a:chOff x="0" y="0"/>
          <a:chExt cx="0" cy="0"/>
        </a:xfrm>
      </p:grpSpPr>
      <p:sp>
        <p:nvSpPr>
          <p:cNvPr id="11805" name="Google Shape;11805;g11e085b000a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06" name="Google Shape;11806;g11e085b000a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2" name="Shape 12022"/>
        <p:cNvGrpSpPr/>
        <p:nvPr/>
      </p:nvGrpSpPr>
      <p:grpSpPr>
        <a:xfrm>
          <a:off x="0" y="0"/>
          <a:ext cx="0" cy="0"/>
          <a:chOff x="0" y="0"/>
          <a:chExt cx="0" cy="0"/>
        </a:xfrm>
      </p:grpSpPr>
      <p:sp>
        <p:nvSpPr>
          <p:cNvPr id="12023" name="Google Shape;12023;g11fd37bf69a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4" name="Google Shape;12024;g11fd37bf69a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2" name="Shape 12222"/>
        <p:cNvGrpSpPr/>
        <p:nvPr/>
      </p:nvGrpSpPr>
      <p:grpSpPr>
        <a:xfrm>
          <a:off x="0" y="0"/>
          <a:ext cx="0" cy="0"/>
          <a:chOff x="0" y="0"/>
          <a:chExt cx="0" cy="0"/>
        </a:xfrm>
      </p:grpSpPr>
      <p:sp>
        <p:nvSpPr>
          <p:cNvPr id="12223" name="Google Shape;12223;g11fd37bff83_0_1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4" name="Google Shape;12224;g11fd37bff83_0_1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9" name="Shape 12349"/>
        <p:cNvGrpSpPr/>
        <p:nvPr/>
      </p:nvGrpSpPr>
      <p:grpSpPr>
        <a:xfrm>
          <a:off x="0" y="0"/>
          <a:ext cx="0" cy="0"/>
          <a:chOff x="0" y="0"/>
          <a:chExt cx="0" cy="0"/>
        </a:xfrm>
      </p:grpSpPr>
      <p:sp>
        <p:nvSpPr>
          <p:cNvPr id="12350" name="Google Shape;12350;g11a1a2aa2d3_0_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51" name="Google Shape;12351;g11a1a2aa2d3_0_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9" name="Shape 12359"/>
        <p:cNvGrpSpPr/>
        <p:nvPr/>
      </p:nvGrpSpPr>
      <p:grpSpPr>
        <a:xfrm>
          <a:off x="0" y="0"/>
          <a:ext cx="0" cy="0"/>
          <a:chOff x="0" y="0"/>
          <a:chExt cx="0" cy="0"/>
        </a:xfrm>
      </p:grpSpPr>
      <p:sp>
        <p:nvSpPr>
          <p:cNvPr id="12360" name="Google Shape;12360;g11fea242160_0_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1" name="Google Shape;12361;g11fea242160_0_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2" name="Shape 12382"/>
        <p:cNvGrpSpPr/>
        <p:nvPr/>
      </p:nvGrpSpPr>
      <p:grpSpPr>
        <a:xfrm>
          <a:off x="0" y="0"/>
          <a:ext cx="0" cy="0"/>
          <a:chOff x="0" y="0"/>
          <a:chExt cx="0" cy="0"/>
        </a:xfrm>
      </p:grpSpPr>
      <p:sp>
        <p:nvSpPr>
          <p:cNvPr id="12383" name="Google Shape;12383;g11d3d6e5900_0_18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4" name="Google Shape;12384;g11d3d6e5900_0_18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9" name="Shape 12389"/>
        <p:cNvGrpSpPr/>
        <p:nvPr/>
      </p:nvGrpSpPr>
      <p:grpSpPr>
        <a:xfrm>
          <a:off x="0" y="0"/>
          <a:ext cx="0" cy="0"/>
          <a:chOff x="0" y="0"/>
          <a:chExt cx="0" cy="0"/>
        </a:xfrm>
      </p:grpSpPr>
      <p:sp>
        <p:nvSpPr>
          <p:cNvPr id="12390" name="Google Shape;12390;g11d3d6e5900_0_18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1" name="Google Shape;12391;g11d3d6e5900_0_18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6" name="Shape 12396"/>
        <p:cNvGrpSpPr/>
        <p:nvPr/>
      </p:nvGrpSpPr>
      <p:grpSpPr>
        <a:xfrm>
          <a:off x="0" y="0"/>
          <a:ext cx="0" cy="0"/>
          <a:chOff x="0" y="0"/>
          <a:chExt cx="0" cy="0"/>
        </a:xfrm>
      </p:grpSpPr>
      <p:sp>
        <p:nvSpPr>
          <p:cNvPr id="12397" name="Google Shape;12397;g11d3d6e5900_0_18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8" name="Google Shape;12398;g11d3d6e5900_0_18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3" name="Shape 12423"/>
        <p:cNvGrpSpPr/>
        <p:nvPr/>
      </p:nvGrpSpPr>
      <p:grpSpPr>
        <a:xfrm>
          <a:off x="0" y="0"/>
          <a:ext cx="0" cy="0"/>
          <a:chOff x="0" y="0"/>
          <a:chExt cx="0" cy="0"/>
        </a:xfrm>
      </p:grpSpPr>
      <p:sp>
        <p:nvSpPr>
          <p:cNvPr id="12424" name="Google Shape;12424;g11d3d6e5900_0_18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25" name="Google Shape;12425;g11d3d6e5900_0_18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9" name="Shape 12439"/>
        <p:cNvGrpSpPr/>
        <p:nvPr/>
      </p:nvGrpSpPr>
      <p:grpSpPr>
        <a:xfrm>
          <a:off x="0" y="0"/>
          <a:ext cx="0" cy="0"/>
          <a:chOff x="0" y="0"/>
          <a:chExt cx="0" cy="0"/>
        </a:xfrm>
      </p:grpSpPr>
      <p:sp>
        <p:nvSpPr>
          <p:cNvPr id="12440" name="Google Shape;12440;g11d3d6e5900_0_18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41" name="Google Shape;12441;g11d3d6e5900_0_18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78" name="Shape 12778"/>
        <p:cNvGrpSpPr/>
        <p:nvPr/>
      </p:nvGrpSpPr>
      <p:grpSpPr>
        <a:xfrm>
          <a:off x="0" y="0"/>
          <a:ext cx="0" cy="0"/>
          <a:chOff x="0" y="0"/>
          <a:chExt cx="0" cy="0"/>
        </a:xfrm>
      </p:grpSpPr>
      <p:sp>
        <p:nvSpPr>
          <p:cNvPr id="12779" name="Google Shape;12779;g11d3d6e5900_0_19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0" name="Google Shape;12780;g11d3d6e5900_0_19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9" name="Shape 14979"/>
        <p:cNvGrpSpPr/>
        <p:nvPr/>
      </p:nvGrpSpPr>
      <p:grpSpPr>
        <a:xfrm>
          <a:off x="0" y="0"/>
          <a:ext cx="0" cy="0"/>
          <a:chOff x="0" y="0"/>
          <a:chExt cx="0" cy="0"/>
        </a:xfrm>
      </p:grpSpPr>
      <p:sp>
        <p:nvSpPr>
          <p:cNvPr id="14980" name="Google Shape;14980;g11d3d6e5900_0_21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81" name="Google Shape;14981;g11d3d6e5900_0_21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98" name="Shape 15398"/>
        <p:cNvGrpSpPr/>
        <p:nvPr/>
      </p:nvGrpSpPr>
      <p:grpSpPr>
        <a:xfrm>
          <a:off x="0" y="0"/>
          <a:ext cx="0" cy="0"/>
          <a:chOff x="0" y="0"/>
          <a:chExt cx="0" cy="0"/>
        </a:xfrm>
      </p:grpSpPr>
      <p:sp>
        <p:nvSpPr>
          <p:cNvPr id="15399" name="Google Shape;15399;g11d3d6e5900_0_21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00" name="Google Shape;15400;g11d3d6e5900_0_21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8" name="Shape 15568"/>
        <p:cNvGrpSpPr/>
        <p:nvPr/>
      </p:nvGrpSpPr>
      <p:grpSpPr>
        <a:xfrm>
          <a:off x="0" y="0"/>
          <a:ext cx="0" cy="0"/>
          <a:chOff x="0" y="0"/>
          <a:chExt cx="0" cy="0"/>
        </a:xfrm>
      </p:grpSpPr>
      <p:sp>
        <p:nvSpPr>
          <p:cNvPr id="15569" name="Google Shape;15569;g11d3d6e5900_0_220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70" name="Google Shape;15570;g11d3d6e5900_0_220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3" name="Shape 15973"/>
        <p:cNvGrpSpPr/>
        <p:nvPr/>
      </p:nvGrpSpPr>
      <p:grpSpPr>
        <a:xfrm>
          <a:off x="0" y="0"/>
          <a:ext cx="0" cy="0"/>
          <a:chOff x="0" y="0"/>
          <a:chExt cx="0" cy="0"/>
        </a:xfrm>
      </p:grpSpPr>
      <p:sp>
        <p:nvSpPr>
          <p:cNvPr id="15974" name="Google Shape;15974;g11d3d6e5900_0_22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75" name="Google Shape;15975;g11d3d6e5900_0_22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53" name="Shape 16353"/>
        <p:cNvGrpSpPr/>
        <p:nvPr/>
      </p:nvGrpSpPr>
      <p:grpSpPr>
        <a:xfrm>
          <a:off x="0" y="0"/>
          <a:ext cx="0" cy="0"/>
          <a:chOff x="0" y="0"/>
          <a:chExt cx="0" cy="0"/>
        </a:xfrm>
      </p:grpSpPr>
      <p:sp>
        <p:nvSpPr>
          <p:cNvPr id="16354" name="Google Shape;16354;g11d3d6e5900_0_22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55" name="Google Shape;16355;g11d3d6e5900_0_22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22" name="Shape 17122"/>
        <p:cNvGrpSpPr/>
        <p:nvPr/>
      </p:nvGrpSpPr>
      <p:grpSpPr>
        <a:xfrm>
          <a:off x="0" y="0"/>
          <a:ext cx="0" cy="0"/>
          <a:chOff x="0" y="0"/>
          <a:chExt cx="0" cy="0"/>
        </a:xfrm>
      </p:grpSpPr>
      <p:sp>
        <p:nvSpPr>
          <p:cNvPr id="17123" name="Google Shape;17123;g11d3d6e5900_0_235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24" name="Google Shape;17124;g11d3d6e5900_0_235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29" name="Shape 18529"/>
        <p:cNvGrpSpPr/>
        <p:nvPr/>
      </p:nvGrpSpPr>
      <p:grpSpPr>
        <a:xfrm>
          <a:off x="0" y="0"/>
          <a:ext cx="0" cy="0"/>
          <a:chOff x="0" y="0"/>
          <a:chExt cx="0" cy="0"/>
        </a:xfrm>
      </p:grpSpPr>
      <p:sp>
        <p:nvSpPr>
          <p:cNvPr id="18530" name="Google Shape;18530;g11d3d6e5900_0_24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31" name="Google Shape;18531;g11d3d6e5900_0_24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23" name="Shape 20923"/>
        <p:cNvGrpSpPr/>
        <p:nvPr/>
      </p:nvGrpSpPr>
      <p:grpSpPr>
        <a:xfrm>
          <a:off x="0" y="0"/>
          <a:ext cx="0" cy="0"/>
          <a:chOff x="0" y="0"/>
          <a:chExt cx="0" cy="0"/>
        </a:xfrm>
      </p:grpSpPr>
      <p:sp>
        <p:nvSpPr>
          <p:cNvPr id="20924" name="Google Shape;20924;g11d3d6e5900_0_27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25" name="Google Shape;20925;g11d3d6e5900_0_27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37" name="Shape 22937"/>
        <p:cNvGrpSpPr/>
        <p:nvPr/>
      </p:nvGrpSpPr>
      <p:grpSpPr>
        <a:xfrm>
          <a:off x="0" y="0"/>
          <a:ext cx="0" cy="0"/>
          <a:chOff x="0" y="0"/>
          <a:chExt cx="0" cy="0"/>
        </a:xfrm>
      </p:grpSpPr>
      <p:sp>
        <p:nvSpPr>
          <p:cNvPr id="22938" name="Google Shape;22938;g11d3d6e5900_0_29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39" name="Google Shape;22939;g11d3d6e5900_0_29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73" name="Shape 24573"/>
        <p:cNvGrpSpPr/>
        <p:nvPr/>
      </p:nvGrpSpPr>
      <p:grpSpPr>
        <a:xfrm>
          <a:off x="0" y="0"/>
          <a:ext cx="0" cy="0"/>
          <a:chOff x="0" y="0"/>
          <a:chExt cx="0" cy="0"/>
        </a:xfrm>
      </p:grpSpPr>
      <p:sp>
        <p:nvSpPr>
          <p:cNvPr id="24574" name="Google Shape;24574;g11d3d6e5900_0_31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75" name="Google Shape;24575;g11d3d6e5900_0_31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15" name="Shape 25615"/>
        <p:cNvGrpSpPr/>
        <p:nvPr/>
      </p:nvGrpSpPr>
      <p:grpSpPr>
        <a:xfrm>
          <a:off x="0" y="0"/>
          <a:ext cx="0" cy="0"/>
          <a:chOff x="0" y="0"/>
          <a:chExt cx="0" cy="0"/>
        </a:xfrm>
      </p:grpSpPr>
      <p:sp>
        <p:nvSpPr>
          <p:cNvPr id="25616" name="Google Shape;25616;g11d3d6e5900_0_32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17" name="Google Shape;25617;g11d3d6e5900_0_32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58" name="Shape 27158"/>
        <p:cNvGrpSpPr/>
        <p:nvPr/>
      </p:nvGrpSpPr>
      <p:grpSpPr>
        <a:xfrm>
          <a:off x="0" y="0"/>
          <a:ext cx="0" cy="0"/>
          <a:chOff x="0" y="0"/>
          <a:chExt cx="0" cy="0"/>
        </a:xfrm>
      </p:grpSpPr>
      <p:sp>
        <p:nvSpPr>
          <p:cNvPr id="27159" name="Google Shape;27159;g142b333cabb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60" name="Google Shape;27160;g142b333cabb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11" name="Shape 27311"/>
        <p:cNvGrpSpPr/>
        <p:nvPr/>
      </p:nvGrpSpPr>
      <p:grpSpPr>
        <a:xfrm>
          <a:off x="0" y="0"/>
          <a:ext cx="0" cy="0"/>
          <a:chOff x="0" y="0"/>
          <a:chExt cx="0" cy="0"/>
        </a:xfrm>
      </p:grpSpPr>
      <p:sp>
        <p:nvSpPr>
          <p:cNvPr id="27312" name="Google Shape;27312;g142b333cabb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13" name="Google Shape;27313;g142b333cabb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55" name="Shape 27355"/>
        <p:cNvGrpSpPr/>
        <p:nvPr/>
      </p:nvGrpSpPr>
      <p:grpSpPr>
        <a:xfrm>
          <a:off x="0" y="0"/>
          <a:ext cx="0" cy="0"/>
          <a:chOff x="0" y="0"/>
          <a:chExt cx="0" cy="0"/>
        </a:xfrm>
      </p:grpSpPr>
      <p:sp>
        <p:nvSpPr>
          <p:cNvPr id="27356" name="Google Shape;27356;g142b333cabb_0_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57" name="Google Shape;27357;g142b333cabb_0_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37" name="Shape 27937"/>
        <p:cNvGrpSpPr/>
        <p:nvPr/>
      </p:nvGrpSpPr>
      <p:grpSpPr>
        <a:xfrm>
          <a:off x="0" y="0"/>
          <a:ext cx="0" cy="0"/>
          <a:chOff x="0" y="0"/>
          <a:chExt cx="0" cy="0"/>
        </a:xfrm>
      </p:grpSpPr>
      <p:sp>
        <p:nvSpPr>
          <p:cNvPr id="27938" name="Google Shape;27938;g142b333cabb_0_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39" name="Google Shape;27939;g142b333cabb_0_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01" name="Shape 28901"/>
        <p:cNvGrpSpPr/>
        <p:nvPr/>
      </p:nvGrpSpPr>
      <p:grpSpPr>
        <a:xfrm>
          <a:off x="0" y="0"/>
          <a:ext cx="0" cy="0"/>
          <a:chOff x="0" y="0"/>
          <a:chExt cx="0" cy="0"/>
        </a:xfrm>
      </p:grpSpPr>
      <p:sp>
        <p:nvSpPr>
          <p:cNvPr id="28902" name="Google Shape;28902;g142b333cabb_0_1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03" name="Google Shape;28903;g142b333cabb_0_1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53" name="Shape 29553"/>
        <p:cNvGrpSpPr/>
        <p:nvPr/>
      </p:nvGrpSpPr>
      <p:grpSpPr>
        <a:xfrm>
          <a:off x="0" y="0"/>
          <a:ext cx="0" cy="0"/>
          <a:chOff x="0" y="0"/>
          <a:chExt cx="0" cy="0"/>
        </a:xfrm>
      </p:grpSpPr>
      <p:sp>
        <p:nvSpPr>
          <p:cNvPr id="29554" name="Google Shape;29554;g142b333cabb_0_2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55" name="Google Shape;29555;g142b333cabb_0_2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73" name="Shape 30373"/>
        <p:cNvGrpSpPr/>
        <p:nvPr/>
      </p:nvGrpSpPr>
      <p:grpSpPr>
        <a:xfrm>
          <a:off x="0" y="0"/>
          <a:ext cx="0" cy="0"/>
          <a:chOff x="0" y="0"/>
          <a:chExt cx="0" cy="0"/>
        </a:xfrm>
      </p:grpSpPr>
      <p:sp>
        <p:nvSpPr>
          <p:cNvPr id="30374" name="Google Shape;30374;g142b333cabb_0_3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75" name="Google Shape;30375;g142b333cabb_0_3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32" name="Shape 31132"/>
        <p:cNvGrpSpPr/>
        <p:nvPr/>
      </p:nvGrpSpPr>
      <p:grpSpPr>
        <a:xfrm>
          <a:off x="0" y="0"/>
          <a:ext cx="0" cy="0"/>
          <a:chOff x="0" y="0"/>
          <a:chExt cx="0" cy="0"/>
        </a:xfrm>
      </p:grpSpPr>
      <p:sp>
        <p:nvSpPr>
          <p:cNvPr id="31133" name="Google Shape;31133;g11d3d6e5900_0_37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34" name="Google Shape;31134;g11d3d6e5900_0_37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3"/>
        </a:solidFill>
      </p:bgPr>
    </p:bg>
    <p:spTree>
      <p:nvGrpSpPr>
        <p:cNvPr id="8" name="Shape 8"/>
        <p:cNvGrpSpPr/>
        <p:nvPr/>
      </p:nvGrpSpPr>
      <p:grpSpPr>
        <a:xfrm>
          <a:off x="0" y="0"/>
          <a:ext cx="0" cy="0"/>
          <a:chOff x="0" y="0"/>
          <a:chExt cx="0" cy="0"/>
        </a:xfrm>
      </p:grpSpPr>
      <p:sp>
        <p:nvSpPr>
          <p:cNvPr id="9" name="Google Shape;9;p2"/>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10" name="Google Shape;10;p2"/>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2477550" y="942475"/>
            <a:ext cx="4188900" cy="23331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SzPts val="5200"/>
              <a:buFont typeface="Balsamiq Sans"/>
              <a:buNone/>
              <a:defRPr sz="5200">
                <a:solidFill>
                  <a:schemeClr val="dk2"/>
                </a:solidFill>
              </a:defRPr>
            </a:lvl1pPr>
            <a:lvl2pPr lvl="1"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2pPr>
            <a:lvl3pPr lvl="2"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3pPr>
            <a:lvl4pPr lvl="3"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4pPr>
            <a:lvl5pPr lvl="4"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5pPr>
            <a:lvl6pPr lvl="5"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6pPr>
            <a:lvl7pPr lvl="6"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7pPr>
            <a:lvl8pPr lvl="7"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8pPr>
            <a:lvl9pPr lvl="8" algn="ctr">
              <a:spcBef>
                <a:spcPts val="0"/>
              </a:spcBef>
              <a:spcAft>
                <a:spcPts val="0"/>
              </a:spcAft>
              <a:buClr>
                <a:srgbClr val="191919"/>
              </a:buClr>
              <a:buSzPts val="5200"/>
              <a:buFont typeface="Balsamiq Sans"/>
              <a:buNone/>
              <a:defRPr b="1" sz="5200">
                <a:solidFill>
                  <a:srgbClr val="191919"/>
                </a:solidFill>
                <a:latin typeface="Balsamiq Sans"/>
                <a:ea typeface="Balsamiq Sans"/>
                <a:cs typeface="Balsamiq Sans"/>
                <a:sym typeface="Balsamiq Sans"/>
              </a:defRPr>
            </a:lvl9pPr>
          </a:lstStyle>
          <a:p/>
        </p:txBody>
      </p:sp>
      <p:sp>
        <p:nvSpPr>
          <p:cNvPr id="12" name="Google Shape;12;p2"/>
          <p:cNvSpPr txBox="1"/>
          <p:nvPr>
            <p:ph idx="1" type="subTitle"/>
          </p:nvPr>
        </p:nvSpPr>
        <p:spPr>
          <a:xfrm>
            <a:off x="2477575" y="3330588"/>
            <a:ext cx="4188900" cy="40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Font typeface="Open Sans"/>
              <a:buNone/>
              <a:defRPr>
                <a:solidFill>
                  <a:schemeClr val="dk1"/>
                </a:solidFill>
              </a:defRPr>
            </a:lvl1pPr>
            <a:lvl2pPr lvl="1" algn="ctr">
              <a:lnSpc>
                <a:spcPct val="100000"/>
              </a:lnSpc>
              <a:spcBef>
                <a:spcPts val="0"/>
              </a:spcBef>
              <a:spcAft>
                <a:spcPts val="0"/>
              </a:spcAft>
              <a:buSzPts val="1400"/>
              <a:buFont typeface="Open Sans"/>
              <a:buNone/>
              <a:defRPr>
                <a:latin typeface="Open Sans"/>
                <a:ea typeface="Open Sans"/>
                <a:cs typeface="Open Sans"/>
                <a:sym typeface="Open Sans"/>
              </a:defRPr>
            </a:lvl2pPr>
            <a:lvl3pPr lvl="2" algn="ctr">
              <a:lnSpc>
                <a:spcPct val="100000"/>
              </a:lnSpc>
              <a:spcBef>
                <a:spcPts val="0"/>
              </a:spcBef>
              <a:spcAft>
                <a:spcPts val="0"/>
              </a:spcAft>
              <a:buSzPts val="1400"/>
              <a:buFont typeface="Open Sans"/>
              <a:buNone/>
              <a:defRPr>
                <a:latin typeface="Open Sans"/>
                <a:ea typeface="Open Sans"/>
                <a:cs typeface="Open Sans"/>
                <a:sym typeface="Open Sans"/>
              </a:defRPr>
            </a:lvl3pPr>
            <a:lvl4pPr lvl="3" algn="ctr">
              <a:lnSpc>
                <a:spcPct val="100000"/>
              </a:lnSpc>
              <a:spcBef>
                <a:spcPts val="0"/>
              </a:spcBef>
              <a:spcAft>
                <a:spcPts val="0"/>
              </a:spcAft>
              <a:buSzPts val="1400"/>
              <a:buFont typeface="Open Sans"/>
              <a:buNone/>
              <a:defRPr>
                <a:latin typeface="Open Sans"/>
                <a:ea typeface="Open Sans"/>
                <a:cs typeface="Open Sans"/>
                <a:sym typeface="Open Sans"/>
              </a:defRPr>
            </a:lvl4pPr>
            <a:lvl5pPr lvl="4" algn="ctr">
              <a:lnSpc>
                <a:spcPct val="100000"/>
              </a:lnSpc>
              <a:spcBef>
                <a:spcPts val="0"/>
              </a:spcBef>
              <a:spcAft>
                <a:spcPts val="0"/>
              </a:spcAft>
              <a:buSzPts val="1400"/>
              <a:buFont typeface="Open Sans"/>
              <a:buNone/>
              <a:defRPr>
                <a:latin typeface="Open Sans"/>
                <a:ea typeface="Open Sans"/>
                <a:cs typeface="Open Sans"/>
                <a:sym typeface="Open Sans"/>
              </a:defRPr>
            </a:lvl5pPr>
            <a:lvl6pPr lvl="5" algn="ctr">
              <a:lnSpc>
                <a:spcPct val="100000"/>
              </a:lnSpc>
              <a:spcBef>
                <a:spcPts val="0"/>
              </a:spcBef>
              <a:spcAft>
                <a:spcPts val="0"/>
              </a:spcAft>
              <a:buSzPts val="1400"/>
              <a:buFont typeface="Open Sans"/>
              <a:buNone/>
              <a:defRPr>
                <a:latin typeface="Open Sans"/>
                <a:ea typeface="Open Sans"/>
                <a:cs typeface="Open Sans"/>
                <a:sym typeface="Open Sans"/>
              </a:defRPr>
            </a:lvl6pPr>
            <a:lvl7pPr lvl="6" algn="ctr">
              <a:lnSpc>
                <a:spcPct val="100000"/>
              </a:lnSpc>
              <a:spcBef>
                <a:spcPts val="0"/>
              </a:spcBef>
              <a:spcAft>
                <a:spcPts val="0"/>
              </a:spcAft>
              <a:buSzPts val="1400"/>
              <a:buFont typeface="Open Sans"/>
              <a:buNone/>
              <a:defRPr>
                <a:latin typeface="Open Sans"/>
                <a:ea typeface="Open Sans"/>
                <a:cs typeface="Open Sans"/>
                <a:sym typeface="Open Sans"/>
              </a:defRPr>
            </a:lvl7pPr>
            <a:lvl8pPr lvl="7" algn="ctr">
              <a:lnSpc>
                <a:spcPct val="100000"/>
              </a:lnSpc>
              <a:spcBef>
                <a:spcPts val="0"/>
              </a:spcBef>
              <a:spcAft>
                <a:spcPts val="0"/>
              </a:spcAft>
              <a:buSzPts val="1400"/>
              <a:buFont typeface="Open Sans"/>
              <a:buNone/>
              <a:defRPr>
                <a:latin typeface="Open Sans"/>
                <a:ea typeface="Open Sans"/>
                <a:cs typeface="Open Sans"/>
                <a:sym typeface="Open Sans"/>
              </a:defRPr>
            </a:lvl8pPr>
            <a:lvl9pPr lvl="8" algn="ctr">
              <a:lnSpc>
                <a:spcPct val="100000"/>
              </a:lnSpc>
              <a:spcBef>
                <a:spcPts val="0"/>
              </a:spcBef>
              <a:spcAft>
                <a:spcPts val="0"/>
              </a:spcAft>
              <a:buSzPts val="1400"/>
              <a:buFont typeface="Open Sans"/>
              <a:buNone/>
              <a:defRPr>
                <a:latin typeface="Open Sans"/>
                <a:ea typeface="Open Sans"/>
                <a:cs typeface="Open Sans"/>
                <a:sym typeface="Open Sans"/>
              </a:defRPr>
            </a:lvl9pPr>
          </a:lstStyle>
          <a:p/>
        </p:txBody>
      </p:sp>
      <p:grpSp>
        <p:nvGrpSpPr>
          <p:cNvPr id="13" name="Google Shape;13;p2"/>
          <p:cNvGrpSpPr/>
          <p:nvPr/>
        </p:nvGrpSpPr>
        <p:grpSpPr>
          <a:xfrm>
            <a:off x="-221497" y="504869"/>
            <a:ext cx="1536924" cy="3541378"/>
            <a:chOff x="-221497" y="504869"/>
            <a:chExt cx="1536924" cy="3541378"/>
          </a:xfrm>
        </p:grpSpPr>
        <p:sp>
          <p:nvSpPr>
            <p:cNvPr id="14" name="Google Shape;14;p2"/>
            <p:cNvSpPr/>
            <p:nvPr/>
          </p:nvSpPr>
          <p:spPr>
            <a:xfrm>
              <a:off x="881973" y="1179358"/>
              <a:ext cx="433454" cy="2866889"/>
            </a:xfrm>
            <a:custGeom>
              <a:rect b="b" l="l" r="r" t="t"/>
              <a:pathLst>
                <a:path extrusionOk="0" h="76313" w="11538">
                  <a:moveTo>
                    <a:pt x="2029" y="1"/>
                  </a:moveTo>
                  <a:lnTo>
                    <a:pt x="0" y="2725"/>
                  </a:lnTo>
                  <a:lnTo>
                    <a:pt x="0" y="76312"/>
                  </a:lnTo>
                  <a:lnTo>
                    <a:pt x="11537" y="76312"/>
                  </a:lnTo>
                  <a:lnTo>
                    <a:pt x="2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 name="Google Shape;15;p2"/>
            <p:cNvGrpSpPr/>
            <p:nvPr/>
          </p:nvGrpSpPr>
          <p:grpSpPr>
            <a:xfrm>
              <a:off x="-221497" y="1179358"/>
              <a:ext cx="1179732" cy="2866889"/>
              <a:chOff x="-221497" y="1179358"/>
              <a:chExt cx="1179732" cy="2866889"/>
            </a:xfrm>
          </p:grpSpPr>
          <p:grpSp>
            <p:nvGrpSpPr>
              <p:cNvPr id="16" name="Google Shape;16;p2"/>
              <p:cNvGrpSpPr/>
              <p:nvPr/>
            </p:nvGrpSpPr>
            <p:grpSpPr>
              <a:xfrm>
                <a:off x="-221497" y="1179358"/>
                <a:ext cx="1179732" cy="2866889"/>
                <a:chOff x="-221497" y="1179358"/>
                <a:chExt cx="1179732" cy="2866889"/>
              </a:xfrm>
            </p:grpSpPr>
            <p:sp>
              <p:nvSpPr>
                <p:cNvPr id="17" name="Google Shape;17;p2"/>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2"/>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 name="Google Shape;26;p2"/>
            <p:cNvGrpSpPr/>
            <p:nvPr/>
          </p:nvGrpSpPr>
          <p:grpSpPr>
            <a:xfrm>
              <a:off x="113172" y="504869"/>
              <a:ext cx="510392" cy="674487"/>
              <a:chOff x="-37116" y="2186994"/>
              <a:chExt cx="510392" cy="674487"/>
            </a:xfrm>
          </p:grpSpPr>
          <p:sp>
            <p:nvSpPr>
              <p:cNvPr id="27" name="Google Shape;27;p2"/>
              <p:cNvSpPr/>
              <p:nvPr/>
            </p:nvSpPr>
            <p:spPr>
              <a:xfrm>
                <a:off x="63791" y="2706778"/>
                <a:ext cx="256323" cy="143808"/>
              </a:xfrm>
              <a:custGeom>
                <a:rect b="b" l="l" r="r" t="t"/>
                <a:pathLst>
                  <a:path extrusionOk="0" h="3828" w="6823">
                    <a:moveTo>
                      <a:pt x="2706" y="1"/>
                    </a:moveTo>
                    <a:lnTo>
                      <a:pt x="2706" y="2900"/>
                    </a:lnTo>
                    <a:lnTo>
                      <a:pt x="136" y="3692"/>
                    </a:lnTo>
                    <a:lnTo>
                      <a:pt x="1" y="3827"/>
                    </a:lnTo>
                    <a:lnTo>
                      <a:pt x="6822" y="3827"/>
                    </a:lnTo>
                    <a:lnTo>
                      <a:pt x="6687" y="3692"/>
                    </a:lnTo>
                    <a:lnTo>
                      <a:pt x="4098" y="2900"/>
                    </a:lnTo>
                    <a:lnTo>
                      <a:pt x="409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2896" y="2850548"/>
                <a:ext cx="278112" cy="10932"/>
              </a:xfrm>
              <a:custGeom>
                <a:rect b="b" l="l" r="r" t="t"/>
                <a:pathLst>
                  <a:path extrusionOk="0" h="291" w="7403">
                    <a:moveTo>
                      <a:pt x="291" y="0"/>
                    </a:moveTo>
                    <a:lnTo>
                      <a:pt x="1" y="290"/>
                    </a:lnTo>
                    <a:lnTo>
                      <a:pt x="7402" y="290"/>
                    </a:lnTo>
                    <a:lnTo>
                      <a:pt x="71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80508" y="2186994"/>
                <a:ext cx="392768" cy="506786"/>
              </a:xfrm>
              <a:custGeom>
                <a:rect b="b" l="l" r="r" t="t"/>
                <a:pathLst>
                  <a:path extrusionOk="0" h="13490" w="10455">
                    <a:moveTo>
                      <a:pt x="5836" y="368"/>
                    </a:moveTo>
                    <a:cubicBezTo>
                      <a:pt x="8677" y="1721"/>
                      <a:pt x="10204" y="4890"/>
                      <a:pt x="9508" y="7962"/>
                    </a:cubicBezTo>
                    <a:cubicBezTo>
                      <a:pt x="8812" y="11035"/>
                      <a:pt x="6068" y="13219"/>
                      <a:pt x="2918" y="13219"/>
                    </a:cubicBezTo>
                    <a:cubicBezTo>
                      <a:pt x="2049" y="13219"/>
                      <a:pt x="1179" y="13064"/>
                      <a:pt x="367" y="12716"/>
                    </a:cubicBezTo>
                    <a:lnTo>
                      <a:pt x="5836" y="368"/>
                    </a:lnTo>
                    <a:close/>
                    <a:moveTo>
                      <a:pt x="5701" y="1"/>
                    </a:moveTo>
                    <a:lnTo>
                      <a:pt x="0" y="12851"/>
                    </a:lnTo>
                    <a:lnTo>
                      <a:pt x="136" y="12909"/>
                    </a:lnTo>
                    <a:cubicBezTo>
                      <a:pt x="1005" y="13296"/>
                      <a:pt x="1952" y="13489"/>
                      <a:pt x="2918" y="13489"/>
                    </a:cubicBezTo>
                    <a:lnTo>
                      <a:pt x="2938" y="13489"/>
                    </a:lnTo>
                    <a:cubicBezTo>
                      <a:pt x="6223" y="13470"/>
                      <a:pt x="9063" y="11151"/>
                      <a:pt x="9759" y="7943"/>
                    </a:cubicBezTo>
                    <a:cubicBezTo>
                      <a:pt x="10455" y="4716"/>
                      <a:pt x="8812" y="1450"/>
                      <a:pt x="5836" y="59"/>
                    </a:cubicBezTo>
                    <a:lnTo>
                      <a:pt x="57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 name="Google Shape;30;p2"/>
              <p:cNvGrpSpPr/>
              <p:nvPr/>
            </p:nvGrpSpPr>
            <p:grpSpPr>
              <a:xfrm>
                <a:off x="-37116" y="2201532"/>
                <a:ext cx="466851" cy="455919"/>
                <a:chOff x="-37116" y="2201532"/>
                <a:chExt cx="466851" cy="455919"/>
              </a:xfrm>
            </p:grpSpPr>
            <p:sp>
              <p:nvSpPr>
                <p:cNvPr id="31" name="Google Shape;31;p2"/>
                <p:cNvSpPr/>
                <p:nvPr/>
              </p:nvSpPr>
              <p:spPr>
                <a:xfrm>
                  <a:off x="-37116" y="2201532"/>
                  <a:ext cx="454492" cy="455919"/>
                </a:xfrm>
                <a:custGeom>
                  <a:rect b="b" l="l" r="r" t="t"/>
                  <a:pathLst>
                    <a:path extrusionOk="0" h="12136" w="12098">
                      <a:moveTo>
                        <a:pt x="6049" y="0"/>
                      </a:moveTo>
                      <a:cubicBezTo>
                        <a:pt x="2706" y="0"/>
                        <a:pt x="1" y="2725"/>
                        <a:pt x="1" y="6068"/>
                      </a:cubicBezTo>
                      <a:cubicBezTo>
                        <a:pt x="1" y="9430"/>
                        <a:pt x="2706" y="12136"/>
                        <a:pt x="6049" y="12136"/>
                      </a:cubicBezTo>
                      <a:cubicBezTo>
                        <a:pt x="9392" y="12136"/>
                        <a:pt x="12098" y="9430"/>
                        <a:pt x="12098" y="6068"/>
                      </a:cubicBezTo>
                      <a:cubicBezTo>
                        <a:pt x="12098" y="2725"/>
                        <a:pt x="9392" y="0"/>
                        <a:pt x="6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51468" y="2201532"/>
                  <a:ext cx="217103" cy="392054"/>
                </a:xfrm>
                <a:custGeom>
                  <a:rect b="b" l="l" r="r" t="t"/>
                  <a:pathLst>
                    <a:path extrusionOk="0" h="10436" w="5779">
                      <a:moveTo>
                        <a:pt x="3227" y="0"/>
                      </a:moveTo>
                      <a:cubicBezTo>
                        <a:pt x="2319" y="78"/>
                        <a:pt x="1430" y="348"/>
                        <a:pt x="657" y="812"/>
                      </a:cubicBezTo>
                      <a:lnTo>
                        <a:pt x="309" y="1411"/>
                      </a:lnTo>
                      <a:lnTo>
                        <a:pt x="0" y="1894"/>
                      </a:lnTo>
                      <a:lnTo>
                        <a:pt x="136" y="1894"/>
                      </a:lnTo>
                      <a:lnTo>
                        <a:pt x="329" y="1701"/>
                      </a:lnTo>
                      <a:lnTo>
                        <a:pt x="657" y="1218"/>
                      </a:lnTo>
                      <a:lnTo>
                        <a:pt x="329" y="1913"/>
                      </a:lnTo>
                      <a:lnTo>
                        <a:pt x="78" y="2203"/>
                      </a:lnTo>
                      <a:lnTo>
                        <a:pt x="329" y="2590"/>
                      </a:lnTo>
                      <a:lnTo>
                        <a:pt x="967" y="3247"/>
                      </a:lnTo>
                      <a:lnTo>
                        <a:pt x="1121" y="3730"/>
                      </a:lnTo>
                      <a:lnTo>
                        <a:pt x="1682" y="4174"/>
                      </a:lnTo>
                      <a:lnTo>
                        <a:pt x="1488" y="4503"/>
                      </a:lnTo>
                      <a:lnTo>
                        <a:pt x="947" y="4793"/>
                      </a:lnTo>
                      <a:lnTo>
                        <a:pt x="599" y="5430"/>
                      </a:lnTo>
                      <a:cubicBezTo>
                        <a:pt x="599" y="5430"/>
                        <a:pt x="1334" y="6706"/>
                        <a:pt x="1334" y="6764"/>
                      </a:cubicBezTo>
                      <a:cubicBezTo>
                        <a:pt x="1334" y="6822"/>
                        <a:pt x="1198" y="7517"/>
                        <a:pt x="1198" y="7517"/>
                      </a:cubicBezTo>
                      <a:lnTo>
                        <a:pt x="677" y="8715"/>
                      </a:lnTo>
                      <a:lnTo>
                        <a:pt x="503" y="9798"/>
                      </a:lnTo>
                      <a:lnTo>
                        <a:pt x="754" y="10435"/>
                      </a:lnTo>
                      <a:lnTo>
                        <a:pt x="967" y="10319"/>
                      </a:lnTo>
                      <a:lnTo>
                        <a:pt x="1082" y="9836"/>
                      </a:lnTo>
                      <a:lnTo>
                        <a:pt x="1546" y="9334"/>
                      </a:lnTo>
                      <a:lnTo>
                        <a:pt x="2957" y="8986"/>
                      </a:lnTo>
                      <a:lnTo>
                        <a:pt x="3440" y="8406"/>
                      </a:lnTo>
                      <a:lnTo>
                        <a:pt x="3942" y="8406"/>
                      </a:lnTo>
                      <a:lnTo>
                        <a:pt x="4812" y="7981"/>
                      </a:lnTo>
                      <a:lnTo>
                        <a:pt x="4928" y="7653"/>
                      </a:lnTo>
                      <a:lnTo>
                        <a:pt x="5546" y="7343"/>
                      </a:lnTo>
                      <a:lnTo>
                        <a:pt x="5778" y="7092"/>
                      </a:lnTo>
                      <a:lnTo>
                        <a:pt x="4754" y="6493"/>
                      </a:lnTo>
                      <a:lnTo>
                        <a:pt x="4677" y="6165"/>
                      </a:lnTo>
                      <a:lnTo>
                        <a:pt x="4194" y="6068"/>
                      </a:lnTo>
                      <a:lnTo>
                        <a:pt x="4213" y="5469"/>
                      </a:lnTo>
                      <a:lnTo>
                        <a:pt x="3691" y="5160"/>
                      </a:lnTo>
                      <a:lnTo>
                        <a:pt x="3112" y="4290"/>
                      </a:lnTo>
                      <a:lnTo>
                        <a:pt x="2397" y="3865"/>
                      </a:lnTo>
                      <a:lnTo>
                        <a:pt x="1662" y="4000"/>
                      </a:lnTo>
                      <a:lnTo>
                        <a:pt x="1334" y="3749"/>
                      </a:lnTo>
                      <a:lnTo>
                        <a:pt x="1276" y="3401"/>
                      </a:lnTo>
                      <a:lnTo>
                        <a:pt x="1411" y="3227"/>
                      </a:lnTo>
                      <a:lnTo>
                        <a:pt x="1430" y="3015"/>
                      </a:lnTo>
                      <a:lnTo>
                        <a:pt x="1160" y="2744"/>
                      </a:lnTo>
                      <a:lnTo>
                        <a:pt x="1643" y="2493"/>
                      </a:lnTo>
                      <a:lnTo>
                        <a:pt x="1334" y="2435"/>
                      </a:lnTo>
                      <a:lnTo>
                        <a:pt x="947" y="2590"/>
                      </a:lnTo>
                      <a:lnTo>
                        <a:pt x="735" y="2435"/>
                      </a:lnTo>
                      <a:lnTo>
                        <a:pt x="1082" y="1894"/>
                      </a:lnTo>
                      <a:lnTo>
                        <a:pt x="1469" y="1681"/>
                      </a:lnTo>
                      <a:lnTo>
                        <a:pt x="1952" y="1720"/>
                      </a:lnTo>
                      <a:lnTo>
                        <a:pt x="2281" y="1836"/>
                      </a:lnTo>
                      <a:lnTo>
                        <a:pt x="2242" y="2165"/>
                      </a:lnTo>
                      <a:lnTo>
                        <a:pt x="2126" y="2512"/>
                      </a:lnTo>
                      <a:lnTo>
                        <a:pt x="2455" y="2512"/>
                      </a:lnTo>
                      <a:lnTo>
                        <a:pt x="2706" y="1894"/>
                      </a:lnTo>
                      <a:lnTo>
                        <a:pt x="3363" y="1701"/>
                      </a:lnTo>
                      <a:lnTo>
                        <a:pt x="3730" y="1392"/>
                      </a:lnTo>
                      <a:lnTo>
                        <a:pt x="4116" y="1469"/>
                      </a:lnTo>
                      <a:lnTo>
                        <a:pt x="4522" y="1218"/>
                      </a:lnTo>
                      <a:lnTo>
                        <a:pt x="4522" y="966"/>
                      </a:lnTo>
                      <a:lnTo>
                        <a:pt x="3595" y="966"/>
                      </a:lnTo>
                      <a:lnTo>
                        <a:pt x="2976" y="580"/>
                      </a:lnTo>
                      <a:lnTo>
                        <a:pt x="32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26228" y="2304618"/>
                  <a:ext cx="50866" cy="30505"/>
                </a:xfrm>
                <a:custGeom>
                  <a:rect b="b" l="l" r="r" t="t"/>
                  <a:pathLst>
                    <a:path extrusionOk="0" h="812" w="1354">
                      <a:moveTo>
                        <a:pt x="1" y="0"/>
                      </a:moveTo>
                      <a:lnTo>
                        <a:pt x="387" y="348"/>
                      </a:lnTo>
                      <a:lnTo>
                        <a:pt x="774" y="561"/>
                      </a:lnTo>
                      <a:lnTo>
                        <a:pt x="1141" y="812"/>
                      </a:lnTo>
                      <a:lnTo>
                        <a:pt x="1353" y="812"/>
                      </a:lnTo>
                      <a:lnTo>
                        <a:pt x="890" y="483"/>
                      </a:lnTo>
                      <a:lnTo>
                        <a:pt x="3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84307" y="2202058"/>
                  <a:ext cx="78441" cy="54661"/>
                </a:xfrm>
                <a:custGeom>
                  <a:rect b="b" l="l" r="r" t="t"/>
                  <a:pathLst>
                    <a:path extrusionOk="0" h="1455" w="2088">
                      <a:moveTo>
                        <a:pt x="344" y="1"/>
                      </a:moveTo>
                      <a:cubicBezTo>
                        <a:pt x="281" y="1"/>
                        <a:pt x="218" y="2"/>
                        <a:pt x="155" y="6"/>
                      </a:cubicBezTo>
                      <a:lnTo>
                        <a:pt x="1" y="6"/>
                      </a:lnTo>
                      <a:lnTo>
                        <a:pt x="1" y="295"/>
                      </a:lnTo>
                      <a:lnTo>
                        <a:pt x="194" y="527"/>
                      </a:lnTo>
                      <a:lnTo>
                        <a:pt x="271" y="798"/>
                      </a:lnTo>
                      <a:lnTo>
                        <a:pt x="1141" y="894"/>
                      </a:lnTo>
                      <a:lnTo>
                        <a:pt x="1701" y="1068"/>
                      </a:lnTo>
                      <a:lnTo>
                        <a:pt x="1972" y="1455"/>
                      </a:lnTo>
                      <a:lnTo>
                        <a:pt x="2088" y="1358"/>
                      </a:lnTo>
                      <a:lnTo>
                        <a:pt x="2088" y="817"/>
                      </a:lnTo>
                      <a:lnTo>
                        <a:pt x="1779" y="585"/>
                      </a:lnTo>
                      <a:lnTo>
                        <a:pt x="1643" y="353"/>
                      </a:lnTo>
                      <a:lnTo>
                        <a:pt x="1411" y="334"/>
                      </a:lnTo>
                      <a:lnTo>
                        <a:pt x="1044" y="585"/>
                      </a:lnTo>
                      <a:lnTo>
                        <a:pt x="716" y="585"/>
                      </a:lnTo>
                      <a:lnTo>
                        <a:pt x="812" y="411"/>
                      </a:lnTo>
                      <a:lnTo>
                        <a:pt x="638" y="160"/>
                      </a:lnTo>
                      <a:lnTo>
                        <a:pt x="638" y="160"/>
                      </a:lnTo>
                      <a:lnTo>
                        <a:pt x="1121" y="179"/>
                      </a:lnTo>
                      <a:lnTo>
                        <a:pt x="1257" y="102"/>
                      </a:lnTo>
                      <a:cubicBezTo>
                        <a:pt x="953" y="38"/>
                        <a:pt x="648" y="1"/>
                        <a:pt x="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73798" y="2316940"/>
                  <a:ext cx="24719" cy="42865"/>
                </a:xfrm>
                <a:custGeom>
                  <a:rect b="b" l="l" r="r" t="t"/>
                  <a:pathLst>
                    <a:path extrusionOk="0" h="1141" w="658">
                      <a:moveTo>
                        <a:pt x="348" y="1"/>
                      </a:moveTo>
                      <a:lnTo>
                        <a:pt x="213" y="78"/>
                      </a:lnTo>
                      <a:lnTo>
                        <a:pt x="136" y="349"/>
                      </a:lnTo>
                      <a:lnTo>
                        <a:pt x="0" y="484"/>
                      </a:lnTo>
                      <a:lnTo>
                        <a:pt x="310" y="1141"/>
                      </a:lnTo>
                      <a:lnTo>
                        <a:pt x="425" y="1141"/>
                      </a:lnTo>
                      <a:lnTo>
                        <a:pt x="425" y="870"/>
                      </a:lnTo>
                      <a:lnTo>
                        <a:pt x="657" y="600"/>
                      </a:lnTo>
                      <a:cubicBezTo>
                        <a:pt x="580" y="387"/>
                        <a:pt x="464" y="194"/>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47651" y="2364124"/>
                  <a:ext cx="82085" cy="222926"/>
                </a:xfrm>
                <a:custGeom>
                  <a:rect b="b" l="l" r="r" t="t"/>
                  <a:pathLst>
                    <a:path extrusionOk="0" h="5934" w="2185">
                      <a:moveTo>
                        <a:pt x="1121" y="1"/>
                      </a:moveTo>
                      <a:lnTo>
                        <a:pt x="696" y="329"/>
                      </a:lnTo>
                      <a:lnTo>
                        <a:pt x="329" y="600"/>
                      </a:lnTo>
                      <a:lnTo>
                        <a:pt x="329" y="735"/>
                      </a:lnTo>
                      <a:lnTo>
                        <a:pt x="1" y="1083"/>
                      </a:lnTo>
                      <a:lnTo>
                        <a:pt x="136" y="2049"/>
                      </a:lnTo>
                      <a:lnTo>
                        <a:pt x="271" y="2803"/>
                      </a:lnTo>
                      <a:lnTo>
                        <a:pt x="696" y="3015"/>
                      </a:lnTo>
                      <a:lnTo>
                        <a:pt x="1218" y="3151"/>
                      </a:lnTo>
                      <a:lnTo>
                        <a:pt x="1315" y="3557"/>
                      </a:lnTo>
                      <a:lnTo>
                        <a:pt x="1102" y="4658"/>
                      </a:lnTo>
                      <a:lnTo>
                        <a:pt x="310" y="5431"/>
                      </a:lnTo>
                      <a:lnTo>
                        <a:pt x="175" y="5933"/>
                      </a:lnTo>
                      <a:cubicBezTo>
                        <a:pt x="1643" y="4387"/>
                        <a:pt x="2184" y="2204"/>
                        <a:pt x="1643" y="155"/>
                      </a:cubicBezTo>
                      <a:lnTo>
                        <a:pt x="13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 name="Google Shape;37;p2"/>
          <p:cNvGrpSpPr/>
          <p:nvPr/>
        </p:nvGrpSpPr>
        <p:grpSpPr>
          <a:xfrm>
            <a:off x="-93016" y="3230957"/>
            <a:ext cx="501676" cy="471172"/>
            <a:chOff x="-93016" y="3230957"/>
            <a:chExt cx="501676" cy="471172"/>
          </a:xfrm>
        </p:grpSpPr>
        <p:sp>
          <p:nvSpPr>
            <p:cNvPr id="38" name="Google Shape;38;p2"/>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84300" y="1516940"/>
            <a:ext cx="506786" cy="503866"/>
            <a:chOff x="-84300" y="1516940"/>
            <a:chExt cx="506786" cy="503866"/>
          </a:xfrm>
        </p:grpSpPr>
        <p:sp>
          <p:nvSpPr>
            <p:cNvPr id="43" name="Google Shape;43;p2"/>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 name="Google Shape;47;p2"/>
            <p:cNvGrpSpPr/>
            <p:nvPr/>
          </p:nvGrpSpPr>
          <p:grpSpPr>
            <a:xfrm>
              <a:off x="-84300" y="1516940"/>
              <a:ext cx="130702" cy="503866"/>
              <a:chOff x="-84300" y="1516940"/>
              <a:chExt cx="130702" cy="503866"/>
            </a:xfrm>
          </p:grpSpPr>
          <p:sp>
            <p:nvSpPr>
              <p:cNvPr id="48" name="Google Shape;48;p2"/>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 name="Google Shape;50;p2"/>
          <p:cNvGrpSpPr/>
          <p:nvPr/>
        </p:nvGrpSpPr>
        <p:grpSpPr>
          <a:xfrm>
            <a:off x="2936544" y="-329546"/>
            <a:ext cx="2934233" cy="708308"/>
            <a:chOff x="2375925" y="3297600"/>
            <a:chExt cx="735950" cy="177650"/>
          </a:xfrm>
        </p:grpSpPr>
        <p:sp>
          <p:nvSpPr>
            <p:cNvPr id="51" name="Google Shape;51;p2"/>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a:effectLst>
              <a:outerShdw blurRad="1285875" rotWithShape="0" algn="bl" dir="15240000" dist="733425">
                <a:schemeClr val="lt1">
                  <a:alpha val="27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 name="Google Shape;57;p2"/>
          <p:cNvGrpSpPr/>
          <p:nvPr/>
        </p:nvGrpSpPr>
        <p:grpSpPr>
          <a:xfrm>
            <a:off x="7372498" y="938600"/>
            <a:ext cx="1793806" cy="1146767"/>
            <a:chOff x="2413900" y="1707875"/>
            <a:chExt cx="835650" cy="534225"/>
          </a:xfrm>
        </p:grpSpPr>
        <p:sp>
          <p:nvSpPr>
            <p:cNvPr id="58" name="Google Shape;58;p2"/>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5" name="Google Shape;65;p2"/>
            <p:cNvSpPr/>
            <p:nvPr/>
          </p:nvSpPr>
          <p:spPr>
            <a:xfrm>
              <a:off x="2455825" y="1763000"/>
              <a:ext cx="735625" cy="364200"/>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2479700" y="1827050"/>
              <a:ext cx="305325" cy="38025"/>
            </a:xfrm>
            <a:custGeom>
              <a:rect b="b" l="l" r="r" t="t"/>
              <a:pathLst>
                <a:path extrusionOk="0" h="1521" w="12213">
                  <a:moveTo>
                    <a:pt x="12120" y="1"/>
                  </a:moveTo>
                  <a:lnTo>
                    <a:pt x="115" y="1361"/>
                  </a:lnTo>
                  <a:cubicBezTo>
                    <a:pt x="1" y="1374"/>
                    <a:pt x="21" y="1520"/>
                    <a:pt x="116" y="1520"/>
                  </a:cubicBezTo>
                  <a:cubicBezTo>
                    <a:pt x="120" y="1520"/>
                    <a:pt x="124" y="1520"/>
                    <a:pt x="128" y="1519"/>
                  </a:cubicBezTo>
                  <a:lnTo>
                    <a:pt x="12133" y="172"/>
                  </a:lnTo>
                  <a:cubicBezTo>
                    <a:pt x="12186" y="159"/>
                    <a:pt x="12212" y="119"/>
                    <a:pt x="12212" y="80"/>
                  </a:cubicBezTo>
                  <a:cubicBezTo>
                    <a:pt x="12199" y="27"/>
                    <a:pt x="12159" y="1"/>
                    <a:pt x="1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2488500" y="1796350"/>
              <a:ext cx="293875" cy="67975"/>
            </a:xfrm>
            <a:custGeom>
              <a:rect b="b" l="l" r="r" t="t"/>
              <a:pathLst>
                <a:path extrusionOk="0" h="2719" w="11755">
                  <a:moveTo>
                    <a:pt x="9074" y="0"/>
                  </a:moveTo>
                  <a:cubicBezTo>
                    <a:pt x="7819" y="0"/>
                    <a:pt x="7053" y="502"/>
                    <a:pt x="6617" y="938"/>
                  </a:cubicBezTo>
                  <a:cubicBezTo>
                    <a:pt x="6380" y="1163"/>
                    <a:pt x="6195" y="1440"/>
                    <a:pt x="6036" y="1730"/>
                  </a:cubicBezTo>
                  <a:cubicBezTo>
                    <a:pt x="5851" y="1479"/>
                    <a:pt x="5640" y="1255"/>
                    <a:pt x="5376" y="1070"/>
                  </a:cubicBezTo>
                  <a:cubicBezTo>
                    <a:pt x="4848" y="701"/>
                    <a:pt x="4221" y="505"/>
                    <a:pt x="3588" y="505"/>
                  </a:cubicBezTo>
                  <a:cubicBezTo>
                    <a:pt x="3383" y="505"/>
                    <a:pt x="3176" y="526"/>
                    <a:pt x="2972" y="568"/>
                  </a:cubicBezTo>
                  <a:cubicBezTo>
                    <a:pt x="767" y="925"/>
                    <a:pt x="14" y="2589"/>
                    <a:pt x="14" y="2602"/>
                  </a:cubicBezTo>
                  <a:cubicBezTo>
                    <a:pt x="1" y="2642"/>
                    <a:pt x="14" y="2694"/>
                    <a:pt x="54" y="2708"/>
                  </a:cubicBezTo>
                  <a:cubicBezTo>
                    <a:pt x="65" y="2715"/>
                    <a:pt x="77" y="2718"/>
                    <a:pt x="89" y="2718"/>
                  </a:cubicBezTo>
                  <a:cubicBezTo>
                    <a:pt x="121" y="2718"/>
                    <a:pt x="153" y="2697"/>
                    <a:pt x="172" y="2668"/>
                  </a:cubicBezTo>
                  <a:cubicBezTo>
                    <a:pt x="172" y="2655"/>
                    <a:pt x="886" y="1070"/>
                    <a:pt x="2999" y="727"/>
                  </a:cubicBezTo>
                  <a:cubicBezTo>
                    <a:pt x="3192" y="688"/>
                    <a:pt x="3386" y="669"/>
                    <a:pt x="3580" y="669"/>
                  </a:cubicBezTo>
                  <a:cubicBezTo>
                    <a:pt x="4181" y="669"/>
                    <a:pt x="4774" y="852"/>
                    <a:pt x="5283" y="1202"/>
                  </a:cubicBezTo>
                  <a:cubicBezTo>
                    <a:pt x="5561" y="1400"/>
                    <a:pt x="5798" y="1651"/>
                    <a:pt x="5983" y="1942"/>
                  </a:cubicBezTo>
                  <a:cubicBezTo>
                    <a:pt x="6001" y="1971"/>
                    <a:pt x="6030" y="1985"/>
                    <a:pt x="6057" y="1985"/>
                  </a:cubicBezTo>
                  <a:cubicBezTo>
                    <a:pt x="6090" y="1985"/>
                    <a:pt x="6121" y="1965"/>
                    <a:pt x="6129" y="1929"/>
                  </a:cubicBezTo>
                  <a:cubicBezTo>
                    <a:pt x="6274" y="1598"/>
                    <a:pt x="6485" y="1295"/>
                    <a:pt x="6749" y="1044"/>
                  </a:cubicBezTo>
                  <a:cubicBezTo>
                    <a:pt x="7344" y="463"/>
                    <a:pt x="8123" y="172"/>
                    <a:pt x="9074" y="172"/>
                  </a:cubicBezTo>
                  <a:cubicBezTo>
                    <a:pt x="10883" y="172"/>
                    <a:pt x="11596" y="1361"/>
                    <a:pt x="11596" y="1374"/>
                  </a:cubicBezTo>
                  <a:cubicBezTo>
                    <a:pt x="11609" y="1400"/>
                    <a:pt x="11649" y="1413"/>
                    <a:pt x="11675" y="1413"/>
                  </a:cubicBezTo>
                  <a:cubicBezTo>
                    <a:pt x="11689" y="1413"/>
                    <a:pt x="11689" y="1400"/>
                    <a:pt x="11702" y="1400"/>
                  </a:cubicBezTo>
                  <a:cubicBezTo>
                    <a:pt x="11741" y="1374"/>
                    <a:pt x="11755" y="1321"/>
                    <a:pt x="11728" y="1281"/>
                  </a:cubicBezTo>
                  <a:cubicBezTo>
                    <a:pt x="11702" y="1242"/>
                    <a:pt x="10975" y="14"/>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2477950" y="1846475"/>
              <a:ext cx="7600" cy="33500"/>
            </a:xfrm>
            <a:custGeom>
              <a:rect b="b" l="l" r="r" t="t"/>
              <a:pathLst>
                <a:path extrusionOk="0" h="1340" w="304">
                  <a:moveTo>
                    <a:pt x="95" y="0"/>
                  </a:moveTo>
                  <a:cubicBezTo>
                    <a:pt x="90" y="0"/>
                    <a:pt x="85" y="1"/>
                    <a:pt x="79" y="3"/>
                  </a:cubicBezTo>
                  <a:cubicBezTo>
                    <a:pt x="40" y="3"/>
                    <a:pt x="0" y="42"/>
                    <a:pt x="13" y="95"/>
                  </a:cubicBezTo>
                  <a:lnTo>
                    <a:pt x="145" y="1271"/>
                  </a:lnTo>
                  <a:cubicBezTo>
                    <a:pt x="145" y="1305"/>
                    <a:pt x="175" y="1339"/>
                    <a:pt x="217" y="1339"/>
                  </a:cubicBezTo>
                  <a:cubicBezTo>
                    <a:pt x="224" y="1339"/>
                    <a:pt x="231" y="1338"/>
                    <a:pt x="238" y="1337"/>
                  </a:cubicBezTo>
                  <a:cubicBezTo>
                    <a:pt x="278" y="1337"/>
                    <a:pt x="304" y="1297"/>
                    <a:pt x="304" y="1244"/>
                  </a:cubicBezTo>
                  <a:lnTo>
                    <a:pt x="172" y="69"/>
                  </a:lnTo>
                  <a:cubicBezTo>
                    <a:pt x="160" y="34"/>
                    <a:pt x="129" y="0"/>
                    <a:pt x="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2779050" y="1812200"/>
              <a:ext cx="7625" cy="33700"/>
            </a:xfrm>
            <a:custGeom>
              <a:rect b="b" l="l" r="r" t="t"/>
              <a:pathLst>
                <a:path extrusionOk="0" h="1348" w="305">
                  <a:moveTo>
                    <a:pt x="80" y="0"/>
                  </a:moveTo>
                  <a:cubicBezTo>
                    <a:pt x="27" y="13"/>
                    <a:pt x="1" y="53"/>
                    <a:pt x="1" y="93"/>
                  </a:cubicBezTo>
                  <a:lnTo>
                    <a:pt x="133" y="1281"/>
                  </a:lnTo>
                  <a:cubicBezTo>
                    <a:pt x="146" y="1321"/>
                    <a:pt x="185" y="1347"/>
                    <a:pt x="225" y="1347"/>
                  </a:cubicBezTo>
                  <a:cubicBezTo>
                    <a:pt x="278" y="1347"/>
                    <a:pt x="304" y="1295"/>
                    <a:pt x="304" y="1255"/>
                  </a:cubicBezTo>
                  <a:lnTo>
                    <a:pt x="172" y="80"/>
                  </a:lnTo>
                  <a:cubicBezTo>
                    <a:pt x="159" y="27"/>
                    <a:pt x="119" y="0"/>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2574350" y="1921100"/>
              <a:ext cx="244025" cy="209075"/>
            </a:xfrm>
            <a:custGeom>
              <a:rect b="b" l="l" r="r" t="t"/>
              <a:pathLst>
                <a:path extrusionOk="0" h="8363" w="9761">
                  <a:moveTo>
                    <a:pt x="5587" y="161"/>
                  </a:moveTo>
                  <a:cubicBezTo>
                    <a:pt x="7806" y="161"/>
                    <a:pt x="9615" y="1957"/>
                    <a:pt x="9615" y="4189"/>
                  </a:cubicBezTo>
                  <a:cubicBezTo>
                    <a:pt x="9615" y="6620"/>
                    <a:pt x="7625" y="8228"/>
                    <a:pt x="5553" y="8228"/>
                  </a:cubicBezTo>
                  <a:cubicBezTo>
                    <a:pt x="4563" y="8228"/>
                    <a:pt x="3554" y="7861"/>
                    <a:pt x="2734" y="7041"/>
                  </a:cubicBezTo>
                  <a:cubicBezTo>
                    <a:pt x="185" y="4506"/>
                    <a:pt x="1981" y="161"/>
                    <a:pt x="5587" y="161"/>
                  </a:cubicBezTo>
                  <a:close/>
                  <a:moveTo>
                    <a:pt x="5549" y="1"/>
                  </a:moveTo>
                  <a:cubicBezTo>
                    <a:pt x="4523" y="1"/>
                    <a:pt x="3478" y="381"/>
                    <a:pt x="2629" y="1231"/>
                  </a:cubicBezTo>
                  <a:cubicBezTo>
                    <a:pt x="1" y="3872"/>
                    <a:pt x="1863" y="8362"/>
                    <a:pt x="5587" y="8362"/>
                  </a:cubicBezTo>
                  <a:cubicBezTo>
                    <a:pt x="7885" y="8362"/>
                    <a:pt x="9760" y="6500"/>
                    <a:pt x="9760" y="4189"/>
                  </a:cubicBezTo>
                  <a:cubicBezTo>
                    <a:pt x="9760" y="1668"/>
                    <a:pt x="7697" y="1"/>
                    <a:pt x="5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2711875" y="1921650"/>
              <a:ext cx="100225" cy="105825"/>
            </a:xfrm>
            <a:custGeom>
              <a:rect b="b" l="l" r="r" t="t"/>
              <a:pathLst>
                <a:path extrusionOk="0" h="4233" w="4009">
                  <a:moveTo>
                    <a:pt x="79" y="0"/>
                  </a:moveTo>
                  <a:cubicBezTo>
                    <a:pt x="40" y="0"/>
                    <a:pt x="0" y="20"/>
                    <a:pt x="7" y="60"/>
                  </a:cubicBezTo>
                  <a:lnTo>
                    <a:pt x="7" y="4167"/>
                  </a:lnTo>
                  <a:cubicBezTo>
                    <a:pt x="7" y="4206"/>
                    <a:pt x="33" y="4233"/>
                    <a:pt x="86" y="4233"/>
                  </a:cubicBezTo>
                  <a:lnTo>
                    <a:pt x="99" y="4233"/>
                  </a:lnTo>
                  <a:lnTo>
                    <a:pt x="3955" y="2793"/>
                  </a:lnTo>
                  <a:cubicBezTo>
                    <a:pt x="3982" y="2780"/>
                    <a:pt x="4008" y="2741"/>
                    <a:pt x="3995" y="2701"/>
                  </a:cubicBezTo>
                  <a:cubicBezTo>
                    <a:pt x="3985" y="2671"/>
                    <a:pt x="3953" y="2656"/>
                    <a:pt x="3926" y="2656"/>
                  </a:cubicBezTo>
                  <a:cubicBezTo>
                    <a:pt x="3917" y="2656"/>
                    <a:pt x="3909" y="2658"/>
                    <a:pt x="3903" y="2661"/>
                  </a:cubicBezTo>
                  <a:lnTo>
                    <a:pt x="152" y="4074"/>
                  </a:lnTo>
                  <a:lnTo>
                    <a:pt x="152" y="60"/>
                  </a:lnTo>
                  <a:cubicBezTo>
                    <a:pt x="159" y="20"/>
                    <a:pt x="119"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2712625" y="2023825"/>
              <a:ext cx="32125" cy="102375"/>
            </a:xfrm>
            <a:custGeom>
              <a:rect b="b" l="l" r="r" t="t"/>
              <a:pathLst>
                <a:path extrusionOk="0" h="4095" w="1285">
                  <a:moveTo>
                    <a:pt x="92" y="1"/>
                  </a:moveTo>
                  <a:cubicBezTo>
                    <a:pt x="47" y="1"/>
                    <a:pt x="0" y="37"/>
                    <a:pt x="16" y="93"/>
                  </a:cubicBezTo>
                  <a:lnTo>
                    <a:pt x="1126" y="4042"/>
                  </a:lnTo>
                  <a:cubicBezTo>
                    <a:pt x="1139" y="4068"/>
                    <a:pt x="1165" y="4095"/>
                    <a:pt x="1205" y="4095"/>
                  </a:cubicBezTo>
                  <a:lnTo>
                    <a:pt x="1218" y="4095"/>
                  </a:lnTo>
                  <a:cubicBezTo>
                    <a:pt x="1258" y="4081"/>
                    <a:pt x="1284" y="4042"/>
                    <a:pt x="1271" y="4002"/>
                  </a:cubicBezTo>
                  <a:lnTo>
                    <a:pt x="162" y="53"/>
                  </a:lnTo>
                  <a:cubicBezTo>
                    <a:pt x="151" y="17"/>
                    <a:pt x="122"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2956025" y="1796650"/>
              <a:ext cx="141200" cy="216075"/>
            </a:xfrm>
            <a:custGeom>
              <a:rect b="b" l="l" r="r" t="t"/>
              <a:pathLst>
                <a:path extrusionOk="0" h="8643" w="5648">
                  <a:moveTo>
                    <a:pt x="5455" y="332"/>
                  </a:moveTo>
                  <a:lnTo>
                    <a:pt x="4134" y="8507"/>
                  </a:lnTo>
                  <a:lnTo>
                    <a:pt x="198" y="7873"/>
                  </a:lnTo>
                  <a:lnTo>
                    <a:pt x="5455" y="332"/>
                  </a:lnTo>
                  <a:close/>
                  <a:moveTo>
                    <a:pt x="5576" y="0"/>
                  </a:moveTo>
                  <a:cubicBezTo>
                    <a:pt x="5555" y="0"/>
                    <a:pt x="5535" y="9"/>
                    <a:pt x="5521" y="28"/>
                  </a:cubicBezTo>
                  <a:lnTo>
                    <a:pt x="27" y="7886"/>
                  </a:lnTo>
                  <a:cubicBezTo>
                    <a:pt x="0" y="7925"/>
                    <a:pt x="27" y="7978"/>
                    <a:pt x="66" y="7978"/>
                  </a:cubicBezTo>
                  <a:lnTo>
                    <a:pt x="4174" y="8639"/>
                  </a:lnTo>
                  <a:cubicBezTo>
                    <a:pt x="4181" y="8641"/>
                    <a:pt x="4188" y="8642"/>
                    <a:pt x="4194" y="8642"/>
                  </a:cubicBezTo>
                  <a:cubicBezTo>
                    <a:pt x="4226" y="8642"/>
                    <a:pt x="4253" y="8618"/>
                    <a:pt x="4253" y="8586"/>
                  </a:cubicBezTo>
                  <a:lnTo>
                    <a:pt x="5639" y="81"/>
                  </a:lnTo>
                  <a:cubicBezTo>
                    <a:pt x="5648" y="30"/>
                    <a:pt x="5612" y="0"/>
                    <a:pt x="5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3059025" y="1796675"/>
              <a:ext cx="106025" cy="232800"/>
            </a:xfrm>
            <a:custGeom>
              <a:rect b="b" l="l" r="r" t="t"/>
              <a:pathLst>
                <a:path extrusionOk="0" h="9312" w="4241">
                  <a:moveTo>
                    <a:pt x="1467" y="357"/>
                  </a:moveTo>
                  <a:lnTo>
                    <a:pt x="4082" y="9166"/>
                  </a:lnTo>
                  <a:lnTo>
                    <a:pt x="146" y="8532"/>
                  </a:lnTo>
                  <a:lnTo>
                    <a:pt x="1467" y="357"/>
                  </a:lnTo>
                  <a:close/>
                  <a:moveTo>
                    <a:pt x="1440" y="1"/>
                  </a:moveTo>
                  <a:cubicBezTo>
                    <a:pt x="1414" y="1"/>
                    <a:pt x="1387" y="27"/>
                    <a:pt x="1387" y="53"/>
                  </a:cubicBezTo>
                  <a:lnTo>
                    <a:pt x="1" y="8572"/>
                  </a:lnTo>
                  <a:cubicBezTo>
                    <a:pt x="1" y="8611"/>
                    <a:pt x="27" y="8638"/>
                    <a:pt x="54" y="8651"/>
                  </a:cubicBezTo>
                  <a:lnTo>
                    <a:pt x="4161" y="9311"/>
                  </a:lnTo>
                  <a:cubicBezTo>
                    <a:pt x="4187" y="9311"/>
                    <a:pt x="4200" y="9311"/>
                    <a:pt x="4214" y="9298"/>
                  </a:cubicBezTo>
                  <a:cubicBezTo>
                    <a:pt x="4240" y="9272"/>
                    <a:pt x="4240" y="9258"/>
                    <a:pt x="4227" y="9232"/>
                  </a:cubicBezTo>
                  <a:lnTo>
                    <a:pt x="1506" y="53"/>
                  </a:lnTo>
                  <a:cubicBezTo>
                    <a:pt x="1506" y="27"/>
                    <a:pt x="1480" y="1"/>
                    <a:pt x="14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2950400" y="2029675"/>
              <a:ext cx="208700" cy="36525"/>
            </a:xfrm>
            <a:custGeom>
              <a:rect b="b" l="l" r="r" t="t"/>
              <a:pathLst>
                <a:path extrusionOk="0" h="1461" w="8348">
                  <a:moveTo>
                    <a:pt x="60" y="1"/>
                  </a:moveTo>
                  <a:cubicBezTo>
                    <a:pt x="31" y="1"/>
                    <a:pt x="12" y="25"/>
                    <a:pt x="1" y="57"/>
                  </a:cubicBezTo>
                  <a:cubicBezTo>
                    <a:pt x="1" y="84"/>
                    <a:pt x="27" y="123"/>
                    <a:pt x="54" y="123"/>
                  </a:cubicBezTo>
                  <a:lnTo>
                    <a:pt x="8268" y="1457"/>
                  </a:lnTo>
                  <a:cubicBezTo>
                    <a:pt x="8275" y="1459"/>
                    <a:pt x="8282" y="1460"/>
                    <a:pt x="8288" y="1460"/>
                  </a:cubicBezTo>
                  <a:cubicBezTo>
                    <a:pt x="8317" y="1460"/>
                    <a:pt x="8336" y="1437"/>
                    <a:pt x="8347" y="1404"/>
                  </a:cubicBezTo>
                  <a:cubicBezTo>
                    <a:pt x="8347" y="1365"/>
                    <a:pt x="8321" y="1338"/>
                    <a:pt x="8294" y="1325"/>
                  </a:cubicBezTo>
                  <a:lnTo>
                    <a:pt x="80" y="4"/>
                  </a:lnTo>
                  <a:cubicBezTo>
                    <a:pt x="73" y="2"/>
                    <a:pt x="66"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2945775" y="2057750"/>
              <a:ext cx="209250" cy="36450"/>
            </a:xfrm>
            <a:custGeom>
              <a:rect b="b" l="l" r="r" t="t"/>
              <a:pathLst>
                <a:path extrusionOk="0" h="1458" w="8370">
                  <a:moveTo>
                    <a:pt x="60" y="0"/>
                  </a:moveTo>
                  <a:cubicBezTo>
                    <a:pt x="32" y="0"/>
                    <a:pt x="12" y="24"/>
                    <a:pt x="1" y="57"/>
                  </a:cubicBezTo>
                  <a:cubicBezTo>
                    <a:pt x="1" y="83"/>
                    <a:pt x="27" y="123"/>
                    <a:pt x="67" y="123"/>
                  </a:cubicBezTo>
                  <a:lnTo>
                    <a:pt x="8268" y="1457"/>
                  </a:lnTo>
                  <a:cubicBezTo>
                    <a:pt x="8272" y="1457"/>
                    <a:pt x="8276" y="1458"/>
                    <a:pt x="8280" y="1458"/>
                  </a:cubicBezTo>
                  <a:cubicBezTo>
                    <a:pt x="8350" y="1458"/>
                    <a:pt x="8370" y="1350"/>
                    <a:pt x="8295" y="1338"/>
                  </a:cubicBezTo>
                  <a:lnTo>
                    <a:pt x="80" y="4"/>
                  </a:lnTo>
                  <a:cubicBezTo>
                    <a:pt x="73" y="2"/>
                    <a:pt x="66" y="0"/>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2941150" y="2085900"/>
              <a:ext cx="208700" cy="36675"/>
            </a:xfrm>
            <a:custGeom>
              <a:rect b="b" l="l" r="r" t="t"/>
              <a:pathLst>
                <a:path extrusionOk="0" h="1467" w="8348">
                  <a:moveTo>
                    <a:pt x="80" y="0"/>
                  </a:moveTo>
                  <a:cubicBezTo>
                    <a:pt x="54" y="0"/>
                    <a:pt x="14" y="14"/>
                    <a:pt x="14" y="53"/>
                  </a:cubicBezTo>
                  <a:cubicBezTo>
                    <a:pt x="1" y="93"/>
                    <a:pt x="27" y="119"/>
                    <a:pt x="67" y="133"/>
                  </a:cubicBezTo>
                  <a:lnTo>
                    <a:pt x="8268" y="1466"/>
                  </a:lnTo>
                  <a:cubicBezTo>
                    <a:pt x="8308" y="1466"/>
                    <a:pt x="8334" y="1440"/>
                    <a:pt x="8348" y="1414"/>
                  </a:cubicBezTo>
                  <a:cubicBezTo>
                    <a:pt x="8348" y="1374"/>
                    <a:pt x="8321" y="1334"/>
                    <a:pt x="8295" y="1334"/>
                  </a:cubicBezTo>
                  <a:lnTo>
                    <a:pt x="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2831550" y="1781450"/>
              <a:ext cx="35350" cy="44325"/>
            </a:xfrm>
            <a:custGeom>
              <a:rect b="b" l="l" r="r" t="t"/>
              <a:pathLst>
                <a:path extrusionOk="0" h="1773" w="1414">
                  <a:moveTo>
                    <a:pt x="880" y="1"/>
                  </a:moveTo>
                  <a:cubicBezTo>
                    <a:pt x="626" y="1"/>
                    <a:pt x="370" y="293"/>
                    <a:pt x="357" y="306"/>
                  </a:cubicBezTo>
                  <a:cubicBezTo>
                    <a:pt x="318" y="344"/>
                    <a:pt x="357" y="397"/>
                    <a:pt x="402" y="397"/>
                  </a:cubicBezTo>
                  <a:cubicBezTo>
                    <a:pt x="418" y="397"/>
                    <a:pt x="435" y="390"/>
                    <a:pt x="449" y="372"/>
                  </a:cubicBezTo>
                  <a:cubicBezTo>
                    <a:pt x="513" y="308"/>
                    <a:pt x="726" y="120"/>
                    <a:pt x="883" y="120"/>
                  </a:cubicBezTo>
                  <a:cubicBezTo>
                    <a:pt x="888" y="120"/>
                    <a:pt x="893" y="120"/>
                    <a:pt x="898" y="121"/>
                  </a:cubicBezTo>
                  <a:cubicBezTo>
                    <a:pt x="978" y="134"/>
                    <a:pt x="1044" y="187"/>
                    <a:pt x="1083" y="253"/>
                  </a:cubicBezTo>
                  <a:cubicBezTo>
                    <a:pt x="1242" y="530"/>
                    <a:pt x="529" y="1191"/>
                    <a:pt x="27" y="1547"/>
                  </a:cubicBezTo>
                  <a:cubicBezTo>
                    <a:pt x="14" y="1560"/>
                    <a:pt x="0" y="1587"/>
                    <a:pt x="14" y="1613"/>
                  </a:cubicBezTo>
                  <a:cubicBezTo>
                    <a:pt x="14" y="1640"/>
                    <a:pt x="40" y="1653"/>
                    <a:pt x="53" y="1653"/>
                  </a:cubicBezTo>
                  <a:lnTo>
                    <a:pt x="1057" y="1772"/>
                  </a:lnTo>
                  <a:cubicBezTo>
                    <a:pt x="1061" y="1772"/>
                    <a:pt x="1065" y="1773"/>
                    <a:pt x="1069" y="1773"/>
                  </a:cubicBezTo>
                  <a:cubicBezTo>
                    <a:pt x="1137" y="1773"/>
                    <a:pt x="1145" y="1666"/>
                    <a:pt x="1070" y="1666"/>
                  </a:cubicBezTo>
                  <a:lnTo>
                    <a:pt x="212" y="1560"/>
                  </a:lnTo>
                  <a:cubicBezTo>
                    <a:pt x="555" y="1296"/>
                    <a:pt x="1414" y="583"/>
                    <a:pt x="1189" y="200"/>
                  </a:cubicBezTo>
                  <a:cubicBezTo>
                    <a:pt x="1136" y="95"/>
                    <a:pt x="1031" y="15"/>
                    <a:pt x="912" y="2"/>
                  </a:cubicBezTo>
                  <a:cubicBezTo>
                    <a:pt x="901" y="1"/>
                    <a:pt x="891" y="1"/>
                    <a:pt x="8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2890325" y="1788675"/>
              <a:ext cx="35350" cy="44350"/>
            </a:xfrm>
            <a:custGeom>
              <a:rect b="b" l="l" r="r" t="t"/>
              <a:pathLst>
                <a:path extrusionOk="0" h="1774" w="1414">
                  <a:moveTo>
                    <a:pt x="878" y="0"/>
                  </a:moveTo>
                  <a:cubicBezTo>
                    <a:pt x="629" y="0"/>
                    <a:pt x="382" y="282"/>
                    <a:pt x="370" y="294"/>
                  </a:cubicBezTo>
                  <a:cubicBezTo>
                    <a:pt x="344" y="321"/>
                    <a:pt x="344" y="360"/>
                    <a:pt x="370" y="373"/>
                  </a:cubicBezTo>
                  <a:cubicBezTo>
                    <a:pt x="377" y="387"/>
                    <a:pt x="390" y="393"/>
                    <a:pt x="405" y="393"/>
                  </a:cubicBezTo>
                  <a:cubicBezTo>
                    <a:pt x="419" y="393"/>
                    <a:pt x="436" y="387"/>
                    <a:pt x="449" y="373"/>
                  </a:cubicBezTo>
                  <a:cubicBezTo>
                    <a:pt x="511" y="299"/>
                    <a:pt x="713" y="120"/>
                    <a:pt x="879" y="120"/>
                  </a:cubicBezTo>
                  <a:cubicBezTo>
                    <a:pt x="890" y="120"/>
                    <a:pt x="901" y="121"/>
                    <a:pt x="911" y="122"/>
                  </a:cubicBezTo>
                  <a:cubicBezTo>
                    <a:pt x="991" y="136"/>
                    <a:pt x="1057" y="188"/>
                    <a:pt x="1083" y="255"/>
                  </a:cubicBezTo>
                  <a:cubicBezTo>
                    <a:pt x="1242" y="532"/>
                    <a:pt x="528" y="1192"/>
                    <a:pt x="40" y="1549"/>
                  </a:cubicBezTo>
                  <a:cubicBezTo>
                    <a:pt x="13" y="1562"/>
                    <a:pt x="0" y="1588"/>
                    <a:pt x="13" y="1615"/>
                  </a:cubicBezTo>
                  <a:cubicBezTo>
                    <a:pt x="13" y="1628"/>
                    <a:pt x="40" y="1654"/>
                    <a:pt x="66" y="1654"/>
                  </a:cubicBezTo>
                  <a:lnTo>
                    <a:pt x="1070" y="1773"/>
                  </a:lnTo>
                  <a:cubicBezTo>
                    <a:pt x="1136" y="1773"/>
                    <a:pt x="1149" y="1681"/>
                    <a:pt x="1083" y="1668"/>
                  </a:cubicBezTo>
                  <a:lnTo>
                    <a:pt x="225" y="1562"/>
                  </a:lnTo>
                  <a:cubicBezTo>
                    <a:pt x="555" y="1298"/>
                    <a:pt x="1413" y="585"/>
                    <a:pt x="1189" y="188"/>
                  </a:cubicBezTo>
                  <a:cubicBezTo>
                    <a:pt x="1136" y="83"/>
                    <a:pt x="1043" y="17"/>
                    <a:pt x="925" y="4"/>
                  </a:cubicBezTo>
                  <a:cubicBezTo>
                    <a:pt x="909" y="1"/>
                    <a:pt x="894" y="0"/>
                    <a:pt x="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2871175" y="1797200"/>
              <a:ext cx="12575" cy="24600"/>
            </a:xfrm>
            <a:custGeom>
              <a:rect b="b" l="l" r="r" t="t"/>
              <a:pathLst>
                <a:path extrusionOk="0" h="984" w="503">
                  <a:moveTo>
                    <a:pt x="439" y="1"/>
                  </a:moveTo>
                  <a:cubicBezTo>
                    <a:pt x="417" y="1"/>
                    <a:pt x="393" y="13"/>
                    <a:pt x="383" y="32"/>
                  </a:cubicBezTo>
                  <a:lnTo>
                    <a:pt x="13" y="904"/>
                  </a:lnTo>
                  <a:cubicBezTo>
                    <a:pt x="0" y="930"/>
                    <a:pt x="13" y="970"/>
                    <a:pt x="40" y="983"/>
                  </a:cubicBezTo>
                  <a:lnTo>
                    <a:pt x="66" y="983"/>
                  </a:lnTo>
                  <a:cubicBezTo>
                    <a:pt x="79" y="983"/>
                    <a:pt x="106" y="970"/>
                    <a:pt x="119" y="957"/>
                  </a:cubicBezTo>
                  <a:lnTo>
                    <a:pt x="489" y="85"/>
                  </a:lnTo>
                  <a:cubicBezTo>
                    <a:pt x="502" y="59"/>
                    <a:pt x="489" y="19"/>
                    <a:pt x="462" y="6"/>
                  </a:cubicBezTo>
                  <a:cubicBezTo>
                    <a:pt x="455" y="2"/>
                    <a:pt x="447" y="1"/>
                    <a:pt x="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2866225" y="1806900"/>
              <a:ext cx="22125" cy="5325"/>
            </a:xfrm>
            <a:custGeom>
              <a:rect b="b" l="l" r="r" t="t"/>
              <a:pathLst>
                <a:path extrusionOk="0" h="213" w="885">
                  <a:moveTo>
                    <a:pt x="93" y="1"/>
                  </a:moveTo>
                  <a:cubicBezTo>
                    <a:pt x="13" y="1"/>
                    <a:pt x="0" y="93"/>
                    <a:pt x="66" y="120"/>
                  </a:cubicBezTo>
                  <a:lnTo>
                    <a:pt x="819" y="212"/>
                  </a:lnTo>
                  <a:cubicBezTo>
                    <a:pt x="845" y="212"/>
                    <a:pt x="885" y="186"/>
                    <a:pt x="885" y="159"/>
                  </a:cubicBezTo>
                  <a:cubicBezTo>
                    <a:pt x="885" y="120"/>
                    <a:pt x="859" y="93"/>
                    <a:pt x="832" y="93"/>
                  </a:cubicBezTo>
                  <a:lnTo>
                    <a:pt x="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2929375" y="1807550"/>
              <a:ext cx="26575" cy="5675"/>
            </a:xfrm>
            <a:custGeom>
              <a:rect b="b" l="l" r="r" t="t"/>
              <a:pathLst>
                <a:path extrusionOk="0" h="227" w="1063">
                  <a:moveTo>
                    <a:pt x="90" y="0"/>
                  </a:moveTo>
                  <a:cubicBezTo>
                    <a:pt x="9" y="0"/>
                    <a:pt x="1" y="120"/>
                    <a:pt x="89" y="120"/>
                  </a:cubicBezTo>
                  <a:lnTo>
                    <a:pt x="974" y="226"/>
                  </a:lnTo>
                  <a:cubicBezTo>
                    <a:pt x="978" y="227"/>
                    <a:pt x="982" y="227"/>
                    <a:pt x="986" y="227"/>
                  </a:cubicBezTo>
                  <a:cubicBezTo>
                    <a:pt x="1054" y="227"/>
                    <a:pt x="1062" y="120"/>
                    <a:pt x="987" y="120"/>
                  </a:cubicBezTo>
                  <a:lnTo>
                    <a:pt x="102" y="1"/>
                  </a:lnTo>
                  <a:cubicBezTo>
                    <a:pt x="98" y="1"/>
                    <a:pt x="94" y="0"/>
                    <a:pt x="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2926625" y="1818125"/>
              <a:ext cx="25450" cy="5650"/>
            </a:xfrm>
            <a:custGeom>
              <a:rect b="b" l="l" r="r" t="t"/>
              <a:pathLst>
                <a:path extrusionOk="0" h="226" w="1018">
                  <a:moveTo>
                    <a:pt x="80" y="1"/>
                  </a:moveTo>
                  <a:cubicBezTo>
                    <a:pt x="41" y="1"/>
                    <a:pt x="14" y="27"/>
                    <a:pt x="14" y="54"/>
                  </a:cubicBezTo>
                  <a:cubicBezTo>
                    <a:pt x="1" y="80"/>
                    <a:pt x="27" y="120"/>
                    <a:pt x="54" y="120"/>
                  </a:cubicBezTo>
                  <a:lnTo>
                    <a:pt x="952" y="225"/>
                  </a:lnTo>
                  <a:cubicBezTo>
                    <a:pt x="978" y="225"/>
                    <a:pt x="1005" y="212"/>
                    <a:pt x="1018" y="173"/>
                  </a:cubicBezTo>
                  <a:cubicBezTo>
                    <a:pt x="1018" y="146"/>
                    <a:pt x="991" y="120"/>
                    <a:pt x="965" y="107"/>
                  </a:cubicBez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2965925" y="1800675"/>
              <a:ext cx="27000" cy="20450"/>
            </a:xfrm>
            <a:custGeom>
              <a:rect b="b" l="l" r="r" t="t"/>
              <a:pathLst>
                <a:path extrusionOk="0" h="818" w="1080">
                  <a:moveTo>
                    <a:pt x="604" y="0"/>
                  </a:moveTo>
                  <a:cubicBezTo>
                    <a:pt x="592" y="0"/>
                    <a:pt x="579" y="4"/>
                    <a:pt x="568" y="12"/>
                  </a:cubicBezTo>
                  <a:lnTo>
                    <a:pt x="27" y="593"/>
                  </a:lnTo>
                  <a:cubicBezTo>
                    <a:pt x="0" y="607"/>
                    <a:pt x="0" y="633"/>
                    <a:pt x="14" y="659"/>
                  </a:cubicBezTo>
                  <a:cubicBezTo>
                    <a:pt x="14" y="686"/>
                    <a:pt x="27" y="699"/>
                    <a:pt x="53" y="699"/>
                  </a:cubicBezTo>
                  <a:lnTo>
                    <a:pt x="1004" y="818"/>
                  </a:lnTo>
                  <a:lnTo>
                    <a:pt x="991" y="805"/>
                  </a:lnTo>
                  <a:lnTo>
                    <a:pt x="991" y="805"/>
                  </a:lnTo>
                  <a:cubicBezTo>
                    <a:pt x="995" y="805"/>
                    <a:pt x="999" y="806"/>
                    <a:pt x="1003" y="806"/>
                  </a:cubicBezTo>
                  <a:cubicBezTo>
                    <a:pt x="1071" y="806"/>
                    <a:pt x="1080" y="699"/>
                    <a:pt x="1017" y="699"/>
                  </a:cubicBezTo>
                  <a:lnTo>
                    <a:pt x="185" y="593"/>
                  </a:lnTo>
                  <a:lnTo>
                    <a:pt x="648" y="105"/>
                  </a:lnTo>
                  <a:cubicBezTo>
                    <a:pt x="689" y="52"/>
                    <a:pt x="649" y="0"/>
                    <a:pt x="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2967575" y="1799100"/>
              <a:ext cx="32050" cy="45475"/>
            </a:xfrm>
            <a:custGeom>
              <a:rect b="b" l="l" r="r" t="t"/>
              <a:pathLst>
                <a:path extrusionOk="0" h="1819" w="1282">
                  <a:moveTo>
                    <a:pt x="1218" y="1"/>
                  </a:moveTo>
                  <a:cubicBezTo>
                    <a:pt x="1200" y="1"/>
                    <a:pt x="1184" y="7"/>
                    <a:pt x="1176" y="22"/>
                  </a:cubicBezTo>
                  <a:lnTo>
                    <a:pt x="14" y="1726"/>
                  </a:lnTo>
                  <a:cubicBezTo>
                    <a:pt x="1" y="1752"/>
                    <a:pt x="1" y="1792"/>
                    <a:pt x="27" y="1805"/>
                  </a:cubicBezTo>
                  <a:cubicBezTo>
                    <a:pt x="40" y="1805"/>
                    <a:pt x="53" y="1819"/>
                    <a:pt x="53" y="1819"/>
                  </a:cubicBezTo>
                  <a:cubicBezTo>
                    <a:pt x="80" y="1819"/>
                    <a:pt x="93" y="1805"/>
                    <a:pt x="106" y="1792"/>
                  </a:cubicBezTo>
                  <a:lnTo>
                    <a:pt x="1268" y="88"/>
                  </a:lnTo>
                  <a:cubicBezTo>
                    <a:pt x="1282" y="62"/>
                    <a:pt x="1282" y="36"/>
                    <a:pt x="1255" y="9"/>
                  </a:cubicBezTo>
                  <a:cubicBezTo>
                    <a:pt x="1244" y="4"/>
                    <a:pt x="1231" y="1"/>
                    <a:pt x="12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 name="Google Shape;86;p2"/>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 name="Google Shape;87;p2"/>
          <p:cNvGrpSpPr/>
          <p:nvPr/>
        </p:nvGrpSpPr>
        <p:grpSpPr>
          <a:xfrm>
            <a:off x="-93016" y="2390294"/>
            <a:ext cx="501676" cy="471172"/>
            <a:chOff x="-93016" y="3230957"/>
            <a:chExt cx="501676" cy="471172"/>
          </a:xfrm>
        </p:grpSpPr>
        <p:sp>
          <p:nvSpPr>
            <p:cNvPr id="88" name="Google Shape;88;p2"/>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2" name="Shape 92"/>
        <p:cNvGrpSpPr/>
        <p:nvPr/>
      </p:nvGrpSpPr>
      <p:grpSpPr>
        <a:xfrm>
          <a:off x="0" y="0"/>
          <a:ext cx="0" cy="0"/>
          <a:chOff x="0" y="0"/>
          <a:chExt cx="0" cy="0"/>
        </a:xfrm>
      </p:grpSpPr>
      <p:grpSp>
        <p:nvGrpSpPr>
          <p:cNvPr id="93" name="Google Shape;93;p3"/>
          <p:cNvGrpSpPr/>
          <p:nvPr/>
        </p:nvGrpSpPr>
        <p:grpSpPr>
          <a:xfrm>
            <a:off x="8371159" y="1228895"/>
            <a:ext cx="1132543" cy="2866889"/>
            <a:chOff x="-221497" y="1179358"/>
            <a:chExt cx="1179732" cy="2866889"/>
          </a:xfrm>
        </p:grpSpPr>
        <p:grpSp>
          <p:nvGrpSpPr>
            <p:cNvPr id="94" name="Google Shape;94;p3"/>
            <p:cNvGrpSpPr/>
            <p:nvPr/>
          </p:nvGrpSpPr>
          <p:grpSpPr>
            <a:xfrm>
              <a:off x="-221497" y="1179358"/>
              <a:ext cx="1179732" cy="2866889"/>
              <a:chOff x="-221497" y="1179358"/>
              <a:chExt cx="1179732" cy="2866889"/>
            </a:xfrm>
          </p:grpSpPr>
          <p:grpSp>
            <p:nvGrpSpPr>
              <p:cNvPr id="95" name="Google Shape;95;p3"/>
              <p:cNvGrpSpPr/>
              <p:nvPr/>
            </p:nvGrpSpPr>
            <p:grpSpPr>
              <a:xfrm>
                <a:off x="-221497" y="1179358"/>
                <a:ext cx="1179732" cy="2866889"/>
                <a:chOff x="-221497" y="1179358"/>
                <a:chExt cx="1179732" cy="2866889"/>
              </a:xfrm>
            </p:grpSpPr>
            <p:sp>
              <p:nvSpPr>
                <p:cNvPr id="96" name="Google Shape;96;p3"/>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 name="Google Shape;104;p3"/>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 name="Google Shape;105;p3"/>
            <p:cNvGrpSpPr/>
            <p:nvPr/>
          </p:nvGrpSpPr>
          <p:grpSpPr>
            <a:xfrm>
              <a:off x="-93016" y="3230957"/>
              <a:ext cx="501676" cy="471172"/>
              <a:chOff x="-93016" y="3230957"/>
              <a:chExt cx="501676" cy="471172"/>
            </a:xfrm>
          </p:grpSpPr>
          <p:sp>
            <p:nvSpPr>
              <p:cNvPr id="106" name="Google Shape;106;p3"/>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3"/>
            <p:cNvGrpSpPr/>
            <p:nvPr/>
          </p:nvGrpSpPr>
          <p:grpSpPr>
            <a:xfrm>
              <a:off x="-84300" y="2373940"/>
              <a:ext cx="506786" cy="503866"/>
              <a:chOff x="-84300" y="1516940"/>
              <a:chExt cx="506786" cy="503866"/>
            </a:xfrm>
          </p:grpSpPr>
          <p:sp>
            <p:nvSpPr>
              <p:cNvPr id="111" name="Google Shape;111;p3"/>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 name="Google Shape;115;p3"/>
              <p:cNvGrpSpPr/>
              <p:nvPr/>
            </p:nvGrpSpPr>
            <p:grpSpPr>
              <a:xfrm>
                <a:off x="-84300" y="1516940"/>
                <a:ext cx="130702" cy="503866"/>
                <a:chOff x="-84300" y="1516940"/>
                <a:chExt cx="130702" cy="503866"/>
              </a:xfrm>
            </p:grpSpPr>
            <p:sp>
              <p:nvSpPr>
                <p:cNvPr id="116" name="Google Shape;116;p3"/>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 name="Google Shape;118;p3"/>
            <p:cNvGrpSpPr/>
            <p:nvPr/>
          </p:nvGrpSpPr>
          <p:grpSpPr>
            <a:xfrm>
              <a:off x="-93016" y="1549632"/>
              <a:ext cx="501676" cy="471172"/>
              <a:chOff x="-93016" y="3230957"/>
              <a:chExt cx="501676" cy="471172"/>
            </a:xfrm>
          </p:grpSpPr>
          <p:sp>
            <p:nvSpPr>
              <p:cNvPr id="119" name="Google Shape;119;p3"/>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3" name="Google Shape;123;p3"/>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25" name="Google Shape;125;p3"/>
          <p:cNvGrpSpPr/>
          <p:nvPr/>
        </p:nvGrpSpPr>
        <p:grpSpPr>
          <a:xfrm>
            <a:off x="2936544" y="-329546"/>
            <a:ext cx="2934233" cy="708308"/>
            <a:chOff x="2375925" y="3297600"/>
            <a:chExt cx="735950" cy="177650"/>
          </a:xfrm>
        </p:grpSpPr>
        <p:sp>
          <p:nvSpPr>
            <p:cNvPr id="126" name="Google Shape;126;p3"/>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 name="Google Shape;132;p3"/>
          <p:cNvSpPr txBox="1"/>
          <p:nvPr>
            <p:ph type="title"/>
          </p:nvPr>
        </p:nvSpPr>
        <p:spPr>
          <a:xfrm>
            <a:off x="3377013" y="2100888"/>
            <a:ext cx="2390100" cy="344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3" name="Google Shape;133;p3"/>
          <p:cNvSpPr txBox="1"/>
          <p:nvPr>
            <p:ph hasCustomPrompt="1" idx="2" type="title"/>
          </p:nvPr>
        </p:nvSpPr>
        <p:spPr>
          <a:xfrm>
            <a:off x="3147325" y="1228900"/>
            <a:ext cx="28494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34" name="Google Shape;134;p3"/>
          <p:cNvSpPr txBox="1"/>
          <p:nvPr>
            <p:ph idx="1" type="subTitle"/>
          </p:nvPr>
        </p:nvSpPr>
        <p:spPr>
          <a:xfrm>
            <a:off x="3147325" y="3307038"/>
            <a:ext cx="28494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 name="Google Shape;135;p3"/>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 name="Google Shape;136;p3"/>
          <p:cNvGrpSpPr/>
          <p:nvPr/>
        </p:nvGrpSpPr>
        <p:grpSpPr>
          <a:xfrm>
            <a:off x="29206" y="2199506"/>
            <a:ext cx="1371803" cy="1955994"/>
            <a:chOff x="29206" y="2199506"/>
            <a:chExt cx="1371803" cy="1955994"/>
          </a:xfrm>
        </p:grpSpPr>
        <p:sp>
          <p:nvSpPr>
            <p:cNvPr id="137" name="Google Shape;137;p3"/>
            <p:cNvSpPr/>
            <p:nvPr/>
          </p:nvSpPr>
          <p:spPr>
            <a:xfrm>
              <a:off x="411425" y="40421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 name="Google Shape;138;p3"/>
            <p:cNvGrpSpPr/>
            <p:nvPr/>
          </p:nvGrpSpPr>
          <p:grpSpPr>
            <a:xfrm>
              <a:off x="29206" y="2199506"/>
              <a:ext cx="1371803" cy="1916250"/>
              <a:chOff x="173975" y="1846850"/>
              <a:chExt cx="1630575" cy="2277725"/>
            </a:xfrm>
          </p:grpSpPr>
          <p:sp>
            <p:nvSpPr>
              <p:cNvPr id="139" name="Google Shape;139;p3"/>
              <p:cNvSpPr/>
              <p:nvPr/>
            </p:nvSpPr>
            <p:spPr>
              <a:xfrm>
                <a:off x="593225" y="1846850"/>
                <a:ext cx="549625" cy="700300"/>
              </a:xfrm>
              <a:custGeom>
                <a:rect b="b" l="l" r="r" t="t"/>
                <a:pathLst>
                  <a:path extrusionOk="0" h="28012" w="21985">
                    <a:moveTo>
                      <a:pt x="7413" y="1"/>
                    </a:moveTo>
                    <a:cubicBezTo>
                      <a:pt x="7250" y="1"/>
                      <a:pt x="7087" y="9"/>
                      <a:pt x="6925" y="25"/>
                    </a:cubicBezTo>
                    <a:cubicBezTo>
                      <a:pt x="5965" y="129"/>
                      <a:pt x="5048" y="463"/>
                      <a:pt x="4255" y="1005"/>
                    </a:cubicBezTo>
                    <a:cubicBezTo>
                      <a:pt x="939" y="3195"/>
                      <a:pt x="0" y="7888"/>
                      <a:pt x="1126" y="11684"/>
                    </a:cubicBezTo>
                    <a:cubicBezTo>
                      <a:pt x="2065" y="14792"/>
                      <a:pt x="3942" y="17629"/>
                      <a:pt x="5778" y="20236"/>
                    </a:cubicBezTo>
                    <a:cubicBezTo>
                      <a:pt x="7154" y="22197"/>
                      <a:pt x="8906" y="23865"/>
                      <a:pt x="10950" y="25137"/>
                    </a:cubicBezTo>
                    <a:cubicBezTo>
                      <a:pt x="11463" y="25441"/>
                      <a:pt x="16387" y="28011"/>
                      <a:pt x="17483" y="28011"/>
                    </a:cubicBezTo>
                    <a:cubicBezTo>
                      <a:pt x="17591" y="28011"/>
                      <a:pt x="17661" y="27986"/>
                      <a:pt x="17687" y="27932"/>
                    </a:cubicBezTo>
                    <a:cubicBezTo>
                      <a:pt x="21984" y="18880"/>
                      <a:pt x="20920" y="5135"/>
                      <a:pt x="10575" y="755"/>
                    </a:cubicBezTo>
                    <a:cubicBezTo>
                      <a:pt x="9561" y="339"/>
                      <a:pt x="8484" y="1"/>
                      <a:pt x="7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733475" y="1878750"/>
                <a:ext cx="78250" cy="230500"/>
              </a:xfrm>
              <a:custGeom>
                <a:rect b="b" l="l" r="r" t="t"/>
                <a:pathLst>
                  <a:path extrusionOk="0" h="9220" w="3130">
                    <a:moveTo>
                      <a:pt x="168" y="0"/>
                    </a:moveTo>
                    <a:cubicBezTo>
                      <a:pt x="168" y="42"/>
                      <a:pt x="22" y="84"/>
                      <a:pt x="22" y="126"/>
                    </a:cubicBezTo>
                    <a:cubicBezTo>
                      <a:pt x="1" y="1419"/>
                      <a:pt x="168" y="2691"/>
                      <a:pt x="501" y="3922"/>
                    </a:cubicBezTo>
                    <a:cubicBezTo>
                      <a:pt x="793" y="5152"/>
                      <a:pt x="1273" y="6320"/>
                      <a:pt x="1857" y="7447"/>
                    </a:cubicBezTo>
                    <a:cubicBezTo>
                      <a:pt x="2212" y="8072"/>
                      <a:pt x="2608" y="8656"/>
                      <a:pt x="3046" y="9220"/>
                    </a:cubicBezTo>
                    <a:cubicBezTo>
                      <a:pt x="3046" y="9220"/>
                      <a:pt x="3129" y="9178"/>
                      <a:pt x="3109" y="9157"/>
                    </a:cubicBezTo>
                    <a:lnTo>
                      <a:pt x="3129" y="9157"/>
                    </a:lnTo>
                    <a:cubicBezTo>
                      <a:pt x="1690" y="7071"/>
                      <a:pt x="731" y="4673"/>
                      <a:pt x="335" y="2149"/>
                    </a:cubicBezTo>
                    <a:cubicBezTo>
                      <a:pt x="230" y="1440"/>
                      <a:pt x="189" y="731"/>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811175" y="1883375"/>
                <a:ext cx="47475" cy="282425"/>
              </a:xfrm>
              <a:custGeom>
                <a:rect b="b" l="l" r="r" t="t"/>
                <a:pathLst>
                  <a:path extrusionOk="0" h="11297" w="1899">
                    <a:moveTo>
                      <a:pt x="1776" y="0"/>
                    </a:moveTo>
                    <a:cubicBezTo>
                      <a:pt x="1774" y="0"/>
                      <a:pt x="1773" y="1"/>
                      <a:pt x="1773" y="3"/>
                    </a:cubicBezTo>
                    <a:cubicBezTo>
                      <a:pt x="1356" y="3028"/>
                      <a:pt x="1" y="5989"/>
                      <a:pt x="418" y="9118"/>
                    </a:cubicBezTo>
                    <a:cubicBezTo>
                      <a:pt x="501" y="9848"/>
                      <a:pt x="751" y="10557"/>
                      <a:pt x="1127" y="11204"/>
                    </a:cubicBezTo>
                    <a:cubicBezTo>
                      <a:pt x="1127" y="11221"/>
                      <a:pt x="1214" y="11297"/>
                      <a:pt x="1219" y="11297"/>
                    </a:cubicBezTo>
                    <a:cubicBezTo>
                      <a:pt x="1220" y="11297"/>
                      <a:pt x="1217" y="11294"/>
                      <a:pt x="1210" y="11287"/>
                    </a:cubicBezTo>
                    <a:lnTo>
                      <a:pt x="1210" y="11266"/>
                    </a:lnTo>
                    <a:cubicBezTo>
                      <a:pt x="501" y="10077"/>
                      <a:pt x="418" y="8617"/>
                      <a:pt x="501" y="7262"/>
                    </a:cubicBezTo>
                    <a:cubicBezTo>
                      <a:pt x="605" y="5739"/>
                      <a:pt x="981" y="4258"/>
                      <a:pt x="1356" y="2798"/>
                    </a:cubicBezTo>
                    <a:cubicBezTo>
                      <a:pt x="1586" y="1922"/>
                      <a:pt x="1753" y="1025"/>
                      <a:pt x="1899" y="128"/>
                    </a:cubicBezTo>
                    <a:cubicBezTo>
                      <a:pt x="1899" y="90"/>
                      <a:pt x="1795" y="0"/>
                      <a:pt x="17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861450" y="1973650"/>
                <a:ext cx="137475" cy="249800"/>
              </a:xfrm>
              <a:custGeom>
                <a:rect b="b" l="l" r="r" t="t"/>
                <a:pathLst>
                  <a:path extrusionOk="0" h="9992" w="5499">
                    <a:moveTo>
                      <a:pt x="5436" y="1"/>
                    </a:moveTo>
                    <a:cubicBezTo>
                      <a:pt x="5436" y="1"/>
                      <a:pt x="5373" y="21"/>
                      <a:pt x="5373" y="42"/>
                    </a:cubicBezTo>
                    <a:cubicBezTo>
                      <a:pt x="5290" y="418"/>
                      <a:pt x="5206" y="814"/>
                      <a:pt x="5081" y="1169"/>
                    </a:cubicBezTo>
                    <a:cubicBezTo>
                      <a:pt x="4956" y="1481"/>
                      <a:pt x="4789" y="1794"/>
                      <a:pt x="4622" y="2065"/>
                    </a:cubicBezTo>
                    <a:cubicBezTo>
                      <a:pt x="4205" y="2649"/>
                      <a:pt x="3725" y="3192"/>
                      <a:pt x="3204" y="3692"/>
                    </a:cubicBezTo>
                    <a:cubicBezTo>
                      <a:pt x="2119" y="4798"/>
                      <a:pt x="993" y="5966"/>
                      <a:pt x="451" y="7468"/>
                    </a:cubicBezTo>
                    <a:cubicBezTo>
                      <a:pt x="117" y="8281"/>
                      <a:pt x="96" y="9178"/>
                      <a:pt x="367" y="9991"/>
                    </a:cubicBezTo>
                    <a:cubicBezTo>
                      <a:pt x="367" y="9991"/>
                      <a:pt x="455" y="9947"/>
                      <a:pt x="484" y="9921"/>
                    </a:cubicBezTo>
                    <a:lnTo>
                      <a:pt x="484" y="9921"/>
                    </a:lnTo>
                    <a:cubicBezTo>
                      <a:pt x="487" y="9930"/>
                      <a:pt x="489" y="9940"/>
                      <a:pt x="492" y="9950"/>
                    </a:cubicBezTo>
                    <a:lnTo>
                      <a:pt x="492" y="9908"/>
                    </a:lnTo>
                    <a:cubicBezTo>
                      <a:pt x="492" y="9911"/>
                      <a:pt x="489" y="9916"/>
                      <a:pt x="484" y="9921"/>
                    </a:cubicBezTo>
                    <a:lnTo>
                      <a:pt x="484" y="9921"/>
                    </a:lnTo>
                    <a:cubicBezTo>
                      <a:pt x="1" y="8345"/>
                      <a:pt x="728" y="6772"/>
                      <a:pt x="1661" y="5507"/>
                    </a:cubicBezTo>
                    <a:cubicBezTo>
                      <a:pt x="2140" y="4860"/>
                      <a:pt x="2683" y="4276"/>
                      <a:pt x="3246" y="3713"/>
                    </a:cubicBezTo>
                    <a:cubicBezTo>
                      <a:pt x="3767" y="3233"/>
                      <a:pt x="4226" y="2691"/>
                      <a:pt x="4643" y="2149"/>
                    </a:cubicBezTo>
                    <a:cubicBezTo>
                      <a:pt x="5081" y="1544"/>
                      <a:pt x="5498" y="751"/>
                      <a:pt x="5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919125" y="2106625"/>
                <a:ext cx="117850" cy="197650"/>
              </a:xfrm>
              <a:custGeom>
                <a:rect b="b" l="l" r="r" t="t"/>
                <a:pathLst>
                  <a:path extrusionOk="0" h="7906" w="4714">
                    <a:moveTo>
                      <a:pt x="4693" y="0"/>
                    </a:moveTo>
                    <a:cubicBezTo>
                      <a:pt x="4693" y="0"/>
                      <a:pt x="4589" y="21"/>
                      <a:pt x="4589" y="42"/>
                    </a:cubicBezTo>
                    <a:cubicBezTo>
                      <a:pt x="4485" y="334"/>
                      <a:pt x="4443" y="647"/>
                      <a:pt x="4359" y="939"/>
                    </a:cubicBezTo>
                    <a:cubicBezTo>
                      <a:pt x="4297" y="1231"/>
                      <a:pt x="4193" y="1544"/>
                      <a:pt x="4067" y="1836"/>
                    </a:cubicBezTo>
                    <a:cubicBezTo>
                      <a:pt x="3817" y="2378"/>
                      <a:pt x="3525" y="2899"/>
                      <a:pt x="3150" y="3379"/>
                    </a:cubicBezTo>
                    <a:cubicBezTo>
                      <a:pt x="2753" y="3859"/>
                      <a:pt x="2294" y="4297"/>
                      <a:pt x="1794" y="4672"/>
                    </a:cubicBezTo>
                    <a:cubicBezTo>
                      <a:pt x="1293" y="5048"/>
                      <a:pt x="876" y="5486"/>
                      <a:pt x="542" y="6007"/>
                    </a:cubicBezTo>
                    <a:cubicBezTo>
                      <a:pt x="188" y="6591"/>
                      <a:pt x="0" y="7238"/>
                      <a:pt x="0" y="7905"/>
                    </a:cubicBezTo>
                    <a:cubicBezTo>
                      <a:pt x="0" y="7905"/>
                      <a:pt x="125" y="7884"/>
                      <a:pt x="125" y="7863"/>
                    </a:cubicBezTo>
                    <a:lnTo>
                      <a:pt x="146" y="7863"/>
                    </a:lnTo>
                    <a:cubicBezTo>
                      <a:pt x="167" y="7217"/>
                      <a:pt x="355" y="6591"/>
                      <a:pt x="688" y="6049"/>
                    </a:cubicBezTo>
                    <a:cubicBezTo>
                      <a:pt x="1022" y="5486"/>
                      <a:pt x="1460" y="5006"/>
                      <a:pt x="1982" y="4610"/>
                    </a:cubicBezTo>
                    <a:cubicBezTo>
                      <a:pt x="2461" y="4255"/>
                      <a:pt x="2899" y="3838"/>
                      <a:pt x="3296" y="3379"/>
                    </a:cubicBezTo>
                    <a:cubicBezTo>
                      <a:pt x="3671" y="2920"/>
                      <a:pt x="3984" y="2420"/>
                      <a:pt x="4213" y="1877"/>
                    </a:cubicBezTo>
                    <a:cubicBezTo>
                      <a:pt x="4339" y="1585"/>
                      <a:pt x="4443" y="1293"/>
                      <a:pt x="4547" y="981"/>
                    </a:cubicBezTo>
                    <a:cubicBezTo>
                      <a:pt x="4651" y="668"/>
                      <a:pt x="4714" y="334"/>
                      <a:pt x="4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984825" y="2283900"/>
                <a:ext cx="57375" cy="129350"/>
              </a:xfrm>
              <a:custGeom>
                <a:rect b="b" l="l" r="r" t="t"/>
                <a:pathLst>
                  <a:path extrusionOk="0" h="5174" w="2295">
                    <a:moveTo>
                      <a:pt x="2295" y="1"/>
                    </a:moveTo>
                    <a:cubicBezTo>
                      <a:pt x="2253" y="1"/>
                      <a:pt x="2190" y="22"/>
                      <a:pt x="2149" y="42"/>
                    </a:cubicBezTo>
                    <a:cubicBezTo>
                      <a:pt x="1857" y="418"/>
                      <a:pt x="1585" y="814"/>
                      <a:pt x="1377" y="1231"/>
                    </a:cubicBezTo>
                    <a:cubicBezTo>
                      <a:pt x="1147" y="1649"/>
                      <a:pt x="939" y="2066"/>
                      <a:pt x="751" y="2504"/>
                    </a:cubicBezTo>
                    <a:cubicBezTo>
                      <a:pt x="396" y="3359"/>
                      <a:pt x="146" y="4256"/>
                      <a:pt x="0" y="5173"/>
                    </a:cubicBezTo>
                    <a:cubicBezTo>
                      <a:pt x="0" y="5173"/>
                      <a:pt x="146" y="5153"/>
                      <a:pt x="167" y="5111"/>
                    </a:cubicBezTo>
                    <a:lnTo>
                      <a:pt x="146" y="5111"/>
                    </a:lnTo>
                    <a:cubicBezTo>
                      <a:pt x="313" y="4172"/>
                      <a:pt x="584" y="3275"/>
                      <a:pt x="960" y="2399"/>
                    </a:cubicBezTo>
                    <a:cubicBezTo>
                      <a:pt x="1126" y="1982"/>
                      <a:pt x="1335" y="1565"/>
                      <a:pt x="1565" y="1190"/>
                    </a:cubicBezTo>
                    <a:cubicBezTo>
                      <a:pt x="1669" y="981"/>
                      <a:pt x="1794" y="793"/>
                      <a:pt x="1919" y="606"/>
                    </a:cubicBezTo>
                    <a:cubicBezTo>
                      <a:pt x="2023" y="397"/>
                      <a:pt x="2190" y="209"/>
                      <a:pt x="2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657350" y="1935575"/>
                <a:ext cx="156450" cy="183150"/>
              </a:xfrm>
              <a:custGeom>
                <a:rect b="b" l="l" r="r" t="t"/>
                <a:pathLst>
                  <a:path extrusionOk="0" h="7326" w="6258">
                    <a:moveTo>
                      <a:pt x="6257" y="7279"/>
                    </a:moveTo>
                    <a:cubicBezTo>
                      <a:pt x="6257" y="7280"/>
                      <a:pt x="6257" y="7280"/>
                      <a:pt x="6258" y="7280"/>
                    </a:cubicBezTo>
                    <a:cubicBezTo>
                      <a:pt x="6257" y="7280"/>
                      <a:pt x="6257" y="7280"/>
                      <a:pt x="6257" y="7279"/>
                    </a:cubicBezTo>
                    <a:close/>
                    <a:moveTo>
                      <a:pt x="188" y="1"/>
                    </a:moveTo>
                    <a:cubicBezTo>
                      <a:pt x="188" y="1"/>
                      <a:pt x="1" y="22"/>
                      <a:pt x="1" y="43"/>
                    </a:cubicBezTo>
                    <a:cubicBezTo>
                      <a:pt x="21" y="794"/>
                      <a:pt x="293" y="1503"/>
                      <a:pt x="731" y="2087"/>
                    </a:cubicBezTo>
                    <a:cubicBezTo>
                      <a:pt x="1148" y="2629"/>
                      <a:pt x="1607" y="3109"/>
                      <a:pt x="2149" y="3547"/>
                    </a:cubicBezTo>
                    <a:cubicBezTo>
                      <a:pt x="3046" y="4339"/>
                      <a:pt x="3880" y="5236"/>
                      <a:pt x="4756" y="6091"/>
                    </a:cubicBezTo>
                    <a:cubicBezTo>
                      <a:pt x="5173" y="6508"/>
                      <a:pt x="5611" y="6926"/>
                      <a:pt x="6070" y="7322"/>
                    </a:cubicBezTo>
                    <a:cubicBezTo>
                      <a:pt x="6075" y="7324"/>
                      <a:pt x="6081" y="7325"/>
                      <a:pt x="6087" y="7325"/>
                    </a:cubicBezTo>
                    <a:cubicBezTo>
                      <a:pt x="6132" y="7325"/>
                      <a:pt x="6215" y="7277"/>
                      <a:pt x="6247" y="7277"/>
                    </a:cubicBezTo>
                    <a:cubicBezTo>
                      <a:pt x="6251" y="7277"/>
                      <a:pt x="6254" y="7278"/>
                      <a:pt x="6257" y="7279"/>
                    </a:cubicBezTo>
                    <a:lnTo>
                      <a:pt x="6257" y="7279"/>
                    </a:lnTo>
                    <a:cubicBezTo>
                      <a:pt x="5360" y="6529"/>
                      <a:pt x="4568" y="5653"/>
                      <a:pt x="3734" y="4819"/>
                    </a:cubicBezTo>
                    <a:cubicBezTo>
                      <a:pt x="3317" y="4402"/>
                      <a:pt x="2900" y="3985"/>
                      <a:pt x="2483" y="3588"/>
                    </a:cubicBezTo>
                    <a:cubicBezTo>
                      <a:pt x="1982" y="3192"/>
                      <a:pt x="1523" y="2754"/>
                      <a:pt x="1106" y="2274"/>
                    </a:cubicBezTo>
                    <a:cubicBezTo>
                      <a:pt x="605" y="1628"/>
                      <a:pt x="272" y="835"/>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
              <p:cNvSpPr/>
              <p:nvPr/>
            </p:nvSpPr>
            <p:spPr>
              <a:xfrm>
                <a:off x="633200" y="2113450"/>
                <a:ext cx="265600" cy="166825"/>
              </a:xfrm>
              <a:custGeom>
                <a:rect b="b" l="l" r="r" t="t"/>
                <a:pathLst>
                  <a:path extrusionOk="0" h="6673" w="10624">
                    <a:moveTo>
                      <a:pt x="9" y="1"/>
                    </a:moveTo>
                    <a:cubicBezTo>
                      <a:pt x="2" y="1"/>
                      <a:pt x="0" y="5"/>
                      <a:pt x="7" y="19"/>
                    </a:cubicBezTo>
                    <a:cubicBezTo>
                      <a:pt x="800" y="645"/>
                      <a:pt x="1571" y="1271"/>
                      <a:pt x="2364" y="1896"/>
                    </a:cubicBezTo>
                    <a:cubicBezTo>
                      <a:pt x="3094" y="2501"/>
                      <a:pt x="3803" y="3106"/>
                      <a:pt x="4575" y="3648"/>
                    </a:cubicBezTo>
                    <a:cubicBezTo>
                      <a:pt x="5159" y="4086"/>
                      <a:pt x="5806" y="4420"/>
                      <a:pt x="6515" y="4650"/>
                    </a:cubicBezTo>
                    <a:cubicBezTo>
                      <a:pt x="7182" y="4858"/>
                      <a:pt x="7850" y="5025"/>
                      <a:pt x="8517" y="5234"/>
                    </a:cubicBezTo>
                    <a:cubicBezTo>
                      <a:pt x="9330" y="5505"/>
                      <a:pt x="10081" y="5880"/>
                      <a:pt x="10561" y="6631"/>
                    </a:cubicBezTo>
                    <a:cubicBezTo>
                      <a:pt x="10561" y="6645"/>
                      <a:pt x="10590" y="6650"/>
                      <a:pt x="10609" y="6658"/>
                    </a:cubicBezTo>
                    <a:lnTo>
                      <a:pt x="10609" y="6658"/>
                    </a:lnTo>
                    <a:lnTo>
                      <a:pt x="10603" y="6652"/>
                    </a:lnTo>
                    <a:cubicBezTo>
                      <a:pt x="9935" y="5546"/>
                      <a:pt x="8580" y="5171"/>
                      <a:pt x="7412" y="4837"/>
                    </a:cubicBezTo>
                    <a:cubicBezTo>
                      <a:pt x="6702" y="4670"/>
                      <a:pt x="6014" y="4420"/>
                      <a:pt x="5368" y="4128"/>
                    </a:cubicBezTo>
                    <a:cubicBezTo>
                      <a:pt x="4888" y="3857"/>
                      <a:pt x="4429" y="3544"/>
                      <a:pt x="4012" y="3190"/>
                    </a:cubicBezTo>
                    <a:cubicBezTo>
                      <a:pt x="3615" y="2877"/>
                      <a:pt x="3240" y="2564"/>
                      <a:pt x="2823" y="2230"/>
                    </a:cubicBezTo>
                    <a:cubicBezTo>
                      <a:pt x="1926" y="1521"/>
                      <a:pt x="1050" y="791"/>
                      <a:pt x="132" y="82"/>
                    </a:cubicBezTo>
                    <a:cubicBezTo>
                      <a:pt x="111" y="40"/>
                      <a:pt x="70" y="19"/>
                      <a:pt x="49" y="19"/>
                    </a:cubicBezTo>
                    <a:cubicBezTo>
                      <a:pt x="49" y="19"/>
                      <a:pt x="21" y="1"/>
                      <a:pt x="9" y="1"/>
                    </a:cubicBezTo>
                    <a:close/>
                    <a:moveTo>
                      <a:pt x="10609" y="6658"/>
                    </a:moveTo>
                    <a:lnTo>
                      <a:pt x="10624" y="6673"/>
                    </a:lnTo>
                    <a:cubicBezTo>
                      <a:pt x="10624" y="6666"/>
                      <a:pt x="10617" y="6662"/>
                      <a:pt x="10609" y="66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703850" y="2282625"/>
                <a:ext cx="260125" cy="90475"/>
              </a:xfrm>
              <a:custGeom>
                <a:rect b="b" l="l" r="r" t="t"/>
                <a:pathLst>
                  <a:path extrusionOk="0" h="3619" w="10405">
                    <a:moveTo>
                      <a:pt x="196" y="0"/>
                    </a:moveTo>
                    <a:cubicBezTo>
                      <a:pt x="129" y="0"/>
                      <a:pt x="0" y="76"/>
                      <a:pt x="18" y="93"/>
                    </a:cubicBezTo>
                    <a:cubicBezTo>
                      <a:pt x="748" y="1095"/>
                      <a:pt x="2124" y="1345"/>
                      <a:pt x="3251" y="1679"/>
                    </a:cubicBezTo>
                    <a:cubicBezTo>
                      <a:pt x="4752" y="2096"/>
                      <a:pt x="6233" y="2513"/>
                      <a:pt x="7735" y="2930"/>
                    </a:cubicBezTo>
                    <a:cubicBezTo>
                      <a:pt x="8590" y="3160"/>
                      <a:pt x="9445" y="3389"/>
                      <a:pt x="10301" y="3618"/>
                    </a:cubicBezTo>
                    <a:cubicBezTo>
                      <a:pt x="10342" y="3618"/>
                      <a:pt x="10363" y="3598"/>
                      <a:pt x="10405" y="3577"/>
                    </a:cubicBezTo>
                    <a:lnTo>
                      <a:pt x="10384" y="3577"/>
                    </a:lnTo>
                    <a:cubicBezTo>
                      <a:pt x="8924" y="3139"/>
                      <a:pt x="7464" y="2722"/>
                      <a:pt x="6004" y="2304"/>
                    </a:cubicBezTo>
                    <a:lnTo>
                      <a:pt x="3793" y="1679"/>
                    </a:lnTo>
                    <a:cubicBezTo>
                      <a:pt x="3146" y="1491"/>
                      <a:pt x="2500" y="1345"/>
                      <a:pt x="1874" y="1115"/>
                    </a:cubicBezTo>
                    <a:cubicBezTo>
                      <a:pt x="1227" y="907"/>
                      <a:pt x="664" y="531"/>
                      <a:pt x="226" y="10"/>
                    </a:cubicBezTo>
                    <a:cubicBezTo>
                      <a:pt x="219" y="3"/>
                      <a:pt x="209"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876350" y="2445550"/>
                <a:ext cx="131950" cy="25725"/>
              </a:xfrm>
              <a:custGeom>
                <a:rect b="b" l="l" r="r" t="t"/>
                <a:pathLst>
                  <a:path extrusionOk="0" h="1029" w="5278">
                    <a:moveTo>
                      <a:pt x="1" y="1"/>
                    </a:moveTo>
                    <a:cubicBezTo>
                      <a:pt x="63" y="84"/>
                      <a:pt x="147" y="126"/>
                      <a:pt x="230" y="167"/>
                    </a:cubicBezTo>
                    <a:cubicBezTo>
                      <a:pt x="355" y="230"/>
                      <a:pt x="460" y="293"/>
                      <a:pt x="585" y="334"/>
                    </a:cubicBezTo>
                    <a:cubicBezTo>
                      <a:pt x="814" y="439"/>
                      <a:pt x="1044" y="522"/>
                      <a:pt x="1273" y="605"/>
                    </a:cubicBezTo>
                    <a:cubicBezTo>
                      <a:pt x="1732" y="751"/>
                      <a:pt x="2191" y="877"/>
                      <a:pt x="2671" y="939"/>
                    </a:cubicBezTo>
                    <a:cubicBezTo>
                      <a:pt x="3077" y="997"/>
                      <a:pt x="3484" y="1028"/>
                      <a:pt x="3888" y="1028"/>
                    </a:cubicBezTo>
                    <a:cubicBezTo>
                      <a:pt x="4355" y="1028"/>
                      <a:pt x="4819" y="987"/>
                      <a:pt x="5278" y="897"/>
                    </a:cubicBezTo>
                    <a:lnTo>
                      <a:pt x="5236" y="897"/>
                    </a:lnTo>
                    <a:cubicBezTo>
                      <a:pt x="4808" y="974"/>
                      <a:pt x="4380" y="1011"/>
                      <a:pt x="3952" y="1011"/>
                    </a:cubicBezTo>
                    <a:cubicBezTo>
                      <a:pt x="3441" y="1011"/>
                      <a:pt x="2931" y="958"/>
                      <a:pt x="2420" y="856"/>
                    </a:cubicBezTo>
                    <a:cubicBezTo>
                      <a:pt x="2045" y="772"/>
                      <a:pt x="1669" y="668"/>
                      <a:pt x="1294" y="522"/>
                    </a:cubicBezTo>
                    <a:cubicBezTo>
                      <a:pt x="898" y="376"/>
                      <a:pt x="522" y="147"/>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173975" y="3082125"/>
                <a:ext cx="780625" cy="334425"/>
              </a:xfrm>
              <a:custGeom>
                <a:rect b="b" l="l" r="r" t="t"/>
                <a:pathLst>
                  <a:path extrusionOk="0" h="13377" w="31225">
                    <a:moveTo>
                      <a:pt x="31221" y="9950"/>
                    </a:moveTo>
                    <a:cubicBezTo>
                      <a:pt x="31222" y="9951"/>
                      <a:pt x="31223" y="9952"/>
                      <a:pt x="31224" y="9954"/>
                    </a:cubicBezTo>
                    <a:cubicBezTo>
                      <a:pt x="31223" y="9952"/>
                      <a:pt x="31222" y="9951"/>
                      <a:pt x="31221" y="9950"/>
                    </a:cubicBezTo>
                    <a:close/>
                    <a:moveTo>
                      <a:pt x="12160" y="1"/>
                    </a:moveTo>
                    <a:cubicBezTo>
                      <a:pt x="11118" y="1"/>
                      <a:pt x="10079" y="96"/>
                      <a:pt x="9053" y="297"/>
                    </a:cubicBezTo>
                    <a:cubicBezTo>
                      <a:pt x="7405" y="630"/>
                      <a:pt x="5757" y="1235"/>
                      <a:pt x="4506" y="2361"/>
                    </a:cubicBezTo>
                    <a:cubicBezTo>
                      <a:pt x="1" y="6387"/>
                      <a:pt x="4109" y="12039"/>
                      <a:pt x="8886" y="12769"/>
                    </a:cubicBezTo>
                    <a:cubicBezTo>
                      <a:pt x="11250" y="13140"/>
                      <a:pt x="13650" y="13376"/>
                      <a:pt x="16034" y="13376"/>
                    </a:cubicBezTo>
                    <a:cubicBezTo>
                      <a:pt x="19960" y="13376"/>
                      <a:pt x="23842" y="12735"/>
                      <a:pt x="27449" y="10996"/>
                    </a:cubicBezTo>
                    <a:cubicBezTo>
                      <a:pt x="27861" y="10791"/>
                      <a:pt x="29823" y="9796"/>
                      <a:pt x="30774" y="9796"/>
                    </a:cubicBezTo>
                    <a:cubicBezTo>
                      <a:pt x="30978" y="9796"/>
                      <a:pt x="31135" y="9841"/>
                      <a:pt x="31221" y="9950"/>
                    </a:cubicBezTo>
                    <a:lnTo>
                      <a:pt x="31221" y="9950"/>
                    </a:lnTo>
                    <a:cubicBezTo>
                      <a:pt x="29824" y="8158"/>
                      <a:pt x="27761" y="6761"/>
                      <a:pt x="25989" y="5344"/>
                    </a:cubicBezTo>
                    <a:cubicBezTo>
                      <a:pt x="24362" y="4051"/>
                      <a:pt x="22631" y="2945"/>
                      <a:pt x="20775" y="2049"/>
                    </a:cubicBezTo>
                    <a:cubicBezTo>
                      <a:pt x="18090" y="768"/>
                      <a:pt x="15120" y="1"/>
                      <a:pt x="12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678200" y="3273075"/>
                <a:ext cx="173150" cy="114225"/>
              </a:xfrm>
              <a:custGeom>
                <a:rect b="b" l="l" r="r" t="t"/>
                <a:pathLst>
                  <a:path extrusionOk="0" h="4569" w="6926">
                    <a:moveTo>
                      <a:pt x="6905" y="0"/>
                    </a:moveTo>
                    <a:cubicBezTo>
                      <a:pt x="5799" y="167"/>
                      <a:pt x="4736" y="522"/>
                      <a:pt x="3776" y="1043"/>
                    </a:cubicBezTo>
                    <a:cubicBezTo>
                      <a:pt x="2775" y="1586"/>
                      <a:pt x="1878" y="2274"/>
                      <a:pt x="1106" y="3087"/>
                    </a:cubicBezTo>
                    <a:cubicBezTo>
                      <a:pt x="877" y="3317"/>
                      <a:pt x="668" y="3546"/>
                      <a:pt x="481" y="3796"/>
                    </a:cubicBezTo>
                    <a:cubicBezTo>
                      <a:pt x="293" y="4026"/>
                      <a:pt x="126" y="4297"/>
                      <a:pt x="1" y="4568"/>
                    </a:cubicBezTo>
                    <a:cubicBezTo>
                      <a:pt x="43" y="4547"/>
                      <a:pt x="84" y="4547"/>
                      <a:pt x="105" y="4527"/>
                    </a:cubicBezTo>
                    <a:cubicBezTo>
                      <a:pt x="439" y="4088"/>
                      <a:pt x="752" y="3650"/>
                      <a:pt x="1106" y="3254"/>
                    </a:cubicBezTo>
                    <a:cubicBezTo>
                      <a:pt x="1461" y="2858"/>
                      <a:pt x="1836" y="2482"/>
                      <a:pt x="2253" y="2149"/>
                    </a:cubicBezTo>
                    <a:cubicBezTo>
                      <a:pt x="3067" y="1481"/>
                      <a:pt x="4006" y="960"/>
                      <a:pt x="4986" y="584"/>
                    </a:cubicBezTo>
                    <a:cubicBezTo>
                      <a:pt x="5570" y="376"/>
                      <a:pt x="6196" y="209"/>
                      <a:pt x="6800" y="84"/>
                    </a:cubicBezTo>
                    <a:cubicBezTo>
                      <a:pt x="6821" y="84"/>
                      <a:pt x="6926" y="21"/>
                      <a:pt x="6905" y="21"/>
                    </a:cubicBezTo>
                    <a:lnTo>
                      <a:pt x="6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396625" y="3216525"/>
                <a:ext cx="306125" cy="175450"/>
              </a:xfrm>
              <a:custGeom>
                <a:rect b="b" l="l" r="r" t="t"/>
                <a:pathLst>
                  <a:path extrusionOk="0" h="7018" w="12245">
                    <a:moveTo>
                      <a:pt x="11739" y="1"/>
                    </a:moveTo>
                    <a:cubicBezTo>
                      <a:pt x="10996" y="1"/>
                      <a:pt x="10282" y="318"/>
                      <a:pt x="9720" y="761"/>
                    </a:cubicBezTo>
                    <a:cubicBezTo>
                      <a:pt x="8865" y="1449"/>
                      <a:pt x="8281" y="2388"/>
                      <a:pt x="7509" y="3138"/>
                    </a:cubicBezTo>
                    <a:cubicBezTo>
                      <a:pt x="6133" y="4473"/>
                      <a:pt x="4214" y="4828"/>
                      <a:pt x="2483" y="5474"/>
                    </a:cubicBezTo>
                    <a:cubicBezTo>
                      <a:pt x="2003" y="5641"/>
                      <a:pt x="1544" y="5850"/>
                      <a:pt x="1106" y="6121"/>
                    </a:cubicBezTo>
                    <a:cubicBezTo>
                      <a:pt x="898" y="6225"/>
                      <a:pt x="710" y="6350"/>
                      <a:pt x="522" y="6496"/>
                    </a:cubicBezTo>
                    <a:cubicBezTo>
                      <a:pt x="355" y="6622"/>
                      <a:pt x="105" y="6789"/>
                      <a:pt x="1" y="7018"/>
                    </a:cubicBezTo>
                    <a:lnTo>
                      <a:pt x="230" y="7018"/>
                    </a:lnTo>
                    <a:cubicBezTo>
                      <a:pt x="418" y="6872"/>
                      <a:pt x="585" y="6747"/>
                      <a:pt x="752" y="6601"/>
                    </a:cubicBezTo>
                    <a:cubicBezTo>
                      <a:pt x="918" y="6455"/>
                      <a:pt x="1085" y="6330"/>
                      <a:pt x="1273" y="6225"/>
                    </a:cubicBezTo>
                    <a:cubicBezTo>
                      <a:pt x="1628" y="5996"/>
                      <a:pt x="2003" y="5808"/>
                      <a:pt x="2399" y="5662"/>
                    </a:cubicBezTo>
                    <a:cubicBezTo>
                      <a:pt x="3171" y="5328"/>
                      <a:pt x="4005" y="5099"/>
                      <a:pt x="4798" y="4828"/>
                    </a:cubicBezTo>
                    <a:cubicBezTo>
                      <a:pt x="5591" y="4578"/>
                      <a:pt x="6362" y="4223"/>
                      <a:pt x="7071" y="3764"/>
                    </a:cubicBezTo>
                    <a:cubicBezTo>
                      <a:pt x="7885" y="3201"/>
                      <a:pt x="8448" y="2408"/>
                      <a:pt x="9074" y="1678"/>
                    </a:cubicBezTo>
                    <a:cubicBezTo>
                      <a:pt x="9745" y="895"/>
                      <a:pt x="10683" y="12"/>
                      <a:pt x="11768" y="12"/>
                    </a:cubicBezTo>
                    <a:cubicBezTo>
                      <a:pt x="11897" y="12"/>
                      <a:pt x="12028" y="25"/>
                      <a:pt x="12161" y="52"/>
                    </a:cubicBezTo>
                    <a:lnTo>
                      <a:pt x="12244" y="52"/>
                    </a:lnTo>
                    <a:cubicBezTo>
                      <a:pt x="12075" y="17"/>
                      <a:pt x="11906" y="1"/>
                      <a:pt x="1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268875" y="3199025"/>
                <a:ext cx="251875" cy="109575"/>
              </a:xfrm>
              <a:custGeom>
                <a:rect b="b" l="l" r="r" t="t"/>
                <a:pathLst>
                  <a:path extrusionOk="0" h="4383" w="10075">
                    <a:moveTo>
                      <a:pt x="10033" y="1"/>
                    </a:moveTo>
                    <a:cubicBezTo>
                      <a:pt x="8698" y="564"/>
                      <a:pt x="7447" y="1294"/>
                      <a:pt x="6300" y="2149"/>
                    </a:cubicBezTo>
                    <a:cubicBezTo>
                      <a:pt x="5716" y="2608"/>
                      <a:pt x="5111" y="3025"/>
                      <a:pt x="4464" y="3400"/>
                    </a:cubicBezTo>
                    <a:cubicBezTo>
                      <a:pt x="3838" y="3713"/>
                      <a:pt x="3171" y="3943"/>
                      <a:pt x="2483" y="4068"/>
                    </a:cubicBezTo>
                    <a:cubicBezTo>
                      <a:pt x="2049" y="4115"/>
                      <a:pt x="1616" y="4142"/>
                      <a:pt x="1183" y="4142"/>
                    </a:cubicBezTo>
                    <a:cubicBezTo>
                      <a:pt x="844" y="4142"/>
                      <a:pt x="506" y="4125"/>
                      <a:pt x="167" y="4089"/>
                    </a:cubicBezTo>
                    <a:cubicBezTo>
                      <a:pt x="126" y="4089"/>
                      <a:pt x="1" y="4214"/>
                      <a:pt x="42" y="4235"/>
                    </a:cubicBezTo>
                    <a:cubicBezTo>
                      <a:pt x="188" y="4276"/>
                      <a:pt x="334" y="4318"/>
                      <a:pt x="480" y="4339"/>
                    </a:cubicBezTo>
                    <a:cubicBezTo>
                      <a:pt x="668" y="4360"/>
                      <a:pt x="835" y="4381"/>
                      <a:pt x="1043" y="4381"/>
                    </a:cubicBezTo>
                    <a:cubicBezTo>
                      <a:pt x="1086" y="4382"/>
                      <a:pt x="1129" y="4382"/>
                      <a:pt x="1172" y="4382"/>
                    </a:cubicBezTo>
                    <a:cubicBezTo>
                      <a:pt x="2151" y="4382"/>
                      <a:pt x="3128" y="4154"/>
                      <a:pt x="4047" y="3734"/>
                    </a:cubicBezTo>
                    <a:cubicBezTo>
                      <a:pt x="4673" y="3421"/>
                      <a:pt x="5257" y="3046"/>
                      <a:pt x="5820" y="2608"/>
                    </a:cubicBezTo>
                    <a:cubicBezTo>
                      <a:pt x="6404" y="2149"/>
                      <a:pt x="7050" y="1711"/>
                      <a:pt x="7697" y="1336"/>
                    </a:cubicBezTo>
                    <a:cubicBezTo>
                      <a:pt x="8427" y="877"/>
                      <a:pt x="9199" y="480"/>
                      <a:pt x="9971" y="105"/>
                    </a:cubicBezTo>
                    <a:cubicBezTo>
                      <a:pt x="9991" y="105"/>
                      <a:pt x="10075" y="1"/>
                      <a:pt x="10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249575" y="3178175"/>
                <a:ext cx="155950" cy="39125"/>
              </a:xfrm>
              <a:custGeom>
                <a:rect b="b" l="l" r="r" t="t"/>
                <a:pathLst>
                  <a:path extrusionOk="0" h="1565" w="6238">
                    <a:moveTo>
                      <a:pt x="1711" y="0"/>
                    </a:moveTo>
                    <a:cubicBezTo>
                      <a:pt x="1440" y="0"/>
                      <a:pt x="1169" y="0"/>
                      <a:pt x="898" y="42"/>
                    </a:cubicBezTo>
                    <a:cubicBezTo>
                      <a:pt x="627" y="42"/>
                      <a:pt x="355" y="84"/>
                      <a:pt x="105" y="188"/>
                    </a:cubicBezTo>
                    <a:cubicBezTo>
                      <a:pt x="105" y="188"/>
                      <a:pt x="1" y="272"/>
                      <a:pt x="22" y="272"/>
                    </a:cubicBezTo>
                    <a:cubicBezTo>
                      <a:pt x="58" y="278"/>
                      <a:pt x="97" y="280"/>
                      <a:pt x="136" y="280"/>
                    </a:cubicBezTo>
                    <a:cubicBezTo>
                      <a:pt x="231" y="280"/>
                      <a:pt x="330" y="265"/>
                      <a:pt x="418" y="251"/>
                    </a:cubicBezTo>
                    <a:cubicBezTo>
                      <a:pt x="543" y="230"/>
                      <a:pt x="689" y="209"/>
                      <a:pt x="793" y="209"/>
                    </a:cubicBezTo>
                    <a:cubicBezTo>
                      <a:pt x="1065" y="188"/>
                      <a:pt x="1336" y="167"/>
                      <a:pt x="1607" y="167"/>
                    </a:cubicBezTo>
                    <a:cubicBezTo>
                      <a:pt x="2128" y="188"/>
                      <a:pt x="2671" y="230"/>
                      <a:pt x="3192" y="355"/>
                    </a:cubicBezTo>
                    <a:cubicBezTo>
                      <a:pt x="3734" y="459"/>
                      <a:pt x="4256" y="626"/>
                      <a:pt x="4756" y="835"/>
                    </a:cubicBezTo>
                    <a:cubicBezTo>
                      <a:pt x="5007" y="939"/>
                      <a:pt x="5257" y="1064"/>
                      <a:pt x="5486" y="1189"/>
                    </a:cubicBezTo>
                    <a:cubicBezTo>
                      <a:pt x="5716" y="1335"/>
                      <a:pt x="5945" y="1440"/>
                      <a:pt x="6175" y="1565"/>
                    </a:cubicBezTo>
                    <a:cubicBezTo>
                      <a:pt x="6196" y="1565"/>
                      <a:pt x="6237" y="1502"/>
                      <a:pt x="6237" y="1502"/>
                    </a:cubicBezTo>
                    <a:lnTo>
                      <a:pt x="6216" y="1502"/>
                    </a:lnTo>
                    <a:cubicBezTo>
                      <a:pt x="6029" y="1294"/>
                      <a:pt x="5799" y="1127"/>
                      <a:pt x="5549" y="1022"/>
                    </a:cubicBezTo>
                    <a:cubicBezTo>
                      <a:pt x="5299" y="876"/>
                      <a:pt x="5069" y="772"/>
                      <a:pt x="4819" y="668"/>
                    </a:cubicBezTo>
                    <a:cubicBezTo>
                      <a:pt x="4318" y="459"/>
                      <a:pt x="3818" y="292"/>
                      <a:pt x="3317" y="188"/>
                    </a:cubicBezTo>
                    <a:cubicBezTo>
                      <a:pt x="2775" y="63"/>
                      <a:pt x="2253" y="21"/>
                      <a:pt x="1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352825" y="3106725"/>
                <a:ext cx="195575" cy="87625"/>
              </a:xfrm>
              <a:custGeom>
                <a:rect b="b" l="l" r="r" t="t"/>
                <a:pathLst>
                  <a:path extrusionOk="0" h="3505" w="7823">
                    <a:moveTo>
                      <a:pt x="1" y="1"/>
                    </a:moveTo>
                    <a:cubicBezTo>
                      <a:pt x="2" y="1"/>
                      <a:pt x="4" y="1"/>
                      <a:pt x="5" y="1"/>
                    </a:cubicBezTo>
                    <a:lnTo>
                      <a:pt x="5" y="1"/>
                    </a:lnTo>
                    <a:cubicBezTo>
                      <a:pt x="4" y="1"/>
                      <a:pt x="2" y="1"/>
                      <a:pt x="1" y="1"/>
                    </a:cubicBezTo>
                    <a:close/>
                    <a:moveTo>
                      <a:pt x="5" y="1"/>
                    </a:moveTo>
                    <a:cubicBezTo>
                      <a:pt x="27" y="7"/>
                      <a:pt x="66" y="43"/>
                      <a:pt x="105" y="43"/>
                    </a:cubicBezTo>
                    <a:cubicBezTo>
                      <a:pt x="731" y="251"/>
                      <a:pt x="1377" y="376"/>
                      <a:pt x="2024" y="564"/>
                    </a:cubicBezTo>
                    <a:cubicBezTo>
                      <a:pt x="2650" y="752"/>
                      <a:pt x="3234" y="856"/>
                      <a:pt x="3818" y="1023"/>
                    </a:cubicBezTo>
                    <a:cubicBezTo>
                      <a:pt x="4131" y="1085"/>
                      <a:pt x="4402" y="1211"/>
                      <a:pt x="4652" y="1398"/>
                    </a:cubicBezTo>
                    <a:cubicBezTo>
                      <a:pt x="4881" y="1586"/>
                      <a:pt x="5069" y="1795"/>
                      <a:pt x="5278" y="1982"/>
                    </a:cubicBezTo>
                    <a:cubicBezTo>
                      <a:pt x="5653" y="2337"/>
                      <a:pt x="6070" y="2650"/>
                      <a:pt x="6529" y="2921"/>
                    </a:cubicBezTo>
                    <a:cubicBezTo>
                      <a:pt x="6911" y="3142"/>
                      <a:pt x="7331" y="3343"/>
                      <a:pt x="7771" y="3488"/>
                    </a:cubicBezTo>
                    <a:lnTo>
                      <a:pt x="7771" y="3488"/>
                    </a:lnTo>
                    <a:cubicBezTo>
                      <a:pt x="7747" y="3474"/>
                      <a:pt x="7722" y="3455"/>
                      <a:pt x="7697" y="3442"/>
                    </a:cubicBezTo>
                    <a:cubicBezTo>
                      <a:pt x="7092" y="3234"/>
                      <a:pt x="6529" y="2942"/>
                      <a:pt x="6029" y="2566"/>
                    </a:cubicBezTo>
                    <a:cubicBezTo>
                      <a:pt x="5611" y="2233"/>
                      <a:pt x="5257" y="1815"/>
                      <a:pt x="4840" y="1482"/>
                    </a:cubicBezTo>
                    <a:cubicBezTo>
                      <a:pt x="4506" y="1231"/>
                      <a:pt x="4151" y="1065"/>
                      <a:pt x="3755" y="960"/>
                    </a:cubicBezTo>
                    <a:cubicBezTo>
                      <a:pt x="3171" y="793"/>
                      <a:pt x="2566" y="647"/>
                      <a:pt x="1982" y="501"/>
                    </a:cubicBezTo>
                    <a:lnTo>
                      <a:pt x="1002" y="230"/>
                    </a:lnTo>
                    <a:cubicBezTo>
                      <a:pt x="670" y="127"/>
                      <a:pt x="338" y="43"/>
                      <a:pt x="5" y="1"/>
                    </a:cubicBezTo>
                    <a:close/>
                    <a:moveTo>
                      <a:pt x="7771" y="3488"/>
                    </a:moveTo>
                    <a:lnTo>
                      <a:pt x="7771" y="3488"/>
                    </a:lnTo>
                    <a:cubicBezTo>
                      <a:pt x="7788" y="3498"/>
                      <a:pt x="7805" y="3505"/>
                      <a:pt x="7822" y="3505"/>
                    </a:cubicBezTo>
                    <a:cubicBezTo>
                      <a:pt x="7805" y="3500"/>
                      <a:pt x="7788" y="3494"/>
                      <a:pt x="7771" y="34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557225" y="3117175"/>
                <a:ext cx="148050" cy="105400"/>
              </a:xfrm>
              <a:custGeom>
                <a:rect b="b" l="l" r="r" t="t"/>
                <a:pathLst>
                  <a:path extrusionOk="0" h="4216" w="5922">
                    <a:moveTo>
                      <a:pt x="126" y="0"/>
                    </a:moveTo>
                    <a:cubicBezTo>
                      <a:pt x="105" y="0"/>
                      <a:pt x="1" y="104"/>
                      <a:pt x="22" y="104"/>
                    </a:cubicBezTo>
                    <a:cubicBezTo>
                      <a:pt x="293" y="229"/>
                      <a:pt x="564" y="355"/>
                      <a:pt x="835" y="438"/>
                    </a:cubicBezTo>
                    <a:cubicBezTo>
                      <a:pt x="1106" y="542"/>
                      <a:pt x="1357" y="647"/>
                      <a:pt x="1628" y="772"/>
                    </a:cubicBezTo>
                    <a:cubicBezTo>
                      <a:pt x="2149" y="1022"/>
                      <a:pt x="2650" y="1335"/>
                      <a:pt x="3109" y="1669"/>
                    </a:cubicBezTo>
                    <a:cubicBezTo>
                      <a:pt x="3609" y="2044"/>
                      <a:pt x="4068" y="2440"/>
                      <a:pt x="4485" y="2878"/>
                    </a:cubicBezTo>
                    <a:cubicBezTo>
                      <a:pt x="4923" y="3316"/>
                      <a:pt x="5320" y="3775"/>
                      <a:pt x="5758" y="4213"/>
                    </a:cubicBezTo>
                    <a:cubicBezTo>
                      <a:pt x="5761" y="4215"/>
                      <a:pt x="5764" y="4216"/>
                      <a:pt x="5769" y="4216"/>
                    </a:cubicBezTo>
                    <a:cubicBezTo>
                      <a:pt x="5817" y="4216"/>
                      <a:pt x="5921" y="4107"/>
                      <a:pt x="5883" y="4088"/>
                    </a:cubicBezTo>
                    <a:lnTo>
                      <a:pt x="5883" y="4067"/>
                    </a:lnTo>
                    <a:cubicBezTo>
                      <a:pt x="5486" y="3588"/>
                      <a:pt x="5069" y="3129"/>
                      <a:pt x="4631" y="2691"/>
                    </a:cubicBezTo>
                    <a:cubicBezTo>
                      <a:pt x="4214" y="2253"/>
                      <a:pt x="3734" y="1835"/>
                      <a:pt x="3255" y="1481"/>
                    </a:cubicBezTo>
                    <a:cubicBezTo>
                      <a:pt x="2775" y="1147"/>
                      <a:pt x="2274" y="834"/>
                      <a:pt x="1774" y="584"/>
                    </a:cubicBezTo>
                    <a:cubicBezTo>
                      <a:pt x="1252" y="292"/>
                      <a:pt x="689" y="104"/>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744425" y="3167225"/>
                <a:ext cx="67300" cy="82925"/>
              </a:xfrm>
              <a:custGeom>
                <a:rect b="b" l="l" r="r" t="t"/>
                <a:pathLst>
                  <a:path extrusionOk="0" h="3317" w="2692">
                    <a:moveTo>
                      <a:pt x="84" y="0"/>
                    </a:moveTo>
                    <a:cubicBezTo>
                      <a:pt x="63" y="21"/>
                      <a:pt x="22" y="63"/>
                      <a:pt x="1" y="84"/>
                    </a:cubicBezTo>
                    <a:cubicBezTo>
                      <a:pt x="230" y="334"/>
                      <a:pt x="481" y="584"/>
                      <a:pt x="752" y="814"/>
                    </a:cubicBezTo>
                    <a:cubicBezTo>
                      <a:pt x="1002" y="1064"/>
                      <a:pt x="1231" y="1314"/>
                      <a:pt x="1440" y="1586"/>
                    </a:cubicBezTo>
                    <a:cubicBezTo>
                      <a:pt x="1878" y="2128"/>
                      <a:pt x="2274" y="2712"/>
                      <a:pt x="2587" y="3317"/>
                    </a:cubicBezTo>
                    <a:cubicBezTo>
                      <a:pt x="2587" y="3317"/>
                      <a:pt x="2691" y="3254"/>
                      <a:pt x="2671" y="3233"/>
                    </a:cubicBezTo>
                    <a:lnTo>
                      <a:pt x="2671" y="3212"/>
                    </a:lnTo>
                    <a:cubicBezTo>
                      <a:pt x="2379" y="2566"/>
                      <a:pt x="2024" y="1961"/>
                      <a:pt x="1586" y="1419"/>
                    </a:cubicBezTo>
                    <a:cubicBezTo>
                      <a:pt x="1377" y="1168"/>
                      <a:pt x="1148" y="897"/>
                      <a:pt x="919" y="668"/>
                    </a:cubicBezTo>
                    <a:cubicBezTo>
                      <a:pt x="668" y="397"/>
                      <a:pt x="397" y="188"/>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1094325" y="3098000"/>
                <a:ext cx="659125" cy="352250"/>
              </a:xfrm>
              <a:custGeom>
                <a:rect b="b" l="l" r="r" t="t"/>
                <a:pathLst>
                  <a:path extrusionOk="0" h="14090" w="26365">
                    <a:moveTo>
                      <a:pt x="16734" y="0"/>
                    </a:moveTo>
                    <a:cubicBezTo>
                      <a:pt x="15615" y="0"/>
                      <a:pt x="14487" y="176"/>
                      <a:pt x="13391" y="538"/>
                    </a:cubicBezTo>
                    <a:cubicBezTo>
                      <a:pt x="12077" y="976"/>
                      <a:pt x="10888" y="1685"/>
                      <a:pt x="9720" y="2373"/>
                    </a:cubicBezTo>
                    <a:cubicBezTo>
                      <a:pt x="8030" y="3291"/>
                      <a:pt x="6424" y="4355"/>
                      <a:pt x="4902" y="5502"/>
                    </a:cubicBezTo>
                    <a:cubicBezTo>
                      <a:pt x="2962" y="6962"/>
                      <a:pt x="1419" y="8526"/>
                      <a:pt x="251" y="10653"/>
                    </a:cubicBezTo>
                    <a:cubicBezTo>
                      <a:pt x="105" y="10862"/>
                      <a:pt x="21" y="11112"/>
                      <a:pt x="0" y="11363"/>
                    </a:cubicBezTo>
                    <a:cubicBezTo>
                      <a:pt x="1669" y="11404"/>
                      <a:pt x="3171" y="12009"/>
                      <a:pt x="4714" y="12572"/>
                    </a:cubicBezTo>
                    <a:cubicBezTo>
                      <a:pt x="6737" y="13323"/>
                      <a:pt x="8865" y="13782"/>
                      <a:pt x="11013" y="13991"/>
                    </a:cubicBezTo>
                    <a:cubicBezTo>
                      <a:pt x="11778" y="14057"/>
                      <a:pt x="12547" y="14090"/>
                      <a:pt x="13317" y="14090"/>
                    </a:cubicBezTo>
                    <a:cubicBezTo>
                      <a:pt x="14962" y="14090"/>
                      <a:pt x="16610" y="13941"/>
                      <a:pt x="18230" y="13657"/>
                    </a:cubicBezTo>
                    <a:cubicBezTo>
                      <a:pt x="20191" y="13302"/>
                      <a:pt x="22172" y="12718"/>
                      <a:pt x="23736" y="11467"/>
                    </a:cubicBezTo>
                    <a:cubicBezTo>
                      <a:pt x="25301" y="10236"/>
                      <a:pt x="26364" y="8213"/>
                      <a:pt x="26031" y="6253"/>
                    </a:cubicBezTo>
                    <a:cubicBezTo>
                      <a:pt x="25822" y="4959"/>
                      <a:pt x="25029" y="3833"/>
                      <a:pt x="24091" y="2936"/>
                    </a:cubicBezTo>
                    <a:cubicBezTo>
                      <a:pt x="22072" y="1021"/>
                      <a:pt x="19429" y="0"/>
                      <a:pt x="16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1199650" y="3165650"/>
                <a:ext cx="133000" cy="151775"/>
              </a:xfrm>
              <a:custGeom>
                <a:rect b="b" l="l" r="r" t="t"/>
                <a:pathLst>
                  <a:path extrusionOk="0" h="6071" w="5320">
                    <a:moveTo>
                      <a:pt x="5257" y="1"/>
                    </a:moveTo>
                    <a:cubicBezTo>
                      <a:pt x="4819" y="230"/>
                      <a:pt x="4422" y="543"/>
                      <a:pt x="4089" y="898"/>
                    </a:cubicBezTo>
                    <a:cubicBezTo>
                      <a:pt x="3713" y="1294"/>
                      <a:pt x="3379" y="1711"/>
                      <a:pt x="3087" y="2170"/>
                    </a:cubicBezTo>
                    <a:cubicBezTo>
                      <a:pt x="2816" y="2608"/>
                      <a:pt x="2670" y="3088"/>
                      <a:pt x="2462" y="3526"/>
                    </a:cubicBezTo>
                    <a:cubicBezTo>
                      <a:pt x="2211" y="4026"/>
                      <a:pt x="1878" y="4485"/>
                      <a:pt x="1502" y="4881"/>
                    </a:cubicBezTo>
                    <a:cubicBezTo>
                      <a:pt x="1064" y="5340"/>
                      <a:pt x="564" y="5716"/>
                      <a:pt x="1" y="6008"/>
                    </a:cubicBezTo>
                    <a:cubicBezTo>
                      <a:pt x="1" y="6008"/>
                      <a:pt x="42" y="6070"/>
                      <a:pt x="63" y="6070"/>
                    </a:cubicBezTo>
                    <a:cubicBezTo>
                      <a:pt x="1085" y="5570"/>
                      <a:pt x="1919" y="4777"/>
                      <a:pt x="2462" y="3797"/>
                    </a:cubicBezTo>
                    <a:cubicBezTo>
                      <a:pt x="2712" y="3338"/>
                      <a:pt x="2837" y="2858"/>
                      <a:pt x="3108" y="2420"/>
                    </a:cubicBezTo>
                    <a:cubicBezTo>
                      <a:pt x="3359" y="1961"/>
                      <a:pt x="3692" y="1523"/>
                      <a:pt x="4047" y="1148"/>
                    </a:cubicBezTo>
                    <a:cubicBezTo>
                      <a:pt x="4422" y="731"/>
                      <a:pt x="4860" y="355"/>
                      <a:pt x="5319" y="63"/>
                    </a:cubicBezTo>
                    <a:cubicBezTo>
                      <a:pt x="5319" y="63"/>
                      <a:pt x="5278" y="1"/>
                      <a:pt x="5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1335400" y="3109650"/>
                <a:ext cx="135800" cy="162350"/>
              </a:xfrm>
              <a:custGeom>
                <a:rect b="b" l="l" r="r" t="t"/>
                <a:pathLst>
                  <a:path extrusionOk="0" h="6494" w="5432">
                    <a:moveTo>
                      <a:pt x="5413" y="0"/>
                    </a:moveTo>
                    <a:cubicBezTo>
                      <a:pt x="5408" y="0"/>
                      <a:pt x="5402" y="3"/>
                      <a:pt x="5396" y="9"/>
                    </a:cubicBezTo>
                    <a:cubicBezTo>
                      <a:pt x="4311" y="405"/>
                      <a:pt x="3393" y="1135"/>
                      <a:pt x="2726" y="2074"/>
                    </a:cubicBezTo>
                    <a:cubicBezTo>
                      <a:pt x="2079" y="2971"/>
                      <a:pt x="1704" y="4014"/>
                      <a:pt x="1162" y="4973"/>
                    </a:cubicBezTo>
                    <a:cubicBezTo>
                      <a:pt x="870" y="5536"/>
                      <a:pt x="473" y="6058"/>
                      <a:pt x="14" y="6475"/>
                    </a:cubicBezTo>
                    <a:cubicBezTo>
                      <a:pt x="0" y="6489"/>
                      <a:pt x="0" y="6493"/>
                      <a:pt x="7" y="6493"/>
                    </a:cubicBezTo>
                    <a:cubicBezTo>
                      <a:pt x="21" y="6493"/>
                      <a:pt x="63" y="6475"/>
                      <a:pt x="77" y="6475"/>
                    </a:cubicBezTo>
                    <a:cubicBezTo>
                      <a:pt x="890" y="5787"/>
                      <a:pt x="1370" y="4848"/>
                      <a:pt x="1850" y="3889"/>
                    </a:cubicBezTo>
                    <a:cubicBezTo>
                      <a:pt x="2350" y="2867"/>
                      <a:pt x="2872" y="1865"/>
                      <a:pt x="3727" y="1094"/>
                    </a:cubicBezTo>
                    <a:cubicBezTo>
                      <a:pt x="4228" y="656"/>
                      <a:pt x="4791" y="301"/>
                      <a:pt x="5417" y="30"/>
                    </a:cubicBezTo>
                    <a:cubicBezTo>
                      <a:pt x="5431" y="15"/>
                      <a:pt x="5425" y="0"/>
                      <a:pt x="5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1443300" y="3120300"/>
                <a:ext cx="169875" cy="138200"/>
              </a:xfrm>
              <a:custGeom>
                <a:rect b="b" l="l" r="r" t="t"/>
                <a:pathLst>
                  <a:path extrusionOk="0" h="5528" w="6795">
                    <a:moveTo>
                      <a:pt x="6670" y="0"/>
                    </a:moveTo>
                    <a:cubicBezTo>
                      <a:pt x="6378" y="63"/>
                      <a:pt x="6086" y="146"/>
                      <a:pt x="5793" y="250"/>
                    </a:cubicBezTo>
                    <a:cubicBezTo>
                      <a:pt x="5543" y="334"/>
                      <a:pt x="5272" y="417"/>
                      <a:pt x="5022" y="522"/>
                    </a:cubicBezTo>
                    <a:cubicBezTo>
                      <a:pt x="4500" y="688"/>
                      <a:pt x="4000" y="960"/>
                      <a:pt x="3562" y="1293"/>
                    </a:cubicBezTo>
                    <a:cubicBezTo>
                      <a:pt x="2581" y="2086"/>
                      <a:pt x="2206" y="3275"/>
                      <a:pt x="1518" y="4255"/>
                    </a:cubicBezTo>
                    <a:cubicBezTo>
                      <a:pt x="1163" y="4818"/>
                      <a:pt x="642" y="5256"/>
                      <a:pt x="37" y="5507"/>
                    </a:cubicBezTo>
                    <a:cubicBezTo>
                      <a:pt x="0" y="5507"/>
                      <a:pt x="76" y="5523"/>
                      <a:pt x="123" y="5527"/>
                    </a:cubicBezTo>
                    <a:lnTo>
                      <a:pt x="123" y="5527"/>
                    </a:lnTo>
                    <a:cubicBezTo>
                      <a:pt x="1268" y="5150"/>
                      <a:pt x="1873" y="4046"/>
                      <a:pt x="2415" y="3066"/>
                    </a:cubicBezTo>
                    <a:cubicBezTo>
                      <a:pt x="2707" y="2482"/>
                      <a:pt x="3082" y="1961"/>
                      <a:pt x="3541" y="1502"/>
                    </a:cubicBezTo>
                    <a:cubicBezTo>
                      <a:pt x="3958" y="1126"/>
                      <a:pt x="4438" y="834"/>
                      <a:pt x="4959" y="647"/>
                    </a:cubicBezTo>
                    <a:cubicBezTo>
                      <a:pt x="5251" y="522"/>
                      <a:pt x="5564" y="417"/>
                      <a:pt x="5898" y="313"/>
                    </a:cubicBezTo>
                    <a:cubicBezTo>
                      <a:pt x="6190" y="250"/>
                      <a:pt x="6503" y="146"/>
                      <a:pt x="6795" y="21"/>
                    </a:cubicBezTo>
                    <a:cubicBezTo>
                      <a:pt x="6753" y="0"/>
                      <a:pt x="6711" y="0"/>
                      <a:pt x="6670" y="0"/>
                    </a:cubicBezTo>
                    <a:close/>
                    <a:moveTo>
                      <a:pt x="123" y="5527"/>
                    </a:moveTo>
                    <a:lnTo>
                      <a:pt x="123" y="5527"/>
                    </a:lnTo>
                    <a:cubicBezTo>
                      <a:pt x="122" y="5527"/>
                      <a:pt x="121" y="5527"/>
                      <a:pt x="120" y="5527"/>
                    </a:cubicBezTo>
                    <a:lnTo>
                      <a:pt x="141" y="5527"/>
                    </a:lnTo>
                    <a:cubicBezTo>
                      <a:pt x="136" y="5527"/>
                      <a:pt x="130" y="5527"/>
                      <a:pt x="123" y="55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1519300" y="3258475"/>
                <a:ext cx="174175" cy="118250"/>
              </a:xfrm>
              <a:custGeom>
                <a:rect b="b" l="l" r="r" t="t"/>
                <a:pathLst>
                  <a:path extrusionOk="0" h="4730" w="6967">
                    <a:moveTo>
                      <a:pt x="125" y="0"/>
                    </a:moveTo>
                    <a:cubicBezTo>
                      <a:pt x="84" y="0"/>
                      <a:pt x="21" y="63"/>
                      <a:pt x="0" y="63"/>
                    </a:cubicBezTo>
                    <a:cubicBezTo>
                      <a:pt x="1168" y="84"/>
                      <a:pt x="2128" y="939"/>
                      <a:pt x="2858" y="1752"/>
                    </a:cubicBezTo>
                    <a:cubicBezTo>
                      <a:pt x="3588" y="2587"/>
                      <a:pt x="4172" y="3588"/>
                      <a:pt x="5110" y="4193"/>
                    </a:cubicBezTo>
                    <a:cubicBezTo>
                      <a:pt x="5531" y="4485"/>
                      <a:pt x="6095" y="4729"/>
                      <a:pt x="6607" y="4729"/>
                    </a:cubicBezTo>
                    <a:cubicBezTo>
                      <a:pt x="6680" y="4729"/>
                      <a:pt x="6751" y="4725"/>
                      <a:pt x="6821" y="4714"/>
                    </a:cubicBezTo>
                    <a:cubicBezTo>
                      <a:pt x="6883" y="4693"/>
                      <a:pt x="6925" y="4672"/>
                      <a:pt x="6967" y="4631"/>
                    </a:cubicBezTo>
                    <a:cubicBezTo>
                      <a:pt x="6862" y="4589"/>
                      <a:pt x="6758" y="4568"/>
                      <a:pt x="6654" y="4568"/>
                    </a:cubicBezTo>
                    <a:cubicBezTo>
                      <a:pt x="6487" y="4547"/>
                      <a:pt x="6341" y="4526"/>
                      <a:pt x="6174" y="4464"/>
                    </a:cubicBezTo>
                    <a:cubicBezTo>
                      <a:pt x="5945" y="4380"/>
                      <a:pt x="5715" y="4276"/>
                      <a:pt x="5507" y="4151"/>
                    </a:cubicBezTo>
                    <a:cubicBezTo>
                      <a:pt x="5048" y="3859"/>
                      <a:pt x="4652" y="3504"/>
                      <a:pt x="4318" y="3087"/>
                    </a:cubicBezTo>
                    <a:cubicBezTo>
                      <a:pt x="3546" y="2211"/>
                      <a:pt x="2899" y="1210"/>
                      <a:pt x="1919" y="543"/>
                    </a:cubicBezTo>
                    <a:cubicBezTo>
                      <a:pt x="1398" y="188"/>
                      <a:pt x="751"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1402025" y="3268300"/>
                <a:ext cx="169450" cy="144025"/>
              </a:xfrm>
              <a:custGeom>
                <a:rect b="b" l="l" r="r" t="t"/>
                <a:pathLst>
                  <a:path extrusionOk="0" h="5761" w="6778">
                    <a:moveTo>
                      <a:pt x="128" y="0"/>
                    </a:moveTo>
                    <a:cubicBezTo>
                      <a:pt x="81" y="0"/>
                      <a:pt x="1" y="66"/>
                      <a:pt x="19" y="66"/>
                    </a:cubicBezTo>
                    <a:lnTo>
                      <a:pt x="19" y="87"/>
                    </a:lnTo>
                    <a:cubicBezTo>
                      <a:pt x="2188" y="1130"/>
                      <a:pt x="3044" y="3633"/>
                      <a:pt x="4921" y="5010"/>
                    </a:cubicBezTo>
                    <a:cubicBezTo>
                      <a:pt x="5421" y="5406"/>
                      <a:pt x="6026" y="5656"/>
                      <a:pt x="6673" y="5760"/>
                    </a:cubicBezTo>
                    <a:cubicBezTo>
                      <a:pt x="6714" y="5740"/>
                      <a:pt x="6756" y="5719"/>
                      <a:pt x="6777" y="5677"/>
                    </a:cubicBezTo>
                    <a:cubicBezTo>
                      <a:pt x="6235" y="5552"/>
                      <a:pt x="5713" y="5322"/>
                      <a:pt x="5234" y="5010"/>
                    </a:cubicBezTo>
                    <a:cubicBezTo>
                      <a:pt x="4754" y="4676"/>
                      <a:pt x="4316" y="4279"/>
                      <a:pt x="3940" y="3821"/>
                    </a:cubicBezTo>
                    <a:cubicBezTo>
                      <a:pt x="3148" y="2945"/>
                      <a:pt x="2543" y="1943"/>
                      <a:pt x="1709" y="1109"/>
                    </a:cubicBezTo>
                    <a:cubicBezTo>
                      <a:pt x="1250" y="650"/>
                      <a:pt x="728" y="275"/>
                      <a:pt x="144" y="4"/>
                    </a:cubicBezTo>
                    <a:cubicBezTo>
                      <a:pt x="140" y="1"/>
                      <a:pt x="134"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1285175" y="3296200"/>
                <a:ext cx="141850" cy="139500"/>
              </a:xfrm>
              <a:custGeom>
                <a:rect b="b" l="l" r="r" t="t"/>
                <a:pathLst>
                  <a:path extrusionOk="0" h="5580" w="5674">
                    <a:moveTo>
                      <a:pt x="11" y="0"/>
                    </a:moveTo>
                    <a:cubicBezTo>
                      <a:pt x="1" y="0"/>
                      <a:pt x="14" y="10"/>
                      <a:pt x="63" y="35"/>
                    </a:cubicBezTo>
                    <a:lnTo>
                      <a:pt x="63" y="14"/>
                    </a:lnTo>
                    <a:cubicBezTo>
                      <a:pt x="37" y="5"/>
                      <a:pt x="18" y="0"/>
                      <a:pt x="11" y="0"/>
                    </a:cubicBezTo>
                    <a:close/>
                    <a:moveTo>
                      <a:pt x="63" y="14"/>
                    </a:moveTo>
                    <a:cubicBezTo>
                      <a:pt x="82" y="22"/>
                      <a:pt x="101" y="29"/>
                      <a:pt x="120" y="37"/>
                    </a:cubicBezTo>
                    <a:lnTo>
                      <a:pt x="120" y="37"/>
                    </a:lnTo>
                    <a:cubicBezTo>
                      <a:pt x="101" y="29"/>
                      <a:pt x="82" y="21"/>
                      <a:pt x="63" y="14"/>
                    </a:cubicBezTo>
                    <a:close/>
                    <a:moveTo>
                      <a:pt x="120" y="37"/>
                    </a:moveTo>
                    <a:cubicBezTo>
                      <a:pt x="1168" y="473"/>
                      <a:pt x="1740" y="1638"/>
                      <a:pt x="2211" y="2621"/>
                    </a:cubicBezTo>
                    <a:cubicBezTo>
                      <a:pt x="2670" y="3602"/>
                      <a:pt x="3191" y="4686"/>
                      <a:pt x="4213" y="5228"/>
                    </a:cubicBezTo>
                    <a:cubicBezTo>
                      <a:pt x="4553" y="5466"/>
                      <a:pt x="4962" y="5580"/>
                      <a:pt x="5384" y="5580"/>
                    </a:cubicBezTo>
                    <a:cubicBezTo>
                      <a:pt x="5480" y="5580"/>
                      <a:pt x="5577" y="5574"/>
                      <a:pt x="5673" y="5562"/>
                    </a:cubicBezTo>
                    <a:cubicBezTo>
                      <a:pt x="5673" y="5562"/>
                      <a:pt x="5597" y="5516"/>
                      <a:pt x="5562" y="5516"/>
                    </a:cubicBezTo>
                    <a:cubicBezTo>
                      <a:pt x="5556" y="5516"/>
                      <a:pt x="5551" y="5517"/>
                      <a:pt x="5548" y="5520"/>
                    </a:cubicBezTo>
                    <a:cubicBezTo>
                      <a:pt x="5496" y="5524"/>
                      <a:pt x="5444" y="5526"/>
                      <a:pt x="5392" y="5526"/>
                    </a:cubicBezTo>
                    <a:cubicBezTo>
                      <a:pt x="5132" y="5526"/>
                      <a:pt x="4874" y="5482"/>
                      <a:pt x="4631" y="5395"/>
                    </a:cubicBezTo>
                    <a:cubicBezTo>
                      <a:pt x="4339" y="5291"/>
                      <a:pt x="4088" y="5124"/>
                      <a:pt x="3880" y="4936"/>
                    </a:cubicBezTo>
                    <a:cubicBezTo>
                      <a:pt x="3463" y="4561"/>
                      <a:pt x="3129" y="4123"/>
                      <a:pt x="2879" y="3622"/>
                    </a:cubicBezTo>
                    <a:cubicBezTo>
                      <a:pt x="2378" y="2705"/>
                      <a:pt x="2023" y="1662"/>
                      <a:pt x="1293" y="869"/>
                    </a:cubicBezTo>
                    <a:cubicBezTo>
                      <a:pt x="973" y="489"/>
                      <a:pt x="576" y="224"/>
                      <a:pt x="120" y="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1173575" y="3328875"/>
                <a:ext cx="109525" cy="85525"/>
              </a:xfrm>
              <a:custGeom>
                <a:rect b="b" l="l" r="r" t="t"/>
                <a:pathLst>
                  <a:path extrusionOk="0" h="3421" w="4381">
                    <a:moveTo>
                      <a:pt x="84" y="0"/>
                    </a:moveTo>
                    <a:lnTo>
                      <a:pt x="1" y="104"/>
                    </a:lnTo>
                    <a:cubicBezTo>
                      <a:pt x="710" y="647"/>
                      <a:pt x="1440" y="1189"/>
                      <a:pt x="2149" y="1752"/>
                    </a:cubicBezTo>
                    <a:cubicBezTo>
                      <a:pt x="2504" y="2023"/>
                      <a:pt x="2858" y="2295"/>
                      <a:pt x="3213" y="2566"/>
                    </a:cubicBezTo>
                    <a:lnTo>
                      <a:pt x="3734" y="3004"/>
                    </a:lnTo>
                    <a:cubicBezTo>
                      <a:pt x="3901" y="3150"/>
                      <a:pt x="4089" y="3296"/>
                      <a:pt x="4276" y="3421"/>
                    </a:cubicBezTo>
                    <a:cubicBezTo>
                      <a:pt x="4276" y="3421"/>
                      <a:pt x="4381" y="3317"/>
                      <a:pt x="4381" y="3296"/>
                    </a:cubicBezTo>
                    <a:cubicBezTo>
                      <a:pt x="4235" y="3129"/>
                      <a:pt x="4068" y="2983"/>
                      <a:pt x="3880" y="2837"/>
                    </a:cubicBezTo>
                    <a:cubicBezTo>
                      <a:pt x="3692" y="2691"/>
                      <a:pt x="3526" y="2545"/>
                      <a:pt x="3338" y="2420"/>
                    </a:cubicBezTo>
                    <a:cubicBezTo>
                      <a:pt x="3004" y="2128"/>
                      <a:pt x="2650" y="1856"/>
                      <a:pt x="2295" y="1585"/>
                    </a:cubicBezTo>
                    <a:cubicBezTo>
                      <a:pt x="1586" y="1043"/>
                      <a:pt x="835" y="501"/>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911825" y="4045850"/>
                <a:ext cx="330600" cy="78725"/>
              </a:xfrm>
              <a:custGeom>
                <a:rect b="b" l="l" r="r" t="t"/>
                <a:pathLst>
                  <a:path extrusionOk="0" h="3149" w="13224">
                    <a:moveTo>
                      <a:pt x="13099" y="0"/>
                    </a:moveTo>
                    <a:lnTo>
                      <a:pt x="125" y="438"/>
                    </a:lnTo>
                    <a:cubicBezTo>
                      <a:pt x="146" y="1127"/>
                      <a:pt x="0" y="1711"/>
                      <a:pt x="146" y="2399"/>
                    </a:cubicBezTo>
                    <a:cubicBezTo>
                      <a:pt x="209" y="2628"/>
                      <a:pt x="2169" y="2879"/>
                      <a:pt x="2440" y="2920"/>
                    </a:cubicBezTo>
                    <a:cubicBezTo>
                      <a:pt x="3275" y="3045"/>
                      <a:pt x="4130" y="3129"/>
                      <a:pt x="4985" y="3129"/>
                    </a:cubicBezTo>
                    <a:cubicBezTo>
                      <a:pt x="5626" y="3139"/>
                      <a:pt x="6266" y="3148"/>
                      <a:pt x="6906" y="3148"/>
                    </a:cubicBezTo>
                    <a:cubicBezTo>
                      <a:pt x="8869" y="3148"/>
                      <a:pt x="10825" y="3063"/>
                      <a:pt x="12744" y="2670"/>
                    </a:cubicBezTo>
                    <a:cubicBezTo>
                      <a:pt x="13224" y="2587"/>
                      <a:pt x="13057" y="2128"/>
                      <a:pt x="13057" y="1752"/>
                    </a:cubicBezTo>
                    <a:cubicBezTo>
                      <a:pt x="13078" y="1168"/>
                      <a:pt x="13099" y="584"/>
                      <a:pt x="1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653700" y="3549450"/>
                <a:ext cx="850500" cy="551275"/>
              </a:xfrm>
              <a:custGeom>
                <a:rect b="b" l="l" r="r" t="t"/>
                <a:pathLst>
                  <a:path extrusionOk="0" h="22051" w="34020">
                    <a:moveTo>
                      <a:pt x="29583" y="0"/>
                    </a:moveTo>
                    <a:cubicBezTo>
                      <a:pt x="28943" y="0"/>
                      <a:pt x="28276" y="104"/>
                      <a:pt x="27720" y="104"/>
                    </a:cubicBezTo>
                    <a:lnTo>
                      <a:pt x="4589" y="125"/>
                    </a:lnTo>
                    <a:cubicBezTo>
                      <a:pt x="3943" y="125"/>
                      <a:pt x="3254" y="146"/>
                      <a:pt x="2754" y="542"/>
                    </a:cubicBezTo>
                    <a:cubicBezTo>
                      <a:pt x="1356" y="1668"/>
                      <a:pt x="3672" y="2315"/>
                      <a:pt x="3567" y="3379"/>
                    </a:cubicBezTo>
                    <a:cubicBezTo>
                      <a:pt x="3505" y="3921"/>
                      <a:pt x="2274" y="4922"/>
                      <a:pt x="1940" y="5423"/>
                    </a:cubicBezTo>
                    <a:cubicBezTo>
                      <a:pt x="918" y="6945"/>
                      <a:pt x="313" y="8697"/>
                      <a:pt x="167" y="10533"/>
                    </a:cubicBezTo>
                    <a:cubicBezTo>
                      <a:pt x="147" y="10637"/>
                      <a:pt x="147" y="10742"/>
                      <a:pt x="147" y="10846"/>
                    </a:cubicBezTo>
                    <a:cubicBezTo>
                      <a:pt x="1" y="15163"/>
                      <a:pt x="3004" y="18438"/>
                      <a:pt x="6821" y="20127"/>
                    </a:cubicBezTo>
                    <a:cubicBezTo>
                      <a:pt x="9866" y="21483"/>
                      <a:pt x="13349" y="22005"/>
                      <a:pt x="16666" y="22046"/>
                    </a:cubicBezTo>
                    <a:cubicBezTo>
                      <a:pt x="16841" y="22049"/>
                      <a:pt x="17018" y="22050"/>
                      <a:pt x="17199" y="22050"/>
                    </a:cubicBezTo>
                    <a:cubicBezTo>
                      <a:pt x="19840" y="22050"/>
                      <a:pt x="23061" y="21753"/>
                      <a:pt x="25989" y="20816"/>
                    </a:cubicBezTo>
                    <a:cubicBezTo>
                      <a:pt x="29639" y="19669"/>
                      <a:pt x="32810" y="17478"/>
                      <a:pt x="33748" y="13662"/>
                    </a:cubicBezTo>
                    <a:cubicBezTo>
                      <a:pt x="33936" y="12890"/>
                      <a:pt x="34019" y="12076"/>
                      <a:pt x="34019" y="11284"/>
                    </a:cubicBezTo>
                    <a:cubicBezTo>
                      <a:pt x="34019" y="9386"/>
                      <a:pt x="33498" y="7529"/>
                      <a:pt x="32518" y="5903"/>
                    </a:cubicBezTo>
                    <a:cubicBezTo>
                      <a:pt x="32121" y="5256"/>
                      <a:pt x="30390" y="3525"/>
                      <a:pt x="30640" y="2753"/>
                    </a:cubicBezTo>
                    <a:cubicBezTo>
                      <a:pt x="30912" y="1981"/>
                      <a:pt x="31934" y="2127"/>
                      <a:pt x="31746" y="1126"/>
                    </a:cubicBezTo>
                    <a:cubicBezTo>
                      <a:pt x="31662" y="542"/>
                      <a:pt x="31183" y="375"/>
                      <a:pt x="30703" y="167"/>
                    </a:cubicBezTo>
                    <a:cubicBezTo>
                      <a:pt x="30361" y="40"/>
                      <a:pt x="29977" y="0"/>
                      <a:pt x="2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656825" y="3549450"/>
                <a:ext cx="847375" cy="388125"/>
              </a:xfrm>
              <a:custGeom>
                <a:rect b="b" l="l" r="r" t="t"/>
                <a:pathLst>
                  <a:path extrusionOk="0" h="15525" w="33895">
                    <a:moveTo>
                      <a:pt x="29453" y="0"/>
                    </a:moveTo>
                    <a:cubicBezTo>
                      <a:pt x="28808" y="0"/>
                      <a:pt x="28138" y="104"/>
                      <a:pt x="27595" y="104"/>
                    </a:cubicBezTo>
                    <a:lnTo>
                      <a:pt x="4443" y="125"/>
                    </a:lnTo>
                    <a:cubicBezTo>
                      <a:pt x="3818" y="125"/>
                      <a:pt x="3129" y="146"/>
                      <a:pt x="2629" y="542"/>
                    </a:cubicBezTo>
                    <a:cubicBezTo>
                      <a:pt x="1210" y="1668"/>
                      <a:pt x="3547" y="2315"/>
                      <a:pt x="3421" y="3379"/>
                    </a:cubicBezTo>
                    <a:cubicBezTo>
                      <a:pt x="3380" y="3921"/>
                      <a:pt x="2149" y="4922"/>
                      <a:pt x="1815" y="5423"/>
                    </a:cubicBezTo>
                    <a:cubicBezTo>
                      <a:pt x="772" y="6945"/>
                      <a:pt x="168" y="8697"/>
                      <a:pt x="22" y="10533"/>
                    </a:cubicBezTo>
                    <a:cubicBezTo>
                      <a:pt x="1" y="10637"/>
                      <a:pt x="1" y="10742"/>
                      <a:pt x="1" y="10846"/>
                    </a:cubicBezTo>
                    <a:cubicBezTo>
                      <a:pt x="1148" y="11722"/>
                      <a:pt x="2378" y="12473"/>
                      <a:pt x="3693" y="13036"/>
                    </a:cubicBezTo>
                    <a:cubicBezTo>
                      <a:pt x="7655" y="14788"/>
                      <a:pt x="12119" y="15455"/>
                      <a:pt x="16416" y="15518"/>
                    </a:cubicBezTo>
                    <a:cubicBezTo>
                      <a:pt x="16667" y="15522"/>
                      <a:pt x="16924" y="15525"/>
                      <a:pt x="17185" y="15525"/>
                    </a:cubicBezTo>
                    <a:cubicBezTo>
                      <a:pt x="20561" y="15525"/>
                      <a:pt x="24693" y="15133"/>
                      <a:pt x="28430" y="13933"/>
                    </a:cubicBezTo>
                    <a:cubicBezTo>
                      <a:pt x="30369" y="13349"/>
                      <a:pt x="32226" y="12452"/>
                      <a:pt x="33894" y="11284"/>
                    </a:cubicBezTo>
                    <a:cubicBezTo>
                      <a:pt x="33894" y="9386"/>
                      <a:pt x="33373" y="7529"/>
                      <a:pt x="32393" y="5903"/>
                    </a:cubicBezTo>
                    <a:cubicBezTo>
                      <a:pt x="31996" y="5256"/>
                      <a:pt x="30244" y="3525"/>
                      <a:pt x="30515" y="2753"/>
                    </a:cubicBezTo>
                    <a:cubicBezTo>
                      <a:pt x="30766" y="1981"/>
                      <a:pt x="31788" y="2127"/>
                      <a:pt x="31621" y="1126"/>
                    </a:cubicBezTo>
                    <a:cubicBezTo>
                      <a:pt x="31517" y="542"/>
                      <a:pt x="31058" y="375"/>
                      <a:pt x="30578" y="167"/>
                    </a:cubicBezTo>
                    <a:cubicBezTo>
                      <a:pt x="30236" y="40"/>
                      <a:pt x="29849" y="0"/>
                      <a:pt x="294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a:off x="690725" y="3549575"/>
                <a:ext cx="822325" cy="551150"/>
              </a:xfrm>
              <a:custGeom>
                <a:rect b="b" l="l" r="r" t="t"/>
                <a:pathLst>
                  <a:path extrusionOk="0" h="22046" w="32893">
                    <a:moveTo>
                      <a:pt x="28087" y="0"/>
                    </a:moveTo>
                    <a:cubicBezTo>
                      <a:pt x="27459" y="0"/>
                      <a:pt x="26803" y="99"/>
                      <a:pt x="26260" y="99"/>
                    </a:cubicBezTo>
                    <a:lnTo>
                      <a:pt x="24049" y="99"/>
                    </a:lnTo>
                    <a:cubicBezTo>
                      <a:pt x="24383" y="516"/>
                      <a:pt x="24717" y="913"/>
                      <a:pt x="24863" y="1142"/>
                    </a:cubicBezTo>
                    <a:cubicBezTo>
                      <a:pt x="26260" y="3457"/>
                      <a:pt x="26698" y="6252"/>
                      <a:pt x="26073" y="8901"/>
                    </a:cubicBezTo>
                    <a:cubicBezTo>
                      <a:pt x="25155" y="12718"/>
                      <a:pt x="21964" y="14887"/>
                      <a:pt x="18313" y="16055"/>
                    </a:cubicBezTo>
                    <a:cubicBezTo>
                      <a:pt x="15385" y="16992"/>
                      <a:pt x="12164" y="17290"/>
                      <a:pt x="9523" y="17290"/>
                    </a:cubicBezTo>
                    <a:cubicBezTo>
                      <a:pt x="9343" y="17290"/>
                      <a:pt x="9165" y="17288"/>
                      <a:pt x="8990" y="17286"/>
                    </a:cubicBezTo>
                    <a:cubicBezTo>
                      <a:pt x="5966" y="17223"/>
                      <a:pt x="2837" y="16785"/>
                      <a:pt x="0" y="15701"/>
                    </a:cubicBezTo>
                    <a:lnTo>
                      <a:pt x="0" y="15701"/>
                    </a:lnTo>
                    <a:cubicBezTo>
                      <a:pt x="1210" y="17640"/>
                      <a:pt x="3129" y="19142"/>
                      <a:pt x="5340" y="20102"/>
                    </a:cubicBezTo>
                    <a:cubicBezTo>
                      <a:pt x="8406" y="21457"/>
                      <a:pt x="11868" y="21979"/>
                      <a:pt x="15185" y="22041"/>
                    </a:cubicBezTo>
                    <a:cubicBezTo>
                      <a:pt x="15350" y="22044"/>
                      <a:pt x="15518" y="22045"/>
                      <a:pt x="15689" y="22045"/>
                    </a:cubicBezTo>
                    <a:cubicBezTo>
                      <a:pt x="18338" y="22045"/>
                      <a:pt x="21589" y="21732"/>
                      <a:pt x="24508" y="20811"/>
                    </a:cubicBezTo>
                    <a:cubicBezTo>
                      <a:pt x="28158" y="19643"/>
                      <a:pt x="31350" y="17473"/>
                      <a:pt x="32267" y="13657"/>
                    </a:cubicBezTo>
                    <a:cubicBezTo>
                      <a:pt x="32893" y="11008"/>
                      <a:pt x="32455" y="8234"/>
                      <a:pt x="31058" y="5898"/>
                    </a:cubicBezTo>
                    <a:cubicBezTo>
                      <a:pt x="30661" y="5251"/>
                      <a:pt x="28930" y="3541"/>
                      <a:pt x="29180" y="2769"/>
                    </a:cubicBezTo>
                    <a:cubicBezTo>
                      <a:pt x="29410" y="1976"/>
                      <a:pt x="30453" y="2122"/>
                      <a:pt x="30286" y="1121"/>
                    </a:cubicBezTo>
                    <a:cubicBezTo>
                      <a:pt x="30181" y="537"/>
                      <a:pt x="29702" y="370"/>
                      <a:pt x="29243" y="183"/>
                    </a:cubicBezTo>
                    <a:cubicBezTo>
                      <a:pt x="28897" y="42"/>
                      <a:pt x="28498" y="0"/>
                      <a:pt x="28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717100" y="3546300"/>
                <a:ext cx="540975" cy="31850"/>
              </a:xfrm>
              <a:custGeom>
                <a:rect b="b" l="l" r="r" t="t"/>
                <a:pathLst>
                  <a:path extrusionOk="0" h="1274" w="21639">
                    <a:moveTo>
                      <a:pt x="8477" y="1"/>
                    </a:moveTo>
                    <a:cubicBezTo>
                      <a:pt x="6830" y="1"/>
                      <a:pt x="5182" y="22"/>
                      <a:pt x="3555" y="42"/>
                    </a:cubicBezTo>
                    <a:cubicBezTo>
                      <a:pt x="3313" y="42"/>
                      <a:pt x="3059" y="37"/>
                      <a:pt x="2800" y="37"/>
                    </a:cubicBezTo>
                    <a:cubicBezTo>
                      <a:pt x="1828" y="37"/>
                      <a:pt x="789" y="115"/>
                      <a:pt x="113" y="856"/>
                    </a:cubicBezTo>
                    <a:cubicBezTo>
                      <a:pt x="0" y="969"/>
                      <a:pt x="100" y="1132"/>
                      <a:pt x="228" y="1132"/>
                    </a:cubicBezTo>
                    <a:cubicBezTo>
                      <a:pt x="266" y="1132"/>
                      <a:pt x="305" y="1118"/>
                      <a:pt x="343" y="1085"/>
                    </a:cubicBezTo>
                    <a:cubicBezTo>
                      <a:pt x="781" y="710"/>
                      <a:pt x="1386" y="647"/>
                      <a:pt x="1949" y="626"/>
                    </a:cubicBezTo>
                    <a:cubicBezTo>
                      <a:pt x="2056" y="623"/>
                      <a:pt x="2163" y="621"/>
                      <a:pt x="2270" y="621"/>
                    </a:cubicBezTo>
                    <a:cubicBezTo>
                      <a:pt x="2747" y="621"/>
                      <a:pt x="3224" y="655"/>
                      <a:pt x="3701" y="689"/>
                    </a:cubicBezTo>
                    <a:cubicBezTo>
                      <a:pt x="5161" y="731"/>
                      <a:pt x="6621" y="793"/>
                      <a:pt x="8102" y="856"/>
                    </a:cubicBezTo>
                    <a:cubicBezTo>
                      <a:pt x="11168" y="981"/>
                      <a:pt x="14213" y="1085"/>
                      <a:pt x="17279" y="1210"/>
                    </a:cubicBezTo>
                    <a:cubicBezTo>
                      <a:pt x="18030" y="1231"/>
                      <a:pt x="18802" y="1252"/>
                      <a:pt x="19553" y="1273"/>
                    </a:cubicBezTo>
                    <a:lnTo>
                      <a:pt x="20617" y="1273"/>
                    </a:lnTo>
                    <a:cubicBezTo>
                      <a:pt x="21013" y="1273"/>
                      <a:pt x="21472" y="1273"/>
                      <a:pt x="21597" y="793"/>
                    </a:cubicBezTo>
                    <a:cubicBezTo>
                      <a:pt x="21639" y="480"/>
                      <a:pt x="21451" y="168"/>
                      <a:pt x="21117" y="84"/>
                    </a:cubicBezTo>
                    <a:cubicBezTo>
                      <a:pt x="20973" y="42"/>
                      <a:pt x="20809" y="30"/>
                      <a:pt x="20639" y="30"/>
                    </a:cubicBezTo>
                    <a:cubicBezTo>
                      <a:pt x="20441" y="30"/>
                      <a:pt x="20235" y="46"/>
                      <a:pt x="20047" y="46"/>
                    </a:cubicBezTo>
                    <a:cubicBezTo>
                      <a:pt x="19999" y="46"/>
                      <a:pt x="19953" y="45"/>
                      <a:pt x="19907" y="42"/>
                    </a:cubicBezTo>
                    <a:cubicBezTo>
                      <a:pt x="19157" y="42"/>
                      <a:pt x="18385" y="22"/>
                      <a:pt x="17634" y="22"/>
                    </a:cubicBezTo>
                    <a:lnTo>
                      <a:pt x="8477" y="1"/>
                    </a:ln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1265875" y="3547875"/>
                <a:ext cx="59475" cy="26625"/>
              </a:xfrm>
              <a:custGeom>
                <a:rect b="b" l="l" r="r" t="t"/>
                <a:pathLst>
                  <a:path extrusionOk="0" h="1065" w="2379">
                    <a:moveTo>
                      <a:pt x="1857" y="0"/>
                    </a:moveTo>
                    <a:cubicBezTo>
                      <a:pt x="1732" y="0"/>
                      <a:pt x="1606" y="0"/>
                      <a:pt x="1481" y="21"/>
                    </a:cubicBezTo>
                    <a:lnTo>
                      <a:pt x="1148" y="63"/>
                    </a:lnTo>
                    <a:cubicBezTo>
                      <a:pt x="981" y="63"/>
                      <a:pt x="835" y="84"/>
                      <a:pt x="689" y="105"/>
                    </a:cubicBezTo>
                    <a:cubicBezTo>
                      <a:pt x="543" y="146"/>
                      <a:pt x="418" y="209"/>
                      <a:pt x="292" y="271"/>
                    </a:cubicBezTo>
                    <a:cubicBezTo>
                      <a:pt x="0" y="459"/>
                      <a:pt x="63" y="876"/>
                      <a:pt x="397" y="981"/>
                    </a:cubicBezTo>
                    <a:cubicBezTo>
                      <a:pt x="522" y="1022"/>
                      <a:pt x="668" y="1064"/>
                      <a:pt x="814" y="1064"/>
                    </a:cubicBezTo>
                    <a:cubicBezTo>
                      <a:pt x="939" y="1064"/>
                      <a:pt x="1043" y="1064"/>
                      <a:pt x="1168" y="1043"/>
                    </a:cubicBezTo>
                    <a:lnTo>
                      <a:pt x="1523" y="1022"/>
                    </a:lnTo>
                    <a:cubicBezTo>
                      <a:pt x="1669" y="1022"/>
                      <a:pt x="1836" y="1001"/>
                      <a:pt x="1982" y="960"/>
                    </a:cubicBezTo>
                    <a:cubicBezTo>
                      <a:pt x="2211" y="897"/>
                      <a:pt x="2378" y="668"/>
                      <a:pt x="2337" y="417"/>
                    </a:cubicBezTo>
                    <a:cubicBezTo>
                      <a:pt x="2295" y="188"/>
                      <a:pt x="2086" y="0"/>
                      <a:pt x="1857"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a:off x="700804" y="3724050"/>
                <a:ext cx="74225" cy="236075"/>
              </a:xfrm>
              <a:custGeom>
                <a:rect b="b" l="l" r="r" t="t"/>
                <a:pathLst>
                  <a:path extrusionOk="0" h="9443" w="2969">
                    <a:moveTo>
                      <a:pt x="2240" y="1"/>
                    </a:moveTo>
                    <a:cubicBezTo>
                      <a:pt x="2159" y="1"/>
                      <a:pt x="2078" y="21"/>
                      <a:pt x="2003" y="66"/>
                    </a:cubicBezTo>
                    <a:cubicBezTo>
                      <a:pt x="1293" y="483"/>
                      <a:pt x="772" y="1317"/>
                      <a:pt x="480" y="2068"/>
                    </a:cubicBezTo>
                    <a:cubicBezTo>
                      <a:pt x="188" y="2819"/>
                      <a:pt x="21" y="3632"/>
                      <a:pt x="21" y="4467"/>
                    </a:cubicBezTo>
                    <a:cubicBezTo>
                      <a:pt x="0" y="5301"/>
                      <a:pt x="125" y="6135"/>
                      <a:pt x="355" y="6949"/>
                    </a:cubicBezTo>
                    <a:cubicBezTo>
                      <a:pt x="584" y="7762"/>
                      <a:pt x="960" y="8555"/>
                      <a:pt x="1502" y="9222"/>
                    </a:cubicBezTo>
                    <a:cubicBezTo>
                      <a:pt x="1638" y="9369"/>
                      <a:pt x="1822" y="9442"/>
                      <a:pt x="2009" y="9442"/>
                    </a:cubicBezTo>
                    <a:cubicBezTo>
                      <a:pt x="2168" y="9442"/>
                      <a:pt x="2328" y="9390"/>
                      <a:pt x="2462" y="9285"/>
                    </a:cubicBezTo>
                    <a:cubicBezTo>
                      <a:pt x="2754" y="9055"/>
                      <a:pt x="2837" y="8638"/>
                      <a:pt x="2670" y="8325"/>
                    </a:cubicBezTo>
                    <a:cubicBezTo>
                      <a:pt x="2503" y="8012"/>
                      <a:pt x="2316" y="7741"/>
                      <a:pt x="2169" y="7428"/>
                    </a:cubicBezTo>
                    <a:cubicBezTo>
                      <a:pt x="2044" y="7136"/>
                      <a:pt x="1919" y="6844"/>
                      <a:pt x="1836" y="6532"/>
                    </a:cubicBezTo>
                    <a:cubicBezTo>
                      <a:pt x="1627" y="5885"/>
                      <a:pt x="1502" y="5197"/>
                      <a:pt x="1460" y="4508"/>
                    </a:cubicBezTo>
                    <a:cubicBezTo>
                      <a:pt x="1419" y="3862"/>
                      <a:pt x="1502" y="3194"/>
                      <a:pt x="1690" y="2548"/>
                    </a:cubicBezTo>
                    <a:cubicBezTo>
                      <a:pt x="1773" y="2235"/>
                      <a:pt x="1919" y="1943"/>
                      <a:pt x="2065" y="1651"/>
                    </a:cubicBezTo>
                    <a:cubicBezTo>
                      <a:pt x="2253" y="1338"/>
                      <a:pt x="2503" y="1088"/>
                      <a:pt x="2712" y="775"/>
                    </a:cubicBezTo>
                    <a:cubicBezTo>
                      <a:pt x="2968" y="416"/>
                      <a:pt x="2608" y="1"/>
                      <a:pt x="2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714200" y="3528050"/>
                <a:ext cx="733675" cy="83450"/>
              </a:xfrm>
              <a:custGeom>
                <a:rect b="b" l="l" r="r" t="t"/>
                <a:pathLst>
                  <a:path extrusionOk="0" h="3338" w="29347">
                    <a:moveTo>
                      <a:pt x="12327" y="1"/>
                    </a:moveTo>
                    <a:lnTo>
                      <a:pt x="10950" y="42"/>
                    </a:lnTo>
                    <a:cubicBezTo>
                      <a:pt x="4651" y="230"/>
                      <a:pt x="0" y="856"/>
                      <a:pt x="0" y="1669"/>
                    </a:cubicBezTo>
                    <a:cubicBezTo>
                      <a:pt x="0" y="2483"/>
                      <a:pt x="5048" y="3150"/>
                      <a:pt x="11743" y="3317"/>
                    </a:cubicBezTo>
                    <a:lnTo>
                      <a:pt x="12828" y="3338"/>
                    </a:lnTo>
                    <a:lnTo>
                      <a:pt x="15852" y="3338"/>
                    </a:lnTo>
                    <a:cubicBezTo>
                      <a:pt x="16186" y="3338"/>
                      <a:pt x="16519" y="3317"/>
                      <a:pt x="16853" y="3317"/>
                    </a:cubicBezTo>
                    <a:lnTo>
                      <a:pt x="17437" y="3317"/>
                    </a:lnTo>
                    <a:cubicBezTo>
                      <a:pt x="24216" y="3171"/>
                      <a:pt x="29347" y="2483"/>
                      <a:pt x="29347" y="1669"/>
                    </a:cubicBezTo>
                    <a:cubicBezTo>
                      <a:pt x="29347" y="856"/>
                      <a:pt x="24299" y="188"/>
                      <a:pt x="17625" y="22"/>
                    </a:cubicBezTo>
                    <a:cubicBezTo>
                      <a:pt x="17395" y="22"/>
                      <a:pt x="17187" y="1"/>
                      <a:pt x="169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749350" y="3631275"/>
                <a:ext cx="657175" cy="43125"/>
              </a:xfrm>
              <a:custGeom>
                <a:rect b="b" l="l" r="r" t="t"/>
                <a:pathLst>
                  <a:path extrusionOk="0" h="1725" w="26287">
                    <a:moveTo>
                      <a:pt x="26083" y="1"/>
                    </a:moveTo>
                    <a:cubicBezTo>
                      <a:pt x="26077" y="1"/>
                      <a:pt x="26070" y="1"/>
                      <a:pt x="26064" y="2"/>
                    </a:cubicBezTo>
                    <a:cubicBezTo>
                      <a:pt x="25229" y="43"/>
                      <a:pt x="24416" y="210"/>
                      <a:pt x="23582" y="356"/>
                    </a:cubicBezTo>
                    <a:cubicBezTo>
                      <a:pt x="22768" y="481"/>
                      <a:pt x="21934" y="586"/>
                      <a:pt x="21099" y="690"/>
                    </a:cubicBezTo>
                    <a:cubicBezTo>
                      <a:pt x="19410" y="898"/>
                      <a:pt x="17741" y="1044"/>
                      <a:pt x="16052" y="1149"/>
                    </a:cubicBezTo>
                    <a:cubicBezTo>
                      <a:pt x="14417" y="1240"/>
                      <a:pt x="12777" y="1287"/>
                      <a:pt x="11137" y="1287"/>
                    </a:cubicBezTo>
                    <a:cubicBezTo>
                      <a:pt x="9409" y="1287"/>
                      <a:pt x="7680" y="1235"/>
                      <a:pt x="5957" y="1128"/>
                    </a:cubicBezTo>
                    <a:cubicBezTo>
                      <a:pt x="4080" y="1003"/>
                      <a:pt x="2182" y="815"/>
                      <a:pt x="388" y="168"/>
                    </a:cubicBezTo>
                    <a:cubicBezTo>
                      <a:pt x="358" y="158"/>
                      <a:pt x="331" y="153"/>
                      <a:pt x="305" y="153"/>
                    </a:cubicBezTo>
                    <a:cubicBezTo>
                      <a:pt x="75" y="153"/>
                      <a:pt x="0" y="533"/>
                      <a:pt x="263" y="627"/>
                    </a:cubicBezTo>
                    <a:lnTo>
                      <a:pt x="242" y="627"/>
                    </a:lnTo>
                    <a:cubicBezTo>
                      <a:pt x="1848" y="1149"/>
                      <a:pt x="3537" y="1441"/>
                      <a:pt x="5227" y="1524"/>
                    </a:cubicBezTo>
                    <a:cubicBezTo>
                      <a:pt x="6895" y="1628"/>
                      <a:pt x="8564" y="1691"/>
                      <a:pt x="10233" y="1712"/>
                    </a:cubicBezTo>
                    <a:cubicBezTo>
                      <a:pt x="10705" y="1720"/>
                      <a:pt x="11177" y="1725"/>
                      <a:pt x="11650" y="1725"/>
                    </a:cubicBezTo>
                    <a:cubicBezTo>
                      <a:pt x="14598" y="1725"/>
                      <a:pt x="17546" y="1559"/>
                      <a:pt x="20495" y="1253"/>
                    </a:cubicBezTo>
                    <a:cubicBezTo>
                      <a:pt x="21412" y="1149"/>
                      <a:pt x="22309" y="1044"/>
                      <a:pt x="23227" y="919"/>
                    </a:cubicBezTo>
                    <a:cubicBezTo>
                      <a:pt x="24207" y="815"/>
                      <a:pt x="25167" y="627"/>
                      <a:pt x="26105" y="356"/>
                    </a:cubicBezTo>
                    <a:cubicBezTo>
                      <a:pt x="26287" y="296"/>
                      <a:pt x="26273" y="1"/>
                      <a:pt x="260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a:off x="1096400" y="2074550"/>
                <a:ext cx="486525" cy="542050"/>
              </a:xfrm>
              <a:custGeom>
                <a:rect b="b" l="l" r="r" t="t"/>
                <a:pathLst>
                  <a:path extrusionOk="0" h="21682" w="19461">
                    <a:moveTo>
                      <a:pt x="15156" y="0"/>
                    </a:moveTo>
                    <a:cubicBezTo>
                      <a:pt x="14416" y="0"/>
                      <a:pt x="13668" y="124"/>
                      <a:pt x="12953" y="303"/>
                    </a:cubicBezTo>
                    <a:cubicBezTo>
                      <a:pt x="8511" y="1429"/>
                      <a:pt x="4902" y="4892"/>
                      <a:pt x="2817" y="8980"/>
                    </a:cubicBezTo>
                    <a:cubicBezTo>
                      <a:pt x="1732" y="11128"/>
                      <a:pt x="939" y="13422"/>
                      <a:pt x="480" y="15800"/>
                    </a:cubicBezTo>
                    <a:cubicBezTo>
                      <a:pt x="335" y="16487"/>
                      <a:pt x="355" y="21452"/>
                      <a:pt x="3" y="21680"/>
                    </a:cubicBezTo>
                    <a:lnTo>
                      <a:pt x="3" y="21680"/>
                    </a:lnTo>
                    <a:cubicBezTo>
                      <a:pt x="1921" y="20493"/>
                      <a:pt x="3985" y="20305"/>
                      <a:pt x="6029" y="19492"/>
                    </a:cubicBezTo>
                    <a:cubicBezTo>
                      <a:pt x="8573" y="18532"/>
                      <a:pt x="10930" y="17177"/>
                      <a:pt x="13037" y="15466"/>
                    </a:cubicBezTo>
                    <a:cubicBezTo>
                      <a:pt x="16353" y="12692"/>
                      <a:pt x="18835" y="8750"/>
                      <a:pt x="19377" y="4454"/>
                    </a:cubicBezTo>
                    <a:cubicBezTo>
                      <a:pt x="19461" y="3932"/>
                      <a:pt x="19461" y="3432"/>
                      <a:pt x="19377" y="2910"/>
                    </a:cubicBezTo>
                    <a:cubicBezTo>
                      <a:pt x="19127" y="1638"/>
                      <a:pt x="18043" y="637"/>
                      <a:pt x="16791" y="240"/>
                    </a:cubicBezTo>
                    <a:cubicBezTo>
                      <a:pt x="16263" y="70"/>
                      <a:pt x="15712" y="0"/>
                      <a:pt x="15156" y="0"/>
                    </a:cubicBezTo>
                    <a:close/>
                    <a:moveTo>
                      <a:pt x="3" y="21680"/>
                    </a:moveTo>
                    <a:lnTo>
                      <a:pt x="3" y="21680"/>
                    </a:lnTo>
                    <a:cubicBezTo>
                      <a:pt x="2" y="21681"/>
                      <a:pt x="1" y="21681"/>
                      <a:pt x="1" y="21682"/>
                    </a:cubicBezTo>
                    <a:cubicBezTo>
                      <a:pt x="1" y="21681"/>
                      <a:pt x="2" y="21681"/>
                      <a:pt x="3" y="216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a:off x="229775" y="2449725"/>
                <a:ext cx="699800" cy="368125"/>
              </a:xfrm>
              <a:custGeom>
                <a:rect b="b" l="l" r="r" t="t"/>
                <a:pathLst>
                  <a:path extrusionOk="0" h="14725" w="27992">
                    <a:moveTo>
                      <a:pt x="7679" y="1"/>
                    </a:moveTo>
                    <a:cubicBezTo>
                      <a:pt x="7050" y="1"/>
                      <a:pt x="6422" y="54"/>
                      <a:pt x="5799" y="167"/>
                    </a:cubicBezTo>
                    <a:cubicBezTo>
                      <a:pt x="3525" y="564"/>
                      <a:pt x="1252" y="1982"/>
                      <a:pt x="605" y="4193"/>
                    </a:cubicBezTo>
                    <a:cubicBezTo>
                      <a:pt x="0" y="6258"/>
                      <a:pt x="960" y="8531"/>
                      <a:pt x="2503" y="10012"/>
                    </a:cubicBezTo>
                    <a:cubicBezTo>
                      <a:pt x="4047" y="11493"/>
                      <a:pt x="6091" y="12327"/>
                      <a:pt x="8135" y="13016"/>
                    </a:cubicBezTo>
                    <a:cubicBezTo>
                      <a:pt x="11222" y="14058"/>
                      <a:pt x="14642" y="14392"/>
                      <a:pt x="17875" y="14601"/>
                    </a:cubicBezTo>
                    <a:cubicBezTo>
                      <a:pt x="19097" y="14688"/>
                      <a:pt x="20308" y="14725"/>
                      <a:pt x="21517" y="14725"/>
                    </a:cubicBezTo>
                    <a:cubicBezTo>
                      <a:pt x="22041" y="14725"/>
                      <a:pt x="22566" y="14718"/>
                      <a:pt x="23090" y="14705"/>
                    </a:cubicBezTo>
                    <a:cubicBezTo>
                      <a:pt x="23522" y="14688"/>
                      <a:pt x="26492" y="14269"/>
                      <a:pt x="27590" y="14269"/>
                    </a:cubicBezTo>
                    <a:cubicBezTo>
                      <a:pt x="27816" y="14269"/>
                      <a:pt x="27963" y="14287"/>
                      <a:pt x="27991" y="14330"/>
                    </a:cubicBezTo>
                    <a:cubicBezTo>
                      <a:pt x="26302" y="11764"/>
                      <a:pt x="24091" y="9845"/>
                      <a:pt x="21880" y="7718"/>
                    </a:cubicBezTo>
                    <a:cubicBezTo>
                      <a:pt x="19648" y="5549"/>
                      <a:pt x="17291" y="3442"/>
                      <a:pt x="14538" y="1919"/>
                    </a:cubicBezTo>
                    <a:cubicBezTo>
                      <a:pt x="12442" y="764"/>
                      <a:pt x="10060" y="1"/>
                      <a:pt x="7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a:off x="1159500" y="2583400"/>
                <a:ext cx="645050" cy="442075"/>
              </a:xfrm>
              <a:custGeom>
                <a:rect b="b" l="l" r="r" t="t"/>
                <a:pathLst>
                  <a:path extrusionOk="0" h="17683" w="25802">
                    <a:moveTo>
                      <a:pt x="18524" y="0"/>
                    </a:moveTo>
                    <a:cubicBezTo>
                      <a:pt x="14916" y="0"/>
                      <a:pt x="11301" y="1644"/>
                      <a:pt x="8552" y="4060"/>
                    </a:cubicBezTo>
                    <a:cubicBezTo>
                      <a:pt x="6863" y="5583"/>
                      <a:pt x="5382" y="7335"/>
                      <a:pt x="4172" y="9254"/>
                    </a:cubicBezTo>
                    <a:cubicBezTo>
                      <a:pt x="2858" y="11339"/>
                      <a:pt x="1440" y="13342"/>
                      <a:pt x="0" y="15344"/>
                    </a:cubicBezTo>
                    <a:cubicBezTo>
                      <a:pt x="2211" y="15886"/>
                      <a:pt x="4276" y="16721"/>
                      <a:pt x="6446" y="17242"/>
                    </a:cubicBezTo>
                    <a:cubicBezTo>
                      <a:pt x="7666" y="17536"/>
                      <a:pt x="8916" y="17683"/>
                      <a:pt x="10168" y="17683"/>
                    </a:cubicBezTo>
                    <a:cubicBezTo>
                      <a:pt x="11227" y="17683"/>
                      <a:pt x="12287" y="17578"/>
                      <a:pt x="13329" y="17367"/>
                    </a:cubicBezTo>
                    <a:cubicBezTo>
                      <a:pt x="17354" y="16512"/>
                      <a:pt x="21004" y="14072"/>
                      <a:pt x="23486" y="10776"/>
                    </a:cubicBezTo>
                    <a:cubicBezTo>
                      <a:pt x="24446" y="9504"/>
                      <a:pt x="25238" y="8107"/>
                      <a:pt x="25509" y="6542"/>
                    </a:cubicBezTo>
                    <a:cubicBezTo>
                      <a:pt x="25801" y="4999"/>
                      <a:pt x="25489" y="3288"/>
                      <a:pt x="24446" y="2100"/>
                    </a:cubicBezTo>
                    <a:cubicBezTo>
                      <a:pt x="23632" y="1161"/>
                      <a:pt x="22443" y="640"/>
                      <a:pt x="21234" y="327"/>
                    </a:cubicBezTo>
                    <a:cubicBezTo>
                      <a:pt x="20340" y="104"/>
                      <a:pt x="19432" y="0"/>
                      <a:pt x="18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a:off x="785750" y="2075125"/>
                <a:ext cx="303900" cy="1536375"/>
              </a:xfrm>
              <a:custGeom>
                <a:rect b="b" l="l" r="r" t="t"/>
                <a:pathLst>
                  <a:path extrusionOk="0" h="61455" w="12156">
                    <a:moveTo>
                      <a:pt x="290" y="0"/>
                    </a:moveTo>
                    <a:cubicBezTo>
                      <a:pt x="143" y="0"/>
                      <a:pt x="0" y="151"/>
                      <a:pt x="100" y="322"/>
                    </a:cubicBezTo>
                    <a:cubicBezTo>
                      <a:pt x="1789" y="3367"/>
                      <a:pt x="3208" y="6579"/>
                      <a:pt x="4918" y="9624"/>
                    </a:cubicBezTo>
                    <a:cubicBezTo>
                      <a:pt x="6503" y="12440"/>
                      <a:pt x="8193" y="15130"/>
                      <a:pt x="9277" y="18176"/>
                    </a:cubicBezTo>
                    <a:cubicBezTo>
                      <a:pt x="10341" y="21263"/>
                      <a:pt x="10988" y="24495"/>
                      <a:pt x="11154" y="27749"/>
                    </a:cubicBezTo>
                    <a:cubicBezTo>
                      <a:pt x="11551" y="34027"/>
                      <a:pt x="10487" y="40305"/>
                      <a:pt x="10153" y="46563"/>
                    </a:cubicBezTo>
                    <a:cubicBezTo>
                      <a:pt x="9966" y="49733"/>
                      <a:pt x="9903" y="52924"/>
                      <a:pt x="10195" y="56115"/>
                    </a:cubicBezTo>
                    <a:cubicBezTo>
                      <a:pt x="10258" y="56762"/>
                      <a:pt x="10320" y="57429"/>
                      <a:pt x="10404" y="58118"/>
                    </a:cubicBezTo>
                    <a:cubicBezTo>
                      <a:pt x="10529" y="59244"/>
                      <a:pt x="10716" y="60349"/>
                      <a:pt x="10967" y="61455"/>
                    </a:cubicBezTo>
                    <a:lnTo>
                      <a:pt x="11947" y="61455"/>
                    </a:lnTo>
                    <a:cubicBezTo>
                      <a:pt x="11759" y="60349"/>
                      <a:pt x="11572" y="59223"/>
                      <a:pt x="11405" y="58118"/>
                    </a:cubicBezTo>
                    <a:cubicBezTo>
                      <a:pt x="11217" y="56783"/>
                      <a:pt x="11092" y="55427"/>
                      <a:pt x="11029" y="54071"/>
                    </a:cubicBezTo>
                    <a:cubicBezTo>
                      <a:pt x="10946" y="50880"/>
                      <a:pt x="11092" y="47689"/>
                      <a:pt x="11321" y="44498"/>
                    </a:cubicBezTo>
                    <a:cubicBezTo>
                      <a:pt x="11759" y="38178"/>
                      <a:pt x="12156" y="31775"/>
                      <a:pt x="11467" y="25455"/>
                    </a:cubicBezTo>
                    <a:cubicBezTo>
                      <a:pt x="11134" y="22493"/>
                      <a:pt x="10570" y="19531"/>
                      <a:pt x="9486" y="16757"/>
                    </a:cubicBezTo>
                    <a:cubicBezTo>
                      <a:pt x="8443" y="14108"/>
                      <a:pt x="6962" y="11731"/>
                      <a:pt x="5502" y="9290"/>
                    </a:cubicBezTo>
                    <a:cubicBezTo>
                      <a:pt x="3729" y="6287"/>
                      <a:pt x="2332" y="3054"/>
                      <a:pt x="475" y="113"/>
                    </a:cubicBezTo>
                    <a:cubicBezTo>
                      <a:pt x="429" y="33"/>
                      <a:pt x="35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
              <p:cNvSpPr/>
              <p:nvPr/>
            </p:nvSpPr>
            <p:spPr>
              <a:xfrm>
                <a:off x="1160550" y="2302450"/>
                <a:ext cx="20875" cy="217850"/>
              </a:xfrm>
              <a:custGeom>
                <a:rect b="b" l="l" r="r" t="t"/>
                <a:pathLst>
                  <a:path extrusionOk="0" h="8714" w="835">
                    <a:moveTo>
                      <a:pt x="684" y="0"/>
                    </a:moveTo>
                    <a:cubicBezTo>
                      <a:pt x="675" y="0"/>
                      <a:pt x="668" y="3"/>
                      <a:pt x="668" y="10"/>
                    </a:cubicBezTo>
                    <a:cubicBezTo>
                      <a:pt x="188" y="1178"/>
                      <a:pt x="292" y="2450"/>
                      <a:pt x="376" y="3660"/>
                    </a:cubicBezTo>
                    <a:cubicBezTo>
                      <a:pt x="417" y="4244"/>
                      <a:pt x="459" y="4828"/>
                      <a:pt x="522" y="5412"/>
                    </a:cubicBezTo>
                    <a:cubicBezTo>
                      <a:pt x="584" y="5954"/>
                      <a:pt x="584" y="6496"/>
                      <a:pt x="543" y="7039"/>
                    </a:cubicBezTo>
                    <a:cubicBezTo>
                      <a:pt x="480" y="7623"/>
                      <a:pt x="292" y="8186"/>
                      <a:pt x="0" y="8686"/>
                    </a:cubicBezTo>
                    <a:cubicBezTo>
                      <a:pt x="0" y="8686"/>
                      <a:pt x="40" y="8713"/>
                      <a:pt x="67" y="8713"/>
                    </a:cubicBezTo>
                    <a:cubicBezTo>
                      <a:pt x="74" y="8713"/>
                      <a:pt x="79" y="8711"/>
                      <a:pt x="84" y="8707"/>
                    </a:cubicBezTo>
                    <a:cubicBezTo>
                      <a:pt x="835" y="7935"/>
                      <a:pt x="793" y="6684"/>
                      <a:pt x="730" y="5683"/>
                    </a:cubicBezTo>
                    <a:cubicBezTo>
                      <a:pt x="626" y="4494"/>
                      <a:pt x="501" y="3284"/>
                      <a:pt x="501" y="2095"/>
                    </a:cubicBezTo>
                    <a:cubicBezTo>
                      <a:pt x="480" y="1386"/>
                      <a:pt x="563" y="698"/>
                      <a:pt x="730" y="10"/>
                    </a:cubicBezTo>
                    <a:cubicBezTo>
                      <a:pt x="730" y="10"/>
                      <a:pt x="702"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a:off x="1234575" y="2150425"/>
                <a:ext cx="53750" cy="252925"/>
              </a:xfrm>
              <a:custGeom>
                <a:rect b="b" l="l" r="r" t="t"/>
                <a:pathLst>
                  <a:path extrusionOk="0" h="10117" w="2150">
                    <a:moveTo>
                      <a:pt x="2066" y="0"/>
                    </a:moveTo>
                    <a:cubicBezTo>
                      <a:pt x="1023" y="647"/>
                      <a:pt x="648" y="1919"/>
                      <a:pt x="585" y="3087"/>
                    </a:cubicBezTo>
                    <a:cubicBezTo>
                      <a:pt x="502" y="4568"/>
                      <a:pt x="960" y="5965"/>
                      <a:pt x="1232" y="7405"/>
                    </a:cubicBezTo>
                    <a:cubicBezTo>
                      <a:pt x="1419" y="8302"/>
                      <a:pt x="1440" y="9219"/>
                      <a:pt x="1294" y="10116"/>
                    </a:cubicBezTo>
                    <a:lnTo>
                      <a:pt x="1378" y="10116"/>
                    </a:lnTo>
                    <a:cubicBezTo>
                      <a:pt x="1982" y="7238"/>
                      <a:pt x="1" y="4422"/>
                      <a:pt x="1023" y="1585"/>
                    </a:cubicBezTo>
                    <a:cubicBezTo>
                      <a:pt x="1232" y="960"/>
                      <a:pt x="1628" y="417"/>
                      <a:pt x="2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a:off x="1337300" y="2096625"/>
                <a:ext cx="75650" cy="229550"/>
              </a:xfrm>
              <a:custGeom>
                <a:rect b="b" l="l" r="r" t="t"/>
                <a:pathLst>
                  <a:path extrusionOk="0" h="9182" w="3026">
                    <a:moveTo>
                      <a:pt x="3022" y="1"/>
                    </a:moveTo>
                    <a:cubicBezTo>
                      <a:pt x="3019" y="1"/>
                      <a:pt x="3012" y="5"/>
                      <a:pt x="3003" y="11"/>
                    </a:cubicBezTo>
                    <a:lnTo>
                      <a:pt x="3003" y="11"/>
                    </a:lnTo>
                    <a:cubicBezTo>
                      <a:pt x="3010" y="8"/>
                      <a:pt x="3018" y="6"/>
                      <a:pt x="3025" y="4"/>
                    </a:cubicBezTo>
                    <a:cubicBezTo>
                      <a:pt x="3025" y="2"/>
                      <a:pt x="3024" y="1"/>
                      <a:pt x="3022" y="1"/>
                    </a:cubicBezTo>
                    <a:close/>
                    <a:moveTo>
                      <a:pt x="3003" y="11"/>
                    </a:moveTo>
                    <a:lnTo>
                      <a:pt x="3003" y="11"/>
                    </a:lnTo>
                    <a:cubicBezTo>
                      <a:pt x="1911" y="352"/>
                      <a:pt x="1229" y="1388"/>
                      <a:pt x="877" y="2423"/>
                    </a:cubicBezTo>
                    <a:cubicBezTo>
                      <a:pt x="439" y="3779"/>
                      <a:pt x="585" y="5197"/>
                      <a:pt x="543" y="6616"/>
                    </a:cubicBezTo>
                    <a:cubicBezTo>
                      <a:pt x="543" y="7492"/>
                      <a:pt x="356" y="8368"/>
                      <a:pt x="1" y="9181"/>
                    </a:cubicBezTo>
                    <a:cubicBezTo>
                      <a:pt x="1" y="9181"/>
                      <a:pt x="22" y="9181"/>
                      <a:pt x="43" y="9140"/>
                    </a:cubicBezTo>
                    <a:cubicBezTo>
                      <a:pt x="731" y="7825"/>
                      <a:pt x="668" y="6345"/>
                      <a:pt x="689" y="4926"/>
                    </a:cubicBezTo>
                    <a:cubicBezTo>
                      <a:pt x="689" y="3717"/>
                      <a:pt x="814" y="2486"/>
                      <a:pt x="1419" y="1401"/>
                    </a:cubicBezTo>
                    <a:cubicBezTo>
                      <a:pt x="1732" y="797"/>
                      <a:pt x="2274" y="317"/>
                      <a:pt x="2921" y="66"/>
                    </a:cubicBezTo>
                    <a:cubicBezTo>
                      <a:pt x="2935" y="66"/>
                      <a:pt x="2977" y="29"/>
                      <a:pt x="3003"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1356075" y="2107075"/>
                <a:ext cx="129350" cy="204500"/>
              </a:xfrm>
              <a:custGeom>
                <a:rect b="b" l="l" r="r" t="t"/>
                <a:pathLst>
                  <a:path extrusionOk="0" h="8180" w="5174">
                    <a:moveTo>
                      <a:pt x="5038" y="1"/>
                    </a:moveTo>
                    <a:cubicBezTo>
                      <a:pt x="5034" y="1"/>
                      <a:pt x="5031" y="1"/>
                      <a:pt x="5028" y="3"/>
                    </a:cubicBezTo>
                    <a:cubicBezTo>
                      <a:pt x="4882" y="45"/>
                      <a:pt x="4756" y="87"/>
                      <a:pt x="4610" y="149"/>
                    </a:cubicBezTo>
                    <a:cubicBezTo>
                      <a:pt x="4485" y="212"/>
                      <a:pt x="4339" y="295"/>
                      <a:pt x="4214" y="379"/>
                    </a:cubicBezTo>
                    <a:cubicBezTo>
                      <a:pt x="3985" y="525"/>
                      <a:pt x="3776" y="712"/>
                      <a:pt x="3567" y="921"/>
                    </a:cubicBezTo>
                    <a:cubicBezTo>
                      <a:pt x="3150" y="1338"/>
                      <a:pt x="2796" y="1818"/>
                      <a:pt x="2525" y="2360"/>
                    </a:cubicBezTo>
                    <a:cubicBezTo>
                      <a:pt x="2253" y="2902"/>
                      <a:pt x="2003" y="3465"/>
                      <a:pt x="1815" y="4070"/>
                    </a:cubicBezTo>
                    <a:cubicBezTo>
                      <a:pt x="1565" y="4717"/>
                      <a:pt x="1315" y="5363"/>
                      <a:pt x="1023" y="6010"/>
                    </a:cubicBezTo>
                    <a:cubicBezTo>
                      <a:pt x="877" y="6365"/>
                      <a:pt x="710" y="6719"/>
                      <a:pt x="543" y="7053"/>
                    </a:cubicBezTo>
                    <a:cubicBezTo>
                      <a:pt x="376" y="7407"/>
                      <a:pt x="189" y="7783"/>
                      <a:pt x="1" y="8117"/>
                    </a:cubicBezTo>
                    <a:cubicBezTo>
                      <a:pt x="1" y="8117"/>
                      <a:pt x="63" y="8179"/>
                      <a:pt x="84" y="8179"/>
                    </a:cubicBezTo>
                    <a:lnTo>
                      <a:pt x="105" y="8179"/>
                    </a:lnTo>
                    <a:cubicBezTo>
                      <a:pt x="293" y="7908"/>
                      <a:pt x="501" y="7616"/>
                      <a:pt x="668" y="7303"/>
                    </a:cubicBezTo>
                    <a:cubicBezTo>
                      <a:pt x="835" y="7011"/>
                      <a:pt x="981" y="6698"/>
                      <a:pt x="1127" y="6385"/>
                    </a:cubicBezTo>
                    <a:cubicBezTo>
                      <a:pt x="1419" y="5739"/>
                      <a:pt x="1669" y="5092"/>
                      <a:pt x="1920" y="4446"/>
                    </a:cubicBezTo>
                    <a:cubicBezTo>
                      <a:pt x="2358" y="3299"/>
                      <a:pt x="2775" y="2131"/>
                      <a:pt x="3630" y="1213"/>
                    </a:cubicBezTo>
                    <a:cubicBezTo>
                      <a:pt x="3839" y="983"/>
                      <a:pt x="4068" y="775"/>
                      <a:pt x="4318" y="587"/>
                    </a:cubicBezTo>
                    <a:cubicBezTo>
                      <a:pt x="4464" y="504"/>
                      <a:pt x="4590" y="420"/>
                      <a:pt x="4736" y="337"/>
                    </a:cubicBezTo>
                    <a:cubicBezTo>
                      <a:pt x="4882" y="253"/>
                      <a:pt x="5028" y="170"/>
                      <a:pt x="5174" y="107"/>
                    </a:cubicBezTo>
                    <a:cubicBezTo>
                      <a:pt x="5174" y="107"/>
                      <a:pt x="5085" y="1"/>
                      <a:pt x="5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a:off x="1291950" y="2292550"/>
                <a:ext cx="239375" cy="96700"/>
              </a:xfrm>
              <a:custGeom>
                <a:rect b="b" l="l" r="r" t="t"/>
                <a:pathLst>
                  <a:path extrusionOk="0" h="3868" w="9575">
                    <a:moveTo>
                      <a:pt x="1" y="3846"/>
                    </a:moveTo>
                    <a:cubicBezTo>
                      <a:pt x="1" y="3846"/>
                      <a:pt x="1" y="3847"/>
                      <a:pt x="0" y="3847"/>
                    </a:cubicBezTo>
                    <a:cubicBezTo>
                      <a:pt x="1" y="3847"/>
                      <a:pt x="1" y="3847"/>
                      <a:pt x="1" y="3846"/>
                    </a:cubicBezTo>
                    <a:close/>
                    <a:moveTo>
                      <a:pt x="9435" y="0"/>
                    </a:moveTo>
                    <a:cubicBezTo>
                      <a:pt x="9407" y="0"/>
                      <a:pt x="9386" y="2"/>
                      <a:pt x="9386" y="9"/>
                    </a:cubicBezTo>
                    <a:cubicBezTo>
                      <a:pt x="9157" y="593"/>
                      <a:pt x="8761" y="1094"/>
                      <a:pt x="8239" y="1469"/>
                    </a:cubicBezTo>
                    <a:cubicBezTo>
                      <a:pt x="7697" y="1845"/>
                      <a:pt x="7092" y="2116"/>
                      <a:pt x="6445" y="2262"/>
                    </a:cubicBezTo>
                    <a:cubicBezTo>
                      <a:pt x="5048" y="2617"/>
                      <a:pt x="3567" y="2512"/>
                      <a:pt x="2170" y="2804"/>
                    </a:cubicBezTo>
                    <a:cubicBezTo>
                      <a:pt x="1357" y="2950"/>
                      <a:pt x="606" y="3304"/>
                      <a:pt x="1" y="3846"/>
                    </a:cubicBezTo>
                    <a:lnTo>
                      <a:pt x="1" y="3846"/>
                    </a:lnTo>
                    <a:cubicBezTo>
                      <a:pt x="4" y="3844"/>
                      <a:pt x="9" y="3843"/>
                      <a:pt x="14" y="3843"/>
                    </a:cubicBezTo>
                    <a:cubicBezTo>
                      <a:pt x="35" y="3843"/>
                      <a:pt x="72" y="3862"/>
                      <a:pt x="99" y="3862"/>
                    </a:cubicBezTo>
                    <a:cubicBezTo>
                      <a:pt x="104" y="3862"/>
                      <a:pt x="109" y="3861"/>
                      <a:pt x="114" y="3859"/>
                    </a:cubicBezTo>
                    <a:lnTo>
                      <a:pt x="114" y="3859"/>
                    </a:lnTo>
                    <a:lnTo>
                      <a:pt x="105" y="3868"/>
                    </a:lnTo>
                    <a:cubicBezTo>
                      <a:pt x="109" y="3864"/>
                      <a:pt x="114" y="3860"/>
                      <a:pt x="118" y="3856"/>
                    </a:cubicBezTo>
                    <a:lnTo>
                      <a:pt x="118" y="3856"/>
                    </a:lnTo>
                    <a:cubicBezTo>
                      <a:pt x="119" y="3856"/>
                      <a:pt x="120" y="3855"/>
                      <a:pt x="120" y="3854"/>
                    </a:cubicBezTo>
                    <a:lnTo>
                      <a:pt x="120" y="3854"/>
                    </a:lnTo>
                    <a:cubicBezTo>
                      <a:pt x="1287" y="2845"/>
                      <a:pt x="2906" y="2699"/>
                      <a:pt x="4380" y="2575"/>
                    </a:cubicBezTo>
                    <a:cubicBezTo>
                      <a:pt x="5715" y="2471"/>
                      <a:pt x="7113" y="2345"/>
                      <a:pt x="8302" y="1615"/>
                    </a:cubicBezTo>
                    <a:cubicBezTo>
                      <a:pt x="8886" y="1261"/>
                      <a:pt x="9428" y="698"/>
                      <a:pt x="9574" y="9"/>
                    </a:cubicBezTo>
                    <a:cubicBezTo>
                      <a:pt x="9574" y="9"/>
                      <a:pt x="9491" y="0"/>
                      <a:pt x="9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1213725" y="2455925"/>
                <a:ext cx="203400" cy="20975"/>
              </a:xfrm>
              <a:custGeom>
                <a:rect b="b" l="l" r="r" t="t"/>
                <a:pathLst>
                  <a:path extrusionOk="0" h="839" w="8136">
                    <a:moveTo>
                      <a:pt x="7953" y="1"/>
                    </a:moveTo>
                    <a:cubicBezTo>
                      <a:pt x="7951" y="1"/>
                      <a:pt x="7949" y="1"/>
                      <a:pt x="7947" y="3"/>
                    </a:cubicBezTo>
                    <a:cubicBezTo>
                      <a:pt x="7359" y="507"/>
                      <a:pt x="6720" y="675"/>
                      <a:pt x="6054" y="675"/>
                    </a:cubicBezTo>
                    <a:cubicBezTo>
                      <a:pt x="4737" y="675"/>
                      <a:pt x="3319" y="17"/>
                      <a:pt x="2003" y="3"/>
                    </a:cubicBezTo>
                    <a:cubicBezTo>
                      <a:pt x="1336" y="44"/>
                      <a:pt x="668" y="128"/>
                      <a:pt x="1" y="253"/>
                    </a:cubicBezTo>
                    <a:cubicBezTo>
                      <a:pt x="22" y="253"/>
                      <a:pt x="63" y="316"/>
                      <a:pt x="84" y="316"/>
                    </a:cubicBezTo>
                    <a:cubicBezTo>
                      <a:pt x="689" y="232"/>
                      <a:pt x="1315" y="170"/>
                      <a:pt x="1940" y="149"/>
                    </a:cubicBezTo>
                    <a:cubicBezTo>
                      <a:pt x="2524" y="149"/>
                      <a:pt x="3108" y="211"/>
                      <a:pt x="3692" y="357"/>
                    </a:cubicBezTo>
                    <a:cubicBezTo>
                      <a:pt x="4514" y="563"/>
                      <a:pt x="5350" y="838"/>
                      <a:pt x="6200" y="838"/>
                    </a:cubicBezTo>
                    <a:cubicBezTo>
                      <a:pt x="6385" y="838"/>
                      <a:pt x="6572" y="825"/>
                      <a:pt x="6759" y="795"/>
                    </a:cubicBezTo>
                    <a:cubicBezTo>
                      <a:pt x="7280" y="754"/>
                      <a:pt x="7781" y="524"/>
                      <a:pt x="8135" y="128"/>
                    </a:cubicBezTo>
                    <a:cubicBezTo>
                      <a:pt x="8135" y="128"/>
                      <a:pt x="7990" y="1"/>
                      <a:pt x="7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1155775" y="2519025"/>
                <a:ext cx="116900" cy="16750"/>
              </a:xfrm>
              <a:custGeom>
                <a:rect b="b" l="l" r="r" t="t"/>
                <a:pathLst>
                  <a:path extrusionOk="0" h="670" w="4676">
                    <a:moveTo>
                      <a:pt x="2216" y="0"/>
                    </a:moveTo>
                    <a:cubicBezTo>
                      <a:pt x="1497" y="0"/>
                      <a:pt x="765" y="128"/>
                      <a:pt x="87" y="399"/>
                    </a:cubicBezTo>
                    <a:cubicBezTo>
                      <a:pt x="68" y="399"/>
                      <a:pt x="0" y="465"/>
                      <a:pt x="15" y="465"/>
                    </a:cubicBezTo>
                    <a:cubicBezTo>
                      <a:pt x="17" y="465"/>
                      <a:pt x="20" y="464"/>
                      <a:pt x="24" y="461"/>
                    </a:cubicBezTo>
                    <a:cubicBezTo>
                      <a:pt x="668" y="247"/>
                      <a:pt x="1327" y="140"/>
                      <a:pt x="1988" y="140"/>
                    </a:cubicBezTo>
                    <a:cubicBezTo>
                      <a:pt x="2098" y="140"/>
                      <a:pt x="2208" y="143"/>
                      <a:pt x="2319" y="148"/>
                    </a:cubicBezTo>
                    <a:cubicBezTo>
                      <a:pt x="2673" y="169"/>
                      <a:pt x="3049" y="211"/>
                      <a:pt x="3403" y="315"/>
                    </a:cubicBezTo>
                    <a:cubicBezTo>
                      <a:pt x="3591" y="357"/>
                      <a:pt x="3779" y="399"/>
                      <a:pt x="3946" y="461"/>
                    </a:cubicBezTo>
                    <a:cubicBezTo>
                      <a:pt x="4133" y="545"/>
                      <a:pt x="4321" y="607"/>
                      <a:pt x="4509" y="670"/>
                    </a:cubicBezTo>
                    <a:cubicBezTo>
                      <a:pt x="4550" y="670"/>
                      <a:pt x="4676" y="587"/>
                      <a:pt x="4634" y="566"/>
                    </a:cubicBezTo>
                    <a:cubicBezTo>
                      <a:pt x="4488" y="461"/>
                      <a:pt x="4321" y="378"/>
                      <a:pt x="4133" y="315"/>
                    </a:cubicBezTo>
                    <a:cubicBezTo>
                      <a:pt x="3966" y="253"/>
                      <a:pt x="3779" y="211"/>
                      <a:pt x="3570" y="169"/>
                    </a:cubicBezTo>
                    <a:cubicBezTo>
                      <a:pt x="3195" y="65"/>
                      <a:pt x="2798" y="2"/>
                      <a:pt x="2381" y="2"/>
                    </a:cubicBezTo>
                    <a:cubicBezTo>
                      <a:pt x="2326" y="1"/>
                      <a:pt x="2271"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1369650" y="2226025"/>
                <a:ext cx="141325" cy="67300"/>
              </a:xfrm>
              <a:custGeom>
                <a:rect b="b" l="l" r="r" t="t"/>
                <a:pathLst>
                  <a:path extrusionOk="0" h="2692" w="5653">
                    <a:moveTo>
                      <a:pt x="5590" y="1"/>
                    </a:moveTo>
                    <a:cubicBezTo>
                      <a:pt x="4797" y="63"/>
                      <a:pt x="4026" y="230"/>
                      <a:pt x="3275" y="522"/>
                    </a:cubicBezTo>
                    <a:cubicBezTo>
                      <a:pt x="2461" y="835"/>
                      <a:pt x="1690" y="1231"/>
                      <a:pt x="1001" y="1753"/>
                    </a:cubicBezTo>
                    <a:cubicBezTo>
                      <a:pt x="626" y="2024"/>
                      <a:pt x="292" y="2337"/>
                      <a:pt x="0" y="2691"/>
                    </a:cubicBezTo>
                    <a:lnTo>
                      <a:pt x="146" y="2691"/>
                    </a:lnTo>
                    <a:lnTo>
                      <a:pt x="146" y="2670"/>
                    </a:lnTo>
                    <a:cubicBezTo>
                      <a:pt x="855" y="1940"/>
                      <a:pt x="1690" y="1335"/>
                      <a:pt x="2628" y="897"/>
                    </a:cubicBezTo>
                    <a:cubicBezTo>
                      <a:pt x="3546" y="439"/>
                      <a:pt x="4547" y="147"/>
                      <a:pt x="5590" y="21"/>
                    </a:cubicBezTo>
                    <a:cubicBezTo>
                      <a:pt x="5611" y="21"/>
                      <a:pt x="5653" y="1"/>
                      <a:pt x="5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1060375" y="2265975"/>
                <a:ext cx="323025" cy="417200"/>
              </a:xfrm>
              <a:custGeom>
                <a:rect b="b" l="l" r="r" t="t"/>
                <a:pathLst>
                  <a:path extrusionOk="0" h="16688" w="12921">
                    <a:moveTo>
                      <a:pt x="12741" y="1"/>
                    </a:moveTo>
                    <a:cubicBezTo>
                      <a:pt x="12695" y="1"/>
                      <a:pt x="12650" y="22"/>
                      <a:pt x="12621" y="71"/>
                    </a:cubicBezTo>
                    <a:cubicBezTo>
                      <a:pt x="12058" y="1239"/>
                      <a:pt x="11328" y="2324"/>
                      <a:pt x="10452" y="3283"/>
                    </a:cubicBezTo>
                    <a:cubicBezTo>
                      <a:pt x="9576" y="4222"/>
                      <a:pt x="8638" y="5077"/>
                      <a:pt x="7678" y="5953"/>
                    </a:cubicBezTo>
                    <a:cubicBezTo>
                      <a:pt x="5613" y="7851"/>
                      <a:pt x="3819" y="9999"/>
                      <a:pt x="2318" y="12356"/>
                    </a:cubicBezTo>
                    <a:cubicBezTo>
                      <a:pt x="1483" y="13733"/>
                      <a:pt x="733" y="15130"/>
                      <a:pt x="44" y="16569"/>
                    </a:cubicBezTo>
                    <a:cubicBezTo>
                      <a:pt x="0" y="16628"/>
                      <a:pt x="60" y="16687"/>
                      <a:pt x="114" y="16687"/>
                    </a:cubicBezTo>
                    <a:cubicBezTo>
                      <a:pt x="136" y="16687"/>
                      <a:pt x="157" y="16677"/>
                      <a:pt x="169" y="16653"/>
                    </a:cubicBezTo>
                    <a:cubicBezTo>
                      <a:pt x="774" y="15360"/>
                      <a:pt x="1504" y="14129"/>
                      <a:pt x="2318" y="12940"/>
                    </a:cubicBezTo>
                    <a:cubicBezTo>
                      <a:pt x="3110" y="11731"/>
                      <a:pt x="3986" y="10583"/>
                      <a:pt x="4925" y="9478"/>
                    </a:cubicBezTo>
                    <a:cubicBezTo>
                      <a:pt x="5822" y="8414"/>
                      <a:pt x="6781" y="7392"/>
                      <a:pt x="7803" y="6433"/>
                    </a:cubicBezTo>
                    <a:cubicBezTo>
                      <a:pt x="8763" y="5557"/>
                      <a:pt x="9743" y="4702"/>
                      <a:pt x="10619" y="3763"/>
                    </a:cubicBezTo>
                    <a:cubicBezTo>
                      <a:pt x="11579" y="2762"/>
                      <a:pt x="12559" y="1552"/>
                      <a:pt x="12893" y="175"/>
                    </a:cubicBezTo>
                    <a:cubicBezTo>
                      <a:pt x="12920" y="79"/>
                      <a:pt x="12829" y="1"/>
                      <a:pt x="1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1053350" y="2679325"/>
                <a:ext cx="647275" cy="421000"/>
              </a:xfrm>
              <a:custGeom>
                <a:rect b="b" l="l" r="r" t="t"/>
                <a:pathLst>
                  <a:path extrusionOk="0" h="16840" w="25891">
                    <a:moveTo>
                      <a:pt x="25775" y="1"/>
                    </a:moveTo>
                    <a:cubicBezTo>
                      <a:pt x="25751" y="1"/>
                      <a:pt x="25727" y="11"/>
                      <a:pt x="25709" y="35"/>
                    </a:cubicBezTo>
                    <a:cubicBezTo>
                      <a:pt x="24770" y="1600"/>
                      <a:pt x="23185" y="2538"/>
                      <a:pt x="21558" y="3289"/>
                    </a:cubicBezTo>
                    <a:cubicBezTo>
                      <a:pt x="20599" y="3727"/>
                      <a:pt x="19598" y="4144"/>
                      <a:pt x="18617" y="4582"/>
                    </a:cubicBezTo>
                    <a:lnTo>
                      <a:pt x="15405" y="5980"/>
                    </a:lnTo>
                    <a:lnTo>
                      <a:pt x="8939" y="8796"/>
                    </a:lnTo>
                    <a:cubicBezTo>
                      <a:pt x="7021" y="9630"/>
                      <a:pt x="5081" y="10485"/>
                      <a:pt x="3412" y="11778"/>
                    </a:cubicBezTo>
                    <a:cubicBezTo>
                      <a:pt x="1973" y="12905"/>
                      <a:pt x="742" y="14385"/>
                      <a:pt x="158" y="16137"/>
                    </a:cubicBezTo>
                    <a:cubicBezTo>
                      <a:pt x="96" y="16346"/>
                      <a:pt x="33" y="16575"/>
                      <a:pt x="12" y="16805"/>
                    </a:cubicBezTo>
                    <a:cubicBezTo>
                      <a:pt x="0" y="16829"/>
                      <a:pt x="17" y="16839"/>
                      <a:pt x="32" y="16839"/>
                    </a:cubicBezTo>
                    <a:cubicBezTo>
                      <a:pt x="43" y="16839"/>
                      <a:pt x="54" y="16834"/>
                      <a:pt x="54" y="16826"/>
                    </a:cubicBezTo>
                    <a:cubicBezTo>
                      <a:pt x="304" y="15929"/>
                      <a:pt x="722" y="15074"/>
                      <a:pt x="1243" y="14302"/>
                    </a:cubicBezTo>
                    <a:cubicBezTo>
                      <a:pt x="1785" y="13551"/>
                      <a:pt x="2432" y="12863"/>
                      <a:pt x="3162" y="12258"/>
                    </a:cubicBezTo>
                    <a:cubicBezTo>
                      <a:pt x="4789" y="10944"/>
                      <a:pt x="6729" y="10047"/>
                      <a:pt x="8647" y="9213"/>
                    </a:cubicBezTo>
                    <a:cubicBezTo>
                      <a:pt x="10775" y="8295"/>
                      <a:pt x="12902" y="7356"/>
                      <a:pt x="15030" y="6439"/>
                    </a:cubicBezTo>
                    <a:cubicBezTo>
                      <a:pt x="17116" y="5542"/>
                      <a:pt x="19201" y="4645"/>
                      <a:pt x="21287" y="3727"/>
                    </a:cubicBezTo>
                    <a:cubicBezTo>
                      <a:pt x="22872" y="3018"/>
                      <a:pt x="24541" y="2163"/>
                      <a:pt x="25542" y="703"/>
                    </a:cubicBezTo>
                    <a:cubicBezTo>
                      <a:pt x="25667" y="515"/>
                      <a:pt x="25772" y="327"/>
                      <a:pt x="25876" y="119"/>
                    </a:cubicBezTo>
                    <a:cubicBezTo>
                      <a:pt x="25891" y="60"/>
                      <a:pt x="25832" y="1"/>
                      <a:pt x="2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286375" y="2552900"/>
                <a:ext cx="783300" cy="399950"/>
              </a:xfrm>
              <a:custGeom>
                <a:rect b="b" l="l" r="r" t="t"/>
                <a:pathLst>
                  <a:path extrusionOk="0" h="15998" w="31332">
                    <a:moveTo>
                      <a:pt x="4173" y="1"/>
                    </a:moveTo>
                    <a:cubicBezTo>
                      <a:pt x="3147" y="1"/>
                      <a:pt x="2122" y="125"/>
                      <a:pt x="1115" y="358"/>
                    </a:cubicBezTo>
                    <a:cubicBezTo>
                      <a:pt x="802" y="441"/>
                      <a:pt x="489" y="525"/>
                      <a:pt x="156" y="608"/>
                    </a:cubicBezTo>
                    <a:cubicBezTo>
                      <a:pt x="1" y="647"/>
                      <a:pt x="44" y="884"/>
                      <a:pt x="201" y="884"/>
                    </a:cubicBezTo>
                    <a:cubicBezTo>
                      <a:pt x="213" y="884"/>
                      <a:pt x="226" y="882"/>
                      <a:pt x="239" y="879"/>
                    </a:cubicBezTo>
                    <a:cubicBezTo>
                      <a:pt x="1366" y="546"/>
                      <a:pt x="2513" y="337"/>
                      <a:pt x="3702" y="295"/>
                    </a:cubicBezTo>
                    <a:cubicBezTo>
                      <a:pt x="3868" y="288"/>
                      <a:pt x="4036" y="285"/>
                      <a:pt x="4204" y="285"/>
                    </a:cubicBezTo>
                    <a:cubicBezTo>
                      <a:pt x="5043" y="285"/>
                      <a:pt x="5892" y="372"/>
                      <a:pt x="6726" y="546"/>
                    </a:cubicBezTo>
                    <a:cubicBezTo>
                      <a:pt x="7831" y="796"/>
                      <a:pt x="8916" y="1109"/>
                      <a:pt x="9959" y="1505"/>
                    </a:cubicBezTo>
                    <a:cubicBezTo>
                      <a:pt x="11148" y="1901"/>
                      <a:pt x="12316" y="2339"/>
                      <a:pt x="13442" y="2861"/>
                    </a:cubicBezTo>
                    <a:cubicBezTo>
                      <a:pt x="15695" y="3883"/>
                      <a:pt x="17864" y="5092"/>
                      <a:pt x="19950" y="6448"/>
                    </a:cubicBezTo>
                    <a:cubicBezTo>
                      <a:pt x="21952" y="7741"/>
                      <a:pt x="23934" y="9055"/>
                      <a:pt x="25832" y="10495"/>
                    </a:cubicBezTo>
                    <a:cubicBezTo>
                      <a:pt x="27646" y="11892"/>
                      <a:pt x="29398" y="13477"/>
                      <a:pt x="30754" y="15333"/>
                    </a:cubicBezTo>
                    <a:cubicBezTo>
                      <a:pt x="30921" y="15563"/>
                      <a:pt x="31088" y="15771"/>
                      <a:pt x="31255" y="15980"/>
                    </a:cubicBezTo>
                    <a:cubicBezTo>
                      <a:pt x="31261" y="15992"/>
                      <a:pt x="31270" y="15997"/>
                      <a:pt x="31280" y="15997"/>
                    </a:cubicBezTo>
                    <a:cubicBezTo>
                      <a:pt x="31305" y="15997"/>
                      <a:pt x="31332" y="15968"/>
                      <a:pt x="31317" y="15938"/>
                    </a:cubicBezTo>
                    <a:cubicBezTo>
                      <a:pt x="31025" y="15438"/>
                      <a:pt x="30712" y="14958"/>
                      <a:pt x="30337" y="14520"/>
                    </a:cubicBezTo>
                    <a:cubicBezTo>
                      <a:pt x="29982" y="14061"/>
                      <a:pt x="29607" y="13623"/>
                      <a:pt x="29210" y="13206"/>
                    </a:cubicBezTo>
                    <a:cubicBezTo>
                      <a:pt x="28397" y="12372"/>
                      <a:pt x="27542" y="11600"/>
                      <a:pt x="26624" y="10870"/>
                    </a:cubicBezTo>
                    <a:cubicBezTo>
                      <a:pt x="24747" y="9389"/>
                      <a:pt x="22807" y="8013"/>
                      <a:pt x="20784" y="6719"/>
                    </a:cubicBezTo>
                    <a:cubicBezTo>
                      <a:pt x="18719" y="5343"/>
                      <a:pt x="16550" y="4091"/>
                      <a:pt x="14297" y="2986"/>
                    </a:cubicBezTo>
                    <a:cubicBezTo>
                      <a:pt x="13171" y="2444"/>
                      <a:pt x="12024" y="1964"/>
                      <a:pt x="10856" y="1547"/>
                    </a:cubicBezTo>
                    <a:cubicBezTo>
                      <a:pt x="9729" y="1150"/>
                      <a:pt x="8603" y="754"/>
                      <a:pt x="7456" y="462"/>
                    </a:cubicBezTo>
                    <a:cubicBezTo>
                      <a:pt x="6455" y="191"/>
                      <a:pt x="5433" y="45"/>
                      <a:pt x="4411" y="3"/>
                    </a:cubicBezTo>
                    <a:cubicBezTo>
                      <a:pt x="4331" y="2"/>
                      <a:pt x="4252" y="1"/>
                      <a:pt x="4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
              <p:cNvSpPr/>
              <p:nvPr/>
            </p:nvSpPr>
            <p:spPr>
              <a:xfrm>
                <a:off x="312675" y="3194300"/>
                <a:ext cx="738925" cy="219450"/>
              </a:xfrm>
              <a:custGeom>
                <a:rect b="b" l="l" r="r" t="t"/>
                <a:pathLst>
                  <a:path extrusionOk="0" h="8778" w="29557">
                    <a:moveTo>
                      <a:pt x="9031" y="0"/>
                    </a:moveTo>
                    <a:cubicBezTo>
                      <a:pt x="8315" y="0"/>
                      <a:pt x="7599" y="28"/>
                      <a:pt x="6884" y="85"/>
                    </a:cubicBezTo>
                    <a:cubicBezTo>
                      <a:pt x="5799" y="169"/>
                      <a:pt x="4735" y="336"/>
                      <a:pt x="3672" y="565"/>
                    </a:cubicBezTo>
                    <a:cubicBezTo>
                      <a:pt x="2608" y="795"/>
                      <a:pt x="1586" y="1212"/>
                      <a:pt x="668" y="1817"/>
                    </a:cubicBezTo>
                    <a:cubicBezTo>
                      <a:pt x="564" y="1879"/>
                      <a:pt x="439" y="1963"/>
                      <a:pt x="334" y="2046"/>
                    </a:cubicBezTo>
                    <a:cubicBezTo>
                      <a:pt x="230" y="2150"/>
                      <a:pt x="147" y="2255"/>
                      <a:pt x="63" y="2380"/>
                    </a:cubicBezTo>
                    <a:cubicBezTo>
                      <a:pt x="1" y="2484"/>
                      <a:pt x="22" y="2588"/>
                      <a:pt x="105" y="2672"/>
                    </a:cubicBezTo>
                    <a:cubicBezTo>
                      <a:pt x="142" y="2721"/>
                      <a:pt x="200" y="2741"/>
                      <a:pt x="258" y="2741"/>
                    </a:cubicBezTo>
                    <a:cubicBezTo>
                      <a:pt x="300" y="2741"/>
                      <a:pt x="342" y="2731"/>
                      <a:pt x="376" y="2713"/>
                    </a:cubicBezTo>
                    <a:cubicBezTo>
                      <a:pt x="501" y="2672"/>
                      <a:pt x="626" y="2609"/>
                      <a:pt x="731" y="2547"/>
                    </a:cubicBezTo>
                    <a:cubicBezTo>
                      <a:pt x="856" y="2484"/>
                      <a:pt x="981" y="2401"/>
                      <a:pt x="1106" y="2317"/>
                    </a:cubicBezTo>
                    <a:cubicBezTo>
                      <a:pt x="1336" y="2192"/>
                      <a:pt x="1544" y="2067"/>
                      <a:pt x="1794" y="1963"/>
                    </a:cubicBezTo>
                    <a:cubicBezTo>
                      <a:pt x="2253" y="1733"/>
                      <a:pt x="2733" y="1545"/>
                      <a:pt x="3234" y="1399"/>
                    </a:cubicBezTo>
                    <a:cubicBezTo>
                      <a:pt x="4256" y="1107"/>
                      <a:pt x="5278" y="899"/>
                      <a:pt x="6341" y="795"/>
                    </a:cubicBezTo>
                    <a:cubicBezTo>
                      <a:pt x="7353" y="680"/>
                      <a:pt x="8370" y="622"/>
                      <a:pt x="9387" y="622"/>
                    </a:cubicBezTo>
                    <a:cubicBezTo>
                      <a:pt x="10403" y="622"/>
                      <a:pt x="11420" y="680"/>
                      <a:pt x="12432" y="795"/>
                    </a:cubicBezTo>
                    <a:cubicBezTo>
                      <a:pt x="14434" y="1024"/>
                      <a:pt x="16395" y="1483"/>
                      <a:pt x="18314" y="2129"/>
                    </a:cubicBezTo>
                    <a:cubicBezTo>
                      <a:pt x="20233" y="2776"/>
                      <a:pt x="22089" y="3631"/>
                      <a:pt x="23841" y="4674"/>
                    </a:cubicBezTo>
                    <a:cubicBezTo>
                      <a:pt x="24717" y="5175"/>
                      <a:pt x="25572" y="5759"/>
                      <a:pt x="26386" y="6363"/>
                    </a:cubicBezTo>
                    <a:cubicBezTo>
                      <a:pt x="27220" y="6968"/>
                      <a:pt x="27971" y="7636"/>
                      <a:pt x="28784" y="8262"/>
                    </a:cubicBezTo>
                    <a:cubicBezTo>
                      <a:pt x="28972" y="8428"/>
                      <a:pt x="29181" y="8574"/>
                      <a:pt x="29368" y="8741"/>
                    </a:cubicBezTo>
                    <a:cubicBezTo>
                      <a:pt x="29389" y="8767"/>
                      <a:pt x="29412" y="8777"/>
                      <a:pt x="29434" y="8777"/>
                    </a:cubicBezTo>
                    <a:cubicBezTo>
                      <a:pt x="29501" y="8777"/>
                      <a:pt x="29556" y="8679"/>
                      <a:pt x="29493" y="8616"/>
                    </a:cubicBezTo>
                    <a:cubicBezTo>
                      <a:pt x="29139" y="8241"/>
                      <a:pt x="28805" y="7844"/>
                      <a:pt x="28451" y="7469"/>
                    </a:cubicBezTo>
                    <a:cubicBezTo>
                      <a:pt x="28075" y="7114"/>
                      <a:pt x="27658" y="6781"/>
                      <a:pt x="27262" y="6468"/>
                    </a:cubicBezTo>
                    <a:cubicBezTo>
                      <a:pt x="26448" y="5800"/>
                      <a:pt x="25614" y="5195"/>
                      <a:pt x="24738" y="4632"/>
                    </a:cubicBezTo>
                    <a:cubicBezTo>
                      <a:pt x="21213" y="2380"/>
                      <a:pt x="17271" y="899"/>
                      <a:pt x="13141" y="294"/>
                    </a:cubicBezTo>
                    <a:cubicBezTo>
                      <a:pt x="11771" y="102"/>
                      <a:pt x="10401" y="0"/>
                      <a:pt x="90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1042700" y="3243875"/>
                <a:ext cx="584025" cy="238725"/>
              </a:xfrm>
              <a:custGeom>
                <a:rect b="b" l="l" r="r" t="t"/>
                <a:pathLst>
                  <a:path extrusionOk="0" h="9549" w="23361">
                    <a:moveTo>
                      <a:pt x="21776" y="0"/>
                    </a:moveTo>
                    <a:cubicBezTo>
                      <a:pt x="21296" y="21"/>
                      <a:pt x="20837" y="42"/>
                      <a:pt x="20378" y="63"/>
                    </a:cubicBezTo>
                    <a:cubicBezTo>
                      <a:pt x="19461" y="105"/>
                      <a:pt x="18543" y="167"/>
                      <a:pt x="17625" y="251"/>
                    </a:cubicBezTo>
                    <a:cubicBezTo>
                      <a:pt x="15790" y="418"/>
                      <a:pt x="13954" y="689"/>
                      <a:pt x="12140" y="1085"/>
                    </a:cubicBezTo>
                    <a:cubicBezTo>
                      <a:pt x="10346" y="1440"/>
                      <a:pt x="8573" y="1982"/>
                      <a:pt x="6883" y="2670"/>
                    </a:cubicBezTo>
                    <a:cubicBezTo>
                      <a:pt x="5298" y="3275"/>
                      <a:pt x="3817" y="4109"/>
                      <a:pt x="2482" y="5131"/>
                    </a:cubicBezTo>
                    <a:cubicBezTo>
                      <a:pt x="1794" y="5674"/>
                      <a:pt x="1231" y="6320"/>
                      <a:pt x="772" y="7050"/>
                    </a:cubicBezTo>
                    <a:cubicBezTo>
                      <a:pt x="272" y="7739"/>
                      <a:pt x="21" y="8573"/>
                      <a:pt x="0" y="9428"/>
                    </a:cubicBezTo>
                    <a:cubicBezTo>
                      <a:pt x="0" y="9506"/>
                      <a:pt x="60" y="9548"/>
                      <a:pt x="119" y="9548"/>
                    </a:cubicBezTo>
                    <a:cubicBezTo>
                      <a:pt x="170" y="9548"/>
                      <a:pt x="220" y="9517"/>
                      <a:pt x="230" y="9449"/>
                    </a:cubicBezTo>
                    <a:cubicBezTo>
                      <a:pt x="397" y="8740"/>
                      <a:pt x="668" y="8051"/>
                      <a:pt x="1043" y="7426"/>
                    </a:cubicBezTo>
                    <a:cubicBezTo>
                      <a:pt x="1460" y="6800"/>
                      <a:pt x="1961" y="6258"/>
                      <a:pt x="2524" y="5799"/>
                    </a:cubicBezTo>
                    <a:cubicBezTo>
                      <a:pt x="3776" y="4818"/>
                      <a:pt x="5173" y="4026"/>
                      <a:pt x="6675" y="3463"/>
                    </a:cubicBezTo>
                    <a:cubicBezTo>
                      <a:pt x="9991" y="2086"/>
                      <a:pt x="13537" y="1356"/>
                      <a:pt x="17104" y="981"/>
                    </a:cubicBezTo>
                    <a:cubicBezTo>
                      <a:pt x="18126" y="897"/>
                      <a:pt x="19127" y="814"/>
                      <a:pt x="20128" y="751"/>
                    </a:cubicBezTo>
                    <a:cubicBezTo>
                      <a:pt x="20649" y="730"/>
                      <a:pt x="21171" y="689"/>
                      <a:pt x="21671" y="668"/>
                    </a:cubicBezTo>
                    <a:cubicBezTo>
                      <a:pt x="21943" y="668"/>
                      <a:pt x="22193" y="647"/>
                      <a:pt x="22443" y="626"/>
                    </a:cubicBezTo>
                    <a:cubicBezTo>
                      <a:pt x="22568" y="626"/>
                      <a:pt x="22694" y="605"/>
                      <a:pt x="22819" y="605"/>
                    </a:cubicBezTo>
                    <a:cubicBezTo>
                      <a:pt x="22944" y="564"/>
                      <a:pt x="23090" y="522"/>
                      <a:pt x="23194" y="459"/>
                    </a:cubicBezTo>
                    <a:cubicBezTo>
                      <a:pt x="23361" y="397"/>
                      <a:pt x="23298" y="167"/>
                      <a:pt x="23152" y="105"/>
                    </a:cubicBezTo>
                    <a:cubicBezTo>
                      <a:pt x="22944" y="42"/>
                      <a:pt x="22694" y="0"/>
                      <a:pt x="22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503000" y="2638475"/>
                <a:ext cx="536050" cy="476950"/>
              </a:xfrm>
              <a:custGeom>
                <a:rect b="b" l="l" r="r" t="t"/>
                <a:pathLst>
                  <a:path extrusionOk="0" h="19078" w="21442">
                    <a:moveTo>
                      <a:pt x="7113" y="1"/>
                    </a:moveTo>
                    <a:cubicBezTo>
                      <a:pt x="5403" y="1"/>
                      <a:pt x="3630" y="439"/>
                      <a:pt x="2274" y="1482"/>
                    </a:cubicBezTo>
                    <a:cubicBezTo>
                      <a:pt x="918" y="2525"/>
                      <a:pt x="1" y="4214"/>
                      <a:pt x="105" y="5924"/>
                    </a:cubicBezTo>
                    <a:cubicBezTo>
                      <a:pt x="188" y="7718"/>
                      <a:pt x="1294" y="9282"/>
                      <a:pt x="2524" y="10596"/>
                    </a:cubicBezTo>
                    <a:cubicBezTo>
                      <a:pt x="5591" y="13788"/>
                      <a:pt x="9554" y="15915"/>
                      <a:pt x="13683" y="17375"/>
                    </a:cubicBezTo>
                    <a:cubicBezTo>
                      <a:pt x="15853" y="18147"/>
                      <a:pt x="18084" y="18710"/>
                      <a:pt x="20379" y="19044"/>
                    </a:cubicBezTo>
                    <a:cubicBezTo>
                      <a:pt x="20535" y="19066"/>
                      <a:pt x="20662" y="19077"/>
                      <a:pt x="20767" y="19077"/>
                    </a:cubicBezTo>
                    <a:cubicBezTo>
                      <a:pt x="21441" y="19077"/>
                      <a:pt x="21118" y="18610"/>
                      <a:pt x="21046" y="17688"/>
                    </a:cubicBezTo>
                    <a:cubicBezTo>
                      <a:pt x="20942" y="16478"/>
                      <a:pt x="20775" y="15289"/>
                      <a:pt x="20545" y="14101"/>
                    </a:cubicBezTo>
                    <a:cubicBezTo>
                      <a:pt x="20045" y="11514"/>
                      <a:pt x="19211" y="8970"/>
                      <a:pt x="17834" y="6717"/>
                    </a:cubicBezTo>
                    <a:cubicBezTo>
                      <a:pt x="15540" y="2942"/>
                      <a:pt x="11514" y="22"/>
                      <a:pt x="7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
              <p:cNvSpPr/>
              <p:nvPr/>
            </p:nvSpPr>
            <p:spPr>
              <a:xfrm>
                <a:off x="588625" y="2721925"/>
                <a:ext cx="478600" cy="513825"/>
              </a:xfrm>
              <a:custGeom>
                <a:rect b="b" l="l" r="r" t="t"/>
                <a:pathLst>
                  <a:path extrusionOk="0" h="20553" w="19144">
                    <a:moveTo>
                      <a:pt x="205" y="1"/>
                    </a:moveTo>
                    <a:cubicBezTo>
                      <a:pt x="42" y="1"/>
                      <a:pt x="0" y="264"/>
                      <a:pt x="163" y="355"/>
                    </a:cubicBezTo>
                    <a:cubicBezTo>
                      <a:pt x="977" y="855"/>
                      <a:pt x="1874" y="1272"/>
                      <a:pt x="2729" y="1731"/>
                    </a:cubicBezTo>
                    <a:cubicBezTo>
                      <a:pt x="3563" y="2190"/>
                      <a:pt x="4418" y="2670"/>
                      <a:pt x="5252" y="3170"/>
                    </a:cubicBezTo>
                    <a:cubicBezTo>
                      <a:pt x="6921" y="4151"/>
                      <a:pt x="8506" y="5235"/>
                      <a:pt x="10029" y="6445"/>
                    </a:cubicBezTo>
                    <a:cubicBezTo>
                      <a:pt x="11489" y="7592"/>
                      <a:pt x="12824" y="8906"/>
                      <a:pt x="14034" y="10304"/>
                    </a:cubicBezTo>
                    <a:cubicBezTo>
                      <a:pt x="15202" y="11680"/>
                      <a:pt x="16203" y="13182"/>
                      <a:pt x="17016" y="14788"/>
                    </a:cubicBezTo>
                    <a:cubicBezTo>
                      <a:pt x="17809" y="16373"/>
                      <a:pt x="18393" y="18063"/>
                      <a:pt x="18706" y="19815"/>
                    </a:cubicBezTo>
                    <a:cubicBezTo>
                      <a:pt x="18747" y="20023"/>
                      <a:pt x="18810" y="20253"/>
                      <a:pt x="18873" y="20461"/>
                    </a:cubicBezTo>
                    <a:cubicBezTo>
                      <a:pt x="18890" y="20524"/>
                      <a:pt x="18943" y="20552"/>
                      <a:pt x="18997" y="20552"/>
                    </a:cubicBezTo>
                    <a:cubicBezTo>
                      <a:pt x="19069" y="20552"/>
                      <a:pt x="19144" y="20503"/>
                      <a:pt x="19144" y="20420"/>
                    </a:cubicBezTo>
                    <a:cubicBezTo>
                      <a:pt x="19144" y="19961"/>
                      <a:pt x="19081" y="19523"/>
                      <a:pt x="18977" y="19085"/>
                    </a:cubicBezTo>
                    <a:cubicBezTo>
                      <a:pt x="18893" y="18647"/>
                      <a:pt x="18768" y="18188"/>
                      <a:pt x="18643" y="17750"/>
                    </a:cubicBezTo>
                    <a:cubicBezTo>
                      <a:pt x="18393" y="16895"/>
                      <a:pt x="18080" y="16060"/>
                      <a:pt x="17705" y="15247"/>
                    </a:cubicBezTo>
                    <a:cubicBezTo>
                      <a:pt x="16933" y="13578"/>
                      <a:pt x="15973" y="12014"/>
                      <a:pt x="14826" y="10596"/>
                    </a:cubicBezTo>
                    <a:cubicBezTo>
                      <a:pt x="13658" y="9136"/>
                      <a:pt x="12344" y="7801"/>
                      <a:pt x="10926" y="6612"/>
                    </a:cubicBezTo>
                    <a:cubicBezTo>
                      <a:pt x="9403" y="5340"/>
                      <a:pt x="7818" y="4192"/>
                      <a:pt x="6129" y="3170"/>
                    </a:cubicBezTo>
                    <a:cubicBezTo>
                      <a:pt x="4460" y="2128"/>
                      <a:pt x="2729" y="1210"/>
                      <a:pt x="977" y="313"/>
                    </a:cubicBezTo>
                    <a:cubicBezTo>
                      <a:pt x="747" y="188"/>
                      <a:pt x="518" y="104"/>
                      <a:pt x="288" y="21"/>
                    </a:cubicBezTo>
                    <a:cubicBezTo>
                      <a:pt x="258" y="7"/>
                      <a:pt x="230"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1370150" y="2612925"/>
                <a:ext cx="186725" cy="247350"/>
              </a:xfrm>
              <a:custGeom>
                <a:rect b="b" l="l" r="r" t="t"/>
                <a:pathLst>
                  <a:path extrusionOk="0" h="9894" w="7469">
                    <a:moveTo>
                      <a:pt x="4" y="9885"/>
                    </a:moveTo>
                    <a:cubicBezTo>
                      <a:pt x="3" y="9886"/>
                      <a:pt x="2" y="9887"/>
                      <a:pt x="1" y="9887"/>
                    </a:cubicBezTo>
                    <a:cubicBezTo>
                      <a:pt x="2" y="9887"/>
                      <a:pt x="3" y="9886"/>
                      <a:pt x="4" y="9885"/>
                    </a:cubicBezTo>
                    <a:close/>
                    <a:moveTo>
                      <a:pt x="7405" y="1"/>
                    </a:moveTo>
                    <a:cubicBezTo>
                      <a:pt x="6634" y="209"/>
                      <a:pt x="6842" y="1336"/>
                      <a:pt x="6738" y="1920"/>
                    </a:cubicBezTo>
                    <a:cubicBezTo>
                      <a:pt x="6550" y="2837"/>
                      <a:pt x="5925" y="3547"/>
                      <a:pt x="5257" y="4151"/>
                    </a:cubicBezTo>
                    <a:cubicBezTo>
                      <a:pt x="4569" y="4735"/>
                      <a:pt x="3714" y="5236"/>
                      <a:pt x="2984" y="5820"/>
                    </a:cubicBezTo>
                    <a:cubicBezTo>
                      <a:pt x="2629" y="6112"/>
                      <a:pt x="2316" y="6446"/>
                      <a:pt x="2045" y="6800"/>
                    </a:cubicBezTo>
                    <a:cubicBezTo>
                      <a:pt x="1836" y="7113"/>
                      <a:pt x="1628" y="7426"/>
                      <a:pt x="1461" y="7781"/>
                    </a:cubicBezTo>
                    <a:cubicBezTo>
                      <a:pt x="1252" y="8177"/>
                      <a:pt x="1023" y="8594"/>
                      <a:pt x="773" y="8970"/>
                    </a:cubicBezTo>
                    <a:cubicBezTo>
                      <a:pt x="586" y="9323"/>
                      <a:pt x="315" y="9635"/>
                      <a:pt x="4" y="9885"/>
                    </a:cubicBezTo>
                    <a:lnTo>
                      <a:pt x="4" y="9885"/>
                    </a:lnTo>
                    <a:cubicBezTo>
                      <a:pt x="8" y="9882"/>
                      <a:pt x="14" y="9881"/>
                      <a:pt x="21" y="9881"/>
                    </a:cubicBezTo>
                    <a:cubicBezTo>
                      <a:pt x="46" y="9881"/>
                      <a:pt x="82" y="9893"/>
                      <a:pt x="106" y="9893"/>
                    </a:cubicBezTo>
                    <a:cubicBezTo>
                      <a:pt x="115" y="9893"/>
                      <a:pt x="122" y="9892"/>
                      <a:pt x="126" y="9887"/>
                    </a:cubicBezTo>
                    <a:cubicBezTo>
                      <a:pt x="418" y="9679"/>
                      <a:pt x="668" y="9428"/>
                      <a:pt x="856" y="9116"/>
                    </a:cubicBezTo>
                    <a:cubicBezTo>
                      <a:pt x="1086" y="8761"/>
                      <a:pt x="1315" y="8406"/>
                      <a:pt x="1503" y="8052"/>
                    </a:cubicBezTo>
                    <a:cubicBezTo>
                      <a:pt x="1690" y="7718"/>
                      <a:pt x="1857" y="7384"/>
                      <a:pt x="2045" y="7072"/>
                    </a:cubicBezTo>
                    <a:cubicBezTo>
                      <a:pt x="2295" y="6696"/>
                      <a:pt x="2587" y="6342"/>
                      <a:pt x="2921" y="6050"/>
                    </a:cubicBezTo>
                    <a:cubicBezTo>
                      <a:pt x="4235" y="4861"/>
                      <a:pt x="6217" y="4089"/>
                      <a:pt x="6780" y="2253"/>
                    </a:cubicBezTo>
                    <a:cubicBezTo>
                      <a:pt x="6884" y="1815"/>
                      <a:pt x="6947" y="1377"/>
                      <a:pt x="6947" y="919"/>
                    </a:cubicBezTo>
                    <a:cubicBezTo>
                      <a:pt x="6988" y="564"/>
                      <a:pt x="7093" y="147"/>
                      <a:pt x="7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1585525" y="2611900"/>
                <a:ext cx="72500" cy="160100"/>
              </a:xfrm>
              <a:custGeom>
                <a:rect b="b" l="l" r="r" t="t"/>
                <a:pathLst>
                  <a:path extrusionOk="0" h="6404" w="2900">
                    <a:moveTo>
                      <a:pt x="2461" y="0"/>
                    </a:moveTo>
                    <a:cubicBezTo>
                      <a:pt x="2461" y="0"/>
                      <a:pt x="2378" y="84"/>
                      <a:pt x="2399" y="104"/>
                    </a:cubicBezTo>
                    <a:cubicBezTo>
                      <a:pt x="2503" y="292"/>
                      <a:pt x="2587" y="501"/>
                      <a:pt x="2670" y="688"/>
                    </a:cubicBezTo>
                    <a:cubicBezTo>
                      <a:pt x="2733" y="918"/>
                      <a:pt x="2753" y="1147"/>
                      <a:pt x="2733" y="1377"/>
                    </a:cubicBezTo>
                    <a:cubicBezTo>
                      <a:pt x="2691" y="1877"/>
                      <a:pt x="2545" y="2336"/>
                      <a:pt x="2315" y="2774"/>
                    </a:cubicBezTo>
                    <a:cubicBezTo>
                      <a:pt x="1857" y="3608"/>
                      <a:pt x="1106" y="4276"/>
                      <a:pt x="584" y="5068"/>
                    </a:cubicBezTo>
                    <a:cubicBezTo>
                      <a:pt x="292" y="5465"/>
                      <a:pt x="104" y="5924"/>
                      <a:pt x="0" y="6403"/>
                    </a:cubicBezTo>
                    <a:cubicBezTo>
                      <a:pt x="0" y="6403"/>
                      <a:pt x="63" y="6362"/>
                      <a:pt x="84" y="6341"/>
                    </a:cubicBezTo>
                    <a:cubicBezTo>
                      <a:pt x="292" y="5319"/>
                      <a:pt x="1022" y="4547"/>
                      <a:pt x="1648" y="3754"/>
                    </a:cubicBezTo>
                    <a:cubicBezTo>
                      <a:pt x="2211" y="3066"/>
                      <a:pt x="2733" y="2294"/>
                      <a:pt x="2837" y="1377"/>
                    </a:cubicBezTo>
                    <a:cubicBezTo>
                      <a:pt x="2899" y="939"/>
                      <a:pt x="2837" y="334"/>
                      <a:pt x="2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
              <p:cNvSpPr/>
              <p:nvPr/>
            </p:nvSpPr>
            <p:spPr>
              <a:xfrm>
                <a:off x="1524000" y="2786650"/>
                <a:ext cx="219025" cy="34550"/>
              </a:xfrm>
              <a:custGeom>
                <a:rect b="b" l="l" r="r" t="t"/>
                <a:pathLst>
                  <a:path extrusionOk="0" h="1382" w="8761">
                    <a:moveTo>
                      <a:pt x="42" y="252"/>
                    </a:moveTo>
                    <a:cubicBezTo>
                      <a:pt x="28" y="257"/>
                      <a:pt x="14" y="263"/>
                      <a:pt x="0" y="269"/>
                    </a:cubicBezTo>
                    <a:lnTo>
                      <a:pt x="0" y="289"/>
                    </a:lnTo>
                    <a:cubicBezTo>
                      <a:pt x="16" y="281"/>
                      <a:pt x="29" y="267"/>
                      <a:pt x="42" y="252"/>
                    </a:cubicBezTo>
                    <a:close/>
                    <a:moveTo>
                      <a:pt x="1246" y="0"/>
                    </a:moveTo>
                    <a:cubicBezTo>
                      <a:pt x="859" y="0"/>
                      <a:pt x="475" y="70"/>
                      <a:pt x="104" y="206"/>
                    </a:cubicBezTo>
                    <a:cubicBezTo>
                      <a:pt x="79" y="206"/>
                      <a:pt x="61" y="229"/>
                      <a:pt x="42" y="252"/>
                    </a:cubicBezTo>
                    <a:lnTo>
                      <a:pt x="42" y="252"/>
                    </a:lnTo>
                    <a:cubicBezTo>
                      <a:pt x="344" y="137"/>
                      <a:pt x="652" y="89"/>
                      <a:pt x="960" y="89"/>
                    </a:cubicBezTo>
                    <a:cubicBezTo>
                      <a:pt x="1853" y="89"/>
                      <a:pt x="2755" y="489"/>
                      <a:pt x="3567" y="811"/>
                    </a:cubicBezTo>
                    <a:cubicBezTo>
                      <a:pt x="4151" y="1082"/>
                      <a:pt x="4776" y="1270"/>
                      <a:pt x="5402" y="1353"/>
                    </a:cubicBezTo>
                    <a:cubicBezTo>
                      <a:pt x="5537" y="1372"/>
                      <a:pt x="5672" y="1382"/>
                      <a:pt x="5807" y="1382"/>
                    </a:cubicBezTo>
                    <a:cubicBezTo>
                      <a:pt x="6254" y="1382"/>
                      <a:pt x="6696" y="1279"/>
                      <a:pt x="7112" y="1103"/>
                    </a:cubicBezTo>
                    <a:cubicBezTo>
                      <a:pt x="7676" y="832"/>
                      <a:pt x="8197" y="477"/>
                      <a:pt x="8698" y="81"/>
                    </a:cubicBezTo>
                    <a:cubicBezTo>
                      <a:pt x="8719" y="60"/>
                      <a:pt x="8739" y="39"/>
                      <a:pt x="8760" y="18"/>
                    </a:cubicBezTo>
                    <a:lnTo>
                      <a:pt x="8760" y="18"/>
                    </a:lnTo>
                    <a:cubicBezTo>
                      <a:pt x="8301" y="373"/>
                      <a:pt x="7822" y="686"/>
                      <a:pt x="7300" y="957"/>
                    </a:cubicBezTo>
                    <a:cubicBezTo>
                      <a:pt x="6865" y="1150"/>
                      <a:pt x="6406" y="1256"/>
                      <a:pt x="5941" y="1256"/>
                    </a:cubicBezTo>
                    <a:cubicBezTo>
                      <a:pt x="5803" y="1256"/>
                      <a:pt x="5665" y="1247"/>
                      <a:pt x="5527" y="1228"/>
                    </a:cubicBezTo>
                    <a:cubicBezTo>
                      <a:pt x="4297" y="1082"/>
                      <a:pt x="3233" y="394"/>
                      <a:pt x="2044" y="102"/>
                    </a:cubicBezTo>
                    <a:cubicBezTo>
                      <a:pt x="1780" y="34"/>
                      <a:pt x="1513" y="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
              <p:cNvSpPr/>
              <p:nvPr/>
            </p:nvSpPr>
            <p:spPr>
              <a:xfrm>
                <a:off x="1444475" y="2839275"/>
                <a:ext cx="209900" cy="65450"/>
              </a:xfrm>
              <a:custGeom>
                <a:rect b="b" l="l" r="r" t="t"/>
                <a:pathLst>
                  <a:path extrusionOk="0" h="2618" w="8396">
                    <a:moveTo>
                      <a:pt x="871" y="1"/>
                    </a:moveTo>
                    <a:cubicBezTo>
                      <a:pt x="586" y="1"/>
                      <a:pt x="300" y="64"/>
                      <a:pt x="31" y="187"/>
                    </a:cubicBezTo>
                    <a:cubicBezTo>
                      <a:pt x="5" y="204"/>
                      <a:pt x="1" y="211"/>
                      <a:pt x="8" y="211"/>
                    </a:cubicBezTo>
                    <a:cubicBezTo>
                      <a:pt x="18" y="211"/>
                      <a:pt x="49" y="199"/>
                      <a:pt x="73" y="187"/>
                    </a:cubicBezTo>
                    <a:lnTo>
                      <a:pt x="73" y="208"/>
                    </a:lnTo>
                    <a:cubicBezTo>
                      <a:pt x="263" y="105"/>
                      <a:pt x="464" y="64"/>
                      <a:pt x="666" y="64"/>
                    </a:cubicBezTo>
                    <a:cubicBezTo>
                      <a:pt x="1041" y="64"/>
                      <a:pt x="1424" y="205"/>
                      <a:pt x="1763" y="354"/>
                    </a:cubicBezTo>
                    <a:cubicBezTo>
                      <a:pt x="2284" y="583"/>
                      <a:pt x="2806" y="854"/>
                      <a:pt x="3306" y="1146"/>
                    </a:cubicBezTo>
                    <a:cubicBezTo>
                      <a:pt x="4307" y="1688"/>
                      <a:pt x="5308" y="2272"/>
                      <a:pt x="6456" y="2502"/>
                    </a:cubicBezTo>
                    <a:cubicBezTo>
                      <a:pt x="6772" y="2581"/>
                      <a:pt x="7095" y="2617"/>
                      <a:pt x="7420" y="2617"/>
                    </a:cubicBezTo>
                    <a:cubicBezTo>
                      <a:pt x="7695" y="2617"/>
                      <a:pt x="7972" y="2591"/>
                      <a:pt x="8249" y="2544"/>
                    </a:cubicBezTo>
                    <a:cubicBezTo>
                      <a:pt x="8270" y="2544"/>
                      <a:pt x="8395" y="2460"/>
                      <a:pt x="8333" y="2460"/>
                    </a:cubicBezTo>
                    <a:cubicBezTo>
                      <a:pt x="8092" y="2492"/>
                      <a:pt x="7854" y="2509"/>
                      <a:pt x="7618" y="2509"/>
                    </a:cubicBezTo>
                    <a:cubicBezTo>
                      <a:pt x="7241" y="2509"/>
                      <a:pt x="6869" y="2467"/>
                      <a:pt x="6497" y="2377"/>
                    </a:cubicBezTo>
                    <a:cubicBezTo>
                      <a:pt x="5913" y="2231"/>
                      <a:pt x="5329" y="2022"/>
                      <a:pt x="4808" y="1751"/>
                    </a:cubicBezTo>
                    <a:cubicBezTo>
                      <a:pt x="4266" y="1501"/>
                      <a:pt x="3744" y="1188"/>
                      <a:pt x="3223" y="917"/>
                    </a:cubicBezTo>
                    <a:cubicBezTo>
                      <a:pt x="2701" y="604"/>
                      <a:pt x="2159" y="354"/>
                      <a:pt x="1596" y="145"/>
                    </a:cubicBezTo>
                    <a:cubicBezTo>
                      <a:pt x="1363" y="48"/>
                      <a:pt x="1117" y="1"/>
                      <a:pt x="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1306725" y="2882175"/>
                <a:ext cx="246975" cy="95000"/>
              </a:xfrm>
              <a:custGeom>
                <a:rect b="b" l="l" r="r" t="t"/>
                <a:pathLst>
                  <a:path extrusionOk="0" h="3800" w="9879">
                    <a:moveTo>
                      <a:pt x="1233" y="0"/>
                    </a:moveTo>
                    <a:cubicBezTo>
                      <a:pt x="844" y="0"/>
                      <a:pt x="454" y="69"/>
                      <a:pt x="77" y="202"/>
                    </a:cubicBezTo>
                    <a:cubicBezTo>
                      <a:pt x="77" y="202"/>
                      <a:pt x="0" y="248"/>
                      <a:pt x="5" y="248"/>
                    </a:cubicBezTo>
                    <a:cubicBezTo>
                      <a:pt x="5" y="248"/>
                      <a:pt x="8" y="247"/>
                      <a:pt x="14" y="244"/>
                    </a:cubicBezTo>
                    <a:lnTo>
                      <a:pt x="14" y="264"/>
                    </a:lnTo>
                    <a:cubicBezTo>
                      <a:pt x="348" y="150"/>
                      <a:pt x="692" y="92"/>
                      <a:pt x="1036" y="92"/>
                    </a:cubicBezTo>
                    <a:cubicBezTo>
                      <a:pt x="1380" y="92"/>
                      <a:pt x="1725" y="150"/>
                      <a:pt x="2058" y="264"/>
                    </a:cubicBezTo>
                    <a:cubicBezTo>
                      <a:pt x="2726" y="536"/>
                      <a:pt x="3351" y="911"/>
                      <a:pt x="3915" y="1370"/>
                    </a:cubicBezTo>
                    <a:cubicBezTo>
                      <a:pt x="5062" y="2246"/>
                      <a:pt x="6146" y="3247"/>
                      <a:pt x="7565" y="3643"/>
                    </a:cubicBezTo>
                    <a:cubicBezTo>
                      <a:pt x="7893" y="3747"/>
                      <a:pt x="8234" y="3799"/>
                      <a:pt x="8577" y="3799"/>
                    </a:cubicBezTo>
                    <a:cubicBezTo>
                      <a:pt x="8995" y="3799"/>
                      <a:pt x="9416" y="3721"/>
                      <a:pt x="9817" y="3560"/>
                    </a:cubicBezTo>
                    <a:cubicBezTo>
                      <a:pt x="9817" y="3560"/>
                      <a:pt x="9879" y="3514"/>
                      <a:pt x="9870" y="3514"/>
                    </a:cubicBezTo>
                    <a:cubicBezTo>
                      <a:pt x="9868" y="3514"/>
                      <a:pt x="9865" y="3515"/>
                      <a:pt x="9859" y="3518"/>
                    </a:cubicBezTo>
                    <a:cubicBezTo>
                      <a:pt x="9517" y="3634"/>
                      <a:pt x="9173" y="3685"/>
                      <a:pt x="8831" y="3685"/>
                    </a:cubicBezTo>
                    <a:cubicBezTo>
                      <a:pt x="7754" y="3685"/>
                      <a:pt x="6699" y="3176"/>
                      <a:pt x="5813" y="2559"/>
                    </a:cubicBezTo>
                    <a:cubicBezTo>
                      <a:pt x="4665" y="1745"/>
                      <a:pt x="3602" y="640"/>
                      <a:pt x="2246" y="160"/>
                    </a:cubicBezTo>
                    <a:cubicBezTo>
                      <a:pt x="1914" y="53"/>
                      <a:pt x="1574" y="0"/>
                      <a:pt x="1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1292475" y="2690100"/>
                <a:ext cx="80325" cy="204950"/>
              </a:xfrm>
              <a:custGeom>
                <a:rect b="b" l="l" r="r" t="t"/>
                <a:pathLst>
                  <a:path extrusionOk="0" h="8198" w="3213">
                    <a:moveTo>
                      <a:pt x="3108" y="1"/>
                    </a:moveTo>
                    <a:cubicBezTo>
                      <a:pt x="2649" y="293"/>
                      <a:pt x="2274" y="731"/>
                      <a:pt x="2065" y="1231"/>
                    </a:cubicBezTo>
                    <a:cubicBezTo>
                      <a:pt x="1857" y="1815"/>
                      <a:pt x="1794" y="2462"/>
                      <a:pt x="1919" y="3067"/>
                    </a:cubicBezTo>
                    <a:cubicBezTo>
                      <a:pt x="2023" y="3672"/>
                      <a:pt x="2003" y="4297"/>
                      <a:pt x="1877" y="4902"/>
                    </a:cubicBezTo>
                    <a:cubicBezTo>
                      <a:pt x="1731" y="5486"/>
                      <a:pt x="1502" y="6049"/>
                      <a:pt x="1189" y="6571"/>
                    </a:cubicBezTo>
                    <a:cubicBezTo>
                      <a:pt x="855" y="7155"/>
                      <a:pt x="459" y="7697"/>
                      <a:pt x="0" y="8198"/>
                    </a:cubicBezTo>
                    <a:cubicBezTo>
                      <a:pt x="11" y="8187"/>
                      <a:pt x="37" y="8187"/>
                      <a:pt x="63" y="8187"/>
                    </a:cubicBezTo>
                    <a:cubicBezTo>
                      <a:pt x="89" y="8187"/>
                      <a:pt x="115" y="8187"/>
                      <a:pt x="125" y="8177"/>
                    </a:cubicBezTo>
                    <a:cubicBezTo>
                      <a:pt x="960" y="7322"/>
                      <a:pt x="1606" y="6279"/>
                      <a:pt x="1982" y="5153"/>
                    </a:cubicBezTo>
                    <a:cubicBezTo>
                      <a:pt x="2169" y="4589"/>
                      <a:pt x="2211" y="3985"/>
                      <a:pt x="2149" y="3401"/>
                    </a:cubicBezTo>
                    <a:cubicBezTo>
                      <a:pt x="2086" y="2754"/>
                      <a:pt x="1982" y="2128"/>
                      <a:pt x="2149" y="1502"/>
                    </a:cubicBezTo>
                    <a:cubicBezTo>
                      <a:pt x="2336" y="898"/>
                      <a:pt x="2691" y="355"/>
                      <a:pt x="3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1241900" y="2912450"/>
                <a:ext cx="194500" cy="98375"/>
              </a:xfrm>
              <a:custGeom>
                <a:rect b="b" l="l" r="r" t="t"/>
                <a:pathLst>
                  <a:path extrusionOk="0" h="3935" w="7780">
                    <a:moveTo>
                      <a:pt x="615" y="1"/>
                    </a:moveTo>
                    <a:cubicBezTo>
                      <a:pt x="407" y="1"/>
                      <a:pt x="200" y="42"/>
                      <a:pt x="0" y="138"/>
                    </a:cubicBezTo>
                    <a:cubicBezTo>
                      <a:pt x="0" y="138"/>
                      <a:pt x="63" y="242"/>
                      <a:pt x="83" y="242"/>
                    </a:cubicBezTo>
                    <a:lnTo>
                      <a:pt x="83" y="221"/>
                    </a:lnTo>
                    <a:cubicBezTo>
                      <a:pt x="277" y="171"/>
                      <a:pt x="473" y="146"/>
                      <a:pt x="669" y="146"/>
                    </a:cubicBezTo>
                    <a:cubicBezTo>
                      <a:pt x="1041" y="146"/>
                      <a:pt x="1410" y="239"/>
                      <a:pt x="1752" y="430"/>
                    </a:cubicBezTo>
                    <a:cubicBezTo>
                      <a:pt x="2336" y="722"/>
                      <a:pt x="2774" y="1223"/>
                      <a:pt x="3212" y="1723"/>
                    </a:cubicBezTo>
                    <a:cubicBezTo>
                      <a:pt x="3546" y="2140"/>
                      <a:pt x="3963" y="2516"/>
                      <a:pt x="4401" y="2850"/>
                    </a:cubicBezTo>
                    <a:cubicBezTo>
                      <a:pt x="4860" y="3183"/>
                      <a:pt x="5381" y="3434"/>
                      <a:pt x="5924" y="3621"/>
                    </a:cubicBezTo>
                    <a:cubicBezTo>
                      <a:pt x="6528" y="3809"/>
                      <a:pt x="7154" y="3934"/>
                      <a:pt x="7780" y="3934"/>
                    </a:cubicBezTo>
                    <a:cubicBezTo>
                      <a:pt x="7759" y="3934"/>
                      <a:pt x="7738" y="3872"/>
                      <a:pt x="7717" y="3872"/>
                    </a:cubicBezTo>
                    <a:cubicBezTo>
                      <a:pt x="6528" y="3684"/>
                      <a:pt x="5360" y="3434"/>
                      <a:pt x="4359" y="2766"/>
                    </a:cubicBezTo>
                    <a:cubicBezTo>
                      <a:pt x="3337" y="2078"/>
                      <a:pt x="2774" y="931"/>
                      <a:pt x="1710" y="326"/>
                    </a:cubicBezTo>
                    <a:cubicBezTo>
                      <a:pt x="1374" y="137"/>
                      <a:pt x="994" y="1"/>
                      <a:pt x="6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616150" y="2643000"/>
                <a:ext cx="102225" cy="148225"/>
              </a:xfrm>
              <a:custGeom>
                <a:rect b="b" l="l" r="r" t="t"/>
                <a:pathLst>
                  <a:path extrusionOk="0" h="5929" w="4089">
                    <a:moveTo>
                      <a:pt x="146" y="1"/>
                    </a:moveTo>
                    <a:cubicBezTo>
                      <a:pt x="84" y="1"/>
                      <a:pt x="1" y="28"/>
                      <a:pt x="1" y="28"/>
                    </a:cubicBezTo>
                    <a:cubicBezTo>
                      <a:pt x="189" y="404"/>
                      <a:pt x="647" y="466"/>
                      <a:pt x="981" y="633"/>
                    </a:cubicBezTo>
                    <a:cubicBezTo>
                      <a:pt x="1377" y="842"/>
                      <a:pt x="1669" y="1217"/>
                      <a:pt x="1815" y="1655"/>
                    </a:cubicBezTo>
                    <a:cubicBezTo>
                      <a:pt x="1982" y="2072"/>
                      <a:pt x="2087" y="2531"/>
                      <a:pt x="2212" y="2990"/>
                    </a:cubicBezTo>
                    <a:cubicBezTo>
                      <a:pt x="2358" y="3491"/>
                      <a:pt x="2566" y="3991"/>
                      <a:pt x="2837" y="4471"/>
                    </a:cubicBezTo>
                    <a:cubicBezTo>
                      <a:pt x="3129" y="4993"/>
                      <a:pt x="3484" y="5493"/>
                      <a:pt x="3922" y="5910"/>
                    </a:cubicBezTo>
                    <a:cubicBezTo>
                      <a:pt x="3929" y="5924"/>
                      <a:pt x="3950" y="5929"/>
                      <a:pt x="3974" y="5929"/>
                    </a:cubicBezTo>
                    <a:cubicBezTo>
                      <a:pt x="4022" y="5929"/>
                      <a:pt x="4082" y="5910"/>
                      <a:pt x="4068" y="5910"/>
                    </a:cubicBezTo>
                    <a:lnTo>
                      <a:pt x="4089" y="5889"/>
                    </a:lnTo>
                    <a:cubicBezTo>
                      <a:pt x="3713" y="5493"/>
                      <a:pt x="3380" y="5034"/>
                      <a:pt x="3109" y="4575"/>
                    </a:cubicBezTo>
                    <a:cubicBezTo>
                      <a:pt x="2837" y="4117"/>
                      <a:pt x="2608" y="3616"/>
                      <a:pt x="2441" y="3115"/>
                    </a:cubicBezTo>
                    <a:cubicBezTo>
                      <a:pt x="2191" y="2323"/>
                      <a:pt x="2128" y="1280"/>
                      <a:pt x="1398" y="758"/>
                    </a:cubicBezTo>
                    <a:cubicBezTo>
                      <a:pt x="1044" y="487"/>
                      <a:pt x="418" y="466"/>
                      <a:pt x="209" y="28"/>
                    </a:cubicBezTo>
                    <a:cubicBezTo>
                      <a:pt x="202" y="8"/>
                      <a:pt x="177"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742175" y="2654950"/>
                <a:ext cx="60675" cy="189225"/>
              </a:xfrm>
              <a:custGeom>
                <a:rect b="b" l="l" r="r" t="t"/>
                <a:pathLst>
                  <a:path extrusionOk="0" h="7569" w="2427">
                    <a:moveTo>
                      <a:pt x="20" y="0"/>
                    </a:moveTo>
                    <a:cubicBezTo>
                      <a:pt x="7" y="0"/>
                      <a:pt x="0" y="2"/>
                      <a:pt x="7" y="9"/>
                    </a:cubicBezTo>
                    <a:cubicBezTo>
                      <a:pt x="153" y="197"/>
                      <a:pt x="341" y="343"/>
                      <a:pt x="487" y="531"/>
                    </a:cubicBezTo>
                    <a:cubicBezTo>
                      <a:pt x="633" y="739"/>
                      <a:pt x="758" y="948"/>
                      <a:pt x="863" y="1177"/>
                    </a:cubicBezTo>
                    <a:cubicBezTo>
                      <a:pt x="1050" y="1678"/>
                      <a:pt x="1196" y="2178"/>
                      <a:pt x="1238" y="2721"/>
                    </a:cubicBezTo>
                    <a:cubicBezTo>
                      <a:pt x="1405" y="3785"/>
                      <a:pt x="1301" y="4890"/>
                      <a:pt x="1551" y="5975"/>
                    </a:cubicBezTo>
                    <a:cubicBezTo>
                      <a:pt x="1655" y="6559"/>
                      <a:pt x="1926" y="7101"/>
                      <a:pt x="2323" y="7560"/>
                    </a:cubicBezTo>
                    <a:cubicBezTo>
                      <a:pt x="2330" y="7567"/>
                      <a:pt x="2343" y="7569"/>
                      <a:pt x="2359" y="7569"/>
                    </a:cubicBezTo>
                    <a:cubicBezTo>
                      <a:pt x="2390" y="7569"/>
                      <a:pt x="2427" y="7560"/>
                      <a:pt x="2427" y="7560"/>
                    </a:cubicBezTo>
                    <a:cubicBezTo>
                      <a:pt x="988" y="5787"/>
                      <a:pt x="1905" y="3326"/>
                      <a:pt x="1113" y="1323"/>
                    </a:cubicBezTo>
                    <a:cubicBezTo>
                      <a:pt x="946" y="781"/>
                      <a:pt x="591" y="322"/>
                      <a:pt x="112" y="9"/>
                    </a:cubicBezTo>
                    <a:cubicBezTo>
                      <a:pt x="98" y="9"/>
                      <a:pt x="4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854450" y="2752675"/>
                <a:ext cx="32350" cy="160625"/>
              </a:xfrm>
              <a:custGeom>
                <a:rect b="b" l="l" r="r" t="t"/>
                <a:pathLst>
                  <a:path extrusionOk="0" h="6425" w="1294">
                    <a:moveTo>
                      <a:pt x="1" y="1"/>
                    </a:moveTo>
                    <a:cubicBezTo>
                      <a:pt x="22" y="543"/>
                      <a:pt x="84" y="1064"/>
                      <a:pt x="209" y="1586"/>
                    </a:cubicBezTo>
                    <a:cubicBezTo>
                      <a:pt x="293" y="2128"/>
                      <a:pt x="376" y="2670"/>
                      <a:pt x="460" y="3192"/>
                    </a:cubicBezTo>
                    <a:cubicBezTo>
                      <a:pt x="647" y="4256"/>
                      <a:pt x="835" y="5340"/>
                      <a:pt x="1106" y="6383"/>
                    </a:cubicBezTo>
                    <a:cubicBezTo>
                      <a:pt x="1106" y="6407"/>
                      <a:pt x="1163" y="6418"/>
                      <a:pt x="1211" y="6418"/>
                    </a:cubicBezTo>
                    <a:cubicBezTo>
                      <a:pt x="1244" y="6418"/>
                      <a:pt x="1273" y="6413"/>
                      <a:pt x="1273" y="6404"/>
                    </a:cubicBezTo>
                    <a:lnTo>
                      <a:pt x="1294" y="6425"/>
                    </a:lnTo>
                    <a:cubicBezTo>
                      <a:pt x="1106" y="5361"/>
                      <a:pt x="856" y="4297"/>
                      <a:pt x="668" y="3234"/>
                    </a:cubicBezTo>
                    <a:cubicBezTo>
                      <a:pt x="564" y="2712"/>
                      <a:pt x="480" y="2191"/>
                      <a:pt x="397" y="1648"/>
                    </a:cubicBezTo>
                    <a:cubicBezTo>
                      <a:pt x="334" y="1106"/>
                      <a:pt x="251" y="564"/>
                      <a:pt x="126" y="22"/>
                    </a:cubicBezTo>
                    <a:cubicBezTo>
                      <a:pt x="126"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
              <p:cNvSpPr/>
              <p:nvPr/>
            </p:nvSpPr>
            <p:spPr>
              <a:xfrm>
                <a:off x="937375" y="2835875"/>
                <a:ext cx="24525" cy="155650"/>
              </a:xfrm>
              <a:custGeom>
                <a:rect b="b" l="l" r="r" t="t"/>
                <a:pathLst>
                  <a:path extrusionOk="0" h="6226" w="981">
                    <a:moveTo>
                      <a:pt x="740" y="1"/>
                    </a:moveTo>
                    <a:cubicBezTo>
                      <a:pt x="728" y="1"/>
                      <a:pt x="716" y="3"/>
                      <a:pt x="709" y="10"/>
                    </a:cubicBezTo>
                    <a:cubicBezTo>
                      <a:pt x="0" y="1991"/>
                      <a:pt x="146" y="4265"/>
                      <a:pt x="876" y="6205"/>
                    </a:cubicBezTo>
                    <a:cubicBezTo>
                      <a:pt x="876" y="6215"/>
                      <a:pt x="902" y="6220"/>
                      <a:pt x="928" y="6220"/>
                    </a:cubicBezTo>
                    <a:cubicBezTo>
                      <a:pt x="948" y="6220"/>
                      <a:pt x="967" y="6217"/>
                      <a:pt x="976" y="6211"/>
                    </a:cubicBezTo>
                    <a:lnTo>
                      <a:pt x="976" y="6211"/>
                    </a:lnTo>
                    <a:cubicBezTo>
                      <a:pt x="977" y="6216"/>
                      <a:pt x="979" y="6221"/>
                      <a:pt x="980" y="6225"/>
                    </a:cubicBezTo>
                    <a:lnTo>
                      <a:pt x="980" y="6205"/>
                    </a:lnTo>
                    <a:cubicBezTo>
                      <a:pt x="980" y="6207"/>
                      <a:pt x="979" y="6209"/>
                      <a:pt x="976" y="6211"/>
                    </a:cubicBezTo>
                    <a:lnTo>
                      <a:pt x="976" y="6211"/>
                    </a:lnTo>
                    <a:cubicBezTo>
                      <a:pt x="645" y="5215"/>
                      <a:pt x="480" y="4177"/>
                      <a:pt x="459" y="3138"/>
                    </a:cubicBezTo>
                    <a:cubicBezTo>
                      <a:pt x="438" y="2075"/>
                      <a:pt x="542" y="1032"/>
                      <a:pt x="793" y="10"/>
                    </a:cubicBezTo>
                    <a:cubicBezTo>
                      <a:pt x="793" y="10"/>
                      <a:pt x="765"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
              <p:cNvSpPr/>
              <p:nvPr/>
            </p:nvSpPr>
            <p:spPr>
              <a:xfrm>
                <a:off x="530650" y="2752025"/>
                <a:ext cx="127250" cy="14225"/>
              </a:xfrm>
              <a:custGeom>
                <a:rect b="b" l="l" r="r" t="t"/>
                <a:pathLst>
                  <a:path extrusionOk="0" h="569" w="5090">
                    <a:moveTo>
                      <a:pt x="2272" y="0"/>
                    </a:moveTo>
                    <a:cubicBezTo>
                      <a:pt x="1917" y="0"/>
                      <a:pt x="1570" y="38"/>
                      <a:pt x="1210" y="89"/>
                    </a:cubicBezTo>
                    <a:cubicBezTo>
                      <a:pt x="1001" y="131"/>
                      <a:pt x="814" y="173"/>
                      <a:pt x="605" y="214"/>
                    </a:cubicBezTo>
                    <a:cubicBezTo>
                      <a:pt x="396" y="256"/>
                      <a:pt x="209" y="319"/>
                      <a:pt x="42" y="444"/>
                    </a:cubicBezTo>
                    <a:cubicBezTo>
                      <a:pt x="0" y="465"/>
                      <a:pt x="125" y="569"/>
                      <a:pt x="146" y="569"/>
                    </a:cubicBezTo>
                    <a:cubicBezTo>
                      <a:pt x="355" y="527"/>
                      <a:pt x="584" y="486"/>
                      <a:pt x="793" y="402"/>
                    </a:cubicBezTo>
                    <a:cubicBezTo>
                      <a:pt x="980" y="360"/>
                      <a:pt x="1168" y="319"/>
                      <a:pt x="1356" y="298"/>
                    </a:cubicBezTo>
                    <a:cubicBezTo>
                      <a:pt x="1773" y="214"/>
                      <a:pt x="2190" y="173"/>
                      <a:pt x="2607" y="173"/>
                    </a:cubicBezTo>
                    <a:cubicBezTo>
                      <a:pt x="3442" y="173"/>
                      <a:pt x="4276" y="298"/>
                      <a:pt x="5069" y="548"/>
                    </a:cubicBezTo>
                    <a:cubicBezTo>
                      <a:pt x="5089" y="548"/>
                      <a:pt x="5027" y="465"/>
                      <a:pt x="5006" y="465"/>
                    </a:cubicBezTo>
                    <a:lnTo>
                      <a:pt x="5006" y="444"/>
                    </a:lnTo>
                    <a:cubicBezTo>
                      <a:pt x="4213" y="152"/>
                      <a:pt x="3358" y="6"/>
                      <a:pt x="2503" y="6"/>
                    </a:cubicBezTo>
                    <a:cubicBezTo>
                      <a:pt x="2425" y="2"/>
                      <a:pt x="2349" y="0"/>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535325" y="2810550"/>
                <a:ext cx="221125" cy="41750"/>
              </a:xfrm>
              <a:custGeom>
                <a:rect b="b" l="l" r="r" t="t"/>
                <a:pathLst>
                  <a:path extrusionOk="0" h="1670" w="8845">
                    <a:moveTo>
                      <a:pt x="8830" y="579"/>
                    </a:moveTo>
                    <a:lnTo>
                      <a:pt x="8830" y="579"/>
                    </a:lnTo>
                    <a:cubicBezTo>
                      <a:pt x="8835" y="583"/>
                      <a:pt x="8840" y="585"/>
                      <a:pt x="8845" y="585"/>
                    </a:cubicBezTo>
                    <a:cubicBezTo>
                      <a:pt x="8840" y="583"/>
                      <a:pt x="8835" y="581"/>
                      <a:pt x="8830" y="579"/>
                    </a:cubicBezTo>
                    <a:close/>
                    <a:moveTo>
                      <a:pt x="1" y="1106"/>
                    </a:moveTo>
                    <a:cubicBezTo>
                      <a:pt x="2" y="1106"/>
                      <a:pt x="4" y="1107"/>
                      <a:pt x="5" y="1107"/>
                    </a:cubicBezTo>
                    <a:lnTo>
                      <a:pt x="5" y="1107"/>
                    </a:lnTo>
                    <a:cubicBezTo>
                      <a:pt x="4" y="1107"/>
                      <a:pt x="2" y="1106"/>
                      <a:pt x="1" y="1106"/>
                    </a:cubicBezTo>
                    <a:close/>
                    <a:moveTo>
                      <a:pt x="6926" y="1"/>
                    </a:moveTo>
                    <a:cubicBezTo>
                      <a:pt x="6300" y="1"/>
                      <a:pt x="5820" y="293"/>
                      <a:pt x="5340" y="647"/>
                    </a:cubicBezTo>
                    <a:cubicBezTo>
                      <a:pt x="4882" y="1002"/>
                      <a:pt x="4360" y="1252"/>
                      <a:pt x="3818" y="1419"/>
                    </a:cubicBezTo>
                    <a:cubicBezTo>
                      <a:pt x="3427" y="1500"/>
                      <a:pt x="3028" y="1546"/>
                      <a:pt x="2631" y="1546"/>
                    </a:cubicBezTo>
                    <a:cubicBezTo>
                      <a:pt x="2414" y="1546"/>
                      <a:pt x="2197" y="1532"/>
                      <a:pt x="1982" y="1503"/>
                    </a:cubicBezTo>
                    <a:cubicBezTo>
                      <a:pt x="1316" y="1419"/>
                      <a:pt x="671" y="1211"/>
                      <a:pt x="5" y="1107"/>
                    </a:cubicBezTo>
                    <a:lnTo>
                      <a:pt x="5" y="1107"/>
                    </a:lnTo>
                    <a:cubicBezTo>
                      <a:pt x="29" y="1114"/>
                      <a:pt x="86" y="1170"/>
                      <a:pt x="105" y="1190"/>
                    </a:cubicBezTo>
                    <a:cubicBezTo>
                      <a:pt x="710" y="1377"/>
                      <a:pt x="1315" y="1523"/>
                      <a:pt x="1941" y="1607"/>
                    </a:cubicBezTo>
                    <a:cubicBezTo>
                      <a:pt x="2222" y="1649"/>
                      <a:pt x="2504" y="1669"/>
                      <a:pt x="2788" y="1669"/>
                    </a:cubicBezTo>
                    <a:cubicBezTo>
                      <a:pt x="3072" y="1669"/>
                      <a:pt x="3359" y="1649"/>
                      <a:pt x="3651" y="1607"/>
                    </a:cubicBezTo>
                    <a:cubicBezTo>
                      <a:pt x="4214" y="1523"/>
                      <a:pt x="4736" y="1294"/>
                      <a:pt x="5215" y="960"/>
                    </a:cubicBezTo>
                    <a:cubicBezTo>
                      <a:pt x="5674" y="627"/>
                      <a:pt x="6133" y="251"/>
                      <a:pt x="6696" y="147"/>
                    </a:cubicBezTo>
                    <a:cubicBezTo>
                      <a:pt x="6819" y="126"/>
                      <a:pt x="6942" y="117"/>
                      <a:pt x="7064" y="117"/>
                    </a:cubicBezTo>
                    <a:cubicBezTo>
                      <a:pt x="7680" y="117"/>
                      <a:pt x="8276" y="354"/>
                      <a:pt x="8830" y="579"/>
                    </a:cubicBezTo>
                    <a:lnTo>
                      <a:pt x="8830" y="579"/>
                    </a:lnTo>
                    <a:cubicBezTo>
                      <a:pt x="8814" y="567"/>
                      <a:pt x="8798" y="538"/>
                      <a:pt x="8782" y="522"/>
                    </a:cubicBezTo>
                    <a:cubicBezTo>
                      <a:pt x="8198" y="209"/>
                      <a:pt x="7572" y="43"/>
                      <a:pt x="6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
              <p:cNvSpPr/>
              <p:nvPr/>
            </p:nvSpPr>
            <p:spPr>
              <a:xfrm>
                <a:off x="624500" y="2878025"/>
                <a:ext cx="226850" cy="58625"/>
              </a:xfrm>
              <a:custGeom>
                <a:rect b="b" l="l" r="r" t="t"/>
                <a:pathLst>
                  <a:path extrusionOk="0" h="2345" w="9074">
                    <a:moveTo>
                      <a:pt x="7100" y="1"/>
                    </a:moveTo>
                    <a:cubicBezTo>
                      <a:pt x="6562" y="1"/>
                      <a:pt x="6023" y="80"/>
                      <a:pt x="5507" y="243"/>
                    </a:cubicBezTo>
                    <a:cubicBezTo>
                      <a:pt x="4923" y="451"/>
                      <a:pt x="4360" y="743"/>
                      <a:pt x="3838" y="1098"/>
                    </a:cubicBezTo>
                    <a:cubicBezTo>
                      <a:pt x="3296" y="1452"/>
                      <a:pt x="2712" y="1744"/>
                      <a:pt x="2107" y="1953"/>
                    </a:cubicBezTo>
                    <a:cubicBezTo>
                      <a:pt x="1753" y="2057"/>
                      <a:pt x="1398" y="2141"/>
                      <a:pt x="1043" y="2203"/>
                    </a:cubicBezTo>
                    <a:cubicBezTo>
                      <a:pt x="689" y="2245"/>
                      <a:pt x="355" y="2287"/>
                      <a:pt x="1" y="2287"/>
                    </a:cubicBezTo>
                    <a:cubicBezTo>
                      <a:pt x="1" y="2287"/>
                      <a:pt x="63" y="2328"/>
                      <a:pt x="84" y="2328"/>
                    </a:cubicBezTo>
                    <a:cubicBezTo>
                      <a:pt x="251" y="2339"/>
                      <a:pt x="418" y="2344"/>
                      <a:pt x="582" y="2344"/>
                    </a:cubicBezTo>
                    <a:cubicBezTo>
                      <a:pt x="746" y="2344"/>
                      <a:pt x="908" y="2339"/>
                      <a:pt x="1064" y="2328"/>
                    </a:cubicBezTo>
                    <a:cubicBezTo>
                      <a:pt x="1377" y="2287"/>
                      <a:pt x="1690" y="2245"/>
                      <a:pt x="1982" y="2162"/>
                    </a:cubicBezTo>
                    <a:cubicBezTo>
                      <a:pt x="2566" y="1995"/>
                      <a:pt x="3129" y="1765"/>
                      <a:pt x="3651" y="1452"/>
                    </a:cubicBezTo>
                    <a:cubicBezTo>
                      <a:pt x="4172" y="1098"/>
                      <a:pt x="4714" y="785"/>
                      <a:pt x="5278" y="514"/>
                    </a:cubicBezTo>
                    <a:cubicBezTo>
                      <a:pt x="5937" y="241"/>
                      <a:pt x="6634" y="104"/>
                      <a:pt x="7335" y="104"/>
                    </a:cubicBezTo>
                    <a:cubicBezTo>
                      <a:pt x="7919" y="104"/>
                      <a:pt x="8505" y="199"/>
                      <a:pt x="9074" y="389"/>
                    </a:cubicBezTo>
                    <a:cubicBezTo>
                      <a:pt x="9032" y="368"/>
                      <a:pt x="8990" y="347"/>
                      <a:pt x="8948" y="326"/>
                    </a:cubicBezTo>
                    <a:lnTo>
                      <a:pt x="8969" y="326"/>
                    </a:lnTo>
                    <a:cubicBezTo>
                      <a:pt x="8371" y="112"/>
                      <a:pt x="7735" y="1"/>
                      <a:pt x="7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
              <p:cNvSpPr/>
              <p:nvPr/>
            </p:nvSpPr>
            <p:spPr>
              <a:xfrm>
                <a:off x="746525" y="2958550"/>
                <a:ext cx="189300" cy="53375"/>
              </a:xfrm>
              <a:custGeom>
                <a:rect b="b" l="l" r="r" t="t"/>
                <a:pathLst>
                  <a:path extrusionOk="0" h="2135" w="7572">
                    <a:moveTo>
                      <a:pt x="7551" y="255"/>
                    </a:moveTo>
                    <a:cubicBezTo>
                      <a:pt x="7551" y="255"/>
                      <a:pt x="7547" y="257"/>
                      <a:pt x="7541" y="261"/>
                    </a:cubicBezTo>
                    <a:lnTo>
                      <a:pt x="7541" y="261"/>
                    </a:lnTo>
                    <a:cubicBezTo>
                      <a:pt x="7551" y="266"/>
                      <a:pt x="7562" y="270"/>
                      <a:pt x="7572" y="276"/>
                    </a:cubicBezTo>
                    <a:lnTo>
                      <a:pt x="7551" y="255"/>
                    </a:lnTo>
                    <a:close/>
                    <a:moveTo>
                      <a:pt x="6354" y="1"/>
                    </a:moveTo>
                    <a:cubicBezTo>
                      <a:pt x="5838" y="1"/>
                      <a:pt x="5315" y="123"/>
                      <a:pt x="4818" y="296"/>
                    </a:cubicBezTo>
                    <a:cubicBezTo>
                      <a:pt x="3859" y="630"/>
                      <a:pt x="3004" y="1193"/>
                      <a:pt x="2065" y="1610"/>
                    </a:cubicBezTo>
                    <a:cubicBezTo>
                      <a:pt x="1481" y="1882"/>
                      <a:pt x="855" y="2028"/>
                      <a:pt x="209" y="2048"/>
                    </a:cubicBezTo>
                    <a:cubicBezTo>
                      <a:pt x="167" y="2048"/>
                      <a:pt x="125" y="2069"/>
                      <a:pt x="84" y="2090"/>
                    </a:cubicBezTo>
                    <a:cubicBezTo>
                      <a:pt x="84" y="2090"/>
                      <a:pt x="0" y="2132"/>
                      <a:pt x="21" y="2132"/>
                    </a:cubicBezTo>
                    <a:cubicBezTo>
                      <a:pt x="64" y="2134"/>
                      <a:pt x="107" y="2135"/>
                      <a:pt x="149" y="2135"/>
                    </a:cubicBezTo>
                    <a:cubicBezTo>
                      <a:pt x="1028" y="2135"/>
                      <a:pt x="1935" y="1737"/>
                      <a:pt x="2691" y="1339"/>
                    </a:cubicBezTo>
                    <a:cubicBezTo>
                      <a:pt x="3692" y="860"/>
                      <a:pt x="4651" y="234"/>
                      <a:pt x="5757" y="88"/>
                    </a:cubicBezTo>
                    <a:cubicBezTo>
                      <a:pt x="5925" y="58"/>
                      <a:pt x="6094" y="43"/>
                      <a:pt x="6262" y="43"/>
                    </a:cubicBezTo>
                    <a:cubicBezTo>
                      <a:pt x="6681" y="43"/>
                      <a:pt x="7095" y="133"/>
                      <a:pt x="7467" y="296"/>
                    </a:cubicBezTo>
                    <a:cubicBezTo>
                      <a:pt x="7483" y="296"/>
                      <a:pt x="7523" y="272"/>
                      <a:pt x="7541" y="261"/>
                    </a:cubicBezTo>
                    <a:lnTo>
                      <a:pt x="7541" y="261"/>
                    </a:lnTo>
                    <a:cubicBezTo>
                      <a:pt x="7160" y="76"/>
                      <a:pt x="6759" y="1"/>
                      <a:pt x="6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
              <p:cNvSpPr/>
              <p:nvPr/>
            </p:nvSpPr>
            <p:spPr>
              <a:xfrm>
                <a:off x="298075" y="2487275"/>
                <a:ext cx="123000" cy="71500"/>
              </a:xfrm>
              <a:custGeom>
                <a:rect b="b" l="l" r="r" t="t"/>
                <a:pathLst>
                  <a:path extrusionOk="0" h="2860" w="4920">
                    <a:moveTo>
                      <a:pt x="63" y="0"/>
                    </a:moveTo>
                    <a:cubicBezTo>
                      <a:pt x="1" y="0"/>
                      <a:pt x="147" y="84"/>
                      <a:pt x="167" y="104"/>
                    </a:cubicBezTo>
                    <a:cubicBezTo>
                      <a:pt x="606" y="250"/>
                      <a:pt x="1023" y="355"/>
                      <a:pt x="1440" y="542"/>
                    </a:cubicBezTo>
                    <a:cubicBezTo>
                      <a:pt x="1857" y="709"/>
                      <a:pt x="2253" y="918"/>
                      <a:pt x="2650" y="1147"/>
                    </a:cubicBezTo>
                    <a:cubicBezTo>
                      <a:pt x="3421" y="1606"/>
                      <a:pt x="4151" y="2149"/>
                      <a:pt x="4777" y="2795"/>
                    </a:cubicBezTo>
                    <a:cubicBezTo>
                      <a:pt x="4792" y="2810"/>
                      <a:pt x="4887" y="2860"/>
                      <a:pt x="4911" y="2860"/>
                    </a:cubicBezTo>
                    <a:cubicBezTo>
                      <a:pt x="4919" y="2860"/>
                      <a:pt x="4919" y="2853"/>
                      <a:pt x="4902" y="2837"/>
                    </a:cubicBezTo>
                    <a:cubicBezTo>
                      <a:pt x="4235" y="2149"/>
                      <a:pt x="3484" y="1564"/>
                      <a:pt x="2650" y="1085"/>
                    </a:cubicBezTo>
                    <a:cubicBezTo>
                      <a:pt x="2253" y="834"/>
                      <a:pt x="1815" y="626"/>
                      <a:pt x="1398" y="459"/>
                    </a:cubicBezTo>
                    <a:cubicBezTo>
                      <a:pt x="960" y="250"/>
                      <a:pt x="522" y="104"/>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
              <p:cNvSpPr/>
              <p:nvPr/>
            </p:nvSpPr>
            <p:spPr>
              <a:xfrm>
                <a:off x="409675" y="2457025"/>
                <a:ext cx="118300" cy="128400"/>
              </a:xfrm>
              <a:custGeom>
                <a:rect b="b" l="l" r="r" t="t"/>
                <a:pathLst>
                  <a:path extrusionOk="0" h="5136" w="4732">
                    <a:moveTo>
                      <a:pt x="63" y="0"/>
                    </a:moveTo>
                    <a:cubicBezTo>
                      <a:pt x="63" y="0"/>
                      <a:pt x="0" y="21"/>
                      <a:pt x="0" y="42"/>
                    </a:cubicBezTo>
                    <a:cubicBezTo>
                      <a:pt x="334" y="501"/>
                      <a:pt x="709" y="939"/>
                      <a:pt x="1126" y="1335"/>
                    </a:cubicBezTo>
                    <a:lnTo>
                      <a:pt x="2274" y="2608"/>
                    </a:lnTo>
                    <a:lnTo>
                      <a:pt x="3400" y="3838"/>
                    </a:lnTo>
                    <a:cubicBezTo>
                      <a:pt x="3796" y="4276"/>
                      <a:pt x="4193" y="4735"/>
                      <a:pt x="4589" y="5131"/>
                    </a:cubicBezTo>
                    <a:cubicBezTo>
                      <a:pt x="4592" y="5134"/>
                      <a:pt x="4597" y="5136"/>
                      <a:pt x="4603" y="5136"/>
                    </a:cubicBezTo>
                    <a:cubicBezTo>
                      <a:pt x="4642" y="5136"/>
                      <a:pt x="4732" y="5087"/>
                      <a:pt x="4714" y="5069"/>
                    </a:cubicBezTo>
                    <a:cubicBezTo>
                      <a:pt x="4359" y="4610"/>
                      <a:pt x="3942" y="4193"/>
                      <a:pt x="3567" y="3776"/>
                    </a:cubicBezTo>
                    <a:lnTo>
                      <a:pt x="2441" y="2524"/>
                    </a:lnTo>
                    <a:lnTo>
                      <a:pt x="1293" y="1273"/>
                    </a:lnTo>
                    <a:cubicBezTo>
                      <a:pt x="918" y="814"/>
                      <a:pt x="501" y="397"/>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
              <p:cNvSpPr/>
              <p:nvPr/>
            </p:nvSpPr>
            <p:spPr>
              <a:xfrm>
                <a:off x="525950" y="2474750"/>
                <a:ext cx="82925" cy="135075"/>
              </a:xfrm>
              <a:custGeom>
                <a:rect b="b" l="l" r="r" t="t"/>
                <a:pathLst>
                  <a:path extrusionOk="0" h="5403" w="3317">
                    <a:moveTo>
                      <a:pt x="0" y="1"/>
                    </a:moveTo>
                    <a:lnTo>
                      <a:pt x="0" y="1"/>
                    </a:lnTo>
                    <a:cubicBezTo>
                      <a:pt x="21" y="21"/>
                      <a:pt x="42" y="63"/>
                      <a:pt x="84" y="84"/>
                    </a:cubicBezTo>
                    <a:cubicBezTo>
                      <a:pt x="1586" y="1481"/>
                      <a:pt x="2670" y="3296"/>
                      <a:pt x="3213" y="5298"/>
                    </a:cubicBezTo>
                    <a:cubicBezTo>
                      <a:pt x="3213" y="5340"/>
                      <a:pt x="3296" y="5361"/>
                      <a:pt x="3317" y="5403"/>
                    </a:cubicBezTo>
                    <a:lnTo>
                      <a:pt x="3317" y="5382"/>
                    </a:lnTo>
                    <a:cubicBezTo>
                      <a:pt x="2879" y="3692"/>
                      <a:pt x="2024" y="2128"/>
                      <a:pt x="856" y="856"/>
                    </a:cubicBezTo>
                    <a:cubicBezTo>
                      <a:pt x="584" y="543"/>
                      <a:pt x="292" y="2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
              <p:cNvSpPr/>
              <p:nvPr/>
            </p:nvSpPr>
            <p:spPr>
              <a:xfrm>
                <a:off x="281475" y="2565800"/>
                <a:ext cx="191800" cy="66600"/>
              </a:xfrm>
              <a:custGeom>
                <a:rect b="b" l="l" r="r" t="t"/>
                <a:pathLst>
                  <a:path extrusionOk="0" h="2664" w="7672">
                    <a:moveTo>
                      <a:pt x="6709" y="1"/>
                    </a:moveTo>
                    <a:cubicBezTo>
                      <a:pt x="6095" y="1"/>
                      <a:pt x="5463" y="269"/>
                      <a:pt x="4899" y="509"/>
                    </a:cubicBezTo>
                    <a:cubicBezTo>
                      <a:pt x="3856" y="926"/>
                      <a:pt x="2834" y="1323"/>
                      <a:pt x="1812" y="1761"/>
                    </a:cubicBezTo>
                    <a:lnTo>
                      <a:pt x="39" y="2470"/>
                    </a:lnTo>
                    <a:cubicBezTo>
                      <a:pt x="1" y="2489"/>
                      <a:pt x="153" y="2663"/>
                      <a:pt x="228" y="2663"/>
                    </a:cubicBezTo>
                    <a:cubicBezTo>
                      <a:pt x="235" y="2663"/>
                      <a:pt x="242" y="2661"/>
                      <a:pt x="247" y="2658"/>
                    </a:cubicBezTo>
                    <a:cubicBezTo>
                      <a:pt x="1520" y="2136"/>
                      <a:pt x="2792" y="1615"/>
                      <a:pt x="4044" y="1093"/>
                    </a:cubicBezTo>
                    <a:cubicBezTo>
                      <a:pt x="4648" y="843"/>
                      <a:pt x="5253" y="572"/>
                      <a:pt x="5858" y="363"/>
                    </a:cubicBezTo>
                    <a:cubicBezTo>
                      <a:pt x="6196" y="251"/>
                      <a:pt x="6557" y="161"/>
                      <a:pt x="6912" y="161"/>
                    </a:cubicBezTo>
                    <a:cubicBezTo>
                      <a:pt x="7150" y="161"/>
                      <a:pt x="7385" y="201"/>
                      <a:pt x="7610" y="301"/>
                    </a:cubicBezTo>
                    <a:cubicBezTo>
                      <a:pt x="7619" y="303"/>
                      <a:pt x="7626" y="304"/>
                      <a:pt x="7631" y="304"/>
                    </a:cubicBezTo>
                    <a:cubicBezTo>
                      <a:pt x="7672" y="304"/>
                      <a:pt x="7587" y="236"/>
                      <a:pt x="7569" y="217"/>
                    </a:cubicBezTo>
                    <a:cubicBezTo>
                      <a:pt x="7292" y="62"/>
                      <a:pt x="7002" y="1"/>
                      <a:pt x="6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
              <p:cNvSpPr/>
              <p:nvPr/>
            </p:nvSpPr>
            <p:spPr>
              <a:xfrm>
                <a:off x="352825" y="2602450"/>
                <a:ext cx="196625" cy="88725"/>
              </a:xfrm>
              <a:custGeom>
                <a:rect b="b" l="l" r="r" t="t"/>
                <a:pathLst>
                  <a:path extrusionOk="0" h="3549" w="7865">
                    <a:moveTo>
                      <a:pt x="7310" y="1"/>
                    </a:moveTo>
                    <a:cubicBezTo>
                      <a:pt x="6457" y="1"/>
                      <a:pt x="5626" y="433"/>
                      <a:pt x="4923" y="879"/>
                    </a:cubicBezTo>
                    <a:cubicBezTo>
                      <a:pt x="3964" y="1484"/>
                      <a:pt x="3129" y="2318"/>
                      <a:pt x="2128" y="2860"/>
                    </a:cubicBezTo>
                    <a:cubicBezTo>
                      <a:pt x="1565" y="3194"/>
                      <a:pt x="918" y="3382"/>
                      <a:pt x="251" y="3382"/>
                    </a:cubicBezTo>
                    <a:cubicBezTo>
                      <a:pt x="209" y="3382"/>
                      <a:pt x="147" y="3444"/>
                      <a:pt x="105" y="3465"/>
                    </a:cubicBezTo>
                    <a:cubicBezTo>
                      <a:pt x="63" y="3507"/>
                      <a:pt x="1" y="3548"/>
                      <a:pt x="22" y="3548"/>
                    </a:cubicBezTo>
                    <a:cubicBezTo>
                      <a:pt x="1085" y="3548"/>
                      <a:pt x="2024" y="3027"/>
                      <a:pt x="2879" y="2422"/>
                    </a:cubicBezTo>
                    <a:cubicBezTo>
                      <a:pt x="3859" y="1755"/>
                      <a:pt x="4715" y="900"/>
                      <a:pt x="5820" y="420"/>
                    </a:cubicBezTo>
                    <a:cubicBezTo>
                      <a:pt x="6339" y="195"/>
                      <a:pt x="6902" y="70"/>
                      <a:pt x="7460" y="70"/>
                    </a:cubicBezTo>
                    <a:cubicBezTo>
                      <a:pt x="7574" y="70"/>
                      <a:pt x="7688" y="75"/>
                      <a:pt x="7801" y="86"/>
                    </a:cubicBezTo>
                    <a:cubicBezTo>
                      <a:pt x="7813" y="86"/>
                      <a:pt x="7832" y="73"/>
                      <a:pt x="7846" y="61"/>
                    </a:cubicBezTo>
                    <a:lnTo>
                      <a:pt x="7846" y="61"/>
                    </a:lnTo>
                    <a:cubicBezTo>
                      <a:pt x="7852" y="62"/>
                      <a:pt x="7858" y="64"/>
                      <a:pt x="7864" y="65"/>
                    </a:cubicBezTo>
                    <a:lnTo>
                      <a:pt x="7864" y="44"/>
                    </a:lnTo>
                    <a:cubicBezTo>
                      <a:pt x="7864" y="44"/>
                      <a:pt x="7856" y="52"/>
                      <a:pt x="7846" y="61"/>
                    </a:cubicBezTo>
                    <a:lnTo>
                      <a:pt x="7846" y="61"/>
                    </a:lnTo>
                    <a:cubicBezTo>
                      <a:pt x="7667" y="20"/>
                      <a:pt x="7488" y="1"/>
                      <a:pt x="7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
              <p:cNvSpPr/>
              <p:nvPr/>
            </p:nvSpPr>
            <p:spPr>
              <a:xfrm>
                <a:off x="450850" y="2627525"/>
                <a:ext cx="150725" cy="122050"/>
              </a:xfrm>
              <a:custGeom>
                <a:rect b="b" l="l" r="r" t="t"/>
                <a:pathLst>
                  <a:path extrusionOk="0" h="4882" w="6029">
                    <a:moveTo>
                      <a:pt x="6029" y="1"/>
                    </a:moveTo>
                    <a:cubicBezTo>
                      <a:pt x="6027" y="1"/>
                      <a:pt x="6026" y="1"/>
                      <a:pt x="6024" y="2"/>
                    </a:cubicBezTo>
                    <a:lnTo>
                      <a:pt x="6024" y="2"/>
                    </a:lnTo>
                    <a:cubicBezTo>
                      <a:pt x="6026" y="2"/>
                      <a:pt x="6027" y="1"/>
                      <a:pt x="6029" y="1"/>
                    </a:cubicBezTo>
                    <a:close/>
                    <a:moveTo>
                      <a:pt x="6024" y="2"/>
                    </a:moveTo>
                    <a:lnTo>
                      <a:pt x="6024" y="2"/>
                    </a:lnTo>
                    <a:cubicBezTo>
                      <a:pt x="4003" y="504"/>
                      <a:pt x="2440" y="2004"/>
                      <a:pt x="1106" y="3547"/>
                    </a:cubicBezTo>
                    <a:cubicBezTo>
                      <a:pt x="919" y="3755"/>
                      <a:pt x="731" y="3985"/>
                      <a:pt x="543" y="4214"/>
                    </a:cubicBezTo>
                    <a:cubicBezTo>
                      <a:pt x="360" y="4418"/>
                      <a:pt x="176" y="4642"/>
                      <a:pt x="12" y="4867"/>
                    </a:cubicBezTo>
                    <a:lnTo>
                      <a:pt x="12" y="4867"/>
                    </a:lnTo>
                    <a:cubicBezTo>
                      <a:pt x="43" y="4839"/>
                      <a:pt x="134" y="4791"/>
                      <a:pt x="168" y="4756"/>
                    </a:cubicBezTo>
                    <a:cubicBezTo>
                      <a:pt x="481" y="4402"/>
                      <a:pt x="773" y="4026"/>
                      <a:pt x="1086" y="3651"/>
                    </a:cubicBezTo>
                    <a:cubicBezTo>
                      <a:pt x="1398" y="3296"/>
                      <a:pt x="1732" y="2900"/>
                      <a:pt x="2066" y="2566"/>
                    </a:cubicBezTo>
                    <a:cubicBezTo>
                      <a:pt x="2754" y="1836"/>
                      <a:pt x="3526" y="1211"/>
                      <a:pt x="4402" y="710"/>
                    </a:cubicBezTo>
                    <a:cubicBezTo>
                      <a:pt x="4882" y="439"/>
                      <a:pt x="5403" y="230"/>
                      <a:pt x="5925" y="84"/>
                    </a:cubicBezTo>
                    <a:cubicBezTo>
                      <a:pt x="5963" y="84"/>
                      <a:pt x="6002" y="12"/>
                      <a:pt x="6024" y="2"/>
                    </a:cubicBezTo>
                    <a:close/>
                    <a:moveTo>
                      <a:pt x="12" y="4867"/>
                    </a:moveTo>
                    <a:lnTo>
                      <a:pt x="12" y="4867"/>
                    </a:lnTo>
                    <a:cubicBezTo>
                      <a:pt x="5" y="4873"/>
                      <a:pt x="1" y="4878"/>
                      <a:pt x="1" y="4882"/>
                    </a:cubicBezTo>
                    <a:cubicBezTo>
                      <a:pt x="5" y="4877"/>
                      <a:pt x="8" y="4872"/>
                      <a:pt x="12" y="48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
              <p:cNvSpPr/>
              <p:nvPr/>
            </p:nvSpPr>
            <p:spPr>
              <a:xfrm>
                <a:off x="637025" y="2539925"/>
                <a:ext cx="29800" cy="81375"/>
              </a:xfrm>
              <a:custGeom>
                <a:rect b="b" l="l" r="r" t="t"/>
                <a:pathLst>
                  <a:path extrusionOk="0" h="3255" w="1192">
                    <a:moveTo>
                      <a:pt x="1189" y="3150"/>
                    </a:moveTo>
                    <a:lnTo>
                      <a:pt x="1189" y="3162"/>
                    </a:lnTo>
                    <a:lnTo>
                      <a:pt x="1189" y="3162"/>
                    </a:lnTo>
                    <a:cubicBezTo>
                      <a:pt x="1192" y="3157"/>
                      <a:pt x="1192" y="3153"/>
                      <a:pt x="1189" y="3150"/>
                    </a:cubicBezTo>
                    <a:close/>
                    <a:moveTo>
                      <a:pt x="167" y="1"/>
                    </a:moveTo>
                    <a:cubicBezTo>
                      <a:pt x="167" y="1"/>
                      <a:pt x="0" y="84"/>
                      <a:pt x="0" y="126"/>
                    </a:cubicBezTo>
                    <a:cubicBezTo>
                      <a:pt x="0" y="418"/>
                      <a:pt x="42" y="689"/>
                      <a:pt x="125" y="981"/>
                    </a:cubicBezTo>
                    <a:cubicBezTo>
                      <a:pt x="188" y="1231"/>
                      <a:pt x="271" y="1503"/>
                      <a:pt x="355" y="1753"/>
                    </a:cubicBezTo>
                    <a:cubicBezTo>
                      <a:pt x="522" y="2295"/>
                      <a:pt x="751" y="2796"/>
                      <a:pt x="1064" y="3255"/>
                    </a:cubicBezTo>
                    <a:cubicBezTo>
                      <a:pt x="1064" y="3255"/>
                      <a:pt x="1165" y="3197"/>
                      <a:pt x="1187" y="3166"/>
                    </a:cubicBezTo>
                    <a:lnTo>
                      <a:pt x="1187" y="3166"/>
                    </a:lnTo>
                    <a:cubicBezTo>
                      <a:pt x="1188" y="3167"/>
                      <a:pt x="1188" y="3169"/>
                      <a:pt x="1189" y="3171"/>
                    </a:cubicBezTo>
                    <a:lnTo>
                      <a:pt x="1189" y="3162"/>
                    </a:lnTo>
                    <a:lnTo>
                      <a:pt x="1189" y="3162"/>
                    </a:lnTo>
                    <a:cubicBezTo>
                      <a:pt x="1188" y="3163"/>
                      <a:pt x="1188" y="3164"/>
                      <a:pt x="1187" y="3166"/>
                    </a:cubicBezTo>
                    <a:lnTo>
                      <a:pt x="1187" y="3166"/>
                    </a:lnTo>
                    <a:cubicBezTo>
                      <a:pt x="979" y="2646"/>
                      <a:pt x="730" y="2126"/>
                      <a:pt x="563" y="1607"/>
                    </a:cubicBezTo>
                    <a:cubicBezTo>
                      <a:pt x="480" y="1336"/>
                      <a:pt x="396" y="1085"/>
                      <a:pt x="334" y="814"/>
                    </a:cubicBezTo>
                    <a:cubicBezTo>
                      <a:pt x="271" y="564"/>
                      <a:pt x="250" y="25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5" name="Shape 215"/>
        <p:cNvGrpSpPr/>
        <p:nvPr/>
      </p:nvGrpSpPr>
      <p:grpSpPr>
        <a:xfrm>
          <a:off x="0" y="0"/>
          <a:ext cx="0" cy="0"/>
          <a:chOff x="0" y="0"/>
          <a:chExt cx="0" cy="0"/>
        </a:xfrm>
      </p:grpSpPr>
      <p:sp>
        <p:nvSpPr>
          <p:cNvPr id="216" name="Google Shape;216;p4"/>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4"/>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4"/>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19" name="Google Shape;219;p4"/>
          <p:cNvGrpSpPr/>
          <p:nvPr/>
        </p:nvGrpSpPr>
        <p:grpSpPr>
          <a:xfrm>
            <a:off x="2936544" y="-329546"/>
            <a:ext cx="2934233" cy="708308"/>
            <a:chOff x="2375925" y="3297600"/>
            <a:chExt cx="735950" cy="177650"/>
          </a:xfrm>
        </p:grpSpPr>
        <p:sp>
          <p:nvSpPr>
            <p:cNvPr id="220" name="Google Shape;220;p4"/>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4"/>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4"/>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4"/>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4"/>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 name="Google Shape;226;p4"/>
          <p:cNvSpPr txBox="1"/>
          <p:nvPr>
            <p:ph idx="1" type="body"/>
          </p:nvPr>
        </p:nvSpPr>
        <p:spPr>
          <a:xfrm>
            <a:off x="720000" y="1152475"/>
            <a:ext cx="7704000" cy="31308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Char char="●"/>
              <a:defRPr sz="1400">
                <a:solidFill>
                  <a:schemeClr val="dk1"/>
                </a:solidFill>
              </a:defRPr>
            </a:lvl1pPr>
            <a:lvl2pPr indent="-317500" lvl="1" marL="914400" rtl="0">
              <a:lnSpc>
                <a:spcPct val="100000"/>
              </a:lnSpc>
              <a:spcBef>
                <a:spcPts val="1000"/>
              </a:spcBef>
              <a:spcAft>
                <a:spcPts val="0"/>
              </a:spcAft>
              <a:buClr>
                <a:schemeClr val="dk1"/>
              </a:buClr>
              <a:buSzPts val="1400"/>
              <a:buChar char="○"/>
              <a:defRPr>
                <a:solidFill>
                  <a:schemeClr val="dk1"/>
                </a:solidFill>
              </a:defRPr>
            </a:lvl2pPr>
            <a:lvl3pPr indent="-317500" lvl="2" marL="1371600" rtl="0">
              <a:lnSpc>
                <a:spcPct val="100000"/>
              </a:lnSpc>
              <a:spcBef>
                <a:spcPts val="0"/>
              </a:spcBef>
              <a:spcAft>
                <a:spcPts val="0"/>
              </a:spcAft>
              <a:buClr>
                <a:schemeClr val="dk1"/>
              </a:buClr>
              <a:buSzPts val="1400"/>
              <a:buChar char="■"/>
              <a:defRPr>
                <a:solidFill>
                  <a:schemeClr val="dk1"/>
                </a:solidFill>
              </a:defRPr>
            </a:lvl3pPr>
            <a:lvl4pPr indent="-317500" lvl="3" marL="1828800" rtl="0">
              <a:lnSpc>
                <a:spcPct val="100000"/>
              </a:lnSpc>
              <a:spcBef>
                <a:spcPts val="0"/>
              </a:spcBef>
              <a:spcAft>
                <a:spcPts val="0"/>
              </a:spcAft>
              <a:buClr>
                <a:schemeClr val="dk1"/>
              </a:buClr>
              <a:buSzPts val="1400"/>
              <a:buChar char="●"/>
              <a:defRPr>
                <a:solidFill>
                  <a:schemeClr val="dk1"/>
                </a:solidFill>
              </a:defRPr>
            </a:lvl4pPr>
            <a:lvl5pPr indent="-317500" lvl="4" marL="2286000" rtl="0">
              <a:lnSpc>
                <a:spcPct val="100000"/>
              </a:lnSpc>
              <a:spcBef>
                <a:spcPts val="0"/>
              </a:spcBef>
              <a:spcAft>
                <a:spcPts val="0"/>
              </a:spcAft>
              <a:buClr>
                <a:schemeClr val="dk1"/>
              </a:buClr>
              <a:buSzPts val="1400"/>
              <a:buChar char="○"/>
              <a:defRPr>
                <a:solidFill>
                  <a:schemeClr val="dk1"/>
                </a:solidFill>
              </a:defRPr>
            </a:lvl5pPr>
            <a:lvl6pPr indent="-317500" lvl="5" marL="2743200" rtl="0">
              <a:lnSpc>
                <a:spcPct val="100000"/>
              </a:lnSpc>
              <a:spcBef>
                <a:spcPts val="0"/>
              </a:spcBef>
              <a:spcAft>
                <a:spcPts val="0"/>
              </a:spcAft>
              <a:buClr>
                <a:schemeClr val="dk1"/>
              </a:buClr>
              <a:buSzPts val="1400"/>
              <a:buChar char="■"/>
              <a:defRPr>
                <a:solidFill>
                  <a:schemeClr val="dk1"/>
                </a:solidFill>
              </a:defRPr>
            </a:lvl6pPr>
            <a:lvl7pPr indent="-317500" lvl="6" marL="3200400" rtl="0">
              <a:lnSpc>
                <a:spcPct val="100000"/>
              </a:lnSpc>
              <a:spcBef>
                <a:spcPts val="0"/>
              </a:spcBef>
              <a:spcAft>
                <a:spcPts val="0"/>
              </a:spcAft>
              <a:buClr>
                <a:schemeClr val="dk1"/>
              </a:buClr>
              <a:buSzPts val="1400"/>
              <a:buChar char="●"/>
              <a:defRPr>
                <a:solidFill>
                  <a:schemeClr val="dk1"/>
                </a:solidFill>
              </a:defRPr>
            </a:lvl7pPr>
            <a:lvl8pPr indent="-317500" lvl="7" marL="3657600" rtl="0">
              <a:lnSpc>
                <a:spcPct val="100000"/>
              </a:lnSpc>
              <a:spcBef>
                <a:spcPts val="0"/>
              </a:spcBef>
              <a:spcAft>
                <a:spcPts val="0"/>
              </a:spcAft>
              <a:buClr>
                <a:schemeClr val="dk1"/>
              </a:buClr>
              <a:buSzPts val="1400"/>
              <a:buChar char="○"/>
              <a:defRPr>
                <a:solidFill>
                  <a:schemeClr val="dk1"/>
                </a:solidFill>
              </a:defRPr>
            </a:lvl8pPr>
            <a:lvl9pPr indent="-317500" lvl="8" marL="4114800" rtl="0">
              <a:lnSpc>
                <a:spcPct val="100000"/>
              </a:lnSpc>
              <a:spcBef>
                <a:spcPts val="0"/>
              </a:spcBef>
              <a:spcAft>
                <a:spcPts val="0"/>
              </a:spcAft>
              <a:buClr>
                <a:schemeClr val="dk1"/>
              </a:buClr>
              <a:buSzPts val="1400"/>
              <a:buChar char="■"/>
              <a:defRPr>
                <a:solidFill>
                  <a:schemeClr val="dk1"/>
                </a:solidFill>
              </a:defRPr>
            </a:lvl9pPr>
          </a:lstStyle>
          <a:p/>
        </p:txBody>
      </p:sp>
      <p:sp>
        <p:nvSpPr>
          <p:cNvPr id="227" name="Google Shape;227;p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8" name="Shape 228"/>
        <p:cNvGrpSpPr/>
        <p:nvPr/>
      </p:nvGrpSpPr>
      <p:grpSpPr>
        <a:xfrm>
          <a:off x="0" y="0"/>
          <a:ext cx="0" cy="0"/>
          <a:chOff x="0" y="0"/>
          <a:chExt cx="0" cy="0"/>
        </a:xfrm>
      </p:grpSpPr>
      <p:sp>
        <p:nvSpPr>
          <p:cNvPr id="229" name="Google Shape;229;p5"/>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32" name="Google Shape;232;p5"/>
          <p:cNvGrpSpPr/>
          <p:nvPr/>
        </p:nvGrpSpPr>
        <p:grpSpPr>
          <a:xfrm>
            <a:off x="2936544" y="-329546"/>
            <a:ext cx="2934233" cy="708308"/>
            <a:chOff x="2375925" y="3297600"/>
            <a:chExt cx="735950" cy="177650"/>
          </a:xfrm>
        </p:grpSpPr>
        <p:sp>
          <p:nvSpPr>
            <p:cNvPr id="233" name="Google Shape;233;p5"/>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 name="Google Shape;239;p5"/>
          <p:cNvSpPr txBox="1"/>
          <p:nvPr>
            <p:ph idx="1" type="subTitle"/>
          </p:nvPr>
        </p:nvSpPr>
        <p:spPr>
          <a:xfrm>
            <a:off x="1360200" y="2765225"/>
            <a:ext cx="2768700" cy="25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40" name="Google Shape;240;p5"/>
          <p:cNvSpPr txBox="1"/>
          <p:nvPr>
            <p:ph idx="2" type="subTitle"/>
          </p:nvPr>
        </p:nvSpPr>
        <p:spPr>
          <a:xfrm>
            <a:off x="5015075" y="2765225"/>
            <a:ext cx="2768700" cy="25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41" name="Google Shape;241;p5"/>
          <p:cNvSpPr txBox="1"/>
          <p:nvPr>
            <p:ph idx="3" type="subTitle"/>
          </p:nvPr>
        </p:nvSpPr>
        <p:spPr>
          <a:xfrm>
            <a:off x="1360200" y="3143800"/>
            <a:ext cx="2768700" cy="92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2" name="Google Shape;242;p5"/>
          <p:cNvSpPr txBox="1"/>
          <p:nvPr>
            <p:ph idx="4" type="subTitle"/>
          </p:nvPr>
        </p:nvSpPr>
        <p:spPr>
          <a:xfrm>
            <a:off x="5015075" y="3143800"/>
            <a:ext cx="2768700" cy="92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43" name="Google Shape;243;p5"/>
          <p:cNvGrpSpPr/>
          <p:nvPr/>
        </p:nvGrpSpPr>
        <p:grpSpPr>
          <a:xfrm>
            <a:off x="8020975" y="2170350"/>
            <a:ext cx="974075" cy="2601050"/>
            <a:chOff x="8020975" y="2170350"/>
            <a:chExt cx="974075" cy="2601050"/>
          </a:xfrm>
        </p:grpSpPr>
        <p:sp>
          <p:nvSpPr>
            <p:cNvPr id="244" name="Google Shape;244;p5"/>
            <p:cNvSpPr/>
            <p:nvPr/>
          </p:nvSpPr>
          <p:spPr>
            <a:xfrm>
              <a:off x="8194424" y="4665200"/>
              <a:ext cx="732600" cy="10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 name="Google Shape;245;p5"/>
            <p:cNvGrpSpPr/>
            <p:nvPr/>
          </p:nvGrpSpPr>
          <p:grpSpPr>
            <a:xfrm>
              <a:off x="8020975" y="2170350"/>
              <a:ext cx="974075" cy="2541375"/>
              <a:chOff x="8020975" y="2170350"/>
              <a:chExt cx="974075" cy="2541375"/>
            </a:xfrm>
          </p:grpSpPr>
          <p:sp>
            <p:nvSpPr>
              <p:cNvPr id="246" name="Google Shape;246;p5"/>
              <p:cNvSpPr/>
              <p:nvPr/>
            </p:nvSpPr>
            <p:spPr>
              <a:xfrm>
                <a:off x="8268125" y="4072150"/>
                <a:ext cx="588750" cy="639575"/>
              </a:xfrm>
              <a:custGeom>
                <a:rect b="b" l="l" r="r" t="t"/>
                <a:pathLst>
                  <a:path extrusionOk="0" h="25583" w="23550">
                    <a:moveTo>
                      <a:pt x="20335" y="0"/>
                    </a:moveTo>
                    <a:cubicBezTo>
                      <a:pt x="20207" y="0"/>
                      <a:pt x="20076" y="6"/>
                      <a:pt x="19941" y="16"/>
                    </a:cubicBezTo>
                    <a:cubicBezTo>
                      <a:pt x="19253" y="37"/>
                      <a:pt x="18543" y="120"/>
                      <a:pt x="17855" y="120"/>
                    </a:cubicBezTo>
                    <a:lnTo>
                      <a:pt x="5632" y="120"/>
                    </a:lnTo>
                    <a:cubicBezTo>
                      <a:pt x="5236" y="120"/>
                      <a:pt x="4652" y="162"/>
                      <a:pt x="4256" y="162"/>
                    </a:cubicBezTo>
                    <a:lnTo>
                      <a:pt x="3714" y="162"/>
                    </a:lnTo>
                    <a:cubicBezTo>
                      <a:pt x="3332" y="132"/>
                      <a:pt x="2950" y="112"/>
                      <a:pt x="2560" y="112"/>
                    </a:cubicBezTo>
                    <a:cubicBezTo>
                      <a:pt x="2417" y="112"/>
                      <a:pt x="2274" y="115"/>
                      <a:pt x="2128" y="120"/>
                    </a:cubicBezTo>
                    <a:cubicBezTo>
                      <a:pt x="1398" y="162"/>
                      <a:pt x="731" y="350"/>
                      <a:pt x="376" y="1080"/>
                    </a:cubicBezTo>
                    <a:cubicBezTo>
                      <a:pt x="1" y="1831"/>
                      <a:pt x="189" y="3103"/>
                      <a:pt x="168" y="3916"/>
                    </a:cubicBezTo>
                    <a:cubicBezTo>
                      <a:pt x="168" y="4813"/>
                      <a:pt x="168" y="5731"/>
                      <a:pt x="189" y="6649"/>
                    </a:cubicBezTo>
                    <a:cubicBezTo>
                      <a:pt x="209" y="6774"/>
                      <a:pt x="189" y="6899"/>
                      <a:pt x="209" y="7024"/>
                    </a:cubicBezTo>
                    <a:cubicBezTo>
                      <a:pt x="230" y="7129"/>
                      <a:pt x="230" y="7233"/>
                      <a:pt x="230" y="7337"/>
                    </a:cubicBezTo>
                    <a:cubicBezTo>
                      <a:pt x="355" y="10132"/>
                      <a:pt x="710" y="12927"/>
                      <a:pt x="1294" y="15659"/>
                    </a:cubicBezTo>
                    <a:cubicBezTo>
                      <a:pt x="1586" y="17286"/>
                      <a:pt x="2066" y="18850"/>
                      <a:pt x="2733" y="20352"/>
                    </a:cubicBezTo>
                    <a:cubicBezTo>
                      <a:pt x="3130" y="21228"/>
                      <a:pt x="3651" y="22042"/>
                      <a:pt x="4256" y="22751"/>
                    </a:cubicBezTo>
                    <a:cubicBezTo>
                      <a:pt x="5048" y="23689"/>
                      <a:pt x="6070" y="24399"/>
                      <a:pt x="7218" y="24795"/>
                    </a:cubicBezTo>
                    <a:cubicBezTo>
                      <a:pt x="7718" y="24983"/>
                      <a:pt x="8115" y="25233"/>
                      <a:pt x="8636" y="25316"/>
                    </a:cubicBezTo>
                    <a:cubicBezTo>
                      <a:pt x="9283" y="25462"/>
                      <a:pt x="9950" y="25525"/>
                      <a:pt x="10638" y="25567"/>
                    </a:cubicBezTo>
                    <a:cubicBezTo>
                      <a:pt x="10994" y="25577"/>
                      <a:pt x="11350" y="25583"/>
                      <a:pt x="11706" y="25583"/>
                    </a:cubicBezTo>
                    <a:cubicBezTo>
                      <a:pt x="12728" y="25583"/>
                      <a:pt x="13753" y="25540"/>
                      <a:pt x="14789" y="25462"/>
                    </a:cubicBezTo>
                    <a:cubicBezTo>
                      <a:pt x="16270" y="25358"/>
                      <a:pt x="17417" y="25129"/>
                      <a:pt x="18564" y="24148"/>
                    </a:cubicBezTo>
                    <a:cubicBezTo>
                      <a:pt x="19148" y="23627"/>
                      <a:pt x="19503" y="23043"/>
                      <a:pt x="19920" y="22542"/>
                    </a:cubicBezTo>
                    <a:cubicBezTo>
                      <a:pt x="20629" y="21583"/>
                      <a:pt x="21192" y="20540"/>
                      <a:pt x="21609" y="19414"/>
                    </a:cubicBezTo>
                    <a:cubicBezTo>
                      <a:pt x="22444" y="17224"/>
                      <a:pt x="22840" y="14867"/>
                      <a:pt x="23049" y="12531"/>
                    </a:cubicBezTo>
                    <a:cubicBezTo>
                      <a:pt x="23215" y="10674"/>
                      <a:pt x="23299" y="8818"/>
                      <a:pt x="23278" y="6941"/>
                    </a:cubicBezTo>
                    <a:cubicBezTo>
                      <a:pt x="23278" y="6837"/>
                      <a:pt x="23278" y="6691"/>
                      <a:pt x="23299" y="6565"/>
                    </a:cubicBezTo>
                    <a:cubicBezTo>
                      <a:pt x="23278" y="5835"/>
                      <a:pt x="23257" y="5126"/>
                      <a:pt x="23215" y="4417"/>
                    </a:cubicBezTo>
                    <a:cubicBezTo>
                      <a:pt x="23132" y="2853"/>
                      <a:pt x="23549" y="558"/>
                      <a:pt x="21693" y="141"/>
                    </a:cubicBezTo>
                    <a:cubicBezTo>
                      <a:pt x="21380" y="58"/>
                      <a:pt x="21046" y="16"/>
                      <a:pt x="20713" y="16"/>
                    </a:cubicBezTo>
                    <a:cubicBezTo>
                      <a:pt x="20587" y="6"/>
                      <a:pt x="20462" y="0"/>
                      <a:pt x="20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8237375" y="4072425"/>
                <a:ext cx="642425" cy="206750"/>
              </a:xfrm>
              <a:custGeom>
                <a:rect b="b" l="l" r="r" t="t"/>
                <a:pathLst>
                  <a:path extrusionOk="0" h="8270" w="25697">
                    <a:moveTo>
                      <a:pt x="22248" y="0"/>
                    </a:moveTo>
                    <a:cubicBezTo>
                      <a:pt x="22153" y="0"/>
                      <a:pt x="22058" y="2"/>
                      <a:pt x="21963" y="5"/>
                    </a:cubicBezTo>
                    <a:lnTo>
                      <a:pt x="21943" y="5"/>
                    </a:lnTo>
                    <a:cubicBezTo>
                      <a:pt x="21671" y="26"/>
                      <a:pt x="21421" y="26"/>
                      <a:pt x="21150" y="47"/>
                    </a:cubicBezTo>
                    <a:cubicBezTo>
                      <a:pt x="20608" y="89"/>
                      <a:pt x="20065" y="130"/>
                      <a:pt x="19523" y="130"/>
                    </a:cubicBezTo>
                    <a:lnTo>
                      <a:pt x="6278" y="130"/>
                    </a:lnTo>
                    <a:cubicBezTo>
                      <a:pt x="5903" y="130"/>
                      <a:pt x="5382" y="172"/>
                      <a:pt x="4964" y="172"/>
                    </a:cubicBezTo>
                    <a:lnTo>
                      <a:pt x="4798" y="172"/>
                    </a:lnTo>
                    <a:cubicBezTo>
                      <a:pt x="4718" y="176"/>
                      <a:pt x="4635" y="178"/>
                      <a:pt x="4550" y="178"/>
                    </a:cubicBezTo>
                    <a:cubicBezTo>
                      <a:pt x="4188" y="178"/>
                      <a:pt x="3780" y="147"/>
                      <a:pt x="3358" y="130"/>
                    </a:cubicBezTo>
                    <a:cubicBezTo>
                      <a:pt x="3201" y="124"/>
                      <a:pt x="3042" y="120"/>
                      <a:pt x="2884" y="120"/>
                    </a:cubicBezTo>
                    <a:cubicBezTo>
                      <a:pt x="1949" y="120"/>
                      <a:pt x="1033" y="269"/>
                      <a:pt x="605" y="1090"/>
                    </a:cubicBezTo>
                    <a:cubicBezTo>
                      <a:pt x="209" y="1841"/>
                      <a:pt x="397" y="3113"/>
                      <a:pt x="376" y="3926"/>
                    </a:cubicBezTo>
                    <a:cubicBezTo>
                      <a:pt x="376" y="4844"/>
                      <a:pt x="0" y="6429"/>
                      <a:pt x="1043" y="6867"/>
                    </a:cubicBezTo>
                    <a:cubicBezTo>
                      <a:pt x="1189" y="6909"/>
                      <a:pt x="1314" y="6972"/>
                      <a:pt x="1439" y="7013"/>
                    </a:cubicBezTo>
                    <a:cubicBezTo>
                      <a:pt x="2691" y="7472"/>
                      <a:pt x="4130" y="7639"/>
                      <a:pt x="5402" y="7827"/>
                    </a:cubicBezTo>
                    <a:cubicBezTo>
                      <a:pt x="7694" y="8125"/>
                      <a:pt x="9998" y="8270"/>
                      <a:pt x="12304" y="8270"/>
                    </a:cubicBezTo>
                    <a:cubicBezTo>
                      <a:pt x="13062" y="8270"/>
                      <a:pt x="13821" y="8254"/>
                      <a:pt x="14580" y="8223"/>
                    </a:cubicBezTo>
                    <a:cubicBezTo>
                      <a:pt x="15977" y="8181"/>
                      <a:pt x="17396" y="8077"/>
                      <a:pt x="18772" y="7910"/>
                    </a:cubicBezTo>
                    <a:cubicBezTo>
                      <a:pt x="20086" y="7764"/>
                      <a:pt x="21379" y="7576"/>
                      <a:pt x="22652" y="7305"/>
                    </a:cubicBezTo>
                    <a:cubicBezTo>
                      <a:pt x="23257" y="7201"/>
                      <a:pt x="23924" y="7159"/>
                      <a:pt x="24508" y="6930"/>
                    </a:cubicBezTo>
                    <a:cubicBezTo>
                      <a:pt x="24571" y="6930"/>
                      <a:pt x="24612" y="6909"/>
                      <a:pt x="24654" y="6888"/>
                    </a:cubicBezTo>
                    <a:cubicBezTo>
                      <a:pt x="24883" y="6805"/>
                      <a:pt x="25071" y="6638"/>
                      <a:pt x="25217" y="6450"/>
                    </a:cubicBezTo>
                    <a:cubicBezTo>
                      <a:pt x="25572" y="5908"/>
                      <a:pt x="25363" y="5136"/>
                      <a:pt x="25342" y="4406"/>
                    </a:cubicBezTo>
                    <a:cubicBezTo>
                      <a:pt x="25238" y="2863"/>
                      <a:pt x="25697" y="568"/>
                      <a:pt x="23695" y="151"/>
                    </a:cubicBezTo>
                    <a:cubicBezTo>
                      <a:pt x="23223" y="46"/>
                      <a:pt x="22736" y="0"/>
                      <a:pt x="22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8676425" y="4078800"/>
                <a:ext cx="44875" cy="19825"/>
              </a:xfrm>
              <a:custGeom>
                <a:rect b="b" l="l" r="r" t="t"/>
                <a:pathLst>
                  <a:path extrusionOk="0" h="793" w="1795">
                    <a:moveTo>
                      <a:pt x="1294" y="0"/>
                    </a:moveTo>
                    <a:cubicBezTo>
                      <a:pt x="1210" y="0"/>
                      <a:pt x="1127" y="21"/>
                      <a:pt x="1043" y="21"/>
                    </a:cubicBezTo>
                    <a:lnTo>
                      <a:pt x="772" y="42"/>
                    </a:lnTo>
                    <a:cubicBezTo>
                      <a:pt x="668" y="63"/>
                      <a:pt x="564" y="63"/>
                      <a:pt x="459" y="84"/>
                    </a:cubicBezTo>
                    <a:cubicBezTo>
                      <a:pt x="355" y="105"/>
                      <a:pt x="251" y="167"/>
                      <a:pt x="167" y="209"/>
                    </a:cubicBezTo>
                    <a:cubicBezTo>
                      <a:pt x="63" y="272"/>
                      <a:pt x="0" y="376"/>
                      <a:pt x="21" y="501"/>
                    </a:cubicBezTo>
                    <a:cubicBezTo>
                      <a:pt x="42" y="605"/>
                      <a:pt x="126" y="689"/>
                      <a:pt x="230" y="730"/>
                    </a:cubicBezTo>
                    <a:lnTo>
                      <a:pt x="209" y="730"/>
                    </a:lnTo>
                    <a:cubicBezTo>
                      <a:pt x="313" y="772"/>
                      <a:pt x="418" y="793"/>
                      <a:pt x="543" y="793"/>
                    </a:cubicBezTo>
                    <a:cubicBezTo>
                      <a:pt x="626" y="793"/>
                      <a:pt x="710" y="793"/>
                      <a:pt x="793" y="772"/>
                    </a:cubicBezTo>
                    <a:lnTo>
                      <a:pt x="1064" y="751"/>
                    </a:lnTo>
                    <a:cubicBezTo>
                      <a:pt x="1168" y="751"/>
                      <a:pt x="1294" y="730"/>
                      <a:pt x="1398" y="710"/>
                    </a:cubicBezTo>
                    <a:cubicBezTo>
                      <a:pt x="1794" y="605"/>
                      <a:pt x="1711" y="0"/>
                      <a:pt x="1294"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8283250" y="4052200"/>
                <a:ext cx="557450" cy="84500"/>
              </a:xfrm>
              <a:custGeom>
                <a:rect b="b" l="l" r="r" t="t"/>
                <a:pathLst>
                  <a:path extrusionOk="0" h="3380" w="22298">
                    <a:moveTo>
                      <a:pt x="11160" y="1"/>
                    </a:moveTo>
                    <a:cubicBezTo>
                      <a:pt x="5007" y="1"/>
                      <a:pt x="1" y="752"/>
                      <a:pt x="1" y="1690"/>
                    </a:cubicBezTo>
                    <a:cubicBezTo>
                      <a:pt x="1" y="2629"/>
                      <a:pt x="5007" y="3380"/>
                      <a:pt x="11160" y="3380"/>
                    </a:cubicBezTo>
                    <a:cubicBezTo>
                      <a:pt x="17313" y="3380"/>
                      <a:pt x="22298" y="2629"/>
                      <a:pt x="22298" y="1690"/>
                    </a:cubicBezTo>
                    <a:cubicBezTo>
                      <a:pt x="22298" y="752"/>
                      <a:pt x="17313" y="1"/>
                      <a:pt x="11160" y="1"/>
                    </a:cubicBezTo>
                    <a:close/>
                  </a:path>
                </a:pathLst>
              </a:custGeom>
              <a:solidFill>
                <a:srgbClr val="9965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8283250" y="4051675"/>
                <a:ext cx="557450" cy="84500"/>
              </a:xfrm>
              <a:custGeom>
                <a:rect b="b" l="l" r="r" t="t"/>
                <a:pathLst>
                  <a:path extrusionOk="0" h="3380" w="22298">
                    <a:moveTo>
                      <a:pt x="10555" y="1"/>
                    </a:moveTo>
                    <a:cubicBezTo>
                      <a:pt x="10200" y="1"/>
                      <a:pt x="9866" y="22"/>
                      <a:pt x="9533" y="22"/>
                    </a:cubicBezTo>
                    <a:lnTo>
                      <a:pt x="9366" y="22"/>
                    </a:lnTo>
                    <a:cubicBezTo>
                      <a:pt x="9011" y="22"/>
                      <a:pt x="8636" y="43"/>
                      <a:pt x="8323" y="43"/>
                    </a:cubicBezTo>
                    <a:cubicBezTo>
                      <a:pt x="7989" y="63"/>
                      <a:pt x="7656" y="84"/>
                      <a:pt x="7343" y="105"/>
                    </a:cubicBezTo>
                    <a:cubicBezTo>
                      <a:pt x="6926" y="126"/>
                      <a:pt x="6508" y="147"/>
                      <a:pt x="6112" y="168"/>
                    </a:cubicBezTo>
                    <a:cubicBezTo>
                      <a:pt x="2483" y="460"/>
                      <a:pt x="1" y="1044"/>
                      <a:pt x="1" y="1690"/>
                    </a:cubicBezTo>
                    <a:cubicBezTo>
                      <a:pt x="1" y="2399"/>
                      <a:pt x="2754" y="3004"/>
                      <a:pt x="6696" y="3255"/>
                    </a:cubicBezTo>
                    <a:cubicBezTo>
                      <a:pt x="7092" y="3296"/>
                      <a:pt x="7510" y="3317"/>
                      <a:pt x="7948" y="3338"/>
                    </a:cubicBezTo>
                    <a:lnTo>
                      <a:pt x="8907" y="3359"/>
                    </a:lnTo>
                    <a:lnTo>
                      <a:pt x="9741" y="3380"/>
                    </a:lnTo>
                    <a:lnTo>
                      <a:pt x="13266" y="3380"/>
                    </a:lnTo>
                    <a:cubicBezTo>
                      <a:pt x="18397" y="3234"/>
                      <a:pt x="22298" y="2545"/>
                      <a:pt x="22298" y="1711"/>
                    </a:cubicBezTo>
                    <a:cubicBezTo>
                      <a:pt x="22298" y="898"/>
                      <a:pt x="18460" y="209"/>
                      <a:pt x="13371" y="43"/>
                    </a:cubicBezTo>
                    <a:lnTo>
                      <a:pt x="12891" y="22"/>
                    </a:lnTo>
                    <a:lnTo>
                      <a:pt x="12223" y="1"/>
                    </a:lnTo>
                    <a:close/>
                  </a:path>
                </a:pathLst>
              </a:custGeom>
              <a:solidFill>
                <a:srgbClr val="754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8258750" y="4054425"/>
                <a:ext cx="603325" cy="79675"/>
              </a:xfrm>
              <a:custGeom>
                <a:rect b="b" l="l" r="r" t="t"/>
                <a:pathLst>
                  <a:path extrusionOk="0" h="3187" w="24133">
                    <a:moveTo>
                      <a:pt x="13099" y="0"/>
                    </a:moveTo>
                    <a:cubicBezTo>
                      <a:pt x="13083" y="0"/>
                      <a:pt x="13068" y="6"/>
                      <a:pt x="13057" y="16"/>
                    </a:cubicBezTo>
                    <a:lnTo>
                      <a:pt x="9532" y="16"/>
                    </a:lnTo>
                    <a:cubicBezTo>
                      <a:pt x="9345" y="37"/>
                      <a:pt x="9178" y="37"/>
                      <a:pt x="9011" y="37"/>
                    </a:cubicBezTo>
                    <a:lnTo>
                      <a:pt x="8656" y="37"/>
                    </a:lnTo>
                    <a:lnTo>
                      <a:pt x="8427" y="58"/>
                    </a:lnTo>
                    <a:lnTo>
                      <a:pt x="7885" y="58"/>
                    </a:lnTo>
                    <a:cubicBezTo>
                      <a:pt x="7676" y="58"/>
                      <a:pt x="7447" y="79"/>
                      <a:pt x="7238" y="99"/>
                    </a:cubicBezTo>
                    <a:lnTo>
                      <a:pt x="6612" y="99"/>
                    </a:lnTo>
                    <a:lnTo>
                      <a:pt x="5757" y="162"/>
                    </a:lnTo>
                    <a:lnTo>
                      <a:pt x="5590" y="183"/>
                    </a:lnTo>
                    <a:lnTo>
                      <a:pt x="5444" y="183"/>
                    </a:lnTo>
                    <a:cubicBezTo>
                      <a:pt x="4422" y="287"/>
                      <a:pt x="3525" y="391"/>
                      <a:pt x="2754" y="537"/>
                    </a:cubicBezTo>
                    <a:lnTo>
                      <a:pt x="2608" y="558"/>
                    </a:lnTo>
                    <a:lnTo>
                      <a:pt x="2441" y="579"/>
                    </a:lnTo>
                    <a:cubicBezTo>
                      <a:pt x="918" y="871"/>
                      <a:pt x="0" y="1226"/>
                      <a:pt x="0" y="1622"/>
                    </a:cubicBezTo>
                    <a:cubicBezTo>
                      <a:pt x="0" y="2060"/>
                      <a:pt x="1252" y="2477"/>
                      <a:pt x="3296" y="2769"/>
                    </a:cubicBezTo>
                    <a:lnTo>
                      <a:pt x="3484" y="2811"/>
                    </a:lnTo>
                    <a:lnTo>
                      <a:pt x="3651" y="2832"/>
                    </a:lnTo>
                    <a:cubicBezTo>
                      <a:pt x="3901" y="2853"/>
                      <a:pt x="4151" y="2894"/>
                      <a:pt x="4401" y="2915"/>
                    </a:cubicBezTo>
                    <a:cubicBezTo>
                      <a:pt x="4568" y="2936"/>
                      <a:pt x="4735" y="2957"/>
                      <a:pt x="4902" y="2978"/>
                    </a:cubicBezTo>
                    <a:cubicBezTo>
                      <a:pt x="5403" y="3019"/>
                      <a:pt x="5945" y="3082"/>
                      <a:pt x="6508" y="3124"/>
                    </a:cubicBezTo>
                    <a:lnTo>
                      <a:pt x="6842" y="3124"/>
                    </a:lnTo>
                    <a:lnTo>
                      <a:pt x="7238" y="3145"/>
                    </a:lnTo>
                    <a:cubicBezTo>
                      <a:pt x="7280" y="3155"/>
                      <a:pt x="7332" y="3155"/>
                      <a:pt x="7381" y="3155"/>
                    </a:cubicBezTo>
                    <a:cubicBezTo>
                      <a:pt x="7431" y="3155"/>
                      <a:pt x="7478" y="3155"/>
                      <a:pt x="7509" y="3165"/>
                    </a:cubicBezTo>
                    <a:cubicBezTo>
                      <a:pt x="7551" y="3186"/>
                      <a:pt x="7614" y="3186"/>
                      <a:pt x="7676" y="3186"/>
                    </a:cubicBezTo>
                    <a:lnTo>
                      <a:pt x="14517" y="3186"/>
                    </a:lnTo>
                    <a:cubicBezTo>
                      <a:pt x="14726" y="3186"/>
                      <a:pt x="14955" y="3165"/>
                      <a:pt x="15164" y="3165"/>
                    </a:cubicBezTo>
                    <a:lnTo>
                      <a:pt x="15665" y="3165"/>
                    </a:lnTo>
                    <a:cubicBezTo>
                      <a:pt x="16144" y="3145"/>
                      <a:pt x="16582" y="3124"/>
                      <a:pt x="17020" y="3103"/>
                    </a:cubicBezTo>
                    <a:lnTo>
                      <a:pt x="17145" y="3103"/>
                    </a:lnTo>
                    <a:lnTo>
                      <a:pt x="17312" y="3082"/>
                    </a:lnTo>
                    <a:lnTo>
                      <a:pt x="17855" y="3082"/>
                    </a:lnTo>
                    <a:cubicBezTo>
                      <a:pt x="19169" y="2999"/>
                      <a:pt x="20483" y="2832"/>
                      <a:pt x="21776" y="2602"/>
                    </a:cubicBezTo>
                    <a:cubicBezTo>
                      <a:pt x="21818" y="2602"/>
                      <a:pt x="21880" y="2581"/>
                      <a:pt x="21943" y="2581"/>
                    </a:cubicBezTo>
                    <a:lnTo>
                      <a:pt x="22110" y="2540"/>
                    </a:lnTo>
                    <a:cubicBezTo>
                      <a:pt x="23403" y="2269"/>
                      <a:pt x="24133" y="1956"/>
                      <a:pt x="24133" y="1601"/>
                    </a:cubicBezTo>
                    <a:cubicBezTo>
                      <a:pt x="24133" y="1288"/>
                      <a:pt x="23570" y="1017"/>
                      <a:pt x="22527" y="725"/>
                    </a:cubicBezTo>
                    <a:lnTo>
                      <a:pt x="22381" y="683"/>
                    </a:lnTo>
                    <a:cubicBezTo>
                      <a:pt x="22318" y="663"/>
                      <a:pt x="22276" y="663"/>
                      <a:pt x="22214" y="642"/>
                    </a:cubicBezTo>
                    <a:cubicBezTo>
                      <a:pt x="21004" y="391"/>
                      <a:pt x="19753" y="225"/>
                      <a:pt x="18501" y="120"/>
                    </a:cubicBezTo>
                    <a:lnTo>
                      <a:pt x="18355" y="99"/>
                    </a:lnTo>
                    <a:lnTo>
                      <a:pt x="17813" y="99"/>
                    </a:lnTo>
                    <a:cubicBezTo>
                      <a:pt x="17802" y="110"/>
                      <a:pt x="17787" y="115"/>
                      <a:pt x="17769" y="115"/>
                    </a:cubicBezTo>
                    <a:cubicBezTo>
                      <a:pt x="17750" y="115"/>
                      <a:pt x="17729" y="110"/>
                      <a:pt x="17709" y="99"/>
                    </a:cubicBezTo>
                    <a:lnTo>
                      <a:pt x="17396" y="99"/>
                    </a:lnTo>
                    <a:cubicBezTo>
                      <a:pt x="16916" y="79"/>
                      <a:pt x="16395" y="58"/>
                      <a:pt x="15873" y="16"/>
                    </a:cubicBezTo>
                    <a:lnTo>
                      <a:pt x="13183" y="16"/>
                    </a:lnTo>
                    <a:cubicBezTo>
                      <a:pt x="13172" y="6"/>
                      <a:pt x="13167" y="0"/>
                      <a:pt x="13162" y="0"/>
                    </a:cubicBezTo>
                    <a:cubicBezTo>
                      <a:pt x="13156" y="0"/>
                      <a:pt x="13151" y="6"/>
                      <a:pt x="13141" y="16"/>
                    </a:cubicBezTo>
                    <a:cubicBezTo>
                      <a:pt x="13130" y="6"/>
                      <a:pt x="13115" y="0"/>
                      <a:pt x="1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8336450" y="4072825"/>
                <a:ext cx="543350" cy="638900"/>
              </a:xfrm>
              <a:custGeom>
                <a:rect b="b" l="l" r="r" t="t"/>
                <a:pathLst>
                  <a:path extrusionOk="0" h="25556" w="21734">
                    <a:moveTo>
                      <a:pt x="17708" y="1"/>
                    </a:moveTo>
                    <a:cubicBezTo>
                      <a:pt x="17542" y="1"/>
                      <a:pt x="17375" y="10"/>
                      <a:pt x="17208" y="10"/>
                    </a:cubicBezTo>
                    <a:cubicBezTo>
                      <a:pt x="17208" y="31"/>
                      <a:pt x="17187" y="31"/>
                      <a:pt x="17187" y="52"/>
                    </a:cubicBezTo>
                    <a:cubicBezTo>
                      <a:pt x="16791" y="823"/>
                      <a:pt x="16645" y="1637"/>
                      <a:pt x="16457" y="2638"/>
                    </a:cubicBezTo>
                    <a:cubicBezTo>
                      <a:pt x="16123" y="4453"/>
                      <a:pt x="15560" y="6205"/>
                      <a:pt x="14809" y="7894"/>
                    </a:cubicBezTo>
                    <a:cubicBezTo>
                      <a:pt x="13745" y="10272"/>
                      <a:pt x="12265" y="12441"/>
                      <a:pt x="10450" y="14318"/>
                    </a:cubicBezTo>
                    <a:cubicBezTo>
                      <a:pt x="7592" y="17238"/>
                      <a:pt x="3963" y="19303"/>
                      <a:pt x="0" y="20325"/>
                    </a:cubicBezTo>
                    <a:cubicBezTo>
                      <a:pt x="397" y="21201"/>
                      <a:pt x="918" y="22015"/>
                      <a:pt x="1523" y="22724"/>
                    </a:cubicBezTo>
                    <a:cubicBezTo>
                      <a:pt x="2315" y="23662"/>
                      <a:pt x="3337" y="24372"/>
                      <a:pt x="4485" y="24768"/>
                    </a:cubicBezTo>
                    <a:cubicBezTo>
                      <a:pt x="4985" y="24956"/>
                      <a:pt x="5382" y="25206"/>
                      <a:pt x="5903" y="25289"/>
                    </a:cubicBezTo>
                    <a:cubicBezTo>
                      <a:pt x="6550" y="25435"/>
                      <a:pt x="7217" y="25498"/>
                      <a:pt x="7905" y="25540"/>
                    </a:cubicBezTo>
                    <a:cubicBezTo>
                      <a:pt x="8261" y="25550"/>
                      <a:pt x="8617" y="25556"/>
                      <a:pt x="8973" y="25556"/>
                    </a:cubicBezTo>
                    <a:cubicBezTo>
                      <a:pt x="9995" y="25556"/>
                      <a:pt x="11020" y="25513"/>
                      <a:pt x="12056" y="25435"/>
                    </a:cubicBezTo>
                    <a:cubicBezTo>
                      <a:pt x="13537" y="25331"/>
                      <a:pt x="14684" y="25102"/>
                      <a:pt x="15831" y="24121"/>
                    </a:cubicBezTo>
                    <a:cubicBezTo>
                      <a:pt x="16415" y="23600"/>
                      <a:pt x="16770" y="23016"/>
                      <a:pt x="17187" y="22515"/>
                    </a:cubicBezTo>
                    <a:cubicBezTo>
                      <a:pt x="17896" y="21556"/>
                      <a:pt x="18459" y="20513"/>
                      <a:pt x="18876" y="19387"/>
                    </a:cubicBezTo>
                    <a:cubicBezTo>
                      <a:pt x="19711" y="17176"/>
                      <a:pt x="20107" y="14840"/>
                      <a:pt x="20316" y="12483"/>
                    </a:cubicBezTo>
                    <a:cubicBezTo>
                      <a:pt x="20482" y="10647"/>
                      <a:pt x="20566" y="8770"/>
                      <a:pt x="20545" y="6914"/>
                    </a:cubicBezTo>
                    <a:cubicBezTo>
                      <a:pt x="20608" y="6914"/>
                      <a:pt x="20649" y="6893"/>
                      <a:pt x="20691" y="6872"/>
                    </a:cubicBezTo>
                    <a:cubicBezTo>
                      <a:pt x="20920" y="6789"/>
                      <a:pt x="21108" y="6622"/>
                      <a:pt x="21254" y="6434"/>
                    </a:cubicBezTo>
                    <a:cubicBezTo>
                      <a:pt x="21609" y="5892"/>
                      <a:pt x="21400" y="5120"/>
                      <a:pt x="21358" y="4411"/>
                    </a:cubicBezTo>
                    <a:cubicBezTo>
                      <a:pt x="21275" y="2847"/>
                      <a:pt x="21734" y="573"/>
                      <a:pt x="19732" y="135"/>
                    </a:cubicBezTo>
                    <a:cubicBezTo>
                      <a:pt x="19245" y="48"/>
                      <a:pt x="18758" y="5"/>
                      <a:pt x="18272" y="5"/>
                    </a:cubicBezTo>
                    <a:cubicBezTo>
                      <a:pt x="18174" y="5"/>
                      <a:pt x="18077" y="7"/>
                      <a:pt x="17980" y="10"/>
                    </a:cubicBezTo>
                    <a:lnTo>
                      <a:pt x="17959" y="10"/>
                    </a:lnTo>
                    <a:cubicBezTo>
                      <a:pt x="17875" y="3"/>
                      <a:pt x="17792" y="1"/>
                      <a:pt x="17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8435125" y="4665425"/>
                <a:ext cx="277825" cy="25950"/>
              </a:xfrm>
              <a:custGeom>
                <a:rect b="b" l="l" r="r" t="t"/>
                <a:pathLst>
                  <a:path extrusionOk="0" h="1038" w="11113">
                    <a:moveTo>
                      <a:pt x="10925" y="0"/>
                    </a:moveTo>
                    <a:cubicBezTo>
                      <a:pt x="10716" y="0"/>
                      <a:pt x="10508" y="63"/>
                      <a:pt x="10299" y="146"/>
                    </a:cubicBezTo>
                    <a:cubicBezTo>
                      <a:pt x="10090" y="209"/>
                      <a:pt x="9882" y="250"/>
                      <a:pt x="9673" y="292"/>
                    </a:cubicBezTo>
                    <a:cubicBezTo>
                      <a:pt x="9214" y="396"/>
                      <a:pt x="8776" y="480"/>
                      <a:pt x="8318" y="542"/>
                    </a:cubicBezTo>
                    <a:cubicBezTo>
                      <a:pt x="7661" y="603"/>
                      <a:pt x="7004" y="642"/>
                      <a:pt x="6348" y="642"/>
                    </a:cubicBezTo>
                    <a:cubicBezTo>
                      <a:pt x="6108" y="642"/>
                      <a:pt x="5867" y="637"/>
                      <a:pt x="5627" y="626"/>
                    </a:cubicBezTo>
                    <a:cubicBezTo>
                      <a:pt x="4730" y="605"/>
                      <a:pt x="3854" y="542"/>
                      <a:pt x="2957" y="459"/>
                    </a:cubicBezTo>
                    <a:cubicBezTo>
                      <a:pt x="2019" y="376"/>
                      <a:pt x="1059" y="355"/>
                      <a:pt x="141" y="209"/>
                    </a:cubicBezTo>
                    <a:cubicBezTo>
                      <a:pt x="134" y="207"/>
                      <a:pt x="128" y="207"/>
                      <a:pt x="122" y="207"/>
                    </a:cubicBezTo>
                    <a:cubicBezTo>
                      <a:pt x="32" y="207"/>
                      <a:pt x="1" y="337"/>
                      <a:pt x="79" y="376"/>
                    </a:cubicBezTo>
                    <a:lnTo>
                      <a:pt x="100" y="355"/>
                    </a:lnTo>
                    <a:cubicBezTo>
                      <a:pt x="997" y="605"/>
                      <a:pt x="1914" y="772"/>
                      <a:pt x="2853" y="834"/>
                    </a:cubicBezTo>
                    <a:cubicBezTo>
                      <a:pt x="3791" y="939"/>
                      <a:pt x="4730" y="1001"/>
                      <a:pt x="5689" y="1022"/>
                    </a:cubicBezTo>
                    <a:cubicBezTo>
                      <a:pt x="5919" y="1033"/>
                      <a:pt x="6151" y="1038"/>
                      <a:pt x="6384" y="1038"/>
                    </a:cubicBezTo>
                    <a:cubicBezTo>
                      <a:pt x="7084" y="1038"/>
                      <a:pt x="7796" y="991"/>
                      <a:pt x="8484" y="897"/>
                    </a:cubicBezTo>
                    <a:cubicBezTo>
                      <a:pt x="8943" y="855"/>
                      <a:pt x="9381" y="772"/>
                      <a:pt x="9840" y="668"/>
                    </a:cubicBezTo>
                    <a:cubicBezTo>
                      <a:pt x="10216" y="584"/>
                      <a:pt x="10737" y="522"/>
                      <a:pt x="11029" y="250"/>
                    </a:cubicBezTo>
                    <a:cubicBezTo>
                      <a:pt x="11112" y="146"/>
                      <a:pt x="11050" y="0"/>
                      <a:pt x="109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8300475" y="4293100"/>
                <a:ext cx="21400" cy="78925"/>
              </a:xfrm>
              <a:custGeom>
                <a:rect b="b" l="l" r="r" t="t"/>
                <a:pathLst>
                  <a:path extrusionOk="0" h="3157" w="856">
                    <a:moveTo>
                      <a:pt x="459" y="1"/>
                    </a:moveTo>
                    <a:cubicBezTo>
                      <a:pt x="407" y="1"/>
                      <a:pt x="355" y="22"/>
                      <a:pt x="313" y="63"/>
                    </a:cubicBezTo>
                    <a:lnTo>
                      <a:pt x="271" y="63"/>
                    </a:lnTo>
                    <a:cubicBezTo>
                      <a:pt x="167" y="147"/>
                      <a:pt x="84" y="272"/>
                      <a:pt x="42" y="418"/>
                    </a:cubicBezTo>
                    <a:cubicBezTo>
                      <a:pt x="21" y="564"/>
                      <a:pt x="0" y="710"/>
                      <a:pt x="21" y="877"/>
                    </a:cubicBezTo>
                    <a:lnTo>
                      <a:pt x="21" y="1628"/>
                    </a:lnTo>
                    <a:cubicBezTo>
                      <a:pt x="21" y="1878"/>
                      <a:pt x="42" y="2149"/>
                      <a:pt x="104" y="2420"/>
                    </a:cubicBezTo>
                    <a:cubicBezTo>
                      <a:pt x="125" y="2525"/>
                      <a:pt x="167" y="2650"/>
                      <a:pt x="209" y="2775"/>
                    </a:cubicBezTo>
                    <a:cubicBezTo>
                      <a:pt x="250" y="2900"/>
                      <a:pt x="271" y="3067"/>
                      <a:pt x="417" y="3129"/>
                    </a:cubicBezTo>
                    <a:cubicBezTo>
                      <a:pt x="452" y="3147"/>
                      <a:pt x="490" y="3157"/>
                      <a:pt x="527" y="3157"/>
                    </a:cubicBezTo>
                    <a:cubicBezTo>
                      <a:pt x="580" y="3157"/>
                      <a:pt x="631" y="3137"/>
                      <a:pt x="668" y="3088"/>
                    </a:cubicBezTo>
                    <a:cubicBezTo>
                      <a:pt x="793" y="3004"/>
                      <a:pt x="772" y="2879"/>
                      <a:pt x="793" y="2733"/>
                    </a:cubicBezTo>
                    <a:cubicBezTo>
                      <a:pt x="814" y="2608"/>
                      <a:pt x="834" y="2483"/>
                      <a:pt x="834" y="2358"/>
                    </a:cubicBezTo>
                    <a:cubicBezTo>
                      <a:pt x="855" y="2107"/>
                      <a:pt x="855" y="1836"/>
                      <a:pt x="834" y="1586"/>
                    </a:cubicBezTo>
                    <a:cubicBezTo>
                      <a:pt x="814" y="1315"/>
                      <a:pt x="814" y="1085"/>
                      <a:pt x="814" y="835"/>
                    </a:cubicBezTo>
                    <a:cubicBezTo>
                      <a:pt x="834" y="689"/>
                      <a:pt x="834" y="543"/>
                      <a:pt x="793" y="418"/>
                    </a:cubicBezTo>
                    <a:cubicBezTo>
                      <a:pt x="772" y="293"/>
                      <a:pt x="688" y="168"/>
                      <a:pt x="605" y="63"/>
                    </a:cubicBezTo>
                    <a:cubicBezTo>
                      <a:pt x="563" y="22"/>
                      <a:pt x="511"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8306200" y="4392250"/>
                <a:ext cx="72500" cy="193200"/>
              </a:xfrm>
              <a:custGeom>
                <a:rect b="b" l="l" r="r" t="t"/>
                <a:pathLst>
                  <a:path extrusionOk="0" h="7728" w="2900">
                    <a:moveTo>
                      <a:pt x="530" y="1"/>
                    </a:moveTo>
                    <a:cubicBezTo>
                      <a:pt x="432" y="1"/>
                      <a:pt x="331" y="48"/>
                      <a:pt x="272" y="144"/>
                    </a:cubicBezTo>
                    <a:lnTo>
                      <a:pt x="293" y="144"/>
                    </a:lnTo>
                    <a:cubicBezTo>
                      <a:pt x="1" y="707"/>
                      <a:pt x="293" y="1541"/>
                      <a:pt x="376" y="2125"/>
                    </a:cubicBezTo>
                    <a:cubicBezTo>
                      <a:pt x="522" y="2793"/>
                      <a:pt x="668" y="3481"/>
                      <a:pt x="877" y="4148"/>
                    </a:cubicBezTo>
                    <a:cubicBezTo>
                      <a:pt x="1064" y="4795"/>
                      <a:pt x="1294" y="5421"/>
                      <a:pt x="1544" y="6046"/>
                    </a:cubicBezTo>
                    <a:cubicBezTo>
                      <a:pt x="1815" y="6672"/>
                      <a:pt x="2045" y="7298"/>
                      <a:pt x="2629" y="7715"/>
                    </a:cubicBezTo>
                    <a:cubicBezTo>
                      <a:pt x="2650" y="7724"/>
                      <a:pt x="2673" y="7728"/>
                      <a:pt x="2696" y="7728"/>
                    </a:cubicBezTo>
                    <a:cubicBezTo>
                      <a:pt x="2786" y="7728"/>
                      <a:pt x="2879" y="7664"/>
                      <a:pt x="2879" y="7548"/>
                    </a:cubicBezTo>
                    <a:cubicBezTo>
                      <a:pt x="2900" y="6902"/>
                      <a:pt x="2629" y="6338"/>
                      <a:pt x="2378" y="5754"/>
                    </a:cubicBezTo>
                    <a:cubicBezTo>
                      <a:pt x="2149" y="5170"/>
                      <a:pt x="1919" y="4482"/>
                      <a:pt x="1732" y="3836"/>
                    </a:cubicBezTo>
                    <a:cubicBezTo>
                      <a:pt x="1523" y="3189"/>
                      <a:pt x="1377" y="2584"/>
                      <a:pt x="1231" y="1938"/>
                    </a:cubicBezTo>
                    <a:cubicBezTo>
                      <a:pt x="1169" y="1625"/>
                      <a:pt x="1106" y="1312"/>
                      <a:pt x="1064" y="999"/>
                    </a:cubicBezTo>
                    <a:cubicBezTo>
                      <a:pt x="1043" y="686"/>
                      <a:pt x="939" y="352"/>
                      <a:pt x="731" y="81"/>
                    </a:cubicBezTo>
                    <a:cubicBezTo>
                      <a:pt x="677" y="28"/>
                      <a:pt x="604" y="1"/>
                      <a:pt x="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8020975" y="3064075"/>
                <a:ext cx="492775" cy="1072100"/>
              </a:xfrm>
              <a:custGeom>
                <a:rect b="b" l="l" r="r" t="t"/>
                <a:pathLst>
                  <a:path extrusionOk="0" h="42884" w="19711">
                    <a:moveTo>
                      <a:pt x="981" y="1"/>
                    </a:moveTo>
                    <a:lnTo>
                      <a:pt x="981" y="1"/>
                    </a:lnTo>
                    <a:cubicBezTo>
                      <a:pt x="0" y="5737"/>
                      <a:pt x="2420" y="11514"/>
                      <a:pt x="5340" y="16582"/>
                    </a:cubicBezTo>
                    <a:cubicBezTo>
                      <a:pt x="8260" y="21630"/>
                      <a:pt x="11785" y="26469"/>
                      <a:pt x="13328" y="32100"/>
                    </a:cubicBezTo>
                    <a:cubicBezTo>
                      <a:pt x="13412" y="32455"/>
                      <a:pt x="13516" y="32810"/>
                      <a:pt x="13600" y="33185"/>
                    </a:cubicBezTo>
                    <a:cubicBezTo>
                      <a:pt x="13620" y="33310"/>
                      <a:pt x="13641" y="33435"/>
                      <a:pt x="13683" y="33581"/>
                    </a:cubicBezTo>
                    <a:cubicBezTo>
                      <a:pt x="13725" y="33706"/>
                      <a:pt x="13746" y="33852"/>
                      <a:pt x="13787" y="33998"/>
                    </a:cubicBezTo>
                    <a:cubicBezTo>
                      <a:pt x="13975" y="34854"/>
                      <a:pt x="14142" y="35709"/>
                      <a:pt x="14309" y="36585"/>
                    </a:cubicBezTo>
                    <a:cubicBezTo>
                      <a:pt x="14330" y="36647"/>
                      <a:pt x="14350" y="36731"/>
                      <a:pt x="14371" y="36793"/>
                    </a:cubicBezTo>
                    <a:cubicBezTo>
                      <a:pt x="14580" y="37836"/>
                      <a:pt x="14809" y="38858"/>
                      <a:pt x="15101" y="39859"/>
                    </a:cubicBezTo>
                    <a:cubicBezTo>
                      <a:pt x="15143" y="39964"/>
                      <a:pt x="15164" y="40068"/>
                      <a:pt x="15206" y="40172"/>
                    </a:cubicBezTo>
                    <a:cubicBezTo>
                      <a:pt x="15226" y="40235"/>
                      <a:pt x="15247" y="40297"/>
                      <a:pt x="15268" y="40360"/>
                    </a:cubicBezTo>
                    <a:cubicBezTo>
                      <a:pt x="15372" y="40694"/>
                      <a:pt x="15477" y="41007"/>
                      <a:pt x="15602" y="41340"/>
                    </a:cubicBezTo>
                    <a:cubicBezTo>
                      <a:pt x="15727" y="41695"/>
                      <a:pt x="15936" y="42237"/>
                      <a:pt x="16186" y="42821"/>
                    </a:cubicBezTo>
                    <a:lnTo>
                      <a:pt x="16353" y="42821"/>
                    </a:lnTo>
                    <a:lnTo>
                      <a:pt x="16770" y="42842"/>
                    </a:lnTo>
                    <a:cubicBezTo>
                      <a:pt x="16812" y="42852"/>
                      <a:pt x="16859" y="42852"/>
                      <a:pt x="16903" y="42852"/>
                    </a:cubicBezTo>
                    <a:cubicBezTo>
                      <a:pt x="16947" y="42852"/>
                      <a:pt x="16989" y="42852"/>
                      <a:pt x="17020" y="42863"/>
                    </a:cubicBezTo>
                    <a:cubicBezTo>
                      <a:pt x="17083" y="42884"/>
                      <a:pt x="17125" y="42884"/>
                      <a:pt x="17187" y="42884"/>
                    </a:cubicBezTo>
                    <a:lnTo>
                      <a:pt x="19690" y="42884"/>
                    </a:lnTo>
                    <a:cubicBezTo>
                      <a:pt x="19711" y="42717"/>
                      <a:pt x="19690" y="42550"/>
                      <a:pt x="19690" y="42383"/>
                    </a:cubicBezTo>
                    <a:cubicBezTo>
                      <a:pt x="19607" y="41465"/>
                      <a:pt x="19481" y="40548"/>
                      <a:pt x="19294" y="39630"/>
                    </a:cubicBezTo>
                    <a:cubicBezTo>
                      <a:pt x="19023" y="38274"/>
                      <a:pt x="18668" y="36939"/>
                      <a:pt x="18230" y="35625"/>
                    </a:cubicBezTo>
                    <a:cubicBezTo>
                      <a:pt x="18167" y="35417"/>
                      <a:pt x="18105" y="35208"/>
                      <a:pt x="18042" y="35000"/>
                    </a:cubicBezTo>
                    <a:cubicBezTo>
                      <a:pt x="17980" y="34812"/>
                      <a:pt x="17917" y="34603"/>
                      <a:pt x="17834" y="34395"/>
                    </a:cubicBezTo>
                    <a:lnTo>
                      <a:pt x="17792" y="34270"/>
                    </a:lnTo>
                    <a:cubicBezTo>
                      <a:pt x="17604" y="33727"/>
                      <a:pt x="17417" y="33206"/>
                      <a:pt x="17229" y="32684"/>
                    </a:cubicBezTo>
                    <a:lnTo>
                      <a:pt x="17125" y="32372"/>
                    </a:lnTo>
                    <a:cubicBezTo>
                      <a:pt x="16540" y="30766"/>
                      <a:pt x="15956" y="29180"/>
                      <a:pt x="15331" y="27595"/>
                    </a:cubicBezTo>
                    <a:cubicBezTo>
                      <a:pt x="15289" y="27491"/>
                      <a:pt x="15247" y="27366"/>
                      <a:pt x="15206" y="27261"/>
                    </a:cubicBezTo>
                    <a:cubicBezTo>
                      <a:pt x="15164" y="27178"/>
                      <a:pt x="15122" y="27074"/>
                      <a:pt x="15080" y="26990"/>
                    </a:cubicBezTo>
                    <a:cubicBezTo>
                      <a:pt x="14580" y="25718"/>
                      <a:pt x="14058" y="24467"/>
                      <a:pt x="13516" y="23236"/>
                    </a:cubicBezTo>
                    <a:cubicBezTo>
                      <a:pt x="13391" y="22965"/>
                      <a:pt x="13266" y="22715"/>
                      <a:pt x="13162" y="22485"/>
                    </a:cubicBezTo>
                    <a:cubicBezTo>
                      <a:pt x="13078" y="22256"/>
                      <a:pt x="12974" y="22026"/>
                      <a:pt x="12849" y="21797"/>
                    </a:cubicBezTo>
                    <a:cubicBezTo>
                      <a:pt x="12724" y="21526"/>
                      <a:pt x="12598" y="21234"/>
                      <a:pt x="12473" y="20983"/>
                    </a:cubicBezTo>
                    <a:cubicBezTo>
                      <a:pt x="12369" y="20775"/>
                      <a:pt x="12265" y="20566"/>
                      <a:pt x="12181" y="20399"/>
                    </a:cubicBezTo>
                    <a:cubicBezTo>
                      <a:pt x="12098" y="20212"/>
                      <a:pt x="12014" y="20024"/>
                      <a:pt x="11910" y="19857"/>
                    </a:cubicBezTo>
                    <a:cubicBezTo>
                      <a:pt x="11389" y="18793"/>
                      <a:pt x="10825" y="17750"/>
                      <a:pt x="10221" y="16728"/>
                    </a:cubicBezTo>
                    <a:cubicBezTo>
                      <a:pt x="7009" y="11201"/>
                      <a:pt x="2795" y="6133"/>
                      <a:pt x="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8144025" y="2627125"/>
                <a:ext cx="367125" cy="1509050"/>
              </a:xfrm>
              <a:custGeom>
                <a:rect b="b" l="l" r="r" t="t"/>
                <a:pathLst>
                  <a:path extrusionOk="0" h="60362" w="14685">
                    <a:moveTo>
                      <a:pt x="84" y="0"/>
                    </a:moveTo>
                    <a:cubicBezTo>
                      <a:pt x="1336" y="2920"/>
                      <a:pt x="1" y="5903"/>
                      <a:pt x="63" y="8969"/>
                    </a:cubicBezTo>
                    <a:cubicBezTo>
                      <a:pt x="105" y="11847"/>
                      <a:pt x="627" y="14705"/>
                      <a:pt x="1211" y="17520"/>
                    </a:cubicBezTo>
                    <a:cubicBezTo>
                      <a:pt x="1899" y="20858"/>
                      <a:pt x="3442" y="23945"/>
                      <a:pt x="4569" y="27157"/>
                    </a:cubicBezTo>
                    <a:cubicBezTo>
                      <a:pt x="5570" y="30118"/>
                      <a:pt x="6237" y="33164"/>
                      <a:pt x="6905" y="36209"/>
                    </a:cubicBezTo>
                    <a:lnTo>
                      <a:pt x="7134" y="37252"/>
                    </a:lnTo>
                    <a:cubicBezTo>
                      <a:pt x="7176" y="37460"/>
                      <a:pt x="7218" y="37648"/>
                      <a:pt x="7259" y="37857"/>
                    </a:cubicBezTo>
                    <a:cubicBezTo>
                      <a:pt x="7322" y="38086"/>
                      <a:pt x="7364" y="38295"/>
                      <a:pt x="7405" y="38503"/>
                    </a:cubicBezTo>
                    <a:cubicBezTo>
                      <a:pt x="8594" y="43989"/>
                      <a:pt x="9804" y="49495"/>
                      <a:pt x="11014" y="55001"/>
                    </a:cubicBezTo>
                    <a:lnTo>
                      <a:pt x="11222" y="55961"/>
                    </a:lnTo>
                    <a:cubicBezTo>
                      <a:pt x="11306" y="56357"/>
                      <a:pt x="11389" y="56753"/>
                      <a:pt x="11472" y="57150"/>
                    </a:cubicBezTo>
                    <a:cubicBezTo>
                      <a:pt x="11493" y="57191"/>
                      <a:pt x="11493" y="57212"/>
                      <a:pt x="11493" y="57233"/>
                    </a:cubicBezTo>
                    <a:cubicBezTo>
                      <a:pt x="11598" y="57692"/>
                      <a:pt x="11681" y="58130"/>
                      <a:pt x="11785" y="58568"/>
                    </a:cubicBezTo>
                    <a:cubicBezTo>
                      <a:pt x="11910" y="59173"/>
                      <a:pt x="12077" y="59778"/>
                      <a:pt x="12265" y="60362"/>
                    </a:cubicBezTo>
                    <a:lnTo>
                      <a:pt x="14685" y="60362"/>
                    </a:lnTo>
                    <a:cubicBezTo>
                      <a:pt x="14685" y="59235"/>
                      <a:pt x="14539" y="58109"/>
                      <a:pt x="14267" y="57025"/>
                    </a:cubicBezTo>
                    <a:cubicBezTo>
                      <a:pt x="14121" y="56357"/>
                      <a:pt x="13955" y="55711"/>
                      <a:pt x="13767" y="55064"/>
                    </a:cubicBezTo>
                    <a:cubicBezTo>
                      <a:pt x="13621" y="54522"/>
                      <a:pt x="13475" y="54000"/>
                      <a:pt x="13350" y="53479"/>
                    </a:cubicBezTo>
                    <a:cubicBezTo>
                      <a:pt x="13287" y="53228"/>
                      <a:pt x="13225" y="52978"/>
                      <a:pt x="13141" y="52707"/>
                    </a:cubicBezTo>
                    <a:cubicBezTo>
                      <a:pt x="13058" y="52415"/>
                      <a:pt x="12995" y="52123"/>
                      <a:pt x="12933" y="51831"/>
                    </a:cubicBezTo>
                    <a:cubicBezTo>
                      <a:pt x="12912" y="51768"/>
                      <a:pt x="12891" y="51706"/>
                      <a:pt x="12870" y="51643"/>
                    </a:cubicBezTo>
                    <a:cubicBezTo>
                      <a:pt x="12724" y="51122"/>
                      <a:pt x="12599" y="50580"/>
                      <a:pt x="12474" y="50037"/>
                    </a:cubicBezTo>
                    <a:cubicBezTo>
                      <a:pt x="11222" y="45073"/>
                      <a:pt x="10117" y="40088"/>
                      <a:pt x="9157" y="35062"/>
                    </a:cubicBezTo>
                    <a:cubicBezTo>
                      <a:pt x="9136" y="34957"/>
                      <a:pt x="9116" y="34832"/>
                      <a:pt x="9095" y="34749"/>
                    </a:cubicBezTo>
                    <a:cubicBezTo>
                      <a:pt x="9074" y="34665"/>
                      <a:pt x="9053" y="34582"/>
                      <a:pt x="9053" y="34498"/>
                    </a:cubicBezTo>
                    <a:cubicBezTo>
                      <a:pt x="8427" y="31266"/>
                      <a:pt x="7885" y="28033"/>
                      <a:pt x="7384" y="24800"/>
                    </a:cubicBezTo>
                    <a:cubicBezTo>
                      <a:pt x="6967" y="22005"/>
                      <a:pt x="6592" y="19189"/>
                      <a:pt x="5674" y="16519"/>
                    </a:cubicBezTo>
                    <a:cubicBezTo>
                      <a:pt x="5319" y="15518"/>
                      <a:pt x="4902" y="14538"/>
                      <a:pt x="4506" y="13578"/>
                    </a:cubicBezTo>
                    <a:cubicBezTo>
                      <a:pt x="4443" y="13432"/>
                      <a:pt x="4402" y="13307"/>
                      <a:pt x="4339" y="13182"/>
                    </a:cubicBezTo>
                    <a:cubicBezTo>
                      <a:pt x="4297" y="13057"/>
                      <a:pt x="4235" y="12911"/>
                      <a:pt x="4193" y="12786"/>
                    </a:cubicBezTo>
                    <a:cubicBezTo>
                      <a:pt x="3651" y="11534"/>
                      <a:pt x="3192" y="10220"/>
                      <a:pt x="2879" y="8885"/>
                    </a:cubicBezTo>
                    <a:cubicBezTo>
                      <a:pt x="2191" y="5799"/>
                      <a:pt x="1398" y="2920"/>
                      <a:pt x="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8251975" y="2753825"/>
                <a:ext cx="308725" cy="1382875"/>
              </a:xfrm>
              <a:custGeom>
                <a:rect b="b" l="l" r="r" t="t"/>
                <a:pathLst>
                  <a:path extrusionOk="0" h="55315" w="12349">
                    <a:moveTo>
                      <a:pt x="1273" y="1"/>
                    </a:moveTo>
                    <a:cubicBezTo>
                      <a:pt x="960" y="939"/>
                      <a:pt x="689" y="1919"/>
                      <a:pt x="501" y="2900"/>
                    </a:cubicBezTo>
                    <a:cubicBezTo>
                      <a:pt x="480" y="3046"/>
                      <a:pt x="438" y="3171"/>
                      <a:pt x="417" y="3296"/>
                    </a:cubicBezTo>
                    <a:cubicBezTo>
                      <a:pt x="397" y="3421"/>
                      <a:pt x="376" y="3546"/>
                      <a:pt x="355" y="3671"/>
                    </a:cubicBezTo>
                    <a:cubicBezTo>
                      <a:pt x="125" y="5027"/>
                      <a:pt x="21" y="6383"/>
                      <a:pt x="21" y="7760"/>
                    </a:cubicBezTo>
                    <a:cubicBezTo>
                      <a:pt x="21" y="7906"/>
                      <a:pt x="0" y="8031"/>
                      <a:pt x="21" y="8177"/>
                    </a:cubicBezTo>
                    <a:cubicBezTo>
                      <a:pt x="42" y="8323"/>
                      <a:pt x="42" y="8469"/>
                      <a:pt x="42" y="8615"/>
                    </a:cubicBezTo>
                    <a:cubicBezTo>
                      <a:pt x="84" y="9720"/>
                      <a:pt x="188" y="10805"/>
                      <a:pt x="397" y="11889"/>
                    </a:cubicBezTo>
                    <a:cubicBezTo>
                      <a:pt x="751" y="13933"/>
                      <a:pt x="1398" y="15894"/>
                      <a:pt x="1773" y="17938"/>
                    </a:cubicBezTo>
                    <a:cubicBezTo>
                      <a:pt x="2420" y="21338"/>
                      <a:pt x="2336" y="24842"/>
                      <a:pt x="2733" y="28304"/>
                    </a:cubicBezTo>
                    <a:cubicBezTo>
                      <a:pt x="2962" y="30265"/>
                      <a:pt x="3317" y="32205"/>
                      <a:pt x="3776" y="34144"/>
                    </a:cubicBezTo>
                    <a:cubicBezTo>
                      <a:pt x="3817" y="34374"/>
                      <a:pt x="3880" y="34582"/>
                      <a:pt x="3942" y="34853"/>
                    </a:cubicBezTo>
                    <a:cubicBezTo>
                      <a:pt x="4005" y="35125"/>
                      <a:pt x="4068" y="35417"/>
                      <a:pt x="4130" y="35667"/>
                    </a:cubicBezTo>
                    <a:cubicBezTo>
                      <a:pt x="4464" y="37043"/>
                      <a:pt x="4839" y="38399"/>
                      <a:pt x="5194" y="39755"/>
                    </a:cubicBezTo>
                    <a:cubicBezTo>
                      <a:pt x="5632" y="41403"/>
                      <a:pt x="6195" y="43113"/>
                      <a:pt x="6737" y="44844"/>
                    </a:cubicBezTo>
                    <a:cubicBezTo>
                      <a:pt x="6821" y="45115"/>
                      <a:pt x="6904" y="45386"/>
                      <a:pt x="6967" y="45637"/>
                    </a:cubicBezTo>
                    <a:cubicBezTo>
                      <a:pt x="7071" y="45970"/>
                      <a:pt x="7175" y="46304"/>
                      <a:pt x="7280" y="46638"/>
                    </a:cubicBezTo>
                    <a:cubicBezTo>
                      <a:pt x="7822" y="48411"/>
                      <a:pt x="8239" y="50225"/>
                      <a:pt x="8531" y="52082"/>
                    </a:cubicBezTo>
                    <a:cubicBezTo>
                      <a:pt x="8573" y="52395"/>
                      <a:pt x="8615" y="52707"/>
                      <a:pt x="8656" y="53020"/>
                    </a:cubicBezTo>
                    <a:cubicBezTo>
                      <a:pt x="8677" y="53271"/>
                      <a:pt x="8698" y="53500"/>
                      <a:pt x="8719" y="53709"/>
                    </a:cubicBezTo>
                    <a:lnTo>
                      <a:pt x="8719" y="53917"/>
                    </a:lnTo>
                    <a:lnTo>
                      <a:pt x="8719" y="54480"/>
                    </a:lnTo>
                    <a:cubicBezTo>
                      <a:pt x="8698" y="54751"/>
                      <a:pt x="8677" y="55023"/>
                      <a:pt x="8677" y="55315"/>
                    </a:cubicBezTo>
                    <a:lnTo>
                      <a:pt x="12223" y="55315"/>
                    </a:lnTo>
                    <a:cubicBezTo>
                      <a:pt x="12265" y="55064"/>
                      <a:pt x="12306" y="54793"/>
                      <a:pt x="12306" y="54543"/>
                    </a:cubicBezTo>
                    <a:cubicBezTo>
                      <a:pt x="12348" y="54042"/>
                      <a:pt x="12348" y="53521"/>
                      <a:pt x="12306" y="53083"/>
                    </a:cubicBezTo>
                    <a:cubicBezTo>
                      <a:pt x="12306" y="52728"/>
                      <a:pt x="12285" y="52353"/>
                      <a:pt x="12244" y="51977"/>
                    </a:cubicBezTo>
                    <a:cubicBezTo>
                      <a:pt x="12160" y="51060"/>
                      <a:pt x="12035" y="50121"/>
                      <a:pt x="11868" y="49203"/>
                    </a:cubicBezTo>
                    <a:cubicBezTo>
                      <a:pt x="11639" y="47973"/>
                      <a:pt x="11326" y="46742"/>
                      <a:pt x="10971" y="45532"/>
                    </a:cubicBezTo>
                    <a:cubicBezTo>
                      <a:pt x="10971" y="45470"/>
                      <a:pt x="10951" y="45407"/>
                      <a:pt x="10930" y="45345"/>
                    </a:cubicBezTo>
                    <a:cubicBezTo>
                      <a:pt x="10492" y="43843"/>
                      <a:pt x="10012" y="42341"/>
                      <a:pt x="9532" y="40860"/>
                    </a:cubicBezTo>
                    <a:cubicBezTo>
                      <a:pt x="9449" y="40610"/>
                      <a:pt x="9365" y="40360"/>
                      <a:pt x="9303" y="40130"/>
                    </a:cubicBezTo>
                    <a:cubicBezTo>
                      <a:pt x="9219" y="39838"/>
                      <a:pt x="9115" y="39546"/>
                      <a:pt x="9032" y="39275"/>
                    </a:cubicBezTo>
                    <a:lnTo>
                      <a:pt x="8990" y="39087"/>
                    </a:lnTo>
                    <a:cubicBezTo>
                      <a:pt x="8927" y="38941"/>
                      <a:pt x="8886" y="38795"/>
                      <a:pt x="8844" y="38629"/>
                    </a:cubicBezTo>
                    <a:cubicBezTo>
                      <a:pt x="8823" y="38587"/>
                      <a:pt x="8802" y="38524"/>
                      <a:pt x="8802" y="38483"/>
                    </a:cubicBezTo>
                    <a:cubicBezTo>
                      <a:pt x="8740" y="38274"/>
                      <a:pt x="8677" y="38065"/>
                      <a:pt x="8615" y="37857"/>
                    </a:cubicBezTo>
                    <a:cubicBezTo>
                      <a:pt x="8031" y="35938"/>
                      <a:pt x="7592" y="33957"/>
                      <a:pt x="7342" y="31933"/>
                    </a:cubicBezTo>
                    <a:cubicBezTo>
                      <a:pt x="7238" y="31057"/>
                      <a:pt x="7175" y="30181"/>
                      <a:pt x="7134" y="29284"/>
                    </a:cubicBezTo>
                    <a:cubicBezTo>
                      <a:pt x="7113" y="28826"/>
                      <a:pt x="7113" y="28408"/>
                      <a:pt x="7092" y="27908"/>
                    </a:cubicBezTo>
                    <a:cubicBezTo>
                      <a:pt x="7071" y="27428"/>
                      <a:pt x="7071" y="26928"/>
                      <a:pt x="7071" y="26448"/>
                    </a:cubicBezTo>
                    <a:cubicBezTo>
                      <a:pt x="7050" y="24091"/>
                      <a:pt x="7050" y="21755"/>
                      <a:pt x="6654" y="19461"/>
                    </a:cubicBezTo>
                    <a:cubicBezTo>
                      <a:pt x="6633" y="19335"/>
                      <a:pt x="6612" y="19231"/>
                      <a:pt x="6591" y="19127"/>
                    </a:cubicBezTo>
                    <a:cubicBezTo>
                      <a:pt x="6570" y="18960"/>
                      <a:pt x="6529" y="18772"/>
                      <a:pt x="6487" y="18605"/>
                    </a:cubicBezTo>
                    <a:cubicBezTo>
                      <a:pt x="6445" y="18355"/>
                      <a:pt x="6383" y="18126"/>
                      <a:pt x="6320" y="17875"/>
                    </a:cubicBezTo>
                    <a:cubicBezTo>
                      <a:pt x="6299" y="17813"/>
                      <a:pt x="6278" y="17729"/>
                      <a:pt x="6258" y="17646"/>
                    </a:cubicBezTo>
                    <a:cubicBezTo>
                      <a:pt x="6195" y="17354"/>
                      <a:pt x="6112" y="17041"/>
                      <a:pt x="6028" y="16791"/>
                    </a:cubicBezTo>
                    <a:cubicBezTo>
                      <a:pt x="5945" y="16541"/>
                      <a:pt x="5882" y="16290"/>
                      <a:pt x="5799" y="16040"/>
                    </a:cubicBezTo>
                    <a:cubicBezTo>
                      <a:pt x="4088" y="10680"/>
                      <a:pt x="1022" y="5590"/>
                      <a:pt x="1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8248850" y="2724625"/>
                <a:ext cx="315500" cy="1412075"/>
              </a:xfrm>
              <a:custGeom>
                <a:rect b="b" l="l" r="r" t="t"/>
                <a:pathLst>
                  <a:path extrusionOk="0" h="56483" w="12620">
                    <a:moveTo>
                      <a:pt x="1606" y="1"/>
                    </a:moveTo>
                    <a:lnTo>
                      <a:pt x="1252" y="1043"/>
                    </a:lnTo>
                    <a:cubicBezTo>
                      <a:pt x="1001" y="1815"/>
                      <a:pt x="772" y="2608"/>
                      <a:pt x="584" y="3421"/>
                    </a:cubicBezTo>
                    <a:cubicBezTo>
                      <a:pt x="563" y="3567"/>
                      <a:pt x="522" y="3713"/>
                      <a:pt x="501" y="3859"/>
                    </a:cubicBezTo>
                    <a:cubicBezTo>
                      <a:pt x="459" y="4005"/>
                      <a:pt x="438" y="4109"/>
                      <a:pt x="417" y="4235"/>
                    </a:cubicBezTo>
                    <a:cubicBezTo>
                      <a:pt x="146" y="5632"/>
                      <a:pt x="0" y="7050"/>
                      <a:pt x="0" y="8490"/>
                    </a:cubicBezTo>
                    <a:lnTo>
                      <a:pt x="0" y="8886"/>
                    </a:lnTo>
                    <a:lnTo>
                      <a:pt x="0" y="9303"/>
                    </a:lnTo>
                    <a:cubicBezTo>
                      <a:pt x="21" y="10554"/>
                      <a:pt x="146" y="11806"/>
                      <a:pt x="376" y="13036"/>
                    </a:cubicBezTo>
                    <a:cubicBezTo>
                      <a:pt x="563" y="14079"/>
                      <a:pt x="834" y="15122"/>
                      <a:pt x="1085" y="16144"/>
                    </a:cubicBezTo>
                    <a:cubicBezTo>
                      <a:pt x="1335" y="17104"/>
                      <a:pt x="1564" y="18084"/>
                      <a:pt x="1752" y="19064"/>
                    </a:cubicBezTo>
                    <a:cubicBezTo>
                      <a:pt x="2107" y="21150"/>
                      <a:pt x="2315" y="23236"/>
                      <a:pt x="2399" y="25342"/>
                    </a:cubicBezTo>
                    <a:cubicBezTo>
                      <a:pt x="2482" y="26677"/>
                      <a:pt x="2566" y="28075"/>
                      <a:pt x="2712" y="29430"/>
                    </a:cubicBezTo>
                    <a:cubicBezTo>
                      <a:pt x="2920" y="31182"/>
                      <a:pt x="3212" y="32914"/>
                      <a:pt x="3609" y="34645"/>
                    </a:cubicBezTo>
                    <a:cubicBezTo>
                      <a:pt x="3650" y="34833"/>
                      <a:pt x="3692" y="35041"/>
                      <a:pt x="3734" y="35229"/>
                    </a:cubicBezTo>
                    <a:cubicBezTo>
                      <a:pt x="3734" y="35250"/>
                      <a:pt x="3734" y="35271"/>
                      <a:pt x="3755" y="35312"/>
                    </a:cubicBezTo>
                    <a:cubicBezTo>
                      <a:pt x="3817" y="35542"/>
                      <a:pt x="3859" y="35792"/>
                      <a:pt x="3921" y="36021"/>
                    </a:cubicBezTo>
                    <a:cubicBezTo>
                      <a:pt x="4318" y="37669"/>
                      <a:pt x="4735" y="39296"/>
                      <a:pt x="5173" y="40902"/>
                    </a:cubicBezTo>
                    <a:cubicBezTo>
                      <a:pt x="5527" y="42237"/>
                      <a:pt x="5965" y="43572"/>
                      <a:pt x="6403" y="44990"/>
                    </a:cubicBezTo>
                    <a:cubicBezTo>
                      <a:pt x="6633" y="45720"/>
                      <a:pt x="6862" y="46471"/>
                      <a:pt x="7092" y="47201"/>
                    </a:cubicBezTo>
                    <a:lnTo>
                      <a:pt x="7384" y="48202"/>
                    </a:lnTo>
                    <a:cubicBezTo>
                      <a:pt x="7551" y="48765"/>
                      <a:pt x="7697" y="49349"/>
                      <a:pt x="7843" y="49912"/>
                    </a:cubicBezTo>
                    <a:cubicBezTo>
                      <a:pt x="7843" y="49933"/>
                      <a:pt x="7843" y="49933"/>
                      <a:pt x="7843" y="49933"/>
                    </a:cubicBezTo>
                    <a:cubicBezTo>
                      <a:pt x="8072" y="50809"/>
                      <a:pt x="8260" y="51665"/>
                      <a:pt x="8406" y="52520"/>
                    </a:cubicBezTo>
                    <a:cubicBezTo>
                      <a:pt x="8448" y="52749"/>
                      <a:pt x="8468" y="52958"/>
                      <a:pt x="8510" y="53187"/>
                    </a:cubicBezTo>
                    <a:cubicBezTo>
                      <a:pt x="8552" y="53479"/>
                      <a:pt x="8594" y="53792"/>
                      <a:pt x="8614" y="54063"/>
                    </a:cubicBezTo>
                    <a:cubicBezTo>
                      <a:pt x="8635" y="54355"/>
                      <a:pt x="8656" y="54585"/>
                      <a:pt x="8677" y="54835"/>
                    </a:cubicBezTo>
                    <a:cubicBezTo>
                      <a:pt x="8677" y="54877"/>
                      <a:pt x="8677" y="54939"/>
                      <a:pt x="8677" y="54981"/>
                    </a:cubicBezTo>
                    <a:lnTo>
                      <a:pt x="8677" y="55711"/>
                    </a:lnTo>
                    <a:cubicBezTo>
                      <a:pt x="8677" y="55982"/>
                      <a:pt x="8656" y="56170"/>
                      <a:pt x="8656" y="56420"/>
                    </a:cubicBezTo>
                    <a:lnTo>
                      <a:pt x="8969" y="56420"/>
                    </a:lnTo>
                    <a:lnTo>
                      <a:pt x="8969" y="56107"/>
                    </a:lnTo>
                    <a:cubicBezTo>
                      <a:pt x="8969" y="56003"/>
                      <a:pt x="8969" y="55836"/>
                      <a:pt x="8990" y="55711"/>
                    </a:cubicBezTo>
                    <a:lnTo>
                      <a:pt x="8990" y="55627"/>
                    </a:lnTo>
                    <a:cubicBezTo>
                      <a:pt x="8990" y="55440"/>
                      <a:pt x="8990" y="55252"/>
                      <a:pt x="8990" y="55085"/>
                    </a:cubicBezTo>
                    <a:lnTo>
                      <a:pt x="8990" y="54814"/>
                    </a:lnTo>
                    <a:cubicBezTo>
                      <a:pt x="8969" y="54272"/>
                      <a:pt x="8906" y="53729"/>
                      <a:pt x="8823" y="53166"/>
                    </a:cubicBezTo>
                    <a:cubicBezTo>
                      <a:pt x="8489" y="50914"/>
                      <a:pt x="7843" y="48578"/>
                      <a:pt x="7133" y="46304"/>
                    </a:cubicBezTo>
                    <a:cubicBezTo>
                      <a:pt x="7050" y="46054"/>
                      <a:pt x="6967" y="45762"/>
                      <a:pt x="6862" y="45491"/>
                    </a:cubicBezTo>
                    <a:cubicBezTo>
                      <a:pt x="6800" y="45303"/>
                      <a:pt x="6758" y="45094"/>
                      <a:pt x="6695" y="44907"/>
                    </a:cubicBezTo>
                    <a:cubicBezTo>
                      <a:pt x="6695" y="44865"/>
                      <a:pt x="6675" y="44844"/>
                      <a:pt x="6654" y="44802"/>
                    </a:cubicBezTo>
                    <a:cubicBezTo>
                      <a:pt x="6216" y="43426"/>
                      <a:pt x="5819" y="42112"/>
                      <a:pt x="5465" y="40819"/>
                    </a:cubicBezTo>
                    <a:cubicBezTo>
                      <a:pt x="5194" y="39776"/>
                      <a:pt x="4902" y="38691"/>
                      <a:pt x="4631" y="37627"/>
                    </a:cubicBezTo>
                    <a:lnTo>
                      <a:pt x="4401" y="36710"/>
                    </a:lnTo>
                    <a:cubicBezTo>
                      <a:pt x="4339" y="36459"/>
                      <a:pt x="4276" y="36188"/>
                      <a:pt x="4213" y="35917"/>
                    </a:cubicBezTo>
                    <a:cubicBezTo>
                      <a:pt x="3671" y="33769"/>
                      <a:pt x="3275" y="31600"/>
                      <a:pt x="3025" y="29389"/>
                    </a:cubicBezTo>
                    <a:cubicBezTo>
                      <a:pt x="2858" y="28054"/>
                      <a:pt x="2774" y="26677"/>
                      <a:pt x="2691" y="25342"/>
                    </a:cubicBezTo>
                    <a:cubicBezTo>
                      <a:pt x="2566" y="23257"/>
                      <a:pt x="2441" y="21108"/>
                      <a:pt x="2044" y="19023"/>
                    </a:cubicBezTo>
                    <a:cubicBezTo>
                      <a:pt x="1877" y="18021"/>
                      <a:pt x="1627" y="17041"/>
                      <a:pt x="1377" y="16082"/>
                    </a:cubicBezTo>
                    <a:cubicBezTo>
                      <a:pt x="1126" y="15060"/>
                      <a:pt x="855" y="14017"/>
                      <a:pt x="668" y="12995"/>
                    </a:cubicBezTo>
                    <a:cubicBezTo>
                      <a:pt x="501" y="12035"/>
                      <a:pt x="396" y="11097"/>
                      <a:pt x="334" y="10137"/>
                    </a:cubicBezTo>
                    <a:cubicBezTo>
                      <a:pt x="334" y="9991"/>
                      <a:pt x="334" y="9845"/>
                      <a:pt x="313" y="9678"/>
                    </a:cubicBezTo>
                    <a:cubicBezTo>
                      <a:pt x="313" y="9532"/>
                      <a:pt x="313" y="9386"/>
                      <a:pt x="313" y="9261"/>
                    </a:cubicBezTo>
                    <a:cubicBezTo>
                      <a:pt x="292" y="7926"/>
                      <a:pt x="376" y="6591"/>
                      <a:pt x="584" y="5277"/>
                    </a:cubicBezTo>
                    <a:cubicBezTo>
                      <a:pt x="584" y="5173"/>
                      <a:pt x="605" y="5048"/>
                      <a:pt x="626" y="4923"/>
                    </a:cubicBezTo>
                    <a:lnTo>
                      <a:pt x="688" y="4547"/>
                    </a:lnTo>
                    <a:cubicBezTo>
                      <a:pt x="855" y="3734"/>
                      <a:pt x="1043" y="2941"/>
                      <a:pt x="1272" y="2149"/>
                    </a:cubicBezTo>
                    <a:cubicBezTo>
                      <a:pt x="1356" y="5736"/>
                      <a:pt x="2733" y="9178"/>
                      <a:pt x="4067" y="12536"/>
                    </a:cubicBezTo>
                    <a:cubicBezTo>
                      <a:pt x="4777" y="14288"/>
                      <a:pt x="5486" y="16103"/>
                      <a:pt x="6028" y="17938"/>
                    </a:cubicBezTo>
                    <a:cubicBezTo>
                      <a:pt x="6111" y="18209"/>
                      <a:pt x="6195" y="18480"/>
                      <a:pt x="6257" y="18751"/>
                    </a:cubicBezTo>
                    <a:cubicBezTo>
                      <a:pt x="6341" y="19064"/>
                      <a:pt x="6403" y="19377"/>
                      <a:pt x="6466" y="19690"/>
                    </a:cubicBezTo>
                    <a:cubicBezTo>
                      <a:pt x="6487" y="19690"/>
                      <a:pt x="6487" y="19690"/>
                      <a:pt x="6466" y="19711"/>
                    </a:cubicBezTo>
                    <a:cubicBezTo>
                      <a:pt x="6508" y="19899"/>
                      <a:pt x="6549" y="20086"/>
                      <a:pt x="6591" y="20274"/>
                    </a:cubicBezTo>
                    <a:cubicBezTo>
                      <a:pt x="6612" y="20399"/>
                      <a:pt x="6633" y="20503"/>
                      <a:pt x="6654" y="20608"/>
                    </a:cubicBezTo>
                    <a:cubicBezTo>
                      <a:pt x="6716" y="21067"/>
                      <a:pt x="6779" y="21525"/>
                      <a:pt x="6841" y="21963"/>
                    </a:cubicBezTo>
                    <a:cubicBezTo>
                      <a:pt x="6967" y="23215"/>
                      <a:pt x="7029" y="24445"/>
                      <a:pt x="7050" y="25697"/>
                    </a:cubicBezTo>
                    <a:cubicBezTo>
                      <a:pt x="7050" y="26260"/>
                      <a:pt x="7071" y="26823"/>
                      <a:pt x="7071" y="27366"/>
                    </a:cubicBezTo>
                    <a:lnTo>
                      <a:pt x="7071" y="27574"/>
                    </a:lnTo>
                    <a:cubicBezTo>
                      <a:pt x="7071" y="28054"/>
                      <a:pt x="7071" y="28554"/>
                      <a:pt x="7092" y="29055"/>
                    </a:cubicBezTo>
                    <a:cubicBezTo>
                      <a:pt x="7092" y="30390"/>
                      <a:pt x="7175" y="31746"/>
                      <a:pt x="7321" y="33080"/>
                    </a:cubicBezTo>
                    <a:cubicBezTo>
                      <a:pt x="7613" y="35291"/>
                      <a:pt x="8114" y="37481"/>
                      <a:pt x="8781" y="39609"/>
                    </a:cubicBezTo>
                    <a:cubicBezTo>
                      <a:pt x="8844" y="39817"/>
                      <a:pt x="8906" y="40026"/>
                      <a:pt x="8969" y="40235"/>
                    </a:cubicBezTo>
                    <a:lnTo>
                      <a:pt x="9032" y="40443"/>
                    </a:lnTo>
                    <a:lnTo>
                      <a:pt x="9178" y="40881"/>
                    </a:lnTo>
                    <a:cubicBezTo>
                      <a:pt x="9219" y="41006"/>
                      <a:pt x="9261" y="41152"/>
                      <a:pt x="9282" y="41277"/>
                    </a:cubicBezTo>
                    <a:cubicBezTo>
                      <a:pt x="9365" y="41507"/>
                      <a:pt x="9449" y="41757"/>
                      <a:pt x="9511" y="41987"/>
                    </a:cubicBezTo>
                    <a:cubicBezTo>
                      <a:pt x="9595" y="42237"/>
                      <a:pt x="9657" y="42425"/>
                      <a:pt x="9720" y="42654"/>
                    </a:cubicBezTo>
                    <a:cubicBezTo>
                      <a:pt x="9720" y="42675"/>
                      <a:pt x="9741" y="42696"/>
                      <a:pt x="9762" y="42717"/>
                    </a:cubicBezTo>
                    <a:cubicBezTo>
                      <a:pt x="10158" y="43947"/>
                      <a:pt x="10533" y="45199"/>
                      <a:pt x="10909" y="46450"/>
                    </a:cubicBezTo>
                    <a:cubicBezTo>
                      <a:pt x="10930" y="46513"/>
                      <a:pt x="10950" y="46575"/>
                      <a:pt x="10971" y="46659"/>
                    </a:cubicBezTo>
                    <a:cubicBezTo>
                      <a:pt x="11451" y="48327"/>
                      <a:pt x="11826" y="50017"/>
                      <a:pt x="12098" y="51748"/>
                    </a:cubicBezTo>
                    <a:cubicBezTo>
                      <a:pt x="12139" y="52186"/>
                      <a:pt x="12202" y="52624"/>
                      <a:pt x="12244" y="53062"/>
                    </a:cubicBezTo>
                    <a:lnTo>
                      <a:pt x="12244" y="53104"/>
                    </a:lnTo>
                    <a:cubicBezTo>
                      <a:pt x="12306" y="53959"/>
                      <a:pt x="12327" y="54835"/>
                      <a:pt x="12285" y="55711"/>
                    </a:cubicBezTo>
                    <a:cubicBezTo>
                      <a:pt x="12264" y="55961"/>
                      <a:pt x="12244" y="56232"/>
                      <a:pt x="12181" y="56483"/>
                    </a:cubicBezTo>
                    <a:lnTo>
                      <a:pt x="12515" y="56483"/>
                    </a:lnTo>
                    <a:cubicBezTo>
                      <a:pt x="12536" y="56378"/>
                      <a:pt x="12556" y="56253"/>
                      <a:pt x="12556" y="56149"/>
                    </a:cubicBezTo>
                    <a:cubicBezTo>
                      <a:pt x="12577" y="55982"/>
                      <a:pt x="12598" y="55857"/>
                      <a:pt x="12598" y="55711"/>
                    </a:cubicBezTo>
                    <a:cubicBezTo>
                      <a:pt x="12619" y="55419"/>
                      <a:pt x="12619" y="55127"/>
                      <a:pt x="12619" y="54835"/>
                    </a:cubicBezTo>
                    <a:cubicBezTo>
                      <a:pt x="12619" y="54272"/>
                      <a:pt x="12598" y="53667"/>
                      <a:pt x="12536" y="53104"/>
                    </a:cubicBezTo>
                    <a:cubicBezTo>
                      <a:pt x="12431" y="51873"/>
                      <a:pt x="12244" y="50663"/>
                      <a:pt x="11993" y="49474"/>
                    </a:cubicBezTo>
                    <a:cubicBezTo>
                      <a:pt x="11785" y="48515"/>
                      <a:pt x="11534" y="47556"/>
                      <a:pt x="11263" y="46596"/>
                    </a:cubicBezTo>
                    <a:cubicBezTo>
                      <a:pt x="11242" y="46554"/>
                      <a:pt x="11242" y="46513"/>
                      <a:pt x="11222" y="46471"/>
                    </a:cubicBezTo>
                    <a:cubicBezTo>
                      <a:pt x="10846" y="45157"/>
                      <a:pt x="10450" y="43885"/>
                      <a:pt x="10033" y="42612"/>
                    </a:cubicBezTo>
                    <a:cubicBezTo>
                      <a:pt x="9887" y="42133"/>
                      <a:pt x="9720" y="41653"/>
                      <a:pt x="9574" y="41173"/>
                    </a:cubicBezTo>
                    <a:cubicBezTo>
                      <a:pt x="9490" y="40902"/>
                      <a:pt x="9407" y="40610"/>
                      <a:pt x="9324" y="40339"/>
                    </a:cubicBezTo>
                    <a:lnTo>
                      <a:pt x="9324" y="40339"/>
                    </a:lnTo>
                    <a:cubicBezTo>
                      <a:pt x="9324" y="40339"/>
                      <a:pt x="9324" y="40339"/>
                      <a:pt x="9324" y="40339"/>
                    </a:cubicBezTo>
                    <a:cubicBezTo>
                      <a:pt x="9279" y="40184"/>
                      <a:pt x="9235" y="40047"/>
                      <a:pt x="9191" y="39909"/>
                    </a:cubicBezTo>
                    <a:lnTo>
                      <a:pt x="9191" y="39909"/>
                    </a:lnTo>
                    <a:cubicBezTo>
                      <a:pt x="9156" y="39790"/>
                      <a:pt x="9123" y="39670"/>
                      <a:pt x="9094" y="39546"/>
                    </a:cubicBezTo>
                    <a:cubicBezTo>
                      <a:pt x="9052" y="39442"/>
                      <a:pt x="9032" y="39359"/>
                      <a:pt x="9011" y="39254"/>
                    </a:cubicBezTo>
                    <a:cubicBezTo>
                      <a:pt x="8987" y="39194"/>
                      <a:pt x="8970" y="39148"/>
                      <a:pt x="8955" y="39108"/>
                    </a:cubicBezTo>
                    <a:lnTo>
                      <a:pt x="8955" y="39108"/>
                    </a:lnTo>
                    <a:cubicBezTo>
                      <a:pt x="8946" y="39075"/>
                      <a:pt x="8937" y="39042"/>
                      <a:pt x="8927" y="39004"/>
                    </a:cubicBezTo>
                    <a:cubicBezTo>
                      <a:pt x="8927" y="38983"/>
                      <a:pt x="8927" y="38963"/>
                      <a:pt x="8907" y="38942"/>
                    </a:cubicBezTo>
                    <a:lnTo>
                      <a:pt x="8907" y="38942"/>
                    </a:lnTo>
                    <a:cubicBezTo>
                      <a:pt x="8907" y="38942"/>
                      <a:pt x="8907" y="38942"/>
                      <a:pt x="8906" y="38941"/>
                    </a:cubicBezTo>
                    <a:cubicBezTo>
                      <a:pt x="8889" y="38884"/>
                      <a:pt x="8872" y="38827"/>
                      <a:pt x="8855" y="38771"/>
                    </a:cubicBezTo>
                    <a:lnTo>
                      <a:pt x="8855" y="38771"/>
                    </a:lnTo>
                    <a:cubicBezTo>
                      <a:pt x="8817" y="38631"/>
                      <a:pt x="8784" y="38484"/>
                      <a:pt x="8740" y="38337"/>
                    </a:cubicBezTo>
                    <a:cubicBezTo>
                      <a:pt x="8239" y="36605"/>
                      <a:pt x="7864" y="34833"/>
                      <a:pt x="7634" y="33039"/>
                    </a:cubicBezTo>
                    <a:cubicBezTo>
                      <a:pt x="7571" y="32642"/>
                      <a:pt x="7551" y="32225"/>
                      <a:pt x="7509" y="31829"/>
                    </a:cubicBezTo>
                    <a:cubicBezTo>
                      <a:pt x="7467" y="31328"/>
                      <a:pt x="7446" y="30849"/>
                      <a:pt x="7425" y="30369"/>
                    </a:cubicBezTo>
                    <a:lnTo>
                      <a:pt x="7425" y="30369"/>
                    </a:lnTo>
                    <a:cubicBezTo>
                      <a:pt x="7425" y="30369"/>
                      <a:pt x="7425" y="30369"/>
                      <a:pt x="7425" y="30369"/>
                    </a:cubicBezTo>
                    <a:cubicBezTo>
                      <a:pt x="7405" y="29889"/>
                      <a:pt x="7384" y="29472"/>
                      <a:pt x="7384" y="29013"/>
                    </a:cubicBezTo>
                    <a:cubicBezTo>
                      <a:pt x="7363" y="28450"/>
                      <a:pt x="7363" y="27908"/>
                      <a:pt x="7363" y="27345"/>
                    </a:cubicBezTo>
                    <a:cubicBezTo>
                      <a:pt x="7342" y="25009"/>
                      <a:pt x="7321" y="22568"/>
                      <a:pt x="6883" y="20191"/>
                    </a:cubicBezTo>
                    <a:cubicBezTo>
                      <a:pt x="6841" y="20024"/>
                      <a:pt x="6800" y="19836"/>
                      <a:pt x="6758" y="19669"/>
                    </a:cubicBezTo>
                    <a:cubicBezTo>
                      <a:pt x="6716" y="19440"/>
                      <a:pt x="6675" y="19210"/>
                      <a:pt x="6612" y="18981"/>
                    </a:cubicBezTo>
                    <a:cubicBezTo>
                      <a:pt x="6549" y="18751"/>
                      <a:pt x="6508" y="18564"/>
                      <a:pt x="6445" y="18355"/>
                    </a:cubicBezTo>
                    <a:cubicBezTo>
                      <a:pt x="6403" y="18209"/>
                      <a:pt x="6362" y="18042"/>
                      <a:pt x="6320" y="17875"/>
                    </a:cubicBezTo>
                    <a:cubicBezTo>
                      <a:pt x="6237" y="17625"/>
                      <a:pt x="6174" y="17354"/>
                      <a:pt x="6091" y="17104"/>
                    </a:cubicBezTo>
                    <a:cubicBezTo>
                      <a:pt x="6007" y="16833"/>
                      <a:pt x="5924" y="16645"/>
                      <a:pt x="5861" y="16415"/>
                    </a:cubicBezTo>
                    <a:cubicBezTo>
                      <a:pt x="5402" y="15039"/>
                      <a:pt x="4860" y="13704"/>
                      <a:pt x="4339" y="12390"/>
                    </a:cubicBezTo>
                    <a:cubicBezTo>
                      <a:pt x="2879" y="8761"/>
                      <a:pt x="1377" y="5006"/>
                      <a:pt x="1564" y="1085"/>
                    </a:cubicBezTo>
                    <a:lnTo>
                      <a:pt x="1606" y="1"/>
                    </a:lnTo>
                    <a:close/>
                  </a:path>
                </a:pathLst>
              </a:cu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8225900" y="2434700"/>
                <a:ext cx="361375" cy="1702000"/>
              </a:xfrm>
              <a:custGeom>
                <a:rect b="b" l="l" r="r" t="t"/>
                <a:pathLst>
                  <a:path extrusionOk="0" h="68080" w="14455">
                    <a:moveTo>
                      <a:pt x="0" y="1"/>
                    </a:moveTo>
                    <a:cubicBezTo>
                      <a:pt x="126" y="293"/>
                      <a:pt x="230" y="564"/>
                      <a:pt x="313" y="856"/>
                    </a:cubicBezTo>
                    <a:cubicBezTo>
                      <a:pt x="1627" y="4589"/>
                      <a:pt x="2065" y="8323"/>
                      <a:pt x="1481" y="12223"/>
                    </a:cubicBezTo>
                    <a:cubicBezTo>
                      <a:pt x="1335" y="13308"/>
                      <a:pt x="1314" y="14392"/>
                      <a:pt x="1419" y="15456"/>
                    </a:cubicBezTo>
                    <a:cubicBezTo>
                      <a:pt x="1440" y="15644"/>
                      <a:pt x="1460" y="15811"/>
                      <a:pt x="1481" y="15998"/>
                    </a:cubicBezTo>
                    <a:cubicBezTo>
                      <a:pt x="1481" y="16165"/>
                      <a:pt x="1523" y="16332"/>
                      <a:pt x="1544" y="16499"/>
                    </a:cubicBezTo>
                    <a:cubicBezTo>
                      <a:pt x="1878" y="18918"/>
                      <a:pt x="2608" y="21296"/>
                      <a:pt x="3129" y="23674"/>
                    </a:cubicBezTo>
                    <a:cubicBezTo>
                      <a:pt x="4130" y="28221"/>
                      <a:pt x="5152" y="32580"/>
                      <a:pt x="5423" y="37211"/>
                    </a:cubicBezTo>
                    <a:cubicBezTo>
                      <a:pt x="5507" y="38420"/>
                      <a:pt x="5590" y="39630"/>
                      <a:pt x="5695" y="40861"/>
                    </a:cubicBezTo>
                    <a:cubicBezTo>
                      <a:pt x="5736" y="41382"/>
                      <a:pt x="5778" y="41903"/>
                      <a:pt x="5820" y="42446"/>
                    </a:cubicBezTo>
                    <a:cubicBezTo>
                      <a:pt x="5882" y="42967"/>
                      <a:pt x="5924" y="43530"/>
                      <a:pt x="5987" y="44052"/>
                    </a:cubicBezTo>
                    <a:cubicBezTo>
                      <a:pt x="6237" y="46617"/>
                      <a:pt x="6550" y="49162"/>
                      <a:pt x="6925" y="51706"/>
                    </a:cubicBezTo>
                    <a:cubicBezTo>
                      <a:pt x="6946" y="51915"/>
                      <a:pt x="6988" y="52103"/>
                      <a:pt x="7009" y="52332"/>
                    </a:cubicBezTo>
                    <a:cubicBezTo>
                      <a:pt x="7050" y="52582"/>
                      <a:pt x="7092" y="52812"/>
                      <a:pt x="7134" y="53041"/>
                    </a:cubicBezTo>
                    <a:cubicBezTo>
                      <a:pt x="7321" y="54397"/>
                      <a:pt x="7551" y="55753"/>
                      <a:pt x="7801" y="57129"/>
                    </a:cubicBezTo>
                    <a:cubicBezTo>
                      <a:pt x="7864" y="57547"/>
                      <a:pt x="7947" y="57964"/>
                      <a:pt x="8010" y="58381"/>
                    </a:cubicBezTo>
                    <a:cubicBezTo>
                      <a:pt x="8114" y="58881"/>
                      <a:pt x="8197" y="59361"/>
                      <a:pt x="8302" y="59841"/>
                    </a:cubicBezTo>
                    <a:cubicBezTo>
                      <a:pt x="8615" y="61509"/>
                      <a:pt x="8969" y="63178"/>
                      <a:pt x="9345" y="64826"/>
                    </a:cubicBezTo>
                    <a:cubicBezTo>
                      <a:pt x="9407" y="65118"/>
                      <a:pt x="9449" y="65389"/>
                      <a:pt x="9532" y="65702"/>
                    </a:cubicBezTo>
                    <a:cubicBezTo>
                      <a:pt x="9616" y="66036"/>
                      <a:pt x="9678" y="66348"/>
                      <a:pt x="9762" y="66661"/>
                    </a:cubicBezTo>
                    <a:cubicBezTo>
                      <a:pt x="9804" y="66870"/>
                      <a:pt x="9845" y="67078"/>
                      <a:pt x="9908" y="67266"/>
                    </a:cubicBezTo>
                    <a:cubicBezTo>
                      <a:pt x="9908" y="67287"/>
                      <a:pt x="9908" y="67308"/>
                      <a:pt x="9908" y="67329"/>
                    </a:cubicBezTo>
                    <a:cubicBezTo>
                      <a:pt x="9970" y="67579"/>
                      <a:pt x="10033" y="67829"/>
                      <a:pt x="10116" y="68059"/>
                    </a:cubicBezTo>
                    <a:lnTo>
                      <a:pt x="10596" y="68059"/>
                    </a:lnTo>
                    <a:lnTo>
                      <a:pt x="10972" y="68080"/>
                    </a:lnTo>
                    <a:lnTo>
                      <a:pt x="14225" y="68080"/>
                    </a:lnTo>
                    <a:cubicBezTo>
                      <a:pt x="14246" y="68059"/>
                      <a:pt x="14246" y="68038"/>
                      <a:pt x="14267" y="68017"/>
                    </a:cubicBezTo>
                    <a:cubicBezTo>
                      <a:pt x="14288" y="67934"/>
                      <a:pt x="14288" y="67871"/>
                      <a:pt x="14309" y="67808"/>
                    </a:cubicBezTo>
                    <a:cubicBezTo>
                      <a:pt x="14330" y="67725"/>
                      <a:pt x="14350" y="67642"/>
                      <a:pt x="14371" y="67537"/>
                    </a:cubicBezTo>
                    <a:cubicBezTo>
                      <a:pt x="14392" y="67412"/>
                      <a:pt x="14413" y="67266"/>
                      <a:pt x="14434" y="67120"/>
                    </a:cubicBezTo>
                    <a:cubicBezTo>
                      <a:pt x="14455" y="66828"/>
                      <a:pt x="14455" y="66536"/>
                      <a:pt x="14434" y="66244"/>
                    </a:cubicBezTo>
                    <a:cubicBezTo>
                      <a:pt x="14455" y="66223"/>
                      <a:pt x="14455" y="66223"/>
                      <a:pt x="14434" y="66223"/>
                    </a:cubicBezTo>
                    <a:cubicBezTo>
                      <a:pt x="14434" y="65931"/>
                      <a:pt x="14413" y="65639"/>
                      <a:pt x="14371" y="65368"/>
                    </a:cubicBezTo>
                    <a:cubicBezTo>
                      <a:pt x="14371" y="65264"/>
                      <a:pt x="14350" y="65160"/>
                      <a:pt x="14350" y="65076"/>
                    </a:cubicBezTo>
                    <a:cubicBezTo>
                      <a:pt x="14330" y="64972"/>
                      <a:pt x="14309" y="64888"/>
                      <a:pt x="14309" y="64784"/>
                    </a:cubicBezTo>
                    <a:cubicBezTo>
                      <a:pt x="14288" y="64742"/>
                      <a:pt x="14288" y="64680"/>
                      <a:pt x="14288" y="64638"/>
                    </a:cubicBezTo>
                    <a:lnTo>
                      <a:pt x="14225" y="64117"/>
                    </a:lnTo>
                    <a:cubicBezTo>
                      <a:pt x="14163" y="63741"/>
                      <a:pt x="14121" y="63366"/>
                      <a:pt x="14058" y="62990"/>
                    </a:cubicBezTo>
                    <a:cubicBezTo>
                      <a:pt x="13975" y="62427"/>
                      <a:pt x="13871" y="61843"/>
                      <a:pt x="13766" y="61259"/>
                    </a:cubicBezTo>
                    <a:cubicBezTo>
                      <a:pt x="13725" y="61009"/>
                      <a:pt x="13683" y="60779"/>
                      <a:pt x="13641" y="60508"/>
                    </a:cubicBezTo>
                    <a:cubicBezTo>
                      <a:pt x="13600" y="60258"/>
                      <a:pt x="13558" y="60029"/>
                      <a:pt x="13495" y="59778"/>
                    </a:cubicBezTo>
                    <a:cubicBezTo>
                      <a:pt x="13349" y="58965"/>
                      <a:pt x="13182" y="58172"/>
                      <a:pt x="13016" y="57359"/>
                    </a:cubicBezTo>
                    <a:cubicBezTo>
                      <a:pt x="12870" y="56671"/>
                      <a:pt x="12724" y="55961"/>
                      <a:pt x="12578" y="55252"/>
                    </a:cubicBezTo>
                    <a:lnTo>
                      <a:pt x="12515" y="55065"/>
                    </a:lnTo>
                    <a:cubicBezTo>
                      <a:pt x="11848" y="52019"/>
                      <a:pt x="11138" y="48974"/>
                      <a:pt x="10534" y="45929"/>
                    </a:cubicBezTo>
                    <a:cubicBezTo>
                      <a:pt x="10513" y="45825"/>
                      <a:pt x="10492" y="45720"/>
                      <a:pt x="10471" y="45616"/>
                    </a:cubicBezTo>
                    <a:cubicBezTo>
                      <a:pt x="10450" y="45491"/>
                      <a:pt x="10429" y="45387"/>
                      <a:pt x="10408" y="45282"/>
                    </a:cubicBezTo>
                    <a:cubicBezTo>
                      <a:pt x="10137" y="43843"/>
                      <a:pt x="9887" y="42404"/>
                      <a:pt x="9678" y="40944"/>
                    </a:cubicBezTo>
                    <a:cubicBezTo>
                      <a:pt x="9282" y="38274"/>
                      <a:pt x="9094" y="35584"/>
                      <a:pt x="9115" y="32893"/>
                    </a:cubicBezTo>
                    <a:lnTo>
                      <a:pt x="9115" y="32538"/>
                    </a:lnTo>
                    <a:cubicBezTo>
                      <a:pt x="9136" y="31829"/>
                      <a:pt x="9157" y="31120"/>
                      <a:pt x="9178" y="30411"/>
                    </a:cubicBezTo>
                    <a:lnTo>
                      <a:pt x="9178" y="30244"/>
                    </a:lnTo>
                    <a:cubicBezTo>
                      <a:pt x="9178" y="30223"/>
                      <a:pt x="9178" y="30202"/>
                      <a:pt x="9178" y="30182"/>
                    </a:cubicBezTo>
                    <a:lnTo>
                      <a:pt x="9178" y="29931"/>
                    </a:lnTo>
                    <a:cubicBezTo>
                      <a:pt x="9199" y="29014"/>
                      <a:pt x="9199" y="28096"/>
                      <a:pt x="9136" y="27199"/>
                    </a:cubicBezTo>
                    <a:cubicBezTo>
                      <a:pt x="9115" y="27032"/>
                      <a:pt x="9115" y="26886"/>
                      <a:pt x="9094" y="26719"/>
                    </a:cubicBezTo>
                    <a:cubicBezTo>
                      <a:pt x="9094" y="26677"/>
                      <a:pt x="9074" y="26615"/>
                      <a:pt x="9074" y="26573"/>
                    </a:cubicBezTo>
                    <a:cubicBezTo>
                      <a:pt x="9053" y="26365"/>
                      <a:pt x="9032" y="26135"/>
                      <a:pt x="8990" y="25927"/>
                    </a:cubicBezTo>
                    <a:cubicBezTo>
                      <a:pt x="8990" y="25906"/>
                      <a:pt x="8990" y="25885"/>
                      <a:pt x="8990" y="25885"/>
                    </a:cubicBezTo>
                    <a:cubicBezTo>
                      <a:pt x="8761" y="24362"/>
                      <a:pt x="8260" y="22902"/>
                      <a:pt x="7843" y="21421"/>
                    </a:cubicBezTo>
                    <a:cubicBezTo>
                      <a:pt x="7780" y="21275"/>
                      <a:pt x="7739" y="21109"/>
                      <a:pt x="7697" y="20942"/>
                    </a:cubicBezTo>
                    <a:cubicBezTo>
                      <a:pt x="7655" y="20775"/>
                      <a:pt x="7593" y="20608"/>
                      <a:pt x="7551" y="20441"/>
                    </a:cubicBezTo>
                    <a:cubicBezTo>
                      <a:pt x="7363" y="19753"/>
                      <a:pt x="7217" y="19064"/>
                      <a:pt x="7113" y="18355"/>
                    </a:cubicBezTo>
                    <a:cubicBezTo>
                      <a:pt x="6571" y="14518"/>
                      <a:pt x="6904" y="11201"/>
                      <a:pt x="5799" y="7864"/>
                    </a:cubicBezTo>
                    <a:cubicBezTo>
                      <a:pt x="5757" y="7760"/>
                      <a:pt x="5715" y="7614"/>
                      <a:pt x="5674" y="7489"/>
                    </a:cubicBezTo>
                    <a:cubicBezTo>
                      <a:pt x="5632" y="7384"/>
                      <a:pt x="5590" y="7280"/>
                      <a:pt x="5549" y="7155"/>
                    </a:cubicBezTo>
                    <a:cubicBezTo>
                      <a:pt x="5173" y="6195"/>
                      <a:pt x="4673" y="5278"/>
                      <a:pt x="4068" y="4423"/>
                    </a:cubicBezTo>
                    <a:cubicBezTo>
                      <a:pt x="3192" y="3213"/>
                      <a:pt x="1398" y="2087"/>
                      <a:pt x="459" y="772"/>
                    </a:cubicBezTo>
                    <a:cubicBezTo>
                      <a:pt x="272" y="543"/>
                      <a:pt x="126" y="27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8362525" y="2410725"/>
                <a:ext cx="225275" cy="1725450"/>
              </a:xfrm>
              <a:custGeom>
                <a:rect b="b" l="l" r="r" t="t"/>
                <a:pathLst>
                  <a:path extrusionOk="0" h="69018" w="9011">
                    <a:moveTo>
                      <a:pt x="1481" y="0"/>
                    </a:moveTo>
                    <a:lnTo>
                      <a:pt x="1481" y="0"/>
                    </a:lnTo>
                    <a:cubicBezTo>
                      <a:pt x="834" y="2670"/>
                      <a:pt x="417" y="5402"/>
                      <a:pt x="230" y="8156"/>
                    </a:cubicBezTo>
                    <a:cubicBezTo>
                      <a:pt x="230" y="8260"/>
                      <a:pt x="209" y="8364"/>
                      <a:pt x="209" y="8468"/>
                    </a:cubicBezTo>
                    <a:cubicBezTo>
                      <a:pt x="209" y="8594"/>
                      <a:pt x="188" y="8740"/>
                      <a:pt x="188" y="8865"/>
                    </a:cubicBezTo>
                    <a:cubicBezTo>
                      <a:pt x="0" y="12744"/>
                      <a:pt x="84" y="16665"/>
                      <a:pt x="459" y="20545"/>
                    </a:cubicBezTo>
                    <a:cubicBezTo>
                      <a:pt x="709" y="23590"/>
                      <a:pt x="1210" y="26635"/>
                      <a:pt x="1544" y="29681"/>
                    </a:cubicBezTo>
                    <a:cubicBezTo>
                      <a:pt x="1564" y="29931"/>
                      <a:pt x="1585" y="30160"/>
                      <a:pt x="1627" y="30452"/>
                    </a:cubicBezTo>
                    <a:cubicBezTo>
                      <a:pt x="1648" y="30744"/>
                      <a:pt x="1669" y="31015"/>
                      <a:pt x="1690" y="31307"/>
                    </a:cubicBezTo>
                    <a:cubicBezTo>
                      <a:pt x="1773" y="32350"/>
                      <a:pt x="1836" y="33414"/>
                      <a:pt x="1836" y="34457"/>
                    </a:cubicBezTo>
                    <a:cubicBezTo>
                      <a:pt x="1856" y="39275"/>
                      <a:pt x="855" y="44135"/>
                      <a:pt x="1752" y="48869"/>
                    </a:cubicBezTo>
                    <a:cubicBezTo>
                      <a:pt x="2211" y="51226"/>
                      <a:pt x="3108" y="53479"/>
                      <a:pt x="3671" y="55815"/>
                    </a:cubicBezTo>
                    <a:cubicBezTo>
                      <a:pt x="4005" y="57338"/>
                      <a:pt x="4234" y="58881"/>
                      <a:pt x="4339" y="60445"/>
                    </a:cubicBezTo>
                    <a:lnTo>
                      <a:pt x="4339" y="60487"/>
                    </a:lnTo>
                    <a:cubicBezTo>
                      <a:pt x="4359" y="60675"/>
                      <a:pt x="4380" y="60862"/>
                      <a:pt x="4380" y="61071"/>
                    </a:cubicBezTo>
                    <a:cubicBezTo>
                      <a:pt x="4401" y="61154"/>
                      <a:pt x="4401" y="61238"/>
                      <a:pt x="4401" y="61363"/>
                    </a:cubicBezTo>
                    <a:cubicBezTo>
                      <a:pt x="4422" y="61467"/>
                      <a:pt x="4422" y="61551"/>
                      <a:pt x="4422" y="61697"/>
                    </a:cubicBezTo>
                    <a:cubicBezTo>
                      <a:pt x="4443" y="61864"/>
                      <a:pt x="4464" y="62010"/>
                      <a:pt x="4464" y="62176"/>
                    </a:cubicBezTo>
                    <a:cubicBezTo>
                      <a:pt x="4526" y="63345"/>
                      <a:pt x="4589" y="64533"/>
                      <a:pt x="4672" y="65722"/>
                    </a:cubicBezTo>
                    <a:cubicBezTo>
                      <a:pt x="4735" y="66807"/>
                      <a:pt x="4818" y="67912"/>
                      <a:pt x="4964" y="68997"/>
                    </a:cubicBezTo>
                    <a:lnTo>
                      <a:pt x="5131" y="68997"/>
                    </a:lnTo>
                    <a:lnTo>
                      <a:pt x="5507" y="69018"/>
                    </a:lnTo>
                    <a:lnTo>
                      <a:pt x="8072" y="69018"/>
                    </a:lnTo>
                    <a:cubicBezTo>
                      <a:pt x="8176" y="68747"/>
                      <a:pt x="8260" y="68455"/>
                      <a:pt x="8364" y="68183"/>
                    </a:cubicBezTo>
                    <a:cubicBezTo>
                      <a:pt x="8385" y="68100"/>
                      <a:pt x="8385" y="68037"/>
                      <a:pt x="8427" y="67933"/>
                    </a:cubicBezTo>
                    <a:cubicBezTo>
                      <a:pt x="8447" y="67829"/>
                      <a:pt x="8468" y="67725"/>
                      <a:pt x="8510" y="67641"/>
                    </a:cubicBezTo>
                    <a:cubicBezTo>
                      <a:pt x="8531" y="67537"/>
                      <a:pt x="8573" y="67412"/>
                      <a:pt x="8593" y="67307"/>
                    </a:cubicBezTo>
                    <a:cubicBezTo>
                      <a:pt x="8677" y="66932"/>
                      <a:pt x="8739" y="66577"/>
                      <a:pt x="8802" y="66202"/>
                    </a:cubicBezTo>
                    <a:cubicBezTo>
                      <a:pt x="8802" y="66160"/>
                      <a:pt x="8802" y="66139"/>
                      <a:pt x="8802" y="66119"/>
                    </a:cubicBezTo>
                    <a:cubicBezTo>
                      <a:pt x="8823" y="66014"/>
                      <a:pt x="8823" y="65889"/>
                      <a:pt x="8844" y="65785"/>
                    </a:cubicBezTo>
                    <a:cubicBezTo>
                      <a:pt x="8844" y="65743"/>
                      <a:pt x="8844" y="65681"/>
                      <a:pt x="8865" y="65639"/>
                    </a:cubicBezTo>
                    <a:cubicBezTo>
                      <a:pt x="8885" y="65597"/>
                      <a:pt x="8885" y="65555"/>
                      <a:pt x="8885" y="65514"/>
                    </a:cubicBezTo>
                    <a:lnTo>
                      <a:pt x="8885" y="65389"/>
                    </a:lnTo>
                    <a:cubicBezTo>
                      <a:pt x="8906" y="65138"/>
                      <a:pt x="8948" y="64867"/>
                      <a:pt x="8948" y="64617"/>
                    </a:cubicBezTo>
                    <a:cubicBezTo>
                      <a:pt x="9011" y="63470"/>
                      <a:pt x="8969" y="62343"/>
                      <a:pt x="8844" y="61217"/>
                    </a:cubicBezTo>
                    <a:cubicBezTo>
                      <a:pt x="8802" y="60842"/>
                      <a:pt x="8760" y="60466"/>
                      <a:pt x="8698" y="60112"/>
                    </a:cubicBezTo>
                    <a:cubicBezTo>
                      <a:pt x="8656" y="59840"/>
                      <a:pt x="8614" y="59590"/>
                      <a:pt x="8552" y="59319"/>
                    </a:cubicBezTo>
                    <a:cubicBezTo>
                      <a:pt x="8531" y="59194"/>
                      <a:pt x="8510" y="59069"/>
                      <a:pt x="8489" y="58944"/>
                    </a:cubicBezTo>
                    <a:cubicBezTo>
                      <a:pt x="8406" y="58485"/>
                      <a:pt x="8301" y="58047"/>
                      <a:pt x="8197" y="57630"/>
                    </a:cubicBezTo>
                    <a:cubicBezTo>
                      <a:pt x="8114" y="57233"/>
                      <a:pt x="8009" y="56816"/>
                      <a:pt x="7905" y="56420"/>
                    </a:cubicBezTo>
                    <a:cubicBezTo>
                      <a:pt x="7905" y="56420"/>
                      <a:pt x="7905" y="56399"/>
                      <a:pt x="7905" y="56399"/>
                    </a:cubicBezTo>
                    <a:cubicBezTo>
                      <a:pt x="7843" y="56170"/>
                      <a:pt x="7759" y="55898"/>
                      <a:pt x="7697" y="55648"/>
                    </a:cubicBezTo>
                    <a:cubicBezTo>
                      <a:pt x="7634" y="55440"/>
                      <a:pt x="7592" y="55252"/>
                      <a:pt x="7530" y="55064"/>
                    </a:cubicBezTo>
                    <a:cubicBezTo>
                      <a:pt x="6883" y="52832"/>
                      <a:pt x="6153" y="50601"/>
                      <a:pt x="5611" y="48348"/>
                    </a:cubicBezTo>
                    <a:cubicBezTo>
                      <a:pt x="5444" y="47743"/>
                      <a:pt x="5319" y="47138"/>
                      <a:pt x="5194" y="46533"/>
                    </a:cubicBezTo>
                    <a:lnTo>
                      <a:pt x="5131" y="46221"/>
                    </a:lnTo>
                    <a:cubicBezTo>
                      <a:pt x="5110" y="46116"/>
                      <a:pt x="5089" y="46012"/>
                      <a:pt x="5069" y="45908"/>
                    </a:cubicBezTo>
                    <a:cubicBezTo>
                      <a:pt x="4714" y="44135"/>
                      <a:pt x="4464" y="42362"/>
                      <a:pt x="4276" y="40589"/>
                    </a:cubicBezTo>
                    <a:cubicBezTo>
                      <a:pt x="4005" y="37878"/>
                      <a:pt x="3859" y="35145"/>
                      <a:pt x="3775" y="32413"/>
                    </a:cubicBezTo>
                    <a:cubicBezTo>
                      <a:pt x="3775" y="32058"/>
                      <a:pt x="3755" y="31725"/>
                      <a:pt x="3755" y="31391"/>
                    </a:cubicBezTo>
                    <a:lnTo>
                      <a:pt x="3755" y="31224"/>
                    </a:lnTo>
                    <a:cubicBezTo>
                      <a:pt x="3755" y="31203"/>
                      <a:pt x="3755" y="31182"/>
                      <a:pt x="3755" y="31161"/>
                    </a:cubicBezTo>
                    <a:lnTo>
                      <a:pt x="3755" y="31141"/>
                    </a:lnTo>
                    <a:lnTo>
                      <a:pt x="3755" y="30890"/>
                    </a:lnTo>
                    <a:cubicBezTo>
                      <a:pt x="3734" y="30411"/>
                      <a:pt x="3713" y="29889"/>
                      <a:pt x="3713" y="29472"/>
                    </a:cubicBezTo>
                    <a:lnTo>
                      <a:pt x="3713" y="28158"/>
                    </a:lnTo>
                    <a:lnTo>
                      <a:pt x="3713" y="27803"/>
                    </a:lnTo>
                    <a:lnTo>
                      <a:pt x="3713" y="27678"/>
                    </a:lnTo>
                    <a:cubicBezTo>
                      <a:pt x="3713" y="27616"/>
                      <a:pt x="3713" y="27574"/>
                      <a:pt x="3713" y="27532"/>
                    </a:cubicBezTo>
                    <a:lnTo>
                      <a:pt x="3713" y="27178"/>
                    </a:lnTo>
                    <a:cubicBezTo>
                      <a:pt x="3734" y="26531"/>
                      <a:pt x="3734" y="25905"/>
                      <a:pt x="3755" y="25280"/>
                    </a:cubicBezTo>
                    <a:lnTo>
                      <a:pt x="3755" y="25092"/>
                    </a:lnTo>
                    <a:cubicBezTo>
                      <a:pt x="3775" y="24320"/>
                      <a:pt x="3817" y="23528"/>
                      <a:pt x="3838" y="22756"/>
                    </a:cubicBezTo>
                    <a:lnTo>
                      <a:pt x="3838" y="22526"/>
                    </a:lnTo>
                    <a:cubicBezTo>
                      <a:pt x="3880" y="21546"/>
                      <a:pt x="3921" y="20566"/>
                      <a:pt x="3921" y="19585"/>
                    </a:cubicBezTo>
                    <a:lnTo>
                      <a:pt x="3921" y="19398"/>
                    </a:lnTo>
                    <a:cubicBezTo>
                      <a:pt x="3942" y="18271"/>
                      <a:pt x="3942" y="17124"/>
                      <a:pt x="3901" y="15998"/>
                    </a:cubicBezTo>
                    <a:cubicBezTo>
                      <a:pt x="3796" y="13161"/>
                      <a:pt x="3191" y="10596"/>
                      <a:pt x="2586" y="7947"/>
                    </a:cubicBezTo>
                    <a:cubicBezTo>
                      <a:pt x="2524" y="7738"/>
                      <a:pt x="2482" y="7509"/>
                      <a:pt x="2420" y="7280"/>
                    </a:cubicBezTo>
                    <a:cubicBezTo>
                      <a:pt x="2378" y="7071"/>
                      <a:pt x="2315" y="6842"/>
                      <a:pt x="2274" y="6612"/>
                    </a:cubicBezTo>
                    <a:cubicBezTo>
                      <a:pt x="2086" y="5861"/>
                      <a:pt x="1940" y="5090"/>
                      <a:pt x="1773" y="4318"/>
                    </a:cubicBezTo>
                    <a:cubicBezTo>
                      <a:pt x="1502" y="2879"/>
                      <a:pt x="1418" y="1439"/>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8414150" y="2180775"/>
                <a:ext cx="200250" cy="1955400"/>
              </a:xfrm>
              <a:custGeom>
                <a:rect b="b" l="l" r="r" t="t"/>
                <a:pathLst>
                  <a:path extrusionOk="0" h="78216" w="8010">
                    <a:moveTo>
                      <a:pt x="2420" y="0"/>
                    </a:moveTo>
                    <a:lnTo>
                      <a:pt x="2420" y="0"/>
                    </a:lnTo>
                    <a:cubicBezTo>
                      <a:pt x="563" y="1606"/>
                      <a:pt x="396" y="4380"/>
                      <a:pt x="375" y="6841"/>
                    </a:cubicBezTo>
                    <a:cubicBezTo>
                      <a:pt x="355" y="9824"/>
                      <a:pt x="375" y="12807"/>
                      <a:pt x="375" y="15789"/>
                    </a:cubicBezTo>
                    <a:lnTo>
                      <a:pt x="375" y="16478"/>
                    </a:lnTo>
                    <a:lnTo>
                      <a:pt x="375" y="17166"/>
                    </a:lnTo>
                    <a:cubicBezTo>
                      <a:pt x="375" y="21171"/>
                      <a:pt x="355" y="25175"/>
                      <a:pt x="250" y="29180"/>
                    </a:cubicBezTo>
                    <a:cubicBezTo>
                      <a:pt x="229" y="29680"/>
                      <a:pt x="209" y="30181"/>
                      <a:pt x="188" y="30682"/>
                    </a:cubicBezTo>
                    <a:cubicBezTo>
                      <a:pt x="188" y="30828"/>
                      <a:pt x="209" y="30953"/>
                      <a:pt x="188" y="31120"/>
                    </a:cubicBezTo>
                    <a:cubicBezTo>
                      <a:pt x="188" y="31266"/>
                      <a:pt x="188" y="31391"/>
                      <a:pt x="188" y="31516"/>
                    </a:cubicBezTo>
                    <a:cubicBezTo>
                      <a:pt x="83" y="34603"/>
                      <a:pt x="0" y="37669"/>
                      <a:pt x="21" y="40735"/>
                    </a:cubicBezTo>
                    <a:lnTo>
                      <a:pt x="21" y="41444"/>
                    </a:lnTo>
                    <a:cubicBezTo>
                      <a:pt x="42" y="41757"/>
                      <a:pt x="42" y="42049"/>
                      <a:pt x="42" y="42341"/>
                    </a:cubicBezTo>
                    <a:cubicBezTo>
                      <a:pt x="83" y="44677"/>
                      <a:pt x="209" y="46992"/>
                      <a:pt x="459" y="49307"/>
                    </a:cubicBezTo>
                    <a:cubicBezTo>
                      <a:pt x="521" y="49787"/>
                      <a:pt x="584" y="50308"/>
                      <a:pt x="626" y="50767"/>
                    </a:cubicBezTo>
                    <a:cubicBezTo>
                      <a:pt x="688" y="51226"/>
                      <a:pt x="751" y="51664"/>
                      <a:pt x="834" y="52123"/>
                    </a:cubicBezTo>
                    <a:cubicBezTo>
                      <a:pt x="939" y="52853"/>
                      <a:pt x="1064" y="53583"/>
                      <a:pt x="1189" y="54292"/>
                    </a:cubicBezTo>
                    <a:cubicBezTo>
                      <a:pt x="1481" y="55836"/>
                      <a:pt x="1836" y="57379"/>
                      <a:pt x="2148" y="58902"/>
                    </a:cubicBezTo>
                    <a:cubicBezTo>
                      <a:pt x="2190" y="59048"/>
                      <a:pt x="2211" y="59194"/>
                      <a:pt x="2232" y="59319"/>
                    </a:cubicBezTo>
                    <a:cubicBezTo>
                      <a:pt x="2253" y="59402"/>
                      <a:pt x="2274" y="59465"/>
                      <a:pt x="2274" y="59527"/>
                    </a:cubicBezTo>
                    <a:cubicBezTo>
                      <a:pt x="2336" y="59819"/>
                      <a:pt x="2399" y="60111"/>
                      <a:pt x="2440" y="60403"/>
                    </a:cubicBezTo>
                    <a:cubicBezTo>
                      <a:pt x="2545" y="60967"/>
                      <a:pt x="2649" y="61530"/>
                      <a:pt x="2732" y="62093"/>
                    </a:cubicBezTo>
                    <a:cubicBezTo>
                      <a:pt x="2774" y="62385"/>
                      <a:pt x="2816" y="62677"/>
                      <a:pt x="2837" y="62990"/>
                    </a:cubicBezTo>
                    <a:lnTo>
                      <a:pt x="2837" y="63011"/>
                    </a:lnTo>
                    <a:cubicBezTo>
                      <a:pt x="2878" y="63261"/>
                      <a:pt x="2899" y="63490"/>
                      <a:pt x="2920" y="63720"/>
                    </a:cubicBezTo>
                    <a:cubicBezTo>
                      <a:pt x="3045" y="65076"/>
                      <a:pt x="3087" y="66452"/>
                      <a:pt x="3150" y="67808"/>
                    </a:cubicBezTo>
                    <a:cubicBezTo>
                      <a:pt x="3170" y="68246"/>
                      <a:pt x="3170" y="68663"/>
                      <a:pt x="3191" y="69080"/>
                    </a:cubicBezTo>
                    <a:lnTo>
                      <a:pt x="3191" y="69226"/>
                    </a:lnTo>
                    <a:cubicBezTo>
                      <a:pt x="3212" y="69727"/>
                      <a:pt x="3233" y="70206"/>
                      <a:pt x="3275" y="70707"/>
                    </a:cubicBezTo>
                    <a:cubicBezTo>
                      <a:pt x="3337" y="72105"/>
                      <a:pt x="3504" y="73502"/>
                      <a:pt x="3754" y="74879"/>
                    </a:cubicBezTo>
                    <a:cubicBezTo>
                      <a:pt x="3859" y="75421"/>
                      <a:pt x="3984" y="75963"/>
                      <a:pt x="4151" y="76505"/>
                    </a:cubicBezTo>
                    <a:cubicBezTo>
                      <a:pt x="4318" y="77089"/>
                      <a:pt x="4526" y="77653"/>
                      <a:pt x="4776" y="78216"/>
                    </a:cubicBezTo>
                    <a:lnTo>
                      <a:pt x="7196" y="78216"/>
                    </a:lnTo>
                    <a:cubicBezTo>
                      <a:pt x="7196" y="78195"/>
                      <a:pt x="7196" y="78195"/>
                      <a:pt x="7196" y="78174"/>
                    </a:cubicBezTo>
                    <a:cubicBezTo>
                      <a:pt x="7238" y="78091"/>
                      <a:pt x="7259" y="77986"/>
                      <a:pt x="7279" y="77882"/>
                    </a:cubicBezTo>
                    <a:cubicBezTo>
                      <a:pt x="7279" y="77861"/>
                      <a:pt x="7300" y="77819"/>
                      <a:pt x="7300" y="77799"/>
                    </a:cubicBezTo>
                    <a:cubicBezTo>
                      <a:pt x="7300" y="77778"/>
                      <a:pt x="7321" y="77736"/>
                      <a:pt x="7321" y="77715"/>
                    </a:cubicBezTo>
                    <a:cubicBezTo>
                      <a:pt x="7321" y="77694"/>
                      <a:pt x="7321" y="77694"/>
                      <a:pt x="7321" y="77694"/>
                    </a:cubicBezTo>
                    <a:cubicBezTo>
                      <a:pt x="7342" y="77632"/>
                      <a:pt x="7342" y="77611"/>
                      <a:pt x="7363" y="77527"/>
                    </a:cubicBezTo>
                    <a:cubicBezTo>
                      <a:pt x="7384" y="77423"/>
                      <a:pt x="7405" y="77340"/>
                      <a:pt x="7425" y="77235"/>
                    </a:cubicBezTo>
                    <a:cubicBezTo>
                      <a:pt x="7446" y="77131"/>
                      <a:pt x="7467" y="77048"/>
                      <a:pt x="7488" y="76923"/>
                    </a:cubicBezTo>
                    <a:cubicBezTo>
                      <a:pt x="7509" y="76797"/>
                      <a:pt x="7551" y="76693"/>
                      <a:pt x="7571" y="76568"/>
                    </a:cubicBezTo>
                    <a:cubicBezTo>
                      <a:pt x="7634" y="76234"/>
                      <a:pt x="7676" y="75901"/>
                      <a:pt x="7717" y="75567"/>
                    </a:cubicBezTo>
                    <a:cubicBezTo>
                      <a:pt x="7759" y="75337"/>
                      <a:pt x="7801" y="75108"/>
                      <a:pt x="7822" y="74879"/>
                    </a:cubicBezTo>
                    <a:cubicBezTo>
                      <a:pt x="7884" y="74336"/>
                      <a:pt x="7926" y="73794"/>
                      <a:pt x="7968" y="73231"/>
                    </a:cubicBezTo>
                    <a:cubicBezTo>
                      <a:pt x="8009" y="72501"/>
                      <a:pt x="8009" y="71771"/>
                      <a:pt x="8009" y="71020"/>
                    </a:cubicBezTo>
                    <a:cubicBezTo>
                      <a:pt x="8009" y="70770"/>
                      <a:pt x="8009" y="70498"/>
                      <a:pt x="7989" y="70248"/>
                    </a:cubicBezTo>
                    <a:cubicBezTo>
                      <a:pt x="7989" y="70081"/>
                      <a:pt x="7968" y="69914"/>
                      <a:pt x="7968" y="69748"/>
                    </a:cubicBezTo>
                    <a:lnTo>
                      <a:pt x="7968" y="69560"/>
                    </a:lnTo>
                    <a:cubicBezTo>
                      <a:pt x="7968" y="69539"/>
                      <a:pt x="7968" y="69518"/>
                      <a:pt x="7968" y="69497"/>
                    </a:cubicBezTo>
                    <a:cubicBezTo>
                      <a:pt x="7926" y="68913"/>
                      <a:pt x="7905" y="68308"/>
                      <a:pt x="7843" y="67704"/>
                    </a:cubicBezTo>
                    <a:cubicBezTo>
                      <a:pt x="7822" y="67537"/>
                      <a:pt x="7801" y="67370"/>
                      <a:pt x="7801" y="67203"/>
                    </a:cubicBezTo>
                    <a:cubicBezTo>
                      <a:pt x="7780" y="67057"/>
                      <a:pt x="7780" y="66890"/>
                      <a:pt x="7759" y="66744"/>
                    </a:cubicBezTo>
                    <a:cubicBezTo>
                      <a:pt x="7613" y="65180"/>
                      <a:pt x="7405" y="63616"/>
                      <a:pt x="7196" y="62051"/>
                    </a:cubicBezTo>
                    <a:cubicBezTo>
                      <a:pt x="7175" y="61905"/>
                      <a:pt x="7154" y="61759"/>
                      <a:pt x="7133" y="61613"/>
                    </a:cubicBezTo>
                    <a:cubicBezTo>
                      <a:pt x="7113" y="61509"/>
                      <a:pt x="7092" y="61405"/>
                      <a:pt x="7092" y="61321"/>
                    </a:cubicBezTo>
                    <a:cubicBezTo>
                      <a:pt x="7050" y="61071"/>
                      <a:pt x="7029" y="60841"/>
                      <a:pt x="6987" y="60591"/>
                    </a:cubicBezTo>
                    <a:cubicBezTo>
                      <a:pt x="6841" y="59444"/>
                      <a:pt x="6695" y="58297"/>
                      <a:pt x="6570" y="57171"/>
                    </a:cubicBezTo>
                    <a:cubicBezTo>
                      <a:pt x="6362" y="55147"/>
                      <a:pt x="6216" y="53124"/>
                      <a:pt x="6111" y="51080"/>
                    </a:cubicBezTo>
                    <a:cubicBezTo>
                      <a:pt x="6090" y="50454"/>
                      <a:pt x="6070" y="49787"/>
                      <a:pt x="6049" y="49140"/>
                    </a:cubicBezTo>
                    <a:lnTo>
                      <a:pt x="6049" y="49015"/>
                    </a:lnTo>
                    <a:cubicBezTo>
                      <a:pt x="6007" y="47493"/>
                      <a:pt x="5986" y="45949"/>
                      <a:pt x="5986" y="44427"/>
                    </a:cubicBezTo>
                    <a:cubicBezTo>
                      <a:pt x="5965" y="42466"/>
                      <a:pt x="5986" y="40526"/>
                      <a:pt x="5986" y="38587"/>
                    </a:cubicBezTo>
                    <a:lnTo>
                      <a:pt x="5986" y="38441"/>
                    </a:lnTo>
                    <a:cubicBezTo>
                      <a:pt x="6007" y="36730"/>
                      <a:pt x="6007" y="35020"/>
                      <a:pt x="6007" y="33310"/>
                    </a:cubicBezTo>
                    <a:lnTo>
                      <a:pt x="6007" y="33226"/>
                    </a:lnTo>
                    <a:lnTo>
                      <a:pt x="6007" y="32705"/>
                    </a:lnTo>
                    <a:lnTo>
                      <a:pt x="6007" y="32058"/>
                    </a:lnTo>
                    <a:cubicBezTo>
                      <a:pt x="5986" y="31036"/>
                      <a:pt x="5986" y="29993"/>
                      <a:pt x="5944" y="28971"/>
                    </a:cubicBezTo>
                    <a:cubicBezTo>
                      <a:pt x="5944" y="28658"/>
                      <a:pt x="5924" y="28366"/>
                      <a:pt x="5924" y="28053"/>
                    </a:cubicBezTo>
                    <a:cubicBezTo>
                      <a:pt x="5924" y="27782"/>
                      <a:pt x="5903" y="27532"/>
                      <a:pt x="5903" y="27261"/>
                    </a:cubicBezTo>
                    <a:cubicBezTo>
                      <a:pt x="5882" y="26969"/>
                      <a:pt x="5882" y="26677"/>
                      <a:pt x="5861" y="26385"/>
                    </a:cubicBezTo>
                    <a:cubicBezTo>
                      <a:pt x="5861" y="26260"/>
                      <a:pt x="5861" y="26093"/>
                      <a:pt x="5840" y="26009"/>
                    </a:cubicBezTo>
                    <a:cubicBezTo>
                      <a:pt x="5819" y="25926"/>
                      <a:pt x="5819" y="25843"/>
                      <a:pt x="5819" y="25759"/>
                    </a:cubicBezTo>
                    <a:lnTo>
                      <a:pt x="5819" y="25592"/>
                    </a:lnTo>
                    <a:cubicBezTo>
                      <a:pt x="5673" y="22443"/>
                      <a:pt x="5340" y="19314"/>
                      <a:pt x="4818" y="16186"/>
                    </a:cubicBezTo>
                    <a:cubicBezTo>
                      <a:pt x="4756" y="15914"/>
                      <a:pt x="4714" y="15643"/>
                      <a:pt x="4651" y="15351"/>
                    </a:cubicBezTo>
                    <a:cubicBezTo>
                      <a:pt x="4610" y="15122"/>
                      <a:pt x="4568" y="14872"/>
                      <a:pt x="4505" y="14621"/>
                    </a:cubicBezTo>
                    <a:cubicBezTo>
                      <a:pt x="4338" y="13766"/>
                      <a:pt x="4151" y="12911"/>
                      <a:pt x="3942" y="12056"/>
                    </a:cubicBezTo>
                    <a:cubicBezTo>
                      <a:pt x="2941" y="8093"/>
                      <a:pt x="1481" y="3984"/>
                      <a:pt x="2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8548675" y="2808575"/>
                <a:ext cx="156450" cy="1327075"/>
              </a:xfrm>
              <a:custGeom>
                <a:rect b="b" l="l" r="r" t="t"/>
                <a:pathLst>
                  <a:path extrusionOk="0" h="53083" w="6258">
                    <a:moveTo>
                      <a:pt x="2816" y="1"/>
                    </a:moveTo>
                    <a:cubicBezTo>
                      <a:pt x="2795" y="42"/>
                      <a:pt x="2774" y="63"/>
                      <a:pt x="2754" y="105"/>
                    </a:cubicBezTo>
                    <a:cubicBezTo>
                      <a:pt x="2754" y="126"/>
                      <a:pt x="2733" y="126"/>
                      <a:pt x="2733" y="147"/>
                    </a:cubicBezTo>
                    <a:cubicBezTo>
                      <a:pt x="2691" y="251"/>
                      <a:pt x="2649" y="334"/>
                      <a:pt x="2608" y="439"/>
                    </a:cubicBezTo>
                    <a:cubicBezTo>
                      <a:pt x="2190" y="1356"/>
                      <a:pt x="1857" y="2316"/>
                      <a:pt x="1565" y="3275"/>
                    </a:cubicBezTo>
                    <a:cubicBezTo>
                      <a:pt x="1544" y="3379"/>
                      <a:pt x="1523" y="3463"/>
                      <a:pt x="1481" y="3567"/>
                    </a:cubicBezTo>
                    <a:lnTo>
                      <a:pt x="1419" y="3859"/>
                    </a:lnTo>
                    <a:cubicBezTo>
                      <a:pt x="1273" y="4402"/>
                      <a:pt x="1147" y="4923"/>
                      <a:pt x="1043" y="5465"/>
                    </a:cubicBezTo>
                    <a:cubicBezTo>
                      <a:pt x="939" y="5966"/>
                      <a:pt x="855" y="6487"/>
                      <a:pt x="772" y="7009"/>
                    </a:cubicBezTo>
                    <a:cubicBezTo>
                      <a:pt x="730" y="7342"/>
                      <a:pt x="689" y="7697"/>
                      <a:pt x="647" y="8052"/>
                    </a:cubicBezTo>
                    <a:lnTo>
                      <a:pt x="647" y="8198"/>
                    </a:lnTo>
                    <a:cubicBezTo>
                      <a:pt x="563" y="8865"/>
                      <a:pt x="522" y="9553"/>
                      <a:pt x="480" y="10242"/>
                    </a:cubicBezTo>
                    <a:cubicBezTo>
                      <a:pt x="438" y="11264"/>
                      <a:pt x="417" y="12265"/>
                      <a:pt x="417" y="13287"/>
                    </a:cubicBezTo>
                    <a:lnTo>
                      <a:pt x="417" y="13495"/>
                    </a:lnTo>
                    <a:cubicBezTo>
                      <a:pt x="417" y="14121"/>
                      <a:pt x="438" y="14768"/>
                      <a:pt x="459" y="15393"/>
                    </a:cubicBezTo>
                    <a:cubicBezTo>
                      <a:pt x="501" y="16687"/>
                      <a:pt x="543" y="17959"/>
                      <a:pt x="605" y="19294"/>
                    </a:cubicBezTo>
                    <a:cubicBezTo>
                      <a:pt x="668" y="20629"/>
                      <a:pt x="709" y="21964"/>
                      <a:pt x="730" y="23257"/>
                    </a:cubicBezTo>
                    <a:lnTo>
                      <a:pt x="730" y="25968"/>
                    </a:lnTo>
                    <a:cubicBezTo>
                      <a:pt x="730" y="26656"/>
                      <a:pt x="709" y="27366"/>
                      <a:pt x="689" y="28075"/>
                    </a:cubicBezTo>
                    <a:cubicBezTo>
                      <a:pt x="605" y="31558"/>
                      <a:pt x="376" y="35041"/>
                      <a:pt x="271" y="38545"/>
                    </a:cubicBezTo>
                    <a:cubicBezTo>
                      <a:pt x="251" y="38775"/>
                      <a:pt x="251" y="39004"/>
                      <a:pt x="251" y="39234"/>
                    </a:cubicBezTo>
                    <a:cubicBezTo>
                      <a:pt x="251" y="39234"/>
                      <a:pt x="251" y="39254"/>
                      <a:pt x="251" y="39275"/>
                    </a:cubicBezTo>
                    <a:lnTo>
                      <a:pt x="251" y="39317"/>
                    </a:lnTo>
                    <a:cubicBezTo>
                      <a:pt x="230" y="39463"/>
                      <a:pt x="251" y="39609"/>
                      <a:pt x="230" y="39734"/>
                    </a:cubicBezTo>
                    <a:cubicBezTo>
                      <a:pt x="230" y="39838"/>
                      <a:pt x="230" y="39943"/>
                      <a:pt x="230" y="40047"/>
                    </a:cubicBezTo>
                    <a:lnTo>
                      <a:pt x="230" y="40235"/>
                    </a:lnTo>
                    <a:cubicBezTo>
                      <a:pt x="188" y="40819"/>
                      <a:pt x="167" y="41465"/>
                      <a:pt x="125" y="42133"/>
                    </a:cubicBezTo>
                    <a:cubicBezTo>
                      <a:pt x="105" y="42237"/>
                      <a:pt x="125" y="42320"/>
                      <a:pt x="105" y="42425"/>
                    </a:cubicBezTo>
                    <a:cubicBezTo>
                      <a:pt x="105" y="42529"/>
                      <a:pt x="105" y="42654"/>
                      <a:pt x="105" y="42758"/>
                    </a:cubicBezTo>
                    <a:cubicBezTo>
                      <a:pt x="42" y="43843"/>
                      <a:pt x="0" y="44969"/>
                      <a:pt x="0" y="46096"/>
                    </a:cubicBezTo>
                    <a:cubicBezTo>
                      <a:pt x="21" y="46367"/>
                      <a:pt x="21" y="46638"/>
                      <a:pt x="21" y="46930"/>
                    </a:cubicBezTo>
                    <a:cubicBezTo>
                      <a:pt x="42" y="47410"/>
                      <a:pt x="63" y="47910"/>
                      <a:pt x="105" y="48348"/>
                    </a:cubicBezTo>
                    <a:cubicBezTo>
                      <a:pt x="146" y="48786"/>
                      <a:pt x="188" y="49224"/>
                      <a:pt x="251" y="49662"/>
                    </a:cubicBezTo>
                    <a:cubicBezTo>
                      <a:pt x="251" y="49683"/>
                      <a:pt x="251" y="49683"/>
                      <a:pt x="251" y="49704"/>
                    </a:cubicBezTo>
                    <a:cubicBezTo>
                      <a:pt x="313" y="50079"/>
                      <a:pt x="376" y="50434"/>
                      <a:pt x="459" y="50809"/>
                    </a:cubicBezTo>
                    <a:cubicBezTo>
                      <a:pt x="501" y="51018"/>
                      <a:pt x="563" y="51268"/>
                      <a:pt x="626" y="51456"/>
                    </a:cubicBezTo>
                    <a:cubicBezTo>
                      <a:pt x="668" y="51644"/>
                      <a:pt x="730" y="51811"/>
                      <a:pt x="793" y="51998"/>
                    </a:cubicBezTo>
                    <a:cubicBezTo>
                      <a:pt x="814" y="52082"/>
                      <a:pt x="855" y="52165"/>
                      <a:pt x="897" y="52249"/>
                    </a:cubicBezTo>
                    <a:cubicBezTo>
                      <a:pt x="918" y="52332"/>
                      <a:pt x="939" y="52415"/>
                      <a:pt x="981" y="52478"/>
                    </a:cubicBezTo>
                    <a:cubicBezTo>
                      <a:pt x="1043" y="52645"/>
                      <a:pt x="1127" y="52833"/>
                      <a:pt x="1210" y="52999"/>
                    </a:cubicBezTo>
                    <a:cubicBezTo>
                      <a:pt x="1210" y="52999"/>
                      <a:pt x="1210" y="53020"/>
                      <a:pt x="1231" y="53020"/>
                    </a:cubicBezTo>
                    <a:lnTo>
                      <a:pt x="1252" y="53083"/>
                    </a:lnTo>
                    <a:lnTo>
                      <a:pt x="2920" y="53083"/>
                    </a:lnTo>
                    <a:cubicBezTo>
                      <a:pt x="3129" y="53083"/>
                      <a:pt x="3358" y="53062"/>
                      <a:pt x="3567" y="53062"/>
                    </a:cubicBezTo>
                    <a:lnTo>
                      <a:pt x="3630" y="52895"/>
                    </a:lnTo>
                    <a:cubicBezTo>
                      <a:pt x="3650" y="52833"/>
                      <a:pt x="3671" y="52770"/>
                      <a:pt x="3692" y="52707"/>
                    </a:cubicBezTo>
                    <a:cubicBezTo>
                      <a:pt x="3713" y="52624"/>
                      <a:pt x="3734" y="52541"/>
                      <a:pt x="3755" y="52478"/>
                    </a:cubicBezTo>
                    <a:cubicBezTo>
                      <a:pt x="3984" y="51602"/>
                      <a:pt x="4172" y="50705"/>
                      <a:pt x="4318" y="49808"/>
                    </a:cubicBezTo>
                    <a:cubicBezTo>
                      <a:pt x="4547" y="48369"/>
                      <a:pt x="4672" y="47013"/>
                      <a:pt x="4777" y="46471"/>
                    </a:cubicBezTo>
                    <a:cubicBezTo>
                      <a:pt x="4860" y="45929"/>
                      <a:pt x="4944" y="45386"/>
                      <a:pt x="5006" y="44844"/>
                    </a:cubicBezTo>
                    <a:cubicBezTo>
                      <a:pt x="5048" y="44594"/>
                      <a:pt x="5090" y="44364"/>
                      <a:pt x="5131" y="44072"/>
                    </a:cubicBezTo>
                    <a:cubicBezTo>
                      <a:pt x="5173" y="43760"/>
                      <a:pt x="5215" y="43488"/>
                      <a:pt x="5236" y="43176"/>
                    </a:cubicBezTo>
                    <a:cubicBezTo>
                      <a:pt x="5528" y="41152"/>
                      <a:pt x="5736" y="39129"/>
                      <a:pt x="5903" y="37085"/>
                    </a:cubicBezTo>
                    <a:cubicBezTo>
                      <a:pt x="5924" y="36835"/>
                      <a:pt x="5945" y="36605"/>
                      <a:pt x="5966" y="36376"/>
                    </a:cubicBezTo>
                    <a:cubicBezTo>
                      <a:pt x="5986" y="36126"/>
                      <a:pt x="5986" y="35896"/>
                      <a:pt x="6007" y="35646"/>
                    </a:cubicBezTo>
                    <a:cubicBezTo>
                      <a:pt x="6174" y="33289"/>
                      <a:pt x="6258" y="30932"/>
                      <a:pt x="6237" y="28554"/>
                    </a:cubicBezTo>
                    <a:cubicBezTo>
                      <a:pt x="6237" y="28262"/>
                      <a:pt x="6237" y="27991"/>
                      <a:pt x="6174" y="27678"/>
                    </a:cubicBezTo>
                    <a:lnTo>
                      <a:pt x="6174" y="27407"/>
                    </a:lnTo>
                    <a:cubicBezTo>
                      <a:pt x="6174" y="27199"/>
                      <a:pt x="6174" y="26990"/>
                      <a:pt x="6174" y="26782"/>
                    </a:cubicBezTo>
                    <a:lnTo>
                      <a:pt x="6174" y="26469"/>
                    </a:lnTo>
                    <a:cubicBezTo>
                      <a:pt x="6153" y="26135"/>
                      <a:pt x="6153" y="25801"/>
                      <a:pt x="6132" y="25468"/>
                    </a:cubicBezTo>
                    <a:lnTo>
                      <a:pt x="6132" y="25363"/>
                    </a:lnTo>
                    <a:cubicBezTo>
                      <a:pt x="6049" y="23507"/>
                      <a:pt x="5903" y="21651"/>
                      <a:pt x="5674" y="19815"/>
                    </a:cubicBezTo>
                    <a:lnTo>
                      <a:pt x="5674" y="19690"/>
                    </a:lnTo>
                    <a:cubicBezTo>
                      <a:pt x="5590" y="18939"/>
                      <a:pt x="5486" y="18209"/>
                      <a:pt x="5382" y="17458"/>
                    </a:cubicBezTo>
                    <a:lnTo>
                      <a:pt x="5382" y="17437"/>
                    </a:lnTo>
                    <a:lnTo>
                      <a:pt x="5319" y="17145"/>
                    </a:lnTo>
                    <a:cubicBezTo>
                      <a:pt x="4964" y="14809"/>
                      <a:pt x="4485" y="12473"/>
                      <a:pt x="4047" y="10137"/>
                    </a:cubicBezTo>
                    <a:cubicBezTo>
                      <a:pt x="3963" y="9658"/>
                      <a:pt x="3859" y="9199"/>
                      <a:pt x="3776" y="8719"/>
                    </a:cubicBezTo>
                    <a:cubicBezTo>
                      <a:pt x="3671" y="8135"/>
                      <a:pt x="3588" y="7551"/>
                      <a:pt x="3484" y="6967"/>
                    </a:cubicBezTo>
                    <a:cubicBezTo>
                      <a:pt x="3233" y="5403"/>
                      <a:pt x="3025" y="3838"/>
                      <a:pt x="2900" y="2274"/>
                    </a:cubicBezTo>
                    <a:cubicBezTo>
                      <a:pt x="2879" y="1815"/>
                      <a:pt x="2858" y="1335"/>
                      <a:pt x="2837" y="856"/>
                    </a:cubicBezTo>
                    <a:cubicBezTo>
                      <a:pt x="2816" y="585"/>
                      <a:pt x="2816" y="293"/>
                      <a:pt x="28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8494450" y="2310075"/>
                <a:ext cx="176275" cy="1825075"/>
              </a:xfrm>
              <a:custGeom>
                <a:rect b="b" l="l" r="r" t="t"/>
                <a:pathLst>
                  <a:path extrusionOk="0" h="73003" w="7051">
                    <a:moveTo>
                      <a:pt x="4318" y="1"/>
                    </a:moveTo>
                    <a:lnTo>
                      <a:pt x="4318" y="1"/>
                    </a:lnTo>
                    <a:cubicBezTo>
                      <a:pt x="2399" y="2295"/>
                      <a:pt x="1690" y="5361"/>
                      <a:pt x="1523" y="8323"/>
                    </a:cubicBezTo>
                    <a:cubicBezTo>
                      <a:pt x="1481" y="8698"/>
                      <a:pt x="1460" y="9074"/>
                      <a:pt x="1460" y="9470"/>
                    </a:cubicBezTo>
                    <a:lnTo>
                      <a:pt x="1460" y="9491"/>
                    </a:lnTo>
                    <a:cubicBezTo>
                      <a:pt x="1460" y="9720"/>
                      <a:pt x="1460" y="9971"/>
                      <a:pt x="1460" y="10221"/>
                    </a:cubicBezTo>
                    <a:lnTo>
                      <a:pt x="1460" y="11097"/>
                    </a:lnTo>
                    <a:cubicBezTo>
                      <a:pt x="1481" y="13141"/>
                      <a:pt x="1585" y="15206"/>
                      <a:pt x="1481" y="17250"/>
                    </a:cubicBezTo>
                    <a:cubicBezTo>
                      <a:pt x="1335" y="20107"/>
                      <a:pt x="772" y="22902"/>
                      <a:pt x="417" y="25739"/>
                    </a:cubicBezTo>
                    <a:cubicBezTo>
                      <a:pt x="0" y="28888"/>
                      <a:pt x="21" y="31954"/>
                      <a:pt x="167" y="35000"/>
                    </a:cubicBezTo>
                    <a:cubicBezTo>
                      <a:pt x="209" y="35813"/>
                      <a:pt x="250" y="36627"/>
                      <a:pt x="292" y="37419"/>
                    </a:cubicBezTo>
                    <a:cubicBezTo>
                      <a:pt x="313" y="37711"/>
                      <a:pt x="334" y="38003"/>
                      <a:pt x="355" y="38316"/>
                    </a:cubicBezTo>
                    <a:cubicBezTo>
                      <a:pt x="376" y="38837"/>
                      <a:pt x="417" y="39359"/>
                      <a:pt x="438" y="39880"/>
                    </a:cubicBezTo>
                    <a:cubicBezTo>
                      <a:pt x="459" y="40297"/>
                      <a:pt x="480" y="40715"/>
                      <a:pt x="501" y="41111"/>
                    </a:cubicBezTo>
                    <a:cubicBezTo>
                      <a:pt x="605" y="43009"/>
                      <a:pt x="668" y="44907"/>
                      <a:pt x="605" y="46826"/>
                    </a:cubicBezTo>
                    <a:lnTo>
                      <a:pt x="605" y="47222"/>
                    </a:lnTo>
                    <a:lnTo>
                      <a:pt x="605" y="47243"/>
                    </a:lnTo>
                    <a:lnTo>
                      <a:pt x="605" y="47827"/>
                    </a:lnTo>
                    <a:lnTo>
                      <a:pt x="626" y="48307"/>
                    </a:lnTo>
                    <a:cubicBezTo>
                      <a:pt x="730" y="50142"/>
                      <a:pt x="980" y="51957"/>
                      <a:pt x="1356" y="53751"/>
                    </a:cubicBezTo>
                    <a:cubicBezTo>
                      <a:pt x="1377" y="53813"/>
                      <a:pt x="1377" y="53876"/>
                      <a:pt x="1398" y="53959"/>
                    </a:cubicBezTo>
                    <a:cubicBezTo>
                      <a:pt x="1731" y="55649"/>
                      <a:pt x="2107" y="57338"/>
                      <a:pt x="2420" y="59048"/>
                    </a:cubicBezTo>
                    <a:lnTo>
                      <a:pt x="2420" y="59069"/>
                    </a:lnTo>
                    <a:cubicBezTo>
                      <a:pt x="2420" y="59111"/>
                      <a:pt x="2440" y="59174"/>
                      <a:pt x="2440" y="59215"/>
                    </a:cubicBezTo>
                    <a:cubicBezTo>
                      <a:pt x="2503" y="59632"/>
                      <a:pt x="2566" y="60029"/>
                      <a:pt x="2628" y="60425"/>
                    </a:cubicBezTo>
                    <a:cubicBezTo>
                      <a:pt x="2628" y="60446"/>
                      <a:pt x="2628" y="60446"/>
                      <a:pt x="2628" y="60446"/>
                    </a:cubicBezTo>
                    <a:cubicBezTo>
                      <a:pt x="2691" y="60863"/>
                      <a:pt x="2732" y="61280"/>
                      <a:pt x="2795" y="61697"/>
                    </a:cubicBezTo>
                    <a:cubicBezTo>
                      <a:pt x="2878" y="62511"/>
                      <a:pt x="2920" y="63345"/>
                      <a:pt x="2920" y="64158"/>
                    </a:cubicBezTo>
                    <a:lnTo>
                      <a:pt x="2920" y="65076"/>
                    </a:lnTo>
                    <a:lnTo>
                      <a:pt x="2920" y="65097"/>
                    </a:lnTo>
                    <a:lnTo>
                      <a:pt x="2920" y="65514"/>
                    </a:lnTo>
                    <a:lnTo>
                      <a:pt x="2920" y="65973"/>
                    </a:lnTo>
                    <a:cubicBezTo>
                      <a:pt x="2878" y="67204"/>
                      <a:pt x="2878" y="68413"/>
                      <a:pt x="2941" y="69623"/>
                    </a:cubicBezTo>
                    <a:cubicBezTo>
                      <a:pt x="2983" y="70186"/>
                      <a:pt x="3066" y="70749"/>
                      <a:pt x="3170" y="71292"/>
                    </a:cubicBezTo>
                    <a:cubicBezTo>
                      <a:pt x="3212" y="71417"/>
                      <a:pt x="3233" y="71521"/>
                      <a:pt x="3254" y="71625"/>
                    </a:cubicBezTo>
                    <a:cubicBezTo>
                      <a:pt x="3275" y="71730"/>
                      <a:pt x="3316" y="71834"/>
                      <a:pt x="3337" y="71917"/>
                    </a:cubicBezTo>
                    <a:cubicBezTo>
                      <a:pt x="3379" y="72063"/>
                      <a:pt x="3421" y="72209"/>
                      <a:pt x="3462" y="72355"/>
                    </a:cubicBezTo>
                    <a:cubicBezTo>
                      <a:pt x="3483" y="72418"/>
                      <a:pt x="3504" y="72501"/>
                      <a:pt x="3546" y="72564"/>
                    </a:cubicBezTo>
                    <a:cubicBezTo>
                      <a:pt x="3567" y="72627"/>
                      <a:pt x="3588" y="72668"/>
                      <a:pt x="3629" y="72731"/>
                    </a:cubicBezTo>
                    <a:cubicBezTo>
                      <a:pt x="3650" y="72773"/>
                      <a:pt x="3671" y="72814"/>
                      <a:pt x="3713" y="72856"/>
                    </a:cubicBezTo>
                    <a:cubicBezTo>
                      <a:pt x="3734" y="72898"/>
                      <a:pt x="3755" y="72919"/>
                      <a:pt x="3775" y="72939"/>
                    </a:cubicBezTo>
                    <a:cubicBezTo>
                      <a:pt x="3796" y="72960"/>
                      <a:pt x="3817" y="72981"/>
                      <a:pt x="3838" y="73002"/>
                    </a:cubicBezTo>
                    <a:lnTo>
                      <a:pt x="4881" y="73002"/>
                    </a:lnTo>
                    <a:lnTo>
                      <a:pt x="4943" y="72960"/>
                    </a:lnTo>
                    <a:cubicBezTo>
                      <a:pt x="5215" y="72731"/>
                      <a:pt x="5423" y="72460"/>
                      <a:pt x="5569" y="72147"/>
                    </a:cubicBezTo>
                    <a:cubicBezTo>
                      <a:pt x="5611" y="72063"/>
                      <a:pt x="5632" y="72001"/>
                      <a:pt x="5673" y="71917"/>
                    </a:cubicBezTo>
                    <a:cubicBezTo>
                      <a:pt x="5694" y="71834"/>
                      <a:pt x="5736" y="71751"/>
                      <a:pt x="5757" y="71667"/>
                    </a:cubicBezTo>
                    <a:cubicBezTo>
                      <a:pt x="5778" y="71605"/>
                      <a:pt x="5799" y="71542"/>
                      <a:pt x="5799" y="71500"/>
                    </a:cubicBezTo>
                    <a:cubicBezTo>
                      <a:pt x="5945" y="70916"/>
                      <a:pt x="6070" y="70311"/>
                      <a:pt x="6195" y="69707"/>
                    </a:cubicBezTo>
                    <a:cubicBezTo>
                      <a:pt x="6403" y="68559"/>
                      <a:pt x="6570" y="67371"/>
                      <a:pt x="6716" y="66202"/>
                    </a:cubicBezTo>
                    <a:cubicBezTo>
                      <a:pt x="6737" y="65973"/>
                      <a:pt x="6758" y="65744"/>
                      <a:pt x="6779" y="65535"/>
                    </a:cubicBezTo>
                    <a:cubicBezTo>
                      <a:pt x="6800" y="65347"/>
                      <a:pt x="6821" y="65160"/>
                      <a:pt x="6821" y="64972"/>
                    </a:cubicBezTo>
                    <a:lnTo>
                      <a:pt x="6821" y="64847"/>
                    </a:lnTo>
                    <a:cubicBezTo>
                      <a:pt x="6841" y="64638"/>
                      <a:pt x="6862" y="64430"/>
                      <a:pt x="6883" y="64242"/>
                    </a:cubicBezTo>
                    <a:cubicBezTo>
                      <a:pt x="6883" y="64096"/>
                      <a:pt x="6904" y="63950"/>
                      <a:pt x="6904" y="63804"/>
                    </a:cubicBezTo>
                    <a:cubicBezTo>
                      <a:pt x="6925" y="63616"/>
                      <a:pt x="6925" y="63408"/>
                      <a:pt x="6946" y="63241"/>
                    </a:cubicBezTo>
                    <a:cubicBezTo>
                      <a:pt x="6946" y="63074"/>
                      <a:pt x="6967" y="62928"/>
                      <a:pt x="6967" y="62761"/>
                    </a:cubicBezTo>
                    <a:lnTo>
                      <a:pt x="6967" y="62698"/>
                    </a:lnTo>
                    <a:lnTo>
                      <a:pt x="6967" y="62573"/>
                    </a:lnTo>
                    <a:lnTo>
                      <a:pt x="6967" y="62511"/>
                    </a:lnTo>
                    <a:cubicBezTo>
                      <a:pt x="6987" y="62156"/>
                      <a:pt x="7008" y="61822"/>
                      <a:pt x="7008" y="61489"/>
                    </a:cubicBezTo>
                    <a:lnTo>
                      <a:pt x="7008" y="61468"/>
                    </a:lnTo>
                    <a:cubicBezTo>
                      <a:pt x="7029" y="61072"/>
                      <a:pt x="7050" y="60675"/>
                      <a:pt x="7050" y="60300"/>
                    </a:cubicBezTo>
                    <a:lnTo>
                      <a:pt x="7050" y="59778"/>
                    </a:lnTo>
                    <a:lnTo>
                      <a:pt x="7050" y="59257"/>
                    </a:lnTo>
                    <a:cubicBezTo>
                      <a:pt x="7050" y="57964"/>
                      <a:pt x="7050" y="56671"/>
                      <a:pt x="7008" y="55357"/>
                    </a:cubicBezTo>
                    <a:lnTo>
                      <a:pt x="7008" y="54689"/>
                    </a:lnTo>
                    <a:cubicBezTo>
                      <a:pt x="7008" y="54501"/>
                      <a:pt x="7008" y="54293"/>
                      <a:pt x="7008" y="54084"/>
                    </a:cubicBezTo>
                    <a:lnTo>
                      <a:pt x="7008" y="54043"/>
                    </a:lnTo>
                    <a:lnTo>
                      <a:pt x="7008" y="53563"/>
                    </a:lnTo>
                    <a:lnTo>
                      <a:pt x="7008" y="53021"/>
                    </a:lnTo>
                    <a:cubicBezTo>
                      <a:pt x="7008" y="52770"/>
                      <a:pt x="6987" y="52520"/>
                      <a:pt x="6987" y="52270"/>
                    </a:cubicBezTo>
                    <a:cubicBezTo>
                      <a:pt x="6967" y="51331"/>
                      <a:pt x="6946" y="50393"/>
                      <a:pt x="6925" y="49454"/>
                    </a:cubicBezTo>
                    <a:lnTo>
                      <a:pt x="6925" y="49266"/>
                    </a:lnTo>
                    <a:cubicBezTo>
                      <a:pt x="6800" y="44386"/>
                      <a:pt x="6654" y="39484"/>
                      <a:pt x="6383" y="34603"/>
                    </a:cubicBezTo>
                    <a:cubicBezTo>
                      <a:pt x="6362" y="34520"/>
                      <a:pt x="6362" y="34457"/>
                      <a:pt x="6362" y="34395"/>
                    </a:cubicBezTo>
                    <a:cubicBezTo>
                      <a:pt x="6257" y="32476"/>
                      <a:pt x="6132" y="30578"/>
                      <a:pt x="5965" y="28659"/>
                    </a:cubicBezTo>
                    <a:cubicBezTo>
                      <a:pt x="5819" y="26740"/>
                      <a:pt x="5632" y="24821"/>
                      <a:pt x="5423" y="22902"/>
                    </a:cubicBezTo>
                    <a:cubicBezTo>
                      <a:pt x="5319" y="22026"/>
                      <a:pt x="5215" y="21171"/>
                      <a:pt x="5110" y="20295"/>
                    </a:cubicBezTo>
                    <a:cubicBezTo>
                      <a:pt x="5048" y="19920"/>
                      <a:pt x="5006" y="19523"/>
                      <a:pt x="4964" y="19127"/>
                    </a:cubicBezTo>
                    <a:cubicBezTo>
                      <a:pt x="4923" y="18731"/>
                      <a:pt x="4860" y="18355"/>
                      <a:pt x="4818" y="17959"/>
                    </a:cubicBezTo>
                    <a:cubicBezTo>
                      <a:pt x="4067" y="11973"/>
                      <a:pt x="3421" y="5945"/>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8610200" y="2749650"/>
                <a:ext cx="310275" cy="1383925"/>
              </a:xfrm>
              <a:custGeom>
                <a:rect b="b" l="l" r="r" t="t"/>
                <a:pathLst>
                  <a:path extrusionOk="0" h="55357" w="12411">
                    <a:moveTo>
                      <a:pt x="11013" y="1"/>
                    </a:moveTo>
                    <a:lnTo>
                      <a:pt x="11013" y="1"/>
                    </a:lnTo>
                    <a:cubicBezTo>
                      <a:pt x="11076" y="1502"/>
                      <a:pt x="10930" y="3004"/>
                      <a:pt x="10596" y="4464"/>
                    </a:cubicBezTo>
                    <a:cubicBezTo>
                      <a:pt x="10575" y="4527"/>
                      <a:pt x="10575" y="4568"/>
                      <a:pt x="10555" y="4631"/>
                    </a:cubicBezTo>
                    <a:cubicBezTo>
                      <a:pt x="9762" y="8073"/>
                      <a:pt x="8135" y="11389"/>
                      <a:pt x="6925" y="14789"/>
                    </a:cubicBezTo>
                    <a:cubicBezTo>
                      <a:pt x="6842" y="14997"/>
                      <a:pt x="6779" y="15206"/>
                      <a:pt x="6696" y="15456"/>
                    </a:cubicBezTo>
                    <a:cubicBezTo>
                      <a:pt x="6612" y="15686"/>
                      <a:pt x="6529" y="15936"/>
                      <a:pt x="6466" y="16165"/>
                    </a:cubicBezTo>
                    <a:cubicBezTo>
                      <a:pt x="6154" y="17146"/>
                      <a:pt x="5903" y="18147"/>
                      <a:pt x="5695" y="19148"/>
                    </a:cubicBezTo>
                    <a:cubicBezTo>
                      <a:pt x="4923" y="23340"/>
                      <a:pt x="5465" y="27699"/>
                      <a:pt x="4965" y="31954"/>
                    </a:cubicBezTo>
                    <a:cubicBezTo>
                      <a:pt x="4819" y="33102"/>
                      <a:pt x="4610" y="34249"/>
                      <a:pt x="4339" y="35375"/>
                    </a:cubicBezTo>
                    <a:lnTo>
                      <a:pt x="4172" y="36105"/>
                    </a:lnTo>
                    <a:cubicBezTo>
                      <a:pt x="4109" y="36314"/>
                      <a:pt x="4047" y="36543"/>
                      <a:pt x="4005" y="36752"/>
                    </a:cubicBezTo>
                    <a:cubicBezTo>
                      <a:pt x="3817" y="37377"/>
                      <a:pt x="3651" y="38024"/>
                      <a:pt x="3463" y="38650"/>
                    </a:cubicBezTo>
                    <a:cubicBezTo>
                      <a:pt x="3171" y="39630"/>
                      <a:pt x="2837" y="40610"/>
                      <a:pt x="2524" y="41591"/>
                    </a:cubicBezTo>
                    <a:cubicBezTo>
                      <a:pt x="2483" y="41757"/>
                      <a:pt x="2420" y="41924"/>
                      <a:pt x="2378" y="42091"/>
                    </a:cubicBezTo>
                    <a:cubicBezTo>
                      <a:pt x="2316" y="42279"/>
                      <a:pt x="2253" y="42446"/>
                      <a:pt x="2211" y="42613"/>
                    </a:cubicBezTo>
                    <a:cubicBezTo>
                      <a:pt x="1607" y="44511"/>
                      <a:pt x="1023" y="46388"/>
                      <a:pt x="605" y="48286"/>
                    </a:cubicBezTo>
                    <a:cubicBezTo>
                      <a:pt x="605" y="48327"/>
                      <a:pt x="605" y="48369"/>
                      <a:pt x="605" y="48390"/>
                    </a:cubicBezTo>
                    <a:cubicBezTo>
                      <a:pt x="585" y="48432"/>
                      <a:pt x="564" y="48494"/>
                      <a:pt x="564" y="48536"/>
                    </a:cubicBezTo>
                    <a:cubicBezTo>
                      <a:pt x="522" y="48745"/>
                      <a:pt x="480" y="48974"/>
                      <a:pt x="439" y="49183"/>
                    </a:cubicBezTo>
                    <a:cubicBezTo>
                      <a:pt x="439" y="49204"/>
                      <a:pt x="439" y="49204"/>
                      <a:pt x="439" y="49204"/>
                    </a:cubicBezTo>
                    <a:cubicBezTo>
                      <a:pt x="355" y="49621"/>
                      <a:pt x="293" y="50017"/>
                      <a:pt x="230" y="50413"/>
                    </a:cubicBezTo>
                    <a:cubicBezTo>
                      <a:pt x="230" y="50434"/>
                      <a:pt x="230" y="50434"/>
                      <a:pt x="230" y="50455"/>
                    </a:cubicBezTo>
                    <a:cubicBezTo>
                      <a:pt x="147" y="50976"/>
                      <a:pt x="105" y="51519"/>
                      <a:pt x="63" y="52040"/>
                    </a:cubicBezTo>
                    <a:cubicBezTo>
                      <a:pt x="42" y="52061"/>
                      <a:pt x="42" y="52082"/>
                      <a:pt x="63" y="52103"/>
                    </a:cubicBezTo>
                    <a:cubicBezTo>
                      <a:pt x="42" y="52290"/>
                      <a:pt x="21" y="52499"/>
                      <a:pt x="21" y="52708"/>
                    </a:cubicBezTo>
                    <a:cubicBezTo>
                      <a:pt x="1" y="52833"/>
                      <a:pt x="1" y="52979"/>
                      <a:pt x="1" y="53104"/>
                    </a:cubicBezTo>
                    <a:lnTo>
                      <a:pt x="1" y="53187"/>
                    </a:lnTo>
                    <a:lnTo>
                      <a:pt x="1" y="53813"/>
                    </a:lnTo>
                    <a:cubicBezTo>
                      <a:pt x="1" y="54084"/>
                      <a:pt x="1" y="54355"/>
                      <a:pt x="21" y="54626"/>
                    </a:cubicBezTo>
                    <a:cubicBezTo>
                      <a:pt x="21" y="54731"/>
                      <a:pt x="42" y="54856"/>
                      <a:pt x="42" y="54981"/>
                    </a:cubicBezTo>
                    <a:cubicBezTo>
                      <a:pt x="63" y="55064"/>
                      <a:pt x="84" y="55148"/>
                      <a:pt x="84" y="55252"/>
                    </a:cubicBezTo>
                    <a:cubicBezTo>
                      <a:pt x="105" y="55294"/>
                      <a:pt x="105" y="55336"/>
                      <a:pt x="105" y="55356"/>
                    </a:cubicBezTo>
                    <a:lnTo>
                      <a:pt x="439" y="55356"/>
                    </a:lnTo>
                    <a:cubicBezTo>
                      <a:pt x="668" y="55356"/>
                      <a:pt x="877" y="55336"/>
                      <a:pt x="1106" y="55336"/>
                    </a:cubicBezTo>
                    <a:lnTo>
                      <a:pt x="1607" y="55336"/>
                    </a:lnTo>
                    <a:cubicBezTo>
                      <a:pt x="2065" y="55315"/>
                      <a:pt x="2524" y="55294"/>
                      <a:pt x="2962" y="55273"/>
                    </a:cubicBezTo>
                    <a:lnTo>
                      <a:pt x="3087" y="55273"/>
                    </a:lnTo>
                    <a:lnTo>
                      <a:pt x="3233" y="55252"/>
                    </a:lnTo>
                    <a:lnTo>
                      <a:pt x="3651" y="55252"/>
                    </a:lnTo>
                    <a:lnTo>
                      <a:pt x="3651" y="55231"/>
                    </a:lnTo>
                    <a:cubicBezTo>
                      <a:pt x="3651" y="55231"/>
                      <a:pt x="3651" y="55210"/>
                      <a:pt x="3651" y="55210"/>
                    </a:cubicBezTo>
                    <a:lnTo>
                      <a:pt x="3651" y="54960"/>
                    </a:lnTo>
                    <a:cubicBezTo>
                      <a:pt x="3630" y="54856"/>
                      <a:pt x="3630" y="54731"/>
                      <a:pt x="3630" y="54626"/>
                    </a:cubicBezTo>
                    <a:cubicBezTo>
                      <a:pt x="3630" y="54314"/>
                      <a:pt x="3609" y="54042"/>
                      <a:pt x="3630" y="53792"/>
                    </a:cubicBezTo>
                    <a:cubicBezTo>
                      <a:pt x="3671" y="53292"/>
                      <a:pt x="3713" y="52791"/>
                      <a:pt x="3797" y="52270"/>
                    </a:cubicBezTo>
                    <a:cubicBezTo>
                      <a:pt x="3817" y="52103"/>
                      <a:pt x="3838" y="51915"/>
                      <a:pt x="3859" y="51748"/>
                    </a:cubicBezTo>
                    <a:cubicBezTo>
                      <a:pt x="3880" y="51665"/>
                      <a:pt x="3901" y="51602"/>
                      <a:pt x="3901" y="51540"/>
                    </a:cubicBezTo>
                    <a:cubicBezTo>
                      <a:pt x="3922" y="51435"/>
                      <a:pt x="3922" y="51331"/>
                      <a:pt x="3963" y="51227"/>
                    </a:cubicBezTo>
                    <a:cubicBezTo>
                      <a:pt x="4005" y="50976"/>
                      <a:pt x="4047" y="50705"/>
                      <a:pt x="4109" y="50455"/>
                    </a:cubicBezTo>
                    <a:cubicBezTo>
                      <a:pt x="4151" y="50226"/>
                      <a:pt x="4214" y="49996"/>
                      <a:pt x="4255" y="49788"/>
                    </a:cubicBezTo>
                    <a:cubicBezTo>
                      <a:pt x="4652" y="48056"/>
                      <a:pt x="5173" y="46325"/>
                      <a:pt x="5716" y="44615"/>
                    </a:cubicBezTo>
                    <a:cubicBezTo>
                      <a:pt x="5841" y="44239"/>
                      <a:pt x="5966" y="43822"/>
                      <a:pt x="6070" y="43468"/>
                    </a:cubicBezTo>
                    <a:cubicBezTo>
                      <a:pt x="6174" y="43113"/>
                      <a:pt x="6300" y="42759"/>
                      <a:pt x="6404" y="42425"/>
                    </a:cubicBezTo>
                    <a:cubicBezTo>
                      <a:pt x="6404" y="42404"/>
                      <a:pt x="6404" y="42404"/>
                      <a:pt x="6404" y="42404"/>
                    </a:cubicBezTo>
                    <a:cubicBezTo>
                      <a:pt x="6654" y="41570"/>
                      <a:pt x="6904" y="40756"/>
                      <a:pt x="7113" y="39943"/>
                    </a:cubicBezTo>
                    <a:lnTo>
                      <a:pt x="7134" y="39859"/>
                    </a:lnTo>
                    <a:cubicBezTo>
                      <a:pt x="7155" y="39797"/>
                      <a:pt x="7176" y="39755"/>
                      <a:pt x="7176" y="39713"/>
                    </a:cubicBezTo>
                    <a:cubicBezTo>
                      <a:pt x="8177" y="35980"/>
                      <a:pt x="9178" y="32226"/>
                      <a:pt x="9595" y="28409"/>
                    </a:cubicBezTo>
                    <a:cubicBezTo>
                      <a:pt x="9741" y="27178"/>
                      <a:pt x="9824" y="25947"/>
                      <a:pt x="9887" y="24696"/>
                    </a:cubicBezTo>
                    <a:cubicBezTo>
                      <a:pt x="9908" y="24300"/>
                      <a:pt x="9950" y="23924"/>
                      <a:pt x="9970" y="23528"/>
                    </a:cubicBezTo>
                    <a:cubicBezTo>
                      <a:pt x="9991" y="23111"/>
                      <a:pt x="10012" y="22694"/>
                      <a:pt x="10054" y="22297"/>
                    </a:cubicBezTo>
                    <a:cubicBezTo>
                      <a:pt x="10137" y="20858"/>
                      <a:pt x="10304" y="19440"/>
                      <a:pt x="10575" y="18042"/>
                    </a:cubicBezTo>
                    <a:cubicBezTo>
                      <a:pt x="10951" y="15998"/>
                      <a:pt x="11577" y="14017"/>
                      <a:pt x="11952" y="11994"/>
                    </a:cubicBezTo>
                    <a:cubicBezTo>
                      <a:pt x="12369" y="9616"/>
                      <a:pt x="12411" y="7197"/>
                      <a:pt x="12098" y="4819"/>
                    </a:cubicBezTo>
                    <a:cubicBezTo>
                      <a:pt x="12098" y="4631"/>
                      <a:pt x="12056" y="4464"/>
                      <a:pt x="12035" y="4297"/>
                    </a:cubicBezTo>
                    <a:cubicBezTo>
                      <a:pt x="12015" y="4110"/>
                      <a:pt x="11994" y="3922"/>
                      <a:pt x="11952" y="3755"/>
                    </a:cubicBezTo>
                    <a:cubicBezTo>
                      <a:pt x="11743" y="2483"/>
                      <a:pt x="11431" y="1231"/>
                      <a:pt x="1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8589875" y="2440450"/>
                <a:ext cx="360850" cy="1694175"/>
              </a:xfrm>
              <a:custGeom>
                <a:rect b="b" l="l" r="r" t="t"/>
                <a:pathLst>
                  <a:path extrusionOk="0" h="67767" w="14434">
                    <a:moveTo>
                      <a:pt x="14434" y="0"/>
                    </a:moveTo>
                    <a:lnTo>
                      <a:pt x="14434" y="0"/>
                    </a:lnTo>
                    <a:cubicBezTo>
                      <a:pt x="13808" y="1627"/>
                      <a:pt x="11430" y="2962"/>
                      <a:pt x="10387" y="4443"/>
                    </a:cubicBezTo>
                    <a:cubicBezTo>
                      <a:pt x="9782" y="5277"/>
                      <a:pt x="9282" y="6195"/>
                      <a:pt x="8885" y="7175"/>
                    </a:cubicBezTo>
                    <a:cubicBezTo>
                      <a:pt x="8844" y="7279"/>
                      <a:pt x="8823" y="7384"/>
                      <a:pt x="8760" y="7509"/>
                    </a:cubicBezTo>
                    <a:cubicBezTo>
                      <a:pt x="8719" y="7634"/>
                      <a:pt x="8677" y="7759"/>
                      <a:pt x="8635" y="7884"/>
                    </a:cubicBezTo>
                    <a:cubicBezTo>
                      <a:pt x="7530" y="11201"/>
                      <a:pt x="7884" y="14538"/>
                      <a:pt x="7321" y="18355"/>
                    </a:cubicBezTo>
                    <a:cubicBezTo>
                      <a:pt x="7029" y="20399"/>
                      <a:pt x="6278" y="22318"/>
                      <a:pt x="5757" y="24320"/>
                    </a:cubicBezTo>
                    <a:cubicBezTo>
                      <a:pt x="5715" y="24529"/>
                      <a:pt x="5653" y="24737"/>
                      <a:pt x="5611" y="24967"/>
                    </a:cubicBezTo>
                    <a:cubicBezTo>
                      <a:pt x="5548" y="25259"/>
                      <a:pt x="5506" y="25530"/>
                      <a:pt x="5444" y="25822"/>
                    </a:cubicBezTo>
                    <a:cubicBezTo>
                      <a:pt x="5444" y="25843"/>
                      <a:pt x="5444" y="25863"/>
                      <a:pt x="5444" y="25884"/>
                    </a:cubicBezTo>
                    <a:cubicBezTo>
                      <a:pt x="5444" y="25905"/>
                      <a:pt x="5444" y="25926"/>
                      <a:pt x="5444" y="25926"/>
                    </a:cubicBezTo>
                    <a:cubicBezTo>
                      <a:pt x="5381" y="26364"/>
                      <a:pt x="5340" y="26781"/>
                      <a:pt x="5319" y="27198"/>
                    </a:cubicBezTo>
                    <a:cubicBezTo>
                      <a:pt x="5256" y="28095"/>
                      <a:pt x="5235" y="29013"/>
                      <a:pt x="5256" y="29931"/>
                    </a:cubicBezTo>
                    <a:cubicBezTo>
                      <a:pt x="5277" y="30640"/>
                      <a:pt x="5319" y="31349"/>
                      <a:pt x="5319" y="32058"/>
                    </a:cubicBezTo>
                    <a:cubicBezTo>
                      <a:pt x="5340" y="32204"/>
                      <a:pt x="5340" y="32371"/>
                      <a:pt x="5340" y="32496"/>
                    </a:cubicBezTo>
                    <a:lnTo>
                      <a:pt x="5340" y="32913"/>
                    </a:lnTo>
                    <a:cubicBezTo>
                      <a:pt x="5360" y="34457"/>
                      <a:pt x="5298" y="36000"/>
                      <a:pt x="5173" y="37523"/>
                    </a:cubicBezTo>
                    <a:cubicBezTo>
                      <a:pt x="5027" y="39150"/>
                      <a:pt x="4818" y="40756"/>
                      <a:pt x="4568" y="42383"/>
                    </a:cubicBezTo>
                    <a:cubicBezTo>
                      <a:pt x="4213" y="44531"/>
                      <a:pt x="3796" y="46679"/>
                      <a:pt x="3316" y="48807"/>
                    </a:cubicBezTo>
                    <a:cubicBezTo>
                      <a:pt x="3275" y="49015"/>
                      <a:pt x="3233" y="49245"/>
                      <a:pt x="3191" y="49453"/>
                    </a:cubicBezTo>
                    <a:cubicBezTo>
                      <a:pt x="3129" y="49662"/>
                      <a:pt x="3087" y="49870"/>
                      <a:pt x="3045" y="50100"/>
                    </a:cubicBezTo>
                    <a:cubicBezTo>
                      <a:pt x="2816" y="51122"/>
                      <a:pt x="2586" y="52144"/>
                      <a:pt x="2357" y="53187"/>
                    </a:cubicBezTo>
                    <a:cubicBezTo>
                      <a:pt x="2336" y="53249"/>
                      <a:pt x="2315" y="53354"/>
                      <a:pt x="2294" y="53437"/>
                    </a:cubicBezTo>
                    <a:cubicBezTo>
                      <a:pt x="2044" y="54543"/>
                      <a:pt x="1815" y="55627"/>
                      <a:pt x="1564" y="56712"/>
                    </a:cubicBezTo>
                    <a:cubicBezTo>
                      <a:pt x="1564" y="56733"/>
                      <a:pt x="1564" y="56733"/>
                      <a:pt x="1564" y="56733"/>
                    </a:cubicBezTo>
                    <a:cubicBezTo>
                      <a:pt x="1564" y="56795"/>
                      <a:pt x="1544" y="56879"/>
                      <a:pt x="1523" y="56941"/>
                    </a:cubicBezTo>
                    <a:cubicBezTo>
                      <a:pt x="1481" y="57129"/>
                      <a:pt x="1439" y="57337"/>
                      <a:pt x="1398" y="57525"/>
                    </a:cubicBezTo>
                    <a:lnTo>
                      <a:pt x="1231" y="58339"/>
                    </a:lnTo>
                    <a:cubicBezTo>
                      <a:pt x="1231" y="58401"/>
                      <a:pt x="1210" y="58443"/>
                      <a:pt x="1210" y="58505"/>
                    </a:cubicBezTo>
                    <a:cubicBezTo>
                      <a:pt x="1168" y="58672"/>
                      <a:pt x="1147" y="58839"/>
                      <a:pt x="1106" y="59027"/>
                    </a:cubicBezTo>
                    <a:cubicBezTo>
                      <a:pt x="1106" y="59069"/>
                      <a:pt x="1085" y="59110"/>
                      <a:pt x="1085" y="59152"/>
                    </a:cubicBezTo>
                    <a:cubicBezTo>
                      <a:pt x="1064" y="59194"/>
                      <a:pt x="1064" y="59235"/>
                      <a:pt x="1064" y="59277"/>
                    </a:cubicBezTo>
                    <a:cubicBezTo>
                      <a:pt x="1022" y="59465"/>
                      <a:pt x="980" y="59632"/>
                      <a:pt x="960" y="59799"/>
                    </a:cubicBezTo>
                    <a:cubicBezTo>
                      <a:pt x="897" y="60049"/>
                      <a:pt x="855" y="60299"/>
                      <a:pt x="814" y="60570"/>
                    </a:cubicBezTo>
                    <a:cubicBezTo>
                      <a:pt x="605" y="61759"/>
                      <a:pt x="396" y="62948"/>
                      <a:pt x="250" y="64137"/>
                    </a:cubicBezTo>
                    <a:cubicBezTo>
                      <a:pt x="230" y="64220"/>
                      <a:pt x="230" y="64262"/>
                      <a:pt x="209" y="64387"/>
                    </a:cubicBezTo>
                    <a:cubicBezTo>
                      <a:pt x="188" y="64533"/>
                      <a:pt x="167" y="64700"/>
                      <a:pt x="167" y="64784"/>
                    </a:cubicBezTo>
                    <a:cubicBezTo>
                      <a:pt x="146" y="64888"/>
                      <a:pt x="125" y="64971"/>
                      <a:pt x="125" y="65076"/>
                    </a:cubicBezTo>
                    <a:cubicBezTo>
                      <a:pt x="104" y="65159"/>
                      <a:pt x="84" y="65263"/>
                      <a:pt x="84" y="65368"/>
                    </a:cubicBezTo>
                    <a:cubicBezTo>
                      <a:pt x="84" y="65368"/>
                      <a:pt x="84" y="65368"/>
                      <a:pt x="84" y="65388"/>
                    </a:cubicBezTo>
                    <a:cubicBezTo>
                      <a:pt x="63" y="65576"/>
                      <a:pt x="63" y="65743"/>
                      <a:pt x="42" y="65931"/>
                    </a:cubicBezTo>
                    <a:cubicBezTo>
                      <a:pt x="21" y="66139"/>
                      <a:pt x="21" y="66348"/>
                      <a:pt x="21" y="66536"/>
                    </a:cubicBezTo>
                    <a:cubicBezTo>
                      <a:pt x="0" y="66807"/>
                      <a:pt x="21" y="67078"/>
                      <a:pt x="63" y="67349"/>
                    </a:cubicBezTo>
                    <a:cubicBezTo>
                      <a:pt x="63" y="67370"/>
                      <a:pt x="63" y="67412"/>
                      <a:pt x="84" y="67432"/>
                    </a:cubicBezTo>
                    <a:cubicBezTo>
                      <a:pt x="84" y="67495"/>
                      <a:pt x="104" y="67558"/>
                      <a:pt x="125" y="67620"/>
                    </a:cubicBezTo>
                    <a:cubicBezTo>
                      <a:pt x="125" y="67641"/>
                      <a:pt x="125" y="67662"/>
                      <a:pt x="125" y="67704"/>
                    </a:cubicBezTo>
                    <a:cubicBezTo>
                      <a:pt x="146" y="67724"/>
                      <a:pt x="146" y="67745"/>
                      <a:pt x="146" y="67766"/>
                    </a:cubicBezTo>
                    <a:lnTo>
                      <a:pt x="1272" y="67766"/>
                    </a:lnTo>
                    <a:cubicBezTo>
                      <a:pt x="1481" y="67766"/>
                      <a:pt x="1710" y="67745"/>
                      <a:pt x="1919" y="67745"/>
                    </a:cubicBezTo>
                    <a:lnTo>
                      <a:pt x="2440" y="67745"/>
                    </a:lnTo>
                    <a:cubicBezTo>
                      <a:pt x="2899" y="67724"/>
                      <a:pt x="3337" y="67704"/>
                      <a:pt x="3775" y="67662"/>
                    </a:cubicBezTo>
                    <a:lnTo>
                      <a:pt x="4464" y="67662"/>
                    </a:lnTo>
                    <a:cubicBezTo>
                      <a:pt x="4464" y="67641"/>
                      <a:pt x="4464" y="67620"/>
                      <a:pt x="4464" y="67599"/>
                    </a:cubicBezTo>
                    <a:cubicBezTo>
                      <a:pt x="4484" y="67516"/>
                      <a:pt x="4526" y="67412"/>
                      <a:pt x="4547" y="67307"/>
                    </a:cubicBezTo>
                    <a:cubicBezTo>
                      <a:pt x="4568" y="67224"/>
                      <a:pt x="4589" y="67120"/>
                      <a:pt x="4610" y="67036"/>
                    </a:cubicBezTo>
                    <a:cubicBezTo>
                      <a:pt x="4756" y="66452"/>
                      <a:pt x="4881" y="65868"/>
                      <a:pt x="5027" y="65263"/>
                    </a:cubicBezTo>
                    <a:cubicBezTo>
                      <a:pt x="5068" y="65096"/>
                      <a:pt x="5110" y="64909"/>
                      <a:pt x="5131" y="64721"/>
                    </a:cubicBezTo>
                    <a:cubicBezTo>
                      <a:pt x="5173" y="64575"/>
                      <a:pt x="5194" y="64450"/>
                      <a:pt x="5235" y="64325"/>
                    </a:cubicBezTo>
                    <a:cubicBezTo>
                      <a:pt x="5256" y="64241"/>
                      <a:pt x="5277" y="64179"/>
                      <a:pt x="5277" y="64095"/>
                    </a:cubicBezTo>
                    <a:cubicBezTo>
                      <a:pt x="5653" y="62448"/>
                      <a:pt x="5986" y="60800"/>
                      <a:pt x="6299" y="59131"/>
                    </a:cubicBezTo>
                    <a:cubicBezTo>
                      <a:pt x="6299" y="59069"/>
                      <a:pt x="6320" y="59006"/>
                      <a:pt x="6341" y="58923"/>
                    </a:cubicBezTo>
                    <a:cubicBezTo>
                      <a:pt x="6466" y="58297"/>
                      <a:pt x="6570" y="57629"/>
                      <a:pt x="6695" y="56983"/>
                    </a:cubicBezTo>
                    <a:cubicBezTo>
                      <a:pt x="6758" y="56607"/>
                      <a:pt x="6821" y="56211"/>
                      <a:pt x="6883" y="55836"/>
                    </a:cubicBezTo>
                    <a:cubicBezTo>
                      <a:pt x="6946" y="55481"/>
                      <a:pt x="7008" y="55106"/>
                      <a:pt x="7071" y="54730"/>
                    </a:cubicBezTo>
                    <a:cubicBezTo>
                      <a:pt x="7530" y="51977"/>
                      <a:pt x="7905" y="49203"/>
                      <a:pt x="8218" y="46429"/>
                    </a:cubicBezTo>
                    <a:cubicBezTo>
                      <a:pt x="8260" y="46200"/>
                      <a:pt x="8260" y="45991"/>
                      <a:pt x="8301" y="45762"/>
                    </a:cubicBezTo>
                    <a:cubicBezTo>
                      <a:pt x="8322" y="45532"/>
                      <a:pt x="8343" y="45303"/>
                      <a:pt x="8385" y="45073"/>
                    </a:cubicBezTo>
                    <a:cubicBezTo>
                      <a:pt x="8656" y="42466"/>
                      <a:pt x="8865" y="39859"/>
                      <a:pt x="9031" y="37231"/>
                    </a:cubicBezTo>
                    <a:cubicBezTo>
                      <a:pt x="9323" y="32621"/>
                      <a:pt x="10345" y="28241"/>
                      <a:pt x="11326" y="23715"/>
                    </a:cubicBezTo>
                    <a:cubicBezTo>
                      <a:pt x="11785" y="21588"/>
                      <a:pt x="12431" y="19439"/>
                      <a:pt x="12807" y="17270"/>
                    </a:cubicBezTo>
                    <a:cubicBezTo>
                      <a:pt x="12848" y="17082"/>
                      <a:pt x="12869" y="16916"/>
                      <a:pt x="12890" y="16749"/>
                    </a:cubicBezTo>
                    <a:cubicBezTo>
                      <a:pt x="12911" y="16561"/>
                      <a:pt x="12953" y="16394"/>
                      <a:pt x="12974" y="16206"/>
                    </a:cubicBezTo>
                    <a:cubicBezTo>
                      <a:pt x="13140" y="14892"/>
                      <a:pt x="13140" y="13558"/>
                      <a:pt x="12974" y="12264"/>
                    </a:cubicBezTo>
                    <a:cubicBezTo>
                      <a:pt x="12348" y="8051"/>
                      <a:pt x="12911" y="4067"/>
                      <a:pt x="144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8588825" y="2417500"/>
                <a:ext cx="225800" cy="1718150"/>
              </a:xfrm>
              <a:custGeom>
                <a:rect b="b" l="l" r="r" t="t"/>
                <a:pathLst>
                  <a:path extrusionOk="0" h="68726" w="9032">
                    <a:moveTo>
                      <a:pt x="7572" y="0"/>
                    </a:moveTo>
                    <a:lnTo>
                      <a:pt x="7572" y="0"/>
                    </a:lnTo>
                    <a:cubicBezTo>
                      <a:pt x="7634" y="1460"/>
                      <a:pt x="7530" y="2900"/>
                      <a:pt x="7259" y="4318"/>
                    </a:cubicBezTo>
                    <a:cubicBezTo>
                      <a:pt x="6591" y="7759"/>
                      <a:pt x="5611" y="10909"/>
                      <a:pt x="5256" y="14350"/>
                    </a:cubicBezTo>
                    <a:cubicBezTo>
                      <a:pt x="5236" y="14601"/>
                      <a:pt x="5215" y="14830"/>
                      <a:pt x="5194" y="15080"/>
                    </a:cubicBezTo>
                    <a:cubicBezTo>
                      <a:pt x="5173" y="15393"/>
                      <a:pt x="5131" y="15685"/>
                      <a:pt x="5131" y="15998"/>
                    </a:cubicBezTo>
                    <a:lnTo>
                      <a:pt x="5131" y="16019"/>
                    </a:lnTo>
                    <a:cubicBezTo>
                      <a:pt x="5006" y="19648"/>
                      <a:pt x="5277" y="23277"/>
                      <a:pt x="5340" y="26907"/>
                    </a:cubicBezTo>
                    <a:cubicBezTo>
                      <a:pt x="5361" y="27324"/>
                      <a:pt x="5361" y="27720"/>
                      <a:pt x="5361" y="28158"/>
                    </a:cubicBezTo>
                    <a:cubicBezTo>
                      <a:pt x="5361" y="28617"/>
                      <a:pt x="5340" y="29013"/>
                      <a:pt x="5340" y="29493"/>
                    </a:cubicBezTo>
                    <a:cubicBezTo>
                      <a:pt x="5340" y="29952"/>
                      <a:pt x="5319" y="30432"/>
                      <a:pt x="5319" y="30890"/>
                    </a:cubicBezTo>
                    <a:cubicBezTo>
                      <a:pt x="5298" y="31766"/>
                      <a:pt x="5256" y="32622"/>
                      <a:pt x="5236" y="33498"/>
                    </a:cubicBezTo>
                    <a:cubicBezTo>
                      <a:pt x="5131" y="36376"/>
                      <a:pt x="4944" y="39275"/>
                      <a:pt x="4589" y="42133"/>
                    </a:cubicBezTo>
                    <a:cubicBezTo>
                      <a:pt x="4318" y="44239"/>
                      <a:pt x="3942" y="46325"/>
                      <a:pt x="3442" y="48369"/>
                    </a:cubicBezTo>
                    <a:cubicBezTo>
                      <a:pt x="3421" y="48494"/>
                      <a:pt x="3379" y="48619"/>
                      <a:pt x="3358" y="48744"/>
                    </a:cubicBezTo>
                    <a:cubicBezTo>
                      <a:pt x="3317" y="48911"/>
                      <a:pt x="3254" y="49099"/>
                      <a:pt x="3212" y="49266"/>
                    </a:cubicBezTo>
                    <a:cubicBezTo>
                      <a:pt x="3171" y="49454"/>
                      <a:pt x="3129" y="49620"/>
                      <a:pt x="3066" y="49787"/>
                    </a:cubicBezTo>
                    <a:cubicBezTo>
                      <a:pt x="2670" y="51226"/>
                      <a:pt x="2232" y="52666"/>
                      <a:pt x="1815" y="54084"/>
                    </a:cubicBezTo>
                    <a:cubicBezTo>
                      <a:pt x="1773" y="54167"/>
                      <a:pt x="1752" y="54272"/>
                      <a:pt x="1732" y="54355"/>
                    </a:cubicBezTo>
                    <a:cubicBezTo>
                      <a:pt x="1648" y="54626"/>
                      <a:pt x="1565" y="54918"/>
                      <a:pt x="1481" y="55210"/>
                    </a:cubicBezTo>
                    <a:cubicBezTo>
                      <a:pt x="1440" y="55315"/>
                      <a:pt x="1419" y="55440"/>
                      <a:pt x="1377" y="55586"/>
                    </a:cubicBezTo>
                    <a:cubicBezTo>
                      <a:pt x="1335" y="55711"/>
                      <a:pt x="1314" y="55857"/>
                      <a:pt x="1273" y="56003"/>
                    </a:cubicBezTo>
                    <a:cubicBezTo>
                      <a:pt x="1231" y="56149"/>
                      <a:pt x="1189" y="56274"/>
                      <a:pt x="1148" y="56420"/>
                    </a:cubicBezTo>
                    <a:cubicBezTo>
                      <a:pt x="1064" y="56712"/>
                      <a:pt x="1002" y="57025"/>
                      <a:pt x="918" y="57317"/>
                    </a:cubicBezTo>
                    <a:cubicBezTo>
                      <a:pt x="876" y="57463"/>
                      <a:pt x="856" y="57609"/>
                      <a:pt x="814" y="57776"/>
                    </a:cubicBezTo>
                    <a:cubicBezTo>
                      <a:pt x="772" y="57943"/>
                      <a:pt x="730" y="58089"/>
                      <a:pt x="710" y="58255"/>
                    </a:cubicBezTo>
                    <a:cubicBezTo>
                      <a:pt x="647" y="58485"/>
                      <a:pt x="605" y="58714"/>
                      <a:pt x="564" y="58944"/>
                    </a:cubicBezTo>
                    <a:cubicBezTo>
                      <a:pt x="146" y="60967"/>
                      <a:pt x="0" y="63053"/>
                      <a:pt x="167" y="65118"/>
                    </a:cubicBezTo>
                    <a:cubicBezTo>
                      <a:pt x="167" y="65201"/>
                      <a:pt x="188" y="65284"/>
                      <a:pt x="188" y="65368"/>
                    </a:cubicBezTo>
                    <a:cubicBezTo>
                      <a:pt x="188" y="65514"/>
                      <a:pt x="209" y="65639"/>
                      <a:pt x="230" y="65764"/>
                    </a:cubicBezTo>
                    <a:cubicBezTo>
                      <a:pt x="251" y="65973"/>
                      <a:pt x="272" y="66160"/>
                      <a:pt x="313" y="66348"/>
                    </a:cubicBezTo>
                    <a:cubicBezTo>
                      <a:pt x="355" y="66598"/>
                      <a:pt x="397" y="66828"/>
                      <a:pt x="438" y="67057"/>
                    </a:cubicBezTo>
                    <a:cubicBezTo>
                      <a:pt x="459" y="67162"/>
                      <a:pt x="480" y="67266"/>
                      <a:pt x="522" y="67370"/>
                    </a:cubicBezTo>
                    <a:cubicBezTo>
                      <a:pt x="522" y="67391"/>
                      <a:pt x="522" y="67412"/>
                      <a:pt x="522" y="67433"/>
                    </a:cubicBezTo>
                    <a:lnTo>
                      <a:pt x="584" y="67620"/>
                    </a:lnTo>
                    <a:cubicBezTo>
                      <a:pt x="584" y="67662"/>
                      <a:pt x="605" y="67704"/>
                      <a:pt x="605" y="67746"/>
                    </a:cubicBezTo>
                    <a:cubicBezTo>
                      <a:pt x="626" y="67787"/>
                      <a:pt x="626" y="67850"/>
                      <a:pt x="647" y="67892"/>
                    </a:cubicBezTo>
                    <a:cubicBezTo>
                      <a:pt x="689" y="68038"/>
                      <a:pt x="730" y="68204"/>
                      <a:pt x="793" y="68350"/>
                    </a:cubicBezTo>
                    <a:cubicBezTo>
                      <a:pt x="814" y="68455"/>
                      <a:pt x="856" y="68559"/>
                      <a:pt x="897" y="68663"/>
                    </a:cubicBezTo>
                    <a:cubicBezTo>
                      <a:pt x="897" y="68663"/>
                      <a:pt x="897" y="68684"/>
                      <a:pt x="897" y="68705"/>
                    </a:cubicBezTo>
                    <a:cubicBezTo>
                      <a:pt x="897" y="68705"/>
                      <a:pt x="897" y="68705"/>
                      <a:pt x="897" y="68726"/>
                    </a:cubicBezTo>
                    <a:lnTo>
                      <a:pt x="1314" y="68726"/>
                    </a:lnTo>
                    <a:cubicBezTo>
                      <a:pt x="1544" y="68705"/>
                      <a:pt x="1752" y="68705"/>
                      <a:pt x="1961" y="68705"/>
                    </a:cubicBezTo>
                    <a:lnTo>
                      <a:pt x="2482" y="68705"/>
                    </a:lnTo>
                    <a:cubicBezTo>
                      <a:pt x="2941" y="68684"/>
                      <a:pt x="3379" y="68642"/>
                      <a:pt x="3817" y="68622"/>
                    </a:cubicBezTo>
                    <a:lnTo>
                      <a:pt x="3963" y="68622"/>
                    </a:lnTo>
                    <a:lnTo>
                      <a:pt x="4109" y="68601"/>
                    </a:lnTo>
                    <a:cubicBezTo>
                      <a:pt x="4130" y="68580"/>
                      <a:pt x="4130" y="68538"/>
                      <a:pt x="4130" y="68496"/>
                    </a:cubicBezTo>
                    <a:cubicBezTo>
                      <a:pt x="4255" y="67537"/>
                      <a:pt x="4318" y="66557"/>
                      <a:pt x="4380" y="65576"/>
                    </a:cubicBezTo>
                    <a:cubicBezTo>
                      <a:pt x="4506" y="63762"/>
                      <a:pt x="4568" y="61947"/>
                      <a:pt x="4735" y="60153"/>
                    </a:cubicBezTo>
                    <a:cubicBezTo>
                      <a:pt x="4756" y="59799"/>
                      <a:pt x="4798" y="59444"/>
                      <a:pt x="4839" y="59090"/>
                    </a:cubicBezTo>
                    <a:cubicBezTo>
                      <a:pt x="4881" y="58714"/>
                      <a:pt x="4944" y="58318"/>
                      <a:pt x="4985" y="57922"/>
                    </a:cubicBezTo>
                    <a:cubicBezTo>
                      <a:pt x="5090" y="57213"/>
                      <a:pt x="5236" y="56503"/>
                      <a:pt x="5382" y="55794"/>
                    </a:cubicBezTo>
                    <a:cubicBezTo>
                      <a:pt x="5674" y="54564"/>
                      <a:pt x="6070" y="53333"/>
                      <a:pt x="6425" y="52102"/>
                    </a:cubicBezTo>
                    <a:cubicBezTo>
                      <a:pt x="6591" y="51602"/>
                      <a:pt x="6737" y="51101"/>
                      <a:pt x="6883" y="50580"/>
                    </a:cubicBezTo>
                    <a:cubicBezTo>
                      <a:pt x="6988" y="50204"/>
                      <a:pt x="7071" y="49808"/>
                      <a:pt x="7155" y="49433"/>
                    </a:cubicBezTo>
                    <a:cubicBezTo>
                      <a:pt x="7217" y="49245"/>
                      <a:pt x="7238" y="49057"/>
                      <a:pt x="7280" y="48849"/>
                    </a:cubicBezTo>
                    <a:cubicBezTo>
                      <a:pt x="8177" y="44114"/>
                      <a:pt x="7175" y="39254"/>
                      <a:pt x="7196" y="34436"/>
                    </a:cubicBezTo>
                    <a:cubicBezTo>
                      <a:pt x="7217" y="32809"/>
                      <a:pt x="7321" y="31203"/>
                      <a:pt x="7509" y="29576"/>
                    </a:cubicBezTo>
                    <a:cubicBezTo>
                      <a:pt x="7530" y="29326"/>
                      <a:pt x="7551" y="29055"/>
                      <a:pt x="7593" y="28826"/>
                    </a:cubicBezTo>
                    <a:cubicBezTo>
                      <a:pt x="7613" y="28596"/>
                      <a:pt x="7634" y="28367"/>
                      <a:pt x="7676" y="28137"/>
                    </a:cubicBezTo>
                    <a:cubicBezTo>
                      <a:pt x="7989" y="25613"/>
                      <a:pt x="8364" y="23069"/>
                      <a:pt x="8594" y="20524"/>
                    </a:cubicBezTo>
                    <a:cubicBezTo>
                      <a:pt x="8948" y="16645"/>
                      <a:pt x="9032" y="12765"/>
                      <a:pt x="8844" y="8865"/>
                    </a:cubicBezTo>
                    <a:cubicBezTo>
                      <a:pt x="8844" y="8740"/>
                      <a:pt x="8844" y="8594"/>
                      <a:pt x="8823" y="8469"/>
                    </a:cubicBezTo>
                    <a:cubicBezTo>
                      <a:pt x="8823" y="8343"/>
                      <a:pt x="8802" y="8218"/>
                      <a:pt x="8802" y="8114"/>
                    </a:cubicBezTo>
                    <a:cubicBezTo>
                      <a:pt x="8615" y="5382"/>
                      <a:pt x="8197" y="2670"/>
                      <a:pt x="7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8466800" y="2808050"/>
                <a:ext cx="155950" cy="1327600"/>
              </a:xfrm>
              <a:custGeom>
                <a:rect b="b" l="l" r="r" t="t"/>
                <a:pathLst>
                  <a:path extrusionOk="0" h="53104" w="6238">
                    <a:moveTo>
                      <a:pt x="3463" y="1"/>
                    </a:moveTo>
                    <a:lnTo>
                      <a:pt x="3463" y="42"/>
                    </a:lnTo>
                    <a:cubicBezTo>
                      <a:pt x="3463" y="293"/>
                      <a:pt x="3442" y="501"/>
                      <a:pt x="3442" y="793"/>
                    </a:cubicBezTo>
                    <a:cubicBezTo>
                      <a:pt x="3442" y="1085"/>
                      <a:pt x="3421" y="1377"/>
                      <a:pt x="3400" y="1648"/>
                    </a:cubicBezTo>
                    <a:cubicBezTo>
                      <a:pt x="3171" y="5924"/>
                      <a:pt x="2191" y="10137"/>
                      <a:pt x="1419" y="14351"/>
                    </a:cubicBezTo>
                    <a:cubicBezTo>
                      <a:pt x="1377" y="14580"/>
                      <a:pt x="1336" y="14810"/>
                      <a:pt x="1294" y="15039"/>
                    </a:cubicBezTo>
                    <a:cubicBezTo>
                      <a:pt x="1252" y="15268"/>
                      <a:pt x="1210" y="15498"/>
                      <a:pt x="1169" y="15727"/>
                    </a:cubicBezTo>
                    <a:cubicBezTo>
                      <a:pt x="1064" y="16290"/>
                      <a:pt x="960" y="16874"/>
                      <a:pt x="877" y="17458"/>
                    </a:cubicBezTo>
                    <a:cubicBezTo>
                      <a:pt x="564" y="19523"/>
                      <a:pt x="334" y="21588"/>
                      <a:pt x="209" y="23674"/>
                    </a:cubicBezTo>
                    <a:cubicBezTo>
                      <a:pt x="188" y="24008"/>
                      <a:pt x="168" y="24362"/>
                      <a:pt x="147" y="24675"/>
                    </a:cubicBezTo>
                    <a:cubicBezTo>
                      <a:pt x="126" y="24988"/>
                      <a:pt x="105" y="25322"/>
                      <a:pt x="105" y="25635"/>
                    </a:cubicBezTo>
                    <a:cubicBezTo>
                      <a:pt x="84" y="25760"/>
                      <a:pt x="84" y="25885"/>
                      <a:pt x="84" y="26010"/>
                    </a:cubicBezTo>
                    <a:lnTo>
                      <a:pt x="84" y="26344"/>
                    </a:lnTo>
                    <a:cubicBezTo>
                      <a:pt x="1" y="28638"/>
                      <a:pt x="22" y="30912"/>
                      <a:pt x="126" y="33206"/>
                    </a:cubicBezTo>
                    <a:cubicBezTo>
                      <a:pt x="126" y="33248"/>
                      <a:pt x="126" y="33289"/>
                      <a:pt x="126" y="33331"/>
                    </a:cubicBezTo>
                    <a:cubicBezTo>
                      <a:pt x="147" y="33623"/>
                      <a:pt x="147" y="33915"/>
                      <a:pt x="168" y="34186"/>
                    </a:cubicBezTo>
                    <a:cubicBezTo>
                      <a:pt x="188" y="34478"/>
                      <a:pt x="209" y="34749"/>
                      <a:pt x="230" y="35041"/>
                    </a:cubicBezTo>
                    <a:cubicBezTo>
                      <a:pt x="230" y="35146"/>
                      <a:pt x="230" y="35292"/>
                      <a:pt x="251" y="35375"/>
                    </a:cubicBezTo>
                    <a:cubicBezTo>
                      <a:pt x="251" y="35458"/>
                      <a:pt x="251" y="35542"/>
                      <a:pt x="251" y="35625"/>
                    </a:cubicBezTo>
                    <a:cubicBezTo>
                      <a:pt x="272" y="35876"/>
                      <a:pt x="293" y="36126"/>
                      <a:pt x="314" y="36355"/>
                    </a:cubicBezTo>
                    <a:cubicBezTo>
                      <a:pt x="334" y="36585"/>
                      <a:pt x="334" y="36814"/>
                      <a:pt x="355" y="37064"/>
                    </a:cubicBezTo>
                    <a:cubicBezTo>
                      <a:pt x="501" y="38817"/>
                      <a:pt x="689" y="40589"/>
                      <a:pt x="918" y="42341"/>
                    </a:cubicBezTo>
                    <a:cubicBezTo>
                      <a:pt x="981" y="42884"/>
                      <a:pt x="1044" y="43426"/>
                      <a:pt x="1127" y="43968"/>
                    </a:cubicBezTo>
                    <a:cubicBezTo>
                      <a:pt x="1210" y="44490"/>
                      <a:pt x="1273" y="45032"/>
                      <a:pt x="1356" y="45574"/>
                    </a:cubicBezTo>
                    <a:cubicBezTo>
                      <a:pt x="1398" y="45866"/>
                      <a:pt x="1461" y="46158"/>
                      <a:pt x="1502" y="46450"/>
                    </a:cubicBezTo>
                    <a:cubicBezTo>
                      <a:pt x="1586" y="46993"/>
                      <a:pt x="1711" y="48307"/>
                      <a:pt x="1940" y="49725"/>
                    </a:cubicBezTo>
                    <a:cubicBezTo>
                      <a:pt x="2003" y="50226"/>
                      <a:pt x="2107" y="50747"/>
                      <a:pt x="2212" y="51248"/>
                    </a:cubicBezTo>
                    <a:cubicBezTo>
                      <a:pt x="2337" y="51873"/>
                      <a:pt x="2504" y="52499"/>
                      <a:pt x="2712" y="53104"/>
                    </a:cubicBezTo>
                    <a:lnTo>
                      <a:pt x="5007" y="53104"/>
                    </a:lnTo>
                    <a:lnTo>
                      <a:pt x="5048" y="53020"/>
                    </a:lnTo>
                    <a:cubicBezTo>
                      <a:pt x="5048" y="53000"/>
                      <a:pt x="5069" y="52979"/>
                      <a:pt x="5069" y="52958"/>
                    </a:cubicBezTo>
                    <a:cubicBezTo>
                      <a:pt x="5111" y="52874"/>
                      <a:pt x="5153" y="52791"/>
                      <a:pt x="5173" y="52708"/>
                    </a:cubicBezTo>
                    <a:cubicBezTo>
                      <a:pt x="5194" y="52708"/>
                      <a:pt x="5194" y="52687"/>
                      <a:pt x="5194" y="52666"/>
                    </a:cubicBezTo>
                    <a:cubicBezTo>
                      <a:pt x="5215" y="52645"/>
                      <a:pt x="5236" y="52603"/>
                      <a:pt x="5236" y="52582"/>
                    </a:cubicBezTo>
                    <a:lnTo>
                      <a:pt x="5257" y="52520"/>
                    </a:lnTo>
                    <a:cubicBezTo>
                      <a:pt x="5278" y="52499"/>
                      <a:pt x="5278" y="52478"/>
                      <a:pt x="5278" y="52457"/>
                    </a:cubicBezTo>
                    <a:cubicBezTo>
                      <a:pt x="5319" y="52395"/>
                      <a:pt x="5340" y="52332"/>
                      <a:pt x="5361" y="52249"/>
                    </a:cubicBezTo>
                    <a:cubicBezTo>
                      <a:pt x="5361" y="52249"/>
                      <a:pt x="5361" y="52249"/>
                      <a:pt x="5361" y="52228"/>
                    </a:cubicBezTo>
                    <a:cubicBezTo>
                      <a:pt x="5403" y="52165"/>
                      <a:pt x="5424" y="52082"/>
                      <a:pt x="5445" y="51998"/>
                    </a:cubicBezTo>
                    <a:cubicBezTo>
                      <a:pt x="5486" y="51915"/>
                      <a:pt x="5528" y="51811"/>
                      <a:pt x="5549" y="51727"/>
                    </a:cubicBezTo>
                    <a:cubicBezTo>
                      <a:pt x="5570" y="51644"/>
                      <a:pt x="5591" y="51581"/>
                      <a:pt x="5611" y="51498"/>
                    </a:cubicBezTo>
                    <a:cubicBezTo>
                      <a:pt x="5611" y="51477"/>
                      <a:pt x="5611" y="51456"/>
                      <a:pt x="5632" y="51435"/>
                    </a:cubicBezTo>
                    <a:cubicBezTo>
                      <a:pt x="5674" y="51248"/>
                      <a:pt x="5737" y="51060"/>
                      <a:pt x="5778" y="50851"/>
                    </a:cubicBezTo>
                    <a:cubicBezTo>
                      <a:pt x="5862" y="50497"/>
                      <a:pt x="5924" y="50142"/>
                      <a:pt x="5987" y="49767"/>
                    </a:cubicBezTo>
                    <a:lnTo>
                      <a:pt x="5987" y="49725"/>
                    </a:lnTo>
                    <a:lnTo>
                      <a:pt x="5987" y="49704"/>
                    </a:lnTo>
                    <a:cubicBezTo>
                      <a:pt x="6049" y="49287"/>
                      <a:pt x="6091" y="48870"/>
                      <a:pt x="6133" y="48390"/>
                    </a:cubicBezTo>
                    <a:cubicBezTo>
                      <a:pt x="6175" y="47931"/>
                      <a:pt x="6195" y="47452"/>
                      <a:pt x="6195" y="46951"/>
                    </a:cubicBezTo>
                    <a:cubicBezTo>
                      <a:pt x="6216" y="46784"/>
                      <a:pt x="6216" y="46596"/>
                      <a:pt x="6216" y="46409"/>
                    </a:cubicBezTo>
                    <a:lnTo>
                      <a:pt x="6216" y="46283"/>
                    </a:lnTo>
                    <a:lnTo>
                      <a:pt x="6216" y="46137"/>
                    </a:lnTo>
                    <a:lnTo>
                      <a:pt x="6216" y="46054"/>
                    </a:lnTo>
                    <a:cubicBezTo>
                      <a:pt x="6216" y="45574"/>
                      <a:pt x="6216" y="45095"/>
                      <a:pt x="6237" y="44594"/>
                    </a:cubicBezTo>
                    <a:lnTo>
                      <a:pt x="6237" y="44344"/>
                    </a:lnTo>
                    <a:lnTo>
                      <a:pt x="6237" y="44323"/>
                    </a:lnTo>
                    <a:cubicBezTo>
                      <a:pt x="6216" y="44093"/>
                      <a:pt x="6216" y="43885"/>
                      <a:pt x="6216" y="43655"/>
                    </a:cubicBezTo>
                    <a:lnTo>
                      <a:pt x="6216" y="43384"/>
                    </a:lnTo>
                    <a:cubicBezTo>
                      <a:pt x="6195" y="43259"/>
                      <a:pt x="6195" y="43155"/>
                      <a:pt x="6195" y="43030"/>
                    </a:cubicBezTo>
                    <a:cubicBezTo>
                      <a:pt x="6154" y="42425"/>
                      <a:pt x="6133" y="41841"/>
                      <a:pt x="6091" y="41278"/>
                    </a:cubicBezTo>
                    <a:cubicBezTo>
                      <a:pt x="6091" y="41090"/>
                      <a:pt x="6091" y="40923"/>
                      <a:pt x="6070" y="40756"/>
                    </a:cubicBezTo>
                    <a:cubicBezTo>
                      <a:pt x="6070" y="40589"/>
                      <a:pt x="6049" y="40423"/>
                      <a:pt x="6049" y="40256"/>
                    </a:cubicBezTo>
                    <a:cubicBezTo>
                      <a:pt x="6029" y="39943"/>
                      <a:pt x="6008" y="39609"/>
                      <a:pt x="6008" y="39317"/>
                    </a:cubicBezTo>
                    <a:cubicBezTo>
                      <a:pt x="6008" y="39192"/>
                      <a:pt x="6008" y="39067"/>
                      <a:pt x="6008" y="38942"/>
                    </a:cubicBezTo>
                    <a:cubicBezTo>
                      <a:pt x="6008" y="38629"/>
                      <a:pt x="5987" y="38337"/>
                      <a:pt x="5987" y="38045"/>
                    </a:cubicBezTo>
                    <a:lnTo>
                      <a:pt x="5945" y="37190"/>
                    </a:lnTo>
                    <a:cubicBezTo>
                      <a:pt x="5862" y="34895"/>
                      <a:pt x="5737" y="32622"/>
                      <a:pt x="5653" y="30348"/>
                    </a:cubicBezTo>
                    <a:lnTo>
                      <a:pt x="5611" y="29556"/>
                    </a:lnTo>
                    <a:cubicBezTo>
                      <a:pt x="5591" y="28951"/>
                      <a:pt x="5570" y="28325"/>
                      <a:pt x="5549" y="27699"/>
                    </a:cubicBezTo>
                    <a:cubicBezTo>
                      <a:pt x="5549" y="27074"/>
                      <a:pt x="5528" y="26406"/>
                      <a:pt x="5528" y="25760"/>
                    </a:cubicBezTo>
                    <a:lnTo>
                      <a:pt x="5528" y="25739"/>
                    </a:lnTo>
                    <a:lnTo>
                      <a:pt x="5528" y="24988"/>
                    </a:lnTo>
                    <a:cubicBezTo>
                      <a:pt x="5507" y="24425"/>
                      <a:pt x="5528" y="23841"/>
                      <a:pt x="5528" y="23278"/>
                    </a:cubicBezTo>
                    <a:cubicBezTo>
                      <a:pt x="5549" y="21380"/>
                      <a:pt x="5653" y="19461"/>
                      <a:pt x="5737" y="17542"/>
                    </a:cubicBezTo>
                    <a:cubicBezTo>
                      <a:pt x="5820" y="15519"/>
                      <a:pt x="5883" y="13516"/>
                      <a:pt x="5820" y="11514"/>
                    </a:cubicBezTo>
                    <a:cubicBezTo>
                      <a:pt x="5820" y="10993"/>
                      <a:pt x="5799" y="10471"/>
                      <a:pt x="5757" y="9950"/>
                    </a:cubicBezTo>
                    <a:cubicBezTo>
                      <a:pt x="5737" y="9387"/>
                      <a:pt x="5695" y="8823"/>
                      <a:pt x="5632" y="8281"/>
                    </a:cubicBezTo>
                    <a:lnTo>
                      <a:pt x="5632" y="8260"/>
                    </a:lnTo>
                    <a:cubicBezTo>
                      <a:pt x="5507" y="6925"/>
                      <a:pt x="5278" y="5591"/>
                      <a:pt x="4965" y="4277"/>
                    </a:cubicBezTo>
                    <a:cubicBezTo>
                      <a:pt x="4944" y="4214"/>
                      <a:pt x="4944" y="4130"/>
                      <a:pt x="4923" y="4047"/>
                    </a:cubicBezTo>
                    <a:cubicBezTo>
                      <a:pt x="4881" y="3880"/>
                      <a:pt x="4819" y="3734"/>
                      <a:pt x="4777" y="3567"/>
                    </a:cubicBezTo>
                    <a:cubicBezTo>
                      <a:pt x="4735" y="3400"/>
                      <a:pt x="4694" y="3254"/>
                      <a:pt x="4652" y="3088"/>
                    </a:cubicBezTo>
                    <a:cubicBezTo>
                      <a:pt x="4631" y="3025"/>
                      <a:pt x="4610" y="2942"/>
                      <a:pt x="4568" y="2858"/>
                    </a:cubicBezTo>
                    <a:cubicBezTo>
                      <a:pt x="4527" y="2712"/>
                      <a:pt x="4485" y="2587"/>
                      <a:pt x="4443" y="2441"/>
                    </a:cubicBezTo>
                    <a:cubicBezTo>
                      <a:pt x="4381" y="2274"/>
                      <a:pt x="4318" y="2107"/>
                      <a:pt x="4256" y="1920"/>
                    </a:cubicBezTo>
                    <a:cubicBezTo>
                      <a:pt x="4235" y="1857"/>
                      <a:pt x="4214" y="1815"/>
                      <a:pt x="4193" y="1753"/>
                    </a:cubicBezTo>
                    <a:cubicBezTo>
                      <a:pt x="4110" y="1523"/>
                      <a:pt x="4026" y="1273"/>
                      <a:pt x="3922" y="1064"/>
                    </a:cubicBezTo>
                    <a:cubicBezTo>
                      <a:pt x="3880" y="918"/>
                      <a:pt x="3818" y="793"/>
                      <a:pt x="3755" y="668"/>
                    </a:cubicBezTo>
                    <a:cubicBezTo>
                      <a:pt x="3692" y="522"/>
                      <a:pt x="3651" y="397"/>
                      <a:pt x="3588" y="272"/>
                    </a:cubicBezTo>
                    <a:lnTo>
                      <a:pt x="3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8630525" y="2992125"/>
                <a:ext cx="364525" cy="1141450"/>
              </a:xfrm>
              <a:custGeom>
                <a:rect b="b" l="l" r="r" t="t"/>
                <a:pathLst>
                  <a:path extrusionOk="0" h="45658" w="14581">
                    <a:moveTo>
                      <a:pt x="14580" y="0"/>
                    </a:moveTo>
                    <a:cubicBezTo>
                      <a:pt x="11452" y="3442"/>
                      <a:pt x="10326" y="7968"/>
                      <a:pt x="9387" y="12577"/>
                    </a:cubicBezTo>
                    <a:cubicBezTo>
                      <a:pt x="9303" y="12974"/>
                      <a:pt x="9220" y="13370"/>
                      <a:pt x="9157" y="13766"/>
                    </a:cubicBezTo>
                    <a:cubicBezTo>
                      <a:pt x="9074" y="14163"/>
                      <a:pt x="8991" y="14559"/>
                      <a:pt x="8928" y="14955"/>
                    </a:cubicBezTo>
                    <a:cubicBezTo>
                      <a:pt x="8594" y="16666"/>
                      <a:pt x="8240" y="18397"/>
                      <a:pt x="7802" y="20044"/>
                    </a:cubicBezTo>
                    <a:cubicBezTo>
                      <a:pt x="7531" y="21046"/>
                      <a:pt x="7218" y="22026"/>
                      <a:pt x="6884" y="23006"/>
                    </a:cubicBezTo>
                    <a:cubicBezTo>
                      <a:pt x="6821" y="23215"/>
                      <a:pt x="6738" y="23444"/>
                      <a:pt x="6655" y="23653"/>
                    </a:cubicBezTo>
                    <a:cubicBezTo>
                      <a:pt x="6592" y="23861"/>
                      <a:pt x="6509" y="24070"/>
                      <a:pt x="6446" y="24279"/>
                    </a:cubicBezTo>
                    <a:cubicBezTo>
                      <a:pt x="6175" y="25009"/>
                      <a:pt x="5904" y="25718"/>
                      <a:pt x="5633" y="26448"/>
                    </a:cubicBezTo>
                    <a:cubicBezTo>
                      <a:pt x="5487" y="26802"/>
                      <a:pt x="5341" y="27178"/>
                      <a:pt x="5195" y="27553"/>
                    </a:cubicBezTo>
                    <a:cubicBezTo>
                      <a:pt x="5007" y="28033"/>
                      <a:pt x="4798" y="28533"/>
                      <a:pt x="4611" y="29034"/>
                    </a:cubicBezTo>
                    <a:cubicBezTo>
                      <a:pt x="4193" y="30077"/>
                      <a:pt x="3776" y="31120"/>
                      <a:pt x="3380" y="32184"/>
                    </a:cubicBezTo>
                    <a:lnTo>
                      <a:pt x="3213" y="32642"/>
                    </a:lnTo>
                    <a:cubicBezTo>
                      <a:pt x="3150" y="32788"/>
                      <a:pt x="3109" y="32934"/>
                      <a:pt x="3046" y="33080"/>
                    </a:cubicBezTo>
                    <a:cubicBezTo>
                      <a:pt x="2671" y="34123"/>
                      <a:pt x="2316" y="35166"/>
                      <a:pt x="1982" y="36230"/>
                    </a:cubicBezTo>
                    <a:cubicBezTo>
                      <a:pt x="1941" y="36376"/>
                      <a:pt x="1899" y="36522"/>
                      <a:pt x="1836" y="36668"/>
                    </a:cubicBezTo>
                    <a:cubicBezTo>
                      <a:pt x="1753" y="36981"/>
                      <a:pt x="1607" y="37335"/>
                      <a:pt x="1482" y="37690"/>
                    </a:cubicBezTo>
                    <a:cubicBezTo>
                      <a:pt x="1419" y="37878"/>
                      <a:pt x="1357" y="38044"/>
                      <a:pt x="1273" y="38253"/>
                    </a:cubicBezTo>
                    <a:cubicBezTo>
                      <a:pt x="1211" y="38441"/>
                      <a:pt x="1127" y="38649"/>
                      <a:pt x="1065" y="38858"/>
                    </a:cubicBezTo>
                    <a:cubicBezTo>
                      <a:pt x="627" y="40005"/>
                      <a:pt x="314" y="41194"/>
                      <a:pt x="105" y="42383"/>
                    </a:cubicBezTo>
                    <a:cubicBezTo>
                      <a:pt x="1" y="43050"/>
                      <a:pt x="1" y="43697"/>
                      <a:pt x="105" y="44343"/>
                    </a:cubicBezTo>
                    <a:cubicBezTo>
                      <a:pt x="126" y="44448"/>
                      <a:pt x="147" y="44552"/>
                      <a:pt x="168" y="44615"/>
                    </a:cubicBezTo>
                    <a:cubicBezTo>
                      <a:pt x="189" y="44698"/>
                      <a:pt x="210" y="44781"/>
                      <a:pt x="230" y="44844"/>
                    </a:cubicBezTo>
                    <a:cubicBezTo>
                      <a:pt x="272" y="45011"/>
                      <a:pt x="335" y="45157"/>
                      <a:pt x="418" y="45303"/>
                    </a:cubicBezTo>
                    <a:cubicBezTo>
                      <a:pt x="439" y="45386"/>
                      <a:pt x="481" y="45449"/>
                      <a:pt x="502" y="45491"/>
                    </a:cubicBezTo>
                    <a:cubicBezTo>
                      <a:pt x="543" y="45553"/>
                      <a:pt x="585" y="45616"/>
                      <a:pt x="627" y="45657"/>
                    </a:cubicBezTo>
                    <a:lnTo>
                      <a:pt x="794" y="45657"/>
                    </a:lnTo>
                    <a:cubicBezTo>
                      <a:pt x="1252" y="45637"/>
                      <a:pt x="1711" y="45616"/>
                      <a:pt x="2149" y="45595"/>
                    </a:cubicBezTo>
                    <a:lnTo>
                      <a:pt x="2274" y="45595"/>
                    </a:lnTo>
                    <a:lnTo>
                      <a:pt x="2441" y="45574"/>
                    </a:lnTo>
                    <a:lnTo>
                      <a:pt x="2984" y="45574"/>
                    </a:lnTo>
                    <a:cubicBezTo>
                      <a:pt x="4298" y="45491"/>
                      <a:pt x="5591" y="45324"/>
                      <a:pt x="6884" y="45094"/>
                    </a:cubicBezTo>
                    <a:cubicBezTo>
                      <a:pt x="6947" y="45094"/>
                      <a:pt x="7009" y="45073"/>
                      <a:pt x="7072" y="45053"/>
                    </a:cubicBezTo>
                    <a:cubicBezTo>
                      <a:pt x="7259" y="44469"/>
                      <a:pt x="7426" y="43843"/>
                      <a:pt x="7531" y="43217"/>
                    </a:cubicBezTo>
                    <a:cubicBezTo>
                      <a:pt x="7635" y="42779"/>
                      <a:pt x="7697" y="42341"/>
                      <a:pt x="7802" y="41924"/>
                    </a:cubicBezTo>
                    <a:cubicBezTo>
                      <a:pt x="10117" y="31454"/>
                      <a:pt x="11765" y="20858"/>
                      <a:pt x="12745" y="10179"/>
                    </a:cubicBezTo>
                    <a:cubicBezTo>
                      <a:pt x="13058" y="6737"/>
                      <a:pt x="13329" y="3212"/>
                      <a:pt x="145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8580475" y="2411250"/>
                <a:ext cx="151250" cy="1721800"/>
              </a:xfrm>
              <a:custGeom>
                <a:rect b="b" l="l" r="r" t="t"/>
                <a:pathLst>
                  <a:path extrusionOk="0" h="68872" w="6050">
                    <a:moveTo>
                      <a:pt x="4318" y="0"/>
                    </a:moveTo>
                    <a:cubicBezTo>
                      <a:pt x="1753" y="2920"/>
                      <a:pt x="1586" y="7154"/>
                      <a:pt x="1544" y="11034"/>
                    </a:cubicBezTo>
                    <a:cubicBezTo>
                      <a:pt x="1544" y="11972"/>
                      <a:pt x="1523" y="12911"/>
                      <a:pt x="1523" y="13870"/>
                    </a:cubicBezTo>
                    <a:lnTo>
                      <a:pt x="1523" y="13891"/>
                    </a:lnTo>
                    <a:lnTo>
                      <a:pt x="1523" y="15059"/>
                    </a:lnTo>
                    <a:lnTo>
                      <a:pt x="1523" y="15998"/>
                    </a:lnTo>
                    <a:lnTo>
                      <a:pt x="1523" y="16186"/>
                    </a:lnTo>
                    <a:cubicBezTo>
                      <a:pt x="1482" y="25113"/>
                      <a:pt x="1440" y="34019"/>
                      <a:pt x="1044" y="42925"/>
                    </a:cubicBezTo>
                    <a:cubicBezTo>
                      <a:pt x="1023" y="43133"/>
                      <a:pt x="1023" y="43363"/>
                      <a:pt x="1002" y="43571"/>
                    </a:cubicBezTo>
                    <a:cubicBezTo>
                      <a:pt x="981" y="44030"/>
                      <a:pt x="960" y="44510"/>
                      <a:pt x="939" y="44969"/>
                    </a:cubicBezTo>
                    <a:cubicBezTo>
                      <a:pt x="877" y="46074"/>
                      <a:pt x="814" y="47180"/>
                      <a:pt x="752" y="48264"/>
                    </a:cubicBezTo>
                    <a:lnTo>
                      <a:pt x="752" y="48285"/>
                    </a:lnTo>
                    <a:cubicBezTo>
                      <a:pt x="689" y="49307"/>
                      <a:pt x="626" y="50329"/>
                      <a:pt x="543" y="51351"/>
                    </a:cubicBezTo>
                    <a:lnTo>
                      <a:pt x="480" y="52060"/>
                    </a:lnTo>
                    <a:cubicBezTo>
                      <a:pt x="480" y="52165"/>
                      <a:pt x="460" y="52248"/>
                      <a:pt x="460" y="52352"/>
                    </a:cubicBezTo>
                    <a:cubicBezTo>
                      <a:pt x="460" y="52498"/>
                      <a:pt x="439" y="52644"/>
                      <a:pt x="439" y="52790"/>
                    </a:cubicBezTo>
                    <a:cubicBezTo>
                      <a:pt x="293" y="54480"/>
                      <a:pt x="105" y="56816"/>
                      <a:pt x="42" y="59256"/>
                    </a:cubicBezTo>
                    <a:cubicBezTo>
                      <a:pt x="21" y="59507"/>
                      <a:pt x="21" y="59778"/>
                      <a:pt x="21" y="60028"/>
                    </a:cubicBezTo>
                    <a:lnTo>
                      <a:pt x="21" y="61113"/>
                    </a:lnTo>
                    <a:lnTo>
                      <a:pt x="21" y="61133"/>
                    </a:lnTo>
                    <a:cubicBezTo>
                      <a:pt x="1" y="62301"/>
                      <a:pt x="42" y="63470"/>
                      <a:pt x="126" y="64554"/>
                    </a:cubicBezTo>
                    <a:lnTo>
                      <a:pt x="126" y="64658"/>
                    </a:lnTo>
                    <a:lnTo>
                      <a:pt x="126" y="64679"/>
                    </a:lnTo>
                    <a:cubicBezTo>
                      <a:pt x="147" y="64930"/>
                      <a:pt x="167" y="65180"/>
                      <a:pt x="209" y="65430"/>
                    </a:cubicBezTo>
                    <a:cubicBezTo>
                      <a:pt x="209" y="65472"/>
                      <a:pt x="209" y="65514"/>
                      <a:pt x="209" y="65555"/>
                    </a:cubicBezTo>
                    <a:cubicBezTo>
                      <a:pt x="230" y="65722"/>
                      <a:pt x="251" y="65868"/>
                      <a:pt x="272" y="66014"/>
                    </a:cubicBezTo>
                    <a:cubicBezTo>
                      <a:pt x="293" y="66202"/>
                      <a:pt x="334" y="66369"/>
                      <a:pt x="355" y="66536"/>
                    </a:cubicBezTo>
                    <a:cubicBezTo>
                      <a:pt x="376" y="66598"/>
                      <a:pt x="397" y="66661"/>
                      <a:pt x="397" y="66723"/>
                    </a:cubicBezTo>
                    <a:cubicBezTo>
                      <a:pt x="418" y="66848"/>
                      <a:pt x="439" y="66974"/>
                      <a:pt x="460" y="67099"/>
                    </a:cubicBezTo>
                    <a:cubicBezTo>
                      <a:pt x="501" y="67286"/>
                      <a:pt x="543" y="67474"/>
                      <a:pt x="585" y="67662"/>
                    </a:cubicBezTo>
                    <a:cubicBezTo>
                      <a:pt x="606" y="67745"/>
                      <a:pt x="626" y="67829"/>
                      <a:pt x="668" y="67912"/>
                    </a:cubicBezTo>
                    <a:cubicBezTo>
                      <a:pt x="668" y="67954"/>
                      <a:pt x="689" y="67975"/>
                      <a:pt x="689" y="68016"/>
                    </a:cubicBezTo>
                    <a:cubicBezTo>
                      <a:pt x="710" y="68079"/>
                      <a:pt x="731" y="68142"/>
                      <a:pt x="752" y="68204"/>
                    </a:cubicBezTo>
                    <a:cubicBezTo>
                      <a:pt x="752" y="68225"/>
                      <a:pt x="752" y="68225"/>
                      <a:pt x="772" y="68246"/>
                    </a:cubicBezTo>
                    <a:cubicBezTo>
                      <a:pt x="793" y="68308"/>
                      <a:pt x="814" y="68392"/>
                      <a:pt x="835" y="68454"/>
                    </a:cubicBezTo>
                    <a:cubicBezTo>
                      <a:pt x="856" y="68517"/>
                      <a:pt x="898" y="68580"/>
                      <a:pt x="918" y="68642"/>
                    </a:cubicBezTo>
                    <a:cubicBezTo>
                      <a:pt x="939" y="68726"/>
                      <a:pt x="1002" y="68809"/>
                      <a:pt x="1064" y="68872"/>
                    </a:cubicBezTo>
                    <a:lnTo>
                      <a:pt x="1690" y="68872"/>
                    </a:lnTo>
                    <a:cubicBezTo>
                      <a:pt x="1920" y="68872"/>
                      <a:pt x="2128" y="68851"/>
                      <a:pt x="2358" y="68851"/>
                    </a:cubicBezTo>
                    <a:lnTo>
                      <a:pt x="2858" y="68851"/>
                    </a:lnTo>
                    <a:cubicBezTo>
                      <a:pt x="3317" y="68830"/>
                      <a:pt x="3776" y="68809"/>
                      <a:pt x="4214" y="68788"/>
                    </a:cubicBezTo>
                    <a:lnTo>
                      <a:pt x="4339" y="68788"/>
                    </a:lnTo>
                    <a:lnTo>
                      <a:pt x="4485" y="68767"/>
                    </a:lnTo>
                    <a:lnTo>
                      <a:pt x="4652" y="68767"/>
                    </a:lnTo>
                    <a:cubicBezTo>
                      <a:pt x="4673" y="68746"/>
                      <a:pt x="4694" y="68726"/>
                      <a:pt x="4735" y="68705"/>
                    </a:cubicBezTo>
                    <a:cubicBezTo>
                      <a:pt x="4777" y="68621"/>
                      <a:pt x="4840" y="68559"/>
                      <a:pt x="4881" y="68475"/>
                    </a:cubicBezTo>
                    <a:cubicBezTo>
                      <a:pt x="4923" y="68350"/>
                      <a:pt x="4986" y="68225"/>
                      <a:pt x="5006" y="68100"/>
                    </a:cubicBezTo>
                    <a:cubicBezTo>
                      <a:pt x="5152" y="67516"/>
                      <a:pt x="5236" y="66932"/>
                      <a:pt x="5278" y="66348"/>
                    </a:cubicBezTo>
                    <a:cubicBezTo>
                      <a:pt x="5278" y="66160"/>
                      <a:pt x="5298" y="65952"/>
                      <a:pt x="5319" y="65806"/>
                    </a:cubicBezTo>
                    <a:cubicBezTo>
                      <a:pt x="5319" y="65639"/>
                      <a:pt x="5319" y="65472"/>
                      <a:pt x="5319" y="65305"/>
                    </a:cubicBezTo>
                    <a:lnTo>
                      <a:pt x="5319" y="65055"/>
                    </a:lnTo>
                    <a:lnTo>
                      <a:pt x="5319" y="64742"/>
                    </a:lnTo>
                    <a:lnTo>
                      <a:pt x="5319" y="63949"/>
                    </a:lnTo>
                    <a:lnTo>
                      <a:pt x="5319" y="63240"/>
                    </a:lnTo>
                    <a:cubicBezTo>
                      <a:pt x="5298" y="62239"/>
                      <a:pt x="5257" y="61238"/>
                      <a:pt x="5236" y="60403"/>
                    </a:cubicBezTo>
                    <a:lnTo>
                      <a:pt x="5236" y="60383"/>
                    </a:lnTo>
                    <a:cubicBezTo>
                      <a:pt x="5215" y="60070"/>
                      <a:pt x="5194" y="59799"/>
                      <a:pt x="5194" y="59527"/>
                    </a:cubicBezTo>
                    <a:lnTo>
                      <a:pt x="5194" y="59298"/>
                    </a:lnTo>
                    <a:lnTo>
                      <a:pt x="5194" y="59194"/>
                    </a:lnTo>
                    <a:lnTo>
                      <a:pt x="5194" y="59110"/>
                    </a:lnTo>
                    <a:lnTo>
                      <a:pt x="5194" y="58505"/>
                    </a:lnTo>
                    <a:lnTo>
                      <a:pt x="5194" y="58130"/>
                    </a:lnTo>
                    <a:cubicBezTo>
                      <a:pt x="5215" y="57546"/>
                      <a:pt x="5236" y="56962"/>
                      <a:pt x="5257" y="56378"/>
                    </a:cubicBezTo>
                    <a:cubicBezTo>
                      <a:pt x="5257" y="56211"/>
                      <a:pt x="5257" y="56065"/>
                      <a:pt x="5257" y="55898"/>
                    </a:cubicBezTo>
                    <a:lnTo>
                      <a:pt x="5257" y="55419"/>
                    </a:lnTo>
                    <a:cubicBezTo>
                      <a:pt x="5298" y="53750"/>
                      <a:pt x="5361" y="52060"/>
                      <a:pt x="5403" y="50371"/>
                    </a:cubicBezTo>
                    <a:cubicBezTo>
                      <a:pt x="5403" y="50142"/>
                      <a:pt x="5424" y="49954"/>
                      <a:pt x="5424" y="49704"/>
                    </a:cubicBezTo>
                    <a:cubicBezTo>
                      <a:pt x="5424" y="49453"/>
                      <a:pt x="5444" y="49224"/>
                      <a:pt x="5444" y="48974"/>
                    </a:cubicBezTo>
                    <a:cubicBezTo>
                      <a:pt x="5549" y="45553"/>
                      <a:pt x="5632" y="42111"/>
                      <a:pt x="5736" y="38691"/>
                    </a:cubicBezTo>
                    <a:cubicBezTo>
                      <a:pt x="5736" y="38691"/>
                      <a:pt x="5736" y="38670"/>
                      <a:pt x="5736" y="38670"/>
                    </a:cubicBezTo>
                    <a:cubicBezTo>
                      <a:pt x="5778" y="36876"/>
                      <a:pt x="5820" y="35082"/>
                      <a:pt x="5882" y="33289"/>
                    </a:cubicBezTo>
                    <a:lnTo>
                      <a:pt x="5882" y="33268"/>
                    </a:lnTo>
                    <a:lnTo>
                      <a:pt x="5882" y="33184"/>
                    </a:lnTo>
                    <a:cubicBezTo>
                      <a:pt x="5945" y="31120"/>
                      <a:pt x="6008" y="29076"/>
                      <a:pt x="6029" y="27031"/>
                    </a:cubicBezTo>
                    <a:cubicBezTo>
                      <a:pt x="6008" y="27011"/>
                      <a:pt x="6008" y="27011"/>
                      <a:pt x="6029" y="27011"/>
                    </a:cubicBezTo>
                    <a:lnTo>
                      <a:pt x="6029" y="26155"/>
                    </a:lnTo>
                    <a:lnTo>
                      <a:pt x="6029" y="25509"/>
                    </a:lnTo>
                    <a:cubicBezTo>
                      <a:pt x="6049" y="22422"/>
                      <a:pt x="5924" y="19335"/>
                      <a:pt x="5653" y="16248"/>
                    </a:cubicBezTo>
                    <a:cubicBezTo>
                      <a:pt x="5653" y="16165"/>
                      <a:pt x="5632" y="16081"/>
                      <a:pt x="5632" y="15998"/>
                    </a:cubicBezTo>
                    <a:cubicBezTo>
                      <a:pt x="5611" y="15768"/>
                      <a:pt x="5570" y="15539"/>
                      <a:pt x="5549" y="15310"/>
                    </a:cubicBezTo>
                    <a:cubicBezTo>
                      <a:pt x="5528" y="15080"/>
                      <a:pt x="5507" y="14830"/>
                      <a:pt x="5465" y="14600"/>
                    </a:cubicBezTo>
                    <a:cubicBezTo>
                      <a:pt x="4881" y="9720"/>
                      <a:pt x="3922" y="4860"/>
                      <a:pt x="4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8118475" y="3489575"/>
                <a:ext cx="340525" cy="645050"/>
              </a:xfrm>
              <a:custGeom>
                <a:rect b="b" l="l" r="r" t="t"/>
                <a:pathLst>
                  <a:path extrusionOk="0" h="25802" w="13621">
                    <a:moveTo>
                      <a:pt x="793" y="0"/>
                    </a:moveTo>
                    <a:lnTo>
                      <a:pt x="793" y="0"/>
                    </a:lnTo>
                    <a:cubicBezTo>
                      <a:pt x="1" y="3525"/>
                      <a:pt x="898" y="7259"/>
                      <a:pt x="2316" y="10617"/>
                    </a:cubicBezTo>
                    <a:cubicBezTo>
                      <a:pt x="3734" y="13954"/>
                      <a:pt x="5695" y="17041"/>
                      <a:pt x="7176" y="20378"/>
                    </a:cubicBezTo>
                    <a:cubicBezTo>
                      <a:pt x="7510" y="21150"/>
                      <a:pt x="7843" y="22151"/>
                      <a:pt x="8219" y="23173"/>
                    </a:cubicBezTo>
                    <a:cubicBezTo>
                      <a:pt x="8490" y="23924"/>
                      <a:pt x="8761" y="24696"/>
                      <a:pt x="9095" y="25405"/>
                    </a:cubicBezTo>
                    <a:lnTo>
                      <a:pt x="9282" y="25426"/>
                    </a:lnTo>
                    <a:cubicBezTo>
                      <a:pt x="9512" y="25467"/>
                      <a:pt x="9762" y="25509"/>
                      <a:pt x="10012" y="25530"/>
                    </a:cubicBezTo>
                    <a:cubicBezTo>
                      <a:pt x="10179" y="25551"/>
                      <a:pt x="10346" y="25572"/>
                      <a:pt x="10513" y="25593"/>
                    </a:cubicBezTo>
                    <a:cubicBezTo>
                      <a:pt x="11014" y="25634"/>
                      <a:pt x="11556" y="25676"/>
                      <a:pt x="12119" y="25718"/>
                    </a:cubicBezTo>
                    <a:lnTo>
                      <a:pt x="12286" y="25718"/>
                    </a:lnTo>
                    <a:lnTo>
                      <a:pt x="12453" y="25739"/>
                    </a:lnTo>
                    <a:lnTo>
                      <a:pt x="12870" y="25759"/>
                    </a:lnTo>
                    <a:cubicBezTo>
                      <a:pt x="12912" y="25770"/>
                      <a:pt x="12959" y="25770"/>
                      <a:pt x="13003" y="25770"/>
                    </a:cubicBezTo>
                    <a:cubicBezTo>
                      <a:pt x="13047" y="25770"/>
                      <a:pt x="13089" y="25770"/>
                      <a:pt x="13120" y="25780"/>
                    </a:cubicBezTo>
                    <a:cubicBezTo>
                      <a:pt x="13183" y="25801"/>
                      <a:pt x="13225" y="25801"/>
                      <a:pt x="13287" y="25801"/>
                    </a:cubicBezTo>
                    <a:lnTo>
                      <a:pt x="13621" y="25801"/>
                    </a:lnTo>
                    <a:cubicBezTo>
                      <a:pt x="13579" y="25572"/>
                      <a:pt x="13537" y="25363"/>
                      <a:pt x="13475" y="25175"/>
                    </a:cubicBezTo>
                    <a:cubicBezTo>
                      <a:pt x="13225" y="24341"/>
                      <a:pt x="12953" y="23507"/>
                      <a:pt x="12682" y="22693"/>
                    </a:cubicBezTo>
                    <a:cubicBezTo>
                      <a:pt x="12661" y="22652"/>
                      <a:pt x="12661" y="22610"/>
                      <a:pt x="12640" y="22568"/>
                    </a:cubicBezTo>
                    <a:cubicBezTo>
                      <a:pt x="12494" y="22172"/>
                      <a:pt x="12369" y="21797"/>
                      <a:pt x="12244" y="21421"/>
                    </a:cubicBezTo>
                    <a:cubicBezTo>
                      <a:pt x="12119" y="21108"/>
                      <a:pt x="11994" y="20795"/>
                      <a:pt x="11869" y="20483"/>
                    </a:cubicBezTo>
                    <a:cubicBezTo>
                      <a:pt x="11410" y="19314"/>
                      <a:pt x="10847" y="18167"/>
                      <a:pt x="10179" y="17083"/>
                    </a:cubicBezTo>
                    <a:cubicBezTo>
                      <a:pt x="10138" y="17020"/>
                      <a:pt x="10096" y="16978"/>
                      <a:pt x="10033" y="16853"/>
                    </a:cubicBezTo>
                    <a:cubicBezTo>
                      <a:pt x="9950" y="16749"/>
                      <a:pt x="9846" y="16603"/>
                      <a:pt x="9783" y="16499"/>
                    </a:cubicBezTo>
                    <a:cubicBezTo>
                      <a:pt x="9720" y="16394"/>
                      <a:pt x="9637" y="16290"/>
                      <a:pt x="9554" y="16165"/>
                    </a:cubicBezTo>
                    <a:cubicBezTo>
                      <a:pt x="7614" y="13433"/>
                      <a:pt x="5007" y="11138"/>
                      <a:pt x="3380" y="8197"/>
                    </a:cubicBezTo>
                    <a:cubicBezTo>
                      <a:pt x="1982" y="5674"/>
                      <a:pt x="1377" y="2816"/>
                      <a:pt x="7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5"/>
              <p:cNvSpPr/>
              <p:nvPr/>
            </p:nvSpPr>
            <p:spPr>
              <a:xfrm>
                <a:off x="8020975" y="3064075"/>
                <a:ext cx="492775" cy="1072100"/>
              </a:xfrm>
              <a:custGeom>
                <a:rect b="b" l="l" r="r" t="t"/>
                <a:pathLst>
                  <a:path extrusionOk="0" h="42884" w="19711">
                    <a:moveTo>
                      <a:pt x="981" y="1"/>
                    </a:moveTo>
                    <a:lnTo>
                      <a:pt x="981" y="1"/>
                    </a:lnTo>
                    <a:cubicBezTo>
                      <a:pt x="0" y="5737"/>
                      <a:pt x="2420" y="11514"/>
                      <a:pt x="5340" y="16582"/>
                    </a:cubicBezTo>
                    <a:cubicBezTo>
                      <a:pt x="8260" y="21630"/>
                      <a:pt x="11785" y="26469"/>
                      <a:pt x="13328" y="32100"/>
                    </a:cubicBezTo>
                    <a:cubicBezTo>
                      <a:pt x="13412" y="32455"/>
                      <a:pt x="13516" y="32810"/>
                      <a:pt x="13600" y="33185"/>
                    </a:cubicBezTo>
                    <a:cubicBezTo>
                      <a:pt x="13620" y="33310"/>
                      <a:pt x="13641" y="33435"/>
                      <a:pt x="13683" y="33581"/>
                    </a:cubicBezTo>
                    <a:cubicBezTo>
                      <a:pt x="13725" y="33706"/>
                      <a:pt x="13746" y="33852"/>
                      <a:pt x="13787" y="33998"/>
                    </a:cubicBezTo>
                    <a:cubicBezTo>
                      <a:pt x="13975" y="34854"/>
                      <a:pt x="14142" y="35709"/>
                      <a:pt x="14309" y="36585"/>
                    </a:cubicBezTo>
                    <a:cubicBezTo>
                      <a:pt x="14330" y="36647"/>
                      <a:pt x="14350" y="36731"/>
                      <a:pt x="14371" y="36793"/>
                    </a:cubicBezTo>
                    <a:cubicBezTo>
                      <a:pt x="14580" y="37836"/>
                      <a:pt x="14809" y="38858"/>
                      <a:pt x="15101" y="39859"/>
                    </a:cubicBezTo>
                    <a:cubicBezTo>
                      <a:pt x="15143" y="39964"/>
                      <a:pt x="15164" y="40068"/>
                      <a:pt x="15206" y="40172"/>
                    </a:cubicBezTo>
                    <a:cubicBezTo>
                      <a:pt x="15226" y="40235"/>
                      <a:pt x="15247" y="40297"/>
                      <a:pt x="15268" y="40360"/>
                    </a:cubicBezTo>
                    <a:cubicBezTo>
                      <a:pt x="15372" y="40694"/>
                      <a:pt x="15477" y="41007"/>
                      <a:pt x="15602" y="41340"/>
                    </a:cubicBezTo>
                    <a:cubicBezTo>
                      <a:pt x="15727" y="41695"/>
                      <a:pt x="15936" y="42237"/>
                      <a:pt x="16186" y="42821"/>
                    </a:cubicBezTo>
                    <a:lnTo>
                      <a:pt x="16353" y="42821"/>
                    </a:lnTo>
                    <a:lnTo>
                      <a:pt x="16770" y="42842"/>
                    </a:lnTo>
                    <a:cubicBezTo>
                      <a:pt x="16812" y="42852"/>
                      <a:pt x="16859" y="42852"/>
                      <a:pt x="16903" y="42852"/>
                    </a:cubicBezTo>
                    <a:cubicBezTo>
                      <a:pt x="16947" y="42852"/>
                      <a:pt x="16989" y="42852"/>
                      <a:pt x="17020" y="42863"/>
                    </a:cubicBezTo>
                    <a:cubicBezTo>
                      <a:pt x="17083" y="42884"/>
                      <a:pt x="17125" y="42884"/>
                      <a:pt x="17187" y="42884"/>
                    </a:cubicBezTo>
                    <a:lnTo>
                      <a:pt x="19690" y="42884"/>
                    </a:lnTo>
                    <a:cubicBezTo>
                      <a:pt x="19711" y="42717"/>
                      <a:pt x="19690" y="42550"/>
                      <a:pt x="19690" y="42383"/>
                    </a:cubicBezTo>
                    <a:cubicBezTo>
                      <a:pt x="19607" y="41465"/>
                      <a:pt x="19481" y="40548"/>
                      <a:pt x="19294" y="39630"/>
                    </a:cubicBezTo>
                    <a:cubicBezTo>
                      <a:pt x="19023" y="38274"/>
                      <a:pt x="18668" y="36939"/>
                      <a:pt x="18230" y="35625"/>
                    </a:cubicBezTo>
                    <a:cubicBezTo>
                      <a:pt x="18167" y="35417"/>
                      <a:pt x="18105" y="35208"/>
                      <a:pt x="18042" y="35000"/>
                    </a:cubicBezTo>
                    <a:cubicBezTo>
                      <a:pt x="17980" y="34812"/>
                      <a:pt x="17917" y="34603"/>
                      <a:pt x="17834" y="34395"/>
                    </a:cubicBezTo>
                    <a:lnTo>
                      <a:pt x="17792" y="34270"/>
                    </a:lnTo>
                    <a:cubicBezTo>
                      <a:pt x="17604" y="33727"/>
                      <a:pt x="17417" y="33206"/>
                      <a:pt x="17229" y="32684"/>
                    </a:cubicBezTo>
                    <a:lnTo>
                      <a:pt x="17125" y="32372"/>
                    </a:lnTo>
                    <a:cubicBezTo>
                      <a:pt x="16540" y="30766"/>
                      <a:pt x="15956" y="29180"/>
                      <a:pt x="15331" y="27595"/>
                    </a:cubicBezTo>
                    <a:cubicBezTo>
                      <a:pt x="15289" y="27491"/>
                      <a:pt x="15247" y="27366"/>
                      <a:pt x="15206" y="27261"/>
                    </a:cubicBezTo>
                    <a:cubicBezTo>
                      <a:pt x="15164" y="27178"/>
                      <a:pt x="15122" y="27074"/>
                      <a:pt x="15080" y="26990"/>
                    </a:cubicBezTo>
                    <a:cubicBezTo>
                      <a:pt x="14580" y="25718"/>
                      <a:pt x="14058" y="24467"/>
                      <a:pt x="13516" y="23236"/>
                    </a:cubicBezTo>
                    <a:cubicBezTo>
                      <a:pt x="13391" y="22965"/>
                      <a:pt x="13266" y="22715"/>
                      <a:pt x="13162" y="22485"/>
                    </a:cubicBezTo>
                    <a:cubicBezTo>
                      <a:pt x="13078" y="22256"/>
                      <a:pt x="12974" y="22026"/>
                      <a:pt x="12849" y="21797"/>
                    </a:cubicBezTo>
                    <a:cubicBezTo>
                      <a:pt x="12724" y="21526"/>
                      <a:pt x="12598" y="21234"/>
                      <a:pt x="12473" y="20983"/>
                    </a:cubicBezTo>
                    <a:cubicBezTo>
                      <a:pt x="12369" y="20775"/>
                      <a:pt x="12265" y="20566"/>
                      <a:pt x="12181" y="20399"/>
                    </a:cubicBezTo>
                    <a:cubicBezTo>
                      <a:pt x="12098" y="20212"/>
                      <a:pt x="12014" y="20024"/>
                      <a:pt x="11910" y="19857"/>
                    </a:cubicBezTo>
                    <a:cubicBezTo>
                      <a:pt x="11389" y="18793"/>
                      <a:pt x="10825" y="17750"/>
                      <a:pt x="10221" y="16728"/>
                    </a:cubicBezTo>
                    <a:cubicBezTo>
                      <a:pt x="7009" y="11201"/>
                      <a:pt x="2795" y="6133"/>
                      <a:pt x="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5"/>
              <p:cNvSpPr/>
              <p:nvPr/>
            </p:nvSpPr>
            <p:spPr>
              <a:xfrm>
                <a:off x="8362525" y="2410725"/>
                <a:ext cx="225275" cy="1725450"/>
              </a:xfrm>
              <a:custGeom>
                <a:rect b="b" l="l" r="r" t="t"/>
                <a:pathLst>
                  <a:path extrusionOk="0" h="69018" w="9011">
                    <a:moveTo>
                      <a:pt x="1481" y="0"/>
                    </a:moveTo>
                    <a:lnTo>
                      <a:pt x="1481" y="0"/>
                    </a:lnTo>
                    <a:cubicBezTo>
                      <a:pt x="834" y="2670"/>
                      <a:pt x="417" y="5402"/>
                      <a:pt x="230" y="8156"/>
                    </a:cubicBezTo>
                    <a:cubicBezTo>
                      <a:pt x="230" y="8260"/>
                      <a:pt x="209" y="8364"/>
                      <a:pt x="209" y="8468"/>
                    </a:cubicBezTo>
                    <a:cubicBezTo>
                      <a:pt x="209" y="8594"/>
                      <a:pt x="188" y="8740"/>
                      <a:pt x="188" y="8865"/>
                    </a:cubicBezTo>
                    <a:cubicBezTo>
                      <a:pt x="0" y="12744"/>
                      <a:pt x="84" y="16665"/>
                      <a:pt x="459" y="20545"/>
                    </a:cubicBezTo>
                    <a:cubicBezTo>
                      <a:pt x="709" y="23590"/>
                      <a:pt x="1210" y="26635"/>
                      <a:pt x="1544" y="29681"/>
                    </a:cubicBezTo>
                    <a:cubicBezTo>
                      <a:pt x="1564" y="29931"/>
                      <a:pt x="1585" y="30160"/>
                      <a:pt x="1627" y="30452"/>
                    </a:cubicBezTo>
                    <a:cubicBezTo>
                      <a:pt x="1648" y="30744"/>
                      <a:pt x="1669" y="31015"/>
                      <a:pt x="1690" y="31307"/>
                    </a:cubicBezTo>
                    <a:cubicBezTo>
                      <a:pt x="1773" y="32350"/>
                      <a:pt x="1836" y="33414"/>
                      <a:pt x="1836" y="34457"/>
                    </a:cubicBezTo>
                    <a:cubicBezTo>
                      <a:pt x="1856" y="39275"/>
                      <a:pt x="855" y="44135"/>
                      <a:pt x="1752" y="48869"/>
                    </a:cubicBezTo>
                    <a:cubicBezTo>
                      <a:pt x="2211" y="51226"/>
                      <a:pt x="3108" y="53479"/>
                      <a:pt x="3671" y="55815"/>
                    </a:cubicBezTo>
                    <a:cubicBezTo>
                      <a:pt x="4005" y="57338"/>
                      <a:pt x="4234" y="58881"/>
                      <a:pt x="4339" y="60445"/>
                    </a:cubicBezTo>
                    <a:lnTo>
                      <a:pt x="4339" y="60487"/>
                    </a:lnTo>
                    <a:cubicBezTo>
                      <a:pt x="4359" y="60675"/>
                      <a:pt x="4380" y="60862"/>
                      <a:pt x="4380" y="61071"/>
                    </a:cubicBezTo>
                    <a:cubicBezTo>
                      <a:pt x="4401" y="61154"/>
                      <a:pt x="4401" y="61238"/>
                      <a:pt x="4401" y="61363"/>
                    </a:cubicBezTo>
                    <a:cubicBezTo>
                      <a:pt x="4422" y="61467"/>
                      <a:pt x="4422" y="61551"/>
                      <a:pt x="4422" y="61697"/>
                    </a:cubicBezTo>
                    <a:cubicBezTo>
                      <a:pt x="4443" y="61864"/>
                      <a:pt x="4464" y="62010"/>
                      <a:pt x="4464" y="62176"/>
                    </a:cubicBezTo>
                    <a:cubicBezTo>
                      <a:pt x="4526" y="63345"/>
                      <a:pt x="4589" y="64533"/>
                      <a:pt x="4672" y="65722"/>
                    </a:cubicBezTo>
                    <a:cubicBezTo>
                      <a:pt x="4735" y="66807"/>
                      <a:pt x="4818" y="67912"/>
                      <a:pt x="4964" y="68997"/>
                    </a:cubicBezTo>
                    <a:lnTo>
                      <a:pt x="5131" y="68997"/>
                    </a:lnTo>
                    <a:lnTo>
                      <a:pt x="5507" y="69018"/>
                    </a:lnTo>
                    <a:lnTo>
                      <a:pt x="8072" y="69018"/>
                    </a:lnTo>
                    <a:cubicBezTo>
                      <a:pt x="8176" y="68747"/>
                      <a:pt x="8260" y="68455"/>
                      <a:pt x="8364" y="68183"/>
                    </a:cubicBezTo>
                    <a:cubicBezTo>
                      <a:pt x="8385" y="68100"/>
                      <a:pt x="8385" y="68037"/>
                      <a:pt x="8427" y="67933"/>
                    </a:cubicBezTo>
                    <a:cubicBezTo>
                      <a:pt x="8447" y="67829"/>
                      <a:pt x="8468" y="67725"/>
                      <a:pt x="8510" y="67641"/>
                    </a:cubicBezTo>
                    <a:cubicBezTo>
                      <a:pt x="8531" y="67537"/>
                      <a:pt x="8573" y="67412"/>
                      <a:pt x="8593" y="67307"/>
                    </a:cubicBezTo>
                    <a:cubicBezTo>
                      <a:pt x="8677" y="66932"/>
                      <a:pt x="8739" y="66577"/>
                      <a:pt x="8802" y="66202"/>
                    </a:cubicBezTo>
                    <a:cubicBezTo>
                      <a:pt x="8802" y="66160"/>
                      <a:pt x="8802" y="66139"/>
                      <a:pt x="8802" y="66119"/>
                    </a:cubicBezTo>
                    <a:cubicBezTo>
                      <a:pt x="8823" y="66014"/>
                      <a:pt x="8823" y="65889"/>
                      <a:pt x="8844" y="65785"/>
                    </a:cubicBezTo>
                    <a:cubicBezTo>
                      <a:pt x="8844" y="65743"/>
                      <a:pt x="8844" y="65681"/>
                      <a:pt x="8865" y="65639"/>
                    </a:cubicBezTo>
                    <a:cubicBezTo>
                      <a:pt x="8885" y="65597"/>
                      <a:pt x="8885" y="65555"/>
                      <a:pt x="8885" y="65514"/>
                    </a:cubicBezTo>
                    <a:lnTo>
                      <a:pt x="8885" y="65389"/>
                    </a:lnTo>
                    <a:cubicBezTo>
                      <a:pt x="8906" y="65138"/>
                      <a:pt x="8948" y="64867"/>
                      <a:pt x="8948" y="64617"/>
                    </a:cubicBezTo>
                    <a:cubicBezTo>
                      <a:pt x="9011" y="63470"/>
                      <a:pt x="8969" y="62343"/>
                      <a:pt x="8844" y="61217"/>
                    </a:cubicBezTo>
                    <a:cubicBezTo>
                      <a:pt x="8802" y="60842"/>
                      <a:pt x="8760" y="60466"/>
                      <a:pt x="8698" y="60112"/>
                    </a:cubicBezTo>
                    <a:cubicBezTo>
                      <a:pt x="8656" y="59840"/>
                      <a:pt x="8614" y="59590"/>
                      <a:pt x="8552" y="59319"/>
                    </a:cubicBezTo>
                    <a:cubicBezTo>
                      <a:pt x="8531" y="59194"/>
                      <a:pt x="8510" y="59069"/>
                      <a:pt x="8489" y="58944"/>
                    </a:cubicBezTo>
                    <a:cubicBezTo>
                      <a:pt x="8406" y="58485"/>
                      <a:pt x="8301" y="58047"/>
                      <a:pt x="8197" y="57630"/>
                    </a:cubicBezTo>
                    <a:cubicBezTo>
                      <a:pt x="8114" y="57233"/>
                      <a:pt x="8009" y="56816"/>
                      <a:pt x="7905" y="56420"/>
                    </a:cubicBezTo>
                    <a:cubicBezTo>
                      <a:pt x="7905" y="56420"/>
                      <a:pt x="7905" y="56399"/>
                      <a:pt x="7905" y="56399"/>
                    </a:cubicBezTo>
                    <a:cubicBezTo>
                      <a:pt x="7843" y="56170"/>
                      <a:pt x="7759" y="55898"/>
                      <a:pt x="7697" y="55648"/>
                    </a:cubicBezTo>
                    <a:cubicBezTo>
                      <a:pt x="7634" y="55440"/>
                      <a:pt x="7592" y="55252"/>
                      <a:pt x="7530" y="55064"/>
                    </a:cubicBezTo>
                    <a:cubicBezTo>
                      <a:pt x="6883" y="52832"/>
                      <a:pt x="6153" y="50601"/>
                      <a:pt x="5611" y="48348"/>
                    </a:cubicBezTo>
                    <a:cubicBezTo>
                      <a:pt x="5444" y="47743"/>
                      <a:pt x="5319" y="47138"/>
                      <a:pt x="5194" y="46533"/>
                    </a:cubicBezTo>
                    <a:lnTo>
                      <a:pt x="5131" y="46221"/>
                    </a:lnTo>
                    <a:cubicBezTo>
                      <a:pt x="5110" y="46116"/>
                      <a:pt x="5089" y="46012"/>
                      <a:pt x="5069" y="45908"/>
                    </a:cubicBezTo>
                    <a:cubicBezTo>
                      <a:pt x="4714" y="44135"/>
                      <a:pt x="4464" y="42362"/>
                      <a:pt x="4276" y="40589"/>
                    </a:cubicBezTo>
                    <a:cubicBezTo>
                      <a:pt x="4005" y="37878"/>
                      <a:pt x="3859" y="35145"/>
                      <a:pt x="3775" y="32413"/>
                    </a:cubicBezTo>
                    <a:cubicBezTo>
                      <a:pt x="3775" y="32058"/>
                      <a:pt x="3755" y="31725"/>
                      <a:pt x="3755" y="31391"/>
                    </a:cubicBezTo>
                    <a:lnTo>
                      <a:pt x="3755" y="31224"/>
                    </a:lnTo>
                    <a:cubicBezTo>
                      <a:pt x="3755" y="31203"/>
                      <a:pt x="3755" y="31182"/>
                      <a:pt x="3755" y="31161"/>
                    </a:cubicBezTo>
                    <a:lnTo>
                      <a:pt x="3755" y="31141"/>
                    </a:lnTo>
                    <a:lnTo>
                      <a:pt x="3755" y="30890"/>
                    </a:lnTo>
                    <a:cubicBezTo>
                      <a:pt x="3734" y="30411"/>
                      <a:pt x="3713" y="29889"/>
                      <a:pt x="3713" y="29472"/>
                    </a:cubicBezTo>
                    <a:lnTo>
                      <a:pt x="3713" y="28158"/>
                    </a:lnTo>
                    <a:lnTo>
                      <a:pt x="3713" y="27803"/>
                    </a:lnTo>
                    <a:lnTo>
                      <a:pt x="3713" y="27678"/>
                    </a:lnTo>
                    <a:cubicBezTo>
                      <a:pt x="3713" y="27616"/>
                      <a:pt x="3713" y="27574"/>
                      <a:pt x="3713" y="27532"/>
                    </a:cubicBezTo>
                    <a:lnTo>
                      <a:pt x="3713" y="27178"/>
                    </a:lnTo>
                    <a:cubicBezTo>
                      <a:pt x="3734" y="26531"/>
                      <a:pt x="3734" y="25905"/>
                      <a:pt x="3755" y="25280"/>
                    </a:cubicBezTo>
                    <a:lnTo>
                      <a:pt x="3755" y="25092"/>
                    </a:lnTo>
                    <a:cubicBezTo>
                      <a:pt x="3775" y="24320"/>
                      <a:pt x="3817" y="23528"/>
                      <a:pt x="3838" y="22756"/>
                    </a:cubicBezTo>
                    <a:lnTo>
                      <a:pt x="3838" y="22526"/>
                    </a:lnTo>
                    <a:cubicBezTo>
                      <a:pt x="3880" y="21546"/>
                      <a:pt x="3921" y="20566"/>
                      <a:pt x="3921" y="19585"/>
                    </a:cubicBezTo>
                    <a:lnTo>
                      <a:pt x="3921" y="19398"/>
                    </a:lnTo>
                    <a:cubicBezTo>
                      <a:pt x="3942" y="18271"/>
                      <a:pt x="3942" y="17124"/>
                      <a:pt x="3901" y="15998"/>
                    </a:cubicBezTo>
                    <a:cubicBezTo>
                      <a:pt x="3796" y="13161"/>
                      <a:pt x="3191" y="10596"/>
                      <a:pt x="2586" y="7947"/>
                    </a:cubicBezTo>
                    <a:cubicBezTo>
                      <a:pt x="2524" y="7738"/>
                      <a:pt x="2482" y="7509"/>
                      <a:pt x="2420" y="7280"/>
                    </a:cubicBezTo>
                    <a:cubicBezTo>
                      <a:pt x="2378" y="7071"/>
                      <a:pt x="2315" y="6842"/>
                      <a:pt x="2274" y="6612"/>
                    </a:cubicBezTo>
                    <a:cubicBezTo>
                      <a:pt x="2086" y="5861"/>
                      <a:pt x="1940" y="5090"/>
                      <a:pt x="1773" y="4318"/>
                    </a:cubicBezTo>
                    <a:cubicBezTo>
                      <a:pt x="1502" y="2879"/>
                      <a:pt x="1418" y="1439"/>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5"/>
              <p:cNvSpPr/>
              <p:nvPr/>
            </p:nvSpPr>
            <p:spPr>
              <a:xfrm>
                <a:off x="8414150" y="2180775"/>
                <a:ext cx="200250" cy="1955400"/>
              </a:xfrm>
              <a:custGeom>
                <a:rect b="b" l="l" r="r" t="t"/>
                <a:pathLst>
                  <a:path extrusionOk="0" h="78216" w="8010">
                    <a:moveTo>
                      <a:pt x="2420" y="0"/>
                    </a:moveTo>
                    <a:lnTo>
                      <a:pt x="2420" y="0"/>
                    </a:lnTo>
                    <a:cubicBezTo>
                      <a:pt x="563" y="1606"/>
                      <a:pt x="396" y="4380"/>
                      <a:pt x="375" y="6841"/>
                    </a:cubicBezTo>
                    <a:cubicBezTo>
                      <a:pt x="355" y="9824"/>
                      <a:pt x="375" y="12807"/>
                      <a:pt x="375" y="15789"/>
                    </a:cubicBezTo>
                    <a:lnTo>
                      <a:pt x="375" y="16478"/>
                    </a:lnTo>
                    <a:lnTo>
                      <a:pt x="375" y="17166"/>
                    </a:lnTo>
                    <a:cubicBezTo>
                      <a:pt x="375" y="21171"/>
                      <a:pt x="355" y="25175"/>
                      <a:pt x="250" y="29180"/>
                    </a:cubicBezTo>
                    <a:cubicBezTo>
                      <a:pt x="229" y="29680"/>
                      <a:pt x="209" y="30181"/>
                      <a:pt x="188" y="30682"/>
                    </a:cubicBezTo>
                    <a:cubicBezTo>
                      <a:pt x="188" y="30828"/>
                      <a:pt x="209" y="30953"/>
                      <a:pt x="188" y="31120"/>
                    </a:cubicBezTo>
                    <a:cubicBezTo>
                      <a:pt x="188" y="31266"/>
                      <a:pt x="188" y="31391"/>
                      <a:pt x="188" y="31516"/>
                    </a:cubicBezTo>
                    <a:cubicBezTo>
                      <a:pt x="83" y="34603"/>
                      <a:pt x="0" y="37669"/>
                      <a:pt x="21" y="40735"/>
                    </a:cubicBezTo>
                    <a:lnTo>
                      <a:pt x="21" y="41444"/>
                    </a:lnTo>
                    <a:cubicBezTo>
                      <a:pt x="42" y="41757"/>
                      <a:pt x="42" y="42049"/>
                      <a:pt x="42" y="42341"/>
                    </a:cubicBezTo>
                    <a:cubicBezTo>
                      <a:pt x="83" y="44677"/>
                      <a:pt x="209" y="46992"/>
                      <a:pt x="459" y="49307"/>
                    </a:cubicBezTo>
                    <a:cubicBezTo>
                      <a:pt x="521" y="49787"/>
                      <a:pt x="584" y="50308"/>
                      <a:pt x="626" y="50767"/>
                    </a:cubicBezTo>
                    <a:cubicBezTo>
                      <a:pt x="688" y="51226"/>
                      <a:pt x="751" y="51664"/>
                      <a:pt x="834" y="52123"/>
                    </a:cubicBezTo>
                    <a:cubicBezTo>
                      <a:pt x="939" y="52853"/>
                      <a:pt x="1064" y="53583"/>
                      <a:pt x="1189" y="54292"/>
                    </a:cubicBezTo>
                    <a:cubicBezTo>
                      <a:pt x="1481" y="55836"/>
                      <a:pt x="1836" y="57379"/>
                      <a:pt x="2148" y="58902"/>
                    </a:cubicBezTo>
                    <a:cubicBezTo>
                      <a:pt x="2190" y="59048"/>
                      <a:pt x="2211" y="59194"/>
                      <a:pt x="2232" y="59319"/>
                    </a:cubicBezTo>
                    <a:cubicBezTo>
                      <a:pt x="2253" y="59402"/>
                      <a:pt x="2274" y="59465"/>
                      <a:pt x="2274" y="59527"/>
                    </a:cubicBezTo>
                    <a:cubicBezTo>
                      <a:pt x="2336" y="59819"/>
                      <a:pt x="2399" y="60111"/>
                      <a:pt x="2440" y="60403"/>
                    </a:cubicBezTo>
                    <a:cubicBezTo>
                      <a:pt x="2545" y="60967"/>
                      <a:pt x="2649" y="61530"/>
                      <a:pt x="2732" y="62093"/>
                    </a:cubicBezTo>
                    <a:cubicBezTo>
                      <a:pt x="2774" y="62385"/>
                      <a:pt x="2816" y="62677"/>
                      <a:pt x="2837" y="62990"/>
                    </a:cubicBezTo>
                    <a:lnTo>
                      <a:pt x="2837" y="63011"/>
                    </a:lnTo>
                    <a:cubicBezTo>
                      <a:pt x="2878" y="63261"/>
                      <a:pt x="2899" y="63490"/>
                      <a:pt x="2920" y="63720"/>
                    </a:cubicBezTo>
                    <a:cubicBezTo>
                      <a:pt x="3045" y="65076"/>
                      <a:pt x="3087" y="66452"/>
                      <a:pt x="3150" y="67808"/>
                    </a:cubicBezTo>
                    <a:cubicBezTo>
                      <a:pt x="3170" y="68246"/>
                      <a:pt x="3170" y="68663"/>
                      <a:pt x="3191" y="69080"/>
                    </a:cubicBezTo>
                    <a:lnTo>
                      <a:pt x="3191" y="69226"/>
                    </a:lnTo>
                    <a:cubicBezTo>
                      <a:pt x="3212" y="69727"/>
                      <a:pt x="3233" y="70206"/>
                      <a:pt x="3275" y="70707"/>
                    </a:cubicBezTo>
                    <a:cubicBezTo>
                      <a:pt x="3337" y="72105"/>
                      <a:pt x="3504" y="73502"/>
                      <a:pt x="3754" y="74879"/>
                    </a:cubicBezTo>
                    <a:cubicBezTo>
                      <a:pt x="3859" y="75421"/>
                      <a:pt x="3984" y="75963"/>
                      <a:pt x="4151" y="76505"/>
                    </a:cubicBezTo>
                    <a:cubicBezTo>
                      <a:pt x="4318" y="77089"/>
                      <a:pt x="4526" y="77653"/>
                      <a:pt x="4776" y="78216"/>
                    </a:cubicBezTo>
                    <a:lnTo>
                      <a:pt x="7196" y="78216"/>
                    </a:lnTo>
                    <a:cubicBezTo>
                      <a:pt x="7196" y="78195"/>
                      <a:pt x="7196" y="78195"/>
                      <a:pt x="7196" y="78174"/>
                    </a:cubicBezTo>
                    <a:cubicBezTo>
                      <a:pt x="7238" y="78091"/>
                      <a:pt x="7259" y="77986"/>
                      <a:pt x="7279" y="77882"/>
                    </a:cubicBezTo>
                    <a:cubicBezTo>
                      <a:pt x="7279" y="77861"/>
                      <a:pt x="7300" y="77819"/>
                      <a:pt x="7300" y="77799"/>
                    </a:cubicBezTo>
                    <a:cubicBezTo>
                      <a:pt x="7300" y="77778"/>
                      <a:pt x="7321" y="77736"/>
                      <a:pt x="7321" y="77715"/>
                    </a:cubicBezTo>
                    <a:cubicBezTo>
                      <a:pt x="7321" y="77694"/>
                      <a:pt x="7321" y="77694"/>
                      <a:pt x="7321" y="77694"/>
                    </a:cubicBezTo>
                    <a:cubicBezTo>
                      <a:pt x="7342" y="77632"/>
                      <a:pt x="7342" y="77611"/>
                      <a:pt x="7363" y="77527"/>
                    </a:cubicBezTo>
                    <a:cubicBezTo>
                      <a:pt x="7384" y="77423"/>
                      <a:pt x="7405" y="77340"/>
                      <a:pt x="7425" y="77235"/>
                    </a:cubicBezTo>
                    <a:cubicBezTo>
                      <a:pt x="7446" y="77131"/>
                      <a:pt x="7467" y="77048"/>
                      <a:pt x="7488" y="76923"/>
                    </a:cubicBezTo>
                    <a:cubicBezTo>
                      <a:pt x="7509" y="76797"/>
                      <a:pt x="7551" y="76693"/>
                      <a:pt x="7571" y="76568"/>
                    </a:cubicBezTo>
                    <a:cubicBezTo>
                      <a:pt x="7634" y="76234"/>
                      <a:pt x="7676" y="75901"/>
                      <a:pt x="7717" y="75567"/>
                    </a:cubicBezTo>
                    <a:cubicBezTo>
                      <a:pt x="7759" y="75337"/>
                      <a:pt x="7801" y="75108"/>
                      <a:pt x="7822" y="74879"/>
                    </a:cubicBezTo>
                    <a:cubicBezTo>
                      <a:pt x="7884" y="74336"/>
                      <a:pt x="7926" y="73794"/>
                      <a:pt x="7968" y="73231"/>
                    </a:cubicBezTo>
                    <a:cubicBezTo>
                      <a:pt x="8009" y="72501"/>
                      <a:pt x="8009" y="71771"/>
                      <a:pt x="8009" y="71020"/>
                    </a:cubicBezTo>
                    <a:cubicBezTo>
                      <a:pt x="8009" y="70770"/>
                      <a:pt x="8009" y="70498"/>
                      <a:pt x="7989" y="70248"/>
                    </a:cubicBezTo>
                    <a:cubicBezTo>
                      <a:pt x="7989" y="70081"/>
                      <a:pt x="7968" y="69914"/>
                      <a:pt x="7968" y="69748"/>
                    </a:cubicBezTo>
                    <a:lnTo>
                      <a:pt x="7968" y="69560"/>
                    </a:lnTo>
                    <a:cubicBezTo>
                      <a:pt x="7968" y="69539"/>
                      <a:pt x="7968" y="69518"/>
                      <a:pt x="7968" y="69497"/>
                    </a:cubicBezTo>
                    <a:cubicBezTo>
                      <a:pt x="7926" y="68913"/>
                      <a:pt x="7905" y="68308"/>
                      <a:pt x="7843" y="67704"/>
                    </a:cubicBezTo>
                    <a:cubicBezTo>
                      <a:pt x="7822" y="67537"/>
                      <a:pt x="7801" y="67370"/>
                      <a:pt x="7801" y="67203"/>
                    </a:cubicBezTo>
                    <a:cubicBezTo>
                      <a:pt x="7780" y="67057"/>
                      <a:pt x="7780" y="66890"/>
                      <a:pt x="7759" y="66744"/>
                    </a:cubicBezTo>
                    <a:cubicBezTo>
                      <a:pt x="7613" y="65180"/>
                      <a:pt x="7405" y="63616"/>
                      <a:pt x="7196" y="62051"/>
                    </a:cubicBezTo>
                    <a:cubicBezTo>
                      <a:pt x="7175" y="61905"/>
                      <a:pt x="7154" y="61759"/>
                      <a:pt x="7133" y="61613"/>
                    </a:cubicBezTo>
                    <a:cubicBezTo>
                      <a:pt x="7113" y="61509"/>
                      <a:pt x="7092" y="61405"/>
                      <a:pt x="7092" y="61321"/>
                    </a:cubicBezTo>
                    <a:cubicBezTo>
                      <a:pt x="7050" y="61071"/>
                      <a:pt x="7029" y="60841"/>
                      <a:pt x="6987" y="60591"/>
                    </a:cubicBezTo>
                    <a:cubicBezTo>
                      <a:pt x="6841" y="59444"/>
                      <a:pt x="6695" y="58297"/>
                      <a:pt x="6570" y="57171"/>
                    </a:cubicBezTo>
                    <a:cubicBezTo>
                      <a:pt x="6362" y="55147"/>
                      <a:pt x="6216" y="53124"/>
                      <a:pt x="6111" y="51080"/>
                    </a:cubicBezTo>
                    <a:cubicBezTo>
                      <a:pt x="6090" y="50454"/>
                      <a:pt x="6070" y="49787"/>
                      <a:pt x="6049" y="49140"/>
                    </a:cubicBezTo>
                    <a:lnTo>
                      <a:pt x="6049" y="49015"/>
                    </a:lnTo>
                    <a:cubicBezTo>
                      <a:pt x="6007" y="47493"/>
                      <a:pt x="5986" y="45949"/>
                      <a:pt x="5986" y="44427"/>
                    </a:cubicBezTo>
                    <a:cubicBezTo>
                      <a:pt x="5965" y="42466"/>
                      <a:pt x="5986" y="40526"/>
                      <a:pt x="5986" y="38587"/>
                    </a:cubicBezTo>
                    <a:lnTo>
                      <a:pt x="5986" y="38441"/>
                    </a:lnTo>
                    <a:cubicBezTo>
                      <a:pt x="6007" y="36730"/>
                      <a:pt x="6007" y="35020"/>
                      <a:pt x="6007" y="33310"/>
                    </a:cubicBezTo>
                    <a:lnTo>
                      <a:pt x="6007" y="33226"/>
                    </a:lnTo>
                    <a:lnTo>
                      <a:pt x="6007" y="32705"/>
                    </a:lnTo>
                    <a:lnTo>
                      <a:pt x="6007" y="32058"/>
                    </a:lnTo>
                    <a:cubicBezTo>
                      <a:pt x="5986" y="31036"/>
                      <a:pt x="5986" y="29993"/>
                      <a:pt x="5944" y="28971"/>
                    </a:cubicBezTo>
                    <a:cubicBezTo>
                      <a:pt x="5944" y="28658"/>
                      <a:pt x="5924" y="28366"/>
                      <a:pt x="5924" y="28053"/>
                    </a:cubicBezTo>
                    <a:cubicBezTo>
                      <a:pt x="5924" y="27782"/>
                      <a:pt x="5903" y="27532"/>
                      <a:pt x="5903" y="27261"/>
                    </a:cubicBezTo>
                    <a:cubicBezTo>
                      <a:pt x="5882" y="26969"/>
                      <a:pt x="5882" y="26677"/>
                      <a:pt x="5861" y="26385"/>
                    </a:cubicBezTo>
                    <a:cubicBezTo>
                      <a:pt x="5861" y="26260"/>
                      <a:pt x="5861" y="26093"/>
                      <a:pt x="5840" y="26009"/>
                    </a:cubicBezTo>
                    <a:cubicBezTo>
                      <a:pt x="5819" y="25926"/>
                      <a:pt x="5819" y="25843"/>
                      <a:pt x="5819" y="25759"/>
                    </a:cubicBezTo>
                    <a:lnTo>
                      <a:pt x="5819" y="25592"/>
                    </a:lnTo>
                    <a:cubicBezTo>
                      <a:pt x="5673" y="22443"/>
                      <a:pt x="5340" y="19314"/>
                      <a:pt x="4818" y="16186"/>
                    </a:cubicBezTo>
                    <a:cubicBezTo>
                      <a:pt x="4756" y="15914"/>
                      <a:pt x="4714" y="15643"/>
                      <a:pt x="4651" y="15351"/>
                    </a:cubicBezTo>
                    <a:cubicBezTo>
                      <a:pt x="4610" y="15122"/>
                      <a:pt x="4568" y="14872"/>
                      <a:pt x="4505" y="14621"/>
                    </a:cubicBezTo>
                    <a:cubicBezTo>
                      <a:pt x="4338" y="13766"/>
                      <a:pt x="4151" y="12911"/>
                      <a:pt x="3942" y="12056"/>
                    </a:cubicBezTo>
                    <a:cubicBezTo>
                      <a:pt x="2941" y="8093"/>
                      <a:pt x="1481" y="3984"/>
                      <a:pt x="2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5"/>
              <p:cNvSpPr/>
              <p:nvPr/>
            </p:nvSpPr>
            <p:spPr>
              <a:xfrm>
                <a:off x="8411000" y="2170350"/>
                <a:ext cx="207050" cy="1966350"/>
              </a:xfrm>
              <a:custGeom>
                <a:rect b="b" l="l" r="r" t="t"/>
                <a:pathLst>
                  <a:path extrusionOk="0" h="78654" w="8282">
                    <a:moveTo>
                      <a:pt x="2796" y="0"/>
                    </a:moveTo>
                    <a:lnTo>
                      <a:pt x="2441" y="313"/>
                    </a:lnTo>
                    <a:cubicBezTo>
                      <a:pt x="1482" y="1126"/>
                      <a:pt x="960" y="2232"/>
                      <a:pt x="689" y="3462"/>
                    </a:cubicBezTo>
                    <a:cubicBezTo>
                      <a:pt x="439" y="4714"/>
                      <a:pt x="314" y="5986"/>
                      <a:pt x="335" y="7258"/>
                    </a:cubicBezTo>
                    <a:cubicBezTo>
                      <a:pt x="314" y="9949"/>
                      <a:pt x="314" y="12661"/>
                      <a:pt x="335" y="15309"/>
                    </a:cubicBezTo>
                    <a:lnTo>
                      <a:pt x="335" y="16227"/>
                    </a:lnTo>
                    <a:lnTo>
                      <a:pt x="335" y="16936"/>
                    </a:lnTo>
                    <a:cubicBezTo>
                      <a:pt x="335" y="21108"/>
                      <a:pt x="335" y="25384"/>
                      <a:pt x="209" y="29597"/>
                    </a:cubicBezTo>
                    <a:cubicBezTo>
                      <a:pt x="209" y="29910"/>
                      <a:pt x="189" y="30243"/>
                      <a:pt x="189" y="30556"/>
                    </a:cubicBezTo>
                    <a:lnTo>
                      <a:pt x="189" y="31036"/>
                    </a:lnTo>
                    <a:cubicBezTo>
                      <a:pt x="189" y="31203"/>
                      <a:pt x="189" y="31328"/>
                      <a:pt x="168" y="31474"/>
                    </a:cubicBezTo>
                    <a:lnTo>
                      <a:pt x="168" y="31641"/>
                    </a:lnTo>
                    <a:cubicBezTo>
                      <a:pt x="84" y="34665"/>
                      <a:pt x="1" y="37627"/>
                      <a:pt x="1" y="40547"/>
                    </a:cubicBezTo>
                    <a:lnTo>
                      <a:pt x="1" y="41152"/>
                    </a:lnTo>
                    <a:lnTo>
                      <a:pt x="1" y="41861"/>
                    </a:lnTo>
                    <a:cubicBezTo>
                      <a:pt x="1" y="41882"/>
                      <a:pt x="1" y="41903"/>
                      <a:pt x="1" y="41903"/>
                    </a:cubicBezTo>
                    <a:cubicBezTo>
                      <a:pt x="1" y="42779"/>
                      <a:pt x="22" y="43655"/>
                      <a:pt x="63" y="44510"/>
                    </a:cubicBezTo>
                    <a:cubicBezTo>
                      <a:pt x="147" y="46742"/>
                      <a:pt x="335" y="48973"/>
                      <a:pt x="606" y="51226"/>
                    </a:cubicBezTo>
                    <a:cubicBezTo>
                      <a:pt x="668" y="51664"/>
                      <a:pt x="731" y="52102"/>
                      <a:pt x="793" y="52561"/>
                    </a:cubicBezTo>
                    <a:cubicBezTo>
                      <a:pt x="867" y="52985"/>
                      <a:pt x="925" y="53410"/>
                      <a:pt x="1009" y="53834"/>
                    </a:cubicBezTo>
                    <a:lnTo>
                      <a:pt x="1009" y="53834"/>
                    </a:lnTo>
                    <a:cubicBezTo>
                      <a:pt x="1014" y="53890"/>
                      <a:pt x="1018" y="53945"/>
                      <a:pt x="1023" y="54000"/>
                    </a:cubicBezTo>
                    <a:cubicBezTo>
                      <a:pt x="1065" y="54271"/>
                      <a:pt x="1127" y="54501"/>
                      <a:pt x="1169" y="54751"/>
                    </a:cubicBezTo>
                    <a:cubicBezTo>
                      <a:pt x="1357" y="55690"/>
                      <a:pt x="1544" y="56649"/>
                      <a:pt x="1753" y="57567"/>
                    </a:cubicBezTo>
                    <a:cubicBezTo>
                      <a:pt x="1920" y="58359"/>
                      <a:pt x="2087" y="59152"/>
                      <a:pt x="2254" y="59965"/>
                    </a:cubicBezTo>
                    <a:cubicBezTo>
                      <a:pt x="2316" y="60257"/>
                      <a:pt x="2358" y="60570"/>
                      <a:pt x="2420" y="60862"/>
                    </a:cubicBezTo>
                    <a:cubicBezTo>
                      <a:pt x="2420" y="60883"/>
                      <a:pt x="2420" y="60904"/>
                      <a:pt x="2441" y="60925"/>
                    </a:cubicBezTo>
                    <a:cubicBezTo>
                      <a:pt x="2462" y="61092"/>
                      <a:pt x="2483" y="61258"/>
                      <a:pt x="2525" y="61425"/>
                    </a:cubicBezTo>
                    <a:cubicBezTo>
                      <a:pt x="2566" y="61634"/>
                      <a:pt x="2608" y="61863"/>
                      <a:pt x="2629" y="62072"/>
                    </a:cubicBezTo>
                    <a:cubicBezTo>
                      <a:pt x="2650" y="62239"/>
                      <a:pt x="2692" y="62385"/>
                      <a:pt x="2712" y="62552"/>
                    </a:cubicBezTo>
                    <a:cubicBezTo>
                      <a:pt x="2754" y="62844"/>
                      <a:pt x="2775" y="63136"/>
                      <a:pt x="2817" y="63428"/>
                    </a:cubicBezTo>
                    <a:lnTo>
                      <a:pt x="2817" y="63469"/>
                    </a:lnTo>
                    <a:cubicBezTo>
                      <a:pt x="2942" y="64471"/>
                      <a:pt x="3004" y="65513"/>
                      <a:pt x="3046" y="66535"/>
                    </a:cubicBezTo>
                    <a:cubicBezTo>
                      <a:pt x="3067" y="66994"/>
                      <a:pt x="3088" y="67432"/>
                      <a:pt x="3109" y="67870"/>
                    </a:cubicBezTo>
                    <a:cubicBezTo>
                      <a:pt x="3109" y="67995"/>
                      <a:pt x="3109" y="68100"/>
                      <a:pt x="3109" y="68225"/>
                    </a:cubicBezTo>
                    <a:lnTo>
                      <a:pt x="3109" y="68371"/>
                    </a:lnTo>
                    <a:cubicBezTo>
                      <a:pt x="3130" y="68809"/>
                      <a:pt x="3150" y="69226"/>
                      <a:pt x="3171" y="69664"/>
                    </a:cubicBezTo>
                    <a:cubicBezTo>
                      <a:pt x="3213" y="70915"/>
                      <a:pt x="3296" y="72188"/>
                      <a:pt x="3442" y="73439"/>
                    </a:cubicBezTo>
                    <a:cubicBezTo>
                      <a:pt x="3505" y="73856"/>
                      <a:pt x="3547" y="74274"/>
                      <a:pt x="3630" y="74691"/>
                    </a:cubicBezTo>
                    <a:cubicBezTo>
                      <a:pt x="3651" y="74878"/>
                      <a:pt x="3693" y="75087"/>
                      <a:pt x="3734" y="75275"/>
                    </a:cubicBezTo>
                    <a:cubicBezTo>
                      <a:pt x="3797" y="75650"/>
                      <a:pt x="3880" y="76026"/>
                      <a:pt x="3985" y="76401"/>
                    </a:cubicBezTo>
                    <a:cubicBezTo>
                      <a:pt x="3985" y="76422"/>
                      <a:pt x="3985" y="76422"/>
                      <a:pt x="3985" y="76422"/>
                    </a:cubicBezTo>
                    <a:cubicBezTo>
                      <a:pt x="4047" y="76630"/>
                      <a:pt x="4089" y="76818"/>
                      <a:pt x="4152" y="77027"/>
                    </a:cubicBezTo>
                    <a:cubicBezTo>
                      <a:pt x="4318" y="77569"/>
                      <a:pt x="4506" y="78111"/>
                      <a:pt x="4736" y="78633"/>
                    </a:cubicBezTo>
                    <a:lnTo>
                      <a:pt x="5048" y="78633"/>
                    </a:lnTo>
                    <a:cubicBezTo>
                      <a:pt x="4798" y="78028"/>
                      <a:pt x="4590" y="77423"/>
                      <a:pt x="4402" y="76797"/>
                    </a:cubicBezTo>
                    <a:cubicBezTo>
                      <a:pt x="4277" y="76297"/>
                      <a:pt x="4152" y="75796"/>
                      <a:pt x="4047" y="75275"/>
                    </a:cubicBezTo>
                    <a:cubicBezTo>
                      <a:pt x="3797" y="73898"/>
                      <a:pt x="3630" y="72501"/>
                      <a:pt x="3547" y="71103"/>
                    </a:cubicBezTo>
                    <a:cubicBezTo>
                      <a:pt x="3526" y="70623"/>
                      <a:pt x="3505" y="70123"/>
                      <a:pt x="3484" y="69643"/>
                    </a:cubicBezTo>
                    <a:cubicBezTo>
                      <a:pt x="3463" y="69205"/>
                      <a:pt x="3442" y="68788"/>
                      <a:pt x="3422" y="68350"/>
                    </a:cubicBezTo>
                    <a:cubicBezTo>
                      <a:pt x="3380" y="67182"/>
                      <a:pt x="3338" y="65993"/>
                      <a:pt x="3255" y="64804"/>
                    </a:cubicBezTo>
                    <a:cubicBezTo>
                      <a:pt x="3234" y="64575"/>
                      <a:pt x="3213" y="64345"/>
                      <a:pt x="3192" y="64116"/>
                    </a:cubicBezTo>
                    <a:cubicBezTo>
                      <a:pt x="3171" y="63887"/>
                      <a:pt x="3150" y="63657"/>
                      <a:pt x="3130" y="63407"/>
                    </a:cubicBezTo>
                    <a:cubicBezTo>
                      <a:pt x="3130" y="63386"/>
                      <a:pt x="3130" y="63365"/>
                      <a:pt x="3130" y="63344"/>
                    </a:cubicBezTo>
                    <a:cubicBezTo>
                      <a:pt x="2984" y="62197"/>
                      <a:pt x="2796" y="61050"/>
                      <a:pt x="2566" y="59924"/>
                    </a:cubicBezTo>
                    <a:cubicBezTo>
                      <a:pt x="2525" y="59715"/>
                      <a:pt x="2483" y="59506"/>
                      <a:pt x="2441" y="59319"/>
                    </a:cubicBezTo>
                    <a:cubicBezTo>
                      <a:pt x="2400" y="59110"/>
                      <a:pt x="2379" y="58964"/>
                      <a:pt x="2337" y="58797"/>
                    </a:cubicBezTo>
                    <a:cubicBezTo>
                      <a:pt x="2337" y="58776"/>
                      <a:pt x="2337" y="58756"/>
                      <a:pt x="2337" y="58735"/>
                    </a:cubicBezTo>
                    <a:cubicBezTo>
                      <a:pt x="2233" y="58318"/>
                      <a:pt x="2149" y="57900"/>
                      <a:pt x="2066" y="57483"/>
                    </a:cubicBezTo>
                    <a:cubicBezTo>
                      <a:pt x="1878" y="56566"/>
                      <a:pt x="1670" y="55627"/>
                      <a:pt x="1482" y="54688"/>
                    </a:cubicBezTo>
                    <a:cubicBezTo>
                      <a:pt x="1252" y="53499"/>
                      <a:pt x="1085" y="52331"/>
                      <a:pt x="919" y="51184"/>
                    </a:cubicBezTo>
                    <a:lnTo>
                      <a:pt x="919" y="51184"/>
                    </a:lnTo>
                    <a:cubicBezTo>
                      <a:pt x="919" y="51184"/>
                      <a:pt x="919" y="51184"/>
                      <a:pt x="919" y="51184"/>
                    </a:cubicBezTo>
                    <a:cubicBezTo>
                      <a:pt x="856" y="50684"/>
                      <a:pt x="793" y="50204"/>
                      <a:pt x="752" y="49703"/>
                    </a:cubicBezTo>
                    <a:cubicBezTo>
                      <a:pt x="689" y="49078"/>
                      <a:pt x="627" y="48452"/>
                      <a:pt x="585" y="47847"/>
                    </a:cubicBezTo>
                    <a:cubicBezTo>
                      <a:pt x="481" y="46596"/>
                      <a:pt x="418" y="45365"/>
                      <a:pt x="355" y="44114"/>
                    </a:cubicBezTo>
                    <a:cubicBezTo>
                      <a:pt x="355" y="43655"/>
                      <a:pt x="335" y="43175"/>
                      <a:pt x="335" y="42716"/>
                    </a:cubicBezTo>
                    <a:cubicBezTo>
                      <a:pt x="335" y="42424"/>
                      <a:pt x="314" y="42111"/>
                      <a:pt x="314" y="41819"/>
                    </a:cubicBezTo>
                    <a:cubicBezTo>
                      <a:pt x="272" y="38732"/>
                      <a:pt x="355" y="35604"/>
                      <a:pt x="460" y="32413"/>
                    </a:cubicBezTo>
                    <a:cubicBezTo>
                      <a:pt x="460" y="32267"/>
                      <a:pt x="460" y="32141"/>
                      <a:pt x="460" y="32016"/>
                    </a:cubicBezTo>
                    <a:cubicBezTo>
                      <a:pt x="481" y="31870"/>
                      <a:pt x="460" y="31766"/>
                      <a:pt x="460" y="31641"/>
                    </a:cubicBezTo>
                    <a:lnTo>
                      <a:pt x="460" y="31599"/>
                    </a:lnTo>
                    <a:cubicBezTo>
                      <a:pt x="481" y="30932"/>
                      <a:pt x="501" y="30264"/>
                      <a:pt x="522" y="29597"/>
                    </a:cubicBezTo>
                    <a:cubicBezTo>
                      <a:pt x="627" y="25822"/>
                      <a:pt x="647" y="22005"/>
                      <a:pt x="647" y="18229"/>
                    </a:cubicBezTo>
                    <a:lnTo>
                      <a:pt x="647" y="16895"/>
                    </a:lnTo>
                    <a:lnTo>
                      <a:pt x="647" y="15309"/>
                    </a:lnTo>
                    <a:lnTo>
                      <a:pt x="647" y="7258"/>
                    </a:lnTo>
                    <a:cubicBezTo>
                      <a:pt x="668" y="5006"/>
                      <a:pt x="814" y="2482"/>
                      <a:pt x="2295" y="876"/>
                    </a:cubicBezTo>
                    <a:lnTo>
                      <a:pt x="2295" y="876"/>
                    </a:lnTo>
                    <a:cubicBezTo>
                      <a:pt x="1670" y="4130"/>
                      <a:pt x="2546" y="7467"/>
                      <a:pt x="3422" y="10679"/>
                    </a:cubicBezTo>
                    <a:cubicBezTo>
                      <a:pt x="3588" y="11305"/>
                      <a:pt x="3755" y="11910"/>
                      <a:pt x="3901" y="12514"/>
                    </a:cubicBezTo>
                    <a:cubicBezTo>
                      <a:pt x="4152" y="13599"/>
                      <a:pt x="4423" y="14705"/>
                      <a:pt x="4610" y="15789"/>
                    </a:cubicBezTo>
                    <a:cubicBezTo>
                      <a:pt x="4673" y="16081"/>
                      <a:pt x="4715" y="16373"/>
                      <a:pt x="4777" y="16644"/>
                    </a:cubicBezTo>
                    <a:cubicBezTo>
                      <a:pt x="4840" y="16999"/>
                      <a:pt x="4882" y="17333"/>
                      <a:pt x="4944" y="17687"/>
                    </a:cubicBezTo>
                    <a:cubicBezTo>
                      <a:pt x="5320" y="20127"/>
                      <a:pt x="5570" y="22568"/>
                      <a:pt x="5737" y="25029"/>
                    </a:cubicBezTo>
                    <a:lnTo>
                      <a:pt x="5778" y="25801"/>
                    </a:lnTo>
                    <a:cubicBezTo>
                      <a:pt x="5778" y="25884"/>
                      <a:pt x="5778" y="25968"/>
                      <a:pt x="5778" y="26051"/>
                    </a:cubicBezTo>
                    <a:cubicBezTo>
                      <a:pt x="5778" y="26197"/>
                      <a:pt x="5799" y="26322"/>
                      <a:pt x="5799" y="26468"/>
                    </a:cubicBezTo>
                    <a:lnTo>
                      <a:pt x="5799" y="26614"/>
                    </a:lnTo>
                    <a:cubicBezTo>
                      <a:pt x="5820" y="26990"/>
                      <a:pt x="5841" y="27344"/>
                      <a:pt x="5862" y="27699"/>
                    </a:cubicBezTo>
                    <a:cubicBezTo>
                      <a:pt x="5862" y="27699"/>
                      <a:pt x="5862" y="27699"/>
                      <a:pt x="5862" y="27699"/>
                    </a:cubicBezTo>
                    <a:lnTo>
                      <a:pt x="5862" y="27699"/>
                    </a:lnTo>
                    <a:cubicBezTo>
                      <a:pt x="5862" y="27949"/>
                      <a:pt x="5883" y="28220"/>
                      <a:pt x="5883" y="28470"/>
                    </a:cubicBezTo>
                    <a:cubicBezTo>
                      <a:pt x="5945" y="30014"/>
                      <a:pt x="5966" y="31557"/>
                      <a:pt x="5966" y="33101"/>
                    </a:cubicBezTo>
                    <a:lnTo>
                      <a:pt x="5966" y="33601"/>
                    </a:lnTo>
                    <a:lnTo>
                      <a:pt x="5966" y="34039"/>
                    </a:lnTo>
                    <a:lnTo>
                      <a:pt x="5966" y="35771"/>
                    </a:lnTo>
                    <a:lnTo>
                      <a:pt x="5966" y="38837"/>
                    </a:lnTo>
                    <a:lnTo>
                      <a:pt x="5966" y="39024"/>
                    </a:lnTo>
                    <a:lnTo>
                      <a:pt x="5966" y="39275"/>
                    </a:lnTo>
                    <a:lnTo>
                      <a:pt x="5966" y="40943"/>
                    </a:lnTo>
                    <a:cubicBezTo>
                      <a:pt x="5945" y="43738"/>
                      <a:pt x="5945" y="46575"/>
                      <a:pt x="6029" y="49411"/>
                    </a:cubicBezTo>
                    <a:lnTo>
                      <a:pt x="6029" y="49599"/>
                    </a:lnTo>
                    <a:cubicBezTo>
                      <a:pt x="6070" y="50934"/>
                      <a:pt x="6133" y="52269"/>
                      <a:pt x="6216" y="53604"/>
                    </a:cubicBezTo>
                    <a:cubicBezTo>
                      <a:pt x="6300" y="54959"/>
                      <a:pt x="6404" y="56294"/>
                      <a:pt x="6550" y="57629"/>
                    </a:cubicBezTo>
                    <a:cubicBezTo>
                      <a:pt x="6696" y="59006"/>
                      <a:pt x="6884" y="60403"/>
                      <a:pt x="7072" y="61780"/>
                    </a:cubicBezTo>
                    <a:cubicBezTo>
                      <a:pt x="7072" y="61842"/>
                      <a:pt x="7072" y="61905"/>
                      <a:pt x="7093" y="61947"/>
                    </a:cubicBezTo>
                    <a:cubicBezTo>
                      <a:pt x="7113" y="62134"/>
                      <a:pt x="7134" y="62301"/>
                      <a:pt x="7155" y="62468"/>
                    </a:cubicBezTo>
                    <a:cubicBezTo>
                      <a:pt x="7197" y="62718"/>
                      <a:pt x="7218" y="62969"/>
                      <a:pt x="7259" y="63198"/>
                    </a:cubicBezTo>
                    <a:cubicBezTo>
                      <a:pt x="7447" y="64679"/>
                      <a:pt x="7635" y="66160"/>
                      <a:pt x="7781" y="67641"/>
                    </a:cubicBezTo>
                    <a:cubicBezTo>
                      <a:pt x="7781" y="67808"/>
                      <a:pt x="7802" y="67975"/>
                      <a:pt x="7823" y="68141"/>
                    </a:cubicBezTo>
                    <a:cubicBezTo>
                      <a:pt x="7843" y="68308"/>
                      <a:pt x="7843" y="68496"/>
                      <a:pt x="7864" y="68684"/>
                    </a:cubicBezTo>
                    <a:cubicBezTo>
                      <a:pt x="7885" y="69122"/>
                      <a:pt x="7927" y="69539"/>
                      <a:pt x="7948" y="69977"/>
                    </a:cubicBezTo>
                    <a:lnTo>
                      <a:pt x="7948" y="70248"/>
                    </a:lnTo>
                    <a:cubicBezTo>
                      <a:pt x="7948" y="70394"/>
                      <a:pt x="7948" y="70540"/>
                      <a:pt x="7948" y="70707"/>
                    </a:cubicBezTo>
                    <a:cubicBezTo>
                      <a:pt x="7948" y="70957"/>
                      <a:pt x="7969" y="71207"/>
                      <a:pt x="7969" y="71458"/>
                    </a:cubicBezTo>
                    <a:lnTo>
                      <a:pt x="7969" y="72334"/>
                    </a:lnTo>
                    <a:cubicBezTo>
                      <a:pt x="7948" y="73314"/>
                      <a:pt x="7885" y="74315"/>
                      <a:pt x="7781" y="75296"/>
                    </a:cubicBezTo>
                    <a:cubicBezTo>
                      <a:pt x="7739" y="75713"/>
                      <a:pt x="7677" y="76130"/>
                      <a:pt x="7593" y="76547"/>
                    </a:cubicBezTo>
                    <a:cubicBezTo>
                      <a:pt x="7572" y="76693"/>
                      <a:pt x="7551" y="76839"/>
                      <a:pt x="7531" y="76985"/>
                    </a:cubicBezTo>
                    <a:cubicBezTo>
                      <a:pt x="7489" y="77110"/>
                      <a:pt x="7489" y="77214"/>
                      <a:pt x="7447" y="77340"/>
                    </a:cubicBezTo>
                    <a:cubicBezTo>
                      <a:pt x="7426" y="77444"/>
                      <a:pt x="7405" y="77548"/>
                      <a:pt x="7385" y="77652"/>
                    </a:cubicBezTo>
                    <a:cubicBezTo>
                      <a:pt x="7364" y="77736"/>
                      <a:pt x="7343" y="77819"/>
                      <a:pt x="7343" y="77903"/>
                    </a:cubicBezTo>
                    <a:cubicBezTo>
                      <a:pt x="7322" y="77924"/>
                      <a:pt x="7322" y="77944"/>
                      <a:pt x="7322" y="77965"/>
                    </a:cubicBezTo>
                    <a:cubicBezTo>
                      <a:pt x="7322" y="78007"/>
                      <a:pt x="7301" y="78049"/>
                      <a:pt x="7280" y="78090"/>
                    </a:cubicBezTo>
                    <a:cubicBezTo>
                      <a:pt x="7280" y="78132"/>
                      <a:pt x="7259" y="78236"/>
                      <a:pt x="7239" y="78320"/>
                    </a:cubicBezTo>
                    <a:cubicBezTo>
                      <a:pt x="7218" y="78382"/>
                      <a:pt x="7197" y="78445"/>
                      <a:pt x="7176" y="78508"/>
                    </a:cubicBezTo>
                    <a:cubicBezTo>
                      <a:pt x="7155" y="78570"/>
                      <a:pt x="7155" y="78612"/>
                      <a:pt x="7134" y="78654"/>
                    </a:cubicBezTo>
                    <a:lnTo>
                      <a:pt x="7468" y="78654"/>
                    </a:lnTo>
                    <a:cubicBezTo>
                      <a:pt x="7468" y="78591"/>
                      <a:pt x="7489" y="78549"/>
                      <a:pt x="7510" y="78487"/>
                    </a:cubicBezTo>
                    <a:cubicBezTo>
                      <a:pt x="7510" y="78424"/>
                      <a:pt x="7551" y="78320"/>
                      <a:pt x="7572" y="78216"/>
                    </a:cubicBezTo>
                    <a:cubicBezTo>
                      <a:pt x="7572" y="78216"/>
                      <a:pt x="7572" y="78216"/>
                      <a:pt x="7572" y="78195"/>
                    </a:cubicBezTo>
                    <a:cubicBezTo>
                      <a:pt x="7593" y="78132"/>
                      <a:pt x="7614" y="78049"/>
                      <a:pt x="7614" y="77986"/>
                    </a:cubicBezTo>
                    <a:lnTo>
                      <a:pt x="7614" y="77944"/>
                    </a:lnTo>
                    <a:cubicBezTo>
                      <a:pt x="7635" y="77861"/>
                      <a:pt x="7656" y="77757"/>
                      <a:pt x="7677" y="77673"/>
                    </a:cubicBezTo>
                    <a:lnTo>
                      <a:pt x="7760" y="77340"/>
                    </a:lnTo>
                    <a:cubicBezTo>
                      <a:pt x="7781" y="77235"/>
                      <a:pt x="7802" y="77152"/>
                      <a:pt x="7802" y="77048"/>
                    </a:cubicBezTo>
                    <a:cubicBezTo>
                      <a:pt x="7802" y="77048"/>
                      <a:pt x="7802" y="77006"/>
                      <a:pt x="7823" y="76964"/>
                    </a:cubicBezTo>
                    <a:cubicBezTo>
                      <a:pt x="7885" y="76630"/>
                      <a:pt x="7948" y="76297"/>
                      <a:pt x="7989" y="75963"/>
                    </a:cubicBezTo>
                    <a:cubicBezTo>
                      <a:pt x="8031" y="75754"/>
                      <a:pt x="8052" y="75525"/>
                      <a:pt x="8073" y="75296"/>
                    </a:cubicBezTo>
                    <a:cubicBezTo>
                      <a:pt x="8135" y="74774"/>
                      <a:pt x="8177" y="74253"/>
                      <a:pt x="8219" y="73710"/>
                    </a:cubicBezTo>
                    <a:cubicBezTo>
                      <a:pt x="8219" y="73710"/>
                      <a:pt x="8219" y="73690"/>
                      <a:pt x="8219" y="73690"/>
                    </a:cubicBezTo>
                    <a:cubicBezTo>
                      <a:pt x="8219" y="73564"/>
                      <a:pt x="8219" y="73439"/>
                      <a:pt x="8219" y="73335"/>
                    </a:cubicBezTo>
                    <a:cubicBezTo>
                      <a:pt x="8240" y="73064"/>
                      <a:pt x="8240" y="72793"/>
                      <a:pt x="8261" y="72501"/>
                    </a:cubicBezTo>
                    <a:cubicBezTo>
                      <a:pt x="8281" y="71896"/>
                      <a:pt x="8281" y="71291"/>
                      <a:pt x="8261" y="70707"/>
                    </a:cubicBezTo>
                    <a:cubicBezTo>
                      <a:pt x="8261" y="70519"/>
                      <a:pt x="8261" y="70352"/>
                      <a:pt x="8240" y="70165"/>
                    </a:cubicBezTo>
                    <a:cubicBezTo>
                      <a:pt x="8240" y="70123"/>
                      <a:pt x="8240" y="70081"/>
                      <a:pt x="8240" y="70039"/>
                    </a:cubicBezTo>
                    <a:lnTo>
                      <a:pt x="8240" y="69914"/>
                    </a:lnTo>
                    <a:cubicBezTo>
                      <a:pt x="8240" y="69727"/>
                      <a:pt x="8219" y="69560"/>
                      <a:pt x="8219" y="69393"/>
                    </a:cubicBezTo>
                    <a:cubicBezTo>
                      <a:pt x="8177" y="68809"/>
                      <a:pt x="8135" y="68246"/>
                      <a:pt x="8094" y="67662"/>
                    </a:cubicBezTo>
                    <a:cubicBezTo>
                      <a:pt x="8073" y="67516"/>
                      <a:pt x="8052" y="67349"/>
                      <a:pt x="8031" y="67182"/>
                    </a:cubicBezTo>
                    <a:cubicBezTo>
                      <a:pt x="8031" y="67036"/>
                      <a:pt x="8010" y="66890"/>
                      <a:pt x="7989" y="66744"/>
                    </a:cubicBezTo>
                    <a:cubicBezTo>
                      <a:pt x="7843" y="65117"/>
                      <a:pt x="7614" y="63511"/>
                      <a:pt x="7405" y="61905"/>
                    </a:cubicBezTo>
                    <a:cubicBezTo>
                      <a:pt x="7405" y="61863"/>
                      <a:pt x="7385" y="61801"/>
                      <a:pt x="7385" y="61738"/>
                    </a:cubicBezTo>
                    <a:cubicBezTo>
                      <a:pt x="7343" y="61509"/>
                      <a:pt x="7322" y="61258"/>
                      <a:pt x="7280" y="61008"/>
                    </a:cubicBezTo>
                    <a:cubicBezTo>
                      <a:pt x="7239" y="60779"/>
                      <a:pt x="7218" y="60528"/>
                      <a:pt x="7176" y="60278"/>
                    </a:cubicBezTo>
                    <a:cubicBezTo>
                      <a:pt x="7072" y="59381"/>
                      <a:pt x="6946" y="58464"/>
                      <a:pt x="6863" y="57588"/>
                    </a:cubicBezTo>
                    <a:cubicBezTo>
                      <a:pt x="6196" y="51539"/>
                      <a:pt x="6237" y="45302"/>
                      <a:pt x="6279" y="39275"/>
                    </a:cubicBezTo>
                    <a:cubicBezTo>
                      <a:pt x="6300" y="37231"/>
                      <a:pt x="6300" y="35187"/>
                      <a:pt x="6300" y="33143"/>
                    </a:cubicBezTo>
                    <a:lnTo>
                      <a:pt x="6300" y="32538"/>
                    </a:lnTo>
                    <a:cubicBezTo>
                      <a:pt x="6300" y="32517"/>
                      <a:pt x="6300" y="32496"/>
                      <a:pt x="6300" y="32496"/>
                    </a:cubicBezTo>
                    <a:cubicBezTo>
                      <a:pt x="6300" y="31453"/>
                      <a:pt x="6258" y="30410"/>
                      <a:pt x="6237" y="29367"/>
                    </a:cubicBezTo>
                    <a:cubicBezTo>
                      <a:pt x="6237" y="29054"/>
                      <a:pt x="6216" y="28742"/>
                      <a:pt x="6216" y="28429"/>
                    </a:cubicBezTo>
                    <a:cubicBezTo>
                      <a:pt x="6196" y="27991"/>
                      <a:pt x="6175" y="27553"/>
                      <a:pt x="6154" y="27136"/>
                    </a:cubicBezTo>
                    <a:cubicBezTo>
                      <a:pt x="6154" y="27010"/>
                      <a:pt x="6154" y="26864"/>
                      <a:pt x="6133" y="26760"/>
                    </a:cubicBezTo>
                    <a:lnTo>
                      <a:pt x="6133" y="26593"/>
                    </a:lnTo>
                    <a:lnTo>
                      <a:pt x="6133" y="26406"/>
                    </a:lnTo>
                    <a:cubicBezTo>
                      <a:pt x="5987" y="22839"/>
                      <a:pt x="5591" y="19293"/>
                      <a:pt x="4944" y="15789"/>
                    </a:cubicBezTo>
                    <a:cubicBezTo>
                      <a:pt x="4902" y="15539"/>
                      <a:pt x="4861" y="15289"/>
                      <a:pt x="4798" y="15059"/>
                    </a:cubicBezTo>
                    <a:lnTo>
                      <a:pt x="4798" y="15038"/>
                    </a:lnTo>
                    <a:cubicBezTo>
                      <a:pt x="4756" y="14830"/>
                      <a:pt x="4715" y="14600"/>
                      <a:pt x="4673" y="14413"/>
                    </a:cubicBezTo>
                    <a:cubicBezTo>
                      <a:pt x="4527" y="13745"/>
                      <a:pt x="4381" y="13099"/>
                      <a:pt x="4214" y="12452"/>
                    </a:cubicBezTo>
                    <a:cubicBezTo>
                      <a:pt x="4068" y="11847"/>
                      <a:pt x="3901" y="11221"/>
                      <a:pt x="3734" y="10637"/>
                    </a:cubicBezTo>
                    <a:cubicBezTo>
                      <a:pt x="2838" y="7279"/>
                      <a:pt x="1920" y="3817"/>
                      <a:pt x="2712" y="480"/>
                    </a:cubicBezTo>
                    <a:lnTo>
                      <a:pt x="2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5"/>
              <p:cNvSpPr/>
              <p:nvPr/>
            </p:nvSpPr>
            <p:spPr>
              <a:xfrm>
                <a:off x="8494450" y="2310075"/>
                <a:ext cx="176275" cy="1825075"/>
              </a:xfrm>
              <a:custGeom>
                <a:rect b="b" l="l" r="r" t="t"/>
                <a:pathLst>
                  <a:path extrusionOk="0" h="73003" w="7051">
                    <a:moveTo>
                      <a:pt x="4318" y="1"/>
                    </a:moveTo>
                    <a:lnTo>
                      <a:pt x="4318" y="1"/>
                    </a:lnTo>
                    <a:cubicBezTo>
                      <a:pt x="2399" y="2295"/>
                      <a:pt x="1690" y="5361"/>
                      <a:pt x="1523" y="8323"/>
                    </a:cubicBezTo>
                    <a:cubicBezTo>
                      <a:pt x="1481" y="8698"/>
                      <a:pt x="1460" y="9074"/>
                      <a:pt x="1460" y="9470"/>
                    </a:cubicBezTo>
                    <a:lnTo>
                      <a:pt x="1460" y="9491"/>
                    </a:lnTo>
                    <a:cubicBezTo>
                      <a:pt x="1460" y="9720"/>
                      <a:pt x="1460" y="9971"/>
                      <a:pt x="1460" y="10221"/>
                    </a:cubicBezTo>
                    <a:lnTo>
                      <a:pt x="1460" y="11097"/>
                    </a:lnTo>
                    <a:cubicBezTo>
                      <a:pt x="1481" y="13141"/>
                      <a:pt x="1585" y="15206"/>
                      <a:pt x="1481" y="17250"/>
                    </a:cubicBezTo>
                    <a:cubicBezTo>
                      <a:pt x="1335" y="20107"/>
                      <a:pt x="772" y="22902"/>
                      <a:pt x="417" y="25739"/>
                    </a:cubicBezTo>
                    <a:cubicBezTo>
                      <a:pt x="0" y="28888"/>
                      <a:pt x="21" y="31954"/>
                      <a:pt x="167" y="35000"/>
                    </a:cubicBezTo>
                    <a:cubicBezTo>
                      <a:pt x="209" y="35813"/>
                      <a:pt x="250" y="36627"/>
                      <a:pt x="292" y="37419"/>
                    </a:cubicBezTo>
                    <a:cubicBezTo>
                      <a:pt x="313" y="37711"/>
                      <a:pt x="334" y="38003"/>
                      <a:pt x="355" y="38316"/>
                    </a:cubicBezTo>
                    <a:cubicBezTo>
                      <a:pt x="376" y="38837"/>
                      <a:pt x="417" y="39359"/>
                      <a:pt x="438" y="39880"/>
                    </a:cubicBezTo>
                    <a:cubicBezTo>
                      <a:pt x="459" y="40297"/>
                      <a:pt x="480" y="40715"/>
                      <a:pt x="501" y="41111"/>
                    </a:cubicBezTo>
                    <a:cubicBezTo>
                      <a:pt x="605" y="43009"/>
                      <a:pt x="668" y="44907"/>
                      <a:pt x="605" y="46826"/>
                    </a:cubicBezTo>
                    <a:lnTo>
                      <a:pt x="605" y="47222"/>
                    </a:lnTo>
                    <a:lnTo>
                      <a:pt x="605" y="47243"/>
                    </a:lnTo>
                    <a:lnTo>
                      <a:pt x="605" y="47827"/>
                    </a:lnTo>
                    <a:lnTo>
                      <a:pt x="626" y="48307"/>
                    </a:lnTo>
                    <a:cubicBezTo>
                      <a:pt x="730" y="50142"/>
                      <a:pt x="980" y="51957"/>
                      <a:pt x="1356" y="53751"/>
                    </a:cubicBezTo>
                    <a:cubicBezTo>
                      <a:pt x="1377" y="53813"/>
                      <a:pt x="1377" y="53876"/>
                      <a:pt x="1398" y="53959"/>
                    </a:cubicBezTo>
                    <a:cubicBezTo>
                      <a:pt x="1731" y="55649"/>
                      <a:pt x="2107" y="57338"/>
                      <a:pt x="2420" y="59048"/>
                    </a:cubicBezTo>
                    <a:lnTo>
                      <a:pt x="2420" y="59069"/>
                    </a:lnTo>
                    <a:cubicBezTo>
                      <a:pt x="2420" y="59111"/>
                      <a:pt x="2440" y="59174"/>
                      <a:pt x="2440" y="59215"/>
                    </a:cubicBezTo>
                    <a:cubicBezTo>
                      <a:pt x="2503" y="59632"/>
                      <a:pt x="2566" y="60029"/>
                      <a:pt x="2628" y="60425"/>
                    </a:cubicBezTo>
                    <a:cubicBezTo>
                      <a:pt x="2628" y="60446"/>
                      <a:pt x="2628" y="60446"/>
                      <a:pt x="2628" y="60446"/>
                    </a:cubicBezTo>
                    <a:cubicBezTo>
                      <a:pt x="2691" y="60863"/>
                      <a:pt x="2732" y="61280"/>
                      <a:pt x="2795" y="61697"/>
                    </a:cubicBezTo>
                    <a:cubicBezTo>
                      <a:pt x="2878" y="62511"/>
                      <a:pt x="2920" y="63345"/>
                      <a:pt x="2920" y="64158"/>
                    </a:cubicBezTo>
                    <a:lnTo>
                      <a:pt x="2920" y="65076"/>
                    </a:lnTo>
                    <a:lnTo>
                      <a:pt x="2920" y="65097"/>
                    </a:lnTo>
                    <a:lnTo>
                      <a:pt x="2920" y="65514"/>
                    </a:lnTo>
                    <a:lnTo>
                      <a:pt x="2920" y="65973"/>
                    </a:lnTo>
                    <a:cubicBezTo>
                      <a:pt x="2878" y="67204"/>
                      <a:pt x="2878" y="68413"/>
                      <a:pt x="2941" y="69623"/>
                    </a:cubicBezTo>
                    <a:cubicBezTo>
                      <a:pt x="2983" y="70186"/>
                      <a:pt x="3066" y="70749"/>
                      <a:pt x="3170" y="71292"/>
                    </a:cubicBezTo>
                    <a:cubicBezTo>
                      <a:pt x="3212" y="71417"/>
                      <a:pt x="3233" y="71521"/>
                      <a:pt x="3254" y="71625"/>
                    </a:cubicBezTo>
                    <a:cubicBezTo>
                      <a:pt x="3275" y="71730"/>
                      <a:pt x="3316" y="71834"/>
                      <a:pt x="3337" y="71917"/>
                    </a:cubicBezTo>
                    <a:cubicBezTo>
                      <a:pt x="3379" y="72063"/>
                      <a:pt x="3421" y="72209"/>
                      <a:pt x="3462" y="72355"/>
                    </a:cubicBezTo>
                    <a:cubicBezTo>
                      <a:pt x="3483" y="72418"/>
                      <a:pt x="3504" y="72501"/>
                      <a:pt x="3546" y="72564"/>
                    </a:cubicBezTo>
                    <a:cubicBezTo>
                      <a:pt x="3567" y="72627"/>
                      <a:pt x="3588" y="72668"/>
                      <a:pt x="3629" y="72731"/>
                    </a:cubicBezTo>
                    <a:cubicBezTo>
                      <a:pt x="3650" y="72773"/>
                      <a:pt x="3671" y="72814"/>
                      <a:pt x="3713" y="72856"/>
                    </a:cubicBezTo>
                    <a:cubicBezTo>
                      <a:pt x="3734" y="72898"/>
                      <a:pt x="3755" y="72919"/>
                      <a:pt x="3775" y="72939"/>
                    </a:cubicBezTo>
                    <a:cubicBezTo>
                      <a:pt x="3796" y="72960"/>
                      <a:pt x="3817" y="72981"/>
                      <a:pt x="3838" y="73002"/>
                    </a:cubicBezTo>
                    <a:lnTo>
                      <a:pt x="4881" y="73002"/>
                    </a:lnTo>
                    <a:lnTo>
                      <a:pt x="4943" y="72960"/>
                    </a:lnTo>
                    <a:cubicBezTo>
                      <a:pt x="5215" y="72731"/>
                      <a:pt x="5423" y="72460"/>
                      <a:pt x="5569" y="72147"/>
                    </a:cubicBezTo>
                    <a:cubicBezTo>
                      <a:pt x="5611" y="72063"/>
                      <a:pt x="5632" y="72001"/>
                      <a:pt x="5673" y="71917"/>
                    </a:cubicBezTo>
                    <a:cubicBezTo>
                      <a:pt x="5694" y="71834"/>
                      <a:pt x="5736" y="71751"/>
                      <a:pt x="5757" y="71667"/>
                    </a:cubicBezTo>
                    <a:cubicBezTo>
                      <a:pt x="5778" y="71605"/>
                      <a:pt x="5799" y="71542"/>
                      <a:pt x="5799" y="71500"/>
                    </a:cubicBezTo>
                    <a:cubicBezTo>
                      <a:pt x="5945" y="70916"/>
                      <a:pt x="6070" y="70311"/>
                      <a:pt x="6195" y="69707"/>
                    </a:cubicBezTo>
                    <a:cubicBezTo>
                      <a:pt x="6403" y="68559"/>
                      <a:pt x="6570" y="67371"/>
                      <a:pt x="6716" y="66202"/>
                    </a:cubicBezTo>
                    <a:cubicBezTo>
                      <a:pt x="6737" y="65973"/>
                      <a:pt x="6758" y="65744"/>
                      <a:pt x="6779" y="65535"/>
                    </a:cubicBezTo>
                    <a:cubicBezTo>
                      <a:pt x="6800" y="65347"/>
                      <a:pt x="6821" y="65160"/>
                      <a:pt x="6821" y="64972"/>
                    </a:cubicBezTo>
                    <a:lnTo>
                      <a:pt x="6821" y="64847"/>
                    </a:lnTo>
                    <a:cubicBezTo>
                      <a:pt x="6841" y="64638"/>
                      <a:pt x="6862" y="64430"/>
                      <a:pt x="6883" y="64242"/>
                    </a:cubicBezTo>
                    <a:cubicBezTo>
                      <a:pt x="6883" y="64096"/>
                      <a:pt x="6904" y="63950"/>
                      <a:pt x="6904" y="63804"/>
                    </a:cubicBezTo>
                    <a:cubicBezTo>
                      <a:pt x="6925" y="63616"/>
                      <a:pt x="6925" y="63408"/>
                      <a:pt x="6946" y="63241"/>
                    </a:cubicBezTo>
                    <a:cubicBezTo>
                      <a:pt x="6946" y="63074"/>
                      <a:pt x="6967" y="62928"/>
                      <a:pt x="6967" y="62761"/>
                    </a:cubicBezTo>
                    <a:lnTo>
                      <a:pt x="6967" y="62698"/>
                    </a:lnTo>
                    <a:lnTo>
                      <a:pt x="6967" y="62573"/>
                    </a:lnTo>
                    <a:lnTo>
                      <a:pt x="6967" y="62511"/>
                    </a:lnTo>
                    <a:cubicBezTo>
                      <a:pt x="6987" y="62156"/>
                      <a:pt x="7008" y="61822"/>
                      <a:pt x="7008" y="61489"/>
                    </a:cubicBezTo>
                    <a:lnTo>
                      <a:pt x="7008" y="61468"/>
                    </a:lnTo>
                    <a:cubicBezTo>
                      <a:pt x="7029" y="61072"/>
                      <a:pt x="7050" y="60675"/>
                      <a:pt x="7050" y="60300"/>
                    </a:cubicBezTo>
                    <a:lnTo>
                      <a:pt x="7050" y="59778"/>
                    </a:lnTo>
                    <a:lnTo>
                      <a:pt x="7050" y="59257"/>
                    </a:lnTo>
                    <a:cubicBezTo>
                      <a:pt x="7050" y="57964"/>
                      <a:pt x="7050" y="56671"/>
                      <a:pt x="7008" y="55357"/>
                    </a:cubicBezTo>
                    <a:lnTo>
                      <a:pt x="7008" y="54689"/>
                    </a:lnTo>
                    <a:cubicBezTo>
                      <a:pt x="7008" y="54501"/>
                      <a:pt x="7008" y="54293"/>
                      <a:pt x="7008" y="54084"/>
                    </a:cubicBezTo>
                    <a:lnTo>
                      <a:pt x="7008" y="54043"/>
                    </a:lnTo>
                    <a:lnTo>
                      <a:pt x="7008" y="53563"/>
                    </a:lnTo>
                    <a:lnTo>
                      <a:pt x="7008" y="53021"/>
                    </a:lnTo>
                    <a:cubicBezTo>
                      <a:pt x="7008" y="52770"/>
                      <a:pt x="6987" y="52520"/>
                      <a:pt x="6987" y="52270"/>
                    </a:cubicBezTo>
                    <a:cubicBezTo>
                      <a:pt x="6967" y="51331"/>
                      <a:pt x="6946" y="50393"/>
                      <a:pt x="6925" y="49454"/>
                    </a:cubicBezTo>
                    <a:lnTo>
                      <a:pt x="6925" y="49266"/>
                    </a:lnTo>
                    <a:cubicBezTo>
                      <a:pt x="6800" y="44386"/>
                      <a:pt x="6654" y="39484"/>
                      <a:pt x="6383" y="34603"/>
                    </a:cubicBezTo>
                    <a:cubicBezTo>
                      <a:pt x="6362" y="34520"/>
                      <a:pt x="6362" y="34457"/>
                      <a:pt x="6362" y="34395"/>
                    </a:cubicBezTo>
                    <a:cubicBezTo>
                      <a:pt x="6257" y="32476"/>
                      <a:pt x="6132" y="30578"/>
                      <a:pt x="5965" y="28659"/>
                    </a:cubicBezTo>
                    <a:cubicBezTo>
                      <a:pt x="5819" y="26740"/>
                      <a:pt x="5632" y="24821"/>
                      <a:pt x="5423" y="22902"/>
                    </a:cubicBezTo>
                    <a:cubicBezTo>
                      <a:pt x="5319" y="22026"/>
                      <a:pt x="5215" y="21171"/>
                      <a:pt x="5110" y="20295"/>
                    </a:cubicBezTo>
                    <a:cubicBezTo>
                      <a:pt x="5048" y="19920"/>
                      <a:pt x="5006" y="19523"/>
                      <a:pt x="4964" y="19127"/>
                    </a:cubicBezTo>
                    <a:cubicBezTo>
                      <a:pt x="4923" y="18731"/>
                      <a:pt x="4860" y="18355"/>
                      <a:pt x="4818" y="17959"/>
                    </a:cubicBezTo>
                    <a:cubicBezTo>
                      <a:pt x="4067" y="11973"/>
                      <a:pt x="3421" y="5945"/>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5"/>
              <p:cNvSpPr/>
              <p:nvPr/>
            </p:nvSpPr>
            <p:spPr>
              <a:xfrm>
                <a:off x="8610200" y="2749650"/>
                <a:ext cx="310275" cy="1383925"/>
              </a:xfrm>
              <a:custGeom>
                <a:rect b="b" l="l" r="r" t="t"/>
                <a:pathLst>
                  <a:path extrusionOk="0" h="55357" w="12411">
                    <a:moveTo>
                      <a:pt x="11013" y="1"/>
                    </a:moveTo>
                    <a:lnTo>
                      <a:pt x="11013" y="1"/>
                    </a:lnTo>
                    <a:cubicBezTo>
                      <a:pt x="11076" y="1502"/>
                      <a:pt x="10930" y="3004"/>
                      <a:pt x="10596" y="4464"/>
                    </a:cubicBezTo>
                    <a:cubicBezTo>
                      <a:pt x="10575" y="4527"/>
                      <a:pt x="10575" y="4568"/>
                      <a:pt x="10555" y="4631"/>
                    </a:cubicBezTo>
                    <a:cubicBezTo>
                      <a:pt x="9762" y="8073"/>
                      <a:pt x="8135" y="11389"/>
                      <a:pt x="6925" y="14789"/>
                    </a:cubicBezTo>
                    <a:cubicBezTo>
                      <a:pt x="6842" y="14997"/>
                      <a:pt x="6779" y="15206"/>
                      <a:pt x="6696" y="15456"/>
                    </a:cubicBezTo>
                    <a:cubicBezTo>
                      <a:pt x="6612" y="15686"/>
                      <a:pt x="6529" y="15936"/>
                      <a:pt x="6466" y="16165"/>
                    </a:cubicBezTo>
                    <a:cubicBezTo>
                      <a:pt x="6154" y="17146"/>
                      <a:pt x="5903" y="18147"/>
                      <a:pt x="5695" y="19148"/>
                    </a:cubicBezTo>
                    <a:cubicBezTo>
                      <a:pt x="4923" y="23340"/>
                      <a:pt x="5465" y="27699"/>
                      <a:pt x="4965" y="31954"/>
                    </a:cubicBezTo>
                    <a:cubicBezTo>
                      <a:pt x="4819" y="33102"/>
                      <a:pt x="4610" y="34249"/>
                      <a:pt x="4339" y="35375"/>
                    </a:cubicBezTo>
                    <a:lnTo>
                      <a:pt x="4172" y="36105"/>
                    </a:lnTo>
                    <a:cubicBezTo>
                      <a:pt x="4109" y="36314"/>
                      <a:pt x="4047" y="36543"/>
                      <a:pt x="4005" y="36752"/>
                    </a:cubicBezTo>
                    <a:cubicBezTo>
                      <a:pt x="3817" y="37377"/>
                      <a:pt x="3651" y="38024"/>
                      <a:pt x="3463" y="38650"/>
                    </a:cubicBezTo>
                    <a:cubicBezTo>
                      <a:pt x="3171" y="39630"/>
                      <a:pt x="2837" y="40610"/>
                      <a:pt x="2524" y="41591"/>
                    </a:cubicBezTo>
                    <a:cubicBezTo>
                      <a:pt x="2483" y="41757"/>
                      <a:pt x="2420" y="41924"/>
                      <a:pt x="2378" y="42091"/>
                    </a:cubicBezTo>
                    <a:cubicBezTo>
                      <a:pt x="2316" y="42279"/>
                      <a:pt x="2253" y="42446"/>
                      <a:pt x="2211" y="42613"/>
                    </a:cubicBezTo>
                    <a:cubicBezTo>
                      <a:pt x="1607" y="44511"/>
                      <a:pt x="1023" y="46388"/>
                      <a:pt x="605" y="48286"/>
                    </a:cubicBezTo>
                    <a:cubicBezTo>
                      <a:pt x="605" y="48327"/>
                      <a:pt x="605" y="48369"/>
                      <a:pt x="605" y="48390"/>
                    </a:cubicBezTo>
                    <a:cubicBezTo>
                      <a:pt x="585" y="48432"/>
                      <a:pt x="564" y="48494"/>
                      <a:pt x="564" y="48536"/>
                    </a:cubicBezTo>
                    <a:cubicBezTo>
                      <a:pt x="522" y="48745"/>
                      <a:pt x="480" y="48974"/>
                      <a:pt x="439" y="49183"/>
                    </a:cubicBezTo>
                    <a:cubicBezTo>
                      <a:pt x="439" y="49204"/>
                      <a:pt x="439" y="49204"/>
                      <a:pt x="439" y="49204"/>
                    </a:cubicBezTo>
                    <a:cubicBezTo>
                      <a:pt x="355" y="49621"/>
                      <a:pt x="293" y="50017"/>
                      <a:pt x="230" y="50413"/>
                    </a:cubicBezTo>
                    <a:cubicBezTo>
                      <a:pt x="230" y="50434"/>
                      <a:pt x="230" y="50434"/>
                      <a:pt x="230" y="50455"/>
                    </a:cubicBezTo>
                    <a:cubicBezTo>
                      <a:pt x="147" y="50976"/>
                      <a:pt x="105" y="51519"/>
                      <a:pt x="63" y="52040"/>
                    </a:cubicBezTo>
                    <a:cubicBezTo>
                      <a:pt x="42" y="52061"/>
                      <a:pt x="42" y="52082"/>
                      <a:pt x="63" y="52103"/>
                    </a:cubicBezTo>
                    <a:cubicBezTo>
                      <a:pt x="42" y="52290"/>
                      <a:pt x="21" y="52499"/>
                      <a:pt x="21" y="52708"/>
                    </a:cubicBezTo>
                    <a:cubicBezTo>
                      <a:pt x="1" y="52833"/>
                      <a:pt x="1" y="52979"/>
                      <a:pt x="1" y="53104"/>
                    </a:cubicBezTo>
                    <a:lnTo>
                      <a:pt x="1" y="53187"/>
                    </a:lnTo>
                    <a:lnTo>
                      <a:pt x="1" y="53813"/>
                    </a:lnTo>
                    <a:cubicBezTo>
                      <a:pt x="1" y="54084"/>
                      <a:pt x="1" y="54355"/>
                      <a:pt x="21" y="54626"/>
                    </a:cubicBezTo>
                    <a:cubicBezTo>
                      <a:pt x="21" y="54731"/>
                      <a:pt x="42" y="54856"/>
                      <a:pt x="42" y="54981"/>
                    </a:cubicBezTo>
                    <a:cubicBezTo>
                      <a:pt x="63" y="55064"/>
                      <a:pt x="84" y="55148"/>
                      <a:pt x="84" y="55252"/>
                    </a:cubicBezTo>
                    <a:cubicBezTo>
                      <a:pt x="105" y="55294"/>
                      <a:pt x="105" y="55336"/>
                      <a:pt x="105" y="55356"/>
                    </a:cubicBezTo>
                    <a:lnTo>
                      <a:pt x="439" y="55356"/>
                    </a:lnTo>
                    <a:cubicBezTo>
                      <a:pt x="668" y="55356"/>
                      <a:pt x="877" y="55336"/>
                      <a:pt x="1106" y="55336"/>
                    </a:cubicBezTo>
                    <a:lnTo>
                      <a:pt x="1607" y="55336"/>
                    </a:lnTo>
                    <a:cubicBezTo>
                      <a:pt x="2065" y="55315"/>
                      <a:pt x="2524" y="55294"/>
                      <a:pt x="2962" y="55273"/>
                    </a:cubicBezTo>
                    <a:lnTo>
                      <a:pt x="3087" y="55273"/>
                    </a:lnTo>
                    <a:lnTo>
                      <a:pt x="3233" y="55252"/>
                    </a:lnTo>
                    <a:lnTo>
                      <a:pt x="3651" y="55252"/>
                    </a:lnTo>
                    <a:lnTo>
                      <a:pt x="3651" y="55231"/>
                    </a:lnTo>
                    <a:cubicBezTo>
                      <a:pt x="3651" y="55231"/>
                      <a:pt x="3651" y="55210"/>
                      <a:pt x="3651" y="55210"/>
                    </a:cubicBezTo>
                    <a:lnTo>
                      <a:pt x="3651" y="54960"/>
                    </a:lnTo>
                    <a:cubicBezTo>
                      <a:pt x="3630" y="54856"/>
                      <a:pt x="3630" y="54731"/>
                      <a:pt x="3630" y="54626"/>
                    </a:cubicBezTo>
                    <a:cubicBezTo>
                      <a:pt x="3630" y="54314"/>
                      <a:pt x="3609" y="54042"/>
                      <a:pt x="3630" y="53792"/>
                    </a:cubicBezTo>
                    <a:cubicBezTo>
                      <a:pt x="3671" y="53292"/>
                      <a:pt x="3713" y="52791"/>
                      <a:pt x="3797" y="52270"/>
                    </a:cubicBezTo>
                    <a:cubicBezTo>
                      <a:pt x="3817" y="52103"/>
                      <a:pt x="3838" y="51915"/>
                      <a:pt x="3859" y="51748"/>
                    </a:cubicBezTo>
                    <a:cubicBezTo>
                      <a:pt x="3880" y="51665"/>
                      <a:pt x="3901" y="51602"/>
                      <a:pt x="3901" y="51540"/>
                    </a:cubicBezTo>
                    <a:cubicBezTo>
                      <a:pt x="3922" y="51435"/>
                      <a:pt x="3922" y="51331"/>
                      <a:pt x="3963" y="51227"/>
                    </a:cubicBezTo>
                    <a:cubicBezTo>
                      <a:pt x="4005" y="50976"/>
                      <a:pt x="4047" y="50705"/>
                      <a:pt x="4109" y="50455"/>
                    </a:cubicBezTo>
                    <a:cubicBezTo>
                      <a:pt x="4151" y="50226"/>
                      <a:pt x="4214" y="49996"/>
                      <a:pt x="4255" y="49788"/>
                    </a:cubicBezTo>
                    <a:cubicBezTo>
                      <a:pt x="4652" y="48056"/>
                      <a:pt x="5173" y="46325"/>
                      <a:pt x="5716" y="44615"/>
                    </a:cubicBezTo>
                    <a:cubicBezTo>
                      <a:pt x="5841" y="44239"/>
                      <a:pt x="5966" y="43822"/>
                      <a:pt x="6070" y="43468"/>
                    </a:cubicBezTo>
                    <a:cubicBezTo>
                      <a:pt x="6174" y="43113"/>
                      <a:pt x="6300" y="42759"/>
                      <a:pt x="6404" y="42425"/>
                    </a:cubicBezTo>
                    <a:cubicBezTo>
                      <a:pt x="6404" y="42404"/>
                      <a:pt x="6404" y="42404"/>
                      <a:pt x="6404" y="42404"/>
                    </a:cubicBezTo>
                    <a:cubicBezTo>
                      <a:pt x="6654" y="41570"/>
                      <a:pt x="6904" y="40756"/>
                      <a:pt x="7113" y="39943"/>
                    </a:cubicBezTo>
                    <a:lnTo>
                      <a:pt x="7134" y="39859"/>
                    </a:lnTo>
                    <a:cubicBezTo>
                      <a:pt x="7155" y="39797"/>
                      <a:pt x="7176" y="39755"/>
                      <a:pt x="7176" y="39713"/>
                    </a:cubicBezTo>
                    <a:cubicBezTo>
                      <a:pt x="8177" y="35980"/>
                      <a:pt x="9178" y="32226"/>
                      <a:pt x="9595" y="28409"/>
                    </a:cubicBezTo>
                    <a:cubicBezTo>
                      <a:pt x="9741" y="27178"/>
                      <a:pt x="9824" y="25947"/>
                      <a:pt x="9887" y="24696"/>
                    </a:cubicBezTo>
                    <a:cubicBezTo>
                      <a:pt x="9908" y="24300"/>
                      <a:pt x="9950" y="23924"/>
                      <a:pt x="9970" y="23528"/>
                    </a:cubicBezTo>
                    <a:cubicBezTo>
                      <a:pt x="9991" y="23111"/>
                      <a:pt x="10012" y="22694"/>
                      <a:pt x="10054" y="22297"/>
                    </a:cubicBezTo>
                    <a:cubicBezTo>
                      <a:pt x="10137" y="20858"/>
                      <a:pt x="10304" y="19440"/>
                      <a:pt x="10575" y="18042"/>
                    </a:cubicBezTo>
                    <a:cubicBezTo>
                      <a:pt x="10951" y="15998"/>
                      <a:pt x="11577" y="14017"/>
                      <a:pt x="11952" y="11994"/>
                    </a:cubicBezTo>
                    <a:cubicBezTo>
                      <a:pt x="12369" y="9616"/>
                      <a:pt x="12411" y="7197"/>
                      <a:pt x="12098" y="4819"/>
                    </a:cubicBezTo>
                    <a:cubicBezTo>
                      <a:pt x="12098" y="4631"/>
                      <a:pt x="12056" y="4464"/>
                      <a:pt x="12035" y="4297"/>
                    </a:cubicBezTo>
                    <a:cubicBezTo>
                      <a:pt x="12015" y="4110"/>
                      <a:pt x="11994" y="3922"/>
                      <a:pt x="11952" y="3755"/>
                    </a:cubicBezTo>
                    <a:cubicBezTo>
                      <a:pt x="11743" y="2483"/>
                      <a:pt x="11431" y="1231"/>
                      <a:pt x="1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5"/>
              <p:cNvSpPr/>
              <p:nvPr/>
            </p:nvSpPr>
            <p:spPr>
              <a:xfrm>
                <a:off x="8606550" y="2725150"/>
                <a:ext cx="318100" cy="1410500"/>
              </a:xfrm>
              <a:custGeom>
                <a:rect b="b" l="l" r="r" t="t"/>
                <a:pathLst>
                  <a:path extrusionOk="0" h="56420" w="12724">
                    <a:moveTo>
                      <a:pt x="552" y="51600"/>
                    </a:moveTo>
                    <a:lnTo>
                      <a:pt x="552" y="51600"/>
                    </a:lnTo>
                    <a:cubicBezTo>
                      <a:pt x="543" y="51642"/>
                      <a:pt x="543" y="51674"/>
                      <a:pt x="543" y="51706"/>
                    </a:cubicBezTo>
                    <a:cubicBezTo>
                      <a:pt x="546" y="51671"/>
                      <a:pt x="549" y="51635"/>
                      <a:pt x="552" y="51600"/>
                    </a:cubicBezTo>
                    <a:close/>
                    <a:moveTo>
                      <a:pt x="10993" y="0"/>
                    </a:moveTo>
                    <a:lnTo>
                      <a:pt x="11034" y="1085"/>
                    </a:lnTo>
                    <a:cubicBezTo>
                      <a:pt x="11222" y="5006"/>
                      <a:pt x="9720" y="8761"/>
                      <a:pt x="8281" y="12390"/>
                    </a:cubicBezTo>
                    <a:cubicBezTo>
                      <a:pt x="7906" y="13307"/>
                      <a:pt x="7530" y="14246"/>
                      <a:pt x="7176" y="15185"/>
                    </a:cubicBezTo>
                    <a:cubicBezTo>
                      <a:pt x="7113" y="15393"/>
                      <a:pt x="7030" y="15623"/>
                      <a:pt x="6946" y="15831"/>
                    </a:cubicBezTo>
                    <a:cubicBezTo>
                      <a:pt x="6884" y="16061"/>
                      <a:pt x="6779" y="16290"/>
                      <a:pt x="6717" y="16520"/>
                    </a:cubicBezTo>
                    <a:cubicBezTo>
                      <a:pt x="6300" y="17708"/>
                      <a:pt x="5966" y="18939"/>
                      <a:pt x="5716" y="20190"/>
                    </a:cubicBezTo>
                    <a:cubicBezTo>
                      <a:pt x="5278" y="22526"/>
                      <a:pt x="5257" y="24988"/>
                      <a:pt x="5236" y="27345"/>
                    </a:cubicBezTo>
                    <a:cubicBezTo>
                      <a:pt x="5257" y="29222"/>
                      <a:pt x="5173" y="31120"/>
                      <a:pt x="4986" y="32997"/>
                    </a:cubicBezTo>
                    <a:cubicBezTo>
                      <a:pt x="4881" y="33894"/>
                      <a:pt x="4735" y="34770"/>
                      <a:pt x="4547" y="35646"/>
                    </a:cubicBezTo>
                    <a:cubicBezTo>
                      <a:pt x="4485" y="35896"/>
                      <a:pt x="4422" y="36167"/>
                      <a:pt x="4360" y="36418"/>
                    </a:cubicBezTo>
                    <a:cubicBezTo>
                      <a:pt x="4318" y="36668"/>
                      <a:pt x="4255" y="36897"/>
                      <a:pt x="4193" y="37127"/>
                    </a:cubicBezTo>
                    <a:cubicBezTo>
                      <a:pt x="4026" y="37752"/>
                      <a:pt x="3859" y="38357"/>
                      <a:pt x="3692" y="38983"/>
                    </a:cubicBezTo>
                    <a:cubicBezTo>
                      <a:pt x="3379" y="40047"/>
                      <a:pt x="3046" y="41090"/>
                      <a:pt x="2712" y="42133"/>
                    </a:cubicBezTo>
                    <a:cubicBezTo>
                      <a:pt x="2670" y="42279"/>
                      <a:pt x="2608" y="42445"/>
                      <a:pt x="2566" y="42591"/>
                    </a:cubicBezTo>
                    <a:cubicBezTo>
                      <a:pt x="2566" y="42591"/>
                      <a:pt x="2545" y="42612"/>
                      <a:pt x="2545" y="42633"/>
                    </a:cubicBezTo>
                    <a:lnTo>
                      <a:pt x="2378" y="43134"/>
                    </a:lnTo>
                    <a:cubicBezTo>
                      <a:pt x="1815" y="44948"/>
                      <a:pt x="1231" y="46805"/>
                      <a:pt x="772" y="48703"/>
                    </a:cubicBezTo>
                    <a:cubicBezTo>
                      <a:pt x="731" y="48911"/>
                      <a:pt x="689" y="49141"/>
                      <a:pt x="626" y="49349"/>
                    </a:cubicBezTo>
                    <a:lnTo>
                      <a:pt x="605" y="49433"/>
                    </a:lnTo>
                    <a:lnTo>
                      <a:pt x="605" y="49453"/>
                    </a:lnTo>
                    <a:cubicBezTo>
                      <a:pt x="605" y="49495"/>
                      <a:pt x="585" y="49537"/>
                      <a:pt x="585" y="49579"/>
                    </a:cubicBezTo>
                    <a:cubicBezTo>
                      <a:pt x="543" y="49808"/>
                      <a:pt x="501" y="50017"/>
                      <a:pt x="459" y="50246"/>
                    </a:cubicBezTo>
                    <a:cubicBezTo>
                      <a:pt x="459" y="50267"/>
                      <a:pt x="459" y="50267"/>
                      <a:pt x="459" y="50288"/>
                    </a:cubicBezTo>
                    <a:cubicBezTo>
                      <a:pt x="376" y="50663"/>
                      <a:pt x="313" y="51060"/>
                      <a:pt x="251" y="51435"/>
                    </a:cubicBezTo>
                    <a:cubicBezTo>
                      <a:pt x="188" y="51977"/>
                      <a:pt x="126" y="52520"/>
                      <a:pt x="84" y="53083"/>
                    </a:cubicBezTo>
                    <a:cubicBezTo>
                      <a:pt x="63" y="53312"/>
                      <a:pt x="42" y="53542"/>
                      <a:pt x="21" y="53771"/>
                    </a:cubicBezTo>
                    <a:cubicBezTo>
                      <a:pt x="21" y="53917"/>
                      <a:pt x="21" y="54084"/>
                      <a:pt x="21" y="54230"/>
                    </a:cubicBezTo>
                    <a:lnTo>
                      <a:pt x="21" y="54814"/>
                    </a:lnTo>
                    <a:lnTo>
                      <a:pt x="21" y="54835"/>
                    </a:lnTo>
                    <a:lnTo>
                      <a:pt x="21" y="55314"/>
                    </a:lnTo>
                    <a:cubicBezTo>
                      <a:pt x="1" y="55335"/>
                      <a:pt x="1" y="55356"/>
                      <a:pt x="21" y="55377"/>
                    </a:cubicBezTo>
                    <a:lnTo>
                      <a:pt x="21" y="55669"/>
                    </a:lnTo>
                    <a:cubicBezTo>
                      <a:pt x="21" y="55773"/>
                      <a:pt x="21" y="55940"/>
                      <a:pt x="42" y="56065"/>
                    </a:cubicBezTo>
                    <a:cubicBezTo>
                      <a:pt x="63" y="56190"/>
                      <a:pt x="63" y="56253"/>
                      <a:pt x="84" y="56336"/>
                    </a:cubicBezTo>
                    <a:lnTo>
                      <a:pt x="84" y="56399"/>
                    </a:lnTo>
                    <a:cubicBezTo>
                      <a:pt x="84" y="56399"/>
                      <a:pt x="84" y="56420"/>
                      <a:pt x="84" y="56420"/>
                    </a:cubicBezTo>
                    <a:lnTo>
                      <a:pt x="397" y="56420"/>
                    </a:lnTo>
                    <a:cubicBezTo>
                      <a:pt x="397" y="56399"/>
                      <a:pt x="397" y="56399"/>
                      <a:pt x="397" y="56378"/>
                    </a:cubicBezTo>
                    <a:cubicBezTo>
                      <a:pt x="376" y="56316"/>
                      <a:pt x="376" y="56253"/>
                      <a:pt x="355" y="56190"/>
                    </a:cubicBezTo>
                    <a:cubicBezTo>
                      <a:pt x="334" y="56024"/>
                      <a:pt x="313" y="55836"/>
                      <a:pt x="313" y="55669"/>
                    </a:cubicBezTo>
                    <a:cubicBezTo>
                      <a:pt x="293" y="55210"/>
                      <a:pt x="293" y="54751"/>
                      <a:pt x="293" y="54292"/>
                    </a:cubicBezTo>
                    <a:cubicBezTo>
                      <a:pt x="293" y="53917"/>
                      <a:pt x="334" y="53562"/>
                      <a:pt x="355" y="53187"/>
                    </a:cubicBezTo>
                    <a:lnTo>
                      <a:pt x="355" y="53104"/>
                    </a:lnTo>
                    <a:lnTo>
                      <a:pt x="355" y="53041"/>
                    </a:lnTo>
                    <a:lnTo>
                      <a:pt x="355" y="53020"/>
                    </a:lnTo>
                    <a:cubicBezTo>
                      <a:pt x="397" y="52582"/>
                      <a:pt x="439" y="52144"/>
                      <a:pt x="501" y="51727"/>
                    </a:cubicBezTo>
                    <a:cubicBezTo>
                      <a:pt x="501" y="51664"/>
                      <a:pt x="501" y="51623"/>
                      <a:pt x="522" y="51581"/>
                    </a:cubicBezTo>
                    <a:cubicBezTo>
                      <a:pt x="546" y="51415"/>
                      <a:pt x="569" y="51253"/>
                      <a:pt x="594" y="51092"/>
                    </a:cubicBezTo>
                    <a:lnTo>
                      <a:pt x="594" y="51092"/>
                    </a:lnTo>
                    <a:cubicBezTo>
                      <a:pt x="582" y="51264"/>
                      <a:pt x="567" y="51433"/>
                      <a:pt x="552" y="51600"/>
                    </a:cubicBezTo>
                    <a:lnTo>
                      <a:pt x="552" y="51600"/>
                    </a:lnTo>
                    <a:cubicBezTo>
                      <a:pt x="555" y="51588"/>
                      <a:pt x="559" y="51574"/>
                      <a:pt x="564" y="51560"/>
                    </a:cubicBezTo>
                    <a:cubicBezTo>
                      <a:pt x="626" y="51143"/>
                      <a:pt x="689" y="50726"/>
                      <a:pt x="772" y="50288"/>
                    </a:cubicBezTo>
                    <a:cubicBezTo>
                      <a:pt x="814" y="50058"/>
                      <a:pt x="877" y="49829"/>
                      <a:pt x="918" y="49599"/>
                    </a:cubicBezTo>
                    <a:lnTo>
                      <a:pt x="877" y="49599"/>
                    </a:lnTo>
                    <a:cubicBezTo>
                      <a:pt x="897" y="49537"/>
                      <a:pt x="897" y="49453"/>
                      <a:pt x="918" y="49370"/>
                    </a:cubicBezTo>
                    <a:cubicBezTo>
                      <a:pt x="1294" y="47639"/>
                      <a:pt x="1815" y="45929"/>
                      <a:pt x="2337" y="44239"/>
                    </a:cubicBezTo>
                    <a:cubicBezTo>
                      <a:pt x="2399" y="44072"/>
                      <a:pt x="2441" y="43885"/>
                      <a:pt x="2503" y="43718"/>
                    </a:cubicBezTo>
                    <a:cubicBezTo>
                      <a:pt x="2566" y="43551"/>
                      <a:pt x="2608" y="43384"/>
                      <a:pt x="2670" y="43196"/>
                    </a:cubicBezTo>
                    <a:cubicBezTo>
                      <a:pt x="2733" y="43029"/>
                      <a:pt x="2775" y="42883"/>
                      <a:pt x="2837" y="42717"/>
                    </a:cubicBezTo>
                    <a:cubicBezTo>
                      <a:pt x="3067" y="41966"/>
                      <a:pt x="3317" y="41194"/>
                      <a:pt x="3546" y="40443"/>
                    </a:cubicBezTo>
                    <a:cubicBezTo>
                      <a:pt x="3755" y="39796"/>
                      <a:pt x="3943" y="39129"/>
                      <a:pt x="4130" y="38482"/>
                    </a:cubicBezTo>
                    <a:cubicBezTo>
                      <a:pt x="4193" y="38274"/>
                      <a:pt x="4235" y="38065"/>
                      <a:pt x="4297" y="37857"/>
                    </a:cubicBezTo>
                    <a:cubicBezTo>
                      <a:pt x="4360" y="37627"/>
                      <a:pt x="4422" y="37419"/>
                      <a:pt x="4464" y="37189"/>
                    </a:cubicBezTo>
                    <a:cubicBezTo>
                      <a:pt x="4819" y="35834"/>
                      <a:pt x="5069" y="34457"/>
                      <a:pt x="5257" y="33059"/>
                    </a:cubicBezTo>
                    <a:cubicBezTo>
                      <a:pt x="5444" y="31161"/>
                      <a:pt x="5528" y="29263"/>
                      <a:pt x="5507" y="27365"/>
                    </a:cubicBezTo>
                    <a:cubicBezTo>
                      <a:pt x="5528" y="25009"/>
                      <a:pt x="5549" y="22589"/>
                      <a:pt x="5987" y="20274"/>
                    </a:cubicBezTo>
                    <a:cubicBezTo>
                      <a:pt x="6133" y="19544"/>
                      <a:pt x="6300" y="18814"/>
                      <a:pt x="6508" y="18084"/>
                    </a:cubicBezTo>
                    <a:cubicBezTo>
                      <a:pt x="6592" y="17834"/>
                      <a:pt x="6654" y="17562"/>
                      <a:pt x="6758" y="17312"/>
                    </a:cubicBezTo>
                    <a:cubicBezTo>
                      <a:pt x="6842" y="17041"/>
                      <a:pt x="6904" y="16832"/>
                      <a:pt x="6988" y="16603"/>
                    </a:cubicBezTo>
                    <a:cubicBezTo>
                      <a:pt x="7447" y="15226"/>
                      <a:pt x="7989" y="13871"/>
                      <a:pt x="8531" y="12536"/>
                    </a:cubicBezTo>
                    <a:cubicBezTo>
                      <a:pt x="9407" y="10325"/>
                      <a:pt x="10304" y="8093"/>
                      <a:pt x="10826" y="5778"/>
                    </a:cubicBezTo>
                    <a:cubicBezTo>
                      <a:pt x="10847" y="5715"/>
                      <a:pt x="10867" y="5674"/>
                      <a:pt x="10867" y="5611"/>
                    </a:cubicBezTo>
                    <a:cubicBezTo>
                      <a:pt x="11139" y="4464"/>
                      <a:pt x="11285" y="3296"/>
                      <a:pt x="11326" y="2128"/>
                    </a:cubicBezTo>
                    <a:cubicBezTo>
                      <a:pt x="11639" y="3192"/>
                      <a:pt x="11869" y="4276"/>
                      <a:pt x="12015" y="5361"/>
                    </a:cubicBezTo>
                    <a:cubicBezTo>
                      <a:pt x="12056" y="5548"/>
                      <a:pt x="12077" y="5736"/>
                      <a:pt x="12098" y="5903"/>
                    </a:cubicBezTo>
                    <a:cubicBezTo>
                      <a:pt x="12119" y="6091"/>
                      <a:pt x="12140" y="6258"/>
                      <a:pt x="12161" y="6424"/>
                    </a:cubicBezTo>
                    <a:cubicBezTo>
                      <a:pt x="12369" y="8615"/>
                      <a:pt x="12286" y="10825"/>
                      <a:pt x="11889" y="12974"/>
                    </a:cubicBezTo>
                    <a:cubicBezTo>
                      <a:pt x="11702" y="14017"/>
                      <a:pt x="11451" y="15059"/>
                      <a:pt x="11201" y="16082"/>
                    </a:cubicBezTo>
                    <a:cubicBezTo>
                      <a:pt x="10951" y="17041"/>
                      <a:pt x="10701" y="18021"/>
                      <a:pt x="10513" y="19022"/>
                    </a:cubicBezTo>
                    <a:cubicBezTo>
                      <a:pt x="10200" y="20837"/>
                      <a:pt x="10012" y="22652"/>
                      <a:pt x="9929" y="24487"/>
                    </a:cubicBezTo>
                    <a:cubicBezTo>
                      <a:pt x="9908" y="24779"/>
                      <a:pt x="9887" y="25050"/>
                      <a:pt x="9866" y="25342"/>
                    </a:cubicBezTo>
                    <a:cubicBezTo>
                      <a:pt x="9866" y="25467"/>
                      <a:pt x="9845" y="25593"/>
                      <a:pt x="9845" y="25697"/>
                    </a:cubicBezTo>
                    <a:cubicBezTo>
                      <a:pt x="9824" y="26093"/>
                      <a:pt x="9804" y="26489"/>
                      <a:pt x="9783" y="26865"/>
                    </a:cubicBezTo>
                    <a:cubicBezTo>
                      <a:pt x="9720" y="27720"/>
                      <a:pt x="9658" y="28554"/>
                      <a:pt x="9553" y="29389"/>
                    </a:cubicBezTo>
                    <a:cubicBezTo>
                      <a:pt x="9115" y="33226"/>
                      <a:pt x="8114" y="37043"/>
                      <a:pt x="7134" y="40714"/>
                    </a:cubicBezTo>
                    <a:cubicBezTo>
                      <a:pt x="7134" y="40756"/>
                      <a:pt x="7113" y="40777"/>
                      <a:pt x="7092" y="40818"/>
                    </a:cubicBezTo>
                    <a:lnTo>
                      <a:pt x="7071" y="40944"/>
                    </a:lnTo>
                    <a:cubicBezTo>
                      <a:pt x="6946" y="41382"/>
                      <a:pt x="6821" y="41841"/>
                      <a:pt x="6675" y="42299"/>
                    </a:cubicBezTo>
                    <a:cubicBezTo>
                      <a:pt x="6571" y="42654"/>
                      <a:pt x="6466" y="43009"/>
                      <a:pt x="6362" y="43384"/>
                    </a:cubicBezTo>
                    <a:cubicBezTo>
                      <a:pt x="6237" y="43739"/>
                      <a:pt x="6133" y="44093"/>
                      <a:pt x="6028" y="44469"/>
                    </a:cubicBezTo>
                    <a:cubicBezTo>
                      <a:pt x="5987" y="44615"/>
                      <a:pt x="5924" y="44761"/>
                      <a:pt x="5882" y="44907"/>
                    </a:cubicBezTo>
                    <a:cubicBezTo>
                      <a:pt x="5340" y="46638"/>
                      <a:pt x="4777" y="48411"/>
                      <a:pt x="4339" y="50184"/>
                    </a:cubicBezTo>
                    <a:cubicBezTo>
                      <a:pt x="4297" y="50371"/>
                      <a:pt x="4255" y="50559"/>
                      <a:pt x="4214" y="50747"/>
                    </a:cubicBezTo>
                    <a:lnTo>
                      <a:pt x="4214" y="50768"/>
                    </a:lnTo>
                    <a:cubicBezTo>
                      <a:pt x="4151" y="50997"/>
                      <a:pt x="4109" y="51206"/>
                      <a:pt x="4068" y="51435"/>
                    </a:cubicBezTo>
                    <a:cubicBezTo>
                      <a:pt x="3963" y="51915"/>
                      <a:pt x="3880" y="52394"/>
                      <a:pt x="3797" y="52874"/>
                    </a:cubicBezTo>
                    <a:cubicBezTo>
                      <a:pt x="3776" y="53020"/>
                      <a:pt x="3755" y="53166"/>
                      <a:pt x="3734" y="53291"/>
                    </a:cubicBezTo>
                    <a:cubicBezTo>
                      <a:pt x="3671" y="53813"/>
                      <a:pt x="3609" y="54313"/>
                      <a:pt x="3567" y="54814"/>
                    </a:cubicBezTo>
                    <a:cubicBezTo>
                      <a:pt x="3567" y="55064"/>
                      <a:pt x="3567" y="55335"/>
                      <a:pt x="3567" y="55627"/>
                    </a:cubicBezTo>
                    <a:lnTo>
                      <a:pt x="3567" y="55732"/>
                    </a:lnTo>
                    <a:lnTo>
                      <a:pt x="3567" y="55982"/>
                    </a:lnTo>
                    <a:lnTo>
                      <a:pt x="3567" y="56211"/>
                    </a:lnTo>
                    <a:lnTo>
                      <a:pt x="3567" y="56232"/>
                    </a:lnTo>
                    <a:cubicBezTo>
                      <a:pt x="3588" y="56253"/>
                      <a:pt x="3588" y="56274"/>
                      <a:pt x="3567" y="56316"/>
                    </a:cubicBezTo>
                    <a:lnTo>
                      <a:pt x="3880" y="56316"/>
                    </a:lnTo>
                    <a:lnTo>
                      <a:pt x="3880" y="56274"/>
                    </a:lnTo>
                    <a:lnTo>
                      <a:pt x="3880" y="56044"/>
                    </a:lnTo>
                    <a:cubicBezTo>
                      <a:pt x="3880" y="55961"/>
                      <a:pt x="3880" y="55836"/>
                      <a:pt x="3859" y="55732"/>
                    </a:cubicBezTo>
                    <a:lnTo>
                      <a:pt x="3859" y="55690"/>
                    </a:lnTo>
                    <a:cubicBezTo>
                      <a:pt x="3859" y="55669"/>
                      <a:pt x="3859" y="55669"/>
                      <a:pt x="3859" y="55648"/>
                    </a:cubicBezTo>
                    <a:cubicBezTo>
                      <a:pt x="3859" y="55440"/>
                      <a:pt x="3838" y="55252"/>
                      <a:pt x="3859" y="55064"/>
                    </a:cubicBezTo>
                    <a:cubicBezTo>
                      <a:pt x="3859" y="55064"/>
                      <a:pt x="3859" y="55043"/>
                      <a:pt x="3859" y="55043"/>
                    </a:cubicBezTo>
                    <a:lnTo>
                      <a:pt x="3859" y="54856"/>
                    </a:lnTo>
                    <a:cubicBezTo>
                      <a:pt x="3901" y="54397"/>
                      <a:pt x="3943" y="53917"/>
                      <a:pt x="4005" y="53437"/>
                    </a:cubicBezTo>
                    <a:cubicBezTo>
                      <a:pt x="4005" y="53396"/>
                      <a:pt x="4005" y="53375"/>
                      <a:pt x="4026" y="53333"/>
                    </a:cubicBezTo>
                    <a:cubicBezTo>
                      <a:pt x="4047" y="53166"/>
                      <a:pt x="4068" y="52999"/>
                      <a:pt x="4089" y="52832"/>
                    </a:cubicBezTo>
                    <a:cubicBezTo>
                      <a:pt x="4089" y="52749"/>
                      <a:pt x="4109" y="52666"/>
                      <a:pt x="4130" y="52582"/>
                    </a:cubicBezTo>
                    <a:cubicBezTo>
                      <a:pt x="4151" y="52499"/>
                      <a:pt x="4172" y="52374"/>
                      <a:pt x="4193" y="52290"/>
                    </a:cubicBezTo>
                    <a:cubicBezTo>
                      <a:pt x="4235" y="52019"/>
                      <a:pt x="4276" y="51769"/>
                      <a:pt x="4339" y="51498"/>
                    </a:cubicBezTo>
                    <a:cubicBezTo>
                      <a:pt x="4589" y="50267"/>
                      <a:pt x="4923" y="49015"/>
                      <a:pt x="5298" y="47785"/>
                    </a:cubicBezTo>
                    <a:cubicBezTo>
                      <a:pt x="5319" y="47722"/>
                      <a:pt x="5340" y="47639"/>
                      <a:pt x="5361" y="47576"/>
                    </a:cubicBezTo>
                    <a:cubicBezTo>
                      <a:pt x="5424" y="47347"/>
                      <a:pt x="5507" y="47097"/>
                      <a:pt x="5570" y="46867"/>
                    </a:cubicBezTo>
                    <a:cubicBezTo>
                      <a:pt x="5695" y="46471"/>
                      <a:pt x="5820" y="46054"/>
                      <a:pt x="5945" y="45657"/>
                    </a:cubicBezTo>
                    <a:cubicBezTo>
                      <a:pt x="6008" y="45449"/>
                      <a:pt x="6070" y="45240"/>
                      <a:pt x="6133" y="45032"/>
                    </a:cubicBezTo>
                    <a:cubicBezTo>
                      <a:pt x="6195" y="44865"/>
                      <a:pt x="6237" y="44719"/>
                      <a:pt x="6279" y="44573"/>
                    </a:cubicBezTo>
                    <a:cubicBezTo>
                      <a:pt x="6675" y="43342"/>
                      <a:pt x="7030" y="42174"/>
                      <a:pt x="7342" y="41006"/>
                    </a:cubicBezTo>
                    <a:cubicBezTo>
                      <a:pt x="7342" y="40985"/>
                      <a:pt x="7363" y="40964"/>
                      <a:pt x="7363" y="40944"/>
                    </a:cubicBezTo>
                    <a:lnTo>
                      <a:pt x="7363" y="40902"/>
                    </a:lnTo>
                    <a:cubicBezTo>
                      <a:pt x="7384" y="40860"/>
                      <a:pt x="7384" y="40818"/>
                      <a:pt x="7405" y="40777"/>
                    </a:cubicBezTo>
                    <a:cubicBezTo>
                      <a:pt x="8385" y="37106"/>
                      <a:pt x="9386" y="33310"/>
                      <a:pt x="9824" y="29451"/>
                    </a:cubicBezTo>
                    <a:cubicBezTo>
                      <a:pt x="9970" y="28116"/>
                      <a:pt x="10054" y="26719"/>
                      <a:pt x="10137" y="25384"/>
                    </a:cubicBezTo>
                    <a:cubicBezTo>
                      <a:pt x="10137" y="25134"/>
                      <a:pt x="10158" y="24842"/>
                      <a:pt x="10179" y="24591"/>
                    </a:cubicBezTo>
                    <a:cubicBezTo>
                      <a:pt x="10200" y="24195"/>
                      <a:pt x="10221" y="23778"/>
                      <a:pt x="10262" y="23382"/>
                    </a:cubicBezTo>
                    <a:cubicBezTo>
                      <a:pt x="10283" y="22985"/>
                      <a:pt x="10325" y="22485"/>
                      <a:pt x="10367" y="22047"/>
                    </a:cubicBezTo>
                    <a:cubicBezTo>
                      <a:pt x="10471" y="21066"/>
                      <a:pt x="10596" y="20086"/>
                      <a:pt x="10763" y="19127"/>
                    </a:cubicBezTo>
                    <a:cubicBezTo>
                      <a:pt x="10951" y="18146"/>
                      <a:pt x="11201" y="17145"/>
                      <a:pt x="11451" y="16186"/>
                    </a:cubicBezTo>
                    <a:cubicBezTo>
                      <a:pt x="11702" y="15185"/>
                      <a:pt x="11973" y="14121"/>
                      <a:pt x="12140" y="13078"/>
                    </a:cubicBezTo>
                    <a:cubicBezTo>
                      <a:pt x="12640" y="10533"/>
                      <a:pt x="12724" y="7926"/>
                      <a:pt x="12390" y="5340"/>
                    </a:cubicBezTo>
                    <a:lnTo>
                      <a:pt x="12369" y="5340"/>
                    </a:lnTo>
                    <a:cubicBezTo>
                      <a:pt x="12348" y="5173"/>
                      <a:pt x="12327" y="4985"/>
                      <a:pt x="12286" y="4818"/>
                    </a:cubicBezTo>
                    <a:cubicBezTo>
                      <a:pt x="12265" y="4652"/>
                      <a:pt x="12223" y="4464"/>
                      <a:pt x="12202" y="4276"/>
                    </a:cubicBezTo>
                    <a:cubicBezTo>
                      <a:pt x="11973" y="3171"/>
                      <a:pt x="11702" y="2086"/>
                      <a:pt x="11347" y="1022"/>
                    </a:cubicBezTo>
                    <a:lnTo>
                      <a:pt x="109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5"/>
              <p:cNvSpPr/>
              <p:nvPr/>
            </p:nvSpPr>
            <p:spPr>
              <a:xfrm>
                <a:off x="8589875" y="2440450"/>
                <a:ext cx="360850" cy="1694175"/>
              </a:xfrm>
              <a:custGeom>
                <a:rect b="b" l="l" r="r" t="t"/>
                <a:pathLst>
                  <a:path extrusionOk="0" h="67767" w="14434">
                    <a:moveTo>
                      <a:pt x="14434" y="0"/>
                    </a:moveTo>
                    <a:lnTo>
                      <a:pt x="14434" y="0"/>
                    </a:lnTo>
                    <a:cubicBezTo>
                      <a:pt x="13808" y="1627"/>
                      <a:pt x="11430" y="2962"/>
                      <a:pt x="10387" y="4443"/>
                    </a:cubicBezTo>
                    <a:cubicBezTo>
                      <a:pt x="9782" y="5277"/>
                      <a:pt x="9282" y="6195"/>
                      <a:pt x="8885" y="7175"/>
                    </a:cubicBezTo>
                    <a:cubicBezTo>
                      <a:pt x="8844" y="7279"/>
                      <a:pt x="8823" y="7384"/>
                      <a:pt x="8760" y="7509"/>
                    </a:cubicBezTo>
                    <a:cubicBezTo>
                      <a:pt x="8719" y="7634"/>
                      <a:pt x="8677" y="7759"/>
                      <a:pt x="8635" y="7884"/>
                    </a:cubicBezTo>
                    <a:cubicBezTo>
                      <a:pt x="7530" y="11201"/>
                      <a:pt x="7884" y="14538"/>
                      <a:pt x="7321" y="18355"/>
                    </a:cubicBezTo>
                    <a:cubicBezTo>
                      <a:pt x="7029" y="20399"/>
                      <a:pt x="6278" y="22318"/>
                      <a:pt x="5757" y="24320"/>
                    </a:cubicBezTo>
                    <a:cubicBezTo>
                      <a:pt x="5715" y="24529"/>
                      <a:pt x="5653" y="24737"/>
                      <a:pt x="5611" y="24967"/>
                    </a:cubicBezTo>
                    <a:cubicBezTo>
                      <a:pt x="5548" y="25259"/>
                      <a:pt x="5506" y="25530"/>
                      <a:pt x="5444" y="25822"/>
                    </a:cubicBezTo>
                    <a:cubicBezTo>
                      <a:pt x="5444" y="25843"/>
                      <a:pt x="5444" y="25863"/>
                      <a:pt x="5444" y="25884"/>
                    </a:cubicBezTo>
                    <a:cubicBezTo>
                      <a:pt x="5444" y="25905"/>
                      <a:pt x="5444" y="25926"/>
                      <a:pt x="5444" y="25926"/>
                    </a:cubicBezTo>
                    <a:cubicBezTo>
                      <a:pt x="5381" y="26364"/>
                      <a:pt x="5340" y="26781"/>
                      <a:pt x="5319" y="27198"/>
                    </a:cubicBezTo>
                    <a:cubicBezTo>
                      <a:pt x="5256" y="28095"/>
                      <a:pt x="5235" y="29013"/>
                      <a:pt x="5256" y="29931"/>
                    </a:cubicBezTo>
                    <a:cubicBezTo>
                      <a:pt x="5277" y="30640"/>
                      <a:pt x="5319" y="31349"/>
                      <a:pt x="5319" y="32058"/>
                    </a:cubicBezTo>
                    <a:cubicBezTo>
                      <a:pt x="5340" y="32204"/>
                      <a:pt x="5340" y="32371"/>
                      <a:pt x="5340" y="32496"/>
                    </a:cubicBezTo>
                    <a:lnTo>
                      <a:pt x="5340" y="32913"/>
                    </a:lnTo>
                    <a:cubicBezTo>
                      <a:pt x="5360" y="34457"/>
                      <a:pt x="5298" y="36000"/>
                      <a:pt x="5173" y="37523"/>
                    </a:cubicBezTo>
                    <a:cubicBezTo>
                      <a:pt x="5027" y="39150"/>
                      <a:pt x="4818" y="40756"/>
                      <a:pt x="4568" y="42383"/>
                    </a:cubicBezTo>
                    <a:cubicBezTo>
                      <a:pt x="4213" y="44531"/>
                      <a:pt x="3796" y="46679"/>
                      <a:pt x="3316" y="48807"/>
                    </a:cubicBezTo>
                    <a:cubicBezTo>
                      <a:pt x="3275" y="49015"/>
                      <a:pt x="3233" y="49245"/>
                      <a:pt x="3191" y="49453"/>
                    </a:cubicBezTo>
                    <a:cubicBezTo>
                      <a:pt x="3129" y="49662"/>
                      <a:pt x="3087" y="49870"/>
                      <a:pt x="3045" y="50100"/>
                    </a:cubicBezTo>
                    <a:cubicBezTo>
                      <a:pt x="2816" y="51122"/>
                      <a:pt x="2586" y="52144"/>
                      <a:pt x="2357" y="53187"/>
                    </a:cubicBezTo>
                    <a:cubicBezTo>
                      <a:pt x="2336" y="53249"/>
                      <a:pt x="2315" y="53354"/>
                      <a:pt x="2294" y="53437"/>
                    </a:cubicBezTo>
                    <a:cubicBezTo>
                      <a:pt x="2044" y="54543"/>
                      <a:pt x="1815" y="55627"/>
                      <a:pt x="1564" y="56712"/>
                    </a:cubicBezTo>
                    <a:cubicBezTo>
                      <a:pt x="1564" y="56733"/>
                      <a:pt x="1564" y="56733"/>
                      <a:pt x="1564" y="56733"/>
                    </a:cubicBezTo>
                    <a:cubicBezTo>
                      <a:pt x="1564" y="56795"/>
                      <a:pt x="1544" y="56879"/>
                      <a:pt x="1523" y="56941"/>
                    </a:cubicBezTo>
                    <a:cubicBezTo>
                      <a:pt x="1481" y="57129"/>
                      <a:pt x="1439" y="57337"/>
                      <a:pt x="1398" y="57525"/>
                    </a:cubicBezTo>
                    <a:lnTo>
                      <a:pt x="1231" y="58339"/>
                    </a:lnTo>
                    <a:cubicBezTo>
                      <a:pt x="1231" y="58401"/>
                      <a:pt x="1210" y="58443"/>
                      <a:pt x="1210" y="58505"/>
                    </a:cubicBezTo>
                    <a:cubicBezTo>
                      <a:pt x="1168" y="58672"/>
                      <a:pt x="1147" y="58839"/>
                      <a:pt x="1106" y="59027"/>
                    </a:cubicBezTo>
                    <a:cubicBezTo>
                      <a:pt x="1106" y="59069"/>
                      <a:pt x="1085" y="59110"/>
                      <a:pt x="1085" y="59152"/>
                    </a:cubicBezTo>
                    <a:cubicBezTo>
                      <a:pt x="1064" y="59194"/>
                      <a:pt x="1064" y="59235"/>
                      <a:pt x="1064" y="59277"/>
                    </a:cubicBezTo>
                    <a:cubicBezTo>
                      <a:pt x="1022" y="59465"/>
                      <a:pt x="980" y="59632"/>
                      <a:pt x="960" y="59799"/>
                    </a:cubicBezTo>
                    <a:cubicBezTo>
                      <a:pt x="897" y="60049"/>
                      <a:pt x="855" y="60299"/>
                      <a:pt x="814" y="60570"/>
                    </a:cubicBezTo>
                    <a:cubicBezTo>
                      <a:pt x="605" y="61759"/>
                      <a:pt x="396" y="62948"/>
                      <a:pt x="250" y="64137"/>
                    </a:cubicBezTo>
                    <a:cubicBezTo>
                      <a:pt x="230" y="64220"/>
                      <a:pt x="230" y="64262"/>
                      <a:pt x="209" y="64387"/>
                    </a:cubicBezTo>
                    <a:cubicBezTo>
                      <a:pt x="188" y="64533"/>
                      <a:pt x="167" y="64700"/>
                      <a:pt x="167" y="64784"/>
                    </a:cubicBezTo>
                    <a:cubicBezTo>
                      <a:pt x="146" y="64888"/>
                      <a:pt x="125" y="64971"/>
                      <a:pt x="125" y="65076"/>
                    </a:cubicBezTo>
                    <a:cubicBezTo>
                      <a:pt x="104" y="65159"/>
                      <a:pt x="84" y="65263"/>
                      <a:pt x="84" y="65368"/>
                    </a:cubicBezTo>
                    <a:cubicBezTo>
                      <a:pt x="84" y="65368"/>
                      <a:pt x="84" y="65368"/>
                      <a:pt x="84" y="65388"/>
                    </a:cubicBezTo>
                    <a:cubicBezTo>
                      <a:pt x="63" y="65576"/>
                      <a:pt x="63" y="65743"/>
                      <a:pt x="42" y="65931"/>
                    </a:cubicBezTo>
                    <a:cubicBezTo>
                      <a:pt x="21" y="66139"/>
                      <a:pt x="21" y="66348"/>
                      <a:pt x="21" y="66536"/>
                    </a:cubicBezTo>
                    <a:cubicBezTo>
                      <a:pt x="0" y="66807"/>
                      <a:pt x="21" y="67078"/>
                      <a:pt x="63" y="67349"/>
                    </a:cubicBezTo>
                    <a:cubicBezTo>
                      <a:pt x="63" y="67370"/>
                      <a:pt x="63" y="67412"/>
                      <a:pt x="84" y="67432"/>
                    </a:cubicBezTo>
                    <a:cubicBezTo>
                      <a:pt x="84" y="67495"/>
                      <a:pt x="104" y="67558"/>
                      <a:pt x="125" y="67620"/>
                    </a:cubicBezTo>
                    <a:cubicBezTo>
                      <a:pt x="125" y="67641"/>
                      <a:pt x="125" y="67662"/>
                      <a:pt x="125" y="67704"/>
                    </a:cubicBezTo>
                    <a:cubicBezTo>
                      <a:pt x="146" y="67724"/>
                      <a:pt x="146" y="67745"/>
                      <a:pt x="146" y="67766"/>
                    </a:cubicBezTo>
                    <a:lnTo>
                      <a:pt x="1272" y="67766"/>
                    </a:lnTo>
                    <a:cubicBezTo>
                      <a:pt x="1481" y="67766"/>
                      <a:pt x="1710" y="67745"/>
                      <a:pt x="1919" y="67745"/>
                    </a:cubicBezTo>
                    <a:lnTo>
                      <a:pt x="2440" y="67745"/>
                    </a:lnTo>
                    <a:cubicBezTo>
                      <a:pt x="2899" y="67724"/>
                      <a:pt x="3337" y="67704"/>
                      <a:pt x="3775" y="67662"/>
                    </a:cubicBezTo>
                    <a:lnTo>
                      <a:pt x="4464" y="67662"/>
                    </a:lnTo>
                    <a:cubicBezTo>
                      <a:pt x="4464" y="67641"/>
                      <a:pt x="4464" y="67620"/>
                      <a:pt x="4464" y="67599"/>
                    </a:cubicBezTo>
                    <a:cubicBezTo>
                      <a:pt x="4484" y="67516"/>
                      <a:pt x="4526" y="67412"/>
                      <a:pt x="4547" y="67307"/>
                    </a:cubicBezTo>
                    <a:cubicBezTo>
                      <a:pt x="4568" y="67224"/>
                      <a:pt x="4589" y="67120"/>
                      <a:pt x="4610" y="67036"/>
                    </a:cubicBezTo>
                    <a:cubicBezTo>
                      <a:pt x="4756" y="66452"/>
                      <a:pt x="4881" y="65868"/>
                      <a:pt x="5027" y="65263"/>
                    </a:cubicBezTo>
                    <a:cubicBezTo>
                      <a:pt x="5068" y="65096"/>
                      <a:pt x="5110" y="64909"/>
                      <a:pt x="5131" y="64721"/>
                    </a:cubicBezTo>
                    <a:cubicBezTo>
                      <a:pt x="5173" y="64575"/>
                      <a:pt x="5194" y="64450"/>
                      <a:pt x="5235" y="64325"/>
                    </a:cubicBezTo>
                    <a:cubicBezTo>
                      <a:pt x="5256" y="64241"/>
                      <a:pt x="5277" y="64179"/>
                      <a:pt x="5277" y="64095"/>
                    </a:cubicBezTo>
                    <a:cubicBezTo>
                      <a:pt x="5653" y="62448"/>
                      <a:pt x="5986" y="60800"/>
                      <a:pt x="6299" y="59131"/>
                    </a:cubicBezTo>
                    <a:cubicBezTo>
                      <a:pt x="6299" y="59069"/>
                      <a:pt x="6320" y="59006"/>
                      <a:pt x="6341" y="58923"/>
                    </a:cubicBezTo>
                    <a:cubicBezTo>
                      <a:pt x="6466" y="58297"/>
                      <a:pt x="6570" y="57629"/>
                      <a:pt x="6695" y="56983"/>
                    </a:cubicBezTo>
                    <a:cubicBezTo>
                      <a:pt x="6758" y="56607"/>
                      <a:pt x="6821" y="56211"/>
                      <a:pt x="6883" y="55836"/>
                    </a:cubicBezTo>
                    <a:cubicBezTo>
                      <a:pt x="6946" y="55481"/>
                      <a:pt x="7008" y="55106"/>
                      <a:pt x="7071" y="54730"/>
                    </a:cubicBezTo>
                    <a:cubicBezTo>
                      <a:pt x="7530" y="51977"/>
                      <a:pt x="7905" y="49203"/>
                      <a:pt x="8218" y="46429"/>
                    </a:cubicBezTo>
                    <a:cubicBezTo>
                      <a:pt x="8260" y="46200"/>
                      <a:pt x="8260" y="45991"/>
                      <a:pt x="8301" y="45762"/>
                    </a:cubicBezTo>
                    <a:cubicBezTo>
                      <a:pt x="8322" y="45532"/>
                      <a:pt x="8343" y="45303"/>
                      <a:pt x="8385" y="45073"/>
                    </a:cubicBezTo>
                    <a:cubicBezTo>
                      <a:pt x="8656" y="42466"/>
                      <a:pt x="8865" y="39859"/>
                      <a:pt x="9031" y="37231"/>
                    </a:cubicBezTo>
                    <a:cubicBezTo>
                      <a:pt x="9323" y="32621"/>
                      <a:pt x="10345" y="28241"/>
                      <a:pt x="11326" y="23715"/>
                    </a:cubicBezTo>
                    <a:cubicBezTo>
                      <a:pt x="11785" y="21588"/>
                      <a:pt x="12431" y="19439"/>
                      <a:pt x="12807" y="17270"/>
                    </a:cubicBezTo>
                    <a:cubicBezTo>
                      <a:pt x="12848" y="17082"/>
                      <a:pt x="12869" y="16916"/>
                      <a:pt x="12890" y="16749"/>
                    </a:cubicBezTo>
                    <a:cubicBezTo>
                      <a:pt x="12911" y="16561"/>
                      <a:pt x="12953" y="16394"/>
                      <a:pt x="12974" y="16206"/>
                    </a:cubicBezTo>
                    <a:cubicBezTo>
                      <a:pt x="13140" y="14892"/>
                      <a:pt x="13140" y="13558"/>
                      <a:pt x="12974" y="12264"/>
                    </a:cubicBezTo>
                    <a:cubicBezTo>
                      <a:pt x="12348" y="8051"/>
                      <a:pt x="12911" y="4067"/>
                      <a:pt x="144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5"/>
              <p:cNvSpPr/>
              <p:nvPr/>
            </p:nvSpPr>
            <p:spPr>
              <a:xfrm>
                <a:off x="8588825" y="2417500"/>
                <a:ext cx="225800" cy="1718150"/>
              </a:xfrm>
              <a:custGeom>
                <a:rect b="b" l="l" r="r" t="t"/>
                <a:pathLst>
                  <a:path extrusionOk="0" h="68726" w="9032">
                    <a:moveTo>
                      <a:pt x="7572" y="0"/>
                    </a:moveTo>
                    <a:lnTo>
                      <a:pt x="7572" y="0"/>
                    </a:lnTo>
                    <a:cubicBezTo>
                      <a:pt x="7634" y="1460"/>
                      <a:pt x="7530" y="2900"/>
                      <a:pt x="7259" y="4318"/>
                    </a:cubicBezTo>
                    <a:cubicBezTo>
                      <a:pt x="6591" y="7759"/>
                      <a:pt x="5611" y="10909"/>
                      <a:pt x="5256" y="14350"/>
                    </a:cubicBezTo>
                    <a:cubicBezTo>
                      <a:pt x="5236" y="14601"/>
                      <a:pt x="5215" y="14830"/>
                      <a:pt x="5194" y="15080"/>
                    </a:cubicBezTo>
                    <a:cubicBezTo>
                      <a:pt x="5173" y="15393"/>
                      <a:pt x="5131" y="15685"/>
                      <a:pt x="5131" y="15998"/>
                    </a:cubicBezTo>
                    <a:lnTo>
                      <a:pt x="5131" y="16019"/>
                    </a:lnTo>
                    <a:cubicBezTo>
                      <a:pt x="5006" y="19648"/>
                      <a:pt x="5277" y="23277"/>
                      <a:pt x="5340" y="26907"/>
                    </a:cubicBezTo>
                    <a:cubicBezTo>
                      <a:pt x="5361" y="27324"/>
                      <a:pt x="5361" y="27720"/>
                      <a:pt x="5361" y="28158"/>
                    </a:cubicBezTo>
                    <a:cubicBezTo>
                      <a:pt x="5361" y="28617"/>
                      <a:pt x="5340" y="29013"/>
                      <a:pt x="5340" y="29493"/>
                    </a:cubicBezTo>
                    <a:cubicBezTo>
                      <a:pt x="5340" y="29952"/>
                      <a:pt x="5319" y="30432"/>
                      <a:pt x="5319" y="30890"/>
                    </a:cubicBezTo>
                    <a:cubicBezTo>
                      <a:pt x="5298" y="31766"/>
                      <a:pt x="5256" y="32622"/>
                      <a:pt x="5236" y="33498"/>
                    </a:cubicBezTo>
                    <a:cubicBezTo>
                      <a:pt x="5131" y="36376"/>
                      <a:pt x="4944" y="39275"/>
                      <a:pt x="4589" y="42133"/>
                    </a:cubicBezTo>
                    <a:cubicBezTo>
                      <a:pt x="4318" y="44239"/>
                      <a:pt x="3942" y="46325"/>
                      <a:pt x="3442" y="48369"/>
                    </a:cubicBezTo>
                    <a:cubicBezTo>
                      <a:pt x="3421" y="48494"/>
                      <a:pt x="3379" y="48619"/>
                      <a:pt x="3358" y="48744"/>
                    </a:cubicBezTo>
                    <a:cubicBezTo>
                      <a:pt x="3317" y="48911"/>
                      <a:pt x="3254" y="49099"/>
                      <a:pt x="3212" y="49266"/>
                    </a:cubicBezTo>
                    <a:cubicBezTo>
                      <a:pt x="3171" y="49454"/>
                      <a:pt x="3129" y="49620"/>
                      <a:pt x="3066" y="49787"/>
                    </a:cubicBezTo>
                    <a:cubicBezTo>
                      <a:pt x="2670" y="51226"/>
                      <a:pt x="2232" y="52666"/>
                      <a:pt x="1815" y="54084"/>
                    </a:cubicBezTo>
                    <a:cubicBezTo>
                      <a:pt x="1773" y="54167"/>
                      <a:pt x="1752" y="54272"/>
                      <a:pt x="1732" y="54355"/>
                    </a:cubicBezTo>
                    <a:cubicBezTo>
                      <a:pt x="1648" y="54626"/>
                      <a:pt x="1565" y="54918"/>
                      <a:pt x="1481" y="55210"/>
                    </a:cubicBezTo>
                    <a:cubicBezTo>
                      <a:pt x="1440" y="55315"/>
                      <a:pt x="1419" y="55440"/>
                      <a:pt x="1377" y="55586"/>
                    </a:cubicBezTo>
                    <a:cubicBezTo>
                      <a:pt x="1335" y="55711"/>
                      <a:pt x="1314" y="55857"/>
                      <a:pt x="1273" y="56003"/>
                    </a:cubicBezTo>
                    <a:cubicBezTo>
                      <a:pt x="1231" y="56149"/>
                      <a:pt x="1189" y="56274"/>
                      <a:pt x="1148" y="56420"/>
                    </a:cubicBezTo>
                    <a:cubicBezTo>
                      <a:pt x="1064" y="56712"/>
                      <a:pt x="1002" y="57025"/>
                      <a:pt x="918" y="57317"/>
                    </a:cubicBezTo>
                    <a:cubicBezTo>
                      <a:pt x="876" y="57463"/>
                      <a:pt x="856" y="57609"/>
                      <a:pt x="814" y="57776"/>
                    </a:cubicBezTo>
                    <a:cubicBezTo>
                      <a:pt x="772" y="57943"/>
                      <a:pt x="730" y="58089"/>
                      <a:pt x="710" y="58255"/>
                    </a:cubicBezTo>
                    <a:cubicBezTo>
                      <a:pt x="647" y="58485"/>
                      <a:pt x="605" y="58714"/>
                      <a:pt x="564" y="58944"/>
                    </a:cubicBezTo>
                    <a:cubicBezTo>
                      <a:pt x="146" y="60967"/>
                      <a:pt x="0" y="63053"/>
                      <a:pt x="167" y="65118"/>
                    </a:cubicBezTo>
                    <a:cubicBezTo>
                      <a:pt x="167" y="65201"/>
                      <a:pt x="188" y="65284"/>
                      <a:pt x="188" y="65368"/>
                    </a:cubicBezTo>
                    <a:cubicBezTo>
                      <a:pt x="188" y="65514"/>
                      <a:pt x="209" y="65639"/>
                      <a:pt x="230" y="65764"/>
                    </a:cubicBezTo>
                    <a:cubicBezTo>
                      <a:pt x="251" y="65973"/>
                      <a:pt x="272" y="66160"/>
                      <a:pt x="313" y="66348"/>
                    </a:cubicBezTo>
                    <a:cubicBezTo>
                      <a:pt x="355" y="66598"/>
                      <a:pt x="397" y="66828"/>
                      <a:pt x="438" y="67057"/>
                    </a:cubicBezTo>
                    <a:cubicBezTo>
                      <a:pt x="459" y="67162"/>
                      <a:pt x="480" y="67266"/>
                      <a:pt x="522" y="67370"/>
                    </a:cubicBezTo>
                    <a:cubicBezTo>
                      <a:pt x="522" y="67391"/>
                      <a:pt x="522" y="67412"/>
                      <a:pt x="522" y="67433"/>
                    </a:cubicBezTo>
                    <a:lnTo>
                      <a:pt x="584" y="67620"/>
                    </a:lnTo>
                    <a:cubicBezTo>
                      <a:pt x="584" y="67662"/>
                      <a:pt x="605" y="67704"/>
                      <a:pt x="605" y="67746"/>
                    </a:cubicBezTo>
                    <a:cubicBezTo>
                      <a:pt x="626" y="67787"/>
                      <a:pt x="626" y="67850"/>
                      <a:pt x="647" y="67892"/>
                    </a:cubicBezTo>
                    <a:cubicBezTo>
                      <a:pt x="689" y="68038"/>
                      <a:pt x="730" y="68204"/>
                      <a:pt x="793" y="68350"/>
                    </a:cubicBezTo>
                    <a:cubicBezTo>
                      <a:pt x="814" y="68455"/>
                      <a:pt x="856" y="68559"/>
                      <a:pt x="897" y="68663"/>
                    </a:cubicBezTo>
                    <a:cubicBezTo>
                      <a:pt x="897" y="68663"/>
                      <a:pt x="897" y="68684"/>
                      <a:pt x="897" y="68705"/>
                    </a:cubicBezTo>
                    <a:cubicBezTo>
                      <a:pt x="897" y="68705"/>
                      <a:pt x="897" y="68705"/>
                      <a:pt x="897" y="68726"/>
                    </a:cubicBezTo>
                    <a:lnTo>
                      <a:pt x="1314" y="68726"/>
                    </a:lnTo>
                    <a:cubicBezTo>
                      <a:pt x="1544" y="68705"/>
                      <a:pt x="1752" y="68705"/>
                      <a:pt x="1961" y="68705"/>
                    </a:cubicBezTo>
                    <a:lnTo>
                      <a:pt x="2482" y="68705"/>
                    </a:lnTo>
                    <a:cubicBezTo>
                      <a:pt x="2941" y="68684"/>
                      <a:pt x="3379" y="68642"/>
                      <a:pt x="3817" y="68622"/>
                    </a:cubicBezTo>
                    <a:lnTo>
                      <a:pt x="3963" y="68622"/>
                    </a:lnTo>
                    <a:lnTo>
                      <a:pt x="4109" y="68601"/>
                    </a:lnTo>
                    <a:cubicBezTo>
                      <a:pt x="4130" y="68580"/>
                      <a:pt x="4130" y="68538"/>
                      <a:pt x="4130" y="68496"/>
                    </a:cubicBezTo>
                    <a:cubicBezTo>
                      <a:pt x="4255" y="67537"/>
                      <a:pt x="4318" y="66557"/>
                      <a:pt x="4380" y="65576"/>
                    </a:cubicBezTo>
                    <a:cubicBezTo>
                      <a:pt x="4506" y="63762"/>
                      <a:pt x="4568" y="61947"/>
                      <a:pt x="4735" y="60153"/>
                    </a:cubicBezTo>
                    <a:cubicBezTo>
                      <a:pt x="4756" y="59799"/>
                      <a:pt x="4798" y="59444"/>
                      <a:pt x="4839" y="59090"/>
                    </a:cubicBezTo>
                    <a:cubicBezTo>
                      <a:pt x="4881" y="58714"/>
                      <a:pt x="4944" y="58318"/>
                      <a:pt x="4985" y="57922"/>
                    </a:cubicBezTo>
                    <a:cubicBezTo>
                      <a:pt x="5090" y="57213"/>
                      <a:pt x="5236" y="56503"/>
                      <a:pt x="5382" y="55794"/>
                    </a:cubicBezTo>
                    <a:cubicBezTo>
                      <a:pt x="5674" y="54564"/>
                      <a:pt x="6070" y="53333"/>
                      <a:pt x="6425" y="52102"/>
                    </a:cubicBezTo>
                    <a:cubicBezTo>
                      <a:pt x="6591" y="51602"/>
                      <a:pt x="6737" y="51101"/>
                      <a:pt x="6883" y="50580"/>
                    </a:cubicBezTo>
                    <a:cubicBezTo>
                      <a:pt x="6988" y="50204"/>
                      <a:pt x="7071" y="49808"/>
                      <a:pt x="7155" y="49433"/>
                    </a:cubicBezTo>
                    <a:cubicBezTo>
                      <a:pt x="7217" y="49245"/>
                      <a:pt x="7238" y="49057"/>
                      <a:pt x="7280" y="48849"/>
                    </a:cubicBezTo>
                    <a:cubicBezTo>
                      <a:pt x="8177" y="44114"/>
                      <a:pt x="7175" y="39254"/>
                      <a:pt x="7196" y="34436"/>
                    </a:cubicBezTo>
                    <a:cubicBezTo>
                      <a:pt x="7217" y="32809"/>
                      <a:pt x="7321" y="31203"/>
                      <a:pt x="7509" y="29576"/>
                    </a:cubicBezTo>
                    <a:cubicBezTo>
                      <a:pt x="7530" y="29326"/>
                      <a:pt x="7551" y="29055"/>
                      <a:pt x="7593" y="28826"/>
                    </a:cubicBezTo>
                    <a:cubicBezTo>
                      <a:pt x="7613" y="28596"/>
                      <a:pt x="7634" y="28367"/>
                      <a:pt x="7676" y="28137"/>
                    </a:cubicBezTo>
                    <a:cubicBezTo>
                      <a:pt x="7989" y="25613"/>
                      <a:pt x="8364" y="23069"/>
                      <a:pt x="8594" y="20524"/>
                    </a:cubicBezTo>
                    <a:cubicBezTo>
                      <a:pt x="8948" y="16645"/>
                      <a:pt x="9032" y="12765"/>
                      <a:pt x="8844" y="8865"/>
                    </a:cubicBezTo>
                    <a:cubicBezTo>
                      <a:pt x="8844" y="8740"/>
                      <a:pt x="8844" y="8594"/>
                      <a:pt x="8823" y="8469"/>
                    </a:cubicBezTo>
                    <a:cubicBezTo>
                      <a:pt x="8823" y="8343"/>
                      <a:pt x="8802" y="8218"/>
                      <a:pt x="8802" y="8114"/>
                    </a:cubicBezTo>
                    <a:cubicBezTo>
                      <a:pt x="8615" y="5382"/>
                      <a:pt x="8197" y="2670"/>
                      <a:pt x="7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5"/>
              <p:cNvSpPr/>
              <p:nvPr/>
            </p:nvSpPr>
            <p:spPr>
              <a:xfrm>
                <a:off x="8472025" y="2809625"/>
                <a:ext cx="154375" cy="1325525"/>
              </a:xfrm>
              <a:custGeom>
                <a:rect b="b" l="l" r="r" t="t"/>
                <a:pathLst>
                  <a:path extrusionOk="0" h="53021" w="6175">
                    <a:moveTo>
                      <a:pt x="3212" y="0"/>
                    </a:moveTo>
                    <a:cubicBezTo>
                      <a:pt x="3191" y="251"/>
                      <a:pt x="3191" y="501"/>
                      <a:pt x="3191" y="751"/>
                    </a:cubicBezTo>
                    <a:cubicBezTo>
                      <a:pt x="3233" y="1210"/>
                      <a:pt x="3317" y="1669"/>
                      <a:pt x="3421" y="2128"/>
                    </a:cubicBezTo>
                    <a:cubicBezTo>
                      <a:pt x="3483" y="2378"/>
                      <a:pt x="3546" y="2649"/>
                      <a:pt x="3609" y="2899"/>
                    </a:cubicBezTo>
                    <a:cubicBezTo>
                      <a:pt x="3671" y="3191"/>
                      <a:pt x="3755" y="3504"/>
                      <a:pt x="3796" y="3796"/>
                    </a:cubicBezTo>
                    <a:cubicBezTo>
                      <a:pt x="3796" y="3817"/>
                      <a:pt x="3796" y="3817"/>
                      <a:pt x="3796" y="3838"/>
                    </a:cubicBezTo>
                    <a:cubicBezTo>
                      <a:pt x="3963" y="4860"/>
                      <a:pt x="3984" y="5903"/>
                      <a:pt x="3838" y="6925"/>
                    </a:cubicBezTo>
                    <a:lnTo>
                      <a:pt x="3838" y="6946"/>
                    </a:lnTo>
                    <a:cubicBezTo>
                      <a:pt x="3796" y="7154"/>
                      <a:pt x="3734" y="7363"/>
                      <a:pt x="3692" y="7572"/>
                    </a:cubicBezTo>
                    <a:cubicBezTo>
                      <a:pt x="3650" y="7718"/>
                      <a:pt x="3588" y="7884"/>
                      <a:pt x="3546" y="8051"/>
                    </a:cubicBezTo>
                    <a:cubicBezTo>
                      <a:pt x="3254" y="8886"/>
                      <a:pt x="2879" y="9678"/>
                      <a:pt x="2566" y="10512"/>
                    </a:cubicBezTo>
                    <a:cubicBezTo>
                      <a:pt x="2003" y="12077"/>
                      <a:pt x="1669" y="13725"/>
                      <a:pt x="1606" y="15414"/>
                    </a:cubicBezTo>
                    <a:cubicBezTo>
                      <a:pt x="1544" y="16123"/>
                      <a:pt x="1419" y="16770"/>
                      <a:pt x="1314" y="17437"/>
                    </a:cubicBezTo>
                    <a:cubicBezTo>
                      <a:pt x="1273" y="17729"/>
                      <a:pt x="1231" y="18021"/>
                      <a:pt x="1210" y="18313"/>
                    </a:cubicBezTo>
                    <a:cubicBezTo>
                      <a:pt x="1189" y="18668"/>
                      <a:pt x="1210" y="19022"/>
                      <a:pt x="1231" y="19377"/>
                    </a:cubicBezTo>
                    <a:cubicBezTo>
                      <a:pt x="1252" y="19565"/>
                      <a:pt x="1273" y="19731"/>
                      <a:pt x="1314" y="19898"/>
                    </a:cubicBezTo>
                    <a:cubicBezTo>
                      <a:pt x="1377" y="20315"/>
                      <a:pt x="1439" y="20712"/>
                      <a:pt x="1523" y="21129"/>
                    </a:cubicBezTo>
                    <a:cubicBezTo>
                      <a:pt x="1752" y="22234"/>
                      <a:pt x="2003" y="23319"/>
                      <a:pt x="2023" y="24445"/>
                    </a:cubicBezTo>
                    <a:cubicBezTo>
                      <a:pt x="2003" y="25405"/>
                      <a:pt x="1877" y="26343"/>
                      <a:pt x="1627" y="27282"/>
                    </a:cubicBezTo>
                    <a:cubicBezTo>
                      <a:pt x="1585" y="27470"/>
                      <a:pt x="1523" y="27678"/>
                      <a:pt x="1481" y="27845"/>
                    </a:cubicBezTo>
                    <a:cubicBezTo>
                      <a:pt x="1439" y="27991"/>
                      <a:pt x="1398" y="28158"/>
                      <a:pt x="1356" y="28304"/>
                    </a:cubicBezTo>
                    <a:cubicBezTo>
                      <a:pt x="1189" y="28867"/>
                      <a:pt x="1001" y="29430"/>
                      <a:pt x="835" y="29973"/>
                    </a:cubicBezTo>
                    <a:cubicBezTo>
                      <a:pt x="793" y="30077"/>
                      <a:pt x="772" y="30202"/>
                      <a:pt x="730" y="30285"/>
                    </a:cubicBezTo>
                    <a:cubicBezTo>
                      <a:pt x="709" y="30369"/>
                      <a:pt x="689" y="30452"/>
                      <a:pt x="647" y="30536"/>
                    </a:cubicBezTo>
                    <a:cubicBezTo>
                      <a:pt x="647" y="30557"/>
                      <a:pt x="647" y="30577"/>
                      <a:pt x="647" y="30598"/>
                    </a:cubicBezTo>
                    <a:cubicBezTo>
                      <a:pt x="626" y="30619"/>
                      <a:pt x="626" y="30640"/>
                      <a:pt x="626" y="30640"/>
                    </a:cubicBezTo>
                    <a:cubicBezTo>
                      <a:pt x="626" y="30682"/>
                      <a:pt x="605" y="30703"/>
                      <a:pt x="605" y="30744"/>
                    </a:cubicBezTo>
                    <a:cubicBezTo>
                      <a:pt x="313" y="31704"/>
                      <a:pt x="125" y="32705"/>
                      <a:pt x="42" y="33685"/>
                    </a:cubicBezTo>
                    <a:cubicBezTo>
                      <a:pt x="21" y="33894"/>
                      <a:pt x="21" y="34102"/>
                      <a:pt x="21" y="34311"/>
                    </a:cubicBezTo>
                    <a:lnTo>
                      <a:pt x="21" y="34561"/>
                    </a:lnTo>
                    <a:lnTo>
                      <a:pt x="21" y="34978"/>
                    </a:lnTo>
                    <a:cubicBezTo>
                      <a:pt x="21" y="35062"/>
                      <a:pt x="0" y="35145"/>
                      <a:pt x="21" y="35229"/>
                    </a:cubicBezTo>
                    <a:cubicBezTo>
                      <a:pt x="42" y="35312"/>
                      <a:pt x="42" y="35395"/>
                      <a:pt x="42" y="35500"/>
                    </a:cubicBezTo>
                    <a:cubicBezTo>
                      <a:pt x="42" y="35708"/>
                      <a:pt x="42" y="35917"/>
                      <a:pt x="63" y="36125"/>
                    </a:cubicBezTo>
                    <a:cubicBezTo>
                      <a:pt x="63" y="36334"/>
                      <a:pt x="84" y="36563"/>
                      <a:pt x="105" y="36772"/>
                    </a:cubicBezTo>
                    <a:cubicBezTo>
                      <a:pt x="209" y="38712"/>
                      <a:pt x="459" y="40672"/>
                      <a:pt x="730" y="42612"/>
                    </a:cubicBezTo>
                    <a:cubicBezTo>
                      <a:pt x="793" y="43071"/>
                      <a:pt x="855" y="43551"/>
                      <a:pt x="939" y="44030"/>
                    </a:cubicBezTo>
                    <a:cubicBezTo>
                      <a:pt x="1001" y="44531"/>
                      <a:pt x="1085" y="45011"/>
                      <a:pt x="1168" y="45490"/>
                    </a:cubicBezTo>
                    <a:cubicBezTo>
                      <a:pt x="1210" y="45782"/>
                      <a:pt x="1252" y="46095"/>
                      <a:pt x="1293" y="46387"/>
                    </a:cubicBezTo>
                    <a:cubicBezTo>
                      <a:pt x="1377" y="46909"/>
                      <a:pt x="1523" y="48244"/>
                      <a:pt x="1731" y="49662"/>
                    </a:cubicBezTo>
                    <a:cubicBezTo>
                      <a:pt x="1815" y="50163"/>
                      <a:pt x="1898" y="50684"/>
                      <a:pt x="2003" y="51164"/>
                    </a:cubicBezTo>
                    <a:cubicBezTo>
                      <a:pt x="2128" y="51810"/>
                      <a:pt x="2295" y="52415"/>
                      <a:pt x="2503" y="53020"/>
                    </a:cubicBezTo>
                    <a:lnTo>
                      <a:pt x="4798" y="53020"/>
                    </a:lnTo>
                    <a:lnTo>
                      <a:pt x="4839" y="52937"/>
                    </a:lnTo>
                    <a:cubicBezTo>
                      <a:pt x="4860" y="52916"/>
                      <a:pt x="4860" y="52895"/>
                      <a:pt x="4860" y="52874"/>
                    </a:cubicBezTo>
                    <a:cubicBezTo>
                      <a:pt x="4902" y="52791"/>
                      <a:pt x="4944" y="52728"/>
                      <a:pt x="4985" y="52645"/>
                    </a:cubicBezTo>
                    <a:cubicBezTo>
                      <a:pt x="4985" y="52624"/>
                      <a:pt x="5006" y="52603"/>
                      <a:pt x="5006" y="52582"/>
                    </a:cubicBezTo>
                    <a:lnTo>
                      <a:pt x="5027" y="52519"/>
                    </a:lnTo>
                    <a:cubicBezTo>
                      <a:pt x="5048" y="52499"/>
                      <a:pt x="5048" y="52478"/>
                      <a:pt x="5069" y="52436"/>
                    </a:cubicBezTo>
                    <a:cubicBezTo>
                      <a:pt x="5069" y="52415"/>
                      <a:pt x="5069" y="52415"/>
                      <a:pt x="5090" y="52394"/>
                    </a:cubicBezTo>
                    <a:lnTo>
                      <a:pt x="5173" y="52186"/>
                    </a:lnTo>
                    <a:cubicBezTo>
                      <a:pt x="5173" y="52186"/>
                      <a:pt x="5173" y="52186"/>
                      <a:pt x="5173" y="52165"/>
                    </a:cubicBezTo>
                    <a:cubicBezTo>
                      <a:pt x="5194" y="52102"/>
                      <a:pt x="5215" y="52019"/>
                      <a:pt x="5256" y="51935"/>
                    </a:cubicBezTo>
                    <a:cubicBezTo>
                      <a:pt x="5277" y="51852"/>
                      <a:pt x="5319" y="51748"/>
                      <a:pt x="5340" y="51664"/>
                    </a:cubicBezTo>
                    <a:cubicBezTo>
                      <a:pt x="5361" y="51602"/>
                      <a:pt x="5402" y="51518"/>
                      <a:pt x="5423" y="51456"/>
                    </a:cubicBezTo>
                    <a:cubicBezTo>
                      <a:pt x="5465" y="51247"/>
                      <a:pt x="5528" y="51059"/>
                      <a:pt x="5569" y="50851"/>
                    </a:cubicBezTo>
                    <a:cubicBezTo>
                      <a:pt x="5653" y="50517"/>
                      <a:pt x="5736" y="50163"/>
                      <a:pt x="5778" y="49787"/>
                    </a:cubicBezTo>
                    <a:cubicBezTo>
                      <a:pt x="5799" y="49766"/>
                      <a:pt x="5799" y="49745"/>
                      <a:pt x="5799" y="49704"/>
                    </a:cubicBezTo>
                    <a:cubicBezTo>
                      <a:pt x="5882" y="49203"/>
                      <a:pt x="5924" y="48682"/>
                      <a:pt x="5966" y="48160"/>
                    </a:cubicBezTo>
                    <a:cubicBezTo>
                      <a:pt x="5986" y="47722"/>
                      <a:pt x="6007" y="47284"/>
                      <a:pt x="6028" y="46867"/>
                    </a:cubicBezTo>
                    <a:lnTo>
                      <a:pt x="6028" y="46325"/>
                    </a:lnTo>
                    <a:lnTo>
                      <a:pt x="6028" y="46200"/>
                    </a:lnTo>
                    <a:lnTo>
                      <a:pt x="6028" y="45970"/>
                    </a:lnTo>
                    <a:cubicBezTo>
                      <a:pt x="6028" y="45490"/>
                      <a:pt x="6049" y="45032"/>
                      <a:pt x="6070" y="44552"/>
                    </a:cubicBezTo>
                    <a:lnTo>
                      <a:pt x="6070" y="44322"/>
                    </a:lnTo>
                    <a:cubicBezTo>
                      <a:pt x="6070" y="44135"/>
                      <a:pt x="6091" y="43947"/>
                      <a:pt x="6091" y="43759"/>
                    </a:cubicBezTo>
                    <a:cubicBezTo>
                      <a:pt x="6112" y="43446"/>
                      <a:pt x="6132" y="43134"/>
                      <a:pt x="6132" y="42821"/>
                    </a:cubicBezTo>
                    <a:cubicBezTo>
                      <a:pt x="6153" y="42633"/>
                      <a:pt x="6153" y="42424"/>
                      <a:pt x="6153" y="42237"/>
                    </a:cubicBezTo>
                    <a:lnTo>
                      <a:pt x="6153" y="41986"/>
                    </a:lnTo>
                    <a:cubicBezTo>
                      <a:pt x="6174" y="41423"/>
                      <a:pt x="6153" y="40860"/>
                      <a:pt x="6112" y="40297"/>
                    </a:cubicBezTo>
                    <a:cubicBezTo>
                      <a:pt x="6091" y="40151"/>
                      <a:pt x="6070" y="40005"/>
                      <a:pt x="6070" y="39880"/>
                    </a:cubicBezTo>
                    <a:cubicBezTo>
                      <a:pt x="6049" y="39755"/>
                      <a:pt x="6028" y="39609"/>
                      <a:pt x="6028" y="39484"/>
                    </a:cubicBezTo>
                    <a:cubicBezTo>
                      <a:pt x="5986" y="39275"/>
                      <a:pt x="5966" y="39066"/>
                      <a:pt x="5924" y="38858"/>
                    </a:cubicBezTo>
                    <a:cubicBezTo>
                      <a:pt x="5861" y="38587"/>
                      <a:pt x="5799" y="38295"/>
                      <a:pt x="5736" y="38003"/>
                    </a:cubicBezTo>
                    <a:cubicBezTo>
                      <a:pt x="5528" y="37106"/>
                      <a:pt x="5361" y="36209"/>
                      <a:pt x="5236" y="35312"/>
                    </a:cubicBezTo>
                    <a:cubicBezTo>
                      <a:pt x="5173" y="34311"/>
                      <a:pt x="5152" y="33310"/>
                      <a:pt x="5215" y="32329"/>
                    </a:cubicBezTo>
                    <a:lnTo>
                      <a:pt x="5215" y="32142"/>
                    </a:lnTo>
                    <a:cubicBezTo>
                      <a:pt x="5256" y="31120"/>
                      <a:pt x="5256" y="30098"/>
                      <a:pt x="5256" y="29055"/>
                    </a:cubicBezTo>
                    <a:cubicBezTo>
                      <a:pt x="5236" y="28366"/>
                      <a:pt x="5215" y="27678"/>
                      <a:pt x="5194" y="26990"/>
                    </a:cubicBezTo>
                    <a:cubicBezTo>
                      <a:pt x="5131" y="25759"/>
                      <a:pt x="5048" y="24508"/>
                      <a:pt x="4923" y="23256"/>
                    </a:cubicBezTo>
                    <a:cubicBezTo>
                      <a:pt x="4902" y="22902"/>
                      <a:pt x="4860" y="22547"/>
                      <a:pt x="4818" y="22193"/>
                    </a:cubicBezTo>
                    <a:cubicBezTo>
                      <a:pt x="4652" y="20649"/>
                      <a:pt x="4443" y="19106"/>
                      <a:pt x="4505" y="17541"/>
                    </a:cubicBezTo>
                    <a:cubicBezTo>
                      <a:pt x="4652" y="14475"/>
                      <a:pt x="5465" y="11576"/>
                      <a:pt x="5402" y="8510"/>
                    </a:cubicBezTo>
                    <a:lnTo>
                      <a:pt x="5402" y="8218"/>
                    </a:lnTo>
                    <a:cubicBezTo>
                      <a:pt x="5298" y="6862"/>
                      <a:pt x="5090" y="5528"/>
                      <a:pt x="4735" y="4234"/>
                    </a:cubicBezTo>
                    <a:cubicBezTo>
                      <a:pt x="4714" y="4151"/>
                      <a:pt x="4693" y="4088"/>
                      <a:pt x="4672" y="4005"/>
                    </a:cubicBezTo>
                    <a:cubicBezTo>
                      <a:pt x="4631" y="3838"/>
                      <a:pt x="4589" y="3671"/>
                      <a:pt x="4547" y="3525"/>
                    </a:cubicBezTo>
                    <a:cubicBezTo>
                      <a:pt x="4505" y="3358"/>
                      <a:pt x="4464" y="3212"/>
                      <a:pt x="4401" y="3045"/>
                    </a:cubicBezTo>
                    <a:cubicBezTo>
                      <a:pt x="4380" y="2962"/>
                      <a:pt x="4359" y="2899"/>
                      <a:pt x="4339" y="2816"/>
                    </a:cubicBezTo>
                    <a:cubicBezTo>
                      <a:pt x="4297" y="2670"/>
                      <a:pt x="4255" y="2545"/>
                      <a:pt x="4213" y="2399"/>
                    </a:cubicBezTo>
                    <a:cubicBezTo>
                      <a:pt x="4151" y="2232"/>
                      <a:pt x="4088" y="2044"/>
                      <a:pt x="4026" y="1877"/>
                    </a:cubicBezTo>
                    <a:cubicBezTo>
                      <a:pt x="4005" y="1815"/>
                      <a:pt x="3984" y="1752"/>
                      <a:pt x="3942" y="1690"/>
                    </a:cubicBezTo>
                    <a:cubicBezTo>
                      <a:pt x="3880" y="1523"/>
                      <a:pt x="3775" y="1356"/>
                      <a:pt x="3692" y="1168"/>
                    </a:cubicBezTo>
                    <a:cubicBezTo>
                      <a:pt x="3629" y="1064"/>
                      <a:pt x="3567" y="981"/>
                      <a:pt x="3525" y="876"/>
                    </a:cubicBezTo>
                    <a:cubicBezTo>
                      <a:pt x="3463" y="751"/>
                      <a:pt x="3400" y="605"/>
                      <a:pt x="3358" y="480"/>
                    </a:cubicBezTo>
                    <a:cubicBezTo>
                      <a:pt x="3296" y="334"/>
                      <a:pt x="3254" y="167"/>
                      <a:pt x="3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5"/>
              <p:cNvSpPr/>
              <p:nvPr/>
            </p:nvSpPr>
            <p:spPr>
              <a:xfrm>
                <a:off x="8466800" y="2781450"/>
                <a:ext cx="163750" cy="1351609"/>
              </a:xfrm>
              <a:custGeom>
                <a:rect b="b" l="l" r="r" t="t"/>
                <a:pathLst>
                  <a:path extrusionOk="0" h="54189" w="6550">
                    <a:moveTo>
                      <a:pt x="3400" y="1"/>
                    </a:moveTo>
                    <a:lnTo>
                      <a:pt x="3275" y="1106"/>
                    </a:lnTo>
                    <a:cubicBezTo>
                      <a:pt x="3213" y="1649"/>
                      <a:pt x="3234" y="2212"/>
                      <a:pt x="3359" y="2733"/>
                    </a:cubicBezTo>
                    <a:cubicBezTo>
                      <a:pt x="3421" y="3067"/>
                      <a:pt x="3505" y="3380"/>
                      <a:pt x="3588" y="3693"/>
                    </a:cubicBezTo>
                    <a:cubicBezTo>
                      <a:pt x="3609" y="3797"/>
                      <a:pt x="3630" y="3922"/>
                      <a:pt x="3651" y="4026"/>
                    </a:cubicBezTo>
                    <a:cubicBezTo>
                      <a:pt x="3734" y="4339"/>
                      <a:pt x="3797" y="4631"/>
                      <a:pt x="3838" y="4923"/>
                    </a:cubicBezTo>
                    <a:lnTo>
                      <a:pt x="3838" y="4986"/>
                    </a:lnTo>
                    <a:cubicBezTo>
                      <a:pt x="4026" y="5987"/>
                      <a:pt x="4026" y="7009"/>
                      <a:pt x="3880" y="8031"/>
                    </a:cubicBezTo>
                    <a:cubicBezTo>
                      <a:pt x="3838" y="8240"/>
                      <a:pt x="3797" y="8448"/>
                      <a:pt x="3734" y="8657"/>
                    </a:cubicBezTo>
                    <a:cubicBezTo>
                      <a:pt x="3546" y="9283"/>
                      <a:pt x="3296" y="9929"/>
                      <a:pt x="3025" y="10534"/>
                    </a:cubicBezTo>
                    <a:cubicBezTo>
                      <a:pt x="2900" y="10868"/>
                      <a:pt x="2754" y="11222"/>
                      <a:pt x="2608" y="11577"/>
                    </a:cubicBezTo>
                    <a:cubicBezTo>
                      <a:pt x="2086" y="12974"/>
                      <a:pt x="1794" y="14497"/>
                      <a:pt x="1648" y="16541"/>
                    </a:cubicBezTo>
                    <a:cubicBezTo>
                      <a:pt x="1607" y="17000"/>
                      <a:pt x="1544" y="17438"/>
                      <a:pt x="1482" y="17876"/>
                    </a:cubicBezTo>
                    <a:cubicBezTo>
                      <a:pt x="1482" y="17918"/>
                      <a:pt x="1482" y="17959"/>
                      <a:pt x="1461" y="17980"/>
                    </a:cubicBezTo>
                    <a:cubicBezTo>
                      <a:pt x="1440" y="18189"/>
                      <a:pt x="1398" y="18376"/>
                      <a:pt x="1377" y="18564"/>
                    </a:cubicBezTo>
                    <a:cubicBezTo>
                      <a:pt x="1315" y="18877"/>
                      <a:pt x="1273" y="19190"/>
                      <a:pt x="1273" y="19503"/>
                    </a:cubicBezTo>
                    <a:cubicBezTo>
                      <a:pt x="1252" y="19857"/>
                      <a:pt x="1252" y="20191"/>
                      <a:pt x="1294" y="20525"/>
                    </a:cubicBezTo>
                    <a:cubicBezTo>
                      <a:pt x="1315" y="20712"/>
                      <a:pt x="1336" y="20879"/>
                      <a:pt x="1356" y="21046"/>
                    </a:cubicBezTo>
                    <a:cubicBezTo>
                      <a:pt x="1419" y="21442"/>
                      <a:pt x="1482" y="21860"/>
                      <a:pt x="1565" y="22235"/>
                    </a:cubicBezTo>
                    <a:cubicBezTo>
                      <a:pt x="1586" y="22360"/>
                      <a:pt x="1628" y="22485"/>
                      <a:pt x="1648" y="22611"/>
                    </a:cubicBezTo>
                    <a:cubicBezTo>
                      <a:pt x="1690" y="22819"/>
                      <a:pt x="1732" y="23007"/>
                      <a:pt x="1774" y="23215"/>
                    </a:cubicBezTo>
                    <a:cubicBezTo>
                      <a:pt x="1940" y="23987"/>
                      <a:pt x="2024" y="24759"/>
                      <a:pt x="2066" y="25531"/>
                    </a:cubicBezTo>
                    <a:cubicBezTo>
                      <a:pt x="2066" y="26240"/>
                      <a:pt x="1982" y="26928"/>
                      <a:pt x="1836" y="27616"/>
                    </a:cubicBezTo>
                    <a:cubicBezTo>
                      <a:pt x="1794" y="27867"/>
                      <a:pt x="1732" y="28096"/>
                      <a:pt x="1669" y="28346"/>
                    </a:cubicBezTo>
                    <a:cubicBezTo>
                      <a:pt x="1628" y="28534"/>
                      <a:pt x="1586" y="28722"/>
                      <a:pt x="1523" y="28909"/>
                    </a:cubicBezTo>
                    <a:cubicBezTo>
                      <a:pt x="1377" y="29473"/>
                      <a:pt x="1210" y="30015"/>
                      <a:pt x="1023" y="30536"/>
                    </a:cubicBezTo>
                    <a:cubicBezTo>
                      <a:pt x="1002" y="30620"/>
                      <a:pt x="981" y="30682"/>
                      <a:pt x="960" y="30766"/>
                    </a:cubicBezTo>
                    <a:cubicBezTo>
                      <a:pt x="960" y="30828"/>
                      <a:pt x="898" y="30954"/>
                      <a:pt x="877" y="31058"/>
                    </a:cubicBezTo>
                    <a:lnTo>
                      <a:pt x="793" y="31329"/>
                    </a:lnTo>
                    <a:lnTo>
                      <a:pt x="772" y="31371"/>
                    </a:lnTo>
                    <a:lnTo>
                      <a:pt x="752" y="31433"/>
                    </a:lnTo>
                    <a:cubicBezTo>
                      <a:pt x="752" y="31454"/>
                      <a:pt x="731" y="31496"/>
                      <a:pt x="731" y="31517"/>
                    </a:cubicBezTo>
                    <a:cubicBezTo>
                      <a:pt x="439" y="32455"/>
                      <a:pt x="209" y="33394"/>
                      <a:pt x="84" y="34353"/>
                    </a:cubicBezTo>
                    <a:cubicBezTo>
                      <a:pt x="84" y="34374"/>
                      <a:pt x="84" y="34395"/>
                      <a:pt x="84" y="34416"/>
                    </a:cubicBezTo>
                    <a:cubicBezTo>
                      <a:pt x="63" y="34562"/>
                      <a:pt x="42" y="34708"/>
                      <a:pt x="42" y="34854"/>
                    </a:cubicBezTo>
                    <a:cubicBezTo>
                      <a:pt x="22" y="35062"/>
                      <a:pt x="1" y="35292"/>
                      <a:pt x="1" y="35500"/>
                    </a:cubicBezTo>
                    <a:lnTo>
                      <a:pt x="1" y="35709"/>
                    </a:lnTo>
                    <a:lnTo>
                      <a:pt x="1" y="36043"/>
                    </a:lnTo>
                    <a:cubicBezTo>
                      <a:pt x="1" y="36251"/>
                      <a:pt x="1" y="36460"/>
                      <a:pt x="22" y="36668"/>
                    </a:cubicBezTo>
                    <a:cubicBezTo>
                      <a:pt x="42" y="36877"/>
                      <a:pt x="42" y="37086"/>
                      <a:pt x="42" y="37294"/>
                    </a:cubicBezTo>
                    <a:cubicBezTo>
                      <a:pt x="188" y="39985"/>
                      <a:pt x="543" y="42675"/>
                      <a:pt x="918" y="45199"/>
                    </a:cubicBezTo>
                    <a:cubicBezTo>
                      <a:pt x="981" y="45700"/>
                      <a:pt x="1064" y="46179"/>
                      <a:pt x="1148" y="46659"/>
                    </a:cubicBezTo>
                    <a:cubicBezTo>
                      <a:pt x="1190" y="46972"/>
                      <a:pt x="1231" y="47264"/>
                      <a:pt x="1294" y="47577"/>
                    </a:cubicBezTo>
                    <a:cubicBezTo>
                      <a:pt x="1315" y="47765"/>
                      <a:pt x="1356" y="48098"/>
                      <a:pt x="1398" y="48474"/>
                    </a:cubicBezTo>
                    <a:cubicBezTo>
                      <a:pt x="1502" y="49287"/>
                      <a:pt x="1607" y="50080"/>
                      <a:pt x="1732" y="50831"/>
                    </a:cubicBezTo>
                    <a:cubicBezTo>
                      <a:pt x="1815" y="51394"/>
                      <a:pt x="1920" y="51957"/>
                      <a:pt x="2024" y="52458"/>
                    </a:cubicBezTo>
                    <a:cubicBezTo>
                      <a:pt x="2149" y="53042"/>
                      <a:pt x="2295" y="53626"/>
                      <a:pt x="2483" y="54189"/>
                    </a:cubicBezTo>
                    <a:lnTo>
                      <a:pt x="2816" y="54189"/>
                    </a:lnTo>
                    <a:cubicBezTo>
                      <a:pt x="2462" y="53083"/>
                      <a:pt x="2191" y="51957"/>
                      <a:pt x="2045" y="50810"/>
                    </a:cubicBezTo>
                    <a:cubicBezTo>
                      <a:pt x="1878" y="49892"/>
                      <a:pt x="1774" y="49016"/>
                      <a:pt x="1711" y="48432"/>
                    </a:cubicBezTo>
                    <a:cubicBezTo>
                      <a:pt x="1648" y="48036"/>
                      <a:pt x="1628" y="47723"/>
                      <a:pt x="1586" y="47514"/>
                    </a:cubicBezTo>
                    <a:cubicBezTo>
                      <a:pt x="1461" y="46763"/>
                      <a:pt x="1356" y="45992"/>
                      <a:pt x="1231" y="45178"/>
                    </a:cubicBezTo>
                    <a:cubicBezTo>
                      <a:pt x="1148" y="44719"/>
                      <a:pt x="1085" y="44240"/>
                      <a:pt x="1023" y="43781"/>
                    </a:cubicBezTo>
                    <a:cubicBezTo>
                      <a:pt x="939" y="43218"/>
                      <a:pt x="856" y="42655"/>
                      <a:pt x="793" y="42091"/>
                    </a:cubicBezTo>
                    <a:cubicBezTo>
                      <a:pt x="647" y="40923"/>
                      <a:pt x="522" y="39755"/>
                      <a:pt x="439" y="38587"/>
                    </a:cubicBezTo>
                    <a:cubicBezTo>
                      <a:pt x="418" y="38358"/>
                      <a:pt x="397" y="38128"/>
                      <a:pt x="376" y="37920"/>
                    </a:cubicBezTo>
                    <a:lnTo>
                      <a:pt x="397" y="37628"/>
                    </a:lnTo>
                    <a:cubicBezTo>
                      <a:pt x="397" y="37503"/>
                      <a:pt x="376" y="37398"/>
                      <a:pt x="376" y="37273"/>
                    </a:cubicBezTo>
                    <a:cubicBezTo>
                      <a:pt x="355" y="36960"/>
                      <a:pt x="355" y="36668"/>
                      <a:pt x="334" y="36376"/>
                    </a:cubicBezTo>
                    <a:cubicBezTo>
                      <a:pt x="334" y="36168"/>
                      <a:pt x="334" y="35959"/>
                      <a:pt x="334" y="35730"/>
                    </a:cubicBezTo>
                    <a:lnTo>
                      <a:pt x="334" y="35500"/>
                    </a:lnTo>
                    <a:cubicBezTo>
                      <a:pt x="355" y="34374"/>
                      <a:pt x="543" y="33269"/>
                      <a:pt x="877" y="32205"/>
                    </a:cubicBezTo>
                    <a:cubicBezTo>
                      <a:pt x="877" y="32163"/>
                      <a:pt x="898" y="32142"/>
                      <a:pt x="918" y="32101"/>
                    </a:cubicBezTo>
                    <a:cubicBezTo>
                      <a:pt x="918" y="32080"/>
                      <a:pt x="918" y="32059"/>
                      <a:pt x="918" y="32038"/>
                    </a:cubicBezTo>
                    <a:cubicBezTo>
                      <a:pt x="918" y="32017"/>
                      <a:pt x="939" y="32017"/>
                      <a:pt x="939" y="31996"/>
                    </a:cubicBezTo>
                    <a:cubicBezTo>
                      <a:pt x="960" y="31913"/>
                      <a:pt x="1002" y="31809"/>
                      <a:pt x="1023" y="31725"/>
                    </a:cubicBezTo>
                    <a:cubicBezTo>
                      <a:pt x="1044" y="31663"/>
                      <a:pt x="1085" y="31538"/>
                      <a:pt x="1106" y="31433"/>
                    </a:cubicBezTo>
                    <a:cubicBezTo>
                      <a:pt x="1190" y="31162"/>
                      <a:pt x="1273" y="30933"/>
                      <a:pt x="1356" y="30682"/>
                    </a:cubicBezTo>
                    <a:cubicBezTo>
                      <a:pt x="1419" y="30432"/>
                      <a:pt x="1502" y="30161"/>
                      <a:pt x="1586" y="29890"/>
                    </a:cubicBezTo>
                    <a:cubicBezTo>
                      <a:pt x="1648" y="29765"/>
                      <a:pt x="1690" y="29619"/>
                      <a:pt x="1711" y="29473"/>
                    </a:cubicBezTo>
                    <a:cubicBezTo>
                      <a:pt x="1774" y="29327"/>
                      <a:pt x="1815" y="29160"/>
                      <a:pt x="1857" y="29014"/>
                    </a:cubicBezTo>
                    <a:cubicBezTo>
                      <a:pt x="2191" y="27887"/>
                      <a:pt x="2378" y="26740"/>
                      <a:pt x="2378" y="25572"/>
                    </a:cubicBezTo>
                    <a:cubicBezTo>
                      <a:pt x="2337" y="24571"/>
                      <a:pt x="2191" y="23570"/>
                      <a:pt x="1961" y="22590"/>
                    </a:cubicBezTo>
                    <a:cubicBezTo>
                      <a:pt x="1857" y="22068"/>
                      <a:pt x="1753" y="21547"/>
                      <a:pt x="1669" y="21025"/>
                    </a:cubicBezTo>
                    <a:cubicBezTo>
                      <a:pt x="1648" y="20858"/>
                      <a:pt x="1628" y="20671"/>
                      <a:pt x="1607" y="20504"/>
                    </a:cubicBezTo>
                    <a:cubicBezTo>
                      <a:pt x="1565" y="20170"/>
                      <a:pt x="1565" y="19836"/>
                      <a:pt x="1586" y="19503"/>
                    </a:cubicBezTo>
                    <a:cubicBezTo>
                      <a:pt x="1628" y="19002"/>
                      <a:pt x="1690" y="18522"/>
                      <a:pt x="1774" y="18043"/>
                    </a:cubicBezTo>
                    <a:cubicBezTo>
                      <a:pt x="1857" y="17542"/>
                      <a:pt x="1920" y="17062"/>
                      <a:pt x="1961" y="16562"/>
                    </a:cubicBezTo>
                    <a:cubicBezTo>
                      <a:pt x="2107" y="14560"/>
                      <a:pt x="2399" y="13079"/>
                      <a:pt x="2921" y="11702"/>
                    </a:cubicBezTo>
                    <a:cubicBezTo>
                      <a:pt x="3046" y="11347"/>
                      <a:pt x="3171" y="11014"/>
                      <a:pt x="3317" y="10680"/>
                    </a:cubicBezTo>
                    <a:cubicBezTo>
                      <a:pt x="3484" y="10346"/>
                      <a:pt x="3609" y="9992"/>
                      <a:pt x="3755" y="9637"/>
                    </a:cubicBezTo>
                    <a:cubicBezTo>
                      <a:pt x="3797" y="9491"/>
                      <a:pt x="3859" y="9345"/>
                      <a:pt x="3901" y="9220"/>
                    </a:cubicBezTo>
                    <a:cubicBezTo>
                      <a:pt x="3901" y="9199"/>
                      <a:pt x="3922" y="9178"/>
                      <a:pt x="3922" y="9157"/>
                    </a:cubicBezTo>
                    <a:cubicBezTo>
                      <a:pt x="3964" y="9011"/>
                      <a:pt x="4005" y="8865"/>
                      <a:pt x="4047" y="8719"/>
                    </a:cubicBezTo>
                    <a:cubicBezTo>
                      <a:pt x="4110" y="8532"/>
                      <a:pt x="4151" y="8323"/>
                      <a:pt x="4193" y="8115"/>
                    </a:cubicBezTo>
                    <a:cubicBezTo>
                      <a:pt x="4231" y="7889"/>
                      <a:pt x="4260" y="7660"/>
                      <a:pt x="4278" y="7430"/>
                    </a:cubicBezTo>
                    <a:lnTo>
                      <a:pt x="4278" y="7430"/>
                    </a:lnTo>
                    <a:cubicBezTo>
                      <a:pt x="4305" y="7142"/>
                      <a:pt x="4318" y="6853"/>
                      <a:pt x="4318" y="6571"/>
                    </a:cubicBezTo>
                    <a:cubicBezTo>
                      <a:pt x="4297" y="6029"/>
                      <a:pt x="4235" y="5487"/>
                      <a:pt x="4151" y="4944"/>
                    </a:cubicBezTo>
                    <a:cubicBezTo>
                      <a:pt x="4110" y="4631"/>
                      <a:pt x="4047" y="4298"/>
                      <a:pt x="3964" y="3985"/>
                    </a:cubicBezTo>
                    <a:cubicBezTo>
                      <a:pt x="3943" y="3860"/>
                      <a:pt x="3901" y="3755"/>
                      <a:pt x="3880" y="3630"/>
                    </a:cubicBezTo>
                    <a:cubicBezTo>
                      <a:pt x="3859" y="3505"/>
                      <a:pt x="3818" y="3359"/>
                      <a:pt x="3797" y="3255"/>
                    </a:cubicBezTo>
                    <a:cubicBezTo>
                      <a:pt x="3692" y="2900"/>
                      <a:pt x="3630" y="2546"/>
                      <a:pt x="3588" y="2191"/>
                    </a:cubicBezTo>
                    <a:lnTo>
                      <a:pt x="3588" y="2191"/>
                    </a:lnTo>
                    <a:cubicBezTo>
                      <a:pt x="3589" y="2205"/>
                      <a:pt x="3590" y="2219"/>
                      <a:pt x="3591" y="2232"/>
                    </a:cubicBezTo>
                    <a:lnTo>
                      <a:pt x="3591" y="2232"/>
                    </a:lnTo>
                    <a:cubicBezTo>
                      <a:pt x="3590" y="2226"/>
                      <a:pt x="3589" y="2219"/>
                      <a:pt x="3588" y="2212"/>
                    </a:cubicBezTo>
                    <a:lnTo>
                      <a:pt x="3571" y="2055"/>
                    </a:lnTo>
                    <a:lnTo>
                      <a:pt x="3571" y="2055"/>
                    </a:lnTo>
                    <a:cubicBezTo>
                      <a:pt x="3612" y="2176"/>
                      <a:pt x="3673" y="2277"/>
                      <a:pt x="3734" y="2379"/>
                    </a:cubicBezTo>
                    <a:cubicBezTo>
                      <a:pt x="3797" y="2483"/>
                      <a:pt x="3838" y="2587"/>
                      <a:pt x="3901" y="2692"/>
                    </a:cubicBezTo>
                    <a:cubicBezTo>
                      <a:pt x="3943" y="2796"/>
                      <a:pt x="4005" y="2942"/>
                      <a:pt x="4068" y="3067"/>
                    </a:cubicBezTo>
                    <a:cubicBezTo>
                      <a:pt x="4276" y="3672"/>
                      <a:pt x="4485" y="4298"/>
                      <a:pt x="4652" y="4965"/>
                    </a:cubicBezTo>
                    <a:cubicBezTo>
                      <a:pt x="4673" y="5028"/>
                      <a:pt x="4694" y="5111"/>
                      <a:pt x="4714" y="5174"/>
                    </a:cubicBezTo>
                    <a:cubicBezTo>
                      <a:pt x="5111" y="6634"/>
                      <a:pt x="5361" y="8135"/>
                      <a:pt x="5445" y="9658"/>
                    </a:cubicBezTo>
                    <a:cubicBezTo>
                      <a:pt x="5486" y="11368"/>
                      <a:pt x="5236" y="13079"/>
                      <a:pt x="4986" y="14726"/>
                    </a:cubicBezTo>
                    <a:cubicBezTo>
                      <a:pt x="4777" y="16020"/>
                      <a:pt x="4652" y="17334"/>
                      <a:pt x="4568" y="18668"/>
                    </a:cubicBezTo>
                    <a:cubicBezTo>
                      <a:pt x="4548" y="19982"/>
                      <a:pt x="4631" y="21317"/>
                      <a:pt x="4819" y="22652"/>
                    </a:cubicBezTo>
                    <a:cubicBezTo>
                      <a:pt x="4840" y="22882"/>
                      <a:pt x="4861" y="23111"/>
                      <a:pt x="4881" y="23341"/>
                    </a:cubicBezTo>
                    <a:cubicBezTo>
                      <a:pt x="4923" y="23695"/>
                      <a:pt x="4965" y="24050"/>
                      <a:pt x="5007" y="24404"/>
                    </a:cubicBezTo>
                    <a:cubicBezTo>
                      <a:pt x="5173" y="26323"/>
                      <a:pt x="5278" y="28263"/>
                      <a:pt x="5299" y="30203"/>
                    </a:cubicBezTo>
                    <a:cubicBezTo>
                      <a:pt x="5319" y="31225"/>
                      <a:pt x="5299" y="32268"/>
                      <a:pt x="5278" y="33290"/>
                    </a:cubicBezTo>
                    <a:lnTo>
                      <a:pt x="5278" y="33498"/>
                    </a:lnTo>
                    <a:lnTo>
                      <a:pt x="5278" y="33519"/>
                    </a:lnTo>
                    <a:lnTo>
                      <a:pt x="5278" y="33665"/>
                    </a:lnTo>
                    <a:cubicBezTo>
                      <a:pt x="5257" y="34416"/>
                      <a:pt x="5215" y="35188"/>
                      <a:pt x="5278" y="35959"/>
                    </a:cubicBezTo>
                    <a:cubicBezTo>
                      <a:pt x="5278" y="36126"/>
                      <a:pt x="5299" y="36293"/>
                      <a:pt x="5319" y="36460"/>
                    </a:cubicBezTo>
                    <a:cubicBezTo>
                      <a:pt x="5403" y="37252"/>
                      <a:pt x="5549" y="38066"/>
                      <a:pt x="5737" y="38838"/>
                    </a:cubicBezTo>
                    <a:cubicBezTo>
                      <a:pt x="5820" y="39234"/>
                      <a:pt x="5903" y="39630"/>
                      <a:pt x="6008" y="40027"/>
                    </a:cubicBezTo>
                    <a:cubicBezTo>
                      <a:pt x="6070" y="40360"/>
                      <a:pt x="6112" y="40673"/>
                      <a:pt x="6154" y="41007"/>
                    </a:cubicBezTo>
                    <a:cubicBezTo>
                      <a:pt x="6154" y="41132"/>
                      <a:pt x="6175" y="41278"/>
                      <a:pt x="6195" y="41424"/>
                    </a:cubicBezTo>
                    <a:cubicBezTo>
                      <a:pt x="6195" y="41570"/>
                      <a:pt x="6216" y="41737"/>
                      <a:pt x="6216" y="41904"/>
                    </a:cubicBezTo>
                    <a:cubicBezTo>
                      <a:pt x="6237" y="42300"/>
                      <a:pt x="6237" y="42717"/>
                      <a:pt x="6237" y="43113"/>
                    </a:cubicBezTo>
                    <a:lnTo>
                      <a:pt x="6237" y="43364"/>
                    </a:lnTo>
                    <a:cubicBezTo>
                      <a:pt x="6237" y="43572"/>
                      <a:pt x="6237" y="43760"/>
                      <a:pt x="6216" y="43969"/>
                    </a:cubicBezTo>
                    <a:cubicBezTo>
                      <a:pt x="6216" y="44156"/>
                      <a:pt x="6216" y="44323"/>
                      <a:pt x="6195" y="44490"/>
                    </a:cubicBezTo>
                    <a:cubicBezTo>
                      <a:pt x="6195" y="44657"/>
                      <a:pt x="6195" y="44782"/>
                      <a:pt x="6175" y="44907"/>
                    </a:cubicBezTo>
                    <a:lnTo>
                      <a:pt x="6175" y="45095"/>
                    </a:lnTo>
                    <a:cubicBezTo>
                      <a:pt x="6175" y="45199"/>
                      <a:pt x="6175" y="45324"/>
                      <a:pt x="6175" y="45449"/>
                    </a:cubicBezTo>
                    <a:cubicBezTo>
                      <a:pt x="6154" y="45554"/>
                      <a:pt x="6175" y="45616"/>
                      <a:pt x="6175" y="45700"/>
                    </a:cubicBezTo>
                    <a:lnTo>
                      <a:pt x="6175" y="45929"/>
                    </a:lnTo>
                    <a:cubicBezTo>
                      <a:pt x="6154" y="46346"/>
                      <a:pt x="6133" y="46763"/>
                      <a:pt x="6133" y="47201"/>
                    </a:cubicBezTo>
                    <a:lnTo>
                      <a:pt x="6133" y="47994"/>
                    </a:lnTo>
                    <a:cubicBezTo>
                      <a:pt x="6133" y="48265"/>
                      <a:pt x="6112" y="48578"/>
                      <a:pt x="6091" y="48870"/>
                    </a:cubicBezTo>
                    <a:cubicBezTo>
                      <a:pt x="6091" y="48995"/>
                      <a:pt x="6091" y="49100"/>
                      <a:pt x="6070" y="49225"/>
                    </a:cubicBezTo>
                    <a:cubicBezTo>
                      <a:pt x="6070" y="49225"/>
                      <a:pt x="6070" y="49246"/>
                      <a:pt x="6070" y="49266"/>
                    </a:cubicBezTo>
                    <a:cubicBezTo>
                      <a:pt x="6049" y="49788"/>
                      <a:pt x="5987" y="50309"/>
                      <a:pt x="5903" y="50852"/>
                    </a:cubicBezTo>
                    <a:cubicBezTo>
                      <a:pt x="5903" y="50872"/>
                      <a:pt x="5903" y="50893"/>
                      <a:pt x="5903" y="50914"/>
                    </a:cubicBezTo>
                    <a:cubicBezTo>
                      <a:pt x="5841" y="51269"/>
                      <a:pt x="5778" y="51623"/>
                      <a:pt x="5695" y="51978"/>
                    </a:cubicBezTo>
                    <a:cubicBezTo>
                      <a:pt x="5653" y="52166"/>
                      <a:pt x="5591" y="52332"/>
                      <a:pt x="5549" y="52520"/>
                    </a:cubicBezTo>
                    <a:cubicBezTo>
                      <a:pt x="5507" y="52624"/>
                      <a:pt x="5486" y="52708"/>
                      <a:pt x="5445" y="52812"/>
                    </a:cubicBezTo>
                    <a:cubicBezTo>
                      <a:pt x="5424" y="52916"/>
                      <a:pt x="5403" y="52979"/>
                      <a:pt x="5361" y="53062"/>
                    </a:cubicBezTo>
                    <a:cubicBezTo>
                      <a:pt x="5340" y="53146"/>
                      <a:pt x="5299" y="53229"/>
                      <a:pt x="5278" y="53313"/>
                    </a:cubicBezTo>
                    <a:cubicBezTo>
                      <a:pt x="5257" y="53375"/>
                      <a:pt x="5236" y="53438"/>
                      <a:pt x="5194" y="53500"/>
                    </a:cubicBezTo>
                    <a:cubicBezTo>
                      <a:pt x="5194" y="53500"/>
                      <a:pt x="5194" y="53521"/>
                      <a:pt x="5173" y="53521"/>
                    </a:cubicBezTo>
                    <a:cubicBezTo>
                      <a:pt x="5173" y="53563"/>
                      <a:pt x="5153" y="53584"/>
                      <a:pt x="5132" y="53626"/>
                    </a:cubicBezTo>
                    <a:cubicBezTo>
                      <a:pt x="5111" y="53688"/>
                      <a:pt x="5090" y="53730"/>
                      <a:pt x="5069" y="53772"/>
                    </a:cubicBezTo>
                    <a:cubicBezTo>
                      <a:pt x="5048" y="53834"/>
                      <a:pt x="5007" y="53918"/>
                      <a:pt x="4986" y="53980"/>
                    </a:cubicBezTo>
                    <a:cubicBezTo>
                      <a:pt x="4986" y="53980"/>
                      <a:pt x="4965" y="54001"/>
                      <a:pt x="4965" y="54022"/>
                    </a:cubicBezTo>
                    <a:lnTo>
                      <a:pt x="4965" y="54043"/>
                    </a:lnTo>
                    <a:cubicBezTo>
                      <a:pt x="4944" y="54064"/>
                      <a:pt x="4944" y="54084"/>
                      <a:pt x="4923" y="54126"/>
                    </a:cubicBezTo>
                    <a:cubicBezTo>
                      <a:pt x="4902" y="54147"/>
                      <a:pt x="4902" y="54168"/>
                      <a:pt x="4881" y="54189"/>
                    </a:cubicBezTo>
                    <a:lnTo>
                      <a:pt x="5236" y="54189"/>
                    </a:lnTo>
                    <a:cubicBezTo>
                      <a:pt x="5257" y="54147"/>
                      <a:pt x="5278" y="54105"/>
                      <a:pt x="5278" y="54064"/>
                    </a:cubicBezTo>
                    <a:cubicBezTo>
                      <a:pt x="5299" y="54022"/>
                      <a:pt x="5319" y="54001"/>
                      <a:pt x="5340" y="53959"/>
                    </a:cubicBezTo>
                    <a:cubicBezTo>
                      <a:pt x="5361" y="53938"/>
                      <a:pt x="5403" y="53834"/>
                      <a:pt x="5424" y="53772"/>
                    </a:cubicBezTo>
                    <a:cubicBezTo>
                      <a:pt x="5424" y="53751"/>
                      <a:pt x="5424" y="53751"/>
                      <a:pt x="5424" y="53751"/>
                    </a:cubicBezTo>
                    <a:cubicBezTo>
                      <a:pt x="5445" y="53688"/>
                      <a:pt x="5465" y="53646"/>
                      <a:pt x="5486" y="53584"/>
                    </a:cubicBezTo>
                    <a:cubicBezTo>
                      <a:pt x="5486" y="53584"/>
                      <a:pt x="5507" y="53563"/>
                      <a:pt x="5507" y="53563"/>
                    </a:cubicBezTo>
                    <a:cubicBezTo>
                      <a:pt x="5528" y="53480"/>
                      <a:pt x="5549" y="53417"/>
                      <a:pt x="5591" y="53354"/>
                    </a:cubicBezTo>
                    <a:cubicBezTo>
                      <a:pt x="5611" y="53292"/>
                      <a:pt x="5653" y="53188"/>
                      <a:pt x="5674" y="53104"/>
                    </a:cubicBezTo>
                    <a:cubicBezTo>
                      <a:pt x="5674" y="53083"/>
                      <a:pt x="5674" y="53083"/>
                      <a:pt x="5674" y="53083"/>
                    </a:cubicBezTo>
                    <a:cubicBezTo>
                      <a:pt x="5737" y="52937"/>
                      <a:pt x="5778" y="52770"/>
                      <a:pt x="5820" y="52624"/>
                    </a:cubicBezTo>
                    <a:cubicBezTo>
                      <a:pt x="5883" y="52437"/>
                      <a:pt x="5924" y="52228"/>
                      <a:pt x="5987" y="52020"/>
                    </a:cubicBezTo>
                    <a:cubicBezTo>
                      <a:pt x="6070" y="51644"/>
                      <a:pt x="6154" y="51248"/>
                      <a:pt x="6216" y="50852"/>
                    </a:cubicBezTo>
                    <a:cubicBezTo>
                      <a:pt x="6341" y="49913"/>
                      <a:pt x="6404" y="48974"/>
                      <a:pt x="6425" y="48036"/>
                    </a:cubicBezTo>
                    <a:cubicBezTo>
                      <a:pt x="6425" y="47806"/>
                      <a:pt x="6425" y="47577"/>
                      <a:pt x="6446" y="47347"/>
                    </a:cubicBezTo>
                    <a:lnTo>
                      <a:pt x="6446" y="47097"/>
                    </a:lnTo>
                    <a:lnTo>
                      <a:pt x="6446" y="46451"/>
                    </a:lnTo>
                    <a:cubicBezTo>
                      <a:pt x="6446" y="46221"/>
                      <a:pt x="6467" y="45929"/>
                      <a:pt x="6467" y="45679"/>
                    </a:cubicBezTo>
                    <a:lnTo>
                      <a:pt x="6467" y="45491"/>
                    </a:lnTo>
                    <a:cubicBezTo>
                      <a:pt x="6467" y="45366"/>
                      <a:pt x="6467" y="45220"/>
                      <a:pt x="6487" y="45095"/>
                    </a:cubicBezTo>
                    <a:cubicBezTo>
                      <a:pt x="6508" y="44719"/>
                      <a:pt x="6529" y="44365"/>
                      <a:pt x="6529" y="43989"/>
                    </a:cubicBezTo>
                    <a:cubicBezTo>
                      <a:pt x="6529" y="43781"/>
                      <a:pt x="6550" y="43572"/>
                      <a:pt x="6550" y="43364"/>
                    </a:cubicBezTo>
                    <a:lnTo>
                      <a:pt x="6550" y="43155"/>
                    </a:lnTo>
                    <a:cubicBezTo>
                      <a:pt x="6550" y="43155"/>
                      <a:pt x="6508" y="43134"/>
                      <a:pt x="6508" y="43134"/>
                    </a:cubicBezTo>
                    <a:lnTo>
                      <a:pt x="6508" y="42446"/>
                    </a:lnTo>
                    <a:cubicBezTo>
                      <a:pt x="6508" y="41987"/>
                      <a:pt x="6487" y="41507"/>
                      <a:pt x="6425" y="41028"/>
                    </a:cubicBezTo>
                    <a:cubicBezTo>
                      <a:pt x="6404" y="40903"/>
                      <a:pt x="6404" y="40777"/>
                      <a:pt x="6383" y="40631"/>
                    </a:cubicBezTo>
                    <a:cubicBezTo>
                      <a:pt x="6362" y="40506"/>
                      <a:pt x="6341" y="40402"/>
                      <a:pt x="6321" y="40277"/>
                    </a:cubicBezTo>
                    <a:cubicBezTo>
                      <a:pt x="6300" y="40152"/>
                      <a:pt x="6279" y="40068"/>
                      <a:pt x="6279" y="39985"/>
                    </a:cubicBezTo>
                    <a:cubicBezTo>
                      <a:pt x="6195" y="39568"/>
                      <a:pt x="6112" y="39171"/>
                      <a:pt x="6008" y="38775"/>
                    </a:cubicBezTo>
                    <a:cubicBezTo>
                      <a:pt x="5966" y="38608"/>
                      <a:pt x="5945" y="38441"/>
                      <a:pt x="5903" y="38274"/>
                    </a:cubicBezTo>
                    <a:cubicBezTo>
                      <a:pt x="5757" y="37670"/>
                      <a:pt x="5653" y="37044"/>
                      <a:pt x="5591" y="36439"/>
                    </a:cubicBezTo>
                    <a:cubicBezTo>
                      <a:pt x="5507" y="35521"/>
                      <a:pt x="5507" y="34604"/>
                      <a:pt x="5549" y="33686"/>
                    </a:cubicBezTo>
                    <a:lnTo>
                      <a:pt x="5570" y="33290"/>
                    </a:lnTo>
                    <a:cubicBezTo>
                      <a:pt x="5591" y="32685"/>
                      <a:pt x="5611" y="32059"/>
                      <a:pt x="5611" y="31454"/>
                    </a:cubicBezTo>
                    <a:lnTo>
                      <a:pt x="5611" y="31100"/>
                    </a:lnTo>
                    <a:lnTo>
                      <a:pt x="5611" y="30161"/>
                    </a:lnTo>
                    <a:cubicBezTo>
                      <a:pt x="5611" y="29493"/>
                      <a:pt x="5570" y="28805"/>
                      <a:pt x="5549" y="28138"/>
                    </a:cubicBezTo>
                    <a:cubicBezTo>
                      <a:pt x="5528" y="27700"/>
                      <a:pt x="5507" y="27283"/>
                      <a:pt x="5486" y="26865"/>
                    </a:cubicBezTo>
                    <a:lnTo>
                      <a:pt x="5486" y="26845"/>
                    </a:lnTo>
                    <a:cubicBezTo>
                      <a:pt x="5486" y="26740"/>
                      <a:pt x="5465" y="26636"/>
                      <a:pt x="5465" y="26532"/>
                    </a:cubicBezTo>
                    <a:cubicBezTo>
                      <a:pt x="5424" y="25823"/>
                      <a:pt x="5361" y="25093"/>
                      <a:pt x="5299" y="24383"/>
                    </a:cubicBezTo>
                    <a:cubicBezTo>
                      <a:pt x="5257" y="24029"/>
                      <a:pt x="5215" y="23674"/>
                      <a:pt x="5194" y="23299"/>
                    </a:cubicBezTo>
                    <a:cubicBezTo>
                      <a:pt x="5153" y="23069"/>
                      <a:pt x="5132" y="22840"/>
                      <a:pt x="5111" y="22611"/>
                    </a:cubicBezTo>
                    <a:cubicBezTo>
                      <a:pt x="4923" y="21317"/>
                      <a:pt x="4840" y="20003"/>
                      <a:pt x="4861" y="18668"/>
                    </a:cubicBezTo>
                    <a:cubicBezTo>
                      <a:pt x="4944" y="17354"/>
                      <a:pt x="5090" y="16061"/>
                      <a:pt x="5299" y="14747"/>
                    </a:cubicBezTo>
                    <a:cubicBezTo>
                      <a:pt x="5486" y="13537"/>
                      <a:pt x="5674" y="12307"/>
                      <a:pt x="5737" y="11055"/>
                    </a:cubicBezTo>
                    <a:cubicBezTo>
                      <a:pt x="5757" y="10576"/>
                      <a:pt x="5778" y="10117"/>
                      <a:pt x="5757" y="9637"/>
                    </a:cubicBezTo>
                    <a:cubicBezTo>
                      <a:pt x="5674" y="8094"/>
                      <a:pt x="5445" y="6571"/>
                      <a:pt x="5027" y="5090"/>
                    </a:cubicBezTo>
                    <a:cubicBezTo>
                      <a:pt x="4965" y="4861"/>
                      <a:pt x="4902" y="4610"/>
                      <a:pt x="4840" y="4381"/>
                    </a:cubicBezTo>
                    <a:cubicBezTo>
                      <a:pt x="4694" y="3880"/>
                      <a:pt x="4527" y="3422"/>
                      <a:pt x="4381" y="2963"/>
                    </a:cubicBezTo>
                    <a:cubicBezTo>
                      <a:pt x="4276" y="2692"/>
                      <a:pt x="4151" y="2441"/>
                      <a:pt x="4005" y="2212"/>
                    </a:cubicBezTo>
                    <a:cubicBezTo>
                      <a:pt x="3964" y="2128"/>
                      <a:pt x="3922" y="2045"/>
                      <a:pt x="3880" y="1941"/>
                    </a:cubicBezTo>
                    <a:cubicBezTo>
                      <a:pt x="3818" y="1816"/>
                      <a:pt x="3755" y="1711"/>
                      <a:pt x="3713" y="1586"/>
                    </a:cubicBezTo>
                    <a:cubicBezTo>
                      <a:pt x="3651" y="1419"/>
                      <a:pt x="3588" y="1252"/>
                      <a:pt x="3567" y="1106"/>
                    </a:cubicBezTo>
                    <a:lnTo>
                      <a:pt x="3505" y="585"/>
                    </a:lnTo>
                    <a:lnTo>
                      <a:pt x="340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5"/>
              <p:cNvSpPr/>
              <p:nvPr/>
            </p:nvSpPr>
            <p:spPr>
              <a:xfrm>
                <a:off x="8630525" y="2992125"/>
                <a:ext cx="364525" cy="1141450"/>
              </a:xfrm>
              <a:custGeom>
                <a:rect b="b" l="l" r="r" t="t"/>
                <a:pathLst>
                  <a:path extrusionOk="0" h="45658" w="14581">
                    <a:moveTo>
                      <a:pt x="14580" y="0"/>
                    </a:moveTo>
                    <a:cubicBezTo>
                      <a:pt x="11452" y="3442"/>
                      <a:pt x="10326" y="7968"/>
                      <a:pt x="9387" y="12577"/>
                    </a:cubicBezTo>
                    <a:cubicBezTo>
                      <a:pt x="9303" y="12974"/>
                      <a:pt x="9220" y="13370"/>
                      <a:pt x="9157" y="13766"/>
                    </a:cubicBezTo>
                    <a:cubicBezTo>
                      <a:pt x="9074" y="14163"/>
                      <a:pt x="8991" y="14559"/>
                      <a:pt x="8928" y="14955"/>
                    </a:cubicBezTo>
                    <a:cubicBezTo>
                      <a:pt x="8594" y="16666"/>
                      <a:pt x="8240" y="18397"/>
                      <a:pt x="7802" y="20044"/>
                    </a:cubicBezTo>
                    <a:cubicBezTo>
                      <a:pt x="7531" y="21046"/>
                      <a:pt x="7218" y="22026"/>
                      <a:pt x="6884" y="23006"/>
                    </a:cubicBezTo>
                    <a:cubicBezTo>
                      <a:pt x="6821" y="23215"/>
                      <a:pt x="6738" y="23444"/>
                      <a:pt x="6655" y="23653"/>
                    </a:cubicBezTo>
                    <a:cubicBezTo>
                      <a:pt x="6592" y="23861"/>
                      <a:pt x="6509" y="24070"/>
                      <a:pt x="6446" y="24279"/>
                    </a:cubicBezTo>
                    <a:cubicBezTo>
                      <a:pt x="6175" y="25009"/>
                      <a:pt x="5904" y="25718"/>
                      <a:pt x="5633" y="26448"/>
                    </a:cubicBezTo>
                    <a:cubicBezTo>
                      <a:pt x="5487" y="26802"/>
                      <a:pt x="5341" y="27178"/>
                      <a:pt x="5195" y="27553"/>
                    </a:cubicBezTo>
                    <a:cubicBezTo>
                      <a:pt x="5007" y="28033"/>
                      <a:pt x="4798" y="28533"/>
                      <a:pt x="4611" y="29034"/>
                    </a:cubicBezTo>
                    <a:cubicBezTo>
                      <a:pt x="4193" y="30077"/>
                      <a:pt x="3776" y="31120"/>
                      <a:pt x="3380" y="32184"/>
                    </a:cubicBezTo>
                    <a:lnTo>
                      <a:pt x="3213" y="32642"/>
                    </a:lnTo>
                    <a:cubicBezTo>
                      <a:pt x="3150" y="32788"/>
                      <a:pt x="3109" y="32934"/>
                      <a:pt x="3046" y="33080"/>
                    </a:cubicBezTo>
                    <a:cubicBezTo>
                      <a:pt x="2671" y="34123"/>
                      <a:pt x="2316" y="35166"/>
                      <a:pt x="1982" y="36230"/>
                    </a:cubicBezTo>
                    <a:cubicBezTo>
                      <a:pt x="1941" y="36376"/>
                      <a:pt x="1899" y="36522"/>
                      <a:pt x="1836" y="36668"/>
                    </a:cubicBezTo>
                    <a:cubicBezTo>
                      <a:pt x="1753" y="36981"/>
                      <a:pt x="1607" y="37335"/>
                      <a:pt x="1482" y="37690"/>
                    </a:cubicBezTo>
                    <a:cubicBezTo>
                      <a:pt x="1419" y="37878"/>
                      <a:pt x="1357" y="38044"/>
                      <a:pt x="1273" y="38253"/>
                    </a:cubicBezTo>
                    <a:cubicBezTo>
                      <a:pt x="1211" y="38441"/>
                      <a:pt x="1127" y="38649"/>
                      <a:pt x="1065" y="38858"/>
                    </a:cubicBezTo>
                    <a:cubicBezTo>
                      <a:pt x="627" y="40005"/>
                      <a:pt x="314" y="41194"/>
                      <a:pt x="105" y="42383"/>
                    </a:cubicBezTo>
                    <a:cubicBezTo>
                      <a:pt x="1" y="43050"/>
                      <a:pt x="1" y="43697"/>
                      <a:pt x="105" y="44343"/>
                    </a:cubicBezTo>
                    <a:cubicBezTo>
                      <a:pt x="126" y="44448"/>
                      <a:pt x="147" y="44552"/>
                      <a:pt x="168" y="44615"/>
                    </a:cubicBezTo>
                    <a:cubicBezTo>
                      <a:pt x="189" y="44698"/>
                      <a:pt x="210" y="44781"/>
                      <a:pt x="230" y="44844"/>
                    </a:cubicBezTo>
                    <a:cubicBezTo>
                      <a:pt x="272" y="45011"/>
                      <a:pt x="335" y="45157"/>
                      <a:pt x="418" y="45303"/>
                    </a:cubicBezTo>
                    <a:cubicBezTo>
                      <a:pt x="439" y="45386"/>
                      <a:pt x="481" y="45449"/>
                      <a:pt x="502" y="45491"/>
                    </a:cubicBezTo>
                    <a:cubicBezTo>
                      <a:pt x="543" y="45553"/>
                      <a:pt x="585" y="45616"/>
                      <a:pt x="627" y="45657"/>
                    </a:cubicBezTo>
                    <a:lnTo>
                      <a:pt x="794" y="45657"/>
                    </a:lnTo>
                    <a:cubicBezTo>
                      <a:pt x="1252" y="45637"/>
                      <a:pt x="1711" y="45616"/>
                      <a:pt x="2149" y="45595"/>
                    </a:cubicBezTo>
                    <a:lnTo>
                      <a:pt x="2274" y="45595"/>
                    </a:lnTo>
                    <a:lnTo>
                      <a:pt x="2441" y="45574"/>
                    </a:lnTo>
                    <a:lnTo>
                      <a:pt x="2984" y="45574"/>
                    </a:lnTo>
                    <a:cubicBezTo>
                      <a:pt x="4298" y="45491"/>
                      <a:pt x="5591" y="45324"/>
                      <a:pt x="6884" y="45094"/>
                    </a:cubicBezTo>
                    <a:cubicBezTo>
                      <a:pt x="6947" y="45094"/>
                      <a:pt x="7009" y="45073"/>
                      <a:pt x="7072" y="45053"/>
                    </a:cubicBezTo>
                    <a:cubicBezTo>
                      <a:pt x="7259" y="44469"/>
                      <a:pt x="7426" y="43843"/>
                      <a:pt x="7531" y="43217"/>
                    </a:cubicBezTo>
                    <a:cubicBezTo>
                      <a:pt x="7635" y="42779"/>
                      <a:pt x="7697" y="42341"/>
                      <a:pt x="7802" y="41924"/>
                    </a:cubicBezTo>
                    <a:cubicBezTo>
                      <a:pt x="10117" y="31454"/>
                      <a:pt x="11765" y="20858"/>
                      <a:pt x="12745" y="10179"/>
                    </a:cubicBezTo>
                    <a:cubicBezTo>
                      <a:pt x="13058" y="6737"/>
                      <a:pt x="13329" y="3212"/>
                      <a:pt x="1458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5"/>
              <p:cNvSpPr/>
              <p:nvPr/>
            </p:nvSpPr>
            <p:spPr>
              <a:xfrm>
                <a:off x="8580475" y="2411250"/>
                <a:ext cx="151250" cy="1721800"/>
              </a:xfrm>
              <a:custGeom>
                <a:rect b="b" l="l" r="r" t="t"/>
                <a:pathLst>
                  <a:path extrusionOk="0" h="68872" w="6050">
                    <a:moveTo>
                      <a:pt x="4318" y="0"/>
                    </a:moveTo>
                    <a:cubicBezTo>
                      <a:pt x="1753" y="2920"/>
                      <a:pt x="1586" y="7154"/>
                      <a:pt x="1544" y="11034"/>
                    </a:cubicBezTo>
                    <a:cubicBezTo>
                      <a:pt x="1544" y="11972"/>
                      <a:pt x="1523" y="12911"/>
                      <a:pt x="1523" y="13870"/>
                    </a:cubicBezTo>
                    <a:lnTo>
                      <a:pt x="1523" y="13891"/>
                    </a:lnTo>
                    <a:lnTo>
                      <a:pt x="1523" y="15059"/>
                    </a:lnTo>
                    <a:lnTo>
                      <a:pt x="1523" y="15998"/>
                    </a:lnTo>
                    <a:lnTo>
                      <a:pt x="1523" y="16186"/>
                    </a:lnTo>
                    <a:cubicBezTo>
                      <a:pt x="1482" y="25113"/>
                      <a:pt x="1440" y="34019"/>
                      <a:pt x="1044" y="42925"/>
                    </a:cubicBezTo>
                    <a:cubicBezTo>
                      <a:pt x="1023" y="43133"/>
                      <a:pt x="1023" y="43363"/>
                      <a:pt x="1002" y="43571"/>
                    </a:cubicBezTo>
                    <a:cubicBezTo>
                      <a:pt x="981" y="44030"/>
                      <a:pt x="960" y="44510"/>
                      <a:pt x="939" y="44969"/>
                    </a:cubicBezTo>
                    <a:cubicBezTo>
                      <a:pt x="877" y="46074"/>
                      <a:pt x="814" y="47180"/>
                      <a:pt x="752" y="48264"/>
                    </a:cubicBezTo>
                    <a:lnTo>
                      <a:pt x="752" y="48285"/>
                    </a:lnTo>
                    <a:cubicBezTo>
                      <a:pt x="689" y="49307"/>
                      <a:pt x="626" y="50329"/>
                      <a:pt x="543" y="51351"/>
                    </a:cubicBezTo>
                    <a:lnTo>
                      <a:pt x="480" y="52060"/>
                    </a:lnTo>
                    <a:cubicBezTo>
                      <a:pt x="480" y="52165"/>
                      <a:pt x="460" y="52248"/>
                      <a:pt x="460" y="52352"/>
                    </a:cubicBezTo>
                    <a:cubicBezTo>
                      <a:pt x="460" y="52498"/>
                      <a:pt x="439" y="52644"/>
                      <a:pt x="439" y="52790"/>
                    </a:cubicBezTo>
                    <a:cubicBezTo>
                      <a:pt x="293" y="54480"/>
                      <a:pt x="105" y="56816"/>
                      <a:pt x="42" y="59256"/>
                    </a:cubicBezTo>
                    <a:cubicBezTo>
                      <a:pt x="21" y="59507"/>
                      <a:pt x="21" y="59778"/>
                      <a:pt x="21" y="60028"/>
                    </a:cubicBezTo>
                    <a:lnTo>
                      <a:pt x="21" y="61113"/>
                    </a:lnTo>
                    <a:lnTo>
                      <a:pt x="21" y="61133"/>
                    </a:lnTo>
                    <a:cubicBezTo>
                      <a:pt x="1" y="62301"/>
                      <a:pt x="42" y="63470"/>
                      <a:pt x="126" y="64554"/>
                    </a:cubicBezTo>
                    <a:lnTo>
                      <a:pt x="126" y="64658"/>
                    </a:lnTo>
                    <a:lnTo>
                      <a:pt x="126" y="64679"/>
                    </a:lnTo>
                    <a:cubicBezTo>
                      <a:pt x="147" y="64930"/>
                      <a:pt x="167" y="65180"/>
                      <a:pt x="209" y="65430"/>
                    </a:cubicBezTo>
                    <a:cubicBezTo>
                      <a:pt x="209" y="65472"/>
                      <a:pt x="209" y="65514"/>
                      <a:pt x="209" y="65555"/>
                    </a:cubicBezTo>
                    <a:cubicBezTo>
                      <a:pt x="230" y="65722"/>
                      <a:pt x="251" y="65868"/>
                      <a:pt x="272" y="66014"/>
                    </a:cubicBezTo>
                    <a:cubicBezTo>
                      <a:pt x="293" y="66202"/>
                      <a:pt x="334" y="66369"/>
                      <a:pt x="355" y="66536"/>
                    </a:cubicBezTo>
                    <a:cubicBezTo>
                      <a:pt x="376" y="66598"/>
                      <a:pt x="397" y="66661"/>
                      <a:pt x="397" y="66723"/>
                    </a:cubicBezTo>
                    <a:cubicBezTo>
                      <a:pt x="418" y="66848"/>
                      <a:pt x="439" y="66974"/>
                      <a:pt x="460" y="67099"/>
                    </a:cubicBezTo>
                    <a:cubicBezTo>
                      <a:pt x="501" y="67286"/>
                      <a:pt x="543" y="67474"/>
                      <a:pt x="585" y="67662"/>
                    </a:cubicBezTo>
                    <a:cubicBezTo>
                      <a:pt x="606" y="67745"/>
                      <a:pt x="626" y="67829"/>
                      <a:pt x="668" y="67912"/>
                    </a:cubicBezTo>
                    <a:cubicBezTo>
                      <a:pt x="668" y="67954"/>
                      <a:pt x="689" y="67975"/>
                      <a:pt x="689" y="68016"/>
                    </a:cubicBezTo>
                    <a:cubicBezTo>
                      <a:pt x="710" y="68079"/>
                      <a:pt x="731" y="68142"/>
                      <a:pt x="752" y="68204"/>
                    </a:cubicBezTo>
                    <a:cubicBezTo>
                      <a:pt x="752" y="68225"/>
                      <a:pt x="752" y="68225"/>
                      <a:pt x="772" y="68246"/>
                    </a:cubicBezTo>
                    <a:cubicBezTo>
                      <a:pt x="793" y="68308"/>
                      <a:pt x="814" y="68392"/>
                      <a:pt x="835" y="68454"/>
                    </a:cubicBezTo>
                    <a:cubicBezTo>
                      <a:pt x="856" y="68517"/>
                      <a:pt x="898" y="68580"/>
                      <a:pt x="918" y="68642"/>
                    </a:cubicBezTo>
                    <a:cubicBezTo>
                      <a:pt x="939" y="68726"/>
                      <a:pt x="1002" y="68809"/>
                      <a:pt x="1064" y="68872"/>
                    </a:cubicBezTo>
                    <a:lnTo>
                      <a:pt x="1690" y="68872"/>
                    </a:lnTo>
                    <a:cubicBezTo>
                      <a:pt x="1920" y="68872"/>
                      <a:pt x="2128" y="68851"/>
                      <a:pt x="2358" y="68851"/>
                    </a:cubicBezTo>
                    <a:lnTo>
                      <a:pt x="2858" y="68851"/>
                    </a:lnTo>
                    <a:cubicBezTo>
                      <a:pt x="3317" y="68830"/>
                      <a:pt x="3776" y="68809"/>
                      <a:pt x="4214" y="68788"/>
                    </a:cubicBezTo>
                    <a:lnTo>
                      <a:pt x="4339" y="68788"/>
                    </a:lnTo>
                    <a:lnTo>
                      <a:pt x="4485" y="68767"/>
                    </a:lnTo>
                    <a:lnTo>
                      <a:pt x="4652" y="68767"/>
                    </a:lnTo>
                    <a:cubicBezTo>
                      <a:pt x="4673" y="68746"/>
                      <a:pt x="4694" y="68726"/>
                      <a:pt x="4735" y="68705"/>
                    </a:cubicBezTo>
                    <a:cubicBezTo>
                      <a:pt x="4777" y="68621"/>
                      <a:pt x="4840" y="68559"/>
                      <a:pt x="4881" y="68475"/>
                    </a:cubicBezTo>
                    <a:cubicBezTo>
                      <a:pt x="4923" y="68350"/>
                      <a:pt x="4986" y="68225"/>
                      <a:pt x="5006" y="68100"/>
                    </a:cubicBezTo>
                    <a:cubicBezTo>
                      <a:pt x="5152" y="67516"/>
                      <a:pt x="5236" y="66932"/>
                      <a:pt x="5278" y="66348"/>
                    </a:cubicBezTo>
                    <a:cubicBezTo>
                      <a:pt x="5278" y="66160"/>
                      <a:pt x="5298" y="65952"/>
                      <a:pt x="5319" y="65806"/>
                    </a:cubicBezTo>
                    <a:cubicBezTo>
                      <a:pt x="5319" y="65639"/>
                      <a:pt x="5319" y="65472"/>
                      <a:pt x="5319" y="65305"/>
                    </a:cubicBezTo>
                    <a:lnTo>
                      <a:pt x="5319" y="65055"/>
                    </a:lnTo>
                    <a:lnTo>
                      <a:pt x="5319" y="64742"/>
                    </a:lnTo>
                    <a:lnTo>
                      <a:pt x="5319" y="63949"/>
                    </a:lnTo>
                    <a:lnTo>
                      <a:pt x="5319" y="63240"/>
                    </a:lnTo>
                    <a:cubicBezTo>
                      <a:pt x="5298" y="62239"/>
                      <a:pt x="5257" y="61238"/>
                      <a:pt x="5236" y="60403"/>
                    </a:cubicBezTo>
                    <a:lnTo>
                      <a:pt x="5236" y="60383"/>
                    </a:lnTo>
                    <a:cubicBezTo>
                      <a:pt x="5215" y="60070"/>
                      <a:pt x="5194" y="59799"/>
                      <a:pt x="5194" y="59527"/>
                    </a:cubicBezTo>
                    <a:lnTo>
                      <a:pt x="5194" y="59298"/>
                    </a:lnTo>
                    <a:lnTo>
                      <a:pt x="5194" y="59194"/>
                    </a:lnTo>
                    <a:lnTo>
                      <a:pt x="5194" y="59110"/>
                    </a:lnTo>
                    <a:lnTo>
                      <a:pt x="5194" y="58505"/>
                    </a:lnTo>
                    <a:lnTo>
                      <a:pt x="5194" y="58130"/>
                    </a:lnTo>
                    <a:cubicBezTo>
                      <a:pt x="5215" y="57546"/>
                      <a:pt x="5236" y="56962"/>
                      <a:pt x="5257" y="56378"/>
                    </a:cubicBezTo>
                    <a:cubicBezTo>
                      <a:pt x="5257" y="56211"/>
                      <a:pt x="5257" y="56065"/>
                      <a:pt x="5257" y="55898"/>
                    </a:cubicBezTo>
                    <a:lnTo>
                      <a:pt x="5257" y="55419"/>
                    </a:lnTo>
                    <a:cubicBezTo>
                      <a:pt x="5298" y="53750"/>
                      <a:pt x="5361" y="52060"/>
                      <a:pt x="5403" y="50371"/>
                    </a:cubicBezTo>
                    <a:cubicBezTo>
                      <a:pt x="5403" y="50142"/>
                      <a:pt x="5424" y="49954"/>
                      <a:pt x="5424" y="49704"/>
                    </a:cubicBezTo>
                    <a:cubicBezTo>
                      <a:pt x="5424" y="49453"/>
                      <a:pt x="5444" y="49224"/>
                      <a:pt x="5444" y="48974"/>
                    </a:cubicBezTo>
                    <a:cubicBezTo>
                      <a:pt x="5549" y="45553"/>
                      <a:pt x="5632" y="42111"/>
                      <a:pt x="5736" y="38691"/>
                    </a:cubicBezTo>
                    <a:cubicBezTo>
                      <a:pt x="5736" y="38691"/>
                      <a:pt x="5736" y="38670"/>
                      <a:pt x="5736" y="38670"/>
                    </a:cubicBezTo>
                    <a:cubicBezTo>
                      <a:pt x="5778" y="36876"/>
                      <a:pt x="5820" y="35082"/>
                      <a:pt x="5882" y="33289"/>
                    </a:cubicBezTo>
                    <a:lnTo>
                      <a:pt x="5882" y="33268"/>
                    </a:lnTo>
                    <a:lnTo>
                      <a:pt x="5882" y="33184"/>
                    </a:lnTo>
                    <a:cubicBezTo>
                      <a:pt x="5945" y="31120"/>
                      <a:pt x="6008" y="29076"/>
                      <a:pt x="6029" y="27031"/>
                    </a:cubicBezTo>
                    <a:cubicBezTo>
                      <a:pt x="6008" y="27011"/>
                      <a:pt x="6008" y="27011"/>
                      <a:pt x="6029" y="27011"/>
                    </a:cubicBezTo>
                    <a:lnTo>
                      <a:pt x="6029" y="26155"/>
                    </a:lnTo>
                    <a:lnTo>
                      <a:pt x="6029" y="25509"/>
                    </a:lnTo>
                    <a:cubicBezTo>
                      <a:pt x="6049" y="22422"/>
                      <a:pt x="5924" y="19335"/>
                      <a:pt x="5653" y="16248"/>
                    </a:cubicBezTo>
                    <a:cubicBezTo>
                      <a:pt x="5653" y="16165"/>
                      <a:pt x="5632" y="16081"/>
                      <a:pt x="5632" y="15998"/>
                    </a:cubicBezTo>
                    <a:cubicBezTo>
                      <a:pt x="5611" y="15768"/>
                      <a:pt x="5570" y="15539"/>
                      <a:pt x="5549" y="15310"/>
                    </a:cubicBezTo>
                    <a:cubicBezTo>
                      <a:pt x="5528" y="15080"/>
                      <a:pt x="5507" y="14830"/>
                      <a:pt x="5465" y="14600"/>
                    </a:cubicBezTo>
                    <a:cubicBezTo>
                      <a:pt x="4881" y="9720"/>
                      <a:pt x="3922" y="4860"/>
                      <a:pt x="4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5"/>
              <p:cNvSpPr/>
              <p:nvPr/>
            </p:nvSpPr>
            <p:spPr>
              <a:xfrm>
                <a:off x="8118475" y="3489575"/>
                <a:ext cx="340525" cy="645050"/>
              </a:xfrm>
              <a:custGeom>
                <a:rect b="b" l="l" r="r" t="t"/>
                <a:pathLst>
                  <a:path extrusionOk="0" h="25802" w="13621">
                    <a:moveTo>
                      <a:pt x="793" y="0"/>
                    </a:moveTo>
                    <a:lnTo>
                      <a:pt x="793" y="0"/>
                    </a:lnTo>
                    <a:cubicBezTo>
                      <a:pt x="1" y="3525"/>
                      <a:pt x="898" y="7259"/>
                      <a:pt x="2316" y="10617"/>
                    </a:cubicBezTo>
                    <a:cubicBezTo>
                      <a:pt x="3734" y="13954"/>
                      <a:pt x="5695" y="17041"/>
                      <a:pt x="7176" y="20378"/>
                    </a:cubicBezTo>
                    <a:cubicBezTo>
                      <a:pt x="7510" y="21150"/>
                      <a:pt x="7843" y="22151"/>
                      <a:pt x="8219" y="23173"/>
                    </a:cubicBezTo>
                    <a:cubicBezTo>
                      <a:pt x="8490" y="23924"/>
                      <a:pt x="8761" y="24696"/>
                      <a:pt x="9095" y="25405"/>
                    </a:cubicBezTo>
                    <a:lnTo>
                      <a:pt x="9282" y="25426"/>
                    </a:lnTo>
                    <a:cubicBezTo>
                      <a:pt x="9512" y="25467"/>
                      <a:pt x="9762" y="25509"/>
                      <a:pt x="10012" y="25530"/>
                    </a:cubicBezTo>
                    <a:cubicBezTo>
                      <a:pt x="10179" y="25551"/>
                      <a:pt x="10346" y="25572"/>
                      <a:pt x="10513" y="25593"/>
                    </a:cubicBezTo>
                    <a:cubicBezTo>
                      <a:pt x="11014" y="25634"/>
                      <a:pt x="11556" y="25676"/>
                      <a:pt x="12119" y="25718"/>
                    </a:cubicBezTo>
                    <a:lnTo>
                      <a:pt x="12286" y="25718"/>
                    </a:lnTo>
                    <a:lnTo>
                      <a:pt x="12453" y="25739"/>
                    </a:lnTo>
                    <a:lnTo>
                      <a:pt x="12870" y="25759"/>
                    </a:lnTo>
                    <a:cubicBezTo>
                      <a:pt x="12912" y="25770"/>
                      <a:pt x="12959" y="25770"/>
                      <a:pt x="13003" y="25770"/>
                    </a:cubicBezTo>
                    <a:cubicBezTo>
                      <a:pt x="13047" y="25770"/>
                      <a:pt x="13089" y="25770"/>
                      <a:pt x="13120" y="25780"/>
                    </a:cubicBezTo>
                    <a:cubicBezTo>
                      <a:pt x="13183" y="25801"/>
                      <a:pt x="13225" y="25801"/>
                      <a:pt x="13287" y="25801"/>
                    </a:cubicBezTo>
                    <a:lnTo>
                      <a:pt x="13621" y="25801"/>
                    </a:lnTo>
                    <a:cubicBezTo>
                      <a:pt x="13579" y="25572"/>
                      <a:pt x="13537" y="25363"/>
                      <a:pt x="13475" y="25175"/>
                    </a:cubicBezTo>
                    <a:cubicBezTo>
                      <a:pt x="13225" y="24341"/>
                      <a:pt x="12953" y="23507"/>
                      <a:pt x="12682" y="22693"/>
                    </a:cubicBezTo>
                    <a:cubicBezTo>
                      <a:pt x="12661" y="22652"/>
                      <a:pt x="12661" y="22610"/>
                      <a:pt x="12640" y="22568"/>
                    </a:cubicBezTo>
                    <a:cubicBezTo>
                      <a:pt x="12494" y="22172"/>
                      <a:pt x="12369" y="21797"/>
                      <a:pt x="12244" y="21421"/>
                    </a:cubicBezTo>
                    <a:cubicBezTo>
                      <a:pt x="12119" y="21108"/>
                      <a:pt x="11994" y="20795"/>
                      <a:pt x="11869" y="20483"/>
                    </a:cubicBezTo>
                    <a:cubicBezTo>
                      <a:pt x="11410" y="19314"/>
                      <a:pt x="10847" y="18167"/>
                      <a:pt x="10179" y="17083"/>
                    </a:cubicBezTo>
                    <a:cubicBezTo>
                      <a:pt x="10138" y="17020"/>
                      <a:pt x="10096" y="16978"/>
                      <a:pt x="10033" y="16853"/>
                    </a:cubicBezTo>
                    <a:cubicBezTo>
                      <a:pt x="9950" y="16749"/>
                      <a:pt x="9846" y="16603"/>
                      <a:pt x="9783" y="16499"/>
                    </a:cubicBezTo>
                    <a:cubicBezTo>
                      <a:pt x="9720" y="16394"/>
                      <a:pt x="9637" y="16290"/>
                      <a:pt x="9554" y="16165"/>
                    </a:cubicBezTo>
                    <a:cubicBezTo>
                      <a:pt x="7614" y="13433"/>
                      <a:pt x="5007" y="11138"/>
                      <a:pt x="3380" y="8197"/>
                    </a:cubicBezTo>
                    <a:cubicBezTo>
                      <a:pt x="1982" y="5674"/>
                      <a:pt x="1377" y="2816"/>
                      <a:pt x="7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5"/>
              <p:cNvSpPr/>
              <p:nvPr/>
            </p:nvSpPr>
            <p:spPr>
              <a:xfrm>
                <a:off x="8621675" y="3499975"/>
                <a:ext cx="30775" cy="7350"/>
              </a:xfrm>
              <a:custGeom>
                <a:rect b="b" l="l" r="r" t="t"/>
                <a:pathLst>
                  <a:path extrusionOk="0" h="294" w="1231">
                    <a:moveTo>
                      <a:pt x="109" y="0"/>
                    </a:moveTo>
                    <a:cubicBezTo>
                      <a:pt x="1" y="0"/>
                      <a:pt x="6" y="189"/>
                      <a:pt x="126" y="189"/>
                    </a:cubicBezTo>
                    <a:lnTo>
                      <a:pt x="146" y="189"/>
                    </a:lnTo>
                    <a:cubicBezTo>
                      <a:pt x="480" y="252"/>
                      <a:pt x="814" y="294"/>
                      <a:pt x="1148" y="294"/>
                    </a:cubicBezTo>
                    <a:cubicBezTo>
                      <a:pt x="1210" y="273"/>
                      <a:pt x="1231" y="189"/>
                      <a:pt x="1168" y="168"/>
                    </a:cubicBezTo>
                    <a:cubicBezTo>
                      <a:pt x="835" y="85"/>
                      <a:pt x="480" y="22"/>
                      <a:pt x="126" y="2"/>
                    </a:cubicBezTo>
                    <a:cubicBezTo>
                      <a:pt x="120" y="1"/>
                      <a:pt x="114" y="0"/>
                      <a:pt x="1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5"/>
              <p:cNvSpPr/>
              <p:nvPr/>
            </p:nvSpPr>
            <p:spPr>
              <a:xfrm>
                <a:off x="8635225" y="3437100"/>
                <a:ext cx="21925" cy="4525"/>
              </a:xfrm>
              <a:custGeom>
                <a:rect b="b" l="l" r="r" t="t"/>
                <a:pathLst>
                  <a:path extrusionOk="0" h="181" w="877">
                    <a:moveTo>
                      <a:pt x="408" y="0"/>
                    </a:moveTo>
                    <a:cubicBezTo>
                      <a:pt x="309" y="0"/>
                      <a:pt x="209" y="5"/>
                      <a:pt x="105" y="14"/>
                    </a:cubicBezTo>
                    <a:cubicBezTo>
                      <a:pt x="1" y="14"/>
                      <a:pt x="1" y="181"/>
                      <a:pt x="105" y="181"/>
                    </a:cubicBezTo>
                    <a:cubicBezTo>
                      <a:pt x="355" y="181"/>
                      <a:pt x="585" y="181"/>
                      <a:pt x="835" y="139"/>
                    </a:cubicBezTo>
                    <a:cubicBezTo>
                      <a:pt x="877" y="118"/>
                      <a:pt x="877" y="55"/>
                      <a:pt x="835" y="35"/>
                    </a:cubicBezTo>
                    <a:cubicBezTo>
                      <a:pt x="688" y="10"/>
                      <a:pt x="549"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5"/>
              <p:cNvSpPr/>
              <p:nvPr/>
            </p:nvSpPr>
            <p:spPr>
              <a:xfrm>
                <a:off x="8670700" y="3375375"/>
                <a:ext cx="15125" cy="4725"/>
              </a:xfrm>
              <a:custGeom>
                <a:rect b="b" l="l" r="r" t="t"/>
                <a:pathLst>
                  <a:path extrusionOk="0" h="189" w="605">
                    <a:moveTo>
                      <a:pt x="104" y="1"/>
                    </a:moveTo>
                    <a:cubicBezTo>
                      <a:pt x="0" y="22"/>
                      <a:pt x="0" y="168"/>
                      <a:pt x="104" y="188"/>
                    </a:cubicBezTo>
                    <a:cubicBezTo>
                      <a:pt x="250" y="188"/>
                      <a:pt x="375" y="168"/>
                      <a:pt x="521" y="168"/>
                    </a:cubicBezTo>
                    <a:cubicBezTo>
                      <a:pt x="605" y="168"/>
                      <a:pt x="605" y="42"/>
                      <a:pt x="521" y="42"/>
                    </a:cubicBezTo>
                    <a:cubicBezTo>
                      <a:pt x="375" y="22"/>
                      <a:pt x="250" y="1"/>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5"/>
              <p:cNvSpPr/>
              <p:nvPr/>
            </p:nvSpPr>
            <p:spPr>
              <a:xfrm>
                <a:off x="8685800" y="3441400"/>
                <a:ext cx="17775" cy="5450"/>
              </a:xfrm>
              <a:custGeom>
                <a:rect b="b" l="l" r="r" t="t"/>
                <a:pathLst>
                  <a:path extrusionOk="0" h="218" w="711">
                    <a:moveTo>
                      <a:pt x="264" y="0"/>
                    </a:moveTo>
                    <a:cubicBezTo>
                      <a:pt x="217" y="0"/>
                      <a:pt x="171" y="3"/>
                      <a:pt x="126" y="9"/>
                    </a:cubicBezTo>
                    <a:cubicBezTo>
                      <a:pt x="1" y="29"/>
                      <a:pt x="1" y="196"/>
                      <a:pt x="126" y="217"/>
                    </a:cubicBezTo>
                    <a:cubicBezTo>
                      <a:pt x="293" y="217"/>
                      <a:pt x="481" y="217"/>
                      <a:pt x="647" y="175"/>
                    </a:cubicBezTo>
                    <a:cubicBezTo>
                      <a:pt x="710" y="155"/>
                      <a:pt x="710" y="71"/>
                      <a:pt x="647" y="50"/>
                    </a:cubicBezTo>
                    <a:cubicBezTo>
                      <a:pt x="525" y="20"/>
                      <a:pt x="392"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5"/>
              <p:cNvSpPr/>
              <p:nvPr/>
            </p:nvSpPr>
            <p:spPr>
              <a:xfrm>
                <a:off x="8664950" y="3540325"/>
                <a:ext cx="18800" cy="6625"/>
              </a:xfrm>
              <a:custGeom>
                <a:rect b="b" l="l" r="r" t="t"/>
                <a:pathLst>
                  <a:path extrusionOk="0" h="265" w="752">
                    <a:moveTo>
                      <a:pt x="355" y="1"/>
                    </a:moveTo>
                    <a:cubicBezTo>
                      <a:pt x="285" y="1"/>
                      <a:pt x="216" y="6"/>
                      <a:pt x="147" y="14"/>
                    </a:cubicBezTo>
                    <a:cubicBezTo>
                      <a:pt x="1" y="35"/>
                      <a:pt x="1" y="244"/>
                      <a:pt x="147" y="265"/>
                    </a:cubicBezTo>
                    <a:cubicBezTo>
                      <a:pt x="313" y="265"/>
                      <a:pt x="480" y="265"/>
                      <a:pt x="668" y="223"/>
                    </a:cubicBezTo>
                    <a:cubicBezTo>
                      <a:pt x="751" y="202"/>
                      <a:pt x="751" y="77"/>
                      <a:pt x="668" y="35"/>
                    </a:cubicBezTo>
                    <a:cubicBezTo>
                      <a:pt x="558" y="11"/>
                      <a:pt x="455"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5"/>
              <p:cNvSpPr/>
              <p:nvPr/>
            </p:nvSpPr>
            <p:spPr>
              <a:xfrm>
                <a:off x="8652425" y="3622550"/>
                <a:ext cx="13075" cy="5225"/>
              </a:xfrm>
              <a:custGeom>
                <a:rect b="b" l="l" r="r" t="t"/>
                <a:pathLst>
                  <a:path extrusionOk="0" h="209" w="523">
                    <a:moveTo>
                      <a:pt x="126" y="0"/>
                    </a:moveTo>
                    <a:cubicBezTo>
                      <a:pt x="1" y="0"/>
                      <a:pt x="1" y="209"/>
                      <a:pt x="126" y="209"/>
                    </a:cubicBezTo>
                    <a:cubicBezTo>
                      <a:pt x="230" y="209"/>
                      <a:pt x="356" y="188"/>
                      <a:pt x="460" y="167"/>
                    </a:cubicBezTo>
                    <a:cubicBezTo>
                      <a:pt x="522" y="167"/>
                      <a:pt x="522" y="63"/>
                      <a:pt x="460" y="42"/>
                    </a:cubicBezTo>
                    <a:cubicBezTo>
                      <a:pt x="356" y="21"/>
                      <a:pt x="230" y="0"/>
                      <a:pt x="1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5"/>
              <p:cNvSpPr/>
              <p:nvPr/>
            </p:nvSpPr>
            <p:spPr>
              <a:xfrm>
                <a:off x="8613850" y="3696575"/>
                <a:ext cx="18800" cy="7325"/>
              </a:xfrm>
              <a:custGeom>
                <a:rect b="b" l="l" r="r" t="t"/>
                <a:pathLst>
                  <a:path extrusionOk="0" h="293" w="752">
                    <a:moveTo>
                      <a:pt x="147" y="1"/>
                    </a:moveTo>
                    <a:cubicBezTo>
                      <a:pt x="1" y="1"/>
                      <a:pt x="1" y="209"/>
                      <a:pt x="147" y="230"/>
                    </a:cubicBezTo>
                    <a:cubicBezTo>
                      <a:pt x="251" y="230"/>
                      <a:pt x="355" y="251"/>
                      <a:pt x="459" y="251"/>
                    </a:cubicBezTo>
                    <a:lnTo>
                      <a:pt x="493" y="251"/>
                    </a:lnTo>
                    <a:cubicBezTo>
                      <a:pt x="501" y="275"/>
                      <a:pt x="519" y="293"/>
                      <a:pt x="543" y="293"/>
                    </a:cubicBezTo>
                    <a:cubicBezTo>
                      <a:pt x="626" y="272"/>
                      <a:pt x="710" y="293"/>
                      <a:pt x="731" y="209"/>
                    </a:cubicBezTo>
                    <a:cubicBezTo>
                      <a:pt x="751" y="147"/>
                      <a:pt x="689" y="126"/>
                      <a:pt x="647" y="105"/>
                    </a:cubicBezTo>
                    <a:cubicBezTo>
                      <a:pt x="480" y="43"/>
                      <a:pt x="313" y="22"/>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5"/>
              <p:cNvSpPr/>
              <p:nvPr/>
            </p:nvSpPr>
            <p:spPr>
              <a:xfrm>
                <a:off x="8628450" y="3769075"/>
                <a:ext cx="34450" cy="8900"/>
              </a:xfrm>
              <a:custGeom>
                <a:rect b="b" l="l" r="r" t="t"/>
                <a:pathLst>
                  <a:path extrusionOk="0" h="356" w="1378">
                    <a:moveTo>
                      <a:pt x="167" y="0"/>
                    </a:moveTo>
                    <a:cubicBezTo>
                      <a:pt x="1" y="0"/>
                      <a:pt x="1" y="271"/>
                      <a:pt x="167" y="292"/>
                    </a:cubicBezTo>
                    <a:cubicBezTo>
                      <a:pt x="410" y="332"/>
                      <a:pt x="661" y="355"/>
                      <a:pt x="910" y="355"/>
                    </a:cubicBezTo>
                    <a:cubicBezTo>
                      <a:pt x="1046" y="355"/>
                      <a:pt x="1182" y="349"/>
                      <a:pt x="1315" y="334"/>
                    </a:cubicBezTo>
                    <a:cubicBezTo>
                      <a:pt x="1356" y="313"/>
                      <a:pt x="1377" y="250"/>
                      <a:pt x="1335" y="209"/>
                    </a:cubicBezTo>
                    <a:cubicBezTo>
                      <a:pt x="960" y="84"/>
                      <a:pt x="564" y="21"/>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5"/>
              <p:cNvSpPr/>
              <p:nvPr/>
            </p:nvSpPr>
            <p:spPr>
              <a:xfrm>
                <a:off x="8618025" y="3859275"/>
                <a:ext cx="15150" cy="6800"/>
              </a:xfrm>
              <a:custGeom>
                <a:rect b="b" l="l" r="r" t="t"/>
                <a:pathLst>
                  <a:path extrusionOk="0" h="272" w="606">
                    <a:moveTo>
                      <a:pt x="188" y="0"/>
                    </a:moveTo>
                    <a:cubicBezTo>
                      <a:pt x="0" y="0"/>
                      <a:pt x="0" y="272"/>
                      <a:pt x="188" y="272"/>
                    </a:cubicBezTo>
                    <a:cubicBezTo>
                      <a:pt x="292" y="272"/>
                      <a:pt x="397" y="251"/>
                      <a:pt x="522" y="230"/>
                    </a:cubicBezTo>
                    <a:cubicBezTo>
                      <a:pt x="605" y="209"/>
                      <a:pt x="605" y="63"/>
                      <a:pt x="522" y="42"/>
                    </a:cubicBezTo>
                    <a:cubicBezTo>
                      <a:pt x="397" y="0"/>
                      <a:pt x="292"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5"/>
              <p:cNvSpPr/>
              <p:nvPr/>
            </p:nvSpPr>
            <p:spPr>
              <a:xfrm>
                <a:off x="8602650" y="3917650"/>
                <a:ext cx="27900" cy="9050"/>
              </a:xfrm>
              <a:custGeom>
                <a:rect b="b" l="l" r="r" t="t"/>
                <a:pathLst>
                  <a:path extrusionOk="0" h="362" w="1116">
                    <a:moveTo>
                      <a:pt x="669" y="0"/>
                    </a:moveTo>
                    <a:cubicBezTo>
                      <a:pt x="478" y="0"/>
                      <a:pt x="289" y="48"/>
                      <a:pt x="115" y="147"/>
                    </a:cubicBezTo>
                    <a:cubicBezTo>
                      <a:pt x="1" y="185"/>
                      <a:pt x="60" y="362"/>
                      <a:pt x="181" y="362"/>
                    </a:cubicBezTo>
                    <a:cubicBezTo>
                      <a:pt x="193" y="362"/>
                      <a:pt x="206" y="360"/>
                      <a:pt x="219" y="356"/>
                    </a:cubicBezTo>
                    <a:cubicBezTo>
                      <a:pt x="344" y="314"/>
                      <a:pt x="490" y="273"/>
                      <a:pt x="636" y="252"/>
                    </a:cubicBezTo>
                    <a:cubicBezTo>
                      <a:pt x="761" y="252"/>
                      <a:pt x="907" y="252"/>
                      <a:pt x="1012" y="231"/>
                    </a:cubicBezTo>
                    <a:cubicBezTo>
                      <a:pt x="1095" y="210"/>
                      <a:pt x="1116" y="106"/>
                      <a:pt x="1053" y="64"/>
                    </a:cubicBezTo>
                    <a:cubicBezTo>
                      <a:pt x="927" y="22"/>
                      <a:pt x="798" y="0"/>
                      <a:pt x="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5"/>
              <p:cNvSpPr/>
              <p:nvPr/>
            </p:nvSpPr>
            <p:spPr>
              <a:xfrm>
                <a:off x="8618550" y="3958875"/>
                <a:ext cx="21400" cy="6475"/>
              </a:xfrm>
              <a:custGeom>
                <a:rect b="b" l="l" r="r" t="t"/>
                <a:pathLst>
                  <a:path extrusionOk="0" h="259" w="856">
                    <a:moveTo>
                      <a:pt x="167" y="0"/>
                    </a:moveTo>
                    <a:cubicBezTo>
                      <a:pt x="0" y="0"/>
                      <a:pt x="0" y="250"/>
                      <a:pt x="167" y="250"/>
                    </a:cubicBezTo>
                    <a:cubicBezTo>
                      <a:pt x="223" y="256"/>
                      <a:pt x="279" y="259"/>
                      <a:pt x="335" y="259"/>
                    </a:cubicBezTo>
                    <a:cubicBezTo>
                      <a:pt x="487" y="259"/>
                      <a:pt x="640" y="239"/>
                      <a:pt x="793" y="209"/>
                    </a:cubicBezTo>
                    <a:cubicBezTo>
                      <a:pt x="855" y="188"/>
                      <a:pt x="855" y="84"/>
                      <a:pt x="793" y="42"/>
                    </a:cubicBezTo>
                    <a:cubicBezTo>
                      <a:pt x="584" y="21"/>
                      <a:pt x="376"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5"/>
              <p:cNvSpPr/>
              <p:nvPr/>
            </p:nvSpPr>
            <p:spPr>
              <a:xfrm>
                <a:off x="8680900" y="3299100"/>
                <a:ext cx="17450" cy="5900"/>
              </a:xfrm>
              <a:custGeom>
                <a:rect b="b" l="l" r="r" t="t"/>
                <a:pathLst>
                  <a:path extrusionOk="0" h="236" w="698">
                    <a:moveTo>
                      <a:pt x="100" y="0"/>
                    </a:moveTo>
                    <a:cubicBezTo>
                      <a:pt x="6" y="0"/>
                      <a:pt x="1" y="155"/>
                      <a:pt x="113" y="173"/>
                    </a:cubicBezTo>
                    <a:cubicBezTo>
                      <a:pt x="280" y="194"/>
                      <a:pt x="447" y="215"/>
                      <a:pt x="614" y="236"/>
                    </a:cubicBezTo>
                    <a:cubicBezTo>
                      <a:pt x="677" y="236"/>
                      <a:pt x="697" y="152"/>
                      <a:pt x="635" y="132"/>
                    </a:cubicBezTo>
                    <a:cubicBezTo>
                      <a:pt x="468" y="90"/>
                      <a:pt x="301" y="48"/>
                      <a:pt x="134" y="6"/>
                    </a:cubicBezTo>
                    <a:cubicBezTo>
                      <a:pt x="122" y="2"/>
                      <a:pt x="110" y="0"/>
                      <a:pt x="1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5"/>
              <p:cNvSpPr/>
              <p:nvPr/>
            </p:nvSpPr>
            <p:spPr>
              <a:xfrm>
                <a:off x="8676550" y="3237050"/>
                <a:ext cx="20750" cy="8725"/>
              </a:xfrm>
              <a:custGeom>
                <a:rect b="b" l="l" r="r" t="t"/>
                <a:pathLst>
                  <a:path extrusionOk="0" h="349" w="830">
                    <a:moveTo>
                      <a:pt x="178" y="1"/>
                    </a:moveTo>
                    <a:cubicBezTo>
                      <a:pt x="78" y="1"/>
                      <a:pt x="1" y="167"/>
                      <a:pt x="121" y="236"/>
                    </a:cubicBezTo>
                    <a:cubicBezTo>
                      <a:pt x="233" y="311"/>
                      <a:pt x="361" y="348"/>
                      <a:pt x="490" y="348"/>
                    </a:cubicBezTo>
                    <a:cubicBezTo>
                      <a:pt x="576" y="348"/>
                      <a:pt x="663" y="332"/>
                      <a:pt x="746" y="298"/>
                    </a:cubicBezTo>
                    <a:cubicBezTo>
                      <a:pt x="830" y="257"/>
                      <a:pt x="767" y="132"/>
                      <a:pt x="705" y="132"/>
                    </a:cubicBezTo>
                    <a:cubicBezTo>
                      <a:pt x="538" y="132"/>
                      <a:pt x="371" y="90"/>
                      <a:pt x="246" y="27"/>
                    </a:cubicBezTo>
                    <a:cubicBezTo>
                      <a:pt x="223" y="9"/>
                      <a:pt x="200" y="1"/>
                      <a:pt x="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5"/>
              <p:cNvSpPr/>
              <p:nvPr/>
            </p:nvSpPr>
            <p:spPr>
              <a:xfrm>
                <a:off x="8672250" y="3160325"/>
                <a:ext cx="21925" cy="6200"/>
              </a:xfrm>
              <a:custGeom>
                <a:rect b="b" l="l" r="r" t="t"/>
                <a:pathLst>
                  <a:path extrusionOk="0" h="248" w="877">
                    <a:moveTo>
                      <a:pt x="334" y="1"/>
                    </a:moveTo>
                    <a:cubicBezTo>
                      <a:pt x="271" y="1"/>
                      <a:pt x="208" y="3"/>
                      <a:pt x="147" y="9"/>
                    </a:cubicBezTo>
                    <a:cubicBezTo>
                      <a:pt x="1" y="9"/>
                      <a:pt x="1" y="239"/>
                      <a:pt x="147" y="239"/>
                    </a:cubicBezTo>
                    <a:cubicBezTo>
                      <a:pt x="208" y="245"/>
                      <a:pt x="271" y="247"/>
                      <a:pt x="334" y="247"/>
                    </a:cubicBezTo>
                    <a:cubicBezTo>
                      <a:pt x="488" y="247"/>
                      <a:pt x="646" y="233"/>
                      <a:pt x="793" y="218"/>
                    </a:cubicBezTo>
                    <a:cubicBezTo>
                      <a:pt x="877" y="176"/>
                      <a:pt x="877" y="72"/>
                      <a:pt x="793" y="30"/>
                    </a:cubicBezTo>
                    <a:cubicBezTo>
                      <a:pt x="646" y="15"/>
                      <a:pt x="488" y="1"/>
                      <a:pt x="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5"/>
              <p:cNvSpPr/>
              <p:nvPr/>
            </p:nvSpPr>
            <p:spPr>
              <a:xfrm>
                <a:off x="8631725" y="3167950"/>
                <a:ext cx="26775" cy="7425"/>
              </a:xfrm>
              <a:custGeom>
                <a:rect b="b" l="l" r="r" t="t"/>
                <a:pathLst>
                  <a:path extrusionOk="0" h="297" w="1071">
                    <a:moveTo>
                      <a:pt x="406" y="1"/>
                    </a:moveTo>
                    <a:cubicBezTo>
                      <a:pt x="311" y="1"/>
                      <a:pt x="215" y="13"/>
                      <a:pt x="120" y="38"/>
                    </a:cubicBezTo>
                    <a:cubicBezTo>
                      <a:pt x="1" y="58"/>
                      <a:pt x="33" y="248"/>
                      <a:pt x="162" y="248"/>
                    </a:cubicBezTo>
                    <a:cubicBezTo>
                      <a:pt x="169" y="248"/>
                      <a:pt x="175" y="248"/>
                      <a:pt x="182" y="247"/>
                    </a:cubicBezTo>
                    <a:cubicBezTo>
                      <a:pt x="271" y="232"/>
                      <a:pt x="362" y="225"/>
                      <a:pt x="454" y="225"/>
                    </a:cubicBezTo>
                    <a:cubicBezTo>
                      <a:pt x="622" y="225"/>
                      <a:pt x="793" y="248"/>
                      <a:pt x="954" y="288"/>
                    </a:cubicBezTo>
                    <a:cubicBezTo>
                      <a:pt x="966" y="294"/>
                      <a:pt x="977" y="297"/>
                      <a:pt x="986" y="297"/>
                    </a:cubicBezTo>
                    <a:cubicBezTo>
                      <a:pt x="1047" y="297"/>
                      <a:pt x="1071" y="199"/>
                      <a:pt x="1017" y="163"/>
                    </a:cubicBezTo>
                    <a:cubicBezTo>
                      <a:pt x="828" y="62"/>
                      <a:pt x="620" y="1"/>
                      <a:pt x="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5"/>
              <p:cNvSpPr/>
              <p:nvPr/>
            </p:nvSpPr>
            <p:spPr>
              <a:xfrm>
                <a:off x="8664425" y="3068550"/>
                <a:ext cx="25450" cy="9750"/>
              </a:xfrm>
              <a:custGeom>
                <a:rect b="b" l="l" r="r" t="t"/>
                <a:pathLst>
                  <a:path extrusionOk="0" h="390" w="1018">
                    <a:moveTo>
                      <a:pt x="282" y="0"/>
                    </a:moveTo>
                    <a:cubicBezTo>
                      <a:pt x="237" y="0"/>
                      <a:pt x="192" y="3"/>
                      <a:pt x="147" y="9"/>
                    </a:cubicBezTo>
                    <a:cubicBezTo>
                      <a:pt x="22" y="30"/>
                      <a:pt x="1" y="239"/>
                      <a:pt x="147" y="239"/>
                    </a:cubicBezTo>
                    <a:lnTo>
                      <a:pt x="168" y="239"/>
                    </a:lnTo>
                    <a:cubicBezTo>
                      <a:pt x="212" y="236"/>
                      <a:pt x="255" y="234"/>
                      <a:pt x="298" y="234"/>
                    </a:cubicBezTo>
                    <a:cubicBezTo>
                      <a:pt x="520" y="234"/>
                      <a:pt x="730" y="280"/>
                      <a:pt x="939" y="385"/>
                    </a:cubicBezTo>
                    <a:cubicBezTo>
                      <a:pt x="945" y="388"/>
                      <a:pt x="951" y="389"/>
                      <a:pt x="956" y="389"/>
                    </a:cubicBezTo>
                    <a:cubicBezTo>
                      <a:pt x="991" y="389"/>
                      <a:pt x="1017" y="337"/>
                      <a:pt x="981" y="301"/>
                    </a:cubicBezTo>
                    <a:cubicBezTo>
                      <a:pt x="803" y="105"/>
                      <a:pt x="548" y="0"/>
                      <a:pt x="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5"/>
              <p:cNvSpPr/>
              <p:nvPr/>
            </p:nvSpPr>
            <p:spPr>
              <a:xfrm>
                <a:off x="8655175" y="2952500"/>
                <a:ext cx="18150" cy="6825"/>
              </a:xfrm>
              <a:custGeom>
                <a:rect b="b" l="l" r="r" t="t"/>
                <a:pathLst>
                  <a:path extrusionOk="0" h="273" w="726">
                    <a:moveTo>
                      <a:pt x="642" y="0"/>
                    </a:moveTo>
                    <a:cubicBezTo>
                      <a:pt x="454" y="21"/>
                      <a:pt x="266" y="42"/>
                      <a:pt x="100" y="84"/>
                    </a:cubicBezTo>
                    <a:cubicBezTo>
                      <a:pt x="1" y="103"/>
                      <a:pt x="33" y="273"/>
                      <a:pt x="125" y="273"/>
                    </a:cubicBezTo>
                    <a:cubicBezTo>
                      <a:pt x="131" y="273"/>
                      <a:pt x="136" y="272"/>
                      <a:pt x="141" y="271"/>
                    </a:cubicBezTo>
                    <a:cubicBezTo>
                      <a:pt x="308" y="230"/>
                      <a:pt x="496" y="188"/>
                      <a:pt x="663" y="146"/>
                    </a:cubicBezTo>
                    <a:cubicBezTo>
                      <a:pt x="725" y="125"/>
                      <a:pt x="725" y="0"/>
                      <a:pt x="6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5"/>
              <p:cNvSpPr/>
              <p:nvPr/>
            </p:nvSpPr>
            <p:spPr>
              <a:xfrm>
                <a:off x="8845900" y="3581350"/>
                <a:ext cx="25575" cy="9925"/>
              </a:xfrm>
              <a:custGeom>
                <a:rect b="b" l="l" r="r" t="t"/>
                <a:pathLst>
                  <a:path extrusionOk="0" h="397" w="1023">
                    <a:moveTo>
                      <a:pt x="146" y="0"/>
                    </a:moveTo>
                    <a:cubicBezTo>
                      <a:pt x="0" y="21"/>
                      <a:pt x="0" y="230"/>
                      <a:pt x="146" y="251"/>
                    </a:cubicBezTo>
                    <a:cubicBezTo>
                      <a:pt x="438" y="251"/>
                      <a:pt x="688" y="376"/>
                      <a:pt x="960" y="397"/>
                    </a:cubicBezTo>
                    <a:cubicBezTo>
                      <a:pt x="1001" y="376"/>
                      <a:pt x="1022" y="334"/>
                      <a:pt x="1022" y="313"/>
                    </a:cubicBezTo>
                    <a:cubicBezTo>
                      <a:pt x="814" y="42"/>
                      <a:pt x="438" y="0"/>
                      <a:pt x="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5"/>
              <p:cNvSpPr/>
              <p:nvPr/>
            </p:nvSpPr>
            <p:spPr>
              <a:xfrm>
                <a:off x="8823475" y="3658000"/>
                <a:ext cx="13575" cy="6275"/>
              </a:xfrm>
              <a:custGeom>
                <a:rect b="b" l="l" r="r" t="t"/>
                <a:pathLst>
                  <a:path extrusionOk="0" h="251" w="543">
                    <a:moveTo>
                      <a:pt x="125" y="0"/>
                    </a:moveTo>
                    <a:cubicBezTo>
                      <a:pt x="0" y="42"/>
                      <a:pt x="0" y="230"/>
                      <a:pt x="125" y="251"/>
                    </a:cubicBezTo>
                    <a:lnTo>
                      <a:pt x="313" y="251"/>
                    </a:lnTo>
                    <a:cubicBezTo>
                      <a:pt x="355" y="251"/>
                      <a:pt x="397" y="230"/>
                      <a:pt x="459" y="209"/>
                    </a:cubicBezTo>
                    <a:cubicBezTo>
                      <a:pt x="543" y="188"/>
                      <a:pt x="543" y="63"/>
                      <a:pt x="459" y="42"/>
                    </a:cubicBezTo>
                    <a:cubicBezTo>
                      <a:pt x="397" y="42"/>
                      <a:pt x="35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5"/>
              <p:cNvSpPr/>
              <p:nvPr/>
            </p:nvSpPr>
            <p:spPr>
              <a:xfrm>
                <a:off x="8777050" y="3741775"/>
                <a:ext cx="28200" cy="8025"/>
              </a:xfrm>
              <a:custGeom>
                <a:rect b="b" l="l" r="r" t="t"/>
                <a:pathLst>
                  <a:path extrusionOk="0" h="321" w="1128">
                    <a:moveTo>
                      <a:pt x="407" y="0"/>
                    </a:moveTo>
                    <a:cubicBezTo>
                      <a:pt x="314" y="0"/>
                      <a:pt x="220" y="10"/>
                      <a:pt x="126" y="28"/>
                    </a:cubicBezTo>
                    <a:cubicBezTo>
                      <a:pt x="1" y="49"/>
                      <a:pt x="22" y="237"/>
                      <a:pt x="147" y="237"/>
                    </a:cubicBezTo>
                    <a:cubicBezTo>
                      <a:pt x="293" y="237"/>
                      <a:pt x="446" y="249"/>
                      <a:pt x="598" y="267"/>
                    </a:cubicBezTo>
                    <a:lnTo>
                      <a:pt x="598" y="267"/>
                    </a:lnTo>
                    <a:cubicBezTo>
                      <a:pt x="608" y="282"/>
                      <a:pt x="625" y="294"/>
                      <a:pt x="648" y="299"/>
                    </a:cubicBezTo>
                    <a:lnTo>
                      <a:pt x="968" y="318"/>
                    </a:lnTo>
                    <a:lnTo>
                      <a:pt x="968" y="318"/>
                    </a:lnTo>
                    <a:cubicBezTo>
                      <a:pt x="973" y="319"/>
                      <a:pt x="977" y="320"/>
                      <a:pt x="981" y="320"/>
                    </a:cubicBezTo>
                    <a:lnTo>
                      <a:pt x="981" y="319"/>
                    </a:lnTo>
                    <a:lnTo>
                      <a:pt x="981" y="319"/>
                    </a:lnTo>
                    <a:lnTo>
                      <a:pt x="1002" y="320"/>
                    </a:lnTo>
                    <a:cubicBezTo>
                      <a:pt x="1086" y="320"/>
                      <a:pt x="1127" y="195"/>
                      <a:pt x="1044" y="153"/>
                    </a:cubicBezTo>
                    <a:cubicBezTo>
                      <a:pt x="839" y="51"/>
                      <a:pt x="625"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5"/>
              <p:cNvSpPr/>
              <p:nvPr/>
            </p:nvSpPr>
            <p:spPr>
              <a:xfrm>
                <a:off x="8802250" y="3807225"/>
                <a:ext cx="30000" cy="10950"/>
              </a:xfrm>
              <a:custGeom>
                <a:rect b="b" l="l" r="r" t="t"/>
                <a:pathLst>
                  <a:path extrusionOk="0" h="438" w="1200">
                    <a:moveTo>
                      <a:pt x="490" y="0"/>
                    </a:moveTo>
                    <a:cubicBezTo>
                      <a:pt x="367" y="0"/>
                      <a:pt x="241" y="26"/>
                      <a:pt x="119" y="80"/>
                    </a:cubicBezTo>
                    <a:cubicBezTo>
                      <a:pt x="0" y="120"/>
                      <a:pt x="32" y="311"/>
                      <a:pt x="162" y="311"/>
                    </a:cubicBezTo>
                    <a:cubicBezTo>
                      <a:pt x="168" y="311"/>
                      <a:pt x="175" y="311"/>
                      <a:pt x="182" y="310"/>
                    </a:cubicBezTo>
                    <a:lnTo>
                      <a:pt x="203" y="310"/>
                    </a:lnTo>
                    <a:cubicBezTo>
                      <a:pt x="290" y="291"/>
                      <a:pt x="380" y="281"/>
                      <a:pt x="469" y="281"/>
                    </a:cubicBezTo>
                    <a:cubicBezTo>
                      <a:pt x="679" y="281"/>
                      <a:pt x="889" y="332"/>
                      <a:pt x="1079" y="435"/>
                    </a:cubicBezTo>
                    <a:cubicBezTo>
                      <a:pt x="1085" y="437"/>
                      <a:pt x="1092" y="438"/>
                      <a:pt x="1099" y="438"/>
                    </a:cubicBezTo>
                    <a:cubicBezTo>
                      <a:pt x="1153" y="438"/>
                      <a:pt x="1199" y="365"/>
                      <a:pt x="1162" y="310"/>
                    </a:cubicBezTo>
                    <a:cubicBezTo>
                      <a:pt x="993" y="112"/>
                      <a:pt x="747" y="0"/>
                      <a:pt x="4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5"/>
              <p:cNvSpPr/>
              <p:nvPr/>
            </p:nvSpPr>
            <p:spPr>
              <a:xfrm>
                <a:off x="8870575" y="3502575"/>
                <a:ext cx="30100" cy="12050"/>
              </a:xfrm>
              <a:custGeom>
                <a:rect b="b" l="l" r="r" t="t"/>
                <a:pathLst>
                  <a:path extrusionOk="0" h="482" w="1204">
                    <a:moveTo>
                      <a:pt x="203" y="0"/>
                    </a:moveTo>
                    <a:cubicBezTo>
                      <a:pt x="87" y="0"/>
                      <a:pt x="0" y="171"/>
                      <a:pt x="119" y="210"/>
                    </a:cubicBezTo>
                    <a:cubicBezTo>
                      <a:pt x="432" y="356"/>
                      <a:pt x="765" y="440"/>
                      <a:pt x="1120" y="482"/>
                    </a:cubicBezTo>
                    <a:cubicBezTo>
                      <a:pt x="1182" y="461"/>
                      <a:pt x="1203" y="377"/>
                      <a:pt x="1141" y="336"/>
                    </a:cubicBezTo>
                    <a:cubicBezTo>
                      <a:pt x="849" y="169"/>
                      <a:pt x="536" y="44"/>
                      <a:pt x="223" y="2"/>
                    </a:cubicBezTo>
                    <a:cubicBezTo>
                      <a:pt x="216" y="1"/>
                      <a:pt x="210" y="0"/>
                      <a:pt x="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5"/>
              <p:cNvSpPr/>
              <p:nvPr/>
            </p:nvSpPr>
            <p:spPr>
              <a:xfrm>
                <a:off x="8863575" y="3688950"/>
                <a:ext cx="16625" cy="9300"/>
              </a:xfrm>
              <a:custGeom>
                <a:rect b="b" l="l" r="r" t="t"/>
                <a:pathLst>
                  <a:path extrusionOk="0" h="372" w="665">
                    <a:moveTo>
                      <a:pt x="156" y="0"/>
                    </a:moveTo>
                    <a:cubicBezTo>
                      <a:pt x="59" y="0"/>
                      <a:pt x="1" y="128"/>
                      <a:pt x="107" y="181"/>
                    </a:cubicBezTo>
                    <a:cubicBezTo>
                      <a:pt x="253" y="264"/>
                      <a:pt x="399" y="327"/>
                      <a:pt x="545" y="368"/>
                    </a:cubicBezTo>
                    <a:cubicBezTo>
                      <a:pt x="552" y="370"/>
                      <a:pt x="559" y="371"/>
                      <a:pt x="566" y="371"/>
                    </a:cubicBezTo>
                    <a:cubicBezTo>
                      <a:pt x="635" y="371"/>
                      <a:pt x="664" y="281"/>
                      <a:pt x="607" y="243"/>
                    </a:cubicBezTo>
                    <a:cubicBezTo>
                      <a:pt x="482" y="160"/>
                      <a:pt x="357" y="76"/>
                      <a:pt x="211" y="14"/>
                    </a:cubicBezTo>
                    <a:cubicBezTo>
                      <a:pt x="192" y="4"/>
                      <a:pt x="173" y="0"/>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5"/>
              <p:cNvSpPr/>
              <p:nvPr/>
            </p:nvSpPr>
            <p:spPr>
              <a:xfrm>
                <a:off x="8739000" y="3913500"/>
                <a:ext cx="15675" cy="5775"/>
              </a:xfrm>
              <a:custGeom>
                <a:rect b="b" l="l" r="r" t="t"/>
                <a:pathLst>
                  <a:path extrusionOk="0" h="231" w="627">
                    <a:moveTo>
                      <a:pt x="146" y="1"/>
                    </a:moveTo>
                    <a:cubicBezTo>
                      <a:pt x="0" y="21"/>
                      <a:pt x="0" y="209"/>
                      <a:pt x="146" y="230"/>
                    </a:cubicBezTo>
                    <a:cubicBezTo>
                      <a:pt x="272" y="230"/>
                      <a:pt x="418" y="209"/>
                      <a:pt x="543" y="188"/>
                    </a:cubicBezTo>
                    <a:cubicBezTo>
                      <a:pt x="626" y="167"/>
                      <a:pt x="626" y="42"/>
                      <a:pt x="543" y="21"/>
                    </a:cubicBezTo>
                    <a:cubicBezTo>
                      <a:pt x="418" y="1"/>
                      <a:pt x="272" y="1"/>
                      <a:pt x="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5"/>
              <p:cNvSpPr/>
              <p:nvPr/>
            </p:nvSpPr>
            <p:spPr>
              <a:xfrm>
                <a:off x="8787125" y="4000025"/>
                <a:ext cx="25950" cy="7025"/>
              </a:xfrm>
              <a:custGeom>
                <a:rect b="b" l="l" r="r" t="t"/>
                <a:pathLst>
                  <a:path extrusionOk="0" h="281" w="1038">
                    <a:moveTo>
                      <a:pt x="165" y="0"/>
                    </a:moveTo>
                    <a:cubicBezTo>
                      <a:pt x="51" y="0"/>
                      <a:pt x="0" y="191"/>
                      <a:pt x="119" y="211"/>
                    </a:cubicBezTo>
                    <a:cubicBezTo>
                      <a:pt x="338" y="257"/>
                      <a:pt x="546" y="281"/>
                      <a:pt x="759" y="281"/>
                    </a:cubicBezTo>
                    <a:cubicBezTo>
                      <a:pt x="830" y="281"/>
                      <a:pt x="902" y="278"/>
                      <a:pt x="975" y="273"/>
                    </a:cubicBezTo>
                    <a:cubicBezTo>
                      <a:pt x="1016" y="273"/>
                      <a:pt x="1037" y="211"/>
                      <a:pt x="995" y="190"/>
                    </a:cubicBezTo>
                    <a:cubicBezTo>
                      <a:pt x="724" y="85"/>
                      <a:pt x="453" y="23"/>
                      <a:pt x="182" y="2"/>
                    </a:cubicBezTo>
                    <a:cubicBezTo>
                      <a:pt x="176" y="1"/>
                      <a:pt x="170"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5"/>
              <p:cNvSpPr/>
              <p:nvPr/>
            </p:nvSpPr>
            <p:spPr>
              <a:xfrm>
                <a:off x="8704725" y="4038100"/>
                <a:ext cx="27400" cy="14725"/>
              </a:xfrm>
              <a:custGeom>
                <a:rect b="b" l="l" r="r" t="t"/>
                <a:pathLst>
                  <a:path extrusionOk="0" h="589" w="1096">
                    <a:moveTo>
                      <a:pt x="205" y="0"/>
                    </a:moveTo>
                    <a:cubicBezTo>
                      <a:pt x="53" y="0"/>
                      <a:pt x="1" y="232"/>
                      <a:pt x="141" y="252"/>
                    </a:cubicBezTo>
                    <a:cubicBezTo>
                      <a:pt x="433" y="314"/>
                      <a:pt x="725" y="419"/>
                      <a:pt x="975" y="586"/>
                    </a:cubicBezTo>
                    <a:cubicBezTo>
                      <a:pt x="982" y="588"/>
                      <a:pt x="989" y="589"/>
                      <a:pt x="995" y="589"/>
                    </a:cubicBezTo>
                    <a:cubicBezTo>
                      <a:pt x="1050" y="589"/>
                      <a:pt x="1096" y="518"/>
                      <a:pt x="1059" y="481"/>
                    </a:cubicBezTo>
                    <a:cubicBezTo>
                      <a:pt x="829" y="231"/>
                      <a:pt x="537" y="64"/>
                      <a:pt x="224" y="2"/>
                    </a:cubicBezTo>
                    <a:cubicBezTo>
                      <a:pt x="218" y="1"/>
                      <a:pt x="211" y="0"/>
                      <a:pt x="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5"/>
              <p:cNvSpPr/>
              <p:nvPr/>
            </p:nvSpPr>
            <p:spPr>
              <a:xfrm>
                <a:off x="8342000" y="4037900"/>
                <a:ext cx="17925" cy="8950"/>
              </a:xfrm>
              <a:custGeom>
                <a:rect b="b" l="l" r="r" t="t"/>
                <a:pathLst>
                  <a:path extrusionOk="0" h="358" w="717">
                    <a:moveTo>
                      <a:pt x="479" y="1"/>
                    </a:moveTo>
                    <a:cubicBezTo>
                      <a:pt x="347" y="1"/>
                      <a:pt x="207" y="74"/>
                      <a:pt x="112" y="156"/>
                    </a:cubicBezTo>
                    <a:cubicBezTo>
                      <a:pt x="1" y="251"/>
                      <a:pt x="83" y="358"/>
                      <a:pt x="184" y="358"/>
                    </a:cubicBezTo>
                    <a:cubicBezTo>
                      <a:pt x="215" y="358"/>
                      <a:pt x="249" y="347"/>
                      <a:pt x="279" y="322"/>
                    </a:cubicBezTo>
                    <a:cubicBezTo>
                      <a:pt x="404" y="218"/>
                      <a:pt x="508" y="281"/>
                      <a:pt x="633" y="239"/>
                    </a:cubicBezTo>
                    <a:cubicBezTo>
                      <a:pt x="696" y="218"/>
                      <a:pt x="717" y="114"/>
                      <a:pt x="675" y="72"/>
                    </a:cubicBezTo>
                    <a:cubicBezTo>
                      <a:pt x="617" y="21"/>
                      <a:pt x="549" y="1"/>
                      <a:pt x="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5"/>
              <p:cNvSpPr/>
              <p:nvPr/>
            </p:nvSpPr>
            <p:spPr>
              <a:xfrm>
                <a:off x="8330075" y="3980675"/>
                <a:ext cx="16700" cy="17800"/>
              </a:xfrm>
              <a:custGeom>
                <a:rect b="b" l="l" r="r" t="t"/>
                <a:pathLst>
                  <a:path extrusionOk="0" h="712" w="668">
                    <a:moveTo>
                      <a:pt x="573" y="1"/>
                    </a:moveTo>
                    <a:cubicBezTo>
                      <a:pt x="565" y="1"/>
                      <a:pt x="556" y="2"/>
                      <a:pt x="547" y="4"/>
                    </a:cubicBezTo>
                    <a:cubicBezTo>
                      <a:pt x="276" y="67"/>
                      <a:pt x="68" y="275"/>
                      <a:pt x="26" y="547"/>
                    </a:cubicBezTo>
                    <a:cubicBezTo>
                      <a:pt x="0" y="649"/>
                      <a:pt x="84" y="712"/>
                      <a:pt x="163" y="712"/>
                    </a:cubicBezTo>
                    <a:cubicBezTo>
                      <a:pt x="212" y="712"/>
                      <a:pt x="260" y="687"/>
                      <a:pt x="276" y="630"/>
                    </a:cubicBezTo>
                    <a:cubicBezTo>
                      <a:pt x="360" y="442"/>
                      <a:pt x="464" y="255"/>
                      <a:pt x="631" y="129"/>
                    </a:cubicBezTo>
                    <a:cubicBezTo>
                      <a:pt x="668" y="73"/>
                      <a:pt x="639" y="1"/>
                      <a:pt x="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5"/>
              <p:cNvSpPr/>
              <p:nvPr/>
            </p:nvSpPr>
            <p:spPr>
              <a:xfrm>
                <a:off x="8295400" y="3922900"/>
                <a:ext cx="22825" cy="8925"/>
              </a:xfrm>
              <a:custGeom>
                <a:rect b="b" l="l" r="r" t="t"/>
                <a:pathLst>
                  <a:path extrusionOk="0" h="357" w="913">
                    <a:moveTo>
                      <a:pt x="829" y="0"/>
                    </a:moveTo>
                    <a:cubicBezTo>
                      <a:pt x="579" y="21"/>
                      <a:pt x="349" y="83"/>
                      <a:pt x="99" y="167"/>
                    </a:cubicBezTo>
                    <a:cubicBezTo>
                      <a:pt x="1" y="206"/>
                      <a:pt x="32" y="356"/>
                      <a:pt x="123" y="356"/>
                    </a:cubicBezTo>
                    <a:cubicBezTo>
                      <a:pt x="129" y="356"/>
                      <a:pt x="134" y="356"/>
                      <a:pt x="140" y="355"/>
                    </a:cubicBezTo>
                    <a:cubicBezTo>
                      <a:pt x="391" y="292"/>
                      <a:pt x="641" y="209"/>
                      <a:pt x="871" y="83"/>
                    </a:cubicBezTo>
                    <a:cubicBezTo>
                      <a:pt x="912" y="63"/>
                      <a:pt x="891" y="0"/>
                      <a:pt x="8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5"/>
              <p:cNvSpPr/>
              <p:nvPr/>
            </p:nvSpPr>
            <p:spPr>
              <a:xfrm>
                <a:off x="8371325" y="3975500"/>
                <a:ext cx="18325" cy="10300"/>
              </a:xfrm>
              <a:custGeom>
                <a:rect b="b" l="l" r="r" t="t"/>
                <a:pathLst>
                  <a:path extrusionOk="0" h="412" w="733">
                    <a:moveTo>
                      <a:pt x="508" y="0"/>
                    </a:moveTo>
                    <a:cubicBezTo>
                      <a:pt x="343" y="0"/>
                      <a:pt x="175" y="70"/>
                      <a:pt x="65" y="211"/>
                    </a:cubicBezTo>
                    <a:cubicBezTo>
                      <a:pt x="0" y="292"/>
                      <a:pt x="87" y="411"/>
                      <a:pt x="168" y="411"/>
                    </a:cubicBezTo>
                    <a:cubicBezTo>
                      <a:pt x="191" y="411"/>
                      <a:pt x="214" y="401"/>
                      <a:pt x="232" y="378"/>
                    </a:cubicBezTo>
                    <a:cubicBezTo>
                      <a:pt x="336" y="232"/>
                      <a:pt x="503" y="149"/>
                      <a:pt x="670" y="128"/>
                    </a:cubicBezTo>
                    <a:cubicBezTo>
                      <a:pt x="733" y="128"/>
                      <a:pt x="712" y="44"/>
                      <a:pt x="670" y="24"/>
                    </a:cubicBezTo>
                    <a:cubicBezTo>
                      <a:pt x="618" y="8"/>
                      <a:pt x="563" y="0"/>
                      <a:pt x="5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5"/>
              <p:cNvSpPr/>
              <p:nvPr/>
            </p:nvSpPr>
            <p:spPr>
              <a:xfrm>
                <a:off x="8394200" y="4059950"/>
                <a:ext cx="20900" cy="14000"/>
              </a:xfrm>
              <a:custGeom>
                <a:rect b="b" l="l" r="r" t="t"/>
                <a:pathLst>
                  <a:path extrusionOk="0" h="560" w="836">
                    <a:moveTo>
                      <a:pt x="755" y="0"/>
                    </a:moveTo>
                    <a:cubicBezTo>
                      <a:pt x="749" y="0"/>
                      <a:pt x="742" y="1"/>
                      <a:pt x="735" y="4"/>
                    </a:cubicBezTo>
                    <a:cubicBezTo>
                      <a:pt x="506" y="108"/>
                      <a:pt x="297" y="233"/>
                      <a:pt x="89" y="379"/>
                    </a:cubicBezTo>
                    <a:cubicBezTo>
                      <a:pt x="1" y="432"/>
                      <a:pt x="62" y="560"/>
                      <a:pt x="146" y="560"/>
                    </a:cubicBezTo>
                    <a:cubicBezTo>
                      <a:pt x="161" y="560"/>
                      <a:pt x="177" y="555"/>
                      <a:pt x="193" y="546"/>
                    </a:cubicBezTo>
                    <a:cubicBezTo>
                      <a:pt x="402" y="421"/>
                      <a:pt x="610" y="275"/>
                      <a:pt x="798" y="108"/>
                    </a:cubicBezTo>
                    <a:cubicBezTo>
                      <a:pt x="835" y="71"/>
                      <a:pt x="806" y="0"/>
                      <a:pt x="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5"/>
              <p:cNvSpPr/>
              <p:nvPr/>
            </p:nvSpPr>
            <p:spPr>
              <a:xfrm>
                <a:off x="8368775" y="4123650"/>
                <a:ext cx="17750" cy="4700"/>
              </a:xfrm>
              <a:custGeom>
                <a:rect b="b" l="l" r="r" t="t"/>
                <a:pathLst>
                  <a:path extrusionOk="0" h="188" w="710">
                    <a:moveTo>
                      <a:pt x="647" y="0"/>
                    </a:moveTo>
                    <a:cubicBezTo>
                      <a:pt x="418" y="21"/>
                      <a:pt x="209" y="63"/>
                      <a:pt x="0" y="146"/>
                    </a:cubicBezTo>
                    <a:cubicBezTo>
                      <a:pt x="167" y="167"/>
                      <a:pt x="313" y="167"/>
                      <a:pt x="501" y="188"/>
                    </a:cubicBezTo>
                    <a:cubicBezTo>
                      <a:pt x="543" y="167"/>
                      <a:pt x="605" y="125"/>
                      <a:pt x="668" y="104"/>
                    </a:cubicBezTo>
                    <a:cubicBezTo>
                      <a:pt x="710" y="63"/>
                      <a:pt x="689" y="0"/>
                      <a:pt x="6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5"/>
              <p:cNvSpPr/>
              <p:nvPr/>
            </p:nvSpPr>
            <p:spPr>
              <a:xfrm>
                <a:off x="8260700" y="3875575"/>
                <a:ext cx="22050" cy="10150"/>
              </a:xfrm>
              <a:custGeom>
                <a:rect b="b" l="l" r="r" t="t"/>
                <a:pathLst>
                  <a:path extrusionOk="0" h="406" w="882">
                    <a:moveTo>
                      <a:pt x="584" y="0"/>
                    </a:moveTo>
                    <a:cubicBezTo>
                      <a:pt x="397" y="0"/>
                      <a:pt x="222" y="71"/>
                      <a:pt x="89" y="204"/>
                    </a:cubicBezTo>
                    <a:cubicBezTo>
                      <a:pt x="1" y="274"/>
                      <a:pt x="92" y="405"/>
                      <a:pt x="186" y="405"/>
                    </a:cubicBezTo>
                    <a:cubicBezTo>
                      <a:pt x="203" y="405"/>
                      <a:pt x="219" y="401"/>
                      <a:pt x="235" y="391"/>
                    </a:cubicBezTo>
                    <a:cubicBezTo>
                      <a:pt x="402" y="287"/>
                      <a:pt x="611" y="204"/>
                      <a:pt x="819" y="162"/>
                    </a:cubicBezTo>
                    <a:cubicBezTo>
                      <a:pt x="882" y="141"/>
                      <a:pt x="882" y="58"/>
                      <a:pt x="819" y="37"/>
                    </a:cubicBezTo>
                    <a:cubicBezTo>
                      <a:pt x="740" y="12"/>
                      <a:pt x="661" y="0"/>
                      <a:pt x="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5"/>
              <p:cNvSpPr/>
              <p:nvPr/>
            </p:nvSpPr>
            <p:spPr>
              <a:xfrm>
                <a:off x="8217025" y="3812350"/>
                <a:ext cx="4200" cy="3675"/>
              </a:xfrm>
              <a:custGeom>
                <a:rect b="b" l="l" r="r" t="t"/>
                <a:pathLst>
                  <a:path extrusionOk="0" h="147" w="168">
                    <a:moveTo>
                      <a:pt x="84" y="0"/>
                    </a:moveTo>
                    <a:cubicBezTo>
                      <a:pt x="1" y="0"/>
                      <a:pt x="1" y="125"/>
                      <a:pt x="84" y="146"/>
                    </a:cubicBezTo>
                    <a:cubicBezTo>
                      <a:pt x="168" y="125"/>
                      <a:pt x="168" y="0"/>
                      <a:pt x="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5"/>
              <p:cNvSpPr/>
              <p:nvPr/>
            </p:nvSpPr>
            <p:spPr>
              <a:xfrm>
                <a:off x="8294275" y="3845200"/>
                <a:ext cx="16125" cy="9950"/>
              </a:xfrm>
              <a:custGeom>
                <a:rect b="b" l="l" r="r" t="t"/>
                <a:pathLst>
                  <a:path extrusionOk="0" h="398" w="645">
                    <a:moveTo>
                      <a:pt x="444" y="1"/>
                    </a:moveTo>
                    <a:cubicBezTo>
                      <a:pt x="286" y="1"/>
                      <a:pt x="142" y="84"/>
                      <a:pt x="60" y="230"/>
                    </a:cubicBezTo>
                    <a:cubicBezTo>
                      <a:pt x="1" y="319"/>
                      <a:pt x="90" y="398"/>
                      <a:pt x="168" y="398"/>
                    </a:cubicBezTo>
                    <a:cubicBezTo>
                      <a:pt x="200" y="398"/>
                      <a:pt x="230" y="385"/>
                      <a:pt x="248" y="355"/>
                    </a:cubicBezTo>
                    <a:lnTo>
                      <a:pt x="269" y="355"/>
                    </a:lnTo>
                    <a:cubicBezTo>
                      <a:pt x="332" y="230"/>
                      <a:pt x="457" y="146"/>
                      <a:pt x="582" y="146"/>
                    </a:cubicBezTo>
                    <a:cubicBezTo>
                      <a:pt x="644" y="146"/>
                      <a:pt x="644" y="42"/>
                      <a:pt x="582" y="21"/>
                    </a:cubicBezTo>
                    <a:cubicBezTo>
                      <a:pt x="536" y="7"/>
                      <a:pt x="489" y="1"/>
                      <a:pt x="4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5"/>
              <p:cNvSpPr/>
              <p:nvPr/>
            </p:nvSpPr>
            <p:spPr>
              <a:xfrm>
                <a:off x="8254225" y="3809225"/>
                <a:ext cx="8200" cy="5275"/>
              </a:xfrm>
              <a:custGeom>
                <a:rect b="b" l="l" r="r" t="t"/>
                <a:pathLst>
                  <a:path extrusionOk="0" h="211" w="328">
                    <a:moveTo>
                      <a:pt x="140" y="0"/>
                    </a:moveTo>
                    <a:cubicBezTo>
                      <a:pt x="1" y="20"/>
                      <a:pt x="13" y="210"/>
                      <a:pt x="141" y="210"/>
                    </a:cubicBezTo>
                    <a:cubicBezTo>
                      <a:pt x="147" y="210"/>
                      <a:pt x="154" y="210"/>
                      <a:pt x="161" y="209"/>
                    </a:cubicBezTo>
                    <a:lnTo>
                      <a:pt x="161" y="188"/>
                    </a:lnTo>
                    <a:cubicBezTo>
                      <a:pt x="202" y="188"/>
                      <a:pt x="244" y="167"/>
                      <a:pt x="265" y="146"/>
                    </a:cubicBezTo>
                    <a:cubicBezTo>
                      <a:pt x="327" y="104"/>
                      <a:pt x="327" y="21"/>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5"/>
              <p:cNvSpPr/>
              <p:nvPr/>
            </p:nvSpPr>
            <p:spPr>
              <a:xfrm>
                <a:off x="8169975" y="3426400"/>
                <a:ext cx="20500" cy="9925"/>
              </a:xfrm>
              <a:custGeom>
                <a:rect b="b" l="l" r="r" t="t"/>
                <a:pathLst>
                  <a:path extrusionOk="0" h="397" w="820">
                    <a:moveTo>
                      <a:pt x="552" y="1"/>
                    </a:moveTo>
                    <a:cubicBezTo>
                      <a:pt x="367" y="1"/>
                      <a:pt x="186" y="85"/>
                      <a:pt x="68" y="233"/>
                    </a:cubicBezTo>
                    <a:cubicBezTo>
                      <a:pt x="1" y="301"/>
                      <a:pt x="70" y="396"/>
                      <a:pt x="155" y="396"/>
                    </a:cubicBezTo>
                    <a:cubicBezTo>
                      <a:pt x="174" y="396"/>
                      <a:pt x="195" y="391"/>
                      <a:pt x="214" y="379"/>
                    </a:cubicBezTo>
                    <a:cubicBezTo>
                      <a:pt x="360" y="254"/>
                      <a:pt x="569" y="171"/>
                      <a:pt x="757" y="171"/>
                    </a:cubicBezTo>
                    <a:cubicBezTo>
                      <a:pt x="819" y="150"/>
                      <a:pt x="819" y="66"/>
                      <a:pt x="777" y="45"/>
                    </a:cubicBezTo>
                    <a:cubicBezTo>
                      <a:pt x="704" y="15"/>
                      <a:pt x="628" y="1"/>
                      <a:pt x="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5"/>
              <p:cNvSpPr/>
              <p:nvPr/>
            </p:nvSpPr>
            <p:spPr>
              <a:xfrm>
                <a:off x="8213525" y="3463375"/>
                <a:ext cx="7600" cy="5975"/>
              </a:xfrm>
              <a:custGeom>
                <a:rect b="b" l="l" r="r" t="t"/>
                <a:pathLst>
                  <a:path extrusionOk="0" h="239" w="304">
                    <a:moveTo>
                      <a:pt x="228" y="0"/>
                    </a:moveTo>
                    <a:cubicBezTo>
                      <a:pt x="219" y="0"/>
                      <a:pt x="211" y="2"/>
                      <a:pt x="203" y="6"/>
                    </a:cubicBezTo>
                    <a:lnTo>
                      <a:pt x="78" y="68"/>
                    </a:lnTo>
                    <a:cubicBezTo>
                      <a:pt x="1" y="130"/>
                      <a:pt x="62" y="238"/>
                      <a:pt x="132" y="238"/>
                    </a:cubicBezTo>
                    <a:cubicBezTo>
                      <a:pt x="156" y="238"/>
                      <a:pt x="182" y="225"/>
                      <a:pt x="203" y="193"/>
                    </a:cubicBezTo>
                    <a:lnTo>
                      <a:pt x="287" y="68"/>
                    </a:lnTo>
                    <a:cubicBezTo>
                      <a:pt x="304" y="34"/>
                      <a:pt x="265" y="0"/>
                      <a:pt x="2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5"/>
              <p:cNvSpPr/>
              <p:nvPr/>
            </p:nvSpPr>
            <p:spPr>
              <a:xfrm>
                <a:off x="8124500" y="3356000"/>
                <a:ext cx="17825" cy="8625"/>
              </a:xfrm>
              <a:custGeom>
                <a:rect b="b" l="l" r="r" t="t"/>
                <a:pathLst>
                  <a:path extrusionOk="0" h="345" w="713">
                    <a:moveTo>
                      <a:pt x="634" y="1"/>
                    </a:moveTo>
                    <a:cubicBezTo>
                      <a:pt x="628" y="1"/>
                      <a:pt x="622" y="2"/>
                      <a:pt x="615" y="4"/>
                    </a:cubicBezTo>
                    <a:cubicBezTo>
                      <a:pt x="448" y="46"/>
                      <a:pt x="281" y="108"/>
                      <a:pt x="93" y="192"/>
                    </a:cubicBezTo>
                    <a:cubicBezTo>
                      <a:pt x="1" y="210"/>
                      <a:pt x="40" y="344"/>
                      <a:pt x="109" y="344"/>
                    </a:cubicBezTo>
                    <a:cubicBezTo>
                      <a:pt x="117" y="344"/>
                      <a:pt x="126" y="342"/>
                      <a:pt x="135" y="338"/>
                    </a:cubicBezTo>
                    <a:cubicBezTo>
                      <a:pt x="323" y="275"/>
                      <a:pt x="490" y="192"/>
                      <a:pt x="657" y="108"/>
                    </a:cubicBezTo>
                    <a:cubicBezTo>
                      <a:pt x="712" y="71"/>
                      <a:pt x="685"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5"/>
              <p:cNvSpPr/>
              <p:nvPr/>
            </p:nvSpPr>
            <p:spPr>
              <a:xfrm>
                <a:off x="8188150" y="3496275"/>
                <a:ext cx="11000" cy="6550"/>
              </a:xfrm>
              <a:custGeom>
                <a:rect b="b" l="l" r="r" t="t"/>
                <a:pathLst>
                  <a:path extrusionOk="0" h="262" w="440">
                    <a:moveTo>
                      <a:pt x="341" y="0"/>
                    </a:moveTo>
                    <a:cubicBezTo>
                      <a:pt x="335" y="0"/>
                      <a:pt x="328" y="1"/>
                      <a:pt x="322" y="4"/>
                    </a:cubicBezTo>
                    <a:cubicBezTo>
                      <a:pt x="238" y="24"/>
                      <a:pt x="155" y="45"/>
                      <a:pt x="92" y="87"/>
                    </a:cubicBezTo>
                    <a:cubicBezTo>
                      <a:pt x="1" y="142"/>
                      <a:pt x="54" y="261"/>
                      <a:pt x="139" y="261"/>
                    </a:cubicBezTo>
                    <a:cubicBezTo>
                      <a:pt x="150" y="261"/>
                      <a:pt x="163" y="259"/>
                      <a:pt x="176" y="254"/>
                    </a:cubicBezTo>
                    <a:cubicBezTo>
                      <a:pt x="238" y="212"/>
                      <a:pt x="322" y="170"/>
                      <a:pt x="384" y="129"/>
                    </a:cubicBezTo>
                    <a:cubicBezTo>
                      <a:pt x="440" y="73"/>
                      <a:pt x="396" y="0"/>
                      <a:pt x="3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5"/>
              <p:cNvSpPr/>
              <p:nvPr/>
            </p:nvSpPr>
            <p:spPr>
              <a:xfrm>
                <a:off x="8247675" y="3567800"/>
                <a:ext cx="16825" cy="10475"/>
              </a:xfrm>
              <a:custGeom>
                <a:rect b="b" l="l" r="r" t="t"/>
                <a:pathLst>
                  <a:path extrusionOk="0" h="419" w="673">
                    <a:moveTo>
                      <a:pt x="589" y="0"/>
                    </a:moveTo>
                    <a:cubicBezTo>
                      <a:pt x="381" y="42"/>
                      <a:pt x="193" y="146"/>
                      <a:pt x="47" y="313"/>
                    </a:cubicBezTo>
                    <a:cubicBezTo>
                      <a:pt x="0" y="360"/>
                      <a:pt x="59" y="419"/>
                      <a:pt x="109" y="419"/>
                    </a:cubicBezTo>
                    <a:cubicBezTo>
                      <a:pt x="125" y="419"/>
                      <a:pt x="141" y="412"/>
                      <a:pt x="151" y="396"/>
                    </a:cubicBezTo>
                    <a:cubicBezTo>
                      <a:pt x="277" y="250"/>
                      <a:pt x="423" y="146"/>
                      <a:pt x="610" y="84"/>
                    </a:cubicBezTo>
                    <a:cubicBezTo>
                      <a:pt x="673" y="84"/>
                      <a:pt x="652" y="0"/>
                      <a:pt x="5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5"/>
              <p:cNvSpPr/>
              <p:nvPr/>
            </p:nvSpPr>
            <p:spPr>
              <a:xfrm>
                <a:off x="8292450" y="3593350"/>
                <a:ext cx="15350" cy="8550"/>
              </a:xfrm>
              <a:custGeom>
                <a:rect b="b" l="l" r="r" t="t"/>
                <a:pathLst>
                  <a:path extrusionOk="0" h="342" w="614">
                    <a:moveTo>
                      <a:pt x="530" y="0"/>
                    </a:moveTo>
                    <a:cubicBezTo>
                      <a:pt x="384" y="42"/>
                      <a:pt x="217" y="104"/>
                      <a:pt x="92" y="167"/>
                    </a:cubicBezTo>
                    <a:cubicBezTo>
                      <a:pt x="0" y="222"/>
                      <a:pt x="69" y="341"/>
                      <a:pt x="144" y="341"/>
                    </a:cubicBezTo>
                    <a:cubicBezTo>
                      <a:pt x="154" y="341"/>
                      <a:pt x="165" y="339"/>
                      <a:pt x="175" y="334"/>
                    </a:cubicBezTo>
                    <a:cubicBezTo>
                      <a:pt x="321" y="250"/>
                      <a:pt x="446" y="188"/>
                      <a:pt x="571" y="84"/>
                    </a:cubicBezTo>
                    <a:cubicBezTo>
                      <a:pt x="613" y="42"/>
                      <a:pt x="571" y="0"/>
                      <a:pt x="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5"/>
              <p:cNvSpPr/>
              <p:nvPr/>
            </p:nvSpPr>
            <p:spPr>
              <a:xfrm>
                <a:off x="8290300" y="3664775"/>
                <a:ext cx="14350" cy="8025"/>
              </a:xfrm>
              <a:custGeom>
                <a:rect b="b" l="l" r="r" t="t"/>
                <a:pathLst>
                  <a:path extrusionOk="0" h="321" w="574">
                    <a:moveTo>
                      <a:pt x="511" y="1"/>
                    </a:moveTo>
                    <a:cubicBezTo>
                      <a:pt x="365" y="42"/>
                      <a:pt x="219" y="105"/>
                      <a:pt x="73" y="167"/>
                    </a:cubicBezTo>
                    <a:cubicBezTo>
                      <a:pt x="0" y="204"/>
                      <a:pt x="55" y="321"/>
                      <a:pt x="126" y="321"/>
                    </a:cubicBezTo>
                    <a:cubicBezTo>
                      <a:pt x="136" y="321"/>
                      <a:pt x="147" y="319"/>
                      <a:pt x="157" y="313"/>
                    </a:cubicBezTo>
                    <a:cubicBezTo>
                      <a:pt x="303" y="251"/>
                      <a:pt x="428" y="167"/>
                      <a:pt x="553" y="63"/>
                    </a:cubicBezTo>
                    <a:cubicBezTo>
                      <a:pt x="574" y="21"/>
                      <a:pt x="553" y="1"/>
                      <a:pt x="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5"/>
              <p:cNvSpPr/>
              <p:nvPr/>
            </p:nvSpPr>
            <p:spPr>
              <a:xfrm>
                <a:off x="8318100" y="3707775"/>
                <a:ext cx="10450" cy="9275"/>
              </a:xfrm>
              <a:custGeom>
                <a:rect b="b" l="l" r="r" t="t"/>
                <a:pathLst>
                  <a:path extrusionOk="0" h="371" w="418">
                    <a:moveTo>
                      <a:pt x="332" y="0"/>
                    </a:moveTo>
                    <a:cubicBezTo>
                      <a:pt x="320" y="0"/>
                      <a:pt x="308" y="4"/>
                      <a:pt x="296" y="12"/>
                    </a:cubicBezTo>
                    <a:cubicBezTo>
                      <a:pt x="213" y="74"/>
                      <a:pt x="129" y="137"/>
                      <a:pt x="67" y="199"/>
                    </a:cubicBezTo>
                    <a:cubicBezTo>
                      <a:pt x="1" y="265"/>
                      <a:pt x="65" y="370"/>
                      <a:pt x="136" y="370"/>
                    </a:cubicBezTo>
                    <a:cubicBezTo>
                      <a:pt x="155" y="370"/>
                      <a:pt x="174" y="363"/>
                      <a:pt x="192" y="345"/>
                    </a:cubicBezTo>
                    <a:cubicBezTo>
                      <a:pt x="275" y="262"/>
                      <a:pt x="338" y="199"/>
                      <a:pt x="401" y="95"/>
                    </a:cubicBezTo>
                    <a:cubicBezTo>
                      <a:pt x="417" y="61"/>
                      <a:pt x="380"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5"/>
              <p:cNvSpPr/>
              <p:nvPr/>
            </p:nvSpPr>
            <p:spPr>
              <a:xfrm>
                <a:off x="8445425" y="2818475"/>
                <a:ext cx="10975" cy="5775"/>
              </a:xfrm>
              <a:custGeom>
                <a:rect b="b" l="l" r="r" t="t"/>
                <a:pathLst>
                  <a:path extrusionOk="0" h="231" w="439">
                    <a:moveTo>
                      <a:pt x="147" y="1"/>
                    </a:moveTo>
                    <a:cubicBezTo>
                      <a:pt x="1" y="22"/>
                      <a:pt x="1" y="230"/>
                      <a:pt x="147" y="230"/>
                    </a:cubicBezTo>
                    <a:cubicBezTo>
                      <a:pt x="209" y="230"/>
                      <a:pt x="293" y="230"/>
                      <a:pt x="376" y="209"/>
                    </a:cubicBezTo>
                    <a:cubicBezTo>
                      <a:pt x="439" y="168"/>
                      <a:pt x="439" y="63"/>
                      <a:pt x="376" y="43"/>
                    </a:cubicBezTo>
                    <a:cubicBezTo>
                      <a:pt x="293" y="22"/>
                      <a:pt x="209" y="1"/>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5"/>
              <p:cNvSpPr/>
              <p:nvPr/>
            </p:nvSpPr>
            <p:spPr>
              <a:xfrm>
                <a:off x="8477825" y="2756425"/>
                <a:ext cx="20800" cy="5250"/>
              </a:xfrm>
              <a:custGeom>
                <a:rect b="b" l="l" r="r" t="t"/>
                <a:pathLst>
                  <a:path extrusionOk="0" h="210" w="832">
                    <a:moveTo>
                      <a:pt x="790" y="1"/>
                    </a:moveTo>
                    <a:cubicBezTo>
                      <a:pt x="540" y="22"/>
                      <a:pt x="311" y="43"/>
                      <a:pt x="60" y="84"/>
                    </a:cubicBezTo>
                    <a:cubicBezTo>
                      <a:pt x="1" y="84"/>
                      <a:pt x="17" y="198"/>
                      <a:pt x="91" y="209"/>
                    </a:cubicBezTo>
                    <a:lnTo>
                      <a:pt x="91" y="209"/>
                    </a:lnTo>
                    <a:cubicBezTo>
                      <a:pt x="337" y="187"/>
                      <a:pt x="564" y="146"/>
                      <a:pt x="790" y="84"/>
                    </a:cubicBezTo>
                    <a:cubicBezTo>
                      <a:pt x="832" y="63"/>
                      <a:pt x="832" y="1"/>
                      <a:pt x="790" y="1"/>
                    </a:cubicBezTo>
                    <a:close/>
                    <a:moveTo>
                      <a:pt x="91" y="209"/>
                    </a:moveTo>
                    <a:cubicBezTo>
                      <a:pt x="87" y="209"/>
                      <a:pt x="84" y="209"/>
                      <a:pt x="81" y="209"/>
                    </a:cubicBezTo>
                    <a:lnTo>
                      <a:pt x="102" y="209"/>
                    </a:lnTo>
                    <a:cubicBezTo>
                      <a:pt x="98" y="209"/>
                      <a:pt x="94" y="209"/>
                      <a:pt x="91" y="20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5"/>
              <p:cNvSpPr/>
              <p:nvPr/>
            </p:nvSpPr>
            <p:spPr>
              <a:xfrm>
                <a:off x="8478550" y="2812700"/>
                <a:ext cx="13700" cy="6475"/>
              </a:xfrm>
              <a:custGeom>
                <a:rect b="b" l="l" r="r" t="t"/>
                <a:pathLst>
                  <a:path extrusionOk="0" h="259" w="548">
                    <a:moveTo>
                      <a:pt x="466" y="0"/>
                    </a:moveTo>
                    <a:cubicBezTo>
                      <a:pt x="461" y="0"/>
                      <a:pt x="455" y="1"/>
                      <a:pt x="448" y="2"/>
                    </a:cubicBezTo>
                    <a:cubicBezTo>
                      <a:pt x="344" y="2"/>
                      <a:pt x="219" y="23"/>
                      <a:pt x="115" y="65"/>
                    </a:cubicBezTo>
                    <a:cubicBezTo>
                      <a:pt x="1" y="84"/>
                      <a:pt x="42" y="258"/>
                      <a:pt x="145" y="258"/>
                    </a:cubicBezTo>
                    <a:cubicBezTo>
                      <a:pt x="155" y="258"/>
                      <a:pt x="166" y="256"/>
                      <a:pt x="177" y="253"/>
                    </a:cubicBezTo>
                    <a:cubicBezTo>
                      <a:pt x="282" y="211"/>
                      <a:pt x="386" y="169"/>
                      <a:pt x="490" y="128"/>
                    </a:cubicBezTo>
                    <a:cubicBezTo>
                      <a:pt x="548" y="108"/>
                      <a:pt x="535" y="0"/>
                      <a:pt x="4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5"/>
              <p:cNvSpPr/>
              <p:nvPr/>
            </p:nvSpPr>
            <p:spPr>
              <a:xfrm>
                <a:off x="8453775" y="2895650"/>
                <a:ext cx="14625" cy="4725"/>
              </a:xfrm>
              <a:custGeom>
                <a:rect b="b" l="l" r="r" t="t"/>
                <a:pathLst>
                  <a:path extrusionOk="0" h="189" w="585">
                    <a:moveTo>
                      <a:pt x="105" y="1"/>
                    </a:moveTo>
                    <a:cubicBezTo>
                      <a:pt x="0" y="1"/>
                      <a:pt x="0" y="168"/>
                      <a:pt x="105" y="188"/>
                    </a:cubicBezTo>
                    <a:cubicBezTo>
                      <a:pt x="251" y="188"/>
                      <a:pt x="376" y="168"/>
                      <a:pt x="522" y="147"/>
                    </a:cubicBezTo>
                    <a:cubicBezTo>
                      <a:pt x="584" y="147"/>
                      <a:pt x="584" y="42"/>
                      <a:pt x="522" y="22"/>
                    </a:cubicBezTo>
                    <a:cubicBezTo>
                      <a:pt x="376" y="1"/>
                      <a:pt x="251" y="1"/>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5"/>
              <p:cNvSpPr/>
              <p:nvPr/>
            </p:nvSpPr>
            <p:spPr>
              <a:xfrm>
                <a:off x="8436900" y="2973750"/>
                <a:ext cx="31500" cy="7975"/>
              </a:xfrm>
              <a:custGeom>
                <a:rect b="b" l="l" r="r" t="t"/>
                <a:pathLst>
                  <a:path extrusionOk="0" h="319" w="1260">
                    <a:moveTo>
                      <a:pt x="667" y="0"/>
                    </a:moveTo>
                    <a:cubicBezTo>
                      <a:pt x="482" y="0"/>
                      <a:pt x="300" y="37"/>
                      <a:pt x="133" y="110"/>
                    </a:cubicBezTo>
                    <a:cubicBezTo>
                      <a:pt x="0" y="129"/>
                      <a:pt x="40" y="303"/>
                      <a:pt x="158" y="303"/>
                    </a:cubicBezTo>
                    <a:cubicBezTo>
                      <a:pt x="170" y="303"/>
                      <a:pt x="182" y="301"/>
                      <a:pt x="195" y="297"/>
                    </a:cubicBezTo>
                    <a:lnTo>
                      <a:pt x="195" y="318"/>
                    </a:lnTo>
                    <a:cubicBezTo>
                      <a:pt x="529" y="235"/>
                      <a:pt x="863" y="256"/>
                      <a:pt x="1218" y="193"/>
                    </a:cubicBezTo>
                    <a:cubicBezTo>
                      <a:pt x="1259" y="172"/>
                      <a:pt x="1259" y="110"/>
                      <a:pt x="1218" y="110"/>
                    </a:cubicBezTo>
                    <a:cubicBezTo>
                      <a:pt x="1040" y="37"/>
                      <a:pt x="853" y="0"/>
                      <a:pt x="6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5"/>
              <p:cNvSpPr/>
              <p:nvPr/>
            </p:nvSpPr>
            <p:spPr>
              <a:xfrm>
                <a:off x="8451225" y="3036450"/>
                <a:ext cx="28125" cy="6325"/>
              </a:xfrm>
              <a:custGeom>
                <a:rect b="b" l="l" r="r" t="t"/>
                <a:pathLst>
                  <a:path extrusionOk="0" h="253" w="1125">
                    <a:moveTo>
                      <a:pt x="1041" y="0"/>
                    </a:moveTo>
                    <a:cubicBezTo>
                      <a:pt x="728" y="0"/>
                      <a:pt x="436" y="21"/>
                      <a:pt x="123" y="84"/>
                    </a:cubicBezTo>
                    <a:cubicBezTo>
                      <a:pt x="24" y="84"/>
                      <a:pt x="0" y="252"/>
                      <a:pt x="105" y="252"/>
                    </a:cubicBezTo>
                    <a:cubicBezTo>
                      <a:pt x="110" y="252"/>
                      <a:pt x="116" y="252"/>
                      <a:pt x="123" y="251"/>
                    </a:cubicBezTo>
                    <a:cubicBezTo>
                      <a:pt x="436" y="251"/>
                      <a:pt x="749" y="188"/>
                      <a:pt x="1041" y="125"/>
                    </a:cubicBezTo>
                    <a:cubicBezTo>
                      <a:pt x="1124" y="105"/>
                      <a:pt x="1124" y="0"/>
                      <a:pt x="10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5"/>
              <p:cNvSpPr/>
              <p:nvPr/>
            </p:nvSpPr>
            <p:spPr>
              <a:xfrm>
                <a:off x="8441500" y="3098975"/>
                <a:ext cx="18025" cy="7300"/>
              </a:xfrm>
              <a:custGeom>
                <a:rect b="b" l="l" r="r" t="t"/>
                <a:pathLst>
                  <a:path extrusionOk="0" h="292" w="721">
                    <a:moveTo>
                      <a:pt x="572" y="1"/>
                    </a:moveTo>
                    <a:cubicBezTo>
                      <a:pt x="457" y="1"/>
                      <a:pt x="322" y="107"/>
                      <a:pt x="223" y="107"/>
                    </a:cubicBezTo>
                    <a:cubicBezTo>
                      <a:pt x="199" y="107"/>
                      <a:pt x="177" y="101"/>
                      <a:pt x="158" y="86"/>
                    </a:cubicBezTo>
                    <a:cubicBezTo>
                      <a:pt x="144" y="79"/>
                      <a:pt x="131" y="76"/>
                      <a:pt x="118" y="76"/>
                    </a:cubicBezTo>
                    <a:cubicBezTo>
                      <a:pt x="51" y="76"/>
                      <a:pt x="1" y="158"/>
                      <a:pt x="53" y="211"/>
                    </a:cubicBezTo>
                    <a:cubicBezTo>
                      <a:pt x="99" y="241"/>
                      <a:pt x="156" y="261"/>
                      <a:pt x="216" y="261"/>
                    </a:cubicBezTo>
                    <a:cubicBezTo>
                      <a:pt x="238" y="261"/>
                      <a:pt x="260" y="258"/>
                      <a:pt x="283" y="252"/>
                    </a:cubicBezTo>
                    <a:cubicBezTo>
                      <a:pt x="320" y="252"/>
                      <a:pt x="417" y="201"/>
                      <a:pt x="493" y="176"/>
                    </a:cubicBezTo>
                    <a:lnTo>
                      <a:pt x="493" y="176"/>
                    </a:lnTo>
                    <a:cubicBezTo>
                      <a:pt x="492" y="180"/>
                      <a:pt x="491" y="185"/>
                      <a:pt x="491" y="190"/>
                    </a:cubicBezTo>
                    <a:cubicBezTo>
                      <a:pt x="500" y="262"/>
                      <a:pt x="544" y="291"/>
                      <a:pt x="591" y="291"/>
                    </a:cubicBezTo>
                    <a:cubicBezTo>
                      <a:pt x="653" y="291"/>
                      <a:pt x="721" y="240"/>
                      <a:pt x="721" y="169"/>
                    </a:cubicBezTo>
                    <a:cubicBezTo>
                      <a:pt x="721" y="86"/>
                      <a:pt x="679" y="23"/>
                      <a:pt x="596" y="2"/>
                    </a:cubicBezTo>
                    <a:cubicBezTo>
                      <a:pt x="588" y="1"/>
                      <a:pt x="580" y="1"/>
                      <a:pt x="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5"/>
              <p:cNvSpPr/>
              <p:nvPr/>
            </p:nvSpPr>
            <p:spPr>
              <a:xfrm>
                <a:off x="8430225" y="3155975"/>
                <a:ext cx="19400" cy="7075"/>
              </a:xfrm>
              <a:custGeom>
                <a:rect b="b" l="l" r="r" t="t"/>
                <a:pathLst>
                  <a:path extrusionOk="0" h="283" w="776">
                    <a:moveTo>
                      <a:pt x="531" y="1"/>
                    </a:moveTo>
                    <a:cubicBezTo>
                      <a:pt x="377" y="1"/>
                      <a:pt x="226" y="43"/>
                      <a:pt x="87" y="121"/>
                    </a:cubicBezTo>
                    <a:cubicBezTo>
                      <a:pt x="1" y="173"/>
                      <a:pt x="58" y="282"/>
                      <a:pt x="139" y="282"/>
                    </a:cubicBezTo>
                    <a:cubicBezTo>
                      <a:pt x="156" y="282"/>
                      <a:pt x="174" y="277"/>
                      <a:pt x="191" y="267"/>
                    </a:cubicBezTo>
                    <a:cubicBezTo>
                      <a:pt x="251" y="241"/>
                      <a:pt x="315" y="219"/>
                      <a:pt x="381" y="202"/>
                    </a:cubicBezTo>
                    <a:lnTo>
                      <a:pt x="381" y="202"/>
                    </a:lnTo>
                    <a:cubicBezTo>
                      <a:pt x="382" y="236"/>
                      <a:pt x="412" y="270"/>
                      <a:pt x="446" y="270"/>
                    </a:cubicBezTo>
                    <a:cubicBezTo>
                      <a:pt x="451" y="270"/>
                      <a:pt x="457" y="269"/>
                      <a:pt x="462" y="267"/>
                    </a:cubicBezTo>
                    <a:cubicBezTo>
                      <a:pt x="525" y="225"/>
                      <a:pt x="629" y="183"/>
                      <a:pt x="692" y="163"/>
                    </a:cubicBezTo>
                    <a:cubicBezTo>
                      <a:pt x="775" y="142"/>
                      <a:pt x="775" y="17"/>
                      <a:pt x="692" y="17"/>
                    </a:cubicBezTo>
                    <a:cubicBezTo>
                      <a:pt x="638" y="6"/>
                      <a:pt x="584" y="1"/>
                      <a:pt x="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5"/>
              <p:cNvSpPr/>
              <p:nvPr/>
            </p:nvSpPr>
            <p:spPr>
              <a:xfrm>
                <a:off x="8476700" y="3145600"/>
                <a:ext cx="17775" cy="4875"/>
              </a:xfrm>
              <a:custGeom>
                <a:rect b="b" l="l" r="r" t="t"/>
                <a:pathLst>
                  <a:path extrusionOk="0" h="195" w="711">
                    <a:moveTo>
                      <a:pt x="335" y="1"/>
                    </a:moveTo>
                    <a:cubicBezTo>
                      <a:pt x="264" y="1"/>
                      <a:pt x="195" y="6"/>
                      <a:pt x="126" y="14"/>
                    </a:cubicBezTo>
                    <a:cubicBezTo>
                      <a:pt x="1" y="14"/>
                      <a:pt x="1" y="181"/>
                      <a:pt x="126" y="181"/>
                    </a:cubicBezTo>
                    <a:cubicBezTo>
                      <a:pt x="195" y="190"/>
                      <a:pt x="264" y="195"/>
                      <a:pt x="335" y="195"/>
                    </a:cubicBezTo>
                    <a:cubicBezTo>
                      <a:pt x="435" y="195"/>
                      <a:pt x="538" y="185"/>
                      <a:pt x="648" y="160"/>
                    </a:cubicBezTo>
                    <a:cubicBezTo>
                      <a:pt x="710" y="140"/>
                      <a:pt x="710" y="56"/>
                      <a:pt x="648" y="35"/>
                    </a:cubicBezTo>
                    <a:cubicBezTo>
                      <a:pt x="538" y="11"/>
                      <a:pt x="435"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5"/>
              <p:cNvSpPr/>
              <p:nvPr/>
            </p:nvSpPr>
            <p:spPr>
              <a:xfrm>
                <a:off x="8449075" y="3189525"/>
                <a:ext cx="10975" cy="6500"/>
              </a:xfrm>
              <a:custGeom>
                <a:rect b="b" l="l" r="r" t="t"/>
                <a:pathLst>
                  <a:path extrusionOk="0" h="260" w="439">
                    <a:moveTo>
                      <a:pt x="306" y="0"/>
                    </a:moveTo>
                    <a:cubicBezTo>
                      <a:pt x="281" y="0"/>
                      <a:pt x="258" y="10"/>
                      <a:pt x="243" y="28"/>
                    </a:cubicBezTo>
                    <a:lnTo>
                      <a:pt x="243" y="28"/>
                    </a:lnTo>
                    <a:cubicBezTo>
                      <a:pt x="230" y="23"/>
                      <a:pt x="218" y="18"/>
                      <a:pt x="209" y="9"/>
                    </a:cubicBezTo>
                    <a:lnTo>
                      <a:pt x="105" y="9"/>
                    </a:lnTo>
                    <a:cubicBezTo>
                      <a:pt x="21" y="9"/>
                      <a:pt x="1" y="93"/>
                      <a:pt x="42" y="135"/>
                    </a:cubicBezTo>
                    <a:cubicBezTo>
                      <a:pt x="105" y="197"/>
                      <a:pt x="188" y="239"/>
                      <a:pt x="293" y="260"/>
                    </a:cubicBezTo>
                    <a:cubicBezTo>
                      <a:pt x="376" y="239"/>
                      <a:pt x="439" y="114"/>
                      <a:pt x="376" y="30"/>
                    </a:cubicBezTo>
                    <a:cubicBezTo>
                      <a:pt x="355" y="9"/>
                      <a:pt x="330" y="0"/>
                      <a:pt x="3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5"/>
              <p:cNvSpPr/>
              <p:nvPr/>
            </p:nvSpPr>
            <p:spPr>
              <a:xfrm>
                <a:off x="8426100" y="3245375"/>
                <a:ext cx="24500" cy="10275"/>
              </a:xfrm>
              <a:custGeom>
                <a:rect b="b" l="l" r="r" t="t"/>
                <a:pathLst>
                  <a:path extrusionOk="0" h="411" w="980">
                    <a:moveTo>
                      <a:pt x="602" y="1"/>
                    </a:moveTo>
                    <a:cubicBezTo>
                      <a:pt x="400" y="1"/>
                      <a:pt x="190" y="106"/>
                      <a:pt x="64" y="257"/>
                    </a:cubicBezTo>
                    <a:cubicBezTo>
                      <a:pt x="0" y="321"/>
                      <a:pt x="59" y="410"/>
                      <a:pt x="128" y="410"/>
                    </a:cubicBezTo>
                    <a:cubicBezTo>
                      <a:pt x="148" y="410"/>
                      <a:pt x="170" y="402"/>
                      <a:pt x="189" y="383"/>
                    </a:cubicBezTo>
                    <a:cubicBezTo>
                      <a:pt x="316" y="256"/>
                      <a:pt x="481" y="186"/>
                      <a:pt x="651" y="186"/>
                    </a:cubicBezTo>
                    <a:cubicBezTo>
                      <a:pt x="733" y="186"/>
                      <a:pt x="817" y="203"/>
                      <a:pt x="899" y="237"/>
                    </a:cubicBezTo>
                    <a:cubicBezTo>
                      <a:pt x="907" y="239"/>
                      <a:pt x="915" y="241"/>
                      <a:pt x="922" y="241"/>
                    </a:cubicBezTo>
                    <a:cubicBezTo>
                      <a:pt x="966" y="241"/>
                      <a:pt x="979" y="189"/>
                      <a:pt x="961" y="153"/>
                    </a:cubicBezTo>
                    <a:cubicBezTo>
                      <a:pt x="862" y="46"/>
                      <a:pt x="734" y="1"/>
                      <a:pt x="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5"/>
              <p:cNvSpPr/>
              <p:nvPr/>
            </p:nvSpPr>
            <p:spPr>
              <a:xfrm>
                <a:off x="8460850" y="2706900"/>
                <a:ext cx="15875" cy="6950"/>
              </a:xfrm>
              <a:custGeom>
                <a:rect b="b" l="l" r="r" t="t"/>
                <a:pathLst>
                  <a:path extrusionOk="0" h="278" w="635">
                    <a:moveTo>
                      <a:pt x="552" y="0"/>
                    </a:moveTo>
                    <a:cubicBezTo>
                      <a:pt x="385" y="21"/>
                      <a:pt x="260" y="63"/>
                      <a:pt x="114" y="105"/>
                    </a:cubicBezTo>
                    <a:cubicBezTo>
                      <a:pt x="1" y="123"/>
                      <a:pt x="40" y="278"/>
                      <a:pt x="126" y="278"/>
                    </a:cubicBezTo>
                    <a:cubicBezTo>
                      <a:pt x="135" y="278"/>
                      <a:pt x="145" y="276"/>
                      <a:pt x="155" y="272"/>
                    </a:cubicBezTo>
                    <a:cubicBezTo>
                      <a:pt x="301" y="251"/>
                      <a:pt x="447" y="209"/>
                      <a:pt x="572" y="146"/>
                    </a:cubicBezTo>
                    <a:cubicBezTo>
                      <a:pt x="635" y="105"/>
                      <a:pt x="614" y="21"/>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5"/>
              <p:cNvSpPr/>
              <p:nvPr/>
            </p:nvSpPr>
            <p:spPr>
              <a:xfrm>
                <a:off x="8483900" y="2630775"/>
                <a:ext cx="20450" cy="6625"/>
              </a:xfrm>
              <a:custGeom>
                <a:rect b="b" l="l" r="r" t="t"/>
                <a:pathLst>
                  <a:path extrusionOk="0" h="265" w="818">
                    <a:moveTo>
                      <a:pt x="539" y="1"/>
                    </a:moveTo>
                    <a:cubicBezTo>
                      <a:pt x="383" y="1"/>
                      <a:pt x="231" y="33"/>
                      <a:pt x="88" y="104"/>
                    </a:cubicBezTo>
                    <a:cubicBezTo>
                      <a:pt x="0" y="140"/>
                      <a:pt x="46" y="264"/>
                      <a:pt x="125" y="264"/>
                    </a:cubicBezTo>
                    <a:cubicBezTo>
                      <a:pt x="140" y="264"/>
                      <a:pt x="156" y="260"/>
                      <a:pt x="172" y="250"/>
                    </a:cubicBezTo>
                    <a:cubicBezTo>
                      <a:pt x="360" y="167"/>
                      <a:pt x="547" y="125"/>
                      <a:pt x="756" y="125"/>
                    </a:cubicBezTo>
                    <a:cubicBezTo>
                      <a:pt x="761" y="127"/>
                      <a:pt x="767" y="128"/>
                      <a:pt x="771" y="128"/>
                    </a:cubicBezTo>
                    <a:cubicBezTo>
                      <a:pt x="818" y="128"/>
                      <a:pt x="813" y="40"/>
                      <a:pt x="756" y="21"/>
                    </a:cubicBezTo>
                    <a:cubicBezTo>
                      <a:pt x="683" y="8"/>
                      <a:pt x="611" y="1"/>
                      <a:pt x="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5"/>
              <p:cNvSpPr/>
              <p:nvPr/>
            </p:nvSpPr>
            <p:spPr>
              <a:xfrm>
                <a:off x="8468900" y="2574375"/>
                <a:ext cx="25450" cy="7500"/>
              </a:xfrm>
              <a:custGeom>
                <a:rect b="b" l="l" r="r" t="t"/>
                <a:pathLst>
                  <a:path extrusionOk="0" h="300" w="1018">
                    <a:moveTo>
                      <a:pt x="943" y="0"/>
                    </a:moveTo>
                    <a:cubicBezTo>
                      <a:pt x="935" y="0"/>
                      <a:pt x="927" y="1"/>
                      <a:pt x="918" y="4"/>
                    </a:cubicBezTo>
                    <a:cubicBezTo>
                      <a:pt x="918" y="4"/>
                      <a:pt x="918" y="4"/>
                      <a:pt x="918" y="4"/>
                    </a:cubicBezTo>
                    <a:lnTo>
                      <a:pt x="918" y="4"/>
                    </a:lnTo>
                    <a:lnTo>
                      <a:pt x="626" y="45"/>
                    </a:lnTo>
                    <a:cubicBezTo>
                      <a:pt x="608" y="45"/>
                      <a:pt x="597" y="52"/>
                      <a:pt x="591" y="62"/>
                    </a:cubicBezTo>
                    <a:lnTo>
                      <a:pt x="591" y="62"/>
                    </a:lnTo>
                    <a:cubicBezTo>
                      <a:pt x="438" y="80"/>
                      <a:pt x="282" y="87"/>
                      <a:pt x="125" y="87"/>
                    </a:cubicBezTo>
                    <a:cubicBezTo>
                      <a:pt x="0" y="87"/>
                      <a:pt x="0" y="275"/>
                      <a:pt x="125" y="296"/>
                    </a:cubicBezTo>
                    <a:cubicBezTo>
                      <a:pt x="162" y="298"/>
                      <a:pt x="198" y="299"/>
                      <a:pt x="235" y="299"/>
                    </a:cubicBezTo>
                    <a:cubicBezTo>
                      <a:pt x="490" y="299"/>
                      <a:pt x="743" y="236"/>
                      <a:pt x="980" y="108"/>
                    </a:cubicBezTo>
                    <a:cubicBezTo>
                      <a:pt x="1018" y="71"/>
                      <a:pt x="1005" y="0"/>
                      <a:pt x="9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5"/>
              <p:cNvSpPr/>
              <p:nvPr/>
            </p:nvSpPr>
            <p:spPr>
              <a:xfrm>
                <a:off x="8423525" y="2592700"/>
                <a:ext cx="17225" cy="6275"/>
              </a:xfrm>
              <a:custGeom>
                <a:rect b="b" l="l" r="r" t="t"/>
                <a:pathLst>
                  <a:path extrusionOk="0" h="251" w="689">
                    <a:moveTo>
                      <a:pt x="605" y="1"/>
                    </a:moveTo>
                    <a:cubicBezTo>
                      <a:pt x="438" y="21"/>
                      <a:pt x="251" y="63"/>
                      <a:pt x="84" y="105"/>
                    </a:cubicBezTo>
                    <a:cubicBezTo>
                      <a:pt x="0" y="126"/>
                      <a:pt x="42" y="251"/>
                      <a:pt x="126" y="251"/>
                    </a:cubicBezTo>
                    <a:cubicBezTo>
                      <a:pt x="292" y="209"/>
                      <a:pt x="459" y="167"/>
                      <a:pt x="626" y="126"/>
                    </a:cubicBezTo>
                    <a:cubicBezTo>
                      <a:pt x="689" y="105"/>
                      <a:pt x="689"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5"/>
              <p:cNvSpPr/>
              <p:nvPr/>
            </p:nvSpPr>
            <p:spPr>
              <a:xfrm>
                <a:off x="8448725" y="2659825"/>
                <a:ext cx="19675" cy="5425"/>
              </a:xfrm>
              <a:custGeom>
                <a:rect b="b" l="l" r="r" t="t"/>
                <a:pathLst>
                  <a:path extrusionOk="0" h="217" w="787">
                    <a:moveTo>
                      <a:pt x="609" y="1"/>
                    </a:moveTo>
                    <a:cubicBezTo>
                      <a:pt x="439" y="1"/>
                      <a:pt x="268" y="35"/>
                      <a:pt x="98" y="69"/>
                    </a:cubicBezTo>
                    <a:cubicBezTo>
                      <a:pt x="1" y="88"/>
                      <a:pt x="30" y="217"/>
                      <a:pt x="120" y="217"/>
                    </a:cubicBezTo>
                    <a:cubicBezTo>
                      <a:pt x="126" y="217"/>
                      <a:pt x="133" y="216"/>
                      <a:pt x="140" y="215"/>
                    </a:cubicBezTo>
                    <a:cubicBezTo>
                      <a:pt x="348" y="194"/>
                      <a:pt x="557" y="152"/>
                      <a:pt x="745" y="69"/>
                    </a:cubicBezTo>
                    <a:cubicBezTo>
                      <a:pt x="786" y="48"/>
                      <a:pt x="765" y="6"/>
                      <a:pt x="724" y="6"/>
                    </a:cubicBezTo>
                    <a:cubicBezTo>
                      <a:pt x="685" y="2"/>
                      <a:pt x="64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5"/>
              <p:cNvSpPr/>
              <p:nvPr/>
            </p:nvSpPr>
            <p:spPr>
              <a:xfrm>
                <a:off x="8455500" y="2500025"/>
                <a:ext cx="18100" cy="6150"/>
              </a:xfrm>
              <a:custGeom>
                <a:rect b="b" l="l" r="r" t="t"/>
                <a:pathLst>
                  <a:path extrusionOk="0" h="246" w="724">
                    <a:moveTo>
                      <a:pt x="270" y="0"/>
                    </a:moveTo>
                    <a:cubicBezTo>
                      <a:pt x="220" y="0"/>
                      <a:pt x="170" y="6"/>
                      <a:pt x="119" y="16"/>
                    </a:cubicBezTo>
                    <a:cubicBezTo>
                      <a:pt x="0" y="36"/>
                      <a:pt x="50" y="205"/>
                      <a:pt x="162" y="205"/>
                    </a:cubicBezTo>
                    <a:cubicBezTo>
                      <a:pt x="169" y="205"/>
                      <a:pt x="175" y="205"/>
                      <a:pt x="182" y="204"/>
                    </a:cubicBezTo>
                    <a:cubicBezTo>
                      <a:pt x="233" y="189"/>
                      <a:pt x="288" y="182"/>
                      <a:pt x="343" y="182"/>
                    </a:cubicBezTo>
                    <a:cubicBezTo>
                      <a:pt x="443" y="182"/>
                      <a:pt x="546" y="205"/>
                      <a:pt x="640" y="245"/>
                    </a:cubicBezTo>
                    <a:cubicBezTo>
                      <a:pt x="682" y="245"/>
                      <a:pt x="724" y="204"/>
                      <a:pt x="682" y="162"/>
                    </a:cubicBezTo>
                    <a:cubicBezTo>
                      <a:pt x="572" y="51"/>
                      <a:pt x="425" y="0"/>
                      <a:pt x="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5"/>
              <p:cNvSpPr/>
              <p:nvPr/>
            </p:nvSpPr>
            <p:spPr>
              <a:xfrm>
                <a:off x="8879775" y="2706175"/>
                <a:ext cx="16200" cy="6475"/>
              </a:xfrm>
              <a:custGeom>
                <a:rect b="b" l="l" r="r" t="t"/>
                <a:pathLst>
                  <a:path extrusionOk="0" h="259" w="648">
                    <a:moveTo>
                      <a:pt x="243" y="0"/>
                    </a:moveTo>
                    <a:cubicBezTo>
                      <a:pt x="204" y="0"/>
                      <a:pt x="165" y="3"/>
                      <a:pt x="126" y="9"/>
                    </a:cubicBezTo>
                    <a:cubicBezTo>
                      <a:pt x="1" y="29"/>
                      <a:pt x="1" y="238"/>
                      <a:pt x="126" y="259"/>
                    </a:cubicBezTo>
                    <a:lnTo>
                      <a:pt x="126" y="238"/>
                    </a:lnTo>
                    <a:cubicBezTo>
                      <a:pt x="169" y="244"/>
                      <a:pt x="212" y="247"/>
                      <a:pt x="254" y="247"/>
                    </a:cubicBezTo>
                    <a:cubicBezTo>
                      <a:pt x="358" y="247"/>
                      <a:pt x="461" y="232"/>
                      <a:pt x="564" y="217"/>
                    </a:cubicBezTo>
                    <a:cubicBezTo>
                      <a:pt x="648" y="175"/>
                      <a:pt x="648" y="71"/>
                      <a:pt x="564" y="50"/>
                    </a:cubicBezTo>
                    <a:cubicBezTo>
                      <a:pt x="457" y="20"/>
                      <a:pt x="350"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5"/>
              <p:cNvSpPr/>
              <p:nvPr/>
            </p:nvSpPr>
            <p:spPr>
              <a:xfrm>
                <a:off x="8859450" y="2770300"/>
                <a:ext cx="17750" cy="5450"/>
              </a:xfrm>
              <a:custGeom>
                <a:rect b="b" l="l" r="r" t="t"/>
                <a:pathLst>
                  <a:path extrusionOk="0" h="218" w="710">
                    <a:moveTo>
                      <a:pt x="260" y="1"/>
                    </a:moveTo>
                    <a:cubicBezTo>
                      <a:pt x="215" y="1"/>
                      <a:pt x="170" y="3"/>
                      <a:pt x="126" y="9"/>
                    </a:cubicBezTo>
                    <a:cubicBezTo>
                      <a:pt x="0" y="30"/>
                      <a:pt x="0" y="197"/>
                      <a:pt x="126" y="218"/>
                    </a:cubicBezTo>
                    <a:cubicBezTo>
                      <a:pt x="292" y="218"/>
                      <a:pt x="459" y="197"/>
                      <a:pt x="647" y="176"/>
                    </a:cubicBezTo>
                    <a:cubicBezTo>
                      <a:pt x="710" y="155"/>
                      <a:pt x="710" y="72"/>
                      <a:pt x="647" y="51"/>
                    </a:cubicBezTo>
                    <a:cubicBezTo>
                      <a:pt x="510" y="20"/>
                      <a:pt x="383"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5"/>
              <p:cNvSpPr/>
              <p:nvPr/>
            </p:nvSpPr>
            <p:spPr>
              <a:xfrm>
                <a:off x="8833000" y="2854875"/>
                <a:ext cx="16575" cy="7475"/>
              </a:xfrm>
              <a:custGeom>
                <a:rect b="b" l="l" r="r" t="t"/>
                <a:pathLst>
                  <a:path extrusionOk="0" h="299" w="663">
                    <a:moveTo>
                      <a:pt x="174" y="1"/>
                    </a:moveTo>
                    <a:cubicBezTo>
                      <a:pt x="84" y="1"/>
                      <a:pt x="0" y="106"/>
                      <a:pt x="99" y="172"/>
                    </a:cubicBezTo>
                    <a:cubicBezTo>
                      <a:pt x="180" y="253"/>
                      <a:pt x="295" y="299"/>
                      <a:pt x="418" y="299"/>
                    </a:cubicBezTo>
                    <a:cubicBezTo>
                      <a:pt x="485" y="299"/>
                      <a:pt x="554" y="285"/>
                      <a:pt x="620" y="255"/>
                    </a:cubicBezTo>
                    <a:cubicBezTo>
                      <a:pt x="662" y="213"/>
                      <a:pt x="641" y="130"/>
                      <a:pt x="579" y="109"/>
                    </a:cubicBezTo>
                    <a:cubicBezTo>
                      <a:pt x="557" y="113"/>
                      <a:pt x="534" y="115"/>
                      <a:pt x="512" y="115"/>
                    </a:cubicBezTo>
                    <a:cubicBezTo>
                      <a:pt x="411" y="115"/>
                      <a:pt x="314" y="77"/>
                      <a:pt x="245" y="26"/>
                    </a:cubicBezTo>
                    <a:cubicBezTo>
                      <a:pt x="223" y="8"/>
                      <a:pt x="199"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5"/>
              <p:cNvSpPr/>
              <p:nvPr/>
            </p:nvSpPr>
            <p:spPr>
              <a:xfrm>
                <a:off x="8811500" y="2979675"/>
                <a:ext cx="12525" cy="7250"/>
              </a:xfrm>
              <a:custGeom>
                <a:rect b="b" l="l" r="r" t="t"/>
                <a:pathLst>
                  <a:path extrusionOk="0" h="290" w="501">
                    <a:moveTo>
                      <a:pt x="193" y="1"/>
                    </a:moveTo>
                    <a:cubicBezTo>
                      <a:pt x="87" y="1"/>
                      <a:pt x="1" y="171"/>
                      <a:pt x="125" y="206"/>
                    </a:cubicBezTo>
                    <a:lnTo>
                      <a:pt x="125" y="227"/>
                    </a:lnTo>
                    <a:cubicBezTo>
                      <a:pt x="208" y="269"/>
                      <a:pt x="292" y="290"/>
                      <a:pt x="396" y="290"/>
                    </a:cubicBezTo>
                    <a:cubicBezTo>
                      <a:pt x="458" y="290"/>
                      <a:pt x="500" y="206"/>
                      <a:pt x="458" y="165"/>
                    </a:cubicBezTo>
                    <a:cubicBezTo>
                      <a:pt x="396" y="102"/>
                      <a:pt x="333" y="60"/>
                      <a:pt x="250" y="19"/>
                    </a:cubicBezTo>
                    <a:cubicBezTo>
                      <a:pt x="231" y="6"/>
                      <a:pt x="21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5"/>
              <p:cNvSpPr/>
              <p:nvPr/>
            </p:nvSpPr>
            <p:spPr>
              <a:xfrm>
                <a:off x="8830675" y="2764625"/>
                <a:ext cx="11025" cy="6025"/>
              </a:xfrm>
              <a:custGeom>
                <a:rect b="b" l="l" r="r" t="t"/>
                <a:pathLst>
                  <a:path extrusionOk="0" h="241" w="441">
                    <a:moveTo>
                      <a:pt x="233" y="1"/>
                    </a:moveTo>
                    <a:cubicBezTo>
                      <a:pt x="174" y="1"/>
                      <a:pt x="114" y="22"/>
                      <a:pt x="67" y="69"/>
                    </a:cubicBezTo>
                    <a:cubicBezTo>
                      <a:pt x="1" y="135"/>
                      <a:pt x="78" y="240"/>
                      <a:pt x="155" y="240"/>
                    </a:cubicBezTo>
                    <a:cubicBezTo>
                      <a:pt x="175" y="240"/>
                      <a:pt x="195" y="233"/>
                      <a:pt x="213" y="215"/>
                    </a:cubicBezTo>
                    <a:cubicBezTo>
                      <a:pt x="234" y="205"/>
                      <a:pt x="255" y="199"/>
                      <a:pt x="273" y="199"/>
                    </a:cubicBezTo>
                    <a:cubicBezTo>
                      <a:pt x="291" y="199"/>
                      <a:pt x="307" y="205"/>
                      <a:pt x="317" y="215"/>
                    </a:cubicBezTo>
                    <a:cubicBezTo>
                      <a:pt x="326" y="217"/>
                      <a:pt x="335" y="218"/>
                      <a:pt x="342" y="218"/>
                    </a:cubicBezTo>
                    <a:cubicBezTo>
                      <a:pt x="409" y="218"/>
                      <a:pt x="440" y="146"/>
                      <a:pt x="421" y="90"/>
                    </a:cubicBezTo>
                    <a:cubicBezTo>
                      <a:pt x="376" y="33"/>
                      <a:pt x="305"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5"/>
              <p:cNvSpPr/>
              <p:nvPr/>
            </p:nvSpPr>
            <p:spPr>
              <a:xfrm>
                <a:off x="8871750" y="2863175"/>
                <a:ext cx="13275" cy="6425"/>
              </a:xfrm>
              <a:custGeom>
                <a:rect b="b" l="l" r="r" t="t"/>
                <a:pathLst>
                  <a:path extrusionOk="0" h="257" w="531">
                    <a:moveTo>
                      <a:pt x="125" y="1"/>
                    </a:moveTo>
                    <a:cubicBezTo>
                      <a:pt x="40" y="1"/>
                      <a:pt x="1" y="157"/>
                      <a:pt x="113" y="194"/>
                    </a:cubicBezTo>
                    <a:cubicBezTo>
                      <a:pt x="197" y="236"/>
                      <a:pt x="322" y="257"/>
                      <a:pt x="426" y="257"/>
                    </a:cubicBezTo>
                    <a:cubicBezTo>
                      <a:pt x="489" y="257"/>
                      <a:pt x="531" y="194"/>
                      <a:pt x="468" y="153"/>
                    </a:cubicBezTo>
                    <a:cubicBezTo>
                      <a:pt x="385" y="90"/>
                      <a:pt x="259" y="48"/>
                      <a:pt x="155" y="7"/>
                    </a:cubicBezTo>
                    <a:cubicBezTo>
                      <a:pt x="145" y="2"/>
                      <a:pt x="135"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5"/>
              <p:cNvSpPr/>
              <p:nvPr/>
            </p:nvSpPr>
            <p:spPr>
              <a:xfrm>
                <a:off x="8833900" y="2671175"/>
                <a:ext cx="18200" cy="8725"/>
              </a:xfrm>
              <a:custGeom>
                <a:rect b="b" l="l" r="r" t="t"/>
                <a:pathLst>
                  <a:path extrusionOk="0" h="349" w="728">
                    <a:moveTo>
                      <a:pt x="233" y="1"/>
                    </a:moveTo>
                    <a:cubicBezTo>
                      <a:pt x="197" y="1"/>
                      <a:pt x="161" y="4"/>
                      <a:pt x="126" y="11"/>
                    </a:cubicBezTo>
                    <a:cubicBezTo>
                      <a:pt x="0" y="11"/>
                      <a:pt x="0" y="199"/>
                      <a:pt x="126" y="199"/>
                    </a:cubicBezTo>
                    <a:cubicBezTo>
                      <a:pt x="147" y="196"/>
                      <a:pt x="169" y="195"/>
                      <a:pt x="190" y="195"/>
                    </a:cubicBezTo>
                    <a:cubicBezTo>
                      <a:pt x="335" y="195"/>
                      <a:pt x="478" y="254"/>
                      <a:pt x="605" y="345"/>
                    </a:cubicBezTo>
                    <a:cubicBezTo>
                      <a:pt x="614" y="348"/>
                      <a:pt x="622" y="349"/>
                      <a:pt x="630" y="349"/>
                    </a:cubicBezTo>
                    <a:cubicBezTo>
                      <a:pt x="683" y="349"/>
                      <a:pt x="728" y="295"/>
                      <a:pt x="710" y="240"/>
                    </a:cubicBezTo>
                    <a:cubicBezTo>
                      <a:pt x="588" y="85"/>
                      <a:pt x="409"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5"/>
              <p:cNvSpPr/>
              <p:nvPr/>
            </p:nvSpPr>
            <p:spPr>
              <a:xfrm>
                <a:off x="8166550" y="2896150"/>
                <a:ext cx="6175" cy="3750"/>
              </a:xfrm>
              <a:custGeom>
                <a:rect b="b" l="l" r="r" t="t"/>
                <a:pathLst>
                  <a:path extrusionOk="0" h="150" w="247">
                    <a:moveTo>
                      <a:pt x="68" y="0"/>
                    </a:moveTo>
                    <a:cubicBezTo>
                      <a:pt x="1" y="0"/>
                      <a:pt x="1" y="149"/>
                      <a:pt x="68" y="149"/>
                    </a:cubicBezTo>
                    <a:cubicBezTo>
                      <a:pt x="72" y="149"/>
                      <a:pt x="76" y="149"/>
                      <a:pt x="80" y="148"/>
                    </a:cubicBezTo>
                    <a:lnTo>
                      <a:pt x="184" y="127"/>
                    </a:lnTo>
                    <a:cubicBezTo>
                      <a:pt x="247" y="106"/>
                      <a:pt x="247" y="43"/>
                      <a:pt x="184" y="22"/>
                    </a:cubicBezTo>
                    <a:lnTo>
                      <a:pt x="80" y="2"/>
                    </a:lnTo>
                    <a:cubicBezTo>
                      <a:pt x="76" y="1"/>
                      <a:pt x="72" y="0"/>
                      <a:pt x="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5"/>
              <p:cNvSpPr/>
              <p:nvPr/>
            </p:nvSpPr>
            <p:spPr>
              <a:xfrm>
                <a:off x="8162950" y="2912225"/>
                <a:ext cx="24650" cy="10650"/>
              </a:xfrm>
              <a:custGeom>
                <a:rect b="b" l="l" r="r" t="t"/>
                <a:pathLst>
                  <a:path extrusionOk="0" h="426" w="986">
                    <a:moveTo>
                      <a:pt x="842" y="0"/>
                    </a:moveTo>
                    <a:cubicBezTo>
                      <a:pt x="832" y="0"/>
                      <a:pt x="820" y="2"/>
                      <a:pt x="808" y="5"/>
                    </a:cubicBezTo>
                    <a:cubicBezTo>
                      <a:pt x="704" y="26"/>
                      <a:pt x="600" y="47"/>
                      <a:pt x="495" y="68"/>
                    </a:cubicBezTo>
                    <a:cubicBezTo>
                      <a:pt x="477" y="72"/>
                      <a:pt x="463" y="83"/>
                      <a:pt x="455" y="97"/>
                    </a:cubicBezTo>
                    <a:lnTo>
                      <a:pt x="455" y="97"/>
                    </a:lnTo>
                    <a:cubicBezTo>
                      <a:pt x="320" y="145"/>
                      <a:pt x="189" y="210"/>
                      <a:pt x="57" y="297"/>
                    </a:cubicBezTo>
                    <a:cubicBezTo>
                      <a:pt x="0" y="335"/>
                      <a:pt x="30" y="425"/>
                      <a:pt x="98" y="425"/>
                    </a:cubicBezTo>
                    <a:cubicBezTo>
                      <a:pt x="105" y="425"/>
                      <a:pt x="112" y="424"/>
                      <a:pt x="120" y="422"/>
                    </a:cubicBezTo>
                    <a:cubicBezTo>
                      <a:pt x="343" y="329"/>
                      <a:pt x="567" y="269"/>
                      <a:pt x="790" y="228"/>
                    </a:cubicBezTo>
                    <a:lnTo>
                      <a:pt x="790" y="228"/>
                    </a:lnTo>
                    <a:cubicBezTo>
                      <a:pt x="803" y="230"/>
                      <a:pt x="816" y="232"/>
                      <a:pt x="829" y="235"/>
                    </a:cubicBezTo>
                    <a:lnTo>
                      <a:pt x="829" y="221"/>
                    </a:lnTo>
                    <a:lnTo>
                      <a:pt x="829" y="221"/>
                    </a:lnTo>
                    <a:cubicBezTo>
                      <a:pt x="843" y="218"/>
                      <a:pt x="857" y="216"/>
                      <a:pt x="871" y="214"/>
                    </a:cubicBezTo>
                    <a:cubicBezTo>
                      <a:pt x="985" y="195"/>
                      <a:pt x="960" y="0"/>
                      <a:pt x="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5"/>
              <p:cNvSpPr/>
              <p:nvPr/>
            </p:nvSpPr>
            <p:spPr>
              <a:xfrm>
                <a:off x="8172650" y="2946775"/>
                <a:ext cx="16250" cy="9950"/>
              </a:xfrm>
              <a:custGeom>
                <a:rect b="b" l="l" r="r" t="t"/>
                <a:pathLst>
                  <a:path extrusionOk="0" h="398" w="650">
                    <a:moveTo>
                      <a:pt x="449" y="0"/>
                    </a:moveTo>
                    <a:cubicBezTo>
                      <a:pt x="284" y="0"/>
                      <a:pt x="126" y="87"/>
                      <a:pt x="45" y="250"/>
                    </a:cubicBezTo>
                    <a:cubicBezTo>
                      <a:pt x="0" y="324"/>
                      <a:pt x="71" y="398"/>
                      <a:pt x="145" y="398"/>
                    </a:cubicBezTo>
                    <a:cubicBezTo>
                      <a:pt x="176" y="398"/>
                      <a:pt x="208" y="385"/>
                      <a:pt x="232" y="354"/>
                    </a:cubicBezTo>
                    <a:cubicBezTo>
                      <a:pt x="316" y="208"/>
                      <a:pt x="420" y="208"/>
                      <a:pt x="566" y="167"/>
                    </a:cubicBezTo>
                    <a:cubicBezTo>
                      <a:pt x="629" y="146"/>
                      <a:pt x="650" y="42"/>
                      <a:pt x="587" y="21"/>
                    </a:cubicBezTo>
                    <a:cubicBezTo>
                      <a:pt x="542" y="7"/>
                      <a:pt x="495" y="0"/>
                      <a:pt x="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5"/>
              <p:cNvSpPr/>
              <p:nvPr/>
            </p:nvSpPr>
            <p:spPr>
              <a:xfrm>
                <a:off x="8220700" y="2941700"/>
                <a:ext cx="20875" cy="9875"/>
              </a:xfrm>
              <a:custGeom>
                <a:rect b="b" l="l" r="r" t="t"/>
                <a:pathLst>
                  <a:path extrusionOk="0" h="395" w="835">
                    <a:moveTo>
                      <a:pt x="572" y="0"/>
                    </a:moveTo>
                    <a:cubicBezTo>
                      <a:pt x="386" y="0"/>
                      <a:pt x="202" y="75"/>
                      <a:pt x="83" y="224"/>
                    </a:cubicBezTo>
                    <a:cubicBezTo>
                      <a:pt x="1" y="290"/>
                      <a:pt x="75" y="395"/>
                      <a:pt x="161" y="395"/>
                    </a:cubicBezTo>
                    <a:cubicBezTo>
                      <a:pt x="184" y="395"/>
                      <a:pt x="207" y="387"/>
                      <a:pt x="229" y="370"/>
                    </a:cubicBezTo>
                    <a:cubicBezTo>
                      <a:pt x="396" y="265"/>
                      <a:pt x="584" y="182"/>
                      <a:pt x="772" y="161"/>
                    </a:cubicBezTo>
                    <a:cubicBezTo>
                      <a:pt x="834" y="140"/>
                      <a:pt x="834" y="57"/>
                      <a:pt x="792" y="36"/>
                    </a:cubicBezTo>
                    <a:cubicBezTo>
                      <a:pt x="721" y="12"/>
                      <a:pt x="646" y="0"/>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5"/>
              <p:cNvSpPr/>
              <p:nvPr/>
            </p:nvSpPr>
            <p:spPr>
              <a:xfrm>
                <a:off x="8200725" y="2912350"/>
                <a:ext cx="13200" cy="6550"/>
              </a:xfrm>
              <a:custGeom>
                <a:rect b="b" l="l" r="r" t="t"/>
                <a:pathLst>
                  <a:path extrusionOk="0" h="262" w="528">
                    <a:moveTo>
                      <a:pt x="423" y="0"/>
                    </a:moveTo>
                    <a:lnTo>
                      <a:pt x="111" y="63"/>
                    </a:lnTo>
                    <a:cubicBezTo>
                      <a:pt x="0" y="81"/>
                      <a:pt x="36" y="261"/>
                      <a:pt x="145" y="261"/>
                    </a:cubicBezTo>
                    <a:cubicBezTo>
                      <a:pt x="160" y="261"/>
                      <a:pt x="177" y="258"/>
                      <a:pt x="194" y="251"/>
                    </a:cubicBezTo>
                    <a:lnTo>
                      <a:pt x="465" y="105"/>
                    </a:lnTo>
                    <a:cubicBezTo>
                      <a:pt x="528" y="84"/>
                      <a:pt x="486" y="0"/>
                      <a:pt x="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5"/>
              <p:cNvSpPr/>
              <p:nvPr/>
            </p:nvSpPr>
            <p:spPr>
              <a:xfrm>
                <a:off x="8188100" y="2996075"/>
                <a:ext cx="18750" cy="9250"/>
              </a:xfrm>
              <a:custGeom>
                <a:rect b="b" l="l" r="r" t="t"/>
                <a:pathLst>
                  <a:path extrusionOk="0" h="370" w="750">
                    <a:moveTo>
                      <a:pt x="649" y="1"/>
                    </a:moveTo>
                    <a:cubicBezTo>
                      <a:pt x="638" y="1"/>
                      <a:pt x="627" y="3"/>
                      <a:pt x="616" y="9"/>
                    </a:cubicBezTo>
                    <a:cubicBezTo>
                      <a:pt x="449" y="51"/>
                      <a:pt x="261" y="114"/>
                      <a:pt x="94" y="176"/>
                    </a:cubicBezTo>
                    <a:cubicBezTo>
                      <a:pt x="0" y="214"/>
                      <a:pt x="25" y="370"/>
                      <a:pt x="122" y="370"/>
                    </a:cubicBezTo>
                    <a:cubicBezTo>
                      <a:pt x="133" y="370"/>
                      <a:pt x="144" y="368"/>
                      <a:pt x="157" y="364"/>
                    </a:cubicBezTo>
                    <a:cubicBezTo>
                      <a:pt x="324" y="301"/>
                      <a:pt x="511" y="218"/>
                      <a:pt x="678" y="134"/>
                    </a:cubicBezTo>
                    <a:cubicBezTo>
                      <a:pt x="750" y="99"/>
                      <a:pt x="714" y="1"/>
                      <a:pt x="6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5"/>
              <p:cNvSpPr/>
              <p:nvPr/>
            </p:nvSpPr>
            <p:spPr>
              <a:xfrm>
                <a:off x="8190725" y="3062525"/>
                <a:ext cx="19550" cy="10650"/>
              </a:xfrm>
              <a:custGeom>
                <a:rect b="b" l="l" r="r" t="t"/>
                <a:pathLst>
                  <a:path extrusionOk="0" h="426" w="782">
                    <a:moveTo>
                      <a:pt x="719" y="0"/>
                    </a:moveTo>
                    <a:cubicBezTo>
                      <a:pt x="490" y="84"/>
                      <a:pt x="281" y="167"/>
                      <a:pt x="73" y="292"/>
                    </a:cubicBezTo>
                    <a:cubicBezTo>
                      <a:pt x="1" y="328"/>
                      <a:pt x="52" y="426"/>
                      <a:pt x="121" y="426"/>
                    </a:cubicBezTo>
                    <a:cubicBezTo>
                      <a:pt x="133" y="426"/>
                      <a:pt x="144" y="423"/>
                      <a:pt x="156" y="417"/>
                    </a:cubicBezTo>
                    <a:cubicBezTo>
                      <a:pt x="365" y="334"/>
                      <a:pt x="573" y="209"/>
                      <a:pt x="761" y="84"/>
                    </a:cubicBezTo>
                    <a:cubicBezTo>
                      <a:pt x="782" y="63"/>
                      <a:pt x="761" y="0"/>
                      <a:pt x="7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5"/>
              <p:cNvSpPr/>
              <p:nvPr/>
            </p:nvSpPr>
            <p:spPr>
              <a:xfrm>
                <a:off x="8219900" y="3031675"/>
                <a:ext cx="25175" cy="11225"/>
              </a:xfrm>
              <a:custGeom>
                <a:rect b="b" l="l" r="r" t="t"/>
                <a:pathLst>
                  <a:path extrusionOk="0" h="449" w="1007">
                    <a:moveTo>
                      <a:pt x="908" y="1"/>
                    </a:moveTo>
                    <a:cubicBezTo>
                      <a:pt x="902" y="1"/>
                      <a:pt x="894" y="2"/>
                      <a:pt x="887" y="4"/>
                    </a:cubicBezTo>
                    <a:cubicBezTo>
                      <a:pt x="595" y="66"/>
                      <a:pt x="324" y="170"/>
                      <a:pt x="74" y="296"/>
                    </a:cubicBezTo>
                    <a:cubicBezTo>
                      <a:pt x="0" y="332"/>
                      <a:pt x="7" y="449"/>
                      <a:pt x="81" y="449"/>
                    </a:cubicBezTo>
                    <a:cubicBezTo>
                      <a:pt x="91" y="449"/>
                      <a:pt x="102" y="447"/>
                      <a:pt x="115" y="442"/>
                    </a:cubicBezTo>
                    <a:cubicBezTo>
                      <a:pt x="386" y="379"/>
                      <a:pt x="678" y="275"/>
                      <a:pt x="950" y="129"/>
                    </a:cubicBezTo>
                    <a:cubicBezTo>
                      <a:pt x="1007" y="91"/>
                      <a:pt x="977" y="1"/>
                      <a:pt x="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5"/>
              <p:cNvSpPr/>
              <p:nvPr/>
            </p:nvSpPr>
            <p:spPr>
              <a:xfrm>
                <a:off x="8234225" y="3110750"/>
                <a:ext cx="17250" cy="8800"/>
              </a:xfrm>
              <a:custGeom>
                <a:rect b="b" l="l" r="r" t="t"/>
                <a:pathLst>
                  <a:path extrusionOk="0" h="352" w="690">
                    <a:moveTo>
                      <a:pt x="532" y="0"/>
                    </a:moveTo>
                    <a:cubicBezTo>
                      <a:pt x="349" y="0"/>
                      <a:pt x="185" y="81"/>
                      <a:pt x="64" y="219"/>
                    </a:cubicBezTo>
                    <a:cubicBezTo>
                      <a:pt x="0" y="267"/>
                      <a:pt x="58" y="352"/>
                      <a:pt x="126" y="352"/>
                    </a:cubicBezTo>
                    <a:cubicBezTo>
                      <a:pt x="147" y="352"/>
                      <a:pt x="169" y="343"/>
                      <a:pt x="189" y="324"/>
                    </a:cubicBezTo>
                    <a:cubicBezTo>
                      <a:pt x="314" y="219"/>
                      <a:pt x="481" y="157"/>
                      <a:pt x="648" y="115"/>
                    </a:cubicBezTo>
                    <a:cubicBezTo>
                      <a:pt x="689" y="94"/>
                      <a:pt x="689" y="32"/>
                      <a:pt x="648" y="11"/>
                    </a:cubicBezTo>
                    <a:cubicBezTo>
                      <a:pt x="608" y="4"/>
                      <a:pt x="570"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5"/>
              <p:cNvSpPr/>
              <p:nvPr/>
            </p:nvSpPr>
            <p:spPr>
              <a:xfrm>
                <a:off x="8236200" y="3164475"/>
                <a:ext cx="17550" cy="11575"/>
              </a:xfrm>
              <a:custGeom>
                <a:rect b="b" l="l" r="r" t="t"/>
                <a:pathLst>
                  <a:path extrusionOk="0" h="463" w="702">
                    <a:moveTo>
                      <a:pt x="587" y="1"/>
                    </a:moveTo>
                    <a:cubicBezTo>
                      <a:pt x="574" y="1"/>
                      <a:pt x="561" y="4"/>
                      <a:pt x="548" y="10"/>
                    </a:cubicBezTo>
                    <a:cubicBezTo>
                      <a:pt x="402" y="94"/>
                      <a:pt x="235" y="177"/>
                      <a:pt x="89" y="281"/>
                    </a:cubicBezTo>
                    <a:cubicBezTo>
                      <a:pt x="1" y="334"/>
                      <a:pt x="62" y="462"/>
                      <a:pt x="146" y="462"/>
                    </a:cubicBezTo>
                    <a:cubicBezTo>
                      <a:pt x="161" y="462"/>
                      <a:pt x="177" y="458"/>
                      <a:pt x="193" y="448"/>
                    </a:cubicBezTo>
                    <a:cubicBezTo>
                      <a:pt x="327" y="353"/>
                      <a:pt x="479" y="257"/>
                      <a:pt x="616" y="145"/>
                    </a:cubicBezTo>
                    <a:lnTo>
                      <a:pt x="616" y="145"/>
                    </a:lnTo>
                    <a:lnTo>
                      <a:pt x="631" y="135"/>
                    </a:lnTo>
                    <a:cubicBezTo>
                      <a:pt x="701" y="83"/>
                      <a:pt x="654" y="1"/>
                      <a:pt x="5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5"/>
              <p:cNvSpPr/>
              <p:nvPr/>
            </p:nvSpPr>
            <p:spPr>
              <a:xfrm>
                <a:off x="8165700" y="2842800"/>
                <a:ext cx="24775" cy="6075"/>
              </a:xfrm>
              <a:custGeom>
                <a:rect b="b" l="l" r="r" t="t"/>
                <a:pathLst>
                  <a:path extrusionOk="0" h="243" w="991">
                    <a:moveTo>
                      <a:pt x="703" y="0"/>
                    </a:moveTo>
                    <a:cubicBezTo>
                      <a:pt x="500" y="0"/>
                      <a:pt x="297" y="24"/>
                      <a:pt x="93" y="71"/>
                    </a:cubicBezTo>
                    <a:cubicBezTo>
                      <a:pt x="89" y="70"/>
                      <a:pt x="84" y="69"/>
                      <a:pt x="80" y="69"/>
                    </a:cubicBezTo>
                    <a:cubicBezTo>
                      <a:pt x="0" y="69"/>
                      <a:pt x="29" y="243"/>
                      <a:pt x="110" y="243"/>
                    </a:cubicBezTo>
                    <a:cubicBezTo>
                      <a:pt x="118" y="243"/>
                      <a:pt x="126" y="241"/>
                      <a:pt x="135" y="238"/>
                    </a:cubicBezTo>
                    <a:cubicBezTo>
                      <a:pt x="406" y="217"/>
                      <a:pt x="677" y="175"/>
                      <a:pt x="928" y="92"/>
                    </a:cubicBezTo>
                    <a:cubicBezTo>
                      <a:pt x="990" y="71"/>
                      <a:pt x="969" y="8"/>
                      <a:pt x="907" y="8"/>
                    </a:cubicBezTo>
                    <a:cubicBezTo>
                      <a:pt x="839" y="3"/>
                      <a:pt x="771" y="0"/>
                      <a:pt x="7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5"/>
              <p:cNvSpPr/>
              <p:nvPr/>
            </p:nvSpPr>
            <p:spPr>
              <a:xfrm>
                <a:off x="8176350" y="2873750"/>
                <a:ext cx="8900" cy="3150"/>
              </a:xfrm>
              <a:custGeom>
                <a:rect b="b" l="l" r="r" t="t"/>
                <a:pathLst>
                  <a:path extrusionOk="0" h="126" w="356">
                    <a:moveTo>
                      <a:pt x="84" y="1"/>
                    </a:moveTo>
                    <a:cubicBezTo>
                      <a:pt x="1" y="1"/>
                      <a:pt x="1" y="126"/>
                      <a:pt x="84" y="126"/>
                    </a:cubicBezTo>
                    <a:lnTo>
                      <a:pt x="293" y="105"/>
                    </a:lnTo>
                    <a:cubicBezTo>
                      <a:pt x="356" y="105"/>
                      <a:pt x="356" y="1"/>
                      <a:pt x="2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5"/>
              <p:cNvSpPr/>
              <p:nvPr/>
            </p:nvSpPr>
            <p:spPr>
              <a:xfrm>
                <a:off x="8545375" y="3206875"/>
                <a:ext cx="14800" cy="9350"/>
              </a:xfrm>
              <a:custGeom>
                <a:rect b="b" l="l" r="r" t="t"/>
                <a:pathLst>
                  <a:path extrusionOk="0" h="374" w="592">
                    <a:moveTo>
                      <a:pt x="272" y="1"/>
                    </a:moveTo>
                    <a:cubicBezTo>
                      <a:pt x="211" y="1"/>
                      <a:pt x="149" y="16"/>
                      <a:pt x="91" y="45"/>
                    </a:cubicBezTo>
                    <a:cubicBezTo>
                      <a:pt x="1" y="81"/>
                      <a:pt x="65" y="225"/>
                      <a:pt x="151" y="225"/>
                    </a:cubicBezTo>
                    <a:cubicBezTo>
                      <a:pt x="166" y="225"/>
                      <a:pt x="180" y="221"/>
                      <a:pt x="195" y="212"/>
                    </a:cubicBezTo>
                    <a:lnTo>
                      <a:pt x="195" y="233"/>
                    </a:lnTo>
                    <a:cubicBezTo>
                      <a:pt x="237" y="191"/>
                      <a:pt x="299" y="191"/>
                      <a:pt x="341" y="191"/>
                    </a:cubicBezTo>
                    <a:cubicBezTo>
                      <a:pt x="341" y="191"/>
                      <a:pt x="360" y="202"/>
                      <a:pt x="382" y="217"/>
                    </a:cubicBezTo>
                    <a:lnTo>
                      <a:pt x="382" y="217"/>
                    </a:lnTo>
                    <a:cubicBezTo>
                      <a:pt x="338" y="271"/>
                      <a:pt x="397" y="373"/>
                      <a:pt x="467" y="373"/>
                    </a:cubicBezTo>
                    <a:cubicBezTo>
                      <a:pt x="495" y="373"/>
                      <a:pt x="524" y="357"/>
                      <a:pt x="549" y="317"/>
                    </a:cubicBezTo>
                    <a:cubicBezTo>
                      <a:pt x="591" y="233"/>
                      <a:pt x="570" y="108"/>
                      <a:pt x="466" y="66"/>
                    </a:cubicBezTo>
                    <a:cubicBezTo>
                      <a:pt x="410" y="22"/>
                      <a:pt x="342" y="1"/>
                      <a:pt x="2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5"/>
              <p:cNvSpPr/>
              <p:nvPr/>
            </p:nvSpPr>
            <p:spPr>
              <a:xfrm>
                <a:off x="8551275" y="3140725"/>
                <a:ext cx="15150" cy="5775"/>
              </a:xfrm>
              <a:custGeom>
                <a:rect b="b" l="l" r="r" t="t"/>
                <a:pathLst>
                  <a:path extrusionOk="0" h="231" w="606">
                    <a:moveTo>
                      <a:pt x="147" y="1"/>
                    </a:moveTo>
                    <a:cubicBezTo>
                      <a:pt x="1" y="1"/>
                      <a:pt x="1" y="230"/>
                      <a:pt x="147" y="230"/>
                    </a:cubicBezTo>
                    <a:cubicBezTo>
                      <a:pt x="272" y="230"/>
                      <a:pt x="397" y="209"/>
                      <a:pt x="522" y="189"/>
                    </a:cubicBezTo>
                    <a:cubicBezTo>
                      <a:pt x="605" y="168"/>
                      <a:pt x="605" y="63"/>
                      <a:pt x="522" y="63"/>
                    </a:cubicBezTo>
                    <a:cubicBezTo>
                      <a:pt x="397" y="22"/>
                      <a:pt x="272" y="22"/>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5"/>
              <p:cNvSpPr/>
              <p:nvPr/>
            </p:nvSpPr>
            <p:spPr>
              <a:xfrm>
                <a:off x="8539425" y="3279950"/>
                <a:ext cx="9800" cy="7050"/>
              </a:xfrm>
              <a:custGeom>
                <a:rect b="b" l="l" r="r" t="t"/>
                <a:pathLst>
                  <a:path extrusionOk="0" h="282" w="392">
                    <a:moveTo>
                      <a:pt x="200" y="1"/>
                    </a:moveTo>
                    <a:cubicBezTo>
                      <a:pt x="141" y="1"/>
                      <a:pt x="85" y="29"/>
                      <a:pt x="57" y="84"/>
                    </a:cubicBezTo>
                    <a:cubicBezTo>
                      <a:pt x="1" y="169"/>
                      <a:pt x="79" y="245"/>
                      <a:pt x="155" y="245"/>
                    </a:cubicBezTo>
                    <a:cubicBezTo>
                      <a:pt x="190" y="245"/>
                      <a:pt x="225" y="228"/>
                      <a:pt x="245" y="188"/>
                    </a:cubicBezTo>
                    <a:lnTo>
                      <a:pt x="245" y="209"/>
                    </a:lnTo>
                    <a:cubicBezTo>
                      <a:pt x="245" y="209"/>
                      <a:pt x="245" y="209"/>
                      <a:pt x="245" y="209"/>
                    </a:cubicBezTo>
                    <a:lnTo>
                      <a:pt x="245" y="209"/>
                    </a:lnTo>
                    <a:cubicBezTo>
                      <a:pt x="229" y="225"/>
                      <a:pt x="226" y="229"/>
                      <a:pt x="243" y="230"/>
                    </a:cubicBezTo>
                    <a:lnTo>
                      <a:pt x="243" y="230"/>
                    </a:lnTo>
                    <a:cubicBezTo>
                      <a:pt x="246" y="260"/>
                      <a:pt x="278" y="282"/>
                      <a:pt x="312" y="282"/>
                    </a:cubicBezTo>
                    <a:cubicBezTo>
                      <a:pt x="334" y="282"/>
                      <a:pt x="356" y="273"/>
                      <a:pt x="370" y="251"/>
                    </a:cubicBezTo>
                    <a:cubicBezTo>
                      <a:pt x="391" y="209"/>
                      <a:pt x="391" y="168"/>
                      <a:pt x="370" y="126"/>
                    </a:cubicBezTo>
                    <a:cubicBezTo>
                      <a:pt x="370" y="63"/>
                      <a:pt x="329" y="22"/>
                      <a:pt x="287" y="22"/>
                    </a:cubicBezTo>
                    <a:cubicBezTo>
                      <a:pt x="259" y="8"/>
                      <a:pt x="229" y="1"/>
                      <a:pt x="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5"/>
              <p:cNvSpPr/>
              <p:nvPr/>
            </p:nvSpPr>
            <p:spPr>
              <a:xfrm>
                <a:off x="8546075" y="3404900"/>
                <a:ext cx="20875" cy="5650"/>
              </a:xfrm>
              <a:custGeom>
                <a:rect b="b" l="l" r="r" t="t"/>
                <a:pathLst>
                  <a:path extrusionOk="0" h="226" w="835">
                    <a:moveTo>
                      <a:pt x="293" y="0"/>
                    </a:moveTo>
                    <a:cubicBezTo>
                      <a:pt x="237" y="0"/>
                      <a:pt x="181" y="3"/>
                      <a:pt x="125" y="9"/>
                    </a:cubicBezTo>
                    <a:cubicBezTo>
                      <a:pt x="0" y="29"/>
                      <a:pt x="0" y="196"/>
                      <a:pt x="125" y="217"/>
                    </a:cubicBezTo>
                    <a:cubicBezTo>
                      <a:pt x="186" y="223"/>
                      <a:pt x="247" y="226"/>
                      <a:pt x="308" y="226"/>
                    </a:cubicBezTo>
                    <a:cubicBezTo>
                      <a:pt x="456" y="226"/>
                      <a:pt x="603" y="211"/>
                      <a:pt x="751" y="196"/>
                    </a:cubicBezTo>
                    <a:cubicBezTo>
                      <a:pt x="834" y="175"/>
                      <a:pt x="834" y="71"/>
                      <a:pt x="751" y="50"/>
                    </a:cubicBezTo>
                    <a:cubicBezTo>
                      <a:pt x="598" y="20"/>
                      <a:pt x="446" y="0"/>
                      <a:pt x="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5"/>
              <p:cNvSpPr/>
              <p:nvPr/>
            </p:nvSpPr>
            <p:spPr>
              <a:xfrm>
                <a:off x="8540575" y="3534600"/>
                <a:ext cx="20625" cy="6625"/>
              </a:xfrm>
              <a:custGeom>
                <a:rect b="b" l="l" r="r" t="t"/>
                <a:pathLst>
                  <a:path extrusionOk="0" h="265" w="825">
                    <a:moveTo>
                      <a:pt x="263" y="1"/>
                    </a:moveTo>
                    <a:cubicBezTo>
                      <a:pt x="214" y="1"/>
                      <a:pt x="165" y="5"/>
                      <a:pt x="116" y="14"/>
                    </a:cubicBezTo>
                    <a:cubicBezTo>
                      <a:pt x="0" y="14"/>
                      <a:pt x="9" y="227"/>
                      <a:pt x="110" y="227"/>
                    </a:cubicBezTo>
                    <a:cubicBezTo>
                      <a:pt x="118" y="227"/>
                      <a:pt x="127" y="226"/>
                      <a:pt x="137" y="223"/>
                    </a:cubicBezTo>
                    <a:lnTo>
                      <a:pt x="137" y="243"/>
                    </a:lnTo>
                    <a:cubicBezTo>
                      <a:pt x="223" y="235"/>
                      <a:pt x="306" y="230"/>
                      <a:pt x="387" y="230"/>
                    </a:cubicBezTo>
                    <a:cubicBezTo>
                      <a:pt x="408" y="230"/>
                      <a:pt x="430" y="230"/>
                      <a:pt x="451" y="231"/>
                    </a:cubicBezTo>
                    <a:lnTo>
                      <a:pt x="451" y="231"/>
                    </a:lnTo>
                    <a:cubicBezTo>
                      <a:pt x="459" y="246"/>
                      <a:pt x="472" y="258"/>
                      <a:pt x="491" y="264"/>
                    </a:cubicBezTo>
                    <a:lnTo>
                      <a:pt x="741" y="264"/>
                    </a:lnTo>
                    <a:cubicBezTo>
                      <a:pt x="804" y="243"/>
                      <a:pt x="825" y="181"/>
                      <a:pt x="783" y="139"/>
                    </a:cubicBezTo>
                    <a:cubicBezTo>
                      <a:pt x="619" y="57"/>
                      <a:pt x="442" y="1"/>
                      <a:pt x="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5"/>
              <p:cNvSpPr/>
              <p:nvPr/>
            </p:nvSpPr>
            <p:spPr>
              <a:xfrm>
                <a:off x="8517625" y="3653700"/>
                <a:ext cx="20125" cy="6400"/>
              </a:xfrm>
              <a:custGeom>
                <a:rect b="b" l="l" r="r" t="t"/>
                <a:pathLst>
                  <a:path extrusionOk="0" h="256" w="805">
                    <a:moveTo>
                      <a:pt x="219" y="0"/>
                    </a:moveTo>
                    <a:cubicBezTo>
                      <a:pt x="184" y="0"/>
                      <a:pt x="150" y="2"/>
                      <a:pt x="116" y="6"/>
                    </a:cubicBezTo>
                    <a:cubicBezTo>
                      <a:pt x="0" y="6"/>
                      <a:pt x="9" y="219"/>
                      <a:pt x="110" y="219"/>
                    </a:cubicBezTo>
                    <a:cubicBezTo>
                      <a:pt x="118" y="219"/>
                      <a:pt x="127" y="217"/>
                      <a:pt x="137" y="214"/>
                    </a:cubicBezTo>
                    <a:cubicBezTo>
                      <a:pt x="187" y="209"/>
                      <a:pt x="237" y="206"/>
                      <a:pt x="288" y="206"/>
                    </a:cubicBezTo>
                    <a:cubicBezTo>
                      <a:pt x="425" y="206"/>
                      <a:pt x="563" y="225"/>
                      <a:pt x="700" y="256"/>
                    </a:cubicBezTo>
                    <a:cubicBezTo>
                      <a:pt x="763" y="256"/>
                      <a:pt x="804" y="172"/>
                      <a:pt x="763" y="152"/>
                    </a:cubicBezTo>
                    <a:cubicBezTo>
                      <a:pt x="588" y="47"/>
                      <a:pt x="398" y="0"/>
                      <a:pt x="2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5"/>
              <p:cNvSpPr/>
              <p:nvPr/>
            </p:nvSpPr>
            <p:spPr>
              <a:xfrm>
                <a:off x="8498100" y="3753325"/>
                <a:ext cx="25575" cy="6900"/>
              </a:xfrm>
              <a:custGeom>
                <a:rect b="b" l="l" r="r" t="t"/>
                <a:pathLst>
                  <a:path extrusionOk="0" h="276" w="1023">
                    <a:moveTo>
                      <a:pt x="231" y="0"/>
                    </a:moveTo>
                    <a:cubicBezTo>
                      <a:pt x="196" y="0"/>
                      <a:pt x="160" y="2"/>
                      <a:pt x="125" y="4"/>
                    </a:cubicBezTo>
                    <a:cubicBezTo>
                      <a:pt x="0" y="4"/>
                      <a:pt x="0" y="213"/>
                      <a:pt x="125" y="213"/>
                    </a:cubicBezTo>
                    <a:cubicBezTo>
                      <a:pt x="280" y="213"/>
                      <a:pt x="428" y="220"/>
                      <a:pt x="577" y="233"/>
                    </a:cubicBezTo>
                    <a:lnTo>
                      <a:pt x="577" y="233"/>
                    </a:lnTo>
                    <a:cubicBezTo>
                      <a:pt x="579" y="234"/>
                      <a:pt x="580" y="234"/>
                      <a:pt x="581" y="234"/>
                    </a:cubicBezTo>
                    <a:lnTo>
                      <a:pt x="581" y="234"/>
                    </a:lnTo>
                    <a:cubicBezTo>
                      <a:pt x="692" y="244"/>
                      <a:pt x="803" y="258"/>
                      <a:pt x="918" y="275"/>
                    </a:cubicBezTo>
                    <a:cubicBezTo>
                      <a:pt x="980" y="275"/>
                      <a:pt x="1022" y="192"/>
                      <a:pt x="960" y="150"/>
                    </a:cubicBezTo>
                    <a:cubicBezTo>
                      <a:pt x="723" y="60"/>
                      <a:pt x="472" y="0"/>
                      <a:pt x="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5"/>
              <p:cNvSpPr/>
              <p:nvPr/>
            </p:nvSpPr>
            <p:spPr>
              <a:xfrm>
                <a:off x="8532700" y="3811625"/>
                <a:ext cx="19125" cy="6500"/>
              </a:xfrm>
              <a:custGeom>
                <a:rect b="b" l="l" r="r" t="t"/>
                <a:pathLst>
                  <a:path extrusionOk="0" h="260" w="765">
                    <a:moveTo>
                      <a:pt x="513" y="0"/>
                    </a:moveTo>
                    <a:cubicBezTo>
                      <a:pt x="382" y="0"/>
                      <a:pt x="255" y="20"/>
                      <a:pt x="118" y="50"/>
                    </a:cubicBezTo>
                    <a:cubicBezTo>
                      <a:pt x="113" y="49"/>
                      <a:pt x="108" y="49"/>
                      <a:pt x="104" y="49"/>
                    </a:cubicBezTo>
                    <a:cubicBezTo>
                      <a:pt x="1" y="49"/>
                      <a:pt x="36" y="260"/>
                      <a:pt x="145" y="260"/>
                    </a:cubicBezTo>
                    <a:cubicBezTo>
                      <a:pt x="150" y="260"/>
                      <a:pt x="155" y="260"/>
                      <a:pt x="160" y="259"/>
                    </a:cubicBezTo>
                    <a:cubicBezTo>
                      <a:pt x="326" y="238"/>
                      <a:pt x="514" y="196"/>
                      <a:pt x="681" y="134"/>
                    </a:cubicBezTo>
                    <a:cubicBezTo>
                      <a:pt x="764" y="92"/>
                      <a:pt x="723" y="8"/>
                      <a:pt x="660" y="8"/>
                    </a:cubicBezTo>
                    <a:cubicBezTo>
                      <a:pt x="610" y="3"/>
                      <a:pt x="561"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5"/>
              <p:cNvSpPr/>
              <p:nvPr/>
            </p:nvSpPr>
            <p:spPr>
              <a:xfrm>
                <a:off x="8515825" y="3885350"/>
                <a:ext cx="16700" cy="5225"/>
              </a:xfrm>
              <a:custGeom>
                <a:rect b="b" l="l" r="r" t="t"/>
                <a:pathLst>
                  <a:path extrusionOk="0" h="209" w="668">
                    <a:moveTo>
                      <a:pt x="105" y="0"/>
                    </a:moveTo>
                    <a:cubicBezTo>
                      <a:pt x="0" y="21"/>
                      <a:pt x="0" y="188"/>
                      <a:pt x="105" y="209"/>
                    </a:cubicBezTo>
                    <a:cubicBezTo>
                      <a:pt x="271" y="209"/>
                      <a:pt x="417" y="209"/>
                      <a:pt x="584" y="188"/>
                    </a:cubicBezTo>
                    <a:cubicBezTo>
                      <a:pt x="668" y="167"/>
                      <a:pt x="668" y="63"/>
                      <a:pt x="584" y="42"/>
                    </a:cubicBezTo>
                    <a:cubicBezTo>
                      <a:pt x="417" y="21"/>
                      <a:pt x="271" y="0"/>
                      <a:pt x="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5"/>
              <p:cNvSpPr/>
              <p:nvPr/>
            </p:nvSpPr>
            <p:spPr>
              <a:xfrm>
                <a:off x="8289525" y="4242200"/>
                <a:ext cx="543625" cy="38700"/>
              </a:xfrm>
              <a:custGeom>
                <a:rect b="b" l="l" r="r" t="t"/>
                <a:pathLst>
                  <a:path extrusionOk="0" h="1548" w="21745">
                    <a:moveTo>
                      <a:pt x="21362" y="0"/>
                    </a:moveTo>
                    <a:cubicBezTo>
                      <a:pt x="21335" y="0"/>
                      <a:pt x="21306" y="5"/>
                      <a:pt x="21275" y="14"/>
                    </a:cubicBezTo>
                    <a:cubicBezTo>
                      <a:pt x="18563" y="765"/>
                      <a:pt x="15768" y="827"/>
                      <a:pt x="12994" y="890"/>
                    </a:cubicBezTo>
                    <a:cubicBezTo>
                      <a:pt x="11618" y="911"/>
                      <a:pt x="10262" y="1015"/>
                      <a:pt x="8885" y="1036"/>
                    </a:cubicBezTo>
                    <a:cubicBezTo>
                      <a:pt x="7509" y="1036"/>
                      <a:pt x="6132" y="973"/>
                      <a:pt x="4776" y="806"/>
                    </a:cubicBezTo>
                    <a:cubicBezTo>
                      <a:pt x="3963" y="723"/>
                      <a:pt x="3170" y="598"/>
                      <a:pt x="2357" y="473"/>
                    </a:cubicBezTo>
                    <a:cubicBezTo>
                      <a:pt x="1627" y="368"/>
                      <a:pt x="855" y="118"/>
                      <a:pt x="104" y="97"/>
                    </a:cubicBezTo>
                    <a:cubicBezTo>
                      <a:pt x="21" y="97"/>
                      <a:pt x="0" y="222"/>
                      <a:pt x="63" y="264"/>
                    </a:cubicBezTo>
                    <a:cubicBezTo>
                      <a:pt x="647" y="577"/>
                      <a:pt x="1356" y="681"/>
                      <a:pt x="2002" y="806"/>
                    </a:cubicBezTo>
                    <a:cubicBezTo>
                      <a:pt x="2691" y="973"/>
                      <a:pt x="3400" y="1098"/>
                      <a:pt x="4088" y="1203"/>
                    </a:cubicBezTo>
                    <a:cubicBezTo>
                      <a:pt x="5465" y="1390"/>
                      <a:pt x="6862" y="1515"/>
                      <a:pt x="8260" y="1536"/>
                    </a:cubicBezTo>
                    <a:cubicBezTo>
                      <a:pt x="8531" y="1544"/>
                      <a:pt x="8801" y="1548"/>
                      <a:pt x="9072" y="1548"/>
                    </a:cubicBezTo>
                    <a:cubicBezTo>
                      <a:pt x="10219" y="1548"/>
                      <a:pt x="11363" y="1487"/>
                      <a:pt x="12494" y="1453"/>
                    </a:cubicBezTo>
                    <a:cubicBezTo>
                      <a:pt x="13912" y="1432"/>
                      <a:pt x="15330" y="1411"/>
                      <a:pt x="16749" y="1307"/>
                    </a:cubicBezTo>
                    <a:cubicBezTo>
                      <a:pt x="18334" y="1203"/>
                      <a:pt x="19898" y="952"/>
                      <a:pt x="21421" y="556"/>
                    </a:cubicBezTo>
                    <a:cubicBezTo>
                      <a:pt x="21745" y="461"/>
                      <a:pt x="21651" y="0"/>
                      <a:pt x="213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 name="Google Shape;376;p5"/>
          <p:cNvGrpSpPr/>
          <p:nvPr/>
        </p:nvGrpSpPr>
        <p:grpSpPr>
          <a:xfrm>
            <a:off x="200251" y="3826053"/>
            <a:ext cx="1079326" cy="928537"/>
            <a:chOff x="717241" y="3868426"/>
            <a:chExt cx="1024515" cy="881299"/>
          </a:xfrm>
        </p:grpSpPr>
        <p:sp>
          <p:nvSpPr>
            <p:cNvPr id="377" name="Google Shape;377;p5"/>
            <p:cNvSpPr/>
            <p:nvPr/>
          </p:nvSpPr>
          <p:spPr>
            <a:xfrm>
              <a:off x="717250" y="4648925"/>
              <a:ext cx="1024500" cy="100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 name="Google Shape;378;p5"/>
            <p:cNvGrpSpPr/>
            <p:nvPr/>
          </p:nvGrpSpPr>
          <p:grpSpPr>
            <a:xfrm rot="-120611">
              <a:off x="731136" y="3885658"/>
              <a:ext cx="996726" cy="809720"/>
              <a:chOff x="7760931" y="2997007"/>
              <a:chExt cx="1235411" cy="1003624"/>
            </a:xfrm>
          </p:grpSpPr>
          <p:sp>
            <p:nvSpPr>
              <p:cNvPr id="379" name="Google Shape;379;p5"/>
              <p:cNvSpPr/>
              <p:nvPr/>
            </p:nvSpPr>
            <p:spPr>
              <a:xfrm>
                <a:off x="7765913" y="3161537"/>
                <a:ext cx="1230429" cy="839093"/>
              </a:xfrm>
              <a:custGeom>
                <a:rect b="b" l="l" r="r" t="t"/>
                <a:pathLst>
                  <a:path extrusionOk="0" h="6737" w="9879">
                    <a:moveTo>
                      <a:pt x="8703" y="1"/>
                    </a:moveTo>
                    <a:lnTo>
                      <a:pt x="1585" y="106"/>
                    </a:lnTo>
                    <a:cubicBezTo>
                      <a:pt x="1577" y="106"/>
                      <a:pt x="1569" y="106"/>
                      <a:pt x="1560" y="106"/>
                    </a:cubicBezTo>
                    <a:cubicBezTo>
                      <a:pt x="1004" y="106"/>
                      <a:pt x="555" y="550"/>
                      <a:pt x="542" y="1110"/>
                    </a:cubicBezTo>
                    <a:lnTo>
                      <a:pt x="13" y="5178"/>
                    </a:lnTo>
                    <a:cubicBezTo>
                      <a:pt x="0" y="5746"/>
                      <a:pt x="819" y="6512"/>
                      <a:pt x="1400" y="6525"/>
                    </a:cubicBezTo>
                    <a:lnTo>
                      <a:pt x="8664" y="6736"/>
                    </a:lnTo>
                    <a:cubicBezTo>
                      <a:pt x="8672" y="6736"/>
                      <a:pt x="8680" y="6736"/>
                      <a:pt x="8688" y="6736"/>
                    </a:cubicBezTo>
                    <a:cubicBezTo>
                      <a:pt x="9245" y="6736"/>
                      <a:pt x="9707" y="6292"/>
                      <a:pt x="9720" y="5732"/>
                    </a:cubicBezTo>
                    <a:lnTo>
                      <a:pt x="9865" y="1374"/>
                    </a:lnTo>
                    <a:cubicBezTo>
                      <a:pt x="9879" y="806"/>
                      <a:pt x="9271" y="14"/>
                      <a:pt x="8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5"/>
              <p:cNvSpPr/>
              <p:nvPr/>
            </p:nvSpPr>
            <p:spPr>
              <a:xfrm>
                <a:off x="7760931" y="3125418"/>
                <a:ext cx="1184471" cy="825891"/>
              </a:xfrm>
              <a:custGeom>
                <a:rect b="b" l="l" r="r" t="t"/>
                <a:pathLst>
                  <a:path extrusionOk="0" h="6631" w="9510">
                    <a:moveTo>
                      <a:pt x="1191" y="0"/>
                    </a:moveTo>
                    <a:cubicBezTo>
                      <a:pt x="634" y="0"/>
                      <a:pt x="185" y="444"/>
                      <a:pt x="172" y="1004"/>
                    </a:cubicBezTo>
                    <a:lnTo>
                      <a:pt x="14" y="5362"/>
                    </a:lnTo>
                    <a:cubicBezTo>
                      <a:pt x="0" y="5930"/>
                      <a:pt x="449" y="6392"/>
                      <a:pt x="1031" y="6405"/>
                    </a:cubicBezTo>
                    <a:lnTo>
                      <a:pt x="8294" y="6630"/>
                    </a:lnTo>
                    <a:cubicBezTo>
                      <a:pt x="8302" y="6630"/>
                      <a:pt x="8310" y="6630"/>
                      <a:pt x="8319" y="6630"/>
                    </a:cubicBezTo>
                    <a:cubicBezTo>
                      <a:pt x="8875" y="6630"/>
                      <a:pt x="9324" y="6186"/>
                      <a:pt x="9337" y="5626"/>
                    </a:cubicBezTo>
                    <a:lnTo>
                      <a:pt x="9496" y="1268"/>
                    </a:lnTo>
                    <a:cubicBezTo>
                      <a:pt x="9509" y="700"/>
                      <a:pt x="9060" y="225"/>
                      <a:pt x="8479" y="212"/>
                    </a:cubicBezTo>
                    <a:lnTo>
                      <a:pt x="1215" y="0"/>
                    </a:lnTo>
                    <a:cubicBezTo>
                      <a:pt x="1207" y="0"/>
                      <a:pt x="1199"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5"/>
              <p:cNvSpPr/>
              <p:nvPr/>
            </p:nvSpPr>
            <p:spPr>
              <a:xfrm>
                <a:off x="7775753" y="3125418"/>
                <a:ext cx="1169649" cy="516758"/>
              </a:xfrm>
              <a:custGeom>
                <a:rect b="b" l="l" r="r" t="t"/>
                <a:pathLst>
                  <a:path extrusionOk="0" h="4149" w="9391">
                    <a:moveTo>
                      <a:pt x="1090" y="0"/>
                    </a:moveTo>
                    <a:cubicBezTo>
                      <a:pt x="530" y="0"/>
                      <a:pt x="53" y="550"/>
                      <a:pt x="40" y="1255"/>
                    </a:cubicBezTo>
                    <a:lnTo>
                      <a:pt x="14" y="2615"/>
                    </a:lnTo>
                    <a:cubicBezTo>
                      <a:pt x="0" y="3328"/>
                      <a:pt x="436" y="3909"/>
                      <a:pt x="1017" y="3923"/>
                    </a:cubicBezTo>
                    <a:lnTo>
                      <a:pt x="8281" y="4147"/>
                    </a:lnTo>
                    <a:cubicBezTo>
                      <a:pt x="8294" y="4148"/>
                      <a:pt x="8306" y="4148"/>
                      <a:pt x="8319" y="4148"/>
                    </a:cubicBezTo>
                    <a:cubicBezTo>
                      <a:pt x="8870" y="4148"/>
                      <a:pt x="9324" y="3590"/>
                      <a:pt x="9337" y="2893"/>
                    </a:cubicBezTo>
                    <a:lnTo>
                      <a:pt x="9364" y="1532"/>
                    </a:lnTo>
                    <a:cubicBezTo>
                      <a:pt x="9390" y="819"/>
                      <a:pt x="8941" y="238"/>
                      <a:pt x="8373" y="225"/>
                    </a:cubicBezTo>
                    <a:lnTo>
                      <a:pt x="1110" y="0"/>
                    </a:lnTo>
                    <a:cubicBezTo>
                      <a:pt x="1103" y="0"/>
                      <a:pt x="1096" y="0"/>
                      <a:pt x="1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5"/>
              <p:cNvSpPr/>
              <p:nvPr/>
            </p:nvSpPr>
            <p:spPr>
              <a:xfrm>
                <a:off x="8201714" y="2997007"/>
                <a:ext cx="350484" cy="176238"/>
              </a:xfrm>
              <a:custGeom>
                <a:rect b="b" l="l" r="r" t="t"/>
                <a:pathLst>
                  <a:path extrusionOk="0" h="1415" w="2814">
                    <a:moveTo>
                      <a:pt x="1403" y="1"/>
                    </a:moveTo>
                    <a:cubicBezTo>
                      <a:pt x="635" y="1"/>
                      <a:pt x="14" y="617"/>
                      <a:pt x="1" y="1388"/>
                    </a:cubicBezTo>
                    <a:lnTo>
                      <a:pt x="582" y="1414"/>
                    </a:lnTo>
                    <a:cubicBezTo>
                      <a:pt x="569" y="960"/>
                      <a:pt x="939" y="582"/>
                      <a:pt x="1391" y="582"/>
                    </a:cubicBezTo>
                    <a:cubicBezTo>
                      <a:pt x="1398" y="582"/>
                      <a:pt x="1406" y="582"/>
                      <a:pt x="1414" y="582"/>
                    </a:cubicBezTo>
                    <a:cubicBezTo>
                      <a:pt x="1876" y="582"/>
                      <a:pt x="2246" y="965"/>
                      <a:pt x="2246" y="1414"/>
                    </a:cubicBezTo>
                    <a:lnTo>
                      <a:pt x="2814" y="1414"/>
                    </a:lnTo>
                    <a:cubicBezTo>
                      <a:pt x="2814" y="648"/>
                      <a:pt x="2193" y="14"/>
                      <a:pt x="1427" y="1"/>
                    </a:cubicBezTo>
                    <a:cubicBezTo>
                      <a:pt x="1419" y="1"/>
                      <a:pt x="1411" y="1"/>
                      <a:pt x="1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5"/>
              <p:cNvSpPr/>
              <p:nvPr/>
            </p:nvSpPr>
            <p:spPr>
              <a:xfrm>
                <a:off x="8226375" y="3319218"/>
                <a:ext cx="309382" cy="120440"/>
              </a:xfrm>
              <a:custGeom>
                <a:rect b="b" l="l" r="r" t="t"/>
                <a:pathLst>
                  <a:path extrusionOk="0" h="967" w="2484">
                    <a:moveTo>
                      <a:pt x="288" y="1"/>
                    </a:moveTo>
                    <a:cubicBezTo>
                      <a:pt x="136" y="1"/>
                      <a:pt x="14" y="64"/>
                      <a:pt x="14" y="161"/>
                    </a:cubicBezTo>
                    <a:lnTo>
                      <a:pt x="1" y="716"/>
                    </a:lnTo>
                    <a:cubicBezTo>
                      <a:pt x="1" y="821"/>
                      <a:pt x="133" y="901"/>
                      <a:pt x="305" y="901"/>
                    </a:cubicBezTo>
                    <a:lnTo>
                      <a:pt x="2154" y="967"/>
                    </a:lnTo>
                    <a:cubicBezTo>
                      <a:pt x="2325" y="967"/>
                      <a:pt x="2457" y="888"/>
                      <a:pt x="2471" y="795"/>
                    </a:cubicBezTo>
                    <a:lnTo>
                      <a:pt x="2484" y="240"/>
                    </a:lnTo>
                    <a:cubicBezTo>
                      <a:pt x="2484" y="148"/>
                      <a:pt x="2352" y="55"/>
                      <a:pt x="2180" y="55"/>
                    </a:cubicBezTo>
                    <a:lnTo>
                      <a:pt x="331" y="3"/>
                    </a:lnTo>
                    <a:cubicBezTo>
                      <a:pt x="316" y="2"/>
                      <a:pt x="30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5"/>
              <p:cNvSpPr/>
              <p:nvPr/>
            </p:nvSpPr>
            <p:spPr>
              <a:xfrm>
                <a:off x="7936921" y="3122055"/>
                <a:ext cx="90548" cy="635080"/>
              </a:xfrm>
              <a:custGeom>
                <a:rect b="b" l="l" r="r" t="t"/>
                <a:pathLst>
                  <a:path extrusionOk="0" h="5099" w="727">
                    <a:moveTo>
                      <a:pt x="384" y="1"/>
                    </a:moveTo>
                    <a:cubicBezTo>
                      <a:pt x="251" y="1"/>
                      <a:pt x="146" y="107"/>
                      <a:pt x="146" y="239"/>
                    </a:cubicBezTo>
                    <a:lnTo>
                      <a:pt x="14" y="4861"/>
                    </a:lnTo>
                    <a:cubicBezTo>
                      <a:pt x="1" y="4980"/>
                      <a:pt x="106" y="5085"/>
                      <a:pt x="238" y="5099"/>
                    </a:cubicBezTo>
                    <a:lnTo>
                      <a:pt x="357" y="5099"/>
                    </a:lnTo>
                    <a:cubicBezTo>
                      <a:pt x="476" y="5099"/>
                      <a:pt x="582" y="4993"/>
                      <a:pt x="595" y="4861"/>
                    </a:cubicBezTo>
                    <a:lnTo>
                      <a:pt x="714" y="239"/>
                    </a:lnTo>
                    <a:cubicBezTo>
                      <a:pt x="727" y="120"/>
                      <a:pt x="621" y="14"/>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5"/>
              <p:cNvSpPr/>
              <p:nvPr/>
            </p:nvSpPr>
            <p:spPr>
              <a:xfrm>
                <a:off x="8739645" y="3143477"/>
                <a:ext cx="88929" cy="633586"/>
              </a:xfrm>
              <a:custGeom>
                <a:rect b="b" l="l" r="r" t="t"/>
                <a:pathLst>
                  <a:path extrusionOk="0" h="5087" w="714">
                    <a:moveTo>
                      <a:pt x="370" y="1"/>
                    </a:moveTo>
                    <a:cubicBezTo>
                      <a:pt x="238" y="1"/>
                      <a:pt x="132" y="93"/>
                      <a:pt x="132" y="225"/>
                    </a:cubicBezTo>
                    <a:lnTo>
                      <a:pt x="0" y="4847"/>
                    </a:lnTo>
                    <a:cubicBezTo>
                      <a:pt x="0" y="4979"/>
                      <a:pt x="93" y="5085"/>
                      <a:pt x="225" y="5085"/>
                    </a:cubicBezTo>
                    <a:lnTo>
                      <a:pt x="344" y="5085"/>
                    </a:lnTo>
                    <a:cubicBezTo>
                      <a:pt x="351" y="5086"/>
                      <a:pt x="359" y="5086"/>
                      <a:pt x="366" y="5086"/>
                    </a:cubicBezTo>
                    <a:cubicBezTo>
                      <a:pt x="487" y="5086"/>
                      <a:pt x="581" y="4985"/>
                      <a:pt x="581" y="4861"/>
                    </a:cubicBezTo>
                    <a:lnTo>
                      <a:pt x="714" y="238"/>
                    </a:lnTo>
                    <a:cubicBezTo>
                      <a:pt x="714" y="106"/>
                      <a:pt x="621"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5"/>
              <p:cNvSpPr/>
              <p:nvPr/>
            </p:nvSpPr>
            <p:spPr>
              <a:xfrm>
                <a:off x="7920480" y="3608796"/>
                <a:ext cx="123429" cy="39731"/>
              </a:xfrm>
              <a:custGeom>
                <a:rect b="b" l="l" r="r" t="t"/>
                <a:pathLst>
                  <a:path extrusionOk="0" h="319" w="991">
                    <a:moveTo>
                      <a:pt x="141" y="1"/>
                    </a:moveTo>
                    <a:cubicBezTo>
                      <a:pt x="68" y="1"/>
                      <a:pt x="0" y="74"/>
                      <a:pt x="0" y="147"/>
                    </a:cubicBezTo>
                    <a:cubicBezTo>
                      <a:pt x="0" y="227"/>
                      <a:pt x="67" y="306"/>
                      <a:pt x="159" y="306"/>
                    </a:cubicBezTo>
                    <a:lnTo>
                      <a:pt x="833" y="319"/>
                    </a:lnTo>
                    <a:cubicBezTo>
                      <a:pt x="925" y="319"/>
                      <a:pt x="991" y="253"/>
                      <a:pt x="991" y="160"/>
                    </a:cubicBezTo>
                    <a:cubicBezTo>
                      <a:pt x="991" y="81"/>
                      <a:pt x="925" y="15"/>
                      <a:pt x="846" y="15"/>
                    </a:cubicBezTo>
                    <a:lnTo>
                      <a:pt x="159" y="2"/>
                    </a:lnTo>
                    <a:cubicBezTo>
                      <a:pt x="153" y="1"/>
                      <a:pt x="147"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5"/>
              <p:cNvSpPr/>
              <p:nvPr/>
            </p:nvSpPr>
            <p:spPr>
              <a:xfrm>
                <a:off x="8714984" y="3640183"/>
                <a:ext cx="123429" cy="39607"/>
              </a:xfrm>
              <a:custGeom>
                <a:rect b="b" l="l" r="r" t="t"/>
                <a:pathLst>
                  <a:path extrusionOk="0" h="318" w="991">
                    <a:moveTo>
                      <a:pt x="159" y="1"/>
                    </a:moveTo>
                    <a:cubicBezTo>
                      <a:pt x="66" y="1"/>
                      <a:pt x="0" y="67"/>
                      <a:pt x="0" y="146"/>
                    </a:cubicBezTo>
                    <a:cubicBezTo>
                      <a:pt x="0" y="225"/>
                      <a:pt x="66" y="305"/>
                      <a:pt x="146" y="305"/>
                    </a:cubicBezTo>
                    <a:lnTo>
                      <a:pt x="832" y="318"/>
                    </a:lnTo>
                    <a:cubicBezTo>
                      <a:pt x="925" y="318"/>
                      <a:pt x="991" y="252"/>
                      <a:pt x="991" y="173"/>
                    </a:cubicBezTo>
                    <a:cubicBezTo>
                      <a:pt x="991" y="80"/>
                      <a:pt x="925" y="14"/>
                      <a:pt x="845" y="14"/>
                    </a:cubicBezTo>
                    <a:lnTo>
                      <a:pt x="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5"/>
              <p:cNvSpPr/>
              <p:nvPr/>
            </p:nvSpPr>
            <p:spPr>
              <a:xfrm>
                <a:off x="8303720" y="3556236"/>
                <a:ext cx="174495" cy="146720"/>
              </a:xfrm>
              <a:custGeom>
                <a:rect b="b" l="l" r="r" t="t"/>
                <a:pathLst>
                  <a:path extrusionOk="0" h="1178" w="1401">
                    <a:moveTo>
                      <a:pt x="412" y="1"/>
                    </a:moveTo>
                    <a:cubicBezTo>
                      <a:pt x="199" y="1"/>
                      <a:pt x="27" y="168"/>
                      <a:pt x="14" y="371"/>
                    </a:cubicBezTo>
                    <a:lnTo>
                      <a:pt x="1" y="741"/>
                    </a:lnTo>
                    <a:cubicBezTo>
                      <a:pt x="1" y="952"/>
                      <a:pt x="159" y="1137"/>
                      <a:pt x="384" y="1150"/>
                    </a:cubicBezTo>
                    <a:lnTo>
                      <a:pt x="965" y="1177"/>
                    </a:lnTo>
                    <a:cubicBezTo>
                      <a:pt x="972" y="1177"/>
                      <a:pt x="980" y="1177"/>
                      <a:pt x="988" y="1177"/>
                    </a:cubicBezTo>
                    <a:cubicBezTo>
                      <a:pt x="1189" y="1177"/>
                      <a:pt x="1361" y="1010"/>
                      <a:pt x="1374" y="794"/>
                    </a:cubicBezTo>
                    <a:lnTo>
                      <a:pt x="1387" y="424"/>
                    </a:lnTo>
                    <a:cubicBezTo>
                      <a:pt x="1401" y="213"/>
                      <a:pt x="1229" y="28"/>
                      <a:pt x="1004" y="15"/>
                    </a:cubicBezTo>
                    <a:lnTo>
                      <a:pt x="436" y="1"/>
                    </a:lnTo>
                    <a:cubicBezTo>
                      <a:pt x="428" y="1"/>
                      <a:pt x="420" y="1"/>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9" name="Google Shape;389;p5"/>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0" name="Shape 390"/>
        <p:cNvGrpSpPr/>
        <p:nvPr/>
      </p:nvGrpSpPr>
      <p:grpSpPr>
        <a:xfrm>
          <a:off x="0" y="0"/>
          <a:ext cx="0" cy="0"/>
          <a:chOff x="0" y="0"/>
          <a:chExt cx="0" cy="0"/>
        </a:xfrm>
      </p:grpSpPr>
      <p:sp>
        <p:nvSpPr>
          <p:cNvPr id="391" name="Google Shape;391;p6"/>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6"/>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6"/>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94" name="Google Shape;394;p6"/>
          <p:cNvGrpSpPr/>
          <p:nvPr/>
        </p:nvGrpSpPr>
        <p:grpSpPr>
          <a:xfrm>
            <a:off x="2936544" y="-329546"/>
            <a:ext cx="2934233" cy="708308"/>
            <a:chOff x="2375925" y="3297600"/>
            <a:chExt cx="735950" cy="177650"/>
          </a:xfrm>
        </p:grpSpPr>
        <p:sp>
          <p:nvSpPr>
            <p:cNvPr id="395" name="Google Shape;395;p6"/>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6"/>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6"/>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6"/>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6"/>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6"/>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6"/>
          <p:cNvGrpSpPr/>
          <p:nvPr/>
        </p:nvGrpSpPr>
        <p:grpSpPr>
          <a:xfrm>
            <a:off x="8505100" y="2272600"/>
            <a:ext cx="1174850" cy="2506000"/>
            <a:chOff x="8505100" y="2272600"/>
            <a:chExt cx="1174850" cy="2506000"/>
          </a:xfrm>
        </p:grpSpPr>
        <p:sp>
          <p:nvSpPr>
            <p:cNvPr id="402" name="Google Shape;402;p6"/>
            <p:cNvSpPr/>
            <p:nvPr/>
          </p:nvSpPr>
          <p:spPr>
            <a:xfrm>
              <a:off x="8814300" y="46652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 name="Google Shape;403;p6"/>
            <p:cNvGrpSpPr/>
            <p:nvPr/>
          </p:nvGrpSpPr>
          <p:grpSpPr>
            <a:xfrm>
              <a:off x="8505100" y="2272600"/>
              <a:ext cx="1174850" cy="2455800"/>
              <a:chOff x="8428900" y="2272600"/>
              <a:chExt cx="1174850" cy="2455800"/>
            </a:xfrm>
          </p:grpSpPr>
          <p:sp>
            <p:nvSpPr>
              <p:cNvPr id="404" name="Google Shape;404;p6"/>
              <p:cNvSpPr/>
              <p:nvPr/>
            </p:nvSpPr>
            <p:spPr>
              <a:xfrm>
                <a:off x="8818950" y="4235450"/>
                <a:ext cx="574125" cy="492950"/>
              </a:xfrm>
              <a:custGeom>
                <a:rect b="b" l="l" r="r" t="t"/>
                <a:pathLst>
                  <a:path extrusionOk="0" h="19718" w="22965">
                    <a:moveTo>
                      <a:pt x="19544" y="1"/>
                    </a:moveTo>
                    <a:cubicBezTo>
                      <a:pt x="18835" y="22"/>
                      <a:pt x="18147" y="105"/>
                      <a:pt x="17458" y="105"/>
                    </a:cubicBezTo>
                    <a:lnTo>
                      <a:pt x="5298" y="105"/>
                    </a:lnTo>
                    <a:cubicBezTo>
                      <a:pt x="4902" y="105"/>
                      <a:pt x="4318" y="147"/>
                      <a:pt x="3922" y="147"/>
                    </a:cubicBezTo>
                    <a:cubicBezTo>
                      <a:pt x="3873" y="154"/>
                      <a:pt x="3822" y="156"/>
                      <a:pt x="3768" y="156"/>
                    </a:cubicBezTo>
                    <a:cubicBezTo>
                      <a:pt x="3660" y="156"/>
                      <a:pt x="3539" y="147"/>
                      <a:pt x="3400" y="147"/>
                    </a:cubicBezTo>
                    <a:lnTo>
                      <a:pt x="3379" y="147"/>
                    </a:lnTo>
                    <a:cubicBezTo>
                      <a:pt x="3025" y="147"/>
                      <a:pt x="2608" y="126"/>
                      <a:pt x="2170" y="126"/>
                    </a:cubicBezTo>
                    <a:cubicBezTo>
                      <a:pt x="1377" y="147"/>
                      <a:pt x="584" y="293"/>
                      <a:pt x="272" y="814"/>
                    </a:cubicBezTo>
                    <a:cubicBezTo>
                      <a:pt x="0" y="1273"/>
                      <a:pt x="522" y="2962"/>
                      <a:pt x="605" y="3484"/>
                    </a:cubicBezTo>
                    <a:cubicBezTo>
                      <a:pt x="730" y="4381"/>
                      <a:pt x="856" y="5278"/>
                      <a:pt x="1002" y="6174"/>
                    </a:cubicBezTo>
                    <a:lnTo>
                      <a:pt x="1168" y="7322"/>
                    </a:lnTo>
                    <a:cubicBezTo>
                      <a:pt x="1669" y="10429"/>
                      <a:pt x="2253" y="13537"/>
                      <a:pt x="2879" y="16624"/>
                    </a:cubicBezTo>
                    <a:cubicBezTo>
                      <a:pt x="3025" y="17271"/>
                      <a:pt x="3150" y="17896"/>
                      <a:pt x="3275" y="18522"/>
                    </a:cubicBezTo>
                    <a:lnTo>
                      <a:pt x="3838" y="18689"/>
                    </a:lnTo>
                    <a:cubicBezTo>
                      <a:pt x="4422" y="18877"/>
                      <a:pt x="5006" y="19023"/>
                      <a:pt x="5590" y="19148"/>
                    </a:cubicBezTo>
                    <a:cubicBezTo>
                      <a:pt x="7319" y="19529"/>
                      <a:pt x="9078" y="19718"/>
                      <a:pt x="10836" y="19718"/>
                    </a:cubicBezTo>
                    <a:cubicBezTo>
                      <a:pt x="13406" y="19718"/>
                      <a:pt x="15974" y="19315"/>
                      <a:pt x="18439" y="18522"/>
                    </a:cubicBezTo>
                    <a:cubicBezTo>
                      <a:pt x="19169" y="15769"/>
                      <a:pt x="19919" y="12974"/>
                      <a:pt x="20670" y="10200"/>
                    </a:cubicBezTo>
                    <a:cubicBezTo>
                      <a:pt x="20775" y="9804"/>
                      <a:pt x="20879" y="9407"/>
                      <a:pt x="20983" y="9032"/>
                    </a:cubicBezTo>
                    <a:cubicBezTo>
                      <a:pt x="21129" y="8427"/>
                      <a:pt x="21296" y="7822"/>
                      <a:pt x="21442" y="7217"/>
                    </a:cubicBezTo>
                    <a:cubicBezTo>
                      <a:pt x="21755" y="6028"/>
                      <a:pt x="22068" y="4840"/>
                      <a:pt x="22422" y="3672"/>
                    </a:cubicBezTo>
                    <a:cubicBezTo>
                      <a:pt x="22777" y="2399"/>
                      <a:pt x="22965" y="522"/>
                      <a:pt x="21275" y="126"/>
                    </a:cubicBezTo>
                    <a:cubicBezTo>
                      <a:pt x="20962" y="42"/>
                      <a:pt x="20629" y="1"/>
                      <a:pt x="20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6"/>
              <p:cNvSpPr/>
              <p:nvPr/>
            </p:nvSpPr>
            <p:spPr>
              <a:xfrm>
                <a:off x="8789600" y="4236375"/>
                <a:ext cx="613900" cy="204900"/>
              </a:xfrm>
              <a:custGeom>
                <a:rect b="b" l="l" r="r" t="t"/>
                <a:pathLst>
                  <a:path extrusionOk="0" h="8196" w="24556">
                    <a:moveTo>
                      <a:pt x="21731" y="0"/>
                    </a:moveTo>
                    <a:cubicBezTo>
                      <a:pt x="21636" y="0"/>
                      <a:pt x="21542" y="2"/>
                      <a:pt x="21448" y="5"/>
                    </a:cubicBezTo>
                    <a:lnTo>
                      <a:pt x="21427" y="5"/>
                    </a:lnTo>
                    <a:cubicBezTo>
                      <a:pt x="21177" y="5"/>
                      <a:pt x="20927" y="26"/>
                      <a:pt x="20676" y="47"/>
                    </a:cubicBezTo>
                    <a:lnTo>
                      <a:pt x="20655" y="47"/>
                    </a:lnTo>
                    <a:cubicBezTo>
                      <a:pt x="20113" y="68"/>
                      <a:pt x="19571" y="110"/>
                      <a:pt x="19029" y="110"/>
                    </a:cubicBezTo>
                    <a:lnTo>
                      <a:pt x="5867" y="110"/>
                    </a:lnTo>
                    <a:cubicBezTo>
                      <a:pt x="5513" y="110"/>
                      <a:pt x="4970" y="151"/>
                      <a:pt x="4574" y="172"/>
                    </a:cubicBezTo>
                    <a:lnTo>
                      <a:pt x="4407" y="172"/>
                    </a:lnTo>
                    <a:cubicBezTo>
                      <a:pt x="4074" y="172"/>
                      <a:pt x="3719" y="151"/>
                      <a:pt x="3323" y="131"/>
                    </a:cubicBezTo>
                    <a:lnTo>
                      <a:pt x="2968" y="110"/>
                    </a:lnTo>
                    <a:cubicBezTo>
                      <a:pt x="2854" y="105"/>
                      <a:pt x="2739" y="102"/>
                      <a:pt x="2625" y="102"/>
                    </a:cubicBezTo>
                    <a:cubicBezTo>
                      <a:pt x="1279" y="102"/>
                      <a:pt x="1" y="480"/>
                      <a:pt x="423" y="2133"/>
                    </a:cubicBezTo>
                    <a:cubicBezTo>
                      <a:pt x="799" y="3614"/>
                      <a:pt x="1174" y="5095"/>
                      <a:pt x="1550" y="6575"/>
                    </a:cubicBezTo>
                    <a:cubicBezTo>
                      <a:pt x="1592" y="6742"/>
                      <a:pt x="1654" y="6909"/>
                      <a:pt x="1758" y="7034"/>
                    </a:cubicBezTo>
                    <a:cubicBezTo>
                      <a:pt x="1925" y="7180"/>
                      <a:pt x="2134" y="7264"/>
                      <a:pt x="2342" y="7306"/>
                    </a:cubicBezTo>
                    <a:cubicBezTo>
                      <a:pt x="2593" y="7368"/>
                      <a:pt x="2885" y="7389"/>
                      <a:pt x="3072" y="7431"/>
                    </a:cubicBezTo>
                    <a:cubicBezTo>
                      <a:pt x="3698" y="7556"/>
                      <a:pt x="4366" y="7660"/>
                      <a:pt x="5012" y="7764"/>
                    </a:cubicBezTo>
                    <a:cubicBezTo>
                      <a:pt x="7259" y="8043"/>
                      <a:pt x="9517" y="8196"/>
                      <a:pt x="11779" y="8196"/>
                    </a:cubicBezTo>
                    <a:cubicBezTo>
                      <a:pt x="12561" y="8196"/>
                      <a:pt x="13344" y="8177"/>
                      <a:pt x="14127" y="8140"/>
                    </a:cubicBezTo>
                    <a:cubicBezTo>
                      <a:pt x="15524" y="8098"/>
                      <a:pt x="16901" y="7994"/>
                      <a:pt x="18299" y="7848"/>
                    </a:cubicBezTo>
                    <a:cubicBezTo>
                      <a:pt x="19592" y="7702"/>
                      <a:pt x="20885" y="7514"/>
                      <a:pt x="22157" y="7243"/>
                    </a:cubicBezTo>
                    <a:cubicBezTo>
                      <a:pt x="22303" y="7222"/>
                      <a:pt x="22449" y="7201"/>
                      <a:pt x="22595" y="7201"/>
                    </a:cubicBezTo>
                    <a:cubicBezTo>
                      <a:pt x="22622" y="7203"/>
                      <a:pt x="22649" y="7204"/>
                      <a:pt x="22676" y="7204"/>
                    </a:cubicBezTo>
                    <a:cubicBezTo>
                      <a:pt x="22916" y="7204"/>
                      <a:pt x="23133" y="7120"/>
                      <a:pt x="23283" y="6951"/>
                    </a:cubicBezTo>
                    <a:cubicBezTo>
                      <a:pt x="23409" y="6784"/>
                      <a:pt x="23471" y="6596"/>
                      <a:pt x="23492" y="6388"/>
                    </a:cubicBezTo>
                    <a:lnTo>
                      <a:pt x="23555" y="6137"/>
                    </a:lnTo>
                    <a:cubicBezTo>
                      <a:pt x="23784" y="4949"/>
                      <a:pt x="24014" y="3781"/>
                      <a:pt x="24264" y="2592"/>
                    </a:cubicBezTo>
                    <a:cubicBezTo>
                      <a:pt x="24347" y="2195"/>
                      <a:pt x="24431" y="1778"/>
                      <a:pt x="24514" y="1382"/>
                    </a:cubicBezTo>
                    <a:cubicBezTo>
                      <a:pt x="24556" y="1194"/>
                      <a:pt x="24556" y="1007"/>
                      <a:pt x="24514" y="819"/>
                    </a:cubicBezTo>
                    <a:cubicBezTo>
                      <a:pt x="24389" y="485"/>
                      <a:pt x="23492" y="214"/>
                      <a:pt x="23179" y="131"/>
                    </a:cubicBezTo>
                    <a:cubicBezTo>
                      <a:pt x="22693" y="44"/>
                      <a:pt x="22206" y="0"/>
                      <a:pt x="21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6"/>
              <p:cNvSpPr/>
              <p:nvPr/>
            </p:nvSpPr>
            <p:spPr>
              <a:xfrm>
                <a:off x="8803300" y="4218250"/>
                <a:ext cx="598650" cy="78750"/>
              </a:xfrm>
              <a:custGeom>
                <a:rect b="b" l="l" r="r" t="t"/>
                <a:pathLst>
                  <a:path extrusionOk="0" h="3150" w="23946">
                    <a:moveTo>
                      <a:pt x="11347" y="0"/>
                    </a:moveTo>
                    <a:cubicBezTo>
                      <a:pt x="11013" y="0"/>
                      <a:pt x="10659" y="21"/>
                      <a:pt x="10304" y="21"/>
                    </a:cubicBezTo>
                    <a:lnTo>
                      <a:pt x="8365" y="21"/>
                    </a:lnTo>
                    <a:cubicBezTo>
                      <a:pt x="8344" y="32"/>
                      <a:pt x="8318" y="37"/>
                      <a:pt x="8292" y="37"/>
                    </a:cubicBezTo>
                    <a:cubicBezTo>
                      <a:pt x="8265" y="37"/>
                      <a:pt x="8239" y="32"/>
                      <a:pt x="8219" y="21"/>
                    </a:cubicBezTo>
                    <a:cubicBezTo>
                      <a:pt x="8198" y="32"/>
                      <a:pt x="8182" y="37"/>
                      <a:pt x="8166" y="37"/>
                    </a:cubicBezTo>
                    <a:cubicBezTo>
                      <a:pt x="8151" y="37"/>
                      <a:pt x="8135" y="32"/>
                      <a:pt x="8114" y="21"/>
                    </a:cubicBezTo>
                    <a:lnTo>
                      <a:pt x="7843" y="21"/>
                    </a:lnTo>
                    <a:cubicBezTo>
                      <a:pt x="7655" y="42"/>
                      <a:pt x="7468" y="42"/>
                      <a:pt x="7259" y="63"/>
                    </a:cubicBezTo>
                    <a:lnTo>
                      <a:pt x="6571" y="63"/>
                    </a:lnTo>
                    <a:lnTo>
                      <a:pt x="5716" y="126"/>
                    </a:lnTo>
                    <a:lnTo>
                      <a:pt x="5570" y="146"/>
                    </a:lnTo>
                    <a:lnTo>
                      <a:pt x="5403" y="167"/>
                    </a:lnTo>
                    <a:cubicBezTo>
                      <a:pt x="4402" y="251"/>
                      <a:pt x="3505" y="376"/>
                      <a:pt x="2733" y="501"/>
                    </a:cubicBezTo>
                    <a:lnTo>
                      <a:pt x="2587" y="522"/>
                    </a:lnTo>
                    <a:lnTo>
                      <a:pt x="2441" y="564"/>
                    </a:lnTo>
                    <a:cubicBezTo>
                      <a:pt x="898" y="856"/>
                      <a:pt x="1" y="1189"/>
                      <a:pt x="1" y="1586"/>
                    </a:cubicBezTo>
                    <a:cubicBezTo>
                      <a:pt x="1" y="2024"/>
                      <a:pt x="1252" y="2441"/>
                      <a:pt x="3275" y="2733"/>
                    </a:cubicBezTo>
                    <a:cubicBezTo>
                      <a:pt x="3338" y="2754"/>
                      <a:pt x="3400" y="2754"/>
                      <a:pt x="3463" y="2774"/>
                    </a:cubicBezTo>
                    <a:cubicBezTo>
                      <a:pt x="3505" y="2774"/>
                      <a:pt x="3567" y="2795"/>
                      <a:pt x="3630" y="2795"/>
                    </a:cubicBezTo>
                    <a:cubicBezTo>
                      <a:pt x="3880" y="2816"/>
                      <a:pt x="4130" y="2858"/>
                      <a:pt x="4381" y="2879"/>
                    </a:cubicBezTo>
                    <a:cubicBezTo>
                      <a:pt x="4548" y="2900"/>
                      <a:pt x="4714" y="2920"/>
                      <a:pt x="4881" y="2941"/>
                    </a:cubicBezTo>
                    <a:cubicBezTo>
                      <a:pt x="5382" y="2983"/>
                      <a:pt x="5903" y="3046"/>
                      <a:pt x="6467" y="3066"/>
                    </a:cubicBezTo>
                    <a:lnTo>
                      <a:pt x="6633" y="3087"/>
                    </a:lnTo>
                    <a:lnTo>
                      <a:pt x="6800" y="3087"/>
                    </a:lnTo>
                    <a:cubicBezTo>
                      <a:pt x="6946" y="3108"/>
                      <a:pt x="7071" y="3108"/>
                      <a:pt x="7197" y="3108"/>
                    </a:cubicBezTo>
                    <a:lnTo>
                      <a:pt x="7468" y="3129"/>
                    </a:lnTo>
                    <a:lnTo>
                      <a:pt x="9241" y="3129"/>
                    </a:lnTo>
                    <a:lnTo>
                      <a:pt x="9616" y="3150"/>
                    </a:lnTo>
                    <a:lnTo>
                      <a:pt x="10033" y="3150"/>
                    </a:lnTo>
                    <a:cubicBezTo>
                      <a:pt x="10044" y="3139"/>
                      <a:pt x="10059" y="3134"/>
                      <a:pt x="10075" y="3134"/>
                    </a:cubicBezTo>
                    <a:cubicBezTo>
                      <a:pt x="10091" y="3134"/>
                      <a:pt x="10106" y="3139"/>
                      <a:pt x="10117" y="3150"/>
                    </a:cubicBezTo>
                    <a:lnTo>
                      <a:pt x="14643" y="3150"/>
                    </a:lnTo>
                    <a:cubicBezTo>
                      <a:pt x="14789" y="3150"/>
                      <a:pt x="14914" y="3129"/>
                      <a:pt x="15060" y="3129"/>
                    </a:cubicBezTo>
                    <a:lnTo>
                      <a:pt x="15560" y="3129"/>
                    </a:lnTo>
                    <a:cubicBezTo>
                      <a:pt x="16019" y="3108"/>
                      <a:pt x="16457" y="3087"/>
                      <a:pt x="16895" y="3066"/>
                    </a:cubicBezTo>
                    <a:cubicBezTo>
                      <a:pt x="16916" y="3056"/>
                      <a:pt x="16937" y="3051"/>
                      <a:pt x="16958" y="3051"/>
                    </a:cubicBezTo>
                    <a:cubicBezTo>
                      <a:pt x="16979" y="3051"/>
                      <a:pt x="17000" y="3056"/>
                      <a:pt x="17020" y="3066"/>
                    </a:cubicBezTo>
                    <a:lnTo>
                      <a:pt x="17187" y="3046"/>
                    </a:lnTo>
                    <a:lnTo>
                      <a:pt x="17563" y="3046"/>
                    </a:lnTo>
                    <a:lnTo>
                      <a:pt x="17709" y="3025"/>
                    </a:lnTo>
                    <a:cubicBezTo>
                      <a:pt x="19002" y="2941"/>
                      <a:pt x="20316" y="2774"/>
                      <a:pt x="21588" y="2545"/>
                    </a:cubicBezTo>
                    <a:cubicBezTo>
                      <a:pt x="21651" y="2545"/>
                      <a:pt x="21713" y="2524"/>
                      <a:pt x="21755" y="2524"/>
                    </a:cubicBezTo>
                    <a:lnTo>
                      <a:pt x="21943" y="2482"/>
                    </a:lnTo>
                    <a:cubicBezTo>
                      <a:pt x="23194" y="2211"/>
                      <a:pt x="23945" y="1898"/>
                      <a:pt x="23945" y="1544"/>
                    </a:cubicBezTo>
                    <a:cubicBezTo>
                      <a:pt x="23945" y="1252"/>
                      <a:pt x="23361" y="960"/>
                      <a:pt x="22381" y="710"/>
                    </a:cubicBezTo>
                    <a:cubicBezTo>
                      <a:pt x="22339" y="710"/>
                      <a:pt x="22277" y="689"/>
                      <a:pt x="22235" y="689"/>
                    </a:cubicBezTo>
                    <a:cubicBezTo>
                      <a:pt x="22193" y="668"/>
                      <a:pt x="22131" y="668"/>
                      <a:pt x="22089" y="647"/>
                    </a:cubicBezTo>
                    <a:cubicBezTo>
                      <a:pt x="20858" y="397"/>
                      <a:pt x="19628" y="230"/>
                      <a:pt x="18397" y="126"/>
                    </a:cubicBezTo>
                    <a:cubicBezTo>
                      <a:pt x="18335" y="126"/>
                      <a:pt x="18293" y="126"/>
                      <a:pt x="18230" y="105"/>
                    </a:cubicBezTo>
                    <a:lnTo>
                      <a:pt x="17855" y="105"/>
                    </a:lnTo>
                    <a:cubicBezTo>
                      <a:pt x="17813" y="105"/>
                      <a:pt x="17751" y="105"/>
                      <a:pt x="17709" y="84"/>
                    </a:cubicBezTo>
                    <a:cubicBezTo>
                      <a:pt x="17688" y="94"/>
                      <a:pt x="17667" y="99"/>
                      <a:pt x="17649" y="99"/>
                    </a:cubicBezTo>
                    <a:cubicBezTo>
                      <a:pt x="17631" y="99"/>
                      <a:pt x="17615" y="94"/>
                      <a:pt x="17604" y="84"/>
                    </a:cubicBezTo>
                    <a:lnTo>
                      <a:pt x="17292" y="84"/>
                    </a:lnTo>
                    <a:cubicBezTo>
                      <a:pt x="16812" y="63"/>
                      <a:pt x="16311" y="21"/>
                      <a:pt x="15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6"/>
              <p:cNvSpPr/>
              <p:nvPr/>
            </p:nvSpPr>
            <p:spPr>
              <a:xfrm>
                <a:off x="8813925" y="4282750"/>
                <a:ext cx="405500" cy="41400"/>
              </a:xfrm>
              <a:custGeom>
                <a:rect b="b" l="l" r="r" t="t"/>
                <a:pathLst>
                  <a:path extrusionOk="0" h="1656" w="16220">
                    <a:moveTo>
                      <a:pt x="125" y="1"/>
                    </a:moveTo>
                    <a:cubicBezTo>
                      <a:pt x="28" y="1"/>
                      <a:pt x="1" y="159"/>
                      <a:pt x="76" y="215"/>
                    </a:cubicBezTo>
                    <a:cubicBezTo>
                      <a:pt x="493" y="486"/>
                      <a:pt x="973" y="674"/>
                      <a:pt x="1453" y="778"/>
                    </a:cubicBezTo>
                    <a:cubicBezTo>
                      <a:pt x="1953" y="904"/>
                      <a:pt x="2433" y="1008"/>
                      <a:pt x="2934" y="1112"/>
                    </a:cubicBezTo>
                    <a:cubicBezTo>
                      <a:pt x="3956" y="1300"/>
                      <a:pt x="4978" y="1425"/>
                      <a:pt x="6021" y="1508"/>
                    </a:cubicBezTo>
                    <a:cubicBezTo>
                      <a:pt x="7303" y="1608"/>
                      <a:pt x="8593" y="1656"/>
                      <a:pt x="9881" y="1656"/>
                    </a:cubicBezTo>
                    <a:cubicBezTo>
                      <a:pt x="10751" y="1656"/>
                      <a:pt x="11620" y="1634"/>
                      <a:pt x="12487" y="1592"/>
                    </a:cubicBezTo>
                    <a:cubicBezTo>
                      <a:pt x="13655" y="1529"/>
                      <a:pt x="14823" y="1467"/>
                      <a:pt x="15991" y="1383"/>
                    </a:cubicBezTo>
                    <a:cubicBezTo>
                      <a:pt x="16214" y="1363"/>
                      <a:pt x="16220" y="1007"/>
                      <a:pt x="16009" y="1007"/>
                    </a:cubicBezTo>
                    <a:cubicBezTo>
                      <a:pt x="16003" y="1007"/>
                      <a:pt x="15997" y="1007"/>
                      <a:pt x="15991" y="1008"/>
                    </a:cubicBezTo>
                    <a:cubicBezTo>
                      <a:pt x="13760" y="1142"/>
                      <a:pt x="11518" y="1289"/>
                      <a:pt x="9279" y="1289"/>
                    </a:cubicBezTo>
                    <a:cubicBezTo>
                      <a:pt x="7352" y="1289"/>
                      <a:pt x="5428" y="1180"/>
                      <a:pt x="3518" y="862"/>
                    </a:cubicBezTo>
                    <a:cubicBezTo>
                      <a:pt x="2371" y="695"/>
                      <a:pt x="1244" y="403"/>
                      <a:pt x="160" y="7"/>
                    </a:cubicBezTo>
                    <a:cubicBezTo>
                      <a:pt x="147" y="3"/>
                      <a:pt x="136"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6"/>
              <p:cNvSpPr/>
              <p:nvPr/>
            </p:nvSpPr>
            <p:spPr>
              <a:xfrm>
                <a:off x="9235575" y="4282375"/>
                <a:ext cx="150725" cy="29850"/>
              </a:xfrm>
              <a:custGeom>
                <a:rect b="b" l="l" r="r" t="t"/>
                <a:pathLst>
                  <a:path extrusionOk="0" h="1194" w="6029">
                    <a:moveTo>
                      <a:pt x="5841" y="1"/>
                    </a:moveTo>
                    <a:cubicBezTo>
                      <a:pt x="5632" y="22"/>
                      <a:pt x="5424" y="84"/>
                      <a:pt x="5236" y="189"/>
                    </a:cubicBezTo>
                    <a:cubicBezTo>
                      <a:pt x="5048" y="272"/>
                      <a:pt x="4840" y="335"/>
                      <a:pt x="4631" y="418"/>
                    </a:cubicBezTo>
                    <a:cubicBezTo>
                      <a:pt x="4214" y="543"/>
                      <a:pt x="3797" y="668"/>
                      <a:pt x="3359" y="752"/>
                    </a:cubicBezTo>
                    <a:cubicBezTo>
                      <a:pt x="2274" y="919"/>
                      <a:pt x="1190" y="1002"/>
                      <a:pt x="84" y="1023"/>
                    </a:cubicBezTo>
                    <a:cubicBezTo>
                      <a:pt x="1" y="1044"/>
                      <a:pt x="1" y="1169"/>
                      <a:pt x="84" y="1190"/>
                    </a:cubicBezTo>
                    <a:cubicBezTo>
                      <a:pt x="225" y="1192"/>
                      <a:pt x="365" y="1194"/>
                      <a:pt x="505" y="1194"/>
                    </a:cubicBezTo>
                    <a:cubicBezTo>
                      <a:pt x="1487" y="1194"/>
                      <a:pt x="2454" y="1130"/>
                      <a:pt x="3421" y="1002"/>
                    </a:cubicBezTo>
                    <a:cubicBezTo>
                      <a:pt x="3901" y="939"/>
                      <a:pt x="4360" y="835"/>
                      <a:pt x="4798" y="710"/>
                    </a:cubicBezTo>
                    <a:cubicBezTo>
                      <a:pt x="5173" y="606"/>
                      <a:pt x="5716" y="522"/>
                      <a:pt x="5966" y="209"/>
                    </a:cubicBezTo>
                    <a:cubicBezTo>
                      <a:pt x="6028" y="126"/>
                      <a:pt x="5924" y="1"/>
                      <a:pt x="5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6"/>
              <p:cNvSpPr/>
              <p:nvPr/>
            </p:nvSpPr>
            <p:spPr>
              <a:xfrm>
                <a:off x="8952425" y="4681800"/>
                <a:ext cx="277450" cy="25700"/>
              </a:xfrm>
              <a:custGeom>
                <a:rect b="b" l="l" r="r" t="t"/>
                <a:pathLst>
                  <a:path extrusionOk="0" h="1028" w="11098">
                    <a:moveTo>
                      <a:pt x="10868" y="1"/>
                    </a:moveTo>
                    <a:cubicBezTo>
                      <a:pt x="10659" y="1"/>
                      <a:pt x="10451" y="63"/>
                      <a:pt x="10242" y="147"/>
                    </a:cubicBezTo>
                    <a:cubicBezTo>
                      <a:pt x="10033" y="188"/>
                      <a:pt x="9825" y="251"/>
                      <a:pt x="9616" y="293"/>
                    </a:cubicBezTo>
                    <a:cubicBezTo>
                      <a:pt x="9178" y="397"/>
                      <a:pt x="8719" y="480"/>
                      <a:pt x="8261" y="522"/>
                    </a:cubicBezTo>
                    <a:cubicBezTo>
                      <a:pt x="7611" y="599"/>
                      <a:pt x="6950" y="642"/>
                      <a:pt x="6286" y="642"/>
                    </a:cubicBezTo>
                    <a:cubicBezTo>
                      <a:pt x="6054" y="642"/>
                      <a:pt x="5822" y="637"/>
                      <a:pt x="5591" y="626"/>
                    </a:cubicBezTo>
                    <a:cubicBezTo>
                      <a:pt x="4715" y="606"/>
                      <a:pt x="3839" y="543"/>
                      <a:pt x="2942" y="460"/>
                    </a:cubicBezTo>
                    <a:cubicBezTo>
                      <a:pt x="2024" y="376"/>
                      <a:pt x="1065" y="355"/>
                      <a:pt x="126" y="209"/>
                    </a:cubicBezTo>
                    <a:cubicBezTo>
                      <a:pt x="43" y="209"/>
                      <a:pt x="1" y="334"/>
                      <a:pt x="84" y="376"/>
                    </a:cubicBezTo>
                    <a:lnTo>
                      <a:pt x="84" y="355"/>
                    </a:lnTo>
                    <a:cubicBezTo>
                      <a:pt x="981" y="606"/>
                      <a:pt x="1899" y="772"/>
                      <a:pt x="2838" y="835"/>
                    </a:cubicBezTo>
                    <a:cubicBezTo>
                      <a:pt x="3776" y="918"/>
                      <a:pt x="4715" y="1002"/>
                      <a:pt x="5653" y="1023"/>
                    </a:cubicBezTo>
                    <a:cubicBezTo>
                      <a:pt x="5810" y="1026"/>
                      <a:pt x="5966" y="1028"/>
                      <a:pt x="6121" y="1028"/>
                    </a:cubicBezTo>
                    <a:cubicBezTo>
                      <a:pt x="6898" y="1028"/>
                      <a:pt x="7666" y="984"/>
                      <a:pt x="8448" y="898"/>
                    </a:cubicBezTo>
                    <a:cubicBezTo>
                      <a:pt x="8886" y="835"/>
                      <a:pt x="9345" y="772"/>
                      <a:pt x="9783" y="668"/>
                    </a:cubicBezTo>
                    <a:cubicBezTo>
                      <a:pt x="10159" y="585"/>
                      <a:pt x="10680" y="522"/>
                      <a:pt x="10972" y="251"/>
                    </a:cubicBezTo>
                    <a:cubicBezTo>
                      <a:pt x="11097" y="168"/>
                      <a:pt x="10993" y="1"/>
                      <a:pt x="10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6"/>
              <p:cNvSpPr/>
              <p:nvPr/>
            </p:nvSpPr>
            <p:spPr>
              <a:xfrm>
                <a:off x="8827300" y="2694875"/>
                <a:ext cx="271175" cy="222400"/>
              </a:xfrm>
              <a:custGeom>
                <a:rect b="b" l="l" r="r" t="t"/>
                <a:pathLst>
                  <a:path extrusionOk="0" h="8896" w="10847">
                    <a:moveTo>
                      <a:pt x="9220" y="1"/>
                    </a:moveTo>
                    <a:cubicBezTo>
                      <a:pt x="9158" y="1"/>
                      <a:pt x="9095" y="4"/>
                      <a:pt x="9031" y="11"/>
                    </a:cubicBezTo>
                    <a:cubicBezTo>
                      <a:pt x="8468" y="73"/>
                      <a:pt x="7905" y="261"/>
                      <a:pt x="7425" y="574"/>
                    </a:cubicBezTo>
                    <a:cubicBezTo>
                      <a:pt x="4026" y="2347"/>
                      <a:pt x="1001" y="5100"/>
                      <a:pt x="0" y="8896"/>
                    </a:cubicBezTo>
                    <a:cubicBezTo>
                      <a:pt x="918" y="8354"/>
                      <a:pt x="2023" y="8062"/>
                      <a:pt x="3004" y="7686"/>
                    </a:cubicBezTo>
                    <a:lnTo>
                      <a:pt x="5653" y="6643"/>
                    </a:lnTo>
                    <a:cubicBezTo>
                      <a:pt x="6841" y="6184"/>
                      <a:pt x="8051" y="5705"/>
                      <a:pt x="9052" y="4912"/>
                    </a:cubicBezTo>
                    <a:cubicBezTo>
                      <a:pt x="10033" y="4120"/>
                      <a:pt x="10825" y="2952"/>
                      <a:pt x="10825" y="1700"/>
                    </a:cubicBezTo>
                    <a:cubicBezTo>
                      <a:pt x="10846" y="1325"/>
                      <a:pt x="10742" y="970"/>
                      <a:pt x="10554" y="657"/>
                    </a:cubicBezTo>
                    <a:cubicBezTo>
                      <a:pt x="10238" y="229"/>
                      <a:pt x="9739" y="1"/>
                      <a:pt x="9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6"/>
              <p:cNvSpPr/>
              <p:nvPr/>
            </p:nvSpPr>
            <p:spPr>
              <a:xfrm>
                <a:off x="8821550" y="2922125"/>
                <a:ext cx="286300" cy="197975"/>
              </a:xfrm>
              <a:custGeom>
                <a:rect b="b" l="l" r="r" t="t"/>
                <a:pathLst>
                  <a:path extrusionOk="0" h="7919" w="11452">
                    <a:moveTo>
                      <a:pt x="9347" y="1"/>
                    </a:moveTo>
                    <a:cubicBezTo>
                      <a:pt x="8624" y="1"/>
                      <a:pt x="7906" y="285"/>
                      <a:pt x="7238" y="619"/>
                    </a:cubicBezTo>
                    <a:cubicBezTo>
                      <a:pt x="5549" y="1433"/>
                      <a:pt x="4026" y="2580"/>
                      <a:pt x="2754" y="3957"/>
                    </a:cubicBezTo>
                    <a:cubicBezTo>
                      <a:pt x="2274" y="4478"/>
                      <a:pt x="1" y="7648"/>
                      <a:pt x="1419" y="7899"/>
                    </a:cubicBezTo>
                    <a:cubicBezTo>
                      <a:pt x="1491" y="7912"/>
                      <a:pt x="1569" y="7919"/>
                      <a:pt x="1651" y="7919"/>
                    </a:cubicBezTo>
                    <a:cubicBezTo>
                      <a:pt x="2573" y="7919"/>
                      <a:pt x="4093" y="7122"/>
                      <a:pt x="4840" y="6835"/>
                    </a:cubicBezTo>
                    <a:cubicBezTo>
                      <a:pt x="5987" y="6397"/>
                      <a:pt x="7071" y="5875"/>
                      <a:pt x="8156" y="5291"/>
                    </a:cubicBezTo>
                    <a:cubicBezTo>
                      <a:pt x="9199" y="4728"/>
                      <a:pt x="10242" y="4040"/>
                      <a:pt x="10930" y="3060"/>
                    </a:cubicBezTo>
                    <a:cubicBezTo>
                      <a:pt x="11285" y="2622"/>
                      <a:pt x="11452" y="2038"/>
                      <a:pt x="11410" y="1454"/>
                    </a:cubicBezTo>
                    <a:cubicBezTo>
                      <a:pt x="11264" y="640"/>
                      <a:pt x="10429" y="77"/>
                      <a:pt x="9616" y="14"/>
                    </a:cubicBezTo>
                    <a:cubicBezTo>
                      <a:pt x="9526" y="5"/>
                      <a:pt x="9436"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6"/>
              <p:cNvSpPr/>
              <p:nvPr/>
            </p:nvSpPr>
            <p:spPr>
              <a:xfrm>
                <a:off x="8607250" y="2631900"/>
                <a:ext cx="211200" cy="281925"/>
              </a:xfrm>
              <a:custGeom>
                <a:rect b="b" l="l" r="r" t="t"/>
                <a:pathLst>
                  <a:path extrusionOk="0" h="11277" w="8448">
                    <a:moveTo>
                      <a:pt x="1373" y="0"/>
                    </a:moveTo>
                    <a:cubicBezTo>
                      <a:pt x="1136" y="0"/>
                      <a:pt x="905" y="59"/>
                      <a:pt x="688" y="194"/>
                    </a:cubicBezTo>
                    <a:cubicBezTo>
                      <a:pt x="230" y="527"/>
                      <a:pt x="0" y="1090"/>
                      <a:pt x="84" y="1674"/>
                    </a:cubicBezTo>
                    <a:cubicBezTo>
                      <a:pt x="167" y="2217"/>
                      <a:pt x="355" y="2759"/>
                      <a:pt x="647" y="3239"/>
                    </a:cubicBezTo>
                    <a:cubicBezTo>
                      <a:pt x="1585" y="4991"/>
                      <a:pt x="2774" y="6618"/>
                      <a:pt x="4130" y="8078"/>
                    </a:cubicBezTo>
                    <a:cubicBezTo>
                      <a:pt x="4957" y="8945"/>
                      <a:pt x="6956" y="11277"/>
                      <a:pt x="8313" y="11277"/>
                    </a:cubicBezTo>
                    <a:cubicBezTo>
                      <a:pt x="8358" y="11277"/>
                      <a:pt x="8403" y="11274"/>
                      <a:pt x="8448" y="11269"/>
                    </a:cubicBezTo>
                    <a:cubicBezTo>
                      <a:pt x="7196" y="7619"/>
                      <a:pt x="6070" y="3802"/>
                      <a:pt x="3296" y="986"/>
                    </a:cubicBezTo>
                    <a:cubicBezTo>
                      <a:pt x="2770" y="476"/>
                      <a:pt x="2050" y="0"/>
                      <a:pt x="1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6"/>
              <p:cNvSpPr/>
              <p:nvPr/>
            </p:nvSpPr>
            <p:spPr>
              <a:xfrm>
                <a:off x="8602550" y="2932225"/>
                <a:ext cx="250575" cy="190325"/>
              </a:xfrm>
              <a:custGeom>
                <a:rect b="b" l="l" r="r" t="t"/>
                <a:pathLst>
                  <a:path extrusionOk="0" h="7613" w="10023">
                    <a:moveTo>
                      <a:pt x="1795" y="1"/>
                    </a:moveTo>
                    <a:cubicBezTo>
                      <a:pt x="1272" y="1"/>
                      <a:pt x="775" y="140"/>
                      <a:pt x="438" y="528"/>
                    </a:cubicBezTo>
                    <a:cubicBezTo>
                      <a:pt x="0" y="1029"/>
                      <a:pt x="0" y="1801"/>
                      <a:pt x="272" y="2385"/>
                    </a:cubicBezTo>
                    <a:cubicBezTo>
                      <a:pt x="564" y="2969"/>
                      <a:pt x="1002" y="3490"/>
                      <a:pt x="1523" y="3886"/>
                    </a:cubicBezTo>
                    <a:cubicBezTo>
                      <a:pt x="3379" y="5409"/>
                      <a:pt x="5528" y="6556"/>
                      <a:pt x="7822" y="7244"/>
                    </a:cubicBezTo>
                    <a:cubicBezTo>
                      <a:pt x="8358" y="7410"/>
                      <a:pt x="8972" y="7612"/>
                      <a:pt x="9376" y="7612"/>
                    </a:cubicBezTo>
                    <a:cubicBezTo>
                      <a:pt x="9835" y="7612"/>
                      <a:pt x="10022" y="7350"/>
                      <a:pt x="9512" y="6473"/>
                    </a:cubicBezTo>
                    <a:cubicBezTo>
                      <a:pt x="8844" y="5284"/>
                      <a:pt x="8093" y="4178"/>
                      <a:pt x="7238" y="3135"/>
                    </a:cubicBezTo>
                    <a:cubicBezTo>
                      <a:pt x="6028" y="1759"/>
                      <a:pt x="4527" y="591"/>
                      <a:pt x="2754" y="132"/>
                    </a:cubicBezTo>
                    <a:cubicBezTo>
                      <a:pt x="2445" y="53"/>
                      <a:pt x="2115" y="1"/>
                      <a:pt x="1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6"/>
              <p:cNvSpPr/>
              <p:nvPr/>
            </p:nvSpPr>
            <p:spPr>
              <a:xfrm>
                <a:off x="8918025" y="3070050"/>
                <a:ext cx="213800" cy="264375"/>
              </a:xfrm>
              <a:custGeom>
                <a:rect b="b" l="l" r="r" t="t"/>
                <a:pathLst>
                  <a:path extrusionOk="0" h="10575" w="8552">
                    <a:moveTo>
                      <a:pt x="7280" y="0"/>
                    </a:moveTo>
                    <a:cubicBezTo>
                      <a:pt x="6195" y="0"/>
                      <a:pt x="5152" y="355"/>
                      <a:pt x="4318" y="1043"/>
                    </a:cubicBezTo>
                    <a:cubicBezTo>
                      <a:pt x="3484" y="1710"/>
                      <a:pt x="2774" y="2503"/>
                      <a:pt x="2211" y="3400"/>
                    </a:cubicBezTo>
                    <a:cubicBezTo>
                      <a:pt x="605" y="5736"/>
                      <a:pt x="0" y="7780"/>
                      <a:pt x="0" y="10575"/>
                    </a:cubicBezTo>
                    <a:cubicBezTo>
                      <a:pt x="334" y="9907"/>
                      <a:pt x="1210" y="9136"/>
                      <a:pt x="1815" y="8656"/>
                    </a:cubicBezTo>
                    <a:cubicBezTo>
                      <a:pt x="2316" y="8281"/>
                      <a:pt x="2837" y="7926"/>
                      <a:pt x="3379" y="7592"/>
                    </a:cubicBezTo>
                    <a:cubicBezTo>
                      <a:pt x="4652" y="6779"/>
                      <a:pt x="5986" y="5986"/>
                      <a:pt x="6967" y="4818"/>
                    </a:cubicBezTo>
                    <a:cubicBezTo>
                      <a:pt x="7947" y="3671"/>
                      <a:pt x="8552" y="2065"/>
                      <a:pt x="8114" y="626"/>
                    </a:cubicBezTo>
                    <a:cubicBezTo>
                      <a:pt x="8072" y="459"/>
                      <a:pt x="7989" y="313"/>
                      <a:pt x="7864" y="188"/>
                    </a:cubicBezTo>
                    <a:cubicBezTo>
                      <a:pt x="7697" y="63"/>
                      <a:pt x="7488" y="0"/>
                      <a:pt x="7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6"/>
              <p:cNvSpPr/>
              <p:nvPr/>
            </p:nvSpPr>
            <p:spPr>
              <a:xfrm>
                <a:off x="9355000" y="2794100"/>
                <a:ext cx="213800" cy="263975"/>
              </a:xfrm>
              <a:custGeom>
                <a:rect b="b" l="l" r="r" t="t"/>
                <a:pathLst>
                  <a:path extrusionOk="0" h="10559" w="8552">
                    <a:moveTo>
                      <a:pt x="7359" y="1"/>
                    </a:moveTo>
                    <a:cubicBezTo>
                      <a:pt x="7332" y="1"/>
                      <a:pt x="7306" y="2"/>
                      <a:pt x="7279" y="5"/>
                    </a:cubicBezTo>
                    <a:cubicBezTo>
                      <a:pt x="7251" y="4"/>
                      <a:pt x="7223" y="4"/>
                      <a:pt x="7195" y="4"/>
                    </a:cubicBezTo>
                    <a:cubicBezTo>
                      <a:pt x="6160" y="4"/>
                      <a:pt x="5130" y="377"/>
                      <a:pt x="4318" y="1047"/>
                    </a:cubicBezTo>
                    <a:cubicBezTo>
                      <a:pt x="3504" y="1715"/>
                      <a:pt x="2795" y="2507"/>
                      <a:pt x="2211" y="3404"/>
                    </a:cubicBezTo>
                    <a:cubicBezTo>
                      <a:pt x="605" y="5720"/>
                      <a:pt x="0" y="7764"/>
                      <a:pt x="0" y="10558"/>
                    </a:cubicBezTo>
                    <a:cubicBezTo>
                      <a:pt x="355" y="9891"/>
                      <a:pt x="1231" y="9119"/>
                      <a:pt x="1836" y="8660"/>
                    </a:cubicBezTo>
                    <a:cubicBezTo>
                      <a:pt x="2336" y="8264"/>
                      <a:pt x="2878" y="7910"/>
                      <a:pt x="3400" y="7576"/>
                    </a:cubicBezTo>
                    <a:cubicBezTo>
                      <a:pt x="4672" y="6762"/>
                      <a:pt x="5986" y="5970"/>
                      <a:pt x="6987" y="4823"/>
                    </a:cubicBezTo>
                    <a:cubicBezTo>
                      <a:pt x="7968" y="3655"/>
                      <a:pt x="8552" y="2069"/>
                      <a:pt x="8114" y="609"/>
                    </a:cubicBezTo>
                    <a:cubicBezTo>
                      <a:pt x="8072" y="443"/>
                      <a:pt x="7989" y="297"/>
                      <a:pt x="7863" y="171"/>
                    </a:cubicBezTo>
                    <a:cubicBezTo>
                      <a:pt x="7718" y="62"/>
                      <a:pt x="7540" y="1"/>
                      <a:pt x="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6"/>
              <p:cNvSpPr/>
              <p:nvPr/>
            </p:nvSpPr>
            <p:spPr>
              <a:xfrm>
                <a:off x="8590550" y="3124400"/>
                <a:ext cx="309775" cy="168175"/>
              </a:xfrm>
              <a:custGeom>
                <a:rect b="b" l="l" r="r" t="t"/>
                <a:pathLst>
                  <a:path extrusionOk="0" h="6727" w="12391">
                    <a:moveTo>
                      <a:pt x="2567" y="1"/>
                    </a:moveTo>
                    <a:cubicBezTo>
                      <a:pt x="2241" y="1"/>
                      <a:pt x="1918" y="49"/>
                      <a:pt x="1607" y="162"/>
                    </a:cubicBezTo>
                    <a:cubicBezTo>
                      <a:pt x="689" y="496"/>
                      <a:pt x="1" y="1539"/>
                      <a:pt x="334" y="2457"/>
                    </a:cubicBezTo>
                    <a:cubicBezTo>
                      <a:pt x="522" y="2999"/>
                      <a:pt x="1023" y="3374"/>
                      <a:pt x="1502" y="3687"/>
                    </a:cubicBezTo>
                    <a:cubicBezTo>
                      <a:pt x="4002" y="5320"/>
                      <a:pt x="7060" y="6727"/>
                      <a:pt x="10104" y="6727"/>
                    </a:cubicBezTo>
                    <a:cubicBezTo>
                      <a:pt x="10870" y="6727"/>
                      <a:pt x="11635" y="6637"/>
                      <a:pt x="12390" y="6440"/>
                    </a:cubicBezTo>
                    <a:cubicBezTo>
                      <a:pt x="9491" y="4813"/>
                      <a:pt x="7489" y="1768"/>
                      <a:pt x="4443" y="433"/>
                    </a:cubicBezTo>
                    <a:cubicBezTo>
                      <a:pt x="3850" y="185"/>
                      <a:pt x="3203" y="1"/>
                      <a:pt x="25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6"/>
              <p:cNvSpPr/>
              <p:nvPr/>
            </p:nvSpPr>
            <p:spPr>
              <a:xfrm>
                <a:off x="9194375" y="3377975"/>
                <a:ext cx="204450" cy="110800"/>
              </a:xfrm>
              <a:custGeom>
                <a:rect b="b" l="l" r="r" t="t"/>
                <a:pathLst>
                  <a:path extrusionOk="0" h="4432" w="8178">
                    <a:moveTo>
                      <a:pt x="1708" y="1"/>
                    </a:moveTo>
                    <a:cubicBezTo>
                      <a:pt x="1490" y="1"/>
                      <a:pt x="1273" y="35"/>
                      <a:pt x="1065" y="114"/>
                    </a:cubicBezTo>
                    <a:cubicBezTo>
                      <a:pt x="460" y="323"/>
                      <a:pt x="1" y="1011"/>
                      <a:pt x="230" y="1616"/>
                    </a:cubicBezTo>
                    <a:cubicBezTo>
                      <a:pt x="397" y="1971"/>
                      <a:pt x="668" y="2242"/>
                      <a:pt x="1002" y="2429"/>
                    </a:cubicBezTo>
                    <a:cubicBezTo>
                      <a:pt x="2654" y="3497"/>
                      <a:pt x="4666" y="4432"/>
                      <a:pt x="6676" y="4432"/>
                    </a:cubicBezTo>
                    <a:cubicBezTo>
                      <a:pt x="7178" y="4432"/>
                      <a:pt x="7681" y="4373"/>
                      <a:pt x="8177" y="4244"/>
                    </a:cubicBezTo>
                    <a:cubicBezTo>
                      <a:pt x="6258" y="3159"/>
                      <a:pt x="4944" y="1178"/>
                      <a:pt x="2921" y="302"/>
                    </a:cubicBezTo>
                    <a:cubicBezTo>
                      <a:pt x="2539" y="124"/>
                      <a:pt x="2120"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6"/>
              <p:cNvSpPr/>
              <p:nvPr/>
            </p:nvSpPr>
            <p:spPr>
              <a:xfrm>
                <a:off x="9176125" y="3514300"/>
                <a:ext cx="161150" cy="161150"/>
              </a:xfrm>
              <a:custGeom>
                <a:rect b="b" l="l" r="r" t="t"/>
                <a:pathLst>
                  <a:path extrusionOk="0" h="6446" w="6446">
                    <a:moveTo>
                      <a:pt x="1275" y="0"/>
                    </a:moveTo>
                    <a:cubicBezTo>
                      <a:pt x="661" y="0"/>
                      <a:pt x="1" y="473"/>
                      <a:pt x="1" y="1106"/>
                    </a:cubicBezTo>
                    <a:cubicBezTo>
                      <a:pt x="22" y="1482"/>
                      <a:pt x="168" y="1857"/>
                      <a:pt x="418" y="2149"/>
                    </a:cubicBezTo>
                    <a:cubicBezTo>
                      <a:pt x="1857" y="4151"/>
                      <a:pt x="3901" y="6154"/>
                      <a:pt x="6446" y="6446"/>
                    </a:cubicBezTo>
                    <a:cubicBezTo>
                      <a:pt x="5048" y="4735"/>
                      <a:pt x="4569" y="2399"/>
                      <a:pt x="3004" y="856"/>
                    </a:cubicBezTo>
                    <a:cubicBezTo>
                      <a:pt x="2545" y="397"/>
                      <a:pt x="1961" y="22"/>
                      <a:pt x="1315" y="1"/>
                    </a:cubicBezTo>
                    <a:cubicBezTo>
                      <a:pt x="1302" y="0"/>
                      <a:pt x="1289"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6"/>
              <p:cNvSpPr/>
              <p:nvPr/>
            </p:nvSpPr>
            <p:spPr>
              <a:xfrm>
                <a:off x="8696925" y="3376625"/>
                <a:ext cx="293075" cy="116850"/>
              </a:xfrm>
              <a:custGeom>
                <a:rect b="b" l="l" r="r" t="t"/>
                <a:pathLst>
                  <a:path extrusionOk="0" h="4674" w="11723">
                    <a:moveTo>
                      <a:pt x="2028" y="0"/>
                    </a:moveTo>
                    <a:cubicBezTo>
                      <a:pt x="1236" y="0"/>
                      <a:pt x="326" y="241"/>
                      <a:pt x="126" y="982"/>
                    </a:cubicBezTo>
                    <a:cubicBezTo>
                      <a:pt x="1" y="1482"/>
                      <a:pt x="168" y="2004"/>
                      <a:pt x="543" y="2358"/>
                    </a:cubicBezTo>
                    <a:cubicBezTo>
                      <a:pt x="1169" y="3005"/>
                      <a:pt x="2107" y="3255"/>
                      <a:pt x="2983" y="3443"/>
                    </a:cubicBezTo>
                    <a:cubicBezTo>
                      <a:pt x="5883" y="4110"/>
                      <a:pt x="8740" y="4632"/>
                      <a:pt x="11723" y="4673"/>
                    </a:cubicBezTo>
                    <a:cubicBezTo>
                      <a:pt x="10972" y="4131"/>
                      <a:pt x="10283" y="3505"/>
                      <a:pt x="9658" y="2817"/>
                    </a:cubicBezTo>
                    <a:cubicBezTo>
                      <a:pt x="9011" y="2150"/>
                      <a:pt x="8302" y="1816"/>
                      <a:pt x="7426" y="1461"/>
                    </a:cubicBezTo>
                    <a:cubicBezTo>
                      <a:pt x="5716" y="752"/>
                      <a:pt x="3964" y="43"/>
                      <a:pt x="2128" y="1"/>
                    </a:cubicBezTo>
                    <a:cubicBezTo>
                      <a:pt x="2095" y="1"/>
                      <a:pt x="2062" y="0"/>
                      <a:pt x="2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6"/>
              <p:cNvSpPr/>
              <p:nvPr/>
            </p:nvSpPr>
            <p:spPr>
              <a:xfrm>
                <a:off x="9116700" y="2971975"/>
                <a:ext cx="247700" cy="99125"/>
              </a:xfrm>
              <a:custGeom>
                <a:rect b="b" l="l" r="r" t="t"/>
                <a:pathLst>
                  <a:path extrusionOk="0" h="3965" w="9908">
                    <a:moveTo>
                      <a:pt x="1701" y="1"/>
                    </a:moveTo>
                    <a:cubicBezTo>
                      <a:pt x="1034" y="1"/>
                      <a:pt x="283" y="218"/>
                      <a:pt x="84" y="836"/>
                    </a:cubicBezTo>
                    <a:cubicBezTo>
                      <a:pt x="0" y="1253"/>
                      <a:pt x="146" y="1691"/>
                      <a:pt x="459" y="1983"/>
                    </a:cubicBezTo>
                    <a:cubicBezTo>
                      <a:pt x="980" y="2547"/>
                      <a:pt x="1773" y="2755"/>
                      <a:pt x="2524" y="2922"/>
                    </a:cubicBezTo>
                    <a:cubicBezTo>
                      <a:pt x="4964" y="3485"/>
                      <a:pt x="7405" y="3923"/>
                      <a:pt x="9907" y="3965"/>
                    </a:cubicBezTo>
                    <a:cubicBezTo>
                      <a:pt x="9261" y="3506"/>
                      <a:pt x="8698" y="2985"/>
                      <a:pt x="8176" y="2401"/>
                    </a:cubicBezTo>
                    <a:cubicBezTo>
                      <a:pt x="7634" y="1817"/>
                      <a:pt x="7008" y="1545"/>
                      <a:pt x="6278" y="1233"/>
                    </a:cubicBezTo>
                    <a:cubicBezTo>
                      <a:pt x="4818" y="649"/>
                      <a:pt x="3337" y="44"/>
                      <a:pt x="1794" y="2"/>
                    </a:cubicBezTo>
                    <a:cubicBezTo>
                      <a:pt x="1763" y="1"/>
                      <a:pt x="173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6"/>
              <p:cNvSpPr/>
              <p:nvPr/>
            </p:nvSpPr>
            <p:spPr>
              <a:xfrm>
                <a:off x="9003025" y="3311325"/>
                <a:ext cx="185650" cy="245775"/>
              </a:xfrm>
              <a:custGeom>
                <a:rect b="b" l="l" r="r" t="t"/>
                <a:pathLst>
                  <a:path extrusionOk="0" h="9831" w="7426">
                    <a:moveTo>
                      <a:pt x="6365" y="1"/>
                    </a:moveTo>
                    <a:cubicBezTo>
                      <a:pt x="6329" y="1"/>
                      <a:pt x="6293" y="3"/>
                      <a:pt x="6257" y="6"/>
                    </a:cubicBezTo>
                    <a:cubicBezTo>
                      <a:pt x="4881" y="48"/>
                      <a:pt x="3588" y="840"/>
                      <a:pt x="2712" y="1904"/>
                    </a:cubicBezTo>
                    <a:cubicBezTo>
                      <a:pt x="1836" y="2947"/>
                      <a:pt x="1293" y="4261"/>
                      <a:pt x="897" y="5575"/>
                    </a:cubicBezTo>
                    <a:cubicBezTo>
                      <a:pt x="459" y="6993"/>
                      <a:pt x="42" y="8307"/>
                      <a:pt x="0" y="9830"/>
                    </a:cubicBezTo>
                    <a:cubicBezTo>
                      <a:pt x="814" y="8474"/>
                      <a:pt x="2357" y="7786"/>
                      <a:pt x="3629" y="6931"/>
                    </a:cubicBezTo>
                    <a:cubicBezTo>
                      <a:pt x="5444" y="5659"/>
                      <a:pt x="7008" y="3802"/>
                      <a:pt x="7342" y="1591"/>
                    </a:cubicBezTo>
                    <a:cubicBezTo>
                      <a:pt x="7425" y="1049"/>
                      <a:pt x="7363" y="361"/>
                      <a:pt x="6862" y="110"/>
                    </a:cubicBezTo>
                    <a:cubicBezTo>
                      <a:pt x="6707" y="41"/>
                      <a:pt x="6537" y="1"/>
                      <a:pt x="6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6"/>
              <p:cNvSpPr/>
              <p:nvPr/>
            </p:nvSpPr>
            <p:spPr>
              <a:xfrm>
                <a:off x="9193875" y="3897725"/>
                <a:ext cx="274300" cy="153175"/>
              </a:xfrm>
              <a:custGeom>
                <a:rect b="b" l="l" r="r" t="t"/>
                <a:pathLst>
                  <a:path extrusionOk="0" h="6127" w="10972">
                    <a:moveTo>
                      <a:pt x="8262" y="1"/>
                    </a:moveTo>
                    <a:cubicBezTo>
                      <a:pt x="7541" y="1"/>
                      <a:pt x="6808" y="160"/>
                      <a:pt x="6132" y="432"/>
                    </a:cubicBezTo>
                    <a:cubicBezTo>
                      <a:pt x="4860" y="933"/>
                      <a:pt x="3775" y="1829"/>
                      <a:pt x="2795" y="2810"/>
                    </a:cubicBezTo>
                    <a:cubicBezTo>
                      <a:pt x="1752" y="3853"/>
                      <a:pt x="772" y="4833"/>
                      <a:pt x="0" y="6126"/>
                    </a:cubicBezTo>
                    <a:cubicBezTo>
                      <a:pt x="1377" y="5334"/>
                      <a:pt x="3045" y="5459"/>
                      <a:pt x="4568" y="5292"/>
                    </a:cubicBezTo>
                    <a:cubicBezTo>
                      <a:pt x="6779" y="5021"/>
                      <a:pt x="9031" y="4103"/>
                      <a:pt x="10366" y="2330"/>
                    </a:cubicBezTo>
                    <a:cubicBezTo>
                      <a:pt x="10700" y="1892"/>
                      <a:pt x="10971" y="1245"/>
                      <a:pt x="10658" y="807"/>
                    </a:cubicBezTo>
                    <a:cubicBezTo>
                      <a:pt x="10512" y="641"/>
                      <a:pt x="10345" y="515"/>
                      <a:pt x="10158" y="432"/>
                    </a:cubicBezTo>
                    <a:cubicBezTo>
                      <a:pt x="9570" y="133"/>
                      <a:pt x="8921" y="1"/>
                      <a:pt x="8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6"/>
              <p:cNvSpPr/>
              <p:nvPr/>
            </p:nvSpPr>
            <p:spPr>
              <a:xfrm>
                <a:off x="9417550" y="3063075"/>
                <a:ext cx="186200" cy="245300"/>
              </a:xfrm>
              <a:custGeom>
                <a:rect b="b" l="l" r="r" t="t"/>
                <a:pathLst>
                  <a:path extrusionOk="0" h="9812" w="7448">
                    <a:moveTo>
                      <a:pt x="6427" y="0"/>
                    </a:moveTo>
                    <a:cubicBezTo>
                      <a:pt x="6378" y="0"/>
                      <a:pt x="6328" y="3"/>
                      <a:pt x="6279" y="8"/>
                    </a:cubicBezTo>
                    <a:cubicBezTo>
                      <a:pt x="4903" y="50"/>
                      <a:pt x="3609" y="821"/>
                      <a:pt x="2733" y="1885"/>
                    </a:cubicBezTo>
                    <a:cubicBezTo>
                      <a:pt x="1857" y="2949"/>
                      <a:pt x="1315" y="4242"/>
                      <a:pt x="898" y="5556"/>
                    </a:cubicBezTo>
                    <a:cubicBezTo>
                      <a:pt x="460" y="6974"/>
                      <a:pt x="64" y="8309"/>
                      <a:pt x="1" y="9811"/>
                    </a:cubicBezTo>
                    <a:cubicBezTo>
                      <a:pt x="835" y="8476"/>
                      <a:pt x="2379" y="7788"/>
                      <a:pt x="3630" y="6912"/>
                    </a:cubicBezTo>
                    <a:cubicBezTo>
                      <a:pt x="5466" y="5640"/>
                      <a:pt x="7030" y="3783"/>
                      <a:pt x="7364" y="1572"/>
                    </a:cubicBezTo>
                    <a:cubicBezTo>
                      <a:pt x="7447" y="1030"/>
                      <a:pt x="7385" y="363"/>
                      <a:pt x="6884" y="91"/>
                    </a:cubicBezTo>
                    <a:cubicBezTo>
                      <a:pt x="6741" y="28"/>
                      <a:pt x="6585" y="0"/>
                      <a:pt x="6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6"/>
              <p:cNvSpPr/>
              <p:nvPr/>
            </p:nvSpPr>
            <p:spPr>
              <a:xfrm>
                <a:off x="8752725" y="3554275"/>
                <a:ext cx="265950" cy="79100"/>
              </a:xfrm>
              <a:custGeom>
                <a:rect b="b" l="l" r="r" t="t"/>
                <a:pathLst>
                  <a:path extrusionOk="0" h="3164" w="10638">
                    <a:moveTo>
                      <a:pt x="3386" y="0"/>
                    </a:moveTo>
                    <a:cubicBezTo>
                      <a:pt x="2711" y="0"/>
                      <a:pt x="2042" y="107"/>
                      <a:pt x="1398" y="300"/>
                    </a:cubicBezTo>
                    <a:cubicBezTo>
                      <a:pt x="960" y="425"/>
                      <a:pt x="584" y="696"/>
                      <a:pt x="313" y="1030"/>
                    </a:cubicBezTo>
                    <a:cubicBezTo>
                      <a:pt x="42" y="1405"/>
                      <a:pt x="0" y="1885"/>
                      <a:pt x="230" y="2281"/>
                    </a:cubicBezTo>
                    <a:cubicBezTo>
                      <a:pt x="459" y="2657"/>
                      <a:pt x="939" y="2803"/>
                      <a:pt x="1377" y="2886"/>
                    </a:cubicBezTo>
                    <a:cubicBezTo>
                      <a:pt x="2305" y="3072"/>
                      <a:pt x="3244" y="3164"/>
                      <a:pt x="4181" y="3164"/>
                    </a:cubicBezTo>
                    <a:cubicBezTo>
                      <a:pt x="5457" y="3164"/>
                      <a:pt x="6730" y="2993"/>
                      <a:pt x="7968" y="2657"/>
                    </a:cubicBezTo>
                    <a:cubicBezTo>
                      <a:pt x="8802" y="2427"/>
                      <a:pt x="9887" y="2302"/>
                      <a:pt x="10638" y="1989"/>
                    </a:cubicBezTo>
                    <a:cubicBezTo>
                      <a:pt x="10200" y="1176"/>
                      <a:pt x="8364" y="821"/>
                      <a:pt x="7530" y="613"/>
                    </a:cubicBezTo>
                    <a:cubicBezTo>
                      <a:pt x="6383" y="279"/>
                      <a:pt x="5173" y="91"/>
                      <a:pt x="3984" y="29"/>
                    </a:cubicBezTo>
                    <a:cubicBezTo>
                      <a:pt x="3785" y="10"/>
                      <a:pt x="3585" y="0"/>
                      <a:pt x="3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6"/>
              <p:cNvSpPr/>
              <p:nvPr/>
            </p:nvSpPr>
            <p:spPr>
              <a:xfrm>
                <a:off x="9186050" y="3145675"/>
                <a:ext cx="234150" cy="145475"/>
              </a:xfrm>
              <a:custGeom>
                <a:rect b="b" l="l" r="r" t="t"/>
                <a:pathLst>
                  <a:path extrusionOk="0" h="5819" w="9366">
                    <a:moveTo>
                      <a:pt x="1535" y="0"/>
                    </a:moveTo>
                    <a:cubicBezTo>
                      <a:pt x="1241" y="0"/>
                      <a:pt x="949" y="60"/>
                      <a:pt x="668" y="187"/>
                    </a:cubicBezTo>
                    <a:cubicBezTo>
                      <a:pt x="250" y="375"/>
                      <a:pt x="0" y="771"/>
                      <a:pt x="0" y="1230"/>
                    </a:cubicBezTo>
                    <a:cubicBezTo>
                      <a:pt x="42" y="1668"/>
                      <a:pt x="396" y="2023"/>
                      <a:pt x="751" y="2294"/>
                    </a:cubicBezTo>
                    <a:cubicBezTo>
                      <a:pt x="2482" y="3691"/>
                      <a:pt x="4505" y="4672"/>
                      <a:pt x="6675" y="5172"/>
                    </a:cubicBezTo>
                    <a:cubicBezTo>
                      <a:pt x="7530" y="5360"/>
                      <a:pt x="8552" y="5756"/>
                      <a:pt x="9365" y="5819"/>
                    </a:cubicBezTo>
                    <a:cubicBezTo>
                      <a:pt x="9344" y="4901"/>
                      <a:pt x="7884" y="3733"/>
                      <a:pt x="7259" y="3149"/>
                    </a:cubicBezTo>
                    <a:cubicBezTo>
                      <a:pt x="6383" y="2336"/>
                      <a:pt x="5423" y="1606"/>
                      <a:pt x="4380" y="1001"/>
                    </a:cubicBezTo>
                    <a:cubicBezTo>
                      <a:pt x="3650" y="521"/>
                      <a:pt x="2837" y="187"/>
                      <a:pt x="1961" y="41"/>
                    </a:cubicBezTo>
                    <a:cubicBezTo>
                      <a:pt x="1819" y="14"/>
                      <a:pt x="1676" y="0"/>
                      <a:pt x="15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6"/>
              <p:cNvSpPr/>
              <p:nvPr/>
            </p:nvSpPr>
            <p:spPr>
              <a:xfrm>
                <a:off x="9047850" y="3459600"/>
                <a:ext cx="200800" cy="206950"/>
              </a:xfrm>
              <a:custGeom>
                <a:rect b="b" l="l" r="r" t="t"/>
                <a:pathLst>
                  <a:path extrusionOk="0" h="8278" w="8032">
                    <a:moveTo>
                      <a:pt x="7024" y="0"/>
                    </a:moveTo>
                    <a:cubicBezTo>
                      <a:pt x="6676" y="0"/>
                      <a:pt x="6296" y="125"/>
                      <a:pt x="5987" y="291"/>
                    </a:cubicBezTo>
                    <a:cubicBezTo>
                      <a:pt x="4527" y="1042"/>
                      <a:pt x="3359" y="2293"/>
                      <a:pt x="2462" y="3690"/>
                    </a:cubicBezTo>
                    <a:cubicBezTo>
                      <a:pt x="2233" y="4024"/>
                      <a:pt x="1" y="7904"/>
                      <a:pt x="752" y="8258"/>
                    </a:cubicBezTo>
                    <a:cubicBezTo>
                      <a:pt x="781" y="8271"/>
                      <a:pt x="815" y="8278"/>
                      <a:pt x="855" y="8278"/>
                    </a:cubicBezTo>
                    <a:cubicBezTo>
                      <a:pt x="1441" y="8278"/>
                      <a:pt x="3115" y="6906"/>
                      <a:pt x="3526" y="6652"/>
                    </a:cubicBezTo>
                    <a:cubicBezTo>
                      <a:pt x="4569" y="6006"/>
                      <a:pt x="5632" y="5338"/>
                      <a:pt x="6488" y="4441"/>
                    </a:cubicBezTo>
                    <a:cubicBezTo>
                      <a:pt x="7343" y="3544"/>
                      <a:pt x="7989" y="2418"/>
                      <a:pt x="8010" y="1188"/>
                    </a:cubicBezTo>
                    <a:cubicBezTo>
                      <a:pt x="8031" y="896"/>
                      <a:pt x="7969" y="604"/>
                      <a:pt x="7802" y="353"/>
                    </a:cubicBezTo>
                    <a:cubicBezTo>
                      <a:pt x="7615" y="98"/>
                      <a:pt x="7332" y="0"/>
                      <a:pt x="7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6"/>
              <p:cNvSpPr/>
              <p:nvPr/>
            </p:nvSpPr>
            <p:spPr>
              <a:xfrm>
                <a:off x="8857000" y="3677150"/>
                <a:ext cx="240950" cy="117350"/>
              </a:xfrm>
              <a:custGeom>
                <a:rect b="b" l="l" r="r" t="t"/>
                <a:pathLst>
                  <a:path extrusionOk="0" h="4694" w="9638">
                    <a:moveTo>
                      <a:pt x="2173" y="0"/>
                    </a:moveTo>
                    <a:cubicBezTo>
                      <a:pt x="1699" y="0"/>
                      <a:pt x="1226" y="96"/>
                      <a:pt x="773" y="286"/>
                    </a:cubicBezTo>
                    <a:cubicBezTo>
                      <a:pt x="376" y="474"/>
                      <a:pt x="1" y="891"/>
                      <a:pt x="168" y="1287"/>
                    </a:cubicBezTo>
                    <a:cubicBezTo>
                      <a:pt x="251" y="1454"/>
                      <a:pt x="376" y="1579"/>
                      <a:pt x="522" y="1663"/>
                    </a:cubicBezTo>
                    <a:cubicBezTo>
                      <a:pt x="1836" y="2685"/>
                      <a:pt x="3317" y="3477"/>
                      <a:pt x="4903" y="3999"/>
                    </a:cubicBezTo>
                    <a:cubicBezTo>
                      <a:pt x="5756" y="4279"/>
                      <a:pt x="7171" y="4693"/>
                      <a:pt x="8347" y="4693"/>
                    </a:cubicBezTo>
                    <a:cubicBezTo>
                      <a:pt x="8838" y="4693"/>
                      <a:pt x="9287" y="4621"/>
                      <a:pt x="9637" y="4437"/>
                    </a:cubicBezTo>
                    <a:cubicBezTo>
                      <a:pt x="9011" y="2935"/>
                      <a:pt x="6884" y="1955"/>
                      <a:pt x="5549" y="1204"/>
                    </a:cubicBezTo>
                    <a:cubicBezTo>
                      <a:pt x="4819" y="766"/>
                      <a:pt x="4047" y="411"/>
                      <a:pt x="3234" y="161"/>
                    </a:cubicBezTo>
                    <a:cubicBezTo>
                      <a:pt x="2885" y="54"/>
                      <a:pt x="2529" y="0"/>
                      <a:pt x="2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6"/>
              <p:cNvSpPr/>
              <p:nvPr/>
            </p:nvSpPr>
            <p:spPr>
              <a:xfrm>
                <a:off x="9113550" y="3656125"/>
                <a:ext cx="215400" cy="197650"/>
              </a:xfrm>
              <a:custGeom>
                <a:rect b="b" l="l" r="r" t="t"/>
                <a:pathLst>
                  <a:path extrusionOk="0" h="7906" w="8616">
                    <a:moveTo>
                      <a:pt x="7299" y="1"/>
                    </a:moveTo>
                    <a:cubicBezTo>
                      <a:pt x="7090" y="1"/>
                      <a:pt x="6873" y="46"/>
                      <a:pt x="6675" y="105"/>
                    </a:cubicBezTo>
                    <a:cubicBezTo>
                      <a:pt x="4882" y="648"/>
                      <a:pt x="3359" y="1941"/>
                      <a:pt x="2254" y="3484"/>
                    </a:cubicBezTo>
                    <a:cubicBezTo>
                      <a:pt x="1357" y="4673"/>
                      <a:pt x="293" y="6404"/>
                      <a:pt x="1" y="7906"/>
                    </a:cubicBezTo>
                    <a:cubicBezTo>
                      <a:pt x="502" y="7551"/>
                      <a:pt x="1044" y="7259"/>
                      <a:pt x="1607" y="7009"/>
                    </a:cubicBezTo>
                    <a:cubicBezTo>
                      <a:pt x="3171" y="6404"/>
                      <a:pt x="4798" y="5987"/>
                      <a:pt x="6175" y="5049"/>
                    </a:cubicBezTo>
                    <a:cubicBezTo>
                      <a:pt x="7551" y="4110"/>
                      <a:pt x="8615" y="2483"/>
                      <a:pt x="8261" y="856"/>
                    </a:cubicBezTo>
                    <a:cubicBezTo>
                      <a:pt x="8219" y="606"/>
                      <a:pt x="8115" y="376"/>
                      <a:pt x="7927" y="210"/>
                    </a:cubicBezTo>
                    <a:cubicBezTo>
                      <a:pt x="7751" y="56"/>
                      <a:pt x="7530" y="1"/>
                      <a:pt x="7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6"/>
              <p:cNvSpPr/>
              <p:nvPr/>
            </p:nvSpPr>
            <p:spPr>
              <a:xfrm>
                <a:off x="9384200" y="3297650"/>
                <a:ext cx="215375" cy="197900"/>
              </a:xfrm>
              <a:custGeom>
                <a:rect b="b" l="l" r="r" t="t"/>
                <a:pathLst>
                  <a:path extrusionOk="0" h="7916" w="8615">
                    <a:moveTo>
                      <a:pt x="7339" y="0"/>
                    </a:moveTo>
                    <a:cubicBezTo>
                      <a:pt x="7118" y="0"/>
                      <a:pt x="6883" y="53"/>
                      <a:pt x="6675" y="115"/>
                    </a:cubicBezTo>
                    <a:cubicBezTo>
                      <a:pt x="4881" y="637"/>
                      <a:pt x="3358" y="1951"/>
                      <a:pt x="2253" y="3473"/>
                    </a:cubicBezTo>
                    <a:cubicBezTo>
                      <a:pt x="1377" y="4704"/>
                      <a:pt x="292" y="6414"/>
                      <a:pt x="0" y="7916"/>
                    </a:cubicBezTo>
                    <a:cubicBezTo>
                      <a:pt x="501" y="7561"/>
                      <a:pt x="1043" y="7248"/>
                      <a:pt x="1627" y="7019"/>
                    </a:cubicBezTo>
                    <a:cubicBezTo>
                      <a:pt x="3170" y="6414"/>
                      <a:pt x="4818" y="5997"/>
                      <a:pt x="6174" y="5058"/>
                    </a:cubicBezTo>
                    <a:cubicBezTo>
                      <a:pt x="7551" y="4120"/>
                      <a:pt x="8614" y="2472"/>
                      <a:pt x="8260" y="845"/>
                    </a:cubicBezTo>
                    <a:cubicBezTo>
                      <a:pt x="8218" y="616"/>
                      <a:pt x="8114" y="386"/>
                      <a:pt x="7926" y="199"/>
                    </a:cubicBezTo>
                    <a:cubicBezTo>
                      <a:pt x="7770" y="53"/>
                      <a:pt x="7561" y="0"/>
                      <a:pt x="7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6"/>
              <p:cNvSpPr/>
              <p:nvPr/>
            </p:nvSpPr>
            <p:spPr>
              <a:xfrm>
                <a:off x="9309625" y="3584200"/>
                <a:ext cx="259700" cy="115775"/>
              </a:xfrm>
              <a:custGeom>
                <a:rect b="b" l="l" r="r" t="t"/>
                <a:pathLst>
                  <a:path extrusionOk="0" h="4631" w="10388">
                    <a:moveTo>
                      <a:pt x="8408" y="0"/>
                    </a:moveTo>
                    <a:cubicBezTo>
                      <a:pt x="6780" y="0"/>
                      <a:pt x="5168" y="568"/>
                      <a:pt x="3776" y="1418"/>
                    </a:cubicBezTo>
                    <a:cubicBezTo>
                      <a:pt x="2462" y="2190"/>
                      <a:pt x="814" y="3358"/>
                      <a:pt x="0" y="4630"/>
                    </a:cubicBezTo>
                    <a:cubicBezTo>
                      <a:pt x="605" y="4505"/>
                      <a:pt x="1210" y="4442"/>
                      <a:pt x="1815" y="4442"/>
                    </a:cubicBezTo>
                    <a:cubicBezTo>
                      <a:pt x="2824" y="4468"/>
                      <a:pt x="3848" y="4572"/>
                      <a:pt x="4865" y="4572"/>
                    </a:cubicBezTo>
                    <a:cubicBezTo>
                      <a:pt x="5508" y="4572"/>
                      <a:pt x="6148" y="4530"/>
                      <a:pt x="6779" y="4401"/>
                    </a:cubicBezTo>
                    <a:cubicBezTo>
                      <a:pt x="8406" y="4067"/>
                      <a:pt x="10012" y="2982"/>
                      <a:pt x="10325" y="1355"/>
                    </a:cubicBezTo>
                    <a:cubicBezTo>
                      <a:pt x="10388" y="1105"/>
                      <a:pt x="10367" y="855"/>
                      <a:pt x="10283" y="625"/>
                    </a:cubicBezTo>
                    <a:cubicBezTo>
                      <a:pt x="10096" y="229"/>
                      <a:pt x="9595" y="83"/>
                      <a:pt x="9157" y="41"/>
                    </a:cubicBezTo>
                    <a:cubicBezTo>
                      <a:pt x="8907" y="14"/>
                      <a:pt x="8657" y="0"/>
                      <a:pt x="8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6"/>
              <p:cNvSpPr/>
              <p:nvPr/>
            </p:nvSpPr>
            <p:spPr>
              <a:xfrm>
                <a:off x="8834075" y="3824050"/>
                <a:ext cx="271175" cy="191900"/>
              </a:xfrm>
              <a:custGeom>
                <a:rect b="b" l="l" r="r" t="t"/>
                <a:pathLst>
                  <a:path extrusionOk="0" h="7676" w="10847">
                    <a:moveTo>
                      <a:pt x="1398" y="0"/>
                    </a:moveTo>
                    <a:cubicBezTo>
                      <a:pt x="1205" y="0"/>
                      <a:pt x="1015" y="28"/>
                      <a:pt x="835" y="84"/>
                    </a:cubicBezTo>
                    <a:cubicBezTo>
                      <a:pt x="209" y="334"/>
                      <a:pt x="0" y="1189"/>
                      <a:pt x="251" y="1794"/>
                    </a:cubicBezTo>
                    <a:cubicBezTo>
                      <a:pt x="501" y="2420"/>
                      <a:pt x="1064" y="2858"/>
                      <a:pt x="1627" y="3233"/>
                    </a:cubicBezTo>
                    <a:cubicBezTo>
                      <a:pt x="2712" y="3942"/>
                      <a:pt x="3880" y="4505"/>
                      <a:pt x="5090" y="4922"/>
                    </a:cubicBezTo>
                    <a:cubicBezTo>
                      <a:pt x="6132" y="5298"/>
                      <a:pt x="7217" y="5548"/>
                      <a:pt x="8239" y="5965"/>
                    </a:cubicBezTo>
                    <a:cubicBezTo>
                      <a:pt x="8760" y="6174"/>
                      <a:pt x="9261" y="6466"/>
                      <a:pt x="9720" y="6779"/>
                    </a:cubicBezTo>
                    <a:cubicBezTo>
                      <a:pt x="10054" y="7050"/>
                      <a:pt x="10450" y="7634"/>
                      <a:pt x="10846" y="7676"/>
                    </a:cubicBezTo>
                    <a:cubicBezTo>
                      <a:pt x="10262" y="3650"/>
                      <a:pt x="5423" y="459"/>
                      <a:pt x="1690" y="21"/>
                    </a:cubicBezTo>
                    <a:cubicBezTo>
                      <a:pt x="1592" y="7"/>
                      <a:pt x="1495"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6"/>
              <p:cNvSpPr/>
              <p:nvPr/>
            </p:nvSpPr>
            <p:spPr>
              <a:xfrm>
                <a:off x="9111625" y="3808000"/>
                <a:ext cx="237650" cy="201450"/>
              </a:xfrm>
              <a:custGeom>
                <a:rect b="b" l="l" r="r" t="t"/>
                <a:pathLst>
                  <a:path extrusionOk="0" h="8058" w="9506">
                    <a:moveTo>
                      <a:pt x="7717" y="1"/>
                    </a:moveTo>
                    <a:cubicBezTo>
                      <a:pt x="6594" y="1"/>
                      <a:pt x="5463" y="446"/>
                      <a:pt x="4562" y="1122"/>
                    </a:cubicBezTo>
                    <a:cubicBezTo>
                      <a:pt x="2748" y="2498"/>
                      <a:pt x="1350" y="4814"/>
                      <a:pt x="537" y="6899"/>
                    </a:cubicBezTo>
                    <a:cubicBezTo>
                      <a:pt x="305" y="7461"/>
                      <a:pt x="1" y="8058"/>
                      <a:pt x="574" y="8058"/>
                    </a:cubicBezTo>
                    <a:cubicBezTo>
                      <a:pt x="619" y="8058"/>
                      <a:pt x="669" y="8054"/>
                      <a:pt x="725" y="8047"/>
                    </a:cubicBezTo>
                    <a:cubicBezTo>
                      <a:pt x="1267" y="7984"/>
                      <a:pt x="2101" y="7296"/>
                      <a:pt x="2623" y="7045"/>
                    </a:cubicBezTo>
                    <a:cubicBezTo>
                      <a:pt x="3290" y="6712"/>
                      <a:pt x="3937" y="6399"/>
                      <a:pt x="4583" y="6023"/>
                    </a:cubicBezTo>
                    <a:cubicBezTo>
                      <a:pt x="6168" y="5126"/>
                      <a:pt x="7587" y="3938"/>
                      <a:pt x="8755" y="2519"/>
                    </a:cubicBezTo>
                    <a:cubicBezTo>
                      <a:pt x="9047" y="2227"/>
                      <a:pt x="9255" y="1873"/>
                      <a:pt x="9380" y="1476"/>
                    </a:cubicBezTo>
                    <a:cubicBezTo>
                      <a:pt x="9506" y="1080"/>
                      <a:pt x="9401" y="642"/>
                      <a:pt x="9130" y="350"/>
                    </a:cubicBezTo>
                    <a:cubicBezTo>
                      <a:pt x="8922" y="183"/>
                      <a:pt x="8671" y="79"/>
                      <a:pt x="8400" y="58"/>
                    </a:cubicBezTo>
                    <a:cubicBezTo>
                      <a:pt x="8174" y="19"/>
                      <a:pt x="7946" y="1"/>
                      <a:pt x="7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6"/>
              <p:cNvSpPr/>
              <p:nvPr/>
            </p:nvSpPr>
            <p:spPr>
              <a:xfrm>
                <a:off x="9167275" y="2953000"/>
                <a:ext cx="261250" cy="1345050"/>
              </a:xfrm>
              <a:custGeom>
                <a:rect b="b" l="l" r="r" t="t"/>
                <a:pathLst>
                  <a:path extrusionOk="0" h="53802" w="10450">
                    <a:moveTo>
                      <a:pt x="4737" y="0"/>
                    </a:moveTo>
                    <a:cubicBezTo>
                      <a:pt x="4498" y="0"/>
                      <a:pt x="4291" y="331"/>
                      <a:pt x="4485" y="573"/>
                    </a:cubicBezTo>
                    <a:cubicBezTo>
                      <a:pt x="9345" y="6288"/>
                      <a:pt x="10450" y="13985"/>
                      <a:pt x="8740" y="21160"/>
                    </a:cubicBezTo>
                    <a:cubicBezTo>
                      <a:pt x="6988" y="28522"/>
                      <a:pt x="2253" y="34780"/>
                      <a:pt x="814" y="42267"/>
                    </a:cubicBezTo>
                    <a:cubicBezTo>
                      <a:pt x="313" y="44979"/>
                      <a:pt x="42" y="47753"/>
                      <a:pt x="21" y="50506"/>
                    </a:cubicBezTo>
                    <a:cubicBezTo>
                      <a:pt x="0" y="51612"/>
                      <a:pt x="21" y="52717"/>
                      <a:pt x="63" y="53802"/>
                    </a:cubicBezTo>
                    <a:cubicBezTo>
                      <a:pt x="209" y="53802"/>
                      <a:pt x="334" y="53781"/>
                      <a:pt x="459" y="53781"/>
                    </a:cubicBezTo>
                    <a:lnTo>
                      <a:pt x="501" y="53781"/>
                    </a:lnTo>
                    <a:cubicBezTo>
                      <a:pt x="543" y="52696"/>
                      <a:pt x="563" y="51612"/>
                      <a:pt x="605" y="50527"/>
                    </a:cubicBezTo>
                    <a:cubicBezTo>
                      <a:pt x="709" y="47815"/>
                      <a:pt x="876" y="45104"/>
                      <a:pt x="1398" y="42413"/>
                    </a:cubicBezTo>
                    <a:cubicBezTo>
                      <a:pt x="2149" y="38450"/>
                      <a:pt x="3817" y="34800"/>
                      <a:pt x="5528" y="31150"/>
                    </a:cubicBezTo>
                    <a:cubicBezTo>
                      <a:pt x="7154" y="27688"/>
                      <a:pt x="8760" y="24184"/>
                      <a:pt x="9532" y="20409"/>
                    </a:cubicBezTo>
                    <a:cubicBezTo>
                      <a:pt x="10262" y="17009"/>
                      <a:pt x="10346" y="13505"/>
                      <a:pt x="9762" y="10063"/>
                    </a:cubicBezTo>
                    <a:cubicBezTo>
                      <a:pt x="9115" y="6434"/>
                      <a:pt x="7592" y="2742"/>
                      <a:pt x="4944" y="94"/>
                    </a:cubicBezTo>
                    <a:cubicBezTo>
                      <a:pt x="4878" y="28"/>
                      <a:pt x="4806" y="0"/>
                      <a:pt x="4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6"/>
              <p:cNvSpPr/>
              <p:nvPr/>
            </p:nvSpPr>
            <p:spPr>
              <a:xfrm>
                <a:off x="8428900" y="3567825"/>
                <a:ext cx="175750" cy="105025"/>
              </a:xfrm>
              <a:custGeom>
                <a:rect b="b" l="l" r="r" t="t"/>
                <a:pathLst>
                  <a:path extrusionOk="0" h="4201" w="7030">
                    <a:moveTo>
                      <a:pt x="1519" y="0"/>
                    </a:moveTo>
                    <a:cubicBezTo>
                      <a:pt x="1112" y="0"/>
                      <a:pt x="706" y="93"/>
                      <a:pt x="335" y="279"/>
                    </a:cubicBezTo>
                    <a:cubicBezTo>
                      <a:pt x="209" y="321"/>
                      <a:pt x="105" y="425"/>
                      <a:pt x="63" y="530"/>
                    </a:cubicBezTo>
                    <a:cubicBezTo>
                      <a:pt x="22" y="634"/>
                      <a:pt x="1" y="738"/>
                      <a:pt x="43" y="842"/>
                    </a:cubicBezTo>
                    <a:cubicBezTo>
                      <a:pt x="168" y="1739"/>
                      <a:pt x="898" y="2469"/>
                      <a:pt x="1732" y="2845"/>
                    </a:cubicBezTo>
                    <a:cubicBezTo>
                      <a:pt x="2566" y="3220"/>
                      <a:pt x="3505" y="3324"/>
                      <a:pt x="4402" y="3450"/>
                    </a:cubicBezTo>
                    <a:cubicBezTo>
                      <a:pt x="4777" y="3491"/>
                      <a:pt x="5174" y="3554"/>
                      <a:pt x="5549" y="3637"/>
                    </a:cubicBezTo>
                    <a:cubicBezTo>
                      <a:pt x="6070" y="3721"/>
                      <a:pt x="6571" y="3929"/>
                      <a:pt x="7030" y="4200"/>
                    </a:cubicBezTo>
                    <a:cubicBezTo>
                      <a:pt x="6404" y="2782"/>
                      <a:pt x="5340" y="1593"/>
                      <a:pt x="3985" y="842"/>
                    </a:cubicBezTo>
                    <a:cubicBezTo>
                      <a:pt x="3442" y="488"/>
                      <a:pt x="2837" y="238"/>
                      <a:pt x="2212" y="92"/>
                    </a:cubicBezTo>
                    <a:cubicBezTo>
                      <a:pt x="1984" y="31"/>
                      <a:pt x="1751"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6"/>
              <p:cNvSpPr/>
              <p:nvPr/>
            </p:nvSpPr>
            <p:spPr>
              <a:xfrm>
                <a:off x="8689625" y="3814550"/>
                <a:ext cx="92325" cy="102850"/>
              </a:xfrm>
              <a:custGeom>
                <a:rect b="b" l="l" r="r" t="t"/>
                <a:pathLst>
                  <a:path extrusionOk="0" h="4114" w="3693">
                    <a:moveTo>
                      <a:pt x="2918" y="0"/>
                    </a:moveTo>
                    <a:cubicBezTo>
                      <a:pt x="2891" y="0"/>
                      <a:pt x="2864" y="2"/>
                      <a:pt x="2837" y="5"/>
                    </a:cubicBezTo>
                    <a:cubicBezTo>
                      <a:pt x="2462" y="67"/>
                      <a:pt x="2107" y="276"/>
                      <a:pt x="1857" y="589"/>
                    </a:cubicBezTo>
                    <a:cubicBezTo>
                      <a:pt x="981" y="1590"/>
                      <a:pt x="772" y="3029"/>
                      <a:pt x="1" y="4114"/>
                    </a:cubicBezTo>
                    <a:cubicBezTo>
                      <a:pt x="1523" y="3822"/>
                      <a:pt x="2691" y="2528"/>
                      <a:pt x="3463" y="1277"/>
                    </a:cubicBezTo>
                    <a:cubicBezTo>
                      <a:pt x="3609" y="1089"/>
                      <a:pt x="3672" y="860"/>
                      <a:pt x="3692" y="630"/>
                    </a:cubicBezTo>
                    <a:cubicBezTo>
                      <a:pt x="3615" y="261"/>
                      <a:pt x="3283" y="0"/>
                      <a:pt x="29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6"/>
              <p:cNvSpPr/>
              <p:nvPr/>
            </p:nvSpPr>
            <p:spPr>
              <a:xfrm>
                <a:off x="8602550" y="3571375"/>
                <a:ext cx="118900" cy="110850"/>
              </a:xfrm>
              <a:custGeom>
                <a:rect b="b" l="l" r="r" t="t"/>
                <a:pathLst>
                  <a:path extrusionOk="0" h="4434" w="4756">
                    <a:moveTo>
                      <a:pt x="4084" y="0"/>
                    </a:moveTo>
                    <a:cubicBezTo>
                      <a:pt x="3864" y="0"/>
                      <a:pt x="3624" y="77"/>
                      <a:pt x="3421" y="179"/>
                    </a:cubicBezTo>
                    <a:cubicBezTo>
                      <a:pt x="2587" y="596"/>
                      <a:pt x="1919" y="1305"/>
                      <a:pt x="1294" y="1994"/>
                    </a:cubicBezTo>
                    <a:cubicBezTo>
                      <a:pt x="960" y="2306"/>
                      <a:pt x="710" y="2703"/>
                      <a:pt x="543" y="3120"/>
                    </a:cubicBezTo>
                    <a:cubicBezTo>
                      <a:pt x="397" y="3579"/>
                      <a:pt x="209" y="4017"/>
                      <a:pt x="0" y="4434"/>
                    </a:cubicBezTo>
                    <a:cubicBezTo>
                      <a:pt x="1335" y="3746"/>
                      <a:pt x="2608" y="2911"/>
                      <a:pt x="3776" y="1973"/>
                    </a:cubicBezTo>
                    <a:cubicBezTo>
                      <a:pt x="4151" y="1681"/>
                      <a:pt x="4527" y="1368"/>
                      <a:pt x="4673" y="930"/>
                    </a:cubicBezTo>
                    <a:cubicBezTo>
                      <a:pt x="4756" y="680"/>
                      <a:pt x="4714" y="408"/>
                      <a:pt x="4568" y="200"/>
                    </a:cubicBezTo>
                    <a:cubicBezTo>
                      <a:pt x="4444" y="56"/>
                      <a:pt x="4271" y="0"/>
                      <a:pt x="4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6"/>
              <p:cNvSpPr/>
              <p:nvPr/>
            </p:nvSpPr>
            <p:spPr>
              <a:xfrm>
                <a:off x="8472700" y="3726950"/>
                <a:ext cx="161675" cy="98675"/>
              </a:xfrm>
              <a:custGeom>
                <a:rect b="b" l="l" r="r" t="t"/>
                <a:pathLst>
                  <a:path extrusionOk="0" h="3947" w="6467">
                    <a:moveTo>
                      <a:pt x="1581" y="1"/>
                    </a:moveTo>
                    <a:cubicBezTo>
                      <a:pt x="1215" y="1"/>
                      <a:pt x="848" y="65"/>
                      <a:pt x="501" y="192"/>
                    </a:cubicBezTo>
                    <a:cubicBezTo>
                      <a:pt x="397" y="234"/>
                      <a:pt x="293" y="317"/>
                      <a:pt x="209" y="401"/>
                    </a:cubicBezTo>
                    <a:cubicBezTo>
                      <a:pt x="1" y="672"/>
                      <a:pt x="147" y="1068"/>
                      <a:pt x="335" y="1339"/>
                    </a:cubicBezTo>
                    <a:cubicBezTo>
                      <a:pt x="1085" y="2445"/>
                      <a:pt x="2399" y="3071"/>
                      <a:pt x="3734" y="3300"/>
                    </a:cubicBezTo>
                    <a:cubicBezTo>
                      <a:pt x="4652" y="3446"/>
                      <a:pt x="5674" y="3425"/>
                      <a:pt x="6467" y="3947"/>
                    </a:cubicBezTo>
                    <a:cubicBezTo>
                      <a:pt x="6029" y="3196"/>
                      <a:pt x="5507" y="2487"/>
                      <a:pt x="4882" y="1861"/>
                    </a:cubicBezTo>
                    <a:cubicBezTo>
                      <a:pt x="4339" y="1235"/>
                      <a:pt x="3672" y="693"/>
                      <a:pt x="2942" y="317"/>
                    </a:cubicBezTo>
                    <a:cubicBezTo>
                      <a:pt x="2519" y="106"/>
                      <a:pt x="205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6"/>
              <p:cNvSpPr/>
              <p:nvPr/>
            </p:nvSpPr>
            <p:spPr>
              <a:xfrm>
                <a:off x="8622875" y="3683775"/>
                <a:ext cx="105875" cy="133000"/>
              </a:xfrm>
              <a:custGeom>
                <a:rect b="b" l="l" r="r" t="t"/>
                <a:pathLst>
                  <a:path extrusionOk="0" h="5320" w="4235">
                    <a:moveTo>
                      <a:pt x="3547" y="0"/>
                    </a:moveTo>
                    <a:cubicBezTo>
                      <a:pt x="3276" y="0"/>
                      <a:pt x="3004" y="105"/>
                      <a:pt x="2796" y="272"/>
                    </a:cubicBezTo>
                    <a:cubicBezTo>
                      <a:pt x="2358" y="564"/>
                      <a:pt x="2003" y="960"/>
                      <a:pt x="1711" y="1398"/>
                    </a:cubicBezTo>
                    <a:cubicBezTo>
                      <a:pt x="1315" y="2003"/>
                      <a:pt x="960" y="2649"/>
                      <a:pt x="689" y="3317"/>
                    </a:cubicBezTo>
                    <a:cubicBezTo>
                      <a:pt x="501" y="3817"/>
                      <a:pt x="1" y="4819"/>
                      <a:pt x="230" y="5319"/>
                    </a:cubicBezTo>
                    <a:cubicBezTo>
                      <a:pt x="668" y="5090"/>
                      <a:pt x="1127" y="4610"/>
                      <a:pt x="1544" y="4276"/>
                    </a:cubicBezTo>
                    <a:cubicBezTo>
                      <a:pt x="2587" y="3463"/>
                      <a:pt x="3463" y="2399"/>
                      <a:pt x="4047" y="1189"/>
                    </a:cubicBezTo>
                    <a:cubicBezTo>
                      <a:pt x="4193" y="960"/>
                      <a:pt x="4235" y="668"/>
                      <a:pt x="4172" y="418"/>
                    </a:cubicBezTo>
                    <a:cubicBezTo>
                      <a:pt x="4068" y="167"/>
                      <a:pt x="3818" y="0"/>
                      <a:pt x="3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6"/>
              <p:cNvSpPr/>
              <p:nvPr/>
            </p:nvSpPr>
            <p:spPr>
              <a:xfrm>
                <a:off x="8541025" y="3854825"/>
                <a:ext cx="159575" cy="66875"/>
              </a:xfrm>
              <a:custGeom>
                <a:rect b="b" l="l" r="r" t="t"/>
                <a:pathLst>
                  <a:path extrusionOk="0" h="2675" w="6383">
                    <a:moveTo>
                      <a:pt x="1349" y="1"/>
                    </a:moveTo>
                    <a:cubicBezTo>
                      <a:pt x="1136" y="1"/>
                      <a:pt x="923" y="14"/>
                      <a:pt x="709" y="41"/>
                    </a:cubicBezTo>
                    <a:cubicBezTo>
                      <a:pt x="438" y="41"/>
                      <a:pt x="188" y="187"/>
                      <a:pt x="42" y="417"/>
                    </a:cubicBezTo>
                    <a:cubicBezTo>
                      <a:pt x="0" y="542"/>
                      <a:pt x="0" y="709"/>
                      <a:pt x="42" y="855"/>
                    </a:cubicBezTo>
                    <a:cubicBezTo>
                      <a:pt x="271" y="1835"/>
                      <a:pt x="1273" y="2461"/>
                      <a:pt x="2274" y="2607"/>
                    </a:cubicBezTo>
                    <a:cubicBezTo>
                      <a:pt x="2562" y="2656"/>
                      <a:pt x="2853" y="2674"/>
                      <a:pt x="3146" y="2674"/>
                    </a:cubicBezTo>
                    <a:cubicBezTo>
                      <a:pt x="3851" y="2674"/>
                      <a:pt x="4564" y="2568"/>
                      <a:pt x="5256" y="2523"/>
                    </a:cubicBezTo>
                    <a:cubicBezTo>
                      <a:pt x="5350" y="2518"/>
                      <a:pt x="5444" y="2516"/>
                      <a:pt x="5538" y="2516"/>
                    </a:cubicBezTo>
                    <a:cubicBezTo>
                      <a:pt x="5820" y="2516"/>
                      <a:pt x="6101" y="2539"/>
                      <a:pt x="6383" y="2586"/>
                    </a:cubicBezTo>
                    <a:cubicBezTo>
                      <a:pt x="5840" y="1835"/>
                      <a:pt x="4818" y="1189"/>
                      <a:pt x="4005" y="751"/>
                    </a:cubicBezTo>
                    <a:cubicBezTo>
                      <a:pt x="3190" y="258"/>
                      <a:pt x="2278"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6"/>
              <p:cNvSpPr/>
              <p:nvPr/>
            </p:nvSpPr>
            <p:spPr>
              <a:xfrm>
                <a:off x="8627575" y="3991325"/>
                <a:ext cx="166375" cy="63925"/>
              </a:xfrm>
              <a:custGeom>
                <a:rect b="b" l="l" r="r" t="t"/>
                <a:pathLst>
                  <a:path extrusionOk="0" h="2557" w="6655">
                    <a:moveTo>
                      <a:pt x="3066" y="1"/>
                    </a:moveTo>
                    <a:cubicBezTo>
                      <a:pt x="2155" y="1"/>
                      <a:pt x="1255" y="225"/>
                      <a:pt x="459" y="672"/>
                    </a:cubicBezTo>
                    <a:cubicBezTo>
                      <a:pt x="230" y="797"/>
                      <a:pt x="42" y="1026"/>
                      <a:pt x="1" y="1277"/>
                    </a:cubicBezTo>
                    <a:cubicBezTo>
                      <a:pt x="1" y="1444"/>
                      <a:pt x="63" y="1569"/>
                      <a:pt x="167" y="1694"/>
                    </a:cubicBezTo>
                    <a:cubicBezTo>
                      <a:pt x="601" y="2297"/>
                      <a:pt x="1355" y="2556"/>
                      <a:pt x="2116" y="2556"/>
                    </a:cubicBezTo>
                    <a:cubicBezTo>
                      <a:pt x="2381" y="2556"/>
                      <a:pt x="2647" y="2525"/>
                      <a:pt x="2900" y="2466"/>
                    </a:cubicBezTo>
                    <a:cubicBezTo>
                      <a:pt x="3859" y="2215"/>
                      <a:pt x="4714" y="1652"/>
                      <a:pt x="5611" y="1193"/>
                    </a:cubicBezTo>
                    <a:cubicBezTo>
                      <a:pt x="5945" y="1047"/>
                      <a:pt x="6300" y="922"/>
                      <a:pt x="6654" y="839"/>
                    </a:cubicBezTo>
                    <a:cubicBezTo>
                      <a:pt x="5882" y="359"/>
                      <a:pt x="4673" y="150"/>
                      <a:pt x="3776" y="46"/>
                    </a:cubicBezTo>
                    <a:cubicBezTo>
                      <a:pt x="3540" y="16"/>
                      <a:pt x="3303" y="1"/>
                      <a:pt x="3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6"/>
              <p:cNvSpPr/>
              <p:nvPr/>
            </p:nvSpPr>
            <p:spPr>
              <a:xfrm>
                <a:off x="8566050" y="3596425"/>
                <a:ext cx="456275" cy="701100"/>
              </a:xfrm>
              <a:custGeom>
                <a:rect b="b" l="l" r="r" t="t"/>
                <a:pathLst>
                  <a:path extrusionOk="0" h="28044" w="18251">
                    <a:moveTo>
                      <a:pt x="2065" y="0"/>
                    </a:moveTo>
                    <a:cubicBezTo>
                      <a:pt x="1977" y="0"/>
                      <a:pt x="1890" y="48"/>
                      <a:pt x="1857" y="157"/>
                    </a:cubicBezTo>
                    <a:cubicBezTo>
                      <a:pt x="0" y="5413"/>
                      <a:pt x="2941" y="11212"/>
                      <a:pt x="6675" y="14820"/>
                    </a:cubicBezTo>
                    <a:cubicBezTo>
                      <a:pt x="8802" y="16885"/>
                      <a:pt x="11264" y="18554"/>
                      <a:pt x="13287" y="20744"/>
                    </a:cubicBezTo>
                    <a:cubicBezTo>
                      <a:pt x="14434" y="21995"/>
                      <a:pt x="15414" y="23413"/>
                      <a:pt x="16228" y="24915"/>
                    </a:cubicBezTo>
                    <a:cubicBezTo>
                      <a:pt x="16812" y="25937"/>
                      <a:pt x="17333" y="27001"/>
                      <a:pt x="17896" y="28044"/>
                    </a:cubicBezTo>
                    <a:lnTo>
                      <a:pt x="18251" y="28044"/>
                    </a:lnTo>
                    <a:cubicBezTo>
                      <a:pt x="17792" y="26959"/>
                      <a:pt x="17271" y="25916"/>
                      <a:pt x="16687" y="24873"/>
                    </a:cubicBezTo>
                    <a:cubicBezTo>
                      <a:pt x="16082" y="23747"/>
                      <a:pt x="15372" y="22683"/>
                      <a:pt x="14601" y="21661"/>
                    </a:cubicBezTo>
                    <a:cubicBezTo>
                      <a:pt x="12932" y="19513"/>
                      <a:pt x="10784" y="17865"/>
                      <a:pt x="8719" y="16134"/>
                    </a:cubicBezTo>
                    <a:cubicBezTo>
                      <a:pt x="4047" y="12129"/>
                      <a:pt x="626" y="6623"/>
                      <a:pt x="2274" y="282"/>
                    </a:cubicBezTo>
                    <a:cubicBezTo>
                      <a:pt x="2324" y="108"/>
                      <a:pt x="2194" y="0"/>
                      <a:pt x="2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6"/>
              <p:cNvSpPr/>
              <p:nvPr/>
            </p:nvSpPr>
            <p:spPr>
              <a:xfrm>
                <a:off x="8799125" y="2433975"/>
                <a:ext cx="322275" cy="1865125"/>
              </a:xfrm>
              <a:custGeom>
                <a:rect b="b" l="l" r="r" t="t"/>
                <a:pathLst>
                  <a:path extrusionOk="0" h="74605" w="12891">
                    <a:moveTo>
                      <a:pt x="816" y="1"/>
                    </a:moveTo>
                    <a:cubicBezTo>
                      <a:pt x="751" y="1"/>
                      <a:pt x="687" y="39"/>
                      <a:pt x="668" y="122"/>
                    </a:cubicBezTo>
                    <a:cubicBezTo>
                      <a:pt x="105" y="2458"/>
                      <a:pt x="126" y="4982"/>
                      <a:pt x="63" y="7401"/>
                    </a:cubicBezTo>
                    <a:cubicBezTo>
                      <a:pt x="1" y="9821"/>
                      <a:pt x="22" y="12240"/>
                      <a:pt x="188" y="14660"/>
                    </a:cubicBezTo>
                    <a:cubicBezTo>
                      <a:pt x="522" y="19520"/>
                      <a:pt x="1273" y="24338"/>
                      <a:pt x="2441" y="29072"/>
                    </a:cubicBezTo>
                    <a:cubicBezTo>
                      <a:pt x="3609" y="33890"/>
                      <a:pt x="5215" y="38583"/>
                      <a:pt x="7238" y="43089"/>
                    </a:cubicBezTo>
                    <a:cubicBezTo>
                      <a:pt x="8302" y="45508"/>
                      <a:pt x="9533" y="47844"/>
                      <a:pt x="10450" y="50326"/>
                    </a:cubicBezTo>
                    <a:cubicBezTo>
                      <a:pt x="11368" y="52829"/>
                      <a:pt x="11910" y="55457"/>
                      <a:pt x="12077" y="58127"/>
                    </a:cubicBezTo>
                    <a:cubicBezTo>
                      <a:pt x="12349" y="62486"/>
                      <a:pt x="11952" y="66887"/>
                      <a:pt x="11514" y="71246"/>
                    </a:cubicBezTo>
                    <a:cubicBezTo>
                      <a:pt x="11410" y="72373"/>
                      <a:pt x="11306" y="73478"/>
                      <a:pt x="11201" y="74604"/>
                    </a:cubicBezTo>
                    <a:lnTo>
                      <a:pt x="11785" y="74604"/>
                    </a:lnTo>
                    <a:cubicBezTo>
                      <a:pt x="11910" y="73478"/>
                      <a:pt x="12036" y="72352"/>
                      <a:pt x="12161" y="71225"/>
                    </a:cubicBezTo>
                    <a:cubicBezTo>
                      <a:pt x="12536" y="67575"/>
                      <a:pt x="12891" y="63884"/>
                      <a:pt x="12828" y="60213"/>
                    </a:cubicBezTo>
                    <a:cubicBezTo>
                      <a:pt x="12766" y="55228"/>
                      <a:pt x="11556" y="50764"/>
                      <a:pt x="9470" y="46259"/>
                    </a:cubicBezTo>
                    <a:cubicBezTo>
                      <a:pt x="5132" y="36894"/>
                      <a:pt x="2066" y="27237"/>
                      <a:pt x="1085" y="16912"/>
                    </a:cubicBezTo>
                    <a:cubicBezTo>
                      <a:pt x="814" y="14222"/>
                      <a:pt x="668" y="11490"/>
                      <a:pt x="668" y="8778"/>
                    </a:cubicBezTo>
                    <a:cubicBezTo>
                      <a:pt x="668" y="5900"/>
                      <a:pt x="1065" y="3042"/>
                      <a:pt x="981" y="164"/>
                    </a:cubicBezTo>
                    <a:cubicBezTo>
                      <a:pt x="981" y="60"/>
                      <a:pt x="898"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6"/>
              <p:cNvSpPr/>
              <p:nvPr/>
            </p:nvSpPr>
            <p:spPr>
              <a:xfrm>
                <a:off x="8745425" y="2272600"/>
                <a:ext cx="121000" cy="407950"/>
              </a:xfrm>
              <a:custGeom>
                <a:rect b="b" l="l" r="r" t="t"/>
                <a:pathLst>
                  <a:path extrusionOk="0" h="16318" w="4840">
                    <a:moveTo>
                      <a:pt x="2636" y="0"/>
                    </a:moveTo>
                    <a:cubicBezTo>
                      <a:pt x="1929" y="0"/>
                      <a:pt x="1246" y="817"/>
                      <a:pt x="939" y="1551"/>
                    </a:cubicBezTo>
                    <a:cubicBezTo>
                      <a:pt x="105" y="3657"/>
                      <a:pt x="0" y="5951"/>
                      <a:pt x="292" y="8183"/>
                    </a:cubicBezTo>
                    <a:cubicBezTo>
                      <a:pt x="564" y="10248"/>
                      <a:pt x="1002" y="12897"/>
                      <a:pt x="1898" y="14774"/>
                    </a:cubicBezTo>
                    <a:cubicBezTo>
                      <a:pt x="2149" y="15296"/>
                      <a:pt x="2378" y="15838"/>
                      <a:pt x="2670" y="16318"/>
                    </a:cubicBezTo>
                    <a:cubicBezTo>
                      <a:pt x="3150" y="15421"/>
                      <a:pt x="3317" y="14274"/>
                      <a:pt x="3588" y="13293"/>
                    </a:cubicBezTo>
                    <a:cubicBezTo>
                      <a:pt x="3963" y="11938"/>
                      <a:pt x="4255" y="10582"/>
                      <a:pt x="4464" y="9184"/>
                    </a:cubicBezTo>
                    <a:cubicBezTo>
                      <a:pt x="4839" y="6473"/>
                      <a:pt x="4756" y="3657"/>
                      <a:pt x="3776" y="1092"/>
                    </a:cubicBezTo>
                    <a:cubicBezTo>
                      <a:pt x="3671" y="695"/>
                      <a:pt x="3421" y="362"/>
                      <a:pt x="3108" y="132"/>
                    </a:cubicBezTo>
                    <a:cubicBezTo>
                      <a:pt x="2952" y="41"/>
                      <a:pt x="2794" y="0"/>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6"/>
              <p:cNvSpPr/>
              <p:nvPr/>
            </p:nvSpPr>
            <p:spPr>
              <a:xfrm>
                <a:off x="9113550" y="2722675"/>
                <a:ext cx="188800" cy="262925"/>
              </a:xfrm>
              <a:custGeom>
                <a:rect b="b" l="l" r="r" t="t"/>
                <a:pathLst>
                  <a:path extrusionOk="0" h="10517" w="7552">
                    <a:moveTo>
                      <a:pt x="1351" y="1"/>
                    </a:moveTo>
                    <a:cubicBezTo>
                      <a:pt x="1318" y="1"/>
                      <a:pt x="1285" y="2"/>
                      <a:pt x="1252" y="4"/>
                    </a:cubicBezTo>
                    <a:cubicBezTo>
                      <a:pt x="335" y="150"/>
                      <a:pt x="1" y="1276"/>
                      <a:pt x="84" y="2048"/>
                    </a:cubicBezTo>
                    <a:cubicBezTo>
                      <a:pt x="272" y="3821"/>
                      <a:pt x="1127" y="5323"/>
                      <a:pt x="2254" y="6595"/>
                    </a:cubicBezTo>
                    <a:cubicBezTo>
                      <a:pt x="3338" y="7784"/>
                      <a:pt x="4777" y="9223"/>
                      <a:pt x="6279" y="9953"/>
                    </a:cubicBezTo>
                    <a:cubicBezTo>
                      <a:pt x="6696" y="10141"/>
                      <a:pt x="7093" y="10370"/>
                      <a:pt x="7531" y="10516"/>
                    </a:cubicBezTo>
                    <a:cubicBezTo>
                      <a:pt x="7551" y="9682"/>
                      <a:pt x="7218" y="8889"/>
                      <a:pt x="7030" y="8118"/>
                    </a:cubicBezTo>
                    <a:cubicBezTo>
                      <a:pt x="6801" y="7075"/>
                      <a:pt x="6467" y="6053"/>
                      <a:pt x="6071" y="5052"/>
                    </a:cubicBezTo>
                    <a:cubicBezTo>
                      <a:pt x="5257" y="3133"/>
                      <a:pt x="4026" y="1402"/>
                      <a:pt x="2170" y="275"/>
                    </a:cubicBezTo>
                    <a:cubicBezTo>
                      <a:pt x="1926" y="87"/>
                      <a:pt x="1648"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6"/>
              <p:cNvSpPr/>
              <p:nvPr/>
            </p:nvSpPr>
            <p:spPr>
              <a:xfrm>
                <a:off x="8597850" y="3434275"/>
                <a:ext cx="73025" cy="184875"/>
              </a:xfrm>
              <a:custGeom>
                <a:rect b="b" l="l" r="r" t="t"/>
                <a:pathLst>
                  <a:path extrusionOk="0" h="7395" w="2921">
                    <a:moveTo>
                      <a:pt x="1636" y="0"/>
                    </a:moveTo>
                    <a:cubicBezTo>
                      <a:pt x="1572" y="0"/>
                      <a:pt x="1506" y="10"/>
                      <a:pt x="1440" y="31"/>
                    </a:cubicBezTo>
                    <a:cubicBezTo>
                      <a:pt x="1252" y="94"/>
                      <a:pt x="1085" y="240"/>
                      <a:pt x="981" y="407"/>
                    </a:cubicBezTo>
                    <a:cubicBezTo>
                      <a:pt x="314" y="1491"/>
                      <a:pt x="1" y="2764"/>
                      <a:pt x="84" y="4036"/>
                    </a:cubicBezTo>
                    <a:cubicBezTo>
                      <a:pt x="126" y="4683"/>
                      <a:pt x="209" y="5329"/>
                      <a:pt x="355" y="5955"/>
                    </a:cubicBezTo>
                    <a:cubicBezTo>
                      <a:pt x="439" y="6414"/>
                      <a:pt x="460" y="6956"/>
                      <a:pt x="689" y="7394"/>
                    </a:cubicBezTo>
                    <a:cubicBezTo>
                      <a:pt x="877" y="7206"/>
                      <a:pt x="1064" y="6977"/>
                      <a:pt x="1231" y="6768"/>
                    </a:cubicBezTo>
                    <a:cubicBezTo>
                      <a:pt x="1878" y="5976"/>
                      <a:pt x="2295" y="4808"/>
                      <a:pt x="2566" y="3890"/>
                    </a:cubicBezTo>
                    <a:cubicBezTo>
                      <a:pt x="2900" y="2910"/>
                      <a:pt x="2921" y="1846"/>
                      <a:pt x="2608" y="845"/>
                    </a:cubicBezTo>
                    <a:cubicBezTo>
                      <a:pt x="2462" y="462"/>
                      <a:pt x="207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 name="Google Shape;446;p6"/>
          <p:cNvGrpSpPr/>
          <p:nvPr/>
        </p:nvGrpSpPr>
        <p:grpSpPr>
          <a:xfrm>
            <a:off x="-656555" y="2994141"/>
            <a:ext cx="1133441" cy="1842956"/>
            <a:chOff x="-668855" y="2961316"/>
            <a:chExt cx="1133441" cy="1842956"/>
          </a:xfrm>
        </p:grpSpPr>
        <p:sp>
          <p:nvSpPr>
            <p:cNvPr id="447" name="Google Shape;447;p6"/>
            <p:cNvSpPr/>
            <p:nvPr/>
          </p:nvSpPr>
          <p:spPr>
            <a:xfrm>
              <a:off x="-481719" y="4765328"/>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 name="Google Shape;448;p6"/>
            <p:cNvGrpSpPr/>
            <p:nvPr/>
          </p:nvGrpSpPr>
          <p:grpSpPr>
            <a:xfrm>
              <a:off x="-668855" y="2961316"/>
              <a:ext cx="1133441" cy="1830531"/>
              <a:chOff x="-668855" y="2961316"/>
              <a:chExt cx="1133441" cy="1830531"/>
            </a:xfrm>
          </p:grpSpPr>
          <p:sp>
            <p:nvSpPr>
              <p:cNvPr id="449" name="Google Shape;449;p6"/>
              <p:cNvSpPr/>
              <p:nvPr/>
            </p:nvSpPr>
            <p:spPr>
              <a:xfrm>
                <a:off x="-548811" y="3395139"/>
                <a:ext cx="107706" cy="494274"/>
              </a:xfrm>
              <a:custGeom>
                <a:rect b="b" l="l" r="r" t="t"/>
                <a:pathLst>
                  <a:path extrusionOk="0" h="11537" w="2514">
                    <a:moveTo>
                      <a:pt x="1" y="0"/>
                    </a:moveTo>
                    <a:lnTo>
                      <a:pt x="967" y="11537"/>
                    </a:lnTo>
                    <a:lnTo>
                      <a:pt x="2069"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6"/>
              <p:cNvSpPr/>
              <p:nvPr/>
            </p:nvSpPr>
            <p:spPr>
              <a:xfrm>
                <a:off x="-538014" y="3531721"/>
                <a:ext cx="91940" cy="45584"/>
              </a:xfrm>
              <a:custGeom>
                <a:rect b="b" l="l" r="r" t="t"/>
                <a:pathLst>
                  <a:path extrusionOk="0" h="1064" w="2146">
                    <a:moveTo>
                      <a:pt x="0" y="1"/>
                    </a:moveTo>
                    <a:lnTo>
                      <a:pt x="77" y="1064"/>
                    </a:lnTo>
                    <a:lnTo>
                      <a:pt x="2126" y="542"/>
                    </a:lnTo>
                    <a:lnTo>
                      <a:pt x="21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 name="Google Shape;451;p6"/>
              <p:cNvGrpSpPr/>
              <p:nvPr/>
            </p:nvGrpSpPr>
            <p:grpSpPr>
              <a:xfrm>
                <a:off x="-668855" y="2961316"/>
                <a:ext cx="1133441" cy="1830531"/>
                <a:chOff x="4722745" y="2927241"/>
                <a:chExt cx="1133441" cy="1830531"/>
              </a:xfrm>
            </p:grpSpPr>
            <p:sp>
              <p:nvSpPr>
                <p:cNvPr id="452" name="Google Shape;452;p6"/>
                <p:cNvSpPr/>
                <p:nvPr/>
              </p:nvSpPr>
              <p:spPr>
                <a:xfrm>
                  <a:off x="4841975" y="3361878"/>
                  <a:ext cx="53853" cy="494317"/>
                </a:xfrm>
                <a:custGeom>
                  <a:rect b="b" l="l" r="r" t="t"/>
                  <a:pathLst>
                    <a:path extrusionOk="0" h="11538" w="1257">
                      <a:moveTo>
                        <a:pt x="1" y="1"/>
                      </a:moveTo>
                      <a:lnTo>
                        <a:pt x="967" y="11537"/>
                      </a:lnTo>
                      <a:lnTo>
                        <a:pt x="1257"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6"/>
                <p:cNvSpPr/>
                <p:nvPr/>
              </p:nvSpPr>
              <p:spPr>
                <a:xfrm>
                  <a:off x="5523343" y="3361064"/>
                  <a:ext cx="107663" cy="494274"/>
                </a:xfrm>
                <a:custGeom>
                  <a:rect b="b" l="l" r="r" t="t"/>
                  <a:pathLst>
                    <a:path extrusionOk="0" h="11537" w="2513">
                      <a:moveTo>
                        <a:pt x="1" y="0"/>
                      </a:moveTo>
                      <a:lnTo>
                        <a:pt x="967" y="11537"/>
                      </a:lnTo>
                      <a:lnTo>
                        <a:pt x="2068"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6"/>
                <p:cNvSpPr/>
                <p:nvPr/>
              </p:nvSpPr>
              <p:spPr>
                <a:xfrm>
                  <a:off x="5522529" y="3361878"/>
                  <a:ext cx="53853" cy="494317"/>
                </a:xfrm>
                <a:custGeom>
                  <a:rect b="b" l="l" r="r" t="t"/>
                  <a:pathLst>
                    <a:path extrusionOk="0" h="11538" w="1257">
                      <a:moveTo>
                        <a:pt x="0" y="1"/>
                      </a:moveTo>
                      <a:lnTo>
                        <a:pt x="966" y="11537"/>
                      </a:lnTo>
                      <a:lnTo>
                        <a:pt x="1256"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6"/>
                <p:cNvSpPr/>
                <p:nvPr/>
              </p:nvSpPr>
              <p:spPr>
                <a:xfrm>
                  <a:off x="5534096" y="3497646"/>
                  <a:ext cx="91940" cy="45584"/>
                </a:xfrm>
                <a:custGeom>
                  <a:rect b="b" l="l" r="r" t="t"/>
                  <a:pathLst>
                    <a:path extrusionOk="0" h="1064" w="2146">
                      <a:moveTo>
                        <a:pt x="1" y="1"/>
                      </a:moveTo>
                      <a:lnTo>
                        <a:pt x="78" y="1064"/>
                      </a:lnTo>
                      <a:lnTo>
                        <a:pt x="2126" y="542"/>
                      </a:lnTo>
                      <a:lnTo>
                        <a:pt x="21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6"/>
                <p:cNvSpPr/>
                <p:nvPr/>
              </p:nvSpPr>
              <p:spPr>
                <a:xfrm>
                  <a:off x="5441385" y="3919045"/>
                  <a:ext cx="108477" cy="837057"/>
                </a:xfrm>
                <a:custGeom>
                  <a:rect b="b" l="l" r="r" t="t"/>
                  <a:pathLst>
                    <a:path extrusionOk="0" h="19538" w="2532">
                      <a:moveTo>
                        <a:pt x="0" y="1"/>
                      </a:moveTo>
                      <a:lnTo>
                        <a:pt x="967" y="19538"/>
                      </a:lnTo>
                      <a:lnTo>
                        <a:pt x="2087" y="19538"/>
                      </a:lnTo>
                      <a:lnTo>
                        <a:pt x="25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6"/>
                <p:cNvSpPr/>
                <p:nvPr/>
              </p:nvSpPr>
              <p:spPr>
                <a:xfrm>
                  <a:off x="5441385" y="3919902"/>
                  <a:ext cx="53039" cy="837871"/>
                </a:xfrm>
                <a:custGeom>
                  <a:rect b="b" l="l" r="r" t="t"/>
                  <a:pathLst>
                    <a:path extrusionOk="0" h="19557" w="1238">
                      <a:moveTo>
                        <a:pt x="0" y="0"/>
                      </a:moveTo>
                      <a:lnTo>
                        <a:pt x="947" y="19556"/>
                      </a:lnTo>
                      <a:lnTo>
                        <a:pt x="123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6"/>
                <p:cNvSpPr/>
                <p:nvPr/>
              </p:nvSpPr>
              <p:spPr>
                <a:xfrm>
                  <a:off x="4869309" y="3919045"/>
                  <a:ext cx="107663" cy="837057"/>
                </a:xfrm>
                <a:custGeom>
                  <a:rect b="b" l="l" r="r" t="t"/>
                  <a:pathLst>
                    <a:path extrusionOk="0" h="19538" w="2513">
                      <a:moveTo>
                        <a:pt x="0" y="1"/>
                      </a:moveTo>
                      <a:lnTo>
                        <a:pt x="966" y="19538"/>
                      </a:lnTo>
                      <a:lnTo>
                        <a:pt x="2068" y="19538"/>
                      </a:lnTo>
                      <a:lnTo>
                        <a:pt x="2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6"/>
                <p:cNvSpPr/>
                <p:nvPr/>
              </p:nvSpPr>
              <p:spPr>
                <a:xfrm>
                  <a:off x="4868452" y="3919902"/>
                  <a:ext cx="53853" cy="837871"/>
                </a:xfrm>
                <a:custGeom>
                  <a:rect b="b" l="l" r="r" t="t"/>
                  <a:pathLst>
                    <a:path extrusionOk="0" h="19557" w="1257">
                      <a:moveTo>
                        <a:pt x="1" y="0"/>
                      </a:moveTo>
                      <a:lnTo>
                        <a:pt x="967" y="19556"/>
                      </a:lnTo>
                      <a:lnTo>
                        <a:pt x="1257" y="19556"/>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6"/>
                <p:cNvSpPr/>
                <p:nvPr/>
              </p:nvSpPr>
              <p:spPr>
                <a:xfrm>
                  <a:off x="5036523" y="3919045"/>
                  <a:ext cx="107663" cy="837057"/>
                </a:xfrm>
                <a:custGeom>
                  <a:rect b="b" l="l" r="r" t="t"/>
                  <a:pathLst>
                    <a:path extrusionOk="0" h="19538" w="2513">
                      <a:moveTo>
                        <a:pt x="1" y="1"/>
                      </a:moveTo>
                      <a:lnTo>
                        <a:pt x="967" y="19538"/>
                      </a:lnTo>
                      <a:lnTo>
                        <a:pt x="2068"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6"/>
                <p:cNvSpPr/>
                <p:nvPr/>
              </p:nvSpPr>
              <p:spPr>
                <a:xfrm>
                  <a:off x="5035709" y="3919902"/>
                  <a:ext cx="53853" cy="837871"/>
                </a:xfrm>
                <a:custGeom>
                  <a:rect b="b" l="l" r="r" t="t"/>
                  <a:pathLst>
                    <a:path extrusionOk="0" h="19557" w="1257">
                      <a:moveTo>
                        <a:pt x="0" y="0"/>
                      </a:moveTo>
                      <a:lnTo>
                        <a:pt x="967"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6"/>
                <p:cNvSpPr/>
                <p:nvPr/>
              </p:nvSpPr>
              <p:spPr>
                <a:xfrm>
                  <a:off x="5695527" y="3919045"/>
                  <a:ext cx="107706" cy="837057"/>
                </a:xfrm>
                <a:custGeom>
                  <a:rect b="b" l="l" r="r" t="t"/>
                  <a:pathLst>
                    <a:path extrusionOk="0" h="19538" w="2514">
                      <a:moveTo>
                        <a:pt x="1" y="1"/>
                      </a:moveTo>
                      <a:lnTo>
                        <a:pt x="948" y="19538"/>
                      </a:lnTo>
                      <a:lnTo>
                        <a:pt x="2069"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6"/>
                <p:cNvSpPr/>
                <p:nvPr/>
              </p:nvSpPr>
              <p:spPr>
                <a:xfrm>
                  <a:off x="5694713" y="3919902"/>
                  <a:ext cx="53853" cy="837871"/>
                </a:xfrm>
                <a:custGeom>
                  <a:rect b="b" l="l" r="r" t="t"/>
                  <a:pathLst>
                    <a:path extrusionOk="0" h="19557" w="1257">
                      <a:moveTo>
                        <a:pt x="1" y="0"/>
                      </a:moveTo>
                      <a:lnTo>
                        <a:pt x="948"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6"/>
                <p:cNvSpPr/>
                <p:nvPr/>
              </p:nvSpPr>
              <p:spPr>
                <a:xfrm>
                  <a:off x="4722745" y="292724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6"/>
                <p:cNvSpPr/>
                <p:nvPr/>
              </p:nvSpPr>
              <p:spPr>
                <a:xfrm>
                  <a:off x="4722745" y="292724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6"/>
                <p:cNvSpPr/>
                <p:nvPr/>
              </p:nvSpPr>
              <p:spPr>
                <a:xfrm>
                  <a:off x="4776555" y="385529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 name="Google Shape;467;p6"/>
              <p:cNvSpPr/>
              <p:nvPr/>
            </p:nvSpPr>
            <p:spPr>
              <a:xfrm>
                <a:off x="-615045" y="3890184"/>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6"/>
              <p:cNvSpPr/>
              <p:nvPr/>
            </p:nvSpPr>
            <p:spPr>
              <a:xfrm>
                <a:off x="52270"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6"/>
              <p:cNvSpPr/>
              <p:nvPr/>
            </p:nvSpPr>
            <p:spPr>
              <a:xfrm>
                <a:off x="-520663" y="3994549"/>
                <a:ext cx="105221" cy="67091"/>
              </a:xfrm>
              <a:custGeom>
                <a:rect b="b" l="l" r="r" t="t"/>
                <a:pathLst>
                  <a:path extrusionOk="0" h="1566" w="2456">
                    <a:moveTo>
                      <a:pt x="1" y="0"/>
                    </a:moveTo>
                    <a:lnTo>
                      <a:pt x="78" y="1565"/>
                    </a:lnTo>
                    <a:lnTo>
                      <a:pt x="2436" y="1005"/>
                    </a:lnTo>
                    <a:lnTo>
                      <a:pt x="2455" y="50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6"/>
              <p:cNvSpPr/>
              <p:nvPr/>
            </p:nvSpPr>
            <p:spPr>
              <a:xfrm>
                <a:off x="-352592" y="4016056"/>
                <a:ext cx="103550" cy="45584"/>
              </a:xfrm>
              <a:custGeom>
                <a:rect b="b" l="l" r="r" t="t"/>
                <a:pathLst>
                  <a:path extrusionOk="0" h="1064" w="2417">
                    <a:moveTo>
                      <a:pt x="1" y="1"/>
                    </a:moveTo>
                    <a:lnTo>
                      <a:pt x="5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6"/>
              <p:cNvSpPr/>
              <p:nvPr/>
            </p:nvSpPr>
            <p:spPr>
              <a:xfrm>
                <a:off x="304783"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6"/>
              <p:cNvSpPr/>
              <p:nvPr/>
            </p:nvSpPr>
            <p:spPr>
              <a:xfrm>
                <a:off x="-614188" y="3971371"/>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3" name="Google Shape;473;p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74" name="Shape 474"/>
        <p:cNvGrpSpPr/>
        <p:nvPr/>
      </p:nvGrpSpPr>
      <p:grpSpPr>
        <a:xfrm>
          <a:off x="0" y="0"/>
          <a:ext cx="0" cy="0"/>
          <a:chOff x="0" y="0"/>
          <a:chExt cx="0" cy="0"/>
        </a:xfrm>
      </p:grpSpPr>
      <p:sp>
        <p:nvSpPr>
          <p:cNvPr id="475" name="Google Shape;475;p7"/>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7"/>
          <p:cNvSpPr txBox="1"/>
          <p:nvPr>
            <p:ph idx="1" type="body"/>
          </p:nvPr>
        </p:nvSpPr>
        <p:spPr>
          <a:xfrm>
            <a:off x="4470825" y="1137500"/>
            <a:ext cx="3958200" cy="2307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dk1"/>
              </a:buClr>
              <a:buSzPts val="1400"/>
              <a:buChar char="●"/>
              <a:defRPr sz="1400">
                <a:solidFill>
                  <a:schemeClr val="dk1"/>
                </a:solidFill>
              </a:defRPr>
            </a:lvl1pPr>
            <a:lvl2pPr indent="-317500" lvl="1" marL="914400" rtl="0">
              <a:lnSpc>
                <a:spcPct val="115000"/>
              </a:lnSpc>
              <a:spcBef>
                <a:spcPts val="0"/>
              </a:spcBef>
              <a:spcAft>
                <a:spcPts val="0"/>
              </a:spcAft>
              <a:buClr>
                <a:schemeClr val="dk1"/>
              </a:buClr>
              <a:buSzPts val="1400"/>
              <a:buChar char="○"/>
              <a:defRPr>
                <a:solidFill>
                  <a:schemeClr val="dk1"/>
                </a:solidFill>
              </a:defRPr>
            </a:lvl2pPr>
            <a:lvl3pPr indent="-317500" lvl="2" marL="1371600" rtl="0">
              <a:lnSpc>
                <a:spcPct val="115000"/>
              </a:lnSpc>
              <a:spcBef>
                <a:spcPts val="0"/>
              </a:spcBef>
              <a:spcAft>
                <a:spcPts val="0"/>
              </a:spcAft>
              <a:buClr>
                <a:schemeClr val="dk1"/>
              </a:buClr>
              <a:buSzPts val="1400"/>
              <a:buChar char="■"/>
              <a:defRPr>
                <a:solidFill>
                  <a:schemeClr val="dk1"/>
                </a:solidFill>
              </a:defRPr>
            </a:lvl3pPr>
            <a:lvl4pPr indent="-317500" lvl="3" marL="1828800" rtl="0">
              <a:lnSpc>
                <a:spcPct val="115000"/>
              </a:lnSpc>
              <a:spcBef>
                <a:spcPts val="0"/>
              </a:spcBef>
              <a:spcAft>
                <a:spcPts val="0"/>
              </a:spcAft>
              <a:buClr>
                <a:schemeClr val="dk1"/>
              </a:buClr>
              <a:buSzPts val="1400"/>
              <a:buChar char="●"/>
              <a:defRPr>
                <a:solidFill>
                  <a:schemeClr val="dk1"/>
                </a:solidFill>
              </a:defRPr>
            </a:lvl4pPr>
            <a:lvl5pPr indent="-317500" lvl="4" marL="2286000" rtl="0">
              <a:lnSpc>
                <a:spcPct val="115000"/>
              </a:lnSpc>
              <a:spcBef>
                <a:spcPts val="0"/>
              </a:spcBef>
              <a:spcAft>
                <a:spcPts val="0"/>
              </a:spcAft>
              <a:buClr>
                <a:schemeClr val="dk1"/>
              </a:buClr>
              <a:buSzPts val="1400"/>
              <a:buChar char="○"/>
              <a:defRPr>
                <a:solidFill>
                  <a:schemeClr val="dk1"/>
                </a:solidFill>
              </a:defRPr>
            </a:lvl5pPr>
            <a:lvl6pPr indent="-317500" lvl="5" marL="2743200" rtl="0">
              <a:lnSpc>
                <a:spcPct val="115000"/>
              </a:lnSpc>
              <a:spcBef>
                <a:spcPts val="0"/>
              </a:spcBef>
              <a:spcAft>
                <a:spcPts val="0"/>
              </a:spcAft>
              <a:buClr>
                <a:schemeClr val="dk1"/>
              </a:buClr>
              <a:buSzPts val="1400"/>
              <a:buChar char="■"/>
              <a:defRPr>
                <a:solidFill>
                  <a:schemeClr val="dk1"/>
                </a:solidFill>
              </a:defRPr>
            </a:lvl6pPr>
            <a:lvl7pPr indent="-317500" lvl="6" marL="3200400" rtl="0">
              <a:lnSpc>
                <a:spcPct val="115000"/>
              </a:lnSpc>
              <a:spcBef>
                <a:spcPts val="0"/>
              </a:spcBef>
              <a:spcAft>
                <a:spcPts val="0"/>
              </a:spcAft>
              <a:buClr>
                <a:schemeClr val="dk1"/>
              </a:buClr>
              <a:buSzPts val="1400"/>
              <a:buChar char="●"/>
              <a:defRPr>
                <a:solidFill>
                  <a:schemeClr val="dk1"/>
                </a:solidFill>
              </a:defRPr>
            </a:lvl7pPr>
            <a:lvl8pPr indent="-317500" lvl="7" marL="3657600" rtl="0">
              <a:lnSpc>
                <a:spcPct val="115000"/>
              </a:lnSpc>
              <a:spcBef>
                <a:spcPts val="0"/>
              </a:spcBef>
              <a:spcAft>
                <a:spcPts val="0"/>
              </a:spcAft>
              <a:buClr>
                <a:schemeClr val="dk1"/>
              </a:buClr>
              <a:buSzPts val="1400"/>
              <a:buChar char="○"/>
              <a:defRPr>
                <a:solidFill>
                  <a:schemeClr val="dk1"/>
                </a:solidFill>
              </a:defRPr>
            </a:lvl8pPr>
            <a:lvl9pPr indent="-317500" lvl="8" marL="4114800" rtl="0">
              <a:lnSpc>
                <a:spcPct val="115000"/>
              </a:lnSpc>
              <a:spcBef>
                <a:spcPts val="0"/>
              </a:spcBef>
              <a:spcAft>
                <a:spcPts val="0"/>
              </a:spcAft>
              <a:buClr>
                <a:schemeClr val="dk1"/>
              </a:buClr>
              <a:buSzPts val="1400"/>
              <a:buChar char="■"/>
              <a:defRPr>
                <a:solidFill>
                  <a:schemeClr val="dk1"/>
                </a:solidFill>
              </a:defRPr>
            </a:lvl9pPr>
          </a:lstStyle>
          <a:p/>
        </p:txBody>
      </p:sp>
      <p:sp>
        <p:nvSpPr>
          <p:cNvPr id="477" name="Google Shape;477;p7"/>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7"/>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479" name="Google Shape;479;p7"/>
          <p:cNvGrpSpPr/>
          <p:nvPr/>
        </p:nvGrpSpPr>
        <p:grpSpPr>
          <a:xfrm>
            <a:off x="2936544" y="-329546"/>
            <a:ext cx="2934233" cy="708308"/>
            <a:chOff x="2375925" y="3297600"/>
            <a:chExt cx="735950" cy="177650"/>
          </a:xfrm>
        </p:grpSpPr>
        <p:sp>
          <p:nvSpPr>
            <p:cNvPr id="480" name="Google Shape;480;p7"/>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7"/>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7"/>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7"/>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7"/>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7"/>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 name="Google Shape;486;p7"/>
          <p:cNvGrpSpPr/>
          <p:nvPr/>
        </p:nvGrpSpPr>
        <p:grpSpPr>
          <a:xfrm>
            <a:off x="8581300" y="2272600"/>
            <a:ext cx="1174850" cy="2506000"/>
            <a:chOff x="8505100" y="2272600"/>
            <a:chExt cx="1174850" cy="2506000"/>
          </a:xfrm>
        </p:grpSpPr>
        <p:sp>
          <p:nvSpPr>
            <p:cNvPr id="487" name="Google Shape;487;p7"/>
            <p:cNvSpPr/>
            <p:nvPr/>
          </p:nvSpPr>
          <p:spPr>
            <a:xfrm>
              <a:off x="8814300" y="46652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 name="Google Shape;488;p7"/>
            <p:cNvGrpSpPr/>
            <p:nvPr/>
          </p:nvGrpSpPr>
          <p:grpSpPr>
            <a:xfrm>
              <a:off x="8505100" y="2272600"/>
              <a:ext cx="1174850" cy="2455800"/>
              <a:chOff x="8428900" y="2272600"/>
              <a:chExt cx="1174850" cy="2455800"/>
            </a:xfrm>
          </p:grpSpPr>
          <p:sp>
            <p:nvSpPr>
              <p:cNvPr id="489" name="Google Shape;489;p7"/>
              <p:cNvSpPr/>
              <p:nvPr/>
            </p:nvSpPr>
            <p:spPr>
              <a:xfrm>
                <a:off x="8818950" y="4235450"/>
                <a:ext cx="574125" cy="492950"/>
              </a:xfrm>
              <a:custGeom>
                <a:rect b="b" l="l" r="r" t="t"/>
                <a:pathLst>
                  <a:path extrusionOk="0" h="19718" w="22965">
                    <a:moveTo>
                      <a:pt x="19544" y="1"/>
                    </a:moveTo>
                    <a:cubicBezTo>
                      <a:pt x="18835" y="22"/>
                      <a:pt x="18147" y="105"/>
                      <a:pt x="17458" y="105"/>
                    </a:cubicBezTo>
                    <a:lnTo>
                      <a:pt x="5298" y="105"/>
                    </a:lnTo>
                    <a:cubicBezTo>
                      <a:pt x="4902" y="105"/>
                      <a:pt x="4318" y="147"/>
                      <a:pt x="3922" y="147"/>
                    </a:cubicBezTo>
                    <a:cubicBezTo>
                      <a:pt x="3873" y="154"/>
                      <a:pt x="3822" y="156"/>
                      <a:pt x="3768" y="156"/>
                    </a:cubicBezTo>
                    <a:cubicBezTo>
                      <a:pt x="3660" y="156"/>
                      <a:pt x="3539" y="147"/>
                      <a:pt x="3400" y="147"/>
                    </a:cubicBezTo>
                    <a:lnTo>
                      <a:pt x="3379" y="147"/>
                    </a:lnTo>
                    <a:cubicBezTo>
                      <a:pt x="3025" y="147"/>
                      <a:pt x="2608" y="126"/>
                      <a:pt x="2170" y="126"/>
                    </a:cubicBezTo>
                    <a:cubicBezTo>
                      <a:pt x="1377" y="147"/>
                      <a:pt x="584" y="293"/>
                      <a:pt x="272" y="814"/>
                    </a:cubicBezTo>
                    <a:cubicBezTo>
                      <a:pt x="0" y="1273"/>
                      <a:pt x="522" y="2962"/>
                      <a:pt x="605" y="3484"/>
                    </a:cubicBezTo>
                    <a:cubicBezTo>
                      <a:pt x="730" y="4381"/>
                      <a:pt x="856" y="5278"/>
                      <a:pt x="1002" y="6174"/>
                    </a:cubicBezTo>
                    <a:lnTo>
                      <a:pt x="1168" y="7322"/>
                    </a:lnTo>
                    <a:cubicBezTo>
                      <a:pt x="1669" y="10429"/>
                      <a:pt x="2253" y="13537"/>
                      <a:pt x="2879" y="16624"/>
                    </a:cubicBezTo>
                    <a:cubicBezTo>
                      <a:pt x="3025" y="17271"/>
                      <a:pt x="3150" y="17896"/>
                      <a:pt x="3275" y="18522"/>
                    </a:cubicBezTo>
                    <a:lnTo>
                      <a:pt x="3838" y="18689"/>
                    </a:lnTo>
                    <a:cubicBezTo>
                      <a:pt x="4422" y="18877"/>
                      <a:pt x="5006" y="19023"/>
                      <a:pt x="5590" y="19148"/>
                    </a:cubicBezTo>
                    <a:cubicBezTo>
                      <a:pt x="7319" y="19529"/>
                      <a:pt x="9078" y="19718"/>
                      <a:pt x="10836" y="19718"/>
                    </a:cubicBezTo>
                    <a:cubicBezTo>
                      <a:pt x="13406" y="19718"/>
                      <a:pt x="15974" y="19315"/>
                      <a:pt x="18439" y="18522"/>
                    </a:cubicBezTo>
                    <a:cubicBezTo>
                      <a:pt x="19169" y="15769"/>
                      <a:pt x="19919" y="12974"/>
                      <a:pt x="20670" y="10200"/>
                    </a:cubicBezTo>
                    <a:cubicBezTo>
                      <a:pt x="20775" y="9804"/>
                      <a:pt x="20879" y="9407"/>
                      <a:pt x="20983" y="9032"/>
                    </a:cubicBezTo>
                    <a:cubicBezTo>
                      <a:pt x="21129" y="8427"/>
                      <a:pt x="21296" y="7822"/>
                      <a:pt x="21442" y="7217"/>
                    </a:cubicBezTo>
                    <a:cubicBezTo>
                      <a:pt x="21755" y="6028"/>
                      <a:pt x="22068" y="4840"/>
                      <a:pt x="22422" y="3672"/>
                    </a:cubicBezTo>
                    <a:cubicBezTo>
                      <a:pt x="22777" y="2399"/>
                      <a:pt x="22965" y="522"/>
                      <a:pt x="21275" y="126"/>
                    </a:cubicBezTo>
                    <a:cubicBezTo>
                      <a:pt x="20962" y="42"/>
                      <a:pt x="20629" y="1"/>
                      <a:pt x="20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7"/>
              <p:cNvSpPr/>
              <p:nvPr/>
            </p:nvSpPr>
            <p:spPr>
              <a:xfrm>
                <a:off x="8789600" y="4236375"/>
                <a:ext cx="613900" cy="204900"/>
              </a:xfrm>
              <a:custGeom>
                <a:rect b="b" l="l" r="r" t="t"/>
                <a:pathLst>
                  <a:path extrusionOk="0" h="8196" w="24556">
                    <a:moveTo>
                      <a:pt x="21731" y="0"/>
                    </a:moveTo>
                    <a:cubicBezTo>
                      <a:pt x="21636" y="0"/>
                      <a:pt x="21542" y="2"/>
                      <a:pt x="21448" y="5"/>
                    </a:cubicBezTo>
                    <a:lnTo>
                      <a:pt x="21427" y="5"/>
                    </a:lnTo>
                    <a:cubicBezTo>
                      <a:pt x="21177" y="5"/>
                      <a:pt x="20927" y="26"/>
                      <a:pt x="20676" y="47"/>
                    </a:cubicBezTo>
                    <a:lnTo>
                      <a:pt x="20655" y="47"/>
                    </a:lnTo>
                    <a:cubicBezTo>
                      <a:pt x="20113" y="68"/>
                      <a:pt x="19571" y="110"/>
                      <a:pt x="19029" y="110"/>
                    </a:cubicBezTo>
                    <a:lnTo>
                      <a:pt x="5867" y="110"/>
                    </a:lnTo>
                    <a:cubicBezTo>
                      <a:pt x="5513" y="110"/>
                      <a:pt x="4970" y="151"/>
                      <a:pt x="4574" y="172"/>
                    </a:cubicBezTo>
                    <a:lnTo>
                      <a:pt x="4407" y="172"/>
                    </a:lnTo>
                    <a:cubicBezTo>
                      <a:pt x="4074" y="172"/>
                      <a:pt x="3719" y="151"/>
                      <a:pt x="3323" y="131"/>
                    </a:cubicBezTo>
                    <a:lnTo>
                      <a:pt x="2968" y="110"/>
                    </a:lnTo>
                    <a:cubicBezTo>
                      <a:pt x="2854" y="105"/>
                      <a:pt x="2739" y="102"/>
                      <a:pt x="2625" y="102"/>
                    </a:cubicBezTo>
                    <a:cubicBezTo>
                      <a:pt x="1279" y="102"/>
                      <a:pt x="1" y="480"/>
                      <a:pt x="423" y="2133"/>
                    </a:cubicBezTo>
                    <a:cubicBezTo>
                      <a:pt x="799" y="3614"/>
                      <a:pt x="1174" y="5095"/>
                      <a:pt x="1550" y="6575"/>
                    </a:cubicBezTo>
                    <a:cubicBezTo>
                      <a:pt x="1592" y="6742"/>
                      <a:pt x="1654" y="6909"/>
                      <a:pt x="1758" y="7034"/>
                    </a:cubicBezTo>
                    <a:cubicBezTo>
                      <a:pt x="1925" y="7180"/>
                      <a:pt x="2134" y="7264"/>
                      <a:pt x="2342" y="7306"/>
                    </a:cubicBezTo>
                    <a:cubicBezTo>
                      <a:pt x="2593" y="7368"/>
                      <a:pt x="2885" y="7389"/>
                      <a:pt x="3072" y="7431"/>
                    </a:cubicBezTo>
                    <a:cubicBezTo>
                      <a:pt x="3698" y="7556"/>
                      <a:pt x="4366" y="7660"/>
                      <a:pt x="5012" y="7764"/>
                    </a:cubicBezTo>
                    <a:cubicBezTo>
                      <a:pt x="7259" y="8043"/>
                      <a:pt x="9517" y="8196"/>
                      <a:pt x="11779" y="8196"/>
                    </a:cubicBezTo>
                    <a:cubicBezTo>
                      <a:pt x="12561" y="8196"/>
                      <a:pt x="13344" y="8177"/>
                      <a:pt x="14127" y="8140"/>
                    </a:cubicBezTo>
                    <a:cubicBezTo>
                      <a:pt x="15524" y="8098"/>
                      <a:pt x="16901" y="7994"/>
                      <a:pt x="18299" y="7848"/>
                    </a:cubicBezTo>
                    <a:cubicBezTo>
                      <a:pt x="19592" y="7702"/>
                      <a:pt x="20885" y="7514"/>
                      <a:pt x="22157" y="7243"/>
                    </a:cubicBezTo>
                    <a:cubicBezTo>
                      <a:pt x="22303" y="7222"/>
                      <a:pt x="22449" y="7201"/>
                      <a:pt x="22595" y="7201"/>
                    </a:cubicBezTo>
                    <a:cubicBezTo>
                      <a:pt x="22622" y="7203"/>
                      <a:pt x="22649" y="7204"/>
                      <a:pt x="22676" y="7204"/>
                    </a:cubicBezTo>
                    <a:cubicBezTo>
                      <a:pt x="22916" y="7204"/>
                      <a:pt x="23133" y="7120"/>
                      <a:pt x="23283" y="6951"/>
                    </a:cubicBezTo>
                    <a:cubicBezTo>
                      <a:pt x="23409" y="6784"/>
                      <a:pt x="23471" y="6596"/>
                      <a:pt x="23492" y="6388"/>
                    </a:cubicBezTo>
                    <a:lnTo>
                      <a:pt x="23555" y="6137"/>
                    </a:lnTo>
                    <a:cubicBezTo>
                      <a:pt x="23784" y="4949"/>
                      <a:pt x="24014" y="3781"/>
                      <a:pt x="24264" y="2592"/>
                    </a:cubicBezTo>
                    <a:cubicBezTo>
                      <a:pt x="24347" y="2195"/>
                      <a:pt x="24431" y="1778"/>
                      <a:pt x="24514" y="1382"/>
                    </a:cubicBezTo>
                    <a:cubicBezTo>
                      <a:pt x="24556" y="1194"/>
                      <a:pt x="24556" y="1007"/>
                      <a:pt x="24514" y="819"/>
                    </a:cubicBezTo>
                    <a:cubicBezTo>
                      <a:pt x="24389" y="485"/>
                      <a:pt x="23492" y="214"/>
                      <a:pt x="23179" y="131"/>
                    </a:cubicBezTo>
                    <a:cubicBezTo>
                      <a:pt x="22693" y="44"/>
                      <a:pt x="22206" y="0"/>
                      <a:pt x="21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7"/>
              <p:cNvSpPr/>
              <p:nvPr/>
            </p:nvSpPr>
            <p:spPr>
              <a:xfrm>
                <a:off x="8803300" y="4218250"/>
                <a:ext cx="598650" cy="78750"/>
              </a:xfrm>
              <a:custGeom>
                <a:rect b="b" l="l" r="r" t="t"/>
                <a:pathLst>
                  <a:path extrusionOk="0" h="3150" w="23946">
                    <a:moveTo>
                      <a:pt x="11347" y="0"/>
                    </a:moveTo>
                    <a:cubicBezTo>
                      <a:pt x="11013" y="0"/>
                      <a:pt x="10659" y="21"/>
                      <a:pt x="10304" y="21"/>
                    </a:cubicBezTo>
                    <a:lnTo>
                      <a:pt x="8365" y="21"/>
                    </a:lnTo>
                    <a:cubicBezTo>
                      <a:pt x="8344" y="32"/>
                      <a:pt x="8318" y="37"/>
                      <a:pt x="8292" y="37"/>
                    </a:cubicBezTo>
                    <a:cubicBezTo>
                      <a:pt x="8265" y="37"/>
                      <a:pt x="8239" y="32"/>
                      <a:pt x="8219" y="21"/>
                    </a:cubicBezTo>
                    <a:cubicBezTo>
                      <a:pt x="8198" y="32"/>
                      <a:pt x="8182" y="37"/>
                      <a:pt x="8166" y="37"/>
                    </a:cubicBezTo>
                    <a:cubicBezTo>
                      <a:pt x="8151" y="37"/>
                      <a:pt x="8135" y="32"/>
                      <a:pt x="8114" y="21"/>
                    </a:cubicBezTo>
                    <a:lnTo>
                      <a:pt x="7843" y="21"/>
                    </a:lnTo>
                    <a:cubicBezTo>
                      <a:pt x="7655" y="42"/>
                      <a:pt x="7468" y="42"/>
                      <a:pt x="7259" y="63"/>
                    </a:cubicBezTo>
                    <a:lnTo>
                      <a:pt x="6571" y="63"/>
                    </a:lnTo>
                    <a:lnTo>
                      <a:pt x="5716" y="126"/>
                    </a:lnTo>
                    <a:lnTo>
                      <a:pt x="5570" y="146"/>
                    </a:lnTo>
                    <a:lnTo>
                      <a:pt x="5403" y="167"/>
                    </a:lnTo>
                    <a:cubicBezTo>
                      <a:pt x="4402" y="251"/>
                      <a:pt x="3505" y="376"/>
                      <a:pt x="2733" y="501"/>
                    </a:cubicBezTo>
                    <a:lnTo>
                      <a:pt x="2587" y="522"/>
                    </a:lnTo>
                    <a:lnTo>
                      <a:pt x="2441" y="564"/>
                    </a:lnTo>
                    <a:cubicBezTo>
                      <a:pt x="898" y="856"/>
                      <a:pt x="1" y="1189"/>
                      <a:pt x="1" y="1586"/>
                    </a:cubicBezTo>
                    <a:cubicBezTo>
                      <a:pt x="1" y="2024"/>
                      <a:pt x="1252" y="2441"/>
                      <a:pt x="3275" y="2733"/>
                    </a:cubicBezTo>
                    <a:cubicBezTo>
                      <a:pt x="3338" y="2754"/>
                      <a:pt x="3400" y="2754"/>
                      <a:pt x="3463" y="2774"/>
                    </a:cubicBezTo>
                    <a:cubicBezTo>
                      <a:pt x="3505" y="2774"/>
                      <a:pt x="3567" y="2795"/>
                      <a:pt x="3630" y="2795"/>
                    </a:cubicBezTo>
                    <a:cubicBezTo>
                      <a:pt x="3880" y="2816"/>
                      <a:pt x="4130" y="2858"/>
                      <a:pt x="4381" y="2879"/>
                    </a:cubicBezTo>
                    <a:cubicBezTo>
                      <a:pt x="4548" y="2900"/>
                      <a:pt x="4714" y="2920"/>
                      <a:pt x="4881" y="2941"/>
                    </a:cubicBezTo>
                    <a:cubicBezTo>
                      <a:pt x="5382" y="2983"/>
                      <a:pt x="5903" y="3046"/>
                      <a:pt x="6467" y="3066"/>
                    </a:cubicBezTo>
                    <a:lnTo>
                      <a:pt x="6633" y="3087"/>
                    </a:lnTo>
                    <a:lnTo>
                      <a:pt x="6800" y="3087"/>
                    </a:lnTo>
                    <a:cubicBezTo>
                      <a:pt x="6946" y="3108"/>
                      <a:pt x="7071" y="3108"/>
                      <a:pt x="7197" y="3108"/>
                    </a:cubicBezTo>
                    <a:lnTo>
                      <a:pt x="7468" y="3129"/>
                    </a:lnTo>
                    <a:lnTo>
                      <a:pt x="9241" y="3129"/>
                    </a:lnTo>
                    <a:lnTo>
                      <a:pt x="9616" y="3150"/>
                    </a:lnTo>
                    <a:lnTo>
                      <a:pt x="10033" y="3150"/>
                    </a:lnTo>
                    <a:cubicBezTo>
                      <a:pt x="10044" y="3139"/>
                      <a:pt x="10059" y="3134"/>
                      <a:pt x="10075" y="3134"/>
                    </a:cubicBezTo>
                    <a:cubicBezTo>
                      <a:pt x="10091" y="3134"/>
                      <a:pt x="10106" y="3139"/>
                      <a:pt x="10117" y="3150"/>
                    </a:cubicBezTo>
                    <a:lnTo>
                      <a:pt x="14643" y="3150"/>
                    </a:lnTo>
                    <a:cubicBezTo>
                      <a:pt x="14789" y="3150"/>
                      <a:pt x="14914" y="3129"/>
                      <a:pt x="15060" y="3129"/>
                    </a:cubicBezTo>
                    <a:lnTo>
                      <a:pt x="15560" y="3129"/>
                    </a:lnTo>
                    <a:cubicBezTo>
                      <a:pt x="16019" y="3108"/>
                      <a:pt x="16457" y="3087"/>
                      <a:pt x="16895" y="3066"/>
                    </a:cubicBezTo>
                    <a:cubicBezTo>
                      <a:pt x="16916" y="3056"/>
                      <a:pt x="16937" y="3051"/>
                      <a:pt x="16958" y="3051"/>
                    </a:cubicBezTo>
                    <a:cubicBezTo>
                      <a:pt x="16979" y="3051"/>
                      <a:pt x="17000" y="3056"/>
                      <a:pt x="17020" y="3066"/>
                    </a:cubicBezTo>
                    <a:lnTo>
                      <a:pt x="17187" y="3046"/>
                    </a:lnTo>
                    <a:lnTo>
                      <a:pt x="17563" y="3046"/>
                    </a:lnTo>
                    <a:lnTo>
                      <a:pt x="17709" y="3025"/>
                    </a:lnTo>
                    <a:cubicBezTo>
                      <a:pt x="19002" y="2941"/>
                      <a:pt x="20316" y="2774"/>
                      <a:pt x="21588" y="2545"/>
                    </a:cubicBezTo>
                    <a:cubicBezTo>
                      <a:pt x="21651" y="2545"/>
                      <a:pt x="21713" y="2524"/>
                      <a:pt x="21755" y="2524"/>
                    </a:cubicBezTo>
                    <a:lnTo>
                      <a:pt x="21943" y="2482"/>
                    </a:lnTo>
                    <a:cubicBezTo>
                      <a:pt x="23194" y="2211"/>
                      <a:pt x="23945" y="1898"/>
                      <a:pt x="23945" y="1544"/>
                    </a:cubicBezTo>
                    <a:cubicBezTo>
                      <a:pt x="23945" y="1252"/>
                      <a:pt x="23361" y="960"/>
                      <a:pt x="22381" y="710"/>
                    </a:cubicBezTo>
                    <a:cubicBezTo>
                      <a:pt x="22339" y="710"/>
                      <a:pt x="22277" y="689"/>
                      <a:pt x="22235" y="689"/>
                    </a:cubicBezTo>
                    <a:cubicBezTo>
                      <a:pt x="22193" y="668"/>
                      <a:pt x="22131" y="668"/>
                      <a:pt x="22089" y="647"/>
                    </a:cubicBezTo>
                    <a:cubicBezTo>
                      <a:pt x="20858" y="397"/>
                      <a:pt x="19628" y="230"/>
                      <a:pt x="18397" y="126"/>
                    </a:cubicBezTo>
                    <a:cubicBezTo>
                      <a:pt x="18335" y="126"/>
                      <a:pt x="18293" y="126"/>
                      <a:pt x="18230" y="105"/>
                    </a:cubicBezTo>
                    <a:lnTo>
                      <a:pt x="17855" y="105"/>
                    </a:lnTo>
                    <a:cubicBezTo>
                      <a:pt x="17813" y="105"/>
                      <a:pt x="17751" y="105"/>
                      <a:pt x="17709" y="84"/>
                    </a:cubicBezTo>
                    <a:cubicBezTo>
                      <a:pt x="17688" y="94"/>
                      <a:pt x="17667" y="99"/>
                      <a:pt x="17649" y="99"/>
                    </a:cubicBezTo>
                    <a:cubicBezTo>
                      <a:pt x="17631" y="99"/>
                      <a:pt x="17615" y="94"/>
                      <a:pt x="17604" y="84"/>
                    </a:cubicBezTo>
                    <a:lnTo>
                      <a:pt x="17292" y="84"/>
                    </a:lnTo>
                    <a:cubicBezTo>
                      <a:pt x="16812" y="63"/>
                      <a:pt x="16311" y="21"/>
                      <a:pt x="15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7"/>
              <p:cNvSpPr/>
              <p:nvPr/>
            </p:nvSpPr>
            <p:spPr>
              <a:xfrm>
                <a:off x="8813925" y="4282750"/>
                <a:ext cx="405500" cy="41400"/>
              </a:xfrm>
              <a:custGeom>
                <a:rect b="b" l="l" r="r" t="t"/>
                <a:pathLst>
                  <a:path extrusionOk="0" h="1656" w="16220">
                    <a:moveTo>
                      <a:pt x="125" y="1"/>
                    </a:moveTo>
                    <a:cubicBezTo>
                      <a:pt x="28" y="1"/>
                      <a:pt x="1" y="159"/>
                      <a:pt x="76" y="215"/>
                    </a:cubicBezTo>
                    <a:cubicBezTo>
                      <a:pt x="493" y="486"/>
                      <a:pt x="973" y="674"/>
                      <a:pt x="1453" y="778"/>
                    </a:cubicBezTo>
                    <a:cubicBezTo>
                      <a:pt x="1953" y="904"/>
                      <a:pt x="2433" y="1008"/>
                      <a:pt x="2934" y="1112"/>
                    </a:cubicBezTo>
                    <a:cubicBezTo>
                      <a:pt x="3956" y="1300"/>
                      <a:pt x="4978" y="1425"/>
                      <a:pt x="6021" y="1508"/>
                    </a:cubicBezTo>
                    <a:cubicBezTo>
                      <a:pt x="7303" y="1608"/>
                      <a:pt x="8593" y="1656"/>
                      <a:pt x="9881" y="1656"/>
                    </a:cubicBezTo>
                    <a:cubicBezTo>
                      <a:pt x="10751" y="1656"/>
                      <a:pt x="11620" y="1634"/>
                      <a:pt x="12487" y="1592"/>
                    </a:cubicBezTo>
                    <a:cubicBezTo>
                      <a:pt x="13655" y="1529"/>
                      <a:pt x="14823" y="1467"/>
                      <a:pt x="15991" y="1383"/>
                    </a:cubicBezTo>
                    <a:cubicBezTo>
                      <a:pt x="16214" y="1363"/>
                      <a:pt x="16220" y="1007"/>
                      <a:pt x="16009" y="1007"/>
                    </a:cubicBezTo>
                    <a:cubicBezTo>
                      <a:pt x="16003" y="1007"/>
                      <a:pt x="15997" y="1007"/>
                      <a:pt x="15991" y="1008"/>
                    </a:cubicBezTo>
                    <a:cubicBezTo>
                      <a:pt x="13760" y="1142"/>
                      <a:pt x="11518" y="1289"/>
                      <a:pt x="9279" y="1289"/>
                    </a:cubicBezTo>
                    <a:cubicBezTo>
                      <a:pt x="7352" y="1289"/>
                      <a:pt x="5428" y="1180"/>
                      <a:pt x="3518" y="862"/>
                    </a:cubicBezTo>
                    <a:cubicBezTo>
                      <a:pt x="2371" y="695"/>
                      <a:pt x="1244" y="403"/>
                      <a:pt x="160" y="7"/>
                    </a:cubicBezTo>
                    <a:cubicBezTo>
                      <a:pt x="147" y="3"/>
                      <a:pt x="136"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7"/>
              <p:cNvSpPr/>
              <p:nvPr/>
            </p:nvSpPr>
            <p:spPr>
              <a:xfrm>
                <a:off x="9235575" y="4282375"/>
                <a:ext cx="150725" cy="29850"/>
              </a:xfrm>
              <a:custGeom>
                <a:rect b="b" l="l" r="r" t="t"/>
                <a:pathLst>
                  <a:path extrusionOk="0" h="1194" w="6029">
                    <a:moveTo>
                      <a:pt x="5841" y="1"/>
                    </a:moveTo>
                    <a:cubicBezTo>
                      <a:pt x="5632" y="22"/>
                      <a:pt x="5424" y="84"/>
                      <a:pt x="5236" y="189"/>
                    </a:cubicBezTo>
                    <a:cubicBezTo>
                      <a:pt x="5048" y="272"/>
                      <a:pt x="4840" y="335"/>
                      <a:pt x="4631" y="418"/>
                    </a:cubicBezTo>
                    <a:cubicBezTo>
                      <a:pt x="4214" y="543"/>
                      <a:pt x="3797" y="668"/>
                      <a:pt x="3359" y="752"/>
                    </a:cubicBezTo>
                    <a:cubicBezTo>
                      <a:pt x="2274" y="919"/>
                      <a:pt x="1190" y="1002"/>
                      <a:pt x="84" y="1023"/>
                    </a:cubicBezTo>
                    <a:cubicBezTo>
                      <a:pt x="1" y="1044"/>
                      <a:pt x="1" y="1169"/>
                      <a:pt x="84" y="1190"/>
                    </a:cubicBezTo>
                    <a:cubicBezTo>
                      <a:pt x="225" y="1192"/>
                      <a:pt x="365" y="1194"/>
                      <a:pt x="505" y="1194"/>
                    </a:cubicBezTo>
                    <a:cubicBezTo>
                      <a:pt x="1487" y="1194"/>
                      <a:pt x="2454" y="1130"/>
                      <a:pt x="3421" y="1002"/>
                    </a:cubicBezTo>
                    <a:cubicBezTo>
                      <a:pt x="3901" y="939"/>
                      <a:pt x="4360" y="835"/>
                      <a:pt x="4798" y="710"/>
                    </a:cubicBezTo>
                    <a:cubicBezTo>
                      <a:pt x="5173" y="606"/>
                      <a:pt x="5716" y="522"/>
                      <a:pt x="5966" y="209"/>
                    </a:cubicBezTo>
                    <a:cubicBezTo>
                      <a:pt x="6028" y="126"/>
                      <a:pt x="5924" y="1"/>
                      <a:pt x="5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7"/>
              <p:cNvSpPr/>
              <p:nvPr/>
            </p:nvSpPr>
            <p:spPr>
              <a:xfrm>
                <a:off x="8952425" y="4681800"/>
                <a:ext cx="277450" cy="25700"/>
              </a:xfrm>
              <a:custGeom>
                <a:rect b="b" l="l" r="r" t="t"/>
                <a:pathLst>
                  <a:path extrusionOk="0" h="1028" w="11098">
                    <a:moveTo>
                      <a:pt x="10868" y="1"/>
                    </a:moveTo>
                    <a:cubicBezTo>
                      <a:pt x="10659" y="1"/>
                      <a:pt x="10451" y="63"/>
                      <a:pt x="10242" y="147"/>
                    </a:cubicBezTo>
                    <a:cubicBezTo>
                      <a:pt x="10033" y="188"/>
                      <a:pt x="9825" y="251"/>
                      <a:pt x="9616" y="293"/>
                    </a:cubicBezTo>
                    <a:cubicBezTo>
                      <a:pt x="9178" y="397"/>
                      <a:pt x="8719" y="480"/>
                      <a:pt x="8261" y="522"/>
                    </a:cubicBezTo>
                    <a:cubicBezTo>
                      <a:pt x="7611" y="599"/>
                      <a:pt x="6950" y="642"/>
                      <a:pt x="6286" y="642"/>
                    </a:cubicBezTo>
                    <a:cubicBezTo>
                      <a:pt x="6054" y="642"/>
                      <a:pt x="5822" y="637"/>
                      <a:pt x="5591" y="626"/>
                    </a:cubicBezTo>
                    <a:cubicBezTo>
                      <a:pt x="4715" y="606"/>
                      <a:pt x="3839" y="543"/>
                      <a:pt x="2942" y="460"/>
                    </a:cubicBezTo>
                    <a:cubicBezTo>
                      <a:pt x="2024" y="376"/>
                      <a:pt x="1065" y="355"/>
                      <a:pt x="126" y="209"/>
                    </a:cubicBezTo>
                    <a:cubicBezTo>
                      <a:pt x="43" y="209"/>
                      <a:pt x="1" y="334"/>
                      <a:pt x="84" y="376"/>
                    </a:cubicBezTo>
                    <a:lnTo>
                      <a:pt x="84" y="355"/>
                    </a:lnTo>
                    <a:cubicBezTo>
                      <a:pt x="981" y="606"/>
                      <a:pt x="1899" y="772"/>
                      <a:pt x="2838" y="835"/>
                    </a:cubicBezTo>
                    <a:cubicBezTo>
                      <a:pt x="3776" y="918"/>
                      <a:pt x="4715" y="1002"/>
                      <a:pt x="5653" y="1023"/>
                    </a:cubicBezTo>
                    <a:cubicBezTo>
                      <a:pt x="5810" y="1026"/>
                      <a:pt x="5966" y="1028"/>
                      <a:pt x="6121" y="1028"/>
                    </a:cubicBezTo>
                    <a:cubicBezTo>
                      <a:pt x="6898" y="1028"/>
                      <a:pt x="7666" y="984"/>
                      <a:pt x="8448" y="898"/>
                    </a:cubicBezTo>
                    <a:cubicBezTo>
                      <a:pt x="8886" y="835"/>
                      <a:pt x="9345" y="772"/>
                      <a:pt x="9783" y="668"/>
                    </a:cubicBezTo>
                    <a:cubicBezTo>
                      <a:pt x="10159" y="585"/>
                      <a:pt x="10680" y="522"/>
                      <a:pt x="10972" y="251"/>
                    </a:cubicBezTo>
                    <a:cubicBezTo>
                      <a:pt x="11097" y="168"/>
                      <a:pt x="10993" y="1"/>
                      <a:pt x="10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7"/>
              <p:cNvSpPr/>
              <p:nvPr/>
            </p:nvSpPr>
            <p:spPr>
              <a:xfrm>
                <a:off x="8827300" y="2694875"/>
                <a:ext cx="271175" cy="222400"/>
              </a:xfrm>
              <a:custGeom>
                <a:rect b="b" l="l" r="r" t="t"/>
                <a:pathLst>
                  <a:path extrusionOk="0" h="8896" w="10847">
                    <a:moveTo>
                      <a:pt x="9220" y="1"/>
                    </a:moveTo>
                    <a:cubicBezTo>
                      <a:pt x="9158" y="1"/>
                      <a:pt x="9095" y="4"/>
                      <a:pt x="9031" y="11"/>
                    </a:cubicBezTo>
                    <a:cubicBezTo>
                      <a:pt x="8468" y="73"/>
                      <a:pt x="7905" y="261"/>
                      <a:pt x="7425" y="574"/>
                    </a:cubicBezTo>
                    <a:cubicBezTo>
                      <a:pt x="4026" y="2347"/>
                      <a:pt x="1001" y="5100"/>
                      <a:pt x="0" y="8896"/>
                    </a:cubicBezTo>
                    <a:cubicBezTo>
                      <a:pt x="918" y="8354"/>
                      <a:pt x="2023" y="8062"/>
                      <a:pt x="3004" y="7686"/>
                    </a:cubicBezTo>
                    <a:lnTo>
                      <a:pt x="5653" y="6643"/>
                    </a:lnTo>
                    <a:cubicBezTo>
                      <a:pt x="6841" y="6184"/>
                      <a:pt x="8051" y="5705"/>
                      <a:pt x="9052" y="4912"/>
                    </a:cubicBezTo>
                    <a:cubicBezTo>
                      <a:pt x="10033" y="4120"/>
                      <a:pt x="10825" y="2952"/>
                      <a:pt x="10825" y="1700"/>
                    </a:cubicBezTo>
                    <a:cubicBezTo>
                      <a:pt x="10846" y="1325"/>
                      <a:pt x="10742" y="970"/>
                      <a:pt x="10554" y="657"/>
                    </a:cubicBezTo>
                    <a:cubicBezTo>
                      <a:pt x="10238" y="229"/>
                      <a:pt x="9739" y="1"/>
                      <a:pt x="9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7"/>
              <p:cNvSpPr/>
              <p:nvPr/>
            </p:nvSpPr>
            <p:spPr>
              <a:xfrm>
                <a:off x="8821550" y="2922125"/>
                <a:ext cx="286300" cy="197975"/>
              </a:xfrm>
              <a:custGeom>
                <a:rect b="b" l="l" r="r" t="t"/>
                <a:pathLst>
                  <a:path extrusionOk="0" h="7919" w="11452">
                    <a:moveTo>
                      <a:pt x="9347" y="1"/>
                    </a:moveTo>
                    <a:cubicBezTo>
                      <a:pt x="8624" y="1"/>
                      <a:pt x="7906" y="285"/>
                      <a:pt x="7238" y="619"/>
                    </a:cubicBezTo>
                    <a:cubicBezTo>
                      <a:pt x="5549" y="1433"/>
                      <a:pt x="4026" y="2580"/>
                      <a:pt x="2754" y="3957"/>
                    </a:cubicBezTo>
                    <a:cubicBezTo>
                      <a:pt x="2274" y="4478"/>
                      <a:pt x="1" y="7648"/>
                      <a:pt x="1419" y="7899"/>
                    </a:cubicBezTo>
                    <a:cubicBezTo>
                      <a:pt x="1491" y="7912"/>
                      <a:pt x="1569" y="7919"/>
                      <a:pt x="1651" y="7919"/>
                    </a:cubicBezTo>
                    <a:cubicBezTo>
                      <a:pt x="2573" y="7919"/>
                      <a:pt x="4093" y="7122"/>
                      <a:pt x="4840" y="6835"/>
                    </a:cubicBezTo>
                    <a:cubicBezTo>
                      <a:pt x="5987" y="6397"/>
                      <a:pt x="7071" y="5875"/>
                      <a:pt x="8156" y="5291"/>
                    </a:cubicBezTo>
                    <a:cubicBezTo>
                      <a:pt x="9199" y="4728"/>
                      <a:pt x="10242" y="4040"/>
                      <a:pt x="10930" y="3060"/>
                    </a:cubicBezTo>
                    <a:cubicBezTo>
                      <a:pt x="11285" y="2622"/>
                      <a:pt x="11452" y="2038"/>
                      <a:pt x="11410" y="1454"/>
                    </a:cubicBezTo>
                    <a:cubicBezTo>
                      <a:pt x="11264" y="640"/>
                      <a:pt x="10429" y="77"/>
                      <a:pt x="9616" y="14"/>
                    </a:cubicBezTo>
                    <a:cubicBezTo>
                      <a:pt x="9526" y="5"/>
                      <a:pt x="9436"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7"/>
              <p:cNvSpPr/>
              <p:nvPr/>
            </p:nvSpPr>
            <p:spPr>
              <a:xfrm>
                <a:off x="8607250" y="2631900"/>
                <a:ext cx="211200" cy="281925"/>
              </a:xfrm>
              <a:custGeom>
                <a:rect b="b" l="l" r="r" t="t"/>
                <a:pathLst>
                  <a:path extrusionOk="0" h="11277" w="8448">
                    <a:moveTo>
                      <a:pt x="1373" y="0"/>
                    </a:moveTo>
                    <a:cubicBezTo>
                      <a:pt x="1136" y="0"/>
                      <a:pt x="905" y="59"/>
                      <a:pt x="688" y="194"/>
                    </a:cubicBezTo>
                    <a:cubicBezTo>
                      <a:pt x="230" y="527"/>
                      <a:pt x="0" y="1090"/>
                      <a:pt x="84" y="1674"/>
                    </a:cubicBezTo>
                    <a:cubicBezTo>
                      <a:pt x="167" y="2217"/>
                      <a:pt x="355" y="2759"/>
                      <a:pt x="647" y="3239"/>
                    </a:cubicBezTo>
                    <a:cubicBezTo>
                      <a:pt x="1585" y="4991"/>
                      <a:pt x="2774" y="6618"/>
                      <a:pt x="4130" y="8078"/>
                    </a:cubicBezTo>
                    <a:cubicBezTo>
                      <a:pt x="4957" y="8945"/>
                      <a:pt x="6956" y="11277"/>
                      <a:pt x="8313" y="11277"/>
                    </a:cubicBezTo>
                    <a:cubicBezTo>
                      <a:pt x="8358" y="11277"/>
                      <a:pt x="8403" y="11274"/>
                      <a:pt x="8448" y="11269"/>
                    </a:cubicBezTo>
                    <a:cubicBezTo>
                      <a:pt x="7196" y="7619"/>
                      <a:pt x="6070" y="3802"/>
                      <a:pt x="3296" y="986"/>
                    </a:cubicBezTo>
                    <a:cubicBezTo>
                      <a:pt x="2770" y="476"/>
                      <a:pt x="2050" y="0"/>
                      <a:pt x="1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7"/>
              <p:cNvSpPr/>
              <p:nvPr/>
            </p:nvSpPr>
            <p:spPr>
              <a:xfrm>
                <a:off x="8602550" y="2932225"/>
                <a:ext cx="250575" cy="190325"/>
              </a:xfrm>
              <a:custGeom>
                <a:rect b="b" l="l" r="r" t="t"/>
                <a:pathLst>
                  <a:path extrusionOk="0" h="7613" w="10023">
                    <a:moveTo>
                      <a:pt x="1795" y="1"/>
                    </a:moveTo>
                    <a:cubicBezTo>
                      <a:pt x="1272" y="1"/>
                      <a:pt x="775" y="140"/>
                      <a:pt x="438" y="528"/>
                    </a:cubicBezTo>
                    <a:cubicBezTo>
                      <a:pt x="0" y="1029"/>
                      <a:pt x="0" y="1801"/>
                      <a:pt x="272" y="2385"/>
                    </a:cubicBezTo>
                    <a:cubicBezTo>
                      <a:pt x="564" y="2969"/>
                      <a:pt x="1002" y="3490"/>
                      <a:pt x="1523" y="3886"/>
                    </a:cubicBezTo>
                    <a:cubicBezTo>
                      <a:pt x="3379" y="5409"/>
                      <a:pt x="5528" y="6556"/>
                      <a:pt x="7822" y="7244"/>
                    </a:cubicBezTo>
                    <a:cubicBezTo>
                      <a:pt x="8358" y="7410"/>
                      <a:pt x="8972" y="7612"/>
                      <a:pt x="9376" y="7612"/>
                    </a:cubicBezTo>
                    <a:cubicBezTo>
                      <a:pt x="9835" y="7612"/>
                      <a:pt x="10022" y="7350"/>
                      <a:pt x="9512" y="6473"/>
                    </a:cubicBezTo>
                    <a:cubicBezTo>
                      <a:pt x="8844" y="5284"/>
                      <a:pt x="8093" y="4178"/>
                      <a:pt x="7238" y="3135"/>
                    </a:cubicBezTo>
                    <a:cubicBezTo>
                      <a:pt x="6028" y="1759"/>
                      <a:pt x="4527" y="591"/>
                      <a:pt x="2754" y="132"/>
                    </a:cubicBezTo>
                    <a:cubicBezTo>
                      <a:pt x="2445" y="53"/>
                      <a:pt x="2115" y="1"/>
                      <a:pt x="1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7"/>
              <p:cNvSpPr/>
              <p:nvPr/>
            </p:nvSpPr>
            <p:spPr>
              <a:xfrm>
                <a:off x="8918025" y="3070050"/>
                <a:ext cx="213800" cy="264375"/>
              </a:xfrm>
              <a:custGeom>
                <a:rect b="b" l="l" r="r" t="t"/>
                <a:pathLst>
                  <a:path extrusionOk="0" h="10575" w="8552">
                    <a:moveTo>
                      <a:pt x="7280" y="0"/>
                    </a:moveTo>
                    <a:cubicBezTo>
                      <a:pt x="6195" y="0"/>
                      <a:pt x="5152" y="355"/>
                      <a:pt x="4318" y="1043"/>
                    </a:cubicBezTo>
                    <a:cubicBezTo>
                      <a:pt x="3484" y="1710"/>
                      <a:pt x="2774" y="2503"/>
                      <a:pt x="2211" y="3400"/>
                    </a:cubicBezTo>
                    <a:cubicBezTo>
                      <a:pt x="605" y="5736"/>
                      <a:pt x="0" y="7780"/>
                      <a:pt x="0" y="10575"/>
                    </a:cubicBezTo>
                    <a:cubicBezTo>
                      <a:pt x="334" y="9907"/>
                      <a:pt x="1210" y="9136"/>
                      <a:pt x="1815" y="8656"/>
                    </a:cubicBezTo>
                    <a:cubicBezTo>
                      <a:pt x="2316" y="8281"/>
                      <a:pt x="2837" y="7926"/>
                      <a:pt x="3379" y="7592"/>
                    </a:cubicBezTo>
                    <a:cubicBezTo>
                      <a:pt x="4652" y="6779"/>
                      <a:pt x="5986" y="5986"/>
                      <a:pt x="6967" y="4818"/>
                    </a:cubicBezTo>
                    <a:cubicBezTo>
                      <a:pt x="7947" y="3671"/>
                      <a:pt x="8552" y="2065"/>
                      <a:pt x="8114" y="626"/>
                    </a:cubicBezTo>
                    <a:cubicBezTo>
                      <a:pt x="8072" y="459"/>
                      <a:pt x="7989" y="313"/>
                      <a:pt x="7864" y="188"/>
                    </a:cubicBezTo>
                    <a:cubicBezTo>
                      <a:pt x="7697" y="63"/>
                      <a:pt x="7488" y="0"/>
                      <a:pt x="7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7"/>
              <p:cNvSpPr/>
              <p:nvPr/>
            </p:nvSpPr>
            <p:spPr>
              <a:xfrm>
                <a:off x="9355000" y="2794100"/>
                <a:ext cx="213800" cy="263975"/>
              </a:xfrm>
              <a:custGeom>
                <a:rect b="b" l="l" r="r" t="t"/>
                <a:pathLst>
                  <a:path extrusionOk="0" h="10559" w="8552">
                    <a:moveTo>
                      <a:pt x="7359" y="1"/>
                    </a:moveTo>
                    <a:cubicBezTo>
                      <a:pt x="7332" y="1"/>
                      <a:pt x="7306" y="2"/>
                      <a:pt x="7279" y="5"/>
                    </a:cubicBezTo>
                    <a:cubicBezTo>
                      <a:pt x="7251" y="4"/>
                      <a:pt x="7223" y="4"/>
                      <a:pt x="7195" y="4"/>
                    </a:cubicBezTo>
                    <a:cubicBezTo>
                      <a:pt x="6160" y="4"/>
                      <a:pt x="5130" y="377"/>
                      <a:pt x="4318" y="1047"/>
                    </a:cubicBezTo>
                    <a:cubicBezTo>
                      <a:pt x="3504" y="1715"/>
                      <a:pt x="2795" y="2507"/>
                      <a:pt x="2211" y="3404"/>
                    </a:cubicBezTo>
                    <a:cubicBezTo>
                      <a:pt x="605" y="5720"/>
                      <a:pt x="0" y="7764"/>
                      <a:pt x="0" y="10558"/>
                    </a:cubicBezTo>
                    <a:cubicBezTo>
                      <a:pt x="355" y="9891"/>
                      <a:pt x="1231" y="9119"/>
                      <a:pt x="1836" y="8660"/>
                    </a:cubicBezTo>
                    <a:cubicBezTo>
                      <a:pt x="2336" y="8264"/>
                      <a:pt x="2878" y="7910"/>
                      <a:pt x="3400" y="7576"/>
                    </a:cubicBezTo>
                    <a:cubicBezTo>
                      <a:pt x="4672" y="6762"/>
                      <a:pt x="5986" y="5970"/>
                      <a:pt x="6987" y="4823"/>
                    </a:cubicBezTo>
                    <a:cubicBezTo>
                      <a:pt x="7968" y="3655"/>
                      <a:pt x="8552" y="2069"/>
                      <a:pt x="8114" y="609"/>
                    </a:cubicBezTo>
                    <a:cubicBezTo>
                      <a:pt x="8072" y="443"/>
                      <a:pt x="7989" y="297"/>
                      <a:pt x="7863" y="171"/>
                    </a:cubicBezTo>
                    <a:cubicBezTo>
                      <a:pt x="7718" y="62"/>
                      <a:pt x="7540" y="1"/>
                      <a:pt x="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7"/>
              <p:cNvSpPr/>
              <p:nvPr/>
            </p:nvSpPr>
            <p:spPr>
              <a:xfrm>
                <a:off x="8590550" y="3124400"/>
                <a:ext cx="309775" cy="168175"/>
              </a:xfrm>
              <a:custGeom>
                <a:rect b="b" l="l" r="r" t="t"/>
                <a:pathLst>
                  <a:path extrusionOk="0" h="6727" w="12391">
                    <a:moveTo>
                      <a:pt x="2567" y="1"/>
                    </a:moveTo>
                    <a:cubicBezTo>
                      <a:pt x="2241" y="1"/>
                      <a:pt x="1918" y="49"/>
                      <a:pt x="1607" y="162"/>
                    </a:cubicBezTo>
                    <a:cubicBezTo>
                      <a:pt x="689" y="496"/>
                      <a:pt x="1" y="1539"/>
                      <a:pt x="334" y="2457"/>
                    </a:cubicBezTo>
                    <a:cubicBezTo>
                      <a:pt x="522" y="2999"/>
                      <a:pt x="1023" y="3374"/>
                      <a:pt x="1502" y="3687"/>
                    </a:cubicBezTo>
                    <a:cubicBezTo>
                      <a:pt x="4002" y="5320"/>
                      <a:pt x="7060" y="6727"/>
                      <a:pt x="10104" y="6727"/>
                    </a:cubicBezTo>
                    <a:cubicBezTo>
                      <a:pt x="10870" y="6727"/>
                      <a:pt x="11635" y="6637"/>
                      <a:pt x="12390" y="6440"/>
                    </a:cubicBezTo>
                    <a:cubicBezTo>
                      <a:pt x="9491" y="4813"/>
                      <a:pt x="7489" y="1768"/>
                      <a:pt x="4443" y="433"/>
                    </a:cubicBezTo>
                    <a:cubicBezTo>
                      <a:pt x="3850" y="185"/>
                      <a:pt x="3203" y="1"/>
                      <a:pt x="25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7"/>
              <p:cNvSpPr/>
              <p:nvPr/>
            </p:nvSpPr>
            <p:spPr>
              <a:xfrm>
                <a:off x="9194375" y="3377975"/>
                <a:ext cx="204450" cy="110800"/>
              </a:xfrm>
              <a:custGeom>
                <a:rect b="b" l="l" r="r" t="t"/>
                <a:pathLst>
                  <a:path extrusionOk="0" h="4432" w="8178">
                    <a:moveTo>
                      <a:pt x="1708" y="1"/>
                    </a:moveTo>
                    <a:cubicBezTo>
                      <a:pt x="1490" y="1"/>
                      <a:pt x="1273" y="35"/>
                      <a:pt x="1065" y="114"/>
                    </a:cubicBezTo>
                    <a:cubicBezTo>
                      <a:pt x="460" y="323"/>
                      <a:pt x="1" y="1011"/>
                      <a:pt x="230" y="1616"/>
                    </a:cubicBezTo>
                    <a:cubicBezTo>
                      <a:pt x="397" y="1971"/>
                      <a:pt x="668" y="2242"/>
                      <a:pt x="1002" y="2429"/>
                    </a:cubicBezTo>
                    <a:cubicBezTo>
                      <a:pt x="2654" y="3497"/>
                      <a:pt x="4666" y="4432"/>
                      <a:pt x="6676" y="4432"/>
                    </a:cubicBezTo>
                    <a:cubicBezTo>
                      <a:pt x="7178" y="4432"/>
                      <a:pt x="7681" y="4373"/>
                      <a:pt x="8177" y="4244"/>
                    </a:cubicBezTo>
                    <a:cubicBezTo>
                      <a:pt x="6258" y="3159"/>
                      <a:pt x="4944" y="1178"/>
                      <a:pt x="2921" y="302"/>
                    </a:cubicBezTo>
                    <a:cubicBezTo>
                      <a:pt x="2539" y="124"/>
                      <a:pt x="2120"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7"/>
              <p:cNvSpPr/>
              <p:nvPr/>
            </p:nvSpPr>
            <p:spPr>
              <a:xfrm>
                <a:off x="9176125" y="3514300"/>
                <a:ext cx="161150" cy="161150"/>
              </a:xfrm>
              <a:custGeom>
                <a:rect b="b" l="l" r="r" t="t"/>
                <a:pathLst>
                  <a:path extrusionOk="0" h="6446" w="6446">
                    <a:moveTo>
                      <a:pt x="1275" y="0"/>
                    </a:moveTo>
                    <a:cubicBezTo>
                      <a:pt x="661" y="0"/>
                      <a:pt x="1" y="473"/>
                      <a:pt x="1" y="1106"/>
                    </a:cubicBezTo>
                    <a:cubicBezTo>
                      <a:pt x="22" y="1482"/>
                      <a:pt x="168" y="1857"/>
                      <a:pt x="418" y="2149"/>
                    </a:cubicBezTo>
                    <a:cubicBezTo>
                      <a:pt x="1857" y="4151"/>
                      <a:pt x="3901" y="6154"/>
                      <a:pt x="6446" y="6446"/>
                    </a:cubicBezTo>
                    <a:cubicBezTo>
                      <a:pt x="5048" y="4735"/>
                      <a:pt x="4569" y="2399"/>
                      <a:pt x="3004" y="856"/>
                    </a:cubicBezTo>
                    <a:cubicBezTo>
                      <a:pt x="2545" y="397"/>
                      <a:pt x="1961" y="22"/>
                      <a:pt x="1315" y="1"/>
                    </a:cubicBezTo>
                    <a:cubicBezTo>
                      <a:pt x="1302" y="0"/>
                      <a:pt x="1289"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7"/>
              <p:cNvSpPr/>
              <p:nvPr/>
            </p:nvSpPr>
            <p:spPr>
              <a:xfrm>
                <a:off x="8696925" y="3376625"/>
                <a:ext cx="293075" cy="116850"/>
              </a:xfrm>
              <a:custGeom>
                <a:rect b="b" l="l" r="r" t="t"/>
                <a:pathLst>
                  <a:path extrusionOk="0" h="4674" w="11723">
                    <a:moveTo>
                      <a:pt x="2028" y="0"/>
                    </a:moveTo>
                    <a:cubicBezTo>
                      <a:pt x="1236" y="0"/>
                      <a:pt x="326" y="241"/>
                      <a:pt x="126" y="982"/>
                    </a:cubicBezTo>
                    <a:cubicBezTo>
                      <a:pt x="1" y="1482"/>
                      <a:pt x="168" y="2004"/>
                      <a:pt x="543" y="2358"/>
                    </a:cubicBezTo>
                    <a:cubicBezTo>
                      <a:pt x="1169" y="3005"/>
                      <a:pt x="2107" y="3255"/>
                      <a:pt x="2983" y="3443"/>
                    </a:cubicBezTo>
                    <a:cubicBezTo>
                      <a:pt x="5883" y="4110"/>
                      <a:pt x="8740" y="4632"/>
                      <a:pt x="11723" y="4673"/>
                    </a:cubicBezTo>
                    <a:cubicBezTo>
                      <a:pt x="10972" y="4131"/>
                      <a:pt x="10283" y="3505"/>
                      <a:pt x="9658" y="2817"/>
                    </a:cubicBezTo>
                    <a:cubicBezTo>
                      <a:pt x="9011" y="2150"/>
                      <a:pt x="8302" y="1816"/>
                      <a:pt x="7426" y="1461"/>
                    </a:cubicBezTo>
                    <a:cubicBezTo>
                      <a:pt x="5716" y="752"/>
                      <a:pt x="3964" y="43"/>
                      <a:pt x="2128" y="1"/>
                    </a:cubicBezTo>
                    <a:cubicBezTo>
                      <a:pt x="2095" y="1"/>
                      <a:pt x="2062" y="0"/>
                      <a:pt x="2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7"/>
              <p:cNvSpPr/>
              <p:nvPr/>
            </p:nvSpPr>
            <p:spPr>
              <a:xfrm>
                <a:off x="9116700" y="2971975"/>
                <a:ext cx="247700" cy="99125"/>
              </a:xfrm>
              <a:custGeom>
                <a:rect b="b" l="l" r="r" t="t"/>
                <a:pathLst>
                  <a:path extrusionOk="0" h="3965" w="9908">
                    <a:moveTo>
                      <a:pt x="1701" y="1"/>
                    </a:moveTo>
                    <a:cubicBezTo>
                      <a:pt x="1034" y="1"/>
                      <a:pt x="283" y="218"/>
                      <a:pt x="84" y="836"/>
                    </a:cubicBezTo>
                    <a:cubicBezTo>
                      <a:pt x="0" y="1253"/>
                      <a:pt x="146" y="1691"/>
                      <a:pt x="459" y="1983"/>
                    </a:cubicBezTo>
                    <a:cubicBezTo>
                      <a:pt x="980" y="2547"/>
                      <a:pt x="1773" y="2755"/>
                      <a:pt x="2524" y="2922"/>
                    </a:cubicBezTo>
                    <a:cubicBezTo>
                      <a:pt x="4964" y="3485"/>
                      <a:pt x="7405" y="3923"/>
                      <a:pt x="9907" y="3965"/>
                    </a:cubicBezTo>
                    <a:cubicBezTo>
                      <a:pt x="9261" y="3506"/>
                      <a:pt x="8698" y="2985"/>
                      <a:pt x="8176" y="2401"/>
                    </a:cubicBezTo>
                    <a:cubicBezTo>
                      <a:pt x="7634" y="1817"/>
                      <a:pt x="7008" y="1545"/>
                      <a:pt x="6278" y="1233"/>
                    </a:cubicBezTo>
                    <a:cubicBezTo>
                      <a:pt x="4818" y="649"/>
                      <a:pt x="3337" y="44"/>
                      <a:pt x="1794" y="2"/>
                    </a:cubicBezTo>
                    <a:cubicBezTo>
                      <a:pt x="1763" y="1"/>
                      <a:pt x="173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7"/>
              <p:cNvSpPr/>
              <p:nvPr/>
            </p:nvSpPr>
            <p:spPr>
              <a:xfrm>
                <a:off x="9003025" y="3311325"/>
                <a:ext cx="185650" cy="245775"/>
              </a:xfrm>
              <a:custGeom>
                <a:rect b="b" l="l" r="r" t="t"/>
                <a:pathLst>
                  <a:path extrusionOk="0" h="9831" w="7426">
                    <a:moveTo>
                      <a:pt x="6365" y="1"/>
                    </a:moveTo>
                    <a:cubicBezTo>
                      <a:pt x="6329" y="1"/>
                      <a:pt x="6293" y="3"/>
                      <a:pt x="6257" y="6"/>
                    </a:cubicBezTo>
                    <a:cubicBezTo>
                      <a:pt x="4881" y="48"/>
                      <a:pt x="3588" y="840"/>
                      <a:pt x="2712" y="1904"/>
                    </a:cubicBezTo>
                    <a:cubicBezTo>
                      <a:pt x="1836" y="2947"/>
                      <a:pt x="1293" y="4261"/>
                      <a:pt x="897" y="5575"/>
                    </a:cubicBezTo>
                    <a:cubicBezTo>
                      <a:pt x="459" y="6993"/>
                      <a:pt x="42" y="8307"/>
                      <a:pt x="0" y="9830"/>
                    </a:cubicBezTo>
                    <a:cubicBezTo>
                      <a:pt x="814" y="8474"/>
                      <a:pt x="2357" y="7786"/>
                      <a:pt x="3629" y="6931"/>
                    </a:cubicBezTo>
                    <a:cubicBezTo>
                      <a:pt x="5444" y="5659"/>
                      <a:pt x="7008" y="3802"/>
                      <a:pt x="7342" y="1591"/>
                    </a:cubicBezTo>
                    <a:cubicBezTo>
                      <a:pt x="7425" y="1049"/>
                      <a:pt x="7363" y="361"/>
                      <a:pt x="6862" y="110"/>
                    </a:cubicBezTo>
                    <a:cubicBezTo>
                      <a:pt x="6707" y="41"/>
                      <a:pt x="6537" y="1"/>
                      <a:pt x="6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7"/>
              <p:cNvSpPr/>
              <p:nvPr/>
            </p:nvSpPr>
            <p:spPr>
              <a:xfrm>
                <a:off x="9193875" y="3897725"/>
                <a:ext cx="274300" cy="153175"/>
              </a:xfrm>
              <a:custGeom>
                <a:rect b="b" l="l" r="r" t="t"/>
                <a:pathLst>
                  <a:path extrusionOk="0" h="6127" w="10972">
                    <a:moveTo>
                      <a:pt x="8262" y="1"/>
                    </a:moveTo>
                    <a:cubicBezTo>
                      <a:pt x="7541" y="1"/>
                      <a:pt x="6808" y="160"/>
                      <a:pt x="6132" y="432"/>
                    </a:cubicBezTo>
                    <a:cubicBezTo>
                      <a:pt x="4860" y="933"/>
                      <a:pt x="3775" y="1829"/>
                      <a:pt x="2795" y="2810"/>
                    </a:cubicBezTo>
                    <a:cubicBezTo>
                      <a:pt x="1752" y="3853"/>
                      <a:pt x="772" y="4833"/>
                      <a:pt x="0" y="6126"/>
                    </a:cubicBezTo>
                    <a:cubicBezTo>
                      <a:pt x="1377" y="5334"/>
                      <a:pt x="3045" y="5459"/>
                      <a:pt x="4568" y="5292"/>
                    </a:cubicBezTo>
                    <a:cubicBezTo>
                      <a:pt x="6779" y="5021"/>
                      <a:pt x="9031" y="4103"/>
                      <a:pt x="10366" y="2330"/>
                    </a:cubicBezTo>
                    <a:cubicBezTo>
                      <a:pt x="10700" y="1892"/>
                      <a:pt x="10971" y="1245"/>
                      <a:pt x="10658" y="807"/>
                    </a:cubicBezTo>
                    <a:cubicBezTo>
                      <a:pt x="10512" y="641"/>
                      <a:pt x="10345" y="515"/>
                      <a:pt x="10158" y="432"/>
                    </a:cubicBezTo>
                    <a:cubicBezTo>
                      <a:pt x="9570" y="133"/>
                      <a:pt x="8921" y="1"/>
                      <a:pt x="8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7"/>
              <p:cNvSpPr/>
              <p:nvPr/>
            </p:nvSpPr>
            <p:spPr>
              <a:xfrm>
                <a:off x="9417550" y="3063075"/>
                <a:ext cx="186200" cy="245300"/>
              </a:xfrm>
              <a:custGeom>
                <a:rect b="b" l="l" r="r" t="t"/>
                <a:pathLst>
                  <a:path extrusionOk="0" h="9812" w="7448">
                    <a:moveTo>
                      <a:pt x="6427" y="0"/>
                    </a:moveTo>
                    <a:cubicBezTo>
                      <a:pt x="6378" y="0"/>
                      <a:pt x="6328" y="3"/>
                      <a:pt x="6279" y="8"/>
                    </a:cubicBezTo>
                    <a:cubicBezTo>
                      <a:pt x="4903" y="50"/>
                      <a:pt x="3609" y="821"/>
                      <a:pt x="2733" y="1885"/>
                    </a:cubicBezTo>
                    <a:cubicBezTo>
                      <a:pt x="1857" y="2949"/>
                      <a:pt x="1315" y="4242"/>
                      <a:pt x="898" y="5556"/>
                    </a:cubicBezTo>
                    <a:cubicBezTo>
                      <a:pt x="460" y="6974"/>
                      <a:pt x="64" y="8309"/>
                      <a:pt x="1" y="9811"/>
                    </a:cubicBezTo>
                    <a:cubicBezTo>
                      <a:pt x="835" y="8476"/>
                      <a:pt x="2379" y="7788"/>
                      <a:pt x="3630" y="6912"/>
                    </a:cubicBezTo>
                    <a:cubicBezTo>
                      <a:pt x="5466" y="5640"/>
                      <a:pt x="7030" y="3783"/>
                      <a:pt x="7364" y="1572"/>
                    </a:cubicBezTo>
                    <a:cubicBezTo>
                      <a:pt x="7447" y="1030"/>
                      <a:pt x="7385" y="363"/>
                      <a:pt x="6884" y="91"/>
                    </a:cubicBezTo>
                    <a:cubicBezTo>
                      <a:pt x="6741" y="28"/>
                      <a:pt x="6585" y="0"/>
                      <a:pt x="6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7"/>
              <p:cNvSpPr/>
              <p:nvPr/>
            </p:nvSpPr>
            <p:spPr>
              <a:xfrm>
                <a:off x="8752725" y="3554275"/>
                <a:ext cx="265950" cy="79100"/>
              </a:xfrm>
              <a:custGeom>
                <a:rect b="b" l="l" r="r" t="t"/>
                <a:pathLst>
                  <a:path extrusionOk="0" h="3164" w="10638">
                    <a:moveTo>
                      <a:pt x="3386" y="0"/>
                    </a:moveTo>
                    <a:cubicBezTo>
                      <a:pt x="2711" y="0"/>
                      <a:pt x="2042" y="107"/>
                      <a:pt x="1398" y="300"/>
                    </a:cubicBezTo>
                    <a:cubicBezTo>
                      <a:pt x="960" y="425"/>
                      <a:pt x="584" y="696"/>
                      <a:pt x="313" y="1030"/>
                    </a:cubicBezTo>
                    <a:cubicBezTo>
                      <a:pt x="42" y="1405"/>
                      <a:pt x="0" y="1885"/>
                      <a:pt x="230" y="2281"/>
                    </a:cubicBezTo>
                    <a:cubicBezTo>
                      <a:pt x="459" y="2657"/>
                      <a:pt x="939" y="2803"/>
                      <a:pt x="1377" y="2886"/>
                    </a:cubicBezTo>
                    <a:cubicBezTo>
                      <a:pt x="2305" y="3072"/>
                      <a:pt x="3244" y="3164"/>
                      <a:pt x="4181" y="3164"/>
                    </a:cubicBezTo>
                    <a:cubicBezTo>
                      <a:pt x="5457" y="3164"/>
                      <a:pt x="6730" y="2993"/>
                      <a:pt x="7968" y="2657"/>
                    </a:cubicBezTo>
                    <a:cubicBezTo>
                      <a:pt x="8802" y="2427"/>
                      <a:pt x="9887" y="2302"/>
                      <a:pt x="10638" y="1989"/>
                    </a:cubicBezTo>
                    <a:cubicBezTo>
                      <a:pt x="10200" y="1176"/>
                      <a:pt x="8364" y="821"/>
                      <a:pt x="7530" y="613"/>
                    </a:cubicBezTo>
                    <a:cubicBezTo>
                      <a:pt x="6383" y="279"/>
                      <a:pt x="5173" y="91"/>
                      <a:pt x="3984" y="29"/>
                    </a:cubicBezTo>
                    <a:cubicBezTo>
                      <a:pt x="3785" y="10"/>
                      <a:pt x="3585" y="0"/>
                      <a:pt x="3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7"/>
              <p:cNvSpPr/>
              <p:nvPr/>
            </p:nvSpPr>
            <p:spPr>
              <a:xfrm>
                <a:off x="9186050" y="3145675"/>
                <a:ext cx="234150" cy="145475"/>
              </a:xfrm>
              <a:custGeom>
                <a:rect b="b" l="l" r="r" t="t"/>
                <a:pathLst>
                  <a:path extrusionOk="0" h="5819" w="9366">
                    <a:moveTo>
                      <a:pt x="1535" y="0"/>
                    </a:moveTo>
                    <a:cubicBezTo>
                      <a:pt x="1241" y="0"/>
                      <a:pt x="949" y="60"/>
                      <a:pt x="668" y="187"/>
                    </a:cubicBezTo>
                    <a:cubicBezTo>
                      <a:pt x="250" y="375"/>
                      <a:pt x="0" y="771"/>
                      <a:pt x="0" y="1230"/>
                    </a:cubicBezTo>
                    <a:cubicBezTo>
                      <a:pt x="42" y="1668"/>
                      <a:pt x="396" y="2023"/>
                      <a:pt x="751" y="2294"/>
                    </a:cubicBezTo>
                    <a:cubicBezTo>
                      <a:pt x="2482" y="3691"/>
                      <a:pt x="4505" y="4672"/>
                      <a:pt x="6675" y="5172"/>
                    </a:cubicBezTo>
                    <a:cubicBezTo>
                      <a:pt x="7530" y="5360"/>
                      <a:pt x="8552" y="5756"/>
                      <a:pt x="9365" y="5819"/>
                    </a:cubicBezTo>
                    <a:cubicBezTo>
                      <a:pt x="9344" y="4901"/>
                      <a:pt x="7884" y="3733"/>
                      <a:pt x="7259" y="3149"/>
                    </a:cubicBezTo>
                    <a:cubicBezTo>
                      <a:pt x="6383" y="2336"/>
                      <a:pt x="5423" y="1606"/>
                      <a:pt x="4380" y="1001"/>
                    </a:cubicBezTo>
                    <a:cubicBezTo>
                      <a:pt x="3650" y="521"/>
                      <a:pt x="2837" y="187"/>
                      <a:pt x="1961" y="41"/>
                    </a:cubicBezTo>
                    <a:cubicBezTo>
                      <a:pt x="1819" y="14"/>
                      <a:pt x="1676" y="0"/>
                      <a:pt x="15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7"/>
              <p:cNvSpPr/>
              <p:nvPr/>
            </p:nvSpPr>
            <p:spPr>
              <a:xfrm>
                <a:off x="9047850" y="3459600"/>
                <a:ext cx="200800" cy="206950"/>
              </a:xfrm>
              <a:custGeom>
                <a:rect b="b" l="l" r="r" t="t"/>
                <a:pathLst>
                  <a:path extrusionOk="0" h="8278" w="8032">
                    <a:moveTo>
                      <a:pt x="7024" y="0"/>
                    </a:moveTo>
                    <a:cubicBezTo>
                      <a:pt x="6676" y="0"/>
                      <a:pt x="6296" y="125"/>
                      <a:pt x="5987" y="291"/>
                    </a:cubicBezTo>
                    <a:cubicBezTo>
                      <a:pt x="4527" y="1042"/>
                      <a:pt x="3359" y="2293"/>
                      <a:pt x="2462" y="3690"/>
                    </a:cubicBezTo>
                    <a:cubicBezTo>
                      <a:pt x="2233" y="4024"/>
                      <a:pt x="1" y="7904"/>
                      <a:pt x="752" y="8258"/>
                    </a:cubicBezTo>
                    <a:cubicBezTo>
                      <a:pt x="781" y="8271"/>
                      <a:pt x="815" y="8278"/>
                      <a:pt x="855" y="8278"/>
                    </a:cubicBezTo>
                    <a:cubicBezTo>
                      <a:pt x="1441" y="8278"/>
                      <a:pt x="3115" y="6906"/>
                      <a:pt x="3526" y="6652"/>
                    </a:cubicBezTo>
                    <a:cubicBezTo>
                      <a:pt x="4569" y="6006"/>
                      <a:pt x="5632" y="5338"/>
                      <a:pt x="6488" y="4441"/>
                    </a:cubicBezTo>
                    <a:cubicBezTo>
                      <a:pt x="7343" y="3544"/>
                      <a:pt x="7989" y="2418"/>
                      <a:pt x="8010" y="1188"/>
                    </a:cubicBezTo>
                    <a:cubicBezTo>
                      <a:pt x="8031" y="896"/>
                      <a:pt x="7969" y="604"/>
                      <a:pt x="7802" y="353"/>
                    </a:cubicBezTo>
                    <a:cubicBezTo>
                      <a:pt x="7615" y="98"/>
                      <a:pt x="7332" y="0"/>
                      <a:pt x="7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7"/>
              <p:cNvSpPr/>
              <p:nvPr/>
            </p:nvSpPr>
            <p:spPr>
              <a:xfrm>
                <a:off x="8857000" y="3677150"/>
                <a:ext cx="240950" cy="117350"/>
              </a:xfrm>
              <a:custGeom>
                <a:rect b="b" l="l" r="r" t="t"/>
                <a:pathLst>
                  <a:path extrusionOk="0" h="4694" w="9638">
                    <a:moveTo>
                      <a:pt x="2173" y="0"/>
                    </a:moveTo>
                    <a:cubicBezTo>
                      <a:pt x="1699" y="0"/>
                      <a:pt x="1226" y="96"/>
                      <a:pt x="773" y="286"/>
                    </a:cubicBezTo>
                    <a:cubicBezTo>
                      <a:pt x="376" y="474"/>
                      <a:pt x="1" y="891"/>
                      <a:pt x="168" y="1287"/>
                    </a:cubicBezTo>
                    <a:cubicBezTo>
                      <a:pt x="251" y="1454"/>
                      <a:pt x="376" y="1579"/>
                      <a:pt x="522" y="1663"/>
                    </a:cubicBezTo>
                    <a:cubicBezTo>
                      <a:pt x="1836" y="2685"/>
                      <a:pt x="3317" y="3477"/>
                      <a:pt x="4903" y="3999"/>
                    </a:cubicBezTo>
                    <a:cubicBezTo>
                      <a:pt x="5756" y="4279"/>
                      <a:pt x="7171" y="4693"/>
                      <a:pt x="8347" y="4693"/>
                    </a:cubicBezTo>
                    <a:cubicBezTo>
                      <a:pt x="8838" y="4693"/>
                      <a:pt x="9287" y="4621"/>
                      <a:pt x="9637" y="4437"/>
                    </a:cubicBezTo>
                    <a:cubicBezTo>
                      <a:pt x="9011" y="2935"/>
                      <a:pt x="6884" y="1955"/>
                      <a:pt x="5549" y="1204"/>
                    </a:cubicBezTo>
                    <a:cubicBezTo>
                      <a:pt x="4819" y="766"/>
                      <a:pt x="4047" y="411"/>
                      <a:pt x="3234" y="161"/>
                    </a:cubicBezTo>
                    <a:cubicBezTo>
                      <a:pt x="2885" y="54"/>
                      <a:pt x="2529" y="0"/>
                      <a:pt x="2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7"/>
              <p:cNvSpPr/>
              <p:nvPr/>
            </p:nvSpPr>
            <p:spPr>
              <a:xfrm>
                <a:off x="9113550" y="3656125"/>
                <a:ext cx="215400" cy="197650"/>
              </a:xfrm>
              <a:custGeom>
                <a:rect b="b" l="l" r="r" t="t"/>
                <a:pathLst>
                  <a:path extrusionOk="0" h="7906" w="8616">
                    <a:moveTo>
                      <a:pt x="7299" y="1"/>
                    </a:moveTo>
                    <a:cubicBezTo>
                      <a:pt x="7090" y="1"/>
                      <a:pt x="6873" y="46"/>
                      <a:pt x="6675" y="105"/>
                    </a:cubicBezTo>
                    <a:cubicBezTo>
                      <a:pt x="4882" y="648"/>
                      <a:pt x="3359" y="1941"/>
                      <a:pt x="2254" y="3484"/>
                    </a:cubicBezTo>
                    <a:cubicBezTo>
                      <a:pt x="1357" y="4673"/>
                      <a:pt x="293" y="6404"/>
                      <a:pt x="1" y="7906"/>
                    </a:cubicBezTo>
                    <a:cubicBezTo>
                      <a:pt x="502" y="7551"/>
                      <a:pt x="1044" y="7259"/>
                      <a:pt x="1607" y="7009"/>
                    </a:cubicBezTo>
                    <a:cubicBezTo>
                      <a:pt x="3171" y="6404"/>
                      <a:pt x="4798" y="5987"/>
                      <a:pt x="6175" y="5049"/>
                    </a:cubicBezTo>
                    <a:cubicBezTo>
                      <a:pt x="7551" y="4110"/>
                      <a:pt x="8615" y="2483"/>
                      <a:pt x="8261" y="856"/>
                    </a:cubicBezTo>
                    <a:cubicBezTo>
                      <a:pt x="8219" y="606"/>
                      <a:pt x="8115" y="376"/>
                      <a:pt x="7927" y="210"/>
                    </a:cubicBezTo>
                    <a:cubicBezTo>
                      <a:pt x="7751" y="56"/>
                      <a:pt x="7530" y="1"/>
                      <a:pt x="7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7"/>
              <p:cNvSpPr/>
              <p:nvPr/>
            </p:nvSpPr>
            <p:spPr>
              <a:xfrm>
                <a:off x="9384200" y="3297650"/>
                <a:ext cx="215375" cy="197900"/>
              </a:xfrm>
              <a:custGeom>
                <a:rect b="b" l="l" r="r" t="t"/>
                <a:pathLst>
                  <a:path extrusionOk="0" h="7916" w="8615">
                    <a:moveTo>
                      <a:pt x="7339" y="0"/>
                    </a:moveTo>
                    <a:cubicBezTo>
                      <a:pt x="7118" y="0"/>
                      <a:pt x="6883" y="53"/>
                      <a:pt x="6675" y="115"/>
                    </a:cubicBezTo>
                    <a:cubicBezTo>
                      <a:pt x="4881" y="637"/>
                      <a:pt x="3358" y="1951"/>
                      <a:pt x="2253" y="3473"/>
                    </a:cubicBezTo>
                    <a:cubicBezTo>
                      <a:pt x="1377" y="4704"/>
                      <a:pt x="292" y="6414"/>
                      <a:pt x="0" y="7916"/>
                    </a:cubicBezTo>
                    <a:cubicBezTo>
                      <a:pt x="501" y="7561"/>
                      <a:pt x="1043" y="7248"/>
                      <a:pt x="1627" y="7019"/>
                    </a:cubicBezTo>
                    <a:cubicBezTo>
                      <a:pt x="3170" y="6414"/>
                      <a:pt x="4818" y="5997"/>
                      <a:pt x="6174" y="5058"/>
                    </a:cubicBezTo>
                    <a:cubicBezTo>
                      <a:pt x="7551" y="4120"/>
                      <a:pt x="8614" y="2472"/>
                      <a:pt x="8260" y="845"/>
                    </a:cubicBezTo>
                    <a:cubicBezTo>
                      <a:pt x="8218" y="616"/>
                      <a:pt x="8114" y="386"/>
                      <a:pt x="7926" y="199"/>
                    </a:cubicBezTo>
                    <a:cubicBezTo>
                      <a:pt x="7770" y="53"/>
                      <a:pt x="7561" y="0"/>
                      <a:pt x="7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7"/>
              <p:cNvSpPr/>
              <p:nvPr/>
            </p:nvSpPr>
            <p:spPr>
              <a:xfrm>
                <a:off x="9309625" y="3584200"/>
                <a:ext cx="259700" cy="115775"/>
              </a:xfrm>
              <a:custGeom>
                <a:rect b="b" l="l" r="r" t="t"/>
                <a:pathLst>
                  <a:path extrusionOk="0" h="4631" w="10388">
                    <a:moveTo>
                      <a:pt x="8408" y="0"/>
                    </a:moveTo>
                    <a:cubicBezTo>
                      <a:pt x="6780" y="0"/>
                      <a:pt x="5168" y="568"/>
                      <a:pt x="3776" y="1418"/>
                    </a:cubicBezTo>
                    <a:cubicBezTo>
                      <a:pt x="2462" y="2190"/>
                      <a:pt x="814" y="3358"/>
                      <a:pt x="0" y="4630"/>
                    </a:cubicBezTo>
                    <a:cubicBezTo>
                      <a:pt x="605" y="4505"/>
                      <a:pt x="1210" y="4442"/>
                      <a:pt x="1815" y="4442"/>
                    </a:cubicBezTo>
                    <a:cubicBezTo>
                      <a:pt x="2824" y="4468"/>
                      <a:pt x="3848" y="4572"/>
                      <a:pt x="4865" y="4572"/>
                    </a:cubicBezTo>
                    <a:cubicBezTo>
                      <a:pt x="5508" y="4572"/>
                      <a:pt x="6148" y="4530"/>
                      <a:pt x="6779" y="4401"/>
                    </a:cubicBezTo>
                    <a:cubicBezTo>
                      <a:pt x="8406" y="4067"/>
                      <a:pt x="10012" y="2982"/>
                      <a:pt x="10325" y="1355"/>
                    </a:cubicBezTo>
                    <a:cubicBezTo>
                      <a:pt x="10388" y="1105"/>
                      <a:pt x="10367" y="855"/>
                      <a:pt x="10283" y="625"/>
                    </a:cubicBezTo>
                    <a:cubicBezTo>
                      <a:pt x="10096" y="229"/>
                      <a:pt x="9595" y="83"/>
                      <a:pt x="9157" y="41"/>
                    </a:cubicBezTo>
                    <a:cubicBezTo>
                      <a:pt x="8907" y="14"/>
                      <a:pt x="8657" y="0"/>
                      <a:pt x="8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7"/>
              <p:cNvSpPr/>
              <p:nvPr/>
            </p:nvSpPr>
            <p:spPr>
              <a:xfrm>
                <a:off x="8834075" y="3824050"/>
                <a:ext cx="271175" cy="191900"/>
              </a:xfrm>
              <a:custGeom>
                <a:rect b="b" l="l" r="r" t="t"/>
                <a:pathLst>
                  <a:path extrusionOk="0" h="7676" w="10847">
                    <a:moveTo>
                      <a:pt x="1398" y="0"/>
                    </a:moveTo>
                    <a:cubicBezTo>
                      <a:pt x="1205" y="0"/>
                      <a:pt x="1015" y="28"/>
                      <a:pt x="835" y="84"/>
                    </a:cubicBezTo>
                    <a:cubicBezTo>
                      <a:pt x="209" y="334"/>
                      <a:pt x="0" y="1189"/>
                      <a:pt x="251" y="1794"/>
                    </a:cubicBezTo>
                    <a:cubicBezTo>
                      <a:pt x="501" y="2420"/>
                      <a:pt x="1064" y="2858"/>
                      <a:pt x="1627" y="3233"/>
                    </a:cubicBezTo>
                    <a:cubicBezTo>
                      <a:pt x="2712" y="3942"/>
                      <a:pt x="3880" y="4505"/>
                      <a:pt x="5090" y="4922"/>
                    </a:cubicBezTo>
                    <a:cubicBezTo>
                      <a:pt x="6132" y="5298"/>
                      <a:pt x="7217" y="5548"/>
                      <a:pt x="8239" y="5965"/>
                    </a:cubicBezTo>
                    <a:cubicBezTo>
                      <a:pt x="8760" y="6174"/>
                      <a:pt x="9261" y="6466"/>
                      <a:pt x="9720" y="6779"/>
                    </a:cubicBezTo>
                    <a:cubicBezTo>
                      <a:pt x="10054" y="7050"/>
                      <a:pt x="10450" y="7634"/>
                      <a:pt x="10846" y="7676"/>
                    </a:cubicBezTo>
                    <a:cubicBezTo>
                      <a:pt x="10262" y="3650"/>
                      <a:pt x="5423" y="459"/>
                      <a:pt x="1690" y="21"/>
                    </a:cubicBezTo>
                    <a:cubicBezTo>
                      <a:pt x="1592" y="7"/>
                      <a:pt x="1495"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7"/>
              <p:cNvSpPr/>
              <p:nvPr/>
            </p:nvSpPr>
            <p:spPr>
              <a:xfrm>
                <a:off x="9111625" y="3808000"/>
                <a:ext cx="237650" cy="201450"/>
              </a:xfrm>
              <a:custGeom>
                <a:rect b="b" l="l" r="r" t="t"/>
                <a:pathLst>
                  <a:path extrusionOk="0" h="8058" w="9506">
                    <a:moveTo>
                      <a:pt x="7717" y="1"/>
                    </a:moveTo>
                    <a:cubicBezTo>
                      <a:pt x="6594" y="1"/>
                      <a:pt x="5463" y="446"/>
                      <a:pt x="4562" y="1122"/>
                    </a:cubicBezTo>
                    <a:cubicBezTo>
                      <a:pt x="2748" y="2498"/>
                      <a:pt x="1350" y="4814"/>
                      <a:pt x="537" y="6899"/>
                    </a:cubicBezTo>
                    <a:cubicBezTo>
                      <a:pt x="305" y="7461"/>
                      <a:pt x="1" y="8058"/>
                      <a:pt x="574" y="8058"/>
                    </a:cubicBezTo>
                    <a:cubicBezTo>
                      <a:pt x="619" y="8058"/>
                      <a:pt x="669" y="8054"/>
                      <a:pt x="725" y="8047"/>
                    </a:cubicBezTo>
                    <a:cubicBezTo>
                      <a:pt x="1267" y="7984"/>
                      <a:pt x="2101" y="7296"/>
                      <a:pt x="2623" y="7045"/>
                    </a:cubicBezTo>
                    <a:cubicBezTo>
                      <a:pt x="3290" y="6712"/>
                      <a:pt x="3937" y="6399"/>
                      <a:pt x="4583" y="6023"/>
                    </a:cubicBezTo>
                    <a:cubicBezTo>
                      <a:pt x="6168" y="5126"/>
                      <a:pt x="7587" y="3938"/>
                      <a:pt x="8755" y="2519"/>
                    </a:cubicBezTo>
                    <a:cubicBezTo>
                      <a:pt x="9047" y="2227"/>
                      <a:pt x="9255" y="1873"/>
                      <a:pt x="9380" y="1476"/>
                    </a:cubicBezTo>
                    <a:cubicBezTo>
                      <a:pt x="9506" y="1080"/>
                      <a:pt x="9401" y="642"/>
                      <a:pt x="9130" y="350"/>
                    </a:cubicBezTo>
                    <a:cubicBezTo>
                      <a:pt x="8922" y="183"/>
                      <a:pt x="8671" y="79"/>
                      <a:pt x="8400" y="58"/>
                    </a:cubicBezTo>
                    <a:cubicBezTo>
                      <a:pt x="8174" y="19"/>
                      <a:pt x="7946" y="1"/>
                      <a:pt x="7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7"/>
              <p:cNvSpPr/>
              <p:nvPr/>
            </p:nvSpPr>
            <p:spPr>
              <a:xfrm>
                <a:off x="9167275" y="2953000"/>
                <a:ext cx="261250" cy="1345050"/>
              </a:xfrm>
              <a:custGeom>
                <a:rect b="b" l="l" r="r" t="t"/>
                <a:pathLst>
                  <a:path extrusionOk="0" h="53802" w="10450">
                    <a:moveTo>
                      <a:pt x="4737" y="0"/>
                    </a:moveTo>
                    <a:cubicBezTo>
                      <a:pt x="4498" y="0"/>
                      <a:pt x="4291" y="331"/>
                      <a:pt x="4485" y="573"/>
                    </a:cubicBezTo>
                    <a:cubicBezTo>
                      <a:pt x="9345" y="6288"/>
                      <a:pt x="10450" y="13985"/>
                      <a:pt x="8740" y="21160"/>
                    </a:cubicBezTo>
                    <a:cubicBezTo>
                      <a:pt x="6988" y="28522"/>
                      <a:pt x="2253" y="34780"/>
                      <a:pt x="814" y="42267"/>
                    </a:cubicBezTo>
                    <a:cubicBezTo>
                      <a:pt x="313" y="44979"/>
                      <a:pt x="42" y="47753"/>
                      <a:pt x="21" y="50506"/>
                    </a:cubicBezTo>
                    <a:cubicBezTo>
                      <a:pt x="0" y="51612"/>
                      <a:pt x="21" y="52717"/>
                      <a:pt x="63" y="53802"/>
                    </a:cubicBezTo>
                    <a:cubicBezTo>
                      <a:pt x="209" y="53802"/>
                      <a:pt x="334" y="53781"/>
                      <a:pt x="459" y="53781"/>
                    </a:cubicBezTo>
                    <a:lnTo>
                      <a:pt x="501" y="53781"/>
                    </a:lnTo>
                    <a:cubicBezTo>
                      <a:pt x="543" y="52696"/>
                      <a:pt x="563" y="51612"/>
                      <a:pt x="605" y="50527"/>
                    </a:cubicBezTo>
                    <a:cubicBezTo>
                      <a:pt x="709" y="47815"/>
                      <a:pt x="876" y="45104"/>
                      <a:pt x="1398" y="42413"/>
                    </a:cubicBezTo>
                    <a:cubicBezTo>
                      <a:pt x="2149" y="38450"/>
                      <a:pt x="3817" y="34800"/>
                      <a:pt x="5528" y="31150"/>
                    </a:cubicBezTo>
                    <a:cubicBezTo>
                      <a:pt x="7154" y="27688"/>
                      <a:pt x="8760" y="24184"/>
                      <a:pt x="9532" y="20409"/>
                    </a:cubicBezTo>
                    <a:cubicBezTo>
                      <a:pt x="10262" y="17009"/>
                      <a:pt x="10346" y="13505"/>
                      <a:pt x="9762" y="10063"/>
                    </a:cubicBezTo>
                    <a:cubicBezTo>
                      <a:pt x="9115" y="6434"/>
                      <a:pt x="7592" y="2742"/>
                      <a:pt x="4944" y="94"/>
                    </a:cubicBezTo>
                    <a:cubicBezTo>
                      <a:pt x="4878" y="28"/>
                      <a:pt x="4806" y="0"/>
                      <a:pt x="4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7"/>
              <p:cNvSpPr/>
              <p:nvPr/>
            </p:nvSpPr>
            <p:spPr>
              <a:xfrm>
                <a:off x="8428900" y="3567825"/>
                <a:ext cx="175750" cy="105025"/>
              </a:xfrm>
              <a:custGeom>
                <a:rect b="b" l="l" r="r" t="t"/>
                <a:pathLst>
                  <a:path extrusionOk="0" h="4201" w="7030">
                    <a:moveTo>
                      <a:pt x="1519" y="0"/>
                    </a:moveTo>
                    <a:cubicBezTo>
                      <a:pt x="1112" y="0"/>
                      <a:pt x="706" y="93"/>
                      <a:pt x="335" y="279"/>
                    </a:cubicBezTo>
                    <a:cubicBezTo>
                      <a:pt x="209" y="321"/>
                      <a:pt x="105" y="425"/>
                      <a:pt x="63" y="530"/>
                    </a:cubicBezTo>
                    <a:cubicBezTo>
                      <a:pt x="22" y="634"/>
                      <a:pt x="1" y="738"/>
                      <a:pt x="43" y="842"/>
                    </a:cubicBezTo>
                    <a:cubicBezTo>
                      <a:pt x="168" y="1739"/>
                      <a:pt x="898" y="2469"/>
                      <a:pt x="1732" y="2845"/>
                    </a:cubicBezTo>
                    <a:cubicBezTo>
                      <a:pt x="2566" y="3220"/>
                      <a:pt x="3505" y="3324"/>
                      <a:pt x="4402" y="3450"/>
                    </a:cubicBezTo>
                    <a:cubicBezTo>
                      <a:pt x="4777" y="3491"/>
                      <a:pt x="5174" y="3554"/>
                      <a:pt x="5549" y="3637"/>
                    </a:cubicBezTo>
                    <a:cubicBezTo>
                      <a:pt x="6070" y="3721"/>
                      <a:pt x="6571" y="3929"/>
                      <a:pt x="7030" y="4200"/>
                    </a:cubicBezTo>
                    <a:cubicBezTo>
                      <a:pt x="6404" y="2782"/>
                      <a:pt x="5340" y="1593"/>
                      <a:pt x="3985" y="842"/>
                    </a:cubicBezTo>
                    <a:cubicBezTo>
                      <a:pt x="3442" y="488"/>
                      <a:pt x="2837" y="238"/>
                      <a:pt x="2212" y="92"/>
                    </a:cubicBezTo>
                    <a:cubicBezTo>
                      <a:pt x="1984" y="31"/>
                      <a:pt x="1751"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7"/>
              <p:cNvSpPr/>
              <p:nvPr/>
            </p:nvSpPr>
            <p:spPr>
              <a:xfrm>
                <a:off x="8689625" y="3814550"/>
                <a:ext cx="92325" cy="102850"/>
              </a:xfrm>
              <a:custGeom>
                <a:rect b="b" l="l" r="r" t="t"/>
                <a:pathLst>
                  <a:path extrusionOk="0" h="4114" w="3693">
                    <a:moveTo>
                      <a:pt x="2918" y="0"/>
                    </a:moveTo>
                    <a:cubicBezTo>
                      <a:pt x="2891" y="0"/>
                      <a:pt x="2864" y="2"/>
                      <a:pt x="2837" y="5"/>
                    </a:cubicBezTo>
                    <a:cubicBezTo>
                      <a:pt x="2462" y="67"/>
                      <a:pt x="2107" y="276"/>
                      <a:pt x="1857" y="589"/>
                    </a:cubicBezTo>
                    <a:cubicBezTo>
                      <a:pt x="981" y="1590"/>
                      <a:pt x="772" y="3029"/>
                      <a:pt x="1" y="4114"/>
                    </a:cubicBezTo>
                    <a:cubicBezTo>
                      <a:pt x="1523" y="3822"/>
                      <a:pt x="2691" y="2528"/>
                      <a:pt x="3463" y="1277"/>
                    </a:cubicBezTo>
                    <a:cubicBezTo>
                      <a:pt x="3609" y="1089"/>
                      <a:pt x="3672" y="860"/>
                      <a:pt x="3692" y="630"/>
                    </a:cubicBezTo>
                    <a:cubicBezTo>
                      <a:pt x="3615" y="261"/>
                      <a:pt x="3283" y="0"/>
                      <a:pt x="29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7"/>
              <p:cNvSpPr/>
              <p:nvPr/>
            </p:nvSpPr>
            <p:spPr>
              <a:xfrm>
                <a:off x="8602550" y="3571375"/>
                <a:ext cx="118900" cy="110850"/>
              </a:xfrm>
              <a:custGeom>
                <a:rect b="b" l="l" r="r" t="t"/>
                <a:pathLst>
                  <a:path extrusionOk="0" h="4434" w="4756">
                    <a:moveTo>
                      <a:pt x="4084" y="0"/>
                    </a:moveTo>
                    <a:cubicBezTo>
                      <a:pt x="3864" y="0"/>
                      <a:pt x="3624" y="77"/>
                      <a:pt x="3421" y="179"/>
                    </a:cubicBezTo>
                    <a:cubicBezTo>
                      <a:pt x="2587" y="596"/>
                      <a:pt x="1919" y="1305"/>
                      <a:pt x="1294" y="1994"/>
                    </a:cubicBezTo>
                    <a:cubicBezTo>
                      <a:pt x="960" y="2306"/>
                      <a:pt x="710" y="2703"/>
                      <a:pt x="543" y="3120"/>
                    </a:cubicBezTo>
                    <a:cubicBezTo>
                      <a:pt x="397" y="3579"/>
                      <a:pt x="209" y="4017"/>
                      <a:pt x="0" y="4434"/>
                    </a:cubicBezTo>
                    <a:cubicBezTo>
                      <a:pt x="1335" y="3746"/>
                      <a:pt x="2608" y="2911"/>
                      <a:pt x="3776" y="1973"/>
                    </a:cubicBezTo>
                    <a:cubicBezTo>
                      <a:pt x="4151" y="1681"/>
                      <a:pt x="4527" y="1368"/>
                      <a:pt x="4673" y="930"/>
                    </a:cubicBezTo>
                    <a:cubicBezTo>
                      <a:pt x="4756" y="680"/>
                      <a:pt x="4714" y="408"/>
                      <a:pt x="4568" y="200"/>
                    </a:cubicBezTo>
                    <a:cubicBezTo>
                      <a:pt x="4444" y="56"/>
                      <a:pt x="4271" y="0"/>
                      <a:pt x="4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7"/>
              <p:cNvSpPr/>
              <p:nvPr/>
            </p:nvSpPr>
            <p:spPr>
              <a:xfrm>
                <a:off x="8472700" y="3726950"/>
                <a:ext cx="161675" cy="98675"/>
              </a:xfrm>
              <a:custGeom>
                <a:rect b="b" l="l" r="r" t="t"/>
                <a:pathLst>
                  <a:path extrusionOk="0" h="3947" w="6467">
                    <a:moveTo>
                      <a:pt x="1581" y="1"/>
                    </a:moveTo>
                    <a:cubicBezTo>
                      <a:pt x="1215" y="1"/>
                      <a:pt x="848" y="65"/>
                      <a:pt x="501" y="192"/>
                    </a:cubicBezTo>
                    <a:cubicBezTo>
                      <a:pt x="397" y="234"/>
                      <a:pt x="293" y="317"/>
                      <a:pt x="209" y="401"/>
                    </a:cubicBezTo>
                    <a:cubicBezTo>
                      <a:pt x="1" y="672"/>
                      <a:pt x="147" y="1068"/>
                      <a:pt x="335" y="1339"/>
                    </a:cubicBezTo>
                    <a:cubicBezTo>
                      <a:pt x="1085" y="2445"/>
                      <a:pt x="2399" y="3071"/>
                      <a:pt x="3734" y="3300"/>
                    </a:cubicBezTo>
                    <a:cubicBezTo>
                      <a:pt x="4652" y="3446"/>
                      <a:pt x="5674" y="3425"/>
                      <a:pt x="6467" y="3947"/>
                    </a:cubicBezTo>
                    <a:cubicBezTo>
                      <a:pt x="6029" y="3196"/>
                      <a:pt x="5507" y="2487"/>
                      <a:pt x="4882" y="1861"/>
                    </a:cubicBezTo>
                    <a:cubicBezTo>
                      <a:pt x="4339" y="1235"/>
                      <a:pt x="3672" y="693"/>
                      <a:pt x="2942" y="317"/>
                    </a:cubicBezTo>
                    <a:cubicBezTo>
                      <a:pt x="2519" y="106"/>
                      <a:pt x="205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7"/>
              <p:cNvSpPr/>
              <p:nvPr/>
            </p:nvSpPr>
            <p:spPr>
              <a:xfrm>
                <a:off x="8622875" y="3683775"/>
                <a:ext cx="105875" cy="133000"/>
              </a:xfrm>
              <a:custGeom>
                <a:rect b="b" l="l" r="r" t="t"/>
                <a:pathLst>
                  <a:path extrusionOk="0" h="5320" w="4235">
                    <a:moveTo>
                      <a:pt x="3547" y="0"/>
                    </a:moveTo>
                    <a:cubicBezTo>
                      <a:pt x="3276" y="0"/>
                      <a:pt x="3004" y="105"/>
                      <a:pt x="2796" y="272"/>
                    </a:cubicBezTo>
                    <a:cubicBezTo>
                      <a:pt x="2358" y="564"/>
                      <a:pt x="2003" y="960"/>
                      <a:pt x="1711" y="1398"/>
                    </a:cubicBezTo>
                    <a:cubicBezTo>
                      <a:pt x="1315" y="2003"/>
                      <a:pt x="960" y="2649"/>
                      <a:pt x="689" y="3317"/>
                    </a:cubicBezTo>
                    <a:cubicBezTo>
                      <a:pt x="501" y="3817"/>
                      <a:pt x="1" y="4819"/>
                      <a:pt x="230" y="5319"/>
                    </a:cubicBezTo>
                    <a:cubicBezTo>
                      <a:pt x="668" y="5090"/>
                      <a:pt x="1127" y="4610"/>
                      <a:pt x="1544" y="4276"/>
                    </a:cubicBezTo>
                    <a:cubicBezTo>
                      <a:pt x="2587" y="3463"/>
                      <a:pt x="3463" y="2399"/>
                      <a:pt x="4047" y="1189"/>
                    </a:cubicBezTo>
                    <a:cubicBezTo>
                      <a:pt x="4193" y="960"/>
                      <a:pt x="4235" y="668"/>
                      <a:pt x="4172" y="418"/>
                    </a:cubicBezTo>
                    <a:cubicBezTo>
                      <a:pt x="4068" y="167"/>
                      <a:pt x="3818" y="0"/>
                      <a:pt x="3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7"/>
              <p:cNvSpPr/>
              <p:nvPr/>
            </p:nvSpPr>
            <p:spPr>
              <a:xfrm>
                <a:off x="8541025" y="3854825"/>
                <a:ext cx="159575" cy="66875"/>
              </a:xfrm>
              <a:custGeom>
                <a:rect b="b" l="l" r="r" t="t"/>
                <a:pathLst>
                  <a:path extrusionOk="0" h="2675" w="6383">
                    <a:moveTo>
                      <a:pt x="1349" y="1"/>
                    </a:moveTo>
                    <a:cubicBezTo>
                      <a:pt x="1136" y="1"/>
                      <a:pt x="923" y="14"/>
                      <a:pt x="709" y="41"/>
                    </a:cubicBezTo>
                    <a:cubicBezTo>
                      <a:pt x="438" y="41"/>
                      <a:pt x="188" y="187"/>
                      <a:pt x="42" y="417"/>
                    </a:cubicBezTo>
                    <a:cubicBezTo>
                      <a:pt x="0" y="542"/>
                      <a:pt x="0" y="709"/>
                      <a:pt x="42" y="855"/>
                    </a:cubicBezTo>
                    <a:cubicBezTo>
                      <a:pt x="271" y="1835"/>
                      <a:pt x="1273" y="2461"/>
                      <a:pt x="2274" y="2607"/>
                    </a:cubicBezTo>
                    <a:cubicBezTo>
                      <a:pt x="2562" y="2656"/>
                      <a:pt x="2853" y="2674"/>
                      <a:pt x="3146" y="2674"/>
                    </a:cubicBezTo>
                    <a:cubicBezTo>
                      <a:pt x="3851" y="2674"/>
                      <a:pt x="4564" y="2568"/>
                      <a:pt x="5256" y="2523"/>
                    </a:cubicBezTo>
                    <a:cubicBezTo>
                      <a:pt x="5350" y="2518"/>
                      <a:pt x="5444" y="2516"/>
                      <a:pt x="5538" y="2516"/>
                    </a:cubicBezTo>
                    <a:cubicBezTo>
                      <a:pt x="5820" y="2516"/>
                      <a:pt x="6101" y="2539"/>
                      <a:pt x="6383" y="2586"/>
                    </a:cubicBezTo>
                    <a:cubicBezTo>
                      <a:pt x="5840" y="1835"/>
                      <a:pt x="4818" y="1189"/>
                      <a:pt x="4005" y="751"/>
                    </a:cubicBezTo>
                    <a:cubicBezTo>
                      <a:pt x="3190" y="258"/>
                      <a:pt x="2278"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7"/>
              <p:cNvSpPr/>
              <p:nvPr/>
            </p:nvSpPr>
            <p:spPr>
              <a:xfrm>
                <a:off x="8627575" y="3991325"/>
                <a:ext cx="166375" cy="63925"/>
              </a:xfrm>
              <a:custGeom>
                <a:rect b="b" l="l" r="r" t="t"/>
                <a:pathLst>
                  <a:path extrusionOk="0" h="2557" w="6655">
                    <a:moveTo>
                      <a:pt x="3066" y="1"/>
                    </a:moveTo>
                    <a:cubicBezTo>
                      <a:pt x="2155" y="1"/>
                      <a:pt x="1255" y="225"/>
                      <a:pt x="459" y="672"/>
                    </a:cubicBezTo>
                    <a:cubicBezTo>
                      <a:pt x="230" y="797"/>
                      <a:pt x="42" y="1026"/>
                      <a:pt x="1" y="1277"/>
                    </a:cubicBezTo>
                    <a:cubicBezTo>
                      <a:pt x="1" y="1444"/>
                      <a:pt x="63" y="1569"/>
                      <a:pt x="167" y="1694"/>
                    </a:cubicBezTo>
                    <a:cubicBezTo>
                      <a:pt x="601" y="2297"/>
                      <a:pt x="1355" y="2556"/>
                      <a:pt x="2116" y="2556"/>
                    </a:cubicBezTo>
                    <a:cubicBezTo>
                      <a:pt x="2381" y="2556"/>
                      <a:pt x="2647" y="2525"/>
                      <a:pt x="2900" y="2466"/>
                    </a:cubicBezTo>
                    <a:cubicBezTo>
                      <a:pt x="3859" y="2215"/>
                      <a:pt x="4714" y="1652"/>
                      <a:pt x="5611" y="1193"/>
                    </a:cubicBezTo>
                    <a:cubicBezTo>
                      <a:pt x="5945" y="1047"/>
                      <a:pt x="6300" y="922"/>
                      <a:pt x="6654" y="839"/>
                    </a:cubicBezTo>
                    <a:cubicBezTo>
                      <a:pt x="5882" y="359"/>
                      <a:pt x="4673" y="150"/>
                      <a:pt x="3776" y="46"/>
                    </a:cubicBezTo>
                    <a:cubicBezTo>
                      <a:pt x="3540" y="16"/>
                      <a:pt x="3303" y="1"/>
                      <a:pt x="3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7"/>
              <p:cNvSpPr/>
              <p:nvPr/>
            </p:nvSpPr>
            <p:spPr>
              <a:xfrm>
                <a:off x="8566050" y="3596425"/>
                <a:ext cx="456275" cy="701100"/>
              </a:xfrm>
              <a:custGeom>
                <a:rect b="b" l="l" r="r" t="t"/>
                <a:pathLst>
                  <a:path extrusionOk="0" h="28044" w="18251">
                    <a:moveTo>
                      <a:pt x="2065" y="0"/>
                    </a:moveTo>
                    <a:cubicBezTo>
                      <a:pt x="1977" y="0"/>
                      <a:pt x="1890" y="48"/>
                      <a:pt x="1857" y="157"/>
                    </a:cubicBezTo>
                    <a:cubicBezTo>
                      <a:pt x="0" y="5413"/>
                      <a:pt x="2941" y="11212"/>
                      <a:pt x="6675" y="14820"/>
                    </a:cubicBezTo>
                    <a:cubicBezTo>
                      <a:pt x="8802" y="16885"/>
                      <a:pt x="11264" y="18554"/>
                      <a:pt x="13287" y="20744"/>
                    </a:cubicBezTo>
                    <a:cubicBezTo>
                      <a:pt x="14434" y="21995"/>
                      <a:pt x="15414" y="23413"/>
                      <a:pt x="16228" y="24915"/>
                    </a:cubicBezTo>
                    <a:cubicBezTo>
                      <a:pt x="16812" y="25937"/>
                      <a:pt x="17333" y="27001"/>
                      <a:pt x="17896" y="28044"/>
                    </a:cubicBezTo>
                    <a:lnTo>
                      <a:pt x="18251" y="28044"/>
                    </a:lnTo>
                    <a:cubicBezTo>
                      <a:pt x="17792" y="26959"/>
                      <a:pt x="17271" y="25916"/>
                      <a:pt x="16687" y="24873"/>
                    </a:cubicBezTo>
                    <a:cubicBezTo>
                      <a:pt x="16082" y="23747"/>
                      <a:pt x="15372" y="22683"/>
                      <a:pt x="14601" y="21661"/>
                    </a:cubicBezTo>
                    <a:cubicBezTo>
                      <a:pt x="12932" y="19513"/>
                      <a:pt x="10784" y="17865"/>
                      <a:pt x="8719" y="16134"/>
                    </a:cubicBezTo>
                    <a:cubicBezTo>
                      <a:pt x="4047" y="12129"/>
                      <a:pt x="626" y="6623"/>
                      <a:pt x="2274" y="282"/>
                    </a:cubicBezTo>
                    <a:cubicBezTo>
                      <a:pt x="2324" y="108"/>
                      <a:pt x="2194" y="0"/>
                      <a:pt x="2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7"/>
              <p:cNvSpPr/>
              <p:nvPr/>
            </p:nvSpPr>
            <p:spPr>
              <a:xfrm>
                <a:off x="8799125" y="2433975"/>
                <a:ext cx="322275" cy="1865125"/>
              </a:xfrm>
              <a:custGeom>
                <a:rect b="b" l="l" r="r" t="t"/>
                <a:pathLst>
                  <a:path extrusionOk="0" h="74605" w="12891">
                    <a:moveTo>
                      <a:pt x="816" y="1"/>
                    </a:moveTo>
                    <a:cubicBezTo>
                      <a:pt x="751" y="1"/>
                      <a:pt x="687" y="39"/>
                      <a:pt x="668" y="122"/>
                    </a:cubicBezTo>
                    <a:cubicBezTo>
                      <a:pt x="105" y="2458"/>
                      <a:pt x="126" y="4982"/>
                      <a:pt x="63" y="7401"/>
                    </a:cubicBezTo>
                    <a:cubicBezTo>
                      <a:pt x="1" y="9821"/>
                      <a:pt x="22" y="12240"/>
                      <a:pt x="188" y="14660"/>
                    </a:cubicBezTo>
                    <a:cubicBezTo>
                      <a:pt x="522" y="19520"/>
                      <a:pt x="1273" y="24338"/>
                      <a:pt x="2441" y="29072"/>
                    </a:cubicBezTo>
                    <a:cubicBezTo>
                      <a:pt x="3609" y="33890"/>
                      <a:pt x="5215" y="38583"/>
                      <a:pt x="7238" y="43089"/>
                    </a:cubicBezTo>
                    <a:cubicBezTo>
                      <a:pt x="8302" y="45508"/>
                      <a:pt x="9533" y="47844"/>
                      <a:pt x="10450" y="50326"/>
                    </a:cubicBezTo>
                    <a:cubicBezTo>
                      <a:pt x="11368" y="52829"/>
                      <a:pt x="11910" y="55457"/>
                      <a:pt x="12077" y="58127"/>
                    </a:cubicBezTo>
                    <a:cubicBezTo>
                      <a:pt x="12349" y="62486"/>
                      <a:pt x="11952" y="66887"/>
                      <a:pt x="11514" y="71246"/>
                    </a:cubicBezTo>
                    <a:cubicBezTo>
                      <a:pt x="11410" y="72373"/>
                      <a:pt x="11306" y="73478"/>
                      <a:pt x="11201" y="74604"/>
                    </a:cubicBezTo>
                    <a:lnTo>
                      <a:pt x="11785" y="74604"/>
                    </a:lnTo>
                    <a:cubicBezTo>
                      <a:pt x="11910" y="73478"/>
                      <a:pt x="12036" y="72352"/>
                      <a:pt x="12161" y="71225"/>
                    </a:cubicBezTo>
                    <a:cubicBezTo>
                      <a:pt x="12536" y="67575"/>
                      <a:pt x="12891" y="63884"/>
                      <a:pt x="12828" y="60213"/>
                    </a:cubicBezTo>
                    <a:cubicBezTo>
                      <a:pt x="12766" y="55228"/>
                      <a:pt x="11556" y="50764"/>
                      <a:pt x="9470" y="46259"/>
                    </a:cubicBezTo>
                    <a:cubicBezTo>
                      <a:pt x="5132" y="36894"/>
                      <a:pt x="2066" y="27237"/>
                      <a:pt x="1085" y="16912"/>
                    </a:cubicBezTo>
                    <a:cubicBezTo>
                      <a:pt x="814" y="14222"/>
                      <a:pt x="668" y="11490"/>
                      <a:pt x="668" y="8778"/>
                    </a:cubicBezTo>
                    <a:cubicBezTo>
                      <a:pt x="668" y="5900"/>
                      <a:pt x="1065" y="3042"/>
                      <a:pt x="981" y="164"/>
                    </a:cubicBezTo>
                    <a:cubicBezTo>
                      <a:pt x="981" y="60"/>
                      <a:pt x="898"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7"/>
              <p:cNvSpPr/>
              <p:nvPr/>
            </p:nvSpPr>
            <p:spPr>
              <a:xfrm>
                <a:off x="8745425" y="2272600"/>
                <a:ext cx="121000" cy="407950"/>
              </a:xfrm>
              <a:custGeom>
                <a:rect b="b" l="l" r="r" t="t"/>
                <a:pathLst>
                  <a:path extrusionOk="0" h="16318" w="4840">
                    <a:moveTo>
                      <a:pt x="2636" y="0"/>
                    </a:moveTo>
                    <a:cubicBezTo>
                      <a:pt x="1929" y="0"/>
                      <a:pt x="1246" y="817"/>
                      <a:pt x="939" y="1551"/>
                    </a:cubicBezTo>
                    <a:cubicBezTo>
                      <a:pt x="105" y="3657"/>
                      <a:pt x="0" y="5951"/>
                      <a:pt x="292" y="8183"/>
                    </a:cubicBezTo>
                    <a:cubicBezTo>
                      <a:pt x="564" y="10248"/>
                      <a:pt x="1002" y="12897"/>
                      <a:pt x="1898" y="14774"/>
                    </a:cubicBezTo>
                    <a:cubicBezTo>
                      <a:pt x="2149" y="15296"/>
                      <a:pt x="2378" y="15838"/>
                      <a:pt x="2670" y="16318"/>
                    </a:cubicBezTo>
                    <a:cubicBezTo>
                      <a:pt x="3150" y="15421"/>
                      <a:pt x="3317" y="14274"/>
                      <a:pt x="3588" y="13293"/>
                    </a:cubicBezTo>
                    <a:cubicBezTo>
                      <a:pt x="3963" y="11938"/>
                      <a:pt x="4255" y="10582"/>
                      <a:pt x="4464" y="9184"/>
                    </a:cubicBezTo>
                    <a:cubicBezTo>
                      <a:pt x="4839" y="6473"/>
                      <a:pt x="4756" y="3657"/>
                      <a:pt x="3776" y="1092"/>
                    </a:cubicBezTo>
                    <a:cubicBezTo>
                      <a:pt x="3671" y="695"/>
                      <a:pt x="3421" y="362"/>
                      <a:pt x="3108" y="132"/>
                    </a:cubicBezTo>
                    <a:cubicBezTo>
                      <a:pt x="2952" y="41"/>
                      <a:pt x="2794" y="0"/>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7"/>
              <p:cNvSpPr/>
              <p:nvPr/>
            </p:nvSpPr>
            <p:spPr>
              <a:xfrm>
                <a:off x="9113550" y="2722675"/>
                <a:ext cx="188800" cy="262925"/>
              </a:xfrm>
              <a:custGeom>
                <a:rect b="b" l="l" r="r" t="t"/>
                <a:pathLst>
                  <a:path extrusionOk="0" h="10517" w="7552">
                    <a:moveTo>
                      <a:pt x="1351" y="1"/>
                    </a:moveTo>
                    <a:cubicBezTo>
                      <a:pt x="1318" y="1"/>
                      <a:pt x="1285" y="2"/>
                      <a:pt x="1252" y="4"/>
                    </a:cubicBezTo>
                    <a:cubicBezTo>
                      <a:pt x="335" y="150"/>
                      <a:pt x="1" y="1276"/>
                      <a:pt x="84" y="2048"/>
                    </a:cubicBezTo>
                    <a:cubicBezTo>
                      <a:pt x="272" y="3821"/>
                      <a:pt x="1127" y="5323"/>
                      <a:pt x="2254" y="6595"/>
                    </a:cubicBezTo>
                    <a:cubicBezTo>
                      <a:pt x="3338" y="7784"/>
                      <a:pt x="4777" y="9223"/>
                      <a:pt x="6279" y="9953"/>
                    </a:cubicBezTo>
                    <a:cubicBezTo>
                      <a:pt x="6696" y="10141"/>
                      <a:pt x="7093" y="10370"/>
                      <a:pt x="7531" y="10516"/>
                    </a:cubicBezTo>
                    <a:cubicBezTo>
                      <a:pt x="7551" y="9682"/>
                      <a:pt x="7218" y="8889"/>
                      <a:pt x="7030" y="8118"/>
                    </a:cubicBezTo>
                    <a:cubicBezTo>
                      <a:pt x="6801" y="7075"/>
                      <a:pt x="6467" y="6053"/>
                      <a:pt x="6071" y="5052"/>
                    </a:cubicBezTo>
                    <a:cubicBezTo>
                      <a:pt x="5257" y="3133"/>
                      <a:pt x="4026" y="1402"/>
                      <a:pt x="2170" y="275"/>
                    </a:cubicBezTo>
                    <a:cubicBezTo>
                      <a:pt x="1926" y="87"/>
                      <a:pt x="1648"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7"/>
              <p:cNvSpPr/>
              <p:nvPr/>
            </p:nvSpPr>
            <p:spPr>
              <a:xfrm>
                <a:off x="8597850" y="3434275"/>
                <a:ext cx="73025" cy="184875"/>
              </a:xfrm>
              <a:custGeom>
                <a:rect b="b" l="l" r="r" t="t"/>
                <a:pathLst>
                  <a:path extrusionOk="0" h="7395" w="2921">
                    <a:moveTo>
                      <a:pt x="1636" y="0"/>
                    </a:moveTo>
                    <a:cubicBezTo>
                      <a:pt x="1572" y="0"/>
                      <a:pt x="1506" y="10"/>
                      <a:pt x="1440" y="31"/>
                    </a:cubicBezTo>
                    <a:cubicBezTo>
                      <a:pt x="1252" y="94"/>
                      <a:pt x="1085" y="240"/>
                      <a:pt x="981" y="407"/>
                    </a:cubicBezTo>
                    <a:cubicBezTo>
                      <a:pt x="314" y="1491"/>
                      <a:pt x="1" y="2764"/>
                      <a:pt x="84" y="4036"/>
                    </a:cubicBezTo>
                    <a:cubicBezTo>
                      <a:pt x="126" y="4683"/>
                      <a:pt x="209" y="5329"/>
                      <a:pt x="355" y="5955"/>
                    </a:cubicBezTo>
                    <a:cubicBezTo>
                      <a:pt x="439" y="6414"/>
                      <a:pt x="460" y="6956"/>
                      <a:pt x="689" y="7394"/>
                    </a:cubicBezTo>
                    <a:cubicBezTo>
                      <a:pt x="877" y="7206"/>
                      <a:pt x="1064" y="6977"/>
                      <a:pt x="1231" y="6768"/>
                    </a:cubicBezTo>
                    <a:cubicBezTo>
                      <a:pt x="1878" y="5976"/>
                      <a:pt x="2295" y="4808"/>
                      <a:pt x="2566" y="3890"/>
                    </a:cubicBezTo>
                    <a:cubicBezTo>
                      <a:pt x="2900" y="2910"/>
                      <a:pt x="2921" y="1846"/>
                      <a:pt x="2608" y="845"/>
                    </a:cubicBezTo>
                    <a:cubicBezTo>
                      <a:pt x="2462" y="462"/>
                      <a:pt x="207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1" name="Google Shape;531;p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2" name="Shape 532"/>
        <p:cNvGrpSpPr/>
        <p:nvPr/>
      </p:nvGrpSpPr>
      <p:grpSpPr>
        <a:xfrm>
          <a:off x="0" y="0"/>
          <a:ext cx="0" cy="0"/>
          <a:chOff x="0" y="0"/>
          <a:chExt cx="0" cy="0"/>
        </a:xfrm>
      </p:grpSpPr>
      <p:sp>
        <p:nvSpPr>
          <p:cNvPr id="533" name="Google Shape;533;p8"/>
          <p:cNvSpPr txBox="1"/>
          <p:nvPr>
            <p:ph type="title"/>
          </p:nvPr>
        </p:nvSpPr>
        <p:spPr>
          <a:xfrm>
            <a:off x="2500350" y="1607400"/>
            <a:ext cx="4143300" cy="19287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Clr>
                <a:schemeClr val="dk2"/>
              </a:buClr>
              <a:buSzPts val="6000"/>
              <a:buNone/>
              <a:defRPr sz="6000">
                <a:solidFill>
                  <a:schemeClr val="dk2"/>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534" name="Google Shape;534;p8"/>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8"/>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8"/>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537" name="Google Shape;537;p8"/>
          <p:cNvGrpSpPr/>
          <p:nvPr/>
        </p:nvGrpSpPr>
        <p:grpSpPr>
          <a:xfrm>
            <a:off x="2936544" y="-329546"/>
            <a:ext cx="2934233" cy="708308"/>
            <a:chOff x="2375925" y="3297600"/>
            <a:chExt cx="735950" cy="177650"/>
          </a:xfrm>
        </p:grpSpPr>
        <p:sp>
          <p:nvSpPr>
            <p:cNvPr id="538" name="Google Shape;538;p8"/>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8"/>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8"/>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8"/>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8"/>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8"/>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8"/>
          <p:cNvGrpSpPr/>
          <p:nvPr/>
        </p:nvGrpSpPr>
        <p:grpSpPr>
          <a:xfrm>
            <a:off x="-950125" y="2423224"/>
            <a:ext cx="3071647" cy="2604520"/>
            <a:chOff x="-875775" y="2423224"/>
            <a:chExt cx="3071647" cy="2604520"/>
          </a:xfrm>
        </p:grpSpPr>
        <p:grpSp>
          <p:nvGrpSpPr>
            <p:cNvPr id="545" name="Google Shape;545;p8"/>
            <p:cNvGrpSpPr/>
            <p:nvPr/>
          </p:nvGrpSpPr>
          <p:grpSpPr>
            <a:xfrm>
              <a:off x="-875775" y="2801416"/>
              <a:ext cx="3071647" cy="2226327"/>
              <a:chOff x="0" y="2801416"/>
              <a:chExt cx="3071647" cy="2226327"/>
            </a:xfrm>
          </p:grpSpPr>
          <p:grpSp>
            <p:nvGrpSpPr>
              <p:cNvPr id="546" name="Google Shape;546;p8"/>
              <p:cNvGrpSpPr/>
              <p:nvPr/>
            </p:nvGrpSpPr>
            <p:grpSpPr>
              <a:xfrm>
                <a:off x="0" y="2801416"/>
                <a:ext cx="3071647" cy="2226327"/>
                <a:chOff x="6701325" y="2327691"/>
                <a:chExt cx="3071647" cy="2226327"/>
              </a:xfrm>
            </p:grpSpPr>
            <p:sp>
              <p:nvSpPr>
                <p:cNvPr id="547" name="Google Shape;547;p8"/>
                <p:cNvSpPr/>
                <p:nvPr/>
              </p:nvSpPr>
              <p:spPr>
                <a:xfrm>
                  <a:off x="6701325" y="4243499"/>
                  <a:ext cx="3071647" cy="310519"/>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8"/>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8"/>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8"/>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8"/>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8"/>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8"/>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8"/>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8"/>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8"/>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8"/>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8"/>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8"/>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8"/>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8"/>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8"/>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8"/>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8"/>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8"/>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8"/>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8"/>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8"/>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8"/>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8"/>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8"/>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8"/>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8"/>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8"/>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8"/>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8"/>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8"/>
                <p:cNvSpPr/>
                <p:nvPr/>
              </p:nvSpPr>
              <p:spPr>
                <a:xfrm>
                  <a:off x="6834175" y="28393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8"/>
                <p:cNvSpPr/>
                <p:nvPr/>
              </p:nvSpPr>
              <p:spPr>
                <a:xfrm>
                  <a:off x="6780375" y="27904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8"/>
                <p:cNvSpPr/>
                <p:nvPr/>
              </p:nvSpPr>
              <p:spPr>
                <a:xfrm>
                  <a:off x="7532125" y="28197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8"/>
                <p:cNvSpPr/>
                <p:nvPr/>
              </p:nvSpPr>
              <p:spPr>
                <a:xfrm>
                  <a:off x="7532125" y="2905275"/>
                  <a:ext cx="2140970" cy="560036"/>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8"/>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8"/>
                <p:cNvSpPr/>
                <p:nvPr/>
              </p:nvSpPr>
              <p:spPr>
                <a:xfrm>
                  <a:off x="6834175" y="2858926"/>
                  <a:ext cx="702146"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 name="Google Shape;583;p8"/>
              <p:cNvSpPr/>
              <p:nvPr/>
            </p:nvSpPr>
            <p:spPr>
              <a:xfrm flipH="1">
                <a:off x="2819026" y="3390025"/>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8"/>
            <p:cNvGrpSpPr/>
            <p:nvPr/>
          </p:nvGrpSpPr>
          <p:grpSpPr>
            <a:xfrm>
              <a:off x="934288" y="2423224"/>
              <a:ext cx="1055511" cy="870920"/>
              <a:chOff x="3580800" y="2978725"/>
              <a:chExt cx="3009725" cy="2483375"/>
            </a:xfrm>
          </p:grpSpPr>
          <p:sp>
            <p:nvSpPr>
              <p:cNvPr id="585" name="Google Shape;585;p8"/>
              <p:cNvSpPr/>
              <p:nvPr/>
            </p:nvSpPr>
            <p:spPr>
              <a:xfrm>
                <a:off x="4656475" y="4997800"/>
                <a:ext cx="859100" cy="464300"/>
              </a:xfrm>
              <a:custGeom>
                <a:rect b="b" l="l" r="r" t="t"/>
                <a:pathLst>
                  <a:path extrusionOk="0" h="18572" w="34364">
                    <a:moveTo>
                      <a:pt x="16916" y="0"/>
                    </a:moveTo>
                    <a:lnTo>
                      <a:pt x="16916" y="148"/>
                    </a:lnTo>
                    <a:lnTo>
                      <a:pt x="5472" y="3637"/>
                    </a:lnTo>
                    <a:lnTo>
                      <a:pt x="4318" y="14106"/>
                    </a:lnTo>
                    <a:lnTo>
                      <a:pt x="1" y="15082"/>
                    </a:lnTo>
                    <a:lnTo>
                      <a:pt x="1" y="18572"/>
                    </a:lnTo>
                    <a:lnTo>
                      <a:pt x="34364" y="18572"/>
                    </a:lnTo>
                    <a:lnTo>
                      <a:pt x="34364" y="15082"/>
                    </a:lnTo>
                    <a:lnTo>
                      <a:pt x="30046" y="14106"/>
                    </a:lnTo>
                    <a:lnTo>
                      <a:pt x="28863" y="3637"/>
                    </a:lnTo>
                    <a:lnTo>
                      <a:pt x="17419" y="148"/>
                    </a:lnTo>
                    <a:lnTo>
                      <a:pt x="17419" y="0"/>
                    </a:lnTo>
                    <a:lnTo>
                      <a:pt x="17182" y="59"/>
                    </a:lnTo>
                    <a:lnTo>
                      <a:pt x="16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8"/>
              <p:cNvSpPr/>
              <p:nvPr/>
            </p:nvSpPr>
            <p:spPr>
              <a:xfrm>
                <a:off x="3580800" y="2998700"/>
                <a:ext cx="3005300" cy="2169150"/>
              </a:xfrm>
              <a:custGeom>
                <a:rect b="b" l="l" r="r" t="t"/>
                <a:pathLst>
                  <a:path extrusionOk="0" h="86766" w="120212">
                    <a:moveTo>
                      <a:pt x="3312" y="0"/>
                    </a:moveTo>
                    <a:cubicBezTo>
                      <a:pt x="1479" y="0"/>
                      <a:pt x="0" y="1479"/>
                      <a:pt x="30" y="3283"/>
                    </a:cubicBezTo>
                    <a:lnTo>
                      <a:pt x="30" y="83454"/>
                    </a:lnTo>
                    <a:cubicBezTo>
                      <a:pt x="0" y="85287"/>
                      <a:pt x="1479" y="86736"/>
                      <a:pt x="3312" y="86766"/>
                    </a:cubicBezTo>
                    <a:lnTo>
                      <a:pt x="116929" y="86766"/>
                    </a:lnTo>
                    <a:cubicBezTo>
                      <a:pt x="118733" y="86736"/>
                      <a:pt x="120212" y="85287"/>
                      <a:pt x="120212" y="83454"/>
                    </a:cubicBezTo>
                    <a:lnTo>
                      <a:pt x="120212" y="3283"/>
                    </a:lnTo>
                    <a:cubicBezTo>
                      <a:pt x="120212" y="1479"/>
                      <a:pt x="118733" y="0"/>
                      <a:pt x="11692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8"/>
              <p:cNvSpPr/>
              <p:nvPr/>
            </p:nvSpPr>
            <p:spPr>
              <a:xfrm>
                <a:off x="3633275" y="3031225"/>
                <a:ext cx="2905500" cy="1968800"/>
              </a:xfrm>
              <a:custGeom>
                <a:rect b="b" l="l" r="r" t="t"/>
                <a:pathLst>
                  <a:path extrusionOk="0" h="78752" w="116220">
                    <a:moveTo>
                      <a:pt x="1213" y="1"/>
                    </a:moveTo>
                    <a:cubicBezTo>
                      <a:pt x="622" y="1"/>
                      <a:pt x="1" y="858"/>
                      <a:pt x="1" y="1982"/>
                    </a:cubicBezTo>
                    <a:lnTo>
                      <a:pt x="1" y="78752"/>
                    </a:lnTo>
                    <a:lnTo>
                      <a:pt x="116220" y="78752"/>
                    </a:lnTo>
                    <a:lnTo>
                      <a:pt x="116220" y="1982"/>
                    </a:lnTo>
                    <a:cubicBezTo>
                      <a:pt x="116220" y="858"/>
                      <a:pt x="115569" y="1"/>
                      <a:pt x="115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8"/>
              <p:cNvSpPr/>
              <p:nvPr/>
            </p:nvSpPr>
            <p:spPr>
              <a:xfrm>
                <a:off x="3581525" y="2978725"/>
                <a:ext cx="3009000" cy="2073800"/>
              </a:xfrm>
              <a:custGeom>
                <a:rect b="b" l="l" r="r" t="t"/>
                <a:pathLst>
                  <a:path extrusionOk="0" h="82952" w="120360">
                    <a:moveTo>
                      <a:pt x="116190" y="4200"/>
                    </a:moveTo>
                    <a:lnTo>
                      <a:pt x="116190" y="78752"/>
                    </a:lnTo>
                    <a:lnTo>
                      <a:pt x="4170" y="78752"/>
                    </a:lnTo>
                    <a:lnTo>
                      <a:pt x="4170" y="4200"/>
                    </a:lnTo>
                    <a:close/>
                    <a:moveTo>
                      <a:pt x="3283" y="1"/>
                    </a:moveTo>
                    <a:cubicBezTo>
                      <a:pt x="1450" y="1"/>
                      <a:pt x="1" y="1834"/>
                      <a:pt x="1" y="4082"/>
                    </a:cubicBezTo>
                    <a:lnTo>
                      <a:pt x="1" y="82951"/>
                    </a:lnTo>
                    <a:lnTo>
                      <a:pt x="120360" y="82951"/>
                    </a:lnTo>
                    <a:lnTo>
                      <a:pt x="120360" y="4082"/>
                    </a:lnTo>
                    <a:cubicBezTo>
                      <a:pt x="120360" y="1834"/>
                      <a:pt x="118881" y="30"/>
                      <a:pt x="117077" y="30"/>
                    </a:cubicBezTo>
                    <a:lnTo>
                      <a:pt x="1170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8"/>
              <p:cNvSpPr/>
              <p:nvPr/>
            </p:nvSpPr>
            <p:spPr>
              <a:xfrm>
                <a:off x="3685025" y="3082250"/>
                <a:ext cx="2801275" cy="1871950"/>
              </a:xfrm>
              <a:custGeom>
                <a:rect b="b" l="l" r="r" t="t"/>
                <a:pathLst>
                  <a:path extrusionOk="0" h="74878" w="112051">
                    <a:moveTo>
                      <a:pt x="1" y="0"/>
                    </a:moveTo>
                    <a:lnTo>
                      <a:pt x="1" y="74877"/>
                    </a:lnTo>
                    <a:lnTo>
                      <a:pt x="112050" y="74877"/>
                    </a:lnTo>
                    <a:lnTo>
                      <a:pt x="112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8"/>
              <p:cNvSpPr/>
              <p:nvPr/>
            </p:nvSpPr>
            <p:spPr>
              <a:xfrm>
                <a:off x="3668025" y="3079275"/>
                <a:ext cx="2158075" cy="1877875"/>
              </a:xfrm>
              <a:custGeom>
                <a:rect b="b" l="l" r="r" t="t"/>
                <a:pathLst>
                  <a:path extrusionOk="0" h="75115" w="86323">
                    <a:moveTo>
                      <a:pt x="2987" y="1"/>
                    </a:moveTo>
                    <a:cubicBezTo>
                      <a:pt x="1331" y="1"/>
                      <a:pt x="1" y="1657"/>
                      <a:pt x="1" y="3697"/>
                    </a:cubicBezTo>
                    <a:lnTo>
                      <a:pt x="1" y="75115"/>
                    </a:lnTo>
                    <a:lnTo>
                      <a:pt x="86322" y="75115"/>
                    </a:lnTo>
                    <a:lnTo>
                      <a:pt x="412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8"/>
            <p:cNvGrpSpPr/>
            <p:nvPr/>
          </p:nvGrpSpPr>
          <p:grpSpPr>
            <a:xfrm flipH="1">
              <a:off x="495117" y="2962465"/>
              <a:ext cx="329857" cy="331694"/>
              <a:chOff x="7482936" y="3488783"/>
              <a:chExt cx="450871" cy="483379"/>
            </a:xfrm>
          </p:grpSpPr>
          <p:sp>
            <p:nvSpPr>
              <p:cNvPr id="592" name="Google Shape;592;p8"/>
              <p:cNvSpPr/>
              <p:nvPr/>
            </p:nvSpPr>
            <p:spPr>
              <a:xfrm>
                <a:off x="7482936" y="3620184"/>
                <a:ext cx="450871" cy="351978"/>
              </a:xfrm>
              <a:custGeom>
                <a:rect b="b" l="l" r="r" t="t"/>
                <a:pathLst>
                  <a:path extrusionOk="0" h="2826" w="3620">
                    <a:moveTo>
                      <a:pt x="2354" y="0"/>
                    </a:moveTo>
                    <a:cubicBezTo>
                      <a:pt x="2124" y="0"/>
                      <a:pt x="1897" y="66"/>
                      <a:pt x="1691" y="187"/>
                    </a:cubicBezTo>
                    <a:cubicBezTo>
                      <a:pt x="1691" y="187"/>
                      <a:pt x="1383" y="38"/>
                      <a:pt x="1031" y="38"/>
                    </a:cubicBezTo>
                    <a:cubicBezTo>
                      <a:pt x="719" y="38"/>
                      <a:pt x="371" y="155"/>
                      <a:pt x="172" y="596"/>
                    </a:cubicBezTo>
                    <a:cubicBezTo>
                      <a:pt x="1" y="966"/>
                      <a:pt x="14" y="1402"/>
                      <a:pt x="185" y="1771"/>
                    </a:cubicBezTo>
                    <a:cubicBezTo>
                      <a:pt x="344" y="2115"/>
                      <a:pt x="568" y="2419"/>
                      <a:pt x="833" y="2683"/>
                    </a:cubicBezTo>
                    <a:cubicBezTo>
                      <a:pt x="833" y="2683"/>
                      <a:pt x="1189" y="2825"/>
                      <a:pt x="1626" y="2825"/>
                    </a:cubicBezTo>
                    <a:cubicBezTo>
                      <a:pt x="1917" y="2825"/>
                      <a:pt x="2243" y="2762"/>
                      <a:pt x="2523" y="2551"/>
                    </a:cubicBezTo>
                    <a:cubicBezTo>
                      <a:pt x="3619" y="1719"/>
                      <a:pt x="3553" y="913"/>
                      <a:pt x="3131" y="372"/>
                    </a:cubicBezTo>
                    <a:cubicBezTo>
                      <a:pt x="2959" y="147"/>
                      <a:pt x="2708" y="2"/>
                      <a:pt x="2417" y="2"/>
                    </a:cubicBezTo>
                    <a:cubicBezTo>
                      <a:pt x="2396" y="1"/>
                      <a:pt x="2375" y="0"/>
                      <a:pt x="2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8"/>
              <p:cNvSpPr/>
              <p:nvPr/>
            </p:nvSpPr>
            <p:spPr>
              <a:xfrm>
                <a:off x="7505978" y="3620308"/>
                <a:ext cx="427829" cy="351854"/>
              </a:xfrm>
              <a:custGeom>
                <a:rect b="b" l="l" r="r" t="t"/>
                <a:pathLst>
                  <a:path extrusionOk="0" h="2825" w="3435">
                    <a:moveTo>
                      <a:pt x="2232" y="1"/>
                    </a:moveTo>
                    <a:cubicBezTo>
                      <a:pt x="2206" y="14"/>
                      <a:pt x="2166" y="40"/>
                      <a:pt x="2166" y="40"/>
                    </a:cubicBezTo>
                    <a:cubicBezTo>
                      <a:pt x="2166" y="40"/>
                      <a:pt x="2774" y="1044"/>
                      <a:pt x="1942" y="1757"/>
                    </a:cubicBezTo>
                    <a:cubicBezTo>
                      <a:pt x="1678" y="1979"/>
                      <a:pt x="1373" y="2055"/>
                      <a:pt x="1078" y="2055"/>
                    </a:cubicBezTo>
                    <a:cubicBezTo>
                      <a:pt x="634" y="2055"/>
                      <a:pt x="215" y="1882"/>
                      <a:pt x="0" y="1770"/>
                    </a:cubicBezTo>
                    <a:lnTo>
                      <a:pt x="0" y="1770"/>
                    </a:lnTo>
                    <a:cubicBezTo>
                      <a:pt x="159" y="2114"/>
                      <a:pt x="383" y="2418"/>
                      <a:pt x="648" y="2682"/>
                    </a:cubicBezTo>
                    <a:cubicBezTo>
                      <a:pt x="648" y="2682"/>
                      <a:pt x="1004" y="2824"/>
                      <a:pt x="1441" y="2824"/>
                    </a:cubicBezTo>
                    <a:cubicBezTo>
                      <a:pt x="1732" y="2824"/>
                      <a:pt x="2058" y="2761"/>
                      <a:pt x="2338" y="2550"/>
                    </a:cubicBezTo>
                    <a:cubicBezTo>
                      <a:pt x="3434" y="1718"/>
                      <a:pt x="3368" y="912"/>
                      <a:pt x="2946" y="371"/>
                    </a:cubicBezTo>
                    <a:cubicBezTo>
                      <a:pt x="2774" y="146"/>
                      <a:pt x="2523"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8"/>
              <p:cNvSpPr/>
              <p:nvPr/>
            </p:nvSpPr>
            <p:spPr>
              <a:xfrm>
                <a:off x="7570121" y="3488783"/>
                <a:ext cx="123429" cy="167893"/>
              </a:xfrm>
              <a:custGeom>
                <a:rect b="b" l="l" r="r" t="t"/>
                <a:pathLst>
                  <a:path extrusionOk="0" h="1348" w="991">
                    <a:moveTo>
                      <a:pt x="212" y="0"/>
                    </a:moveTo>
                    <a:lnTo>
                      <a:pt x="1" y="119"/>
                    </a:lnTo>
                    <a:cubicBezTo>
                      <a:pt x="344" y="489"/>
                      <a:pt x="634" y="885"/>
                      <a:pt x="859" y="1334"/>
                    </a:cubicBezTo>
                    <a:lnTo>
                      <a:pt x="991" y="1347"/>
                    </a:lnTo>
                    <a:cubicBezTo>
                      <a:pt x="951" y="793"/>
                      <a:pt x="212" y="0"/>
                      <a:pt x="2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95" name="Shape 595"/>
        <p:cNvGrpSpPr/>
        <p:nvPr/>
      </p:nvGrpSpPr>
      <p:grpSpPr>
        <a:xfrm>
          <a:off x="0" y="0"/>
          <a:ext cx="0" cy="0"/>
          <a:chOff x="0" y="0"/>
          <a:chExt cx="0" cy="0"/>
        </a:xfrm>
      </p:grpSpPr>
      <p:sp>
        <p:nvSpPr>
          <p:cNvPr id="596" name="Google Shape;596;p9"/>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9"/>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9"/>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599" name="Google Shape;599;p9"/>
          <p:cNvGrpSpPr/>
          <p:nvPr/>
        </p:nvGrpSpPr>
        <p:grpSpPr>
          <a:xfrm>
            <a:off x="2936544" y="-329546"/>
            <a:ext cx="2934233" cy="708308"/>
            <a:chOff x="2375925" y="3297600"/>
            <a:chExt cx="735950" cy="177650"/>
          </a:xfrm>
        </p:grpSpPr>
        <p:sp>
          <p:nvSpPr>
            <p:cNvPr id="600" name="Google Shape;600;p9"/>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9"/>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9"/>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9"/>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9"/>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9"/>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 name="Google Shape;606;p9"/>
          <p:cNvSpPr txBox="1"/>
          <p:nvPr>
            <p:ph type="title"/>
          </p:nvPr>
        </p:nvSpPr>
        <p:spPr>
          <a:xfrm>
            <a:off x="774200" y="1544475"/>
            <a:ext cx="37029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07" name="Google Shape;607;p9"/>
          <p:cNvSpPr txBox="1"/>
          <p:nvPr>
            <p:ph idx="1" type="subTitle"/>
          </p:nvPr>
        </p:nvSpPr>
        <p:spPr>
          <a:xfrm>
            <a:off x="774200" y="2083225"/>
            <a:ext cx="3702900" cy="121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608" name="Shape 608"/>
        <p:cNvGrpSpPr/>
        <p:nvPr/>
      </p:nvGrpSpPr>
      <p:grpSpPr>
        <a:xfrm>
          <a:off x="0" y="0"/>
          <a:ext cx="0" cy="0"/>
          <a:chOff x="0" y="0"/>
          <a:chExt cx="0" cy="0"/>
        </a:xfrm>
      </p:grpSpPr>
      <p:sp>
        <p:nvSpPr>
          <p:cNvPr id="609" name="Google Shape;609;p10"/>
          <p:cNvSpPr txBox="1"/>
          <p:nvPr>
            <p:ph type="title"/>
          </p:nvPr>
        </p:nvSpPr>
        <p:spPr>
          <a:xfrm>
            <a:off x="973550" y="2035438"/>
            <a:ext cx="3317100" cy="970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10" name="Google Shape;610;p10"/>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0"/>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12" name="Shape 612"/>
        <p:cNvGrpSpPr/>
        <p:nvPr/>
      </p:nvGrpSpPr>
      <p:grpSpPr>
        <a:xfrm>
          <a:off x="0" y="0"/>
          <a:ext cx="0" cy="0"/>
          <a:chOff x="0" y="0"/>
          <a:chExt cx="0" cy="0"/>
        </a:xfrm>
      </p:grpSpPr>
      <p:sp>
        <p:nvSpPr>
          <p:cNvPr id="613" name="Google Shape;613;p11"/>
          <p:cNvSpPr txBox="1"/>
          <p:nvPr>
            <p:ph hasCustomPrompt="1" type="title"/>
          </p:nvPr>
        </p:nvSpPr>
        <p:spPr>
          <a:xfrm>
            <a:off x="1961150" y="1373425"/>
            <a:ext cx="5221800" cy="151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2"/>
              </a:buClr>
              <a:buSzPts val="9600"/>
              <a:buNone/>
              <a:defRPr sz="96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14" name="Google Shape;614;p11"/>
          <p:cNvSpPr txBox="1"/>
          <p:nvPr>
            <p:ph idx="1" type="subTitle"/>
          </p:nvPr>
        </p:nvSpPr>
        <p:spPr>
          <a:xfrm>
            <a:off x="1961100" y="3305125"/>
            <a:ext cx="5221800" cy="44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600"/>
              <a:buNone/>
              <a:defRPr>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15" name="Google Shape;615;p11"/>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1"/>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1"/>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618" name="Google Shape;618;p11"/>
          <p:cNvGrpSpPr/>
          <p:nvPr/>
        </p:nvGrpSpPr>
        <p:grpSpPr>
          <a:xfrm>
            <a:off x="2936544" y="-329546"/>
            <a:ext cx="2934233" cy="708308"/>
            <a:chOff x="2375925" y="3297600"/>
            <a:chExt cx="735950" cy="177650"/>
          </a:xfrm>
        </p:grpSpPr>
        <p:sp>
          <p:nvSpPr>
            <p:cNvPr id="619" name="Google Shape;619;p11"/>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1"/>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1"/>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1"/>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1"/>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1"/>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11"/>
          <p:cNvGrpSpPr/>
          <p:nvPr/>
        </p:nvGrpSpPr>
        <p:grpSpPr>
          <a:xfrm flipH="1">
            <a:off x="-985285" y="1471357"/>
            <a:ext cx="1658342" cy="3137156"/>
            <a:chOff x="6265575" y="1978274"/>
            <a:chExt cx="1536925" cy="2057017"/>
          </a:xfrm>
        </p:grpSpPr>
        <p:sp>
          <p:nvSpPr>
            <p:cNvPr id="626" name="Google Shape;626;p11"/>
            <p:cNvSpPr/>
            <p:nvPr/>
          </p:nvSpPr>
          <p:spPr>
            <a:xfrm>
              <a:off x="7369046" y="1978274"/>
              <a:ext cx="433454" cy="2057017"/>
            </a:xfrm>
            <a:custGeom>
              <a:rect b="b" l="l" r="r" t="t"/>
              <a:pathLst>
                <a:path extrusionOk="0" h="76313" w="11538">
                  <a:moveTo>
                    <a:pt x="2029" y="1"/>
                  </a:moveTo>
                  <a:lnTo>
                    <a:pt x="0" y="2725"/>
                  </a:lnTo>
                  <a:lnTo>
                    <a:pt x="0" y="76312"/>
                  </a:lnTo>
                  <a:lnTo>
                    <a:pt x="11537" y="76312"/>
                  </a:lnTo>
                  <a:lnTo>
                    <a:pt x="2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 name="Google Shape;627;p11"/>
            <p:cNvGrpSpPr/>
            <p:nvPr/>
          </p:nvGrpSpPr>
          <p:grpSpPr>
            <a:xfrm>
              <a:off x="6265575" y="1978281"/>
              <a:ext cx="1179732" cy="2056993"/>
              <a:chOff x="-221497" y="1179358"/>
              <a:chExt cx="1179732" cy="2866889"/>
            </a:xfrm>
          </p:grpSpPr>
          <p:grpSp>
            <p:nvGrpSpPr>
              <p:cNvPr id="628" name="Google Shape;628;p11"/>
              <p:cNvGrpSpPr/>
              <p:nvPr/>
            </p:nvGrpSpPr>
            <p:grpSpPr>
              <a:xfrm>
                <a:off x="-221497" y="1179358"/>
                <a:ext cx="1179732" cy="2866889"/>
                <a:chOff x="-221497" y="1179358"/>
                <a:chExt cx="1179732" cy="2866889"/>
              </a:xfrm>
            </p:grpSpPr>
            <p:sp>
              <p:nvSpPr>
                <p:cNvPr id="629" name="Google Shape;629;p11"/>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1"/>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1"/>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1"/>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1"/>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1"/>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1"/>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1"/>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 name="Google Shape;637;p11"/>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 name="Google Shape;638;p11"/>
          <p:cNvGrpSpPr/>
          <p:nvPr/>
        </p:nvGrpSpPr>
        <p:grpSpPr>
          <a:xfrm flipH="1">
            <a:off x="-117908" y="1761968"/>
            <a:ext cx="701573" cy="635200"/>
            <a:chOff x="791550" y="2156375"/>
            <a:chExt cx="1145425" cy="1118900"/>
          </a:xfrm>
        </p:grpSpPr>
        <p:sp>
          <p:nvSpPr>
            <p:cNvPr id="639" name="Google Shape;639;p1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1"/>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1"/>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1"/>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1"/>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1"/>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1"/>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11"/>
          <p:cNvGrpSpPr/>
          <p:nvPr/>
        </p:nvGrpSpPr>
        <p:grpSpPr>
          <a:xfrm flipH="1">
            <a:off x="-117908" y="2676904"/>
            <a:ext cx="701573" cy="635200"/>
            <a:chOff x="791550" y="2156375"/>
            <a:chExt cx="1145425" cy="1118900"/>
          </a:xfrm>
        </p:grpSpPr>
        <p:sp>
          <p:nvSpPr>
            <p:cNvPr id="655" name="Google Shape;655;p1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1"/>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1"/>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1"/>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1"/>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1"/>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11"/>
          <p:cNvGrpSpPr/>
          <p:nvPr/>
        </p:nvGrpSpPr>
        <p:grpSpPr>
          <a:xfrm flipH="1">
            <a:off x="-117865" y="3596586"/>
            <a:ext cx="701505" cy="635200"/>
            <a:chOff x="8817561" y="3596620"/>
            <a:chExt cx="650143" cy="635200"/>
          </a:xfrm>
        </p:grpSpPr>
        <p:grpSp>
          <p:nvGrpSpPr>
            <p:cNvPr id="670" name="Google Shape;670;p11"/>
            <p:cNvGrpSpPr/>
            <p:nvPr/>
          </p:nvGrpSpPr>
          <p:grpSpPr>
            <a:xfrm>
              <a:off x="8817561" y="3596620"/>
              <a:ext cx="650143" cy="635200"/>
              <a:chOff x="791550" y="2156375"/>
              <a:chExt cx="1145425" cy="1118900"/>
            </a:xfrm>
          </p:grpSpPr>
          <p:sp>
            <p:nvSpPr>
              <p:cNvPr id="671" name="Google Shape;671;p1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1"/>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1"/>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1"/>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1"/>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 name="Google Shape;684;p11"/>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1"/>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11"/>
          <p:cNvGrpSpPr/>
          <p:nvPr/>
        </p:nvGrpSpPr>
        <p:grpSpPr>
          <a:xfrm>
            <a:off x="8711573" y="1286525"/>
            <a:ext cx="1312334" cy="3322151"/>
            <a:chOff x="-221497" y="1179358"/>
            <a:chExt cx="1179732" cy="2866889"/>
          </a:xfrm>
        </p:grpSpPr>
        <p:grpSp>
          <p:nvGrpSpPr>
            <p:cNvPr id="687" name="Google Shape;687;p11"/>
            <p:cNvGrpSpPr/>
            <p:nvPr/>
          </p:nvGrpSpPr>
          <p:grpSpPr>
            <a:xfrm>
              <a:off x="-221497" y="1179358"/>
              <a:ext cx="1179732" cy="2866889"/>
              <a:chOff x="-221497" y="1179358"/>
              <a:chExt cx="1179732" cy="2866889"/>
            </a:xfrm>
          </p:grpSpPr>
          <p:grpSp>
            <p:nvGrpSpPr>
              <p:cNvPr id="688" name="Google Shape;688;p11"/>
              <p:cNvGrpSpPr/>
              <p:nvPr/>
            </p:nvGrpSpPr>
            <p:grpSpPr>
              <a:xfrm>
                <a:off x="-221497" y="1179358"/>
                <a:ext cx="1179732" cy="2866889"/>
                <a:chOff x="-221497" y="1179358"/>
                <a:chExt cx="1179732" cy="2866889"/>
              </a:xfrm>
            </p:grpSpPr>
            <p:sp>
              <p:nvSpPr>
                <p:cNvPr id="689" name="Google Shape;689;p11"/>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1"/>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1"/>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1"/>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1"/>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1"/>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1"/>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1"/>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11"/>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 name="Google Shape;698;p11"/>
            <p:cNvGrpSpPr/>
            <p:nvPr/>
          </p:nvGrpSpPr>
          <p:grpSpPr>
            <a:xfrm>
              <a:off x="-93016" y="3230957"/>
              <a:ext cx="501676" cy="471172"/>
              <a:chOff x="-93016" y="3230957"/>
              <a:chExt cx="501676" cy="471172"/>
            </a:xfrm>
          </p:grpSpPr>
          <p:sp>
            <p:nvSpPr>
              <p:cNvPr id="699" name="Google Shape;699;p11"/>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1"/>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1"/>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1"/>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11"/>
            <p:cNvGrpSpPr/>
            <p:nvPr/>
          </p:nvGrpSpPr>
          <p:grpSpPr>
            <a:xfrm>
              <a:off x="-84300" y="2373940"/>
              <a:ext cx="506786" cy="503866"/>
              <a:chOff x="-84300" y="1516940"/>
              <a:chExt cx="506786" cy="503866"/>
            </a:xfrm>
          </p:grpSpPr>
          <p:sp>
            <p:nvSpPr>
              <p:cNvPr id="704" name="Google Shape;704;p11"/>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1"/>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1"/>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1"/>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11"/>
              <p:cNvGrpSpPr/>
              <p:nvPr/>
            </p:nvGrpSpPr>
            <p:grpSpPr>
              <a:xfrm>
                <a:off x="-84300" y="1516940"/>
                <a:ext cx="130702" cy="503866"/>
                <a:chOff x="-84300" y="1516940"/>
                <a:chExt cx="130702" cy="503866"/>
              </a:xfrm>
            </p:grpSpPr>
            <p:sp>
              <p:nvSpPr>
                <p:cNvPr id="709" name="Google Shape;709;p11"/>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1"/>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 name="Google Shape;711;p11"/>
            <p:cNvGrpSpPr/>
            <p:nvPr/>
          </p:nvGrpSpPr>
          <p:grpSpPr>
            <a:xfrm>
              <a:off x="-93016" y="1549632"/>
              <a:ext cx="501676" cy="471172"/>
              <a:chOff x="-93016" y="3230957"/>
              <a:chExt cx="501676" cy="471172"/>
            </a:xfrm>
          </p:grpSpPr>
          <p:sp>
            <p:nvSpPr>
              <p:cNvPr id="712" name="Google Shape;712;p11"/>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1"/>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1"/>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1"/>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 name="Google Shape;716;p11"/>
          <p:cNvGrpSpPr/>
          <p:nvPr/>
        </p:nvGrpSpPr>
        <p:grpSpPr>
          <a:xfrm>
            <a:off x="113172" y="800256"/>
            <a:ext cx="510392" cy="674487"/>
            <a:chOff x="-37116" y="2186994"/>
            <a:chExt cx="510392" cy="674487"/>
          </a:xfrm>
        </p:grpSpPr>
        <p:sp>
          <p:nvSpPr>
            <p:cNvPr id="717" name="Google Shape;717;p11"/>
            <p:cNvSpPr/>
            <p:nvPr/>
          </p:nvSpPr>
          <p:spPr>
            <a:xfrm>
              <a:off x="63791" y="2706778"/>
              <a:ext cx="256323" cy="143808"/>
            </a:xfrm>
            <a:custGeom>
              <a:rect b="b" l="l" r="r" t="t"/>
              <a:pathLst>
                <a:path extrusionOk="0" h="3828" w="6823">
                  <a:moveTo>
                    <a:pt x="2706" y="1"/>
                  </a:moveTo>
                  <a:lnTo>
                    <a:pt x="2706" y="2900"/>
                  </a:lnTo>
                  <a:lnTo>
                    <a:pt x="136" y="3692"/>
                  </a:lnTo>
                  <a:lnTo>
                    <a:pt x="1" y="3827"/>
                  </a:lnTo>
                  <a:lnTo>
                    <a:pt x="6822" y="3827"/>
                  </a:lnTo>
                  <a:lnTo>
                    <a:pt x="6687" y="3692"/>
                  </a:lnTo>
                  <a:lnTo>
                    <a:pt x="4098" y="2900"/>
                  </a:lnTo>
                  <a:lnTo>
                    <a:pt x="409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1"/>
            <p:cNvSpPr/>
            <p:nvPr/>
          </p:nvSpPr>
          <p:spPr>
            <a:xfrm>
              <a:off x="52896" y="2850548"/>
              <a:ext cx="278112" cy="10932"/>
            </a:xfrm>
            <a:custGeom>
              <a:rect b="b" l="l" r="r" t="t"/>
              <a:pathLst>
                <a:path extrusionOk="0" h="291" w="7403">
                  <a:moveTo>
                    <a:pt x="291" y="0"/>
                  </a:moveTo>
                  <a:lnTo>
                    <a:pt x="1" y="290"/>
                  </a:lnTo>
                  <a:lnTo>
                    <a:pt x="7402" y="290"/>
                  </a:lnTo>
                  <a:lnTo>
                    <a:pt x="71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1"/>
            <p:cNvSpPr/>
            <p:nvPr/>
          </p:nvSpPr>
          <p:spPr>
            <a:xfrm>
              <a:off x="80508" y="2186994"/>
              <a:ext cx="392768" cy="506786"/>
            </a:xfrm>
            <a:custGeom>
              <a:rect b="b" l="l" r="r" t="t"/>
              <a:pathLst>
                <a:path extrusionOk="0" h="13490" w="10455">
                  <a:moveTo>
                    <a:pt x="5836" y="368"/>
                  </a:moveTo>
                  <a:cubicBezTo>
                    <a:pt x="8677" y="1721"/>
                    <a:pt x="10204" y="4890"/>
                    <a:pt x="9508" y="7962"/>
                  </a:cubicBezTo>
                  <a:cubicBezTo>
                    <a:pt x="8812" y="11035"/>
                    <a:pt x="6068" y="13219"/>
                    <a:pt x="2918" y="13219"/>
                  </a:cubicBezTo>
                  <a:cubicBezTo>
                    <a:pt x="2049" y="13219"/>
                    <a:pt x="1179" y="13064"/>
                    <a:pt x="367" y="12716"/>
                  </a:cubicBezTo>
                  <a:lnTo>
                    <a:pt x="5836" y="368"/>
                  </a:lnTo>
                  <a:close/>
                  <a:moveTo>
                    <a:pt x="5701" y="1"/>
                  </a:moveTo>
                  <a:lnTo>
                    <a:pt x="0" y="12851"/>
                  </a:lnTo>
                  <a:lnTo>
                    <a:pt x="136" y="12909"/>
                  </a:lnTo>
                  <a:cubicBezTo>
                    <a:pt x="1005" y="13296"/>
                    <a:pt x="1952" y="13489"/>
                    <a:pt x="2918" y="13489"/>
                  </a:cubicBezTo>
                  <a:lnTo>
                    <a:pt x="2938" y="13489"/>
                  </a:lnTo>
                  <a:cubicBezTo>
                    <a:pt x="6223" y="13470"/>
                    <a:pt x="9063" y="11151"/>
                    <a:pt x="9759" y="7943"/>
                  </a:cubicBezTo>
                  <a:cubicBezTo>
                    <a:pt x="10455" y="4716"/>
                    <a:pt x="8812" y="1450"/>
                    <a:pt x="5836" y="59"/>
                  </a:cubicBezTo>
                  <a:lnTo>
                    <a:pt x="57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 name="Google Shape;720;p11"/>
            <p:cNvGrpSpPr/>
            <p:nvPr/>
          </p:nvGrpSpPr>
          <p:grpSpPr>
            <a:xfrm>
              <a:off x="-37116" y="2201532"/>
              <a:ext cx="466851" cy="455919"/>
              <a:chOff x="-37116" y="2201532"/>
              <a:chExt cx="466851" cy="455919"/>
            </a:xfrm>
          </p:grpSpPr>
          <p:sp>
            <p:nvSpPr>
              <p:cNvPr id="721" name="Google Shape;721;p11"/>
              <p:cNvSpPr/>
              <p:nvPr/>
            </p:nvSpPr>
            <p:spPr>
              <a:xfrm>
                <a:off x="-37116" y="2201532"/>
                <a:ext cx="454492" cy="455919"/>
              </a:xfrm>
              <a:custGeom>
                <a:rect b="b" l="l" r="r" t="t"/>
                <a:pathLst>
                  <a:path extrusionOk="0" h="12136" w="12098">
                    <a:moveTo>
                      <a:pt x="6049" y="0"/>
                    </a:moveTo>
                    <a:cubicBezTo>
                      <a:pt x="2706" y="0"/>
                      <a:pt x="1" y="2725"/>
                      <a:pt x="1" y="6068"/>
                    </a:cubicBezTo>
                    <a:cubicBezTo>
                      <a:pt x="1" y="9430"/>
                      <a:pt x="2706" y="12136"/>
                      <a:pt x="6049" y="12136"/>
                    </a:cubicBezTo>
                    <a:cubicBezTo>
                      <a:pt x="9392" y="12136"/>
                      <a:pt x="12098" y="9430"/>
                      <a:pt x="12098" y="6068"/>
                    </a:cubicBezTo>
                    <a:cubicBezTo>
                      <a:pt x="12098" y="2725"/>
                      <a:pt x="9392" y="0"/>
                      <a:pt x="6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1"/>
              <p:cNvSpPr/>
              <p:nvPr/>
            </p:nvSpPr>
            <p:spPr>
              <a:xfrm>
                <a:off x="51468" y="2201532"/>
                <a:ext cx="217103" cy="392054"/>
              </a:xfrm>
              <a:custGeom>
                <a:rect b="b" l="l" r="r" t="t"/>
                <a:pathLst>
                  <a:path extrusionOk="0" h="10436" w="5779">
                    <a:moveTo>
                      <a:pt x="3227" y="0"/>
                    </a:moveTo>
                    <a:cubicBezTo>
                      <a:pt x="2319" y="78"/>
                      <a:pt x="1430" y="348"/>
                      <a:pt x="657" y="812"/>
                    </a:cubicBezTo>
                    <a:lnTo>
                      <a:pt x="309" y="1411"/>
                    </a:lnTo>
                    <a:lnTo>
                      <a:pt x="0" y="1894"/>
                    </a:lnTo>
                    <a:lnTo>
                      <a:pt x="136" y="1894"/>
                    </a:lnTo>
                    <a:lnTo>
                      <a:pt x="329" y="1701"/>
                    </a:lnTo>
                    <a:lnTo>
                      <a:pt x="657" y="1218"/>
                    </a:lnTo>
                    <a:lnTo>
                      <a:pt x="329" y="1913"/>
                    </a:lnTo>
                    <a:lnTo>
                      <a:pt x="78" y="2203"/>
                    </a:lnTo>
                    <a:lnTo>
                      <a:pt x="329" y="2590"/>
                    </a:lnTo>
                    <a:lnTo>
                      <a:pt x="967" y="3247"/>
                    </a:lnTo>
                    <a:lnTo>
                      <a:pt x="1121" y="3730"/>
                    </a:lnTo>
                    <a:lnTo>
                      <a:pt x="1682" y="4174"/>
                    </a:lnTo>
                    <a:lnTo>
                      <a:pt x="1488" y="4503"/>
                    </a:lnTo>
                    <a:lnTo>
                      <a:pt x="947" y="4793"/>
                    </a:lnTo>
                    <a:lnTo>
                      <a:pt x="599" y="5430"/>
                    </a:lnTo>
                    <a:cubicBezTo>
                      <a:pt x="599" y="5430"/>
                      <a:pt x="1334" y="6706"/>
                      <a:pt x="1334" y="6764"/>
                    </a:cubicBezTo>
                    <a:cubicBezTo>
                      <a:pt x="1334" y="6822"/>
                      <a:pt x="1198" y="7517"/>
                      <a:pt x="1198" y="7517"/>
                    </a:cubicBezTo>
                    <a:lnTo>
                      <a:pt x="677" y="8715"/>
                    </a:lnTo>
                    <a:lnTo>
                      <a:pt x="503" y="9798"/>
                    </a:lnTo>
                    <a:lnTo>
                      <a:pt x="754" y="10435"/>
                    </a:lnTo>
                    <a:lnTo>
                      <a:pt x="967" y="10319"/>
                    </a:lnTo>
                    <a:lnTo>
                      <a:pt x="1082" y="9836"/>
                    </a:lnTo>
                    <a:lnTo>
                      <a:pt x="1546" y="9334"/>
                    </a:lnTo>
                    <a:lnTo>
                      <a:pt x="2957" y="8986"/>
                    </a:lnTo>
                    <a:lnTo>
                      <a:pt x="3440" y="8406"/>
                    </a:lnTo>
                    <a:lnTo>
                      <a:pt x="3942" y="8406"/>
                    </a:lnTo>
                    <a:lnTo>
                      <a:pt x="4812" y="7981"/>
                    </a:lnTo>
                    <a:lnTo>
                      <a:pt x="4928" y="7653"/>
                    </a:lnTo>
                    <a:lnTo>
                      <a:pt x="5546" y="7343"/>
                    </a:lnTo>
                    <a:lnTo>
                      <a:pt x="5778" y="7092"/>
                    </a:lnTo>
                    <a:lnTo>
                      <a:pt x="4754" y="6493"/>
                    </a:lnTo>
                    <a:lnTo>
                      <a:pt x="4677" y="6165"/>
                    </a:lnTo>
                    <a:lnTo>
                      <a:pt x="4194" y="6068"/>
                    </a:lnTo>
                    <a:lnTo>
                      <a:pt x="4213" y="5469"/>
                    </a:lnTo>
                    <a:lnTo>
                      <a:pt x="3691" y="5160"/>
                    </a:lnTo>
                    <a:lnTo>
                      <a:pt x="3112" y="4290"/>
                    </a:lnTo>
                    <a:lnTo>
                      <a:pt x="2397" y="3865"/>
                    </a:lnTo>
                    <a:lnTo>
                      <a:pt x="1662" y="4000"/>
                    </a:lnTo>
                    <a:lnTo>
                      <a:pt x="1334" y="3749"/>
                    </a:lnTo>
                    <a:lnTo>
                      <a:pt x="1276" y="3401"/>
                    </a:lnTo>
                    <a:lnTo>
                      <a:pt x="1411" y="3227"/>
                    </a:lnTo>
                    <a:lnTo>
                      <a:pt x="1430" y="3015"/>
                    </a:lnTo>
                    <a:lnTo>
                      <a:pt x="1160" y="2744"/>
                    </a:lnTo>
                    <a:lnTo>
                      <a:pt x="1643" y="2493"/>
                    </a:lnTo>
                    <a:lnTo>
                      <a:pt x="1334" y="2435"/>
                    </a:lnTo>
                    <a:lnTo>
                      <a:pt x="947" y="2590"/>
                    </a:lnTo>
                    <a:lnTo>
                      <a:pt x="735" y="2435"/>
                    </a:lnTo>
                    <a:lnTo>
                      <a:pt x="1082" y="1894"/>
                    </a:lnTo>
                    <a:lnTo>
                      <a:pt x="1469" y="1681"/>
                    </a:lnTo>
                    <a:lnTo>
                      <a:pt x="1952" y="1720"/>
                    </a:lnTo>
                    <a:lnTo>
                      <a:pt x="2281" y="1836"/>
                    </a:lnTo>
                    <a:lnTo>
                      <a:pt x="2242" y="2165"/>
                    </a:lnTo>
                    <a:lnTo>
                      <a:pt x="2126" y="2512"/>
                    </a:lnTo>
                    <a:lnTo>
                      <a:pt x="2455" y="2512"/>
                    </a:lnTo>
                    <a:lnTo>
                      <a:pt x="2706" y="1894"/>
                    </a:lnTo>
                    <a:lnTo>
                      <a:pt x="3363" y="1701"/>
                    </a:lnTo>
                    <a:lnTo>
                      <a:pt x="3730" y="1392"/>
                    </a:lnTo>
                    <a:lnTo>
                      <a:pt x="4116" y="1469"/>
                    </a:lnTo>
                    <a:lnTo>
                      <a:pt x="4522" y="1218"/>
                    </a:lnTo>
                    <a:lnTo>
                      <a:pt x="4522" y="966"/>
                    </a:lnTo>
                    <a:lnTo>
                      <a:pt x="3595" y="966"/>
                    </a:lnTo>
                    <a:lnTo>
                      <a:pt x="2976" y="580"/>
                    </a:lnTo>
                    <a:lnTo>
                      <a:pt x="32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1"/>
              <p:cNvSpPr/>
              <p:nvPr/>
            </p:nvSpPr>
            <p:spPr>
              <a:xfrm>
                <a:off x="126228" y="2304618"/>
                <a:ext cx="50866" cy="30505"/>
              </a:xfrm>
              <a:custGeom>
                <a:rect b="b" l="l" r="r" t="t"/>
                <a:pathLst>
                  <a:path extrusionOk="0" h="812" w="1354">
                    <a:moveTo>
                      <a:pt x="1" y="0"/>
                    </a:moveTo>
                    <a:lnTo>
                      <a:pt x="387" y="348"/>
                    </a:lnTo>
                    <a:lnTo>
                      <a:pt x="774" y="561"/>
                    </a:lnTo>
                    <a:lnTo>
                      <a:pt x="1141" y="812"/>
                    </a:lnTo>
                    <a:lnTo>
                      <a:pt x="1353" y="812"/>
                    </a:lnTo>
                    <a:lnTo>
                      <a:pt x="890" y="483"/>
                    </a:lnTo>
                    <a:lnTo>
                      <a:pt x="3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1"/>
              <p:cNvSpPr/>
              <p:nvPr/>
            </p:nvSpPr>
            <p:spPr>
              <a:xfrm>
                <a:off x="184307" y="2202058"/>
                <a:ext cx="78441" cy="54661"/>
              </a:xfrm>
              <a:custGeom>
                <a:rect b="b" l="l" r="r" t="t"/>
                <a:pathLst>
                  <a:path extrusionOk="0" h="1455" w="2088">
                    <a:moveTo>
                      <a:pt x="344" y="1"/>
                    </a:moveTo>
                    <a:cubicBezTo>
                      <a:pt x="281" y="1"/>
                      <a:pt x="218" y="2"/>
                      <a:pt x="155" y="6"/>
                    </a:cubicBezTo>
                    <a:lnTo>
                      <a:pt x="1" y="6"/>
                    </a:lnTo>
                    <a:lnTo>
                      <a:pt x="1" y="295"/>
                    </a:lnTo>
                    <a:lnTo>
                      <a:pt x="194" y="527"/>
                    </a:lnTo>
                    <a:lnTo>
                      <a:pt x="271" y="798"/>
                    </a:lnTo>
                    <a:lnTo>
                      <a:pt x="1141" y="894"/>
                    </a:lnTo>
                    <a:lnTo>
                      <a:pt x="1701" y="1068"/>
                    </a:lnTo>
                    <a:lnTo>
                      <a:pt x="1972" y="1455"/>
                    </a:lnTo>
                    <a:lnTo>
                      <a:pt x="2088" y="1358"/>
                    </a:lnTo>
                    <a:lnTo>
                      <a:pt x="2088" y="817"/>
                    </a:lnTo>
                    <a:lnTo>
                      <a:pt x="1779" y="585"/>
                    </a:lnTo>
                    <a:lnTo>
                      <a:pt x="1643" y="353"/>
                    </a:lnTo>
                    <a:lnTo>
                      <a:pt x="1411" y="334"/>
                    </a:lnTo>
                    <a:lnTo>
                      <a:pt x="1044" y="585"/>
                    </a:lnTo>
                    <a:lnTo>
                      <a:pt x="716" y="585"/>
                    </a:lnTo>
                    <a:lnTo>
                      <a:pt x="812" y="411"/>
                    </a:lnTo>
                    <a:lnTo>
                      <a:pt x="638" y="160"/>
                    </a:lnTo>
                    <a:lnTo>
                      <a:pt x="638" y="160"/>
                    </a:lnTo>
                    <a:lnTo>
                      <a:pt x="1121" y="179"/>
                    </a:lnTo>
                    <a:lnTo>
                      <a:pt x="1257" y="102"/>
                    </a:lnTo>
                    <a:cubicBezTo>
                      <a:pt x="953" y="38"/>
                      <a:pt x="648" y="1"/>
                      <a:pt x="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1"/>
              <p:cNvSpPr/>
              <p:nvPr/>
            </p:nvSpPr>
            <p:spPr>
              <a:xfrm>
                <a:off x="373798" y="2316940"/>
                <a:ext cx="24719" cy="42865"/>
              </a:xfrm>
              <a:custGeom>
                <a:rect b="b" l="l" r="r" t="t"/>
                <a:pathLst>
                  <a:path extrusionOk="0" h="1141" w="658">
                    <a:moveTo>
                      <a:pt x="348" y="1"/>
                    </a:moveTo>
                    <a:lnTo>
                      <a:pt x="213" y="78"/>
                    </a:lnTo>
                    <a:lnTo>
                      <a:pt x="136" y="349"/>
                    </a:lnTo>
                    <a:lnTo>
                      <a:pt x="0" y="484"/>
                    </a:lnTo>
                    <a:lnTo>
                      <a:pt x="310" y="1141"/>
                    </a:lnTo>
                    <a:lnTo>
                      <a:pt x="425" y="1141"/>
                    </a:lnTo>
                    <a:lnTo>
                      <a:pt x="425" y="870"/>
                    </a:lnTo>
                    <a:lnTo>
                      <a:pt x="657" y="600"/>
                    </a:lnTo>
                    <a:cubicBezTo>
                      <a:pt x="580" y="387"/>
                      <a:pt x="464" y="194"/>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1"/>
              <p:cNvSpPr/>
              <p:nvPr/>
            </p:nvSpPr>
            <p:spPr>
              <a:xfrm>
                <a:off x="347651" y="2364124"/>
                <a:ext cx="82085" cy="222926"/>
              </a:xfrm>
              <a:custGeom>
                <a:rect b="b" l="l" r="r" t="t"/>
                <a:pathLst>
                  <a:path extrusionOk="0" h="5934" w="2185">
                    <a:moveTo>
                      <a:pt x="1121" y="1"/>
                    </a:moveTo>
                    <a:lnTo>
                      <a:pt x="696" y="329"/>
                    </a:lnTo>
                    <a:lnTo>
                      <a:pt x="329" y="600"/>
                    </a:lnTo>
                    <a:lnTo>
                      <a:pt x="329" y="735"/>
                    </a:lnTo>
                    <a:lnTo>
                      <a:pt x="1" y="1083"/>
                    </a:lnTo>
                    <a:lnTo>
                      <a:pt x="136" y="2049"/>
                    </a:lnTo>
                    <a:lnTo>
                      <a:pt x="271" y="2803"/>
                    </a:lnTo>
                    <a:lnTo>
                      <a:pt x="696" y="3015"/>
                    </a:lnTo>
                    <a:lnTo>
                      <a:pt x="1218" y="3151"/>
                    </a:lnTo>
                    <a:lnTo>
                      <a:pt x="1315" y="3557"/>
                    </a:lnTo>
                    <a:lnTo>
                      <a:pt x="1102" y="4658"/>
                    </a:lnTo>
                    <a:lnTo>
                      <a:pt x="310" y="5431"/>
                    </a:lnTo>
                    <a:lnTo>
                      <a:pt x="175" y="5933"/>
                    </a:lnTo>
                    <a:cubicBezTo>
                      <a:pt x="1643" y="4387"/>
                      <a:pt x="2184" y="2204"/>
                      <a:pt x="1643" y="155"/>
                    </a:cubicBezTo>
                    <a:lnTo>
                      <a:pt x="13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 name="Google Shape;727;p11"/>
          <p:cNvGrpSpPr/>
          <p:nvPr/>
        </p:nvGrpSpPr>
        <p:grpSpPr>
          <a:xfrm>
            <a:off x="971388" y="4585270"/>
            <a:ext cx="877200" cy="179069"/>
            <a:chOff x="971388" y="4585270"/>
            <a:chExt cx="877200" cy="179069"/>
          </a:xfrm>
        </p:grpSpPr>
        <p:sp>
          <p:nvSpPr>
            <p:cNvPr id="728" name="Google Shape;728;p11"/>
            <p:cNvSpPr/>
            <p:nvPr/>
          </p:nvSpPr>
          <p:spPr>
            <a:xfrm>
              <a:off x="971388" y="4689938"/>
              <a:ext cx="877200" cy="7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1"/>
            <p:cNvSpPr/>
            <p:nvPr/>
          </p:nvSpPr>
          <p:spPr>
            <a:xfrm>
              <a:off x="1028202" y="4593220"/>
              <a:ext cx="787102" cy="139749"/>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1"/>
            <p:cNvSpPr/>
            <p:nvPr/>
          </p:nvSpPr>
          <p:spPr>
            <a:xfrm>
              <a:off x="1028202" y="4585270"/>
              <a:ext cx="423026" cy="147699"/>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1"/>
            <p:cNvSpPr/>
            <p:nvPr/>
          </p:nvSpPr>
          <p:spPr>
            <a:xfrm>
              <a:off x="1486080" y="4608191"/>
              <a:ext cx="329232" cy="111820"/>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1"/>
            <p:cNvSpPr/>
            <p:nvPr/>
          </p:nvSpPr>
          <p:spPr>
            <a:xfrm>
              <a:off x="1526964" y="4627138"/>
              <a:ext cx="288349" cy="13061"/>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1"/>
            <p:cNvSpPr/>
            <p:nvPr/>
          </p:nvSpPr>
          <p:spPr>
            <a:xfrm>
              <a:off x="1618746" y="4674065"/>
              <a:ext cx="197550" cy="12029"/>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34" name="Shape 73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35" name="Shape 735"/>
        <p:cNvGrpSpPr/>
        <p:nvPr/>
      </p:nvGrpSpPr>
      <p:grpSpPr>
        <a:xfrm>
          <a:off x="0" y="0"/>
          <a:ext cx="0" cy="0"/>
          <a:chOff x="0" y="0"/>
          <a:chExt cx="0" cy="0"/>
        </a:xfrm>
      </p:grpSpPr>
      <p:sp>
        <p:nvSpPr>
          <p:cNvPr id="736" name="Google Shape;736;p13"/>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3"/>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3"/>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739" name="Google Shape;739;p13"/>
          <p:cNvSpPr txBox="1"/>
          <p:nvPr>
            <p:ph hasCustomPrompt="1" type="title"/>
          </p:nvPr>
        </p:nvSpPr>
        <p:spPr>
          <a:xfrm>
            <a:off x="834925" y="1270425"/>
            <a:ext cx="9351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0" name="Google Shape;740;p13"/>
          <p:cNvSpPr txBox="1"/>
          <p:nvPr>
            <p:ph idx="1" type="subTitle"/>
          </p:nvPr>
        </p:nvSpPr>
        <p:spPr>
          <a:xfrm>
            <a:off x="834925" y="2126050"/>
            <a:ext cx="21930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1" name="Google Shape;741;p13"/>
          <p:cNvSpPr txBox="1"/>
          <p:nvPr>
            <p:ph hasCustomPrompt="1" idx="2" type="title"/>
          </p:nvPr>
        </p:nvSpPr>
        <p:spPr>
          <a:xfrm>
            <a:off x="3518725" y="1270425"/>
            <a:ext cx="9351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2" name="Google Shape;742;p13"/>
          <p:cNvSpPr txBox="1"/>
          <p:nvPr>
            <p:ph idx="3" type="subTitle"/>
          </p:nvPr>
        </p:nvSpPr>
        <p:spPr>
          <a:xfrm>
            <a:off x="3518725" y="2126050"/>
            <a:ext cx="21930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3" name="Google Shape;743;p13"/>
          <p:cNvSpPr txBox="1"/>
          <p:nvPr>
            <p:ph hasCustomPrompt="1" idx="4" type="title"/>
          </p:nvPr>
        </p:nvSpPr>
        <p:spPr>
          <a:xfrm>
            <a:off x="6202525" y="1270425"/>
            <a:ext cx="9351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4" name="Google Shape;744;p13"/>
          <p:cNvSpPr txBox="1"/>
          <p:nvPr>
            <p:ph idx="5" type="subTitle"/>
          </p:nvPr>
        </p:nvSpPr>
        <p:spPr>
          <a:xfrm>
            <a:off x="6202525" y="2126050"/>
            <a:ext cx="21930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5" name="Google Shape;745;p13"/>
          <p:cNvSpPr txBox="1"/>
          <p:nvPr>
            <p:ph hasCustomPrompt="1" idx="6" type="title"/>
          </p:nvPr>
        </p:nvSpPr>
        <p:spPr>
          <a:xfrm>
            <a:off x="834925" y="2799875"/>
            <a:ext cx="9351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6" name="Google Shape;746;p13"/>
          <p:cNvSpPr txBox="1"/>
          <p:nvPr>
            <p:ph idx="7" type="subTitle"/>
          </p:nvPr>
        </p:nvSpPr>
        <p:spPr>
          <a:xfrm>
            <a:off x="834925" y="3655500"/>
            <a:ext cx="21930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7" name="Google Shape;747;p13"/>
          <p:cNvSpPr txBox="1"/>
          <p:nvPr>
            <p:ph hasCustomPrompt="1" idx="8" type="title"/>
          </p:nvPr>
        </p:nvSpPr>
        <p:spPr>
          <a:xfrm>
            <a:off x="3518725" y="2799875"/>
            <a:ext cx="9351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8" name="Google Shape;748;p13"/>
          <p:cNvSpPr txBox="1"/>
          <p:nvPr>
            <p:ph idx="9" type="subTitle"/>
          </p:nvPr>
        </p:nvSpPr>
        <p:spPr>
          <a:xfrm>
            <a:off x="3518725" y="3655500"/>
            <a:ext cx="21930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9" name="Google Shape;749;p13"/>
          <p:cNvSpPr txBox="1"/>
          <p:nvPr>
            <p:ph hasCustomPrompt="1" idx="13" type="title"/>
          </p:nvPr>
        </p:nvSpPr>
        <p:spPr>
          <a:xfrm>
            <a:off x="6202525" y="2799875"/>
            <a:ext cx="9351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50" name="Google Shape;750;p13"/>
          <p:cNvSpPr txBox="1"/>
          <p:nvPr>
            <p:ph idx="14" type="subTitle"/>
          </p:nvPr>
        </p:nvSpPr>
        <p:spPr>
          <a:xfrm>
            <a:off x="6202525" y="3655500"/>
            <a:ext cx="21930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51" name="Google Shape;751;p13"/>
          <p:cNvSpPr txBox="1"/>
          <p:nvPr>
            <p:ph idx="15" type="subTitle"/>
          </p:nvPr>
        </p:nvSpPr>
        <p:spPr>
          <a:xfrm>
            <a:off x="834925" y="1791625"/>
            <a:ext cx="1678200" cy="2436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752" name="Google Shape;752;p13"/>
          <p:cNvSpPr txBox="1"/>
          <p:nvPr>
            <p:ph idx="16" type="subTitle"/>
          </p:nvPr>
        </p:nvSpPr>
        <p:spPr>
          <a:xfrm>
            <a:off x="3518725" y="1791625"/>
            <a:ext cx="1678200" cy="2436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753" name="Google Shape;753;p13"/>
          <p:cNvSpPr txBox="1"/>
          <p:nvPr>
            <p:ph idx="17" type="subTitle"/>
          </p:nvPr>
        </p:nvSpPr>
        <p:spPr>
          <a:xfrm>
            <a:off x="6202525" y="1791625"/>
            <a:ext cx="1678200" cy="2436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754" name="Google Shape;754;p13"/>
          <p:cNvSpPr txBox="1"/>
          <p:nvPr>
            <p:ph idx="18" type="subTitle"/>
          </p:nvPr>
        </p:nvSpPr>
        <p:spPr>
          <a:xfrm>
            <a:off x="834925" y="3328950"/>
            <a:ext cx="1678200" cy="2436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755" name="Google Shape;755;p13"/>
          <p:cNvSpPr txBox="1"/>
          <p:nvPr>
            <p:ph idx="19" type="subTitle"/>
          </p:nvPr>
        </p:nvSpPr>
        <p:spPr>
          <a:xfrm>
            <a:off x="3518725" y="3328950"/>
            <a:ext cx="1678200" cy="2436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756" name="Google Shape;756;p13"/>
          <p:cNvSpPr txBox="1"/>
          <p:nvPr>
            <p:ph idx="20" type="subTitle"/>
          </p:nvPr>
        </p:nvSpPr>
        <p:spPr>
          <a:xfrm>
            <a:off x="6202525" y="3328950"/>
            <a:ext cx="1678200" cy="2436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grpSp>
        <p:nvGrpSpPr>
          <p:cNvPr id="757" name="Google Shape;757;p13"/>
          <p:cNvGrpSpPr/>
          <p:nvPr/>
        </p:nvGrpSpPr>
        <p:grpSpPr>
          <a:xfrm>
            <a:off x="2936544" y="-329546"/>
            <a:ext cx="2934233" cy="708308"/>
            <a:chOff x="2375925" y="3297600"/>
            <a:chExt cx="735950" cy="177650"/>
          </a:xfrm>
        </p:grpSpPr>
        <p:sp>
          <p:nvSpPr>
            <p:cNvPr id="758" name="Google Shape;758;p13"/>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3"/>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3"/>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3"/>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3"/>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3"/>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13"/>
          <p:cNvGrpSpPr/>
          <p:nvPr/>
        </p:nvGrpSpPr>
        <p:grpSpPr>
          <a:xfrm>
            <a:off x="-178494" y="4045477"/>
            <a:ext cx="776332" cy="864342"/>
            <a:chOff x="-102294" y="3740677"/>
            <a:chExt cx="776332" cy="864342"/>
          </a:xfrm>
        </p:grpSpPr>
        <p:sp>
          <p:nvSpPr>
            <p:cNvPr id="765" name="Google Shape;765;p13"/>
            <p:cNvSpPr/>
            <p:nvPr/>
          </p:nvSpPr>
          <p:spPr>
            <a:xfrm>
              <a:off x="112455" y="4509756"/>
              <a:ext cx="561583" cy="95263"/>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3"/>
            <p:cNvSpPr/>
            <p:nvPr/>
          </p:nvSpPr>
          <p:spPr>
            <a:xfrm>
              <a:off x="151090" y="3740677"/>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3"/>
            <p:cNvSpPr/>
            <p:nvPr/>
          </p:nvSpPr>
          <p:spPr>
            <a:xfrm>
              <a:off x="168153" y="3773036"/>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3"/>
            <p:cNvSpPr/>
            <p:nvPr/>
          </p:nvSpPr>
          <p:spPr>
            <a:xfrm>
              <a:off x="208602" y="3864673"/>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3"/>
            <p:cNvSpPr/>
            <p:nvPr/>
          </p:nvSpPr>
          <p:spPr>
            <a:xfrm>
              <a:off x="241844" y="3750580"/>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3"/>
            <p:cNvSpPr/>
            <p:nvPr/>
          </p:nvSpPr>
          <p:spPr>
            <a:xfrm>
              <a:off x="158250" y="3892522"/>
              <a:ext cx="26129" cy="18922"/>
            </a:xfrm>
            <a:custGeom>
              <a:rect b="b" l="l" r="r" t="t"/>
              <a:pathLst>
                <a:path extrusionOk="0" h="407" w="562">
                  <a:moveTo>
                    <a:pt x="156" y="1"/>
                  </a:moveTo>
                  <a:lnTo>
                    <a:pt x="271" y="252"/>
                  </a:lnTo>
                  <a:lnTo>
                    <a:pt x="1" y="406"/>
                  </a:lnTo>
                  <a:lnTo>
                    <a:pt x="1" y="406"/>
                  </a:lnTo>
                  <a:lnTo>
                    <a:pt x="561" y="368"/>
                  </a:lnTo>
                  <a:lnTo>
                    <a:pt x="484" y="213"/>
                  </a:lnTo>
                  <a:lnTo>
                    <a:pt x="156"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3"/>
            <p:cNvSpPr/>
            <p:nvPr/>
          </p:nvSpPr>
          <p:spPr>
            <a:xfrm>
              <a:off x="232824" y="3914978"/>
              <a:ext cx="106979" cy="43192"/>
            </a:xfrm>
            <a:custGeom>
              <a:rect b="b" l="l" r="r" t="t"/>
              <a:pathLst>
                <a:path extrusionOk="0" h="929" w="2301">
                  <a:moveTo>
                    <a:pt x="2300" y="1"/>
                  </a:moveTo>
                  <a:lnTo>
                    <a:pt x="1508" y="426"/>
                  </a:lnTo>
                  <a:lnTo>
                    <a:pt x="697" y="426"/>
                  </a:lnTo>
                  <a:lnTo>
                    <a:pt x="1" y="658"/>
                  </a:lnTo>
                  <a:lnTo>
                    <a:pt x="909" y="928"/>
                  </a:lnTo>
                  <a:lnTo>
                    <a:pt x="1354" y="754"/>
                  </a:lnTo>
                  <a:lnTo>
                    <a:pt x="2223" y="97"/>
                  </a:lnTo>
                  <a:lnTo>
                    <a:pt x="2300"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3"/>
            <p:cNvSpPr/>
            <p:nvPr/>
          </p:nvSpPr>
          <p:spPr>
            <a:xfrm>
              <a:off x="310095" y="3788286"/>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3"/>
            <p:cNvSpPr/>
            <p:nvPr/>
          </p:nvSpPr>
          <p:spPr>
            <a:xfrm>
              <a:off x="328087" y="3811671"/>
              <a:ext cx="58441" cy="35985"/>
            </a:xfrm>
            <a:custGeom>
              <a:rect b="b" l="l" r="r" t="t"/>
              <a:pathLst>
                <a:path extrusionOk="0" h="774" w="1257">
                  <a:moveTo>
                    <a:pt x="0" y="0"/>
                  </a:moveTo>
                  <a:lnTo>
                    <a:pt x="58" y="194"/>
                  </a:lnTo>
                  <a:lnTo>
                    <a:pt x="773" y="406"/>
                  </a:lnTo>
                  <a:lnTo>
                    <a:pt x="870" y="599"/>
                  </a:lnTo>
                  <a:lnTo>
                    <a:pt x="1102" y="773"/>
                  </a:lnTo>
                  <a:lnTo>
                    <a:pt x="1256" y="561"/>
                  </a:lnTo>
                  <a:lnTo>
                    <a:pt x="831" y="15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3"/>
            <p:cNvSpPr/>
            <p:nvPr/>
          </p:nvSpPr>
          <p:spPr>
            <a:xfrm>
              <a:off x="280479" y="3792795"/>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3"/>
            <p:cNvSpPr/>
            <p:nvPr/>
          </p:nvSpPr>
          <p:spPr>
            <a:xfrm>
              <a:off x="-47479" y="3751464"/>
              <a:ext cx="245341" cy="233625"/>
            </a:xfrm>
            <a:custGeom>
              <a:rect b="b" l="l" r="r" t="t"/>
              <a:pathLst>
                <a:path extrusionOk="0" h="5025" w="5277">
                  <a:moveTo>
                    <a:pt x="2049" y="1"/>
                  </a:moveTo>
                  <a:lnTo>
                    <a:pt x="1682" y="155"/>
                  </a:lnTo>
                  <a:lnTo>
                    <a:pt x="1469" y="561"/>
                  </a:lnTo>
                  <a:lnTo>
                    <a:pt x="233" y="774"/>
                  </a:lnTo>
                  <a:lnTo>
                    <a:pt x="97" y="1566"/>
                  </a:lnTo>
                  <a:lnTo>
                    <a:pt x="290" y="2146"/>
                  </a:lnTo>
                  <a:lnTo>
                    <a:pt x="1" y="2880"/>
                  </a:lnTo>
                  <a:lnTo>
                    <a:pt x="213" y="3150"/>
                  </a:lnTo>
                  <a:lnTo>
                    <a:pt x="155" y="3421"/>
                  </a:lnTo>
                  <a:lnTo>
                    <a:pt x="1" y="3692"/>
                  </a:lnTo>
                  <a:lnTo>
                    <a:pt x="542" y="4465"/>
                  </a:lnTo>
                  <a:lnTo>
                    <a:pt x="967" y="4349"/>
                  </a:lnTo>
                  <a:lnTo>
                    <a:pt x="1392" y="4503"/>
                  </a:lnTo>
                  <a:lnTo>
                    <a:pt x="1778" y="4948"/>
                  </a:lnTo>
                  <a:lnTo>
                    <a:pt x="3692" y="5025"/>
                  </a:lnTo>
                  <a:lnTo>
                    <a:pt x="4233" y="4426"/>
                  </a:lnTo>
                  <a:lnTo>
                    <a:pt x="4329" y="3981"/>
                  </a:lnTo>
                  <a:lnTo>
                    <a:pt x="4986" y="3556"/>
                  </a:lnTo>
                  <a:lnTo>
                    <a:pt x="5276" y="2590"/>
                  </a:lnTo>
                  <a:lnTo>
                    <a:pt x="5083" y="2378"/>
                  </a:lnTo>
                  <a:lnTo>
                    <a:pt x="5180" y="2107"/>
                  </a:lnTo>
                  <a:lnTo>
                    <a:pt x="4774" y="1566"/>
                  </a:lnTo>
                  <a:lnTo>
                    <a:pt x="4774" y="832"/>
                  </a:lnTo>
                  <a:lnTo>
                    <a:pt x="4291" y="542"/>
                  </a:lnTo>
                  <a:lnTo>
                    <a:pt x="3846" y="368"/>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3"/>
            <p:cNvSpPr/>
            <p:nvPr/>
          </p:nvSpPr>
          <p:spPr>
            <a:xfrm>
              <a:off x="-29486" y="3783822"/>
              <a:ext cx="104236" cy="84477"/>
            </a:xfrm>
            <a:custGeom>
              <a:rect b="b" l="l" r="r" t="t"/>
              <a:pathLst>
                <a:path extrusionOk="0" h="1817" w="2242">
                  <a:moveTo>
                    <a:pt x="1333" y="0"/>
                  </a:moveTo>
                  <a:lnTo>
                    <a:pt x="522" y="252"/>
                  </a:lnTo>
                  <a:lnTo>
                    <a:pt x="232" y="561"/>
                  </a:lnTo>
                  <a:lnTo>
                    <a:pt x="812" y="541"/>
                  </a:lnTo>
                  <a:lnTo>
                    <a:pt x="1237" y="677"/>
                  </a:lnTo>
                  <a:lnTo>
                    <a:pt x="1314" y="1372"/>
                  </a:lnTo>
                  <a:lnTo>
                    <a:pt x="1121" y="1160"/>
                  </a:lnTo>
                  <a:lnTo>
                    <a:pt x="406" y="677"/>
                  </a:lnTo>
                  <a:lnTo>
                    <a:pt x="135" y="812"/>
                  </a:lnTo>
                  <a:lnTo>
                    <a:pt x="0" y="1198"/>
                  </a:lnTo>
                  <a:lnTo>
                    <a:pt x="406" y="1817"/>
                  </a:lnTo>
                  <a:lnTo>
                    <a:pt x="1623" y="1546"/>
                  </a:lnTo>
                  <a:lnTo>
                    <a:pt x="2242" y="1566"/>
                  </a:lnTo>
                  <a:lnTo>
                    <a:pt x="2164" y="1430"/>
                  </a:lnTo>
                  <a:cubicBezTo>
                    <a:pt x="2164" y="1430"/>
                    <a:pt x="1623" y="1082"/>
                    <a:pt x="1604" y="1063"/>
                  </a:cubicBezTo>
                  <a:cubicBezTo>
                    <a:pt x="1585" y="1024"/>
                    <a:pt x="1411" y="368"/>
                    <a:pt x="1411" y="367"/>
                  </a:cubicBezTo>
                  <a:lnTo>
                    <a:pt x="1411" y="367"/>
                  </a:lnTo>
                  <a:lnTo>
                    <a:pt x="1778" y="561"/>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3"/>
            <p:cNvSpPr/>
            <p:nvPr/>
          </p:nvSpPr>
          <p:spPr>
            <a:xfrm>
              <a:off x="10916" y="3874576"/>
              <a:ext cx="118649" cy="55745"/>
            </a:xfrm>
            <a:custGeom>
              <a:rect b="b" l="l" r="r" t="t"/>
              <a:pathLst>
                <a:path extrusionOk="0" h="1199" w="2552">
                  <a:moveTo>
                    <a:pt x="1643" y="0"/>
                  </a:moveTo>
                  <a:lnTo>
                    <a:pt x="503" y="193"/>
                  </a:lnTo>
                  <a:lnTo>
                    <a:pt x="1" y="657"/>
                  </a:lnTo>
                  <a:lnTo>
                    <a:pt x="812" y="329"/>
                  </a:lnTo>
                  <a:lnTo>
                    <a:pt x="1392" y="348"/>
                  </a:lnTo>
                  <a:lnTo>
                    <a:pt x="1392" y="599"/>
                  </a:lnTo>
                  <a:lnTo>
                    <a:pt x="1199" y="1005"/>
                  </a:lnTo>
                  <a:lnTo>
                    <a:pt x="948" y="1198"/>
                  </a:lnTo>
                  <a:lnTo>
                    <a:pt x="1064" y="1198"/>
                  </a:lnTo>
                  <a:lnTo>
                    <a:pt x="2552" y="676"/>
                  </a:lnTo>
                  <a:lnTo>
                    <a:pt x="2436" y="618"/>
                  </a:lnTo>
                  <a:lnTo>
                    <a:pt x="1817" y="618"/>
                  </a:lnTo>
                  <a:lnTo>
                    <a:pt x="1585" y="367"/>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3"/>
            <p:cNvSpPr/>
            <p:nvPr/>
          </p:nvSpPr>
          <p:spPr>
            <a:xfrm>
              <a:off x="44158" y="3760437"/>
              <a:ext cx="53978" cy="37798"/>
            </a:xfrm>
            <a:custGeom>
              <a:rect b="b" l="l" r="r" t="t"/>
              <a:pathLst>
                <a:path extrusionOk="0" h="813" w="1161">
                  <a:moveTo>
                    <a:pt x="522" y="1"/>
                  </a:moveTo>
                  <a:lnTo>
                    <a:pt x="464" y="136"/>
                  </a:lnTo>
                  <a:lnTo>
                    <a:pt x="948" y="581"/>
                  </a:lnTo>
                  <a:lnTo>
                    <a:pt x="194" y="40"/>
                  </a:lnTo>
                  <a:lnTo>
                    <a:pt x="1" y="310"/>
                  </a:lnTo>
                  <a:lnTo>
                    <a:pt x="310" y="503"/>
                  </a:lnTo>
                  <a:lnTo>
                    <a:pt x="1102" y="812"/>
                  </a:lnTo>
                  <a:lnTo>
                    <a:pt x="1160" y="677"/>
                  </a:lnTo>
                  <a:lnTo>
                    <a:pt x="851" y="175"/>
                  </a:lnTo>
                  <a:lnTo>
                    <a:pt x="5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3"/>
            <p:cNvSpPr/>
            <p:nvPr/>
          </p:nvSpPr>
          <p:spPr>
            <a:xfrm>
              <a:off x="-39389" y="3902425"/>
              <a:ext cx="25199" cy="18876"/>
            </a:xfrm>
            <a:custGeom>
              <a:rect b="b" l="l" r="r" t="t"/>
              <a:pathLst>
                <a:path extrusionOk="0" h="406" w="542">
                  <a:moveTo>
                    <a:pt x="136" y="0"/>
                  </a:moveTo>
                  <a:lnTo>
                    <a:pt x="271" y="251"/>
                  </a:lnTo>
                  <a:lnTo>
                    <a:pt x="1" y="406"/>
                  </a:lnTo>
                  <a:lnTo>
                    <a:pt x="542" y="387"/>
                  </a:lnTo>
                  <a:lnTo>
                    <a:pt x="484" y="213"/>
                  </a:lnTo>
                  <a:lnTo>
                    <a:pt x="136"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3"/>
            <p:cNvSpPr/>
            <p:nvPr/>
          </p:nvSpPr>
          <p:spPr>
            <a:xfrm>
              <a:off x="35185" y="3924881"/>
              <a:ext cx="106979" cy="44075"/>
            </a:xfrm>
            <a:custGeom>
              <a:rect b="b" l="l" r="r" t="t"/>
              <a:pathLst>
                <a:path extrusionOk="0" h="948" w="2301">
                  <a:moveTo>
                    <a:pt x="2300" y="0"/>
                  </a:moveTo>
                  <a:lnTo>
                    <a:pt x="1508" y="425"/>
                  </a:lnTo>
                  <a:lnTo>
                    <a:pt x="696" y="425"/>
                  </a:lnTo>
                  <a:lnTo>
                    <a:pt x="0" y="677"/>
                  </a:lnTo>
                  <a:lnTo>
                    <a:pt x="909" y="947"/>
                  </a:lnTo>
                  <a:lnTo>
                    <a:pt x="1353" y="754"/>
                  </a:lnTo>
                  <a:lnTo>
                    <a:pt x="2223" y="116"/>
                  </a:lnTo>
                  <a:lnTo>
                    <a:pt x="2300"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3"/>
            <p:cNvSpPr/>
            <p:nvPr/>
          </p:nvSpPr>
          <p:spPr>
            <a:xfrm>
              <a:off x="112455" y="3798189"/>
              <a:ext cx="40448" cy="18922"/>
            </a:xfrm>
            <a:custGeom>
              <a:rect b="b" l="l" r="r" t="t"/>
              <a:pathLst>
                <a:path extrusionOk="0" h="407" w="870">
                  <a:moveTo>
                    <a:pt x="174" y="0"/>
                  </a:moveTo>
                  <a:lnTo>
                    <a:pt x="0" y="155"/>
                  </a:lnTo>
                  <a:lnTo>
                    <a:pt x="174" y="329"/>
                  </a:lnTo>
                  <a:lnTo>
                    <a:pt x="870" y="406"/>
                  </a:lnTo>
                  <a:lnTo>
                    <a:pt x="870" y="406"/>
                  </a:lnTo>
                  <a:lnTo>
                    <a:pt x="1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3"/>
            <p:cNvSpPr/>
            <p:nvPr/>
          </p:nvSpPr>
          <p:spPr>
            <a:xfrm>
              <a:off x="129518" y="3821528"/>
              <a:ext cx="59324" cy="35985"/>
            </a:xfrm>
            <a:custGeom>
              <a:rect b="b" l="l" r="r" t="t"/>
              <a:pathLst>
                <a:path extrusionOk="0" h="774" w="1276">
                  <a:moveTo>
                    <a:pt x="1" y="1"/>
                  </a:moveTo>
                  <a:lnTo>
                    <a:pt x="78" y="194"/>
                  </a:lnTo>
                  <a:lnTo>
                    <a:pt x="793" y="407"/>
                  </a:lnTo>
                  <a:lnTo>
                    <a:pt x="889" y="600"/>
                  </a:lnTo>
                  <a:lnTo>
                    <a:pt x="1121" y="774"/>
                  </a:lnTo>
                  <a:lnTo>
                    <a:pt x="1276" y="581"/>
                  </a:lnTo>
                  <a:lnTo>
                    <a:pt x="851" y="15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3"/>
            <p:cNvSpPr/>
            <p:nvPr/>
          </p:nvSpPr>
          <p:spPr>
            <a:xfrm>
              <a:off x="82793" y="3802698"/>
              <a:ext cx="76434" cy="99773"/>
            </a:xfrm>
            <a:custGeom>
              <a:rect b="b" l="l" r="r" t="t"/>
              <a:pathLst>
                <a:path extrusionOk="0" h="2146" w="1644">
                  <a:moveTo>
                    <a:pt x="233" y="0"/>
                  </a:moveTo>
                  <a:lnTo>
                    <a:pt x="1" y="503"/>
                  </a:lnTo>
                  <a:lnTo>
                    <a:pt x="561" y="1449"/>
                  </a:lnTo>
                  <a:lnTo>
                    <a:pt x="561" y="1739"/>
                  </a:lnTo>
                  <a:lnTo>
                    <a:pt x="1315" y="2145"/>
                  </a:lnTo>
                  <a:lnTo>
                    <a:pt x="1643" y="1701"/>
                  </a:lnTo>
                  <a:lnTo>
                    <a:pt x="1547" y="1179"/>
                  </a:lnTo>
                  <a:lnTo>
                    <a:pt x="1373" y="1411"/>
                  </a:lnTo>
                  <a:lnTo>
                    <a:pt x="870" y="986"/>
                  </a:lnTo>
                  <a:lnTo>
                    <a:pt x="426" y="792"/>
                  </a:lnTo>
                  <a:lnTo>
                    <a:pt x="3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3"/>
            <p:cNvSpPr/>
            <p:nvPr/>
          </p:nvSpPr>
          <p:spPr>
            <a:xfrm>
              <a:off x="-102294" y="3884432"/>
              <a:ext cx="584969" cy="720587"/>
            </a:xfrm>
            <a:custGeom>
              <a:rect b="b" l="l" r="r" t="t"/>
              <a:pathLst>
                <a:path extrusionOk="0" h="15499" w="12582">
                  <a:moveTo>
                    <a:pt x="1" y="1"/>
                  </a:moveTo>
                  <a:lnTo>
                    <a:pt x="1991" y="15499"/>
                  </a:lnTo>
                  <a:lnTo>
                    <a:pt x="9740" y="15499"/>
                  </a:lnTo>
                  <a:lnTo>
                    <a:pt x="125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3"/>
            <p:cNvSpPr/>
            <p:nvPr/>
          </p:nvSpPr>
          <p:spPr>
            <a:xfrm>
              <a:off x="307398" y="3884432"/>
              <a:ext cx="175277" cy="720587"/>
            </a:xfrm>
            <a:custGeom>
              <a:rect b="b" l="l" r="r" t="t"/>
              <a:pathLst>
                <a:path extrusionOk="0" h="15499" w="3770">
                  <a:moveTo>
                    <a:pt x="580" y="1"/>
                  </a:moveTo>
                  <a:lnTo>
                    <a:pt x="1" y="15499"/>
                  </a:lnTo>
                  <a:lnTo>
                    <a:pt x="928" y="15499"/>
                  </a:lnTo>
                  <a:lnTo>
                    <a:pt x="37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13"/>
          <p:cNvGrpSpPr/>
          <p:nvPr/>
        </p:nvGrpSpPr>
        <p:grpSpPr>
          <a:xfrm>
            <a:off x="8836294" y="892106"/>
            <a:ext cx="624830" cy="864271"/>
            <a:chOff x="8836294" y="892106"/>
            <a:chExt cx="624830" cy="864271"/>
          </a:xfrm>
        </p:grpSpPr>
        <p:grpSp>
          <p:nvGrpSpPr>
            <p:cNvPr id="787" name="Google Shape;787;p13"/>
            <p:cNvGrpSpPr/>
            <p:nvPr/>
          </p:nvGrpSpPr>
          <p:grpSpPr>
            <a:xfrm>
              <a:off x="8867712" y="923406"/>
              <a:ext cx="593412" cy="807774"/>
              <a:chOff x="6003750" y="3839525"/>
              <a:chExt cx="736700" cy="1069475"/>
            </a:xfrm>
          </p:grpSpPr>
          <p:sp>
            <p:nvSpPr>
              <p:cNvPr id="788" name="Google Shape;788;p13"/>
              <p:cNvSpPr/>
              <p:nvPr/>
            </p:nvSpPr>
            <p:spPr>
              <a:xfrm>
                <a:off x="6003750" y="3839525"/>
                <a:ext cx="736700" cy="1069475"/>
              </a:xfrm>
              <a:custGeom>
                <a:rect b="b" l="l" r="r" t="t"/>
                <a:pathLst>
                  <a:path extrusionOk="0" h="42779" w="29468">
                    <a:moveTo>
                      <a:pt x="0" y="1"/>
                    </a:moveTo>
                    <a:lnTo>
                      <a:pt x="0" y="42779"/>
                    </a:lnTo>
                    <a:lnTo>
                      <a:pt x="29467" y="42779"/>
                    </a:lnTo>
                    <a:lnTo>
                      <a:pt x="29467" y="7090"/>
                    </a:lnTo>
                    <a:lnTo>
                      <a:pt x="223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3"/>
              <p:cNvSpPr/>
              <p:nvPr/>
            </p:nvSpPr>
            <p:spPr>
              <a:xfrm>
                <a:off x="6563175" y="3839525"/>
                <a:ext cx="177275" cy="177275"/>
              </a:xfrm>
              <a:custGeom>
                <a:rect b="b" l="l" r="r" t="t"/>
                <a:pathLst>
                  <a:path extrusionOk="0" h="7091" w="7091">
                    <a:moveTo>
                      <a:pt x="1" y="1"/>
                    </a:moveTo>
                    <a:lnTo>
                      <a:pt x="1" y="7090"/>
                    </a:lnTo>
                    <a:lnTo>
                      <a:pt x="7090" y="7090"/>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3"/>
              <p:cNvSpPr/>
              <p:nvPr/>
            </p:nvSpPr>
            <p:spPr>
              <a:xfrm>
                <a:off x="6259350" y="3948050"/>
                <a:ext cx="225500" cy="25325"/>
              </a:xfrm>
              <a:custGeom>
                <a:rect b="b" l="l" r="r" t="t"/>
                <a:pathLst>
                  <a:path extrusionOk="0" h="1013" w="9020">
                    <a:moveTo>
                      <a:pt x="1" y="0"/>
                    </a:moveTo>
                    <a:lnTo>
                      <a:pt x="1" y="1013"/>
                    </a:lnTo>
                    <a:lnTo>
                      <a:pt x="9019" y="1013"/>
                    </a:lnTo>
                    <a:lnTo>
                      <a:pt x="9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3"/>
              <p:cNvSpPr/>
              <p:nvPr/>
            </p:nvSpPr>
            <p:spPr>
              <a:xfrm>
                <a:off x="6094216" y="4067400"/>
                <a:ext cx="558243" cy="26550"/>
              </a:xfrm>
              <a:custGeom>
                <a:rect b="b" l="l" r="r" t="t"/>
                <a:pathLst>
                  <a:path extrusionOk="0" h="1062" w="5836">
                    <a:moveTo>
                      <a:pt x="0" y="1"/>
                    </a:moveTo>
                    <a:lnTo>
                      <a:pt x="0" y="1062"/>
                    </a:lnTo>
                    <a:lnTo>
                      <a:pt x="5836" y="1062"/>
                    </a:lnTo>
                    <a:lnTo>
                      <a:pt x="58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3"/>
              <p:cNvSpPr/>
              <p:nvPr/>
            </p:nvSpPr>
            <p:spPr>
              <a:xfrm>
                <a:off x="6094175" y="41277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3"/>
              <p:cNvSpPr/>
              <p:nvPr/>
            </p:nvSpPr>
            <p:spPr>
              <a:xfrm>
                <a:off x="6094175" y="466905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3"/>
              <p:cNvSpPr/>
              <p:nvPr/>
            </p:nvSpPr>
            <p:spPr>
              <a:xfrm>
                <a:off x="6094175" y="4729325"/>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3"/>
              <p:cNvSpPr/>
              <p:nvPr/>
            </p:nvSpPr>
            <p:spPr>
              <a:xfrm>
                <a:off x="6511350" y="4789625"/>
                <a:ext cx="141075" cy="26550"/>
              </a:xfrm>
              <a:custGeom>
                <a:rect b="b" l="l" r="r" t="t"/>
                <a:pathLst>
                  <a:path extrusionOk="0" h="1062" w="5643">
                    <a:moveTo>
                      <a:pt x="0" y="0"/>
                    </a:moveTo>
                    <a:lnTo>
                      <a:pt x="0" y="1061"/>
                    </a:lnTo>
                    <a:lnTo>
                      <a:pt x="5643" y="1061"/>
                    </a:lnTo>
                    <a:lnTo>
                      <a:pt x="5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3"/>
              <p:cNvSpPr/>
              <p:nvPr/>
            </p:nvSpPr>
            <p:spPr>
              <a:xfrm>
                <a:off x="6094175" y="41928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3"/>
              <p:cNvSpPr/>
              <p:nvPr/>
            </p:nvSpPr>
            <p:spPr>
              <a:xfrm>
                <a:off x="6094175" y="44894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3"/>
              <p:cNvSpPr/>
              <p:nvPr/>
            </p:nvSpPr>
            <p:spPr>
              <a:xfrm>
                <a:off x="6094175" y="45533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3"/>
              <p:cNvSpPr/>
              <p:nvPr/>
            </p:nvSpPr>
            <p:spPr>
              <a:xfrm>
                <a:off x="6094175" y="46087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3"/>
              <p:cNvSpPr/>
              <p:nvPr/>
            </p:nvSpPr>
            <p:spPr>
              <a:xfrm>
                <a:off x="6094175" y="4308550"/>
                <a:ext cx="558250" cy="25325"/>
              </a:xfrm>
              <a:custGeom>
                <a:rect b="b" l="l" r="r" t="t"/>
                <a:pathLst>
                  <a:path extrusionOk="0" h="1013"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3"/>
              <p:cNvSpPr/>
              <p:nvPr/>
            </p:nvSpPr>
            <p:spPr>
              <a:xfrm>
                <a:off x="6373901" y="4429125"/>
                <a:ext cx="278525" cy="25325"/>
              </a:xfrm>
              <a:custGeom>
                <a:rect b="b" l="l" r="r" t="t"/>
                <a:pathLst>
                  <a:path extrusionOk="0" h="1013" w="11141">
                    <a:moveTo>
                      <a:pt x="0" y="0"/>
                    </a:moveTo>
                    <a:lnTo>
                      <a:pt x="0" y="1013"/>
                    </a:lnTo>
                    <a:lnTo>
                      <a:pt x="11141" y="1013"/>
                    </a:lnTo>
                    <a:lnTo>
                      <a:pt x="111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3"/>
              <p:cNvSpPr/>
              <p:nvPr/>
            </p:nvSpPr>
            <p:spPr>
              <a:xfrm>
                <a:off x="6094175" y="42482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 name="Google Shape;803;p13"/>
            <p:cNvSpPr/>
            <p:nvPr/>
          </p:nvSpPr>
          <p:spPr>
            <a:xfrm flipH="1" rot="1872548">
              <a:off x="8831412" y="1699175"/>
              <a:ext cx="144163" cy="21403"/>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3"/>
            <p:cNvSpPr/>
            <p:nvPr/>
          </p:nvSpPr>
          <p:spPr>
            <a:xfrm flipH="1" rot="-2033306">
              <a:off x="8831137" y="930379"/>
              <a:ext cx="144195" cy="21554"/>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13"/>
          <p:cNvSpPr txBox="1"/>
          <p:nvPr>
            <p:ph idx="21"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806" name="Google Shape;806;p13"/>
          <p:cNvGrpSpPr/>
          <p:nvPr/>
        </p:nvGrpSpPr>
        <p:grpSpPr>
          <a:xfrm>
            <a:off x="745065" y="4677252"/>
            <a:ext cx="308013" cy="233671"/>
            <a:chOff x="745065" y="4677252"/>
            <a:chExt cx="308013" cy="233671"/>
          </a:xfrm>
        </p:grpSpPr>
        <p:sp>
          <p:nvSpPr>
            <p:cNvPr id="807" name="Google Shape;807;p13"/>
            <p:cNvSpPr/>
            <p:nvPr/>
          </p:nvSpPr>
          <p:spPr>
            <a:xfrm>
              <a:off x="830523" y="4844100"/>
              <a:ext cx="222556" cy="65676"/>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 name="Google Shape;808;p13"/>
            <p:cNvGrpSpPr/>
            <p:nvPr/>
          </p:nvGrpSpPr>
          <p:grpSpPr>
            <a:xfrm>
              <a:off x="745065" y="4677252"/>
              <a:ext cx="244411" cy="233671"/>
              <a:chOff x="745065" y="4677252"/>
              <a:chExt cx="244411" cy="233671"/>
            </a:xfrm>
          </p:grpSpPr>
          <p:sp>
            <p:nvSpPr>
              <p:cNvPr id="809" name="Google Shape;809;p13"/>
              <p:cNvSpPr/>
              <p:nvPr/>
            </p:nvSpPr>
            <p:spPr>
              <a:xfrm>
                <a:off x="745065" y="4677252"/>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3"/>
              <p:cNvSpPr/>
              <p:nvPr/>
            </p:nvSpPr>
            <p:spPr>
              <a:xfrm>
                <a:off x="762128" y="4709611"/>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3"/>
              <p:cNvSpPr/>
              <p:nvPr/>
            </p:nvSpPr>
            <p:spPr>
              <a:xfrm>
                <a:off x="802577" y="4801248"/>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3"/>
              <p:cNvSpPr/>
              <p:nvPr/>
            </p:nvSpPr>
            <p:spPr>
              <a:xfrm>
                <a:off x="835819" y="4687155"/>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3"/>
              <p:cNvSpPr/>
              <p:nvPr/>
            </p:nvSpPr>
            <p:spPr>
              <a:xfrm>
                <a:off x="904070" y="4724861"/>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3"/>
              <p:cNvSpPr/>
              <p:nvPr/>
            </p:nvSpPr>
            <p:spPr>
              <a:xfrm>
                <a:off x="874454" y="4729370"/>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815" name="Shape 815"/>
        <p:cNvGrpSpPr/>
        <p:nvPr/>
      </p:nvGrpSpPr>
      <p:grpSpPr>
        <a:xfrm>
          <a:off x="0" y="0"/>
          <a:ext cx="0" cy="0"/>
          <a:chOff x="0" y="0"/>
          <a:chExt cx="0" cy="0"/>
        </a:xfrm>
      </p:grpSpPr>
      <p:sp>
        <p:nvSpPr>
          <p:cNvPr id="816" name="Google Shape;816;p14"/>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4"/>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4"/>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819" name="Google Shape;819;p14"/>
          <p:cNvSpPr txBox="1"/>
          <p:nvPr>
            <p:ph hasCustomPrompt="1" type="title"/>
          </p:nvPr>
        </p:nvSpPr>
        <p:spPr>
          <a:xfrm>
            <a:off x="2215650" y="2877075"/>
            <a:ext cx="2908500" cy="35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0" name="Google Shape;820;p14"/>
          <p:cNvSpPr txBox="1"/>
          <p:nvPr>
            <p:ph idx="1" type="subTitle"/>
          </p:nvPr>
        </p:nvSpPr>
        <p:spPr>
          <a:xfrm>
            <a:off x="2215650" y="3793800"/>
            <a:ext cx="2908500" cy="459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1" name="Google Shape;821;p14"/>
          <p:cNvSpPr txBox="1"/>
          <p:nvPr>
            <p:ph hasCustomPrompt="1" idx="2" type="title"/>
          </p:nvPr>
        </p:nvSpPr>
        <p:spPr>
          <a:xfrm>
            <a:off x="5539325" y="2877075"/>
            <a:ext cx="2908500" cy="35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2" name="Google Shape;822;p14"/>
          <p:cNvSpPr txBox="1"/>
          <p:nvPr>
            <p:ph idx="3" type="subTitle"/>
          </p:nvPr>
        </p:nvSpPr>
        <p:spPr>
          <a:xfrm>
            <a:off x="5528025" y="3793800"/>
            <a:ext cx="2908500" cy="459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3" name="Google Shape;823;p14"/>
          <p:cNvSpPr txBox="1"/>
          <p:nvPr>
            <p:ph hasCustomPrompt="1" idx="4" type="title"/>
          </p:nvPr>
        </p:nvSpPr>
        <p:spPr>
          <a:xfrm>
            <a:off x="2208075" y="1130850"/>
            <a:ext cx="2908500" cy="35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4" name="Google Shape;824;p14"/>
          <p:cNvSpPr txBox="1"/>
          <p:nvPr>
            <p:ph idx="5" type="subTitle"/>
          </p:nvPr>
        </p:nvSpPr>
        <p:spPr>
          <a:xfrm>
            <a:off x="2208075" y="2043862"/>
            <a:ext cx="2908500" cy="459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5" name="Google Shape;825;p14"/>
          <p:cNvSpPr txBox="1"/>
          <p:nvPr>
            <p:ph hasCustomPrompt="1" idx="6" type="title"/>
          </p:nvPr>
        </p:nvSpPr>
        <p:spPr>
          <a:xfrm>
            <a:off x="5520450" y="1130850"/>
            <a:ext cx="2908500" cy="352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6" name="Google Shape;826;p14"/>
          <p:cNvSpPr txBox="1"/>
          <p:nvPr>
            <p:ph idx="7" type="subTitle"/>
          </p:nvPr>
        </p:nvSpPr>
        <p:spPr>
          <a:xfrm>
            <a:off x="5520450" y="2043862"/>
            <a:ext cx="2908500" cy="459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7" name="Google Shape;827;p14"/>
          <p:cNvSpPr txBox="1"/>
          <p:nvPr>
            <p:ph idx="8" type="subTitle"/>
          </p:nvPr>
        </p:nvSpPr>
        <p:spPr>
          <a:xfrm>
            <a:off x="2300375" y="3382275"/>
            <a:ext cx="2444700" cy="252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828" name="Google Shape;828;p14"/>
          <p:cNvSpPr txBox="1"/>
          <p:nvPr>
            <p:ph idx="9" type="subTitle"/>
          </p:nvPr>
        </p:nvSpPr>
        <p:spPr>
          <a:xfrm>
            <a:off x="5604691" y="3382275"/>
            <a:ext cx="2444700" cy="252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829" name="Google Shape;829;p14"/>
          <p:cNvSpPr txBox="1"/>
          <p:nvPr>
            <p:ph idx="13" type="subTitle"/>
          </p:nvPr>
        </p:nvSpPr>
        <p:spPr>
          <a:xfrm>
            <a:off x="2300375" y="1637550"/>
            <a:ext cx="2444700" cy="252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sp>
        <p:nvSpPr>
          <p:cNvPr id="830" name="Google Shape;830;p14"/>
          <p:cNvSpPr txBox="1"/>
          <p:nvPr>
            <p:ph idx="14" type="subTitle"/>
          </p:nvPr>
        </p:nvSpPr>
        <p:spPr>
          <a:xfrm>
            <a:off x="5604700" y="1637550"/>
            <a:ext cx="2444700" cy="252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2pPr>
            <a:lvl3pPr lvl="2"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3pPr>
            <a:lvl4pPr lvl="3"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4pPr>
            <a:lvl5pPr lvl="4"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5pPr>
            <a:lvl6pPr lvl="5"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6pPr>
            <a:lvl7pPr lvl="6"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7pPr>
            <a:lvl8pPr lvl="7"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8pPr>
            <a:lvl9pPr lvl="8" rtl="0">
              <a:lnSpc>
                <a:spcPct val="100000"/>
              </a:lnSpc>
              <a:spcBef>
                <a:spcPts val="0"/>
              </a:spcBef>
              <a:spcAft>
                <a:spcPts val="0"/>
              </a:spcAft>
              <a:buSzPts val="1800"/>
              <a:buFont typeface="Balsamiq Sans"/>
              <a:buNone/>
              <a:defRPr b="1" sz="1800">
                <a:latin typeface="Balsamiq Sans"/>
                <a:ea typeface="Balsamiq Sans"/>
                <a:cs typeface="Balsamiq Sans"/>
                <a:sym typeface="Balsamiq Sans"/>
              </a:defRPr>
            </a:lvl9pPr>
          </a:lstStyle>
          <a:p/>
        </p:txBody>
      </p:sp>
      <p:grpSp>
        <p:nvGrpSpPr>
          <p:cNvPr id="831" name="Google Shape;831;p14"/>
          <p:cNvGrpSpPr/>
          <p:nvPr/>
        </p:nvGrpSpPr>
        <p:grpSpPr>
          <a:xfrm>
            <a:off x="2936544" y="-329546"/>
            <a:ext cx="2934233" cy="708308"/>
            <a:chOff x="2375925" y="3297600"/>
            <a:chExt cx="735950" cy="177650"/>
          </a:xfrm>
        </p:grpSpPr>
        <p:sp>
          <p:nvSpPr>
            <p:cNvPr id="832" name="Google Shape;832;p14"/>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4"/>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4"/>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4"/>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4"/>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4"/>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14"/>
          <p:cNvSpPr txBox="1"/>
          <p:nvPr>
            <p:ph idx="15"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839" name="Google Shape;839;p14"/>
          <p:cNvGrpSpPr/>
          <p:nvPr/>
        </p:nvGrpSpPr>
        <p:grpSpPr>
          <a:xfrm>
            <a:off x="18762" y="3081917"/>
            <a:ext cx="767333" cy="1877845"/>
            <a:chOff x="4725850" y="1134375"/>
            <a:chExt cx="922275" cy="2257025"/>
          </a:xfrm>
        </p:grpSpPr>
        <p:sp>
          <p:nvSpPr>
            <p:cNvPr id="840" name="Google Shape;840;p14"/>
            <p:cNvSpPr/>
            <p:nvPr/>
          </p:nvSpPr>
          <p:spPr>
            <a:xfrm>
              <a:off x="4725850" y="3163475"/>
              <a:ext cx="816500" cy="227925"/>
            </a:xfrm>
            <a:custGeom>
              <a:rect b="b" l="l" r="r" t="t"/>
              <a:pathLst>
                <a:path extrusionOk="0" h="9117" w="32660">
                  <a:moveTo>
                    <a:pt x="16330" y="0"/>
                  </a:moveTo>
                  <a:cubicBezTo>
                    <a:pt x="7299" y="0"/>
                    <a:pt x="1" y="2045"/>
                    <a:pt x="1" y="4573"/>
                  </a:cubicBezTo>
                  <a:cubicBezTo>
                    <a:pt x="1" y="7072"/>
                    <a:pt x="7299" y="9116"/>
                    <a:pt x="16330" y="9116"/>
                  </a:cubicBezTo>
                  <a:cubicBezTo>
                    <a:pt x="25361" y="9116"/>
                    <a:pt x="32659" y="7072"/>
                    <a:pt x="32659" y="4573"/>
                  </a:cubicBezTo>
                  <a:cubicBezTo>
                    <a:pt x="32659" y="2045"/>
                    <a:pt x="25361" y="0"/>
                    <a:pt x="163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4"/>
            <p:cNvSpPr/>
            <p:nvPr/>
          </p:nvSpPr>
          <p:spPr>
            <a:xfrm>
              <a:off x="4843000" y="1332000"/>
              <a:ext cx="102250" cy="186125"/>
            </a:xfrm>
            <a:custGeom>
              <a:rect b="b" l="l" r="r" t="t"/>
              <a:pathLst>
                <a:path extrusionOk="0" h="7445" w="4090">
                  <a:moveTo>
                    <a:pt x="2301" y="0"/>
                  </a:moveTo>
                  <a:cubicBezTo>
                    <a:pt x="2024" y="0"/>
                    <a:pt x="1750" y="100"/>
                    <a:pt x="1534" y="303"/>
                  </a:cubicBezTo>
                  <a:cubicBezTo>
                    <a:pt x="1250" y="558"/>
                    <a:pt x="994" y="842"/>
                    <a:pt x="824" y="1183"/>
                  </a:cubicBezTo>
                  <a:cubicBezTo>
                    <a:pt x="284" y="2120"/>
                    <a:pt x="0" y="3199"/>
                    <a:pt x="29" y="4307"/>
                  </a:cubicBezTo>
                  <a:cubicBezTo>
                    <a:pt x="29" y="5131"/>
                    <a:pt x="142" y="5926"/>
                    <a:pt x="341" y="6692"/>
                  </a:cubicBezTo>
                  <a:cubicBezTo>
                    <a:pt x="466" y="7191"/>
                    <a:pt x="747" y="7444"/>
                    <a:pt x="1101" y="7444"/>
                  </a:cubicBezTo>
                  <a:cubicBezTo>
                    <a:pt x="1311" y="7444"/>
                    <a:pt x="1546" y="7355"/>
                    <a:pt x="1790" y="7175"/>
                  </a:cubicBezTo>
                  <a:cubicBezTo>
                    <a:pt x="2017" y="7062"/>
                    <a:pt x="2187" y="6863"/>
                    <a:pt x="2358" y="6664"/>
                  </a:cubicBezTo>
                  <a:cubicBezTo>
                    <a:pt x="2982" y="5812"/>
                    <a:pt x="3465" y="4847"/>
                    <a:pt x="3806" y="3824"/>
                  </a:cubicBezTo>
                  <a:cubicBezTo>
                    <a:pt x="4090" y="2915"/>
                    <a:pt x="4033" y="1921"/>
                    <a:pt x="3607" y="1069"/>
                  </a:cubicBezTo>
                  <a:cubicBezTo>
                    <a:pt x="3494" y="814"/>
                    <a:pt x="3352" y="558"/>
                    <a:pt x="3153" y="359"/>
                  </a:cubicBezTo>
                  <a:cubicBezTo>
                    <a:pt x="2915" y="121"/>
                    <a:pt x="2606" y="0"/>
                    <a:pt x="2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4"/>
            <p:cNvSpPr/>
            <p:nvPr/>
          </p:nvSpPr>
          <p:spPr>
            <a:xfrm>
              <a:off x="4960150" y="1184150"/>
              <a:ext cx="120000" cy="203475"/>
            </a:xfrm>
            <a:custGeom>
              <a:rect b="b" l="l" r="r" t="t"/>
              <a:pathLst>
                <a:path extrusionOk="0" h="8139" w="4800">
                  <a:moveTo>
                    <a:pt x="2232" y="1"/>
                  </a:moveTo>
                  <a:cubicBezTo>
                    <a:pt x="1824" y="1"/>
                    <a:pt x="1417" y="178"/>
                    <a:pt x="1136" y="509"/>
                  </a:cubicBezTo>
                  <a:cubicBezTo>
                    <a:pt x="1051" y="622"/>
                    <a:pt x="937" y="736"/>
                    <a:pt x="881" y="849"/>
                  </a:cubicBezTo>
                  <a:cubicBezTo>
                    <a:pt x="511" y="1389"/>
                    <a:pt x="256" y="2014"/>
                    <a:pt x="199" y="2695"/>
                  </a:cubicBezTo>
                  <a:cubicBezTo>
                    <a:pt x="0" y="4570"/>
                    <a:pt x="739" y="6444"/>
                    <a:pt x="2130" y="7750"/>
                  </a:cubicBezTo>
                  <a:cubicBezTo>
                    <a:pt x="2215" y="7835"/>
                    <a:pt x="2329" y="7921"/>
                    <a:pt x="2471" y="8006"/>
                  </a:cubicBezTo>
                  <a:cubicBezTo>
                    <a:pt x="2595" y="8095"/>
                    <a:pt x="2731" y="8139"/>
                    <a:pt x="2870" y="8139"/>
                  </a:cubicBezTo>
                  <a:cubicBezTo>
                    <a:pt x="2954" y="8139"/>
                    <a:pt x="3039" y="8123"/>
                    <a:pt x="3124" y="8091"/>
                  </a:cubicBezTo>
                  <a:cubicBezTo>
                    <a:pt x="3579" y="7977"/>
                    <a:pt x="3976" y="7750"/>
                    <a:pt x="4345" y="7495"/>
                  </a:cubicBezTo>
                  <a:cubicBezTo>
                    <a:pt x="4544" y="7381"/>
                    <a:pt x="4658" y="7154"/>
                    <a:pt x="4686" y="6927"/>
                  </a:cubicBezTo>
                  <a:cubicBezTo>
                    <a:pt x="4714" y="6359"/>
                    <a:pt x="4743" y="5819"/>
                    <a:pt x="4800" y="5223"/>
                  </a:cubicBezTo>
                  <a:cubicBezTo>
                    <a:pt x="4771" y="4825"/>
                    <a:pt x="4771" y="4399"/>
                    <a:pt x="4714" y="3916"/>
                  </a:cubicBezTo>
                  <a:cubicBezTo>
                    <a:pt x="4601" y="3036"/>
                    <a:pt x="4374" y="2156"/>
                    <a:pt x="3976" y="1360"/>
                  </a:cubicBezTo>
                  <a:cubicBezTo>
                    <a:pt x="3777" y="906"/>
                    <a:pt x="3465" y="537"/>
                    <a:pt x="3067" y="281"/>
                  </a:cubicBezTo>
                  <a:cubicBezTo>
                    <a:pt x="2818" y="92"/>
                    <a:pt x="2525" y="1"/>
                    <a:pt x="2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4"/>
            <p:cNvSpPr/>
            <p:nvPr/>
          </p:nvSpPr>
          <p:spPr>
            <a:xfrm>
              <a:off x="5127700" y="1184975"/>
              <a:ext cx="165450" cy="222800"/>
            </a:xfrm>
            <a:custGeom>
              <a:rect b="b" l="l" r="r" t="t"/>
              <a:pathLst>
                <a:path extrusionOk="0" h="8912" w="6618">
                  <a:moveTo>
                    <a:pt x="4126" y="1"/>
                  </a:moveTo>
                  <a:cubicBezTo>
                    <a:pt x="3716" y="1"/>
                    <a:pt x="3306" y="119"/>
                    <a:pt x="2954" y="362"/>
                  </a:cubicBezTo>
                  <a:cubicBezTo>
                    <a:pt x="2301" y="760"/>
                    <a:pt x="1790" y="1327"/>
                    <a:pt x="1420" y="2009"/>
                  </a:cubicBezTo>
                  <a:cubicBezTo>
                    <a:pt x="654" y="3457"/>
                    <a:pt x="171" y="5019"/>
                    <a:pt x="57" y="6666"/>
                  </a:cubicBezTo>
                  <a:cubicBezTo>
                    <a:pt x="0" y="7036"/>
                    <a:pt x="142" y="7433"/>
                    <a:pt x="426" y="7660"/>
                  </a:cubicBezTo>
                  <a:cubicBezTo>
                    <a:pt x="597" y="7802"/>
                    <a:pt x="710" y="7973"/>
                    <a:pt x="881" y="8115"/>
                  </a:cubicBezTo>
                  <a:cubicBezTo>
                    <a:pt x="1136" y="8399"/>
                    <a:pt x="1449" y="8626"/>
                    <a:pt x="1761" y="8825"/>
                  </a:cubicBezTo>
                  <a:cubicBezTo>
                    <a:pt x="1853" y="8882"/>
                    <a:pt x="1958" y="8912"/>
                    <a:pt x="2063" y="8912"/>
                  </a:cubicBezTo>
                  <a:cubicBezTo>
                    <a:pt x="2217" y="8912"/>
                    <a:pt x="2369" y="8847"/>
                    <a:pt x="2471" y="8711"/>
                  </a:cubicBezTo>
                  <a:cubicBezTo>
                    <a:pt x="3266" y="7944"/>
                    <a:pt x="4033" y="7206"/>
                    <a:pt x="4800" y="6439"/>
                  </a:cubicBezTo>
                  <a:cubicBezTo>
                    <a:pt x="5368" y="5871"/>
                    <a:pt x="5822" y="5247"/>
                    <a:pt x="6191" y="4537"/>
                  </a:cubicBezTo>
                  <a:cubicBezTo>
                    <a:pt x="6475" y="4025"/>
                    <a:pt x="6617" y="3457"/>
                    <a:pt x="6589" y="2889"/>
                  </a:cubicBezTo>
                  <a:cubicBezTo>
                    <a:pt x="6561" y="2037"/>
                    <a:pt x="6191" y="1242"/>
                    <a:pt x="5623" y="618"/>
                  </a:cubicBezTo>
                  <a:cubicBezTo>
                    <a:pt x="5217" y="211"/>
                    <a:pt x="4672" y="1"/>
                    <a:pt x="4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4"/>
            <p:cNvSpPr/>
            <p:nvPr/>
          </p:nvSpPr>
          <p:spPr>
            <a:xfrm>
              <a:off x="5440075" y="1136525"/>
              <a:ext cx="144875" cy="215825"/>
            </a:xfrm>
            <a:custGeom>
              <a:rect b="b" l="l" r="r" t="t"/>
              <a:pathLst>
                <a:path extrusionOk="0" h="8633" w="5795">
                  <a:moveTo>
                    <a:pt x="2435" y="1"/>
                  </a:moveTo>
                  <a:cubicBezTo>
                    <a:pt x="2267" y="1"/>
                    <a:pt x="2098" y="20"/>
                    <a:pt x="1932" y="56"/>
                  </a:cubicBezTo>
                  <a:cubicBezTo>
                    <a:pt x="1250" y="198"/>
                    <a:pt x="711" y="681"/>
                    <a:pt x="512" y="1306"/>
                  </a:cubicBezTo>
                  <a:cubicBezTo>
                    <a:pt x="86" y="2328"/>
                    <a:pt x="1" y="3436"/>
                    <a:pt x="228" y="4515"/>
                  </a:cubicBezTo>
                  <a:cubicBezTo>
                    <a:pt x="541" y="5878"/>
                    <a:pt x="1137" y="7156"/>
                    <a:pt x="2017" y="8264"/>
                  </a:cubicBezTo>
                  <a:lnTo>
                    <a:pt x="2046" y="8320"/>
                  </a:lnTo>
                  <a:cubicBezTo>
                    <a:pt x="2200" y="8520"/>
                    <a:pt x="2424" y="8632"/>
                    <a:pt x="2663" y="8632"/>
                  </a:cubicBezTo>
                  <a:cubicBezTo>
                    <a:pt x="2731" y="8632"/>
                    <a:pt x="2800" y="8623"/>
                    <a:pt x="2869" y="8604"/>
                  </a:cubicBezTo>
                  <a:cubicBezTo>
                    <a:pt x="3437" y="8491"/>
                    <a:pt x="4005" y="8292"/>
                    <a:pt x="4516" y="8008"/>
                  </a:cubicBezTo>
                  <a:cubicBezTo>
                    <a:pt x="4687" y="7923"/>
                    <a:pt x="4829" y="7781"/>
                    <a:pt x="4914" y="7611"/>
                  </a:cubicBezTo>
                  <a:cubicBezTo>
                    <a:pt x="5482" y="6645"/>
                    <a:pt x="5794" y="5537"/>
                    <a:pt x="5794" y="4430"/>
                  </a:cubicBezTo>
                  <a:cubicBezTo>
                    <a:pt x="5766" y="3493"/>
                    <a:pt x="5482" y="2556"/>
                    <a:pt x="4999" y="1760"/>
                  </a:cubicBezTo>
                  <a:cubicBezTo>
                    <a:pt x="4630" y="1136"/>
                    <a:pt x="4090" y="624"/>
                    <a:pt x="3437" y="255"/>
                  </a:cubicBezTo>
                  <a:cubicBezTo>
                    <a:pt x="3130" y="83"/>
                    <a:pt x="2785" y="1"/>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4"/>
            <p:cNvSpPr/>
            <p:nvPr/>
          </p:nvSpPr>
          <p:spPr>
            <a:xfrm>
              <a:off x="5375475" y="1323600"/>
              <a:ext cx="271950" cy="385425"/>
            </a:xfrm>
            <a:custGeom>
              <a:rect b="b" l="l" r="r" t="t"/>
              <a:pathLst>
                <a:path extrusionOk="0" h="15417" w="10878">
                  <a:moveTo>
                    <a:pt x="7102" y="0"/>
                  </a:moveTo>
                  <a:cubicBezTo>
                    <a:pt x="6473" y="0"/>
                    <a:pt x="5852" y="147"/>
                    <a:pt x="5283" y="440"/>
                  </a:cubicBezTo>
                  <a:cubicBezTo>
                    <a:pt x="4232" y="923"/>
                    <a:pt x="3323" y="1718"/>
                    <a:pt x="2727" y="2740"/>
                  </a:cubicBezTo>
                  <a:cubicBezTo>
                    <a:pt x="2131" y="3706"/>
                    <a:pt x="1648" y="4757"/>
                    <a:pt x="1307" y="5864"/>
                  </a:cubicBezTo>
                  <a:cubicBezTo>
                    <a:pt x="853" y="7398"/>
                    <a:pt x="483" y="8960"/>
                    <a:pt x="199" y="10550"/>
                  </a:cubicBezTo>
                  <a:cubicBezTo>
                    <a:pt x="57" y="11146"/>
                    <a:pt x="1" y="11743"/>
                    <a:pt x="1" y="12339"/>
                  </a:cubicBezTo>
                  <a:cubicBezTo>
                    <a:pt x="29" y="13106"/>
                    <a:pt x="285" y="13873"/>
                    <a:pt x="711" y="14526"/>
                  </a:cubicBezTo>
                  <a:cubicBezTo>
                    <a:pt x="1023" y="15037"/>
                    <a:pt x="1563" y="15349"/>
                    <a:pt x="2131" y="15406"/>
                  </a:cubicBezTo>
                  <a:cubicBezTo>
                    <a:pt x="2224" y="15413"/>
                    <a:pt x="2320" y="15416"/>
                    <a:pt x="2416" y="15416"/>
                  </a:cubicBezTo>
                  <a:cubicBezTo>
                    <a:pt x="2726" y="15416"/>
                    <a:pt x="3041" y="15379"/>
                    <a:pt x="3323" y="15293"/>
                  </a:cubicBezTo>
                  <a:cubicBezTo>
                    <a:pt x="3863" y="15122"/>
                    <a:pt x="4402" y="14867"/>
                    <a:pt x="4857" y="14554"/>
                  </a:cubicBezTo>
                  <a:cubicBezTo>
                    <a:pt x="5851" y="13901"/>
                    <a:pt x="6731" y="13106"/>
                    <a:pt x="7498" y="12197"/>
                  </a:cubicBezTo>
                  <a:cubicBezTo>
                    <a:pt x="8464" y="11033"/>
                    <a:pt x="9287" y="9755"/>
                    <a:pt x="9912" y="8363"/>
                  </a:cubicBezTo>
                  <a:cubicBezTo>
                    <a:pt x="10451" y="7227"/>
                    <a:pt x="10764" y="5978"/>
                    <a:pt x="10821" y="4700"/>
                  </a:cubicBezTo>
                  <a:cubicBezTo>
                    <a:pt x="10877" y="3791"/>
                    <a:pt x="10764" y="2882"/>
                    <a:pt x="10423" y="2030"/>
                  </a:cubicBezTo>
                  <a:cubicBezTo>
                    <a:pt x="10054" y="1121"/>
                    <a:pt x="9259" y="440"/>
                    <a:pt x="8322" y="184"/>
                  </a:cubicBezTo>
                  <a:cubicBezTo>
                    <a:pt x="7920" y="62"/>
                    <a:pt x="7509" y="0"/>
                    <a:pt x="7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4"/>
            <p:cNvSpPr/>
            <p:nvPr/>
          </p:nvSpPr>
          <p:spPr>
            <a:xfrm>
              <a:off x="5001325" y="1349300"/>
              <a:ext cx="220125" cy="325200"/>
            </a:xfrm>
            <a:custGeom>
              <a:rect b="b" l="l" r="r" t="t"/>
              <a:pathLst>
                <a:path extrusionOk="0" h="13008" w="8805">
                  <a:moveTo>
                    <a:pt x="3592" y="1"/>
                  </a:moveTo>
                  <a:cubicBezTo>
                    <a:pt x="3512" y="1"/>
                    <a:pt x="3432" y="3"/>
                    <a:pt x="3351" y="8"/>
                  </a:cubicBezTo>
                  <a:cubicBezTo>
                    <a:pt x="1449" y="122"/>
                    <a:pt x="0" y="1826"/>
                    <a:pt x="171" y="3729"/>
                  </a:cubicBezTo>
                  <a:cubicBezTo>
                    <a:pt x="228" y="4240"/>
                    <a:pt x="313" y="4779"/>
                    <a:pt x="398" y="5290"/>
                  </a:cubicBezTo>
                  <a:cubicBezTo>
                    <a:pt x="909" y="8130"/>
                    <a:pt x="2301" y="10487"/>
                    <a:pt x="4317" y="12532"/>
                  </a:cubicBezTo>
                  <a:cubicBezTo>
                    <a:pt x="4374" y="12617"/>
                    <a:pt x="4459" y="12674"/>
                    <a:pt x="4516" y="12731"/>
                  </a:cubicBezTo>
                  <a:cubicBezTo>
                    <a:pt x="4657" y="12912"/>
                    <a:pt x="4869" y="13008"/>
                    <a:pt x="5081" y="13008"/>
                  </a:cubicBezTo>
                  <a:cubicBezTo>
                    <a:pt x="5169" y="13008"/>
                    <a:pt x="5257" y="12991"/>
                    <a:pt x="5339" y="12958"/>
                  </a:cubicBezTo>
                  <a:cubicBezTo>
                    <a:pt x="5377" y="12939"/>
                    <a:pt x="5418" y="12933"/>
                    <a:pt x="5460" y="12933"/>
                  </a:cubicBezTo>
                  <a:cubicBezTo>
                    <a:pt x="5545" y="12933"/>
                    <a:pt x="5633" y="12958"/>
                    <a:pt x="5709" y="12958"/>
                  </a:cubicBezTo>
                  <a:cubicBezTo>
                    <a:pt x="6873" y="12845"/>
                    <a:pt x="7782" y="12333"/>
                    <a:pt x="8236" y="11197"/>
                  </a:cubicBezTo>
                  <a:cubicBezTo>
                    <a:pt x="8321" y="10942"/>
                    <a:pt x="8406" y="10715"/>
                    <a:pt x="8492" y="10459"/>
                  </a:cubicBezTo>
                  <a:cubicBezTo>
                    <a:pt x="8690" y="9749"/>
                    <a:pt x="8804" y="9011"/>
                    <a:pt x="8776" y="8272"/>
                  </a:cubicBezTo>
                  <a:cubicBezTo>
                    <a:pt x="8776" y="6568"/>
                    <a:pt x="8435" y="4893"/>
                    <a:pt x="7810" y="3303"/>
                  </a:cubicBezTo>
                  <a:cubicBezTo>
                    <a:pt x="7356" y="2309"/>
                    <a:pt x="6674" y="1428"/>
                    <a:pt x="5822" y="747"/>
                  </a:cubicBezTo>
                  <a:cubicBezTo>
                    <a:pt x="5177" y="256"/>
                    <a:pt x="4391" y="1"/>
                    <a:pt x="3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4"/>
            <p:cNvSpPr/>
            <p:nvPr/>
          </p:nvSpPr>
          <p:spPr>
            <a:xfrm>
              <a:off x="4811750" y="1499700"/>
              <a:ext cx="144150" cy="289675"/>
            </a:xfrm>
            <a:custGeom>
              <a:rect b="b" l="l" r="r" t="t"/>
              <a:pathLst>
                <a:path extrusionOk="0" h="11587" w="5766">
                  <a:moveTo>
                    <a:pt x="2983" y="1"/>
                  </a:moveTo>
                  <a:cubicBezTo>
                    <a:pt x="2907" y="1"/>
                    <a:pt x="2831" y="5"/>
                    <a:pt x="2756" y="13"/>
                  </a:cubicBezTo>
                  <a:cubicBezTo>
                    <a:pt x="1648" y="98"/>
                    <a:pt x="739" y="836"/>
                    <a:pt x="398" y="1887"/>
                  </a:cubicBezTo>
                  <a:cubicBezTo>
                    <a:pt x="228" y="2427"/>
                    <a:pt x="143" y="2995"/>
                    <a:pt x="114" y="3563"/>
                  </a:cubicBezTo>
                  <a:cubicBezTo>
                    <a:pt x="1" y="5607"/>
                    <a:pt x="484" y="7539"/>
                    <a:pt x="966" y="9498"/>
                  </a:cubicBezTo>
                  <a:cubicBezTo>
                    <a:pt x="995" y="9782"/>
                    <a:pt x="1165" y="10038"/>
                    <a:pt x="1421" y="10180"/>
                  </a:cubicBezTo>
                  <a:cubicBezTo>
                    <a:pt x="1563" y="10265"/>
                    <a:pt x="1591" y="10407"/>
                    <a:pt x="1648" y="10549"/>
                  </a:cubicBezTo>
                  <a:cubicBezTo>
                    <a:pt x="1762" y="10719"/>
                    <a:pt x="1847" y="10918"/>
                    <a:pt x="1960" y="11088"/>
                  </a:cubicBezTo>
                  <a:cubicBezTo>
                    <a:pt x="2193" y="11411"/>
                    <a:pt x="2562" y="11587"/>
                    <a:pt x="2931" y="11587"/>
                  </a:cubicBezTo>
                  <a:cubicBezTo>
                    <a:pt x="3146" y="11587"/>
                    <a:pt x="3362" y="11527"/>
                    <a:pt x="3551" y="11401"/>
                  </a:cubicBezTo>
                  <a:cubicBezTo>
                    <a:pt x="3835" y="11230"/>
                    <a:pt x="4090" y="11003"/>
                    <a:pt x="4261" y="10719"/>
                  </a:cubicBezTo>
                  <a:cubicBezTo>
                    <a:pt x="4545" y="10350"/>
                    <a:pt x="4772" y="9924"/>
                    <a:pt x="4971" y="9498"/>
                  </a:cubicBezTo>
                  <a:cubicBezTo>
                    <a:pt x="5567" y="8192"/>
                    <a:pt x="5709" y="6800"/>
                    <a:pt x="5737" y="5380"/>
                  </a:cubicBezTo>
                  <a:cubicBezTo>
                    <a:pt x="5766" y="4244"/>
                    <a:pt x="5595" y="3080"/>
                    <a:pt x="5255" y="1972"/>
                  </a:cubicBezTo>
                  <a:cubicBezTo>
                    <a:pt x="5169" y="1603"/>
                    <a:pt x="4999" y="1262"/>
                    <a:pt x="4772" y="950"/>
                  </a:cubicBezTo>
                  <a:cubicBezTo>
                    <a:pt x="4387" y="359"/>
                    <a:pt x="3699" y="1"/>
                    <a:pt x="29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4"/>
            <p:cNvSpPr/>
            <p:nvPr/>
          </p:nvSpPr>
          <p:spPr>
            <a:xfrm>
              <a:off x="4748575" y="2183000"/>
              <a:ext cx="754025" cy="592250"/>
            </a:xfrm>
            <a:custGeom>
              <a:rect b="b" l="l" r="r" t="t"/>
              <a:pathLst>
                <a:path extrusionOk="0" h="23690" w="30161">
                  <a:moveTo>
                    <a:pt x="30160" y="1"/>
                  </a:moveTo>
                  <a:lnTo>
                    <a:pt x="30160" y="1"/>
                  </a:lnTo>
                  <a:cubicBezTo>
                    <a:pt x="29109" y="1023"/>
                    <a:pt x="23174" y="1790"/>
                    <a:pt x="15904" y="1846"/>
                  </a:cubicBezTo>
                  <a:lnTo>
                    <a:pt x="15052" y="1846"/>
                  </a:lnTo>
                  <a:cubicBezTo>
                    <a:pt x="7441" y="1846"/>
                    <a:pt x="1136" y="1051"/>
                    <a:pt x="0" y="29"/>
                  </a:cubicBezTo>
                  <a:lnTo>
                    <a:pt x="0" y="29"/>
                  </a:lnTo>
                  <a:cubicBezTo>
                    <a:pt x="0" y="86"/>
                    <a:pt x="0" y="143"/>
                    <a:pt x="29" y="199"/>
                  </a:cubicBezTo>
                  <a:cubicBezTo>
                    <a:pt x="142" y="654"/>
                    <a:pt x="228" y="1108"/>
                    <a:pt x="341" y="1563"/>
                  </a:cubicBezTo>
                  <a:cubicBezTo>
                    <a:pt x="1051" y="4317"/>
                    <a:pt x="1704" y="7072"/>
                    <a:pt x="2414" y="9827"/>
                  </a:cubicBezTo>
                  <a:cubicBezTo>
                    <a:pt x="3181" y="12837"/>
                    <a:pt x="3976" y="15847"/>
                    <a:pt x="4800" y="18886"/>
                  </a:cubicBezTo>
                  <a:cubicBezTo>
                    <a:pt x="4970" y="19539"/>
                    <a:pt x="5084" y="20249"/>
                    <a:pt x="5339" y="20931"/>
                  </a:cubicBezTo>
                  <a:cubicBezTo>
                    <a:pt x="5396" y="21158"/>
                    <a:pt x="5567" y="21385"/>
                    <a:pt x="5794" y="21527"/>
                  </a:cubicBezTo>
                  <a:cubicBezTo>
                    <a:pt x="6248" y="21811"/>
                    <a:pt x="6759" y="22038"/>
                    <a:pt x="7299" y="22152"/>
                  </a:cubicBezTo>
                  <a:cubicBezTo>
                    <a:pt x="7393" y="22246"/>
                    <a:pt x="7526" y="22301"/>
                    <a:pt x="7682" y="22301"/>
                  </a:cubicBezTo>
                  <a:cubicBezTo>
                    <a:pt x="7714" y="22301"/>
                    <a:pt x="7748" y="22299"/>
                    <a:pt x="7782" y="22294"/>
                  </a:cubicBezTo>
                  <a:cubicBezTo>
                    <a:pt x="8520" y="22606"/>
                    <a:pt x="9287" y="22805"/>
                    <a:pt x="10082" y="22890"/>
                  </a:cubicBezTo>
                  <a:cubicBezTo>
                    <a:pt x="10165" y="22973"/>
                    <a:pt x="10294" y="23026"/>
                    <a:pt x="10424" y="23026"/>
                  </a:cubicBezTo>
                  <a:cubicBezTo>
                    <a:pt x="10471" y="23026"/>
                    <a:pt x="10519" y="23019"/>
                    <a:pt x="10565" y="23004"/>
                  </a:cubicBezTo>
                  <a:cubicBezTo>
                    <a:pt x="11388" y="23259"/>
                    <a:pt x="12240" y="23430"/>
                    <a:pt x="13092" y="23430"/>
                  </a:cubicBezTo>
                  <a:cubicBezTo>
                    <a:pt x="13196" y="23513"/>
                    <a:pt x="13315" y="23566"/>
                    <a:pt x="13439" y="23566"/>
                  </a:cubicBezTo>
                  <a:cubicBezTo>
                    <a:pt x="13484" y="23566"/>
                    <a:pt x="13529" y="23558"/>
                    <a:pt x="13575" y="23543"/>
                  </a:cubicBezTo>
                  <a:cubicBezTo>
                    <a:pt x="14032" y="23585"/>
                    <a:pt x="14490" y="23611"/>
                    <a:pt x="14947" y="23611"/>
                  </a:cubicBezTo>
                  <a:cubicBezTo>
                    <a:pt x="15115" y="23611"/>
                    <a:pt x="15282" y="23608"/>
                    <a:pt x="15449" y="23600"/>
                  </a:cubicBezTo>
                  <a:cubicBezTo>
                    <a:pt x="15541" y="23661"/>
                    <a:pt x="15640" y="23689"/>
                    <a:pt x="15739" y="23689"/>
                  </a:cubicBezTo>
                  <a:cubicBezTo>
                    <a:pt x="15825" y="23689"/>
                    <a:pt x="15910" y="23668"/>
                    <a:pt x="15989" y="23628"/>
                  </a:cubicBezTo>
                  <a:cubicBezTo>
                    <a:pt x="16131" y="23657"/>
                    <a:pt x="16301" y="23657"/>
                    <a:pt x="16443" y="23685"/>
                  </a:cubicBezTo>
                  <a:cubicBezTo>
                    <a:pt x="17153" y="23685"/>
                    <a:pt x="17835" y="23628"/>
                    <a:pt x="18516" y="23543"/>
                  </a:cubicBezTo>
                  <a:cubicBezTo>
                    <a:pt x="18582" y="23565"/>
                    <a:pt x="18643" y="23574"/>
                    <a:pt x="18702" y="23574"/>
                  </a:cubicBezTo>
                  <a:cubicBezTo>
                    <a:pt x="18800" y="23574"/>
                    <a:pt x="18894" y="23550"/>
                    <a:pt x="18999" y="23515"/>
                  </a:cubicBezTo>
                  <a:cubicBezTo>
                    <a:pt x="19397" y="23458"/>
                    <a:pt x="19823" y="23458"/>
                    <a:pt x="20220" y="23373"/>
                  </a:cubicBezTo>
                  <a:cubicBezTo>
                    <a:pt x="20561" y="23344"/>
                    <a:pt x="20902" y="23259"/>
                    <a:pt x="21214" y="23117"/>
                  </a:cubicBezTo>
                  <a:cubicBezTo>
                    <a:pt x="21260" y="23132"/>
                    <a:pt x="21306" y="23140"/>
                    <a:pt x="21350" y="23140"/>
                  </a:cubicBezTo>
                  <a:cubicBezTo>
                    <a:pt x="21472" y="23140"/>
                    <a:pt x="21586" y="23087"/>
                    <a:pt x="21669" y="23004"/>
                  </a:cubicBezTo>
                  <a:cubicBezTo>
                    <a:pt x="22265" y="22918"/>
                    <a:pt x="22805" y="22748"/>
                    <a:pt x="23316" y="22436"/>
                  </a:cubicBezTo>
                  <a:cubicBezTo>
                    <a:pt x="23352" y="22448"/>
                    <a:pt x="23389" y="22453"/>
                    <a:pt x="23425" y="22453"/>
                  </a:cubicBezTo>
                  <a:cubicBezTo>
                    <a:pt x="23557" y="22453"/>
                    <a:pt x="23681" y="22377"/>
                    <a:pt x="23770" y="22265"/>
                  </a:cubicBezTo>
                  <a:cubicBezTo>
                    <a:pt x="24452" y="22038"/>
                    <a:pt x="25077" y="21669"/>
                    <a:pt x="25588" y="21215"/>
                  </a:cubicBezTo>
                  <a:cubicBezTo>
                    <a:pt x="25843" y="20959"/>
                    <a:pt x="26042" y="20647"/>
                    <a:pt x="26071" y="20306"/>
                  </a:cubicBezTo>
                  <a:cubicBezTo>
                    <a:pt x="26383" y="18715"/>
                    <a:pt x="26724" y="17153"/>
                    <a:pt x="27036" y="15592"/>
                  </a:cubicBezTo>
                  <a:cubicBezTo>
                    <a:pt x="27405" y="13831"/>
                    <a:pt x="27775" y="12098"/>
                    <a:pt x="28144" y="10366"/>
                  </a:cubicBezTo>
                  <a:cubicBezTo>
                    <a:pt x="28627" y="8009"/>
                    <a:pt x="29138" y="5624"/>
                    <a:pt x="29649" y="3238"/>
                  </a:cubicBezTo>
                  <a:cubicBezTo>
                    <a:pt x="29791" y="2443"/>
                    <a:pt x="29961" y="1676"/>
                    <a:pt x="30103" y="881"/>
                  </a:cubicBezTo>
                  <a:cubicBezTo>
                    <a:pt x="30132" y="597"/>
                    <a:pt x="30160" y="313"/>
                    <a:pt x="30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4"/>
            <p:cNvSpPr/>
            <p:nvPr/>
          </p:nvSpPr>
          <p:spPr>
            <a:xfrm>
              <a:off x="4743600" y="2121225"/>
              <a:ext cx="763250" cy="107250"/>
            </a:xfrm>
            <a:custGeom>
              <a:rect b="b" l="l" r="r" t="t"/>
              <a:pathLst>
                <a:path extrusionOk="0" h="4290" w="30530">
                  <a:moveTo>
                    <a:pt x="15251" y="1"/>
                  </a:moveTo>
                  <a:cubicBezTo>
                    <a:pt x="6816" y="1"/>
                    <a:pt x="1" y="966"/>
                    <a:pt x="1" y="2159"/>
                  </a:cubicBezTo>
                  <a:cubicBezTo>
                    <a:pt x="1" y="3352"/>
                    <a:pt x="6816" y="4289"/>
                    <a:pt x="15251" y="4289"/>
                  </a:cubicBezTo>
                  <a:cubicBezTo>
                    <a:pt x="23685" y="4289"/>
                    <a:pt x="30529" y="3352"/>
                    <a:pt x="30529" y="2159"/>
                  </a:cubicBezTo>
                  <a:cubicBezTo>
                    <a:pt x="30529" y="966"/>
                    <a:pt x="23685" y="1"/>
                    <a:pt x="15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4"/>
            <p:cNvSpPr/>
            <p:nvPr/>
          </p:nvSpPr>
          <p:spPr>
            <a:xfrm>
              <a:off x="4775550" y="2164550"/>
              <a:ext cx="699350" cy="63925"/>
            </a:xfrm>
            <a:custGeom>
              <a:rect b="b" l="l" r="r" t="t"/>
              <a:pathLst>
                <a:path extrusionOk="0" h="2557" w="27974">
                  <a:moveTo>
                    <a:pt x="13973" y="0"/>
                  </a:moveTo>
                  <a:cubicBezTo>
                    <a:pt x="6248" y="0"/>
                    <a:pt x="1" y="568"/>
                    <a:pt x="1" y="1278"/>
                  </a:cubicBezTo>
                  <a:cubicBezTo>
                    <a:pt x="1" y="1988"/>
                    <a:pt x="6248" y="2556"/>
                    <a:pt x="13973" y="2556"/>
                  </a:cubicBezTo>
                  <a:cubicBezTo>
                    <a:pt x="21697" y="2556"/>
                    <a:pt x="27973" y="1988"/>
                    <a:pt x="27973" y="1278"/>
                  </a:cubicBezTo>
                  <a:cubicBezTo>
                    <a:pt x="27973" y="568"/>
                    <a:pt x="21697" y="0"/>
                    <a:pt x="13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4"/>
            <p:cNvSpPr/>
            <p:nvPr/>
          </p:nvSpPr>
          <p:spPr>
            <a:xfrm>
              <a:off x="5044625" y="1572100"/>
              <a:ext cx="508375" cy="655650"/>
            </a:xfrm>
            <a:custGeom>
              <a:rect b="b" l="l" r="r" t="t"/>
              <a:pathLst>
                <a:path extrusionOk="0" h="26226" w="20335">
                  <a:moveTo>
                    <a:pt x="10488" y="0"/>
                  </a:moveTo>
                  <a:cubicBezTo>
                    <a:pt x="9733" y="0"/>
                    <a:pt x="8999" y="91"/>
                    <a:pt x="8322" y="269"/>
                  </a:cubicBezTo>
                  <a:cubicBezTo>
                    <a:pt x="6362" y="809"/>
                    <a:pt x="4630" y="1973"/>
                    <a:pt x="3380" y="3592"/>
                  </a:cubicBezTo>
                  <a:cubicBezTo>
                    <a:pt x="1875" y="5381"/>
                    <a:pt x="881" y="7568"/>
                    <a:pt x="512" y="9896"/>
                  </a:cubicBezTo>
                  <a:cubicBezTo>
                    <a:pt x="86" y="12339"/>
                    <a:pt x="1" y="14838"/>
                    <a:pt x="256" y="17337"/>
                  </a:cubicBezTo>
                  <a:cubicBezTo>
                    <a:pt x="427" y="18927"/>
                    <a:pt x="626" y="20518"/>
                    <a:pt x="824" y="22108"/>
                  </a:cubicBezTo>
                  <a:cubicBezTo>
                    <a:pt x="881" y="22534"/>
                    <a:pt x="966" y="22960"/>
                    <a:pt x="1052" y="23357"/>
                  </a:cubicBezTo>
                  <a:cubicBezTo>
                    <a:pt x="1137" y="23869"/>
                    <a:pt x="1449" y="24295"/>
                    <a:pt x="1903" y="24522"/>
                  </a:cubicBezTo>
                  <a:cubicBezTo>
                    <a:pt x="2784" y="25033"/>
                    <a:pt x="3721" y="25459"/>
                    <a:pt x="4687" y="25800"/>
                  </a:cubicBezTo>
                  <a:cubicBezTo>
                    <a:pt x="5226" y="25970"/>
                    <a:pt x="5766" y="26112"/>
                    <a:pt x="6305" y="26226"/>
                  </a:cubicBezTo>
                  <a:cubicBezTo>
                    <a:pt x="10224" y="26112"/>
                    <a:pt x="13604" y="25771"/>
                    <a:pt x="15791" y="25345"/>
                  </a:cubicBezTo>
                  <a:cubicBezTo>
                    <a:pt x="15961" y="25147"/>
                    <a:pt x="16131" y="24976"/>
                    <a:pt x="16245" y="24749"/>
                  </a:cubicBezTo>
                  <a:lnTo>
                    <a:pt x="16359" y="24579"/>
                  </a:lnTo>
                  <a:cubicBezTo>
                    <a:pt x="17551" y="22591"/>
                    <a:pt x="18545" y="20489"/>
                    <a:pt x="19284" y="18274"/>
                  </a:cubicBezTo>
                  <a:cubicBezTo>
                    <a:pt x="19965" y="16201"/>
                    <a:pt x="20306" y="14014"/>
                    <a:pt x="20334" y="11827"/>
                  </a:cubicBezTo>
                  <a:cubicBezTo>
                    <a:pt x="20334" y="10408"/>
                    <a:pt x="20164" y="8959"/>
                    <a:pt x="19823" y="7568"/>
                  </a:cubicBezTo>
                  <a:cubicBezTo>
                    <a:pt x="19312" y="5637"/>
                    <a:pt x="18318" y="3876"/>
                    <a:pt x="16898" y="2484"/>
                  </a:cubicBezTo>
                  <a:cubicBezTo>
                    <a:pt x="15176" y="804"/>
                    <a:pt x="12737" y="0"/>
                    <a:pt x="10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4"/>
            <p:cNvSpPr/>
            <p:nvPr/>
          </p:nvSpPr>
          <p:spPr>
            <a:xfrm>
              <a:off x="5428025" y="2190800"/>
              <a:ext cx="4275" cy="2875"/>
            </a:xfrm>
            <a:custGeom>
              <a:rect b="b" l="l" r="r" t="t"/>
              <a:pathLst>
                <a:path extrusionOk="0" h="115" w="171">
                  <a:moveTo>
                    <a:pt x="171" y="1"/>
                  </a:moveTo>
                  <a:cubicBezTo>
                    <a:pt x="85" y="1"/>
                    <a:pt x="0" y="1"/>
                    <a:pt x="0" y="115"/>
                  </a:cubicBezTo>
                  <a:cubicBezTo>
                    <a:pt x="85" y="115"/>
                    <a:pt x="142" y="58"/>
                    <a:pt x="171" y="1"/>
                  </a:cubicBezTo>
                  <a:close/>
                </a:path>
              </a:pathLst>
            </a:custGeom>
            <a:solidFill>
              <a:srgbClr val="EE8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4"/>
            <p:cNvSpPr/>
            <p:nvPr/>
          </p:nvSpPr>
          <p:spPr>
            <a:xfrm>
              <a:off x="5117750" y="2412975"/>
              <a:ext cx="352175" cy="858700"/>
            </a:xfrm>
            <a:custGeom>
              <a:rect b="b" l="l" r="r" t="t"/>
              <a:pathLst>
                <a:path extrusionOk="0" h="34348" w="14087">
                  <a:moveTo>
                    <a:pt x="12350" y="0"/>
                  </a:moveTo>
                  <a:cubicBezTo>
                    <a:pt x="12026" y="0"/>
                    <a:pt x="11894" y="216"/>
                    <a:pt x="11786" y="457"/>
                  </a:cubicBezTo>
                  <a:cubicBezTo>
                    <a:pt x="11730" y="599"/>
                    <a:pt x="11701" y="770"/>
                    <a:pt x="11701" y="940"/>
                  </a:cubicBezTo>
                  <a:cubicBezTo>
                    <a:pt x="11644" y="1877"/>
                    <a:pt x="11588" y="2786"/>
                    <a:pt x="11559" y="3695"/>
                  </a:cubicBezTo>
                  <a:cubicBezTo>
                    <a:pt x="11474" y="5739"/>
                    <a:pt x="11389" y="7756"/>
                    <a:pt x="11304" y="9800"/>
                  </a:cubicBezTo>
                  <a:cubicBezTo>
                    <a:pt x="11218" y="12470"/>
                    <a:pt x="11133" y="15139"/>
                    <a:pt x="11020" y="17809"/>
                  </a:cubicBezTo>
                  <a:lnTo>
                    <a:pt x="10878" y="22211"/>
                  </a:lnTo>
                  <a:cubicBezTo>
                    <a:pt x="10849" y="22353"/>
                    <a:pt x="10849" y="22495"/>
                    <a:pt x="10821" y="22637"/>
                  </a:cubicBezTo>
                  <a:cubicBezTo>
                    <a:pt x="10821" y="22677"/>
                    <a:pt x="10778" y="22717"/>
                    <a:pt x="10733" y="22717"/>
                  </a:cubicBezTo>
                  <a:cubicBezTo>
                    <a:pt x="10715" y="22717"/>
                    <a:pt x="10695" y="22710"/>
                    <a:pt x="10679" y="22694"/>
                  </a:cubicBezTo>
                  <a:cubicBezTo>
                    <a:pt x="10594" y="22665"/>
                    <a:pt x="10508" y="22608"/>
                    <a:pt x="10423" y="22580"/>
                  </a:cubicBezTo>
                  <a:lnTo>
                    <a:pt x="4317" y="18576"/>
                  </a:lnTo>
                  <a:cubicBezTo>
                    <a:pt x="3352" y="17951"/>
                    <a:pt x="2358" y="17355"/>
                    <a:pt x="1392" y="16730"/>
                  </a:cubicBezTo>
                  <a:cubicBezTo>
                    <a:pt x="1194" y="16616"/>
                    <a:pt x="966" y="16503"/>
                    <a:pt x="768" y="16389"/>
                  </a:cubicBezTo>
                  <a:cubicBezTo>
                    <a:pt x="720" y="16370"/>
                    <a:pt x="673" y="16361"/>
                    <a:pt x="627" y="16361"/>
                  </a:cubicBezTo>
                  <a:cubicBezTo>
                    <a:pt x="534" y="16361"/>
                    <a:pt x="446" y="16398"/>
                    <a:pt x="370" y="16474"/>
                  </a:cubicBezTo>
                  <a:cubicBezTo>
                    <a:pt x="200" y="16559"/>
                    <a:pt x="114" y="16730"/>
                    <a:pt x="58" y="16929"/>
                  </a:cubicBezTo>
                  <a:cubicBezTo>
                    <a:pt x="1" y="17213"/>
                    <a:pt x="1" y="17497"/>
                    <a:pt x="29" y="17781"/>
                  </a:cubicBezTo>
                  <a:cubicBezTo>
                    <a:pt x="114" y="18519"/>
                    <a:pt x="86" y="18519"/>
                    <a:pt x="682" y="18916"/>
                  </a:cubicBezTo>
                  <a:cubicBezTo>
                    <a:pt x="1960" y="19768"/>
                    <a:pt x="3238" y="20620"/>
                    <a:pt x="4488" y="21472"/>
                  </a:cubicBezTo>
                  <a:cubicBezTo>
                    <a:pt x="6476" y="22864"/>
                    <a:pt x="8492" y="24170"/>
                    <a:pt x="10423" y="25647"/>
                  </a:cubicBezTo>
                  <a:cubicBezTo>
                    <a:pt x="10622" y="25789"/>
                    <a:pt x="10764" y="26016"/>
                    <a:pt x="10736" y="26272"/>
                  </a:cubicBezTo>
                  <a:cubicBezTo>
                    <a:pt x="10650" y="28487"/>
                    <a:pt x="10594" y="30730"/>
                    <a:pt x="10508" y="32946"/>
                  </a:cubicBezTo>
                  <a:cubicBezTo>
                    <a:pt x="10508" y="33229"/>
                    <a:pt x="10480" y="33513"/>
                    <a:pt x="10395" y="33797"/>
                  </a:cubicBezTo>
                  <a:cubicBezTo>
                    <a:pt x="10310" y="34025"/>
                    <a:pt x="10366" y="34138"/>
                    <a:pt x="10594" y="34223"/>
                  </a:cubicBezTo>
                  <a:cubicBezTo>
                    <a:pt x="10832" y="34310"/>
                    <a:pt x="11071" y="34347"/>
                    <a:pt x="11322" y="34347"/>
                  </a:cubicBezTo>
                  <a:cubicBezTo>
                    <a:pt x="11400" y="34347"/>
                    <a:pt x="11479" y="34344"/>
                    <a:pt x="11559" y="34337"/>
                  </a:cubicBezTo>
                  <a:cubicBezTo>
                    <a:pt x="11759" y="34304"/>
                    <a:pt x="11968" y="34290"/>
                    <a:pt x="12182" y="34290"/>
                  </a:cubicBezTo>
                  <a:cubicBezTo>
                    <a:pt x="12333" y="34290"/>
                    <a:pt x="12485" y="34297"/>
                    <a:pt x="12638" y="34309"/>
                  </a:cubicBezTo>
                  <a:cubicBezTo>
                    <a:pt x="12668" y="34319"/>
                    <a:pt x="12699" y="34323"/>
                    <a:pt x="12729" y="34323"/>
                  </a:cubicBezTo>
                  <a:cubicBezTo>
                    <a:pt x="12874" y="34323"/>
                    <a:pt x="13017" y="34217"/>
                    <a:pt x="13064" y="34053"/>
                  </a:cubicBezTo>
                  <a:cubicBezTo>
                    <a:pt x="13093" y="33911"/>
                    <a:pt x="13121" y="33769"/>
                    <a:pt x="13121" y="33627"/>
                  </a:cubicBezTo>
                  <a:cubicBezTo>
                    <a:pt x="13206" y="30787"/>
                    <a:pt x="13292" y="27947"/>
                    <a:pt x="13377" y="25107"/>
                  </a:cubicBezTo>
                  <a:cubicBezTo>
                    <a:pt x="13462" y="22495"/>
                    <a:pt x="13547" y="19882"/>
                    <a:pt x="13604" y="17241"/>
                  </a:cubicBezTo>
                  <a:cubicBezTo>
                    <a:pt x="13661" y="15537"/>
                    <a:pt x="13718" y="13833"/>
                    <a:pt x="13774" y="12129"/>
                  </a:cubicBezTo>
                  <a:cubicBezTo>
                    <a:pt x="13803" y="10709"/>
                    <a:pt x="13860" y="9261"/>
                    <a:pt x="13888" y="7812"/>
                  </a:cubicBezTo>
                  <a:cubicBezTo>
                    <a:pt x="13945" y="5541"/>
                    <a:pt x="14002" y="3269"/>
                    <a:pt x="14087" y="997"/>
                  </a:cubicBezTo>
                  <a:cubicBezTo>
                    <a:pt x="14087" y="826"/>
                    <a:pt x="14058" y="628"/>
                    <a:pt x="14030" y="457"/>
                  </a:cubicBezTo>
                  <a:cubicBezTo>
                    <a:pt x="14030" y="218"/>
                    <a:pt x="13831" y="28"/>
                    <a:pt x="13596" y="28"/>
                  </a:cubicBezTo>
                  <a:cubicBezTo>
                    <a:pt x="13580" y="28"/>
                    <a:pt x="13563" y="29"/>
                    <a:pt x="13547" y="31"/>
                  </a:cubicBezTo>
                  <a:cubicBezTo>
                    <a:pt x="13363" y="31"/>
                    <a:pt x="13171" y="38"/>
                    <a:pt x="12979" y="38"/>
                  </a:cubicBezTo>
                  <a:cubicBezTo>
                    <a:pt x="12787" y="38"/>
                    <a:pt x="12596" y="31"/>
                    <a:pt x="12411" y="3"/>
                  </a:cubicBezTo>
                  <a:cubicBezTo>
                    <a:pt x="12390" y="1"/>
                    <a:pt x="12370" y="0"/>
                    <a:pt x="123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4"/>
            <p:cNvSpPr/>
            <p:nvPr/>
          </p:nvSpPr>
          <p:spPr>
            <a:xfrm>
              <a:off x="4794000" y="2412975"/>
              <a:ext cx="352175" cy="858700"/>
            </a:xfrm>
            <a:custGeom>
              <a:rect b="b" l="l" r="r" t="t"/>
              <a:pathLst>
                <a:path extrusionOk="0" h="34348" w="14087">
                  <a:moveTo>
                    <a:pt x="1709" y="0"/>
                  </a:moveTo>
                  <a:cubicBezTo>
                    <a:pt x="1689" y="0"/>
                    <a:pt x="1669" y="1"/>
                    <a:pt x="1648" y="3"/>
                  </a:cubicBezTo>
                  <a:cubicBezTo>
                    <a:pt x="1463" y="31"/>
                    <a:pt x="1279" y="38"/>
                    <a:pt x="1091" y="38"/>
                  </a:cubicBezTo>
                  <a:cubicBezTo>
                    <a:pt x="903" y="38"/>
                    <a:pt x="711" y="31"/>
                    <a:pt x="512" y="31"/>
                  </a:cubicBezTo>
                  <a:cubicBezTo>
                    <a:pt x="496" y="29"/>
                    <a:pt x="480" y="28"/>
                    <a:pt x="464" y="28"/>
                  </a:cubicBezTo>
                  <a:cubicBezTo>
                    <a:pt x="232" y="28"/>
                    <a:pt x="56" y="218"/>
                    <a:pt x="29" y="457"/>
                  </a:cubicBezTo>
                  <a:cubicBezTo>
                    <a:pt x="1" y="628"/>
                    <a:pt x="1" y="826"/>
                    <a:pt x="1" y="997"/>
                  </a:cubicBezTo>
                  <a:cubicBezTo>
                    <a:pt x="58" y="3269"/>
                    <a:pt x="115" y="5541"/>
                    <a:pt x="200" y="7812"/>
                  </a:cubicBezTo>
                  <a:cubicBezTo>
                    <a:pt x="228" y="9261"/>
                    <a:pt x="257" y="10709"/>
                    <a:pt x="313" y="12129"/>
                  </a:cubicBezTo>
                  <a:cubicBezTo>
                    <a:pt x="370" y="13833"/>
                    <a:pt x="427" y="15537"/>
                    <a:pt x="455" y="17241"/>
                  </a:cubicBezTo>
                  <a:cubicBezTo>
                    <a:pt x="540" y="19882"/>
                    <a:pt x="626" y="22495"/>
                    <a:pt x="682" y="25107"/>
                  </a:cubicBezTo>
                  <a:cubicBezTo>
                    <a:pt x="768" y="27947"/>
                    <a:pt x="853" y="30787"/>
                    <a:pt x="966" y="33627"/>
                  </a:cubicBezTo>
                  <a:cubicBezTo>
                    <a:pt x="966" y="33769"/>
                    <a:pt x="966" y="33911"/>
                    <a:pt x="1023" y="34053"/>
                  </a:cubicBezTo>
                  <a:cubicBezTo>
                    <a:pt x="1070" y="34217"/>
                    <a:pt x="1195" y="34323"/>
                    <a:pt x="1348" y="34323"/>
                  </a:cubicBezTo>
                  <a:cubicBezTo>
                    <a:pt x="1381" y="34323"/>
                    <a:pt x="1415" y="34319"/>
                    <a:pt x="1449" y="34309"/>
                  </a:cubicBezTo>
                  <a:cubicBezTo>
                    <a:pt x="1602" y="34297"/>
                    <a:pt x="1750" y="34290"/>
                    <a:pt x="1897" y="34290"/>
                  </a:cubicBezTo>
                  <a:cubicBezTo>
                    <a:pt x="2106" y="34290"/>
                    <a:pt x="2312" y="34304"/>
                    <a:pt x="2528" y="34337"/>
                  </a:cubicBezTo>
                  <a:cubicBezTo>
                    <a:pt x="2602" y="34344"/>
                    <a:pt x="2677" y="34347"/>
                    <a:pt x="2754" y="34347"/>
                  </a:cubicBezTo>
                  <a:cubicBezTo>
                    <a:pt x="3000" y="34347"/>
                    <a:pt x="3255" y="34310"/>
                    <a:pt x="3494" y="34223"/>
                  </a:cubicBezTo>
                  <a:cubicBezTo>
                    <a:pt x="3693" y="34138"/>
                    <a:pt x="3778" y="34025"/>
                    <a:pt x="3693" y="33797"/>
                  </a:cubicBezTo>
                  <a:cubicBezTo>
                    <a:pt x="3608" y="33513"/>
                    <a:pt x="3579" y="33229"/>
                    <a:pt x="3579" y="32946"/>
                  </a:cubicBezTo>
                  <a:cubicBezTo>
                    <a:pt x="3494" y="30730"/>
                    <a:pt x="3437" y="28487"/>
                    <a:pt x="3352" y="26272"/>
                  </a:cubicBezTo>
                  <a:cubicBezTo>
                    <a:pt x="3324" y="26016"/>
                    <a:pt x="3437" y="25789"/>
                    <a:pt x="3664" y="25647"/>
                  </a:cubicBezTo>
                  <a:cubicBezTo>
                    <a:pt x="5567" y="24170"/>
                    <a:pt x="7612" y="22864"/>
                    <a:pt x="9571" y="21472"/>
                  </a:cubicBezTo>
                  <a:cubicBezTo>
                    <a:pt x="10849" y="20620"/>
                    <a:pt x="12127" y="19768"/>
                    <a:pt x="13405" y="18916"/>
                  </a:cubicBezTo>
                  <a:cubicBezTo>
                    <a:pt x="14002" y="18519"/>
                    <a:pt x="13973" y="18519"/>
                    <a:pt x="14058" y="17781"/>
                  </a:cubicBezTo>
                  <a:cubicBezTo>
                    <a:pt x="14087" y="17497"/>
                    <a:pt x="14058" y="17213"/>
                    <a:pt x="14030" y="16929"/>
                  </a:cubicBezTo>
                  <a:cubicBezTo>
                    <a:pt x="13973" y="16730"/>
                    <a:pt x="13860" y="16559"/>
                    <a:pt x="13718" y="16474"/>
                  </a:cubicBezTo>
                  <a:cubicBezTo>
                    <a:pt x="13642" y="16398"/>
                    <a:pt x="13554" y="16361"/>
                    <a:pt x="13461" y="16361"/>
                  </a:cubicBezTo>
                  <a:cubicBezTo>
                    <a:pt x="13415" y="16361"/>
                    <a:pt x="13367" y="16370"/>
                    <a:pt x="13320" y="16389"/>
                  </a:cubicBezTo>
                  <a:cubicBezTo>
                    <a:pt x="13121" y="16503"/>
                    <a:pt x="12894" y="16616"/>
                    <a:pt x="12695" y="16730"/>
                  </a:cubicBezTo>
                  <a:cubicBezTo>
                    <a:pt x="11730" y="17355"/>
                    <a:pt x="10736" y="17951"/>
                    <a:pt x="9770" y="18576"/>
                  </a:cubicBezTo>
                  <a:lnTo>
                    <a:pt x="3636" y="22580"/>
                  </a:lnTo>
                  <a:cubicBezTo>
                    <a:pt x="3579" y="22608"/>
                    <a:pt x="3494" y="22665"/>
                    <a:pt x="3409" y="22694"/>
                  </a:cubicBezTo>
                  <a:cubicBezTo>
                    <a:pt x="3384" y="22710"/>
                    <a:pt x="3359" y="22717"/>
                    <a:pt x="3336" y="22717"/>
                  </a:cubicBezTo>
                  <a:cubicBezTo>
                    <a:pt x="3281" y="22717"/>
                    <a:pt x="3238" y="22677"/>
                    <a:pt x="3238" y="22637"/>
                  </a:cubicBezTo>
                  <a:cubicBezTo>
                    <a:pt x="3210" y="22495"/>
                    <a:pt x="3210" y="22353"/>
                    <a:pt x="3210" y="22211"/>
                  </a:cubicBezTo>
                  <a:lnTo>
                    <a:pt x="3040" y="17809"/>
                  </a:lnTo>
                  <a:cubicBezTo>
                    <a:pt x="2954" y="15139"/>
                    <a:pt x="2841" y="12470"/>
                    <a:pt x="2756" y="9800"/>
                  </a:cubicBezTo>
                  <a:cubicBezTo>
                    <a:pt x="2670" y="7756"/>
                    <a:pt x="2585" y="5739"/>
                    <a:pt x="2528" y="3695"/>
                  </a:cubicBezTo>
                  <a:cubicBezTo>
                    <a:pt x="2472" y="2786"/>
                    <a:pt x="2415" y="1877"/>
                    <a:pt x="2386" y="940"/>
                  </a:cubicBezTo>
                  <a:cubicBezTo>
                    <a:pt x="2386" y="770"/>
                    <a:pt x="2358" y="599"/>
                    <a:pt x="2301" y="457"/>
                  </a:cubicBezTo>
                  <a:cubicBezTo>
                    <a:pt x="2167" y="216"/>
                    <a:pt x="2033" y="0"/>
                    <a:pt x="17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4"/>
            <p:cNvSpPr/>
            <p:nvPr/>
          </p:nvSpPr>
          <p:spPr>
            <a:xfrm>
              <a:off x="4746450" y="1726675"/>
              <a:ext cx="296075" cy="476225"/>
            </a:xfrm>
            <a:custGeom>
              <a:rect b="b" l="l" r="r" t="t"/>
              <a:pathLst>
                <a:path extrusionOk="0" h="19049" w="11843">
                  <a:moveTo>
                    <a:pt x="5498" y="0"/>
                  </a:moveTo>
                  <a:cubicBezTo>
                    <a:pt x="5298" y="0"/>
                    <a:pt x="5091" y="38"/>
                    <a:pt x="4885" y="107"/>
                  </a:cubicBezTo>
                  <a:cubicBezTo>
                    <a:pt x="3692" y="447"/>
                    <a:pt x="2641" y="1214"/>
                    <a:pt x="1988" y="2293"/>
                  </a:cubicBezTo>
                  <a:cubicBezTo>
                    <a:pt x="1278" y="3486"/>
                    <a:pt x="767" y="4764"/>
                    <a:pt x="511" y="6127"/>
                  </a:cubicBezTo>
                  <a:cubicBezTo>
                    <a:pt x="57" y="8314"/>
                    <a:pt x="0" y="10586"/>
                    <a:pt x="369" y="12829"/>
                  </a:cubicBezTo>
                  <a:cubicBezTo>
                    <a:pt x="710" y="14959"/>
                    <a:pt x="1704" y="16947"/>
                    <a:pt x="3238" y="18481"/>
                  </a:cubicBezTo>
                  <a:cubicBezTo>
                    <a:pt x="3578" y="18822"/>
                    <a:pt x="4033" y="19020"/>
                    <a:pt x="4516" y="19049"/>
                  </a:cubicBezTo>
                  <a:lnTo>
                    <a:pt x="5084" y="19049"/>
                  </a:lnTo>
                  <a:cubicBezTo>
                    <a:pt x="6163" y="18964"/>
                    <a:pt x="7242" y="18907"/>
                    <a:pt x="8321" y="18793"/>
                  </a:cubicBezTo>
                  <a:cubicBezTo>
                    <a:pt x="9003" y="18793"/>
                    <a:pt x="9656" y="18708"/>
                    <a:pt x="10337" y="18594"/>
                  </a:cubicBezTo>
                  <a:cubicBezTo>
                    <a:pt x="10439" y="18633"/>
                    <a:pt x="10537" y="18649"/>
                    <a:pt x="10631" y="18649"/>
                  </a:cubicBezTo>
                  <a:cubicBezTo>
                    <a:pt x="10879" y="18649"/>
                    <a:pt x="11105" y="18542"/>
                    <a:pt x="11331" y="18481"/>
                  </a:cubicBezTo>
                  <a:cubicBezTo>
                    <a:pt x="11729" y="18367"/>
                    <a:pt x="11843" y="18083"/>
                    <a:pt x="11615" y="17771"/>
                  </a:cubicBezTo>
                  <a:cubicBezTo>
                    <a:pt x="11473" y="17515"/>
                    <a:pt x="11388" y="17231"/>
                    <a:pt x="11417" y="16976"/>
                  </a:cubicBezTo>
                  <a:cubicBezTo>
                    <a:pt x="11417" y="15811"/>
                    <a:pt x="11360" y="14647"/>
                    <a:pt x="11303" y="13483"/>
                  </a:cubicBezTo>
                  <a:cubicBezTo>
                    <a:pt x="11189" y="11466"/>
                    <a:pt x="10991" y="9422"/>
                    <a:pt x="10678" y="7434"/>
                  </a:cubicBezTo>
                  <a:cubicBezTo>
                    <a:pt x="10423" y="5701"/>
                    <a:pt x="9826" y="4026"/>
                    <a:pt x="9003" y="2492"/>
                  </a:cubicBezTo>
                  <a:cubicBezTo>
                    <a:pt x="8804" y="2151"/>
                    <a:pt x="8605" y="1839"/>
                    <a:pt x="8378" y="1527"/>
                  </a:cubicBezTo>
                  <a:cubicBezTo>
                    <a:pt x="7781" y="731"/>
                    <a:pt x="6873" y="192"/>
                    <a:pt x="5879" y="50"/>
                  </a:cubicBezTo>
                  <a:cubicBezTo>
                    <a:pt x="5756" y="16"/>
                    <a:pt x="5628" y="0"/>
                    <a:pt x="54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4"/>
            <p:cNvSpPr/>
            <p:nvPr/>
          </p:nvSpPr>
          <p:spPr>
            <a:xfrm>
              <a:off x="4743600" y="1333075"/>
              <a:ext cx="290400" cy="849350"/>
            </a:xfrm>
            <a:custGeom>
              <a:rect b="b" l="l" r="r" t="t"/>
              <a:pathLst>
                <a:path extrusionOk="0" h="33974" w="11616">
                  <a:moveTo>
                    <a:pt x="6574" y="0"/>
                  </a:moveTo>
                  <a:cubicBezTo>
                    <a:pt x="6424" y="0"/>
                    <a:pt x="6305" y="132"/>
                    <a:pt x="6305" y="288"/>
                  </a:cubicBezTo>
                  <a:cubicBezTo>
                    <a:pt x="6334" y="430"/>
                    <a:pt x="6447" y="544"/>
                    <a:pt x="6589" y="544"/>
                  </a:cubicBezTo>
                  <a:cubicBezTo>
                    <a:pt x="6731" y="544"/>
                    <a:pt x="6845" y="430"/>
                    <a:pt x="6845" y="288"/>
                  </a:cubicBezTo>
                  <a:cubicBezTo>
                    <a:pt x="6845" y="146"/>
                    <a:pt x="6760" y="33"/>
                    <a:pt x="6618" y="4"/>
                  </a:cubicBezTo>
                  <a:cubicBezTo>
                    <a:pt x="6603" y="2"/>
                    <a:pt x="6588" y="0"/>
                    <a:pt x="6574" y="0"/>
                  </a:cubicBezTo>
                  <a:close/>
                  <a:moveTo>
                    <a:pt x="5086" y="226"/>
                  </a:moveTo>
                  <a:cubicBezTo>
                    <a:pt x="4964" y="226"/>
                    <a:pt x="4853" y="306"/>
                    <a:pt x="4828" y="430"/>
                  </a:cubicBezTo>
                  <a:cubicBezTo>
                    <a:pt x="4828" y="600"/>
                    <a:pt x="4942" y="742"/>
                    <a:pt x="5084" y="799"/>
                  </a:cubicBezTo>
                  <a:cubicBezTo>
                    <a:pt x="5226" y="771"/>
                    <a:pt x="5340" y="686"/>
                    <a:pt x="5396" y="572"/>
                  </a:cubicBezTo>
                  <a:cubicBezTo>
                    <a:pt x="5453" y="402"/>
                    <a:pt x="5311" y="231"/>
                    <a:pt x="5141" y="231"/>
                  </a:cubicBezTo>
                  <a:cubicBezTo>
                    <a:pt x="5122" y="228"/>
                    <a:pt x="5104" y="226"/>
                    <a:pt x="5086" y="226"/>
                  </a:cubicBezTo>
                  <a:close/>
                  <a:moveTo>
                    <a:pt x="7810" y="1424"/>
                  </a:moveTo>
                  <a:cubicBezTo>
                    <a:pt x="7640" y="1452"/>
                    <a:pt x="7470" y="1566"/>
                    <a:pt x="7441" y="1736"/>
                  </a:cubicBezTo>
                  <a:cubicBezTo>
                    <a:pt x="7441" y="1956"/>
                    <a:pt x="7610" y="2106"/>
                    <a:pt x="7779" y="2106"/>
                  </a:cubicBezTo>
                  <a:cubicBezTo>
                    <a:pt x="7850" y="2106"/>
                    <a:pt x="7922" y="2079"/>
                    <a:pt x="7981" y="2020"/>
                  </a:cubicBezTo>
                  <a:cubicBezTo>
                    <a:pt x="8208" y="1822"/>
                    <a:pt x="8094" y="1452"/>
                    <a:pt x="7810" y="1424"/>
                  </a:cubicBezTo>
                  <a:close/>
                  <a:moveTo>
                    <a:pt x="5579" y="2073"/>
                  </a:moveTo>
                  <a:cubicBezTo>
                    <a:pt x="5448" y="2073"/>
                    <a:pt x="5308" y="2180"/>
                    <a:pt x="5283" y="2333"/>
                  </a:cubicBezTo>
                  <a:cubicBezTo>
                    <a:pt x="5254" y="2503"/>
                    <a:pt x="5368" y="2674"/>
                    <a:pt x="5567" y="2702"/>
                  </a:cubicBezTo>
                  <a:cubicBezTo>
                    <a:pt x="5737" y="2702"/>
                    <a:pt x="5879" y="2560"/>
                    <a:pt x="5879" y="2390"/>
                  </a:cubicBezTo>
                  <a:cubicBezTo>
                    <a:pt x="5879" y="2219"/>
                    <a:pt x="5794" y="2106"/>
                    <a:pt x="5624" y="2077"/>
                  </a:cubicBezTo>
                  <a:cubicBezTo>
                    <a:pt x="5609" y="2074"/>
                    <a:pt x="5594" y="2073"/>
                    <a:pt x="5579" y="2073"/>
                  </a:cubicBezTo>
                  <a:close/>
                  <a:moveTo>
                    <a:pt x="4175" y="2390"/>
                  </a:moveTo>
                  <a:cubicBezTo>
                    <a:pt x="4005" y="2390"/>
                    <a:pt x="3863" y="2532"/>
                    <a:pt x="3863" y="2702"/>
                  </a:cubicBezTo>
                  <a:cubicBezTo>
                    <a:pt x="3891" y="2872"/>
                    <a:pt x="4062" y="2986"/>
                    <a:pt x="4232" y="2986"/>
                  </a:cubicBezTo>
                  <a:cubicBezTo>
                    <a:pt x="4374" y="2958"/>
                    <a:pt x="4459" y="2816"/>
                    <a:pt x="4459" y="2674"/>
                  </a:cubicBezTo>
                  <a:cubicBezTo>
                    <a:pt x="4459" y="2532"/>
                    <a:pt x="4346" y="2390"/>
                    <a:pt x="4175" y="2390"/>
                  </a:cubicBezTo>
                  <a:close/>
                  <a:moveTo>
                    <a:pt x="5254" y="4236"/>
                  </a:moveTo>
                  <a:cubicBezTo>
                    <a:pt x="5084" y="4264"/>
                    <a:pt x="4970" y="4406"/>
                    <a:pt x="4970" y="4576"/>
                  </a:cubicBezTo>
                  <a:cubicBezTo>
                    <a:pt x="4970" y="4732"/>
                    <a:pt x="5113" y="4864"/>
                    <a:pt x="5267" y="4864"/>
                  </a:cubicBezTo>
                  <a:cubicBezTo>
                    <a:pt x="5282" y="4864"/>
                    <a:pt x="5296" y="4863"/>
                    <a:pt x="5311" y="4860"/>
                  </a:cubicBezTo>
                  <a:lnTo>
                    <a:pt x="5311" y="4832"/>
                  </a:lnTo>
                  <a:cubicBezTo>
                    <a:pt x="5453" y="4832"/>
                    <a:pt x="5567" y="4718"/>
                    <a:pt x="5567" y="4548"/>
                  </a:cubicBezTo>
                  <a:cubicBezTo>
                    <a:pt x="5567" y="4406"/>
                    <a:pt x="5425" y="4264"/>
                    <a:pt x="5254" y="4236"/>
                  </a:cubicBezTo>
                  <a:close/>
                  <a:moveTo>
                    <a:pt x="7096" y="4703"/>
                  </a:moveTo>
                  <a:cubicBezTo>
                    <a:pt x="7013" y="4703"/>
                    <a:pt x="6948" y="4791"/>
                    <a:pt x="6902" y="4860"/>
                  </a:cubicBezTo>
                  <a:cubicBezTo>
                    <a:pt x="6845" y="4974"/>
                    <a:pt x="6958" y="5144"/>
                    <a:pt x="7100" y="5201"/>
                  </a:cubicBezTo>
                  <a:cubicBezTo>
                    <a:pt x="7214" y="5173"/>
                    <a:pt x="7299" y="5088"/>
                    <a:pt x="7299" y="5002"/>
                  </a:cubicBezTo>
                  <a:lnTo>
                    <a:pt x="7328" y="4974"/>
                  </a:lnTo>
                  <a:cubicBezTo>
                    <a:pt x="7356" y="4860"/>
                    <a:pt x="7299" y="4747"/>
                    <a:pt x="7157" y="4718"/>
                  </a:cubicBezTo>
                  <a:cubicBezTo>
                    <a:pt x="7136" y="4708"/>
                    <a:pt x="7116" y="4703"/>
                    <a:pt x="7096" y="4703"/>
                  </a:cubicBezTo>
                  <a:close/>
                  <a:moveTo>
                    <a:pt x="4062" y="5258"/>
                  </a:moveTo>
                  <a:cubicBezTo>
                    <a:pt x="3834" y="5286"/>
                    <a:pt x="3664" y="5485"/>
                    <a:pt x="3692" y="5684"/>
                  </a:cubicBezTo>
                  <a:cubicBezTo>
                    <a:pt x="3718" y="5840"/>
                    <a:pt x="3839" y="5972"/>
                    <a:pt x="3990" y="5972"/>
                  </a:cubicBezTo>
                  <a:cubicBezTo>
                    <a:pt x="4004" y="5972"/>
                    <a:pt x="4019" y="5970"/>
                    <a:pt x="4033" y="5968"/>
                  </a:cubicBezTo>
                  <a:cubicBezTo>
                    <a:pt x="4232" y="5939"/>
                    <a:pt x="4374" y="5769"/>
                    <a:pt x="4346" y="5570"/>
                  </a:cubicBezTo>
                  <a:cubicBezTo>
                    <a:pt x="4346" y="5400"/>
                    <a:pt x="4204" y="5286"/>
                    <a:pt x="4062" y="5258"/>
                  </a:cubicBezTo>
                  <a:close/>
                  <a:moveTo>
                    <a:pt x="5694" y="6617"/>
                  </a:moveTo>
                  <a:cubicBezTo>
                    <a:pt x="5543" y="6617"/>
                    <a:pt x="5425" y="6749"/>
                    <a:pt x="5425" y="6905"/>
                  </a:cubicBezTo>
                  <a:cubicBezTo>
                    <a:pt x="5425" y="7047"/>
                    <a:pt x="5567" y="7189"/>
                    <a:pt x="5737" y="7217"/>
                  </a:cubicBezTo>
                  <a:cubicBezTo>
                    <a:pt x="5879" y="7217"/>
                    <a:pt x="6021" y="7075"/>
                    <a:pt x="6050" y="6933"/>
                  </a:cubicBezTo>
                  <a:cubicBezTo>
                    <a:pt x="6050" y="6763"/>
                    <a:pt x="5908" y="6621"/>
                    <a:pt x="5737" y="6621"/>
                  </a:cubicBezTo>
                  <a:cubicBezTo>
                    <a:pt x="5722" y="6619"/>
                    <a:pt x="5708" y="6617"/>
                    <a:pt x="5694" y="6617"/>
                  </a:cubicBezTo>
                  <a:close/>
                  <a:moveTo>
                    <a:pt x="4317" y="7047"/>
                  </a:moveTo>
                  <a:cubicBezTo>
                    <a:pt x="4147" y="7047"/>
                    <a:pt x="4005" y="7161"/>
                    <a:pt x="4005" y="7331"/>
                  </a:cubicBezTo>
                  <a:cubicBezTo>
                    <a:pt x="3991" y="7537"/>
                    <a:pt x="4137" y="7637"/>
                    <a:pt x="4284" y="7637"/>
                  </a:cubicBezTo>
                  <a:cubicBezTo>
                    <a:pt x="4442" y="7637"/>
                    <a:pt x="4602" y="7523"/>
                    <a:pt x="4573" y="7303"/>
                  </a:cubicBezTo>
                  <a:cubicBezTo>
                    <a:pt x="4573" y="7175"/>
                    <a:pt x="4482" y="7071"/>
                    <a:pt x="4361" y="7071"/>
                  </a:cubicBezTo>
                  <a:cubicBezTo>
                    <a:pt x="4347" y="7071"/>
                    <a:pt x="4332" y="7072"/>
                    <a:pt x="4317" y="7075"/>
                  </a:cubicBezTo>
                  <a:lnTo>
                    <a:pt x="4317" y="7047"/>
                  </a:lnTo>
                  <a:close/>
                  <a:moveTo>
                    <a:pt x="6837" y="7214"/>
                  </a:moveTo>
                  <a:cubicBezTo>
                    <a:pt x="6821" y="7214"/>
                    <a:pt x="6805" y="7215"/>
                    <a:pt x="6788" y="7217"/>
                  </a:cubicBezTo>
                  <a:cubicBezTo>
                    <a:pt x="6674" y="7303"/>
                    <a:pt x="6589" y="7416"/>
                    <a:pt x="6618" y="7587"/>
                  </a:cubicBezTo>
                  <a:cubicBezTo>
                    <a:pt x="6643" y="7716"/>
                    <a:pt x="6764" y="7846"/>
                    <a:pt x="6914" y="7846"/>
                  </a:cubicBezTo>
                  <a:cubicBezTo>
                    <a:pt x="6929" y="7846"/>
                    <a:pt x="6943" y="7845"/>
                    <a:pt x="6958" y="7842"/>
                  </a:cubicBezTo>
                  <a:cubicBezTo>
                    <a:pt x="7100" y="7842"/>
                    <a:pt x="7214" y="7729"/>
                    <a:pt x="7242" y="7587"/>
                  </a:cubicBezTo>
                  <a:cubicBezTo>
                    <a:pt x="7216" y="7376"/>
                    <a:pt x="7043" y="7214"/>
                    <a:pt x="6837" y="7214"/>
                  </a:cubicBezTo>
                  <a:close/>
                  <a:moveTo>
                    <a:pt x="7498" y="8439"/>
                  </a:moveTo>
                  <a:cubicBezTo>
                    <a:pt x="7356" y="8467"/>
                    <a:pt x="7242" y="8581"/>
                    <a:pt x="7242" y="8723"/>
                  </a:cubicBezTo>
                  <a:cubicBezTo>
                    <a:pt x="7271" y="8893"/>
                    <a:pt x="7384" y="9007"/>
                    <a:pt x="7526" y="9063"/>
                  </a:cubicBezTo>
                  <a:cubicBezTo>
                    <a:pt x="7697" y="9035"/>
                    <a:pt x="7839" y="8893"/>
                    <a:pt x="7839" y="8751"/>
                  </a:cubicBezTo>
                  <a:cubicBezTo>
                    <a:pt x="7810" y="8581"/>
                    <a:pt x="7668" y="8439"/>
                    <a:pt x="7498" y="8439"/>
                  </a:cubicBezTo>
                  <a:close/>
                  <a:moveTo>
                    <a:pt x="5487" y="8605"/>
                  </a:moveTo>
                  <a:cubicBezTo>
                    <a:pt x="5340" y="8605"/>
                    <a:pt x="5226" y="8712"/>
                    <a:pt x="5226" y="8865"/>
                  </a:cubicBezTo>
                  <a:lnTo>
                    <a:pt x="5254" y="8836"/>
                  </a:lnTo>
                  <a:lnTo>
                    <a:pt x="5254" y="8836"/>
                  </a:lnTo>
                  <a:cubicBezTo>
                    <a:pt x="5226" y="8978"/>
                    <a:pt x="5311" y="9120"/>
                    <a:pt x="5453" y="9149"/>
                  </a:cubicBezTo>
                  <a:cubicBezTo>
                    <a:pt x="5595" y="9149"/>
                    <a:pt x="5737" y="9035"/>
                    <a:pt x="5737" y="8893"/>
                  </a:cubicBezTo>
                  <a:cubicBezTo>
                    <a:pt x="5766" y="8751"/>
                    <a:pt x="5680" y="8609"/>
                    <a:pt x="5538" y="8609"/>
                  </a:cubicBezTo>
                  <a:cubicBezTo>
                    <a:pt x="5521" y="8606"/>
                    <a:pt x="5504" y="8605"/>
                    <a:pt x="5487" y="8605"/>
                  </a:cubicBezTo>
                  <a:close/>
                  <a:moveTo>
                    <a:pt x="3238" y="8751"/>
                  </a:moveTo>
                  <a:cubicBezTo>
                    <a:pt x="3068" y="8751"/>
                    <a:pt x="2926" y="8921"/>
                    <a:pt x="2954" y="9092"/>
                  </a:cubicBezTo>
                  <a:cubicBezTo>
                    <a:pt x="2954" y="9262"/>
                    <a:pt x="3068" y="9404"/>
                    <a:pt x="3238" y="9404"/>
                  </a:cubicBezTo>
                  <a:cubicBezTo>
                    <a:pt x="3380" y="9404"/>
                    <a:pt x="3494" y="9262"/>
                    <a:pt x="3494" y="9063"/>
                  </a:cubicBezTo>
                  <a:cubicBezTo>
                    <a:pt x="3522" y="8893"/>
                    <a:pt x="3408" y="8751"/>
                    <a:pt x="3238" y="8751"/>
                  </a:cubicBezTo>
                  <a:close/>
                  <a:moveTo>
                    <a:pt x="7810" y="10199"/>
                  </a:moveTo>
                  <a:cubicBezTo>
                    <a:pt x="7668" y="10199"/>
                    <a:pt x="7555" y="10313"/>
                    <a:pt x="7555" y="10455"/>
                  </a:cubicBezTo>
                  <a:cubicBezTo>
                    <a:pt x="7555" y="10625"/>
                    <a:pt x="7697" y="10767"/>
                    <a:pt x="7867" y="10767"/>
                  </a:cubicBezTo>
                  <a:cubicBezTo>
                    <a:pt x="8009" y="10767"/>
                    <a:pt x="8123" y="10654"/>
                    <a:pt x="8123" y="10512"/>
                  </a:cubicBezTo>
                  <a:cubicBezTo>
                    <a:pt x="8123" y="10341"/>
                    <a:pt x="7981" y="10199"/>
                    <a:pt x="7839" y="10199"/>
                  </a:cubicBezTo>
                  <a:close/>
                  <a:moveTo>
                    <a:pt x="6207" y="10451"/>
                  </a:moveTo>
                  <a:cubicBezTo>
                    <a:pt x="6193" y="10451"/>
                    <a:pt x="6178" y="10452"/>
                    <a:pt x="6163" y="10455"/>
                  </a:cubicBezTo>
                  <a:lnTo>
                    <a:pt x="6192" y="10455"/>
                  </a:lnTo>
                  <a:cubicBezTo>
                    <a:pt x="6050" y="10455"/>
                    <a:pt x="5964" y="10540"/>
                    <a:pt x="5964" y="10682"/>
                  </a:cubicBezTo>
                  <a:cubicBezTo>
                    <a:pt x="5936" y="10824"/>
                    <a:pt x="6050" y="10938"/>
                    <a:pt x="6220" y="10966"/>
                  </a:cubicBezTo>
                  <a:cubicBezTo>
                    <a:pt x="6362" y="10966"/>
                    <a:pt x="6476" y="10824"/>
                    <a:pt x="6476" y="10682"/>
                  </a:cubicBezTo>
                  <a:cubicBezTo>
                    <a:pt x="6450" y="10555"/>
                    <a:pt x="6334" y="10451"/>
                    <a:pt x="6207" y="10451"/>
                  </a:cubicBezTo>
                  <a:close/>
                  <a:moveTo>
                    <a:pt x="2840" y="11136"/>
                  </a:moveTo>
                  <a:cubicBezTo>
                    <a:pt x="2698" y="11136"/>
                    <a:pt x="2585" y="11250"/>
                    <a:pt x="2585" y="11392"/>
                  </a:cubicBezTo>
                  <a:cubicBezTo>
                    <a:pt x="2585" y="11534"/>
                    <a:pt x="2698" y="11619"/>
                    <a:pt x="2812" y="11648"/>
                  </a:cubicBezTo>
                  <a:cubicBezTo>
                    <a:pt x="2827" y="11651"/>
                    <a:pt x="2842" y="11652"/>
                    <a:pt x="2856" y="11652"/>
                  </a:cubicBezTo>
                  <a:cubicBezTo>
                    <a:pt x="2982" y="11652"/>
                    <a:pt x="3099" y="11548"/>
                    <a:pt x="3124" y="11420"/>
                  </a:cubicBezTo>
                  <a:cubicBezTo>
                    <a:pt x="3096" y="11278"/>
                    <a:pt x="2982" y="11165"/>
                    <a:pt x="2840" y="11165"/>
                  </a:cubicBezTo>
                  <a:lnTo>
                    <a:pt x="2840" y="11136"/>
                  </a:lnTo>
                  <a:close/>
                  <a:moveTo>
                    <a:pt x="4658" y="11420"/>
                  </a:moveTo>
                  <a:cubicBezTo>
                    <a:pt x="4601" y="11449"/>
                    <a:pt x="4544" y="11506"/>
                    <a:pt x="4544" y="11562"/>
                  </a:cubicBezTo>
                  <a:cubicBezTo>
                    <a:pt x="4516" y="11676"/>
                    <a:pt x="4601" y="11761"/>
                    <a:pt x="4686" y="11761"/>
                  </a:cubicBezTo>
                  <a:cubicBezTo>
                    <a:pt x="4800" y="11761"/>
                    <a:pt x="4857" y="11676"/>
                    <a:pt x="4857" y="11562"/>
                  </a:cubicBezTo>
                  <a:cubicBezTo>
                    <a:pt x="4857" y="11492"/>
                    <a:pt x="4780" y="11441"/>
                    <a:pt x="4705" y="11441"/>
                  </a:cubicBezTo>
                  <a:cubicBezTo>
                    <a:pt x="4689" y="11441"/>
                    <a:pt x="4673" y="11444"/>
                    <a:pt x="4658" y="11449"/>
                  </a:cubicBezTo>
                  <a:lnTo>
                    <a:pt x="4658" y="11420"/>
                  </a:lnTo>
                  <a:close/>
                  <a:moveTo>
                    <a:pt x="7952" y="12102"/>
                  </a:moveTo>
                  <a:cubicBezTo>
                    <a:pt x="7810" y="12102"/>
                    <a:pt x="7697" y="12244"/>
                    <a:pt x="7697" y="12386"/>
                  </a:cubicBezTo>
                  <a:cubicBezTo>
                    <a:pt x="7697" y="12556"/>
                    <a:pt x="7839" y="12670"/>
                    <a:pt x="8009" y="12670"/>
                  </a:cubicBezTo>
                  <a:cubicBezTo>
                    <a:pt x="8151" y="12642"/>
                    <a:pt x="8265" y="12528"/>
                    <a:pt x="8265" y="12386"/>
                  </a:cubicBezTo>
                  <a:cubicBezTo>
                    <a:pt x="8265" y="12216"/>
                    <a:pt x="8123" y="12102"/>
                    <a:pt x="7952" y="12102"/>
                  </a:cubicBezTo>
                  <a:close/>
                  <a:moveTo>
                    <a:pt x="6537" y="12580"/>
                  </a:moveTo>
                  <a:cubicBezTo>
                    <a:pt x="6385" y="12580"/>
                    <a:pt x="6245" y="12688"/>
                    <a:pt x="6220" y="12840"/>
                  </a:cubicBezTo>
                  <a:cubicBezTo>
                    <a:pt x="6220" y="13011"/>
                    <a:pt x="6334" y="13181"/>
                    <a:pt x="6532" y="13181"/>
                  </a:cubicBezTo>
                  <a:cubicBezTo>
                    <a:pt x="6674" y="13181"/>
                    <a:pt x="6816" y="13068"/>
                    <a:pt x="6845" y="12897"/>
                  </a:cubicBezTo>
                  <a:cubicBezTo>
                    <a:pt x="6845" y="12727"/>
                    <a:pt x="6731" y="12613"/>
                    <a:pt x="6589" y="12613"/>
                  </a:cubicBezTo>
                  <a:lnTo>
                    <a:pt x="6589" y="12585"/>
                  </a:lnTo>
                  <a:cubicBezTo>
                    <a:pt x="6572" y="12582"/>
                    <a:pt x="6554" y="12580"/>
                    <a:pt x="6537" y="12580"/>
                  </a:cubicBezTo>
                  <a:close/>
                  <a:moveTo>
                    <a:pt x="3168" y="13460"/>
                  </a:moveTo>
                  <a:cubicBezTo>
                    <a:pt x="3154" y="13460"/>
                    <a:pt x="3139" y="13462"/>
                    <a:pt x="3124" y="13465"/>
                  </a:cubicBezTo>
                  <a:cubicBezTo>
                    <a:pt x="3011" y="13494"/>
                    <a:pt x="2926" y="13607"/>
                    <a:pt x="2926" y="13721"/>
                  </a:cubicBezTo>
                  <a:cubicBezTo>
                    <a:pt x="2926" y="13844"/>
                    <a:pt x="3033" y="13925"/>
                    <a:pt x="3155" y="13925"/>
                  </a:cubicBezTo>
                  <a:cubicBezTo>
                    <a:pt x="3173" y="13925"/>
                    <a:pt x="3191" y="13923"/>
                    <a:pt x="3210" y="13920"/>
                  </a:cubicBezTo>
                  <a:cubicBezTo>
                    <a:pt x="3352" y="13891"/>
                    <a:pt x="3408" y="13778"/>
                    <a:pt x="3380" y="13664"/>
                  </a:cubicBezTo>
                  <a:cubicBezTo>
                    <a:pt x="3355" y="13540"/>
                    <a:pt x="3266" y="13460"/>
                    <a:pt x="3168" y="13460"/>
                  </a:cubicBezTo>
                  <a:close/>
                  <a:moveTo>
                    <a:pt x="4658" y="14346"/>
                  </a:moveTo>
                  <a:cubicBezTo>
                    <a:pt x="4488" y="14346"/>
                    <a:pt x="4346" y="14516"/>
                    <a:pt x="4374" y="14715"/>
                  </a:cubicBezTo>
                  <a:cubicBezTo>
                    <a:pt x="4402" y="14857"/>
                    <a:pt x="4544" y="14942"/>
                    <a:pt x="4686" y="14942"/>
                  </a:cubicBezTo>
                  <a:cubicBezTo>
                    <a:pt x="4828" y="14942"/>
                    <a:pt x="4970" y="14828"/>
                    <a:pt x="4970" y="14686"/>
                  </a:cubicBezTo>
                  <a:lnTo>
                    <a:pt x="4970" y="14658"/>
                  </a:lnTo>
                  <a:cubicBezTo>
                    <a:pt x="4970" y="14488"/>
                    <a:pt x="4828" y="14346"/>
                    <a:pt x="4658" y="14346"/>
                  </a:cubicBezTo>
                  <a:close/>
                  <a:moveTo>
                    <a:pt x="7929" y="14455"/>
                  </a:moveTo>
                  <a:cubicBezTo>
                    <a:pt x="7783" y="14455"/>
                    <a:pt x="7668" y="14562"/>
                    <a:pt x="7668" y="14715"/>
                  </a:cubicBezTo>
                  <a:cubicBezTo>
                    <a:pt x="7642" y="14899"/>
                    <a:pt x="7786" y="15059"/>
                    <a:pt x="7988" y="15059"/>
                  </a:cubicBezTo>
                  <a:cubicBezTo>
                    <a:pt x="8004" y="15059"/>
                    <a:pt x="8021" y="15058"/>
                    <a:pt x="8037" y="15056"/>
                  </a:cubicBezTo>
                  <a:cubicBezTo>
                    <a:pt x="8208" y="15056"/>
                    <a:pt x="8321" y="14914"/>
                    <a:pt x="8293" y="14743"/>
                  </a:cubicBezTo>
                  <a:cubicBezTo>
                    <a:pt x="8293" y="14587"/>
                    <a:pt x="8175" y="14455"/>
                    <a:pt x="8024" y="14455"/>
                  </a:cubicBezTo>
                  <a:cubicBezTo>
                    <a:pt x="8010" y="14455"/>
                    <a:pt x="7995" y="14457"/>
                    <a:pt x="7981" y="14459"/>
                  </a:cubicBezTo>
                  <a:cubicBezTo>
                    <a:pt x="7963" y="14456"/>
                    <a:pt x="7946" y="14455"/>
                    <a:pt x="7929" y="14455"/>
                  </a:cubicBezTo>
                  <a:close/>
                  <a:moveTo>
                    <a:pt x="5766" y="15538"/>
                  </a:moveTo>
                  <a:cubicBezTo>
                    <a:pt x="5567" y="15538"/>
                    <a:pt x="5396" y="15680"/>
                    <a:pt x="5396" y="15879"/>
                  </a:cubicBezTo>
                  <a:cubicBezTo>
                    <a:pt x="5422" y="16061"/>
                    <a:pt x="5567" y="16195"/>
                    <a:pt x="5744" y="16195"/>
                  </a:cubicBezTo>
                  <a:cubicBezTo>
                    <a:pt x="5760" y="16195"/>
                    <a:pt x="5777" y="16194"/>
                    <a:pt x="5794" y="16191"/>
                  </a:cubicBezTo>
                  <a:cubicBezTo>
                    <a:pt x="5964" y="16163"/>
                    <a:pt x="6106" y="16049"/>
                    <a:pt x="6106" y="15879"/>
                  </a:cubicBezTo>
                  <a:cubicBezTo>
                    <a:pt x="6106" y="15680"/>
                    <a:pt x="5964" y="15538"/>
                    <a:pt x="5766" y="15538"/>
                  </a:cubicBezTo>
                  <a:close/>
                  <a:moveTo>
                    <a:pt x="3579" y="16106"/>
                  </a:moveTo>
                  <a:cubicBezTo>
                    <a:pt x="3352" y="16106"/>
                    <a:pt x="3181" y="16277"/>
                    <a:pt x="3153" y="16504"/>
                  </a:cubicBezTo>
                  <a:cubicBezTo>
                    <a:pt x="3210" y="16731"/>
                    <a:pt x="3437" y="16873"/>
                    <a:pt x="3664" y="16873"/>
                  </a:cubicBezTo>
                  <a:cubicBezTo>
                    <a:pt x="3721" y="16845"/>
                    <a:pt x="3806" y="16845"/>
                    <a:pt x="3863" y="16816"/>
                  </a:cubicBezTo>
                  <a:cubicBezTo>
                    <a:pt x="4005" y="16759"/>
                    <a:pt x="4090" y="16646"/>
                    <a:pt x="4090" y="16504"/>
                  </a:cubicBezTo>
                  <a:cubicBezTo>
                    <a:pt x="4062" y="16333"/>
                    <a:pt x="3948" y="16191"/>
                    <a:pt x="3778" y="16135"/>
                  </a:cubicBezTo>
                  <a:cubicBezTo>
                    <a:pt x="3721" y="16135"/>
                    <a:pt x="3636" y="16106"/>
                    <a:pt x="3579" y="16106"/>
                  </a:cubicBezTo>
                  <a:close/>
                  <a:moveTo>
                    <a:pt x="7725" y="16220"/>
                  </a:moveTo>
                  <a:cubicBezTo>
                    <a:pt x="7526" y="16220"/>
                    <a:pt x="7384" y="16390"/>
                    <a:pt x="7384" y="16561"/>
                  </a:cubicBezTo>
                  <a:cubicBezTo>
                    <a:pt x="7384" y="16759"/>
                    <a:pt x="7526" y="16930"/>
                    <a:pt x="7725" y="16930"/>
                  </a:cubicBezTo>
                  <a:cubicBezTo>
                    <a:pt x="7895" y="16930"/>
                    <a:pt x="8066" y="16788"/>
                    <a:pt x="8066" y="16589"/>
                  </a:cubicBezTo>
                  <a:cubicBezTo>
                    <a:pt x="8066" y="16390"/>
                    <a:pt x="7924" y="16220"/>
                    <a:pt x="7725" y="16220"/>
                  </a:cubicBezTo>
                  <a:close/>
                  <a:moveTo>
                    <a:pt x="6390" y="17611"/>
                  </a:moveTo>
                  <a:cubicBezTo>
                    <a:pt x="6192" y="17611"/>
                    <a:pt x="6021" y="17782"/>
                    <a:pt x="6021" y="17981"/>
                  </a:cubicBezTo>
                  <a:cubicBezTo>
                    <a:pt x="6021" y="18179"/>
                    <a:pt x="6192" y="18321"/>
                    <a:pt x="6390" y="18321"/>
                  </a:cubicBezTo>
                  <a:cubicBezTo>
                    <a:pt x="6589" y="18321"/>
                    <a:pt x="6731" y="18179"/>
                    <a:pt x="6731" y="17981"/>
                  </a:cubicBezTo>
                  <a:cubicBezTo>
                    <a:pt x="6731" y="17782"/>
                    <a:pt x="6589" y="17611"/>
                    <a:pt x="6390" y="17611"/>
                  </a:cubicBezTo>
                  <a:close/>
                  <a:moveTo>
                    <a:pt x="3948" y="18463"/>
                  </a:moveTo>
                  <a:cubicBezTo>
                    <a:pt x="3953" y="18463"/>
                    <a:pt x="3958" y="18463"/>
                    <a:pt x="3963" y="18464"/>
                  </a:cubicBezTo>
                  <a:lnTo>
                    <a:pt x="3963" y="18464"/>
                  </a:lnTo>
                  <a:cubicBezTo>
                    <a:pt x="3967" y="18463"/>
                    <a:pt x="3972" y="18463"/>
                    <a:pt x="3976" y="18463"/>
                  </a:cubicBezTo>
                  <a:close/>
                  <a:moveTo>
                    <a:pt x="1626" y="18261"/>
                  </a:moveTo>
                  <a:cubicBezTo>
                    <a:pt x="1449" y="18261"/>
                    <a:pt x="1307" y="18395"/>
                    <a:pt x="1307" y="18577"/>
                  </a:cubicBezTo>
                  <a:cubicBezTo>
                    <a:pt x="1279" y="18747"/>
                    <a:pt x="1421" y="18889"/>
                    <a:pt x="1591" y="18889"/>
                  </a:cubicBezTo>
                  <a:cubicBezTo>
                    <a:pt x="1618" y="18894"/>
                    <a:pt x="1643" y="18897"/>
                    <a:pt x="1667" y="18897"/>
                  </a:cubicBezTo>
                  <a:cubicBezTo>
                    <a:pt x="2053" y="18897"/>
                    <a:pt x="2104" y="18291"/>
                    <a:pt x="1676" y="18265"/>
                  </a:cubicBezTo>
                  <a:cubicBezTo>
                    <a:pt x="1659" y="18262"/>
                    <a:pt x="1642" y="18261"/>
                    <a:pt x="1626" y="18261"/>
                  </a:cubicBezTo>
                  <a:close/>
                  <a:moveTo>
                    <a:pt x="3963" y="18464"/>
                  </a:moveTo>
                  <a:lnTo>
                    <a:pt x="3963" y="18464"/>
                  </a:lnTo>
                  <a:cubicBezTo>
                    <a:pt x="3771" y="18471"/>
                    <a:pt x="3636" y="18638"/>
                    <a:pt x="3636" y="18833"/>
                  </a:cubicBezTo>
                  <a:cubicBezTo>
                    <a:pt x="3636" y="19003"/>
                    <a:pt x="3778" y="19117"/>
                    <a:pt x="3948" y="19145"/>
                  </a:cubicBezTo>
                  <a:cubicBezTo>
                    <a:pt x="4147" y="19117"/>
                    <a:pt x="4289" y="18975"/>
                    <a:pt x="4317" y="18776"/>
                  </a:cubicBezTo>
                  <a:cubicBezTo>
                    <a:pt x="4290" y="18610"/>
                    <a:pt x="4154" y="18471"/>
                    <a:pt x="3963" y="18464"/>
                  </a:cubicBezTo>
                  <a:close/>
                  <a:moveTo>
                    <a:pt x="9287" y="18605"/>
                  </a:moveTo>
                  <a:cubicBezTo>
                    <a:pt x="8975" y="18634"/>
                    <a:pt x="8975" y="19117"/>
                    <a:pt x="9315" y="19145"/>
                  </a:cubicBezTo>
                  <a:cubicBezTo>
                    <a:pt x="9457" y="19117"/>
                    <a:pt x="9571" y="19003"/>
                    <a:pt x="9543" y="18861"/>
                  </a:cubicBezTo>
                  <a:cubicBezTo>
                    <a:pt x="9543" y="18719"/>
                    <a:pt x="9429" y="18605"/>
                    <a:pt x="9287" y="18605"/>
                  </a:cubicBezTo>
                  <a:close/>
                  <a:moveTo>
                    <a:pt x="7534" y="19852"/>
                  </a:moveTo>
                  <a:cubicBezTo>
                    <a:pt x="7332" y="19852"/>
                    <a:pt x="7188" y="20014"/>
                    <a:pt x="7214" y="20224"/>
                  </a:cubicBezTo>
                  <a:cubicBezTo>
                    <a:pt x="7214" y="20395"/>
                    <a:pt x="7356" y="20508"/>
                    <a:pt x="7526" y="20508"/>
                  </a:cubicBezTo>
                  <a:cubicBezTo>
                    <a:pt x="7697" y="20508"/>
                    <a:pt x="7839" y="20366"/>
                    <a:pt x="7839" y="20196"/>
                  </a:cubicBezTo>
                  <a:cubicBezTo>
                    <a:pt x="7867" y="20025"/>
                    <a:pt x="7754" y="19855"/>
                    <a:pt x="7583" y="19855"/>
                  </a:cubicBezTo>
                  <a:cubicBezTo>
                    <a:pt x="7566" y="19853"/>
                    <a:pt x="7550" y="19852"/>
                    <a:pt x="7534" y="19852"/>
                  </a:cubicBezTo>
                  <a:close/>
                  <a:moveTo>
                    <a:pt x="9982" y="20505"/>
                  </a:moveTo>
                  <a:cubicBezTo>
                    <a:pt x="9802" y="20505"/>
                    <a:pt x="9656" y="20665"/>
                    <a:pt x="9656" y="20849"/>
                  </a:cubicBezTo>
                  <a:cubicBezTo>
                    <a:pt x="9681" y="21021"/>
                    <a:pt x="9812" y="21172"/>
                    <a:pt x="9976" y="21172"/>
                  </a:cubicBezTo>
                  <a:cubicBezTo>
                    <a:pt x="10002" y="21172"/>
                    <a:pt x="10027" y="21169"/>
                    <a:pt x="10054" y="21161"/>
                  </a:cubicBezTo>
                  <a:cubicBezTo>
                    <a:pt x="10224" y="21133"/>
                    <a:pt x="10338" y="20962"/>
                    <a:pt x="10338" y="20820"/>
                  </a:cubicBezTo>
                  <a:cubicBezTo>
                    <a:pt x="10309" y="20650"/>
                    <a:pt x="10167" y="20508"/>
                    <a:pt x="9997" y="20508"/>
                  </a:cubicBezTo>
                  <a:lnTo>
                    <a:pt x="10025" y="20508"/>
                  </a:lnTo>
                  <a:cubicBezTo>
                    <a:pt x="10011" y="20506"/>
                    <a:pt x="9996" y="20505"/>
                    <a:pt x="9982" y="20505"/>
                  </a:cubicBezTo>
                  <a:close/>
                  <a:moveTo>
                    <a:pt x="3343" y="20675"/>
                  </a:moveTo>
                  <a:cubicBezTo>
                    <a:pt x="3210" y="20675"/>
                    <a:pt x="3068" y="20807"/>
                    <a:pt x="3068" y="20962"/>
                  </a:cubicBezTo>
                  <a:cubicBezTo>
                    <a:pt x="3039" y="21133"/>
                    <a:pt x="3181" y="21275"/>
                    <a:pt x="3352" y="21275"/>
                  </a:cubicBezTo>
                  <a:cubicBezTo>
                    <a:pt x="3522" y="21275"/>
                    <a:pt x="3664" y="21161"/>
                    <a:pt x="3692" y="20991"/>
                  </a:cubicBezTo>
                  <a:cubicBezTo>
                    <a:pt x="3692" y="20820"/>
                    <a:pt x="3550" y="20707"/>
                    <a:pt x="3408" y="20678"/>
                  </a:cubicBezTo>
                  <a:lnTo>
                    <a:pt x="3380" y="20678"/>
                  </a:lnTo>
                  <a:cubicBezTo>
                    <a:pt x="3368" y="20676"/>
                    <a:pt x="3355" y="20675"/>
                    <a:pt x="3343" y="20675"/>
                  </a:cubicBezTo>
                  <a:close/>
                  <a:moveTo>
                    <a:pt x="5737" y="21587"/>
                  </a:moveTo>
                  <a:cubicBezTo>
                    <a:pt x="5624" y="21587"/>
                    <a:pt x="5538" y="21701"/>
                    <a:pt x="5510" y="21814"/>
                  </a:cubicBezTo>
                  <a:cubicBezTo>
                    <a:pt x="5510" y="21956"/>
                    <a:pt x="5595" y="22098"/>
                    <a:pt x="5737" y="22098"/>
                  </a:cubicBezTo>
                  <a:cubicBezTo>
                    <a:pt x="5908" y="22098"/>
                    <a:pt x="6021" y="21985"/>
                    <a:pt x="5993" y="21843"/>
                  </a:cubicBezTo>
                  <a:cubicBezTo>
                    <a:pt x="5993" y="21701"/>
                    <a:pt x="5879" y="21587"/>
                    <a:pt x="5766" y="21587"/>
                  </a:cubicBezTo>
                  <a:close/>
                  <a:moveTo>
                    <a:pt x="612" y="21556"/>
                  </a:moveTo>
                  <a:cubicBezTo>
                    <a:pt x="598" y="21556"/>
                    <a:pt x="583" y="21557"/>
                    <a:pt x="569" y="21559"/>
                  </a:cubicBezTo>
                  <a:cubicBezTo>
                    <a:pt x="171" y="21587"/>
                    <a:pt x="171" y="22155"/>
                    <a:pt x="540" y="22184"/>
                  </a:cubicBezTo>
                  <a:cubicBezTo>
                    <a:pt x="558" y="22187"/>
                    <a:pt x="575" y="22188"/>
                    <a:pt x="592" y="22188"/>
                  </a:cubicBezTo>
                  <a:cubicBezTo>
                    <a:pt x="744" y="22188"/>
                    <a:pt x="884" y="22078"/>
                    <a:pt x="909" y="21900"/>
                  </a:cubicBezTo>
                  <a:cubicBezTo>
                    <a:pt x="909" y="21716"/>
                    <a:pt x="788" y="21556"/>
                    <a:pt x="612" y="21556"/>
                  </a:cubicBezTo>
                  <a:close/>
                  <a:moveTo>
                    <a:pt x="8451" y="22265"/>
                  </a:moveTo>
                  <a:cubicBezTo>
                    <a:pt x="8436" y="22265"/>
                    <a:pt x="8421" y="22266"/>
                    <a:pt x="8407" y="22269"/>
                  </a:cubicBezTo>
                  <a:cubicBezTo>
                    <a:pt x="8208" y="22269"/>
                    <a:pt x="8037" y="22468"/>
                    <a:pt x="8066" y="22666"/>
                  </a:cubicBezTo>
                  <a:lnTo>
                    <a:pt x="8094" y="22666"/>
                  </a:lnTo>
                  <a:cubicBezTo>
                    <a:pt x="8123" y="22837"/>
                    <a:pt x="8293" y="22950"/>
                    <a:pt x="8463" y="22950"/>
                  </a:cubicBezTo>
                  <a:cubicBezTo>
                    <a:pt x="8662" y="22922"/>
                    <a:pt x="8776" y="22752"/>
                    <a:pt x="8747" y="22553"/>
                  </a:cubicBezTo>
                  <a:cubicBezTo>
                    <a:pt x="8747" y="22397"/>
                    <a:pt x="8605" y="22265"/>
                    <a:pt x="8451" y="22265"/>
                  </a:cubicBezTo>
                  <a:close/>
                  <a:moveTo>
                    <a:pt x="10645" y="22804"/>
                  </a:moveTo>
                  <a:cubicBezTo>
                    <a:pt x="10628" y="22804"/>
                    <a:pt x="10611" y="22805"/>
                    <a:pt x="10593" y="22808"/>
                  </a:cubicBezTo>
                  <a:cubicBezTo>
                    <a:pt x="10423" y="22808"/>
                    <a:pt x="10281" y="22950"/>
                    <a:pt x="10281" y="23121"/>
                  </a:cubicBezTo>
                  <a:cubicBezTo>
                    <a:pt x="10281" y="23291"/>
                    <a:pt x="10423" y="23405"/>
                    <a:pt x="10593" y="23433"/>
                  </a:cubicBezTo>
                  <a:cubicBezTo>
                    <a:pt x="10792" y="23433"/>
                    <a:pt x="10963" y="23263"/>
                    <a:pt x="10934" y="23064"/>
                  </a:cubicBezTo>
                  <a:cubicBezTo>
                    <a:pt x="10909" y="22911"/>
                    <a:pt x="10792" y="22804"/>
                    <a:pt x="10645" y="22804"/>
                  </a:cubicBezTo>
                  <a:close/>
                  <a:moveTo>
                    <a:pt x="3068" y="23064"/>
                  </a:moveTo>
                  <a:cubicBezTo>
                    <a:pt x="2897" y="23092"/>
                    <a:pt x="2755" y="23206"/>
                    <a:pt x="2755" y="23376"/>
                  </a:cubicBezTo>
                  <a:cubicBezTo>
                    <a:pt x="2755" y="23558"/>
                    <a:pt x="2898" y="23692"/>
                    <a:pt x="3074" y="23692"/>
                  </a:cubicBezTo>
                  <a:cubicBezTo>
                    <a:pt x="3091" y="23692"/>
                    <a:pt x="3107" y="23691"/>
                    <a:pt x="3124" y="23689"/>
                  </a:cubicBezTo>
                  <a:cubicBezTo>
                    <a:pt x="3295" y="23660"/>
                    <a:pt x="3408" y="23518"/>
                    <a:pt x="3408" y="23348"/>
                  </a:cubicBezTo>
                  <a:cubicBezTo>
                    <a:pt x="3380" y="23178"/>
                    <a:pt x="3238" y="23064"/>
                    <a:pt x="3068" y="23064"/>
                  </a:cubicBezTo>
                  <a:close/>
                  <a:moveTo>
                    <a:pt x="5396" y="24086"/>
                  </a:moveTo>
                  <a:cubicBezTo>
                    <a:pt x="5198" y="24115"/>
                    <a:pt x="5056" y="24257"/>
                    <a:pt x="5056" y="24456"/>
                  </a:cubicBezTo>
                  <a:cubicBezTo>
                    <a:pt x="5084" y="24654"/>
                    <a:pt x="5226" y="24796"/>
                    <a:pt x="5425" y="24796"/>
                  </a:cubicBezTo>
                  <a:cubicBezTo>
                    <a:pt x="5624" y="24768"/>
                    <a:pt x="5766" y="24626"/>
                    <a:pt x="5766" y="24427"/>
                  </a:cubicBezTo>
                  <a:cubicBezTo>
                    <a:pt x="5766" y="24228"/>
                    <a:pt x="5595" y="24086"/>
                    <a:pt x="5396" y="24086"/>
                  </a:cubicBezTo>
                  <a:close/>
                  <a:moveTo>
                    <a:pt x="341" y="24512"/>
                  </a:moveTo>
                  <a:cubicBezTo>
                    <a:pt x="171" y="24512"/>
                    <a:pt x="29" y="24654"/>
                    <a:pt x="29" y="24825"/>
                  </a:cubicBezTo>
                  <a:cubicBezTo>
                    <a:pt x="1" y="24967"/>
                    <a:pt x="114" y="25109"/>
                    <a:pt x="256" y="25109"/>
                  </a:cubicBezTo>
                  <a:cubicBezTo>
                    <a:pt x="286" y="25119"/>
                    <a:pt x="317" y="25123"/>
                    <a:pt x="346" y="25123"/>
                  </a:cubicBezTo>
                  <a:cubicBezTo>
                    <a:pt x="482" y="25123"/>
                    <a:pt x="602" y="25022"/>
                    <a:pt x="625" y="24882"/>
                  </a:cubicBezTo>
                  <a:cubicBezTo>
                    <a:pt x="625" y="24711"/>
                    <a:pt x="512" y="24541"/>
                    <a:pt x="341" y="24541"/>
                  </a:cubicBezTo>
                  <a:lnTo>
                    <a:pt x="341" y="24512"/>
                  </a:lnTo>
                  <a:close/>
                  <a:moveTo>
                    <a:pt x="10849" y="25137"/>
                  </a:moveTo>
                  <a:cubicBezTo>
                    <a:pt x="10679" y="25137"/>
                    <a:pt x="10565" y="25279"/>
                    <a:pt x="10593" y="25450"/>
                  </a:cubicBezTo>
                  <a:cubicBezTo>
                    <a:pt x="10593" y="25577"/>
                    <a:pt x="10707" y="25681"/>
                    <a:pt x="10833" y="25681"/>
                  </a:cubicBezTo>
                  <a:cubicBezTo>
                    <a:pt x="10848" y="25681"/>
                    <a:pt x="10863" y="25680"/>
                    <a:pt x="10877" y="25677"/>
                  </a:cubicBezTo>
                  <a:cubicBezTo>
                    <a:pt x="11019" y="25677"/>
                    <a:pt x="11133" y="25535"/>
                    <a:pt x="11133" y="25393"/>
                  </a:cubicBezTo>
                  <a:cubicBezTo>
                    <a:pt x="11105" y="25251"/>
                    <a:pt x="11019" y="25166"/>
                    <a:pt x="10877" y="25137"/>
                  </a:cubicBezTo>
                  <a:close/>
                  <a:moveTo>
                    <a:pt x="8393" y="25073"/>
                  </a:moveTo>
                  <a:cubicBezTo>
                    <a:pt x="8012" y="25073"/>
                    <a:pt x="7980" y="25706"/>
                    <a:pt x="8408" y="25706"/>
                  </a:cubicBezTo>
                  <a:cubicBezTo>
                    <a:pt x="8417" y="25706"/>
                    <a:pt x="8426" y="25706"/>
                    <a:pt x="8435" y="25705"/>
                  </a:cubicBezTo>
                  <a:cubicBezTo>
                    <a:pt x="8605" y="25705"/>
                    <a:pt x="8747" y="25563"/>
                    <a:pt x="8747" y="25393"/>
                  </a:cubicBezTo>
                  <a:cubicBezTo>
                    <a:pt x="8747" y="25222"/>
                    <a:pt x="8634" y="25080"/>
                    <a:pt x="8463" y="25080"/>
                  </a:cubicBezTo>
                  <a:cubicBezTo>
                    <a:pt x="8439" y="25076"/>
                    <a:pt x="8415" y="25073"/>
                    <a:pt x="8393" y="25073"/>
                  </a:cubicBezTo>
                  <a:close/>
                  <a:moveTo>
                    <a:pt x="2355" y="25673"/>
                  </a:moveTo>
                  <a:cubicBezTo>
                    <a:pt x="2164" y="25673"/>
                    <a:pt x="1974" y="25801"/>
                    <a:pt x="1989" y="26046"/>
                  </a:cubicBezTo>
                  <a:cubicBezTo>
                    <a:pt x="2017" y="26245"/>
                    <a:pt x="2159" y="26387"/>
                    <a:pt x="2358" y="26387"/>
                  </a:cubicBezTo>
                  <a:cubicBezTo>
                    <a:pt x="2556" y="26358"/>
                    <a:pt x="2698" y="26216"/>
                    <a:pt x="2727" y="26046"/>
                  </a:cubicBezTo>
                  <a:cubicBezTo>
                    <a:pt x="2727" y="25794"/>
                    <a:pt x="2541" y="25673"/>
                    <a:pt x="2355" y="25673"/>
                  </a:cubicBezTo>
                  <a:close/>
                  <a:moveTo>
                    <a:pt x="4516" y="27097"/>
                  </a:moveTo>
                  <a:cubicBezTo>
                    <a:pt x="4346" y="27125"/>
                    <a:pt x="4232" y="27267"/>
                    <a:pt x="4232" y="27437"/>
                  </a:cubicBezTo>
                  <a:cubicBezTo>
                    <a:pt x="4260" y="27608"/>
                    <a:pt x="4374" y="27721"/>
                    <a:pt x="4544" y="27750"/>
                  </a:cubicBezTo>
                  <a:cubicBezTo>
                    <a:pt x="4715" y="27750"/>
                    <a:pt x="4857" y="27636"/>
                    <a:pt x="4857" y="27466"/>
                  </a:cubicBezTo>
                  <a:cubicBezTo>
                    <a:pt x="4857" y="27267"/>
                    <a:pt x="4715" y="27097"/>
                    <a:pt x="4516" y="27097"/>
                  </a:cubicBezTo>
                  <a:close/>
                  <a:moveTo>
                    <a:pt x="7264" y="27235"/>
                  </a:moveTo>
                  <a:cubicBezTo>
                    <a:pt x="7248" y="27235"/>
                    <a:pt x="7231" y="27236"/>
                    <a:pt x="7214" y="27239"/>
                  </a:cubicBezTo>
                  <a:cubicBezTo>
                    <a:pt x="7015" y="27239"/>
                    <a:pt x="6873" y="27381"/>
                    <a:pt x="6845" y="27579"/>
                  </a:cubicBezTo>
                  <a:cubicBezTo>
                    <a:pt x="6873" y="27778"/>
                    <a:pt x="7044" y="27920"/>
                    <a:pt x="7242" y="27949"/>
                  </a:cubicBezTo>
                  <a:cubicBezTo>
                    <a:pt x="7441" y="27920"/>
                    <a:pt x="7583" y="27750"/>
                    <a:pt x="7583" y="27551"/>
                  </a:cubicBezTo>
                  <a:cubicBezTo>
                    <a:pt x="7557" y="27369"/>
                    <a:pt x="7436" y="27235"/>
                    <a:pt x="7264" y="27235"/>
                  </a:cubicBezTo>
                  <a:close/>
                  <a:moveTo>
                    <a:pt x="10934" y="27523"/>
                  </a:moveTo>
                  <a:cubicBezTo>
                    <a:pt x="10764" y="27551"/>
                    <a:pt x="10622" y="27693"/>
                    <a:pt x="10650" y="27892"/>
                  </a:cubicBezTo>
                  <a:cubicBezTo>
                    <a:pt x="10650" y="28062"/>
                    <a:pt x="10821" y="28176"/>
                    <a:pt x="10991" y="28176"/>
                  </a:cubicBezTo>
                  <a:cubicBezTo>
                    <a:pt x="11161" y="28147"/>
                    <a:pt x="11303" y="28005"/>
                    <a:pt x="11275" y="27807"/>
                  </a:cubicBezTo>
                  <a:cubicBezTo>
                    <a:pt x="11247" y="27636"/>
                    <a:pt x="11105" y="27523"/>
                    <a:pt x="10934" y="27523"/>
                  </a:cubicBezTo>
                  <a:close/>
                  <a:moveTo>
                    <a:pt x="9003" y="28715"/>
                  </a:moveTo>
                  <a:cubicBezTo>
                    <a:pt x="9004" y="28716"/>
                    <a:pt x="9006" y="28716"/>
                    <a:pt x="9007" y="28716"/>
                  </a:cubicBezTo>
                  <a:lnTo>
                    <a:pt x="9007" y="28716"/>
                  </a:lnTo>
                  <a:cubicBezTo>
                    <a:pt x="9015" y="28716"/>
                    <a:pt x="9023" y="28715"/>
                    <a:pt x="9031" y="28715"/>
                  </a:cubicBezTo>
                  <a:close/>
                  <a:moveTo>
                    <a:pt x="467" y="28108"/>
                  </a:moveTo>
                  <a:cubicBezTo>
                    <a:pt x="444" y="28108"/>
                    <a:pt x="421" y="28111"/>
                    <a:pt x="398" y="28119"/>
                  </a:cubicBezTo>
                  <a:cubicBezTo>
                    <a:pt x="228" y="28147"/>
                    <a:pt x="114" y="28289"/>
                    <a:pt x="114" y="28460"/>
                  </a:cubicBezTo>
                  <a:cubicBezTo>
                    <a:pt x="143" y="28630"/>
                    <a:pt x="256" y="28744"/>
                    <a:pt x="427" y="28772"/>
                  </a:cubicBezTo>
                  <a:cubicBezTo>
                    <a:pt x="625" y="28772"/>
                    <a:pt x="767" y="28630"/>
                    <a:pt x="767" y="28431"/>
                  </a:cubicBezTo>
                  <a:cubicBezTo>
                    <a:pt x="767" y="28259"/>
                    <a:pt x="618" y="28108"/>
                    <a:pt x="467" y="28108"/>
                  </a:cubicBezTo>
                  <a:close/>
                  <a:moveTo>
                    <a:pt x="2443" y="28801"/>
                  </a:moveTo>
                  <a:cubicBezTo>
                    <a:pt x="2301" y="28801"/>
                    <a:pt x="2159" y="28886"/>
                    <a:pt x="2159" y="29056"/>
                  </a:cubicBezTo>
                  <a:cubicBezTo>
                    <a:pt x="2111" y="29264"/>
                    <a:pt x="2270" y="29391"/>
                    <a:pt x="2434" y="29391"/>
                  </a:cubicBezTo>
                  <a:cubicBezTo>
                    <a:pt x="2561" y="29391"/>
                    <a:pt x="2690" y="29315"/>
                    <a:pt x="2727" y="29141"/>
                  </a:cubicBezTo>
                  <a:lnTo>
                    <a:pt x="2727" y="29170"/>
                  </a:lnTo>
                  <a:cubicBezTo>
                    <a:pt x="2755" y="28971"/>
                    <a:pt x="2613" y="28801"/>
                    <a:pt x="2443" y="28801"/>
                  </a:cubicBezTo>
                  <a:close/>
                  <a:moveTo>
                    <a:pt x="9007" y="28716"/>
                  </a:moveTo>
                  <a:cubicBezTo>
                    <a:pt x="8790" y="28728"/>
                    <a:pt x="8604" y="28894"/>
                    <a:pt x="8577" y="29113"/>
                  </a:cubicBezTo>
                  <a:cubicBezTo>
                    <a:pt x="8605" y="29312"/>
                    <a:pt x="8747" y="29454"/>
                    <a:pt x="8946" y="29482"/>
                  </a:cubicBezTo>
                  <a:cubicBezTo>
                    <a:pt x="9145" y="29482"/>
                    <a:pt x="9344" y="29312"/>
                    <a:pt x="9372" y="29113"/>
                  </a:cubicBezTo>
                  <a:cubicBezTo>
                    <a:pt x="9372" y="28916"/>
                    <a:pt x="9204" y="28746"/>
                    <a:pt x="9007" y="28716"/>
                  </a:cubicBezTo>
                  <a:close/>
                  <a:moveTo>
                    <a:pt x="5296" y="29536"/>
                  </a:moveTo>
                  <a:cubicBezTo>
                    <a:pt x="5113" y="29536"/>
                    <a:pt x="4942" y="29698"/>
                    <a:pt x="4942" y="29908"/>
                  </a:cubicBezTo>
                  <a:cubicBezTo>
                    <a:pt x="4942" y="30107"/>
                    <a:pt x="5112" y="30277"/>
                    <a:pt x="5311" y="30277"/>
                  </a:cubicBezTo>
                  <a:cubicBezTo>
                    <a:pt x="5320" y="30278"/>
                    <a:pt x="5329" y="30278"/>
                    <a:pt x="5338" y="30278"/>
                  </a:cubicBezTo>
                  <a:cubicBezTo>
                    <a:pt x="5796" y="30278"/>
                    <a:pt x="5841" y="29567"/>
                    <a:pt x="5340" y="29539"/>
                  </a:cubicBezTo>
                  <a:cubicBezTo>
                    <a:pt x="5325" y="29537"/>
                    <a:pt x="5310" y="29536"/>
                    <a:pt x="5296" y="29536"/>
                  </a:cubicBezTo>
                  <a:close/>
                  <a:moveTo>
                    <a:pt x="11076" y="30050"/>
                  </a:moveTo>
                  <a:cubicBezTo>
                    <a:pt x="10906" y="30050"/>
                    <a:pt x="10764" y="30164"/>
                    <a:pt x="10764" y="30334"/>
                  </a:cubicBezTo>
                  <a:cubicBezTo>
                    <a:pt x="10735" y="30505"/>
                    <a:pt x="10877" y="30646"/>
                    <a:pt x="11048" y="30675"/>
                  </a:cubicBezTo>
                  <a:cubicBezTo>
                    <a:pt x="11218" y="30675"/>
                    <a:pt x="11360" y="30533"/>
                    <a:pt x="11360" y="30363"/>
                  </a:cubicBezTo>
                  <a:cubicBezTo>
                    <a:pt x="11389" y="30221"/>
                    <a:pt x="11247" y="30079"/>
                    <a:pt x="11076" y="30050"/>
                  </a:cubicBezTo>
                  <a:close/>
                  <a:moveTo>
                    <a:pt x="1392" y="30760"/>
                  </a:moveTo>
                  <a:cubicBezTo>
                    <a:pt x="1193" y="30760"/>
                    <a:pt x="995" y="30902"/>
                    <a:pt x="995" y="31101"/>
                  </a:cubicBezTo>
                  <a:cubicBezTo>
                    <a:pt x="995" y="31300"/>
                    <a:pt x="1137" y="31470"/>
                    <a:pt x="1335" y="31470"/>
                  </a:cubicBezTo>
                  <a:cubicBezTo>
                    <a:pt x="1534" y="31442"/>
                    <a:pt x="1676" y="31300"/>
                    <a:pt x="1705" y="31101"/>
                  </a:cubicBezTo>
                  <a:cubicBezTo>
                    <a:pt x="1676" y="30930"/>
                    <a:pt x="1563" y="30788"/>
                    <a:pt x="1392" y="30760"/>
                  </a:cubicBezTo>
                  <a:close/>
                  <a:moveTo>
                    <a:pt x="7513" y="30871"/>
                  </a:moveTo>
                  <a:cubicBezTo>
                    <a:pt x="7499" y="30871"/>
                    <a:pt x="7484" y="30872"/>
                    <a:pt x="7470" y="30874"/>
                  </a:cubicBezTo>
                  <a:cubicBezTo>
                    <a:pt x="7299" y="30902"/>
                    <a:pt x="7186" y="31044"/>
                    <a:pt x="7186" y="31243"/>
                  </a:cubicBezTo>
                  <a:cubicBezTo>
                    <a:pt x="7213" y="31424"/>
                    <a:pt x="7364" y="31516"/>
                    <a:pt x="7514" y="31516"/>
                  </a:cubicBezTo>
                  <a:cubicBezTo>
                    <a:pt x="7670" y="31516"/>
                    <a:pt x="7824" y="31417"/>
                    <a:pt x="7839" y="31214"/>
                  </a:cubicBezTo>
                  <a:cubicBezTo>
                    <a:pt x="7839" y="31030"/>
                    <a:pt x="7693" y="30871"/>
                    <a:pt x="7513" y="30871"/>
                  </a:cubicBezTo>
                  <a:close/>
                  <a:moveTo>
                    <a:pt x="3607" y="31243"/>
                  </a:moveTo>
                  <a:cubicBezTo>
                    <a:pt x="3408" y="31243"/>
                    <a:pt x="3238" y="31442"/>
                    <a:pt x="3266" y="31640"/>
                  </a:cubicBezTo>
                  <a:cubicBezTo>
                    <a:pt x="3295" y="31811"/>
                    <a:pt x="3437" y="31924"/>
                    <a:pt x="3607" y="31953"/>
                  </a:cubicBezTo>
                  <a:cubicBezTo>
                    <a:pt x="3806" y="31953"/>
                    <a:pt x="3948" y="31782"/>
                    <a:pt x="3948" y="31584"/>
                  </a:cubicBezTo>
                  <a:cubicBezTo>
                    <a:pt x="3948" y="31385"/>
                    <a:pt x="3806" y="31243"/>
                    <a:pt x="3607" y="31243"/>
                  </a:cubicBezTo>
                  <a:close/>
                  <a:moveTo>
                    <a:pt x="9259" y="31640"/>
                  </a:moveTo>
                  <a:cubicBezTo>
                    <a:pt x="9060" y="31669"/>
                    <a:pt x="8918" y="31839"/>
                    <a:pt x="8946" y="32038"/>
                  </a:cubicBezTo>
                  <a:cubicBezTo>
                    <a:pt x="8918" y="32237"/>
                    <a:pt x="9088" y="32407"/>
                    <a:pt x="9287" y="32407"/>
                  </a:cubicBezTo>
                  <a:cubicBezTo>
                    <a:pt x="9486" y="32407"/>
                    <a:pt x="9656" y="32237"/>
                    <a:pt x="9656" y="32038"/>
                  </a:cubicBezTo>
                  <a:cubicBezTo>
                    <a:pt x="9656" y="31811"/>
                    <a:pt x="9486" y="31640"/>
                    <a:pt x="9259" y="31640"/>
                  </a:cubicBezTo>
                  <a:close/>
                  <a:moveTo>
                    <a:pt x="6078" y="32691"/>
                  </a:moveTo>
                  <a:cubicBezTo>
                    <a:pt x="5879" y="32720"/>
                    <a:pt x="5737" y="32833"/>
                    <a:pt x="5709" y="33004"/>
                  </a:cubicBezTo>
                  <a:cubicBezTo>
                    <a:pt x="5680" y="33174"/>
                    <a:pt x="5822" y="33344"/>
                    <a:pt x="6021" y="33373"/>
                  </a:cubicBezTo>
                  <a:cubicBezTo>
                    <a:pt x="6038" y="33375"/>
                    <a:pt x="6055" y="33376"/>
                    <a:pt x="6072" y="33376"/>
                  </a:cubicBezTo>
                  <a:cubicBezTo>
                    <a:pt x="6248" y="33376"/>
                    <a:pt x="6393" y="33242"/>
                    <a:pt x="6419" y="33060"/>
                  </a:cubicBezTo>
                  <a:cubicBezTo>
                    <a:pt x="6419" y="32862"/>
                    <a:pt x="6248" y="32691"/>
                    <a:pt x="6078" y="32691"/>
                  </a:cubicBezTo>
                  <a:close/>
                  <a:moveTo>
                    <a:pt x="11275" y="32833"/>
                  </a:moveTo>
                  <a:cubicBezTo>
                    <a:pt x="11105" y="32890"/>
                    <a:pt x="10991" y="33032"/>
                    <a:pt x="10991" y="33202"/>
                  </a:cubicBezTo>
                  <a:cubicBezTo>
                    <a:pt x="10991" y="33373"/>
                    <a:pt x="11105" y="33515"/>
                    <a:pt x="11275" y="33515"/>
                  </a:cubicBezTo>
                  <a:cubicBezTo>
                    <a:pt x="11290" y="33517"/>
                    <a:pt x="11304" y="33518"/>
                    <a:pt x="11318" y="33518"/>
                  </a:cubicBezTo>
                  <a:cubicBezTo>
                    <a:pt x="11469" y="33518"/>
                    <a:pt x="11590" y="33386"/>
                    <a:pt x="11616" y="33231"/>
                  </a:cubicBezTo>
                  <a:cubicBezTo>
                    <a:pt x="11616" y="33032"/>
                    <a:pt x="11474" y="32862"/>
                    <a:pt x="11275" y="32833"/>
                  </a:cubicBezTo>
                  <a:close/>
                  <a:moveTo>
                    <a:pt x="2698" y="33259"/>
                  </a:moveTo>
                  <a:cubicBezTo>
                    <a:pt x="2528" y="33316"/>
                    <a:pt x="2415" y="33486"/>
                    <a:pt x="2443" y="33685"/>
                  </a:cubicBezTo>
                  <a:cubicBezTo>
                    <a:pt x="2468" y="33864"/>
                    <a:pt x="2631" y="33973"/>
                    <a:pt x="2788" y="33973"/>
                  </a:cubicBezTo>
                  <a:cubicBezTo>
                    <a:pt x="2805" y="33973"/>
                    <a:pt x="2823" y="33972"/>
                    <a:pt x="2840" y="33969"/>
                  </a:cubicBezTo>
                  <a:cubicBezTo>
                    <a:pt x="3011" y="33941"/>
                    <a:pt x="3124" y="33799"/>
                    <a:pt x="3124" y="33628"/>
                  </a:cubicBezTo>
                  <a:cubicBezTo>
                    <a:pt x="3096" y="33430"/>
                    <a:pt x="2926" y="33259"/>
                    <a:pt x="2698" y="3325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4"/>
            <p:cNvSpPr/>
            <p:nvPr/>
          </p:nvSpPr>
          <p:spPr>
            <a:xfrm>
              <a:off x="4954475" y="1134375"/>
              <a:ext cx="693650" cy="1075625"/>
            </a:xfrm>
            <a:custGeom>
              <a:rect b="b" l="l" r="r" t="t"/>
              <a:pathLst>
                <a:path extrusionOk="0" h="43025" w="27746">
                  <a:moveTo>
                    <a:pt x="21697" y="0"/>
                  </a:moveTo>
                  <a:cubicBezTo>
                    <a:pt x="21498" y="0"/>
                    <a:pt x="21328" y="142"/>
                    <a:pt x="21356" y="370"/>
                  </a:cubicBezTo>
                  <a:cubicBezTo>
                    <a:pt x="21356" y="483"/>
                    <a:pt x="21470" y="568"/>
                    <a:pt x="21583" y="568"/>
                  </a:cubicBezTo>
                  <a:cubicBezTo>
                    <a:pt x="21810" y="568"/>
                    <a:pt x="21981" y="398"/>
                    <a:pt x="21981" y="256"/>
                  </a:cubicBezTo>
                  <a:cubicBezTo>
                    <a:pt x="21952" y="114"/>
                    <a:pt x="21839" y="0"/>
                    <a:pt x="21697" y="0"/>
                  </a:cubicBezTo>
                  <a:close/>
                  <a:moveTo>
                    <a:pt x="23459" y="624"/>
                  </a:moveTo>
                  <a:cubicBezTo>
                    <a:pt x="23197" y="624"/>
                    <a:pt x="23127" y="1025"/>
                    <a:pt x="23429" y="1080"/>
                  </a:cubicBezTo>
                  <a:cubicBezTo>
                    <a:pt x="23444" y="1083"/>
                    <a:pt x="23459" y="1084"/>
                    <a:pt x="23473" y="1084"/>
                  </a:cubicBezTo>
                  <a:cubicBezTo>
                    <a:pt x="23594" y="1084"/>
                    <a:pt x="23688" y="982"/>
                    <a:pt x="23713" y="881"/>
                  </a:cubicBezTo>
                  <a:cubicBezTo>
                    <a:pt x="23713" y="739"/>
                    <a:pt x="23628" y="625"/>
                    <a:pt x="23486" y="625"/>
                  </a:cubicBezTo>
                  <a:cubicBezTo>
                    <a:pt x="23477" y="624"/>
                    <a:pt x="23468" y="624"/>
                    <a:pt x="23459" y="624"/>
                  </a:cubicBezTo>
                  <a:close/>
                  <a:moveTo>
                    <a:pt x="20575" y="480"/>
                  </a:moveTo>
                  <a:cubicBezTo>
                    <a:pt x="20420" y="480"/>
                    <a:pt x="20277" y="618"/>
                    <a:pt x="20277" y="852"/>
                  </a:cubicBezTo>
                  <a:cubicBezTo>
                    <a:pt x="20277" y="966"/>
                    <a:pt x="20277" y="1080"/>
                    <a:pt x="20447" y="1108"/>
                  </a:cubicBezTo>
                  <a:cubicBezTo>
                    <a:pt x="20462" y="1111"/>
                    <a:pt x="20477" y="1112"/>
                    <a:pt x="20492" y="1112"/>
                  </a:cubicBezTo>
                  <a:cubicBezTo>
                    <a:pt x="20627" y="1112"/>
                    <a:pt x="20788" y="1000"/>
                    <a:pt x="20788" y="796"/>
                  </a:cubicBezTo>
                  <a:cubicBezTo>
                    <a:pt x="20816" y="654"/>
                    <a:pt x="20731" y="540"/>
                    <a:pt x="20618" y="483"/>
                  </a:cubicBezTo>
                  <a:cubicBezTo>
                    <a:pt x="20603" y="481"/>
                    <a:pt x="20589" y="480"/>
                    <a:pt x="20575" y="480"/>
                  </a:cubicBezTo>
                  <a:close/>
                  <a:moveTo>
                    <a:pt x="24281" y="1676"/>
                  </a:moveTo>
                  <a:cubicBezTo>
                    <a:pt x="24111" y="1676"/>
                    <a:pt x="23969" y="1790"/>
                    <a:pt x="23969" y="1960"/>
                  </a:cubicBezTo>
                  <a:cubicBezTo>
                    <a:pt x="23969" y="2102"/>
                    <a:pt x="24111" y="2216"/>
                    <a:pt x="24253" y="2216"/>
                  </a:cubicBezTo>
                  <a:cubicBezTo>
                    <a:pt x="24272" y="2220"/>
                    <a:pt x="24291" y="2223"/>
                    <a:pt x="24311" y="2223"/>
                  </a:cubicBezTo>
                  <a:cubicBezTo>
                    <a:pt x="24411" y="2223"/>
                    <a:pt x="24518" y="2163"/>
                    <a:pt x="24565" y="2045"/>
                  </a:cubicBezTo>
                  <a:cubicBezTo>
                    <a:pt x="24565" y="1875"/>
                    <a:pt x="24452" y="1704"/>
                    <a:pt x="24281" y="1676"/>
                  </a:cubicBezTo>
                  <a:close/>
                  <a:moveTo>
                    <a:pt x="22748" y="1875"/>
                  </a:moveTo>
                  <a:cubicBezTo>
                    <a:pt x="22606" y="1875"/>
                    <a:pt x="22520" y="2017"/>
                    <a:pt x="22520" y="2159"/>
                  </a:cubicBezTo>
                  <a:cubicBezTo>
                    <a:pt x="22520" y="2272"/>
                    <a:pt x="22634" y="2358"/>
                    <a:pt x="22748" y="2358"/>
                  </a:cubicBezTo>
                  <a:cubicBezTo>
                    <a:pt x="22762" y="2360"/>
                    <a:pt x="22777" y="2362"/>
                    <a:pt x="22792" y="2362"/>
                  </a:cubicBezTo>
                  <a:cubicBezTo>
                    <a:pt x="22918" y="2362"/>
                    <a:pt x="23032" y="2258"/>
                    <a:pt x="23032" y="2130"/>
                  </a:cubicBezTo>
                  <a:cubicBezTo>
                    <a:pt x="23003" y="1988"/>
                    <a:pt x="22890" y="1875"/>
                    <a:pt x="22748" y="1875"/>
                  </a:cubicBezTo>
                  <a:close/>
                  <a:moveTo>
                    <a:pt x="2200" y="1843"/>
                  </a:moveTo>
                  <a:cubicBezTo>
                    <a:pt x="2020" y="1843"/>
                    <a:pt x="1872" y="2003"/>
                    <a:pt x="1846" y="2187"/>
                  </a:cubicBezTo>
                  <a:cubicBezTo>
                    <a:pt x="1874" y="2329"/>
                    <a:pt x="1988" y="2471"/>
                    <a:pt x="2158" y="2500"/>
                  </a:cubicBezTo>
                  <a:cubicBezTo>
                    <a:pt x="2357" y="2471"/>
                    <a:pt x="2499" y="2329"/>
                    <a:pt x="2556" y="2130"/>
                  </a:cubicBezTo>
                  <a:cubicBezTo>
                    <a:pt x="2584" y="2017"/>
                    <a:pt x="2414" y="1846"/>
                    <a:pt x="2244" y="1846"/>
                  </a:cubicBezTo>
                  <a:cubicBezTo>
                    <a:pt x="2229" y="1844"/>
                    <a:pt x="2214" y="1843"/>
                    <a:pt x="2200" y="1843"/>
                  </a:cubicBezTo>
                  <a:close/>
                  <a:moveTo>
                    <a:pt x="10536" y="2130"/>
                  </a:moveTo>
                  <a:cubicBezTo>
                    <a:pt x="10366" y="2130"/>
                    <a:pt x="10224" y="2244"/>
                    <a:pt x="10195" y="2414"/>
                  </a:cubicBezTo>
                  <a:cubicBezTo>
                    <a:pt x="10195" y="2556"/>
                    <a:pt x="10309" y="2698"/>
                    <a:pt x="10451" y="2698"/>
                  </a:cubicBezTo>
                  <a:cubicBezTo>
                    <a:pt x="10650" y="2698"/>
                    <a:pt x="10820" y="2556"/>
                    <a:pt x="10820" y="2386"/>
                  </a:cubicBezTo>
                  <a:cubicBezTo>
                    <a:pt x="10820" y="2244"/>
                    <a:pt x="10678" y="2130"/>
                    <a:pt x="10536" y="2130"/>
                  </a:cubicBezTo>
                  <a:close/>
                  <a:moveTo>
                    <a:pt x="19667" y="2382"/>
                  </a:moveTo>
                  <a:cubicBezTo>
                    <a:pt x="19653" y="2382"/>
                    <a:pt x="19638" y="2383"/>
                    <a:pt x="19624" y="2386"/>
                  </a:cubicBezTo>
                  <a:cubicBezTo>
                    <a:pt x="19482" y="2443"/>
                    <a:pt x="19368" y="2613"/>
                    <a:pt x="19397" y="2784"/>
                  </a:cubicBezTo>
                  <a:cubicBezTo>
                    <a:pt x="19397" y="2925"/>
                    <a:pt x="19539" y="3011"/>
                    <a:pt x="19681" y="3011"/>
                  </a:cubicBezTo>
                  <a:cubicBezTo>
                    <a:pt x="19823" y="3011"/>
                    <a:pt x="19908" y="2840"/>
                    <a:pt x="19908" y="2642"/>
                  </a:cubicBezTo>
                  <a:cubicBezTo>
                    <a:pt x="19882" y="2489"/>
                    <a:pt x="19788" y="2382"/>
                    <a:pt x="19667" y="2382"/>
                  </a:cubicBezTo>
                  <a:close/>
                  <a:moveTo>
                    <a:pt x="12609" y="2613"/>
                  </a:moveTo>
                  <a:cubicBezTo>
                    <a:pt x="12467" y="2613"/>
                    <a:pt x="12325" y="2727"/>
                    <a:pt x="12354" y="2897"/>
                  </a:cubicBezTo>
                  <a:cubicBezTo>
                    <a:pt x="12378" y="3021"/>
                    <a:pt x="12468" y="3101"/>
                    <a:pt x="12603" y="3101"/>
                  </a:cubicBezTo>
                  <a:cubicBezTo>
                    <a:pt x="12623" y="3101"/>
                    <a:pt x="12644" y="3100"/>
                    <a:pt x="12666" y="3096"/>
                  </a:cubicBezTo>
                  <a:cubicBezTo>
                    <a:pt x="12780" y="3096"/>
                    <a:pt x="12865" y="3011"/>
                    <a:pt x="12865" y="2897"/>
                  </a:cubicBezTo>
                  <a:lnTo>
                    <a:pt x="12865" y="2869"/>
                  </a:lnTo>
                  <a:cubicBezTo>
                    <a:pt x="12865" y="2727"/>
                    <a:pt x="12751" y="2613"/>
                    <a:pt x="12609" y="2613"/>
                  </a:cubicBezTo>
                  <a:close/>
                  <a:moveTo>
                    <a:pt x="3891" y="2698"/>
                  </a:moveTo>
                  <a:cubicBezTo>
                    <a:pt x="3720" y="2727"/>
                    <a:pt x="3607" y="2869"/>
                    <a:pt x="3607" y="3039"/>
                  </a:cubicBezTo>
                  <a:cubicBezTo>
                    <a:pt x="3635" y="3209"/>
                    <a:pt x="3777" y="3323"/>
                    <a:pt x="3948" y="3351"/>
                  </a:cubicBezTo>
                  <a:cubicBezTo>
                    <a:pt x="4118" y="3295"/>
                    <a:pt x="4232" y="3153"/>
                    <a:pt x="4232" y="2982"/>
                  </a:cubicBezTo>
                  <a:cubicBezTo>
                    <a:pt x="4203" y="2812"/>
                    <a:pt x="4061" y="2698"/>
                    <a:pt x="3891" y="2698"/>
                  </a:cubicBezTo>
                  <a:close/>
                  <a:moveTo>
                    <a:pt x="24991" y="3437"/>
                  </a:moveTo>
                  <a:cubicBezTo>
                    <a:pt x="24996" y="3437"/>
                    <a:pt x="25001" y="3437"/>
                    <a:pt x="25005" y="3437"/>
                  </a:cubicBezTo>
                  <a:lnTo>
                    <a:pt x="25005" y="3437"/>
                  </a:lnTo>
                  <a:cubicBezTo>
                    <a:pt x="25010" y="3437"/>
                    <a:pt x="25015" y="3437"/>
                    <a:pt x="25020" y="3437"/>
                  </a:cubicBezTo>
                  <a:close/>
                  <a:moveTo>
                    <a:pt x="8889" y="3096"/>
                  </a:moveTo>
                  <a:cubicBezTo>
                    <a:pt x="8747" y="3124"/>
                    <a:pt x="8662" y="3266"/>
                    <a:pt x="8690" y="3408"/>
                  </a:cubicBezTo>
                  <a:cubicBezTo>
                    <a:pt x="8690" y="3550"/>
                    <a:pt x="8804" y="3664"/>
                    <a:pt x="8946" y="3664"/>
                  </a:cubicBezTo>
                  <a:cubicBezTo>
                    <a:pt x="9145" y="3664"/>
                    <a:pt x="9287" y="3493"/>
                    <a:pt x="9258" y="3295"/>
                  </a:cubicBezTo>
                  <a:cubicBezTo>
                    <a:pt x="9258" y="3153"/>
                    <a:pt x="9173" y="3096"/>
                    <a:pt x="8889" y="3096"/>
                  </a:cubicBezTo>
                  <a:close/>
                  <a:moveTo>
                    <a:pt x="962" y="3000"/>
                  </a:moveTo>
                  <a:cubicBezTo>
                    <a:pt x="872" y="3000"/>
                    <a:pt x="781" y="3032"/>
                    <a:pt x="738" y="3096"/>
                  </a:cubicBezTo>
                  <a:cubicBezTo>
                    <a:pt x="568" y="3209"/>
                    <a:pt x="511" y="3437"/>
                    <a:pt x="653" y="3579"/>
                  </a:cubicBezTo>
                  <a:cubicBezTo>
                    <a:pt x="717" y="3643"/>
                    <a:pt x="797" y="3675"/>
                    <a:pt x="881" y="3675"/>
                  </a:cubicBezTo>
                  <a:cubicBezTo>
                    <a:pt x="909" y="3675"/>
                    <a:pt x="937" y="3671"/>
                    <a:pt x="966" y="3664"/>
                  </a:cubicBezTo>
                  <a:cubicBezTo>
                    <a:pt x="1136" y="3607"/>
                    <a:pt x="1221" y="3465"/>
                    <a:pt x="1221" y="3295"/>
                  </a:cubicBezTo>
                  <a:cubicBezTo>
                    <a:pt x="1221" y="3181"/>
                    <a:pt x="1136" y="3067"/>
                    <a:pt x="1051" y="3011"/>
                  </a:cubicBezTo>
                  <a:cubicBezTo>
                    <a:pt x="1022" y="3004"/>
                    <a:pt x="992" y="3000"/>
                    <a:pt x="962" y="3000"/>
                  </a:cubicBezTo>
                  <a:close/>
                  <a:moveTo>
                    <a:pt x="21664" y="3262"/>
                  </a:moveTo>
                  <a:cubicBezTo>
                    <a:pt x="21647" y="3262"/>
                    <a:pt x="21629" y="3263"/>
                    <a:pt x="21612" y="3266"/>
                  </a:cubicBezTo>
                  <a:cubicBezTo>
                    <a:pt x="21470" y="3295"/>
                    <a:pt x="21384" y="3408"/>
                    <a:pt x="21413" y="3550"/>
                  </a:cubicBezTo>
                  <a:cubicBezTo>
                    <a:pt x="21413" y="3677"/>
                    <a:pt x="21527" y="3782"/>
                    <a:pt x="21653" y="3782"/>
                  </a:cubicBezTo>
                  <a:cubicBezTo>
                    <a:pt x="21667" y="3782"/>
                    <a:pt x="21682" y="3780"/>
                    <a:pt x="21697" y="3777"/>
                  </a:cubicBezTo>
                  <a:cubicBezTo>
                    <a:pt x="21839" y="3777"/>
                    <a:pt x="21952" y="3664"/>
                    <a:pt x="21952" y="3522"/>
                  </a:cubicBezTo>
                  <a:cubicBezTo>
                    <a:pt x="21952" y="3369"/>
                    <a:pt x="21815" y="3262"/>
                    <a:pt x="21664" y="3262"/>
                  </a:cubicBezTo>
                  <a:close/>
                  <a:moveTo>
                    <a:pt x="25005" y="3437"/>
                  </a:moveTo>
                  <a:cubicBezTo>
                    <a:pt x="24872" y="3443"/>
                    <a:pt x="24791" y="3527"/>
                    <a:pt x="24764" y="3664"/>
                  </a:cubicBezTo>
                  <a:cubicBezTo>
                    <a:pt x="24764" y="3777"/>
                    <a:pt x="24849" y="3891"/>
                    <a:pt x="24963" y="3919"/>
                  </a:cubicBezTo>
                  <a:cubicBezTo>
                    <a:pt x="24973" y="3922"/>
                    <a:pt x="24983" y="3923"/>
                    <a:pt x="24994" y="3923"/>
                  </a:cubicBezTo>
                  <a:cubicBezTo>
                    <a:pt x="25105" y="3923"/>
                    <a:pt x="25247" y="3793"/>
                    <a:pt x="25247" y="3664"/>
                  </a:cubicBezTo>
                  <a:cubicBezTo>
                    <a:pt x="25219" y="3527"/>
                    <a:pt x="25139" y="3443"/>
                    <a:pt x="25005" y="3437"/>
                  </a:cubicBezTo>
                  <a:close/>
                  <a:moveTo>
                    <a:pt x="11364" y="3802"/>
                  </a:moveTo>
                  <a:cubicBezTo>
                    <a:pt x="11212" y="3802"/>
                    <a:pt x="11073" y="3909"/>
                    <a:pt x="11047" y="4061"/>
                  </a:cubicBezTo>
                  <a:cubicBezTo>
                    <a:pt x="11019" y="4232"/>
                    <a:pt x="11189" y="4402"/>
                    <a:pt x="11416" y="4402"/>
                  </a:cubicBezTo>
                  <a:cubicBezTo>
                    <a:pt x="11558" y="4402"/>
                    <a:pt x="11672" y="4289"/>
                    <a:pt x="11672" y="4147"/>
                  </a:cubicBezTo>
                  <a:cubicBezTo>
                    <a:pt x="11700" y="3976"/>
                    <a:pt x="11587" y="3806"/>
                    <a:pt x="11416" y="3806"/>
                  </a:cubicBezTo>
                  <a:cubicBezTo>
                    <a:pt x="11399" y="3803"/>
                    <a:pt x="11381" y="3802"/>
                    <a:pt x="11364" y="3802"/>
                  </a:cubicBezTo>
                  <a:close/>
                  <a:moveTo>
                    <a:pt x="2300" y="3806"/>
                  </a:moveTo>
                  <a:cubicBezTo>
                    <a:pt x="2102" y="3834"/>
                    <a:pt x="1960" y="4005"/>
                    <a:pt x="1960" y="4203"/>
                  </a:cubicBezTo>
                  <a:cubicBezTo>
                    <a:pt x="1988" y="4345"/>
                    <a:pt x="2102" y="4459"/>
                    <a:pt x="2244" y="4487"/>
                  </a:cubicBezTo>
                  <a:cubicBezTo>
                    <a:pt x="2442" y="4459"/>
                    <a:pt x="2641" y="4289"/>
                    <a:pt x="2641" y="4090"/>
                  </a:cubicBezTo>
                  <a:cubicBezTo>
                    <a:pt x="2613" y="3919"/>
                    <a:pt x="2442" y="3806"/>
                    <a:pt x="2300" y="3806"/>
                  </a:cubicBezTo>
                  <a:close/>
                  <a:moveTo>
                    <a:pt x="4430" y="4118"/>
                  </a:moveTo>
                  <a:cubicBezTo>
                    <a:pt x="4288" y="4118"/>
                    <a:pt x="4175" y="4203"/>
                    <a:pt x="4146" y="4345"/>
                  </a:cubicBezTo>
                  <a:cubicBezTo>
                    <a:pt x="4118" y="4516"/>
                    <a:pt x="4260" y="4658"/>
                    <a:pt x="4430" y="4658"/>
                  </a:cubicBezTo>
                  <a:cubicBezTo>
                    <a:pt x="4572" y="4658"/>
                    <a:pt x="4686" y="4544"/>
                    <a:pt x="4686" y="4402"/>
                  </a:cubicBezTo>
                  <a:cubicBezTo>
                    <a:pt x="4686" y="4232"/>
                    <a:pt x="4572" y="4118"/>
                    <a:pt x="4430" y="4118"/>
                  </a:cubicBezTo>
                  <a:close/>
                  <a:moveTo>
                    <a:pt x="13291" y="4345"/>
                  </a:moveTo>
                  <a:cubicBezTo>
                    <a:pt x="13120" y="4345"/>
                    <a:pt x="13007" y="4487"/>
                    <a:pt x="13035" y="4658"/>
                  </a:cubicBezTo>
                  <a:cubicBezTo>
                    <a:pt x="13035" y="4828"/>
                    <a:pt x="13149" y="4942"/>
                    <a:pt x="13291" y="4942"/>
                  </a:cubicBezTo>
                  <a:cubicBezTo>
                    <a:pt x="13461" y="4913"/>
                    <a:pt x="13603" y="4771"/>
                    <a:pt x="13575" y="4601"/>
                  </a:cubicBezTo>
                  <a:cubicBezTo>
                    <a:pt x="13575" y="4459"/>
                    <a:pt x="13461" y="4345"/>
                    <a:pt x="13291" y="4345"/>
                  </a:cubicBezTo>
                  <a:close/>
                  <a:moveTo>
                    <a:pt x="23529" y="4482"/>
                  </a:moveTo>
                  <a:cubicBezTo>
                    <a:pt x="23515" y="4482"/>
                    <a:pt x="23501" y="4484"/>
                    <a:pt x="23486" y="4487"/>
                  </a:cubicBezTo>
                  <a:cubicBezTo>
                    <a:pt x="23471" y="4484"/>
                    <a:pt x="23457" y="4483"/>
                    <a:pt x="23443" y="4483"/>
                  </a:cubicBezTo>
                  <a:cubicBezTo>
                    <a:pt x="23322" y="4483"/>
                    <a:pt x="23230" y="4587"/>
                    <a:pt x="23230" y="4715"/>
                  </a:cubicBezTo>
                  <a:lnTo>
                    <a:pt x="23259" y="4715"/>
                  </a:lnTo>
                  <a:cubicBezTo>
                    <a:pt x="23230" y="4857"/>
                    <a:pt x="23344" y="4942"/>
                    <a:pt x="23458" y="4942"/>
                  </a:cubicBezTo>
                  <a:cubicBezTo>
                    <a:pt x="23628" y="4942"/>
                    <a:pt x="23742" y="4828"/>
                    <a:pt x="23713" y="4658"/>
                  </a:cubicBezTo>
                  <a:cubicBezTo>
                    <a:pt x="23689" y="4559"/>
                    <a:pt x="23621" y="4482"/>
                    <a:pt x="23529" y="4482"/>
                  </a:cubicBezTo>
                  <a:close/>
                  <a:moveTo>
                    <a:pt x="19604" y="4316"/>
                  </a:moveTo>
                  <a:cubicBezTo>
                    <a:pt x="19550" y="4316"/>
                    <a:pt x="19490" y="4347"/>
                    <a:pt x="19453" y="4402"/>
                  </a:cubicBezTo>
                  <a:cubicBezTo>
                    <a:pt x="19311" y="4601"/>
                    <a:pt x="19397" y="4885"/>
                    <a:pt x="19595" y="4999"/>
                  </a:cubicBezTo>
                  <a:cubicBezTo>
                    <a:pt x="19613" y="5002"/>
                    <a:pt x="19631" y="5003"/>
                    <a:pt x="19648" y="5003"/>
                  </a:cubicBezTo>
                  <a:cubicBezTo>
                    <a:pt x="19799" y="5003"/>
                    <a:pt x="19939" y="4896"/>
                    <a:pt x="19965" y="4743"/>
                  </a:cubicBezTo>
                  <a:cubicBezTo>
                    <a:pt x="19936" y="4573"/>
                    <a:pt x="19851" y="4431"/>
                    <a:pt x="19709" y="4345"/>
                  </a:cubicBezTo>
                  <a:lnTo>
                    <a:pt x="19681" y="4345"/>
                  </a:lnTo>
                  <a:cubicBezTo>
                    <a:pt x="19660" y="4325"/>
                    <a:pt x="19633" y="4316"/>
                    <a:pt x="19604" y="4316"/>
                  </a:cubicBezTo>
                  <a:close/>
                  <a:moveTo>
                    <a:pt x="9594" y="4852"/>
                  </a:moveTo>
                  <a:cubicBezTo>
                    <a:pt x="9577" y="4852"/>
                    <a:pt x="9560" y="4854"/>
                    <a:pt x="9542" y="4857"/>
                  </a:cubicBezTo>
                  <a:cubicBezTo>
                    <a:pt x="9429" y="4857"/>
                    <a:pt x="9343" y="4970"/>
                    <a:pt x="9372" y="5084"/>
                  </a:cubicBezTo>
                  <a:cubicBezTo>
                    <a:pt x="9372" y="5226"/>
                    <a:pt x="9457" y="5283"/>
                    <a:pt x="9599" y="5339"/>
                  </a:cubicBezTo>
                  <a:cubicBezTo>
                    <a:pt x="9684" y="5311"/>
                    <a:pt x="9798" y="5226"/>
                    <a:pt x="9798" y="5112"/>
                  </a:cubicBezTo>
                  <a:lnTo>
                    <a:pt x="9826" y="5084"/>
                  </a:lnTo>
                  <a:cubicBezTo>
                    <a:pt x="9826" y="4957"/>
                    <a:pt x="9735" y="4852"/>
                    <a:pt x="9594" y="4852"/>
                  </a:cubicBezTo>
                  <a:close/>
                  <a:moveTo>
                    <a:pt x="7895" y="4686"/>
                  </a:moveTo>
                  <a:cubicBezTo>
                    <a:pt x="7753" y="4686"/>
                    <a:pt x="7639" y="4771"/>
                    <a:pt x="7583" y="4913"/>
                  </a:cubicBezTo>
                  <a:cubicBezTo>
                    <a:pt x="7526" y="5027"/>
                    <a:pt x="7526" y="5197"/>
                    <a:pt x="7639" y="5283"/>
                  </a:cubicBezTo>
                  <a:cubicBezTo>
                    <a:pt x="7691" y="5347"/>
                    <a:pt x="7759" y="5376"/>
                    <a:pt x="7827" y="5376"/>
                  </a:cubicBezTo>
                  <a:cubicBezTo>
                    <a:pt x="7909" y="5376"/>
                    <a:pt x="7990" y="5332"/>
                    <a:pt x="8037" y="5254"/>
                  </a:cubicBezTo>
                  <a:cubicBezTo>
                    <a:pt x="8065" y="5197"/>
                    <a:pt x="8094" y="5112"/>
                    <a:pt x="8122" y="5055"/>
                  </a:cubicBezTo>
                  <a:cubicBezTo>
                    <a:pt x="8094" y="4970"/>
                    <a:pt x="8094" y="4885"/>
                    <a:pt x="8065" y="4771"/>
                  </a:cubicBezTo>
                  <a:lnTo>
                    <a:pt x="8065" y="4800"/>
                  </a:lnTo>
                  <a:cubicBezTo>
                    <a:pt x="8037" y="4715"/>
                    <a:pt x="7980" y="4686"/>
                    <a:pt x="7895" y="4686"/>
                  </a:cubicBezTo>
                  <a:close/>
                  <a:moveTo>
                    <a:pt x="3173" y="4924"/>
                  </a:moveTo>
                  <a:cubicBezTo>
                    <a:pt x="3059" y="4924"/>
                    <a:pt x="2954" y="5001"/>
                    <a:pt x="2954" y="5112"/>
                  </a:cubicBezTo>
                  <a:cubicBezTo>
                    <a:pt x="2897" y="5283"/>
                    <a:pt x="2982" y="5453"/>
                    <a:pt x="3152" y="5510"/>
                  </a:cubicBezTo>
                  <a:cubicBezTo>
                    <a:pt x="3294" y="5510"/>
                    <a:pt x="3436" y="5396"/>
                    <a:pt x="3436" y="5254"/>
                  </a:cubicBezTo>
                  <a:cubicBezTo>
                    <a:pt x="3465" y="5112"/>
                    <a:pt x="3408" y="4970"/>
                    <a:pt x="3266" y="4942"/>
                  </a:cubicBezTo>
                  <a:cubicBezTo>
                    <a:pt x="3236" y="4930"/>
                    <a:pt x="3204" y="4924"/>
                    <a:pt x="3173" y="4924"/>
                  </a:cubicBezTo>
                  <a:close/>
                  <a:moveTo>
                    <a:pt x="355" y="5108"/>
                  </a:moveTo>
                  <a:cubicBezTo>
                    <a:pt x="341" y="5108"/>
                    <a:pt x="327" y="5109"/>
                    <a:pt x="312" y="5112"/>
                  </a:cubicBezTo>
                  <a:cubicBezTo>
                    <a:pt x="142" y="5141"/>
                    <a:pt x="0" y="5283"/>
                    <a:pt x="28" y="5453"/>
                  </a:cubicBezTo>
                  <a:cubicBezTo>
                    <a:pt x="28" y="5595"/>
                    <a:pt x="170" y="5709"/>
                    <a:pt x="312" y="5737"/>
                  </a:cubicBezTo>
                  <a:lnTo>
                    <a:pt x="312" y="5709"/>
                  </a:lnTo>
                  <a:cubicBezTo>
                    <a:pt x="483" y="5680"/>
                    <a:pt x="625" y="5538"/>
                    <a:pt x="596" y="5368"/>
                  </a:cubicBezTo>
                  <a:cubicBezTo>
                    <a:pt x="571" y="5215"/>
                    <a:pt x="477" y="5108"/>
                    <a:pt x="355" y="5108"/>
                  </a:cubicBezTo>
                  <a:close/>
                  <a:moveTo>
                    <a:pt x="25020" y="5368"/>
                  </a:moveTo>
                  <a:cubicBezTo>
                    <a:pt x="24906" y="5396"/>
                    <a:pt x="24821" y="5481"/>
                    <a:pt x="24821" y="5623"/>
                  </a:cubicBezTo>
                  <a:cubicBezTo>
                    <a:pt x="24821" y="5737"/>
                    <a:pt x="24934" y="5879"/>
                    <a:pt x="25048" y="5879"/>
                  </a:cubicBezTo>
                  <a:cubicBezTo>
                    <a:pt x="25190" y="5851"/>
                    <a:pt x="25304" y="5737"/>
                    <a:pt x="25304" y="5595"/>
                  </a:cubicBezTo>
                  <a:cubicBezTo>
                    <a:pt x="25279" y="5471"/>
                    <a:pt x="25189" y="5391"/>
                    <a:pt x="25073" y="5391"/>
                  </a:cubicBezTo>
                  <a:cubicBezTo>
                    <a:pt x="25056" y="5391"/>
                    <a:pt x="25038" y="5393"/>
                    <a:pt x="25020" y="5396"/>
                  </a:cubicBezTo>
                  <a:lnTo>
                    <a:pt x="25020" y="5368"/>
                  </a:lnTo>
                  <a:close/>
                  <a:moveTo>
                    <a:pt x="22009" y="5851"/>
                  </a:moveTo>
                  <a:cubicBezTo>
                    <a:pt x="21839" y="5879"/>
                    <a:pt x="21754" y="5993"/>
                    <a:pt x="21754" y="6135"/>
                  </a:cubicBezTo>
                  <a:cubicBezTo>
                    <a:pt x="21754" y="6248"/>
                    <a:pt x="21867" y="6362"/>
                    <a:pt x="21981" y="6362"/>
                  </a:cubicBezTo>
                  <a:cubicBezTo>
                    <a:pt x="21996" y="6365"/>
                    <a:pt x="22010" y="6366"/>
                    <a:pt x="22025" y="6366"/>
                  </a:cubicBezTo>
                  <a:cubicBezTo>
                    <a:pt x="22151" y="6366"/>
                    <a:pt x="22265" y="6262"/>
                    <a:pt x="22265" y="6135"/>
                  </a:cubicBezTo>
                  <a:cubicBezTo>
                    <a:pt x="22265" y="5993"/>
                    <a:pt x="22151" y="5851"/>
                    <a:pt x="22009" y="5851"/>
                  </a:cubicBezTo>
                  <a:close/>
                  <a:moveTo>
                    <a:pt x="12865" y="5964"/>
                  </a:moveTo>
                  <a:cubicBezTo>
                    <a:pt x="12723" y="5993"/>
                    <a:pt x="12609" y="6106"/>
                    <a:pt x="12638" y="6248"/>
                  </a:cubicBezTo>
                  <a:cubicBezTo>
                    <a:pt x="12638" y="6375"/>
                    <a:pt x="12752" y="6480"/>
                    <a:pt x="12877" y="6480"/>
                  </a:cubicBezTo>
                  <a:cubicBezTo>
                    <a:pt x="12892" y="6480"/>
                    <a:pt x="12907" y="6478"/>
                    <a:pt x="12922" y="6475"/>
                  </a:cubicBezTo>
                  <a:cubicBezTo>
                    <a:pt x="13035" y="6447"/>
                    <a:pt x="13120" y="6333"/>
                    <a:pt x="13120" y="6220"/>
                  </a:cubicBezTo>
                  <a:cubicBezTo>
                    <a:pt x="13120" y="6078"/>
                    <a:pt x="13007" y="5964"/>
                    <a:pt x="12865" y="5964"/>
                  </a:cubicBezTo>
                  <a:close/>
                  <a:moveTo>
                    <a:pt x="1903" y="6106"/>
                  </a:moveTo>
                  <a:cubicBezTo>
                    <a:pt x="1789" y="6135"/>
                    <a:pt x="1704" y="6277"/>
                    <a:pt x="1704" y="6390"/>
                  </a:cubicBezTo>
                  <a:cubicBezTo>
                    <a:pt x="1704" y="6589"/>
                    <a:pt x="1846" y="6759"/>
                    <a:pt x="2045" y="6788"/>
                  </a:cubicBezTo>
                  <a:cubicBezTo>
                    <a:pt x="2215" y="6759"/>
                    <a:pt x="2329" y="6646"/>
                    <a:pt x="2357" y="6475"/>
                  </a:cubicBezTo>
                  <a:cubicBezTo>
                    <a:pt x="2357" y="6305"/>
                    <a:pt x="2102" y="6106"/>
                    <a:pt x="1903" y="6106"/>
                  </a:cubicBezTo>
                  <a:close/>
                  <a:moveTo>
                    <a:pt x="10678" y="6277"/>
                  </a:moveTo>
                  <a:cubicBezTo>
                    <a:pt x="10536" y="6277"/>
                    <a:pt x="10422" y="6390"/>
                    <a:pt x="10422" y="6561"/>
                  </a:cubicBezTo>
                  <a:cubicBezTo>
                    <a:pt x="10451" y="6674"/>
                    <a:pt x="10536" y="6759"/>
                    <a:pt x="10650" y="6788"/>
                  </a:cubicBezTo>
                  <a:cubicBezTo>
                    <a:pt x="10820" y="6788"/>
                    <a:pt x="10934" y="6674"/>
                    <a:pt x="10934" y="6532"/>
                  </a:cubicBezTo>
                  <a:cubicBezTo>
                    <a:pt x="10962" y="6390"/>
                    <a:pt x="10820" y="6277"/>
                    <a:pt x="10678" y="6277"/>
                  </a:cubicBezTo>
                  <a:close/>
                  <a:moveTo>
                    <a:pt x="20140" y="6386"/>
                  </a:moveTo>
                  <a:cubicBezTo>
                    <a:pt x="19999" y="6386"/>
                    <a:pt x="19908" y="6490"/>
                    <a:pt x="19908" y="6617"/>
                  </a:cubicBezTo>
                  <a:cubicBezTo>
                    <a:pt x="19908" y="6753"/>
                    <a:pt x="20011" y="6888"/>
                    <a:pt x="20168" y="6900"/>
                  </a:cubicBezTo>
                  <a:lnTo>
                    <a:pt x="20168" y="6900"/>
                  </a:lnTo>
                  <a:cubicBezTo>
                    <a:pt x="20308" y="6871"/>
                    <a:pt x="20419" y="6758"/>
                    <a:pt x="20419" y="6617"/>
                  </a:cubicBezTo>
                  <a:cubicBezTo>
                    <a:pt x="20391" y="6475"/>
                    <a:pt x="20305" y="6390"/>
                    <a:pt x="20192" y="6390"/>
                  </a:cubicBezTo>
                  <a:cubicBezTo>
                    <a:pt x="20174" y="6387"/>
                    <a:pt x="20157" y="6386"/>
                    <a:pt x="20140" y="6386"/>
                  </a:cubicBezTo>
                  <a:close/>
                  <a:moveTo>
                    <a:pt x="4799" y="6305"/>
                  </a:moveTo>
                  <a:cubicBezTo>
                    <a:pt x="4658" y="6305"/>
                    <a:pt x="4516" y="6419"/>
                    <a:pt x="4516" y="6589"/>
                  </a:cubicBezTo>
                  <a:cubicBezTo>
                    <a:pt x="4487" y="6731"/>
                    <a:pt x="4572" y="6873"/>
                    <a:pt x="4714" y="6901"/>
                  </a:cubicBezTo>
                  <a:cubicBezTo>
                    <a:pt x="4885" y="6901"/>
                    <a:pt x="5055" y="6759"/>
                    <a:pt x="5055" y="6589"/>
                  </a:cubicBezTo>
                  <a:cubicBezTo>
                    <a:pt x="5055" y="6447"/>
                    <a:pt x="4941" y="6333"/>
                    <a:pt x="4799" y="6305"/>
                  </a:cubicBezTo>
                  <a:close/>
                  <a:moveTo>
                    <a:pt x="20168" y="6900"/>
                  </a:moveTo>
                  <a:cubicBezTo>
                    <a:pt x="20166" y="6901"/>
                    <a:pt x="20165" y="6901"/>
                    <a:pt x="20163" y="6901"/>
                  </a:cubicBezTo>
                  <a:lnTo>
                    <a:pt x="20192" y="6901"/>
                  </a:lnTo>
                  <a:cubicBezTo>
                    <a:pt x="20184" y="6901"/>
                    <a:pt x="20176" y="6901"/>
                    <a:pt x="20168" y="6900"/>
                  </a:cubicBezTo>
                  <a:close/>
                  <a:moveTo>
                    <a:pt x="7412" y="6561"/>
                  </a:moveTo>
                  <a:cubicBezTo>
                    <a:pt x="7270" y="6561"/>
                    <a:pt x="7157" y="6703"/>
                    <a:pt x="7157" y="6845"/>
                  </a:cubicBezTo>
                  <a:cubicBezTo>
                    <a:pt x="7185" y="6987"/>
                    <a:pt x="7299" y="7072"/>
                    <a:pt x="7441" y="7072"/>
                  </a:cubicBezTo>
                  <a:cubicBezTo>
                    <a:pt x="7583" y="7072"/>
                    <a:pt x="7696" y="6930"/>
                    <a:pt x="7696" y="6788"/>
                  </a:cubicBezTo>
                  <a:cubicBezTo>
                    <a:pt x="7668" y="6646"/>
                    <a:pt x="7554" y="6561"/>
                    <a:pt x="7412" y="6561"/>
                  </a:cubicBezTo>
                  <a:close/>
                  <a:moveTo>
                    <a:pt x="1051" y="7185"/>
                  </a:moveTo>
                  <a:lnTo>
                    <a:pt x="1051" y="7185"/>
                  </a:lnTo>
                  <a:cubicBezTo>
                    <a:pt x="880" y="7214"/>
                    <a:pt x="795" y="7356"/>
                    <a:pt x="824" y="7498"/>
                  </a:cubicBezTo>
                  <a:cubicBezTo>
                    <a:pt x="824" y="7640"/>
                    <a:pt x="937" y="7753"/>
                    <a:pt x="1079" y="7782"/>
                  </a:cubicBezTo>
                  <a:cubicBezTo>
                    <a:pt x="1250" y="7753"/>
                    <a:pt x="1392" y="7611"/>
                    <a:pt x="1392" y="7441"/>
                  </a:cubicBezTo>
                  <a:cubicBezTo>
                    <a:pt x="1368" y="7301"/>
                    <a:pt x="1249" y="7199"/>
                    <a:pt x="1112" y="7199"/>
                  </a:cubicBezTo>
                  <a:cubicBezTo>
                    <a:pt x="1083" y="7199"/>
                    <a:pt x="1053" y="7204"/>
                    <a:pt x="1022" y="7214"/>
                  </a:cubicBezTo>
                  <a:lnTo>
                    <a:pt x="1051" y="7185"/>
                  </a:lnTo>
                  <a:close/>
                  <a:moveTo>
                    <a:pt x="24203" y="7550"/>
                  </a:moveTo>
                  <a:cubicBezTo>
                    <a:pt x="24192" y="7550"/>
                    <a:pt x="24180" y="7552"/>
                    <a:pt x="24168" y="7555"/>
                  </a:cubicBezTo>
                  <a:cubicBezTo>
                    <a:pt x="24054" y="7555"/>
                    <a:pt x="23969" y="7668"/>
                    <a:pt x="23969" y="7782"/>
                  </a:cubicBezTo>
                  <a:cubicBezTo>
                    <a:pt x="23969" y="7924"/>
                    <a:pt x="24054" y="8037"/>
                    <a:pt x="24168" y="8037"/>
                  </a:cubicBezTo>
                  <a:cubicBezTo>
                    <a:pt x="24310" y="8009"/>
                    <a:pt x="24395" y="7895"/>
                    <a:pt x="24395" y="7753"/>
                  </a:cubicBezTo>
                  <a:cubicBezTo>
                    <a:pt x="24395" y="7652"/>
                    <a:pt x="24304" y="7550"/>
                    <a:pt x="24203" y="7550"/>
                  </a:cubicBezTo>
                  <a:close/>
                  <a:moveTo>
                    <a:pt x="9145" y="7668"/>
                  </a:moveTo>
                  <a:cubicBezTo>
                    <a:pt x="9003" y="7668"/>
                    <a:pt x="8917" y="7753"/>
                    <a:pt x="8889" y="7895"/>
                  </a:cubicBezTo>
                  <a:cubicBezTo>
                    <a:pt x="8861" y="8037"/>
                    <a:pt x="8946" y="8179"/>
                    <a:pt x="9116" y="8208"/>
                  </a:cubicBezTo>
                  <a:cubicBezTo>
                    <a:pt x="9134" y="8211"/>
                    <a:pt x="9152" y="8213"/>
                    <a:pt x="9170" y="8213"/>
                  </a:cubicBezTo>
                  <a:cubicBezTo>
                    <a:pt x="9292" y="8213"/>
                    <a:pt x="9400" y="8129"/>
                    <a:pt x="9400" y="7981"/>
                  </a:cubicBezTo>
                  <a:cubicBezTo>
                    <a:pt x="9429" y="7839"/>
                    <a:pt x="9287" y="7697"/>
                    <a:pt x="9145" y="7668"/>
                  </a:cubicBezTo>
                  <a:close/>
                  <a:moveTo>
                    <a:pt x="11757" y="7697"/>
                  </a:moveTo>
                  <a:cubicBezTo>
                    <a:pt x="11587" y="7697"/>
                    <a:pt x="11416" y="7810"/>
                    <a:pt x="11388" y="7981"/>
                  </a:cubicBezTo>
                  <a:cubicBezTo>
                    <a:pt x="11388" y="8151"/>
                    <a:pt x="11502" y="8321"/>
                    <a:pt x="11672" y="8350"/>
                  </a:cubicBezTo>
                  <a:cubicBezTo>
                    <a:pt x="11871" y="8321"/>
                    <a:pt x="12013" y="8151"/>
                    <a:pt x="12013" y="7952"/>
                  </a:cubicBezTo>
                  <a:lnTo>
                    <a:pt x="12041" y="7952"/>
                  </a:lnTo>
                  <a:cubicBezTo>
                    <a:pt x="12013" y="7810"/>
                    <a:pt x="11899" y="7725"/>
                    <a:pt x="11757" y="7697"/>
                  </a:cubicBezTo>
                  <a:close/>
                  <a:moveTo>
                    <a:pt x="22432" y="7854"/>
                  </a:moveTo>
                  <a:cubicBezTo>
                    <a:pt x="22274" y="7854"/>
                    <a:pt x="22151" y="7978"/>
                    <a:pt x="22151" y="8122"/>
                  </a:cubicBezTo>
                  <a:cubicBezTo>
                    <a:pt x="22151" y="8236"/>
                    <a:pt x="22265" y="8350"/>
                    <a:pt x="22378" y="8350"/>
                  </a:cubicBezTo>
                  <a:cubicBezTo>
                    <a:pt x="22396" y="8353"/>
                    <a:pt x="22415" y="8355"/>
                    <a:pt x="22432" y="8355"/>
                  </a:cubicBezTo>
                  <a:cubicBezTo>
                    <a:pt x="22555" y="8355"/>
                    <a:pt x="22666" y="8271"/>
                    <a:pt x="22691" y="8122"/>
                  </a:cubicBezTo>
                  <a:cubicBezTo>
                    <a:pt x="22719" y="8009"/>
                    <a:pt x="22634" y="7895"/>
                    <a:pt x="22520" y="7867"/>
                  </a:cubicBezTo>
                  <a:cubicBezTo>
                    <a:pt x="22490" y="7858"/>
                    <a:pt x="22460" y="7854"/>
                    <a:pt x="22432" y="7854"/>
                  </a:cubicBezTo>
                  <a:close/>
                  <a:moveTo>
                    <a:pt x="25559" y="7753"/>
                  </a:moveTo>
                  <a:cubicBezTo>
                    <a:pt x="25389" y="7753"/>
                    <a:pt x="25218" y="7924"/>
                    <a:pt x="25247" y="8122"/>
                  </a:cubicBezTo>
                  <a:cubicBezTo>
                    <a:pt x="25275" y="8293"/>
                    <a:pt x="25417" y="8406"/>
                    <a:pt x="25616" y="8406"/>
                  </a:cubicBezTo>
                  <a:cubicBezTo>
                    <a:pt x="25786" y="8378"/>
                    <a:pt x="25900" y="8208"/>
                    <a:pt x="25900" y="8037"/>
                  </a:cubicBezTo>
                  <a:cubicBezTo>
                    <a:pt x="25900" y="7867"/>
                    <a:pt x="25730" y="7753"/>
                    <a:pt x="25559" y="7753"/>
                  </a:cubicBezTo>
                  <a:close/>
                  <a:moveTo>
                    <a:pt x="3152" y="8321"/>
                  </a:moveTo>
                  <a:cubicBezTo>
                    <a:pt x="3010" y="8321"/>
                    <a:pt x="2897" y="8435"/>
                    <a:pt x="2897" y="8577"/>
                  </a:cubicBezTo>
                  <a:cubicBezTo>
                    <a:pt x="2897" y="8719"/>
                    <a:pt x="3039" y="8832"/>
                    <a:pt x="3181" y="8832"/>
                  </a:cubicBezTo>
                  <a:cubicBezTo>
                    <a:pt x="3294" y="8832"/>
                    <a:pt x="3380" y="8719"/>
                    <a:pt x="3408" y="8605"/>
                  </a:cubicBezTo>
                  <a:cubicBezTo>
                    <a:pt x="3408" y="8463"/>
                    <a:pt x="3294" y="8350"/>
                    <a:pt x="3152" y="8350"/>
                  </a:cubicBezTo>
                  <a:lnTo>
                    <a:pt x="3152" y="8321"/>
                  </a:lnTo>
                  <a:close/>
                  <a:moveTo>
                    <a:pt x="6620" y="8601"/>
                  </a:moveTo>
                  <a:cubicBezTo>
                    <a:pt x="6601" y="8601"/>
                    <a:pt x="6581" y="8602"/>
                    <a:pt x="6560" y="8605"/>
                  </a:cubicBezTo>
                  <a:cubicBezTo>
                    <a:pt x="6418" y="8634"/>
                    <a:pt x="6333" y="8747"/>
                    <a:pt x="6333" y="8889"/>
                  </a:cubicBezTo>
                  <a:cubicBezTo>
                    <a:pt x="6333" y="9060"/>
                    <a:pt x="6475" y="9202"/>
                    <a:pt x="6645" y="9202"/>
                  </a:cubicBezTo>
                  <a:cubicBezTo>
                    <a:pt x="6816" y="9173"/>
                    <a:pt x="6929" y="9031"/>
                    <a:pt x="6958" y="8889"/>
                  </a:cubicBezTo>
                  <a:cubicBezTo>
                    <a:pt x="6932" y="8711"/>
                    <a:pt x="6792" y="8601"/>
                    <a:pt x="6620" y="8601"/>
                  </a:cubicBezTo>
                  <a:close/>
                  <a:moveTo>
                    <a:pt x="4771" y="8605"/>
                  </a:moveTo>
                  <a:cubicBezTo>
                    <a:pt x="4601" y="8605"/>
                    <a:pt x="4487" y="8747"/>
                    <a:pt x="4487" y="8918"/>
                  </a:cubicBezTo>
                  <a:cubicBezTo>
                    <a:pt x="4487" y="9073"/>
                    <a:pt x="4606" y="9205"/>
                    <a:pt x="4756" y="9205"/>
                  </a:cubicBezTo>
                  <a:cubicBezTo>
                    <a:pt x="4770" y="9205"/>
                    <a:pt x="4785" y="9204"/>
                    <a:pt x="4799" y="9202"/>
                  </a:cubicBezTo>
                  <a:cubicBezTo>
                    <a:pt x="4817" y="9204"/>
                    <a:pt x="4833" y="9205"/>
                    <a:pt x="4850" y="9205"/>
                  </a:cubicBezTo>
                  <a:cubicBezTo>
                    <a:pt x="5022" y="9205"/>
                    <a:pt x="5138" y="9073"/>
                    <a:pt x="5112" y="8918"/>
                  </a:cubicBezTo>
                  <a:cubicBezTo>
                    <a:pt x="5112" y="8747"/>
                    <a:pt x="4970" y="8605"/>
                    <a:pt x="4771" y="8605"/>
                  </a:cubicBezTo>
                  <a:close/>
                  <a:moveTo>
                    <a:pt x="20703" y="8974"/>
                  </a:moveTo>
                  <a:cubicBezTo>
                    <a:pt x="20561" y="8974"/>
                    <a:pt x="20447" y="9116"/>
                    <a:pt x="20476" y="9202"/>
                  </a:cubicBezTo>
                  <a:lnTo>
                    <a:pt x="20504" y="9202"/>
                  </a:lnTo>
                  <a:cubicBezTo>
                    <a:pt x="20504" y="9315"/>
                    <a:pt x="20618" y="9400"/>
                    <a:pt x="20731" y="9400"/>
                  </a:cubicBezTo>
                  <a:cubicBezTo>
                    <a:pt x="20816" y="9372"/>
                    <a:pt x="20902" y="9315"/>
                    <a:pt x="20902" y="9202"/>
                  </a:cubicBezTo>
                  <a:cubicBezTo>
                    <a:pt x="20902" y="9088"/>
                    <a:pt x="20816" y="8974"/>
                    <a:pt x="20703" y="8974"/>
                  </a:cubicBezTo>
                  <a:close/>
                  <a:moveTo>
                    <a:pt x="27093" y="8918"/>
                  </a:moveTo>
                  <a:lnTo>
                    <a:pt x="27093" y="8946"/>
                  </a:lnTo>
                  <a:cubicBezTo>
                    <a:pt x="26894" y="8946"/>
                    <a:pt x="26752" y="9145"/>
                    <a:pt x="26752" y="9315"/>
                  </a:cubicBezTo>
                  <a:cubicBezTo>
                    <a:pt x="26752" y="9497"/>
                    <a:pt x="26871" y="9631"/>
                    <a:pt x="27021" y="9631"/>
                  </a:cubicBezTo>
                  <a:cubicBezTo>
                    <a:pt x="27035" y="9631"/>
                    <a:pt x="27050" y="9630"/>
                    <a:pt x="27064" y="9628"/>
                  </a:cubicBezTo>
                  <a:cubicBezTo>
                    <a:pt x="27263" y="9628"/>
                    <a:pt x="27405" y="9457"/>
                    <a:pt x="27405" y="9258"/>
                  </a:cubicBezTo>
                  <a:cubicBezTo>
                    <a:pt x="27405" y="9088"/>
                    <a:pt x="27263" y="8946"/>
                    <a:pt x="27093" y="8918"/>
                  </a:cubicBezTo>
                  <a:close/>
                  <a:moveTo>
                    <a:pt x="7980" y="9230"/>
                  </a:moveTo>
                  <a:cubicBezTo>
                    <a:pt x="7810" y="9230"/>
                    <a:pt x="7668" y="9372"/>
                    <a:pt x="7668" y="9542"/>
                  </a:cubicBezTo>
                  <a:cubicBezTo>
                    <a:pt x="7668" y="9684"/>
                    <a:pt x="7781" y="9798"/>
                    <a:pt x="7923" y="9826"/>
                  </a:cubicBezTo>
                  <a:cubicBezTo>
                    <a:pt x="7938" y="9829"/>
                    <a:pt x="7953" y="9831"/>
                    <a:pt x="7968" y="9831"/>
                  </a:cubicBezTo>
                  <a:cubicBezTo>
                    <a:pt x="8099" y="9831"/>
                    <a:pt x="8236" y="9724"/>
                    <a:pt x="8236" y="9571"/>
                  </a:cubicBezTo>
                  <a:cubicBezTo>
                    <a:pt x="8264" y="9400"/>
                    <a:pt x="8122" y="9258"/>
                    <a:pt x="7980" y="9230"/>
                  </a:cubicBezTo>
                  <a:close/>
                  <a:moveTo>
                    <a:pt x="10067" y="9333"/>
                  </a:moveTo>
                  <a:cubicBezTo>
                    <a:pt x="9961" y="9333"/>
                    <a:pt x="9863" y="9370"/>
                    <a:pt x="9798" y="9457"/>
                  </a:cubicBezTo>
                  <a:cubicBezTo>
                    <a:pt x="9684" y="9542"/>
                    <a:pt x="9627" y="9684"/>
                    <a:pt x="9713" y="9798"/>
                  </a:cubicBezTo>
                  <a:cubicBezTo>
                    <a:pt x="9766" y="9887"/>
                    <a:pt x="9863" y="9931"/>
                    <a:pt x="9964" y="9931"/>
                  </a:cubicBezTo>
                  <a:cubicBezTo>
                    <a:pt x="10024" y="9931"/>
                    <a:pt x="10085" y="9915"/>
                    <a:pt x="10138" y="9883"/>
                  </a:cubicBezTo>
                  <a:cubicBezTo>
                    <a:pt x="10280" y="9741"/>
                    <a:pt x="10366" y="9571"/>
                    <a:pt x="10337" y="9400"/>
                  </a:cubicBezTo>
                  <a:cubicBezTo>
                    <a:pt x="10337" y="9400"/>
                    <a:pt x="10280" y="9372"/>
                    <a:pt x="10167" y="9344"/>
                  </a:cubicBezTo>
                  <a:cubicBezTo>
                    <a:pt x="10133" y="9337"/>
                    <a:pt x="10100" y="9333"/>
                    <a:pt x="10067" y="9333"/>
                  </a:cubicBezTo>
                  <a:close/>
                  <a:moveTo>
                    <a:pt x="3263" y="9538"/>
                  </a:moveTo>
                  <a:cubicBezTo>
                    <a:pt x="3096" y="9538"/>
                    <a:pt x="2976" y="9645"/>
                    <a:pt x="2925" y="9798"/>
                  </a:cubicBezTo>
                  <a:cubicBezTo>
                    <a:pt x="2897" y="9940"/>
                    <a:pt x="3010" y="10082"/>
                    <a:pt x="3152" y="10110"/>
                  </a:cubicBezTo>
                  <a:cubicBezTo>
                    <a:pt x="3167" y="10113"/>
                    <a:pt x="3182" y="10114"/>
                    <a:pt x="3196" y="10114"/>
                  </a:cubicBezTo>
                  <a:cubicBezTo>
                    <a:pt x="3379" y="10114"/>
                    <a:pt x="3550" y="9952"/>
                    <a:pt x="3550" y="9741"/>
                  </a:cubicBezTo>
                  <a:cubicBezTo>
                    <a:pt x="3550" y="9628"/>
                    <a:pt x="3465" y="9542"/>
                    <a:pt x="3323" y="9542"/>
                  </a:cubicBezTo>
                  <a:cubicBezTo>
                    <a:pt x="3302" y="9540"/>
                    <a:pt x="3282" y="9538"/>
                    <a:pt x="3263" y="9538"/>
                  </a:cubicBezTo>
                  <a:close/>
                  <a:moveTo>
                    <a:pt x="24111" y="9656"/>
                  </a:moveTo>
                  <a:lnTo>
                    <a:pt x="24111" y="9684"/>
                  </a:lnTo>
                  <a:cubicBezTo>
                    <a:pt x="24089" y="9681"/>
                    <a:pt x="24068" y="9679"/>
                    <a:pt x="24047" y="9679"/>
                  </a:cubicBezTo>
                  <a:cubicBezTo>
                    <a:pt x="23906" y="9679"/>
                    <a:pt x="23795" y="9763"/>
                    <a:pt x="23770" y="9912"/>
                  </a:cubicBezTo>
                  <a:cubicBezTo>
                    <a:pt x="23713" y="10054"/>
                    <a:pt x="23827" y="10224"/>
                    <a:pt x="23997" y="10252"/>
                  </a:cubicBezTo>
                  <a:cubicBezTo>
                    <a:pt x="24015" y="10256"/>
                    <a:pt x="24034" y="10258"/>
                    <a:pt x="24052" y="10258"/>
                  </a:cubicBezTo>
                  <a:cubicBezTo>
                    <a:pt x="24180" y="10258"/>
                    <a:pt x="24313" y="10174"/>
                    <a:pt x="24338" y="10025"/>
                  </a:cubicBezTo>
                  <a:cubicBezTo>
                    <a:pt x="24395" y="9855"/>
                    <a:pt x="24281" y="9684"/>
                    <a:pt x="24111" y="9656"/>
                  </a:cubicBezTo>
                  <a:close/>
                  <a:moveTo>
                    <a:pt x="21579" y="9879"/>
                  </a:moveTo>
                  <a:cubicBezTo>
                    <a:pt x="21562" y="9879"/>
                    <a:pt x="21544" y="9880"/>
                    <a:pt x="21526" y="9883"/>
                  </a:cubicBezTo>
                  <a:cubicBezTo>
                    <a:pt x="21384" y="9883"/>
                    <a:pt x="21271" y="10025"/>
                    <a:pt x="21271" y="10167"/>
                  </a:cubicBezTo>
                  <a:cubicBezTo>
                    <a:pt x="21297" y="10323"/>
                    <a:pt x="21441" y="10455"/>
                    <a:pt x="21596" y="10455"/>
                  </a:cubicBezTo>
                  <a:cubicBezTo>
                    <a:pt x="21611" y="10455"/>
                    <a:pt x="21625" y="10454"/>
                    <a:pt x="21640" y="10451"/>
                  </a:cubicBezTo>
                  <a:cubicBezTo>
                    <a:pt x="21754" y="10394"/>
                    <a:pt x="21867" y="10252"/>
                    <a:pt x="21867" y="10110"/>
                  </a:cubicBezTo>
                  <a:cubicBezTo>
                    <a:pt x="21842" y="9983"/>
                    <a:pt x="21725" y="9879"/>
                    <a:pt x="21579" y="9879"/>
                  </a:cubicBezTo>
                  <a:close/>
                  <a:moveTo>
                    <a:pt x="25900" y="9968"/>
                  </a:moveTo>
                  <a:cubicBezTo>
                    <a:pt x="25730" y="9968"/>
                    <a:pt x="25644" y="10110"/>
                    <a:pt x="25673" y="10281"/>
                  </a:cubicBezTo>
                  <a:lnTo>
                    <a:pt x="25673" y="10252"/>
                  </a:lnTo>
                  <a:cubicBezTo>
                    <a:pt x="25673" y="10394"/>
                    <a:pt x="25758" y="10480"/>
                    <a:pt x="25900" y="10480"/>
                  </a:cubicBezTo>
                  <a:cubicBezTo>
                    <a:pt x="26042" y="10480"/>
                    <a:pt x="26155" y="10366"/>
                    <a:pt x="26155" y="10224"/>
                  </a:cubicBezTo>
                  <a:cubicBezTo>
                    <a:pt x="26155" y="10082"/>
                    <a:pt x="26042" y="9968"/>
                    <a:pt x="25900" y="9968"/>
                  </a:cubicBezTo>
                  <a:close/>
                  <a:moveTo>
                    <a:pt x="8889" y="10451"/>
                  </a:moveTo>
                  <a:cubicBezTo>
                    <a:pt x="8747" y="10451"/>
                    <a:pt x="8633" y="10565"/>
                    <a:pt x="8633" y="10707"/>
                  </a:cubicBezTo>
                  <a:cubicBezTo>
                    <a:pt x="8662" y="10849"/>
                    <a:pt x="8747" y="10934"/>
                    <a:pt x="8861" y="10934"/>
                  </a:cubicBezTo>
                  <a:cubicBezTo>
                    <a:pt x="9031" y="10934"/>
                    <a:pt x="9145" y="10820"/>
                    <a:pt x="9116" y="10678"/>
                  </a:cubicBezTo>
                  <a:cubicBezTo>
                    <a:pt x="9116" y="10565"/>
                    <a:pt x="9059" y="10451"/>
                    <a:pt x="8917" y="10451"/>
                  </a:cubicBezTo>
                  <a:close/>
                  <a:moveTo>
                    <a:pt x="19411" y="10301"/>
                  </a:moveTo>
                  <a:cubicBezTo>
                    <a:pt x="19261" y="10301"/>
                    <a:pt x="19111" y="10394"/>
                    <a:pt x="19084" y="10593"/>
                  </a:cubicBezTo>
                  <a:cubicBezTo>
                    <a:pt x="19084" y="10792"/>
                    <a:pt x="19226" y="10934"/>
                    <a:pt x="19425" y="10962"/>
                  </a:cubicBezTo>
                  <a:cubicBezTo>
                    <a:pt x="19595" y="10962"/>
                    <a:pt x="19737" y="10820"/>
                    <a:pt x="19737" y="10650"/>
                  </a:cubicBezTo>
                  <a:cubicBezTo>
                    <a:pt x="19752" y="10423"/>
                    <a:pt x="19582" y="10301"/>
                    <a:pt x="19411" y="10301"/>
                  </a:cubicBezTo>
                  <a:close/>
                  <a:moveTo>
                    <a:pt x="6106" y="10508"/>
                  </a:moveTo>
                  <a:cubicBezTo>
                    <a:pt x="5935" y="10536"/>
                    <a:pt x="5793" y="10678"/>
                    <a:pt x="5793" y="10877"/>
                  </a:cubicBezTo>
                  <a:cubicBezTo>
                    <a:pt x="5819" y="11059"/>
                    <a:pt x="5940" y="11193"/>
                    <a:pt x="6113" y="11193"/>
                  </a:cubicBezTo>
                  <a:cubicBezTo>
                    <a:pt x="6129" y="11193"/>
                    <a:pt x="6146" y="11192"/>
                    <a:pt x="6163" y="11190"/>
                  </a:cubicBezTo>
                  <a:cubicBezTo>
                    <a:pt x="6503" y="11076"/>
                    <a:pt x="6475" y="10593"/>
                    <a:pt x="6106" y="10508"/>
                  </a:cubicBezTo>
                  <a:close/>
                  <a:moveTo>
                    <a:pt x="22833" y="10991"/>
                  </a:moveTo>
                  <a:cubicBezTo>
                    <a:pt x="22662" y="10991"/>
                    <a:pt x="22577" y="11104"/>
                    <a:pt x="22577" y="11246"/>
                  </a:cubicBezTo>
                  <a:lnTo>
                    <a:pt x="22549" y="11246"/>
                  </a:lnTo>
                  <a:cubicBezTo>
                    <a:pt x="22522" y="11410"/>
                    <a:pt x="22670" y="11488"/>
                    <a:pt x="22824" y="11488"/>
                  </a:cubicBezTo>
                  <a:cubicBezTo>
                    <a:pt x="22990" y="11488"/>
                    <a:pt x="23161" y="11395"/>
                    <a:pt x="23117" y="11218"/>
                  </a:cubicBezTo>
                  <a:cubicBezTo>
                    <a:pt x="23088" y="11076"/>
                    <a:pt x="22975" y="10991"/>
                    <a:pt x="22833" y="10991"/>
                  </a:cubicBezTo>
                  <a:close/>
                  <a:moveTo>
                    <a:pt x="2276" y="11270"/>
                  </a:moveTo>
                  <a:cubicBezTo>
                    <a:pt x="2125" y="11270"/>
                    <a:pt x="1985" y="11378"/>
                    <a:pt x="1960" y="11530"/>
                  </a:cubicBezTo>
                  <a:cubicBezTo>
                    <a:pt x="1960" y="11701"/>
                    <a:pt x="2073" y="11871"/>
                    <a:pt x="2244" y="11900"/>
                  </a:cubicBezTo>
                  <a:cubicBezTo>
                    <a:pt x="2442" y="11871"/>
                    <a:pt x="2556" y="11729"/>
                    <a:pt x="2556" y="11559"/>
                  </a:cubicBezTo>
                  <a:cubicBezTo>
                    <a:pt x="2556" y="11417"/>
                    <a:pt x="2471" y="11303"/>
                    <a:pt x="2329" y="11275"/>
                  </a:cubicBezTo>
                  <a:cubicBezTo>
                    <a:pt x="2311" y="11272"/>
                    <a:pt x="2294" y="11270"/>
                    <a:pt x="2276" y="11270"/>
                  </a:cubicBezTo>
                  <a:close/>
                  <a:moveTo>
                    <a:pt x="3834" y="11275"/>
                  </a:moveTo>
                  <a:lnTo>
                    <a:pt x="3834" y="11303"/>
                  </a:lnTo>
                  <a:cubicBezTo>
                    <a:pt x="3664" y="11303"/>
                    <a:pt x="3522" y="11474"/>
                    <a:pt x="3578" y="11672"/>
                  </a:cubicBezTo>
                  <a:cubicBezTo>
                    <a:pt x="3607" y="11786"/>
                    <a:pt x="3720" y="11900"/>
                    <a:pt x="3891" y="11900"/>
                  </a:cubicBezTo>
                  <a:cubicBezTo>
                    <a:pt x="4061" y="11871"/>
                    <a:pt x="4175" y="11729"/>
                    <a:pt x="4146" y="11559"/>
                  </a:cubicBezTo>
                  <a:cubicBezTo>
                    <a:pt x="4146" y="11388"/>
                    <a:pt x="4004" y="11275"/>
                    <a:pt x="3834" y="11275"/>
                  </a:cubicBezTo>
                  <a:close/>
                  <a:moveTo>
                    <a:pt x="27462" y="11360"/>
                  </a:moveTo>
                  <a:cubicBezTo>
                    <a:pt x="27291" y="11360"/>
                    <a:pt x="27121" y="11502"/>
                    <a:pt x="27121" y="11672"/>
                  </a:cubicBezTo>
                  <a:cubicBezTo>
                    <a:pt x="27121" y="11843"/>
                    <a:pt x="27235" y="11985"/>
                    <a:pt x="27377" y="12042"/>
                  </a:cubicBezTo>
                  <a:cubicBezTo>
                    <a:pt x="27391" y="12044"/>
                    <a:pt x="27406" y="12045"/>
                    <a:pt x="27420" y="12045"/>
                  </a:cubicBezTo>
                  <a:cubicBezTo>
                    <a:pt x="27600" y="12045"/>
                    <a:pt x="27746" y="11887"/>
                    <a:pt x="27746" y="11729"/>
                  </a:cubicBezTo>
                  <a:cubicBezTo>
                    <a:pt x="27746" y="11559"/>
                    <a:pt x="27632" y="11417"/>
                    <a:pt x="27462" y="11360"/>
                  </a:cubicBezTo>
                  <a:close/>
                  <a:moveTo>
                    <a:pt x="24906" y="11587"/>
                  </a:moveTo>
                  <a:lnTo>
                    <a:pt x="24906" y="11616"/>
                  </a:lnTo>
                  <a:cubicBezTo>
                    <a:pt x="24736" y="11616"/>
                    <a:pt x="24594" y="11729"/>
                    <a:pt x="24594" y="11900"/>
                  </a:cubicBezTo>
                  <a:cubicBezTo>
                    <a:pt x="24594" y="12070"/>
                    <a:pt x="24707" y="12184"/>
                    <a:pt x="24849" y="12184"/>
                  </a:cubicBezTo>
                  <a:cubicBezTo>
                    <a:pt x="24867" y="12186"/>
                    <a:pt x="24884" y="12188"/>
                    <a:pt x="24901" y="12188"/>
                  </a:cubicBezTo>
                  <a:cubicBezTo>
                    <a:pt x="25048" y="12188"/>
                    <a:pt x="25164" y="12081"/>
                    <a:pt x="25190" y="11928"/>
                  </a:cubicBezTo>
                  <a:cubicBezTo>
                    <a:pt x="25218" y="11758"/>
                    <a:pt x="25076" y="11587"/>
                    <a:pt x="24906" y="11587"/>
                  </a:cubicBezTo>
                  <a:close/>
                  <a:moveTo>
                    <a:pt x="20958" y="11644"/>
                  </a:moveTo>
                  <a:cubicBezTo>
                    <a:pt x="20788" y="11672"/>
                    <a:pt x="20646" y="11786"/>
                    <a:pt x="20646" y="11956"/>
                  </a:cubicBezTo>
                  <a:cubicBezTo>
                    <a:pt x="20674" y="12098"/>
                    <a:pt x="20788" y="12212"/>
                    <a:pt x="20930" y="12212"/>
                  </a:cubicBezTo>
                  <a:cubicBezTo>
                    <a:pt x="21072" y="12184"/>
                    <a:pt x="21186" y="12070"/>
                    <a:pt x="21186" y="11928"/>
                  </a:cubicBezTo>
                  <a:cubicBezTo>
                    <a:pt x="21186" y="11786"/>
                    <a:pt x="21072" y="11701"/>
                    <a:pt x="20958" y="11672"/>
                  </a:cubicBezTo>
                  <a:lnTo>
                    <a:pt x="20958" y="11644"/>
                  </a:lnTo>
                  <a:close/>
                  <a:moveTo>
                    <a:pt x="7805" y="11725"/>
                  </a:moveTo>
                  <a:cubicBezTo>
                    <a:pt x="7788" y="11725"/>
                    <a:pt x="7770" y="11726"/>
                    <a:pt x="7753" y="11729"/>
                  </a:cubicBezTo>
                  <a:cubicBezTo>
                    <a:pt x="7327" y="11729"/>
                    <a:pt x="7327" y="12354"/>
                    <a:pt x="7753" y="12354"/>
                  </a:cubicBezTo>
                  <a:cubicBezTo>
                    <a:pt x="7923" y="12354"/>
                    <a:pt x="8094" y="12212"/>
                    <a:pt x="8094" y="12013"/>
                  </a:cubicBezTo>
                  <a:cubicBezTo>
                    <a:pt x="8094" y="11835"/>
                    <a:pt x="7956" y="11725"/>
                    <a:pt x="7805" y="11725"/>
                  </a:cubicBezTo>
                  <a:close/>
                  <a:moveTo>
                    <a:pt x="9679" y="12037"/>
                  </a:moveTo>
                  <a:cubicBezTo>
                    <a:pt x="9662" y="12037"/>
                    <a:pt x="9645" y="12039"/>
                    <a:pt x="9627" y="12042"/>
                  </a:cubicBezTo>
                  <a:cubicBezTo>
                    <a:pt x="9485" y="12070"/>
                    <a:pt x="9372" y="12184"/>
                    <a:pt x="9400" y="12326"/>
                  </a:cubicBezTo>
                  <a:cubicBezTo>
                    <a:pt x="9400" y="12504"/>
                    <a:pt x="9538" y="12614"/>
                    <a:pt x="9689" y="12614"/>
                  </a:cubicBezTo>
                  <a:cubicBezTo>
                    <a:pt x="9706" y="12614"/>
                    <a:pt x="9724" y="12612"/>
                    <a:pt x="9741" y="12610"/>
                  </a:cubicBezTo>
                  <a:cubicBezTo>
                    <a:pt x="9883" y="12581"/>
                    <a:pt x="9996" y="12439"/>
                    <a:pt x="9968" y="12297"/>
                  </a:cubicBezTo>
                  <a:lnTo>
                    <a:pt x="9968" y="12297"/>
                  </a:lnTo>
                  <a:lnTo>
                    <a:pt x="9968" y="12326"/>
                  </a:lnTo>
                  <a:cubicBezTo>
                    <a:pt x="9968" y="12147"/>
                    <a:pt x="9831" y="12037"/>
                    <a:pt x="9679" y="12037"/>
                  </a:cubicBezTo>
                  <a:close/>
                  <a:moveTo>
                    <a:pt x="5424" y="12297"/>
                  </a:moveTo>
                  <a:cubicBezTo>
                    <a:pt x="5169" y="12297"/>
                    <a:pt x="5027" y="12581"/>
                    <a:pt x="5197" y="12780"/>
                  </a:cubicBezTo>
                  <a:cubicBezTo>
                    <a:pt x="5253" y="12836"/>
                    <a:pt x="5324" y="12861"/>
                    <a:pt x="5394" y="12861"/>
                  </a:cubicBezTo>
                  <a:cubicBezTo>
                    <a:pt x="5538" y="12861"/>
                    <a:pt x="5680" y="12753"/>
                    <a:pt x="5680" y="12581"/>
                  </a:cubicBezTo>
                  <a:cubicBezTo>
                    <a:pt x="5651" y="12439"/>
                    <a:pt x="5538" y="12326"/>
                    <a:pt x="5424" y="12326"/>
                  </a:cubicBezTo>
                  <a:lnTo>
                    <a:pt x="5424" y="12297"/>
                  </a:lnTo>
                  <a:close/>
                  <a:moveTo>
                    <a:pt x="18495" y="12719"/>
                  </a:moveTo>
                  <a:cubicBezTo>
                    <a:pt x="18324" y="12719"/>
                    <a:pt x="18204" y="12851"/>
                    <a:pt x="18176" y="13030"/>
                  </a:cubicBezTo>
                  <a:lnTo>
                    <a:pt x="18176" y="13030"/>
                  </a:lnTo>
                  <a:cubicBezTo>
                    <a:pt x="18176" y="13023"/>
                    <a:pt x="18175" y="13015"/>
                    <a:pt x="18175" y="13007"/>
                  </a:cubicBezTo>
                  <a:lnTo>
                    <a:pt x="18175" y="13036"/>
                  </a:lnTo>
                  <a:cubicBezTo>
                    <a:pt x="18176" y="13034"/>
                    <a:pt x="18176" y="13032"/>
                    <a:pt x="18176" y="13030"/>
                  </a:cubicBezTo>
                  <a:lnTo>
                    <a:pt x="18176" y="13030"/>
                  </a:lnTo>
                  <a:cubicBezTo>
                    <a:pt x="18189" y="13219"/>
                    <a:pt x="18354" y="13376"/>
                    <a:pt x="18545" y="13376"/>
                  </a:cubicBezTo>
                  <a:cubicBezTo>
                    <a:pt x="18971" y="13376"/>
                    <a:pt x="18971" y="12723"/>
                    <a:pt x="18545" y="12723"/>
                  </a:cubicBezTo>
                  <a:cubicBezTo>
                    <a:pt x="18528" y="12721"/>
                    <a:pt x="18511" y="12719"/>
                    <a:pt x="18495" y="12719"/>
                  </a:cubicBezTo>
                  <a:close/>
                  <a:moveTo>
                    <a:pt x="26184" y="12780"/>
                  </a:moveTo>
                  <a:cubicBezTo>
                    <a:pt x="25985" y="12780"/>
                    <a:pt x="25843" y="12950"/>
                    <a:pt x="25843" y="13149"/>
                  </a:cubicBezTo>
                  <a:cubicBezTo>
                    <a:pt x="25869" y="13279"/>
                    <a:pt x="25990" y="13408"/>
                    <a:pt x="26140" y="13408"/>
                  </a:cubicBezTo>
                  <a:cubicBezTo>
                    <a:pt x="26154" y="13408"/>
                    <a:pt x="26169" y="13407"/>
                    <a:pt x="26184" y="13405"/>
                  </a:cubicBezTo>
                  <a:cubicBezTo>
                    <a:pt x="26354" y="13376"/>
                    <a:pt x="26468" y="13206"/>
                    <a:pt x="26468" y="13064"/>
                  </a:cubicBezTo>
                  <a:cubicBezTo>
                    <a:pt x="26439" y="12922"/>
                    <a:pt x="26326" y="12808"/>
                    <a:pt x="26184" y="12780"/>
                  </a:cubicBezTo>
                  <a:close/>
                  <a:moveTo>
                    <a:pt x="22151" y="13064"/>
                  </a:moveTo>
                  <a:cubicBezTo>
                    <a:pt x="21782" y="13121"/>
                    <a:pt x="21810" y="13689"/>
                    <a:pt x="22180" y="13717"/>
                  </a:cubicBezTo>
                  <a:cubicBezTo>
                    <a:pt x="22350" y="13689"/>
                    <a:pt x="22492" y="13518"/>
                    <a:pt x="22492" y="13348"/>
                  </a:cubicBezTo>
                  <a:cubicBezTo>
                    <a:pt x="22464" y="13177"/>
                    <a:pt x="22322" y="13064"/>
                    <a:pt x="22151" y="13064"/>
                  </a:cubicBezTo>
                  <a:close/>
                  <a:moveTo>
                    <a:pt x="2108" y="13399"/>
                  </a:moveTo>
                  <a:cubicBezTo>
                    <a:pt x="2088" y="13399"/>
                    <a:pt x="2066" y="13401"/>
                    <a:pt x="2045" y="13405"/>
                  </a:cubicBezTo>
                  <a:cubicBezTo>
                    <a:pt x="1903" y="13433"/>
                    <a:pt x="1818" y="13547"/>
                    <a:pt x="1818" y="13689"/>
                  </a:cubicBezTo>
                  <a:cubicBezTo>
                    <a:pt x="1846" y="13859"/>
                    <a:pt x="1988" y="13973"/>
                    <a:pt x="2130" y="14001"/>
                  </a:cubicBezTo>
                  <a:cubicBezTo>
                    <a:pt x="2300" y="13944"/>
                    <a:pt x="2414" y="13802"/>
                    <a:pt x="2414" y="13632"/>
                  </a:cubicBezTo>
                  <a:cubicBezTo>
                    <a:pt x="2364" y="13483"/>
                    <a:pt x="2250" y="13399"/>
                    <a:pt x="2108" y="13399"/>
                  </a:cubicBezTo>
                  <a:close/>
                  <a:moveTo>
                    <a:pt x="24010" y="13515"/>
                  </a:moveTo>
                  <a:cubicBezTo>
                    <a:pt x="23860" y="13515"/>
                    <a:pt x="23739" y="13647"/>
                    <a:pt x="23713" y="13802"/>
                  </a:cubicBezTo>
                  <a:cubicBezTo>
                    <a:pt x="23742" y="13944"/>
                    <a:pt x="23855" y="14058"/>
                    <a:pt x="23997" y="14058"/>
                  </a:cubicBezTo>
                  <a:cubicBezTo>
                    <a:pt x="24012" y="14061"/>
                    <a:pt x="24027" y="14062"/>
                    <a:pt x="24041" y="14062"/>
                  </a:cubicBezTo>
                  <a:cubicBezTo>
                    <a:pt x="24167" y="14062"/>
                    <a:pt x="24281" y="13958"/>
                    <a:pt x="24281" y="13831"/>
                  </a:cubicBezTo>
                  <a:cubicBezTo>
                    <a:pt x="24310" y="13660"/>
                    <a:pt x="24196" y="13547"/>
                    <a:pt x="24054" y="13518"/>
                  </a:cubicBezTo>
                  <a:cubicBezTo>
                    <a:pt x="24039" y="13516"/>
                    <a:pt x="24025" y="13515"/>
                    <a:pt x="24010" y="13515"/>
                  </a:cubicBezTo>
                  <a:close/>
                  <a:moveTo>
                    <a:pt x="7312" y="13712"/>
                  </a:moveTo>
                  <a:cubicBezTo>
                    <a:pt x="7201" y="13712"/>
                    <a:pt x="7087" y="13791"/>
                    <a:pt x="7071" y="13944"/>
                  </a:cubicBezTo>
                  <a:cubicBezTo>
                    <a:pt x="7071" y="14046"/>
                    <a:pt x="7140" y="14147"/>
                    <a:pt x="7256" y="14147"/>
                  </a:cubicBezTo>
                  <a:cubicBezTo>
                    <a:pt x="7269" y="14147"/>
                    <a:pt x="7284" y="14146"/>
                    <a:pt x="7299" y="14143"/>
                  </a:cubicBezTo>
                  <a:cubicBezTo>
                    <a:pt x="7311" y="14146"/>
                    <a:pt x="7323" y="14147"/>
                    <a:pt x="7335" y="14147"/>
                  </a:cubicBezTo>
                  <a:cubicBezTo>
                    <a:pt x="7459" y="14147"/>
                    <a:pt x="7552" y="14017"/>
                    <a:pt x="7526" y="13887"/>
                  </a:cubicBezTo>
                  <a:cubicBezTo>
                    <a:pt x="7500" y="13770"/>
                    <a:pt x="7407" y="13712"/>
                    <a:pt x="7312" y="13712"/>
                  </a:cubicBezTo>
                  <a:close/>
                  <a:moveTo>
                    <a:pt x="20050" y="13547"/>
                  </a:moveTo>
                  <a:cubicBezTo>
                    <a:pt x="19879" y="13575"/>
                    <a:pt x="19766" y="13689"/>
                    <a:pt x="19766" y="13859"/>
                  </a:cubicBezTo>
                  <a:cubicBezTo>
                    <a:pt x="19766" y="14029"/>
                    <a:pt x="19908" y="14171"/>
                    <a:pt x="20078" y="14171"/>
                  </a:cubicBezTo>
                  <a:cubicBezTo>
                    <a:pt x="20249" y="14143"/>
                    <a:pt x="20362" y="14001"/>
                    <a:pt x="20362" y="13859"/>
                  </a:cubicBezTo>
                  <a:cubicBezTo>
                    <a:pt x="20362" y="13689"/>
                    <a:pt x="20220" y="13547"/>
                    <a:pt x="20050" y="13547"/>
                  </a:cubicBezTo>
                  <a:close/>
                  <a:moveTo>
                    <a:pt x="10138" y="13745"/>
                  </a:moveTo>
                  <a:cubicBezTo>
                    <a:pt x="9968" y="13774"/>
                    <a:pt x="9826" y="13887"/>
                    <a:pt x="9826" y="14058"/>
                  </a:cubicBezTo>
                  <a:cubicBezTo>
                    <a:pt x="9826" y="14228"/>
                    <a:pt x="9940" y="14342"/>
                    <a:pt x="10110" y="14370"/>
                  </a:cubicBezTo>
                  <a:cubicBezTo>
                    <a:pt x="10280" y="14370"/>
                    <a:pt x="10422" y="14257"/>
                    <a:pt x="10422" y="14086"/>
                  </a:cubicBezTo>
                  <a:cubicBezTo>
                    <a:pt x="10422" y="13916"/>
                    <a:pt x="10309" y="13774"/>
                    <a:pt x="10138" y="13745"/>
                  </a:cubicBezTo>
                  <a:close/>
                  <a:moveTo>
                    <a:pt x="4516" y="13887"/>
                  </a:moveTo>
                  <a:lnTo>
                    <a:pt x="4516" y="13916"/>
                  </a:lnTo>
                  <a:cubicBezTo>
                    <a:pt x="4374" y="13916"/>
                    <a:pt x="4260" y="14029"/>
                    <a:pt x="4260" y="14171"/>
                  </a:cubicBezTo>
                  <a:cubicBezTo>
                    <a:pt x="4232" y="14342"/>
                    <a:pt x="4374" y="14484"/>
                    <a:pt x="4544" y="14484"/>
                  </a:cubicBezTo>
                  <a:cubicBezTo>
                    <a:pt x="4714" y="14484"/>
                    <a:pt x="4828" y="14342"/>
                    <a:pt x="4828" y="14200"/>
                  </a:cubicBezTo>
                  <a:cubicBezTo>
                    <a:pt x="4828" y="14029"/>
                    <a:pt x="4686" y="13887"/>
                    <a:pt x="4516" y="13887"/>
                  </a:cubicBezTo>
                  <a:close/>
                  <a:moveTo>
                    <a:pt x="27291" y="13802"/>
                  </a:moveTo>
                  <a:cubicBezTo>
                    <a:pt x="27093" y="13831"/>
                    <a:pt x="26951" y="14001"/>
                    <a:pt x="26979" y="14200"/>
                  </a:cubicBezTo>
                  <a:cubicBezTo>
                    <a:pt x="26951" y="14370"/>
                    <a:pt x="27093" y="14512"/>
                    <a:pt x="27291" y="14512"/>
                  </a:cubicBezTo>
                  <a:cubicBezTo>
                    <a:pt x="27632" y="14427"/>
                    <a:pt x="27632" y="13916"/>
                    <a:pt x="27291" y="13802"/>
                  </a:cubicBezTo>
                  <a:close/>
                  <a:moveTo>
                    <a:pt x="8662" y="14228"/>
                  </a:moveTo>
                  <a:cubicBezTo>
                    <a:pt x="8520" y="14228"/>
                    <a:pt x="8406" y="14342"/>
                    <a:pt x="8406" y="14484"/>
                  </a:cubicBezTo>
                  <a:cubicBezTo>
                    <a:pt x="8435" y="14626"/>
                    <a:pt x="8548" y="14739"/>
                    <a:pt x="8690" y="14739"/>
                  </a:cubicBezTo>
                  <a:cubicBezTo>
                    <a:pt x="8804" y="14711"/>
                    <a:pt x="8889" y="14626"/>
                    <a:pt x="8889" y="14512"/>
                  </a:cubicBezTo>
                  <a:lnTo>
                    <a:pt x="8917" y="14512"/>
                  </a:lnTo>
                  <a:cubicBezTo>
                    <a:pt x="8917" y="14370"/>
                    <a:pt x="8804" y="14228"/>
                    <a:pt x="8662" y="14228"/>
                  </a:cubicBezTo>
                  <a:close/>
                  <a:moveTo>
                    <a:pt x="21640" y="14967"/>
                  </a:moveTo>
                  <a:lnTo>
                    <a:pt x="21640" y="14995"/>
                  </a:lnTo>
                  <a:cubicBezTo>
                    <a:pt x="21470" y="14995"/>
                    <a:pt x="21328" y="15109"/>
                    <a:pt x="21328" y="15279"/>
                  </a:cubicBezTo>
                  <a:cubicBezTo>
                    <a:pt x="21328" y="15449"/>
                    <a:pt x="21470" y="15591"/>
                    <a:pt x="21640" y="15591"/>
                  </a:cubicBezTo>
                  <a:cubicBezTo>
                    <a:pt x="21810" y="15591"/>
                    <a:pt x="21952" y="15449"/>
                    <a:pt x="21952" y="15307"/>
                  </a:cubicBezTo>
                  <a:cubicBezTo>
                    <a:pt x="21952" y="15137"/>
                    <a:pt x="21810" y="14967"/>
                    <a:pt x="21640" y="14967"/>
                  </a:cubicBezTo>
                  <a:close/>
                  <a:moveTo>
                    <a:pt x="17835" y="14938"/>
                  </a:moveTo>
                  <a:cubicBezTo>
                    <a:pt x="17636" y="14995"/>
                    <a:pt x="17522" y="15165"/>
                    <a:pt x="17551" y="15364"/>
                  </a:cubicBezTo>
                  <a:cubicBezTo>
                    <a:pt x="17576" y="15517"/>
                    <a:pt x="17693" y="15624"/>
                    <a:pt x="17840" y="15624"/>
                  </a:cubicBezTo>
                  <a:cubicBezTo>
                    <a:pt x="17857" y="15624"/>
                    <a:pt x="17874" y="15623"/>
                    <a:pt x="17891" y="15620"/>
                  </a:cubicBezTo>
                  <a:cubicBezTo>
                    <a:pt x="18090" y="15620"/>
                    <a:pt x="18261" y="15449"/>
                    <a:pt x="18232" y="15251"/>
                  </a:cubicBezTo>
                  <a:cubicBezTo>
                    <a:pt x="18204" y="15052"/>
                    <a:pt x="18033" y="14938"/>
                    <a:pt x="17835" y="14938"/>
                  </a:cubicBezTo>
                  <a:close/>
                  <a:moveTo>
                    <a:pt x="24622" y="15393"/>
                  </a:moveTo>
                  <a:cubicBezTo>
                    <a:pt x="24480" y="15393"/>
                    <a:pt x="24366" y="15506"/>
                    <a:pt x="24310" y="15648"/>
                  </a:cubicBezTo>
                  <a:lnTo>
                    <a:pt x="24338" y="15648"/>
                  </a:lnTo>
                  <a:cubicBezTo>
                    <a:pt x="24310" y="15819"/>
                    <a:pt x="24452" y="15961"/>
                    <a:pt x="24622" y="15989"/>
                  </a:cubicBezTo>
                  <a:cubicBezTo>
                    <a:pt x="24764" y="15961"/>
                    <a:pt x="24906" y="15819"/>
                    <a:pt x="24906" y="15648"/>
                  </a:cubicBezTo>
                  <a:cubicBezTo>
                    <a:pt x="24878" y="15506"/>
                    <a:pt x="24764" y="15393"/>
                    <a:pt x="24622" y="15393"/>
                  </a:cubicBezTo>
                  <a:close/>
                  <a:moveTo>
                    <a:pt x="5277" y="15559"/>
                  </a:moveTo>
                  <a:cubicBezTo>
                    <a:pt x="5260" y="15559"/>
                    <a:pt x="5243" y="15560"/>
                    <a:pt x="5225" y="15563"/>
                  </a:cubicBezTo>
                  <a:cubicBezTo>
                    <a:pt x="5055" y="15563"/>
                    <a:pt x="4913" y="15705"/>
                    <a:pt x="4941" y="15875"/>
                  </a:cubicBezTo>
                  <a:cubicBezTo>
                    <a:pt x="4941" y="16031"/>
                    <a:pt x="5060" y="16163"/>
                    <a:pt x="5210" y="16163"/>
                  </a:cubicBezTo>
                  <a:cubicBezTo>
                    <a:pt x="5225" y="16163"/>
                    <a:pt x="5239" y="16162"/>
                    <a:pt x="5254" y="16159"/>
                  </a:cubicBezTo>
                  <a:cubicBezTo>
                    <a:pt x="5424" y="16131"/>
                    <a:pt x="5566" y="15989"/>
                    <a:pt x="5538" y="15819"/>
                  </a:cubicBezTo>
                  <a:cubicBezTo>
                    <a:pt x="5538" y="15666"/>
                    <a:pt x="5424" y="15559"/>
                    <a:pt x="5277" y="15559"/>
                  </a:cubicBezTo>
                  <a:close/>
                  <a:moveTo>
                    <a:pt x="2755" y="15563"/>
                  </a:moveTo>
                  <a:cubicBezTo>
                    <a:pt x="2613" y="15563"/>
                    <a:pt x="2528" y="15705"/>
                    <a:pt x="2556" y="15904"/>
                  </a:cubicBezTo>
                  <a:cubicBezTo>
                    <a:pt x="2556" y="16059"/>
                    <a:pt x="2698" y="16191"/>
                    <a:pt x="2853" y="16191"/>
                  </a:cubicBezTo>
                  <a:cubicBezTo>
                    <a:pt x="2867" y="16191"/>
                    <a:pt x="2882" y="16190"/>
                    <a:pt x="2897" y="16188"/>
                  </a:cubicBezTo>
                  <a:cubicBezTo>
                    <a:pt x="3039" y="16159"/>
                    <a:pt x="3152" y="16046"/>
                    <a:pt x="3152" y="15875"/>
                  </a:cubicBezTo>
                  <a:cubicBezTo>
                    <a:pt x="3124" y="15705"/>
                    <a:pt x="2954" y="15563"/>
                    <a:pt x="2755" y="15563"/>
                  </a:cubicBezTo>
                  <a:close/>
                  <a:moveTo>
                    <a:pt x="10280" y="15790"/>
                  </a:moveTo>
                  <a:cubicBezTo>
                    <a:pt x="10138" y="15790"/>
                    <a:pt x="10025" y="15932"/>
                    <a:pt x="10025" y="16074"/>
                  </a:cubicBezTo>
                  <a:cubicBezTo>
                    <a:pt x="10025" y="16201"/>
                    <a:pt x="10139" y="16306"/>
                    <a:pt x="10265" y="16306"/>
                  </a:cubicBezTo>
                  <a:cubicBezTo>
                    <a:pt x="10279" y="16306"/>
                    <a:pt x="10294" y="16304"/>
                    <a:pt x="10309" y="16301"/>
                  </a:cubicBezTo>
                  <a:cubicBezTo>
                    <a:pt x="10422" y="16301"/>
                    <a:pt x="10536" y="16188"/>
                    <a:pt x="10536" y="16074"/>
                  </a:cubicBezTo>
                  <a:cubicBezTo>
                    <a:pt x="10536" y="15904"/>
                    <a:pt x="10422" y="15790"/>
                    <a:pt x="10280" y="15790"/>
                  </a:cubicBezTo>
                  <a:close/>
                  <a:moveTo>
                    <a:pt x="19539" y="15961"/>
                  </a:moveTo>
                  <a:cubicBezTo>
                    <a:pt x="19425" y="15961"/>
                    <a:pt x="19311" y="16017"/>
                    <a:pt x="19311" y="16159"/>
                  </a:cubicBezTo>
                  <a:cubicBezTo>
                    <a:pt x="19340" y="16330"/>
                    <a:pt x="19425" y="16358"/>
                    <a:pt x="19539" y="16415"/>
                  </a:cubicBezTo>
                  <a:cubicBezTo>
                    <a:pt x="19652" y="16387"/>
                    <a:pt x="19737" y="16301"/>
                    <a:pt x="19737" y="16188"/>
                  </a:cubicBezTo>
                  <a:lnTo>
                    <a:pt x="19766" y="16188"/>
                  </a:lnTo>
                  <a:cubicBezTo>
                    <a:pt x="19766" y="16074"/>
                    <a:pt x="19681" y="15961"/>
                    <a:pt x="19539" y="15961"/>
                  </a:cubicBezTo>
                  <a:close/>
                  <a:moveTo>
                    <a:pt x="26297" y="15961"/>
                  </a:moveTo>
                  <a:cubicBezTo>
                    <a:pt x="26127" y="15961"/>
                    <a:pt x="25985" y="16103"/>
                    <a:pt x="25985" y="16273"/>
                  </a:cubicBezTo>
                  <a:cubicBezTo>
                    <a:pt x="26013" y="16415"/>
                    <a:pt x="26155" y="16557"/>
                    <a:pt x="26297" y="16557"/>
                  </a:cubicBezTo>
                  <a:cubicBezTo>
                    <a:pt x="26468" y="16557"/>
                    <a:pt x="26610" y="16415"/>
                    <a:pt x="26610" y="16245"/>
                  </a:cubicBezTo>
                  <a:cubicBezTo>
                    <a:pt x="26610" y="16074"/>
                    <a:pt x="26468" y="15961"/>
                    <a:pt x="26297" y="15961"/>
                  </a:cubicBezTo>
                  <a:close/>
                  <a:moveTo>
                    <a:pt x="7781" y="15982"/>
                  </a:moveTo>
                  <a:cubicBezTo>
                    <a:pt x="7625" y="15982"/>
                    <a:pt x="7469" y="16088"/>
                    <a:pt x="7469" y="16301"/>
                  </a:cubicBezTo>
                  <a:lnTo>
                    <a:pt x="7469" y="16273"/>
                  </a:lnTo>
                  <a:lnTo>
                    <a:pt x="7469" y="16273"/>
                  </a:lnTo>
                  <a:cubicBezTo>
                    <a:pt x="7441" y="16443"/>
                    <a:pt x="7554" y="16614"/>
                    <a:pt x="7725" y="16614"/>
                  </a:cubicBezTo>
                  <a:cubicBezTo>
                    <a:pt x="7739" y="16616"/>
                    <a:pt x="7754" y="16617"/>
                    <a:pt x="7768" y="16617"/>
                  </a:cubicBezTo>
                  <a:cubicBezTo>
                    <a:pt x="7948" y="16617"/>
                    <a:pt x="8094" y="16459"/>
                    <a:pt x="8094" y="16301"/>
                  </a:cubicBezTo>
                  <a:cubicBezTo>
                    <a:pt x="8094" y="16088"/>
                    <a:pt x="7938" y="15982"/>
                    <a:pt x="7781" y="15982"/>
                  </a:cubicBezTo>
                  <a:close/>
                  <a:moveTo>
                    <a:pt x="6630" y="16979"/>
                  </a:moveTo>
                  <a:cubicBezTo>
                    <a:pt x="6475" y="16979"/>
                    <a:pt x="6333" y="17111"/>
                    <a:pt x="6333" y="17267"/>
                  </a:cubicBezTo>
                  <a:cubicBezTo>
                    <a:pt x="6333" y="17437"/>
                    <a:pt x="6447" y="17579"/>
                    <a:pt x="6617" y="17579"/>
                  </a:cubicBezTo>
                  <a:cubicBezTo>
                    <a:pt x="6632" y="17582"/>
                    <a:pt x="6646" y="17583"/>
                    <a:pt x="6661" y="17583"/>
                  </a:cubicBezTo>
                  <a:cubicBezTo>
                    <a:pt x="6816" y="17583"/>
                    <a:pt x="6958" y="17451"/>
                    <a:pt x="6958" y="17295"/>
                  </a:cubicBezTo>
                  <a:cubicBezTo>
                    <a:pt x="6958" y="17125"/>
                    <a:pt x="6844" y="16983"/>
                    <a:pt x="6674" y="16983"/>
                  </a:cubicBezTo>
                  <a:cubicBezTo>
                    <a:pt x="6659" y="16980"/>
                    <a:pt x="6644" y="16979"/>
                    <a:pt x="6630" y="16979"/>
                  </a:cubicBezTo>
                  <a:close/>
                  <a:moveTo>
                    <a:pt x="21417" y="17234"/>
                  </a:moveTo>
                  <a:cubicBezTo>
                    <a:pt x="21266" y="17234"/>
                    <a:pt x="21126" y="17341"/>
                    <a:pt x="21100" y="17494"/>
                  </a:cubicBezTo>
                  <a:cubicBezTo>
                    <a:pt x="21070" y="17735"/>
                    <a:pt x="21248" y="17865"/>
                    <a:pt x="21426" y="17865"/>
                  </a:cubicBezTo>
                  <a:cubicBezTo>
                    <a:pt x="21583" y="17865"/>
                    <a:pt x="21740" y="17764"/>
                    <a:pt x="21754" y="17551"/>
                  </a:cubicBezTo>
                  <a:cubicBezTo>
                    <a:pt x="21754" y="17381"/>
                    <a:pt x="21640" y="17239"/>
                    <a:pt x="21470" y="17239"/>
                  </a:cubicBezTo>
                  <a:cubicBezTo>
                    <a:pt x="21452" y="17236"/>
                    <a:pt x="21434" y="17234"/>
                    <a:pt x="21417" y="17234"/>
                  </a:cubicBezTo>
                  <a:close/>
                  <a:moveTo>
                    <a:pt x="13093" y="17119"/>
                  </a:moveTo>
                  <a:cubicBezTo>
                    <a:pt x="12970" y="17119"/>
                    <a:pt x="12854" y="17197"/>
                    <a:pt x="12780" y="17295"/>
                  </a:cubicBezTo>
                  <a:cubicBezTo>
                    <a:pt x="12780" y="17324"/>
                    <a:pt x="12780" y="17352"/>
                    <a:pt x="12780" y="17381"/>
                  </a:cubicBezTo>
                  <a:cubicBezTo>
                    <a:pt x="12734" y="17655"/>
                    <a:pt x="12965" y="17875"/>
                    <a:pt x="13220" y="17875"/>
                  </a:cubicBezTo>
                  <a:cubicBezTo>
                    <a:pt x="13282" y="17875"/>
                    <a:pt x="13344" y="17862"/>
                    <a:pt x="13404" y="17835"/>
                  </a:cubicBezTo>
                  <a:cubicBezTo>
                    <a:pt x="13518" y="17778"/>
                    <a:pt x="13603" y="17636"/>
                    <a:pt x="13575" y="17494"/>
                  </a:cubicBezTo>
                  <a:cubicBezTo>
                    <a:pt x="13546" y="17295"/>
                    <a:pt x="13376" y="17125"/>
                    <a:pt x="13149" y="17125"/>
                  </a:cubicBezTo>
                  <a:cubicBezTo>
                    <a:pt x="13130" y="17121"/>
                    <a:pt x="13111" y="17119"/>
                    <a:pt x="13093" y="17119"/>
                  </a:cubicBezTo>
                  <a:close/>
                  <a:moveTo>
                    <a:pt x="15676" y="17182"/>
                  </a:moveTo>
                  <a:cubicBezTo>
                    <a:pt x="15477" y="17210"/>
                    <a:pt x="15307" y="17352"/>
                    <a:pt x="15250" y="17551"/>
                  </a:cubicBezTo>
                  <a:cubicBezTo>
                    <a:pt x="15165" y="17693"/>
                    <a:pt x="15250" y="17892"/>
                    <a:pt x="15421" y="17949"/>
                  </a:cubicBezTo>
                  <a:cubicBezTo>
                    <a:pt x="15475" y="17970"/>
                    <a:pt x="15533" y="17979"/>
                    <a:pt x="15593" y="17979"/>
                  </a:cubicBezTo>
                  <a:cubicBezTo>
                    <a:pt x="15689" y="17979"/>
                    <a:pt x="15787" y="17955"/>
                    <a:pt x="15875" y="17920"/>
                  </a:cubicBezTo>
                  <a:cubicBezTo>
                    <a:pt x="16017" y="17835"/>
                    <a:pt x="16074" y="17636"/>
                    <a:pt x="16045" y="17494"/>
                  </a:cubicBezTo>
                  <a:cubicBezTo>
                    <a:pt x="15989" y="17324"/>
                    <a:pt x="15847" y="17210"/>
                    <a:pt x="15676" y="17182"/>
                  </a:cubicBezTo>
                  <a:close/>
                  <a:moveTo>
                    <a:pt x="8804" y="17494"/>
                  </a:moveTo>
                  <a:cubicBezTo>
                    <a:pt x="8605" y="17494"/>
                    <a:pt x="8463" y="17636"/>
                    <a:pt x="8491" y="17807"/>
                  </a:cubicBezTo>
                  <a:cubicBezTo>
                    <a:pt x="8491" y="17949"/>
                    <a:pt x="8605" y="18034"/>
                    <a:pt x="8747" y="18034"/>
                  </a:cubicBezTo>
                  <a:cubicBezTo>
                    <a:pt x="8917" y="18034"/>
                    <a:pt x="9031" y="17892"/>
                    <a:pt x="9031" y="17721"/>
                  </a:cubicBezTo>
                  <a:cubicBezTo>
                    <a:pt x="9003" y="17608"/>
                    <a:pt x="8917" y="17494"/>
                    <a:pt x="8804" y="17494"/>
                  </a:cubicBezTo>
                  <a:close/>
                  <a:moveTo>
                    <a:pt x="23287" y="17750"/>
                  </a:moveTo>
                  <a:cubicBezTo>
                    <a:pt x="23088" y="17750"/>
                    <a:pt x="22946" y="17920"/>
                    <a:pt x="22946" y="18119"/>
                  </a:cubicBezTo>
                  <a:cubicBezTo>
                    <a:pt x="22946" y="18261"/>
                    <a:pt x="23117" y="18403"/>
                    <a:pt x="23287" y="18403"/>
                  </a:cubicBezTo>
                  <a:cubicBezTo>
                    <a:pt x="23458" y="18374"/>
                    <a:pt x="23600" y="18204"/>
                    <a:pt x="23600" y="18005"/>
                  </a:cubicBezTo>
                  <a:cubicBezTo>
                    <a:pt x="23571" y="17863"/>
                    <a:pt x="23429" y="17750"/>
                    <a:pt x="23287" y="17750"/>
                  </a:cubicBezTo>
                  <a:close/>
                  <a:moveTo>
                    <a:pt x="25076" y="18034"/>
                  </a:moveTo>
                  <a:cubicBezTo>
                    <a:pt x="24963" y="18034"/>
                    <a:pt x="24878" y="18147"/>
                    <a:pt x="24849" y="18261"/>
                  </a:cubicBezTo>
                  <a:cubicBezTo>
                    <a:pt x="24849" y="18403"/>
                    <a:pt x="24963" y="18516"/>
                    <a:pt x="25105" y="18545"/>
                  </a:cubicBezTo>
                  <a:cubicBezTo>
                    <a:pt x="25247" y="18545"/>
                    <a:pt x="25360" y="18431"/>
                    <a:pt x="25360" y="18289"/>
                  </a:cubicBezTo>
                  <a:cubicBezTo>
                    <a:pt x="25360" y="18147"/>
                    <a:pt x="25218" y="18034"/>
                    <a:pt x="25076" y="18034"/>
                  </a:cubicBezTo>
                  <a:close/>
                  <a:moveTo>
                    <a:pt x="3862" y="17892"/>
                  </a:moveTo>
                  <a:cubicBezTo>
                    <a:pt x="3862" y="17892"/>
                    <a:pt x="3834" y="17920"/>
                    <a:pt x="3806" y="17920"/>
                  </a:cubicBezTo>
                  <a:cubicBezTo>
                    <a:pt x="3607" y="18062"/>
                    <a:pt x="3578" y="18374"/>
                    <a:pt x="3720" y="18573"/>
                  </a:cubicBezTo>
                  <a:cubicBezTo>
                    <a:pt x="3770" y="18623"/>
                    <a:pt x="3839" y="18653"/>
                    <a:pt x="3910" y="18653"/>
                  </a:cubicBezTo>
                  <a:cubicBezTo>
                    <a:pt x="3961" y="18653"/>
                    <a:pt x="4014" y="18637"/>
                    <a:pt x="4061" y="18602"/>
                  </a:cubicBezTo>
                  <a:cubicBezTo>
                    <a:pt x="4146" y="18545"/>
                    <a:pt x="4203" y="18431"/>
                    <a:pt x="4203" y="18318"/>
                  </a:cubicBezTo>
                  <a:cubicBezTo>
                    <a:pt x="4175" y="18119"/>
                    <a:pt x="4033" y="17977"/>
                    <a:pt x="3862" y="17892"/>
                  </a:cubicBezTo>
                  <a:close/>
                  <a:moveTo>
                    <a:pt x="18459" y="17920"/>
                  </a:moveTo>
                  <a:cubicBezTo>
                    <a:pt x="18175" y="17920"/>
                    <a:pt x="18005" y="18062"/>
                    <a:pt x="18005" y="18261"/>
                  </a:cubicBezTo>
                  <a:cubicBezTo>
                    <a:pt x="18062" y="18488"/>
                    <a:pt x="18261" y="18658"/>
                    <a:pt x="18488" y="18658"/>
                  </a:cubicBezTo>
                  <a:cubicBezTo>
                    <a:pt x="18658" y="18658"/>
                    <a:pt x="18800" y="18403"/>
                    <a:pt x="18800" y="18176"/>
                  </a:cubicBezTo>
                  <a:cubicBezTo>
                    <a:pt x="18800" y="18034"/>
                    <a:pt x="18658" y="17920"/>
                    <a:pt x="18459" y="17920"/>
                  </a:cubicBezTo>
                  <a:close/>
                  <a:moveTo>
                    <a:pt x="10305" y="18092"/>
                  </a:moveTo>
                  <a:cubicBezTo>
                    <a:pt x="10088" y="18092"/>
                    <a:pt x="9881" y="18230"/>
                    <a:pt x="9798" y="18460"/>
                  </a:cubicBezTo>
                  <a:cubicBezTo>
                    <a:pt x="9769" y="18602"/>
                    <a:pt x="9855" y="18744"/>
                    <a:pt x="9968" y="18800"/>
                  </a:cubicBezTo>
                  <a:cubicBezTo>
                    <a:pt x="10024" y="18819"/>
                    <a:pt x="10080" y="18828"/>
                    <a:pt x="10135" y="18828"/>
                  </a:cubicBezTo>
                  <a:cubicBezTo>
                    <a:pt x="10419" y="18828"/>
                    <a:pt x="10673" y="18598"/>
                    <a:pt x="10650" y="18289"/>
                  </a:cubicBezTo>
                  <a:cubicBezTo>
                    <a:pt x="10621" y="18232"/>
                    <a:pt x="10593" y="18147"/>
                    <a:pt x="10536" y="18147"/>
                  </a:cubicBezTo>
                  <a:cubicBezTo>
                    <a:pt x="10461" y="18110"/>
                    <a:pt x="10382" y="18092"/>
                    <a:pt x="10305" y="18092"/>
                  </a:cubicBezTo>
                  <a:close/>
                  <a:moveTo>
                    <a:pt x="6853" y="18512"/>
                  </a:moveTo>
                  <a:cubicBezTo>
                    <a:pt x="6605" y="18512"/>
                    <a:pt x="6522" y="18917"/>
                    <a:pt x="6816" y="18971"/>
                  </a:cubicBezTo>
                  <a:cubicBezTo>
                    <a:pt x="6958" y="18971"/>
                    <a:pt x="7071" y="18857"/>
                    <a:pt x="7071" y="18715"/>
                  </a:cubicBezTo>
                  <a:cubicBezTo>
                    <a:pt x="7071" y="18602"/>
                    <a:pt x="6986" y="18545"/>
                    <a:pt x="6901" y="18516"/>
                  </a:cubicBezTo>
                  <a:cubicBezTo>
                    <a:pt x="6884" y="18513"/>
                    <a:pt x="6868" y="18512"/>
                    <a:pt x="6853" y="18512"/>
                  </a:cubicBezTo>
                  <a:close/>
                  <a:moveTo>
                    <a:pt x="5325" y="19618"/>
                  </a:moveTo>
                  <a:cubicBezTo>
                    <a:pt x="5239" y="19618"/>
                    <a:pt x="5193" y="19692"/>
                    <a:pt x="5169" y="19766"/>
                  </a:cubicBezTo>
                  <a:cubicBezTo>
                    <a:pt x="5140" y="19880"/>
                    <a:pt x="5225" y="20022"/>
                    <a:pt x="5339" y="20022"/>
                  </a:cubicBezTo>
                  <a:cubicBezTo>
                    <a:pt x="5424" y="19993"/>
                    <a:pt x="5538" y="19993"/>
                    <a:pt x="5538" y="19880"/>
                  </a:cubicBezTo>
                  <a:cubicBezTo>
                    <a:pt x="5566" y="19766"/>
                    <a:pt x="5481" y="19652"/>
                    <a:pt x="5367" y="19624"/>
                  </a:cubicBezTo>
                  <a:cubicBezTo>
                    <a:pt x="5352" y="19620"/>
                    <a:pt x="5338" y="19618"/>
                    <a:pt x="5325" y="19618"/>
                  </a:cubicBezTo>
                  <a:close/>
                  <a:moveTo>
                    <a:pt x="8232" y="19560"/>
                  </a:moveTo>
                  <a:cubicBezTo>
                    <a:pt x="8151" y="19560"/>
                    <a:pt x="8051" y="19581"/>
                    <a:pt x="7952" y="19624"/>
                  </a:cubicBezTo>
                  <a:cubicBezTo>
                    <a:pt x="7867" y="19681"/>
                    <a:pt x="7781" y="19766"/>
                    <a:pt x="7696" y="19851"/>
                  </a:cubicBezTo>
                  <a:cubicBezTo>
                    <a:pt x="7554" y="20050"/>
                    <a:pt x="7668" y="20334"/>
                    <a:pt x="7923" y="20391"/>
                  </a:cubicBezTo>
                  <a:cubicBezTo>
                    <a:pt x="8122" y="20391"/>
                    <a:pt x="8321" y="20277"/>
                    <a:pt x="8406" y="20107"/>
                  </a:cubicBezTo>
                  <a:cubicBezTo>
                    <a:pt x="8491" y="19936"/>
                    <a:pt x="8491" y="19766"/>
                    <a:pt x="8406" y="19624"/>
                  </a:cubicBezTo>
                  <a:cubicBezTo>
                    <a:pt x="8378" y="19581"/>
                    <a:pt x="8314" y="19560"/>
                    <a:pt x="8232" y="19560"/>
                  </a:cubicBezTo>
                  <a:close/>
                  <a:moveTo>
                    <a:pt x="15115" y="19762"/>
                  </a:moveTo>
                  <a:cubicBezTo>
                    <a:pt x="14938" y="19762"/>
                    <a:pt x="14793" y="19897"/>
                    <a:pt x="14768" y="20078"/>
                  </a:cubicBezTo>
                  <a:cubicBezTo>
                    <a:pt x="14768" y="20249"/>
                    <a:pt x="14910" y="20419"/>
                    <a:pt x="15080" y="20419"/>
                  </a:cubicBezTo>
                  <a:cubicBezTo>
                    <a:pt x="15307" y="20419"/>
                    <a:pt x="15477" y="20249"/>
                    <a:pt x="15477" y="20022"/>
                  </a:cubicBezTo>
                  <a:cubicBezTo>
                    <a:pt x="15477" y="19908"/>
                    <a:pt x="15335" y="19766"/>
                    <a:pt x="15165" y="19766"/>
                  </a:cubicBezTo>
                  <a:cubicBezTo>
                    <a:pt x="15148" y="19764"/>
                    <a:pt x="15131" y="19762"/>
                    <a:pt x="15115" y="19762"/>
                  </a:cubicBezTo>
                  <a:close/>
                  <a:moveTo>
                    <a:pt x="23884" y="19851"/>
                  </a:moveTo>
                  <a:cubicBezTo>
                    <a:pt x="23713" y="19851"/>
                    <a:pt x="23571" y="19965"/>
                    <a:pt x="23543" y="20135"/>
                  </a:cubicBezTo>
                  <a:cubicBezTo>
                    <a:pt x="23543" y="20277"/>
                    <a:pt x="23628" y="20419"/>
                    <a:pt x="23770" y="20419"/>
                  </a:cubicBezTo>
                  <a:cubicBezTo>
                    <a:pt x="23788" y="20422"/>
                    <a:pt x="23805" y="20424"/>
                    <a:pt x="23822" y="20424"/>
                  </a:cubicBezTo>
                  <a:cubicBezTo>
                    <a:pt x="23968" y="20424"/>
                    <a:pt x="24085" y="20316"/>
                    <a:pt x="24111" y="20164"/>
                  </a:cubicBezTo>
                  <a:cubicBezTo>
                    <a:pt x="24111" y="20022"/>
                    <a:pt x="24026" y="19908"/>
                    <a:pt x="23884" y="19851"/>
                  </a:cubicBezTo>
                  <a:close/>
                  <a:moveTo>
                    <a:pt x="20391" y="19482"/>
                  </a:moveTo>
                  <a:cubicBezTo>
                    <a:pt x="20220" y="19482"/>
                    <a:pt x="19993" y="19596"/>
                    <a:pt x="19993" y="19709"/>
                  </a:cubicBezTo>
                  <a:cubicBezTo>
                    <a:pt x="19936" y="19936"/>
                    <a:pt x="19993" y="20192"/>
                    <a:pt x="20135" y="20362"/>
                  </a:cubicBezTo>
                  <a:cubicBezTo>
                    <a:pt x="20220" y="20419"/>
                    <a:pt x="20305" y="20448"/>
                    <a:pt x="20391" y="20448"/>
                  </a:cubicBezTo>
                  <a:cubicBezTo>
                    <a:pt x="20646" y="20419"/>
                    <a:pt x="20845" y="20192"/>
                    <a:pt x="20845" y="19908"/>
                  </a:cubicBezTo>
                  <a:cubicBezTo>
                    <a:pt x="20816" y="19681"/>
                    <a:pt x="20618" y="19482"/>
                    <a:pt x="20391" y="19482"/>
                  </a:cubicBezTo>
                  <a:close/>
                  <a:moveTo>
                    <a:pt x="12098" y="19851"/>
                  </a:moveTo>
                  <a:cubicBezTo>
                    <a:pt x="11899" y="19851"/>
                    <a:pt x="11729" y="19993"/>
                    <a:pt x="11700" y="20192"/>
                  </a:cubicBezTo>
                  <a:cubicBezTo>
                    <a:pt x="11700" y="20362"/>
                    <a:pt x="11814" y="20504"/>
                    <a:pt x="11984" y="20533"/>
                  </a:cubicBezTo>
                  <a:cubicBezTo>
                    <a:pt x="11999" y="20535"/>
                    <a:pt x="12014" y="20536"/>
                    <a:pt x="12028" y="20536"/>
                  </a:cubicBezTo>
                  <a:cubicBezTo>
                    <a:pt x="12208" y="20536"/>
                    <a:pt x="12356" y="20376"/>
                    <a:pt x="12382" y="20192"/>
                  </a:cubicBezTo>
                  <a:cubicBezTo>
                    <a:pt x="12382" y="20022"/>
                    <a:pt x="12268" y="19880"/>
                    <a:pt x="12098" y="19851"/>
                  </a:cubicBezTo>
                  <a:close/>
                  <a:moveTo>
                    <a:pt x="18090" y="20164"/>
                  </a:moveTo>
                  <a:cubicBezTo>
                    <a:pt x="17920" y="20164"/>
                    <a:pt x="17778" y="20277"/>
                    <a:pt x="17721" y="20448"/>
                  </a:cubicBezTo>
                  <a:cubicBezTo>
                    <a:pt x="17693" y="20703"/>
                    <a:pt x="17863" y="20959"/>
                    <a:pt x="18147" y="20987"/>
                  </a:cubicBezTo>
                  <a:cubicBezTo>
                    <a:pt x="18162" y="20990"/>
                    <a:pt x="18176" y="20991"/>
                    <a:pt x="18190" y="20991"/>
                  </a:cubicBezTo>
                  <a:cubicBezTo>
                    <a:pt x="18341" y="20991"/>
                    <a:pt x="18459" y="20859"/>
                    <a:pt x="18459" y="20703"/>
                  </a:cubicBezTo>
                  <a:lnTo>
                    <a:pt x="18488" y="20703"/>
                  </a:lnTo>
                  <a:cubicBezTo>
                    <a:pt x="18545" y="20448"/>
                    <a:pt x="18346" y="20192"/>
                    <a:pt x="18090" y="20164"/>
                  </a:cubicBezTo>
                  <a:close/>
                  <a:moveTo>
                    <a:pt x="6302" y="21652"/>
                  </a:moveTo>
                  <a:cubicBezTo>
                    <a:pt x="6261" y="21652"/>
                    <a:pt x="6222" y="21658"/>
                    <a:pt x="6191" y="21669"/>
                  </a:cubicBezTo>
                  <a:cubicBezTo>
                    <a:pt x="5992" y="21726"/>
                    <a:pt x="5850" y="21896"/>
                    <a:pt x="5850" y="22095"/>
                  </a:cubicBezTo>
                  <a:cubicBezTo>
                    <a:pt x="5850" y="22264"/>
                    <a:pt x="5994" y="22391"/>
                    <a:pt x="6158" y="22391"/>
                  </a:cubicBezTo>
                  <a:cubicBezTo>
                    <a:pt x="6188" y="22391"/>
                    <a:pt x="6218" y="22387"/>
                    <a:pt x="6248" y="22379"/>
                  </a:cubicBezTo>
                  <a:cubicBezTo>
                    <a:pt x="6361" y="22350"/>
                    <a:pt x="6475" y="22265"/>
                    <a:pt x="6560" y="22123"/>
                  </a:cubicBezTo>
                  <a:cubicBezTo>
                    <a:pt x="6617" y="22010"/>
                    <a:pt x="6589" y="21839"/>
                    <a:pt x="6503" y="21726"/>
                  </a:cubicBezTo>
                  <a:cubicBezTo>
                    <a:pt x="6449" y="21672"/>
                    <a:pt x="6373" y="21652"/>
                    <a:pt x="6302" y="21652"/>
                  </a:cubicBezTo>
                  <a:close/>
                  <a:moveTo>
                    <a:pt x="22350" y="21839"/>
                  </a:moveTo>
                  <a:cubicBezTo>
                    <a:pt x="22151" y="21839"/>
                    <a:pt x="22009" y="21981"/>
                    <a:pt x="22009" y="22180"/>
                  </a:cubicBezTo>
                  <a:cubicBezTo>
                    <a:pt x="21994" y="22432"/>
                    <a:pt x="22181" y="22561"/>
                    <a:pt x="22367" y="22561"/>
                  </a:cubicBezTo>
                  <a:cubicBezTo>
                    <a:pt x="22537" y="22561"/>
                    <a:pt x="22706" y="22454"/>
                    <a:pt x="22719" y="22237"/>
                  </a:cubicBezTo>
                  <a:cubicBezTo>
                    <a:pt x="22719" y="22010"/>
                    <a:pt x="22549" y="21839"/>
                    <a:pt x="22350" y="21839"/>
                  </a:cubicBezTo>
                  <a:close/>
                  <a:moveTo>
                    <a:pt x="9883" y="21924"/>
                  </a:moveTo>
                  <a:cubicBezTo>
                    <a:pt x="9571" y="21924"/>
                    <a:pt x="9400" y="22095"/>
                    <a:pt x="9429" y="22322"/>
                  </a:cubicBezTo>
                  <a:cubicBezTo>
                    <a:pt x="9429" y="22521"/>
                    <a:pt x="9571" y="22663"/>
                    <a:pt x="9769" y="22691"/>
                  </a:cubicBezTo>
                  <a:cubicBezTo>
                    <a:pt x="9996" y="22691"/>
                    <a:pt x="10138" y="22521"/>
                    <a:pt x="10138" y="22265"/>
                  </a:cubicBezTo>
                  <a:cubicBezTo>
                    <a:pt x="10138" y="22010"/>
                    <a:pt x="10053" y="21924"/>
                    <a:pt x="9883" y="21924"/>
                  </a:cubicBezTo>
                  <a:close/>
                  <a:moveTo>
                    <a:pt x="13319" y="22805"/>
                  </a:moveTo>
                  <a:cubicBezTo>
                    <a:pt x="13120" y="22805"/>
                    <a:pt x="12950" y="22975"/>
                    <a:pt x="12978" y="23202"/>
                  </a:cubicBezTo>
                  <a:lnTo>
                    <a:pt x="12978" y="23174"/>
                  </a:lnTo>
                  <a:cubicBezTo>
                    <a:pt x="12978" y="23373"/>
                    <a:pt x="13120" y="23543"/>
                    <a:pt x="13319" y="23543"/>
                  </a:cubicBezTo>
                  <a:cubicBezTo>
                    <a:pt x="13490" y="23543"/>
                    <a:pt x="13660" y="23429"/>
                    <a:pt x="13660" y="23259"/>
                  </a:cubicBezTo>
                  <a:cubicBezTo>
                    <a:pt x="13717" y="23032"/>
                    <a:pt x="13546" y="22805"/>
                    <a:pt x="13319" y="22805"/>
                  </a:cubicBezTo>
                  <a:close/>
                  <a:moveTo>
                    <a:pt x="19737" y="23117"/>
                  </a:moveTo>
                  <a:cubicBezTo>
                    <a:pt x="19425" y="23117"/>
                    <a:pt x="19226" y="23429"/>
                    <a:pt x="19340" y="23713"/>
                  </a:cubicBezTo>
                  <a:cubicBezTo>
                    <a:pt x="19368" y="23855"/>
                    <a:pt x="19510" y="23941"/>
                    <a:pt x="19652" y="23969"/>
                  </a:cubicBezTo>
                  <a:cubicBezTo>
                    <a:pt x="19766" y="23941"/>
                    <a:pt x="19879" y="23884"/>
                    <a:pt x="19936" y="23770"/>
                  </a:cubicBezTo>
                  <a:cubicBezTo>
                    <a:pt x="20021" y="23657"/>
                    <a:pt x="20050" y="23515"/>
                    <a:pt x="20021" y="23373"/>
                  </a:cubicBezTo>
                  <a:cubicBezTo>
                    <a:pt x="19993" y="23231"/>
                    <a:pt x="19879" y="23117"/>
                    <a:pt x="19737" y="23117"/>
                  </a:cubicBezTo>
                  <a:close/>
                  <a:moveTo>
                    <a:pt x="16017" y="23231"/>
                  </a:moveTo>
                  <a:cubicBezTo>
                    <a:pt x="15761" y="23231"/>
                    <a:pt x="15591" y="23458"/>
                    <a:pt x="15591" y="23685"/>
                  </a:cubicBezTo>
                  <a:cubicBezTo>
                    <a:pt x="15617" y="23841"/>
                    <a:pt x="15761" y="23973"/>
                    <a:pt x="15916" y="23973"/>
                  </a:cubicBezTo>
                  <a:cubicBezTo>
                    <a:pt x="15931" y="23973"/>
                    <a:pt x="15946" y="23972"/>
                    <a:pt x="15960" y="23969"/>
                  </a:cubicBezTo>
                  <a:cubicBezTo>
                    <a:pt x="16187" y="23969"/>
                    <a:pt x="16358" y="23770"/>
                    <a:pt x="16329" y="23543"/>
                  </a:cubicBezTo>
                  <a:lnTo>
                    <a:pt x="16329" y="23543"/>
                  </a:lnTo>
                  <a:lnTo>
                    <a:pt x="16329" y="23571"/>
                  </a:lnTo>
                  <a:cubicBezTo>
                    <a:pt x="16329" y="23373"/>
                    <a:pt x="16187" y="23231"/>
                    <a:pt x="16017" y="23231"/>
                  </a:cubicBezTo>
                  <a:close/>
                  <a:moveTo>
                    <a:pt x="23306" y="23907"/>
                  </a:moveTo>
                  <a:cubicBezTo>
                    <a:pt x="23231" y="23907"/>
                    <a:pt x="23156" y="23927"/>
                    <a:pt x="23088" y="23969"/>
                  </a:cubicBezTo>
                  <a:cubicBezTo>
                    <a:pt x="22918" y="24168"/>
                    <a:pt x="22861" y="24423"/>
                    <a:pt x="22918" y="24679"/>
                  </a:cubicBezTo>
                  <a:cubicBezTo>
                    <a:pt x="22975" y="24793"/>
                    <a:pt x="23088" y="24849"/>
                    <a:pt x="23230" y="24849"/>
                  </a:cubicBezTo>
                  <a:cubicBezTo>
                    <a:pt x="23514" y="24793"/>
                    <a:pt x="23742" y="24509"/>
                    <a:pt x="23685" y="24196"/>
                  </a:cubicBezTo>
                  <a:lnTo>
                    <a:pt x="23713" y="24196"/>
                  </a:lnTo>
                  <a:cubicBezTo>
                    <a:pt x="23653" y="24017"/>
                    <a:pt x="23481" y="23907"/>
                    <a:pt x="23306" y="23907"/>
                  </a:cubicBezTo>
                  <a:close/>
                  <a:moveTo>
                    <a:pt x="5112" y="23941"/>
                  </a:moveTo>
                  <a:cubicBezTo>
                    <a:pt x="4771" y="24026"/>
                    <a:pt x="4544" y="24367"/>
                    <a:pt x="4572" y="24736"/>
                  </a:cubicBezTo>
                  <a:cubicBezTo>
                    <a:pt x="4601" y="24849"/>
                    <a:pt x="4686" y="24935"/>
                    <a:pt x="4828" y="24935"/>
                  </a:cubicBezTo>
                  <a:lnTo>
                    <a:pt x="4941" y="24935"/>
                  </a:lnTo>
                  <a:cubicBezTo>
                    <a:pt x="5083" y="24821"/>
                    <a:pt x="5197" y="24707"/>
                    <a:pt x="5311" y="24594"/>
                  </a:cubicBezTo>
                  <a:cubicBezTo>
                    <a:pt x="5453" y="24423"/>
                    <a:pt x="5453" y="24196"/>
                    <a:pt x="5311" y="24026"/>
                  </a:cubicBezTo>
                  <a:cubicBezTo>
                    <a:pt x="5254" y="23969"/>
                    <a:pt x="5197" y="23941"/>
                    <a:pt x="5112" y="23941"/>
                  </a:cubicBezTo>
                  <a:close/>
                  <a:moveTo>
                    <a:pt x="7583" y="24878"/>
                  </a:moveTo>
                  <a:cubicBezTo>
                    <a:pt x="7355" y="24906"/>
                    <a:pt x="7185" y="25105"/>
                    <a:pt x="7213" y="25332"/>
                  </a:cubicBezTo>
                  <a:lnTo>
                    <a:pt x="7213" y="25304"/>
                  </a:lnTo>
                  <a:cubicBezTo>
                    <a:pt x="7242" y="25474"/>
                    <a:pt x="7355" y="25616"/>
                    <a:pt x="7497" y="25645"/>
                  </a:cubicBezTo>
                  <a:cubicBezTo>
                    <a:pt x="7753" y="25616"/>
                    <a:pt x="7923" y="25446"/>
                    <a:pt x="7952" y="25190"/>
                  </a:cubicBezTo>
                  <a:cubicBezTo>
                    <a:pt x="7952" y="25020"/>
                    <a:pt x="7781" y="24878"/>
                    <a:pt x="7583" y="24878"/>
                  </a:cubicBezTo>
                  <a:close/>
                  <a:moveTo>
                    <a:pt x="10438" y="25092"/>
                  </a:moveTo>
                  <a:cubicBezTo>
                    <a:pt x="10309" y="25092"/>
                    <a:pt x="10181" y="25136"/>
                    <a:pt x="10082" y="25219"/>
                  </a:cubicBezTo>
                  <a:cubicBezTo>
                    <a:pt x="9940" y="25332"/>
                    <a:pt x="9940" y="25531"/>
                    <a:pt x="10053" y="25645"/>
                  </a:cubicBezTo>
                  <a:cubicBezTo>
                    <a:pt x="10132" y="25762"/>
                    <a:pt x="10251" y="25826"/>
                    <a:pt x="10382" y="25826"/>
                  </a:cubicBezTo>
                  <a:cubicBezTo>
                    <a:pt x="10441" y="25826"/>
                    <a:pt x="10503" y="25813"/>
                    <a:pt x="10564" y="25787"/>
                  </a:cubicBezTo>
                  <a:cubicBezTo>
                    <a:pt x="10678" y="25645"/>
                    <a:pt x="10792" y="25474"/>
                    <a:pt x="10792" y="25304"/>
                  </a:cubicBezTo>
                  <a:cubicBezTo>
                    <a:pt x="10763" y="25247"/>
                    <a:pt x="10763" y="25219"/>
                    <a:pt x="10706" y="25162"/>
                  </a:cubicBezTo>
                  <a:cubicBezTo>
                    <a:pt x="10623" y="25114"/>
                    <a:pt x="10531" y="25092"/>
                    <a:pt x="10438" y="25092"/>
                  </a:cubicBezTo>
                  <a:close/>
                  <a:moveTo>
                    <a:pt x="14887" y="25385"/>
                  </a:moveTo>
                  <a:cubicBezTo>
                    <a:pt x="14711" y="25385"/>
                    <a:pt x="14566" y="25520"/>
                    <a:pt x="14540" y="25701"/>
                  </a:cubicBezTo>
                  <a:cubicBezTo>
                    <a:pt x="14512" y="25900"/>
                    <a:pt x="14682" y="26042"/>
                    <a:pt x="14853" y="26042"/>
                  </a:cubicBezTo>
                  <a:cubicBezTo>
                    <a:pt x="15052" y="26042"/>
                    <a:pt x="15194" y="25900"/>
                    <a:pt x="15222" y="25701"/>
                  </a:cubicBezTo>
                  <a:cubicBezTo>
                    <a:pt x="15222" y="25531"/>
                    <a:pt x="15080" y="25389"/>
                    <a:pt x="14938" y="25389"/>
                  </a:cubicBezTo>
                  <a:cubicBezTo>
                    <a:pt x="14921" y="25387"/>
                    <a:pt x="14904" y="25385"/>
                    <a:pt x="14887" y="25385"/>
                  </a:cubicBezTo>
                  <a:close/>
                  <a:moveTo>
                    <a:pt x="18090" y="26099"/>
                  </a:moveTo>
                  <a:cubicBezTo>
                    <a:pt x="17778" y="26099"/>
                    <a:pt x="17607" y="26213"/>
                    <a:pt x="17607" y="26440"/>
                  </a:cubicBezTo>
                  <a:cubicBezTo>
                    <a:pt x="17607" y="26639"/>
                    <a:pt x="17778" y="26809"/>
                    <a:pt x="17977" y="26809"/>
                  </a:cubicBezTo>
                  <a:cubicBezTo>
                    <a:pt x="18204" y="26809"/>
                    <a:pt x="18346" y="26639"/>
                    <a:pt x="18374" y="26326"/>
                  </a:cubicBezTo>
                  <a:cubicBezTo>
                    <a:pt x="18374" y="26184"/>
                    <a:pt x="18261" y="26099"/>
                    <a:pt x="18090" y="26099"/>
                  </a:cubicBezTo>
                  <a:close/>
                  <a:moveTo>
                    <a:pt x="20845" y="26269"/>
                  </a:moveTo>
                  <a:cubicBezTo>
                    <a:pt x="20646" y="26269"/>
                    <a:pt x="20476" y="26440"/>
                    <a:pt x="20476" y="26639"/>
                  </a:cubicBezTo>
                  <a:cubicBezTo>
                    <a:pt x="20476" y="26781"/>
                    <a:pt x="20618" y="26923"/>
                    <a:pt x="20788" y="26951"/>
                  </a:cubicBezTo>
                  <a:cubicBezTo>
                    <a:pt x="20805" y="26953"/>
                    <a:pt x="20822" y="26955"/>
                    <a:pt x="20839" y="26955"/>
                  </a:cubicBezTo>
                  <a:cubicBezTo>
                    <a:pt x="21015" y="26955"/>
                    <a:pt x="21157" y="26820"/>
                    <a:pt x="21157" y="26639"/>
                  </a:cubicBezTo>
                  <a:cubicBezTo>
                    <a:pt x="21157" y="26440"/>
                    <a:pt x="21015" y="26298"/>
                    <a:pt x="20845" y="26269"/>
                  </a:cubicBezTo>
                  <a:close/>
                  <a:moveTo>
                    <a:pt x="12694" y="26724"/>
                  </a:moveTo>
                  <a:cubicBezTo>
                    <a:pt x="12496" y="26724"/>
                    <a:pt x="12325" y="26894"/>
                    <a:pt x="12325" y="27121"/>
                  </a:cubicBezTo>
                  <a:cubicBezTo>
                    <a:pt x="12354" y="27263"/>
                    <a:pt x="12439" y="27405"/>
                    <a:pt x="12581" y="27462"/>
                  </a:cubicBezTo>
                  <a:cubicBezTo>
                    <a:pt x="12590" y="27463"/>
                    <a:pt x="12599" y="27464"/>
                    <a:pt x="12609" y="27464"/>
                  </a:cubicBezTo>
                  <a:cubicBezTo>
                    <a:pt x="12800" y="27464"/>
                    <a:pt x="13005" y="27196"/>
                    <a:pt x="12978" y="26979"/>
                  </a:cubicBezTo>
                  <a:cubicBezTo>
                    <a:pt x="12950" y="26837"/>
                    <a:pt x="12836" y="26724"/>
                    <a:pt x="12694" y="26724"/>
                  </a:cubicBezTo>
                  <a:close/>
                  <a:moveTo>
                    <a:pt x="23962" y="26919"/>
                  </a:moveTo>
                  <a:cubicBezTo>
                    <a:pt x="23946" y="26919"/>
                    <a:pt x="23929" y="26920"/>
                    <a:pt x="23912" y="26923"/>
                  </a:cubicBezTo>
                  <a:cubicBezTo>
                    <a:pt x="23713" y="26979"/>
                    <a:pt x="23571" y="27150"/>
                    <a:pt x="23600" y="27349"/>
                  </a:cubicBezTo>
                  <a:cubicBezTo>
                    <a:pt x="23600" y="27547"/>
                    <a:pt x="23742" y="27689"/>
                    <a:pt x="23940" y="27689"/>
                  </a:cubicBezTo>
                  <a:cubicBezTo>
                    <a:pt x="24168" y="27689"/>
                    <a:pt x="24338" y="27462"/>
                    <a:pt x="24281" y="27263"/>
                  </a:cubicBezTo>
                  <a:lnTo>
                    <a:pt x="24310" y="27235"/>
                  </a:lnTo>
                  <a:cubicBezTo>
                    <a:pt x="24284" y="27053"/>
                    <a:pt x="24139" y="26919"/>
                    <a:pt x="23962" y="26919"/>
                  </a:cubicBezTo>
                  <a:close/>
                  <a:moveTo>
                    <a:pt x="4004" y="26866"/>
                  </a:moveTo>
                  <a:cubicBezTo>
                    <a:pt x="3777" y="27008"/>
                    <a:pt x="3664" y="27263"/>
                    <a:pt x="3749" y="27519"/>
                  </a:cubicBezTo>
                  <a:cubicBezTo>
                    <a:pt x="3800" y="27672"/>
                    <a:pt x="3965" y="27779"/>
                    <a:pt x="4121" y="27779"/>
                  </a:cubicBezTo>
                  <a:cubicBezTo>
                    <a:pt x="4139" y="27779"/>
                    <a:pt x="4157" y="27777"/>
                    <a:pt x="4175" y="27775"/>
                  </a:cubicBezTo>
                  <a:cubicBezTo>
                    <a:pt x="4374" y="27746"/>
                    <a:pt x="4516" y="27576"/>
                    <a:pt x="4544" y="27405"/>
                  </a:cubicBezTo>
                  <a:cubicBezTo>
                    <a:pt x="4487" y="27178"/>
                    <a:pt x="4345" y="26979"/>
                    <a:pt x="4118" y="26866"/>
                  </a:cubicBezTo>
                  <a:close/>
                  <a:moveTo>
                    <a:pt x="6484" y="27913"/>
                  </a:moveTo>
                  <a:cubicBezTo>
                    <a:pt x="6471" y="27913"/>
                    <a:pt x="6459" y="27914"/>
                    <a:pt x="6447" y="27917"/>
                  </a:cubicBezTo>
                  <a:cubicBezTo>
                    <a:pt x="6219" y="27945"/>
                    <a:pt x="6077" y="28172"/>
                    <a:pt x="6134" y="28371"/>
                  </a:cubicBezTo>
                  <a:cubicBezTo>
                    <a:pt x="6160" y="28524"/>
                    <a:pt x="6277" y="28631"/>
                    <a:pt x="6423" y="28631"/>
                  </a:cubicBezTo>
                  <a:cubicBezTo>
                    <a:pt x="6440" y="28631"/>
                    <a:pt x="6457" y="28629"/>
                    <a:pt x="6475" y="28626"/>
                  </a:cubicBezTo>
                  <a:cubicBezTo>
                    <a:pt x="6645" y="28570"/>
                    <a:pt x="6759" y="28371"/>
                    <a:pt x="6759" y="28201"/>
                  </a:cubicBezTo>
                  <a:cubicBezTo>
                    <a:pt x="6759" y="28045"/>
                    <a:pt x="6617" y="27913"/>
                    <a:pt x="6484" y="27913"/>
                  </a:cubicBezTo>
                  <a:close/>
                  <a:moveTo>
                    <a:pt x="9542" y="28115"/>
                  </a:moveTo>
                  <a:cubicBezTo>
                    <a:pt x="9343" y="28115"/>
                    <a:pt x="9201" y="28286"/>
                    <a:pt x="9201" y="28484"/>
                  </a:cubicBezTo>
                  <a:cubicBezTo>
                    <a:pt x="9201" y="28740"/>
                    <a:pt x="9315" y="28910"/>
                    <a:pt x="9542" y="28910"/>
                  </a:cubicBezTo>
                  <a:cubicBezTo>
                    <a:pt x="9713" y="28910"/>
                    <a:pt x="9855" y="28768"/>
                    <a:pt x="9855" y="28598"/>
                  </a:cubicBezTo>
                  <a:cubicBezTo>
                    <a:pt x="9855" y="28371"/>
                    <a:pt x="9713" y="28144"/>
                    <a:pt x="9542" y="28144"/>
                  </a:cubicBezTo>
                  <a:lnTo>
                    <a:pt x="9542" y="28115"/>
                  </a:lnTo>
                  <a:close/>
                  <a:moveTo>
                    <a:pt x="15648" y="28655"/>
                  </a:moveTo>
                  <a:cubicBezTo>
                    <a:pt x="15449" y="28655"/>
                    <a:pt x="15279" y="28797"/>
                    <a:pt x="15250" y="28996"/>
                  </a:cubicBezTo>
                  <a:cubicBezTo>
                    <a:pt x="15279" y="29251"/>
                    <a:pt x="15477" y="29422"/>
                    <a:pt x="15733" y="29422"/>
                  </a:cubicBezTo>
                  <a:cubicBezTo>
                    <a:pt x="15932" y="29422"/>
                    <a:pt x="16045" y="29223"/>
                    <a:pt x="16045" y="28967"/>
                  </a:cubicBezTo>
                  <a:cubicBezTo>
                    <a:pt x="16074" y="28768"/>
                    <a:pt x="15818" y="28683"/>
                    <a:pt x="15648" y="28655"/>
                  </a:cubicBezTo>
                  <a:close/>
                  <a:moveTo>
                    <a:pt x="19731" y="28878"/>
                  </a:moveTo>
                  <a:cubicBezTo>
                    <a:pt x="19714" y="28878"/>
                    <a:pt x="19698" y="28880"/>
                    <a:pt x="19681" y="28882"/>
                  </a:cubicBezTo>
                  <a:cubicBezTo>
                    <a:pt x="19482" y="28882"/>
                    <a:pt x="19340" y="29024"/>
                    <a:pt x="19340" y="29223"/>
                  </a:cubicBezTo>
                  <a:cubicBezTo>
                    <a:pt x="19368" y="29422"/>
                    <a:pt x="19539" y="29564"/>
                    <a:pt x="19709" y="29592"/>
                  </a:cubicBezTo>
                  <a:cubicBezTo>
                    <a:pt x="19908" y="29564"/>
                    <a:pt x="20078" y="29422"/>
                    <a:pt x="20078" y="29194"/>
                  </a:cubicBezTo>
                  <a:cubicBezTo>
                    <a:pt x="20052" y="29013"/>
                    <a:pt x="19908" y="28878"/>
                    <a:pt x="19731" y="28878"/>
                  </a:cubicBezTo>
                  <a:close/>
                  <a:moveTo>
                    <a:pt x="23586" y="29220"/>
                  </a:moveTo>
                  <a:cubicBezTo>
                    <a:pt x="23572" y="29220"/>
                    <a:pt x="23557" y="29221"/>
                    <a:pt x="23543" y="29223"/>
                  </a:cubicBezTo>
                  <a:cubicBezTo>
                    <a:pt x="23316" y="29223"/>
                    <a:pt x="23174" y="29393"/>
                    <a:pt x="23202" y="29592"/>
                  </a:cubicBezTo>
                  <a:lnTo>
                    <a:pt x="23230" y="29592"/>
                  </a:lnTo>
                  <a:cubicBezTo>
                    <a:pt x="23257" y="29908"/>
                    <a:pt x="23405" y="30078"/>
                    <a:pt x="23654" y="30078"/>
                  </a:cubicBezTo>
                  <a:cubicBezTo>
                    <a:pt x="23673" y="30078"/>
                    <a:pt x="23693" y="30077"/>
                    <a:pt x="23713" y="30075"/>
                  </a:cubicBezTo>
                  <a:cubicBezTo>
                    <a:pt x="23884" y="30046"/>
                    <a:pt x="24026" y="29876"/>
                    <a:pt x="24026" y="29677"/>
                  </a:cubicBezTo>
                  <a:cubicBezTo>
                    <a:pt x="24026" y="29436"/>
                    <a:pt x="23824" y="29220"/>
                    <a:pt x="23586" y="29220"/>
                  </a:cubicBezTo>
                  <a:close/>
                  <a:moveTo>
                    <a:pt x="3862" y="29904"/>
                  </a:moveTo>
                  <a:cubicBezTo>
                    <a:pt x="3720" y="29904"/>
                    <a:pt x="3578" y="29990"/>
                    <a:pt x="3522" y="30103"/>
                  </a:cubicBezTo>
                  <a:cubicBezTo>
                    <a:pt x="3493" y="30160"/>
                    <a:pt x="3465" y="30188"/>
                    <a:pt x="3436" y="30245"/>
                  </a:cubicBezTo>
                  <a:cubicBezTo>
                    <a:pt x="3380" y="30387"/>
                    <a:pt x="3408" y="30558"/>
                    <a:pt x="3522" y="30671"/>
                  </a:cubicBezTo>
                  <a:cubicBezTo>
                    <a:pt x="3573" y="30740"/>
                    <a:pt x="3656" y="30778"/>
                    <a:pt x="3739" y="30778"/>
                  </a:cubicBezTo>
                  <a:cubicBezTo>
                    <a:pt x="3792" y="30778"/>
                    <a:pt x="3846" y="30762"/>
                    <a:pt x="3891" y="30728"/>
                  </a:cubicBezTo>
                  <a:cubicBezTo>
                    <a:pt x="4061" y="30671"/>
                    <a:pt x="4203" y="30501"/>
                    <a:pt x="4203" y="30330"/>
                  </a:cubicBezTo>
                  <a:cubicBezTo>
                    <a:pt x="4175" y="30132"/>
                    <a:pt x="4033" y="29990"/>
                    <a:pt x="3891" y="29904"/>
                  </a:cubicBezTo>
                  <a:close/>
                  <a:moveTo>
                    <a:pt x="12467" y="30160"/>
                  </a:moveTo>
                  <a:cubicBezTo>
                    <a:pt x="12268" y="30160"/>
                    <a:pt x="12098" y="30330"/>
                    <a:pt x="12098" y="30558"/>
                  </a:cubicBezTo>
                  <a:lnTo>
                    <a:pt x="12070" y="30558"/>
                  </a:lnTo>
                  <a:cubicBezTo>
                    <a:pt x="12098" y="30728"/>
                    <a:pt x="12212" y="30870"/>
                    <a:pt x="12382" y="30927"/>
                  </a:cubicBezTo>
                  <a:cubicBezTo>
                    <a:pt x="12609" y="30927"/>
                    <a:pt x="12808" y="30700"/>
                    <a:pt x="12780" y="30472"/>
                  </a:cubicBezTo>
                  <a:cubicBezTo>
                    <a:pt x="12780" y="30302"/>
                    <a:pt x="12638" y="30160"/>
                    <a:pt x="12467" y="30160"/>
                  </a:cubicBezTo>
                  <a:close/>
                  <a:moveTo>
                    <a:pt x="17295" y="30501"/>
                  </a:moveTo>
                  <a:cubicBezTo>
                    <a:pt x="17096" y="30501"/>
                    <a:pt x="16926" y="30643"/>
                    <a:pt x="16926" y="30842"/>
                  </a:cubicBezTo>
                  <a:cubicBezTo>
                    <a:pt x="16926" y="31083"/>
                    <a:pt x="17103" y="31204"/>
                    <a:pt x="17281" y="31204"/>
                  </a:cubicBezTo>
                  <a:cubicBezTo>
                    <a:pt x="17458" y="31204"/>
                    <a:pt x="17636" y="31083"/>
                    <a:pt x="17636" y="30842"/>
                  </a:cubicBezTo>
                  <a:cubicBezTo>
                    <a:pt x="17636" y="30643"/>
                    <a:pt x="17494" y="30501"/>
                    <a:pt x="17295" y="30501"/>
                  </a:cubicBezTo>
                  <a:close/>
                  <a:moveTo>
                    <a:pt x="6248" y="30785"/>
                  </a:moveTo>
                  <a:cubicBezTo>
                    <a:pt x="6049" y="30842"/>
                    <a:pt x="5935" y="31012"/>
                    <a:pt x="5907" y="31211"/>
                  </a:cubicBezTo>
                  <a:cubicBezTo>
                    <a:pt x="5879" y="31381"/>
                    <a:pt x="6049" y="31580"/>
                    <a:pt x="6248" y="31608"/>
                  </a:cubicBezTo>
                  <a:cubicBezTo>
                    <a:pt x="6418" y="31608"/>
                    <a:pt x="6532" y="31466"/>
                    <a:pt x="6589" y="31296"/>
                  </a:cubicBezTo>
                  <a:cubicBezTo>
                    <a:pt x="6589" y="31268"/>
                    <a:pt x="6617" y="31211"/>
                    <a:pt x="6617" y="31182"/>
                  </a:cubicBezTo>
                  <a:cubicBezTo>
                    <a:pt x="6643" y="30972"/>
                    <a:pt x="6475" y="30810"/>
                    <a:pt x="6291" y="30810"/>
                  </a:cubicBezTo>
                  <a:cubicBezTo>
                    <a:pt x="6277" y="30810"/>
                    <a:pt x="6262" y="30811"/>
                    <a:pt x="6248" y="30813"/>
                  </a:cubicBezTo>
                  <a:lnTo>
                    <a:pt x="6248" y="30785"/>
                  </a:lnTo>
                  <a:close/>
                  <a:moveTo>
                    <a:pt x="21133" y="31150"/>
                  </a:moveTo>
                  <a:cubicBezTo>
                    <a:pt x="20982" y="31150"/>
                    <a:pt x="20845" y="31257"/>
                    <a:pt x="20845" y="31410"/>
                  </a:cubicBezTo>
                  <a:cubicBezTo>
                    <a:pt x="20845" y="31580"/>
                    <a:pt x="20958" y="31722"/>
                    <a:pt x="21129" y="31750"/>
                  </a:cubicBezTo>
                  <a:cubicBezTo>
                    <a:pt x="21299" y="31750"/>
                    <a:pt x="21441" y="31637"/>
                    <a:pt x="21470" y="31466"/>
                  </a:cubicBezTo>
                  <a:cubicBezTo>
                    <a:pt x="21470" y="31296"/>
                    <a:pt x="21356" y="31154"/>
                    <a:pt x="21186" y="31154"/>
                  </a:cubicBezTo>
                  <a:cubicBezTo>
                    <a:pt x="21168" y="31151"/>
                    <a:pt x="21151" y="31150"/>
                    <a:pt x="21133" y="31150"/>
                  </a:cubicBezTo>
                  <a:close/>
                  <a:moveTo>
                    <a:pt x="9287" y="31807"/>
                  </a:moveTo>
                  <a:cubicBezTo>
                    <a:pt x="9088" y="31807"/>
                    <a:pt x="8889" y="31949"/>
                    <a:pt x="8832" y="32148"/>
                  </a:cubicBezTo>
                  <a:cubicBezTo>
                    <a:pt x="8832" y="32404"/>
                    <a:pt x="9003" y="32602"/>
                    <a:pt x="9258" y="32631"/>
                  </a:cubicBezTo>
                  <a:cubicBezTo>
                    <a:pt x="9457" y="32602"/>
                    <a:pt x="9627" y="32432"/>
                    <a:pt x="9627" y="32205"/>
                  </a:cubicBezTo>
                  <a:cubicBezTo>
                    <a:pt x="9599" y="32006"/>
                    <a:pt x="9485" y="31864"/>
                    <a:pt x="9287" y="31807"/>
                  </a:cubicBezTo>
                  <a:close/>
                  <a:moveTo>
                    <a:pt x="23548" y="31734"/>
                  </a:moveTo>
                  <a:cubicBezTo>
                    <a:pt x="23398" y="31734"/>
                    <a:pt x="23249" y="31840"/>
                    <a:pt x="23230" y="32006"/>
                  </a:cubicBezTo>
                  <a:cubicBezTo>
                    <a:pt x="23230" y="32091"/>
                    <a:pt x="23202" y="32176"/>
                    <a:pt x="23174" y="32262"/>
                  </a:cubicBezTo>
                  <a:cubicBezTo>
                    <a:pt x="23149" y="32462"/>
                    <a:pt x="23301" y="32641"/>
                    <a:pt x="23493" y="32641"/>
                  </a:cubicBezTo>
                  <a:cubicBezTo>
                    <a:pt x="23518" y="32641"/>
                    <a:pt x="23545" y="32637"/>
                    <a:pt x="23571" y="32631"/>
                  </a:cubicBezTo>
                  <a:cubicBezTo>
                    <a:pt x="23798" y="32574"/>
                    <a:pt x="23940" y="32404"/>
                    <a:pt x="23969" y="32176"/>
                  </a:cubicBezTo>
                  <a:cubicBezTo>
                    <a:pt x="23940" y="32034"/>
                    <a:pt x="23884" y="31892"/>
                    <a:pt x="23770" y="31807"/>
                  </a:cubicBezTo>
                  <a:lnTo>
                    <a:pt x="23770" y="31836"/>
                  </a:lnTo>
                  <a:cubicBezTo>
                    <a:pt x="23710" y="31766"/>
                    <a:pt x="23629" y="31734"/>
                    <a:pt x="23548" y="31734"/>
                  </a:cubicBezTo>
                  <a:close/>
                  <a:moveTo>
                    <a:pt x="14761" y="32449"/>
                  </a:moveTo>
                  <a:cubicBezTo>
                    <a:pt x="14735" y="32449"/>
                    <a:pt x="14709" y="32453"/>
                    <a:pt x="14682" y="32460"/>
                  </a:cubicBezTo>
                  <a:cubicBezTo>
                    <a:pt x="14512" y="32489"/>
                    <a:pt x="14398" y="32631"/>
                    <a:pt x="14398" y="32801"/>
                  </a:cubicBezTo>
                  <a:cubicBezTo>
                    <a:pt x="14424" y="32983"/>
                    <a:pt x="14569" y="33117"/>
                    <a:pt x="14745" y="33117"/>
                  </a:cubicBezTo>
                  <a:cubicBezTo>
                    <a:pt x="14762" y="33117"/>
                    <a:pt x="14779" y="33116"/>
                    <a:pt x="14796" y="33114"/>
                  </a:cubicBezTo>
                  <a:cubicBezTo>
                    <a:pt x="14966" y="33085"/>
                    <a:pt x="15080" y="32943"/>
                    <a:pt x="15080" y="32773"/>
                  </a:cubicBezTo>
                  <a:cubicBezTo>
                    <a:pt x="15080" y="32600"/>
                    <a:pt x="14930" y="32449"/>
                    <a:pt x="14761" y="32449"/>
                  </a:cubicBezTo>
                  <a:close/>
                  <a:moveTo>
                    <a:pt x="3883" y="32344"/>
                  </a:moveTo>
                  <a:cubicBezTo>
                    <a:pt x="3867" y="32344"/>
                    <a:pt x="3851" y="32345"/>
                    <a:pt x="3834" y="32347"/>
                  </a:cubicBezTo>
                  <a:cubicBezTo>
                    <a:pt x="3635" y="32347"/>
                    <a:pt x="3493" y="32517"/>
                    <a:pt x="3493" y="32716"/>
                  </a:cubicBezTo>
                  <a:cubicBezTo>
                    <a:pt x="3465" y="32943"/>
                    <a:pt x="3635" y="33114"/>
                    <a:pt x="3862" y="33142"/>
                  </a:cubicBezTo>
                  <a:cubicBezTo>
                    <a:pt x="4090" y="33114"/>
                    <a:pt x="4260" y="32943"/>
                    <a:pt x="4260" y="32716"/>
                  </a:cubicBezTo>
                  <a:cubicBezTo>
                    <a:pt x="4260" y="32505"/>
                    <a:pt x="4089" y="32344"/>
                    <a:pt x="3883" y="32344"/>
                  </a:cubicBezTo>
                  <a:close/>
                  <a:moveTo>
                    <a:pt x="18944" y="33056"/>
                  </a:moveTo>
                  <a:cubicBezTo>
                    <a:pt x="18515" y="33056"/>
                    <a:pt x="18497" y="33739"/>
                    <a:pt x="18942" y="33767"/>
                  </a:cubicBezTo>
                  <a:cubicBezTo>
                    <a:pt x="18957" y="33769"/>
                    <a:pt x="18971" y="33770"/>
                    <a:pt x="18986" y="33770"/>
                  </a:cubicBezTo>
                  <a:cubicBezTo>
                    <a:pt x="19165" y="33770"/>
                    <a:pt x="19311" y="33612"/>
                    <a:pt x="19311" y="33454"/>
                  </a:cubicBezTo>
                  <a:cubicBezTo>
                    <a:pt x="19340" y="33256"/>
                    <a:pt x="19169" y="33057"/>
                    <a:pt x="18971" y="33057"/>
                  </a:cubicBezTo>
                  <a:cubicBezTo>
                    <a:pt x="18962" y="33056"/>
                    <a:pt x="18953" y="33056"/>
                    <a:pt x="18944" y="33056"/>
                  </a:cubicBezTo>
                  <a:close/>
                  <a:moveTo>
                    <a:pt x="11593" y="33964"/>
                  </a:moveTo>
                  <a:cubicBezTo>
                    <a:pt x="11419" y="33964"/>
                    <a:pt x="11134" y="34259"/>
                    <a:pt x="11161" y="34477"/>
                  </a:cubicBezTo>
                  <a:cubicBezTo>
                    <a:pt x="11189" y="34675"/>
                    <a:pt x="11360" y="34817"/>
                    <a:pt x="11558" y="34817"/>
                  </a:cubicBezTo>
                  <a:cubicBezTo>
                    <a:pt x="11729" y="34817"/>
                    <a:pt x="11899" y="34647"/>
                    <a:pt x="11899" y="34448"/>
                  </a:cubicBezTo>
                  <a:cubicBezTo>
                    <a:pt x="11928" y="34278"/>
                    <a:pt x="11757" y="33994"/>
                    <a:pt x="11615" y="33965"/>
                  </a:cubicBezTo>
                  <a:cubicBezTo>
                    <a:pt x="11608" y="33964"/>
                    <a:pt x="11600" y="33964"/>
                    <a:pt x="11593" y="33964"/>
                  </a:cubicBezTo>
                  <a:close/>
                  <a:moveTo>
                    <a:pt x="6830" y="34095"/>
                  </a:moveTo>
                  <a:cubicBezTo>
                    <a:pt x="6798" y="34095"/>
                    <a:pt x="6765" y="34099"/>
                    <a:pt x="6731" y="34107"/>
                  </a:cubicBezTo>
                  <a:cubicBezTo>
                    <a:pt x="6617" y="34164"/>
                    <a:pt x="6475" y="34249"/>
                    <a:pt x="6390" y="34335"/>
                  </a:cubicBezTo>
                  <a:cubicBezTo>
                    <a:pt x="6248" y="34448"/>
                    <a:pt x="6248" y="34675"/>
                    <a:pt x="6390" y="34761"/>
                  </a:cubicBezTo>
                  <a:cubicBezTo>
                    <a:pt x="6473" y="34844"/>
                    <a:pt x="6571" y="34897"/>
                    <a:pt x="6674" y="34897"/>
                  </a:cubicBezTo>
                  <a:cubicBezTo>
                    <a:pt x="6711" y="34897"/>
                    <a:pt x="6749" y="34889"/>
                    <a:pt x="6787" y="34874"/>
                  </a:cubicBezTo>
                  <a:cubicBezTo>
                    <a:pt x="6986" y="34789"/>
                    <a:pt x="7128" y="34619"/>
                    <a:pt x="7185" y="34420"/>
                  </a:cubicBezTo>
                  <a:cubicBezTo>
                    <a:pt x="7161" y="34227"/>
                    <a:pt x="7013" y="34095"/>
                    <a:pt x="6830" y="34095"/>
                  </a:cubicBezTo>
                  <a:close/>
                  <a:moveTo>
                    <a:pt x="22854" y="34332"/>
                  </a:moveTo>
                  <a:cubicBezTo>
                    <a:pt x="22838" y="34332"/>
                    <a:pt x="22821" y="34333"/>
                    <a:pt x="22804" y="34335"/>
                  </a:cubicBezTo>
                  <a:lnTo>
                    <a:pt x="22833" y="34335"/>
                  </a:lnTo>
                  <a:cubicBezTo>
                    <a:pt x="22662" y="34363"/>
                    <a:pt x="22549" y="34533"/>
                    <a:pt x="22577" y="34761"/>
                  </a:cubicBezTo>
                  <a:cubicBezTo>
                    <a:pt x="22577" y="34959"/>
                    <a:pt x="22748" y="35101"/>
                    <a:pt x="22918" y="35101"/>
                  </a:cubicBezTo>
                  <a:cubicBezTo>
                    <a:pt x="23117" y="35045"/>
                    <a:pt x="23259" y="34874"/>
                    <a:pt x="23230" y="34704"/>
                  </a:cubicBezTo>
                  <a:cubicBezTo>
                    <a:pt x="23230" y="34493"/>
                    <a:pt x="23060" y="34332"/>
                    <a:pt x="22854" y="34332"/>
                  </a:cubicBezTo>
                  <a:close/>
                  <a:moveTo>
                    <a:pt x="16610" y="34814"/>
                  </a:moveTo>
                  <a:cubicBezTo>
                    <a:pt x="16593" y="34814"/>
                    <a:pt x="16575" y="34815"/>
                    <a:pt x="16557" y="34817"/>
                  </a:cubicBezTo>
                  <a:cubicBezTo>
                    <a:pt x="16358" y="34846"/>
                    <a:pt x="16216" y="34988"/>
                    <a:pt x="16216" y="35187"/>
                  </a:cubicBezTo>
                  <a:cubicBezTo>
                    <a:pt x="16216" y="35385"/>
                    <a:pt x="16415" y="35556"/>
                    <a:pt x="16613" y="35556"/>
                  </a:cubicBezTo>
                  <a:cubicBezTo>
                    <a:pt x="17106" y="35528"/>
                    <a:pt x="17071" y="34814"/>
                    <a:pt x="16610" y="34814"/>
                  </a:cubicBezTo>
                  <a:close/>
                  <a:moveTo>
                    <a:pt x="4118" y="35187"/>
                  </a:moveTo>
                  <a:cubicBezTo>
                    <a:pt x="3891" y="35187"/>
                    <a:pt x="3720" y="35385"/>
                    <a:pt x="3692" y="35669"/>
                  </a:cubicBezTo>
                  <a:cubicBezTo>
                    <a:pt x="3664" y="35868"/>
                    <a:pt x="3834" y="36067"/>
                    <a:pt x="4061" y="36067"/>
                  </a:cubicBezTo>
                  <a:cubicBezTo>
                    <a:pt x="4077" y="36069"/>
                    <a:pt x="4094" y="36070"/>
                    <a:pt x="4109" y="36070"/>
                  </a:cubicBezTo>
                  <a:cubicBezTo>
                    <a:pt x="4341" y="36070"/>
                    <a:pt x="4516" y="35880"/>
                    <a:pt x="4516" y="35641"/>
                  </a:cubicBezTo>
                  <a:cubicBezTo>
                    <a:pt x="4544" y="35414"/>
                    <a:pt x="4345" y="35187"/>
                    <a:pt x="4118" y="35187"/>
                  </a:cubicBezTo>
                  <a:close/>
                  <a:moveTo>
                    <a:pt x="20277" y="35698"/>
                  </a:moveTo>
                  <a:lnTo>
                    <a:pt x="20277" y="35726"/>
                  </a:lnTo>
                  <a:cubicBezTo>
                    <a:pt x="20259" y="35723"/>
                    <a:pt x="20242" y="35722"/>
                    <a:pt x="20225" y="35722"/>
                  </a:cubicBezTo>
                  <a:cubicBezTo>
                    <a:pt x="20078" y="35722"/>
                    <a:pt x="19962" y="35829"/>
                    <a:pt x="19936" y="35982"/>
                  </a:cubicBezTo>
                  <a:cubicBezTo>
                    <a:pt x="19910" y="36166"/>
                    <a:pt x="20054" y="36326"/>
                    <a:pt x="20233" y="36326"/>
                  </a:cubicBezTo>
                  <a:cubicBezTo>
                    <a:pt x="20248" y="36326"/>
                    <a:pt x="20262" y="36325"/>
                    <a:pt x="20277" y="36323"/>
                  </a:cubicBezTo>
                  <a:cubicBezTo>
                    <a:pt x="20292" y="36325"/>
                    <a:pt x="20306" y="36326"/>
                    <a:pt x="20320" y="36326"/>
                  </a:cubicBezTo>
                  <a:cubicBezTo>
                    <a:pt x="20471" y="36326"/>
                    <a:pt x="20589" y="36194"/>
                    <a:pt x="20589" y="36039"/>
                  </a:cubicBezTo>
                  <a:cubicBezTo>
                    <a:pt x="20618" y="35840"/>
                    <a:pt x="20447" y="35698"/>
                    <a:pt x="20277" y="35698"/>
                  </a:cubicBezTo>
                  <a:close/>
                  <a:moveTo>
                    <a:pt x="13675" y="35582"/>
                  </a:moveTo>
                  <a:cubicBezTo>
                    <a:pt x="13661" y="35582"/>
                    <a:pt x="13646" y="35582"/>
                    <a:pt x="13632" y="35584"/>
                  </a:cubicBezTo>
                  <a:cubicBezTo>
                    <a:pt x="13461" y="35584"/>
                    <a:pt x="13319" y="35698"/>
                    <a:pt x="13291" y="35868"/>
                  </a:cubicBezTo>
                  <a:cubicBezTo>
                    <a:pt x="13262" y="36124"/>
                    <a:pt x="13461" y="36351"/>
                    <a:pt x="13688" y="36351"/>
                  </a:cubicBezTo>
                  <a:cubicBezTo>
                    <a:pt x="13916" y="36351"/>
                    <a:pt x="14086" y="36181"/>
                    <a:pt x="14058" y="35982"/>
                  </a:cubicBezTo>
                  <a:cubicBezTo>
                    <a:pt x="14084" y="35769"/>
                    <a:pt x="13887" y="35582"/>
                    <a:pt x="13675" y="35582"/>
                  </a:cubicBezTo>
                  <a:close/>
                  <a:moveTo>
                    <a:pt x="9158" y="35582"/>
                  </a:moveTo>
                  <a:cubicBezTo>
                    <a:pt x="8946" y="35582"/>
                    <a:pt x="8745" y="35769"/>
                    <a:pt x="8719" y="35982"/>
                  </a:cubicBezTo>
                  <a:cubicBezTo>
                    <a:pt x="8719" y="36181"/>
                    <a:pt x="8861" y="36351"/>
                    <a:pt x="9059" y="36379"/>
                  </a:cubicBezTo>
                  <a:cubicBezTo>
                    <a:pt x="9315" y="36379"/>
                    <a:pt x="9514" y="36181"/>
                    <a:pt x="9542" y="35953"/>
                  </a:cubicBezTo>
                  <a:cubicBezTo>
                    <a:pt x="9542" y="35755"/>
                    <a:pt x="9400" y="35613"/>
                    <a:pt x="9201" y="35584"/>
                  </a:cubicBezTo>
                  <a:cubicBezTo>
                    <a:pt x="9187" y="35582"/>
                    <a:pt x="9172" y="35582"/>
                    <a:pt x="9158" y="35582"/>
                  </a:cubicBezTo>
                  <a:close/>
                  <a:moveTo>
                    <a:pt x="22464" y="36436"/>
                  </a:moveTo>
                  <a:cubicBezTo>
                    <a:pt x="22265" y="36436"/>
                    <a:pt x="22151" y="36550"/>
                    <a:pt x="22151" y="36777"/>
                  </a:cubicBezTo>
                  <a:cubicBezTo>
                    <a:pt x="22123" y="37033"/>
                    <a:pt x="22208" y="37175"/>
                    <a:pt x="22407" y="37175"/>
                  </a:cubicBezTo>
                  <a:cubicBezTo>
                    <a:pt x="22421" y="37176"/>
                    <a:pt x="22436" y="37177"/>
                    <a:pt x="22450" y="37177"/>
                  </a:cubicBezTo>
                  <a:cubicBezTo>
                    <a:pt x="22655" y="37177"/>
                    <a:pt x="22804" y="36990"/>
                    <a:pt x="22804" y="36777"/>
                  </a:cubicBezTo>
                  <a:cubicBezTo>
                    <a:pt x="22804" y="36607"/>
                    <a:pt x="22662" y="36436"/>
                    <a:pt x="22464" y="36436"/>
                  </a:cubicBezTo>
                  <a:close/>
                  <a:moveTo>
                    <a:pt x="17886" y="37171"/>
                  </a:moveTo>
                  <a:cubicBezTo>
                    <a:pt x="17869" y="37171"/>
                    <a:pt x="17852" y="37172"/>
                    <a:pt x="17835" y="37175"/>
                  </a:cubicBezTo>
                  <a:cubicBezTo>
                    <a:pt x="17664" y="37203"/>
                    <a:pt x="17551" y="37345"/>
                    <a:pt x="17551" y="37515"/>
                  </a:cubicBezTo>
                  <a:cubicBezTo>
                    <a:pt x="17579" y="37714"/>
                    <a:pt x="17721" y="37856"/>
                    <a:pt x="17920" y="37885"/>
                  </a:cubicBezTo>
                  <a:cubicBezTo>
                    <a:pt x="18119" y="37885"/>
                    <a:pt x="18289" y="37714"/>
                    <a:pt x="18289" y="37515"/>
                  </a:cubicBezTo>
                  <a:cubicBezTo>
                    <a:pt x="18263" y="37307"/>
                    <a:pt x="18071" y="37171"/>
                    <a:pt x="17886" y="37171"/>
                  </a:cubicBezTo>
                  <a:close/>
                  <a:moveTo>
                    <a:pt x="11421" y="37227"/>
                  </a:moveTo>
                  <a:cubicBezTo>
                    <a:pt x="11274" y="37227"/>
                    <a:pt x="11152" y="37331"/>
                    <a:pt x="11076" y="37459"/>
                  </a:cubicBezTo>
                  <a:cubicBezTo>
                    <a:pt x="11047" y="37686"/>
                    <a:pt x="11218" y="37885"/>
                    <a:pt x="11445" y="37913"/>
                  </a:cubicBezTo>
                  <a:cubicBezTo>
                    <a:pt x="11615" y="37913"/>
                    <a:pt x="11786" y="37799"/>
                    <a:pt x="11786" y="37629"/>
                  </a:cubicBezTo>
                  <a:cubicBezTo>
                    <a:pt x="11814" y="37430"/>
                    <a:pt x="11672" y="37260"/>
                    <a:pt x="11473" y="37231"/>
                  </a:cubicBezTo>
                  <a:cubicBezTo>
                    <a:pt x="11455" y="37228"/>
                    <a:pt x="11438" y="37227"/>
                    <a:pt x="11421" y="37227"/>
                  </a:cubicBezTo>
                  <a:close/>
                  <a:moveTo>
                    <a:pt x="6784" y="37436"/>
                  </a:moveTo>
                  <a:cubicBezTo>
                    <a:pt x="6616" y="37436"/>
                    <a:pt x="6445" y="37544"/>
                    <a:pt x="6418" y="37771"/>
                  </a:cubicBezTo>
                  <a:cubicBezTo>
                    <a:pt x="6447" y="37941"/>
                    <a:pt x="6589" y="38083"/>
                    <a:pt x="6787" y="38112"/>
                  </a:cubicBezTo>
                  <a:cubicBezTo>
                    <a:pt x="6929" y="38112"/>
                    <a:pt x="7071" y="37998"/>
                    <a:pt x="7128" y="37828"/>
                  </a:cubicBezTo>
                  <a:cubicBezTo>
                    <a:pt x="7158" y="37572"/>
                    <a:pt x="6974" y="37436"/>
                    <a:pt x="6784" y="37436"/>
                  </a:cubicBezTo>
                  <a:close/>
                  <a:moveTo>
                    <a:pt x="4374" y="37799"/>
                  </a:moveTo>
                  <a:cubicBezTo>
                    <a:pt x="4175" y="37828"/>
                    <a:pt x="4004" y="37970"/>
                    <a:pt x="3976" y="38169"/>
                  </a:cubicBezTo>
                  <a:cubicBezTo>
                    <a:pt x="3948" y="38424"/>
                    <a:pt x="4146" y="38680"/>
                    <a:pt x="4402" y="38708"/>
                  </a:cubicBezTo>
                  <a:cubicBezTo>
                    <a:pt x="4629" y="38680"/>
                    <a:pt x="4828" y="38481"/>
                    <a:pt x="4828" y="38225"/>
                  </a:cubicBezTo>
                  <a:cubicBezTo>
                    <a:pt x="4799" y="37998"/>
                    <a:pt x="4601" y="37799"/>
                    <a:pt x="4374" y="37799"/>
                  </a:cubicBezTo>
                  <a:close/>
                  <a:moveTo>
                    <a:pt x="15379" y="38052"/>
                  </a:moveTo>
                  <a:cubicBezTo>
                    <a:pt x="15365" y="38052"/>
                    <a:pt x="15350" y="38053"/>
                    <a:pt x="15335" y="38055"/>
                  </a:cubicBezTo>
                  <a:cubicBezTo>
                    <a:pt x="15165" y="38083"/>
                    <a:pt x="15023" y="38225"/>
                    <a:pt x="15023" y="38396"/>
                  </a:cubicBezTo>
                  <a:cubicBezTo>
                    <a:pt x="15023" y="38594"/>
                    <a:pt x="15165" y="38736"/>
                    <a:pt x="15364" y="38736"/>
                  </a:cubicBezTo>
                  <a:cubicBezTo>
                    <a:pt x="15381" y="38739"/>
                    <a:pt x="15398" y="38740"/>
                    <a:pt x="15414" y="38740"/>
                  </a:cubicBezTo>
                  <a:cubicBezTo>
                    <a:pt x="15591" y="38740"/>
                    <a:pt x="15736" y="38606"/>
                    <a:pt x="15761" y="38424"/>
                  </a:cubicBezTo>
                  <a:cubicBezTo>
                    <a:pt x="15735" y="38214"/>
                    <a:pt x="15563" y="38052"/>
                    <a:pt x="15379" y="38052"/>
                  </a:cubicBezTo>
                  <a:close/>
                  <a:moveTo>
                    <a:pt x="21498" y="38736"/>
                  </a:moveTo>
                  <a:cubicBezTo>
                    <a:pt x="21271" y="38736"/>
                    <a:pt x="21100" y="38907"/>
                    <a:pt x="21044" y="39106"/>
                  </a:cubicBezTo>
                  <a:cubicBezTo>
                    <a:pt x="21072" y="39333"/>
                    <a:pt x="21242" y="39503"/>
                    <a:pt x="21470" y="39503"/>
                  </a:cubicBezTo>
                  <a:cubicBezTo>
                    <a:pt x="21668" y="39475"/>
                    <a:pt x="21839" y="39304"/>
                    <a:pt x="21867" y="39077"/>
                  </a:cubicBezTo>
                  <a:cubicBezTo>
                    <a:pt x="21839" y="38907"/>
                    <a:pt x="21697" y="38736"/>
                    <a:pt x="21498" y="38736"/>
                  </a:cubicBezTo>
                  <a:close/>
                  <a:moveTo>
                    <a:pt x="9287" y="39020"/>
                  </a:moveTo>
                  <a:cubicBezTo>
                    <a:pt x="9088" y="39020"/>
                    <a:pt x="8946" y="39191"/>
                    <a:pt x="8946" y="39390"/>
                  </a:cubicBezTo>
                  <a:cubicBezTo>
                    <a:pt x="8946" y="39588"/>
                    <a:pt x="9116" y="39730"/>
                    <a:pt x="9315" y="39730"/>
                  </a:cubicBezTo>
                  <a:cubicBezTo>
                    <a:pt x="9514" y="39702"/>
                    <a:pt x="9656" y="39560"/>
                    <a:pt x="9656" y="39361"/>
                  </a:cubicBezTo>
                  <a:cubicBezTo>
                    <a:pt x="9656" y="39162"/>
                    <a:pt x="9485" y="39020"/>
                    <a:pt x="9315" y="39020"/>
                  </a:cubicBezTo>
                  <a:close/>
                  <a:moveTo>
                    <a:pt x="18857" y="39191"/>
                  </a:moveTo>
                  <a:cubicBezTo>
                    <a:pt x="18715" y="39191"/>
                    <a:pt x="18573" y="39333"/>
                    <a:pt x="18545" y="39475"/>
                  </a:cubicBezTo>
                  <a:cubicBezTo>
                    <a:pt x="18516" y="39674"/>
                    <a:pt x="18658" y="39844"/>
                    <a:pt x="18829" y="39872"/>
                  </a:cubicBezTo>
                  <a:cubicBezTo>
                    <a:pt x="18846" y="39875"/>
                    <a:pt x="18863" y="39876"/>
                    <a:pt x="18880" y="39876"/>
                  </a:cubicBezTo>
                  <a:cubicBezTo>
                    <a:pt x="19060" y="39876"/>
                    <a:pt x="19226" y="39742"/>
                    <a:pt x="19226" y="39560"/>
                  </a:cubicBezTo>
                  <a:cubicBezTo>
                    <a:pt x="19226" y="39361"/>
                    <a:pt x="19056" y="39191"/>
                    <a:pt x="18857" y="39191"/>
                  </a:cubicBezTo>
                  <a:close/>
                  <a:moveTo>
                    <a:pt x="13291" y="39532"/>
                  </a:moveTo>
                  <a:lnTo>
                    <a:pt x="13262" y="39560"/>
                  </a:lnTo>
                  <a:cubicBezTo>
                    <a:pt x="13064" y="39560"/>
                    <a:pt x="12922" y="39730"/>
                    <a:pt x="12950" y="39901"/>
                  </a:cubicBezTo>
                  <a:cubicBezTo>
                    <a:pt x="12974" y="40070"/>
                    <a:pt x="13101" y="40197"/>
                    <a:pt x="13260" y="40197"/>
                  </a:cubicBezTo>
                  <a:cubicBezTo>
                    <a:pt x="13288" y="40197"/>
                    <a:pt x="13318" y="40193"/>
                    <a:pt x="13348" y="40185"/>
                  </a:cubicBezTo>
                  <a:cubicBezTo>
                    <a:pt x="13518" y="40185"/>
                    <a:pt x="13632" y="40043"/>
                    <a:pt x="13632" y="39872"/>
                  </a:cubicBezTo>
                  <a:cubicBezTo>
                    <a:pt x="13603" y="39674"/>
                    <a:pt x="13461" y="39532"/>
                    <a:pt x="13291" y="39532"/>
                  </a:cubicBezTo>
                  <a:close/>
                  <a:moveTo>
                    <a:pt x="16797" y="39813"/>
                  </a:moveTo>
                  <a:cubicBezTo>
                    <a:pt x="16618" y="39813"/>
                    <a:pt x="16471" y="39970"/>
                    <a:pt x="16471" y="40128"/>
                  </a:cubicBezTo>
                  <a:cubicBezTo>
                    <a:pt x="16443" y="40327"/>
                    <a:pt x="16585" y="40440"/>
                    <a:pt x="16755" y="40440"/>
                  </a:cubicBezTo>
                  <a:cubicBezTo>
                    <a:pt x="16773" y="40443"/>
                    <a:pt x="16791" y="40445"/>
                    <a:pt x="16808" y="40445"/>
                  </a:cubicBezTo>
                  <a:cubicBezTo>
                    <a:pt x="16959" y="40445"/>
                    <a:pt x="17099" y="40338"/>
                    <a:pt x="17125" y="40185"/>
                  </a:cubicBezTo>
                  <a:cubicBezTo>
                    <a:pt x="17125" y="40014"/>
                    <a:pt x="17011" y="39872"/>
                    <a:pt x="16841" y="39844"/>
                  </a:cubicBezTo>
                  <a:lnTo>
                    <a:pt x="16841" y="39816"/>
                  </a:lnTo>
                  <a:cubicBezTo>
                    <a:pt x="16826" y="39814"/>
                    <a:pt x="16811" y="39813"/>
                    <a:pt x="16797" y="39813"/>
                  </a:cubicBezTo>
                  <a:close/>
                  <a:moveTo>
                    <a:pt x="4650" y="40294"/>
                  </a:moveTo>
                  <a:cubicBezTo>
                    <a:pt x="4562" y="40294"/>
                    <a:pt x="4478" y="40323"/>
                    <a:pt x="4402" y="40384"/>
                  </a:cubicBezTo>
                  <a:cubicBezTo>
                    <a:pt x="4232" y="40526"/>
                    <a:pt x="4260" y="40724"/>
                    <a:pt x="4288" y="40895"/>
                  </a:cubicBezTo>
                  <a:cubicBezTo>
                    <a:pt x="4315" y="41132"/>
                    <a:pt x="4512" y="41295"/>
                    <a:pt x="4744" y="41295"/>
                  </a:cubicBezTo>
                  <a:cubicBezTo>
                    <a:pt x="4762" y="41295"/>
                    <a:pt x="4781" y="41294"/>
                    <a:pt x="4799" y="41292"/>
                  </a:cubicBezTo>
                  <a:cubicBezTo>
                    <a:pt x="4998" y="41236"/>
                    <a:pt x="5169" y="41037"/>
                    <a:pt x="5140" y="40810"/>
                  </a:cubicBezTo>
                  <a:cubicBezTo>
                    <a:pt x="5169" y="40611"/>
                    <a:pt x="5055" y="40440"/>
                    <a:pt x="4885" y="40355"/>
                  </a:cubicBezTo>
                  <a:cubicBezTo>
                    <a:pt x="4806" y="40316"/>
                    <a:pt x="4727" y="40294"/>
                    <a:pt x="4650" y="40294"/>
                  </a:cubicBezTo>
                  <a:close/>
                  <a:moveTo>
                    <a:pt x="7327" y="40639"/>
                  </a:moveTo>
                  <a:cubicBezTo>
                    <a:pt x="7157" y="40668"/>
                    <a:pt x="7043" y="40810"/>
                    <a:pt x="7015" y="40980"/>
                  </a:cubicBezTo>
                  <a:cubicBezTo>
                    <a:pt x="7015" y="41164"/>
                    <a:pt x="7161" y="41324"/>
                    <a:pt x="7340" y="41324"/>
                  </a:cubicBezTo>
                  <a:cubicBezTo>
                    <a:pt x="7355" y="41324"/>
                    <a:pt x="7369" y="41323"/>
                    <a:pt x="7384" y="41321"/>
                  </a:cubicBezTo>
                  <a:cubicBezTo>
                    <a:pt x="7554" y="41321"/>
                    <a:pt x="7696" y="41179"/>
                    <a:pt x="7668" y="41008"/>
                  </a:cubicBezTo>
                  <a:cubicBezTo>
                    <a:pt x="7696" y="40810"/>
                    <a:pt x="7526" y="40639"/>
                    <a:pt x="7327" y="40639"/>
                  </a:cubicBezTo>
                  <a:close/>
                  <a:moveTo>
                    <a:pt x="20554" y="40674"/>
                  </a:moveTo>
                  <a:cubicBezTo>
                    <a:pt x="20319" y="40674"/>
                    <a:pt x="20102" y="40835"/>
                    <a:pt x="20078" y="41094"/>
                  </a:cubicBezTo>
                  <a:cubicBezTo>
                    <a:pt x="20106" y="41263"/>
                    <a:pt x="20247" y="41376"/>
                    <a:pt x="20416" y="41405"/>
                  </a:cubicBezTo>
                  <a:lnTo>
                    <a:pt x="20416" y="41405"/>
                  </a:lnTo>
                  <a:cubicBezTo>
                    <a:pt x="20632" y="41395"/>
                    <a:pt x="20819" y="41257"/>
                    <a:pt x="20873" y="41065"/>
                  </a:cubicBezTo>
                  <a:cubicBezTo>
                    <a:pt x="20902" y="40923"/>
                    <a:pt x="20845" y="40753"/>
                    <a:pt x="20703" y="40696"/>
                  </a:cubicBezTo>
                  <a:cubicBezTo>
                    <a:pt x="20654" y="40681"/>
                    <a:pt x="20604" y="40674"/>
                    <a:pt x="20554" y="40674"/>
                  </a:cubicBezTo>
                  <a:close/>
                  <a:moveTo>
                    <a:pt x="20416" y="41405"/>
                  </a:moveTo>
                  <a:cubicBezTo>
                    <a:pt x="20407" y="41406"/>
                    <a:pt x="20399" y="41406"/>
                    <a:pt x="20391" y="41406"/>
                  </a:cubicBezTo>
                  <a:lnTo>
                    <a:pt x="20419" y="41406"/>
                  </a:lnTo>
                  <a:cubicBezTo>
                    <a:pt x="20418" y="41406"/>
                    <a:pt x="20417" y="41406"/>
                    <a:pt x="20416" y="41405"/>
                  </a:cubicBezTo>
                  <a:close/>
                  <a:moveTo>
                    <a:pt x="11347" y="41261"/>
                  </a:moveTo>
                  <a:cubicBezTo>
                    <a:pt x="11332" y="41261"/>
                    <a:pt x="11318" y="41262"/>
                    <a:pt x="11303" y="41264"/>
                  </a:cubicBezTo>
                  <a:lnTo>
                    <a:pt x="11274" y="41264"/>
                  </a:lnTo>
                  <a:cubicBezTo>
                    <a:pt x="11104" y="41292"/>
                    <a:pt x="10990" y="41463"/>
                    <a:pt x="11019" y="41633"/>
                  </a:cubicBezTo>
                  <a:cubicBezTo>
                    <a:pt x="11047" y="41804"/>
                    <a:pt x="11189" y="41946"/>
                    <a:pt x="11360" y="41974"/>
                  </a:cubicBezTo>
                  <a:cubicBezTo>
                    <a:pt x="11558" y="41946"/>
                    <a:pt x="11700" y="41804"/>
                    <a:pt x="11729" y="41605"/>
                  </a:cubicBezTo>
                  <a:cubicBezTo>
                    <a:pt x="11703" y="41421"/>
                    <a:pt x="11530" y="41261"/>
                    <a:pt x="11347" y="41261"/>
                  </a:cubicBezTo>
                  <a:close/>
                  <a:moveTo>
                    <a:pt x="15989" y="41889"/>
                  </a:moveTo>
                  <a:cubicBezTo>
                    <a:pt x="15790" y="41917"/>
                    <a:pt x="15648" y="42059"/>
                    <a:pt x="15648" y="42258"/>
                  </a:cubicBezTo>
                  <a:cubicBezTo>
                    <a:pt x="15648" y="42457"/>
                    <a:pt x="15818" y="42599"/>
                    <a:pt x="16017" y="42599"/>
                  </a:cubicBezTo>
                  <a:cubicBezTo>
                    <a:pt x="16216" y="42599"/>
                    <a:pt x="16358" y="42428"/>
                    <a:pt x="16329" y="42258"/>
                  </a:cubicBezTo>
                  <a:cubicBezTo>
                    <a:pt x="16329" y="42059"/>
                    <a:pt x="16187" y="41889"/>
                    <a:pt x="15989" y="41889"/>
                  </a:cubicBezTo>
                  <a:close/>
                  <a:moveTo>
                    <a:pt x="19491" y="42255"/>
                  </a:moveTo>
                  <a:cubicBezTo>
                    <a:pt x="19479" y="42255"/>
                    <a:pt x="19466" y="42256"/>
                    <a:pt x="19453" y="42258"/>
                  </a:cubicBezTo>
                  <a:cubicBezTo>
                    <a:pt x="19198" y="42286"/>
                    <a:pt x="19027" y="42514"/>
                    <a:pt x="19056" y="42741"/>
                  </a:cubicBezTo>
                  <a:cubicBezTo>
                    <a:pt x="19084" y="42911"/>
                    <a:pt x="19226" y="43025"/>
                    <a:pt x="19397" y="43025"/>
                  </a:cubicBezTo>
                  <a:cubicBezTo>
                    <a:pt x="19624" y="43025"/>
                    <a:pt x="19823" y="42826"/>
                    <a:pt x="19794" y="42570"/>
                  </a:cubicBezTo>
                  <a:cubicBezTo>
                    <a:pt x="19794" y="42413"/>
                    <a:pt x="19648" y="42255"/>
                    <a:pt x="19491" y="4225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4"/>
            <p:cNvSpPr/>
            <p:nvPr/>
          </p:nvSpPr>
          <p:spPr>
            <a:xfrm>
              <a:off x="4822400" y="2205000"/>
              <a:ext cx="616300" cy="569525"/>
            </a:xfrm>
            <a:custGeom>
              <a:rect b="b" l="l" r="r" t="t"/>
              <a:pathLst>
                <a:path extrusionOk="0" h="22781" w="24652">
                  <a:moveTo>
                    <a:pt x="21044" y="541"/>
                  </a:moveTo>
                  <a:cubicBezTo>
                    <a:pt x="21044" y="541"/>
                    <a:pt x="21044" y="542"/>
                    <a:pt x="21044" y="543"/>
                  </a:cubicBezTo>
                  <a:lnTo>
                    <a:pt x="21044" y="543"/>
                  </a:lnTo>
                  <a:lnTo>
                    <a:pt x="21073" y="541"/>
                  </a:lnTo>
                  <a:close/>
                  <a:moveTo>
                    <a:pt x="1" y="115"/>
                  </a:moveTo>
                  <a:cubicBezTo>
                    <a:pt x="285" y="1790"/>
                    <a:pt x="654" y="3466"/>
                    <a:pt x="1052" y="5141"/>
                  </a:cubicBezTo>
                  <a:cubicBezTo>
                    <a:pt x="1534" y="7243"/>
                    <a:pt x="2017" y="9344"/>
                    <a:pt x="2415" y="11446"/>
                  </a:cubicBezTo>
                  <a:cubicBezTo>
                    <a:pt x="2670" y="12809"/>
                    <a:pt x="2926" y="14200"/>
                    <a:pt x="3182" y="15564"/>
                  </a:cubicBezTo>
                  <a:cubicBezTo>
                    <a:pt x="3551" y="17438"/>
                    <a:pt x="3948" y="19341"/>
                    <a:pt x="4318" y="21243"/>
                  </a:cubicBezTo>
                  <a:cubicBezTo>
                    <a:pt x="4435" y="21337"/>
                    <a:pt x="4572" y="21393"/>
                    <a:pt x="4729" y="21393"/>
                  </a:cubicBezTo>
                  <a:cubicBezTo>
                    <a:pt x="4761" y="21393"/>
                    <a:pt x="4795" y="21390"/>
                    <a:pt x="4829" y="21385"/>
                  </a:cubicBezTo>
                  <a:cubicBezTo>
                    <a:pt x="4687" y="20675"/>
                    <a:pt x="4545" y="19994"/>
                    <a:pt x="4403" y="19312"/>
                  </a:cubicBezTo>
                  <a:cubicBezTo>
                    <a:pt x="4034" y="17438"/>
                    <a:pt x="3608" y="15564"/>
                    <a:pt x="3238" y="13689"/>
                  </a:cubicBezTo>
                  <a:cubicBezTo>
                    <a:pt x="2784" y="11105"/>
                    <a:pt x="2273" y="8549"/>
                    <a:pt x="1676" y="5993"/>
                  </a:cubicBezTo>
                  <a:cubicBezTo>
                    <a:pt x="1222" y="4062"/>
                    <a:pt x="796" y="2131"/>
                    <a:pt x="427" y="171"/>
                  </a:cubicBezTo>
                  <a:lnTo>
                    <a:pt x="1" y="115"/>
                  </a:lnTo>
                  <a:close/>
                  <a:moveTo>
                    <a:pt x="24651" y="1"/>
                  </a:moveTo>
                  <a:lnTo>
                    <a:pt x="24254" y="115"/>
                  </a:lnTo>
                  <a:cubicBezTo>
                    <a:pt x="24197" y="512"/>
                    <a:pt x="24140" y="881"/>
                    <a:pt x="24055" y="1279"/>
                  </a:cubicBezTo>
                  <a:cubicBezTo>
                    <a:pt x="23742" y="3096"/>
                    <a:pt x="23402" y="4886"/>
                    <a:pt x="23061" y="6703"/>
                  </a:cubicBezTo>
                  <a:cubicBezTo>
                    <a:pt x="22720" y="8322"/>
                    <a:pt x="22379" y="9912"/>
                    <a:pt x="22067" y="11502"/>
                  </a:cubicBezTo>
                  <a:cubicBezTo>
                    <a:pt x="21811" y="12837"/>
                    <a:pt x="21612" y="14200"/>
                    <a:pt x="21357" y="15564"/>
                  </a:cubicBezTo>
                  <a:cubicBezTo>
                    <a:pt x="21016" y="17551"/>
                    <a:pt x="20618" y="19539"/>
                    <a:pt x="20335" y="21556"/>
                  </a:cubicBezTo>
                  <a:cubicBezTo>
                    <a:pt x="20363" y="21560"/>
                    <a:pt x="20392" y="21563"/>
                    <a:pt x="20422" y="21563"/>
                  </a:cubicBezTo>
                  <a:cubicBezTo>
                    <a:pt x="20569" y="21563"/>
                    <a:pt x="20723" y="21504"/>
                    <a:pt x="20817" y="21385"/>
                  </a:cubicBezTo>
                  <a:cubicBezTo>
                    <a:pt x="20817" y="21272"/>
                    <a:pt x="20817" y="21130"/>
                    <a:pt x="20846" y="21016"/>
                  </a:cubicBezTo>
                  <a:cubicBezTo>
                    <a:pt x="21130" y="19341"/>
                    <a:pt x="21414" y="17665"/>
                    <a:pt x="21726" y="16018"/>
                  </a:cubicBezTo>
                  <a:cubicBezTo>
                    <a:pt x="21982" y="14598"/>
                    <a:pt x="22180" y="13178"/>
                    <a:pt x="22464" y="11758"/>
                  </a:cubicBezTo>
                  <a:cubicBezTo>
                    <a:pt x="23089" y="8663"/>
                    <a:pt x="23771" y="5596"/>
                    <a:pt x="24310" y="2528"/>
                  </a:cubicBezTo>
                  <a:cubicBezTo>
                    <a:pt x="24452" y="1676"/>
                    <a:pt x="24538" y="853"/>
                    <a:pt x="24651" y="1"/>
                  </a:cubicBezTo>
                  <a:close/>
                  <a:moveTo>
                    <a:pt x="4743" y="683"/>
                  </a:moveTo>
                  <a:cubicBezTo>
                    <a:pt x="4743" y="739"/>
                    <a:pt x="4743" y="796"/>
                    <a:pt x="4743" y="853"/>
                  </a:cubicBezTo>
                  <a:cubicBezTo>
                    <a:pt x="4829" y="1676"/>
                    <a:pt x="4885" y="2500"/>
                    <a:pt x="4971" y="3324"/>
                  </a:cubicBezTo>
                  <a:cubicBezTo>
                    <a:pt x="5198" y="5312"/>
                    <a:pt x="5453" y="7271"/>
                    <a:pt x="5681" y="9287"/>
                  </a:cubicBezTo>
                  <a:cubicBezTo>
                    <a:pt x="5908" y="11304"/>
                    <a:pt x="6107" y="13320"/>
                    <a:pt x="6334" y="15308"/>
                  </a:cubicBezTo>
                  <a:cubicBezTo>
                    <a:pt x="6533" y="16841"/>
                    <a:pt x="6703" y="18375"/>
                    <a:pt x="6873" y="19880"/>
                  </a:cubicBezTo>
                  <a:cubicBezTo>
                    <a:pt x="6959" y="20562"/>
                    <a:pt x="7044" y="21272"/>
                    <a:pt x="7101" y="21982"/>
                  </a:cubicBezTo>
                  <a:cubicBezTo>
                    <a:pt x="7198" y="22079"/>
                    <a:pt x="7321" y="22123"/>
                    <a:pt x="7444" y="22123"/>
                  </a:cubicBezTo>
                  <a:cubicBezTo>
                    <a:pt x="7501" y="22123"/>
                    <a:pt x="7558" y="22113"/>
                    <a:pt x="7612" y="22095"/>
                  </a:cubicBezTo>
                  <a:cubicBezTo>
                    <a:pt x="7498" y="21243"/>
                    <a:pt x="7385" y="20420"/>
                    <a:pt x="7271" y="19568"/>
                  </a:cubicBezTo>
                  <a:cubicBezTo>
                    <a:pt x="7157" y="18545"/>
                    <a:pt x="7044" y="17466"/>
                    <a:pt x="6930" y="16501"/>
                  </a:cubicBezTo>
                  <a:cubicBezTo>
                    <a:pt x="6817" y="15507"/>
                    <a:pt x="6703" y="14513"/>
                    <a:pt x="6589" y="13547"/>
                  </a:cubicBezTo>
                  <a:cubicBezTo>
                    <a:pt x="6476" y="12326"/>
                    <a:pt x="6334" y="11105"/>
                    <a:pt x="6220" y="9884"/>
                  </a:cubicBezTo>
                  <a:cubicBezTo>
                    <a:pt x="6107" y="8861"/>
                    <a:pt x="5965" y="7811"/>
                    <a:pt x="5851" y="6788"/>
                  </a:cubicBezTo>
                  <a:cubicBezTo>
                    <a:pt x="5737" y="5879"/>
                    <a:pt x="5595" y="4971"/>
                    <a:pt x="5510" y="4062"/>
                  </a:cubicBezTo>
                  <a:cubicBezTo>
                    <a:pt x="5368" y="2954"/>
                    <a:pt x="5255" y="1847"/>
                    <a:pt x="5141" y="739"/>
                  </a:cubicBezTo>
                  <a:lnTo>
                    <a:pt x="4743" y="683"/>
                  </a:lnTo>
                  <a:close/>
                  <a:moveTo>
                    <a:pt x="21044" y="543"/>
                  </a:moveTo>
                  <a:lnTo>
                    <a:pt x="20675" y="569"/>
                  </a:lnTo>
                  <a:cubicBezTo>
                    <a:pt x="20590" y="1080"/>
                    <a:pt x="20505" y="1563"/>
                    <a:pt x="20448" y="2074"/>
                  </a:cubicBezTo>
                  <a:cubicBezTo>
                    <a:pt x="20221" y="4005"/>
                    <a:pt x="20051" y="5965"/>
                    <a:pt x="19823" y="7924"/>
                  </a:cubicBezTo>
                  <a:cubicBezTo>
                    <a:pt x="19767" y="8492"/>
                    <a:pt x="19710" y="9060"/>
                    <a:pt x="19653" y="9600"/>
                  </a:cubicBezTo>
                  <a:cubicBezTo>
                    <a:pt x="19483" y="10849"/>
                    <a:pt x="19284" y="12099"/>
                    <a:pt x="19170" y="13348"/>
                  </a:cubicBezTo>
                  <a:cubicBezTo>
                    <a:pt x="19000" y="14768"/>
                    <a:pt x="18858" y="16160"/>
                    <a:pt x="18687" y="17580"/>
                  </a:cubicBezTo>
                  <a:cubicBezTo>
                    <a:pt x="18489" y="19113"/>
                    <a:pt x="18375" y="20675"/>
                    <a:pt x="18261" y="22237"/>
                  </a:cubicBezTo>
                  <a:cubicBezTo>
                    <a:pt x="18291" y="22242"/>
                    <a:pt x="18320" y="22244"/>
                    <a:pt x="18349" y="22244"/>
                  </a:cubicBezTo>
                  <a:cubicBezTo>
                    <a:pt x="18489" y="22244"/>
                    <a:pt x="18622" y="22189"/>
                    <a:pt x="18716" y="22095"/>
                  </a:cubicBezTo>
                  <a:cubicBezTo>
                    <a:pt x="18716" y="21868"/>
                    <a:pt x="18716" y="21612"/>
                    <a:pt x="18744" y="21385"/>
                  </a:cubicBezTo>
                  <a:cubicBezTo>
                    <a:pt x="18829" y="20590"/>
                    <a:pt x="18886" y="19795"/>
                    <a:pt x="18971" y="19000"/>
                  </a:cubicBezTo>
                  <a:cubicBezTo>
                    <a:pt x="19113" y="17466"/>
                    <a:pt x="19255" y="15933"/>
                    <a:pt x="19454" y="14428"/>
                  </a:cubicBezTo>
                  <a:cubicBezTo>
                    <a:pt x="19738" y="12070"/>
                    <a:pt x="20079" y="9742"/>
                    <a:pt x="20306" y="7385"/>
                  </a:cubicBezTo>
                  <a:cubicBezTo>
                    <a:pt x="20477" y="5454"/>
                    <a:pt x="20732" y="3494"/>
                    <a:pt x="20959" y="1563"/>
                  </a:cubicBezTo>
                  <a:cubicBezTo>
                    <a:pt x="20988" y="1223"/>
                    <a:pt x="21016" y="883"/>
                    <a:pt x="21044" y="543"/>
                  </a:cubicBezTo>
                  <a:close/>
                  <a:moveTo>
                    <a:pt x="8805" y="910"/>
                  </a:moveTo>
                  <a:lnTo>
                    <a:pt x="8805" y="1478"/>
                  </a:lnTo>
                  <a:cubicBezTo>
                    <a:pt x="8833" y="1960"/>
                    <a:pt x="8890" y="2472"/>
                    <a:pt x="8918" y="2954"/>
                  </a:cubicBezTo>
                  <a:cubicBezTo>
                    <a:pt x="8975" y="3863"/>
                    <a:pt x="9032" y="4800"/>
                    <a:pt x="9089" y="5709"/>
                  </a:cubicBezTo>
                  <a:cubicBezTo>
                    <a:pt x="9202" y="7385"/>
                    <a:pt x="9344" y="9060"/>
                    <a:pt x="9429" y="10736"/>
                  </a:cubicBezTo>
                  <a:cubicBezTo>
                    <a:pt x="9515" y="11985"/>
                    <a:pt x="9571" y="13235"/>
                    <a:pt x="9628" y="14484"/>
                  </a:cubicBezTo>
                  <a:cubicBezTo>
                    <a:pt x="9685" y="15422"/>
                    <a:pt x="9742" y="16359"/>
                    <a:pt x="9799" y="17324"/>
                  </a:cubicBezTo>
                  <a:cubicBezTo>
                    <a:pt x="9912" y="19057"/>
                    <a:pt x="9997" y="20817"/>
                    <a:pt x="10111" y="22550"/>
                  </a:cubicBezTo>
                  <a:cubicBezTo>
                    <a:pt x="10206" y="22625"/>
                    <a:pt x="10313" y="22676"/>
                    <a:pt x="10424" y="22676"/>
                  </a:cubicBezTo>
                  <a:cubicBezTo>
                    <a:pt x="10480" y="22676"/>
                    <a:pt x="10537" y="22663"/>
                    <a:pt x="10594" y="22635"/>
                  </a:cubicBezTo>
                  <a:cubicBezTo>
                    <a:pt x="10537" y="21726"/>
                    <a:pt x="10480" y="20817"/>
                    <a:pt x="10423" y="19880"/>
                  </a:cubicBezTo>
                  <a:lnTo>
                    <a:pt x="10395" y="19454"/>
                  </a:lnTo>
                  <a:cubicBezTo>
                    <a:pt x="10338" y="18489"/>
                    <a:pt x="10253" y="17523"/>
                    <a:pt x="10196" y="16557"/>
                  </a:cubicBezTo>
                  <a:cubicBezTo>
                    <a:pt x="10111" y="15223"/>
                    <a:pt x="10054" y="13888"/>
                    <a:pt x="9997" y="12582"/>
                  </a:cubicBezTo>
                  <a:cubicBezTo>
                    <a:pt x="9941" y="11730"/>
                    <a:pt x="9884" y="10878"/>
                    <a:pt x="9827" y="10026"/>
                  </a:cubicBezTo>
                  <a:cubicBezTo>
                    <a:pt x="9770" y="9032"/>
                    <a:pt x="9685" y="8038"/>
                    <a:pt x="9628" y="7044"/>
                  </a:cubicBezTo>
                  <a:cubicBezTo>
                    <a:pt x="9543" y="5908"/>
                    <a:pt x="9486" y="4744"/>
                    <a:pt x="9429" y="3579"/>
                  </a:cubicBezTo>
                  <a:cubicBezTo>
                    <a:pt x="9373" y="2983"/>
                    <a:pt x="9344" y="2415"/>
                    <a:pt x="9287" y="1818"/>
                  </a:cubicBezTo>
                  <a:cubicBezTo>
                    <a:pt x="9259" y="1506"/>
                    <a:pt x="9202" y="1222"/>
                    <a:pt x="9145" y="910"/>
                  </a:cubicBezTo>
                  <a:close/>
                  <a:moveTo>
                    <a:pt x="16756" y="853"/>
                  </a:moveTo>
                  <a:cubicBezTo>
                    <a:pt x="16728" y="2983"/>
                    <a:pt x="16586" y="5113"/>
                    <a:pt x="16472" y="7214"/>
                  </a:cubicBezTo>
                  <a:cubicBezTo>
                    <a:pt x="16387" y="8748"/>
                    <a:pt x="16245" y="10281"/>
                    <a:pt x="16103" y="11815"/>
                  </a:cubicBezTo>
                  <a:cubicBezTo>
                    <a:pt x="15961" y="13689"/>
                    <a:pt x="15876" y="15564"/>
                    <a:pt x="15762" y="17495"/>
                  </a:cubicBezTo>
                  <a:cubicBezTo>
                    <a:pt x="15677" y="19199"/>
                    <a:pt x="15620" y="20931"/>
                    <a:pt x="15563" y="22663"/>
                  </a:cubicBezTo>
                  <a:cubicBezTo>
                    <a:pt x="15622" y="22675"/>
                    <a:pt x="15686" y="22682"/>
                    <a:pt x="15751" y="22682"/>
                  </a:cubicBezTo>
                  <a:cubicBezTo>
                    <a:pt x="15842" y="22682"/>
                    <a:pt x="15935" y="22668"/>
                    <a:pt x="16018" y="22635"/>
                  </a:cubicBezTo>
                  <a:cubicBezTo>
                    <a:pt x="15989" y="21811"/>
                    <a:pt x="16103" y="20988"/>
                    <a:pt x="16131" y="20136"/>
                  </a:cubicBezTo>
                  <a:cubicBezTo>
                    <a:pt x="16188" y="18489"/>
                    <a:pt x="16245" y="16813"/>
                    <a:pt x="16330" y="15166"/>
                  </a:cubicBezTo>
                  <a:cubicBezTo>
                    <a:pt x="16359" y="14342"/>
                    <a:pt x="16415" y="13519"/>
                    <a:pt x="16472" y="12695"/>
                  </a:cubicBezTo>
                  <a:cubicBezTo>
                    <a:pt x="16614" y="11076"/>
                    <a:pt x="16756" y="9486"/>
                    <a:pt x="16870" y="7896"/>
                  </a:cubicBezTo>
                  <a:cubicBezTo>
                    <a:pt x="16955" y="6987"/>
                    <a:pt x="16983" y="6107"/>
                    <a:pt x="17069" y="5198"/>
                  </a:cubicBezTo>
                  <a:cubicBezTo>
                    <a:pt x="17182" y="3835"/>
                    <a:pt x="17154" y="2472"/>
                    <a:pt x="17154" y="1108"/>
                  </a:cubicBezTo>
                  <a:cubicBezTo>
                    <a:pt x="17154" y="910"/>
                    <a:pt x="17154" y="853"/>
                    <a:pt x="17012" y="853"/>
                  </a:cubicBezTo>
                  <a:close/>
                  <a:moveTo>
                    <a:pt x="12496" y="938"/>
                  </a:moveTo>
                  <a:cubicBezTo>
                    <a:pt x="12496" y="1392"/>
                    <a:pt x="12468" y="1847"/>
                    <a:pt x="12468" y="2301"/>
                  </a:cubicBezTo>
                  <a:lnTo>
                    <a:pt x="12468" y="6760"/>
                  </a:lnTo>
                  <a:lnTo>
                    <a:pt x="12468" y="18375"/>
                  </a:lnTo>
                  <a:cubicBezTo>
                    <a:pt x="12468" y="19823"/>
                    <a:pt x="12496" y="21272"/>
                    <a:pt x="12525" y="22692"/>
                  </a:cubicBezTo>
                  <a:cubicBezTo>
                    <a:pt x="12601" y="22753"/>
                    <a:pt x="12693" y="22781"/>
                    <a:pt x="12789" y="22781"/>
                  </a:cubicBezTo>
                  <a:cubicBezTo>
                    <a:pt x="12872" y="22781"/>
                    <a:pt x="12957" y="22760"/>
                    <a:pt x="13036" y="22720"/>
                  </a:cubicBezTo>
                  <a:cubicBezTo>
                    <a:pt x="13008" y="21669"/>
                    <a:pt x="12922" y="20590"/>
                    <a:pt x="12922" y="19539"/>
                  </a:cubicBezTo>
                  <a:cubicBezTo>
                    <a:pt x="12894" y="15620"/>
                    <a:pt x="12894" y="11730"/>
                    <a:pt x="12894" y="7839"/>
                  </a:cubicBezTo>
                  <a:cubicBezTo>
                    <a:pt x="12894" y="7044"/>
                    <a:pt x="12951" y="6277"/>
                    <a:pt x="12951" y="5482"/>
                  </a:cubicBezTo>
                  <a:cubicBezTo>
                    <a:pt x="13008" y="3977"/>
                    <a:pt x="12894" y="2472"/>
                    <a:pt x="12866" y="9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 name="Google Shape;859;p14"/>
          <p:cNvGrpSpPr/>
          <p:nvPr/>
        </p:nvGrpSpPr>
        <p:grpSpPr>
          <a:xfrm>
            <a:off x="8789779" y="1017186"/>
            <a:ext cx="1129790" cy="1493647"/>
            <a:chOff x="7364218" y="595858"/>
            <a:chExt cx="764094" cy="1010108"/>
          </a:xfrm>
        </p:grpSpPr>
        <p:sp>
          <p:nvSpPr>
            <p:cNvPr id="860" name="Google Shape;860;p14"/>
            <p:cNvSpPr/>
            <p:nvPr/>
          </p:nvSpPr>
          <p:spPr>
            <a:xfrm>
              <a:off x="7364218" y="630232"/>
              <a:ext cx="729758" cy="975735"/>
            </a:xfrm>
            <a:custGeom>
              <a:rect b="b" l="l" r="r" t="t"/>
              <a:pathLst>
                <a:path extrusionOk="0" h="26030" w="19468">
                  <a:moveTo>
                    <a:pt x="1" y="0"/>
                  </a:moveTo>
                  <a:lnTo>
                    <a:pt x="1" y="26029"/>
                  </a:lnTo>
                  <a:lnTo>
                    <a:pt x="19467" y="26029"/>
                  </a:lnTo>
                  <a:lnTo>
                    <a:pt x="194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4"/>
            <p:cNvSpPr/>
            <p:nvPr/>
          </p:nvSpPr>
          <p:spPr>
            <a:xfrm>
              <a:off x="7398592" y="595858"/>
              <a:ext cx="729720" cy="975735"/>
            </a:xfrm>
            <a:custGeom>
              <a:rect b="b" l="l" r="r" t="t"/>
              <a:pathLst>
                <a:path extrusionOk="0" h="26030" w="19467">
                  <a:moveTo>
                    <a:pt x="0" y="1"/>
                  </a:moveTo>
                  <a:lnTo>
                    <a:pt x="0" y="26030"/>
                  </a:lnTo>
                  <a:lnTo>
                    <a:pt x="19467" y="26030"/>
                  </a:lnTo>
                  <a:lnTo>
                    <a:pt x="194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4"/>
            <p:cNvSpPr/>
            <p:nvPr/>
          </p:nvSpPr>
          <p:spPr>
            <a:xfrm>
              <a:off x="7472775" y="671466"/>
              <a:ext cx="581355" cy="825907"/>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4"/>
            <p:cNvSpPr/>
            <p:nvPr/>
          </p:nvSpPr>
          <p:spPr>
            <a:xfrm>
              <a:off x="7435702" y="632969"/>
              <a:ext cx="655538" cy="901514"/>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864" name="Shape 864"/>
        <p:cNvGrpSpPr/>
        <p:nvPr/>
      </p:nvGrpSpPr>
      <p:grpSpPr>
        <a:xfrm>
          <a:off x="0" y="0"/>
          <a:ext cx="0" cy="0"/>
          <a:chOff x="0" y="0"/>
          <a:chExt cx="0" cy="0"/>
        </a:xfrm>
      </p:grpSpPr>
      <p:sp>
        <p:nvSpPr>
          <p:cNvPr id="865" name="Google Shape;865;p15"/>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5"/>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5"/>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868" name="Google Shape;868;p15"/>
          <p:cNvGrpSpPr/>
          <p:nvPr/>
        </p:nvGrpSpPr>
        <p:grpSpPr>
          <a:xfrm>
            <a:off x="2936544" y="-329546"/>
            <a:ext cx="2934233" cy="708308"/>
            <a:chOff x="2375925" y="3297600"/>
            <a:chExt cx="735950" cy="177650"/>
          </a:xfrm>
        </p:grpSpPr>
        <p:sp>
          <p:nvSpPr>
            <p:cNvPr id="869" name="Google Shape;869;p15"/>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5"/>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5"/>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5"/>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5"/>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5"/>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 name="Google Shape;875;p15"/>
          <p:cNvSpPr txBox="1"/>
          <p:nvPr>
            <p:ph type="title"/>
          </p:nvPr>
        </p:nvSpPr>
        <p:spPr>
          <a:xfrm>
            <a:off x="2620175" y="3736825"/>
            <a:ext cx="3825600" cy="425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000"/>
              <a:buNone/>
              <a:defRPr sz="3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876" name="Google Shape;876;p15"/>
          <p:cNvSpPr txBox="1"/>
          <p:nvPr>
            <p:ph idx="1" type="subTitle"/>
          </p:nvPr>
        </p:nvSpPr>
        <p:spPr>
          <a:xfrm>
            <a:off x="2620100" y="1127250"/>
            <a:ext cx="3825600" cy="197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4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877" name="Google Shape;877;p15"/>
          <p:cNvGrpSpPr/>
          <p:nvPr/>
        </p:nvGrpSpPr>
        <p:grpSpPr>
          <a:xfrm>
            <a:off x="7169846" y="2833891"/>
            <a:ext cx="3071647" cy="2128595"/>
            <a:chOff x="7169846" y="2833891"/>
            <a:chExt cx="3071647" cy="2128595"/>
          </a:xfrm>
        </p:grpSpPr>
        <p:grpSp>
          <p:nvGrpSpPr>
            <p:cNvPr id="878" name="Google Shape;878;p15"/>
            <p:cNvGrpSpPr/>
            <p:nvPr/>
          </p:nvGrpSpPr>
          <p:grpSpPr>
            <a:xfrm>
              <a:off x="7169846" y="2833891"/>
              <a:ext cx="3071647" cy="2128595"/>
              <a:chOff x="6701321" y="2327691"/>
              <a:chExt cx="3071647" cy="2128595"/>
            </a:xfrm>
          </p:grpSpPr>
          <p:sp>
            <p:nvSpPr>
              <p:cNvPr id="879" name="Google Shape;879;p15"/>
              <p:cNvSpPr/>
              <p:nvPr/>
            </p:nvSpPr>
            <p:spPr>
              <a:xfrm>
                <a:off x="6701321" y="4243502"/>
                <a:ext cx="3071647" cy="212784"/>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5"/>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5"/>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5"/>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5"/>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5"/>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5"/>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5"/>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5"/>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5"/>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5"/>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5"/>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5"/>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5"/>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5"/>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5"/>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5"/>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5"/>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5"/>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5"/>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5"/>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5"/>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5"/>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5"/>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5"/>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5"/>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5"/>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5"/>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5"/>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5"/>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5"/>
              <p:cNvSpPr/>
              <p:nvPr/>
            </p:nvSpPr>
            <p:spPr>
              <a:xfrm>
                <a:off x="6834186" y="2839316"/>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5"/>
              <p:cNvSpPr/>
              <p:nvPr/>
            </p:nvSpPr>
            <p:spPr>
              <a:xfrm>
                <a:off x="6780375" y="27904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5"/>
              <p:cNvSpPr/>
              <p:nvPr/>
            </p:nvSpPr>
            <p:spPr>
              <a:xfrm>
                <a:off x="7532125" y="28197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5"/>
              <p:cNvSpPr/>
              <p:nvPr/>
            </p:nvSpPr>
            <p:spPr>
              <a:xfrm>
                <a:off x="7532125" y="2905275"/>
                <a:ext cx="2140970" cy="560036"/>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5"/>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5"/>
              <p:cNvSpPr/>
              <p:nvPr/>
            </p:nvSpPr>
            <p:spPr>
              <a:xfrm>
                <a:off x="6834175" y="2858926"/>
                <a:ext cx="702146"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15"/>
            <p:cNvGrpSpPr/>
            <p:nvPr/>
          </p:nvGrpSpPr>
          <p:grpSpPr>
            <a:xfrm>
              <a:off x="8394114" y="2965234"/>
              <a:ext cx="623127" cy="376402"/>
              <a:chOff x="1412143" y="4301302"/>
              <a:chExt cx="701246" cy="423542"/>
            </a:xfrm>
          </p:grpSpPr>
          <p:grpSp>
            <p:nvGrpSpPr>
              <p:cNvPr id="916" name="Google Shape;916;p15"/>
              <p:cNvGrpSpPr/>
              <p:nvPr/>
            </p:nvGrpSpPr>
            <p:grpSpPr>
              <a:xfrm>
                <a:off x="1412143" y="4492167"/>
                <a:ext cx="701246" cy="232678"/>
                <a:chOff x="7138068" y="2592629"/>
                <a:chExt cx="701246" cy="232678"/>
              </a:xfrm>
            </p:grpSpPr>
            <p:sp>
              <p:nvSpPr>
                <p:cNvPr id="917" name="Google Shape;917;p15"/>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5"/>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5"/>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5"/>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5"/>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5"/>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5"/>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5"/>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5"/>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5"/>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15"/>
              <p:cNvGrpSpPr/>
              <p:nvPr/>
            </p:nvGrpSpPr>
            <p:grpSpPr>
              <a:xfrm rot="-1436162">
                <a:off x="1652698" y="4359172"/>
                <a:ext cx="325222" cy="188484"/>
                <a:chOff x="3731575" y="1638525"/>
                <a:chExt cx="208350" cy="120750"/>
              </a:xfrm>
            </p:grpSpPr>
            <p:sp>
              <p:nvSpPr>
                <p:cNvPr id="928" name="Google Shape;928;p15"/>
                <p:cNvSpPr/>
                <p:nvPr/>
              </p:nvSpPr>
              <p:spPr>
                <a:xfrm>
                  <a:off x="3731575" y="1638525"/>
                  <a:ext cx="52525" cy="53175"/>
                </a:xfrm>
                <a:custGeom>
                  <a:rect b="b" l="l" r="r" t="t"/>
                  <a:pathLst>
                    <a:path extrusionOk="0" h="2127" w="2101">
                      <a:moveTo>
                        <a:pt x="1995" y="1"/>
                      </a:moveTo>
                      <a:lnTo>
                        <a:pt x="832" y="278"/>
                      </a:lnTo>
                      <a:lnTo>
                        <a:pt x="199" y="344"/>
                      </a:lnTo>
                      <a:cubicBezTo>
                        <a:pt x="66" y="357"/>
                        <a:pt x="0" y="503"/>
                        <a:pt x="80" y="621"/>
                      </a:cubicBezTo>
                      <a:lnTo>
                        <a:pt x="489" y="1176"/>
                      </a:lnTo>
                      <a:lnTo>
                        <a:pt x="1044" y="2127"/>
                      </a:lnTo>
                      <a:lnTo>
                        <a:pt x="1691" y="1625"/>
                      </a:lnTo>
                      <a:lnTo>
                        <a:pt x="2100" y="833"/>
                      </a:lnTo>
                      <a:lnTo>
                        <a:pt x="19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5"/>
                <p:cNvSpPr/>
                <p:nvPr/>
              </p:nvSpPr>
              <p:spPr>
                <a:xfrm>
                  <a:off x="3757650" y="1638850"/>
                  <a:ext cx="182275" cy="120425"/>
                </a:xfrm>
                <a:custGeom>
                  <a:rect b="b" l="l" r="r" t="t"/>
                  <a:pathLst>
                    <a:path extrusionOk="0" h="4817" w="7291">
                      <a:moveTo>
                        <a:pt x="952" y="1"/>
                      </a:moveTo>
                      <a:lnTo>
                        <a:pt x="1018" y="476"/>
                      </a:lnTo>
                      <a:cubicBezTo>
                        <a:pt x="1044" y="701"/>
                        <a:pt x="1004" y="925"/>
                        <a:pt x="899" y="1123"/>
                      </a:cubicBezTo>
                      <a:lnTo>
                        <a:pt x="754" y="1414"/>
                      </a:lnTo>
                      <a:cubicBezTo>
                        <a:pt x="688" y="1546"/>
                        <a:pt x="582" y="1665"/>
                        <a:pt x="463" y="1757"/>
                      </a:cubicBezTo>
                      <a:lnTo>
                        <a:pt x="1" y="2114"/>
                      </a:lnTo>
                      <a:lnTo>
                        <a:pt x="5931" y="4755"/>
                      </a:lnTo>
                      <a:cubicBezTo>
                        <a:pt x="6013" y="4797"/>
                        <a:pt x="6100" y="4816"/>
                        <a:pt x="6186" y="4816"/>
                      </a:cubicBezTo>
                      <a:cubicBezTo>
                        <a:pt x="6265" y="4816"/>
                        <a:pt x="6344" y="4800"/>
                        <a:pt x="6419" y="4768"/>
                      </a:cubicBezTo>
                      <a:lnTo>
                        <a:pt x="6604" y="4702"/>
                      </a:lnTo>
                      <a:cubicBezTo>
                        <a:pt x="6749" y="4636"/>
                        <a:pt x="6868" y="4531"/>
                        <a:pt x="6934" y="4385"/>
                      </a:cubicBezTo>
                      <a:lnTo>
                        <a:pt x="7225" y="3752"/>
                      </a:lnTo>
                      <a:cubicBezTo>
                        <a:pt x="7291" y="3593"/>
                        <a:pt x="7291" y="3408"/>
                        <a:pt x="7225" y="3250"/>
                      </a:cubicBezTo>
                      <a:lnTo>
                        <a:pt x="7079" y="2919"/>
                      </a:lnTo>
                      <a:cubicBezTo>
                        <a:pt x="7013" y="2774"/>
                        <a:pt x="6895" y="2669"/>
                        <a:pt x="6763" y="2603"/>
                      </a:cubicBezTo>
                      <a:lnTo>
                        <a:pt x="9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5"/>
                <p:cNvSpPr/>
                <p:nvPr/>
              </p:nvSpPr>
              <p:spPr>
                <a:xfrm>
                  <a:off x="3781425" y="1638850"/>
                  <a:ext cx="158500" cy="93475"/>
                </a:xfrm>
                <a:custGeom>
                  <a:rect b="b" l="l" r="r" t="t"/>
                  <a:pathLst>
                    <a:path extrusionOk="0" h="3739" w="6340">
                      <a:moveTo>
                        <a:pt x="1" y="1"/>
                      </a:moveTo>
                      <a:lnTo>
                        <a:pt x="67" y="476"/>
                      </a:lnTo>
                      <a:cubicBezTo>
                        <a:pt x="80" y="608"/>
                        <a:pt x="80" y="727"/>
                        <a:pt x="53" y="846"/>
                      </a:cubicBezTo>
                      <a:cubicBezTo>
                        <a:pt x="27" y="952"/>
                        <a:pt x="6261" y="3738"/>
                        <a:pt x="6261" y="3738"/>
                      </a:cubicBezTo>
                      <a:cubicBezTo>
                        <a:pt x="6340" y="3580"/>
                        <a:pt x="6340" y="3408"/>
                        <a:pt x="6261" y="3250"/>
                      </a:cubicBezTo>
                      <a:lnTo>
                        <a:pt x="6115" y="2919"/>
                      </a:lnTo>
                      <a:cubicBezTo>
                        <a:pt x="6049" y="2774"/>
                        <a:pt x="5944" y="2669"/>
                        <a:pt x="5798" y="2603"/>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5"/>
                <p:cNvSpPr/>
                <p:nvPr/>
              </p:nvSpPr>
              <p:spPr>
                <a:xfrm>
                  <a:off x="3731575" y="1645450"/>
                  <a:ext cx="25125" cy="22500"/>
                </a:xfrm>
                <a:custGeom>
                  <a:rect b="b" l="l" r="r" t="t"/>
                  <a:pathLst>
                    <a:path extrusionOk="0" h="900" w="1005">
                      <a:moveTo>
                        <a:pt x="832" y="1"/>
                      </a:moveTo>
                      <a:lnTo>
                        <a:pt x="199" y="67"/>
                      </a:lnTo>
                      <a:cubicBezTo>
                        <a:pt x="66" y="80"/>
                        <a:pt x="0" y="239"/>
                        <a:pt x="80" y="344"/>
                      </a:cubicBezTo>
                      <a:lnTo>
                        <a:pt x="476" y="899"/>
                      </a:lnTo>
                      <a:lnTo>
                        <a:pt x="516" y="886"/>
                      </a:lnTo>
                      <a:cubicBezTo>
                        <a:pt x="859" y="741"/>
                        <a:pt x="1004" y="331"/>
                        <a:pt x="8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2" name="Google Shape;932;p15"/>
          <p:cNvGrpSpPr/>
          <p:nvPr/>
        </p:nvGrpSpPr>
        <p:grpSpPr>
          <a:xfrm>
            <a:off x="7954319" y="892106"/>
            <a:ext cx="1366680" cy="1325871"/>
            <a:chOff x="7954319" y="892106"/>
            <a:chExt cx="1366680" cy="1325871"/>
          </a:xfrm>
        </p:grpSpPr>
        <p:grpSp>
          <p:nvGrpSpPr>
            <p:cNvPr id="933" name="Google Shape;933;p15"/>
            <p:cNvGrpSpPr/>
            <p:nvPr/>
          </p:nvGrpSpPr>
          <p:grpSpPr>
            <a:xfrm>
              <a:off x="8696169" y="892106"/>
              <a:ext cx="624830" cy="864271"/>
              <a:chOff x="8836294" y="892106"/>
              <a:chExt cx="624830" cy="864271"/>
            </a:xfrm>
          </p:grpSpPr>
          <p:grpSp>
            <p:nvGrpSpPr>
              <p:cNvPr id="934" name="Google Shape;934;p15"/>
              <p:cNvGrpSpPr/>
              <p:nvPr/>
            </p:nvGrpSpPr>
            <p:grpSpPr>
              <a:xfrm>
                <a:off x="8867712" y="923406"/>
                <a:ext cx="593412" cy="807774"/>
                <a:chOff x="6003750" y="3839525"/>
                <a:chExt cx="736700" cy="1069475"/>
              </a:xfrm>
            </p:grpSpPr>
            <p:sp>
              <p:nvSpPr>
                <p:cNvPr id="935" name="Google Shape;935;p15"/>
                <p:cNvSpPr/>
                <p:nvPr/>
              </p:nvSpPr>
              <p:spPr>
                <a:xfrm>
                  <a:off x="6003750" y="3839525"/>
                  <a:ext cx="736700" cy="1069475"/>
                </a:xfrm>
                <a:custGeom>
                  <a:rect b="b" l="l" r="r" t="t"/>
                  <a:pathLst>
                    <a:path extrusionOk="0" h="42779" w="29468">
                      <a:moveTo>
                        <a:pt x="0" y="1"/>
                      </a:moveTo>
                      <a:lnTo>
                        <a:pt x="0" y="42779"/>
                      </a:lnTo>
                      <a:lnTo>
                        <a:pt x="29467" y="42779"/>
                      </a:lnTo>
                      <a:lnTo>
                        <a:pt x="29467" y="7090"/>
                      </a:lnTo>
                      <a:lnTo>
                        <a:pt x="223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5"/>
                <p:cNvSpPr/>
                <p:nvPr/>
              </p:nvSpPr>
              <p:spPr>
                <a:xfrm>
                  <a:off x="6563175" y="3839525"/>
                  <a:ext cx="177275" cy="177275"/>
                </a:xfrm>
                <a:custGeom>
                  <a:rect b="b" l="l" r="r" t="t"/>
                  <a:pathLst>
                    <a:path extrusionOk="0" h="7091" w="7091">
                      <a:moveTo>
                        <a:pt x="1" y="1"/>
                      </a:moveTo>
                      <a:lnTo>
                        <a:pt x="1" y="7090"/>
                      </a:lnTo>
                      <a:lnTo>
                        <a:pt x="7090" y="7090"/>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5"/>
                <p:cNvSpPr/>
                <p:nvPr/>
              </p:nvSpPr>
              <p:spPr>
                <a:xfrm>
                  <a:off x="6259350" y="3948050"/>
                  <a:ext cx="225500" cy="25325"/>
                </a:xfrm>
                <a:custGeom>
                  <a:rect b="b" l="l" r="r" t="t"/>
                  <a:pathLst>
                    <a:path extrusionOk="0" h="1013" w="9020">
                      <a:moveTo>
                        <a:pt x="1" y="0"/>
                      </a:moveTo>
                      <a:lnTo>
                        <a:pt x="1" y="1013"/>
                      </a:lnTo>
                      <a:lnTo>
                        <a:pt x="9019" y="1013"/>
                      </a:lnTo>
                      <a:lnTo>
                        <a:pt x="9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5"/>
                <p:cNvSpPr/>
                <p:nvPr/>
              </p:nvSpPr>
              <p:spPr>
                <a:xfrm>
                  <a:off x="6094216" y="4067400"/>
                  <a:ext cx="558243" cy="26550"/>
                </a:xfrm>
                <a:custGeom>
                  <a:rect b="b" l="l" r="r" t="t"/>
                  <a:pathLst>
                    <a:path extrusionOk="0" h="1062" w="5836">
                      <a:moveTo>
                        <a:pt x="0" y="1"/>
                      </a:moveTo>
                      <a:lnTo>
                        <a:pt x="0" y="1062"/>
                      </a:lnTo>
                      <a:lnTo>
                        <a:pt x="5836" y="1062"/>
                      </a:lnTo>
                      <a:lnTo>
                        <a:pt x="58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5"/>
                <p:cNvSpPr/>
                <p:nvPr/>
              </p:nvSpPr>
              <p:spPr>
                <a:xfrm>
                  <a:off x="6094175" y="41277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5"/>
                <p:cNvSpPr/>
                <p:nvPr/>
              </p:nvSpPr>
              <p:spPr>
                <a:xfrm>
                  <a:off x="6094175" y="466905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5"/>
                <p:cNvSpPr/>
                <p:nvPr/>
              </p:nvSpPr>
              <p:spPr>
                <a:xfrm>
                  <a:off x="6094175" y="4729325"/>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5"/>
                <p:cNvSpPr/>
                <p:nvPr/>
              </p:nvSpPr>
              <p:spPr>
                <a:xfrm>
                  <a:off x="6511350" y="4789625"/>
                  <a:ext cx="141075" cy="26550"/>
                </a:xfrm>
                <a:custGeom>
                  <a:rect b="b" l="l" r="r" t="t"/>
                  <a:pathLst>
                    <a:path extrusionOk="0" h="1062" w="5643">
                      <a:moveTo>
                        <a:pt x="0" y="0"/>
                      </a:moveTo>
                      <a:lnTo>
                        <a:pt x="0" y="1061"/>
                      </a:lnTo>
                      <a:lnTo>
                        <a:pt x="5643" y="1061"/>
                      </a:lnTo>
                      <a:lnTo>
                        <a:pt x="5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5"/>
                <p:cNvSpPr/>
                <p:nvPr/>
              </p:nvSpPr>
              <p:spPr>
                <a:xfrm>
                  <a:off x="6094175" y="41928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5"/>
                <p:cNvSpPr/>
                <p:nvPr/>
              </p:nvSpPr>
              <p:spPr>
                <a:xfrm>
                  <a:off x="6094175" y="44894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5"/>
                <p:cNvSpPr/>
                <p:nvPr/>
              </p:nvSpPr>
              <p:spPr>
                <a:xfrm>
                  <a:off x="6094175" y="45533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5"/>
                <p:cNvSpPr/>
                <p:nvPr/>
              </p:nvSpPr>
              <p:spPr>
                <a:xfrm>
                  <a:off x="6094175" y="46087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5"/>
                <p:cNvSpPr/>
                <p:nvPr/>
              </p:nvSpPr>
              <p:spPr>
                <a:xfrm>
                  <a:off x="6094175" y="4308550"/>
                  <a:ext cx="558250" cy="25325"/>
                </a:xfrm>
                <a:custGeom>
                  <a:rect b="b" l="l" r="r" t="t"/>
                  <a:pathLst>
                    <a:path extrusionOk="0" h="1013"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5"/>
                <p:cNvSpPr/>
                <p:nvPr/>
              </p:nvSpPr>
              <p:spPr>
                <a:xfrm>
                  <a:off x="6373901" y="4429125"/>
                  <a:ext cx="278525" cy="25325"/>
                </a:xfrm>
                <a:custGeom>
                  <a:rect b="b" l="l" r="r" t="t"/>
                  <a:pathLst>
                    <a:path extrusionOk="0" h="1013" w="11141">
                      <a:moveTo>
                        <a:pt x="0" y="0"/>
                      </a:moveTo>
                      <a:lnTo>
                        <a:pt x="0" y="1013"/>
                      </a:lnTo>
                      <a:lnTo>
                        <a:pt x="11141" y="1013"/>
                      </a:lnTo>
                      <a:lnTo>
                        <a:pt x="111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5"/>
                <p:cNvSpPr/>
                <p:nvPr/>
              </p:nvSpPr>
              <p:spPr>
                <a:xfrm>
                  <a:off x="6094175" y="42482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 name="Google Shape;950;p15"/>
              <p:cNvSpPr/>
              <p:nvPr/>
            </p:nvSpPr>
            <p:spPr>
              <a:xfrm flipH="1" rot="1872548">
                <a:off x="8831412" y="1699175"/>
                <a:ext cx="144163" cy="21403"/>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5"/>
              <p:cNvSpPr/>
              <p:nvPr/>
            </p:nvSpPr>
            <p:spPr>
              <a:xfrm flipH="1" rot="-2033306">
                <a:off x="8831137" y="930379"/>
                <a:ext cx="144195" cy="21554"/>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15"/>
            <p:cNvGrpSpPr/>
            <p:nvPr/>
          </p:nvGrpSpPr>
          <p:grpSpPr>
            <a:xfrm>
              <a:off x="7954319" y="1353706"/>
              <a:ext cx="650230" cy="864271"/>
              <a:chOff x="7954319" y="1353706"/>
              <a:chExt cx="650230" cy="864271"/>
            </a:xfrm>
          </p:grpSpPr>
          <p:grpSp>
            <p:nvGrpSpPr>
              <p:cNvPr id="953" name="Google Shape;953;p15"/>
              <p:cNvGrpSpPr/>
              <p:nvPr/>
            </p:nvGrpSpPr>
            <p:grpSpPr>
              <a:xfrm>
                <a:off x="7985737" y="1385006"/>
                <a:ext cx="593412" cy="807774"/>
                <a:chOff x="6003750" y="3839525"/>
                <a:chExt cx="736700" cy="1069475"/>
              </a:xfrm>
            </p:grpSpPr>
            <p:sp>
              <p:nvSpPr>
                <p:cNvPr id="954" name="Google Shape;954;p15"/>
                <p:cNvSpPr/>
                <p:nvPr/>
              </p:nvSpPr>
              <p:spPr>
                <a:xfrm>
                  <a:off x="6003750" y="3839525"/>
                  <a:ext cx="736700" cy="1069475"/>
                </a:xfrm>
                <a:custGeom>
                  <a:rect b="b" l="l" r="r" t="t"/>
                  <a:pathLst>
                    <a:path extrusionOk="0" h="42779" w="29468">
                      <a:moveTo>
                        <a:pt x="0" y="1"/>
                      </a:moveTo>
                      <a:lnTo>
                        <a:pt x="0" y="42779"/>
                      </a:lnTo>
                      <a:lnTo>
                        <a:pt x="29467" y="42779"/>
                      </a:lnTo>
                      <a:lnTo>
                        <a:pt x="29467" y="7090"/>
                      </a:lnTo>
                      <a:lnTo>
                        <a:pt x="223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5"/>
                <p:cNvSpPr/>
                <p:nvPr/>
              </p:nvSpPr>
              <p:spPr>
                <a:xfrm>
                  <a:off x="6259350" y="3948050"/>
                  <a:ext cx="225500" cy="25325"/>
                </a:xfrm>
                <a:custGeom>
                  <a:rect b="b" l="l" r="r" t="t"/>
                  <a:pathLst>
                    <a:path extrusionOk="0" h="1013" w="9020">
                      <a:moveTo>
                        <a:pt x="1" y="0"/>
                      </a:moveTo>
                      <a:lnTo>
                        <a:pt x="1" y="1013"/>
                      </a:lnTo>
                      <a:lnTo>
                        <a:pt x="9019" y="1013"/>
                      </a:lnTo>
                      <a:lnTo>
                        <a:pt x="9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5"/>
                <p:cNvSpPr/>
                <p:nvPr/>
              </p:nvSpPr>
              <p:spPr>
                <a:xfrm>
                  <a:off x="6094216" y="4067400"/>
                  <a:ext cx="558243" cy="26550"/>
                </a:xfrm>
                <a:custGeom>
                  <a:rect b="b" l="l" r="r" t="t"/>
                  <a:pathLst>
                    <a:path extrusionOk="0" h="1062" w="5836">
                      <a:moveTo>
                        <a:pt x="0" y="1"/>
                      </a:moveTo>
                      <a:lnTo>
                        <a:pt x="0" y="1062"/>
                      </a:lnTo>
                      <a:lnTo>
                        <a:pt x="5836" y="1062"/>
                      </a:lnTo>
                      <a:lnTo>
                        <a:pt x="58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5"/>
                <p:cNvSpPr/>
                <p:nvPr/>
              </p:nvSpPr>
              <p:spPr>
                <a:xfrm>
                  <a:off x="6094175" y="41277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5"/>
                <p:cNvSpPr/>
                <p:nvPr/>
              </p:nvSpPr>
              <p:spPr>
                <a:xfrm>
                  <a:off x="6094175" y="466905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5"/>
                <p:cNvSpPr/>
                <p:nvPr/>
              </p:nvSpPr>
              <p:spPr>
                <a:xfrm>
                  <a:off x="6094175" y="4729325"/>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5"/>
                <p:cNvSpPr/>
                <p:nvPr/>
              </p:nvSpPr>
              <p:spPr>
                <a:xfrm>
                  <a:off x="6511350" y="4789625"/>
                  <a:ext cx="141075" cy="26550"/>
                </a:xfrm>
                <a:custGeom>
                  <a:rect b="b" l="l" r="r" t="t"/>
                  <a:pathLst>
                    <a:path extrusionOk="0" h="1062" w="5643">
                      <a:moveTo>
                        <a:pt x="0" y="0"/>
                      </a:moveTo>
                      <a:lnTo>
                        <a:pt x="0" y="1061"/>
                      </a:lnTo>
                      <a:lnTo>
                        <a:pt x="5643" y="1061"/>
                      </a:lnTo>
                      <a:lnTo>
                        <a:pt x="5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5"/>
                <p:cNvSpPr/>
                <p:nvPr/>
              </p:nvSpPr>
              <p:spPr>
                <a:xfrm>
                  <a:off x="6094175" y="41928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5"/>
                <p:cNvSpPr/>
                <p:nvPr/>
              </p:nvSpPr>
              <p:spPr>
                <a:xfrm>
                  <a:off x="6094175" y="44894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5"/>
                <p:cNvSpPr/>
                <p:nvPr/>
              </p:nvSpPr>
              <p:spPr>
                <a:xfrm>
                  <a:off x="6094175" y="45533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5"/>
                <p:cNvSpPr/>
                <p:nvPr/>
              </p:nvSpPr>
              <p:spPr>
                <a:xfrm>
                  <a:off x="6094175" y="46087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5"/>
                <p:cNvSpPr/>
                <p:nvPr/>
              </p:nvSpPr>
              <p:spPr>
                <a:xfrm>
                  <a:off x="6094175" y="4308550"/>
                  <a:ext cx="558250" cy="25325"/>
                </a:xfrm>
                <a:custGeom>
                  <a:rect b="b" l="l" r="r" t="t"/>
                  <a:pathLst>
                    <a:path extrusionOk="0" h="1013"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5"/>
                <p:cNvSpPr/>
                <p:nvPr/>
              </p:nvSpPr>
              <p:spPr>
                <a:xfrm>
                  <a:off x="6234065" y="4429125"/>
                  <a:ext cx="278525" cy="25325"/>
                </a:xfrm>
                <a:custGeom>
                  <a:rect b="b" l="l" r="r" t="t"/>
                  <a:pathLst>
                    <a:path extrusionOk="0" h="1013" w="11141">
                      <a:moveTo>
                        <a:pt x="0" y="0"/>
                      </a:moveTo>
                      <a:lnTo>
                        <a:pt x="0" y="1013"/>
                      </a:lnTo>
                      <a:lnTo>
                        <a:pt x="11141" y="1013"/>
                      </a:lnTo>
                      <a:lnTo>
                        <a:pt x="111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5"/>
                <p:cNvSpPr/>
                <p:nvPr/>
              </p:nvSpPr>
              <p:spPr>
                <a:xfrm>
                  <a:off x="6094175" y="42482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5"/>
                <p:cNvSpPr/>
                <p:nvPr/>
              </p:nvSpPr>
              <p:spPr>
                <a:xfrm>
                  <a:off x="6563175" y="3839525"/>
                  <a:ext cx="177275" cy="177275"/>
                </a:xfrm>
                <a:custGeom>
                  <a:rect b="b" l="l" r="r" t="t"/>
                  <a:pathLst>
                    <a:path extrusionOk="0" h="7091" w="7091">
                      <a:moveTo>
                        <a:pt x="1" y="1"/>
                      </a:moveTo>
                      <a:lnTo>
                        <a:pt x="1" y="7090"/>
                      </a:lnTo>
                      <a:lnTo>
                        <a:pt x="7090" y="709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15"/>
              <p:cNvSpPr/>
              <p:nvPr/>
            </p:nvSpPr>
            <p:spPr>
              <a:xfrm flipH="1" rot="-1798898">
                <a:off x="8464708" y="2160732"/>
                <a:ext cx="144080" cy="21508"/>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5"/>
              <p:cNvSpPr/>
              <p:nvPr/>
            </p:nvSpPr>
            <p:spPr>
              <a:xfrm flipH="1" rot="1872548">
                <a:off x="7949437" y="2160775"/>
                <a:ext cx="144163" cy="21403"/>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5"/>
              <p:cNvSpPr/>
              <p:nvPr/>
            </p:nvSpPr>
            <p:spPr>
              <a:xfrm flipH="1" rot="-2033306">
                <a:off x="7949162" y="1391979"/>
                <a:ext cx="144195" cy="21554"/>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1">
    <p:spTree>
      <p:nvGrpSpPr>
        <p:cNvPr id="972" name="Shape 972"/>
        <p:cNvGrpSpPr/>
        <p:nvPr/>
      </p:nvGrpSpPr>
      <p:grpSpPr>
        <a:xfrm>
          <a:off x="0" y="0"/>
          <a:ext cx="0" cy="0"/>
          <a:chOff x="0" y="0"/>
          <a:chExt cx="0" cy="0"/>
        </a:xfrm>
      </p:grpSpPr>
      <p:sp>
        <p:nvSpPr>
          <p:cNvPr id="973" name="Google Shape;973;p16"/>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6"/>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6"/>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976" name="Google Shape;976;p16"/>
          <p:cNvGrpSpPr/>
          <p:nvPr/>
        </p:nvGrpSpPr>
        <p:grpSpPr>
          <a:xfrm>
            <a:off x="2936544" y="-329546"/>
            <a:ext cx="2934233" cy="708308"/>
            <a:chOff x="2375925" y="3297600"/>
            <a:chExt cx="735950" cy="177650"/>
          </a:xfrm>
        </p:grpSpPr>
        <p:sp>
          <p:nvSpPr>
            <p:cNvPr id="977" name="Google Shape;977;p16"/>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6"/>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6"/>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6"/>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6"/>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6"/>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 name="Google Shape;983;p16"/>
          <p:cNvSpPr txBox="1"/>
          <p:nvPr>
            <p:ph type="title"/>
          </p:nvPr>
        </p:nvSpPr>
        <p:spPr>
          <a:xfrm>
            <a:off x="4314550" y="4081400"/>
            <a:ext cx="3677100" cy="4257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3000"/>
              <a:buNone/>
              <a:defRPr sz="3000">
                <a:solidFill>
                  <a:schemeClr val="dk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84" name="Google Shape;984;p16"/>
          <p:cNvSpPr txBox="1"/>
          <p:nvPr>
            <p:ph idx="1" type="subTitle"/>
          </p:nvPr>
        </p:nvSpPr>
        <p:spPr>
          <a:xfrm>
            <a:off x="4314550" y="1362650"/>
            <a:ext cx="3677100" cy="197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None/>
              <a:defRPr sz="24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985" name="Google Shape;985;p16"/>
          <p:cNvGrpSpPr/>
          <p:nvPr/>
        </p:nvGrpSpPr>
        <p:grpSpPr>
          <a:xfrm>
            <a:off x="2162425" y="-597800"/>
            <a:ext cx="561850" cy="1960450"/>
            <a:chOff x="2162425" y="-597800"/>
            <a:chExt cx="561850" cy="1960450"/>
          </a:xfrm>
        </p:grpSpPr>
        <p:sp>
          <p:nvSpPr>
            <p:cNvPr id="986" name="Google Shape;986;p16"/>
            <p:cNvSpPr/>
            <p:nvPr/>
          </p:nvSpPr>
          <p:spPr>
            <a:xfrm>
              <a:off x="2162425" y="880525"/>
              <a:ext cx="207150" cy="482125"/>
            </a:xfrm>
            <a:custGeom>
              <a:rect b="b" l="l" r="r" t="t"/>
              <a:pathLst>
                <a:path extrusionOk="0" h="19285" w="8286">
                  <a:moveTo>
                    <a:pt x="0" y="1"/>
                  </a:moveTo>
                  <a:lnTo>
                    <a:pt x="0" y="19284"/>
                  </a:lnTo>
                  <a:lnTo>
                    <a:pt x="8286" y="19284"/>
                  </a:lnTo>
                  <a:lnTo>
                    <a:pt x="82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6"/>
            <p:cNvSpPr/>
            <p:nvPr/>
          </p:nvSpPr>
          <p:spPr>
            <a:xfrm>
              <a:off x="2167925" y="880525"/>
              <a:ext cx="109075" cy="482125"/>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6"/>
            <p:cNvSpPr/>
            <p:nvPr/>
          </p:nvSpPr>
          <p:spPr>
            <a:xfrm>
              <a:off x="2179825" y="880525"/>
              <a:ext cx="45850" cy="482125"/>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6"/>
            <p:cNvSpPr/>
            <p:nvPr/>
          </p:nvSpPr>
          <p:spPr>
            <a:xfrm>
              <a:off x="2162425" y="822800"/>
              <a:ext cx="207150" cy="57750"/>
            </a:xfrm>
            <a:custGeom>
              <a:rect b="b" l="l" r="r" t="t"/>
              <a:pathLst>
                <a:path extrusionOk="0" h="2310" w="8286">
                  <a:moveTo>
                    <a:pt x="3740" y="0"/>
                  </a:moveTo>
                  <a:lnTo>
                    <a:pt x="0" y="2310"/>
                  </a:lnTo>
                  <a:lnTo>
                    <a:pt x="8286" y="2310"/>
                  </a:lnTo>
                  <a:lnTo>
                    <a:pt x="45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6"/>
            <p:cNvSpPr/>
            <p:nvPr/>
          </p:nvSpPr>
          <p:spPr>
            <a:xfrm>
              <a:off x="2167925" y="822800"/>
              <a:ext cx="108175" cy="57750"/>
            </a:xfrm>
            <a:custGeom>
              <a:rect b="b" l="l" r="r" t="t"/>
              <a:pathLst>
                <a:path extrusionOk="0" h="2310" w="4327">
                  <a:moveTo>
                    <a:pt x="3520" y="0"/>
                  </a:moveTo>
                  <a:lnTo>
                    <a:pt x="0" y="2310"/>
                  </a:lnTo>
                  <a:lnTo>
                    <a:pt x="4326" y="2310"/>
                  </a:lnTo>
                  <a:lnTo>
                    <a:pt x="39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6"/>
            <p:cNvSpPr/>
            <p:nvPr/>
          </p:nvSpPr>
          <p:spPr>
            <a:xfrm>
              <a:off x="2181675" y="822800"/>
              <a:ext cx="80675" cy="57750"/>
            </a:xfrm>
            <a:custGeom>
              <a:rect b="b" l="l" r="r" t="t"/>
              <a:pathLst>
                <a:path extrusionOk="0" h="2310" w="3227">
                  <a:moveTo>
                    <a:pt x="3043" y="0"/>
                  </a:moveTo>
                  <a:lnTo>
                    <a:pt x="0" y="2310"/>
                  </a:lnTo>
                  <a:lnTo>
                    <a:pt x="1760" y="2310"/>
                  </a:lnTo>
                  <a:lnTo>
                    <a:pt x="32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6"/>
            <p:cNvSpPr/>
            <p:nvPr/>
          </p:nvSpPr>
          <p:spPr>
            <a:xfrm>
              <a:off x="2255900" y="-597800"/>
              <a:ext cx="20200" cy="1420625"/>
            </a:xfrm>
            <a:custGeom>
              <a:rect b="b" l="l" r="r" t="t"/>
              <a:pathLst>
                <a:path extrusionOk="0" h="56825" w="808">
                  <a:moveTo>
                    <a:pt x="1" y="1"/>
                  </a:moveTo>
                  <a:lnTo>
                    <a:pt x="1" y="56824"/>
                  </a:lnTo>
                  <a:lnTo>
                    <a:pt x="807" y="56824"/>
                  </a:lnTo>
                  <a:lnTo>
                    <a:pt x="8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6"/>
            <p:cNvSpPr/>
            <p:nvPr/>
          </p:nvSpPr>
          <p:spPr>
            <a:xfrm>
              <a:off x="2516200" y="273800"/>
              <a:ext cx="208075" cy="482125"/>
            </a:xfrm>
            <a:custGeom>
              <a:rect b="b" l="l" r="r" t="t"/>
              <a:pathLst>
                <a:path extrusionOk="0" h="19285" w="8323">
                  <a:moveTo>
                    <a:pt x="0" y="1"/>
                  </a:moveTo>
                  <a:lnTo>
                    <a:pt x="0" y="19284"/>
                  </a:lnTo>
                  <a:lnTo>
                    <a:pt x="8322" y="19284"/>
                  </a:lnTo>
                  <a:lnTo>
                    <a:pt x="8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6"/>
            <p:cNvSpPr/>
            <p:nvPr/>
          </p:nvSpPr>
          <p:spPr>
            <a:xfrm>
              <a:off x="2521700" y="273800"/>
              <a:ext cx="109075" cy="482125"/>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6"/>
            <p:cNvSpPr/>
            <p:nvPr/>
          </p:nvSpPr>
          <p:spPr>
            <a:xfrm>
              <a:off x="2533600" y="273800"/>
              <a:ext cx="45850" cy="482125"/>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6"/>
            <p:cNvSpPr/>
            <p:nvPr/>
          </p:nvSpPr>
          <p:spPr>
            <a:xfrm>
              <a:off x="2516200" y="216975"/>
              <a:ext cx="208075" cy="56850"/>
            </a:xfrm>
            <a:custGeom>
              <a:rect b="b" l="l" r="r" t="t"/>
              <a:pathLst>
                <a:path extrusionOk="0" h="2274" w="8323">
                  <a:moveTo>
                    <a:pt x="3740" y="1"/>
                  </a:moveTo>
                  <a:lnTo>
                    <a:pt x="0" y="2274"/>
                  </a:lnTo>
                  <a:lnTo>
                    <a:pt x="8322" y="2274"/>
                  </a:lnTo>
                  <a:lnTo>
                    <a:pt x="45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6"/>
            <p:cNvSpPr/>
            <p:nvPr/>
          </p:nvSpPr>
          <p:spPr>
            <a:xfrm>
              <a:off x="2521700" y="216975"/>
              <a:ext cx="109075" cy="56850"/>
            </a:xfrm>
            <a:custGeom>
              <a:rect b="b" l="l" r="r" t="t"/>
              <a:pathLst>
                <a:path extrusionOk="0" h="2274" w="4363">
                  <a:moveTo>
                    <a:pt x="3556" y="1"/>
                  </a:moveTo>
                  <a:lnTo>
                    <a:pt x="0" y="2274"/>
                  </a:lnTo>
                  <a:lnTo>
                    <a:pt x="4363" y="2274"/>
                  </a:lnTo>
                  <a:lnTo>
                    <a:pt x="3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6"/>
            <p:cNvSpPr/>
            <p:nvPr/>
          </p:nvSpPr>
          <p:spPr>
            <a:xfrm>
              <a:off x="2535450" y="216975"/>
              <a:ext cx="80675" cy="56850"/>
            </a:xfrm>
            <a:custGeom>
              <a:rect b="b" l="l" r="r" t="t"/>
              <a:pathLst>
                <a:path extrusionOk="0" h="2274" w="3227">
                  <a:moveTo>
                    <a:pt x="3043" y="1"/>
                  </a:moveTo>
                  <a:lnTo>
                    <a:pt x="0" y="2274"/>
                  </a:lnTo>
                  <a:lnTo>
                    <a:pt x="1760" y="2274"/>
                  </a:lnTo>
                  <a:lnTo>
                    <a:pt x="32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6"/>
            <p:cNvSpPr/>
            <p:nvPr/>
          </p:nvSpPr>
          <p:spPr>
            <a:xfrm>
              <a:off x="2609675" y="-597800"/>
              <a:ext cx="21100" cy="814800"/>
            </a:xfrm>
            <a:custGeom>
              <a:rect b="b" l="l" r="r" t="t"/>
              <a:pathLst>
                <a:path extrusionOk="0" h="32592" w="844">
                  <a:moveTo>
                    <a:pt x="1" y="1"/>
                  </a:moveTo>
                  <a:lnTo>
                    <a:pt x="1" y="32592"/>
                  </a:lnTo>
                  <a:lnTo>
                    <a:pt x="844" y="32592"/>
                  </a:lnTo>
                  <a:lnTo>
                    <a:pt x="8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000" name="Shape 1000"/>
        <p:cNvGrpSpPr/>
        <p:nvPr/>
      </p:nvGrpSpPr>
      <p:grpSpPr>
        <a:xfrm>
          <a:off x="0" y="0"/>
          <a:ext cx="0" cy="0"/>
          <a:chOff x="0" y="0"/>
          <a:chExt cx="0" cy="0"/>
        </a:xfrm>
      </p:grpSpPr>
      <p:sp>
        <p:nvSpPr>
          <p:cNvPr id="1001" name="Google Shape;1001;p17"/>
          <p:cNvSpPr txBox="1"/>
          <p:nvPr>
            <p:ph idx="1" type="subTitle"/>
          </p:nvPr>
        </p:nvSpPr>
        <p:spPr>
          <a:xfrm>
            <a:off x="720000" y="1061700"/>
            <a:ext cx="7704000" cy="53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2" name="Google Shape;1002;p17"/>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7"/>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7"/>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005" name="Google Shape;1005;p17"/>
          <p:cNvGrpSpPr/>
          <p:nvPr/>
        </p:nvGrpSpPr>
        <p:grpSpPr>
          <a:xfrm>
            <a:off x="2936544" y="-329546"/>
            <a:ext cx="2934233" cy="708308"/>
            <a:chOff x="2375925" y="3297600"/>
            <a:chExt cx="735950" cy="177650"/>
          </a:xfrm>
        </p:grpSpPr>
        <p:sp>
          <p:nvSpPr>
            <p:cNvPr id="1006" name="Google Shape;1006;p17"/>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7"/>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7"/>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7"/>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7"/>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7"/>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17"/>
          <p:cNvGrpSpPr/>
          <p:nvPr/>
        </p:nvGrpSpPr>
        <p:grpSpPr>
          <a:xfrm>
            <a:off x="8576400" y="2170350"/>
            <a:ext cx="974075" cy="2601050"/>
            <a:chOff x="8020975" y="2170350"/>
            <a:chExt cx="974075" cy="2601050"/>
          </a:xfrm>
        </p:grpSpPr>
        <p:sp>
          <p:nvSpPr>
            <p:cNvPr id="1013" name="Google Shape;1013;p17"/>
            <p:cNvSpPr/>
            <p:nvPr/>
          </p:nvSpPr>
          <p:spPr>
            <a:xfrm>
              <a:off x="8194424" y="4665200"/>
              <a:ext cx="732600" cy="10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 name="Google Shape;1014;p17"/>
            <p:cNvGrpSpPr/>
            <p:nvPr/>
          </p:nvGrpSpPr>
          <p:grpSpPr>
            <a:xfrm>
              <a:off x="8020975" y="2170350"/>
              <a:ext cx="974075" cy="2541375"/>
              <a:chOff x="8020975" y="2170350"/>
              <a:chExt cx="974075" cy="2541375"/>
            </a:xfrm>
          </p:grpSpPr>
          <p:sp>
            <p:nvSpPr>
              <p:cNvPr id="1015" name="Google Shape;1015;p17"/>
              <p:cNvSpPr/>
              <p:nvPr/>
            </p:nvSpPr>
            <p:spPr>
              <a:xfrm>
                <a:off x="8268125" y="4072150"/>
                <a:ext cx="588750" cy="639575"/>
              </a:xfrm>
              <a:custGeom>
                <a:rect b="b" l="l" r="r" t="t"/>
                <a:pathLst>
                  <a:path extrusionOk="0" h="25583" w="23550">
                    <a:moveTo>
                      <a:pt x="20335" y="0"/>
                    </a:moveTo>
                    <a:cubicBezTo>
                      <a:pt x="20207" y="0"/>
                      <a:pt x="20076" y="6"/>
                      <a:pt x="19941" y="16"/>
                    </a:cubicBezTo>
                    <a:cubicBezTo>
                      <a:pt x="19253" y="37"/>
                      <a:pt x="18543" y="120"/>
                      <a:pt x="17855" y="120"/>
                    </a:cubicBezTo>
                    <a:lnTo>
                      <a:pt x="5632" y="120"/>
                    </a:lnTo>
                    <a:cubicBezTo>
                      <a:pt x="5236" y="120"/>
                      <a:pt x="4652" y="162"/>
                      <a:pt x="4256" y="162"/>
                    </a:cubicBezTo>
                    <a:lnTo>
                      <a:pt x="3714" y="162"/>
                    </a:lnTo>
                    <a:cubicBezTo>
                      <a:pt x="3332" y="132"/>
                      <a:pt x="2950" y="112"/>
                      <a:pt x="2560" y="112"/>
                    </a:cubicBezTo>
                    <a:cubicBezTo>
                      <a:pt x="2417" y="112"/>
                      <a:pt x="2274" y="115"/>
                      <a:pt x="2128" y="120"/>
                    </a:cubicBezTo>
                    <a:cubicBezTo>
                      <a:pt x="1398" y="162"/>
                      <a:pt x="731" y="350"/>
                      <a:pt x="376" y="1080"/>
                    </a:cubicBezTo>
                    <a:cubicBezTo>
                      <a:pt x="1" y="1831"/>
                      <a:pt x="189" y="3103"/>
                      <a:pt x="168" y="3916"/>
                    </a:cubicBezTo>
                    <a:cubicBezTo>
                      <a:pt x="168" y="4813"/>
                      <a:pt x="168" y="5731"/>
                      <a:pt x="189" y="6649"/>
                    </a:cubicBezTo>
                    <a:cubicBezTo>
                      <a:pt x="209" y="6774"/>
                      <a:pt x="189" y="6899"/>
                      <a:pt x="209" y="7024"/>
                    </a:cubicBezTo>
                    <a:cubicBezTo>
                      <a:pt x="230" y="7129"/>
                      <a:pt x="230" y="7233"/>
                      <a:pt x="230" y="7337"/>
                    </a:cubicBezTo>
                    <a:cubicBezTo>
                      <a:pt x="355" y="10132"/>
                      <a:pt x="710" y="12927"/>
                      <a:pt x="1294" y="15659"/>
                    </a:cubicBezTo>
                    <a:cubicBezTo>
                      <a:pt x="1586" y="17286"/>
                      <a:pt x="2066" y="18850"/>
                      <a:pt x="2733" y="20352"/>
                    </a:cubicBezTo>
                    <a:cubicBezTo>
                      <a:pt x="3130" y="21228"/>
                      <a:pt x="3651" y="22042"/>
                      <a:pt x="4256" y="22751"/>
                    </a:cubicBezTo>
                    <a:cubicBezTo>
                      <a:pt x="5048" y="23689"/>
                      <a:pt x="6070" y="24399"/>
                      <a:pt x="7218" y="24795"/>
                    </a:cubicBezTo>
                    <a:cubicBezTo>
                      <a:pt x="7718" y="24983"/>
                      <a:pt x="8115" y="25233"/>
                      <a:pt x="8636" y="25316"/>
                    </a:cubicBezTo>
                    <a:cubicBezTo>
                      <a:pt x="9283" y="25462"/>
                      <a:pt x="9950" y="25525"/>
                      <a:pt x="10638" y="25567"/>
                    </a:cubicBezTo>
                    <a:cubicBezTo>
                      <a:pt x="10994" y="25577"/>
                      <a:pt x="11350" y="25583"/>
                      <a:pt x="11706" y="25583"/>
                    </a:cubicBezTo>
                    <a:cubicBezTo>
                      <a:pt x="12728" y="25583"/>
                      <a:pt x="13753" y="25540"/>
                      <a:pt x="14789" y="25462"/>
                    </a:cubicBezTo>
                    <a:cubicBezTo>
                      <a:pt x="16270" y="25358"/>
                      <a:pt x="17417" y="25129"/>
                      <a:pt x="18564" y="24148"/>
                    </a:cubicBezTo>
                    <a:cubicBezTo>
                      <a:pt x="19148" y="23627"/>
                      <a:pt x="19503" y="23043"/>
                      <a:pt x="19920" y="22542"/>
                    </a:cubicBezTo>
                    <a:cubicBezTo>
                      <a:pt x="20629" y="21583"/>
                      <a:pt x="21192" y="20540"/>
                      <a:pt x="21609" y="19414"/>
                    </a:cubicBezTo>
                    <a:cubicBezTo>
                      <a:pt x="22444" y="17224"/>
                      <a:pt x="22840" y="14867"/>
                      <a:pt x="23049" y="12531"/>
                    </a:cubicBezTo>
                    <a:cubicBezTo>
                      <a:pt x="23215" y="10674"/>
                      <a:pt x="23299" y="8818"/>
                      <a:pt x="23278" y="6941"/>
                    </a:cubicBezTo>
                    <a:cubicBezTo>
                      <a:pt x="23278" y="6837"/>
                      <a:pt x="23278" y="6691"/>
                      <a:pt x="23299" y="6565"/>
                    </a:cubicBezTo>
                    <a:cubicBezTo>
                      <a:pt x="23278" y="5835"/>
                      <a:pt x="23257" y="5126"/>
                      <a:pt x="23215" y="4417"/>
                    </a:cubicBezTo>
                    <a:cubicBezTo>
                      <a:pt x="23132" y="2853"/>
                      <a:pt x="23549" y="558"/>
                      <a:pt x="21693" y="141"/>
                    </a:cubicBezTo>
                    <a:cubicBezTo>
                      <a:pt x="21380" y="58"/>
                      <a:pt x="21046" y="16"/>
                      <a:pt x="20713" y="16"/>
                    </a:cubicBezTo>
                    <a:cubicBezTo>
                      <a:pt x="20587" y="6"/>
                      <a:pt x="20462" y="0"/>
                      <a:pt x="20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7"/>
              <p:cNvSpPr/>
              <p:nvPr/>
            </p:nvSpPr>
            <p:spPr>
              <a:xfrm>
                <a:off x="8237375" y="4072425"/>
                <a:ext cx="642425" cy="206750"/>
              </a:xfrm>
              <a:custGeom>
                <a:rect b="b" l="l" r="r" t="t"/>
                <a:pathLst>
                  <a:path extrusionOk="0" h="8270" w="25697">
                    <a:moveTo>
                      <a:pt x="22248" y="0"/>
                    </a:moveTo>
                    <a:cubicBezTo>
                      <a:pt x="22153" y="0"/>
                      <a:pt x="22058" y="2"/>
                      <a:pt x="21963" y="5"/>
                    </a:cubicBezTo>
                    <a:lnTo>
                      <a:pt x="21943" y="5"/>
                    </a:lnTo>
                    <a:cubicBezTo>
                      <a:pt x="21671" y="26"/>
                      <a:pt x="21421" y="26"/>
                      <a:pt x="21150" y="47"/>
                    </a:cubicBezTo>
                    <a:cubicBezTo>
                      <a:pt x="20608" y="89"/>
                      <a:pt x="20065" y="130"/>
                      <a:pt x="19523" y="130"/>
                    </a:cubicBezTo>
                    <a:lnTo>
                      <a:pt x="6278" y="130"/>
                    </a:lnTo>
                    <a:cubicBezTo>
                      <a:pt x="5903" y="130"/>
                      <a:pt x="5382" y="172"/>
                      <a:pt x="4964" y="172"/>
                    </a:cubicBezTo>
                    <a:lnTo>
                      <a:pt x="4798" y="172"/>
                    </a:lnTo>
                    <a:cubicBezTo>
                      <a:pt x="4718" y="176"/>
                      <a:pt x="4635" y="178"/>
                      <a:pt x="4550" y="178"/>
                    </a:cubicBezTo>
                    <a:cubicBezTo>
                      <a:pt x="4188" y="178"/>
                      <a:pt x="3780" y="147"/>
                      <a:pt x="3358" y="130"/>
                    </a:cubicBezTo>
                    <a:cubicBezTo>
                      <a:pt x="3201" y="124"/>
                      <a:pt x="3042" y="120"/>
                      <a:pt x="2884" y="120"/>
                    </a:cubicBezTo>
                    <a:cubicBezTo>
                      <a:pt x="1949" y="120"/>
                      <a:pt x="1033" y="269"/>
                      <a:pt x="605" y="1090"/>
                    </a:cubicBezTo>
                    <a:cubicBezTo>
                      <a:pt x="209" y="1841"/>
                      <a:pt x="397" y="3113"/>
                      <a:pt x="376" y="3926"/>
                    </a:cubicBezTo>
                    <a:cubicBezTo>
                      <a:pt x="376" y="4844"/>
                      <a:pt x="0" y="6429"/>
                      <a:pt x="1043" y="6867"/>
                    </a:cubicBezTo>
                    <a:cubicBezTo>
                      <a:pt x="1189" y="6909"/>
                      <a:pt x="1314" y="6972"/>
                      <a:pt x="1439" y="7013"/>
                    </a:cubicBezTo>
                    <a:cubicBezTo>
                      <a:pt x="2691" y="7472"/>
                      <a:pt x="4130" y="7639"/>
                      <a:pt x="5402" y="7827"/>
                    </a:cubicBezTo>
                    <a:cubicBezTo>
                      <a:pt x="7694" y="8125"/>
                      <a:pt x="9998" y="8270"/>
                      <a:pt x="12304" y="8270"/>
                    </a:cubicBezTo>
                    <a:cubicBezTo>
                      <a:pt x="13062" y="8270"/>
                      <a:pt x="13821" y="8254"/>
                      <a:pt x="14580" y="8223"/>
                    </a:cubicBezTo>
                    <a:cubicBezTo>
                      <a:pt x="15977" y="8181"/>
                      <a:pt x="17396" y="8077"/>
                      <a:pt x="18772" y="7910"/>
                    </a:cubicBezTo>
                    <a:cubicBezTo>
                      <a:pt x="20086" y="7764"/>
                      <a:pt x="21379" y="7576"/>
                      <a:pt x="22652" y="7305"/>
                    </a:cubicBezTo>
                    <a:cubicBezTo>
                      <a:pt x="23257" y="7201"/>
                      <a:pt x="23924" y="7159"/>
                      <a:pt x="24508" y="6930"/>
                    </a:cubicBezTo>
                    <a:cubicBezTo>
                      <a:pt x="24571" y="6930"/>
                      <a:pt x="24612" y="6909"/>
                      <a:pt x="24654" y="6888"/>
                    </a:cubicBezTo>
                    <a:cubicBezTo>
                      <a:pt x="24883" y="6805"/>
                      <a:pt x="25071" y="6638"/>
                      <a:pt x="25217" y="6450"/>
                    </a:cubicBezTo>
                    <a:cubicBezTo>
                      <a:pt x="25572" y="5908"/>
                      <a:pt x="25363" y="5136"/>
                      <a:pt x="25342" y="4406"/>
                    </a:cubicBezTo>
                    <a:cubicBezTo>
                      <a:pt x="25238" y="2863"/>
                      <a:pt x="25697" y="568"/>
                      <a:pt x="23695" y="151"/>
                    </a:cubicBezTo>
                    <a:cubicBezTo>
                      <a:pt x="23223" y="46"/>
                      <a:pt x="22736" y="0"/>
                      <a:pt x="22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7"/>
              <p:cNvSpPr/>
              <p:nvPr/>
            </p:nvSpPr>
            <p:spPr>
              <a:xfrm>
                <a:off x="8676425" y="4078800"/>
                <a:ext cx="44875" cy="19825"/>
              </a:xfrm>
              <a:custGeom>
                <a:rect b="b" l="l" r="r" t="t"/>
                <a:pathLst>
                  <a:path extrusionOk="0" h="793" w="1795">
                    <a:moveTo>
                      <a:pt x="1294" y="0"/>
                    </a:moveTo>
                    <a:cubicBezTo>
                      <a:pt x="1210" y="0"/>
                      <a:pt x="1127" y="21"/>
                      <a:pt x="1043" y="21"/>
                    </a:cubicBezTo>
                    <a:lnTo>
                      <a:pt x="772" y="42"/>
                    </a:lnTo>
                    <a:cubicBezTo>
                      <a:pt x="668" y="63"/>
                      <a:pt x="564" y="63"/>
                      <a:pt x="459" y="84"/>
                    </a:cubicBezTo>
                    <a:cubicBezTo>
                      <a:pt x="355" y="105"/>
                      <a:pt x="251" y="167"/>
                      <a:pt x="167" y="209"/>
                    </a:cubicBezTo>
                    <a:cubicBezTo>
                      <a:pt x="63" y="272"/>
                      <a:pt x="0" y="376"/>
                      <a:pt x="21" y="501"/>
                    </a:cubicBezTo>
                    <a:cubicBezTo>
                      <a:pt x="42" y="605"/>
                      <a:pt x="126" y="689"/>
                      <a:pt x="230" y="730"/>
                    </a:cubicBezTo>
                    <a:lnTo>
                      <a:pt x="209" y="730"/>
                    </a:lnTo>
                    <a:cubicBezTo>
                      <a:pt x="313" y="772"/>
                      <a:pt x="418" y="793"/>
                      <a:pt x="543" y="793"/>
                    </a:cubicBezTo>
                    <a:cubicBezTo>
                      <a:pt x="626" y="793"/>
                      <a:pt x="710" y="793"/>
                      <a:pt x="793" y="772"/>
                    </a:cubicBezTo>
                    <a:lnTo>
                      <a:pt x="1064" y="751"/>
                    </a:lnTo>
                    <a:cubicBezTo>
                      <a:pt x="1168" y="751"/>
                      <a:pt x="1294" y="730"/>
                      <a:pt x="1398" y="710"/>
                    </a:cubicBezTo>
                    <a:cubicBezTo>
                      <a:pt x="1794" y="605"/>
                      <a:pt x="1711" y="0"/>
                      <a:pt x="1294"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7"/>
              <p:cNvSpPr/>
              <p:nvPr/>
            </p:nvSpPr>
            <p:spPr>
              <a:xfrm>
                <a:off x="8283250" y="4052200"/>
                <a:ext cx="557450" cy="84500"/>
              </a:xfrm>
              <a:custGeom>
                <a:rect b="b" l="l" r="r" t="t"/>
                <a:pathLst>
                  <a:path extrusionOk="0" h="3380" w="22298">
                    <a:moveTo>
                      <a:pt x="11160" y="1"/>
                    </a:moveTo>
                    <a:cubicBezTo>
                      <a:pt x="5007" y="1"/>
                      <a:pt x="1" y="752"/>
                      <a:pt x="1" y="1690"/>
                    </a:cubicBezTo>
                    <a:cubicBezTo>
                      <a:pt x="1" y="2629"/>
                      <a:pt x="5007" y="3380"/>
                      <a:pt x="11160" y="3380"/>
                    </a:cubicBezTo>
                    <a:cubicBezTo>
                      <a:pt x="17313" y="3380"/>
                      <a:pt x="22298" y="2629"/>
                      <a:pt x="22298" y="1690"/>
                    </a:cubicBezTo>
                    <a:cubicBezTo>
                      <a:pt x="22298" y="752"/>
                      <a:pt x="17313" y="1"/>
                      <a:pt x="11160" y="1"/>
                    </a:cubicBezTo>
                    <a:close/>
                  </a:path>
                </a:pathLst>
              </a:custGeom>
              <a:solidFill>
                <a:srgbClr val="9965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7"/>
              <p:cNvSpPr/>
              <p:nvPr/>
            </p:nvSpPr>
            <p:spPr>
              <a:xfrm>
                <a:off x="8283250" y="4051675"/>
                <a:ext cx="557450" cy="84500"/>
              </a:xfrm>
              <a:custGeom>
                <a:rect b="b" l="l" r="r" t="t"/>
                <a:pathLst>
                  <a:path extrusionOk="0" h="3380" w="22298">
                    <a:moveTo>
                      <a:pt x="10555" y="1"/>
                    </a:moveTo>
                    <a:cubicBezTo>
                      <a:pt x="10200" y="1"/>
                      <a:pt x="9866" y="22"/>
                      <a:pt x="9533" y="22"/>
                    </a:cubicBezTo>
                    <a:lnTo>
                      <a:pt x="9366" y="22"/>
                    </a:lnTo>
                    <a:cubicBezTo>
                      <a:pt x="9011" y="22"/>
                      <a:pt x="8636" y="43"/>
                      <a:pt x="8323" y="43"/>
                    </a:cubicBezTo>
                    <a:cubicBezTo>
                      <a:pt x="7989" y="63"/>
                      <a:pt x="7656" y="84"/>
                      <a:pt x="7343" y="105"/>
                    </a:cubicBezTo>
                    <a:cubicBezTo>
                      <a:pt x="6926" y="126"/>
                      <a:pt x="6508" y="147"/>
                      <a:pt x="6112" y="168"/>
                    </a:cubicBezTo>
                    <a:cubicBezTo>
                      <a:pt x="2483" y="460"/>
                      <a:pt x="1" y="1044"/>
                      <a:pt x="1" y="1690"/>
                    </a:cubicBezTo>
                    <a:cubicBezTo>
                      <a:pt x="1" y="2399"/>
                      <a:pt x="2754" y="3004"/>
                      <a:pt x="6696" y="3255"/>
                    </a:cubicBezTo>
                    <a:cubicBezTo>
                      <a:pt x="7092" y="3296"/>
                      <a:pt x="7510" y="3317"/>
                      <a:pt x="7948" y="3338"/>
                    </a:cubicBezTo>
                    <a:lnTo>
                      <a:pt x="8907" y="3359"/>
                    </a:lnTo>
                    <a:lnTo>
                      <a:pt x="9741" y="3380"/>
                    </a:lnTo>
                    <a:lnTo>
                      <a:pt x="13266" y="3380"/>
                    </a:lnTo>
                    <a:cubicBezTo>
                      <a:pt x="18397" y="3234"/>
                      <a:pt x="22298" y="2545"/>
                      <a:pt x="22298" y="1711"/>
                    </a:cubicBezTo>
                    <a:cubicBezTo>
                      <a:pt x="22298" y="898"/>
                      <a:pt x="18460" y="209"/>
                      <a:pt x="13371" y="43"/>
                    </a:cubicBezTo>
                    <a:lnTo>
                      <a:pt x="12891" y="22"/>
                    </a:lnTo>
                    <a:lnTo>
                      <a:pt x="12223" y="1"/>
                    </a:lnTo>
                    <a:close/>
                  </a:path>
                </a:pathLst>
              </a:custGeom>
              <a:solidFill>
                <a:srgbClr val="754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7"/>
              <p:cNvSpPr/>
              <p:nvPr/>
            </p:nvSpPr>
            <p:spPr>
              <a:xfrm>
                <a:off x="8258750" y="4054425"/>
                <a:ext cx="603325" cy="79675"/>
              </a:xfrm>
              <a:custGeom>
                <a:rect b="b" l="l" r="r" t="t"/>
                <a:pathLst>
                  <a:path extrusionOk="0" h="3187" w="24133">
                    <a:moveTo>
                      <a:pt x="13099" y="0"/>
                    </a:moveTo>
                    <a:cubicBezTo>
                      <a:pt x="13083" y="0"/>
                      <a:pt x="13068" y="6"/>
                      <a:pt x="13057" y="16"/>
                    </a:cubicBezTo>
                    <a:lnTo>
                      <a:pt x="9532" y="16"/>
                    </a:lnTo>
                    <a:cubicBezTo>
                      <a:pt x="9345" y="37"/>
                      <a:pt x="9178" y="37"/>
                      <a:pt x="9011" y="37"/>
                    </a:cubicBezTo>
                    <a:lnTo>
                      <a:pt x="8656" y="37"/>
                    </a:lnTo>
                    <a:lnTo>
                      <a:pt x="8427" y="58"/>
                    </a:lnTo>
                    <a:lnTo>
                      <a:pt x="7885" y="58"/>
                    </a:lnTo>
                    <a:cubicBezTo>
                      <a:pt x="7676" y="58"/>
                      <a:pt x="7447" y="79"/>
                      <a:pt x="7238" y="99"/>
                    </a:cubicBezTo>
                    <a:lnTo>
                      <a:pt x="6612" y="99"/>
                    </a:lnTo>
                    <a:lnTo>
                      <a:pt x="5757" y="162"/>
                    </a:lnTo>
                    <a:lnTo>
                      <a:pt x="5590" y="183"/>
                    </a:lnTo>
                    <a:lnTo>
                      <a:pt x="5444" y="183"/>
                    </a:lnTo>
                    <a:cubicBezTo>
                      <a:pt x="4422" y="287"/>
                      <a:pt x="3525" y="391"/>
                      <a:pt x="2754" y="537"/>
                    </a:cubicBezTo>
                    <a:lnTo>
                      <a:pt x="2608" y="558"/>
                    </a:lnTo>
                    <a:lnTo>
                      <a:pt x="2441" y="579"/>
                    </a:lnTo>
                    <a:cubicBezTo>
                      <a:pt x="918" y="871"/>
                      <a:pt x="0" y="1226"/>
                      <a:pt x="0" y="1622"/>
                    </a:cubicBezTo>
                    <a:cubicBezTo>
                      <a:pt x="0" y="2060"/>
                      <a:pt x="1252" y="2477"/>
                      <a:pt x="3296" y="2769"/>
                    </a:cubicBezTo>
                    <a:lnTo>
                      <a:pt x="3484" y="2811"/>
                    </a:lnTo>
                    <a:lnTo>
                      <a:pt x="3651" y="2832"/>
                    </a:lnTo>
                    <a:cubicBezTo>
                      <a:pt x="3901" y="2853"/>
                      <a:pt x="4151" y="2894"/>
                      <a:pt x="4401" y="2915"/>
                    </a:cubicBezTo>
                    <a:cubicBezTo>
                      <a:pt x="4568" y="2936"/>
                      <a:pt x="4735" y="2957"/>
                      <a:pt x="4902" y="2978"/>
                    </a:cubicBezTo>
                    <a:cubicBezTo>
                      <a:pt x="5403" y="3019"/>
                      <a:pt x="5945" y="3082"/>
                      <a:pt x="6508" y="3124"/>
                    </a:cubicBezTo>
                    <a:lnTo>
                      <a:pt x="6842" y="3124"/>
                    </a:lnTo>
                    <a:lnTo>
                      <a:pt x="7238" y="3145"/>
                    </a:lnTo>
                    <a:cubicBezTo>
                      <a:pt x="7280" y="3155"/>
                      <a:pt x="7332" y="3155"/>
                      <a:pt x="7381" y="3155"/>
                    </a:cubicBezTo>
                    <a:cubicBezTo>
                      <a:pt x="7431" y="3155"/>
                      <a:pt x="7478" y="3155"/>
                      <a:pt x="7509" y="3165"/>
                    </a:cubicBezTo>
                    <a:cubicBezTo>
                      <a:pt x="7551" y="3186"/>
                      <a:pt x="7614" y="3186"/>
                      <a:pt x="7676" y="3186"/>
                    </a:cubicBezTo>
                    <a:lnTo>
                      <a:pt x="14517" y="3186"/>
                    </a:lnTo>
                    <a:cubicBezTo>
                      <a:pt x="14726" y="3186"/>
                      <a:pt x="14955" y="3165"/>
                      <a:pt x="15164" y="3165"/>
                    </a:cubicBezTo>
                    <a:lnTo>
                      <a:pt x="15665" y="3165"/>
                    </a:lnTo>
                    <a:cubicBezTo>
                      <a:pt x="16144" y="3145"/>
                      <a:pt x="16582" y="3124"/>
                      <a:pt x="17020" y="3103"/>
                    </a:cubicBezTo>
                    <a:lnTo>
                      <a:pt x="17145" y="3103"/>
                    </a:lnTo>
                    <a:lnTo>
                      <a:pt x="17312" y="3082"/>
                    </a:lnTo>
                    <a:lnTo>
                      <a:pt x="17855" y="3082"/>
                    </a:lnTo>
                    <a:cubicBezTo>
                      <a:pt x="19169" y="2999"/>
                      <a:pt x="20483" y="2832"/>
                      <a:pt x="21776" y="2602"/>
                    </a:cubicBezTo>
                    <a:cubicBezTo>
                      <a:pt x="21818" y="2602"/>
                      <a:pt x="21880" y="2581"/>
                      <a:pt x="21943" y="2581"/>
                    </a:cubicBezTo>
                    <a:lnTo>
                      <a:pt x="22110" y="2540"/>
                    </a:lnTo>
                    <a:cubicBezTo>
                      <a:pt x="23403" y="2269"/>
                      <a:pt x="24133" y="1956"/>
                      <a:pt x="24133" y="1601"/>
                    </a:cubicBezTo>
                    <a:cubicBezTo>
                      <a:pt x="24133" y="1288"/>
                      <a:pt x="23570" y="1017"/>
                      <a:pt x="22527" y="725"/>
                    </a:cubicBezTo>
                    <a:lnTo>
                      <a:pt x="22381" y="683"/>
                    </a:lnTo>
                    <a:cubicBezTo>
                      <a:pt x="22318" y="663"/>
                      <a:pt x="22276" y="663"/>
                      <a:pt x="22214" y="642"/>
                    </a:cubicBezTo>
                    <a:cubicBezTo>
                      <a:pt x="21004" y="391"/>
                      <a:pt x="19753" y="225"/>
                      <a:pt x="18501" y="120"/>
                    </a:cubicBezTo>
                    <a:lnTo>
                      <a:pt x="18355" y="99"/>
                    </a:lnTo>
                    <a:lnTo>
                      <a:pt x="17813" y="99"/>
                    </a:lnTo>
                    <a:cubicBezTo>
                      <a:pt x="17802" y="110"/>
                      <a:pt x="17787" y="115"/>
                      <a:pt x="17769" y="115"/>
                    </a:cubicBezTo>
                    <a:cubicBezTo>
                      <a:pt x="17750" y="115"/>
                      <a:pt x="17729" y="110"/>
                      <a:pt x="17709" y="99"/>
                    </a:cubicBezTo>
                    <a:lnTo>
                      <a:pt x="17396" y="99"/>
                    </a:lnTo>
                    <a:cubicBezTo>
                      <a:pt x="16916" y="79"/>
                      <a:pt x="16395" y="58"/>
                      <a:pt x="15873" y="16"/>
                    </a:cubicBezTo>
                    <a:lnTo>
                      <a:pt x="13183" y="16"/>
                    </a:lnTo>
                    <a:cubicBezTo>
                      <a:pt x="13172" y="6"/>
                      <a:pt x="13167" y="0"/>
                      <a:pt x="13162" y="0"/>
                    </a:cubicBezTo>
                    <a:cubicBezTo>
                      <a:pt x="13156" y="0"/>
                      <a:pt x="13151" y="6"/>
                      <a:pt x="13141" y="16"/>
                    </a:cubicBezTo>
                    <a:cubicBezTo>
                      <a:pt x="13130" y="6"/>
                      <a:pt x="13115" y="0"/>
                      <a:pt x="13099" y="0"/>
                    </a:cubicBezTo>
                    <a:close/>
                  </a:path>
                </a:pathLst>
              </a:custGeom>
              <a:solidFill>
                <a:srgbClr val="754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7"/>
              <p:cNvSpPr/>
              <p:nvPr/>
            </p:nvSpPr>
            <p:spPr>
              <a:xfrm>
                <a:off x="8336450" y="4072825"/>
                <a:ext cx="543350" cy="638900"/>
              </a:xfrm>
              <a:custGeom>
                <a:rect b="b" l="l" r="r" t="t"/>
                <a:pathLst>
                  <a:path extrusionOk="0" h="25556" w="21734">
                    <a:moveTo>
                      <a:pt x="17708" y="1"/>
                    </a:moveTo>
                    <a:cubicBezTo>
                      <a:pt x="17542" y="1"/>
                      <a:pt x="17375" y="10"/>
                      <a:pt x="17208" y="10"/>
                    </a:cubicBezTo>
                    <a:cubicBezTo>
                      <a:pt x="17208" y="31"/>
                      <a:pt x="17187" y="31"/>
                      <a:pt x="17187" y="52"/>
                    </a:cubicBezTo>
                    <a:cubicBezTo>
                      <a:pt x="16791" y="823"/>
                      <a:pt x="16645" y="1637"/>
                      <a:pt x="16457" y="2638"/>
                    </a:cubicBezTo>
                    <a:cubicBezTo>
                      <a:pt x="16123" y="4453"/>
                      <a:pt x="15560" y="6205"/>
                      <a:pt x="14809" y="7894"/>
                    </a:cubicBezTo>
                    <a:cubicBezTo>
                      <a:pt x="13745" y="10272"/>
                      <a:pt x="12265" y="12441"/>
                      <a:pt x="10450" y="14318"/>
                    </a:cubicBezTo>
                    <a:cubicBezTo>
                      <a:pt x="7592" y="17238"/>
                      <a:pt x="3963" y="19303"/>
                      <a:pt x="0" y="20325"/>
                    </a:cubicBezTo>
                    <a:cubicBezTo>
                      <a:pt x="397" y="21201"/>
                      <a:pt x="918" y="22015"/>
                      <a:pt x="1523" y="22724"/>
                    </a:cubicBezTo>
                    <a:cubicBezTo>
                      <a:pt x="2315" y="23662"/>
                      <a:pt x="3337" y="24372"/>
                      <a:pt x="4485" y="24768"/>
                    </a:cubicBezTo>
                    <a:cubicBezTo>
                      <a:pt x="4985" y="24956"/>
                      <a:pt x="5382" y="25206"/>
                      <a:pt x="5903" y="25289"/>
                    </a:cubicBezTo>
                    <a:cubicBezTo>
                      <a:pt x="6550" y="25435"/>
                      <a:pt x="7217" y="25498"/>
                      <a:pt x="7905" y="25540"/>
                    </a:cubicBezTo>
                    <a:cubicBezTo>
                      <a:pt x="8261" y="25550"/>
                      <a:pt x="8617" y="25556"/>
                      <a:pt x="8973" y="25556"/>
                    </a:cubicBezTo>
                    <a:cubicBezTo>
                      <a:pt x="9995" y="25556"/>
                      <a:pt x="11020" y="25513"/>
                      <a:pt x="12056" y="25435"/>
                    </a:cubicBezTo>
                    <a:cubicBezTo>
                      <a:pt x="13537" y="25331"/>
                      <a:pt x="14684" y="25102"/>
                      <a:pt x="15831" y="24121"/>
                    </a:cubicBezTo>
                    <a:cubicBezTo>
                      <a:pt x="16415" y="23600"/>
                      <a:pt x="16770" y="23016"/>
                      <a:pt x="17187" y="22515"/>
                    </a:cubicBezTo>
                    <a:cubicBezTo>
                      <a:pt x="17896" y="21556"/>
                      <a:pt x="18459" y="20513"/>
                      <a:pt x="18876" y="19387"/>
                    </a:cubicBezTo>
                    <a:cubicBezTo>
                      <a:pt x="19711" y="17176"/>
                      <a:pt x="20107" y="14840"/>
                      <a:pt x="20316" y="12483"/>
                    </a:cubicBezTo>
                    <a:cubicBezTo>
                      <a:pt x="20482" y="10647"/>
                      <a:pt x="20566" y="8770"/>
                      <a:pt x="20545" y="6914"/>
                    </a:cubicBezTo>
                    <a:cubicBezTo>
                      <a:pt x="20608" y="6914"/>
                      <a:pt x="20649" y="6893"/>
                      <a:pt x="20691" y="6872"/>
                    </a:cubicBezTo>
                    <a:cubicBezTo>
                      <a:pt x="20920" y="6789"/>
                      <a:pt x="21108" y="6622"/>
                      <a:pt x="21254" y="6434"/>
                    </a:cubicBezTo>
                    <a:cubicBezTo>
                      <a:pt x="21609" y="5892"/>
                      <a:pt x="21400" y="5120"/>
                      <a:pt x="21358" y="4411"/>
                    </a:cubicBezTo>
                    <a:cubicBezTo>
                      <a:pt x="21275" y="2847"/>
                      <a:pt x="21734" y="573"/>
                      <a:pt x="19732" y="135"/>
                    </a:cubicBezTo>
                    <a:cubicBezTo>
                      <a:pt x="19245" y="48"/>
                      <a:pt x="18758" y="5"/>
                      <a:pt x="18272" y="5"/>
                    </a:cubicBezTo>
                    <a:cubicBezTo>
                      <a:pt x="18174" y="5"/>
                      <a:pt x="18077" y="7"/>
                      <a:pt x="17980" y="10"/>
                    </a:cubicBezTo>
                    <a:lnTo>
                      <a:pt x="17959" y="10"/>
                    </a:lnTo>
                    <a:cubicBezTo>
                      <a:pt x="17875" y="3"/>
                      <a:pt x="17792" y="1"/>
                      <a:pt x="17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7"/>
              <p:cNvSpPr/>
              <p:nvPr/>
            </p:nvSpPr>
            <p:spPr>
              <a:xfrm>
                <a:off x="8435125" y="4665425"/>
                <a:ext cx="277825" cy="25950"/>
              </a:xfrm>
              <a:custGeom>
                <a:rect b="b" l="l" r="r" t="t"/>
                <a:pathLst>
                  <a:path extrusionOk="0" h="1038" w="11113">
                    <a:moveTo>
                      <a:pt x="10925" y="0"/>
                    </a:moveTo>
                    <a:cubicBezTo>
                      <a:pt x="10716" y="0"/>
                      <a:pt x="10508" y="63"/>
                      <a:pt x="10299" y="146"/>
                    </a:cubicBezTo>
                    <a:cubicBezTo>
                      <a:pt x="10090" y="209"/>
                      <a:pt x="9882" y="250"/>
                      <a:pt x="9673" y="292"/>
                    </a:cubicBezTo>
                    <a:cubicBezTo>
                      <a:pt x="9214" y="396"/>
                      <a:pt x="8776" y="480"/>
                      <a:pt x="8318" y="542"/>
                    </a:cubicBezTo>
                    <a:cubicBezTo>
                      <a:pt x="7661" y="603"/>
                      <a:pt x="7004" y="642"/>
                      <a:pt x="6348" y="642"/>
                    </a:cubicBezTo>
                    <a:cubicBezTo>
                      <a:pt x="6108" y="642"/>
                      <a:pt x="5867" y="637"/>
                      <a:pt x="5627" y="626"/>
                    </a:cubicBezTo>
                    <a:cubicBezTo>
                      <a:pt x="4730" y="605"/>
                      <a:pt x="3854" y="542"/>
                      <a:pt x="2957" y="459"/>
                    </a:cubicBezTo>
                    <a:cubicBezTo>
                      <a:pt x="2019" y="376"/>
                      <a:pt x="1059" y="355"/>
                      <a:pt x="141" y="209"/>
                    </a:cubicBezTo>
                    <a:cubicBezTo>
                      <a:pt x="134" y="207"/>
                      <a:pt x="128" y="207"/>
                      <a:pt x="122" y="207"/>
                    </a:cubicBezTo>
                    <a:cubicBezTo>
                      <a:pt x="32" y="207"/>
                      <a:pt x="1" y="337"/>
                      <a:pt x="79" y="376"/>
                    </a:cubicBezTo>
                    <a:lnTo>
                      <a:pt x="100" y="355"/>
                    </a:lnTo>
                    <a:cubicBezTo>
                      <a:pt x="997" y="605"/>
                      <a:pt x="1914" y="772"/>
                      <a:pt x="2853" y="834"/>
                    </a:cubicBezTo>
                    <a:cubicBezTo>
                      <a:pt x="3791" y="939"/>
                      <a:pt x="4730" y="1001"/>
                      <a:pt x="5689" y="1022"/>
                    </a:cubicBezTo>
                    <a:cubicBezTo>
                      <a:pt x="5919" y="1033"/>
                      <a:pt x="6151" y="1038"/>
                      <a:pt x="6384" y="1038"/>
                    </a:cubicBezTo>
                    <a:cubicBezTo>
                      <a:pt x="7084" y="1038"/>
                      <a:pt x="7796" y="991"/>
                      <a:pt x="8484" y="897"/>
                    </a:cubicBezTo>
                    <a:cubicBezTo>
                      <a:pt x="8943" y="855"/>
                      <a:pt x="9381" y="772"/>
                      <a:pt x="9840" y="668"/>
                    </a:cubicBezTo>
                    <a:cubicBezTo>
                      <a:pt x="10216" y="584"/>
                      <a:pt x="10737" y="522"/>
                      <a:pt x="11029" y="250"/>
                    </a:cubicBezTo>
                    <a:cubicBezTo>
                      <a:pt x="11112" y="146"/>
                      <a:pt x="11050" y="0"/>
                      <a:pt x="109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7"/>
              <p:cNvSpPr/>
              <p:nvPr/>
            </p:nvSpPr>
            <p:spPr>
              <a:xfrm>
                <a:off x="8300475" y="4293100"/>
                <a:ext cx="21400" cy="78925"/>
              </a:xfrm>
              <a:custGeom>
                <a:rect b="b" l="l" r="r" t="t"/>
                <a:pathLst>
                  <a:path extrusionOk="0" h="3157" w="856">
                    <a:moveTo>
                      <a:pt x="459" y="1"/>
                    </a:moveTo>
                    <a:cubicBezTo>
                      <a:pt x="407" y="1"/>
                      <a:pt x="355" y="22"/>
                      <a:pt x="313" y="63"/>
                    </a:cubicBezTo>
                    <a:lnTo>
                      <a:pt x="271" y="63"/>
                    </a:lnTo>
                    <a:cubicBezTo>
                      <a:pt x="167" y="147"/>
                      <a:pt x="84" y="272"/>
                      <a:pt x="42" y="418"/>
                    </a:cubicBezTo>
                    <a:cubicBezTo>
                      <a:pt x="21" y="564"/>
                      <a:pt x="0" y="710"/>
                      <a:pt x="21" y="877"/>
                    </a:cubicBezTo>
                    <a:lnTo>
                      <a:pt x="21" y="1628"/>
                    </a:lnTo>
                    <a:cubicBezTo>
                      <a:pt x="21" y="1878"/>
                      <a:pt x="42" y="2149"/>
                      <a:pt x="104" y="2420"/>
                    </a:cubicBezTo>
                    <a:cubicBezTo>
                      <a:pt x="125" y="2525"/>
                      <a:pt x="167" y="2650"/>
                      <a:pt x="209" y="2775"/>
                    </a:cubicBezTo>
                    <a:cubicBezTo>
                      <a:pt x="250" y="2900"/>
                      <a:pt x="271" y="3067"/>
                      <a:pt x="417" y="3129"/>
                    </a:cubicBezTo>
                    <a:cubicBezTo>
                      <a:pt x="452" y="3147"/>
                      <a:pt x="490" y="3157"/>
                      <a:pt x="527" y="3157"/>
                    </a:cubicBezTo>
                    <a:cubicBezTo>
                      <a:pt x="580" y="3157"/>
                      <a:pt x="631" y="3137"/>
                      <a:pt x="668" y="3088"/>
                    </a:cubicBezTo>
                    <a:cubicBezTo>
                      <a:pt x="793" y="3004"/>
                      <a:pt x="772" y="2879"/>
                      <a:pt x="793" y="2733"/>
                    </a:cubicBezTo>
                    <a:cubicBezTo>
                      <a:pt x="814" y="2608"/>
                      <a:pt x="834" y="2483"/>
                      <a:pt x="834" y="2358"/>
                    </a:cubicBezTo>
                    <a:cubicBezTo>
                      <a:pt x="855" y="2107"/>
                      <a:pt x="855" y="1836"/>
                      <a:pt x="834" y="1586"/>
                    </a:cubicBezTo>
                    <a:cubicBezTo>
                      <a:pt x="814" y="1315"/>
                      <a:pt x="814" y="1085"/>
                      <a:pt x="814" y="835"/>
                    </a:cubicBezTo>
                    <a:cubicBezTo>
                      <a:pt x="834" y="689"/>
                      <a:pt x="834" y="543"/>
                      <a:pt x="793" y="418"/>
                    </a:cubicBezTo>
                    <a:cubicBezTo>
                      <a:pt x="772" y="293"/>
                      <a:pt x="688" y="168"/>
                      <a:pt x="605" y="63"/>
                    </a:cubicBezTo>
                    <a:cubicBezTo>
                      <a:pt x="563" y="22"/>
                      <a:pt x="511"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7"/>
              <p:cNvSpPr/>
              <p:nvPr/>
            </p:nvSpPr>
            <p:spPr>
              <a:xfrm>
                <a:off x="8306200" y="4392250"/>
                <a:ext cx="72500" cy="193200"/>
              </a:xfrm>
              <a:custGeom>
                <a:rect b="b" l="l" r="r" t="t"/>
                <a:pathLst>
                  <a:path extrusionOk="0" h="7728" w="2900">
                    <a:moveTo>
                      <a:pt x="530" y="1"/>
                    </a:moveTo>
                    <a:cubicBezTo>
                      <a:pt x="432" y="1"/>
                      <a:pt x="331" y="48"/>
                      <a:pt x="272" y="144"/>
                    </a:cubicBezTo>
                    <a:lnTo>
                      <a:pt x="293" y="144"/>
                    </a:lnTo>
                    <a:cubicBezTo>
                      <a:pt x="1" y="707"/>
                      <a:pt x="293" y="1541"/>
                      <a:pt x="376" y="2125"/>
                    </a:cubicBezTo>
                    <a:cubicBezTo>
                      <a:pt x="522" y="2793"/>
                      <a:pt x="668" y="3481"/>
                      <a:pt x="877" y="4148"/>
                    </a:cubicBezTo>
                    <a:cubicBezTo>
                      <a:pt x="1064" y="4795"/>
                      <a:pt x="1294" y="5421"/>
                      <a:pt x="1544" y="6046"/>
                    </a:cubicBezTo>
                    <a:cubicBezTo>
                      <a:pt x="1815" y="6672"/>
                      <a:pt x="2045" y="7298"/>
                      <a:pt x="2629" y="7715"/>
                    </a:cubicBezTo>
                    <a:cubicBezTo>
                      <a:pt x="2650" y="7724"/>
                      <a:pt x="2673" y="7728"/>
                      <a:pt x="2696" y="7728"/>
                    </a:cubicBezTo>
                    <a:cubicBezTo>
                      <a:pt x="2786" y="7728"/>
                      <a:pt x="2879" y="7664"/>
                      <a:pt x="2879" y="7548"/>
                    </a:cubicBezTo>
                    <a:cubicBezTo>
                      <a:pt x="2900" y="6902"/>
                      <a:pt x="2629" y="6338"/>
                      <a:pt x="2378" y="5754"/>
                    </a:cubicBezTo>
                    <a:cubicBezTo>
                      <a:pt x="2149" y="5170"/>
                      <a:pt x="1919" y="4482"/>
                      <a:pt x="1732" y="3836"/>
                    </a:cubicBezTo>
                    <a:cubicBezTo>
                      <a:pt x="1523" y="3189"/>
                      <a:pt x="1377" y="2584"/>
                      <a:pt x="1231" y="1938"/>
                    </a:cubicBezTo>
                    <a:cubicBezTo>
                      <a:pt x="1169" y="1625"/>
                      <a:pt x="1106" y="1312"/>
                      <a:pt x="1064" y="999"/>
                    </a:cubicBezTo>
                    <a:cubicBezTo>
                      <a:pt x="1043" y="686"/>
                      <a:pt x="939" y="352"/>
                      <a:pt x="731" y="81"/>
                    </a:cubicBezTo>
                    <a:cubicBezTo>
                      <a:pt x="677" y="28"/>
                      <a:pt x="604" y="1"/>
                      <a:pt x="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7"/>
              <p:cNvSpPr/>
              <p:nvPr/>
            </p:nvSpPr>
            <p:spPr>
              <a:xfrm>
                <a:off x="8020975" y="3064075"/>
                <a:ext cx="492775" cy="1072100"/>
              </a:xfrm>
              <a:custGeom>
                <a:rect b="b" l="l" r="r" t="t"/>
                <a:pathLst>
                  <a:path extrusionOk="0" h="42884" w="19711">
                    <a:moveTo>
                      <a:pt x="981" y="1"/>
                    </a:moveTo>
                    <a:lnTo>
                      <a:pt x="981" y="1"/>
                    </a:lnTo>
                    <a:cubicBezTo>
                      <a:pt x="0" y="5737"/>
                      <a:pt x="2420" y="11514"/>
                      <a:pt x="5340" y="16582"/>
                    </a:cubicBezTo>
                    <a:cubicBezTo>
                      <a:pt x="8260" y="21630"/>
                      <a:pt x="11785" y="26469"/>
                      <a:pt x="13328" y="32100"/>
                    </a:cubicBezTo>
                    <a:cubicBezTo>
                      <a:pt x="13412" y="32455"/>
                      <a:pt x="13516" y="32810"/>
                      <a:pt x="13600" y="33185"/>
                    </a:cubicBezTo>
                    <a:cubicBezTo>
                      <a:pt x="13620" y="33310"/>
                      <a:pt x="13641" y="33435"/>
                      <a:pt x="13683" y="33581"/>
                    </a:cubicBezTo>
                    <a:cubicBezTo>
                      <a:pt x="13725" y="33706"/>
                      <a:pt x="13746" y="33852"/>
                      <a:pt x="13787" y="33998"/>
                    </a:cubicBezTo>
                    <a:cubicBezTo>
                      <a:pt x="13975" y="34854"/>
                      <a:pt x="14142" y="35709"/>
                      <a:pt x="14309" y="36585"/>
                    </a:cubicBezTo>
                    <a:cubicBezTo>
                      <a:pt x="14330" y="36647"/>
                      <a:pt x="14350" y="36731"/>
                      <a:pt x="14371" y="36793"/>
                    </a:cubicBezTo>
                    <a:cubicBezTo>
                      <a:pt x="14580" y="37836"/>
                      <a:pt x="14809" y="38858"/>
                      <a:pt x="15101" y="39859"/>
                    </a:cubicBezTo>
                    <a:cubicBezTo>
                      <a:pt x="15143" y="39964"/>
                      <a:pt x="15164" y="40068"/>
                      <a:pt x="15206" y="40172"/>
                    </a:cubicBezTo>
                    <a:cubicBezTo>
                      <a:pt x="15226" y="40235"/>
                      <a:pt x="15247" y="40297"/>
                      <a:pt x="15268" y="40360"/>
                    </a:cubicBezTo>
                    <a:cubicBezTo>
                      <a:pt x="15372" y="40694"/>
                      <a:pt x="15477" y="41007"/>
                      <a:pt x="15602" y="41340"/>
                    </a:cubicBezTo>
                    <a:cubicBezTo>
                      <a:pt x="15727" y="41695"/>
                      <a:pt x="15936" y="42237"/>
                      <a:pt x="16186" y="42821"/>
                    </a:cubicBezTo>
                    <a:lnTo>
                      <a:pt x="16353" y="42821"/>
                    </a:lnTo>
                    <a:lnTo>
                      <a:pt x="16770" y="42842"/>
                    </a:lnTo>
                    <a:cubicBezTo>
                      <a:pt x="16812" y="42852"/>
                      <a:pt x="16859" y="42852"/>
                      <a:pt x="16903" y="42852"/>
                    </a:cubicBezTo>
                    <a:cubicBezTo>
                      <a:pt x="16947" y="42852"/>
                      <a:pt x="16989" y="42852"/>
                      <a:pt x="17020" y="42863"/>
                    </a:cubicBezTo>
                    <a:cubicBezTo>
                      <a:pt x="17083" y="42884"/>
                      <a:pt x="17125" y="42884"/>
                      <a:pt x="17187" y="42884"/>
                    </a:cubicBezTo>
                    <a:lnTo>
                      <a:pt x="19690" y="42884"/>
                    </a:lnTo>
                    <a:cubicBezTo>
                      <a:pt x="19711" y="42717"/>
                      <a:pt x="19690" y="42550"/>
                      <a:pt x="19690" y="42383"/>
                    </a:cubicBezTo>
                    <a:cubicBezTo>
                      <a:pt x="19607" y="41465"/>
                      <a:pt x="19481" y="40548"/>
                      <a:pt x="19294" y="39630"/>
                    </a:cubicBezTo>
                    <a:cubicBezTo>
                      <a:pt x="19023" y="38274"/>
                      <a:pt x="18668" y="36939"/>
                      <a:pt x="18230" y="35625"/>
                    </a:cubicBezTo>
                    <a:cubicBezTo>
                      <a:pt x="18167" y="35417"/>
                      <a:pt x="18105" y="35208"/>
                      <a:pt x="18042" y="35000"/>
                    </a:cubicBezTo>
                    <a:cubicBezTo>
                      <a:pt x="17980" y="34812"/>
                      <a:pt x="17917" y="34603"/>
                      <a:pt x="17834" y="34395"/>
                    </a:cubicBezTo>
                    <a:lnTo>
                      <a:pt x="17792" y="34270"/>
                    </a:lnTo>
                    <a:cubicBezTo>
                      <a:pt x="17604" y="33727"/>
                      <a:pt x="17417" y="33206"/>
                      <a:pt x="17229" y="32684"/>
                    </a:cubicBezTo>
                    <a:lnTo>
                      <a:pt x="17125" y="32372"/>
                    </a:lnTo>
                    <a:cubicBezTo>
                      <a:pt x="16540" y="30766"/>
                      <a:pt x="15956" y="29180"/>
                      <a:pt x="15331" y="27595"/>
                    </a:cubicBezTo>
                    <a:cubicBezTo>
                      <a:pt x="15289" y="27491"/>
                      <a:pt x="15247" y="27366"/>
                      <a:pt x="15206" y="27261"/>
                    </a:cubicBezTo>
                    <a:cubicBezTo>
                      <a:pt x="15164" y="27178"/>
                      <a:pt x="15122" y="27074"/>
                      <a:pt x="15080" y="26990"/>
                    </a:cubicBezTo>
                    <a:cubicBezTo>
                      <a:pt x="14580" y="25718"/>
                      <a:pt x="14058" y="24467"/>
                      <a:pt x="13516" y="23236"/>
                    </a:cubicBezTo>
                    <a:cubicBezTo>
                      <a:pt x="13391" y="22965"/>
                      <a:pt x="13266" y="22715"/>
                      <a:pt x="13162" y="22485"/>
                    </a:cubicBezTo>
                    <a:cubicBezTo>
                      <a:pt x="13078" y="22256"/>
                      <a:pt x="12974" y="22026"/>
                      <a:pt x="12849" y="21797"/>
                    </a:cubicBezTo>
                    <a:cubicBezTo>
                      <a:pt x="12724" y="21526"/>
                      <a:pt x="12598" y="21234"/>
                      <a:pt x="12473" y="20983"/>
                    </a:cubicBezTo>
                    <a:cubicBezTo>
                      <a:pt x="12369" y="20775"/>
                      <a:pt x="12265" y="20566"/>
                      <a:pt x="12181" y="20399"/>
                    </a:cubicBezTo>
                    <a:cubicBezTo>
                      <a:pt x="12098" y="20212"/>
                      <a:pt x="12014" y="20024"/>
                      <a:pt x="11910" y="19857"/>
                    </a:cubicBezTo>
                    <a:cubicBezTo>
                      <a:pt x="11389" y="18793"/>
                      <a:pt x="10825" y="17750"/>
                      <a:pt x="10221" y="16728"/>
                    </a:cubicBezTo>
                    <a:cubicBezTo>
                      <a:pt x="7009" y="11201"/>
                      <a:pt x="2795" y="6133"/>
                      <a:pt x="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7"/>
              <p:cNvSpPr/>
              <p:nvPr/>
            </p:nvSpPr>
            <p:spPr>
              <a:xfrm>
                <a:off x="8144025" y="2627125"/>
                <a:ext cx="367125" cy="1509050"/>
              </a:xfrm>
              <a:custGeom>
                <a:rect b="b" l="l" r="r" t="t"/>
                <a:pathLst>
                  <a:path extrusionOk="0" h="60362" w="14685">
                    <a:moveTo>
                      <a:pt x="84" y="0"/>
                    </a:moveTo>
                    <a:cubicBezTo>
                      <a:pt x="1336" y="2920"/>
                      <a:pt x="1" y="5903"/>
                      <a:pt x="63" y="8969"/>
                    </a:cubicBezTo>
                    <a:cubicBezTo>
                      <a:pt x="105" y="11847"/>
                      <a:pt x="627" y="14705"/>
                      <a:pt x="1211" y="17520"/>
                    </a:cubicBezTo>
                    <a:cubicBezTo>
                      <a:pt x="1899" y="20858"/>
                      <a:pt x="3442" y="23945"/>
                      <a:pt x="4569" y="27157"/>
                    </a:cubicBezTo>
                    <a:cubicBezTo>
                      <a:pt x="5570" y="30118"/>
                      <a:pt x="6237" y="33164"/>
                      <a:pt x="6905" y="36209"/>
                    </a:cubicBezTo>
                    <a:lnTo>
                      <a:pt x="7134" y="37252"/>
                    </a:lnTo>
                    <a:cubicBezTo>
                      <a:pt x="7176" y="37460"/>
                      <a:pt x="7218" y="37648"/>
                      <a:pt x="7259" y="37857"/>
                    </a:cubicBezTo>
                    <a:cubicBezTo>
                      <a:pt x="7322" y="38086"/>
                      <a:pt x="7364" y="38295"/>
                      <a:pt x="7405" y="38503"/>
                    </a:cubicBezTo>
                    <a:cubicBezTo>
                      <a:pt x="8594" y="43989"/>
                      <a:pt x="9804" y="49495"/>
                      <a:pt x="11014" y="55001"/>
                    </a:cubicBezTo>
                    <a:lnTo>
                      <a:pt x="11222" y="55961"/>
                    </a:lnTo>
                    <a:cubicBezTo>
                      <a:pt x="11306" y="56357"/>
                      <a:pt x="11389" y="56753"/>
                      <a:pt x="11472" y="57150"/>
                    </a:cubicBezTo>
                    <a:cubicBezTo>
                      <a:pt x="11493" y="57191"/>
                      <a:pt x="11493" y="57212"/>
                      <a:pt x="11493" y="57233"/>
                    </a:cubicBezTo>
                    <a:cubicBezTo>
                      <a:pt x="11598" y="57692"/>
                      <a:pt x="11681" y="58130"/>
                      <a:pt x="11785" y="58568"/>
                    </a:cubicBezTo>
                    <a:cubicBezTo>
                      <a:pt x="11910" y="59173"/>
                      <a:pt x="12077" y="59778"/>
                      <a:pt x="12265" y="60362"/>
                    </a:cubicBezTo>
                    <a:lnTo>
                      <a:pt x="14685" y="60362"/>
                    </a:lnTo>
                    <a:cubicBezTo>
                      <a:pt x="14685" y="59235"/>
                      <a:pt x="14539" y="58109"/>
                      <a:pt x="14267" y="57025"/>
                    </a:cubicBezTo>
                    <a:cubicBezTo>
                      <a:pt x="14121" y="56357"/>
                      <a:pt x="13955" y="55711"/>
                      <a:pt x="13767" y="55064"/>
                    </a:cubicBezTo>
                    <a:cubicBezTo>
                      <a:pt x="13621" y="54522"/>
                      <a:pt x="13475" y="54000"/>
                      <a:pt x="13350" y="53479"/>
                    </a:cubicBezTo>
                    <a:cubicBezTo>
                      <a:pt x="13287" y="53228"/>
                      <a:pt x="13225" y="52978"/>
                      <a:pt x="13141" y="52707"/>
                    </a:cubicBezTo>
                    <a:cubicBezTo>
                      <a:pt x="13058" y="52415"/>
                      <a:pt x="12995" y="52123"/>
                      <a:pt x="12933" y="51831"/>
                    </a:cubicBezTo>
                    <a:cubicBezTo>
                      <a:pt x="12912" y="51768"/>
                      <a:pt x="12891" y="51706"/>
                      <a:pt x="12870" y="51643"/>
                    </a:cubicBezTo>
                    <a:cubicBezTo>
                      <a:pt x="12724" y="51122"/>
                      <a:pt x="12599" y="50580"/>
                      <a:pt x="12474" y="50037"/>
                    </a:cubicBezTo>
                    <a:cubicBezTo>
                      <a:pt x="11222" y="45073"/>
                      <a:pt x="10117" y="40088"/>
                      <a:pt x="9157" y="35062"/>
                    </a:cubicBezTo>
                    <a:cubicBezTo>
                      <a:pt x="9136" y="34957"/>
                      <a:pt x="9116" y="34832"/>
                      <a:pt x="9095" y="34749"/>
                    </a:cubicBezTo>
                    <a:cubicBezTo>
                      <a:pt x="9074" y="34665"/>
                      <a:pt x="9053" y="34582"/>
                      <a:pt x="9053" y="34498"/>
                    </a:cubicBezTo>
                    <a:cubicBezTo>
                      <a:pt x="8427" y="31266"/>
                      <a:pt x="7885" y="28033"/>
                      <a:pt x="7384" y="24800"/>
                    </a:cubicBezTo>
                    <a:cubicBezTo>
                      <a:pt x="6967" y="22005"/>
                      <a:pt x="6592" y="19189"/>
                      <a:pt x="5674" y="16519"/>
                    </a:cubicBezTo>
                    <a:cubicBezTo>
                      <a:pt x="5319" y="15518"/>
                      <a:pt x="4902" y="14538"/>
                      <a:pt x="4506" y="13578"/>
                    </a:cubicBezTo>
                    <a:cubicBezTo>
                      <a:pt x="4443" y="13432"/>
                      <a:pt x="4402" y="13307"/>
                      <a:pt x="4339" y="13182"/>
                    </a:cubicBezTo>
                    <a:cubicBezTo>
                      <a:pt x="4297" y="13057"/>
                      <a:pt x="4235" y="12911"/>
                      <a:pt x="4193" y="12786"/>
                    </a:cubicBezTo>
                    <a:cubicBezTo>
                      <a:pt x="3651" y="11534"/>
                      <a:pt x="3192" y="10220"/>
                      <a:pt x="2879" y="8885"/>
                    </a:cubicBezTo>
                    <a:cubicBezTo>
                      <a:pt x="2191" y="5799"/>
                      <a:pt x="1398" y="2920"/>
                      <a:pt x="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7"/>
              <p:cNvSpPr/>
              <p:nvPr/>
            </p:nvSpPr>
            <p:spPr>
              <a:xfrm>
                <a:off x="8251975" y="2753825"/>
                <a:ext cx="308725" cy="1382875"/>
              </a:xfrm>
              <a:custGeom>
                <a:rect b="b" l="l" r="r" t="t"/>
                <a:pathLst>
                  <a:path extrusionOk="0" h="55315" w="12349">
                    <a:moveTo>
                      <a:pt x="1273" y="1"/>
                    </a:moveTo>
                    <a:cubicBezTo>
                      <a:pt x="960" y="939"/>
                      <a:pt x="689" y="1919"/>
                      <a:pt x="501" y="2900"/>
                    </a:cubicBezTo>
                    <a:cubicBezTo>
                      <a:pt x="480" y="3046"/>
                      <a:pt x="438" y="3171"/>
                      <a:pt x="417" y="3296"/>
                    </a:cubicBezTo>
                    <a:cubicBezTo>
                      <a:pt x="397" y="3421"/>
                      <a:pt x="376" y="3546"/>
                      <a:pt x="355" y="3671"/>
                    </a:cubicBezTo>
                    <a:cubicBezTo>
                      <a:pt x="125" y="5027"/>
                      <a:pt x="21" y="6383"/>
                      <a:pt x="21" y="7760"/>
                    </a:cubicBezTo>
                    <a:cubicBezTo>
                      <a:pt x="21" y="7906"/>
                      <a:pt x="0" y="8031"/>
                      <a:pt x="21" y="8177"/>
                    </a:cubicBezTo>
                    <a:cubicBezTo>
                      <a:pt x="42" y="8323"/>
                      <a:pt x="42" y="8469"/>
                      <a:pt x="42" y="8615"/>
                    </a:cubicBezTo>
                    <a:cubicBezTo>
                      <a:pt x="84" y="9720"/>
                      <a:pt x="188" y="10805"/>
                      <a:pt x="397" y="11889"/>
                    </a:cubicBezTo>
                    <a:cubicBezTo>
                      <a:pt x="751" y="13933"/>
                      <a:pt x="1398" y="15894"/>
                      <a:pt x="1773" y="17938"/>
                    </a:cubicBezTo>
                    <a:cubicBezTo>
                      <a:pt x="2420" y="21338"/>
                      <a:pt x="2336" y="24842"/>
                      <a:pt x="2733" y="28304"/>
                    </a:cubicBezTo>
                    <a:cubicBezTo>
                      <a:pt x="2962" y="30265"/>
                      <a:pt x="3317" y="32205"/>
                      <a:pt x="3776" y="34144"/>
                    </a:cubicBezTo>
                    <a:cubicBezTo>
                      <a:pt x="3817" y="34374"/>
                      <a:pt x="3880" y="34582"/>
                      <a:pt x="3942" y="34853"/>
                    </a:cubicBezTo>
                    <a:cubicBezTo>
                      <a:pt x="4005" y="35125"/>
                      <a:pt x="4068" y="35417"/>
                      <a:pt x="4130" y="35667"/>
                    </a:cubicBezTo>
                    <a:cubicBezTo>
                      <a:pt x="4464" y="37043"/>
                      <a:pt x="4839" y="38399"/>
                      <a:pt x="5194" y="39755"/>
                    </a:cubicBezTo>
                    <a:cubicBezTo>
                      <a:pt x="5632" y="41403"/>
                      <a:pt x="6195" y="43113"/>
                      <a:pt x="6737" y="44844"/>
                    </a:cubicBezTo>
                    <a:cubicBezTo>
                      <a:pt x="6821" y="45115"/>
                      <a:pt x="6904" y="45386"/>
                      <a:pt x="6967" y="45637"/>
                    </a:cubicBezTo>
                    <a:cubicBezTo>
                      <a:pt x="7071" y="45970"/>
                      <a:pt x="7175" y="46304"/>
                      <a:pt x="7280" y="46638"/>
                    </a:cubicBezTo>
                    <a:cubicBezTo>
                      <a:pt x="7822" y="48411"/>
                      <a:pt x="8239" y="50225"/>
                      <a:pt x="8531" y="52082"/>
                    </a:cubicBezTo>
                    <a:cubicBezTo>
                      <a:pt x="8573" y="52395"/>
                      <a:pt x="8615" y="52707"/>
                      <a:pt x="8656" y="53020"/>
                    </a:cubicBezTo>
                    <a:cubicBezTo>
                      <a:pt x="8677" y="53271"/>
                      <a:pt x="8698" y="53500"/>
                      <a:pt x="8719" y="53709"/>
                    </a:cubicBezTo>
                    <a:lnTo>
                      <a:pt x="8719" y="53917"/>
                    </a:lnTo>
                    <a:lnTo>
                      <a:pt x="8719" y="54480"/>
                    </a:lnTo>
                    <a:cubicBezTo>
                      <a:pt x="8698" y="54751"/>
                      <a:pt x="8677" y="55023"/>
                      <a:pt x="8677" y="55315"/>
                    </a:cubicBezTo>
                    <a:lnTo>
                      <a:pt x="12223" y="55315"/>
                    </a:lnTo>
                    <a:cubicBezTo>
                      <a:pt x="12265" y="55064"/>
                      <a:pt x="12306" y="54793"/>
                      <a:pt x="12306" y="54543"/>
                    </a:cubicBezTo>
                    <a:cubicBezTo>
                      <a:pt x="12348" y="54042"/>
                      <a:pt x="12348" y="53521"/>
                      <a:pt x="12306" y="53083"/>
                    </a:cubicBezTo>
                    <a:cubicBezTo>
                      <a:pt x="12306" y="52728"/>
                      <a:pt x="12285" y="52353"/>
                      <a:pt x="12244" y="51977"/>
                    </a:cubicBezTo>
                    <a:cubicBezTo>
                      <a:pt x="12160" y="51060"/>
                      <a:pt x="12035" y="50121"/>
                      <a:pt x="11868" y="49203"/>
                    </a:cubicBezTo>
                    <a:cubicBezTo>
                      <a:pt x="11639" y="47973"/>
                      <a:pt x="11326" y="46742"/>
                      <a:pt x="10971" y="45532"/>
                    </a:cubicBezTo>
                    <a:cubicBezTo>
                      <a:pt x="10971" y="45470"/>
                      <a:pt x="10951" y="45407"/>
                      <a:pt x="10930" y="45345"/>
                    </a:cubicBezTo>
                    <a:cubicBezTo>
                      <a:pt x="10492" y="43843"/>
                      <a:pt x="10012" y="42341"/>
                      <a:pt x="9532" y="40860"/>
                    </a:cubicBezTo>
                    <a:cubicBezTo>
                      <a:pt x="9449" y="40610"/>
                      <a:pt x="9365" y="40360"/>
                      <a:pt x="9303" y="40130"/>
                    </a:cubicBezTo>
                    <a:cubicBezTo>
                      <a:pt x="9219" y="39838"/>
                      <a:pt x="9115" y="39546"/>
                      <a:pt x="9032" y="39275"/>
                    </a:cubicBezTo>
                    <a:lnTo>
                      <a:pt x="8990" y="39087"/>
                    </a:lnTo>
                    <a:cubicBezTo>
                      <a:pt x="8927" y="38941"/>
                      <a:pt x="8886" y="38795"/>
                      <a:pt x="8844" y="38629"/>
                    </a:cubicBezTo>
                    <a:cubicBezTo>
                      <a:pt x="8823" y="38587"/>
                      <a:pt x="8802" y="38524"/>
                      <a:pt x="8802" y="38483"/>
                    </a:cubicBezTo>
                    <a:cubicBezTo>
                      <a:pt x="8740" y="38274"/>
                      <a:pt x="8677" y="38065"/>
                      <a:pt x="8615" y="37857"/>
                    </a:cubicBezTo>
                    <a:cubicBezTo>
                      <a:pt x="8031" y="35938"/>
                      <a:pt x="7592" y="33957"/>
                      <a:pt x="7342" y="31933"/>
                    </a:cubicBezTo>
                    <a:cubicBezTo>
                      <a:pt x="7238" y="31057"/>
                      <a:pt x="7175" y="30181"/>
                      <a:pt x="7134" y="29284"/>
                    </a:cubicBezTo>
                    <a:cubicBezTo>
                      <a:pt x="7113" y="28826"/>
                      <a:pt x="7113" y="28408"/>
                      <a:pt x="7092" y="27908"/>
                    </a:cubicBezTo>
                    <a:cubicBezTo>
                      <a:pt x="7071" y="27428"/>
                      <a:pt x="7071" y="26928"/>
                      <a:pt x="7071" y="26448"/>
                    </a:cubicBezTo>
                    <a:cubicBezTo>
                      <a:pt x="7050" y="24091"/>
                      <a:pt x="7050" y="21755"/>
                      <a:pt x="6654" y="19461"/>
                    </a:cubicBezTo>
                    <a:cubicBezTo>
                      <a:pt x="6633" y="19335"/>
                      <a:pt x="6612" y="19231"/>
                      <a:pt x="6591" y="19127"/>
                    </a:cubicBezTo>
                    <a:cubicBezTo>
                      <a:pt x="6570" y="18960"/>
                      <a:pt x="6529" y="18772"/>
                      <a:pt x="6487" y="18605"/>
                    </a:cubicBezTo>
                    <a:cubicBezTo>
                      <a:pt x="6445" y="18355"/>
                      <a:pt x="6383" y="18126"/>
                      <a:pt x="6320" y="17875"/>
                    </a:cubicBezTo>
                    <a:cubicBezTo>
                      <a:pt x="6299" y="17813"/>
                      <a:pt x="6278" y="17729"/>
                      <a:pt x="6258" y="17646"/>
                    </a:cubicBezTo>
                    <a:cubicBezTo>
                      <a:pt x="6195" y="17354"/>
                      <a:pt x="6112" y="17041"/>
                      <a:pt x="6028" y="16791"/>
                    </a:cubicBezTo>
                    <a:cubicBezTo>
                      <a:pt x="5945" y="16541"/>
                      <a:pt x="5882" y="16290"/>
                      <a:pt x="5799" y="16040"/>
                    </a:cubicBezTo>
                    <a:cubicBezTo>
                      <a:pt x="4088" y="10680"/>
                      <a:pt x="1022" y="5590"/>
                      <a:pt x="1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7"/>
              <p:cNvSpPr/>
              <p:nvPr/>
            </p:nvSpPr>
            <p:spPr>
              <a:xfrm>
                <a:off x="8248850" y="2724625"/>
                <a:ext cx="315500" cy="1412075"/>
              </a:xfrm>
              <a:custGeom>
                <a:rect b="b" l="l" r="r" t="t"/>
                <a:pathLst>
                  <a:path extrusionOk="0" h="56483" w="12620">
                    <a:moveTo>
                      <a:pt x="1606" y="1"/>
                    </a:moveTo>
                    <a:lnTo>
                      <a:pt x="1252" y="1043"/>
                    </a:lnTo>
                    <a:cubicBezTo>
                      <a:pt x="1001" y="1815"/>
                      <a:pt x="772" y="2608"/>
                      <a:pt x="584" y="3421"/>
                    </a:cubicBezTo>
                    <a:cubicBezTo>
                      <a:pt x="563" y="3567"/>
                      <a:pt x="522" y="3713"/>
                      <a:pt x="501" y="3859"/>
                    </a:cubicBezTo>
                    <a:cubicBezTo>
                      <a:pt x="459" y="4005"/>
                      <a:pt x="438" y="4109"/>
                      <a:pt x="417" y="4235"/>
                    </a:cubicBezTo>
                    <a:cubicBezTo>
                      <a:pt x="146" y="5632"/>
                      <a:pt x="0" y="7050"/>
                      <a:pt x="0" y="8490"/>
                    </a:cubicBezTo>
                    <a:lnTo>
                      <a:pt x="0" y="8886"/>
                    </a:lnTo>
                    <a:lnTo>
                      <a:pt x="0" y="9303"/>
                    </a:lnTo>
                    <a:cubicBezTo>
                      <a:pt x="21" y="10554"/>
                      <a:pt x="146" y="11806"/>
                      <a:pt x="376" y="13036"/>
                    </a:cubicBezTo>
                    <a:cubicBezTo>
                      <a:pt x="563" y="14079"/>
                      <a:pt x="834" y="15122"/>
                      <a:pt x="1085" y="16144"/>
                    </a:cubicBezTo>
                    <a:cubicBezTo>
                      <a:pt x="1335" y="17104"/>
                      <a:pt x="1564" y="18084"/>
                      <a:pt x="1752" y="19064"/>
                    </a:cubicBezTo>
                    <a:cubicBezTo>
                      <a:pt x="2107" y="21150"/>
                      <a:pt x="2315" y="23236"/>
                      <a:pt x="2399" y="25342"/>
                    </a:cubicBezTo>
                    <a:cubicBezTo>
                      <a:pt x="2482" y="26677"/>
                      <a:pt x="2566" y="28075"/>
                      <a:pt x="2712" y="29430"/>
                    </a:cubicBezTo>
                    <a:cubicBezTo>
                      <a:pt x="2920" y="31182"/>
                      <a:pt x="3212" y="32914"/>
                      <a:pt x="3609" y="34645"/>
                    </a:cubicBezTo>
                    <a:cubicBezTo>
                      <a:pt x="3650" y="34833"/>
                      <a:pt x="3692" y="35041"/>
                      <a:pt x="3734" y="35229"/>
                    </a:cubicBezTo>
                    <a:cubicBezTo>
                      <a:pt x="3734" y="35250"/>
                      <a:pt x="3734" y="35271"/>
                      <a:pt x="3755" y="35312"/>
                    </a:cubicBezTo>
                    <a:cubicBezTo>
                      <a:pt x="3817" y="35542"/>
                      <a:pt x="3859" y="35792"/>
                      <a:pt x="3921" y="36021"/>
                    </a:cubicBezTo>
                    <a:cubicBezTo>
                      <a:pt x="4318" y="37669"/>
                      <a:pt x="4735" y="39296"/>
                      <a:pt x="5173" y="40902"/>
                    </a:cubicBezTo>
                    <a:cubicBezTo>
                      <a:pt x="5527" y="42237"/>
                      <a:pt x="5965" y="43572"/>
                      <a:pt x="6403" y="44990"/>
                    </a:cubicBezTo>
                    <a:cubicBezTo>
                      <a:pt x="6633" y="45720"/>
                      <a:pt x="6862" y="46471"/>
                      <a:pt x="7092" y="47201"/>
                    </a:cubicBezTo>
                    <a:lnTo>
                      <a:pt x="7384" y="48202"/>
                    </a:lnTo>
                    <a:cubicBezTo>
                      <a:pt x="7551" y="48765"/>
                      <a:pt x="7697" y="49349"/>
                      <a:pt x="7843" y="49912"/>
                    </a:cubicBezTo>
                    <a:cubicBezTo>
                      <a:pt x="7843" y="49933"/>
                      <a:pt x="7843" y="49933"/>
                      <a:pt x="7843" y="49933"/>
                    </a:cubicBezTo>
                    <a:cubicBezTo>
                      <a:pt x="8072" y="50809"/>
                      <a:pt x="8260" y="51665"/>
                      <a:pt x="8406" y="52520"/>
                    </a:cubicBezTo>
                    <a:cubicBezTo>
                      <a:pt x="8448" y="52749"/>
                      <a:pt x="8468" y="52958"/>
                      <a:pt x="8510" y="53187"/>
                    </a:cubicBezTo>
                    <a:cubicBezTo>
                      <a:pt x="8552" y="53479"/>
                      <a:pt x="8594" y="53792"/>
                      <a:pt x="8614" y="54063"/>
                    </a:cubicBezTo>
                    <a:cubicBezTo>
                      <a:pt x="8635" y="54355"/>
                      <a:pt x="8656" y="54585"/>
                      <a:pt x="8677" y="54835"/>
                    </a:cubicBezTo>
                    <a:cubicBezTo>
                      <a:pt x="8677" y="54877"/>
                      <a:pt x="8677" y="54939"/>
                      <a:pt x="8677" y="54981"/>
                    </a:cubicBezTo>
                    <a:lnTo>
                      <a:pt x="8677" y="55711"/>
                    </a:lnTo>
                    <a:cubicBezTo>
                      <a:pt x="8677" y="55982"/>
                      <a:pt x="8656" y="56170"/>
                      <a:pt x="8656" y="56420"/>
                    </a:cubicBezTo>
                    <a:lnTo>
                      <a:pt x="8969" y="56420"/>
                    </a:lnTo>
                    <a:lnTo>
                      <a:pt x="8969" y="56107"/>
                    </a:lnTo>
                    <a:cubicBezTo>
                      <a:pt x="8969" y="56003"/>
                      <a:pt x="8969" y="55836"/>
                      <a:pt x="8990" y="55711"/>
                    </a:cubicBezTo>
                    <a:lnTo>
                      <a:pt x="8990" y="55627"/>
                    </a:lnTo>
                    <a:cubicBezTo>
                      <a:pt x="8990" y="55440"/>
                      <a:pt x="8990" y="55252"/>
                      <a:pt x="8990" y="55085"/>
                    </a:cubicBezTo>
                    <a:lnTo>
                      <a:pt x="8990" y="54814"/>
                    </a:lnTo>
                    <a:cubicBezTo>
                      <a:pt x="8969" y="54272"/>
                      <a:pt x="8906" y="53729"/>
                      <a:pt x="8823" y="53166"/>
                    </a:cubicBezTo>
                    <a:cubicBezTo>
                      <a:pt x="8489" y="50914"/>
                      <a:pt x="7843" y="48578"/>
                      <a:pt x="7133" y="46304"/>
                    </a:cubicBezTo>
                    <a:cubicBezTo>
                      <a:pt x="7050" y="46054"/>
                      <a:pt x="6967" y="45762"/>
                      <a:pt x="6862" y="45491"/>
                    </a:cubicBezTo>
                    <a:cubicBezTo>
                      <a:pt x="6800" y="45303"/>
                      <a:pt x="6758" y="45094"/>
                      <a:pt x="6695" y="44907"/>
                    </a:cubicBezTo>
                    <a:cubicBezTo>
                      <a:pt x="6695" y="44865"/>
                      <a:pt x="6675" y="44844"/>
                      <a:pt x="6654" y="44802"/>
                    </a:cubicBezTo>
                    <a:cubicBezTo>
                      <a:pt x="6216" y="43426"/>
                      <a:pt x="5819" y="42112"/>
                      <a:pt x="5465" y="40819"/>
                    </a:cubicBezTo>
                    <a:cubicBezTo>
                      <a:pt x="5194" y="39776"/>
                      <a:pt x="4902" y="38691"/>
                      <a:pt x="4631" y="37627"/>
                    </a:cubicBezTo>
                    <a:lnTo>
                      <a:pt x="4401" y="36710"/>
                    </a:lnTo>
                    <a:cubicBezTo>
                      <a:pt x="4339" y="36459"/>
                      <a:pt x="4276" y="36188"/>
                      <a:pt x="4213" y="35917"/>
                    </a:cubicBezTo>
                    <a:cubicBezTo>
                      <a:pt x="3671" y="33769"/>
                      <a:pt x="3275" y="31600"/>
                      <a:pt x="3025" y="29389"/>
                    </a:cubicBezTo>
                    <a:cubicBezTo>
                      <a:pt x="2858" y="28054"/>
                      <a:pt x="2774" y="26677"/>
                      <a:pt x="2691" y="25342"/>
                    </a:cubicBezTo>
                    <a:cubicBezTo>
                      <a:pt x="2566" y="23257"/>
                      <a:pt x="2441" y="21108"/>
                      <a:pt x="2044" y="19023"/>
                    </a:cubicBezTo>
                    <a:cubicBezTo>
                      <a:pt x="1877" y="18021"/>
                      <a:pt x="1627" y="17041"/>
                      <a:pt x="1377" y="16082"/>
                    </a:cubicBezTo>
                    <a:cubicBezTo>
                      <a:pt x="1126" y="15060"/>
                      <a:pt x="855" y="14017"/>
                      <a:pt x="668" y="12995"/>
                    </a:cubicBezTo>
                    <a:cubicBezTo>
                      <a:pt x="501" y="12035"/>
                      <a:pt x="396" y="11097"/>
                      <a:pt x="334" y="10137"/>
                    </a:cubicBezTo>
                    <a:cubicBezTo>
                      <a:pt x="334" y="9991"/>
                      <a:pt x="334" y="9845"/>
                      <a:pt x="313" y="9678"/>
                    </a:cubicBezTo>
                    <a:cubicBezTo>
                      <a:pt x="313" y="9532"/>
                      <a:pt x="313" y="9386"/>
                      <a:pt x="313" y="9261"/>
                    </a:cubicBezTo>
                    <a:cubicBezTo>
                      <a:pt x="292" y="7926"/>
                      <a:pt x="376" y="6591"/>
                      <a:pt x="584" y="5277"/>
                    </a:cubicBezTo>
                    <a:cubicBezTo>
                      <a:pt x="584" y="5173"/>
                      <a:pt x="605" y="5048"/>
                      <a:pt x="626" y="4923"/>
                    </a:cubicBezTo>
                    <a:lnTo>
                      <a:pt x="688" y="4547"/>
                    </a:lnTo>
                    <a:cubicBezTo>
                      <a:pt x="855" y="3734"/>
                      <a:pt x="1043" y="2941"/>
                      <a:pt x="1272" y="2149"/>
                    </a:cubicBezTo>
                    <a:cubicBezTo>
                      <a:pt x="1356" y="5736"/>
                      <a:pt x="2733" y="9178"/>
                      <a:pt x="4067" y="12536"/>
                    </a:cubicBezTo>
                    <a:cubicBezTo>
                      <a:pt x="4777" y="14288"/>
                      <a:pt x="5486" y="16103"/>
                      <a:pt x="6028" y="17938"/>
                    </a:cubicBezTo>
                    <a:cubicBezTo>
                      <a:pt x="6111" y="18209"/>
                      <a:pt x="6195" y="18480"/>
                      <a:pt x="6257" y="18751"/>
                    </a:cubicBezTo>
                    <a:cubicBezTo>
                      <a:pt x="6341" y="19064"/>
                      <a:pt x="6403" y="19377"/>
                      <a:pt x="6466" y="19690"/>
                    </a:cubicBezTo>
                    <a:cubicBezTo>
                      <a:pt x="6487" y="19690"/>
                      <a:pt x="6487" y="19690"/>
                      <a:pt x="6466" y="19711"/>
                    </a:cubicBezTo>
                    <a:cubicBezTo>
                      <a:pt x="6508" y="19899"/>
                      <a:pt x="6549" y="20086"/>
                      <a:pt x="6591" y="20274"/>
                    </a:cubicBezTo>
                    <a:cubicBezTo>
                      <a:pt x="6612" y="20399"/>
                      <a:pt x="6633" y="20503"/>
                      <a:pt x="6654" y="20608"/>
                    </a:cubicBezTo>
                    <a:cubicBezTo>
                      <a:pt x="6716" y="21067"/>
                      <a:pt x="6779" y="21525"/>
                      <a:pt x="6841" y="21963"/>
                    </a:cubicBezTo>
                    <a:cubicBezTo>
                      <a:pt x="6967" y="23215"/>
                      <a:pt x="7029" y="24445"/>
                      <a:pt x="7050" y="25697"/>
                    </a:cubicBezTo>
                    <a:cubicBezTo>
                      <a:pt x="7050" y="26260"/>
                      <a:pt x="7071" y="26823"/>
                      <a:pt x="7071" y="27366"/>
                    </a:cubicBezTo>
                    <a:lnTo>
                      <a:pt x="7071" y="27574"/>
                    </a:lnTo>
                    <a:cubicBezTo>
                      <a:pt x="7071" y="28054"/>
                      <a:pt x="7071" y="28554"/>
                      <a:pt x="7092" y="29055"/>
                    </a:cubicBezTo>
                    <a:cubicBezTo>
                      <a:pt x="7092" y="30390"/>
                      <a:pt x="7175" y="31746"/>
                      <a:pt x="7321" y="33080"/>
                    </a:cubicBezTo>
                    <a:cubicBezTo>
                      <a:pt x="7613" y="35291"/>
                      <a:pt x="8114" y="37481"/>
                      <a:pt x="8781" y="39609"/>
                    </a:cubicBezTo>
                    <a:cubicBezTo>
                      <a:pt x="8844" y="39817"/>
                      <a:pt x="8906" y="40026"/>
                      <a:pt x="8969" y="40235"/>
                    </a:cubicBezTo>
                    <a:lnTo>
                      <a:pt x="9032" y="40443"/>
                    </a:lnTo>
                    <a:lnTo>
                      <a:pt x="9178" y="40881"/>
                    </a:lnTo>
                    <a:cubicBezTo>
                      <a:pt x="9219" y="41006"/>
                      <a:pt x="9261" y="41152"/>
                      <a:pt x="9282" y="41277"/>
                    </a:cubicBezTo>
                    <a:cubicBezTo>
                      <a:pt x="9365" y="41507"/>
                      <a:pt x="9449" y="41757"/>
                      <a:pt x="9511" y="41987"/>
                    </a:cubicBezTo>
                    <a:cubicBezTo>
                      <a:pt x="9595" y="42237"/>
                      <a:pt x="9657" y="42425"/>
                      <a:pt x="9720" y="42654"/>
                    </a:cubicBezTo>
                    <a:cubicBezTo>
                      <a:pt x="9720" y="42675"/>
                      <a:pt x="9741" y="42696"/>
                      <a:pt x="9762" y="42717"/>
                    </a:cubicBezTo>
                    <a:cubicBezTo>
                      <a:pt x="10158" y="43947"/>
                      <a:pt x="10533" y="45199"/>
                      <a:pt x="10909" y="46450"/>
                    </a:cubicBezTo>
                    <a:cubicBezTo>
                      <a:pt x="10930" y="46513"/>
                      <a:pt x="10950" y="46575"/>
                      <a:pt x="10971" y="46659"/>
                    </a:cubicBezTo>
                    <a:cubicBezTo>
                      <a:pt x="11451" y="48327"/>
                      <a:pt x="11826" y="50017"/>
                      <a:pt x="12098" y="51748"/>
                    </a:cubicBezTo>
                    <a:cubicBezTo>
                      <a:pt x="12139" y="52186"/>
                      <a:pt x="12202" y="52624"/>
                      <a:pt x="12244" y="53062"/>
                    </a:cubicBezTo>
                    <a:lnTo>
                      <a:pt x="12244" y="53104"/>
                    </a:lnTo>
                    <a:cubicBezTo>
                      <a:pt x="12306" y="53959"/>
                      <a:pt x="12327" y="54835"/>
                      <a:pt x="12285" y="55711"/>
                    </a:cubicBezTo>
                    <a:cubicBezTo>
                      <a:pt x="12264" y="55961"/>
                      <a:pt x="12244" y="56232"/>
                      <a:pt x="12181" y="56483"/>
                    </a:cubicBezTo>
                    <a:lnTo>
                      <a:pt x="12515" y="56483"/>
                    </a:lnTo>
                    <a:cubicBezTo>
                      <a:pt x="12536" y="56378"/>
                      <a:pt x="12556" y="56253"/>
                      <a:pt x="12556" y="56149"/>
                    </a:cubicBezTo>
                    <a:cubicBezTo>
                      <a:pt x="12577" y="55982"/>
                      <a:pt x="12598" y="55857"/>
                      <a:pt x="12598" y="55711"/>
                    </a:cubicBezTo>
                    <a:cubicBezTo>
                      <a:pt x="12619" y="55419"/>
                      <a:pt x="12619" y="55127"/>
                      <a:pt x="12619" y="54835"/>
                    </a:cubicBezTo>
                    <a:cubicBezTo>
                      <a:pt x="12619" y="54272"/>
                      <a:pt x="12598" y="53667"/>
                      <a:pt x="12536" y="53104"/>
                    </a:cubicBezTo>
                    <a:cubicBezTo>
                      <a:pt x="12431" y="51873"/>
                      <a:pt x="12244" y="50663"/>
                      <a:pt x="11993" y="49474"/>
                    </a:cubicBezTo>
                    <a:cubicBezTo>
                      <a:pt x="11785" y="48515"/>
                      <a:pt x="11534" y="47556"/>
                      <a:pt x="11263" y="46596"/>
                    </a:cubicBezTo>
                    <a:cubicBezTo>
                      <a:pt x="11242" y="46554"/>
                      <a:pt x="11242" y="46513"/>
                      <a:pt x="11222" y="46471"/>
                    </a:cubicBezTo>
                    <a:cubicBezTo>
                      <a:pt x="10846" y="45157"/>
                      <a:pt x="10450" y="43885"/>
                      <a:pt x="10033" y="42612"/>
                    </a:cubicBezTo>
                    <a:cubicBezTo>
                      <a:pt x="9887" y="42133"/>
                      <a:pt x="9720" y="41653"/>
                      <a:pt x="9574" y="41173"/>
                    </a:cubicBezTo>
                    <a:cubicBezTo>
                      <a:pt x="9490" y="40902"/>
                      <a:pt x="9407" y="40610"/>
                      <a:pt x="9324" y="40339"/>
                    </a:cubicBezTo>
                    <a:lnTo>
                      <a:pt x="9324" y="40339"/>
                    </a:lnTo>
                    <a:cubicBezTo>
                      <a:pt x="9324" y="40339"/>
                      <a:pt x="9324" y="40339"/>
                      <a:pt x="9324" y="40339"/>
                    </a:cubicBezTo>
                    <a:cubicBezTo>
                      <a:pt x="9279" y="40184"/>
                      <a:pt x="9235" y="40047"/>
                      <a:pt x="9191" y="39909"/>
                    </a:cubicBezTo>
                    <a:lnTo>
                      <a:pt x="9191" y="39909"/>
                    </a:lnTo>
                    <a:cubicBezTo>
                      <a:pt x="9156" y="39790"/>
                      <a:pt x="9123" y="39670"/>
                      <a:pt x="9094" y="39546"/>
                    </a:cubicBezTo>
                    <a:cubicBezTo>
                      <a:pt x="9052" y="39442"/>
                      <a:pt x="9032" y="39359"/>
                      <a:pt x="9011" y="39254"/>
                    </a:cubicBezTo>
                    <a:cubicBezTo>
                      <a:pt x="8987" y="39194"/>
                      <a:pt x="8970" y="39148"/>
                      <a:pt x="8955" y="39108"/>
                    </a:cubicBezTo>
                    <a:lnTo>
                      <a:pt x="8955" y="39108"/>
                    </a:lnTo>
                    <a:cubicBezTo>
                      <a:pt x="8946" y="39075"/>
                      <a:pt x="8937" y="39042"/>
                      <a:pt x="8927" y="39004"/>
                    </a:cubicBezTo>
                    <a:cubicBezTo>
                      <a:pt x="8927" y="38983"/>
                      <a:pt x="8927" y="38963"/>
                      <a:pt x="8907" y="38942"/>
                    </a:cubicBezTo>
                    <a:lnTo>
                      <a:pt x="8907" y="38942"/>
                    </a:lnTo>
                    <a:cubicBezTo>
                      <a:pt x="8907" y="38942"/>
                      <a:pt x="8907" y="38942"/>
                      <a:pt x="8906" y="38941"/>
                    </a:cubicBezTo>
                    <a:cubicBezTo>
                      <a:pt x="8889" y="38884"/>
                      <a:pt x="8872" y="38827"/>
                      <a:pt x="8855" y="38771"/>
                    </a:cubicBezTo>
                    <a:lnTo>
                      <a:pt x="8855" y="38771"/>
                    </a:lnTo>
                    <a:cubicBezTo>
                      <a:pt x="8817" y="38631"/>
                      <a:pt x="8784" y="38484"/>
                      <a:pt x="8740" y="38337"/>
                    </a:cubicBezTo>
                    <a:cubicBezTo>
                      <a:pt x="8239" y="36605"/>
                      <a:pt x="7864" y="34833"/>
                      <a:pt x="7634" y="33039"/>
                    </a:cubicBezTo>
                    <a:cubicBezTo>
                      <a:pt x="7571" y="32642"/>
                      <a:pt x="7551" y="32225"/>
                      <a:pt x="7509" y="31829"/>
                    </a:cubicBezTo>
                    <a:cubicBezTo>
                      <a:pt x="7467" y="31328"/>
                      <a:pt x="7446" y="30849"/>
                      <a:pt x="7425" y="30369"/>
                    </a:cubicBezTo>
                    <a:lnTo>
                      <a:pt x="7425" y="30369"/>
                    </a:lnTo>
                    <a:cubicBezTo>
                      <a:pt x="7425" y="30369"/>
                      <a:pt x="7425" y="30369"/>
                      <a:pt x="7425" y="30369"/>
                    </a:cubicBezTo>
                    <a:cubicBezTo>
                      <a:pt x="7405" y="29889"/>
                      <a:pt x="7384" y="29472"/>
                      <a:pt x="7384" y="29013"/>
                    </a:cubicBezTo>
                    <a:cubicBezTo>
                      <a:pt x="7363" y="28450"/>
                      <a:pt x="7363" y="27908"/>
                      <a:pt x="7363" y="27345"/>
                    </a:cubicBezTo>
                    <a:cubicBezTo>
                      <a:pt x="7342" y="25009"/>
                      <a:pt x="7321" y="22568"/>
                      <a:pt x="6883" y="20191"/>
                    </a:cubicBezTo>
                    <a:cubicBezTo>
                      <a:pt x="6841" y="20024"/>
                      <a:pt x="6800" y="19836"/>
                      <a:pt x="6758" y="19669"/>
                    </a:cubicBezTo>
                    <a:cubicBezTo>
                      <a:pt x="6716" y="19440"/>
                      <a:pt x="6675" y="19210"/>
                      <a:pt x="6612" y="18981"/>
                    </a:cubicBezTo>
                    <a:cubicBezTo>
                      <a:pt x="6549" y="18751"/>
                      <a:pt x="6508" y="18564"/>
                      <a:pt x="6445" y="18355"/>
                    </a:cubicBezTo>
                    <a:cubicBezTo>
                      <a:pt x="6403" y="18209"/>
                      <a:pt x="6362" y="18042"/>
                      <a:pt x="6320" y="17875"/>
                    </a:cubicBezTo>
                    <a:cubicBezTo>
                      <a:pt x="6237" y="17625"/>
                      <a:pt x="6174" y="17354"/>
                      <a:pt x="6091" y="17104"/>
                    </a:cubicBezTo>
                    <a:cubicBezTo>
                      <a:pt x="6007" y="16833"/>
                      <a:pt x="5924" y="16645"/>
                      <a:pt x="5861" y="16415"/>
                    </a:cubicBezTo>
                    <a:cubicBezTo>
                      <a:pt x="5402" y="15039"/>
                      <a:pt x="4860" y="13704"/>
                      <a:pt x="4339" y="12390"/>
                    </a:cubicBezTo>
                    <a:cubicBezTo>
                      <a:pt x="2879" y="8761"/>
                      <a:pt x="1377" y="5006"/>
                      <a:pt x="1564" y="1085"/>
                    </a:cubicBezTo>
                    <a:lnTo>
                      <a:pt x="1606" y="1"/>
                    </a:lnTo>
                    <a:close/>
                  </a:path>
                </a:pathLst>
              </a:cu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7"/>
              <p:cNvSpPr/>
              <p:nvPr/>
            </p:nvSpPr>
            <p:spPr>
              <a:xfrm>
                <a:off x="8225900" y="2434700"/>
                <a:ext cx="361375" cy="1702000"/>
              </a:xfrm>
              <a:custGeom>
                <a:rect b="b" l="l" r="r" t="t"/>
                <a:pathLst>
                  <a:path extrusionOk="0" h="68080" w="14455">
                    <a:moveTo>
                      <a:pt x="0" y="1"/>
                    </a:moveTo>
                    <a:cubicBezTo>
                      <a:pt x="126" y="293"/>
                      <a:pt x="230" y="564"/>
                      <a:pt x="313" y="856"/>
                    </a:cubicBezTo>
                    <a:cubicBezTo>
                      <a:pt x="1627" y="4589"/>
                      <a:pt x="2065" y="8323"/>
                      <a:pt x="1481" y="12223"/>
                    </a:cubicBezTo>
                    <a:cubicBezTo>
                      <a:pt x="1335" y="13308"/>
                      <a:pt x="1314" y="14392"/>
                      <a:pt x="1419" y="15456"/>
                    </a:cubicBezTo>
                    <a:cubicBezTo>
                      <a:pt x="1440" y="15644"/>
                      <a:pt x="1460" y="15811"/>
                      <a:pt x="1481" y="15998"/>
                    </a:cubicBezTo>
                    <a:cubicBezTo>
                      <a:pt x="1481" y="16165"/>
                      <a:pt x="1523" y="16332"/>
                      <a:pt x="1544" y="16499"/>
                    </a:cubicBezTo>
                    <a:cubicBezTo>
                      <a:pt x="1878" y="18918"/>
                      <a:pt x="2608" y="21296"/>
                      <a:pt x="3129" y="23674"/>
                    </a:cubicBezTo>
                    <a:cubicBezTo>
                      <a:pt x="4130" y="28221"/>
                      <a:pt x="5152" y="32580"/>
                      <a:pt x="5423" y="37211"/>
                    </a:cubicBezTo>
                    <a:cubicBezTo>
                      <a:pt x="5507" y="38420"/>
                      <a:pt x="5590" y="39630"/>
                      <a:pt x="5695" y="40861"/>
                    </a:cubicBezTo>
                    <a:cubicBezTo>
                      <a:pt x="5736" y="41382"/>
                      <a:pt x="5778" y="41903"/>
                      <a:pt x="5820" y="42446"/>
                    </a:cubicBezTo>
                    <a:cubicBezTo>
                      <a:pt x="5882" y="42967"/>
                      <a:pt x="5924" y="43530"/>
                      <a:pt x="5987" y="44052"/>
                    </a:cubicBezTo>
                    <a:cubicBezTo>
                      <a:pt x="6237" y="46617"/>
                      <a:pt x="6550" y="49162"/>
                      <a:pt x="6925" y="51706"/>
                    </a:cubicBezTo>
                    <a:cubicBezTo>
                      <a:pt x="6946" y="51915"/>
                      <a:pt x="6988" y="52103"/>
                      <a:pt x="7009" y="52332"/>
                    </a:cubicBezTo>
                    <a:cubicBezTo>
                      <a:pt x="7050" y="52582"/>
                      <a:pt x="7092" y="52812"/>
                      <a:pt x="7134" y="53041"/>
                    </a:cubicBezTo>
                    <a:cubicBezTo>
                      <a:pt x="7321" y="54397"/>
                      <a:pt x="7551" y="55753"/>
                      <a:pt x="7801" y="57129"/>
                    </a:cubicBezTo>
                    <a:cubicBezTo>
                      <a:pt x="7864" y="57547"/>
                      <a:pt x="7947" y="57964"/>
                      <a:pt x="8010" y="58381"/>
                    </a:cubicBezTo>
                    <a:cubicBezTo>
                      <a:pt x="8114" y="58881"/>
                      <a:pt x="8197" y="59361"/>
                      <a:pt x="8302" y="59841"/>
                    </a:cubicBezTo>
                    <a:cubicBezTo>
                      <a:pt x="8615" y="61509"/>
                      <a:pt x="8969" y="63178"/>
                      <a:pt x="9345" y="64826"/>
                    </a:cubicBezTo>
                    <a:cubicBezTo>
                      <a:pt x="9407" y="65118"/>
                      <a:pt x="9449" y="65389"/>
                      <a:pt x="9532" y="65702"/>
                    </a:cubicBezTo>
                    <a:cubicBezTo>
                      <a:pt x="9616" y="66036"/>
                      <a:pt x="9678" y="66348"/>
                      <a:pt x="9762" y="66661"/>
                    </a:cubicBezTo>
                    <a:cubicBezTo>
                      <a:pt x="9804" y="66870"/>
                      <a:pt x="9845" y="67078"/>
                      <a:pt x="9908" y="67266"/>
                    </a:cubicBezTo>
                    <a:cubicBezTo>
                      <a:pt x="9908" y="67287"/>
                      <a:pt x="9908" y="67308"/>
                      <a:pt x="9908" y="67329"/>
                    </a:cubicBezTo>
                    <a:cubicBezTo>
                      <a:pt x="9970" y="67579"/>
                      <a:pt x="10033" y="67829"/>
                      <a:pt x="10116" y="68059"/>
                    </a:cubicBezTo>
                    <a:lnTo>
                      <a:pt x="10596" y="68059"/>
                    </a:lnTo>
                    <a:lnTo>
                      <a:pt x="10972" y="68080"/>
                    </a:lnTo>
                    <a:lnTo>
                      <a:pt x="14225" y="68080"/>
                    </a:lnTo>
                    <a:cubicBezTo>
                      <a:pt x="14246" y="68059"/>
                      <a:pt x="14246" y="68038"/>
                      <a:pt x="14267" y="68017"/>
                    </a:cubicBezTo>
                    <a:cubicBezTo>
                      <a:pt x="14288" y="67934"/>
                      <a:pt x="14288" y="67871"/>
                      <a:pt x="14309" y="67808"/>
                    </a:cubicBezTo>
                    <a:cubicBezTo>
                      <a:pt x="14330" y="67725"/>
                      <a:pt x="14350" y="67642"/>
                      <a:pt x="14371" y="67537"/>
                    </a:cubicBezTo>
                    <a:cubicBezTo>
                      <a:pt x="14392" y="67412"/>
                      <a:pt x="14413" y="67266"/>
                      <a:pt x="14434" y="67120"/>
                    </a:cubicBezTo>
                    <a:cubicBezTo>
                      <a:pt x="14455" y="66828"/>
                      <a:pt x="14455" y="66536"/>
                      <a:pt x="14434" y="66244"/>
                    </a:cubicBezTo>
                    <a:cubicBezTo>
                      <a:pt x="14455" y="66223"/>
                      <a:pt x="14455" y="66223"/>
                      <a:pt x="14434" y="66223"/>
                    </a:cubicBezTo>
                    <a:cubicBezTo>
                      <a:pt x="14434" y="65931"/>
                      <a:pt x="14413" y="65639"/>
                      <a:pt x="14371" y="65368"/>
                    </a:cubicBezTo>
                    <a:cubicBezTo>
                      <a:pt x="14371" y="65264"/>
                      <a:pt x="14350" y="65160"/>
                      <a:pt x="14350" y="65076"/>
                    </a:cubicBezTo>
                    <a:cubicBezTo>
                      <a:pt x="14330" y="64972"/>
                      <a:pt x="14309" y="64888"/>
                      <a:pt x="14309" y="64784"/>
                    </a:cubicBezTo>
                    <a:cubicBezTo>
                      <a:pt x="14288" y="64742"/>
                      <a:pt x="14288" y="64680"/>
                      <a:pt x="14288" y="64638"/>
                    </a:cubicBezTo>
                    <a:lnTo>
                      <a:pt x="14225" y="64117"/>
                    </a:lnTo>
                    <a:cubicBezTo>
                      <a:pt x="14163" y="63741"/>
                      <a:pt x="14121" y="63366"/>
                      <a:pt x="14058" y="62990"/>
                    </a:cubicBezTo>
                    <a:cubicBezTo>
                      <a:pt x="13975" y="62427"/>
                      <a:pt x="13871" y="61843"/>
                      <a:pt x="13766" y="61259"/>
                    </a:cubicBezTo>
                    <a:cubicBezTo>
                      <a:pt x="13725" y="61009"/>
                      <a:pt x="13683" y="60779"/>
                      <a:pt x="13641" y="60508"/>
                    </a:cubicBezTo>
                    <a:cubicBezTo>
                      <a:pt x="13600" y="60258"/>
                      <a:pt x="13558" y="60029"/>
                      <a:pt x="13495" y="59778"/>
                    </a:cubicBezTo>
                    <a:cubicBezTo>
                      <a:pt x="13349" y="58965"/>
                      <a:pt x="13182" y="58172"/>
                      <a:pt x="13016" y="57359"/>
                    </a:cubicBezTo>
                    <a:cubicBezTo>
                      <a:pt x="12870" y="56671"/>
                      <a:pt x="12724" y="55961"/>
                      <a:pt x="12578" y="55252"/>
                    </a:cubicBezTo>
                    <a:lnTo>
                      <a:pt x="12515" y="55065"/>
                    </a:lnTo>
                    <a:cubicBezTo>
                      <a:pt x="11848" y="52019"/>
                      <a:pt x="11138" y="48974"/>
                      <a:pt x="10534" y="45929"/>
                    </a:cubicBezTo>
                    <a:cubicBezTo>
                      <a:pt x="10513" y="45825"/>
                      <a:pt x="10492" y="45720"/>
                      <a:pt x="10471" y="45616"/>
                    </a:cubicBezTo>
                    <a:cubicBezTo>
                      <a:pt x="10450" y="45491"/>
                      <a:pt x="10429" y="45387"/>
                      <a:pt x="10408" y="45282"/>
                    </a:cubicBezTo>
                    <a:cubicBezTo>
                      <a:pt x="10137" y="43843"/>
                      <a:pt x="9887" y="42404"/>
                      <a:pt x="9678" y="40944"/>
                    </a:cubicBezTo>
                    <a:cubicBezTo>
                      <a:pt x="9282" y="38274"/>
                      <a:pt x="9094" y="35584"/>
                      <a:pt x="9115" y="32893"/>
                    </a:cubicBezTo>
                    <a:lnTo>
                      <a:pt x="9115" y="32538"/>
                    </a:lnTo>
                    <a:cubicBezTo>
                      <a:pt x="9136" y="31829"/>
                      <a:pt x="9157" y="31120"/>
                      <a:pt x="9178" y="30411"/>
                    </a:cubicBezTo>
                    <a:lnTo>
                      <a:pt x="9178" y="30244"/>
                    </a:lnTo>
                    <a:cubicBezTo>
                      <a:pt x="9178" y="30223"/>
                      <a:pt x="9178" y="30202"/>
                      <a:pt x="9178" y="30182"/>
                    </a:cubicBezTo>
                    <a:lnTo>
                      <a:pt x="9178" y="29931"/>
                    </a:lnTo>
                    <a:cubicBezTo>
                      <a:pt x="9199" y="29014"/>
                      <a:pt x="9199" y="28096"/>
                      <a:pt x="9136" y="27199"/>
                    </a:cubicBezTo>
                    <a:cubicBezTo>
                      <a:pt x="9115" y="27032"/>
                      <a:pt x="9115" y="26886"/>
                      <a:pt x="9094" y="26719"/>
                    </a:cubicBezTo>
                    <a:cubicBezTo>
                      <a:pt x="9094" y="26677"/>
                      <a:pt x="9074" y="26615"/>
                      <a:pt x="9074" y="26573"/>
                    </a:cubicBezTo>
                    <a:cubicBezTo>
                      <a:pt x="9053" y="26365"/>
                      <a:pt x="9032" y="26135"/>
                      <a:pt x="8990" y="25927"/>
                    </a:cubicBezTo>
                    <a:cubicBezTo>
                      <a:pt x="8990" y="25906"/>
                      <a:pt x="8990" y="25885"/>
                      <a:pt x="8990" y="25885"/>
                    </a:cubicBezTo>
                    <a:cubicBezTo>
                      <a:pt x="8761" y="24362"/>
                      <a:pt x="8260" y="22902"/>
                      <a:pt x="7843" y="21421"/>
                    </a:cubicBezTo>
                    <a:cubicBezTo>
                      <a:pt x="7780" y="21275"/>
                      <a:pt x="7739" y="21109"/>
                      <a:pt x="7697" y="20942"/>
                    </a:cubicBezTo>
                    <a:cubicBezTo>
                      <a:pt x="7655" y="20775"/>
                      <a:pt x="7593" y="20608"/>
                      <a:pt x="7551" y="20441"/>
                    </a:cubicBezTo>
                    <a:cubicBezTo>
                      <a:pt x="7363" y="19753"/>
                      <a:pt x="7217" y="19064"/>
                      <a:pt x="7113" y="18355"/>
                    </a:cubicBezTo>
                    <a:cubicBezTo>
                      <a:pt x="6571" y="14518"/>
                      <a:pt x="6904" y="11201"/>
                      <a:pt x="5799" y="7864"/>
                    </a:cubicBezTo>
                    <a:cubicBezTo>
                      <a:pt x="5757" y="7760"/>
                      <a:pt x="5715" y="7614"/>
                      <a:pt x="5674" y="7489"/>
                    </a:cubicBezTo>
                    <a:cubicBezTo>
                      <a:pt x="5632" y="7384"/>
                      <a:pt x="5590" y="7280"/>
                      <a:pt x="5549" y="7155"/>
                    </a:cubicBezTo>
                    <a:cubicBezTo>
                      <a:pt x="5173" y="6195"/>
                      <a:pt x="4673" y="5278"/>
                      <a:pt x="4068" y="4423"/>
                    </a:cubicBezTo>
                    <a:cubicBezTo>
                      <a:pt x="3192" y="3213"/>
                      <a:pt x="1398" y="2087"/>
                      <a:pt x="459" y="772"/>
                    </a:cubicBezTo>
                    <a:cubicBezTo>
                      <a:pt x="272" y="543"/>
                      <a:pt x="126" y="27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7"/>
              <p:cNvSpPr/>
              <p:nvPr/>
            </p:nvSpPr>
            <p:spPr>
              <a:xfrm>
                <a:off x="8362525" y="2410725"/>
                <a:ext cx="225275" cy="1725450"/>
              </a:xfrm>
              <a:custGeom>
                <a:rect b="b" l="l" r="r" t="t"/>
                <a:pathLst>
                  <a:path extrusionOk="0" h="69018" w="9011">
                    <a:moveTo>
                      <a:pt x="1481" y="0"/>
                    </a:moveTo>
                    <a:lnTo>
                      <a:pt x="1481" y="0"/>
                    </a:lnTo>
                    <a:cubicBezTo>
                      <a:pt x="834" y="2670"/>
                      <a:pt x="417" y="5402"/>
                      <a:pt x="230" y="8156"/>
                    </a:cubicBezTo>
                    <a:cubicBezTo>
                      <a:pt x="230" y="8260"/>
                      <a:pt x="209" y="8364"/>
                      <a:pt x="209" y="8468"/>
                    </a:cubicBezTo>
                    <a:cubicBezTo>
                      <a:pt x="209" y="8594"/>
                      <a:pt x="188" y="8740"/>
                      <a:pt x="188" y="8865"/>
                    </a:cubicBezTo>
                    <a:cubicBezTo>
                      <a:pt x="0" y="12744"/>
                      <a:pt x="84" y="16665"/>
                      <a:pt x="459" y="20545"/>
                    </a:cubicBezTo>
                    <a:cubicBezTo>
                      <a:pt x="709" y="23590"/>
                      <a:pt x="1210" y="26635"/>
                      <a:pt x="1544" y="29681"/>
                    </a:cubicBezTo>
                    <a:cubicBezTo>
                      <a:pt x="1564" y="29931"/>
                      <a:pt x="1585" y="30160"/>
                      <a:pt x="1627" y="30452"/>
                    </a:cubicBezTo>
                    <a:cubicBezTo>
                      <a:pt x="1648" y="30744"/>
                      <a:pt x="1669" y="31015"/>
                      <a:pt x="1690" y="31307"/>
                    </a:cubicBezTo>
                    <a:cubicBezTo>
                      <a:pt x="1773" y="32350"/>
                      <a:pt x="1836" y="33414"/>
                      <a:pt x="1836" y="34457"/>
                    </a:cubicBezTo>
                    <a:cubicBezTo>
                      <a:pt x="1856" y="39275"/>
                      <a:pt x="855" y="44135"/>
                      <a:pt x="1752" y="48869"/>
                    </a:cubicBezTo>
                    <a:cubicBezTo>
                      <a:pt x="2211" y="51226"/>
                      <a:pt x="3108" y="53479"/>
                      <a:pt x="3671" y="55815"/>
                    </a:cubicBezTo>
                    <a:cubicBezTo>
                      <a:pt x="4005" y="57338"/>
                      <a:pt x="4234" y="58881"/>
                      <a:pt x="4339" y="60445"/>
                    </a:cubicBezTo>
                    <a:lnTo>
                      <a:pt x="4339" y="60487"/>
                    </a:lnTo>
                    <a:cubicBezTo>
                      <a:pt x="4359" y="60675"/>
                      <a:pt x="4380" y="60862"/>
                      <a:pt x="4380" y="61071"/>
                    </a:cubicBezTo>
                    <a:cubicBezTo>
                      <a:pt x="4401" y="61154"/>
                      <a:pt x="4401" y="61238"/>
                      <a:pt x="4401" y="61363"/>
                    </a:cubicBezTo>
                    <a:cubicBezTo>
                      <a:pt x="4422" y="61467"/>
                      <a:pt x="4422" y="61551"/>
                      <a:pt x="4422" y="61697"/>
                    </a:cubicBezTo>
                    <a:cubicBezTo>
                      <a:pt x="4443" y="61864"/>
                      <a:pt x="4464" y="62010"/>
                      <a:pt x="4464" y="62176"/>
                    </a:cubicBezTo>
                    <a:cubicBezTo>
                      <a:pt x="4526" y="63345"/>
                      <a:pt x="4589" y="64533"/>
                      <a:pt x="4672" y="65722"/>
                    </a:cubicBezTo>
                    <a:cubicBezTo>
                      <a:pt x="4735" y="66807"/>
                      <a:pt x="4818" y="67912"/>
                      <a:pt x="4964" y="68997"/>
                    </a:cubicBezTo>
                    <a:lnTo>
                      <a:pt x="5131" y="68997"/>
                    </a:lnTo>
                    <a:lnTo>
                      <a:pt x="5507" y="69018"/>
                    </a:lnTo>
                    <a:lnTo>
                      <a:pt x="8072" y="69018"/>
                    </a:lnTo>
                    <a:cubicBezTo>
                      <a:pt x="8176" y="68747"/>
                      <a:pt x="8260" y="68455"/>
                      <a:pt x="8364" y="68183"/>
                    </a:cubicBezTo>
                    <a:cubicBezTo>
                      <a:pt x="8385" y="68100"/>
                      <a:pt x="8385" y="68037"/>
                      <a:pt x="8427" y="67933"/>
                    </a:cubicBezTo>
                    <a:cubicBezTo>
                      <a:pt x="8447" y="67829"/>
                      <a:pt x="8468" y="67725"/>
                      <a:pt x="8510" y="67641"/>
                    </a:cubicBezTo>
                    <a:cubicBezTo>
                      <a:pt x="8531" y="67537"/>
                      <a:pt x="8573" y="67412"/>
                      <a:pt x="8593" y="67307"/>
                    </a:cubicBezTo>
                    <a:cubicBezTo>
                      <a:pt x="8677" y="66932"/>
                      <a:pt x="8739" y="66577"/>
                      <a:pt x="8802" y="66202"/>
                    </a:cubicBezTo>
                    <a:cubicBezTo>
                      <a:pt x="8802" y="66160"/>
                      <a:pt x="8802" y="66139"/>
                      <a:pt x="8802" y="66119"/>
                    </a:cubicBezTo>
                    <a:cubicBezTo>
                      <a:pt x="8823" y="66014"/>
                      <a:pt x="8823" y="65889"/>
                      <a:pt x="8844" y="65785"/>
                    </a:cubicBezTo>
                    <a:cubicBezTo>
                      <a:pt x="8844" y="65743"/>
                      <a:pt x="8844" y="65681"/>
                      <a:pt x="8865" y="65639"/>
                    </a:cubicBezTo>
                    <a:cubicBezTo>
                      <a:pt x="8885" y="65597"/>
                      <a:pt x="8885" y="65555"/>
                      <a:pt x="8885" y="65514"/>
                    </a:cubicBezTo>
                    <a:lnTo>
                      <a:pt x="8885" y="65389"/>
                    </a:lnTo>
                    <a:cubicBezTo>
                      <a:pt x="8906" y="65138"/>
                      <a:pt x="8948" y="64867"/>
                      <a:pt x="8948" y="64617"/>
                    </a:cubicBezTo>
                    <a:cubicBezTo>
                      <a:pt x="9011" y="63470"/>
                      <a:pt x="8969" y="62343"/>
                      <a:pt x="8844" y="61217"/>
                    </a:cubicBezTo>
                    <a:cubicBezTo>
                      <a:pt x="8802" y="60842"/>
                      <a:pt x="8760" y="60466"/>
                      <a:pt x="8698" y="60112"/>
                    </a:cubicBezTo>
                    <a:cubicBezTo>
                      <a:pt x="8656" y="59840"/>
                      <a:pt x="8614" y="59590"/>
                      <a:pt x="8552" y="59319"/>
                    </a:cubicBezTo>
                    <a:cubicBezTo>
                      <a:pt x="8531" y="59194"/>
                      <a:pt x="8510" y="59069"/>
                      <a:pt x="8489" y="58944"/>
                    </a:cubicBezTo>
                    <a:cubicBezTo>
                      <a:pt x="8406" y="58485"/>
                      <a:pt x="8301" y="58047"/>
                      <a:pt x="8197" y="57630"/>
                    </a:cubicBezTo>
                    <a:cubicBezTo>
                      <a:pt x="8114" y="57233"/>
                      <a:pt x="8009" y="56816"/>
                      <a:pt x="7905" y="56420"/>
                    </a:cubicBezTo>
                    <a:cubicBezTo>
                      <a:pt x="7905" y="56420"/>
                      <a:pt x="7905" y="56399"/>
                      <a:pt x="7905" y="56399"/>
                    </a:cubicBezTo>
                    <a:cubicBezTo>
                      <a:pt x="7843" y="56170"/>
                      <a:pt x="7759" y="55898"/>
                      <a:pt x="7697" y="55648"/>
                    </a:cubicBezTo>
                    <a:cubicBezTo>
                      <a:pt x="7634" y="55440"/>
                      <a:pt x="7592" y="55252"/>
                      <a:pt x="7530" y="55064"/>
                    </a:cubicBezTo>
                    <a:cubicBezTo>
                      <a:pt x="6883" y="52832"/>
                      <a:pt x="6153" y="50601"/>
                      <a:pt x="5611" y="48348"/>
                    </a:cubicBezTo>
                    <a:cubicBezTo>
                      <a:pt x="5444" y="47743"/>
                      <a:pt x="5319" y="47138"/>
                      <a:pt x="5194" y="46533"/>
                    </a:cubicBezTo>
                    <a:lnTo>
                      <a:pt x="5131" y="46221"/>
                    </a:lnTo>
                    <a:cubicBezTo>
                      <a:pt x="5110" y="46116"/>
                      <a:pt x="5089" y="46012"/>
                      <a:pt x="5069" y="45908"/>
                    </a:cubicBezTo>
                    <a:cubicBezTo>
                      <a:pt x="4714" y="44135"/>
                      <a:pt x="4464" y="42362"/>
                      <a:pt x="4276" y="40589"/>
                    </a:cubicBezTo>
                    <a:cubicBezTo>
                      <a:pt x="4005" y="37878"/>
                      <a:pt x="3859" y="35145"/>
                      <a:pt x="3775" y="32413"/>
                    </a:cubicBezTo>
                    <a:cubicBezTo>
                      <a:pt x="3775" y="32058"/>
                      <a:pt x="3755" y="31725"/>
                      <a:pt x="3755" y="31391"/>
                    </a:cubicBezTo>
                    <a:lnTo>
                      <a:pt x="3755" y="31224"/>
                    </a:lnTo>
                    <a:cubicBezTo>
                      <a:pt x="3755" y="31203"/>
                      <a:pt x="3755" y="31182"/>
                      <a:pt x="3755" y="31161"/>
                    </a:cubicBezTo>
                    <a:lnTo>
                      <a:pt x="3755" y="31141"/>
                    </a:lnTo>
                    <a:lnTo>
                      <a:pt x="3755" y="30890"/>
                    </a:lnTo>
                    <a:cubicBezTo>
                      <a:pt x="3734" y="30411"/>
                      <a:pt x="3713" y="29889"/>
                      <a:pt x="3713" y="29472"/>
                    </a:cubicBezTo>
                    <a:lnTo>
                      <a:pt x="3713" y="28158"/>
                    </a:lnTo>
                    <a:lnTo>
                      <a:pt x="3713" y="27803"/>
                    </a:lnTo>
                    <a:lnTo>
                      <a:pt x="3713" y="27678"/>
                    </a:lnTo>
                    <a:cubicBezTo>
                      <a:pt x="3713" y="27616"/>
                      <a:pt x="3713" y="27574"/>
                      <a:pt x="3713" y="27532"/>
                    </a:cubicBezTo>
                    <a:lnTo>
                      <a:pt x="3713" y="27178"/>
                    </a:lnTo>
                    <a:cubicBezTo>
                      <a:pt x="3734" y="26531"/>
                      <a:pt x="3734" y="25905"/>
                      <a:pt x="3755" y="25280"/>
                    </a:cubicBezTo>
                    <a:lnTo>
                      <a:pt x="3755" y="25092"/>
                    </a:lnTo>
                    <a:cubicBezTo>
                      <a:pt x="3775" y="24320"/>
                      <a:pt x="3817" y="23528"/>
                      <a:pt x="3838" y="22756"/>
                    </a:cubicBezTo>
                    <a:lnTo>
                      <a:pt x="3838" y="22526"/>
                    </a:lnTo>
                    <a:cubicBezTo>
                      <a:pt x="3880" y="21546"/>
                      <a:pt x="3921" y="20566"/>
                      <a:pt x="3921" y="19585"/>
                    </a:cubicBezTo>
                    <a:lnTo>
                      <a:pt x="3921" y="19398"/>
                    </a:lnTo>
                    <a:cubicBezTo>
                      <a:pt x="3942" y="18271"/>
                      <a:pt x="3942" y="17124"/>
                      <a:pt x="3901" y="15998"/>
                    </a:cubicBezTo>
                    <a:cubicBezTo>
                      <a:pt x="3796" y="13161"/>
                      <a:pt x="3191" y="10596"/>
                      <a:pt x="2586" y="7947"/>
                    </a:cubicBezTo>
                    <a:cubicBezTo>
                      <a:pt x="2524" y="7738"/>
                      <a:pt x="2482" y="7509"/>
                      <a:pt x="2420" y="7280"/>
                    </a:cubicBezTo>
                    <a:cubicBezTo>
                      <a:pt x="2378" y="7071"/>
                      <a:pt x="2315" y="6842"/>
                      <a:pt x="2274" y="6612"/>
                    </a:cubicBezTo>
                    <a:cubicBezTo>
                      <a:pt x="2086" y="5861"/>
                      <a:pt x="1940" y="5090"/>
                      <a:pt x="1773" y="4318"/>
                    </a:cubicBezTo>
                    <a:cubicBezTo>
                      <a:pt x="1502" y="2879"/>
                      <a:pt x="1418" y="1439"/>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7"/>
              <p:cNvSpPr/>
              <p:nvPr/>
            </p:nvSpPr>
            <p:spPr>
              <a:xfrm>
                <a:off x="8414150" y="2180775"/>
                <a:ext cx="200250" cy="1955400"/>
              </a:xfrm>
              <a:custGeom>
                <a:rect b="b" l="l" r="r" t="t"/>
                <a:pathLst>
                  <a:path extrusionOk="0" h="78216" w="8010">
                    <a:moveTo>
                      <a:pt x="2420" y="0"/>
                    </a:moveTo>
                    <a:lnTo>
                      <a:pt x="2420" y="0"/>
                    </a:lnTo>
                    <a:cubicBezTo>
                      <a:pt x="563" y="1606"/>
                      <a:pt x="396" y="4380"/>
                      <a:pt x="375" y="6841"/>
                    </a:cubicBezTo>
                    <a:cubicBezTo>
                      <a:pt x="355" y="9824"/>
                      <a:pt x="375" y="12807"/>
                      <a:pt x="375" y="15789"/>
                    </a:cubicBezTo>
                    <a:lnTo>
                      <a:pt x="375" y="16478"/>
                    </a:lnTo>
                    <a:lnTo>
                      <a:pt x="375" y="17166"/>
                    </a:lnTo>
                    <a:cubicBezTo>
                      <a:pt x="375" y="21171"/>
                      <a:pt x="355" y="25175"/>
                      <a:pt x="250" y="29180"/>
                    </a:cubicBezTo>
                    <a:cubicBezTo>
                      <a:pt x="229" y="29680"/>
                      <a:pt x="209" y="30181"/>
                      <a:pt x="188" y="30682"/>
                    </a:cubicBezTo>
                    <a:cubicBezTo>
                      <a:pt x="188" y="30828"/>
                      <a:pt x="209" y="30953"/>
                      <a:pt x="188" y="31120"/>
                    </a:cubicBezTo>
                    <a:cubicBezTo>
                      <a:pt x="188" y="31266"/>
                      <a:pt x="188" y="31391"/>
                      <a:pt x="188" y="31516"/>
                    </a:cubicBezTo>
                    <a:cubicBezTo>
                      <a:pt x="83" y="34603"/>
                      <a:pt x="0" y="37669"/>
                      <a:pt x="21" y="40735"/>
                    </a:cubicBezTo>
                    <a:lnTo>
                      <a:pt x="21" y="41444"/>
                    </a:lnTo>
                    <a:cubicBezTo>
                      <a:pt x="42" y="41757"/>
                      <a:pt x="42" y="42049"/>
                      <a:pt x="42" y="42341"/>
                    </a:cubicBezTo>
                    <a:cubicBezTo>
                      <a:pt x="83" y="44677"/>
                      <a:pt x="209" y="46992"/>
                      <a:pt x="459" y="49307"/>
                    </a:cubicBezTo>
                    <a:cubicBezTo>
                      <a:pt x="521" y="49787"/>
                      <a:pt x="584" y="50308"/>
                      <a:pt x="626" y="50767"/>
                    </a:cubicBezTo>
                    <a:cubicBezTo>
                      <a:pt x="688" y="51226"/>
                      <a:pt x="751" y="51664"/>
                      <a:pt x="834" y="52123"/>
                    </a:cubicBezTo>
                    <a:cubicBezTo>
                      <a:pt x="939" y="52853"/>
                      <a:pt x="1064" y="53583"/>
                      <a:pt x="1189" y="54292"/>
                    </a:cubicBezTo>
                    <a:cubicBezTo>
                      <a:pt x="1481" y="55836"/>
                      <a:pt x="1836" y="57379"/>
                      <a:pt x="2148" y="58902"/>
                    </a:cubicBezTo>
                    <a:cubicBezTo>
                      <a:pt x="2190" y="59048"/>
                      <a:pt x="2211" y="59194"/>
                      <a:pt x="2232" y="59319"/>
                    </a:cubicBezTo>
                    <a:cubicBezTo>
                      <a:pt x="2253" y="59402"/>
                      <a:pt x="2274" y="59465"/>
                      <a:pt x="2274" y="59527"/>
                    </a:cubicBezTo>
                    <a:cubicBezTo>
                      <a:pt x="2336" y="59819"/>
                      <a:pt x="2399" y="60111"/>
                      <a:pt x="2440" y="60403"/>
                    </a:cubicBezTo>
                    <a:cubicBezTo>
                      <a:pt x="2545" y="60967"/>
                      <a:pt x="2649" y="61530"/>
                      <a:pt x="2732" y="62093"/>
                    </a:cubicBezTo>
                    <a:cubicBezTo>
                      <a:pt x="2774" y="62385"/>
                      <a:pt x="2816" y="62677"/>
                      <a:pt x="2837" y="62990"/>
                    </a:cubicBezTo>
                    <a:lnTo>
                      <a:pt x="2837" y="63011"/>
                    </a:lnTo>
                    <a:cubicBezTo>
                      <a:pt x="2878" y="63261"/>
                      <a:pt x="2899" y="63490"/>
                      <a:pt x="2920" y="63720"/>
                    </a:cubicBezTo>
                    <a:cubicBezTo>
                      <a:pt x="3045" y="65076"/>
                      <a:pt x="3087" y="66452"/>
                      <a:pt x="3150" y="67808"/>
                    </a:cubicBezTo>
                    <a:cubicBezTo>
                      <a:pt x="3170" y="68246"/>
                      <a:pt x="3170" y="68663"/>
                      <a:pt x="3191" y="69080"/>
                    </a:cubicBezTo>
                    <a:lnTo>
                      <a:pt x="3191" y="69226"/>
                    </a:lnTo>
                    <a:cubicBezTo>
                      <a:pt x="3212" y="69727"/>
                      <a:pt x="3233" y="70206"/>
                      <a:pt x="3275" y="70707"/>
                    </a:cubicBezTo>
                    <a:cubicBezTo>
                      <a:pt x="3337" y="72105"/>
                      <a:pt x="3504" y="73502"/>
                      <a:pt x="3754" y="74879"/>
                    </a:cubicBezTo>
                    <a:cubicBezTo>
                      <a:pt x="3859" y="75421"/>
                      <a:pt x="3984" y="75963"/>
                      <a:pt x="4151" y="76505"/>
                    </a:cubicBezTo>
                    <a:cubicBezTo>
                      <a:pt x="4318" y="77089"/>
                      <a:pt x="4526" y="77653"/>
                      <a:pt x="4776" y="78216"/>
                    </a:cubicBezTo>
                    <a:lnTo>
                      <a:pt x="7196" y="78216"/>
                    </a:lnTo>
                    <a:cubicBezTo>
                      <a:pt x="7196" y="78195"/>
                      <a:pt x="7196" y="78195"/>
                      <a:pt x="7196" y="78174"/>
                    </a:cubicBezTo>
                    <a:cubicBezTo>
                      <a:pt x="7238" y="78091"/>
                      <a:pt x="7259" y="77986"/>
                      <a:pt x="7279" y="77882"/>
                    </a:cubicBezTo>
                    <a:cubicBezTo>
                      <a:pt x="7279" y="77861"/>
                      <a:pt x="7300" y="77819"/>
                      <a:pt x="7300" y="77799"/>
                    </a:cubicBezTo>
                    <a:cubicBezTo>
                      <a:pt x="7300" y="77778"/>
                      <a:pt x="7321" y="77736"/>
                      <a:pt x="7321" y="77715"/>
                    </a:cubicBezTo>
                    <a:cubicBezTo>
                      <a:pt x="7321" y="77694"/>
                      <a:pt x="7321" y="77694"/>
                      <a:pt x="7321" y="77694"/>
                    </a:cubicBezTo>
                    <a:cubicBezTo>
                      <a:pt x="7342" y="77632"/>
                      <a:pt x="7342" y="77611"/>
                      <a:pt x="7363" y="77527"/>
                    </a:cubicBezTo>
                    <a:cubicBezTo>
                      <a:pt x="7384" y="77423"/>
                      <a:pt x="7405" y="77340"/>
                      <a:pt x="7425" y="77235"/>
                    </a:cubicBezTo>
                    <a:cubicBezTo>
                      <a:pt x="7446" y="77131"/>
                      <a:pt x="7467" y="77048"/>
                      <a:pt x="7488" y="76923"/>
                    </a:cubicBezTo>
                    <a:cubicBezTo>
                      <a:pt x="7509" y="76797"/>
                      <a:pt x="7551" y="76693"/>
                      <a:pt x="7571" y="76568"/>
                    </a:cubicBezTo>
                    <a:cubicBezTo>
                      <a:pt x="7634" y="76234"/>
                      <a:pt x="7676" y="75901"/>
                      <a:pt x="7717" y="75567"/>
                    </a:cubicBezTo>
                    <a:cubicBezTo>
                      <a:pt x="7759" y="75337"/>
                      <a:pt x="7801" y="75108"/>
                      <a:pt x="7822" y="74879"/>
                    </a:cubicBezTo>
                    <a:cubicBezTo>
                      <a:pt x="7884" y="74336"/>
                      <a:pt x="7926" y="73794"/>
                      <a:pt x="7968" y="73231"/>
                    </a:cubicBezTo>
                    <a:cubicBezTo>
                      <a:pt x="8009" y="72501"/>
                      <a:pt x="8009" y="71771"/>
                      <a:pt x="8009" y="71020"/>
                    </a:cubicBezTo>
                    <a:cubicBezTo>
                      <a:pt x="8009" y="70770"/>
                      <a:pt x="8009" y="70498"/>
                      <a:pt x="7989" y="70248"/>
                    </a:cubicBezTo>
                    <a:cubicBezTo>
                      <a:pt x="7989" y="70081"/>
                      <a:pt x="7968" y="69914"/>
                      <a:pt x="7968" y="69748"/>
                    </a:cubicBezTo>
                    <a:lnTo>
                      <a:pt x="7968" y="69560"/>
                    </a:lnTo>
                    <a:cubicBezTo>
                      <a:pt x="7968" y="69539"/>
                      <a:pt x="7968" y="69518"/>
                      <a:pt x="7968" y="69497"/>
                    </a:cubicBezTo>
                    <a:cubicBezTo>
                      <a:pt x="7926" y="68913"/>
                      <a:pt x="7905" y="68308"/>
                      <a:pt x="7843" y="67704"/>
                    </a:cubicBezTo>
                    <a:cubicBezTo>
                      <a:pt x="7822" y="67537"/>
                      <a:pt x="7801" y="67370"/>
                      <a:pt x="7801" y="67203"/>
                    </a:cubicBezTo>
                    <a:cubicBezTo>
                      <a:pt x="7780" y="67057"/>
                      <a:pt x="7780" y="66890"/>
                      <a:pt x="7759" y="66744"/>
                    </a:cubicBezTo>
                    <a:cubicBezTo>
                      <a:pt x="7613" y="65180"/>
                      <a:pt x="7405" y="63616"/>
                      <a:pt x="7196" y="62051"/>
                    </a:cubicBezTo>
                    <a:cubicBezTo>
                      <a:pt x="7175" y="61905"/>
                      <a:pt x="7154" y="61759"/>
                      <a:pt x="7133" y="61613"/>
                    </a:cubicBezTo>
                    <a:cubicBezTo>
                      <a:pt x="7113" y="61509"/>
                      <a:pt x="7092" y="61405"/>
                      <a:pt x="7092" y="61321"/>
                    </a:cubicBezTo>
                    <a:cubicBezTo>
                      <a:pt x="7050" y="61071"/>
                      <a:pt x="7029" y="60841"/>
                      <a:pt x="6987" y="60591"/>
                    </a:cubicBezTo>
                    <a:cubicBezTo>
                      <a:pt x="6841" y="59444"/>
                      <a:pt x="6695" y="58297"/>
                      <a:pt x="6570" y="57171"/>
                    </a:cubicBezTo>
                    <a:cubicBezTo>
                      <a:pt x="6362" y="55147"/>
                      <a:pt x="6216" y="53124"/>
                      <a:pt x="6111" y="51080"/>
                    </a:cubicBezTo>
                    <a:cubicBezTo>
                      <a:pt x="6090" y="50454"/>
                      <a:pt x="6070" y="49787"/>
                      <a:pt x="6049" y="49140"/>
                    </a:cubicBezTo>
                    <a:lnTo>
                      <a:pt x="6049" y="49015"/>
                    </a:lnTo>
                    <a:cubicBezTo>
                      <a:pt x="6007" y="47493"/>
                      <a:pt x="5986" y="45949"/>
                      <a:pt x="5986" y="44427"/>
                    </a:cubicBezTo>
                    <a:cubicBezTo>
                      <a:pt x="5965" y="42466"/>
                      <a:pt x="5986" y="40526"/>
                      <a:pt x="5986" y="38587"/>
                    </a:cubicBezTo>
                    <a:lnTo>
                      <a:pt x="5986" y="38441"/>
                    </a:lnTo>
                    <a:cubicBezTo>
                      <a:pt x="6007" y="36730"/>
                      <a:pt x="6007" y="35020"/>
                      <a:pt x="6007" y="33310"/>
                    </a:cubicBezTo>
                    <a:lnTo>
                      <a:pt x="6007" y="33226"/>
                    </a:lnTo>
                    <a:lnTo>
                      <a:pt x="6007" y="32705"/>
                    </a:lnTo>
                    <a:lnTo>
                      <a:pt x="6007" y="32058"/>
                    </a:lnTo>
                    <a:cubicBezTo>
                      <a:pt x="5986" y="31036"/>
                      <a:pt x="5986" y="29993"/>
                      <a:pt x="5944" y="28971"/>
                    </a:cubicBezTo>
                    <a:cubicBezTo>
                      <a:pt x="5944" y="28658"/>
                      <a:pt x="5924" y="28366"/>
                      <a:pt x="5924" y="28053"/>
                    </a:cubicBezTo>
                    <a:cubicBezTo>
                      <a:pt x="5924" y="27782"/>
                      <a:pt x="5903" y="27532"/>
                      <a:pt x="5903" y="27261"/>
                    </a:cubicBezTo>
                    <a:cubicBezTo>
                      <a:pt x="5882" y="26969"/>
                      <a:pt x="5882" y="26677"/>
                      <a:pt x="5861" y="26385"/>
                    </a:cubicBezTo>
                    <a:cubicBezTo>
                      <a:pt x="5861" y="26260"/>
                      <a:pt x="5861" y="26093"/>
                      <a:pt x="5840" y="26009"/>
                    </a:cubicBezTo>
                    <a:cubicBezTo>
                      <a:pt x="5819" y="25926"/>
                      <a:pt x="5819" y="25843"/>
                      <a:pt x="5819" y="25759"/>
                    </a:cubicBezTo>
                    <a:lnTo>
                      <a:pt x="5819" y="25592"/>
                    </a:lnTo>
                    <a:cubicBezTo>
                      <a:pt x="5673" y="22443"/>
                      <a:pt x="5340" y="19314"/>
                      <a:pt x="4818" y="16186"/>
                    </a:cubicBezTo>
                    <a:cubicBezTo>
                      <a:pt x="4756" y="15914"/>
                      <a:pt x="4714" y="15643"/>
                      <a:pt x="4651" y="15351"/>
                    </a:cubicBezTo>
                    <a:cubicBezTo>
                      <a:pt x="4610" y="15122"/>
                      <a:pt x="4568" y="14872"/>
                      <a:pt x="4505" y="14621"/>
                    </a:cubicBezTo>
                    <a:cubicBezTo>
                      <a:pt x="4338" y="13766"/>
                      <a:pt x="4151" y="12911"/>
                      <a:pt x="3942" y="12056"/>
                    </a:cubicBezTo>
                    <a:cubicBezTo>
                      <a:pt x="2941" y="8093"/>
                      <a:pt x="1481" y="3984"/>
                      <a:pt x="2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7"/>
              <p:cNvSpPr/>
              <p:nvPr/>
            </p:nvSpPr>
            <p:spPr>
              <a:xfrm>
                <a:off x="8548675" y="2808575"/>
                <a:ext cx="156450" cy="1327075"/>
              </a:xfrm>
              <a:custGeom>
                <a:rect b="b" l="l" r="r" t="t"/>
                <a:pathLst>
                  <a:path extrusionOk="0" h="53083" w="6258">
                    <a:moveTo>
                      <a:pt x="2816" y="1"/>
                    </a:moveTo>
                    <a:cubicBezTo>
                      <a:pt x="2795" y="42"/>
                      <a:pt x="2774" y="63"/>
                      <a:pt x="2754" y="105"/>
                    </a:cubicBezTo>
                    <a:cubicBezTo>
                      <a:pt x="2754" y="126"/>
                      <a:pt x="2733" y="126"/>
                      <a:pt x="2733" y="147"/>
                    </a:cubicBezTo>
                    <a:cubicBezTo>
                      <a:pt x="2691" y="251"/>
                      <a:pt x="2649" y="334"/>
                      <a:pt x="2608" y="439"/>
                    </a:cubicBezTo>
                    <a:cubicBezTo>
                      <a:pt x="2190" y="1356"/>
                      <a:pt x="1857" y="2316"/>
                      <a:pt x="1565" y="3275"/>
                    </a:cubicBezTo>
                    <a:cubicBezTo>
                      <a:pt x="1544" y="3379"/>
                      <a:pt x="1523" y="3463"/>
                      <a:pt x="1481" y="3567"/>
                    </a:cubicBezTo>
                    <a:lnTo>
                      <a:pt x="1419" y="3859"/>
                    </a:lnTo>
                    <a:cubicBezTo>
                      <a:pt x="1273" y="4402"/>
                      <a:pt x="1147" y="4923"/>
                      <a:pt x="1043" y="5465"/>
                    </a:cubicBezTo>
                    <a:cubicBezTo>
                      <a:pt x="939" y="5966"/>
                      <a:pt x="855" y="6487"/>
                      <a:pt x="772" y="7009"/>
                    </a:cubicBezTo>
                    <a:cubicBezTo>
                      <a:pt x="730" y="7342"/>
                      <a:pt x="689" y="7697"/>
                      <a:pt x="647" y="8052"/>
                    </a:cubicBezTo>
                    <a:lnTo>
                      <a:pt x="647" y="8198"/>
                    </a:lnTo>
                    <a:cubicBezTo>
                      <a:pt x="563" y="8865"/>
                      <a:pt x="522" y="9553"/>
                      <a:pt x="480" y="10242"/>
                    </a:cubicBezTo>
                    <a:cubicBezTo>
                      <a:pt x="438" y="11264"/>
                      <a:pt x="417" y="12265"/>
                      <a:pt x="417" y="13287"/>
                    </a:cubicBezTo>
                    <a:lnTo>
                      <a:pt x="417" y="13495"/>
                    </a:lnTo>
                    <a:cubicBezTo>
                      <a:pt x="417" y="14121"/>
                      <a:pt x="438" y="14768"/>
                      <a:pt x="459" y="15393"/>
                    </a:cubicBezTo>
                    <a:cubicBezTo>
                      <a:pt x="501" y="16687"/>
                      <a:pt x="543" y="17959"/>
                      <a:pt x="605" y="19294"/>
                    </a:cubicBezTo>
                    <a:cubicBezTo>
                      <a:pt x="668" y="20629"/>
                      <a:pt x="709" y="21964"/>
                      <a:pt x="730" y="23257"/>
                    </a:cubicBezTo>
                    <a:lnTo>
                      <a:pt x="730" y="25968"/>
                    </a:lnTo>
                    <a:cubicBezTo>
                      <a:pt x="730" y="26656"/>
                      <a:pt x="709" y="27366"/>
                      <a:pt x="689" y="28075"/>
                    </a:cubicBezTo>
                    <a:cubicBezTo>
                      <a:pt x="605" y="31558"/>
                      <a:pt x="376" y="35041"/>
                      <a:pt x="271" y="38545"/>
                    </a:cubicBezTo>
                    <a:cubicBezTo>
                      <a:pt x="251" y="38775"/>
                      <a:pt x="251" y="39004"/>
                      <a:pt x="251" y="39234"/>
                    </a:cubicBezTo>
                    <a:cubicBezTo>
                      <a:pt x="251" y="39234"/>
                      <a:pt x="251" y="39254"/>
                      <a:pt x="251" y="39275"/>
                    </a:cubicBezTo>
                    <a:lnTo>
                      <a:pt x="251" y="39317"/>
                    </a:lnTo>
                    <a:cubicBezTo>
                      <a:pt x="230" y="39463"/>
                      <a:pt x="251" y="39609"/>
                      <a:pt x="230" y="39734"/>
                    </a:cubicBezTo>
                    <a:cubicBezTo>
                      <a:pt x="230" y="39838"/>
                      <a:pt x="230" y="39943"/>
                      <a:pt x="230" y="40047"/>
                    </a:cubicBezTo>
                    <a:lnTo>
                      <a:pt x="230" y="40235"/>
                    </a:lnTo>
                    <a:cubicBezTo>
                      <a:pt x="188" y="40819"/>
                      <a:pt x="167" y="41465"/>
                      <a:pt x="125" y="42133"/>
                    </a:cubicBezTo>
                    <a:cubicBezTo>
                      <a:pt x="105" y="42237"/>
                      <a:pt x="125" y="42320"/>
                      <a:pt x="105" y="42425"/>
                    </a:cubicBezTo>
                    <a:cubicBezTo>
                      <a:pt x="105" y="42529"/>
                      <a:pt x="105" y="42654"/>
                      <a:pt x="105" y="42758"/>
                    </a:cubicBezTo>
                    <a:cubicBezTo>
                      <a:pt x="42" y="43843"/>
                      <a:pt x="0" y="44969"/>
                      <a:pt x="0" y="46096"/>
                    </a:cubicBezTo>
                    <a:cubicBezTo>
                      <a:pt x="21" y="46367"/>
                      <a:pt x="21" y="46638"/>
                      <a:pt x="21" y="46930"/>
                    </a:cubicBezTo>
                    <a:cubicBezTo>
                      <a:pt x="42" y="47410"/>
                      <a:pt x="63" y="47910"/>
                      <a:pt x="105" y="48348"/>
                    </a:cubicBezTo>
                    <a:cubicBezTo>
                      <a:pt x="146" y="48786"/>
                      <a:pt x="188" y="49224"/>
                      <a:pt x="251" y="49662"/>
                    </a:cubicBezTo>
                    <a:cubicBezTo>
                      <a:pt x="251" y="49683"/>
                      <a:pt x="251" y="49683"/>
                      <a:pt x="251" y="49704"/>
                    </a:cubicBezTo>
                    <a:cubicBezTo>
                      <a:pt x="313" y="50079"/>
                      <a:pt x="376" y="50434"/>
                      <a:pt x="459" y="50809"/>
                    </a:cubicBezTo>
                    <a:cubicBezTo>
                      <a:pt x="501" y="51018"/>
                      <a:pt x="563" y="51268"/>
                      <a:pt x="626" y="51456"/>
                    </a:cubicBezTo>
                    <a:cubicBezTo>
                      <a:pt x="668" y="51644"/>
                      <a:pt x="730" y="51811"/>
                      <a:pt x="793" y="51998"/>
                    </a:cubicBezTo>
                    <a:cubicBezTo>
                      <a:pt x="814" y="52082"/>
                      <a:pt x="855" y="52165"/>
                      <a:pt x="897" y="52249"/>
                    </a:cubicBezTo>
                    <a:cubicBezTo>
                      <a:pt x="918" y="52332"/>
                      <a:pt x="939" y="52415"/>
                      <a:pt x="981" y="52478"/>
                    </a:cubicBezTo>
                    <a:cubicBezTo>
                      <a:pt x="1043" y="52645"/>
                      <a:pt x="1127" y="52833"/>
                      <a:pt x="1210" y="52999"/>
                    </a:cubicBezTo>
                    <a:cubicBezTo>
                      <a:pt x="1210" y="52999"/>
                      <a:pt x="1210" y="53020"/>
                      <a:pt x="1231" y="53020"/>
                    </a:cubicBezTo>
                    <a:lnTo>
                      <a:pt x="1252" y="53083"/>
                    </a:lnTo>
                    <a:lnTo>
                      <a:pt x="2920" y="53083"/>
                    </a:lnTo>
                    <a:cubicBezTo>
                      <a:pt x="3129" y="53083"/>
                      <a:pt x="3358" y="53062"/>
                      <a:pt x="3567" y="53062"/>
                    </a:cubicBezTo>
                    <a:lnTo>
                      <a:pt x="3630" y="52895"/>
                    </a:lnTo>
                    <a:cubicBezTo>
                      <a:pt x="3650" y="52833"/>
                      <a:pt x="3671" y="52770"/>
                      <a:pt x="3692" y="52707"/>
                    </a:cubicBezTo>
                    <a:cubicBezTo>
                      <a:pt x="3713" y="52624"/>
                      <a:pt x="3734" y="52541"/>
                      <a:pt x="3755" y="52478"/>
                    </a:cubicBezTo>
                    <a:cubicBezTo>
                      <a:pt x="3984" y="51602"/>
                      <a:pt x="4172" y="50705"/>
                      <a:pt x="4318" y="49808"/>
                    </a:cubicBezTo>
                    <a:cubicBezTo>
                      <a:pt x="4547" y="48369"/>
                      <a:pt x="4672" y="47013"/>
                      <a:pt x="4777" y="46471"/>
                    </a:cubicBezTo>
                    <a:cubicBezTo>
                      <a:pt x="4860" y="45929"/>
                      <a:pt x="4944" y="45386"/>
                      <a:pt x="5006" y="44844"/>
                    </a:cubicBezTo>
                    <a:cubicBezTo>
                      <a:pt x="5048" y="44594"/>
                      <a:pt x="5090" y="44364"/>
                      <a:pt x="5131" y="44072"/>
                    </a:cubicBezTo>
                    <a:cubicBezTo>
                      <a:pt x="5173" y="43760"/>
                      <a:pt x="5215" y="43488"/>
                      <a:pt x="5236" y="43176"/>
                    </a:cubicBezTo>
                    <a:cubicBezTo>
                      <a:pt x="5528" y="41152"/>
                      <a:pt x="5736" y="39129"/>
                      <a:pt x="5903" y="37085"/>
                    </a:cubicBezTo>
                    <a:cubicBezTo>
                      <a:pt x="5924" y="36835"/>
                      <a:pt x="5945" y="36605"/>
                      <a:pt x="5966" y="36376"/>
                    </a:cubicBezTo>
                    <a:cubicBezTo>
                      <a:pt x="5986" y="36126"/>
                      <a:pt x="5986" y="35896"/>
                      <a:pt x="6007" y="35646"/>
                    </a:cubicBezTo>
                    <a:cubicBezTo>
                      <a:pt x="6174" y="33289"/>
                      <a:pt x="6258" y="30932"/>
                      <a:pt x="6237" y="28554"/>
                    </a:cubicBezTo>
                    <a:cubicBezTo>
                      <a:pt x="6237" y="28262"/>
                      <a:pt x="6237" y="27991"/>
                      <a:pt x="6174" y="27678"/>
                    </a:cubicBezTo>
                    <a:lnTo>
                      <a:pt x="6174" y="27407"/>
                    </a:lnTo>
                    <a:cubicBezTo>
                      <a:pt x="6174" y="27199"/>
                      <a:pt x="6174" y="26990"/>
                      <a:pt x="6174" y="26782"/>
                    </a:cubicBezTo>
                    <a:lnTo>
                      <a:pt x="6174" y="26469"/>
                    </a:lnTo>
                    <a:cubicBezTo>
                      <a:pt x="6153" y="26135"/>
                      <a:pt x="6153" y="25801"/>
                      <a:pt x="6132" y="25468"/>
                    </a:cubicBezTo>
                    <a:lnTo>
                      <a:pt x="6132" y="25363"/>
                    </a:lnTo>
                    <a:cubicBezTo>
                      <a:pt x="6049" y="23507"/>
                      <a:pt x="5903" y="21651"/>
                      <a:pt x="5674" y="19815"/>
                    </a:cubicBezTo>
                    <a:lnTo>
                      <a:pt x="5674" y="19690"/>
                    </a:lnTo>
                    <a:cubicBezTo>
                      <a:pt x="5590" y="18939"/>
                      <a:pt x="5486" y="18209"/>
                      <a:pt x="5382" y="17458"/>
                    </a:cubicBezTo>
                    <a:lnTo>
                      <a:pt x="5382" y="17437"/>
                    </a:lnTo>
                    <a:lnTo>
                      <a:pt x="5319" y="17145"/>
                    </a:lnTo>
                    <a:cubicBezTo>
                      <a:pt x="4964" y="14809"/>
                      <a:pt x="4485" y="12473"/>
                      <a:pt x="4047" y="10137"/>
                    </a:cubicBezTo>
                    <a:cubicBezTo>
                      <a:pt x="3963" y="9658"/>
                      <a:pt x="3859" y="9199"/>
                      <a:pt x="3776" y="8719"/>
                    </a:cubicBezTo>
                    <a:cubicBezTo>
                      <a:pt x="3671" y="8135"/>
                      <a:pt x="3588" y="7551"/>
                      <a:pt x="3484" y="6967"/>
                    </a:cubicBezTo>
                    <a:cubicBezTo>
                      <a:pt x="3233" y="5403"/>
                      <a:pt x="3025" y="3838"/>
                      <a:pt x="2900" y="2274"/>
                    </a:cubicBezTo>
                    <a:cubicBezTo>
                      <a:pt x="2879" y="1815"/>
                      <a:pt x="2858" y="1335"/>
                      <a:pt x="2837" y="856"/>
                    </a:cubicBezTo>
                    <a:cubicBezTo>
                      <a:pt x="2816" y="585"/>
                      <a:pt x="2816" y="293"/>
                      <a:pt x="28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7"/>
              <p:cNvSpPr/>
              <p:nvPr/>
            </p:nvSpPr>
            <p:spPr>
              <a:xfrm>
                <a:off x="8494450" y="2310075"/>
                <a:ext cx="176275" cy="1825075"/>
              </a:xfrm>
              <a:custGeom>
                <a:rect b="b" l="l" r="r" t="t"/>
                <a:pathLst>
                  <a:path extrusionOk="0" h="73003" w="7051">
                    <a:moveTo>
                      <a:pt x="4318" y="1"/>
                    </a:moveTo>
                    <a:lnTo>
                      <a:pt x="4318" y="1"/>
                    </a:lnTo>
                    <a:cubicBezTo>
                      <a:pt x="2399" y="2295"/>
                      <a:pt x="1690" y="5361"/>
                      <a:pt x="1523" y="8323"/>
                    </a:cubicBezTo>
                    <a:cubicBezTo>
                      <a:pt x="1481" y="8698"/>
                      <a:pt x="1460" y="9074"/>
                      <a:pt x="1460" y="9470"/>
                    </a:cubicBezTo>
                    <a:lnTo>
                      <a:pt x="1460" y="9491"/>
                    </a:lnTo>
                    <a:cubicBezTo>
                      <a:pt x="1460" y="9720"/>
                      <a:pt x="1460" y="9971"/>
                      <a:pt x="1460" y="10221"/>
                    </a:cubicBezTo>
                    <a:lnTo>
                      <a:pt x="1460" y="11097"/>
                    </a:lnTo>
                    <a:cubicBezTo>
                      <a:pt x="1481" y="13141"/>
                      <a:pt x="1585" y="15206"/>
                      <a:pt x="1481" y="17250"/>
                    </a:cubicBezTo>
                    <a:cubicBezTo>
                      <a:pt x="1335" y="20107"/>
                      <a:pt x="772" y="22902"/>
                      <a:pt x="417" y="25739"/>
                    </a:cubicBezTo>
                    <a:cubicBezTo>
                      <a:pt x="0" y="28888"/>
                      <a:pt x="21" y="31954"/>
                      <a:pt x="167" y="35000"/>
                    </a:cubicBezTo>
                    <a:cubicBezTo>
                      <a:pt x="209" y="35813"/>
                      <a:pt x="250" y="36627"/>
                      <a:pt x="292" y="37419"/>
                    </a:cubicBezTo>
                    <a:cubicBezTo>
                      <a:pt x="313" y="37711"/>
                      <a:pt x="334" y="38003"/>
                      <a:pt x="355" y="38316"/>
                    </a:cubicBezTo>
                    <a:cubicBezTo>
                      <a:pt x="376" y="38837"/>
                      <a:pt x="417" y="39359"/>
                      <a:pt x="438" y="39880"/>
                    </a:cubicBezTo>
                    <a:cubicBezTo>
                      <a:pt x="459" y="40297"/>
                      <a:pt x="480" y="40715"/>
                      <a:pt x="501" y="41111"/>
                    </a:cubicBezTo>
                    <a:cubicBezTo>
                      <a:pt x="605" y="43009"/>
                      <a:pt x="668" y="44907"/>
                      <a:pt x="605" y="46826"/>
                    </a:cubicBezTo>
                    <a:lnTo>
                      <a:pt x="605" y="47222"/>
                    </a:lnTo>
                    <a:lnTo>
                      <a:pt x="605" y="47243"/>
                    </a:lnTo>
                    <a:lnTo>
                      <a:pt x="605" y="47827"/>
                    </a:lnTo>
                    <a:lnTo>
                      <a:pt x="626" y="48307"/>
                    </a:lnTo>
                    <a:cubicBezTo>
                      <a:pt x="730" y="50142"/>
                      <a:pt x="980" y="51957"/>
                      <a:pt x="1356" y="53751"/>
                    </a:cubicBezTo>
                    <a:cubicBezTo>
                      <a:pt x="1377" y="53813"/>
                      <a:pt x="1377" y="53876"/>
                      <a:pt x="1398" y="53959"/>
                    </a:cubicBezTo>
                    <a:cubicBezTo>
                      <a:pt x="1731" y="55649"/>
                      <a:pt x="2107" y="57338"/>
                      <a:pt x="2420" y="59048"/>
                    </a:cubicBezTo>
                    <a:lnTo>
                      <a:pt x="2420" y="59069"/>
                    </a:lnTo>
                    <a:cubicBezTo>
                      <a:pt x="2420" y="59111"/>
                      <a:pt x="2440" y="59174"/>
                      <a:pt x="2440" y="59215"/>
                    </a:cubicBezTo>
                    <a:cubicBezTo>
                      <a:pt x="2503" y="59632"/>
                      <a:pt x="2566" y="60029"/>
                      <a:pt x="2628" y="60425"/>
                    </a:cubicBezTo>
                    <a:cubicBezTo>
                      <a:pt x="2628" y="60446"/>
                      <a:pt x="2628" y="60446"/>
                      <a:pt x="2628" y="60446"/>
                    </a:cubicBezTo>
                    <a:cubicBezTo>
                      <a:pt x="2691" y="60863"/>
                      <a:pt x="2732" y="61280"/>
                      <a:pt x="2795" y="61697"/>
                    </a:cubicBezTo>
                    <a:cubicBezTo>
                      <a:pt x="2878" y="62511"/>
                      <a:pt x="2920" y="63345"/>
                      <a:pt x="2920" y="64158"/>
                    </a:cubicBezTo>
                    <a:lnTo>
                      <a:pt x="2920" y="65076"/>
                    </a:lnTo>
                    <a:lnTo>
                      <a:pt x="2920" y="65097"/>
                    </a:lnTo>
                    <a:lnTo>
                      <a:pt x="2920" y="65514"/>
                    </a:lnTo>
                    <a:lnTo>
                      <a:pt x="2920" y="65973"/>
                    </a:lnTo>
                    <a:cubicBezTo>
                      <a:pt x="2878" y="67204"/>
                      <a:pt x="2878" y="68413"/>
                      <a:pt x="2941" y="69623"/>
                    </a:cubicBezTo>
                    <a:cubicBezTo>
                      <a:pt x="2983" y="70186"/>
                      <a:pt x="3066" y="70749"/>
                      <a:pt x="3170" y="71292"/>
                    </a:cubicBezTo>
                    <a:cubicBezTo>
                      <a:pt x="3212" y="71417"/>
                      <a:pt x="3233" y="71521"/>
                      <a:pt x="3254" y="71625"/>
                    </a:cubicBezTo>
                    <a:cubicBezTo>
                      <a:pt x="3275" y="71730"/>
                      <a:pt x="3316" y="71834"/>
                      <a:pt x="3337" y="71917"/>
                    </a:cubicBezTo>
                    <a:cubicBezTo>
                      <a:pt x="3379" y="72063"/>
                      <a:pt x="3421" y="72209"/>
                      <a:pt x="3462" y="72355"/>
                    </a:cubicBezTo>
                    <a:cubicBezTo>
                      <a:pt x="3483" y="72418"/>
                      <a:pt x="3504" y="72501"/>
                      <a:pt x="3546" y="72564"/>
                    </a:cubicBezTo>
                    <a:cubicBezTo>
                      <a:pt x="3567" y="72627"/>
                      <a:pt x="3588" y="72668"/>
                      <a:pt x="3629" y="72731"/>
                    </a:cubicBezTo>
                    <a:cubicBezTo>
                      <a:pt x="3650" y="72773"/>
                      <a:pt x="3671" y="72814"/>
                      <a:pt x="3713" y="72856"/>
                    </a:cubicBezTo>
                    <a:cubicBezTo>
                      <a:pt x="3734" y="72898"/>
                      <a:pt x="3755" y="72919"/>
                      <a:pt x="3775" y="72939"/>
                    </a:cubicBezTo>
                    <a:cubicBezTo>
                      <a:pt x="3796" y="72960"/>
                      <a:pt x="3817" y="72981"/>
                      <a:pt x="3838" y="73002"/>
                    </a:cubicBezTo>
                    <a:lnTo>
                      <a:pt x="4881" y="73002"/>
                    </a:lnTo>
                    <a:lnTo>
                      <a:pt x="4943" y="72960"/>
                    </a:lnTo>
                    <a:cubicBezTo>
                      <a:pt x="5215" y="72731"/>
                      <a:pt x="5423" y="72460"/>
                      <a:pt x="5569" y="72147"/>
                    </a:cubicBezTo>
                    <a:cubicBezTo>
                      <a:pt x="5611" y="72063"/>
                      <a:pt x="5632" y="72001"/>
                      <a:pt x="5673" y="71917"/>
                    </a:cubicBezTo>
                    <a:cubicBezTo>
                      <a:pt x="5694" y="71834"/>
                      <a:pt x="5736" y="71751"/>
                      <a:pt x="5757" y="71667"/>
                    </a:cubicBezTo>
                    <a:cubicBezTo>
                      <a:pt x="5778" y="71605"/>
                      <a:pt x="5799" y="71542"/>
                      <a:pt x="5799" y="71500"/>
                    </a:cubicBezTo>
                    <a:cubicBezTo>
                      <a:pt x="5945" y="70916"/>
                      <a:pt x="6070" y="70311"/>
                      <a:pt x="6195" y="69707"/>
                    </a:cubicBezTo>
                    <a:cubicBezTo>
                      <a:pt x="6403" y="68559"/>
                      <a:pt x="6570" y="67371"/>
                      <a:pt x="6716" y="66202"/>
                    </a:cubicBezTo>
                    <a:cubicBezTo>
                      <a:pt x="6737" y="65973"/>
                      <a:pt x="6758" y="65744"/>
                      <a:pt x="6779" y="65535"/>
                    </a:cubicBezTo>
                    <a:cubicBezTo>
                      <a:pt x="6800" y="65347"/>
                      <a:pt x="6821" y="65160"/>
                      <a:pt x="6821" y="64972"/>
                    </a:cubicBezTo>
                    <a:lnTo>
                      <a:pt x="6821" y="64847"/>
                    </a:lnTo>
                    <a:cubicBezTo>
                      <a:pt x="6841" y="64638"/>
                      <a:pt x="6862" y="64430"/>
                      <a:pt x="6883" y="64242"/>
                    </a:cubicBezTo>
                    <a:cubicBezTo>
                      <a:pt x="6883" y="64096"/>
                      <a:pt x="6904" y="63950"/>
                      <a:pt x="6904" y="63804"/>
                    </a:cubicBezTo>
                    <a:cubicBezTo>
                      <a:pt x="6925" y="63616"/>
                      <a:pt x="6925" y="63408"/>
                      <a:pt x="6946" y="63241"/>
                    </a:cubicBezTo>
                    <a:cubicBezTo>
                      <a:pt x="6946" y="63074"/>
                      <a:pt x="6967" y="62928"/>
                      <a:pt x="6967" y="62761"/>
                    </a:cubicBezTo>
                    <a:lnTo>
                      <a:pt x="6967" y="62698"/>
                    </a:lnTo>
                    <a:lnTo>
                      <a:pt x="6967" y="62573"/>
                    </a:lnTo>
                    <a:lnTo>
                      <a:pt x="6967" y="62511"/>
                    </a:lnTo>
                    <a:cubicBezTo>
                      <a:pt x="6987" y="62156"/>
                      <a:pt x="7008" y="61822"/>
                      <a:pt x="7008" y="61489"/>
                    </a:cubicBezTo>
                    <a:lnTo>
                      <a:pt x="7008" y="61468"/>
                    </a:lnTo>
                    <a:cubicBezTo>
                      <a:pt x="7029" y="61072"/>
                      <a:pt x="7050" y="60675"/>
                      <a:pt x="7050" y="60300"/>
                    </a:cubicBezTo>
                    <a:lnTo>
                      <a:pt x="7050" y="59778"/>
                    </a:lnTo>
                    <a:lnTo>
                      <a:pt x="7050" y="59257"/>
                    </a:lnTo>
                    <a:cubicBezTo>
                      <a:pt x="7050" y="57964"/>
                      <a:pt x="7050" y="56671"/>
                      <a:pt x="7008" y="55357"/>
                    </a:cubicBezTo>
                    <a:lnTo>
                      <a:pt x="7008" y="54689"/>
                    </a:lnTo>
                    <a:cubicBezTo>
                      <a:pt x="7008" y="54501"/>
                      <a:pt x="7008" y="54293"/>
                      <a:pt x="7008" y="54084"/>
                    </a:cubicBezTo>
                    <a:lnTo>
                      <a:pt x="7008" y="54043"/>
                    </a:lnTo>
                    <a:lnTo>
                      <a:pt x="7008" y="53563"/>
                    </a:lnTo>
                    <a:lnTo>
                      <a:pt x="7008" y="53021"/>
                    </a:lnTo>
                    <a:cubicBezTo>
                      <a:pt x="7008" y="52770"/>
                      <a:pt x="6987" y="52520"/>
                      <a:pt x="6987" y="52270"/>
                    </a:cubicBezTo>
                    <a:cubicBezTo>
                      <a:pt x="6967" y="51331"/>
                      <a:pt x="6946" y="50393"/>
                      <a:pt x="6925" y="49454"/>
                    </a:cubicBezTo>
                    <a:lnTo>
                      <a:pt x="6925" y="49266"/>
                    </a:lnTo>
                    <a:cubicBezTo>
                      <a:pt x="6800" y="44386"/>
                      <a:pt x="6654" y="39484"/>
                      <a:pt x="6383" y="34603"/>
                    </a:cubicBezTo>
                    <a:cubicBezTo>
                      <a:pt x="6362" y="34520"/>
                      <a:pt x="6362" y="34457"/>
                      <a:pt x="6362" y="34395"/>
                    </a:cubicBezTo>
                    <a:cubicBezTo>
                      <a:pt x="6257" y="32476"/>
                      <a:pt x="6132" y="30578"/>
                      <a:pt x="5965" y="28659"/>
                    </a:cubicBezTo>
                    <a:cubicBezTo>
                      <a:pt x="5819" y="26740"/>
                      <a:pt x="5632" y="24821"/>
                      <a:pt x="5423" y="22902"/>
                    </a:cubicBezTo>
                    <a:cubicBezTo>
                      <a:pt x="5319" y="22026"/>
                      <a:pt x="5215" y="21171"/>
                      <a:pt x="5110" y="20295"/>
                    </a:cubicBezTo>
                    <a:cubicBezTo>
                      <a:pt x="5048" y="19920"/>
                      <a:pt x="5006" y="19523"/>
                      <a:pt x="4964" y="19127"/>
                    </a:cubicBezTo>
                    <a:cubicBezTo>
                      <a:pt x="4923" y="18731"/>
                      <a:pt x="4860" y="18355"/>
                      <a:pt x="4818" y="17959"/>
                    </a:cubicBezTo>
                    <a:cubicBezTo>
                      <a:pt x="4067" y="11973"/>
                      <a:pt x="3421" y="5945"/>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7"/>
              <p:cNvSpPr/>
              <p:nvPr/>
            </p:nvSpPr>
            <p:spPr>
              <a:xfrm>
                <a:off x="8610200" y="2749650"/>
                <a:ext cx="310275" cy="1383925"/>
              </a:xfrm>
              <a:custGeom>
                <a:rect b="b" l="l" r="r" t="t"/>
                <a:pathLst>
                  <a:path extrusionOk="0" h="55357" w="12411">
                    <a:moveTo>
                      <a:pt x="11013" y="1"/>
                    </a:moveTo>
                    <a:lnTo>
                      <a:pt x="11013" y="1"/>
                    </a:lnTo>
                    <a:cubicBezTo>
                      <a:pt x="11076" y="1502"/>
                      <a:pt x="10930" y="3004"/>
                      <a:pt x="10596" y="4464"/>
                    </a:cubicBezTo>
                    <a:cubicBezTo>
                      <a:pt x="10575" y="4527"/>
                      <a:pt x="10575" y="4568"/>
                      <a:pt x="10555" y="4631"/>
                    </a:cubicBezTo>
                    <a:cubicBezTo>
                      <a:pt x="9762" y="8073"/>
                      <a:pt x="8135" y="11389"/>
                      <a:pt x="6925" y="14789"/>
                    </a:cubicBezTo>
                    <a:cubicBezTo>
                      <a:pt x="6842" y="14997"/>
                      <a:pt x="6779" y="15206"/>
                      <a:pt x="6696" y="15456"/>
                    </a:cubicBezTo>
                    <a:cubicBezTo>
                      <a:pt x="6612" y="15686"/>
                      <a:pt x="6529" y="15936"/>
                      <a:pt x="6466" y="16165"/>
                    </a:cubicBezTo>
                    <a:cubicBezTo>
                      <a:pt x="6154" y="17146"/>
                      <a:pt x="5903" y="18147"/>
                      <a:pt x="5695" y="19148"/>
                    </a:cubicBezTo>
                    <a:cubicBezTo>
                      <a:pt x="4923" y="23340"/>
                      <a:pt x="5465" y="27699"/>
                      <a:pt x="4965" y="31954"/>
                    </a:cubicBezTo>
                    <a:cubicBezTo>
                      <a:pt x="4819" y="33102"/>
                      <a:pt x="4610" y="34249"/>
                      <a:pt x="4339" y="35375"/>
                    </a:cubicBezTo>
                    <a:lnTo>
                      <a:pt x="4172" y="36105"/>
                    </a:lnTo>
                    <a:cubicBezTo>
                      <a:pt x="4109" y="36314"/>
                      <a:pt x="4047" y="36543"/>
                      <a:pt x="4005" y="36752"/>
                    </a:cubicBezTo>
                    <a:cubicBezTo>
                      <a:pt x="3817" y="37377"/>
                      <a:pt x="3651" y="38024"/>
                      <a:pt x="3463" y="38650"/>
                    </a:cubicBezTo>
                    <a:cubicBezTo>
                      <a:pt x="3171" y="39630"/>
                      <a:pt x="2837" y="40610"/>
                      <a:pt x="2524" y="41591"/>
                    </a:cubicBezTo>
                    <a:cubicBezTo>
                      <a:pt x="2483" y="41757"/>
                      <a:pt x="2420" y="41924"/>
                      <a:pt x="2378" y="42091"/>
                    </a:cubicBezTo>
                    <a:cubicBezTo>
                      <a:pt x="2316" y="42279"/>
                      <a:pt x="2253" y="42446"/>
                      <a:pt x="2211" y="42613"/>
                    </a:cubicBezTo>
                    <a:cubicBezTo>
                      <a:pt x="1607" y="44511"/>
                      <a:pt x="1023" y="46388"/>
                      <a:pt x="605" y="48286"/>
                    </a:cubicBezTo>
                    <a:cubicBezTo>
                      <a:pt x="605" y="48327"/>
                      <a:pt x="605" y="48369"/>
                      <a:pt x="605" y="48390"/>
                    </a:cubicBezTo>
                    <a:cubicBezTo>
                      <a:pt x="585" y="48432"/>
                      <a:pt x="564" y="48494"/>
                      <a:pt x="564" y="48536"/>
                    </a:cubicBezTo>
                    <a:cubicBezTo>
                      <a:pt x="522" y="48745"/>
                      <a:pt x="480" y="48974"/>
                      <a:pt x="439" y="49183"/>
                    </a:cubicBezTo>
                    <a:cubicBezTo>
                      <a:pt x="439" y="49204"/>
                      <a:pt x="439" y="49204"/>
                      <a:pt x="439" y="49204"/>
                    </a:cubicBezTo>
                    <a:cubicBezTo>
                      <a:pt x="355" y="49621"/>
                      <a:pt x="293" y="50017"/>
                      <a:pt x="230" y="50413"/>
                    </a:cubicBezTo>
                    <a:cubicBezTo>
                      <a:pt x="230" y="50434"/>
                      <a:pt x="230" y="50434"/>
                      <a:pt x="230" y="50455"/>
                    </a:cubicBezTo>
                    <a:cubicBezTo>
                      <a:pt x="147" y="50976"/>
                      <a:pt x="105" y="51519"/>
                      <a:pt x="63" y="52040"/>
                    </a:cubicBezTo>
                    <a:cubicBezTo>
                      <a:pt x="42" y="52061"/>
                      <a:pt x="42" y="52082"/>
                      <a:pt x="63" y="52103"/>
                    </a:cubicBezTo>
                    <a:cubicBezTo>
                      <a:pt x="42" y="52290"/>
                      <a:pt x="21" y="52499"/>
                      <a:pt x="21" y="52708"/>
                    </a:cubicBezTo>
                    <a:cubicBezTo>
                      <a:pt x="1" y="52833"/>
                      <a:pt x="1" y="52979"/>
                      <a:pt x="1" y="53104"/>
                    </a:cubicBezTo>
                    <a:lnTo>
                      <a:pt x="1" y="53187"/>
                    </a:lnTo>
                    <a:lnTo>
                      <a:pt x="1" y="53813"/>
                    </a:lnTo>
                    <a:cubicBezTo>
                      <a:pt x="1" y="54084"/>
                      <a:pt x="1" y="54355"/>
                      <a:pt x="21" y="54626"/>
                    </a:cubicBezTo>
                    <a:cubicBezTo>
                      <a:pt x="21" y="54731"/>
                      <a:pt x="42" y="54856"/>
                      <a:pt x="42" y="54981"/>
                    </a:cubicBezTo>
                    <a:cubicBezTo>
                      <a:pt x="63" y="55064"/>
                      <a:pt x="84" y="55148"/>
                      <a:pt x="84" y="55252"/>
                    </a:cubicBezTo>
                    <a:cubicBezTo>
                      <a:pt x="105" y="55294"/>
                      <a:pt x="105" y="55336"/>
                      <a:pt x="105" y="55356"/>
                    </a:cubicBezTo>
                    <a:lnTo>
                      <a:pt x="439" y="55356"/>
                    </a:lnTo>
                    <a:cubicBezTo>
                      <a:pt x="668" y="55356"/>
                      <a:pt x="877" y="55336"/>
                      <a:pt x="1106" y="55336"/>
                    </a:cubicBezTo>
                    <a:lnTo>
                      <a:pt x="1607" y="55336"/>
                    </a:lnTo>
                    <a:cubicBezTo>
                      <a:pt x="2065" y="55315"/>
                      <a:pt x="2524" y="55294"/>
                      <a:pt x="2962" y="55273"/>
                    </a:cubicBezTo>
                    <a:lnTo>
                      <a:pt x="3087" y="55273"/>
                    </a:lnTo>
                    <a:lnTo>
                      <a:pt x="3233" y="55252"/>
                    </a:lnTo>
                    <a:lnTo>
                      <a:pt x="3651" y="55252"/>
                    </a:lnTo>
                    <a:lnTo>
                      <a:pt x="3651" y="55231"/>
                    </a:lnTo>
                    <a:cubicBezTo>
                      <a:pt x="3651" y="55231"/>
                      <a:pt x="3651" y="55210"/>
                      <a:pt x="3651" y="55210"/>
                    </a:cubicBezTo>
                    <a:lnTo>
                      <a:pt x="3651" y="54960"/>
                    </a:lnTo>
                    <a:cubicBezTo>
                      <a:pt x="3630" y="54856"/>
                      <a:pt x="3630" y="54731"/>
                      <a:pt x="3630" y="54626"/>
                    </a:cubicBezTo>
                    <a:cubicBezTo>
                      <a:pt x="3630" y="54314"/>
                      <a:pt x="3609" y="54042"/>
                      <a:pt x="3630" y="53792"/>
                    </a:cubicBezTo>
                    <a:cubicBezTo>
                      <a:pt x="3671" y="53292"/>
                      <a:pt x="3713" y="52791"/>
                      <a:pt x="3797" y="52270"/>
                    </a:cubicBezTo>
                    <a:cubicBezTo>
                      <a:pt x="3817" y="52103"/>
                      <a:pt x="3838" y="51915"/>
                      <a:pt x="3859" y="51748"/>
                    </a:cubicBezTo>
                    <a:cubicBezTo>
                      <a:pt x="3880" y="51665"/>
                      <a:pt x="3901" y="51602"/>
                      <a:pt x="3901" y="51540"/>
                    </a:cubicBezTo>
                    <a:cubicBezTo>
                      <a:pt x="3922" y="51435"/>
                      <a:pt x="3922" y="51331"/>
                      <a:pt x="3963" y="51227"/>
                    </a:cubicBezTo>
                    <a:cubicBezTo>
                      <a:pt x="4005" y="50976"/>
                      <a:pt x="4047" y="50705"/>
                      <a:pt x="4109" y="50455"/>
                    </a:cubicBezTo>
                    <a:cubicBezTo>
                      <a:pt x="4151" y="50226"/>
                      <a:pt x="4214" y="49996"/>
                      <a:pt x="4255" y="49788"/>
                    </a:cubicBezTo>
                    <a:cubicBezTo>
                      <a:pt x="4652" y="48056"/>
                      <a:pt x="5173" y="46325"/>
                      <a:pt x="5716" y="44615"/>
                    </a:cubicBezTo>
                    <a:cubicBezTo>
                      <a:pt x="5841" y="44239"/>
                      <a:pt x="5966" y="43822"/>
                      <a:pt x="6070" y="43468"/>
                    </a:cubicBezTo>
                    <a:cubicBezTo>
                      <a:pt x="6174" y="43113"/>
                      <a:pt x="6300" y="42759"/>
                      <a:pt x="6404" y="42425"/>
                    </a:cubicBezTo>
                    <a:cubicBezTo>
                      <a:pt x="6404" y="42404"/>
                      <a:pt x="6404" y="42404"/>
                      <a:pt x="6404" y="42404"/>
                    </a:cubicBezTo>
                    <a:cubicBezTo>
                      <a:pt x="6654" y="41570"/>
                      <a:pt x="6904" y="40756"/>
                      <a:pt x="7113" y="39943"/>
                    </a:cubicBezTo>
                    <a:lnTo>
                      <a:pt x="7134" y="39859"/>
                    </a:lnTo>
                    <a:cubicBezTo>
                      <a:pt x="7155" y="39797"/>
                      <a:pt x="7176" y="39755"/>
                      <a:pt x="7176" y="39713"/>
                    </a:cubicBezTo>
                    <a:cubicBezTo>
                      <a:pt x="8177" y="35980"/>
                      <a:pt x="9178" y="32226"/>
                      <a:pt x="9595" y="28409"/>
                    </a:cubicBezTo>
                    <a:cubicBezTo>
                      <a:pt x="9741" y="27178"/>
                      <a:pt x="9824" y="25947"/>
                      <a:pt x="9887" y="24696"/>
                    </a:cubicBezTo>
                    <a:cubicBezTo>
                      <a:pt x="9908" y="24300"/>
                      <a:pt x="9950" y="23924"/>
                      <a:pt x="9970" y="23528"/>
                    </a:cubicBezTo>
                    <a:cubicBezTo>
                      <a:pt x="9991" y="23111"/>
                      <a:pt x="10012" y="22694"/>
                      <a:pt x="10054" y="22297"/>
                    </a:cubicBezTo>
                    <a:cubicBezTo>
                      <a:pt x="10137" y="20858"/>
                      <a:pt x="10304" y="19440"/>
                      <a:pt x="10575" y="18042"/>
                    </a:cubicBezTo>
                    <a:cubicBezTo>
                      <a:pt x="10951" y="15998"/>
                      <a:pt x="11577" y="14017"/>
                      <a:pt x="11952" y="11994"/>
                    </a:cubicBezTo>
                    <a:cubicBezTo>
                      <a:pt x="12369" y="9616"/>
                      <a:pt x="12411" y="7197"/>
                      <a:pt x="12098" y="4819"/>
                    </a:cubicBezTo>
                    <a:cubicBezTo>
                      <a:pt x="12098" y="4631"/>
                      <a:pt x="12056" y="4464"/>
                      <a:pt x="12035" y="4297"/>
                    </a:cubicBezTo>
                    <a:cubicBezTo>
                      <a:pt x="12015" y="4110"/>
                      <a:pt x="11994" y="3922"/>
                      <a:pt x="11952" y="3755"/>
                    </a:cubicBezTo>
                    <a:cubicBezTo>
                      <a:pt x="11743" y="2483"/>
                      <a:pt x="11431" y="1231"/>
                      <a:pt x="1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7"/>
              <p:cNvSpPr/>
              <p:nvPr/>
            </p:nvSpPr>
            <p:spPr>
              <a:xfrm>
                <a:off x="8589875" y="2440450"/>
                <a:ext cx="360850" cy="1694175"/>
              </a:xfrm>
              <a:custGeom>
                <a:rect b="b" l="l" r="r" t="t"/>
                <a:pathLst>
                  <a:path extrusionOk="0" h="67767" w="14434">
                    <a:moveTo>
                      <a:pt x="14434" y="0"/>
                    </a:moveTo>
                    <a:lnTo>
                      <a:pt x="14434" y="0"/>
                    </a:lnTo>
                    <a:cubicBezTo>
                      <a:pt x="13808" y="1627"/>
                      <a:pt x="11430" y="2962"/>
                      <a:pt x="10387" y="4443"/>
                    </a:cubicBezTo>
                    <a:cubicBezTo>
                      <a:pt x="9782" y="5277"/>
                      <a:pt x="9282" y="6195"/>
                      <a:pt x="8885" y="7175"/>
                    </a:cubicBezTo>
                    <a:cubicBezTo>
                      <a:pt x="8844" y="7279"/>
                      <a:pt x="8823" y="7384"/>
                      <a:pt x="8760" y="7509"/>
                    </a:cubicBezTo>
                    <a:cubicBezTo>
                      <a:pt x="8719" y="7634"/>
                      <a:pt x="8677" y="7759"/>
                      <a:pt x="8635" y="7884"/>
                    </a:cubicBezTo>
                    <a:cubicBezTo>
                      <a:pt x="7530" y="11201"/>
                      <a:pt x="7884" y="14538"/>
                      <a:pt x="7321" y="18355"/>
                    </a:cubicBezTo>
                    <a:cubicBezTo>
                      <a:pt x="7029" y="20399"/>
                      <a:pt x="6278" y="22318"/>
                      <a:pt x="5757" y="24320"/>
                    </a:cubicBezTo>
                    <a:cubicBezTo>
                      <a:pt x="5715" y="24529"/>
                      <a:pt x="5653" y="24737"/>
                      <a:pt x="5611" y="24967"/>
                    </a:cubicBezTo>
                    <a:cubicBezTo>
                      <a:pt x="5548" y="25259"/>
                      <a:pt x="5506" y="25530"/>
                      <a:pt x="5444" y="25822"/>
                    </a:cubicBezTo>
                    <a:cubicBezTo>
                      <a:pt x="5444" y="25843"/>
                      <a:pt x="5444" y="25863"/>
                      <a:pt x="5444" y="25884"/>
                    </a:cubicBezTo>
                    <a:cubicBezTo>
                      <a:pt x="5444" y="25905"/>
                      <a:pt x="5444" y="25926"/>
                      <a:pt x="5444" y="25926"/>
                    </a:cubicBezTo>
                    <a:cubicBezTo>
                      <a:pt x="5381" y="26364"/>
                      <a:pt x="5340" y="26781"/>
                      <a:pt x="5319" y="27198"/>
                    </a:cubicBezTo>
                    <a:cubicBezTo>
                      <a:pt x="5256" y="28095"/>
                      <a:pt x="5235" y="29013"/>
                      <a:pt x="5256" y="29931"/>
                    </a:cubicBezTo>
                    <a:cubicBezTo>
                      <a:pt x="5277" y="30640"/>
                      <a:pt x="5319" y="31349"/>
                      <a:pt x="5319" y="32058"/>
                    </a:cubicBezTo>
                    <a:cubicBezTo>
                      <a:pt x="5340" y="32204"/>
                      <a:pt x="5340" y="32371"/>
                      <a:pt x="5340" y="32496"/>
                    </a:cubicBezTo>
                    <a:lnTo>
                      <a:pt x="5340" y="32913"/>
                    </a:lnTo>
                    <a:cubicBezTo>
                      <a:pt x="5360" y="34457"/>
                      <a:pt x="5298" y="36000"/>
                      <a:pt x="5173" y="37523"/>
                    </a:cubicBezTo>
                    <a:cubicBezTo>
                      <a:pt x="5027" y="39150"/>
                      <a:pt x="4818" y="40756"/>
                      <a:pt x="4568" y="42383"/>
                    </a:cubicBezTo>
                    <a:cubicBezTo>
                      <a:pt x="4213" y="44531"/>
                      <a:pt x="3796" y="46679"/>
                      <a:pt x="3316" y="48807"/>
                    </a:cubicBezTo>
                    <a:cubicBezTo>
                      <a:pt x="3275" y="49015"/>
                      <a:pt x="3233" y="49245"/>
                      <a:pt x="3191" y="49453"/>
                    </a:cubicBezTo>
                    <a:cubicBezTo>
                      <a:pt x="3129" y="49662"/>
                      <a:pt x="3087" y="49870"/>
                      <a:pt x="3045" y="50100"/>
                    </a:cubicBezTo>
                    <a:cubicBezTo>
                      <a:pt x="2816" y="51122"/>
                      <a:pt x="2586" y="52144"/>
                      <a:pt x="2357" y="53187"/>
                    </a:cubicBezTo>
                    <a:cubicBezTo>
                      <a:pt x="2336" y="53249"/>
                      <a:pt x="2315" y="53354"/>
                      <a:pt x="2294" y="53437"/>
                    </a:cubicBezTo>
                    <a:cubicBezTo>
                      <a:pt x="2044" y="54543"/>
                      <a:pt x="1815" y="55627"/>
                      <a:pt x="1564" y="56712"/>
                    </a:cubicBezTo>
                    <a:cubicBezTo>
                      <a:pt x="1564" y="56733"/>
                      <a:pt x="1564" y="56733"/>
                      <a:pt x="1564" y="56733"/>
                    </a:cubicBezTo>
                    <a:cubicBezTo>
                      <a:pt x="1564" y="56795"/>
                      <a:pt x="1544" y="56879"/>
                      <a:pt x="1523" y="56941"/>
                    </a:cubicBezTo>
                    <a:cubicBezTo>
                      <a:pt x="1481" y="57129"/>
                      <a:pt x="1439" y="57337"/>
                      <a:pt x="1398" y="57525"/>
                    </a:cubicBezTo>
                    <a:lnTo>
                      <a:pt x="1231" y="58339"/>
                    </a:lnTo>
                    <a:cubicBezTo>
                      <a:pt x="1231" y="58401"/>
                      <a:pt x="1210" y="58443"/>
                      <a:pt x="1210" y="58505"/>
                    </a:cubicBezTo>
                    <a:cubicBezTo>
                      <a:pt x="1168" y="58672"/>
                      <a:pt x="1147" y="58839"/>
                      <a:pt x="1106" y="59027"/>
                    </a:cubicBezTo>
                    <a:cubicBezTo>
                      <a:pt x="1106" y="59069"/>
                      <a:pt x="1085" y="59110"/>
                      <a:pt x="1085" y="59152"/>
                    </a:cubicBezTo>
                    <a:cubicBezTo>
                      <a:pt x="1064" y="59194"/>
                      <a:pt x="1064" y="59235"/>
                      <a:pt x="1064" y="59277"/>
                    </a:cubicBezTo>
                    <a:cubicBezTo>
                      <a:pt x="1022" y="59465"/>
                      <a:pt x="980" y="59632"/>
                      <a:pt x="960" y="59799"/>
                    </a:cubicBezTo>
                    <a:cubicBezTo>
                      <a:pt x="897" y="60049"/>
                      <a:pt x="855" y="60299"/>
                      <a:pt x="814" y="60570"/>
                    </a:cubicBezTo>
                    <a:cubicBezTo>
                      <a:pt x="605" y="61759"/>
                      <a:pt x="396" y="62948"/>
                      <a:pt x="250" y="64137"/>
                    </a:cubicBezTo>
                    <a:cubicBezTo>
                      <a:pt x="230" y="64220"/>
                      <a:pt x="230" y="64262"/>
                      <a:pt x="209" y="64387"/>
                    </a:cubicBezTo>
                    <a:cubicBezTo>
                      <a:pt x="188" y="64533"/>
                      <a:pt x="167" y="64700"/>
                      <a:pt x="167" y="64784"/>
                    </a:cubicBezTo>
                    <a:cubicBezTo>
                      <a:pt x="146" y="64888"/>
                      <a:pt x="125" y="64971"/>
                      <a:pt x="125" y="65076"/>
                    </a:cubicBezTo>
                    <a:cubicBezTo>
                      <a:pt x="104" y="65159"/>
                      <a:pt x="84" y="65263"/>
                      <a:pt x="84" y="65368"/>
                    </a:cubicBezTo>
                    <a:cubicBezTo>
                      <a:pt x="84" y="65368"/>
                      <a:pt x="84" y="65368"/>
                      <a:pt x="84" y="65388"/>
                    </a:cubicBezTo>
                    <a:cubicBezTo>
                      <a:pt x="63" y="65576"/>
                      <a:pt x="63" y="65743"/>
                      <a:pt x="42" y="65931"/>
                    </a:cubicBezTo>
                    <a:cubicBezTo>
                      <a:pt x="21" y="66139"/>
                      <a:pt x="21" y="66348"/>
                      <a:pt x="21" y="66536"/>
                    </a:cubicBezTo>
                    <a:cubicBezTo>
                      <a:pt x="0" y="66807"/>
                      <a:pt x="21" y="67078"/>
                      <a:pt x="63" y="67349"/>
                    </a:cubicBezTo>
                    <a:cubicBezTo>
                      <a:pt x="63" y="67370"/>
                      <a:pt x="63" y="67412"/>
                      <a:pt x="84" y="67432"/>
                    </a:cubicBezTo>
                    <a:cubicBezTo>
                      <a:pt x="84" y="67495"/>
                      <a:pt x="104" y="67558"/>
                      <a:pt x="125" y="67620"/>
                    </a:cubicBezTo>
                    <a:cubicBezTo>
                      <a:pt x="125" y="67641"/>
                      <a:pt x="125" y="67662"/>
                      <a:pt x="125" y="67704"/>
                    </a:cubicBezTo>
                    <a:cubicBezTo>
                      <a:pt x="146" y="67724"/>
                      <a:pt x="146" y="67745"/>
                      <a:pt x="146" y="67766"/>
                    </a:cubicBezTo>
                    <a:lnTo>
                      <a:pt x="1272" y="67766"/>
                    </a:lnTo>
                    <a:cubicBezTo>
                      <a:pt x="1481" y="67766"/>
                      <a:pt x="1710" y="67745"/>
                      <a:pt x="1919" y="67745"/>
                    </a:cubicBezTo>
                    <a:lnTo>
                      <a:pt x="2440" y="67745"/>
                    </a:lnTo>
                    <a:cubicBezTo>
                      <a:pt x="2899" y="67724"/>
                      <a:pt x="3337" y="67704"/>
                      <a:pt x="3775" y="67662"/>
                    </a:cubicBezTo>
                    <a:lnTo>
                      <a:pt x="4464" y="67662"/>
                    </a:lnTo>
                    <a:cubicBezTo>
                      <a:pt x="4464" y="67641"/>
                      <a:pt x="4464" y="67620"/>
                      <a:pt x="4464" y="67599"/>
                    </a:cubicBezTo>
                    <a:cubicBezTo>
                      <a:pt x="4484" y="67516"/>
                      <a:pt x="4526" y="67412"/>
                      <a:pt x="4547" y="67307"/>
                    </a:cubicBezTo>
                    <a:cubicBezTo>
                      <a:pt x="4568" y="67224"/>
                      <a:pt x="4589" y="67120"/>
                      <a:pt x="4610" y="67036"/>
                    </a:cubicBezTo>
                    <a:cubicBezTo>
                      <a:pt x="4756" y="66452"/>
                      <a:pt x="4881" y="65868"/>
                      <a:pt x="5027" y="65263"/>
                    </a:cubicBezTo>
                    <a:cubicBezTo>
                      <a:pt x="5068" y="65096"/>
                      <a:pt x="5110" y="64909"/>
                      <a:pt x="5131" y="64721"/>
                    </a:cubicBezTo>
                    <a:cubicBezTo>
                      <a:pt x="5173" y="64575"/>
                      <a:pt x="5194" y="64450"/>
                      <a:pt x="5235" y="64325"/>
                    </a:cubicBezTo>
                    <a:cubicBezTo>
                      <a:pt x="5256" y="64241"/>
                      <a:pt x="5277" y="64179"/>
                      <a:pt x="5277" y="64095"/>
                    </a:cubicBezTo>
                    <a:cubicBezTo>
                      <a:pt x="5653" y="62448"/>
                      <a:pt x="5986" y="60800"/>
                      <a:pt x="6299" y="59131"/>
                    </a:cubicBezTo>
                    <a:cubicBezTo>
                      <a:pt x="6299" y="59069"/>
                      <a:pt x="6320" y="59006"/>
                      <a:pt x="6341" y="58923"/>
                    </a:cubicBezTo>
                    <a:cubicBezTo>
                      <a:pt x="6466" y="58297"/>
                      <a:pt x="6570" y="57629"/>
                      <a:pt x="6695" y="56983"/>
                    </a:cubicBezTo>
                    <a:cubicBezTo>
                      <a:pt x="6758" y="56607"/>
                      <a:pt x="6821" y="56211"/>
                      <a:pt x="6883" y="55836"/>
                    </a:cubicBezTo>
                    <a:cubicBezTo>
                      <a:pt x="6946" y="55481"/>
                      <a:pt x="7008" y="55106"/>
                      <a:pt x="7071" y="54730"/>
                    </a:cubicBezTo>
                    <a:cubicBezTo>
                      <a:pt x="7530" y="51977"/>
                      <a:pt x="7905" y="49203"/>
                      <a:pt x="8218" y="46429"/>
                    </a:cubicBezTo>
                    <a:cubicBezTo>
                      <a:pt x="8260" y="46200"/>
                      <a:pt x="8260" y="45991"/>
                      <a:pt x="8301" y="45762"/>
                    </a:cubicBezTo>
                    <a:cubicBezTo>
                      <a:pt x="8322" y="45532"/>
                      <a:pt x="8343" y="45303"/>
                      <a:pt x="8385" y="45073"/>
                    </a:cubicBezTo>
                    <a:cubicBezTo>
                      <a:pt x="8656" y="42466"/>
                      <a:pt x="8865" y="39859"/>
                      <a:pt x="9031" y="37231"/>
                    </a:cubicBezTo>
                    <a:cubicBezTo>
                      <a:pt x="9323" y="32621"/>
                      <a:pt x="10345" y="28241"/>
                      <a:pt x="11326" y="23715"/>
                    </a:cubicBezTo>
                    <a:cubicBezTo>
                      <a:pt x="11785" y="21588"/>
                      <a:pt x="12431" y="19439"/>
                      <a:pt x="12807" y="17270"/>
                    </a:cubicBezTo>
                    <a:cubicBezTo>
                      <a:pt x="12848" y="17082"/>
                      <a:pt x="12869" y="16916"/>
                      <a:pt x="12890" y="16749"/>
                    </a:cubicBezTo>
                    <a:cubicBezTo>
                      <a:pt x="12911" y="16561"/>
                      <a:pt x="12953" y="16394"/>
                      <a:pt x="12974" y="16206"/>
                    </a:cubicBezTo>
                    <a:cubicBezTo>
                      <a:pt x="13140" y="14892"/>
                      <a:pt x="13140" y="13558"/>
                      <a:pt x="12974" y="12264"/>
                    </a:cubicBezTo>
                    <a:cubicBezTo>
                      <a:pt x="12348" y="8051"/>
                      <a:pt x="12911" y="4067"/>
                      <a:pt x="144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7"/>
              <p:cNvSpPr/>
              <p:nvPr/>
            </p:nvSpPr>
            <p:spPr>
              <a:xfrm>
                <a:off x="8588825" y="2417500"/>
                <a:ext cx="225800" cy="1718150"/>
              </a:xfrm>
              <a:custGeom>
                <a:rect b="b" l="l" r="r" t="t"/>
                <a:pathLst>
                  <a:path extrusionOk="0" h="68726" w="9032">
                    <a:moveTo>
                      <a:pt x="7572" y="0"/>
                    </a:moveTo>
                    <a:lnTo>
                      <a:pt x="7572" y="0"/>
                    </a:lnTo>
                    <a:cubicBezTo>
                      <a:pt x="7634" y="1460"/>
                      <a:pt x="7530" y="2900"/>
                      <a:pt x="7259" y="4318"/>
                    </a:cubicBezTo>
                    <a:cubicBezTo>
                      <a:pt x="6591" y="7759"/>
                      <a:pt x="5611" y="10909"/>
                      <a:pt x="5256" y="14350"/>
                    </a:cubicBezTo>
                    <a:cubicBezTo>
                      <a:pt x="5236" y="14601"/>
                      <a:pt x="5215" y="14830"/>
                      <a:pt x="5194" y="15080"/>
                    </a:cubicBezTo>
                    <a:cubicBezTo>
                      <a:pt x="5173" y="15393"/>
                      <a:pt x="5131" y="15685"/>
                      <a:pt x="5131" y="15998"/>
                    </a:cubicBezTo>
                    <a:lnTo>
                      <a:pt x="5131" y="16019"/>
                    </a:lnTo>
                    <a:cubicBezTo>
                      <a:pt x="5006" y="19648"/>
                      <a:pt x="5277" y="23277"/>
                      <a:pt x="5340" y="26907"/>
                    </a:cubicBezTo>
                    <a:cubicBezTo>
                      <a:pt x="5361" y="27324"/>
                      <a:pt x="5361" y="27720"/>
                      <a:pt x="5361" y="28158"/>
                    </a:cubicBezTo>
                    <a:cubicBezTo>
                      <a:pt x="5361" y="28617"/>
                      <a:pt x="5340" y="29013"/>
                      <a:pt x="5340" y="29493"/>
                    </a:cubicBezTo>
                    <a:cubicBezTo>
                      <a:pt x="5340" y="29952"/>
                      <a:pt x="5319" y="30432"/>
                      <a:pt x="5319" y="30890"/>
                    </a:cubicBezTo>
                    <a:cubicBezTo>
                      <a:pt x="5298" y="31766"/>
                      <a:pt x="5256" y="32622"/>
                      <a:pt x="5236" y="33498"/>
                    </a:cubicBezTo>
                    <a:cubicBezTo>
                      <a:pt x="5131" y="36376"/>
                      <a:pt x="4944" y="39275"/>
                      <a:pt x="4589" y="42133"/>
                    </a:cubicBezTo>
                    <a:cubicBezTo>
                      <a:pt x="4318" y="44239"/>
                      <a:pt x="3942" y="46325"/>
                      <a:pt x="3442" y="48369"/>
                    </a:cubicBezTo>
                    <a:cubicBezTo>
                      <a:pt x="3421" y="48494"/>
                      <a:pt x="3379" y="48619"/>
                      <a:pt x="3358" y="48744"/>
                    </a:cubicBezTo>
                    <a:cubicBezTo>
                      <a:pt x="3317" y="48911"/>
                      <a:pt x="3254" y="49099"/>
                      <a:pt x="3212" y="49266"/>
                    </a:cubicBezTo>
                    <a:cubicBezTo>
                      <a:pt x="3171" y="49454"/>
                      <a:pt x="3129" y="49620"/>
                      <a:pt x="3066" y="49787"/>
                    </a:cubicBezTo>
                    <a:cubicBezTo>
                      <a:pt x="2670" y="51226"/>
                      <a:pt x="2232" y="52666"/>
                      <a:pt x="1815" y="54084"/>
                    </a:cubicBezTo>
                    <a:cubicBezTo>
                      <a:pt x="1773" y="54167"/>
                      <a:pt x="1752" y="54272"/>
                      <a:pt x="1732" y="54355"/>
                    </a:cubicBezTo>
                    <a:cubicBezTo>
                      <a:pt x="1648" y="54626"/>
                      <a:pt x="1565" y="54918"/>
                      <a:pt x="1481" y="55210"/>
                    </a:cubicBezTo>
                    <a:cubicBezTo>
                      <a:pt x="1440" y="55315"/>
                      <a:pt x="1419" y="55440"/>
                      <a:pt x="1377" y="55586"/>
                    </a:cubicBezTo>
                    <a:cubicBezTo>
                      <a:pt x="1335" y="55711"/>
                      <a:pt x="1314" y="55857"/>
                      <a:pt x="1273" y="56003"/>
                    </a:cubicBezTo>
                    <a:cubicBezTo>
                      <a:pt x="1231" y="56149"/>
                      <a:pt x="1189" y="56274"/>
                      <a:pt x="1148" y="56420"/>
                    </a:cubicBezTo>
                    <a:cubicBezTo>
                      <a:pt x="1064" y="56712"/>
                      <a:pt x="1002" y="57025"/>
                      <a:pt x="918" y="57317"/>
                    </a:cubicBezTo>
                    <a:cubicBezTo>
                      <a:pt x="876" y="57463"/>
                      <a:pt x="856" y="57609"/>
                      <a:pt x="814" y="57776"/>
                    </a:cubicBezTo>
                    <a:cubicBezTo>
                      <a:pt x="772" y="57943"/>
                      <a:pt x="730" y="58089"/>
                      <a:pt x="710" y="58255"/>
                    </a:cubicBezTo>
                    <a:cubicBezTo>
                      <a:pt x="647" y="58485"/>
                      <a:pt x="605" y="58714"/>
                      <a:pt x="564" y="58944"/>
                    </a:cubicBezTo>
                    <a:cubicBezTo>
                      <a:pt x="146" y="60967"/>
                      <a:pt x="0" y="63053"/>
                      <a:pt x="167" y="65118"/>
                    </a:cubicBezTo>
                    <a:cubicBezTo>
                      <a:pt x="167" y="65201"/>
                      <a:pt x="188" y="65284"/>
                      <a:pt x="188" y="65368"/>
                    </a:cubicBezTo>
                    <a:cubicBezTo>
                      <a:pt x="188" y="65514"/>
                      <a:pt x="209" y="65639"/>
                      <a:pt x="230" y="65764"/>
                    </a:cubicBezTo>
                    <a:cubicBezTo>
                      <a:pt x="251" y="65973"/>
                      <a:pt x="272" y="66160"/>
                      <a:pt x="313" y="66348"/>
                    </a:cubicBezTo>
                    <a:cubicBezTo>
                      <a:pt x="355" y="66598"/>
                      <a:pt x="397" y="66828"/>
                      <a:pt x="438" y="67057"/>
                    </a:cubicBezTo>
                    <a:cubicBezTo>
                      <a:pt x="459" y="67162"/>
                      <a:pt x="480" y="67266"/>
                      <a:pt x="522" y="67370"/>
                    </a:cubicBezTo>
                    <a:cubicBezTo>
                      <a:pt x="522" y="67391"/>
                      <a:pt x="522" y="67412"/>
                      <a:pt x="522" y="67433"/>
                    </a:cubicBezTo>
                    <a:lnTo>
                      <a:pt x="584" y="67620"/>
                    </a:lnTo>
                    <a:cubicBezTo>
                      <a:pt x="584" y="67662"/>
                      <a:pt x="605" y="67704"/>
                      <a:pt x="605" y="67746"/>
                    </a:cubicBezTo>
                    <a:cubicBezTo>
                      <a:pt x="626" y="67787"/>
                      <a:pt x="626" y="67850"/>
                      <a:pt x="647" y="67892"/>
                    </a:cubicBezTo>
                    <a:cubicBezTo>
                      <a:pt x="689" y="68038"/>
                      <a:pt x="730" y="68204"/>
                      <a:pt x="793" y="68350"/>
                    </a:cubicBezTo>
                    <a:cubicBezTo>
                      <a:pt x="814" y="68455"/>
                      <a:pt x="856" y="68559"/>
                      <a:pt x="897" y="68663"/>
                    </a:cubicBezTo>
                    <a:cubicBezTo>
                      <a:pt x="897" y="68663"/>
                      <a:pt x="897" y="68684"/>
                      <a:pt x="897" y="68705"/>
                    </a:cubicBezTo>
                    <a:cubicBezTo>
                      <a:pt x="897" y="68705"/>
                      <a:pt x="897" y="68705"/>
                      <a:pt x="897" y="68726"/>
                    </a:cubicBezTo>
                    <a:lnTo>
                      <a:pt x="1314" y="68726"/>
                    </a:lnTo>
                    <a:cubicBezTo>
                      <a:pt x="1544" y="68705"/>
                      <a:pt x="1752" y="68705"/>
                      <a:pt x="1961" y="68705"/>
                    </a:cubicBezTo>
                    <a:lnTo>
                      <a:pt x="2482" y="68705"/>
                    </a:lnTo>
                    <a:cubicBezTo>
                      <a:pt x="2941" y="68684"/>
                      <a:pt x="3379" y="68642"/>
                      <a:pt x="3817" y="68622"/>
                    </a:cubicBezTo>
                    <a:lnTo>
                      <a:pt x="3963" y="68622"/>
                    </a:lnTo>
                    <a:lnTo>
                      <a:pt x="4109" y="68601"/>
                    </a:lnTo>
                    <a:cubicBezTo>
                      <a:pt x="4130" y="68580"/>
                      <a:pt x="4130" y="68538"/>
                      <a:pt x="4130" y="68496"/>
                    </a:cubicBezTo>
                    <a:cubicBezTo>
                      <a:pt x="4255" y="67537"/>
                      <a:pt x="4318" y="66557"/>
                      <a:pt x="4380" y="65576"/>
                    </a:cubicBezTo>
                    <a:cubicBezTo>
                      <a:pt x="4506" y="63762"/>
                      <a:pt x="4568" y="61947"/>
                      <a:pt x="4735" y="60153"/>
                    </a:cubicBezTo>
                    <a:cubicBezTo>
                      <a:pt x="4756" y="59799"/>
                      <a:pt x="4798" y="59444"/>
                      <a:pt x="4839" y="59090"/>
                    </a:cubicBezTo>
                    <a:cubicBezTo>
                      <a:pt x="4881" y="58714"/>
                      <a:pt x="4944" y="58318"/>
                      <a:pt x="4985" y="57922"/>
                    </a:cubicBezTo>
                    <a:cubicBezTo>
                      <a:pt x="5090" y="57213"/>
                      <a:pt x="5236" y="56503"/>
                      <a:pt x="5382" y="55794"/>
                    </a:cubicBezTo>
                    <a:cubicBezTo>
                      <a:pt x="5674" y="54564"/>
                      <a:pt x="6070" y="53333"/>
                      <a:pt x="6425" y="52102"/>
                    </a:cubicBezTo>
                    <a:cubicBezTo>
                      <a:pt x="6591" y="51602"/>
                      <a:pt x="6737" y="51101"/>
                      <a:pt x="6883" y="50580"/>
                    </a:cubicBezTo>
                    <a:cubicBezTo>
                      <a:pt x="6988" y="50204"/>
                      <a:pt x="7071" y="49808"/>
                      <a:pt x="7155" y="49433"/>
                    </a:cubicBezTo>
                    <a:cubicBezTo>
                      <a:pt x="7217" y="49245"/>
                      <a:pt x="7238" y="49057"/>
                      <a:pt x="7280" y="48849"/>
                    </a:cubicBezTo>
                    <a:cubicBezTo>
                      <a:pt x="8177" y="44114"/>
                      <a:pt x="7175" y="39254"/>
                      <a:pt x="7196" y="34436"/>
                    </a:cubicBezTo>
                    <a:cubicBezTo>
                      <a:pt x="7217" y="32809"/>
                      <a:pt x="7321" y="31203"/>
                      <a:pt x="7509" y="29576"/>
                    </a:cubicBezTo>
                    <a:cubicBezTo>
                      <a:pt x="7530" y="29326"/>
                      <a:pt x="7551" y="29055"/>
                      <a:pt x="7593" y="28826"/>
                    </a:cubicBezTo>
                    <a:cubicBezTo>
                      <a:pt x="7613" y="28596"/>
                      <a:pt x="7634" y="28367"/>
                      <a:pt x="7676" y="28137"/>
                    </a:cubicBezTo>
                    <a:cubicBezTo>
                      <a:pt x="7989" y="25613"/>
                      <a:pt x="8364" y="23069"/>
                      <a:pt x="8594" y="20524"/>
                    </a:cubicBezTo>
                    <a:cubicBezTo>
                      <a:pt x="8948" y="16645"/>
                      <a:pt x="9032" y="12765"/>
                      <a:pt x="8844" y="8865"/>
                    </a:cubicBezTo>
                    <a:cubicBezTo>
                      <a:pt x="8844" y="8740"/>
                      <a:pt x="8844" y="8594"/>
                      <a:pt x="8823" y="8469"/>
                    </a:cubicBezTo>
                    <a:cubicBezTo>
                      <a:pt x="8823" y="8343"/>
                      <a:pt x="8802" y="8218"/>
                      <a:pt x="8802" y="8114"/>
                    </a:cubicBezTo>
                    <a:cubicBezTo>
                      <a:pt x="8615" y="5382"/>
                      <a:pt x="8197" y="2670"/>
                      <a:pt x="7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7"/>
              <p:cNvSpPr/>
              <p:nvPr/>
            </p:nvSpPr>
            <p:spPr>
              <a:xfrm>
                <a:off x="8466800" y="2808050"/>
                <a:ext cx="155950" cy="1327600"/>
              </a:xfrm>
              <a:custGeom>
                <a:rect b="b" l="l" r="r" t="t"/>
                <a:pathLst>
                  <a:path extrusionOk="0" h="53104" w="6238">
                    <a:moveTo>
                      <a:pt x="3463" y="1"/>
                    </a:moveTo>
                    <a:lnTo>
                      <a:pt x="3463" y="42"/>
                    </a:lnTo>
                    <a:cubicBezTo>
                      <a:pt x="3463" y="293"/>
                      <a:pt x="3442" y="501"/>
                      <a:pt x="3442" y="793"/>
                    </a:cubicBezTo>
                    <a:cubicBezTo>
                      <a:pt x="3442" y="1085"/>
                      <a:pt x="3421" y="1377"/>
                      <a:pt x="3400" y="1648"/>
                    </a:cubicBezTo>
                    <a:cubicBezTo>
                      <a:pt x="3171" y="5924"/>
                      <a:pt x="2191" y="10137"/>
                      <a:pt x="1419" y="14351"/>
                    </a:cubicBezTo>
                    <a:cubicBezTo>
                      <a:pt x="1377" y="14580"/>
                      <a:pt x="1336" y="14810"/>
                      <a:pt x="1294" y="15039"/>
                    </a:cubicBezTo>
                    <a:cubicBezTo>
                      <a:pt x="1252" y="15268"/>
                      <a:pt x="1210" y="15498"/>
                      <a:pt x="1169" y="15727"/>
                    </a:cubicBezTo>
                    <a:cubicBezTo>
                      <a:pt x="1064" y="16290"/>
                      <a:pt x="960" y="16874"/>
                      <a:pt x="877" y="17458"/>
                    </a:cubicBezTo>
                    <a:cubicBezTo>
                      <a:pt x="564" y="19523"/>
                      <a:pt x="334" y="21588"/>
                      <a:pt x="209" y="23674"/>
                    </a:cubicBezTo>
                    <a:cubicBezTo>
                      <a:pt x="188" y="24008"/>
                      <a:pt x="168" y="24362"/>
                      <a:pt x="147" y="24675"/>
                    </a:cubicBezTo>
                    <a:cubicBezTo>
                      <a:pt x="126" y="24988"/>
                      <a:pt x="105" y="25322"/>
                      <a:pt x="105" y="25635"/>
                    </a:cubicBezTo>
                    <a:cubicBezTo>
                      <a:pt x="84" y="25760"/>
                      <a:pt x="84" y="25885"/>
                      <a:pt x="84" y="26010"/>
                    </a:cubicBezTo>
                    <a:lnTo>
                      <a:pt x="84" y="26344"/>
                    </a:lnTo>
                    <a:cubicBezTo>
                      <a:pt x="1" y="28638"/>
                      <a:pt x="22" y="30912"/>
                      <a:pt x="126" y="33206"/>
                    </a:cubicBezTo>
                    <a:cubicBezTo>
                      <a:pt x="126" y="33248"/>
                      <a:pt x="126" y="33289"/>
                      <a:pt x="126" y="33331"/>
                    </a:cubicBezTo>
                    <a:cubicBezTo>
                      <a:pt x="147" y="33623"/>
                      <a:pt x="147" y="33915"/>
                      <a:pt x="168" y="34186"/>
                    </a:cubicBezTo>
                    <a:cubicBezTo>
                      <a:pt x="188" y="34478"/>
                      <a:pt x="209" y="34749"/>
                      <a:pt x="230" y="35041"/>
                    </a:cubicBezTo>
                    <a:cubicBezTo>
                      <a:pt x="230" y="35146"/>
                      <a:pt x="230" y="35292"/>
                      <a:pt x="251" y="35375"/>
                    </a:cubicBezTo>
                    <a:cubicBezTo>
                      <a:pt x="251" y="35458"/>
                      <a:pt x="251" y="35542"/>
                      <a:pt x="251" y="35625"/>
                    </a:cubicBezTo>
                    <a:cubicBezTo>
                      <a:pt x="272" y="35876"/>
                      <a:pt x="293" y="36126"/>
                      <a:pt x="314" y="36355"/>
                    </a:cubicBezTo>
                    <a:cubicBezTo>
                      <a:pt x="334" y="36585"/>
                      <a:pt x="334" y="36814"/>
                      <a:pt x="355" y="37064"/>
                    </a:cubicBezTo>
                    <a:cubicBezTo>
                      <a:pt x="501" y="38817"/>
                      <a:pt x="689" y="40589"/>
                      <a:pt x="918" y="42341"/>
                    </a:cubicBezTo>
                    <a:cubicBezTo>
                      <a:pt x="981" y="42884"/>
                      <a:pt x="1044" y="43426"/>
                      <a:pt x="1127" y="43968"/>
                    </a:cubicBezTo>
                    <a:cubicBezTo>
                      <a:pt x="1210" y="44490"/>
                      <a:pt x="1273" y="45032"/>
                      <a:pt x="1356" y="45574"/>
                    </a:cubicBezTo>
                    <a:cubicBezTo>
                      <a:pt x="1398" y="45866"/>
                      <a:pt x="1461" y="46158"/>
                      <a:pt x="1502" y="46450"/>
                    </a:cubicBezTo>
                    <a:cubicBezTo>
                      <a:pt x="1586" y="46993"/>
                      <a:pt x="1711" y="48307"/>
                      <a:pt x="1940" y="49725"/>
                    </a:cubicBezTo>
                    <a:cubicBezTo>
                      <a:pt x="2003" y="50226"/>
                      <a:pt x="2107" y="50747"/>
                      <a:pt x="2212" y="51248"/>
                    </a:cubicBezTo>
                    <a:cubicBezTo>
                      <a:pt x="2337" y="51873"/>
                      <a:pt x="2504" y="52499"/>
                      <a:pt x="2712" y="53104"/>
                    </a:cubicBezTo>
                    <a:lnTo>
                      <a:pt x="5007" y="53104"/>
                    </a:lnTo>
                    <a:lnTo>
                      <a:pt x="5048" y="53020"/>
                    </a:lnTo>
                    <a:cubicBezTo>
                      <a:pt x="5048" y="53000"/>
                      <a:pt x="5069" y="52979"/>
                      <a:pt x="5069" y="52958"/>
                    </a:cubicBezTo>
                    <a:cubicBezTo>
                      <a:pt x="5111" y="52874"/>
                      <a:pt x="5153" y="52791"/>
                      <a:pt x="5173" y="52708"/>
                    </a:cubicBezTo>
                    <a:cubicBezTo>
                      <a:pt x="5194" y="52708"/>
                      <a:pt x="5194" y="52687"/>
                      <a:pt x="5194" y="52666"/>
                    </a:cubicBezTo>
                    <a:cubicBezTo>
                      <a:pt x="5215" y="52645"/>
                      <a:pt x="5236" y="52603"/>
                      <a:pt x="5236" y="52582"/>
                    </a:cubicBezTo>
                    <a:lnTo>
                      <a:pt x="5257" y="52520"/>
                    </a:lnTo>
                    <a:cubicBezTo>
                      <a:pt x="5278" y="52499"/>
                      <a:pt x="5278" y="52478"/>
                      <a:pt x="5278" y="52457"/>
                    </a:cubicBezTo>
                    <a:cubicBezTo>
                      <a:pt x="5319" y="52395"/>
                      <a:pt x="5340" y="52332"/>
                      <a:pt x="5361" y="52249"/>
                    </a:cubicBezTo>
                    <a:cubicBezTo>
                      <a:pt x="5361" y="52249"/>
                      <a:pt x="5361" y="52249"/>
                      <a:pt x="5361" y="52228"/>
                    </a:cubicBezTo>
                    <a:cubicBezTo>
                      <a:pt x="5403" y="52165"/>
                      <a:pt x="5424" y="52082"/>
                      <a:pt x="5445" y="51998"/>
                    </a:cubicBezTo>
                    <a:cubicBezTo>
                      <a:pt x="5486" y="51915"/>
                      <a:pt x="5528" y="51811"/>
                      <a:pt x="5549" y="51727"/>
                    </a:cubicBezTo>
                    <a:cubicBezTo>
                      <a:pt x="5570" y="51644"/>
                      <a:pt x="5591" y="51581"/>
                      <a:pt x="5611" y="51498"/>
                    </a:cubicBezTo>
                    <a:cubicBezTo>
                      <a:pt x="5611" y="51477"/>
                      <a:pt x="5611" y="51456"/>
                      <a:pt x="5632" y="51435"/>
                    </a:cubicBezTo>
                    <a:cubicBezTo>
                      <a:pt x="5674" y="51248"/>
                      <a:pt x="5737" y="51060"/>
                      <a:pt x="5778" y="50851"/>
                    </a:cubicBezTo>
                    <a:cubicBezTo>
                      <a:pt x="5862" y="50497"/>
                      <a:pt x="5924" y="50142"/>
                      <a:pt x="5987" y="49767"/>
                    </a:cubicBezTo>
                    <a:lnTo>
                      <a:pt x="5987" y="49725"/>
                    </a:lnTo>
                    <a:lnTo>
                      <a:pt x="5987" y="49704"/>
                    </a:lnTo>
                    <a:cubicBezTo>
                      <a:pt x="6049" y="49287"/>
                      <a:pt x="6091" y="48870"/>
                      <a:pt x="6133" y="48390"/>
                    </a:cubicBezTo>
                    <a:cubicBezTo>
                      <a:pt x="6175" y="47931"/>
                      <a:pt x="6195" y="47452"/>
                      <a:pt x="6195" y="46951"/>
                    </a:cubicBezTo>
                    <a:cubicBezTo>
                      <a:pt x="6216" y="46784"/>
                      <a:pt x="6216" y="46596"/>
                      <a:pt x="6216" y="46409"/>
                    </a:cubicBezTo>
                    <a:lnTo>
                      <a:pt x="6216" y="46283"/>
                    </a:lnTo>
                    <a:lnTo>
                      <a:pt x="6216" y="46137"/>
                    </a:lnTo>
                    <a:lnTo>
                      <a:pt x="6216" y="46054"/>
                    </a:lnTo>
                    <a:cubicBezTo>
                      <a:pt x="6216" y="45574"/>
                      <a:pt x="6216" y="45095"/>
                      <a:pt x="6237" y="44594"/>
                    </a:cubicBezTo>
                    <a:lnTo>
                      <a:pt x="6237" y="44344"/>
                    </a:lnTo>
                    <a:lnTo>
                      <a:pt x="6237" y="44323"/>
                    </a:lnTo>
                    <a:cubicBezTo>
                      <a:pt x="6216" y="44093"/>
                      <a:pt x="6216" y="43885"/>
                      <a:pt x="6216" y="43655"/>
                    </a:cubicBezTo>
                    <a:lnTo>
                      <a:pt x="6216" y="43384"/>
                    </a:lnTo>
                    <a:cubicBezTo>
                      <a:pt x="6195" y="43259"/>
                      <a:pt x="6195" y="43155"/>
                      <a:pt x="6195" y="43030"/>
                    </a:cubicBezTo>
                    <a:cubicBezTo>
                      <a:pt x="6154" y="42425"/>
                      <a:pt x="6133" y="41841"/>
                      <a:pt x="6091" y="41278"/>
                    </a:cubicBezTo>
                    <a:cubicBezTo>
                      <a:pt x="6091" y="41090"/>
                      <a:pt x="6091" y="40923"/>
                      <a:pt x="6070" y="40756"/>
                    </a:cubicBezTo>
                    <a:cubicBezTo>
                      <a:pt x="6070" y="40589"/>
                      <a:pt x="6049" y="40423"/>
                      <a:pt x="6049" y="40256"/>
                    </a:cubicBezTo>
                    <a:cubicBezTo>
                      <a:pt x="6029" y="39943"/>
                      <a:pt x="6008" y="39609"/>
                      <a:pt x="6008" y="39317"/>
                    </a:cubicBezTo>
                    <a:cubicBezTo>
                      <a:pt x="6008" y="39192"/>
                      <a:pt x="6008" y="39067"/>
                      <a:pt x="6008" y="38942"/>
                    </a:cubicBezTo>
                    <a:cubicBezTo>
                      <a:pt x="6008" y="38629"/>
                      <a:pt x="5987" y="38337"/>
                      <a:pt x="5987" y="38045"/>
                    </a:cubicBezTo>
                    <a:lnTo>
                      <a:pt x="5945" y="37190"/>
                    </a:lnTo>
                    <a:cubicBezTo>
                      <a:pt x="5862" y="34895"/>
                      <a:pt x="5737" y="32622"/>
                      <a:pt x="5653" y="30348"/>
                    </a:cubicBezTo>
                    <a:lnTo>
                      <a:pt x="5611" y="29556"/>
                    </a:lnTo>
                    <a:cubicBezTo>
                      <a:pt x="5591" y="28951"/>
                      <a:pt x="5570" y="28325"/>
                      <a:pt x="5549" y="27699"/>
                    </a:cubicBezTo>
                    <a:cubicBezTo>
                      <a:pt x="5549" y="27074"/>
                      <a:pt x="5528" y="26406"/>
                      <a:pt x="5528" y="25760"/>
                    </a:cubicBezTo>
                    <a:lnTo>
                      <a:pt x="5528" y="25739"/>
                    </a:lnTo>
                    <a:lnTo>
                      <a:pt x="5528" y="24988"/>
                    </a:lnTo>
                    <a:cubicBezTo>
                      <a:pt x="5507" y="24425"/>
                      <a:pt x="5528" y="23841"/>
                      <a:pt x="5528" y="23278"/>
                    </a:cubicBezTo>
                    <a:cubicBezTo>
                      <a:pt x="5549" y="21380"/>
                      <a:pt x="5653" y="19461"/>
                      <a:pt x="5737" y="17542"/>
                    </a:cubicBezTo>
                    <a:cubicBezTo>
                      <a:pt x="5820" y="15519"/>
                      <a:pt x="5883" y="13516"/>
                      <a:pt x="5820" y="11514"/>
                    </a:cubicBezTo>
                    <a:cubicBezTo>
                      <a:pt x="5820" y="10993"/>
                      <a:pt x="5799" y="10471"/>
                      <a:pt x="5757" y="9950"/>
                    </a:cubicBezTo>
                    <a:cubicBezTo>
                      <a:pt x="5737" y="9387"/>
                      <a:pt x="5695" y="8823"/>
                      <a:pt x="5632" y="8281"/>
                    </a:cubicBezTo>
                    <a:lnTo>
                      <a:pt x="5632" y="8260"/>
                    </a:lnTo>
                    <a:cubicBezTo>
                      <a:pt x="5507" y="6925"/>
                      <a:pt x="5278" y="5591"/>
                      <a:pt x="4965" y="4277"/>
                    </a:cubicBezTo>
                    <a:cubicBezTo>
                      <a:pt x="4944" y="4214"/>
                      <a:pt x="4944" y="4130"/>
                      <a:pt x="4923" y="4047"/>
                    </a:cubicBezTo>
                    <a:cubicBezTo>
                      <a:pt x="4881" y="3880"/>
                      <a:pt x="4819" y="3734"/>
                      <a:pt x="4777" y="3567"/>
                    </a:cubicBezTo>
                    <a:cubicBezTo>
                      <a:pt x="4735" y="3400"/>
                      <a:pt x="4694" y="3254"/>
                      <a:pt x="4652" y="3088"/>
                    </a:cubicBezTo>
                    <a:cubicBezTo>
                      <a:pt x="4631" y="3025"/>
                      <a:pt x="4610" y="2942"/>
                      <a:pt x="4568" y="2858"/>
                    </a:cubicBezTo>
                    <a:cubicBezTo>
                      <a:pt x="4527" y="2712"/>
                      <a:pt x="4485" y="2587"/>
                      <a:pt x="4443" y="2441"/>
                    </a:cubicBezTo>
                    <a:cubicBezTo>
                      <a:pt x="4381" y="2274"/>
                      <a:pt x="4318" y="2107"/>
                      <a:pt x="4256" y="1920"/>
                    </a:cubicBezTo>
                    <a:cubicBezTo>
                      <a:pt x="4235" y="1857"/>
                      <a:pt x="4214" y="1815"/>
                      <a:pt x="4193" y="1753"/>
                    </a:cubicBezTo>
                    <a:cubicBezTo>
                      <a:pt x="4110" y="1523"/>
                      <a:pt x="4026" y="1273"/>
                      <a:pt x="3922" y="1064"/>
                    </a:cubicBezTo>
                    <a:cubicBezTo>
                      <a:pt x="3880" y="918"/>
                      <a:pt x="3818" y="793"/>
                      <a:pt x="3755" y="668"/>
                    </a:cubicBezTo>
                    <a:cubicBezTo>
                      <a:pt x="3692" y="522"/>
                      <a:pt x="3651" y="397"/>
                      <a:pt x="3588" y="272"/>
                    </a:cubicBezTo>
                    <a:lnTo>
                      <a:pt x="3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7"/>
              <p:cNvSpPr/>
              <p:nvPr/>
            </p:nvSpPr>
            <p:spPr>
              <a:xfrm>
                <a:off x="8630525" y="2992125"/>
                <a:ext cx="364525" cy="1141450"/>
              </a:xfrm>
              <a:custGeom>
                <a:rect b="b" l="l" r="r" t="t"/>
                <a:pathLst>
                  <a:path extrusionOk="0" h="45658" w="14581">
                    <a:moveTo>
                      <a:pt x="14580" y="0"/>
                    </a:moveTo>
                    <a:cubicBezTo>
                      <a:pt x="11452" y="3442"/>
                      <a:pt x="10326" y="7968"/>
                      <a:pt x="9387" y="12577"/>
                    </a:cubicBezTo>
                    <a:cubicBezTo>
                      <a:pt x="9303" y="12974"/>
                      <a:pt x="9220" y="13370"/>
                      <a:pt x="9157" y="13766"/>
                    </a:cubicBezTo>
                    <a:cubicBezTo>
                      <a:pt x="9074" y="14163"/>
                      <a:pt x="8991" y="14559"/>
                      <a:pt x="8928" y="14955"/>
                    </a:cubicBezTo>
                    <a:cubicBezTo>
                      <a:pt x="8594" y="16666"/>
                      <a:pt x="8240" y="18397"/>
                      <a:pt x="7802" y="20044"/>
                    </a:cubicBezTo>
                    <a:cubicBezTo>
                      <a:pt x="7531" y="21046"/>
                      <a:pt x="7218" y="22026"/>
                      <a:pt x="6884" y="23006"/>
                    </a:cubicBezTo>
                    <a:cubicBezTo>
                      <a:pt x="6821" y="23215"/>
                      <a:pt x="6738" y="23444"/>
                      <a:pt x="6655" y="23653"/>
                    </a:cubicBezTo>
                    <a:cubicBezTo>
                      <a:pt x="6592" y="23861"/>
                      <a:pt x="6509" y="24070"/>
                      <a:pt x="6446" y="24279"/>
                    </a:cubicBezTo>
                    <a:cubicBezTo>
                      <a:pt x="6175" y="25009"/>
                      <a:pt x="5904" y="25718"/>
                      <a:pt x="5633" y="26448"/>
                    </a:cubicBezTo>
                    <a:cubicBezTo>
                      <a:pt x="5487" y="26802"/>
                      <a:pt x="5341" y="27178"/>
                      <a:pt x="5195" y="27553"/>
                    </a:cubicBezTo>
                    <a:cubicBezTo>
                      <a:pt x="5007" y="28033"/>
                      <a:pt x="4798" y="28533"/>
                      <a:pt x="4611" y="29034"/>
                    </a:cubicBezTo>
                    <a:cubicBezTo>
                      <a:pt x="4193" y="30077"/>
                      <a:pt x="3776" y="31120"/>
                      <a:pt x="3380" y="32184"/>
                    </a:cubicBezTo>
                    <a:lnTo>
                      <a:pt x="3213" y="32642"/>
                    </a:lnTo>
                    <a:cubicBezTo>
                      <a:pt x="3150" y="32788"/>
                      <a:pt x="3109" y="32934"/>
                      <a:pt x="3046" y="33080"/>
                    </a:cubicBezTo>
                    <a:cubicBezTo>
                      <a:pt x="2671" y="34123"/>
                      <a:pt x="2316" y="35166"/>
                      <a:pt x="1982" y="36230"/>
                    </a:cubicBezTo>
                    <a:cubicBezTo>
                      <a:pt x="1941" y="36376"/>
                      <a:pt x="1899" y="36522"/>
                      <a:pt x="1836" y="36668"/>
                    </a:cubicBezTo>
                    <a:cubicBezTo>
                      <a:pt x="1753" y="36981"/>
                      <a:pt x="1607" y="37335"/>
                      <a:pt x="1482" y="37690"/>
                    </a:cubicBezTo>
                    <a:cubicBezTo>
                      <a:pt x="1419" y="37878"/>
                      <a:pt x="1357" y="38044"/>
                      <a:pt x="1273" y="38253"/>
                    </a:cubicBezTo>
                    <a:cubicBezTo>
                      <a:pt x="1211" y="38441"/>
                      <a:pt x="1127" y="38649"/>
                      <a:pt x="1065" y="38858"/>
                    </a:cubicBezTo>
                    <a:cubicBezTo>
                      <a:pt x="627" y="40005"/>
                      <a:pt x="314" y="41194"/>
                      <a:pt x="105" y="42383"/>
                    </a:cubicBezTo>
                    <a:cubicBezTo>
                      <a:pt x="1" y="43050"/>
                      <a:pt x="1" y="43697"/>
                      <a:pt x="105" y="44343"/>
                    </a:cubicBezTo>
                    <a:cubicBezTo>
                      <a:pt x="126" y="44448"/>
                      <a:pt x="147" y="44552"/>
                      <a:pt x="168" y="44615"/>
                    </a:cubicBezTo>
                    <a:cubicBezTo>
                      <a:pt x="189" y="44698"/>
                      <a:pt x="210" y="44781"/>
                      <a:pt x="230" y="44844"/>
                    </a:cubicBezTo>
                    <a:cubicBezTo>
                      <a:pt x="272" y="45011"/>
                      <a:pt x="335" y="45157"/>
                      <a:pt x="418" y="45303"/>
                    </a:cubicBezTo>
                    <a:cubicBezTo>
                      <a:pt x="439" y="45386"/>
                      <a:pt x="481" y="45449"/>
                      <a:pt x="502" y="45491"/>
                    </a:cubicBezTo>
                    <a:cubicBezTo>
                      <a:pt x="543" y="45553"/>
                      <a:pt x="585" y="45616"/>
                      <a:pt x="627" y="45657"/>
                    </a:cubicBezTo>
                    <a:lnTo>
                      <a:pt x="794" y="45657"/>
                    </a:lnTo>
                    <a:cubicBezTo>
                      <a:pt x="1252" y="45637"/>
                      <a:pt x="1711" y="45616"/>
                      <a:pt x="2149" y="45595"/>
                    </a:cubicBezTo>
                    <a:lnTo>
                      <a:pt x="2274" y="45595"/>
                    </a:lnTo>
                    <a:lnTo>
                      <a:pt x="2441" y="45574"/>
                    </a:lnTo>
                    <a:lnTo>
                      <a:pt x="2984" y="45574"/>
                    </a:lnTo>
                    <a:cubicBezTo>
                      <a:pt x="4298" y="45491"/>
                      <a:pt x="5591" y="45324"/>
                      <a:pt x="6884" y="45094"/>
                    </a:cubicBezTo>
                    <a:cubicBezTo>
                      <a:pt x="6947" y="45094"/>
                      <a:pt x="7009" y="45073"/>
                      <a:pt x="7072" y="45053"/>
                    </a:cubicBezTo>
                    <a:cubicBezTo>
                      <a:pt x="7259" y="44469"/>
                      <a:pt x="7426" y="43843"/>
                      <a:pt x="7531" y="43217"/>
                    </a:cubicBezTo>
                    <a:cubicBezTo>
                      <a:pt x="7635" y="42779"/>
                      <a:pt x="7697" y="42341"/>
                      <a:pt x="7802" y="41924"/>
                    </a:cubicBezTo>
                    <a:cubicBezTo>
                      <a:pt x="10117" y="31454"/>
                      <a:pt x="11765" y="20858"/>
                      <a:pt x="12745" y="10179"/>
                    </a:cubicBezTo>
                    <a:cubicBezTo>
                      <a:pt x="13058" y="6737"/>
                      <a:pt x="13329" y="3212"/>
                      <a:pt x="145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7"/>
              <p:cNvSpPr/>
              <p:nvPr/>
            </p:nvSpPr>
            <p:spPr>
              <a:xfrm>
                <a:off x="8580475" y="2411250"/>
                <a:ext cx="151250" cy="1721800"/>
              </a:xfrm>
              <a:custGeom>
                <a:rect b="b" l="l" r="r" t="t"/>
                <a:pathLst>
                  <a:path extrusionOk="0" h="68872" w="6050">
                    <a:moveTo>
                      <a:pt x="4318" y="0"/>
                    </a:moveTo>
                    <a:cubicBezTo>
                      <a:pt x="1753" y="2920"/>
                      <a:pt x="1586" y="7154"/>
                      <a:pt x="1544" y="11034"/>
                    </a:cubicBezTo>
                    <a:cubicBezTo>
                      <a:pt x="1544" y="11972"/>
                      <a:pt x="1523" y="12911"/>
                      <a:pt x="1523" y="13870"/>
                    </a:cubicBezTo>
                    <a:lnTo>
                      <a:pt x="1523" y="13891"/>
                    </a:lnTo>
                    <a:lnTo>
                      <a:pt x="1523" y="15059"/>
                    </a:lnTo>
                    <a:lnTo>
                      <a:pt x="1523" y="15998"/>
                    </a:lnTo>
                    <a:lnTo>
                      <a:pt x="1523" y="16186"/>
                    </a:lnTo>
                    <a:cubicBezTo>
                      <a:pt x="1482" y="25113"/>
                      <a:pt x="1440" y="34019"/>
                      <a:pt x="1044" y="42925"/>
                    </a:cubicBezTo>
                    <a:cubicBezTo>
                      <a:pt x="1023" y="43133"/>
                      <a:pt x="1023" y="43363"/>
                      <a:pt x="1002" y="43571"/>
                    </a:cubicBezTo>
                    <a:cubicBezTo>
                      <a:pt x="981" y="44030"/>
                      <a:pt x="960" y="44510"/>
                      <a:pt x="939" y="44969"/>
                    </a:cubicBezTo>
                    <a:cubicBezTo>
                      <a:pt x="877" y="46074"/>
                      <a:pt x="814" y="47180"/>
                      <a:pt x="752" y="48264"/>
                    </a:cubicBezTo>
                    <a:lnTo>
                      <a:pt x="752" y="48285"/>
                    </a:lnTo>
                    <a:cubicBezTo>
                      <a:pt x="689" y="49307"/>
                      <a:pt x="626" y="50329"/>
                      <a:pt x="543" y="51351"/>
                    </a:cubicBezTo>
                    <a:lnTo>
                      <a:pt x="480" y="52060"/>
                    </a:lnTo>
                    <a:cubicBezTo>
                      <a:pt x="480" y="52165"/>
                      <a:pt x="460" y="52248"/>
                      <a:pt x="460" y="52352"/>
                    </a:cubicBezTo>
                    <a:cubicBezTo>
                      <a:pt x="460" y="52498"/>
                      <a:pt x="439" y="52644"/>
                      <a:pt x="439" y="52790"/>
                    </a:cubicBezTo>
                    <a:cubicBezTo>
                      <a:pt x="293" y="54480"/>
                      <a:pt x="105" y="56816"/>
                      <a:pt x="42" y="59256"/>
                    </a:cubicBezTo>
                    <a:cubicBezTo>
                      <a:pt x="21" y="59507"/>
                      <a:pt x="21" y="59778"/>
                      <a:pt x="21" y="60028"/>
                    </a:cubicBezTo>
                    <a:lnTo>
                      <a:pt x="21" y="61113"/>
                    </a:lnTo>
                    <a:lnTo>
                      <a:pt x="21" y="61133"/>
                    </a:lnTo>
                    <a:cubicBezTo>
                      <a:pt x="1" y="62301"/>
                      <a:pt x="42" y="63470"/>
                      <a:pt x="126" y="64554"/>
                    </a:cubicBezTo>
                    <a:lnTo>
                      <a:pt x="126" y="64658"/>
                    </a:lnTo>
                    <a:lnTo>
                      <a:pt x="126" y="64679"/>
                    </a:lnTo>
                    <a:cubicBezTo>
                      <a:pt x="147" y="64930"/>
                      <a:pt x="167" y="65180"/>
                      <a:pt x="209" y="65430"/>
                    </a:cubicBezTo>
                    <a:cubicBezTo>
                      <a:pt x="209" y="65472"/>
                      <a:pt x="209" y="65514"/>
                      <a:pt x="209" y="65555"/>
                    </a:cubicBezTo>
                    <a:cubicBezTo>
                      <a:pt x="230" y="65722"/>
                      <a:pt x="251" y="65868"/>
                      <a:pt x="272" y="66014"/>
                    </a:cubicBezTo>
                    <a:cubicBezTo>
                      <a:pt x="293" y="66202"/>
                      <a:pt x="334" y="66369"/>
                      <a:pt x="355" y="66536"/>
                    </a:cubicBezTo>
                    <a:cubicBezTo>
                      <a:pt x="376" y="66598"/>
                      <a:pt x="397" y="66661"/>
                      <a:pt x="397" y="66723"/>
                    </a:cubicBezTo>
                    <a:cubicBezTo>
                      <a:pt x="418" y="66848"/>
                      <a:pt x="439" y="66974"/>
                      <a:pt x="460" y="67099"/>
                    </a:cubicBezTo>
                    <a:cubicBezTo>
                      <a:pt x="501" y="67286"/>
                      <a:pt x="543" y="67474"/>
                      <a:pt x="585" y="67662"/>
                    </a:cubicBezTo>
                    <a:cubicBezTo>
                      <a:pt x="606" y="67745"/>
                      <a:pt x="626" y="67829"/>
                      <a:pt x="668" y="67912"/>
                    </a:cubicBezTo>
                    <a:cubicBezTo>
                      <a:pt x="668" y="67954"/>
                      <a:pt x="689" y="67975"/>
                      <a:pt x="689" y="68016"/>
                    </a:cubicBezTo>
                    <a:cubicBezTo>
                      <a:pt x="710" y="68079"/>
                      <a:pt x="731" y="68142"/>
                      <a:pt x="752" y="68204"/>
                    </a:cubicBezTo>
                    <a:cubicBezTo>
                      <a:pt x="752" y="68225"/>
                      <a:pt x="752" y="68225"/>
                      <a:pt x="772" y="68246"/>
                    </a:cubicBezTo>
                    <a:cubicBezTo>
                      <a:pt x="793" y="68308"/>
                      <a:pt x="814" y="68392"/>
                      <a:pt x="835" y="68454"/>
                    </a:cubicBezTo>
                    <a:cubicBezTo>
                      <a:pt x="856" y="68517"/>
                      <a:pt x="898" y="68580"/>
                      <a:pt x="918" y="68642"/>
                    </a:cubicBezTo>
                    <a:cubicBezTo>
                      <a:pt x="939" y="68726"/>
                      <a:pt x="1002" y="68809"/>
                      <a:pt x="1064" y="68872"/>
                    </a:cubicBezTo>
                    <a:lnTo>
                      <a:pt x="1690" y="68872"/>
                    </a:lnTo>
                    <a:cubicBezTo>
                      <a:pt x="1920" y="68872"/>
                      <a:pt x="2128" y="68851"/>
                      <a:pt x="2358" y="68851"/>
                    </a:cubicBezTo>
                    <a:lnTo>
                      <a:pt x="2858" y="68851"/>
                    </a:lnTo>
                    <a:cubicBezTo>
                      <a:pt x="3317" y="68830"/>
                      <a:pt x="3776" y="68809"/>
                      <a:pt x="4214" y="68788"/>
                    </a:cubicBezTo>
                    <a:lnTo>
                      <a:pt x="4339" y="68788"/>
                    </a:lnTo>
                    <a:lnTo>
                      <a:pt x="4485" y="68767"/>
                    </a:lnTo>
                    <a:lnTo>
                      <a:pt x="4652" y="68767"/>
                    </a:lnTo>
                    <a:cubicBezTo>
                      <a:pt x="4673" y="68746"/>
                      <a:pt x="4694" y="68726"/>
                      <a:pt x="4735" y="68705"/>
                    </a:cubicBezTo>
                    <a:cubicBezTo>
                      <a:pt x="4777" y="68621"/>
                      <a:pt x="4840" y="68559"/>
                      <a:pt x="4881" y="68475"/>
                    </a:cubicBezTo>
                    <a:cubicBezTo>
                      <a:pt x="4923" y="68350"/>
                      <a:pt x="4986" y="68225"/>
                      <a:pt x="5006" y="68100"/>
                    </a:cubicBezTo>
                    <a:cubicBezTo>
                      <a:pt x="5152" y="67516"/>
                      <a:pt x="5236" y="66932"/>
                      <a:pt x="5278" y="66348"/>
                    </a:cubicBezTo>
                    <a:cubicBezTo>
                      <a:pt x="5278" y="66160"/>
                      <a:pt x="5298" y="65952"/>
                      <a:pt x="5319" y="65806"/>
                    </a:cubicBezTo>
                    <a:cubicBezTo>
                      <a:pt x="5319" y="65639"/>
                      <a:pt x="5319" y="65472"/>
                      <a:pt x="5319" y="65305"/>
                    </a:cubicBezTo>
                    <a:lnTo>
                      <a:pt x="5319" y="65055"/>
                    </a:lnTo>
                    <a:lnTo>
                      <a:pt x="5319" y="64742"/>
                    </a:lnTo>
                    <a:lnTo>
                      <a:pt x="5319" y="63949"/>
                    </a:lnTo>
                    <a:lnTo>
                      <a:pt x="5319" y="63240"/>
                    </a:lnTo>
                    <a:cubicBezTo>
                      <a:pt x="5298" y="62239"/>
                      <a:pt x="5257" y="61238"/>
                      <a:pt x="5236" y="60403"/>
                    </a:cubicBezTo>
                    <a:lnTo>
                      <a:pt x="5236" y="60383"/>
                    </a:lnTo>
                    <a:cubicBezTo>
                      <a:pt x="5215" y="60070"/>
                      <a:pt x="5194" y="59799"/>
                      <a:pt x="5194" y="59527"/>
                    </a:cubicBezTo>
                    <a:lnTo>
                      <a:pt x="5194" y="59298"/>
                    </a:lnTo>
                    <a:lnTo>
                      <a:pt x="5194" y="59194"/>
                    </a:lnTo>
                    <a:lnTo>
                      <a:pt x="5194" y="59110"/>
                    </a:lnTo>
                    <a:lnTo>
                      <a:pt x="5194" y="58505"/>
                    </a:lnTo>
                    <a:lnTo>
                      <a:pt x="5194" y="58130"/>
                    </a:lnTo>
                    <a:cubicBezTo>
                      <a:pt x="5215" y="57546"/>
                      <a:pt x="5236" y="56962"/>
                      <a:pt x="5257" y="56378"/>
                    </a:cubicBezTo>
                    <a:cubicBezTo>
                      <a:pt x="5257" y="56211"/>
                      <a:pt x="5257" y="56065"/>
                      <a:pt x="5257" y="55898"/>
                    </a:cubicBezTo>
                    <a:lnTo>
                      <a:pt x="5257" y="55419"/>
                    </a:lnTo>
                    <a:cubicBezTo>
                      <a:pt x="5298" y="53750"/>
                      <a:pt x="5361" y="52060"/>
                      <a:pt x="5403" y="50371"/>
                    </a:cubicBezTo>
                    <a:cubicBezTo>
                      <a:pt x="5403" y="50142"/>
                      <a:pt x="5424" y="49954"/>
                      <a:pt x="5424" y="49704"/>
                    </a:cubicBezTo>
                    <a:cubicBezTo>
                      <a:pt x="5424" y="49453"/>
                      <a:pt x="5444" y="49224"/>
                      <a:pt x="5444" y="48974"/>
                    </a:cubicBezTo>
                    <a:cubicBezTo>
                      <a:pt x="5549" y="45553"/>
                      <a:pt x="5632" y="42111"/>
                      <a:pt x="5736" y="38691"/>
                    </a:cubicBezTo>
                    <a:cubicBezTo>
                      <a:pt x="5736" y="38691"/>
                      <a:pt x="5736" y="38670"/>
                      <a:pt x="5736" y="38670"/>
                    </a:cubicBezTo>
                    <a:cubicBezTo>
                      <a:pt x="5778" y="36876"/>
                      <a:pt x="5820" y="35082"/>
                      <a:pt x="5882" y="33289"/>
                    </a:cubicBezTo>
                    <a:lnTo>
                      <a:pt x="5882" y="33268"/>
                    </a:lnTo>
                    <a:lnTo>
                      <a:pt x="5882" y="33184"/>
                    </a:lnTo>
                    <a:cubicBezTo>
                      <a:pt x="5945" y="31120"/>
                      <a:pt x="6008" y="29076"/>
                      <a:pt x="6029" y="27031"/>
                    </a:cubicBezTo>
                    <a:cubicBezTo>
                      <a:pt x="6008" y="27011"/>
                      <a:pt x="6008" y="27011"/>
                      <a:pt x="6029" y="27011"/>
                    </a:cubicBezTo>
                    <a:lnTo>
                      <a:pt x="6029" y="26155"/>
                    </a:lnTo>
                    <a:lnTo>
                      <a:pt x="6029" y="25509"/>
                    </a:lnTo>
                    <a:cubicBezTo>
                      <a:pt x="6049" y="22422"/>
                      <a:pt x="5924" y="19335"/>
                      <a:pt x="5653" y="16248"/>
                    </a:cubicBezTo>
                    <a:cubicBezTo>
                      <a:pt x="5653" y="16165"/>
                      <a:pt x="5632" y="16081"/>
                      <a:pt x="5632" y="15998"/>
                    </a:cubicBezTo>
                    <a:cubicBezTo>
                      <a:pt x="5611" y="15768"/>
                      <a:pt x="5570" y="15539"/>
                      <a:pt x="5549" y="15310"/>
                    </a:cubicBezTo>
                    <a:cubicBezTo>
                      <a:pt x="5528" y="15080"/>
                      <a:pt x="5507" y="14830"/>
                      <a:pt x="5465" y="14600"/>
                    </a:cubicBezTo>
                    <a:cubicBezTo>
                      <a:pt x="4881" y="9720"/>
                      <a:pt x="3922" y="4860"/>
                      <a:pt x="4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7"/>
              <p:cNvSpPr/>
              <p:nvPr/>
            </p:nvSpPr>
            <p:spPr>
              <a:xfrm>
                <a:off x="8118475" y="3489575"/>
                <a:ext cx="340525" cy="645050"/>
              </a:xfrm>
              <a:custGeom>
                <a:rect b="b" l="l" r="r" t="t"/>
                <a:pathLst>
                  <a:path extrusionOk="0" h="25802" w="13621">
                    <a:moveTo>
                      <a:pt x="793" y="0"/>
                    </a:moveTo>
                    <a:lnTo>
                      <a:pt x="793" y="0"/>
                    </a:lnTo>
                    <a:cubicBezTo>
                      <a:pt x="1" y="3525"/>
                      <a:pt x="898" y="7259"/>
                      <a:pt x="2316" y="10617"/>
                    </a:cubicBezTo>
                    <a:cubicBezTo>
                      <a:pt x="3734" y="13954"/>
                      <a:pt x="5695" y="17041"/>
                      <a:pt x="7176" y="20378"/>
                    </a:cubicBezTo>
                    <a:cubicBezTo>
                      <a:pt x="7510" y="21150"/>
                      <a:pt x="7843" y="22151"/>
                      <a:pt x="8219" y="23173"/>
                    </a:cubicBezTo>
                    <a:cubicBezTo>
                      <a:pt x="8490" y="23924"/>
                      <a:pt x="8761" y="24696"/>
                      <a:pt x="9095" y="25405"/>
                    </a:cubicBezTo>
                    <a:lnTo>
                      <a:pt x="9282" y="25426"/>
                    </a:lnTo>
                    <a:cubicBezTo>
                      <a:pt x="9512" y="25467"/>
                      <a:pt x="9762" y="25509"/>
                      <a:pt x="10012" y="25530"/>
                    </a:cubicBezTo>
                    <a:cubicBezTo>
                      <a:pt x="10179" y="25551"/>
                      <a:pt x="10346" y="25572"/>
                      <a:pt x="10513" y="25593"/>
                    </a:cubicBezTo>
                    <a:cubicBezTo>
                      <a:pt x="11014" y="25634"/>
                      <a:pt x="11556" y="25676"/>
                      <a:pt x="12119" y="25718"/>
                    </a:cubicBezTo>
                    <a:lnTo>
                      <a:pt x="12286" y="25718"/>
                    </a:lnTo>
                    <a:lnTo>
                      <a:pt x="12453" y="25739"/>
                    </a:lnTo>
                    <a:lnTo>
                      <a:pt x="12870" y="25759"/>
                    </a:lnTo>
                    <a:cubicBezTo>
                      <a:pt x="12912" y="25770"/>
                      <a:pt x="12959" y="25770"/>
                      <a:pt x="13003" y="25770"/>
                    </a:cubicBezTo>
                    <a:cubicBezTo>
                      <a:pt x="13047" y="25770"/>
                      <a:pt x="13089" y="25770"/>
                      <a:pt x="13120" y="25780"/>
                    </a:cubicBezTo>
                    <a:cubicBezTo>
                      <a:pt x="13183" y="25801"/>
                      <a:pt x="13225" y="25801"/>
                      <a:pt x="13287" y="25801"/>
                    </a:cubicBezTo>
                    <a:lnTo>
                      <a:pt x="13621" y="25801"/>
                    </a:lnTo>
                    <a:cubicBezTo>
                      <a:pt x="13579" y="25572"/>
                      <a:pt x="13537" y="25363"/>
                      <a:pt x="13475" y="25175"/>
                    </a:cubicBezTo>
                    <a:cubicBezTo>
                      <a:pt x="13225" y="24341"/>
                      <a:pt x="12953" y="23507"/>
                      <a:pt x="12682" y="22693"/>
                    </a:cubicBezTo>
                    <a:cubicBezTo>
                      <a:pt x="12661" y="22652"/>
                      <a:pt x="12661" y="22610"/>
                      <a:pt x="12640" y="22568"/>
                    </a:cubicBezTo>
                    <a:cubicBezTo>
                      <a:pt x="12494" y="22172"/>
                      <a:pt x="12369" y="21797"/>
                      <a:pt x="12244" y="21421"/>
                    </a:cubicBezTo>
                    <a:cubicBezTo>
                      <a:pt x="12119" y="21108"/>
                      <a:pt x="11994" y="20795"/>
                      <a:pt x="11869" y="20483"/>
                    </a:cubicBezTo>
                    <a:cubicBezTo>
                      <a:pt x="11410" y="19314"/>
                      <a:pt x="10847" y="18167"/>
                      <a:pt x="10179" y="17083"/>
                    </a:cubicBezTo>
                    <a:cubicBezTo>
                      <a:pt x="10138" y="17020"/>
                      <a:pt x="10096" y="16978"/>
                      <a:pt x="10033" y="16853"/>
                    </a:cubicBezTo>
                    <a:cubicBezTo>
                      <a:pt x="9950" y="16749"/>
                      <a:pt x="9846" y="16603"/>
                      <a:pt x="9783" y="16499"/>
                    </a:cubicBezTo>
                    <a:cubicBezTo>
                      <a:pt x="9720" y="16394"/>
                      <a:pt x="9637" y="16290"/>
                      <a:pt x="9554" y="16165"/>
                    </a:cubicBezTo>
                    <a:cubicBezTo>
                      <a:pt x="7614" y="13433"/>
                      <a:pt x="5007" y="11138"/>
                      <a:pt x="3380" y="8197"/>
                    </a:cubicBezTo>
                    <a:cubicBezTo>
                      <a:pt x="1982" y="5674"/>
                      <a:pt x="1377" y="2816"/>
                      <a:pt x="7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7"/>
              <p:cNvSpPr/>
              <p:nvPr/>
            </p:nvSpPr>
            <p:spPr>
              <a:xfrm>
                <a:off x="8020975" y="3064075"/>
                <a:ext cx="492775" cy="1072100"/>
              </a:xfrm>
              <a:custGeom>
                <a:rect b="b" l="l" r="r" t="t"/>
                <a:pathLst>
                  <a:path extrusionOk="0" h="42884" w="19711">
                    <a:moveTo>
                      <a:pt x="981" y="1"/>
                    </a:moveTo>
                    <a:lnTo>
                      <a:pt x="981" y="1"/>
                    </a:lnTo>
                    <a:cubicBezTo>
                      <a:pt x="0" y="5737"/>
                      <a:pt x="2420" y="11514"/>
                      <a:pt x="5340" y="16582"/>
                    </a:cubicBezTo>
                    <a:cubicBezTo>
                      <a:pt x="8260" y="21630"/>
                      <a:pt x="11785" y="26469"/>
                      <a:pt x="13328" y="32100"/>
                    </a:cubicBezTo>
                    <a:cubicBezTo>
                      <a:pt x="13412" y="32455"/>
                      <a:pt x="13516" y="32810"/>
                      <a:pt x="13600" y="33185"/>
                    </a:cubicBezTo>
                    <a:cubicBezTo>
                      <a:pt x="13620" y="33310"/>
                      <a:pt x="13641" y="33435"/>
                      <a:pt x="13683" y="33581"/>
                    </a:cubicBezTo>
                    <a:cubicBezTo>
                      <a:pt x="13725" y="33706"/>
                      <a:pt x="13746" y="33852"/>
                      <a:pt x="13787" y="33998"/>
                    </a:cubicBezTo>
                    <a:cubicBezTo>
                      <a:pt x="13975" y="34854"/>
                      <a:pt x="14142" y="35709"/>
                      <a:pt x="14309" y="36585"/>
                    </a:cubicBezTo>
                    <a:cubicBezTo>
                      <a:pt x="14330" y="36647"/>
                      <a:pt x="14350" y="36731"/>
                      <a:pt x="14371" y="36793"/>
                    </a:cubicBezTo>
                    <a:cubicBezTo>
                      <a:pt x="14580" y="37836"/>
                      <a:pt x="14809" y="38858"/>
                      <a:pt x="15101" y="39859"/>
                    </a:cubicBezTo>
                    <a:cubicBezTo>
                      <a:pt x="15143" y="39964"/>
                      <a:pt x="15164" y="40068"/>
                      <a:pt x="15206" y="40172"/>
                    </a:cubicBezTo>
                    <a:cubicBezTo>
                      <a:pt x="15226" y="40235"/>
                      <a:pt x="15247" y="40297"/>
                      <a:pt x="15268" y="40360"/>
                    </a:cubicBezTo>
                    <a:cubicBezTo>
                      <a:pt x="15372" y="40694"/>
                      <a:pt x="15477" y="41007"/>
                      <a:pt x="15602" y="41340"/>
                    </a:cubicBezTo>
                    <a:cubicBezTo>
                      <a:pt x="15727" y="41695"/>
                      <a:pt x="15936" y="42237"/>
                      <a:pt x="16186" y="42821"/>
                    </a:cubicBezTo>
                    <a:lnTo>
                      <a:pt x="16353" y="42821"/>
                    </a:lnTo>
                    <a:lnTo>
                      <a:pt x="16770" y="42842"/>
                    </a:lnTo>
                    <a:cubicBezTo>
                      <a:pt x="16812" y="42852"/>
                      <a:pt x="16859" y="42852"/>
                      <a:pt x="16903" y="42852"/>
                    </a:cubicBezTo>
                    <a:cubicBezTo>
                      <a:pt x="16947" y="42852"/>
                      <a:pt x="16989" y="42852"/>
                      <a:pt x="17020" y="42863"/>
                    </a:cubicBezTo>
                    <a:cubicBezTo>
                      <a:pt x="17083" y="42884"/>
                      <a:pt x="17125" y="42884"/>
                      <a:pt x="17187" y="42884"/>
                    </a:cubicBezTo>
                    <a:lnTo>
                      <a:pt x="19690" y="42884"/>
                    </a:lnTo>
                    <a:cubicBezTo>
                      <a:pt x="19711" y="42717"/>
                      <a:pt x="19690" y="42550"/>
                      <a:pt x="19690" y="42383"/>
                    </a:cubicBezTo>
                    <a:cubicBezTo>
                      <a:pt x="19607" y="41465"/>
                      <a:pt x="19481" y="40548"/>
                      <a:pt x="19294" y="39630"/>
                    </a:cubicBezTo>
                    <a:cubicBezTo>
                      <a:pt x="19023" y="38274"/>
                      <a:pt x="18668" y="36939"/>
                      <a:pt x="18230" y="35625"/>
                    </a:cubicBezTo>
                    <a:cubicBezTo>
                      <a:pt x="18167" y="35417"/>
                      <a:pt x="18105" y="35208"/>
                      <a:pt x="18042" y="35000"/>
                    </a:cubicBezTo>
                    <a:cubicBezTo>
                      <a:pt x="17980" y="34812"/>
                      <a:pt x="17917" y="34603"/>
                      <a:pt x="17834" y="34395"/>
                    </a:cubicBezTo>
                    <a:lnTo>
                      <a:pt x="17792" y="34270"/>
                    </a:lnTo>
                    <a:cubicBezTo>
                      <a:pt x="17604" y="33727"/>
                      <a:pt x="17417" y="33206"/>
                      <a:pt x="17229" y="32684"/>
                    </a:cubicBezTo>
                    <a:lnTo>
                      <a:pt x="17125" y="32372"/>
                    </a:lnTo>
                    <a:cubicBezTo>
                      <a:pt x="16540" y="30766"/>
                      <a:pt x="15956" y="29180"/>
                      <a:pt x="15331" y="27595"/>
                    </a:cubicBezTo>
                    <a:cubicBezTo>
                      <a:pt x="15289" y="27491"/>
                      <a:pt x="15247" y="27366"/>
                      <a:pt x="15206" y="27261"/>
                    </a:cubicBezTo>
                    <a:cubicBezTo>
                      <a:pt x="15164" y="27178"/>
                      <a:pt x="15122" y="27074"/>
                      <a:pt x="15080" y="26990"/>
                    </a:cubicBezTo>
                    <a:cubicBezTo>
                      <a:pt x="14580" y="25718"/>
                      <a:pt x="14058" y="24467"/>
                      <a:pt x="13516" y="23236"/>
                    </a:cubicBezTo>
                    <a:cubicBezTo>
                      <a:pt x="13391" y="22965"/>
                      <a:pt x="13266" y="22715"/>
                      <a:pt x="13162" y="22485"/>
                    </a:cubicBezTo>
                    <a:cubicBezTo>
                      <a:pt x="13078" y="22256"/>
                      <a:pt x="12974" y="22026"/>
                      <a:pt x="12849" y="21797"/>
                    </a:cubicBezTo>
                    <a:cubicBezTo>
                      <a:pt x="12724" y="21526"/>
                      <a:pt x="12598" y="21234"/>
                      <a:pt x="12473" y="20983"/>
                    </a:cubicBezTo>
                    <a:cubicBezTo>
                      <a:pt x="12369" y="20775"/>
                      <a:pt x="12265" y="20566"/>
                      <a:pt x="12181" y="20399"/>
                    </a:cubicBezTo>
                    <a:cubicBezTo>
                      <a:pt x="12098" y="20212"/>
                      <a:pt x="12014" y="20024"/>
                      <a:pt x="11910" y="19857"/>
                    </a:cubicBezTo>
                    <a:cubicBezTo>
                      <a:pt x="11389" y="18793"/>
                      <a:pt x="10825" y="17750"/>
                      <a:pt x="10221" y="16728"/>
                    </a:cubicBezTo>
                    <a:cubicBezTo>
                      <a:pt x="7009" y="11201"/>
                      <a:pt x="2795" y="6133"/>
                      <a:pt x="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7"/>
              <p:cNvSpPr/>
              <p:nvPr/>
            </p:nvSpPr>
            <p:spPr>
              <a:xfrm>
                <a:off x="8362525" y="2410725"/>
                <a:ext cx="225275" cy="1725450"/>
              </a:xfrm>
              <a:custGeom>
                <a:rect b="b" l="l" r="r" t="t"/>
                <a:pathLst>
                  <a:path extrusionOk="0" h="69018" w="9011">
                    <a:moveTo>
                      <a:pt x="1481" y="0"/>
                    </a:moveTo>
                    <a:lnTo>
                      <a:pt x="1481" y="0"/>
                    </a:lnTo>
                    <a:cubicBezTo>
                      <a:pt x="834" y="2670"/>
                      <a:pt x="417" y="5402"/>
                      <a:pt x="230" y="8156"/>
                    </a:cubicBezTo>
                    <a:cubicBezTo>
                      <a:pt x="230" y="8260"/>
                      <a:pt x="209" y="8364"/>
                      <a:pt x="209" y="8468"/>
                    </a:cubicBezTo>
                    <a:cubicBezTo>
                      <a:pt x="209" y="8594"/>
                      <a:pt x="188" y="8740"/>
                      <a:pt x="188" y="8865"/>
                    </a:cubicBezTo>
                    <a:cubicBezTo>
                      <a:pt x="0" y="12744"/>
                      <a:pt x="84" y="16665"/>
                      <a:pt x="459" y="20545"/>
                    </a:cubicBezTo>
                    <a:cubicBezTo>
                      <a:pt x="709" y="23590"/>
                      <a:pt x="1210" y="26635"/>
                      <a:pt x="1544" y="29681"/>
                    </a:cubicBezTo>
                    <a:cubicBezTo>
                      <a:pt x="1564" y="29931"/>
                      <a:pt x="1585" y="30160"/>
                      <a:pt x="1627" y="30452"/>
                    </a:cubicBezTo>
                    <a:cubicBezTo>
                      <a:pt x="1648" y="30744"/>
                      <a:pt x="1669" y="31015"/>
                      <a:pt x="1690" y="31307"/>
                    </a:cubicBezTo>
                    <a:cubicBezTo>
                      <a:pt x="1773" y="32350"/>
                      <a:pt x="1836" y="33414"/>
                      <a:pt x="1836" y="34457"/>
                    </a:cubicBezTo>
                    <a:cubicBezTo>
                      <a:pt x="1856" y="39275"/>
                      <a:pt x="855" y="44135"/>
                      <a:pt x="1752" y="48869"/>
                    </a:cubicBezTo>
                    <a:cubicBezTo>
                      <a:pt x="2211" y="51226"/>
                      <a:pt x="3108" y="53479"/>
                      <a:pt x="3671" y="55815"/>
                    </a:cubicBezTo>
                    <a:cubicBezTo>
                      <a:pt x="4005" y="57338"/>
                      <a:pt x="4234" y="58881"/>
                      <a:pt x="4339" y="60445"/>
                    </a:cubicBezTo>
                    <a:lnTo>
                      <a:pt x="4339" y="60487"/>
                    </a:lnTo>
                    <a:cubicBezTo>
                      <a:pt x="4359" y="60675"/>
                      <a:pt x="4380" y="60862"/>
                      <a:pt x="4380" y="61071"/>
                    </a:cubicBezTo>
                    <a:cubicBezTo>
                      <a:pt x="4401" y="61154"/>
                      <a:pt x="4401" y="61238"/>
                      <a:pt x="4401" y="61363"/>
                    </a:cubicBezTo>
                    <a:cubicBezTo>
                      <a:pt x="4422" y="61467"/>
                      <a:pt x="4422" y="61551"/>
                      <a:pt x="4422" y="61697"/>
                    </a:cubicBezTo>
                    <a:cubicBezTo>
                      <a:pt x="4443" y="61864"/>
                      <a:pt x="4464" y="62010"/>
                      <a:pt x="4464" y="62176"/>
                    </a:cubicBezTo>
                    <a:cubicBezTo>
                      <a:pt x="4526" y="63345"/>
                      <a:pt x="4589" y="64533"/>
                      <a:pt x="4672" y="65722"/>
                    </a:cubicBezTo>
                    <a:cubicBezTo>
                      <a:pt x="4735" y="66807"/>
                      <a:pt x="4818" y="67912"/>
                      <a:pt x="4964" y="68997"/>
                    </a:cubicBezTo>
                    <a:lnTo>
                      <a:pt x="5131" y="68997"/>
                    </a:lnTo>
                    <a:lnTo>
                      <a:pt x="5507" y="69018"/>
                    </a:lnTo>
                    <a:lnTo>
                      <a:pt x="8072" y="69018"/>
                    </a:lnTo>
                    <a:cubicBezTo>
                      <a:pt x="8176" y="68747"/>
                      <a:pt x="8260" y="68455"/>
                      <a:pt x="8364" y="68183"/>
                    </a:cubicBezTo>
                    <a:cubicBezTo>
                      <a:pt x="8385" y="68100"/>
                      <a:pt x="8385" y="68037"/>
                      <a:pt x="8427" y="67933"/>
                    </a:cubicBezTo>
                    <a:cubicBezTo>
                      <a:pt x="8447" y="67829"/>
                      <a:pt x="8468" y="67725"/>
                      <a:pt x="8510" y="67641"/>
                    </a:cubicBezTo>
                    <a:cubicBezTo>
                      <a:pt x="8531" y="67537"/>
                      <a:pt x="8573" y="67412"/>
                      <a:pt x="8593" y="67307"/>
                    </a:cubicBezTo>
                    <a:cubicBezTo>
                      <a:pt x="8677" y="66932"/>
                      <a:pt x="8739" y="66577"/>
                      <a:pt x="8802" y="66202"/>
                    </a:cubicBezTo>
                    <a:cubicBezTo>
                      <a:pt x="8802" y="66160"/>
                      <a:pt x="8802" y="66139"/>
                      <a:pt x="8802" y="66119"/>
                    </a:cubicBezTo>
                    <a:cubicBezTo>
                      <a:pt x="8823" y="66014"/>
                      <a:pt x="8823" y="65889"/>
                      <a:pt x="8844" y="65785"/>
                    </a:cubicBezTo>
                    <a:cubicBezTo>
                      <a:pt x="8844" y="65743"/>
                      <a:pt x="8844" y="65681"/>
                      <a:pt x="8865" y="65639"/>
                    </a:cubicBezTo>
                    <a:cubicBezTo>
                      <a:pt x="8885" y="65597"/>
                      <a:pt x="8885" y="65555"/>
                      <a:pt x="8885" y="65514"/>
                    </a:cubicBezTo>
                    <a:lnTo>
                      <a:pt x="8885" y="65389"/>
                    </a:lnTo>
                    <a:cubicBezTo>
                      <a:pt x="8906" y="65138"/>
                      <a:pt x="8948" y="64867"/>
                      <a:pt x="8948" y="64617"/>
                    </a:cubicBezTo>
                    <a:cubicBezTo>
                      <a:pt x="9011" y="63470"/>
                      <a:pt x="8969" y="62343"/>
                      <a:pt x="8844" y="61217"/>
                    </a:cubicBezTo>
                    <a:cubicBezTo>
                      <a:pt x="8802" y="60842"/>
                      <a:pt x="8760" y="60466"/>
                      <a:pt x="8698" y="60112"/>
                    </a:cubicBezTo>
                    <a:cubicBezTo>
                      <a:pt x="8656" y="59840"/>
                      <a:pt x="8614" y="59590"/>
                      <a:pt x="8552" y="59319"/>
                    </a:cubicBezTo>
                    <a:cubicBezTo>
                      <a:pt x="8531" y="59194"/>
                      <a:pt x="8510" y="59069"/>
                      <a:pt x="8489" y="58944"/>
                    </a:cubicBezTo>
                    <a:cubicBezTo>
                      <a:pt x="8406" y="58485"/>
                      <a:pt x="8301" y="58047"/>
                      <a:pt x="8197" y="57630"/>
                    </a:cubicBezTo>
                    <a:cubicBezTo>
                      <a:pt x="8114" y="57233"/>
                      <a:pt x="8009" y="56816"/>
                      <a:pt x="7905" y="56420"/>
                    </a:cubicBezTo>
                    <a:cubicBezTo>
                      <a:pt x="7905" y="56420"/>
                      <a:pt x="7905" y="56399"/>
                      <a:pt x="7905" y="56399"/>
                    </a:cubicBezTo>
                    <a:cubicBezTo>
                      <a:pt x="7843" y="56170"/>
                      <a:pt x="7759" y="55898"/>
                      <a:pt x="7697" y="55648"/>
                    </a:cubicBezTo>
                    <a:cubicBezTo>
                      <a:pt x="7634" y="55440"/>
                      <a:pt x="7592" y="55252"/>
                      <a:pt x="7530" y="55064"/>
                    </a:cubicBezTo>
                    <a:cubicBezTo>
                      <a:pt x="6883" y="52832"/>
                      <a:pt x="6153" y="50601"/>
                      <a:pt x="5611" y="48348"/>
                    </a:cubicBezTo>
                    <a:cubicBezTo>
                      <a:pt x="5444" y="47743"/>
                      <a:pt x="5319" y="47138"/>
                      <a:pt x="5194" y="46533"/>
                    </a:cubicBezTo>
                    <a:lnTo>
                      <a:pt x="5131" y="46221"/>
                    </a:lnTo>
                    <a:cubicBezTo>
                      <a:pt x="5110" y="46116"/>
                      <a:pt x="5089" y="46012"/>
                      <a:pt x="5069" y="45908"/>
                    </a:cubicBezTo>
                    <a:cubicBezTo>
                      <a:pt x="4714" y="44135"/>
                      <a:pt x="4464" y="42362"/>
                      <a:pt x="4276" y="40589"/>
                    </a:cubicBezTo>
                    <a:cubicBezTo>
                      <a:pt x="4005" y="37878"/>
                      <a:pt x="3859" y="35145"/>
                      <a:pt x="3775" y="32413"/>
                    </a:cubicBezTo>
                    <a:cubicBezTo>
                      <a:pt x="3775" y="32058"/>
                      <a:pt x="3755" y="31725"/>
                      <a:pt x="3755" y="31391"/>
                    </a:cubicBezTo>
                    <a:lnTo>
                      <a:pt x="3755" y="31224"/>
                    </a:lnTo>
                    <a:cubicBezTo>
                      <a:pt x="3755" y="31203"/>
                      <a:pt x="3755" y="31182"/>
                      <a:pt x="3755" y="31161"/>
                    </a:cubicBezTo>
                    <a:lnTo>
                      <a:pt x="3755" y="31141"/>
                    </a:lnTo>
                    <a:lnTo>
                      <a:pt x="3755" y="30890"/>
                    </a:lnTo>
                    <a:cubicBezTo>
                      <a:pt x="3734" y="30411"/>
                      <a:pt x="3713" y="29889"/>
                      <a:pt x="3713" y="29472"/>
                    </a:cubicBezTo>
                    <a:lnTo>
                      <a:pt x="3713" y="28158"/>
                    </a:lnTo>
                    <a:lnTo>
                      <a:pt x="3713" y="27803"/>
                    </a:lnTo>
                    <a:lnTo>
                      <a:pt x="3713" y="27678"/>
                    </a:lnTo>
                    <a:cubicBezTo>
                      <a:pt x="3713" y="27616"/>
                      <a:pt x="3713" y="27574"/>
                      <a:pt x="3713" y="27532"/>
                    </a:cubicBezTo>
                    <a:lnTo>
                      <a:pt x="3713" y="27178"/>
                    </a:lnTo>
                    <a:cubicBezTo>
                      <a:pt x="3734" y="26531"/>
                      <a:pt x="3734" y="25905"/>
                      <a:pt x="3755" y="25280"/>
                    </a:cubicBezTo>
                    <a:lnTo>
                      <a:pt x="3755" y="25092"/>
                    </a:lnTo>
                    <a:cubicBezTo>
                      <a:pt x="3775" y="24320"/>
                      <a:pt x="3817" y="23528"/>
                      <a:pt x="3838" y="22756"/>
                    </a:cubicBezTo>
                    <a:lnTo>
                      <a:pt x="3838" y="22526"/>
                    </a:lnTo>
                    <a:cubicBezTo>
                      <a:pt x="3880" y="21546"/>
                      <a:pt x="3921" y="20566"/>
                      <a:pt x="3921" y="19585"/>
                    </a:cubicBezTo>
                    <a:lnTo>
                      <a:pt x="3921" y="19398"/>
                    </a:lnTo>
                    <a:cubicBezTo>
                      <a:pt x="3942" y="18271"/>
                      <a:pt x="3942" y="17124"/>
                      <a:pt x="3901" y="15998"/>
                    </a:cubicBezTo>
                    <a:cubicBezTo>
                      <a:pt x="3796" y="13161"/>
                      <a:pt x="3191" y="10596"/>
                      <a:pt x="2586" y="7947"/>
                    </a:cubicBezTo>
                    <a:cubicBezTo>
                      <a:pt x="2524" y="7738"/>
                      <a:pt x="2482" y="7509"/>
                      <a:pt x="2420" y="7280"/>
                    </a:cubicBezTo>
                    <a:cubicBezTo>
                      <a:pt x="2378" y="7071"/>
                      <a:pt x="2315" y="6842"/>
                      <a:pt x="2274" y="6612"/>
                    </a:cubicBezTo>
                    <a:cubicBezTo>
                      <a:pt x="2086" y="5861"/>
                      <a:pt x="1940" y="5090"/>
                      <a:pt x="1773" y="4318"/>
                    </a:cubicBezTo>
                    <a:cubicBezTo>
                      <a:pt x="1502" y="2879"/>
                      <a:pt x="1418" y="1439"/>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7"/>
              <p:cNvSpPr/>
              <p:nvPr/>
            </p:nvSpPr>
            <p:spPr>
              <a:xfrm>
                <a:off x="8414150" y="2180775"/>
                <a:ext cx="200250" cy="1955400"/>
              </a:xfrm>
              <a:custGeom>
                <a:rect b="b" l="l" r="r" t="t"/>
                <a:pathLst>
                  <a:path extrusionOk="0" h="78216" w="8010">
                    <a:moveTo>
                      <a:pt x="2420" y="0"/>
                    </a:moveTo>
                    <a:lnTo>
                      <a:pt x="2420" y="0"/>
                    </a:lnTo>
                    <a:cubicBezTo>
                      <a:pt x="563" y="1606"/>
                      <a:pt x="396" y="4380"/>
                      <a:pt x="375" y="6841"/>
                    </a:cubicBezTo>
                    <a:cubicBezTo>
                      <a:pt x="355" y="9824"/>
                      <a:pt x="375" y="12807"/>
                      <a:pt x="375" y="15789"/>
                    </a:cubicBezTo>
                    <a:lnTo>
                      <a:pt x="375" y="16478"/>
                    </a:lnTo>
                    <a:lnTo>
                      <a:pt x="375" y="17166"/>
                    </a:lnTo>
                    <a:cubicBezTo>
                      <a:pt x="375" y="21171"/>
                      <a:pt x="355" y="25175"/>
                      <a:pt x="250" y="29180"/>
                    </a:cubicBezTo>
                    <a:cubicBezTo>
                      <a:pt x="229" y="29680"/>
                      <a:pt x="209" y="30181"/>
                      <a:pt x="188" y="30682"/>
                    </a:cubicBezTo>
                    <a:cubicBezTo>
                      <a:pt x="188" y="30828"/>
                      <a:pt x="209" y="30953"/>
                      <a:pt x="188" y="31120"/>
                    </a:cubicBezTo>
                    <a:cubicBezTo>
                      <a:pt x="188" y="31266"/>
                      <a:pt x="188" y="31391"/>
                      <a:pt x="188" y="31516"/>
                    </a:cubicBezTo>
                    <a:cubicBezTo>
                      <a:pt x="83" y="34603"/>
                      <a:pt x="0" y="37669"/>
                      <a:pt x="21" y="40735"/>
                    </a:cubicBezTo>
                    <a:lnTo>
                      <a:pt x="21" y="41444"/>
                    </a:lnTo>
                    <a:cubicBezTo>
                      <a:pt x="42" y="41757"/>
                      <a:pt x="42" y="42049"/>
                      <a:pt x="42" y="42341"/>
                    </a:cubicBezTo>
                    <a:cubicBezTo>
                      <a:pt x="83" y="44677"/>
                      <a:pt x="209" y="46992"/>
                      <a:pt x="459" y="49307"/>
                    </a:cubicBezTo>
                    <a:cubicBezTo>
                      <a:pt x="521" y="49787"/>
                      <a:pt x="584" y="50308"/>
                      <a:pt x="626" y="50767"/>
                    </a:cubicBezTo>
                    <a:cubicBezTo>
                      <a:pt x="688" y="51226"/>
                      <a:pt x="751" y="51664"/>
                      <a:pt x="834" y="52123"/>
                    </a:cubicBezTo>
                    <a:cubicBezTo>
                      <a:pt x="939" y="52853"/>
                      <a:pt x="1064" y="53583"/>
                      <a:pt x="1189" y="54292"/>
                    </a:cubicBezTo>
                    <a:cubicBezTo>
                      <a:pt x="1481" y="55836"/>
                      <a:pt x="1836" y="57379"/>
                      <a:pt x="2148" y="58902"/>
                    </a:cubicBezTo>
                    <a:cubicBezTo>
                      <a:pt x="2190" y="59048"/>
                      <a:pt x="2211" y="59194"/>
                      <a:pt x="2232" y="59319"/>
                    </a:cubicBezTo>
                    <a:cubicBezTo>
                      <a:pt x="2253" y="59402"/>
                      <a:pt x="2274" y="59465"/>
                      <a:pt x="2274" y="59527"/>
                    </a:cubicBezTo>
                    <a:cubicBezTo>
                      <a:pt x="2336" y="59819"/>
                      <a:pt x="2399" y="60111"/>
                      <a:pt x="2440" y="60403"/>
                    </a:cubicBezTo>
                    <a:cubicBezTo>
                      <a:pt x="2545" y="60967"/>
                      <a:pt x="2649" y="61530"/>
                      <a:pt x="2732" y="62093"/>
                    </a:cubicBezTo>
                    <a:cubicBezTo>
                      <a:pt x="2774" y="62385"/>
                      <a:pt x="2816" y="62677"/>
                      <a:pt x="2837" y="62990"/>
                    </a:cubicBezTo>
                    <a:lnTo>
                      <a:pt x="2837" y="63011"/>
                    </a:lnTo>
                    <a:cubicBezTo>
                      <a:pt x="2878" y="63261"/>
                      <a:pt x="2899" y="63490"/>
                      <a:pt x="2920" y="63720"/>
                    </a:cubicBezTo>
                    <a:cubicBezTo>
                      <a:pt x="3045" y="65076"/>
                      <a:pt x="3087" y="66452"/>
                      <a:pt x="3150" y="67808"/>
                    </a:cubicBezTo>
                    <a:cubicBezTo>
                      <a:pt x="3170" y="68246"/>
                      <a:pt x="3170" y="68663"/>
                      <a:pt x="3191" y="69080"/>
                    </a:cubicBezTo>
                    <a:lnTo>
                      <a:pt x="3191" y="69226"/>
                    </a:lnTo>
                    <a:cubicBezTo>
                      <a:pt x="3212" y="69727"/>
                      <a:pt x="3233" y="70206"/>
                      <a:pt x="3275" y="70707"/>
                    </a:cubicBezTo>
                    <a:cubicBezTo>
                      <a:pt x="3337" y="72105"/>
                      <a:pt x="3504" y="73502"/>
                      <a:pt x="3754" y="74879"/>
                    </a:cubicBezTo>
                    <a:cubicBezTo>
                      <a:pt x="3859" y="75421"/>
                      <a:pt x="3984" y="75963"/>
                      <a:pt x="4151" y="76505"/>
                    </a:cubicBezTo>
                    <a:cubicBezTo>
                      <a:pt x="4318" y="77089"/>
                      <a:pt x="4526" y="77653"/>
                      <a:pt x="4776" y="78216"/>
                    </a:cubicBezTo>
                    <a:lnTo>
                      <a:pt x="7196" y="78216"/>
                    </a:lnTo>
                    <a:cubicBezTo>
                      <a:pt x="7196" y="78195"/>
                      <a:pt x="7196" y="78195"/>
                      <a:pt x="7196" y="78174"/>
                    </a:cubicBezTo>
                    <a:cubicBezTo>
                      <a:pt x="7238" y="78091"/>
                      <a:pt x="7259" y="77986"/>
                      <a:pt x="7279" y="77882"/>
                    </a:cubicBezTo>
                    <a:cubicBezTo>
                      <a:pt x="7279" y="77861"/>
                      <a:pt x="7300" y="77819"/>
                      <a:pt x="7300" y="77799"/>
                    </a:cubicBezTo>
                    <a:cubicBezTo>
                      <a:pt x="7300" y="77778"/>
                      <a:pt x="7321" y="77736"/>
                      <a:pt x="7321" y="77715"/>
                    </a:cubicBezTo>
                    <a:cubicBezTo>
                      <a:pt x="7321" y="77694"/>
                      <a:pt x="7321" y="77694"/>
                      <a:pt x="7321" y="77694"/>
                    </a:cubicBezTo>
                    <a:cubicBezTo>
                      <a:pt x="7342" y="77632"/>
                      <a:pt x="7342" y="77611"/>
                      <a:pt x="7363" y="77527"/>
                    </a:cubicBezTo>
                    <a:cubicBezTo>
                      <a:pt x="7384" y="77423"/>
                      <a:pt x="7405" y="77340"/>
                      <a:pt x="7425" y="77235"/>
                    </a:cubicBezTo>
                    <a:cubicBezTo>
                      <a:pt x="7446" y="77131"/>
                      <a:pt x="7467" y="77048"/>
                      <a:pt x="7488" y="76923"/>
                    </a:cubicBezTo>
                    <a:cubicBezTo>
                      <a:pt x="7509" y="76797"/>
                      <a:pt x="7551" y="76693"/>
                      <a:pt x="7571" y="76568"/>
                    </a:cubicBezTo>
                    <a:cubicBezTo>
                      <a:pt x="7634" y="76234"/>
                      <a:pt x="7676" y="75901"/>
                      <a:pt x="7717" y="75567"/>
                    </a:cubicBezTo>
                    <a:cubicBezTo>
                      <a:pt x="7759" y="75337"/>
                      <a:pt x="7801" y="75108"/>
                      <a:pt x="7822" y="74879"/>
                    </a:cubicBezTo>
                    <a:cubicBezTo>
                      <a:pt x="7884" y="74336"/>
                      <a:pt x="7926" y="73794"/>
                      <a:pt x="7968" y="73231"/>
                    </a:cubicBezTo>
                    <a:cubicBezTo>
                      <a:pt x="8009" y="72501"/>
                      <a:pt x="8009" y="71771"/>
                      <a:pt x="8009" y="71020"/>
                    </a:cubicBezTo>
                    <a:cubicBezTo>
                      <a:pt x="8009" y="70770"/>
                      <a:pt x="8009" y="70498"/>
                      <a:pt x="7989" y="70248"/>
                    </a:cubicBezTo>
                    <a:cubicBezTo>
                      <a:pt x="7989" y="70081"/>
                      <a:pt x="7968" y="69914"/>
                      <a:pt x="7968" y="69748"/>
                    </a:cubicBezTo>
                    <a:lnTo>
                      <a:pt x="7968" y="69560"/>
                    </a:lnTo>
                    <a:cubicBezTo>
                      <a:pt x="7968" y="69539"/>
                      <a:pt x="7968" y="69518"/>
                      <a:pt x="7968" y="69497"/>
                    </a:cubicBezTo>
                    <a:cubicBezTo>
                      <a:pt x="7926" y="68913"/>
                      <a:pt x="7905" y="68308"/>
                      <a:pt x="7843" y="67704"/>
                    </a:cubicBezTo>
                    <a:cubicBezTo>
                      <a:pt x="7822" y="67537"/>
                      <a:pt x="7801" y="67370"/>
                      <a:pt x="7801" y="67203"/>
                    </a:cubicBezTo>
                    <a:cubicBezTo>
                      <a:pt x="7780" y="67057"/>
                      <a:pt x="7780" y="66890"/>
                      <a:pt x="7759" y="66744"/>
                    </a:cubicBezTo>
                    <a:cubicBezTo>
                      <a:pt x="7613" y="65180"/>
                      <a:pt x="7405" y="63616"/>
                      <a:pt x="7196" y="62051"/>
                    </a:cubicBezTo>
                    <a:cubicBezTo>
                      <a:pt x="7175" y="61905"/>
                      <a:pt x="7154" y="61759"/>
                      <a:pt x="7133" y="61613"/>
                    </a:cubicBezTo>
                    <a:cubicBezTo>
                      <a:pt x="7113" y="61509"/>
                      <a:pt x="7092" y="61405"/>
                      <a:pt x="7092" y="61321"/>
                    </a:cubicBezTo>
                    <a:cubicBezTo>
                      <a:pt x="7050" y="61071"/>
                      <a:pt x="7029" y="60841"/>
                      <a:pt x="6987" y="60591"/>
                    </a:cubicBezTo>
                    <a:cubicBezTo>
                      <a:pt x="6841" y="59444"/>
                      <a:pt x="6695" y="58297"/>
                      <a:pt x="6570" y="57171"/>
                    </a:cubicBezTo>
                    <a:cubicBezTo>
                      <a:pt x="6362" y="55147"/>
                      <a:pt x="6216" y="53124"/>
                      <a:pt x="6111" y="51080"/>
                    </a:cubicBezTo>
                    <a:cubicBezTo>
                      <a:pt x="6090" y="50454"/>
                      <a:pt x="6070" y="49787"/>
                      <a:pt x="6049" y="49140"/>
                    </a:cubicBezTo>
                    <a:lnTo>
                      <a:pt x="6049" y="49015"/>
                    </a:lnTo>
                    <a:cubicBezTo>
                      <a:pt x="6007" y="47493"/>
                      <a:pt x="5986" y="45949"/>
                      <a:pt x="5986" y="44427"/>
                    </a:cubicBezTo>
                    <a:cubicBezTo>
                      <a:pt x="5965" y="42466"/>
                      <a:pt x="5986" y="40526"/>
                      <a:pt x="5986" y="38587"/>
                    </a:cubicBezTo>
                    <a:lnTo>
                      <a:pt x="5986" y="38441"/>
                    </a:lnTo>
                    <a:cubicBezTo>
                      <a:pt x="6007" y="36730"/>
                      <a:pt x="6007" y="35020"/>
                      <a:pt x="6007" y="33310"/>
                    </a:cubicBezTo>
                    <a:lnTo>
                      <a:pt x="6007" y="33226"/>
                    </a:lnTo>
                    <a:lnTo>
                      <a:pt x="6007" y="32705"/>
                    </a:lnTo>
                    <a:lnTo>
                      <a:pt x="6007" y="32058"/>
                    </a:lnTo>
                    <a:cubicBezTo>
                      <a:pt x="5986" y="31036"/>
                      <a:pt x="5986" y="29993"/>
                      <a:pt x="5944" y="28971"/>
                    </a:cubicBezTo>
                    <a:cubicBezTo>
                      <a:pt x="5944" y="28658"/>
                      <a:pt x="5924" y="28366"/>
                      <a:pt x="5924" y="28053"/>
                    </a:cubicBezTo>
                    <a:cubicBezTo>
                      <a:pt x="5924" y="27782"/>
                      <a:pt x="5903" y="27532"/>
                      <a:pt x="5903" y="27261"/>
                    </a:cubicBezTo>
                    <a:cubicBezTo>
                      <a:pt x="5882" y="26969"/>
                      <a:pt x="5882" y="26677"/>
                      <a:pt x="5861" y="26385"/>
                    </a:cubicBezTo>
                    <a:cubicBezTo>
                      <a:pt x="5861" y="26260"/>
                      <a:pt x="5861" y="26093"/>
                      <a:pt x="5840" y="26009"/>
                    </a:cubicBezTo>
                    <a:cubicBezTo>
                      <a:pt x="5819" y="25926"/>
                      <a:pt x="5819" y="25843"/>
                      <a:pt x="5819" y="25759"/>
                    </a:cubicBezTo>
                    <a:lnTo>
                      <a:pt x="5819" y="25592"/>
                    </a:lnTo>
                    <a:cubicBezTo>
                      <a:pt x="5673" y="22443"/>
                      <a:pt x="5340" y="19314"/>
                      <a:pt x="4818" y="16186"/>
                    </a:cubicBezTo>
                    <a:cubicBezTo>
                      <a:pt x="4756" y="15914"/>
                      <a:pt x="4714" y="15643"/>
                      <a:pt x="4651" y="15351"/>
                    </a:cubicBezTo>
                    <a:cubicBezTo>
                      <a:pt x="4610" y="15122"/>
                      <a:pt x="4568" y="14872"/>
                      <a:pt x="4505" y="14621"/>
                    </a:cubicBezTo>
                    <a:cubicBezTo>
                      <a:pt x="4338" y="13766"/>
                      <a:pt x="4151" y="12911"/>
                      <a:pt x="3942" y="12056"/>
                    </a:cubicBezTo>
                    <a:cubicBezTo>
                      <a:pt x="2941" y="8093"/>
                      <a:pt x="1481" y="3984"/>
                      <a:pt x="2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7"/>
              <p:cNvSpPr/>
              <p:nvPr/>
            </p:nvSpPr>
            <p:spPr>
              <a:xfrm>
                <a:off x="8411000" y="2170350"/>
                <a:ext cx="207050" cy="1966350"/>
              </a:xfrm>
              <a:custGeom>
                <a:rect b="b" l="l" r="r" t="t"/>
                <a:pathLst>
                  <a:path extrusionOk="0" h="78654" w="8282">
                    <a:moveTo>
                      <a:pt x="2796" y="0"/>
                    </a:moveTo>
                    <a:lnTo>
                      <a:pt x="2441" y="313"/>
                    </a:lnTo>
                    <a:cubicBezTo>
                      <a:pt x="1482" y="1126"/>
                      <a:pt x="960" y="2232"/>
                      <a:pt x="689" y="3462"/>
                    </a:cubicBezTo>
                    <a:cubicBezTo>
                      <a:pt x="439" y="4714"/>
                      <a:pt x="314" y="5986"/>
                      <a:pt x="335" y="7258"/>
                    </a:cubicBezTo>
                    <a:cubicBezTo>
                      <a:pt x="314" y="9949"/>
                      <a:pt x="314" y="12661"/>
                      <a:pt x="335" y="15309"/>
                    </a:cubicBezTo>
                    <a:lnTo>
                      <a:pt x="335" y="16227"/>
                    </a:lnTo>
                    <a:lnTo>
                      <a:pt x="335" y="16936"/>
                    </a:lnTo>
                    <a:cubicBezTo>
                      <a:pt x="335" y="21108"/>
                      <a:pt x="335" y="25384"/>
                      <a:pt x="209" y="29597"/>
                    </a:cubicBezTo>
                    <a:cubicBezTo>
                      <a:pt x="209" y="29910"/>
                      <a:pt x="189" y="30243"/>
                      <a:pt x="189" y="30556"/>
                    </a:cubicBezTo>
                    <a:lnTo>
                      <a:pt x="189" y="31036"/>
                    </a:lnTo>
                    <a:cubicBezTo>
                      <a:pt x="189" y="31203"/>
                      <a:pt x="189" y="31328"/>
                      <a:pt x="168" y="31474"/>
                    </a:cubicBezTo>
                    <a:lnTo>
                      <a:pt x="168" y="31641"/>
                    </a:lnTo>
                    <a:cubicBezTo>
                      <a:pt x="84" y="34665"/>
                      <a:pt x="1" y="37627"/>
                      <a:pt x="1" y="40547"/>
                    </a:cubicBezTo>
                    <a:lnTo>
                      <a:pt x="1" y="41152"/>
                    </a:lnTo>
                    <a:lnTo>
                      <a:pt x="1" y="41861"/>
                    </a:lnTo>
                    <a:cubicBezTo>
                      <a:pt x="1" y="41882"/>
                      <a:pt x="1" y="41903"/>
                      <a:pt x="1" y="41903"/>
                    </a:cubicBezTo>
                    <a:cubicBezTo>
                      <a:pt x="1" y="42779"/>
                      <a:pt x="22" y="43655"/>
                      <a:pt x="63" y="44510"/>
                    </a:cubicBezTo>
                    <a:cubicBezTo>
                      <a:pt x="147" y="46742"/>
                      <a:pt x="335" y="48973"/>
                      <a:pt x="606" y="51226"/>
                    </a:cubicBezTo>
                    <a:cubicBezTo>
                      <a:pt x="668" y="51664"/>
                      <a:pt x="731" y="52102"/>
                      <a:pt x="793" y="52561"/>
                    </a:cubicBezTo>
                    <a:cubicBezTo>
                      <a:pt x="867" y="52985"/>
                      <a:pt x="925" y="53410"/>
                      <a:pt x="1009" y="53834"/>
                    </a:cubicBezTo>
                    <a:lnTo>
                      <a:pt x="1009" y="53834"/>
                    </a:lnTo>
                    <a:cubicBezTo>
                      <a:pt x="1014" y="53890"/>
                      <a:pt x="1018" y="53945"/>
                      <a:pt x="1023" y="54000"/>
                    </a:cubicBezTo>
                    <a:cubicBezTo>
                      <a:pt x="1065" y="54271"/>
                      <a:pt x="1127" y="54501"/>
                      <a:pt x="1169" y="54751"/>
                    </a:cubicBezTo>
                    <a:cubicBezTo>
                      <a:pt x="1357" y="55690"/>
                      <a:pt x="1544" y="56649"/>
                      <a:pt x="1753" y="57567"/>
                    </a:cubicBezTo>
                    <a:cubicBezTo>
                      <a:pt x="1920" y="58359"/>
                      <a:pt x="2087" y="59152"/>
                      <a:pt x="2254" y="59965"/>
                    </a:cubicBezTo>
                    <a:cubicBezTo>
                      <a:pt x="2316" y="60257"/>
                      <a:pt x="2358" y="60570"/>
                      <a:pt x="2420" y="60862"/>
                    </a:cubicBezTo>
                    <a:cubicBezTo>
                      <a:pt x="2420" y="60883"/>
                      <a:pt x="2420" y="60904"/>
                      <a:pt x="2441" y="60925"/>
                    </a:cubicBezTo>
                    <a:cubicBezTo>
                      <a:pt x="2462" y="61092"/>
                      <a:pt x="2483" y="61258"/>
                      <a:pt x="2525" y="61425"/>
                    </a:cubicBezTo>
                    <a:cubicBezTo>
                      <a:pt x="2566" y="61634"/>
                      <a:pt x="2608" y="61863"/>
                      <a:pt x="2629" y="62072"/>
                    </a:cubicBezTo>
                    <a:cubicBezTo>
                      <a:pt x="2650" y="62239"/>
                      <a:pt x="2692" y="62385"/>
                      <a:pt x="2712" y="62552"/>
                    </a:cubicBezTo>
                    <a:cubicBezTo>
                      <a:pt x="2754" y="62844"/>
                      <a:pt x="2775" y="63136"/>
                      <a:pt x="2817" y="63428"/>
                    </a:cubicBezTo>
                    <a:lnTo>
                      <a:pt x="2817" y="63469"/>
                    </a:lnTo>
                    <a:cubicBezTo>
                      <a:pt x="2942" y="64471"/>
                      <a:pt x="3004" y="65513"/>
                      <a:pt x="3046" y="66535"/>
                    </a:cubicBezTo>
                    <a:cubicBezTo>
                      <a:pt x="3067" y="66994"/>
                      <a:pt x="3088" y="67432"/>
                      <a:pt x="3109" y="67870"/>
                    </a:cubicBezTo>
                    <a:cubicBezTo>
                      <a:pt x="3109" y="67995"/>
                      <a:pt x="3109" y="68100"/>
                      <a:pt x="3109" y="68225"/>
                    </a:cubicBezTo>
                    <a:lnTo>
                      <a:pt x="3109" y="68371"/>
                    </a:lnTo>
                    <a:cubicBezTo>
                      <a:pt x="3130" y="68809"/>
                      <a:pt x="3150" y="69226"/>
                      <a:pt x="3171" y="69664"/>
                    </a:cubicBezTo>
                    <a:cubicBezTo>
                      <a:pt x="3213" y="70915"/>
                      <a:pt x="3296" y="72188"/>
                      <a:pt x="3442" y="73439"/>
                    </a:cubicBezTo>
                    <a:cubicBezTo>
                      <a:pt x="3505" y="73856"/>
                      <a:pt x="3547" y="74274"/>
                      <a:pt x="3630" y="74691"/>
                    </a:cubicBezTo>
                    <a:cubicBezTo>
                      <a:pt x="3651" y="74878"/>
                      <a:pt x="3693" y="75087"/>
                      <a:pt x="3734" y="75275"/>
                    </a:cubicBezTo>
                    <a:cubicBezTo>
                      <a:pt x="3797" y="75650"/>
                      <a:pt x="3880" y="76026"/>
                      <a:pt x="3985" y="76401"/>
                    </a:cubicBezTo>
                    <a:cubicBezTo>
                      <a:pt x="3985" y="76422"/>
                      <a:pt x="3985" y="76422"/>
                      <a:pt x="3985" y="76422"/>
                    </a:cubicBezTo>
                    <a:cubicBezTo>
                      <a:pt x="4047" y="76630"/>
                      <a:pt x="4089" y="76818"/>
                      <a:pt x="4152" y="77027"/>
                    </a:cubicBezTo>
                    <a:cubicBezTo>
                      <a:pt x="4318" y="77569"/>
                      <a:pt x="4506" y="78111"/>
                      <a:pt x="4736" y="78633"/>
                    </a:cubicBezTo>
                    <a:lnTo>
                      <a:pt x="5048" y="78633"/>
                    </a:lnTo>
                    <a:cubicBezTo>
                      <a:pt x="4798" y="78028"/>
                      <a:pt x="4590" y="77423"/>
                      <a:pt x="4402" y="76797"/>
                    </a:cubicBezTo>
                    <a:cubicBezTo>
                      <a:pt x="4277" y="76297"/>
                      <a:pt x="4152" y="75796"/>
                      <a:pt x="4047" y="75275"/>
                    </a:cubicBezTo>
                    <a:cubicBezTo>
                      <a:pt x="3797" y="73898"/>
                      <a:pt x="3630" y="72501"/>
                      <a:pt x="3547" y="71103"/>
                    </a:cubicBezTo>
                    <a:cubicBezTo>
                      <a:pt x="3526" y="70623"/>
                      <a:pt x="3505" y="70123"/>
                      <a:pt x="3484" y="69643"/>
                    </a:cubicBezTo>
                    <a:cubicBezTo>
                      <a:pt x="3463" y="69205"/>
                      <a:pt x="3442" y="68788"/>
                      <a:pt x="3422" y="68350"/>
                    </a:cubicBezTo>
                    <a:cubicBezTo>
                      <a:pt x="3380" y="67182"/>
                      <a:pt x="3338" y="65993"/>
                      <a:pt x="3255" y="64804"/>
                    </a:cubicBezTo>
                    <a:cubicBezTo>
                      <a:pt x="3234" y="64575"/>
                      <a:pt x="3213" y="64345"/>
                      <a:pt x="3192" y="64116"/>
                    </a:cubicBezTo>
                    <a:cubicBezTo>
                      <a:pt x="3171" y="63887"/>
                      <a:pt x="3150" y="63657"/>
                      <a:pt x="3130" y="63407"/>
                    </a:cubicBezTo>
                    <a:cubicBezTo>
                      <a:pt x="3130" y="63386"/>
                      <a:pt x="3130" y="63365"/>
                      <a:pt x="3130" y="63344"/>
                    </a:cubicBezTo>
                    <a:cubicBezTo>
                      <a:pt x="2984" y="62197"/>
                      <a:pt x="2796" y="61050"/>
                      <a:pt x="2566" y="59924"/>
                    </a:cubicBezTo>
                    <a:cubicBezTo>
                      <a:pt x="2525" y="59715"/>
                      <a:pt x="2483" y="59506"/>
                      <a:pt x="2441" y="59319"/>
                    </a:cubicBezTo>
                    <a:cubicBezTo>
                      <a:pt x="2400" y="59110"/>
                      <a:pt x="2379" y="58964"/>
                      <a:pt x="2337" y="58797"/>
                    </a:cubicBezTo>
                    <a:cubicBezTo>
                      <a:pt x="2337" y="58776"/>
                      <a:pt x="2337" y="58756"/>
                      <a:pt x="2337" y="58735"/>
                    </a:cubicBezTo>
                    <a:cubicBezTo>
                      <a:pt x="2233" y="58318"/>
                      <a:pt x="2149" y="57900"/>
                      <a:pt x="2066" y="57483"/>
                    </a:cubicBezTo>
                    <a:cubicBezTo>
                      <a:pt x="1878" y="56566"/>
                      <a:pt x="1670" y="55627"/>
                      <a:pt x="1482" y="54688"/>
                    </a:cubicBezTo>
                    <a:cubicBezTo>
                      <a:pt x="1252" y="53499"/>
                      <a:pt x="1085" y="52331"/>
                      <a:pt x="919" y="51184"/>
                    </a:cubicBezTo>
                    <a:lnTo>
                      <a:pt x="919" y="51184"/>
                    </a:lnTo>
                    <a:cubicBezTo>
                      <a:pt x="919" y="51184"/>
                      <a:pt x="919" y="51184"/>
                      <a:pt x="919" y="51184"/>
                    </a:cubicBezTo>
                    <a:cubicBezTo>
                      <a:pt x="856" y="50684"/>
                      <a:pt x="793" y="50204"/>
                      <a:pt x="752" y="49703"/>
                    </a:cubicBezTo>
                    <a:cubicBezTo>
                      <a:pt x="689" y="49078"/>
                      <a:pt x="627" y="48452"/>
                      <a:pt x="585" y="47847"/>
                    </a:cubicBezTo>
                    <a:cubicBezTo>
                      <a:pt x="481" y="46596"/>
                      <a:pt x="418" y="45365"/>
                      <a:pt x="355" y="44114"/>
                    </a:cubicBezTo>
                    <a:cubicBezTo>
                      <a:pt x="355" y="43655"/>
                      <a:pt x="335" y="43175"/>
                      <a:pt x="335" y="42716"/>
                    </a:cubicBezTo>
                    <a:cubicBezTo>
                      <a:pt x="335" y="42424"/>
                      <a:pt x="314" y="42111"/>
                      <a:pt x="314" y="41819"/>
                    </a:cubicBezTo>
                    <a:cubicBezTo>
                      <a:pt x="272" y="38732"/>
                      <a:pt x="355" y="35604"/>
                      <a:pt x="460" y="32413"/>
                    </a:cubicBezTo>
                    <a:cubicBezTo>
                      <a:pt x="460" y="32267"/>
                      <a:pt x="460" y="32141"/>
                      <a:pt x="460" y="32016"/>
                    </a:cubicBezTo>
                    <a:cubicBezTo>
                      <a:pt x="481" y="31870"/>
                      <a:pt x="460" y="31766"/>
                      <a:pt x="460" y="31641"/>
                    </a:cubicBezTo>
                    <a:lnTo>
                      <a:pt x="460" y="31599"/>
                    </a:lnTo>
                    <a:cubicBezTo>
                      <a:pt x="481" y="30932"/>
                      <a:pt x="501" y="30264"/>
                      <a:pt x="522" y="29597"/>
                    </a:cubicBezTo>
                    <a:cubicBezTo>
                      <a:pt x="627" y="25822"/>
                      <a:pt x="647" y="22005"/>
                      <a:pt x="647" y="18229"/>
                    </a:cubicBezTo>
                    <a:lnTo>
                      <a:pt x="647" y="16895"/>
                    </a:lnTo>
                    <a:lnTo>
                      <a:pt x="647" y="15309"/>
                    </a:lnTo>
                    <a:lnTo>
                      <a:pt x="647" y="7258"/>
                    </a:lnTo>
                    <a:cubicBezTo>
                      <a:pt x="668" y="5006"/>
                      <a:pt x="814" y="2482"/>
                      <a:pt x="2295" y="876"/>
                    </a:cubicBezTo>
                    <a:lnTo>
                      <a:pt x="2295" y="876"/>
                    </a:lnTo>
                    <a:cubicBezTo>
                      <a:pt x="1670" y="4130"/>
                      <a:pt x="2546" y="7467"/>
                      <a:pt x="3422" y="10679"/>
                    </a:cubicBezTo>
                    <a:cubicBezTo>
                      <a:pt x="3588" y="11305"/>
                      <a:pt x="3755" y="11910"/>
                      <a:pt x="3901" y="12514"/>
                    </a:cubicBezTo>
                    <a:cubicBezTo>
                      <a:pt x="4152" y="13599"/>
                      <a:pt x="4423" y="14705"/>
                      <a:pt x="4610" y="15789"/>
                    </a:cubicBezTo>
                    <a:cubicBezTo>
                      <a:pt x="4673" y="16081"/>
                      <a:pt x="4715" y="16373"/>
                      <a:pt x="4777" y="16644"/>
                    </a:cubicBezTo>
                    <a:cubicBezTo>
                      <a:pt x="4840" y="16999"/>
                      <a:pt x="4882" y="17333"/>
                      <a:pt x="4944" y="17687"/>
                    </a:cubicBezTo>
                    <a:cubicBezTo>
                      <a:pt x="5320" y="20127"/>
                      <a:pt x="5570" y="22568"/>
                      <a:pt x="5737" y="25029"/>
                    </a:cubicBezTo>
                    <a:lnTo>
                      <a:pt x="5778" y="25801"/>
                    </a:lnTo>
                    <a:cubicBezTo>
                      <a:pt x="5778" y="25884"/>
                      <a:pt x="5778" y="25968"/>
                      <a:pt x="5778" y="26051"/>
                    </a:cubicBezTo>
                    <a:cubicBezTo>
                      <a:pt x="5778" y="26197"/>
                      <a:pt x="5799" y="26322"/>
                      <a:pt x="5799" y="26468"/>
                    </a:cubicBezTo>
                    <a:lnTo>
                      <a:pt x="5799" y="26614"/>
                    </a:lnTo>
                    <a:cubicBezTo>
                      <a:pt x="5820" y="26990"/>
                      <a:pt x="5841" y="27344"/>
                      <a:pt x="5862" y="27699"/>
                    </a:cubicBezTo>
                    <a:cubicBezTo>
                      <a:pt x="5862" y="27699"/>
                      <a:pt x="5862" y="27699"/>
                      <a:pt x="5862" y="27699"/>
                    </a:cubicBezTo>
                    <a:lnTo>
                      <a:pt x="5862" y="27699"/>
                    </a:lnTo>
                    <a:cubicBezTo>
                      <a:pt x="5862" y="27949"/>
                      <a:pt x="5883" y="28220"/>
                      <a:pt x="5883" y="28470"/>
                    </a:cubicBezTo>
                    <a:cubicBezTo>
                      <a:pt x="5945" y="30014"/>
                      <a:pt x="5966" y="31557"/>
                      <a:pt x="5966" y="33101"/>
                    </a:cubicBezTo>
                    <a:lnTo>
                      <a:pt x="5966" y="33601"/>
                    </a:lnTo>
                    <a:lnTo>
                      <a:pt x="5966" y="34039"/>
                    </a:lnTo>
                    <a:lnTo>
                      <a:pt x="5966" y="35771"/>
                    </a:lnTo>
                    <a:lnTo>
                      <a:pt x="5966" y="38837"/>
                    </a:lnTo>
                    <a:lnTo>
                      <a:pt x="5966" y="39024"/>
                    </a:lnTo>
                    <a:lnTo>
                      <a:pt x="5966" y="39275"/>
                    </a:lnTo>
                    <a:lnTo>
                      <a:pt x="5966" y="40943"/>
                    </a:lnTo>
                    <a:cubicBezTo>
                      <a:pt x="5945" y="43738"/>
                      <a:pt x="5945" y="46575"/>
                      <a:pt x="6029" y="49411"/>
                    </a:cubicBezTo>
                    <a:lnTo>
                      <a:pt x="6029" y="49599"/>
                    </a:lnTo>
                    <a:cubicBezTo>
                      <a:pt x="6070" y="50934"/>
                      <a:pt x="6133" y="52269"/>
                      <a:pt x="6216" y="53604"/>
                    </a:cubicBezTo>
                    <a:cubicBezTo>
                      <a:pt x="6300" y="54959"/>
                      <a:pt x="6404" y="56294"/>
                      <a:pt x="6550" y="57629"/>
                    </a:cubicBezTo>
                    <a:cubicBezTo>
                      <a:pt x="6696" y="59006"/>
                      <a:pt x="6884" y="60403"/>
                      <a:pt x="7072" y="61780"/>
                    </a:cubicBezTo>
                    <a:cubicBezTo>
                      <a:pt x="7072" y="61842"/>
                      <a:pt x="7072" y="61905"/>
                      <a:pt x="7093" y="61947"/>
                    </a:cubicBezTo>
                    <a:cubicBezTo>
                      <a:pt x="7113" y="62134"/>
                      <a:pt x="7134" y="62301"/>
                      <a:pt x="7155" y="62468"/>
                    </a:cubicBezTo>
                    <a:cubicBezTo>
                      <a:pt x="7197" y="62718"/>
                      <a:pt x="7218" y="62969"/>
                      <a:pt x="7259" y="63198"/>
                    </a:cubicBezTo>
                    <a:cubicBezTo>
                      <a:pt x="7447" y="64679"/>
                      <a:pt x="7635" y="66160"/>
                      <a:pt x="7781" y="67641"/>
                    </a:cubicBezTo>
                    <a:cubicBezTo>
                      <a:pt x="7781" y="67808"/>
                      <a:pt x="7802" y="67975"/>
                      <a:pt x="7823" y="68141"/>
                    </a:cubicBezTo>
                    <a:cubicBezTo>
                      <a:pt x="7843" y="68308"/>
                      <a:pt x="7843" y="68496"/>
                      <a:pt x="7864" y="68684"/>
                    </a:cubicBezTo>
                    <a:cubicBezTo>
                      <a:pt x="7885" y="69122"/>
                      <a:pt x="7927" y="69539"/>
                      <a:pt x="7948" y="69977"/>
                    </a:cubicBezTo>
                    <a:lnTo>
                      <a:pt x="7948" y="70248"/>
                    </a:lnTo>
                    <a:cubicBezTo>
                      <a:pt x="7948" y="70394"/>
                      <a:pt x="7948" y="70540"/>
                      <a:pt x="7948" y="70707"/>
                    </a:cubicBezTo>
                    <a:cubicBezTo>
                      <a:pt x="7948" y="70957"/>
                      <a:pt x="7969" y="71207"/>
                      <a:pt x="7969" y="71458"/>
                    </a:cubicBezTo>
                    <a:lnTo>
                      <a:pt x="7969" y="72334"/>
                    </a:lnTo>
                    <a:cubicBezTo>
                      <a:pt x="7948" y="73314"/>
                      <a:pt x="7885" y="74315"/>
                      <a:pt x="7781" y="75296"/>
                    </a:cubicBezTo>
                    <a:cubicBezTo>
                      <a:pt x="7739" y="75713"/>
                      <a:pt x="7677" y="76130"/>
                      <a:pt x="7593" y="76547"/>
                    </a:cubicBezTo>
                    <a:cubicBezTo>
                      <a:pt x="7572" y="76693"/>
                      <a:pt x="7551" y="76839"/>
                      <a:pt x="7531" y="76985"/>
                    </a:cubicBezTo>
                    <a:cubicBezTo>
                      <a:pt x="7489" y="77110"/>
                      <a:pt x="7489" y="77214"/>
                      <a:pt x="7447" y="77340"/>
                    </a:cubicBezTo>
                    <a:cubicBezTo>
                      <a:pt x="7426" y="77444"/>
                      <a:pt x="7405" y="77548"/>
                      <a:pt x="7385" y="77652"/>
                    </a:cubicBezTo>
                    <a:cubicBezTo>
                      <a:pt x="7364" y="77736"/>
                      <a:pt x="7343" y="77819"/>
                      <a:pt x="7343" y="77903"/>
                    </a:cubicBezTo>
                    <a:cubicBezTo>
                      <a:pt x="7322" y="77924"/>
                      <a:pt x="7322" y="77944"/>
                      <a:pt x="7322" y="77965"/>
                    </a:cubicBezTo>
                    <a:cubicBezTo>
                      <a:pt x="7322" y="78007"/>
                      <a:pt x="7301" y="78049"/>
                      <a:pt x="7280" y="78090"/>
                    </a:cubicBezTo>
                    <a:cubicBezTo>
                      <a:pt x="7280" y="78132"/>
                      <a:pt x="7259" y="78236"/>
                      <a:pt x="7239" y="78320"/>
                    </a:cubicBezTo>
                    <a:cubicBezTo>
                      <a:pt x="7218" y="78382"/>
                      <a:pt x="7197" y="78445"/>
                      <a:pt x="7176" y="78508"/>
                    </a:cubicBezTo>
                    <a:cubicBezTo>
                      <a:pt x="7155" y="78570"/>
                      <a:pt x="7155" y="78612"/>
                      <a:pt x="7134" y="78654"/>
                    </a:cubicBezTo>
                    <a:lnTo>
                      <a:pt x="7468" y="78654"/>
                    </a:lnTo>
                    <a:cubicBezTo>
                      <a:pt x="7468" y="78591"/>
                      <a:pt x="7489" y="78549"/>
                      <a:pt x="7510" y="78487"/>
                    </a:cubicBezTo>
                    <a:cubicBezTo>
                      <a:pt x="7510" y="78424"/>
                      <a:pt x="7551" y="78320"/>
                      <a:pt x="7572" y="78216"/>
                    </a:cubicBezTo>
                    <a:cubicBezTo>
                      <a:pt x="7572" y="78216"/>
                      <a:pt x="7572" y="78216"/>
                      <a:pt x="7572" y="78195"/>
                    </a:cubicBezTo>
                    <a:cubicBezTo>
                      <a:pt x="7593" y="78132"/>
                      <a:pt x="7614" y="78049"/>
                      <a:pt x="7614" y="77986"/>
                    </a:cubicBezTo>
                    <a:lnTo>
                      <a:pt x="7614" y="77944"/>
                    </a:lnTo>
                    <a:cubicBezTo>
                      <a:pt x="7635" y="77861"/>
                      <a:pt x="7656" y="77757"/>
                      <a:pt x="7677" y="77673"/>
                    </a:cubicBezTo>
                    <a:lnTo>
                      <a:pt x="7760" y="77340"/>
                    </a:lnTo>
                    <a:cubicBezTo>
                      <a:pt x="7781" y="77235"/>
                      <a:pt x="7802" y="77152"/>
                      <a:pt x="7802" y="77048"/>
                    </a:cubicBezTo>
                    <a:cubicBezTo>
                      <a:pt x="7802" y="77048"/>
                      <a:pt x="7802" y="77006"/>
                      <a:pt x="7823" y="76964"/>
                    </a:cubicBezTo>
                    <a:cubicBezTo>
                      <a:pt x="7885" y="76630"/>
                      <a:pt x="7948" y="76297"/>
                      <a:pt x="7989" y="75963"/>
                    </a:cubicBezTo>
                    <a:cubicBezTo>
                      <a:pt x="8031" y="75754"/>
                      <a:pt x="8052" y="75525"/>
                      <a:pt x="8073" y="75296"/>
                    </a:cubicBezTo>
                    <a:cubicBezTo>
                      <a:pt x="8135" y="74774"/>
                      <a:pt x="8177" y="74253"/>
                      <a:pt x="8219" y="73710"/>
                    </a:cubicBezTo>
                    <a:cubicBezTo>
                      <a:pt x="8219" y="73710"/>
                      <a:pt x="8219" y="73690"/>
                      <a:pt x="8219" y="73690"/>
                    </a:cubicBezTo>
                    <a:cubicBezTo>
                      <a:pt x="8219" y="73564"/>
                      <a:pt x="8219" y="73439"/>
                      <a:pt x="8219" y="73335"/>
                    </a:cubicBezTo>
                    <a:cubicBezTo>
                      <a:pt x="8240" y="73064"/>
                      <a:pt x="8240" y="72793"/>
                      <a:pt x="8261" y="72501"/>
                    </a:cubicBezTo>
                    <a:cubicBezTo>
                      <a:pt x="8281" y="71896"/>
                      <a:pt x="8281" y="71291"/>
                      <a:pt x="8261" y="70707"/>
                    </a:cubicBezTo>
                    <a:cubicBezTo>
                      <a:pt x="8261" y="70519"/>
                      <a:pt x="8261" y="70352"/>
                      <a:pt x="8240" y="70165"/>
                    </a:cubicBezTo>
                    <a:cubicBezTo>
                      <a:pt x="8240" y="70123"/>
                      <a:pt x="8240" y="70081"/>
                      <a:pt x="8240" y="70039"/>
                    </a:cubicBezTo>
                    <a:lnTo>
                      <a:pt x="8240" y="69914"/>
                    </a:lnTo>
                    <a:cubicBezTo>
                      <a:pt x="8240" y="69727"/>
                      <a:pt x="8219" y="69560"/>
                      <a:pt x="8219" y="69393"/>
                    </a:cubicBezTo>
                    <a:cubicBezTo>
                      <a:pt x="8177" y="68809"/>
                      <a:pt x="8135" y="68246"/>
                      <a:pt x="8094" y="67662"/>
                    </a:cubicBezTo>
                    <a:cubicBezTo>
                      <a:pt x="8073" y="67516"/>
                      <a:pt x="8052" y="67349"/>
                      <a:pt x="8031" y="67182"/>
                    </a:cubicBezTo>
                    <a:cubicBezTo>
                      <a:pt x="8031" y="67036"/>
                      <a:pt x="8010" y="66890"/>
                      <a:pt x="7989" y="66744"/>
                    </a:cubicBezTo>
                    <a:cubicBezTo>
                      <a:pt x="7843" y="65117"/>
                      <a:pt x="7614" y="63511"/>
                      <a:pt x="7405" y="61905"/>
                    </a:cubicBezTo>
                    <a:cubicBezTo>
                      <a:pt x="7405" y="61863"/>
                      <a:pt x="7385" y="61801"/>
                      <a:pt x="7385" y="61738"/>
                    </a:cubicBezTo>
                    <a:cubicBezTo>
                      <a:pt x="7343" y="61509"/>
                      <a:pt x="7322" y="61258"/>
                      <a:pt x="7280" y="61008"/>
                    </a:cubicBezTo>
                    <a:cubicBezTo>
                      <a:pt x="7239" y="60779"/>
                      <a:pt x="7218" y="60528"/>
                      <a:pt x="7176" y="60278"/>
                    </a:cubicBezTo>
                    <a:cubicBezTo>
                      <a:pt x="7072" y="59381"/>
                      <a:pt x="6946" y="58464"/>
                      <a:pt x="6863" y="57588"/>
                    </a:cubicBezTo>
                    <a:cubicBezTo>
                      <a:pt x="6196" y="51539"/>
                      <a:pt x="6237" y="45302"/>
                      <a:pt x="6279" y="39275"/>
                    </a:cubicBezTo>
                    <a:cubicBezTo>
                      <a:pt x="6300" y="37231"/>
                      <a:pt x="6300" y="35187"/>
                      <a:pt x="6300" y="33143"/>
                    </a:cubicBezTo>
                    <a:lnTo>
                      <a:pt x="6300" y="32538"/>
                    </a:lnTo>
                    <a:cubicBezTo>
                      <a:pt x="6300" y="32517"/>
                      <a:pt x="6300" y="32496"/>
                      <a:pt x="6300" y="32496"/>
                    </a:cubicBezTo>
                    <a:cubicBezTo>
                      <a:pt x="6300" y="31453"/>
                      <a:pt x="6258" y="30410"/>
                      <a:pt x="6237" y="29367"/>
                    </a:cubicBezTo>
                    <a:cubicBezTo>
                      <a:pt x="6237" y="29054"/>
                      <a:pt x="6216" y="28742"/>
                      <a:pt x="6216" y="28429"/>
                    </a:cubicBezTo>
                    <a:cubicBezTo>
                      <a:pt x="6196" y="27991"/>
                      <a:pt x="6175" y="27553"/>
                      <a:pt x="6154" y="27136"/>
                    </a:cubicBezTo>
                    <a:cubicBezTo>
                      <a:pt x="6154" y="27010"/>
                      <a:pt x="6154" y="26864"/>
                      <a:pt x="6133" y="26760"/>
                    </a:cubicBezTo>
                    <a:lnTo>
                      <a:pt x="6133" y="26593"/>
                    </a:lnTo>
                    <a:lnTo>
                      <a:pt x="6133" y="26406"/>
                    </a:lnTo>
                    <a:cubicBezTo>
                      <a:pt x="5987" y="22839"/>
                      <a:pt x="5591" y="19293"/>
                      <a:pt x="4944" y="15789"/>
                    </a:cubicBezTo>
                    <a:cubicBezTo>
                      <a:pt x="4902" y="15539"/>
                      <a:pt x="4861" y="15289"/>
                      <a:pt x="4798" y="15059"/>
                    </a:cubicBezTo>
                    <a:lnTo>
                      <a:pt x="4798" y="15038"/>
                    </a:lnTo>
                    <a:cubicBezTo>
                      <a:pt x="4756" y="14830"/>
                      <a:pt x="4715" y="14600"/>
                      <a:pt x="4673" y="14413"/>
                    </a:cubicBezTo>
                    <a:cubicBezTo>
                      <a:pt x="4527" y="13745"/>
                      <a:pt x="4381" y="13099"/>
                      <a:pt x="4214" y="12452"/>
                    </a:cubicBezTo>
                    <a:cubicBezTo>
                      <a:pt x="4068" y="11847"/>
                      <a:pt x="3901" y="11221"/>
                      <a:pt x="3734" y="10637"/>
                    </a:cubicBezTo>
                    <a:cubicBezTo>
                      <a:pt x="2838" y="7279"/>
                      <a:pt x="1920" y="3817"/>
                      <a:pt x="2712" y="480"/>
                    </a:cubicBezTo>
                    <a:lnTo>
                      <a:pt x="2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7"/>
              <p:cNvSpPr/>
              <p:nvPr/>
            </p:nvSpPr>
            <p:spPr>
              <a:xfrm>
                <a:off x="8494450" y="2310075"/>
                <a:ext cx="176275" cy="1825075"/>
              </a:xfrm>
              <a:custGeom>
                <a:rect b="b" l="l" r="r" t="t"/>
                <a:pathLst>
                  <a:path extrusionOk="0" h="73003" w="7051">
                    <a:moveTo>
                      <a:pt x="4318" y="1"/>
                    </a:moveTo>
                    <a:lnTo>
                      <a:pt x="4318" y="1"/>
                    </a:lnTo>
                    <a:cubicBezTo>
                      <a:pt x="2399" y="2295"/>
                      <a:pt x="1690" y="5361"/>
                      <a:pt x="1523" y="8323"/>
                    </a:cubicBezTo>
                    <a:cubicBezTo>
                      <a:pt x="1481" y="8698"/>
                      <a:pt x="1460" y="9074"/>
                      <a:pt x="1460" y="9470"/>
                    </a:cubicBezTo>
                    <a:lnTo>
                      <a:pt x="1460" y="9491"/>
                    </a:lnTo>
                    <a:cubicBezTo>
                      <a:pt x="1460" y="9720"/>
                      <a:pt x="1460" y="9971"/>
                      <a:pt x="1460" y="10221"/>
                    </a:cubicBezTo>
                    <a:lnTo>
                      <a:pt x="1460" y="11097"/>
                    </a:lnTo>
                    <a:cubicBezTo>
                      <a:pt x="1481" y="13141"/>
                      <a:pt x="1585" y="15206"/>
                      <a:pt x="1481" y="17250"/>
                    </a:cubicBezTo>
                    <a:cubicBezTo>
                      <a:pt x="1335" y="20107"/>
                      <a:pt x="772" y="22902"/>
                      <a:pt x="417" y="25739"/>
                    </a:cubicBezTo>
                    <a:cubicBezTo>
                      <a:pt x="0" y="28888"/>
                      <a:pt x="21" y="31954"/>
                      <a:pt x="167" y="35000"/>
                    </a:cubicBezTo>
                    <a:cubicBezTo>
                      <a:pt x="209" y="35813"/>
                      <a:pt x="250" y="36627"/>
                      <a:pt x="292" y="37419"/>
                    </a:cubicBezTo>
                    <a:cubicBezTo>
                      <a:pt x="313" y="37711"/>
                      <a:pt x="334" y="38003"/>
                      <a:pt x="355" y="38316"/>
                    </a:cubicBezTo>
                    <a:cubicBezTo>
                      <a:pt x="376" y="38837"/>
                      <a:pt x="417" y="39359"/>
                      <a:pt x="438" y="39880"/>
                    </a:cubicBezTo>
                    <a:cubicBezTo>
                      <a:pt x="459" y="40297"/>
                      <a:pt x="480" y="40715"/>
                      <a:pt x="501" y="41111"/>
                    </a:cubicBezTo>
                    <a:cubicBezTo>
                      <a:pt x="605" y="43009"/>
                      <a:pt x="668" y="44907"/>
                      <a:pt x="605" y="46826"/>
                    </a:cubicBezTo>
                    <a:lnTo>
                      <a:pt x="605" y="47222"/>
                    </a:lnTo>
                    <a:lnTo>
                      <a:pt x="605" y="47243"/>
                    </a:lnTo>
                    <a:lnTo>
                      <a:pt x="605" y="47827"/>
                    </a:lnTo>
                    <a:lnTo>
                      <a:pt x="626" y="48307"/>
                    </a:lnTo>
                    <a:cubicBezTo>
                      <a:pt x="730" y="50142"/>
                      <a:pt x="980" y="51957"/>
                      <a:pt x="1356" y="53751"/>
                    </a:cubicBezTo>
                    <a:cubicBezTo>
                      <a:pt x="1377" y="53813"/>
                      <a:pt x="1377" y="53876"/>
                      <a:pt x="1398" y="53959"/>
                    </a:cubicBezTo>
                    <a:cubicBezTo>
                      <a:pt x="1731" y="55649"/>
                      <a:pt x="2107" y="57338"/>
                      <a:pt x="2420" y="59048"/>
                    </a:cubicBezTo>
                    <a:lnTo>
                      <a:pt x="2420" y="59069"/>
                    </a:lnTo>
                    <a:cubicBezTo>
                      <a:pt x="2420" y="59111"/>
                      <a:pt x="2440" y="59174"/>
                      <a:pt x="2440" y="59215"/>
                    </a:cubicBezTo>
                    <a:cubicBezTo>
                      <a:pt x="2503" y="59632"/>
                      <a:pt x="2566" y="60029"/>
                      <a:pt x="2628" y="60425"/>
                    </a:cubicBezTo>
                    <a:cubicBezTo>
                      <a:pt x="2628" y="60446"/>
                      <a:pt x="2628" y="60446"/>
                      <a:pt x="2628" y="60446"/>
                    </a:cubicBezTo>
                    <a:cubicBezTo>
                      <a:pt x="2691" y="60863"/>
                      <a:pt x="2732" y="61280"/>
                      <a:pt x="2795" y="61697"/>
                    </a:cubicBezTo>
                    <a:cubicBezTo>
                      <a:pt x="2878" y="62511"/>
                      <a:pt x="2920" y="63345"/>
                      <a:pt x="2920" y="64158"/>
                    </a:cubicBezTo>
                    <a:lnTo>
                      <a:pt x="2920" y="65076"/>
                    </a:lnTo>
                    <a:lnTo>
                      <a:pt x="2920" y="65097"/>
                    </a:lnTo>
                    <a:lnTo>
                      <a:pt x="2920" y="65514"/>
                    </a:lnTo>
                    <a:lnTo>
                      <a:pt x="2920" y="65973"/>
                    </a:lnTo>
                    <a:cubicBezTo>
                      <a:pt x="2878" y="67204"/>
                      <a:pt x="2878" y="68413"/>
                      <a:pt x="2941" y="69623"/>
                    </a:cubicBezTo>
                    <a:cubicBezTo>
                      <a:pt x="2983" y="70186"/>
                      <a:pt x="3066" y="70749"/>
                      <a:pt x="3170" y="71292"/>
                    </a:cubicBezTo>
                    <a:cubicBezTo>
                      <a:pt x="3212" y="71417"/>
                      <a:pt x="3233" y="71521"/>
                      <a:pt x="3254" y="71625"/>
                    </a:cubicBezTo>
                    <a:cubicBezTo>
                      <a:pt x="3275" y="71730"/>
                      <a:pt x="3316" y="71834"/>
                      <a:pt x="3337" y="71917"/>
                    </a:cubicBezTo>
                    <a:cubicBezTo>
                      <a:pt x="3379" y="72063"/>
                      <a:pt x="3421" y="72209"/>
                      <a:pt x="3462" y="72355"/>
                    </a:cubicBezTo>
                    <a:cubicBezTo>
                      <a:pt x="3483" y="72418"/>
                      <a:pt x="3504" y="72501"/>
                      <a:pt x="3546" y="72564"/>
                    </a:cubicBezTo>
                    <a:cubicBezTo>
                      <a:pt x="3567" y="72627"/>
                      <a:pt x="3588" y="72668"/>
                      <a:pt x="3629" y="72731"/>
                    </a:cubicBezTo>
                    <a:cubicBezTo>
                      <a:pt x="3650" y="72773"/>
                      <a:pt x="3671" y="72814"/>
                      <a:pt x="3713" y="72856"/>
                    </a:cubicBezTo>
                    <a:cubicBezTo>
                      <a:pt x="3734" y="72898"/>
                      <a:pt x="3755" y="72919"/>
                      <a:pt x="3775" y="72939"/>
                    </a:cubicBezTo>
                    <a:cubicBezTo>
                      <a:pt x="3796" y="72960"/>
                      <a:pt x="3817" y="72981"/>
                      <a:pt x="3838" y="73002"/>
                    </a:cubicBezTo>
                    <a:lnTo>
                      <a:pt x="4881" y="73002"/>
                    </a:lnTo>
                    <a:lnTo>
                      <a:pt x="4943" y="72960"/>
                    </a:lnTo>
                    <a:cubicBezTo>
                      <a:pt x="5215" y="72731"/>
                      <a:pt x="5423" y="72460"/>
                      <a:pt x="5569" y="72147"/>
                    </a:cubicBezTo>
                    <a:cubicBezTo>
                      <a:pt x="5611" y="72063"/>
                      <a:pt x="5632" y="72001"/>
                      <a:pt x="5673" y="71917"/>
                    </a:cubicBezTo>
                    <a:cubicBezTo>
                      <a:pt x="5694" y="71834"/>
                      <a:pt x="5736" y="71751"/>
                      <a:pt x="5757" y="71667"/>
                    </a:cubicBezTo>
                    <a:cubicBezTo>
                      <a:pt x="5778" y="71605"/>
                      <a:pt x="5799" y="71542"/>
                      <a:pt x="5799" y="71500"/>
                    </a:cubicBezTo>
                    <a:cubicBezTo>
                      <a:pt x="5945" y="70916"/>
                      <a:pt x="6070" y="70311"/>
                      <a:pt x="6195" y="69707"/>
                    </a:cubicBezTo>
                    <a:cubicBezTo>
                      <a:pt x="6403" y="68559"/>
                      <a:pt x="6570" y="67371"/>
                      <a:pt x="6716" y="66202"/>
                    </a:cubicBezTo>
                    <a:cubicBezTo>
                      <a:pt x="6737" y="65973"/>
                      <a:pt x="6758" y="65744"/>
                      <a:pt x="6779" y="65535"/>
                    </a:cubicBezTo>
                    <a:cubicBezTo>
                      <a:pt x="6800" y="65347"/>
                      <a:pt x="6821" y="65160"/>
                      <a:pt x="6821" y="64972"/>
                    </a:cubicBezTo>
                    <a:lnTo>
                      <a:pt x="6821" y="64847"/>
                    </a:lnTo>
                    <a:cubicBezTo>
                      <a:pt x="6841" y="64638"/>
                      <a:pt x="6862" y="64430"/>
                      <a:pt x="6883" y="64242"/>
                    </a:cubicBezTo>
                    <a:cubicBezTo>
                      <a:pt x="6883" y="64096"/>
                      <a:pt x="6904" y="63950"/>
                      <a:pt x="6904" y="63804"/>
                    </a:cubicBezTo>
                    <a:cubicBezTo>
                      <a:pt x="6925" y="63616"/>
                      <a:pt x="6925" y="63408"/>
                      <a:pt x="6946" y="63241"/>
                    </a:cubicBezTo>
                    <a:cubicBezTo>
                      <a:pt x="6946" y="63074"/>
                      <a:pt x="6967" y="62928"/>
                      <a:pt x="6967" y="62761"/>
                    </a:cubicBezTo>
                    <a:lnTo>
                      <a:pt x="6967" y="62698"/>
                    </a:lnTo>
                    <a:lnTo>
                      <a:pt x="6967" y="62573"/>
                    </a:lnTo>
                    <a:lnTo>
                      <a:pt x="6967" y="62511"/>
                    </a:lnTo>
                    <a:cubicBezTo>
                      <a:pt x="6987" y="62156"/>
                      <a:pt x="7008" y="61822"/>
                      <a:pt x="7008" y="61489"/>
                    </a:cubicBezTo>
                    <a:lnTo>
                      <a:pt x="7008" y="61468"/>
                    </a:lnTo>
                    <a:cubicBezTo>
                      <a:pt x="7029" y="61072"/>
                      <a:pt x="7050" y="60675"/>
                      <a:pt x="7050" y="60300"/>
                    </a:cubicBezTo>
                    <a:lnTo>
                      <a:pt x="7050" y="59778"/>
                    </a:lnTo>
                    <a:lnTo>
                      <a:pt x="7050" y="59257"/>
                    </a:lnTo>
                    <a:cubicBezTo>
                      <a:pt x="7050" y="57964"/>
                      <a:pt x="7050" y="56671"/>
                      <a:pt x="7008" y="55357"/>
                    </a:cubicBezTo>
                    <a:lnTo>
                      <a:pt x="7008" y="54689"/>
                    </a:lnTo>
                    <a:cubicBezTo>
                      <a:pt x="7008" y="54501"/>
                      <a:pt x="7008" y="54293"/>
                      <a:pt x="7008" y="54084"/>
                    </a:cubicBezTo>
                    <a:lnTo>
                      <a:pt x="7008" y="54043"/>
                    </a:lnTo>
                    <a:lnTo>
                      <a:pt x="7008" y="53563"/>
                    </a:lnTo>
                    <a:lnTo>
                      <a:pt x="7008" y="53021"/>
                    </a:lnTo>
                    <a:cubicBezTo>
                      <a:pt x="7008" y="52770"/>
                      <a:pt x="6987" y="52520"/>
                      <a:pt x="6987" y="52270"/>
                    </a:cubicBezTo>
                    <a:cubicBezTo>
                      <a:pt x="6967" y="51331"/>
                      <a:pt x="6946" y="50393"/>
                      <a:pt x="6925" y="49454"/>
                    </a:cubicBezTo>
                    <a:lnTo>
                      <a:pt x="6925" y="49266"/>
                    </a:lnTo>
                    <a:cubicBezTo>
                      <a:pt x="6800" y="44386"/>
                      <a:pt x="6654" y="39484"/>
                      <a:pt x="6383" y="34603"/>
                    </a:cubicBezTo>
                    <a:cubicBezTo>
                      <a:pt x="6362" y="34520"/>
                      <a:pt x="6362" y="34457"/>
                      <a:pt x="6362" y="34395"/>
                    </a:cubicBezTo>
                    <a:cubicBezTo>
                      <a:pt x="6257" y="32476"/>
                      <a:pt x="6132" y="30578"/>
                      <a:pt x="5965" y="28659"/>
                    </a:cubicBezTo>
                    <a:cubicBezTo>
                      <a:pt x="5819" y="26740"/>
                      <a:pt x="5632" y="24821"/>
                      <a:pt x="5423" y="22902"/>
                    </a:cubicBezTo>
                    <a:cubicBezTo>
                      <a:pt x="5319" y="22026"/>
                      <a:pt x="5215" y="21171"/>
                      <a:pt x="5110" y="20295"/>
                    </a:cubicBezTo>
                    <a:cubicBezTo>
                      <a:pt x="5048" y="19920"/>
                      <a:pt x="5006" y="19523"/>
                      <a:pt x="4964" y="19127"/>
                    </a:cubicBezTo>
                    <a:cubicBezTo>
                      <a:pt x="4923" y="18731"/>
                      <a:pt x="4860" y="18355"/>
                      <a:pt x="4818" y="17959"/>
                    </a:cubicBezTo>
                    <a:cubicBezTo>
                      <a:pt x="4067" y="11973"/>
                      <a:pt x="3421" y="5945"/>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7"/>
              <p:cNvSpPr/>
              <p:nvPr/>
            </p:nvSpPr>
            <p:spPr>
              <a:xfrm>
                <a:off x="8610200" y="2749650"/>
                <a:ext cx="310275" cy="1383925"/>
              </a:xfrm>
              <a:custGeom>
                <a:rect b="b" l="l" r="r" t="t"/>
                <a:pathLst>
                  <a:path extrusionOk="0" h="55357" w="12411">
                    <a:moveTo>
                      <a:pt x="11013" y="1"/>
                    </a:moveTo>
                    <a:lnTo>
                      <a:pt x="11013" y="1"/>
                    </a:lnTo>
                    <a:cubicBezTo>
                      <a:pt x="11076" y="1502"/>
                      <a:pt x="10930" y="3004"/>
                      <a:pt x="10596" y="4464"/>
                    </a:cubicBezTo>
                    <a:cubicBezTo>
                      <a:pt x="10575" y="4527"/>
                      <a:pt x="10575" y="4568"/>
                      <a:pt x="10555" y="4631"/>
                    </a:cubicBezTo>
                    <a:cubicBezTo>
                      <a:pt x="9762" y="8073"/>
                      <a:pt x="8135" y="11389"/>
                      <a:pt x="6925" y="14789"/>
                    </a:cubicBezTo>
                    <a:cubicBezTo>
                      <a:pt x="6842" y="14997"/>
                      <a:pt x="6779" y="15206"/>
                      <a:pt x="6696" y="15456"/>
                    </a:cubicBezTo>
                    <a:cubicBezTo>
                      <a:pt x="6612" y="15686"/>
                      <a:pt x="6529" y="15936"/>
                      <a:pt x="6466" y="16165"/>
                    </a:cubicBezTo>
                    <a:cubicBezTo>
                      <a:pt x="6154" y="17146"/>
                      <a:pt x="5903" y="18147"/>
                      <a:pt x="5695" y="19148"/>
                    </a:cubicBezTo>
                    <a:cubicBezTo>
                      <a:pt x="4923" y="23340"/>
                      <a:pt x="5465" y="27699"/>
                      <a:pt x="4965" y="31954"/>
                    </a:cubicBezTo>
                    <a:cubicBezTo>
                      <a:pt x="4819" y="33102"/>
                      <a:pt x="4610" y="34249"/>
                      <a:pt x="4339" y="35375"/>
                    </a:cubicBezTo>
                    <a:lnTo>
                      <a:pt x="4172" y="36105"/>
                    </a:lnTo>
                    <a:cubicBezTo>
                      <a:pt x="4109" y="36314"/>
                      <a:pt x="4047" y="36543"/>
                      <a:pt x="4005" y="36752"/>
                    </a:cubicBezTo>
                    <a:cubicBezTo>
                      <a:pt x="3817" y="37377"/>
                      <a:pt x="3651" y="38024"/>
                      <a:pt x="3463" y="38650"/>
                    </a:cubicBezTo>
                    <a:cubicBezTo>
                      <a:pt x="3171" y="39630"/>
                      <a:pt x="2837" y="40610"/>
                      <a:pt x="2524" y="41591"/>
                    </a:cubicBezTo>
                    <a:cubicBezTo>
                      <a:pt x="2483" y="41757"/>
                      <a:pt x="2420" y="41924"/>
                      <a:pt x="2378" y="42091"/>
                    </a:cubicBezTo>
                    <a:cubicBezTo>
                      <a:pt x="2316" y="42279"/>
                      <a:pt x="2253" y="42446"/>
                      <a:pt x="2211" y="42613"/>
                    </a:cubicBezTo>
                    <a:cubicBezTo>
                      <a:pt x="1607" y="44511"/>
                      <a:pt x="1023" y="46388"/>
                      <a:pt x="605" y="48286"/>
                    </a:cubicBezTo>
                    <a:cubicBezTo>
                      <a:pt x="605" y="48327"/>
                      <a:pt x="605" y="48369"/>
                      <a:pt x="605" y="48390"/>
                    </a:cubicBezTo>
                    <a:cubicBezTo>
                      <a:pt x="585" y="48432"/>
                      <a:pt x="564" y="48494"/>
                      <a:pt x="564" y="48536"/>
                    </a:cubicBezTo>
                    <a:cubicBezTo>
                      <a:pt x="522" y="48745"/>
                      <a:pt x="480" y="48974"/>
                      <a:pt x="439" y="49183"/>
                    </a:cubicBezTo>
                    <a:cubicBezTo>
                      <a:pt x="439" y="49204"/>
                      <a:pt x="439" y="49204"/>
                      <a:pt x="439" y="49204"/>
                    </a:cubicBezTo>
                    <a:cubicBezTo>
                      <a:pt x="355" y="49621"/>
                      <a:pt x="293" y="50017"/>
                      <a:pt x="230" y="50413"/>
                    </a:cubicBezTo>
                    <a:cubicBezTo>
                      <a:pt x="230" y="50434"/>
                      <a:pt x="230" y="50434"/>
                      <a:pt x="230" y="50455"/>
                    </a:cubicBezTo>
                    <a:cubicBezTo>
                      <a:pt x="147" y="50976"/>
                      <a:pt x="105" y="51519"/>
                      <a:pt x="63" y="52040"/>
                    </a:cubicBezTo>
                    <a:cubicBezTo>
                      <a:pt x="42" y="52061"/>
                      <a:pt x="42" y="52082"/>
                      <a:pt x="63" y="52103"/>
                    </a:cubicBezTo>
                    <a:cubicBezTo>
                      <a:pt x="42" y="52290"/>
                      <a:pt x="21" y="52499"/>
                      <a:pt x="21" y="52708"/>
                    </a:cubicBezTo>
                    <a:cubicBezTo>
                      <a:pt x="1" y="52833"/>
                      <a:pt x="1" y="52979"/>
                      <a:pt x="1" y="53104"/>
                    </a:cubicBezTo>
                    <a:lnTo>
                      <a:pt x="1" y="53187"/>
                    </a:lnTo>
                    <a:lnTo>
                      <a:pt x="1" y="53813"/>
                    </a:lnTo>
                    <a:cubicBezTo>
                      <a:pt x="1" y="54084"/>
                      <a:pt x="1" y="54355"/>
                      <a:pt x="21" y="54626"/>
                    </a:cubicBezTo>
                    <a:cubicBezTo>
                      <a:pt x="21" y="54731"/>
                      <a:pt x="42" y="54856"/>
                      <a:pt x="42" y="54981"/>
                    </a:cubicBezTo>
                    <a:cubicBezTo>
                      <a:pt x="63" y="55064"/>
                      <a:pt x="84" y="55148"/>
                      <a:pt x="84" y="55252"/>
                    </a:cubicBezTo>
                    <a:cubicBezTo>
                      <a:pt x="105" y="55294"/>
                      <a:pt x="105" y="55336"/>
                      <a:pt x="105" y="55356"/>
                    </a:cubicBezTo>
                    <a:lnTo>
                      <a:pt x="439" y="55356"/>
                    </a:lnTo>
                    <a:cubicBezTo>
                      <a:pt x="668" y="55356"/>
                      <a:pt x="877" y="55336"/>
                      <a:pt x="1106" y="55336"/>
                    </a:cubicBezTo>
                    <a:lnTo>
                      <a:pt x="1607" y="55336"/>
                    </a:lnTo>
                    <a:cubicBezTo>
                      <a:pt x="2065" y="55315"/>
                      <a:pt x="2524" y="55294"/>
                      <a:pt x="2962" y="55273"/>
                    </a:cubicBezTo>
                    <a:lnTo>
                      <a:pt x="3087" y="55273"/>
                    </a:lnTo>
                    <a:lnTo>
                      <a:pt x="3233" y="55252"/>
                    </a:lnTo>
                    <a:lnTo>
                      <a:pt x="3651" y="55252"/>
                    </a:lnTo>
                    <a:lnTo>
                      <a:pt x="3651" y="55231"/>
                    </a:lnTo>
                    <a:cubicBezTo>
                      <a:pt x="3651" y="55231"/>
                      <a:pt x="3651" y="55210"/>
                      <a:pt x="3651" y="55210"/>
                    </a:cubicBezTo>
                    <a:lnTo>
                      <a:pt x="3651" y="54960"/>
                    </a:lnTo>
                    <a:cubicBezTo>
                      <a:pt x="3630" y="54856"/>
                      <a:pt x="3630" y="54731"/>
                      <a:pt x="3630" y="54626"/>
                    </a:cubicBezTo>
                    <a:cubicBezTo>
                      <a:pt x="3630" y="54314"/>
                      <a:pt x="3609" y="54042"/>
                      <a:pt x="3630" y="53792"/>
                    </a:cubicBezTo>
                    <a:cubicBezTo>
                      <a:pt x="3671" y="53292"/>
                      <a:pt x="3713" y="52791"/>
                      <a:pt x="3797" y="52270"/>
                    </a:cubicBezTo>
                    <a:cubicBezTo>
                      <a:pt x="3817" y="52103"/>
                      <a:pt x="3838" y="51915"/>
                      <a:pt x="3859" y="51748"/>
                    </a:cubicBezTo>
                    <a:cubicBezTo>
                      <a:pt x="3880" y="51665"/>
                      <a:pt x="3901" y="51602"/>
                      <a:pt x="3901" y="51540"/>
                    </a:cubicBezTo>
                    <a:cubicBezTo>
                      <a:pt x="3922" y="51435"/>
                      <a:pt x="3922" y="51331"/>
                      <a:pt x="3963" y="51227"/>
                    </a:cubicBezTo>
                    <a:cubicBezTo>
                      <a:pt x="4005" y="50976"/>
                      <a:pt x="4047" y="50705"/>
                      <a:pt x="4109" y="50455"/>
                    </a:cubicBezTo>
                    <a:cubicBezTo>
                      <a:pt x="4151" y="50226"/>
                      <a:pt x="4214" y="49996"/>
                      <a:pt x="4255" y="49788"/>
                    </a:cubicBezTo>
                    <a:cubicBezTo>
                      <a:pt x="4652" y="48056"/>
                      <a:pt x="5173" y="46325"/>
                      <a:pt x="5716" y="44615"/>
                    </a:cubicBezTo>
                    <a:cubicBezTo>
                      <a:pt x="5841" y="44239"/>
                      <a:pt x="5966" y="43822"/>
                      <a:pt x="6070" y="43468"/>
                    </a:cubicBezTo>
                    <a:cubicBezTo>
                      <a:pt x="6174" y="43113"/>
                      <a:pt x="6300" y="42759"/>
                      <a:pt x="6404" y="42425"/>
                    </a:cubicBezTo>
                    <a:cubicBezTo>
                      <a:pt x="6404" y="42404"/>
                      <a:pt x="6404" y="42404"/>
                      <a:pt x="6404" y="42404"/>
                    </a:cubicBezTo>
                    <a:cubicBezTo>
                      <a:pt x="6654" y="41570"/>
                      <a:pt x="6904" y="40756"/>
                      <a:pt x="7113" y="39943"/>
                    </a:cubicBezTo>
                    <a:lnTo>
                      <a:pt x="7134" y="39859"/>
                    </a:lnTo>
                    <a:cubicBezTo>
                      <a:pt x="7155" y="39797"/>
                      <a:pt x="7176" y="39755"/>
                      <a:pt x="7176" y="39713"/>
                    </a:cubicBezTo>
                    <a:cubicBezTo>
                      <a:pt x="8177" y="35980"/>
                      <a:pt x="9178" y="32226"/>
                      <a:pt x="9595" y="28409"/>
                    </a:cubicBezTo>
                    <a:cubicBezTo>
                      <a:pt x="9741" y="27178"/>
                      <a:pt x="9824" y="25947"/>
                      <a:pt x="9887" y="24696"/>
                    </a:cubicBezTo>
                    <a:cubicBezTo>
                      <a:pt x="9908" y="24300"/>
                      <a:pt x="9950" y="23924"/>
                      <a:pt x="9970" y="23528"/>
                    </a:cubicBezTo>
                    <a:cubicBezTo>
                      <a:pt x="9991" y="23111"/>
                      <a:pt x="10012" y="22694"/>
                      <a:pt x="10054" y="22297"/>
                    </a:cubicBezTo>
                    <a:cubicBezTo>
                      <a:pt x="10137" y="20858"/>
                      <a:pt x="10304" y="19440"/>
                      <a:pt x="10575" y="18042"/>
                    </a:cubicBezTo>
                    <a:cubicBezTo>
                      <a:pt x="10951" y="15998"/>
                      <a:pt x="11577" y="14017"/>
                      <a:pt x="11952" y="11994"/>
                    </a:cubicBezTo>
                    <a:cubicBezTo>
                      <a:pt x="12369" y="9616"/>
                      <a:pt x="12411" y="7197"/>
                      <a:pt x="12098" y="4819"/>
                    </a:cubicBezTo>
                    <a:cubicBezTo>
                      <a:pt x="12098" y="4631"/>
                      <a:pt x="12056" y="4464"/>
                      <a:pt x="12035" y="4297"/>
                    </a:cubicBezTo>
                    <a:cubicBezTo>
                      <a:pt x="12015" y="4110"/>
                      <a:pt x="11994" y="3922"/>
                      <a:pt x="11952" y="3755"/>
                    </a:cubicBezTo>
                    <a:cubicBezTo>
                      <a:pt x="11743" y="2483"/>
                      <a:pt x="11431" y="1231"/>
                      <a:pt x="1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7"/>
              <p:cNvSpPr/>
              <p:nvPr/>
            </p:nvSpPr>
            <p:spPr>
              <a:xfrm>
                <a:off x="8606550" y="2725150"/>
                <a:ext cx="318100" cy="1410500"/>
              </a:xfrm>
              <a:custGeom>
                <a:rect b="b" l="l" r="r" t="t"/>
                <a:pathLst>
                  <a:path extrusionOk="0" h="56420" w="12724">
                    <a:moveTo>
                      <a:pt x="552" y="51600"/>
                    </a:moveTo>
                    <a:lnTo>
                      <a:pt x="552" y="51600"/>
                    </a:lnTo>
                    <a:cubicBezTo>
                      <a:pt x="543" y="51642"/>
                      <a:pt x="543" y="51674"/>
                      <a:pt x="543" y="51706"/>
                    </a:cubicBezTo>
                    <a:cubicBezTo>
                      <a:pt x="546" y="51671"/>
                      <a:pt x="549" y="51635"/>
                      <a:pt x="552" y="51600"/>
                    </a:cubicBezTo>
                    <a:close/>
                    <a:moveTo>
                      <a:pt x="10993" y="0"/>
                    </a:moveTo>
                    <a:lnTo>
                      <a:pt x="11034" y="1085"/>
                    </a:lnTo>
                    <a:cubicBezTo>
                      <a:pt x="11222" y="5006"/>
                      <a:pt x="9720" y="8761"/>
                      <a:pt x="8281" y="12390"/>
                    </a:cubicBezTo>
                    <a:cubicBezTo>
                      <a:pt x="7906" y="13307"/>
                      <a:pt x="7530" y="14246"/>
                      <a:pt x="7176" y="15185"/>
                    </a:cubicBezTo>
                    <a:cubicBezTo>
                      <a:pt x="7113" y="15393"/>
                      <a:pt x="7030" y="15623"/>
                      <a:pt x="6946" y="15831"/>
                    </a:cubicBezTo>
                    <a:cubicBezTo>
                      <a:pt x="6884" y="16061"/>
                      <a:pt x="6779" y="16290"/>
                      <a:pt x="6717" y="16520"/>
                    </a:cubicBezTo>
                    <a:cubicBezTo>
                      <a:pt x="6300" y="17708"/>
                      <a:pt x="5966" y="18939"/>
                      <a:pt x="5716" y="20190"/>
                    </a:cubicBezTo>
                    <a:cubicBezTo>
                      <a:pt x="5278" y="22526"/>
                      <a:pt x="5257" y="24988"/>
                      <a:pt x="5236" y="27345"/>
                    </a:cubicBezTo>
                    <a:cubicBezTo>
                      <a:pt x="5257" y="29222"/>
                      <a:pt x="5173" y="31120"/>
                      <a:pt x="4986" y="32997"/>
                    </a:cubicBezTo>
                    <a:cubicBezTo>
                      <a:pt x="4881" y="33894"/>
                      <a:pt x="4735" y="34770"/>
                      <a:pt x="4547" y="35646"/>
                    </a:cubicBezTo>
                    <a:cubicBezTo>
                      <a:pt x="4485" y="35896"/>
                      <a:pt x="4422" y="36167"/>
                      <a:pt x="4360" y="36418"/>
                    </a:cubicBezTo>
                    <a:cubicBezTo>
                      <a:pt x="4318" y="36668"/>
                      <a:pt x="4255" y="36897"/>
                      <a:pt x="4193" y="37127"/>
                    </a:cubicBezTo>
                    <a:cubicBezTo>
                      <a:pt x="4026" y="37752"/>
                      <a:pt x="3859" y="38357"/>
                      <a:pt x="3692" y="38983"/>
                    </a:cubicBezTo>
                    <a:cubicBezTo>
                      <a:pt x="3379" y="40047"/>
                      <a:pt x="3046" y="41090"/>
                      <a:pt x="2712" y="42133"/>
                    </a:cubicBezTo>
                    <a:cubicBezTo>
                      <a:pt x="2670" y="42279"/>
                      <a:pt x="2608" y="42445"/>
                      <a:pt x="2566" y="42591"/>
                    </a:cubicBezTo>
                    <a:cubicBezTo>
                      <a:pt x="2566" y="42591"/>
                      <a:pt x="2545" y="42612"/>
                      <a:pt x="2545" y="42633"/>
                    </a:cubicBezTo>
                    <a:lnTo>
                      <a:pt x="2378" y="43134"/>
                    </a:lnTo>
                    <a:cubicBezTo>
                      <a:pt x="1815" y="44948"/>
                      <a:pt x="1231" y="46805"/>
                      <a:pt x="772" y="48703"/>
                    </a:cubicBezTo>
                    <a:cubicBezTo>
                      <a:pt x="731" y="48911"/>
                      <a:pt x="689" y="49141"/>
                      <a:pt x="626" y="49349"/>
                    </a:cubicBezTo>
                    <a:lnTo>
                      <a:pt x="605" y="49433"/>
                    </a:lnTo>
                    <a:lnTo>
                      <a:pt x="605" y="49453"/>
                    </a:lnTo>
                    <a:cubicBezTo>
                      <a:pt x="605" y="49495"/>
                      <a:pt x="585" y="49537"/>
                      <a:pt x="585" y="49579"/>
                    </a:cubicBezTo>
                    <a:cubicBezTo>
                      <a:pt x="543" y="49808"/>
                      <a:pt x="501" y="50017"/>
                      <a:pt x="459" y="50246"/>
                    </a:cubicBezTo>
                    <a:cubicBezTo>
                      <a:pt x="459" y="50267"/>
                      <a:pt x="459" y="50267"/>
                      <a:pt x="459" y="50288"/>
                    </a:cubicBezTo>
                    <a:cubicBezTo>
                      <a:pt x="376" y="50663"/>
                      <a:pt x="313" y="51060"/>
                      <a:pt x="251" y="51435"/>
                    </a:cubicBezTo>
                    <a:cubicBezTo>
                      <a:pt x="188" y="51977"/>
                      <a:pt x="126" y="52520"/>
                      <a:pt x="84" y="53083"/>
                    </a:cubicBezTo>
                    <a:cubicBezTo>
                      <a:pt x="63" y="53312"/>
                      <a:pt x="42" y="53542"/>
                      <a:pt x="21" y="53771"/>
                    </a:cubicBezTo>
                    <a:cubicBezTo>
                      <a:pt x="21" y="53917"/>
                      <a:pt x="21" y="54084"/>
                      <a:pt x="21" y="54230"/>
                    </a:cubicBezTo>
                    <a:lnTo>
                      <a:pt x="21" y="54814"/>
                    </a:lnTo>
                    <a:lnTo>
                      <a:pt x="21" y="54835"/>
                    </a:lnTo>
                    <a:lnTo>
                      <a:pt x="21" y="55314"/>
                    </a:lnTo>
                    <a:cubicBezTo>
                      <a:pt x="1" y="55335"/>
                      <a:pt x="1" y="55356"/>
                      <a:pt x="21" y="55377"/>
                    </a:cubicBezTo>
                    <a:lnTo>
                      <a:pt x="21" y="55669"/>
                    </a:lnTo>
                    <a:cubicBezTo>
                      <a:pt x="21" y="55773"/>
                      <a:pt x="21" y="55940"/>
                      <a:pt x="42" y="56065"/>
                    </a:cubicBezTo>
                    <a:cubicBezTo>
                      <a:pt x="63" y="56190"/>
                      <a:pt x="63" y="56253"/>
                      <a:pt x="84" y="56336"/>
                    </a:cubicBezTo>
                    <a:lnTo>
                      <a:pt x="84" y="56399"/>
                    </a:lnTo>
                    <a:cubicBezTo>
                      <a:pt x="84" y="56399"/>
                      <a:pt x="84" y="56420"/>
                      <a:pt x="84" y="56420"/>
                    </a:cubicBezTo>
                    <a:lnTo>
                      <a:pt x="397" y="56420"/>
                    </a:lnTo>
                    <a:cubicBezTo>
                      <a:pt x="397" y="56399"/>
                      <a:pt x="397" y="56399"/>
                      <a:pt x="397" y="56378"/>
                    </a:cubicBezTo>
                    <a:cubicBezTo>
                      <a:pt x="376" y="56316"/>
                      <a:pt x="376" y="56253"/>
                      <a:pt x="355" y="56190"/>
                    </a:cubicBezTo>
                    <a:cubicBezTo>
                      <a:pt x="334" y="56024"/>
                      <a:pt x="313" y="55836"/>
                      <a:pt x="313" y="55669"/>
                    </a:cubicBezTo>
                    <a:cubicBezTo>
                      <a:pt x="293" y="55210"/>
                      <a:pt x="293" y="54751"/>
                      <a:pt x="293" y="54292"/>
                    </a:cubicBezTo>
                    <a:cubicBezTo>
                      <a:pt x="293" y="53917"/>
                      <a:pt x="334" y="53562"/>
                      <a:pt x="355" y="53187"/>
                    </a:cubicBezTo>
                    <a:lnTo>
                      <a:pt x="355" y="53104"/>
                    </a:lnTo>
                    <a:lnTo>
                      <a:pt x="355" y="53041"/>
                    </a:lnTo>
                    <a:lnTo>
                      <a:pt x="355" y="53020"/>
                    </a:lnTo>
                    <a:cubicBezTo>
                      <a:pt x="397" y="52582"/>
                      <a:pt x="439" y="52144"/>
                      <a:pt x="501" y="51727"/>
                    </a:cubicBezTo>
                    <a:cubicBezTo>
                      <a:pt x="501" y="51664"/>
                      <a:pt x="501" y="51623"/>
                      <a:pt x="522" y="51581"/>
                    </a:cubicBezTo>
                    <a:cubicBezTo>
                      <a:pt x="546" y="51415"/>
                      <a:pt x="569" y="51253"/>
                      <a:pt x="594" y="51092"/>
                    </a:cubicBezTo>
                    <a:lnTo>
                      <a:pt x="594" y="51092"/>
                    </a:lnTo>
                    <a:cubicBezTo>
                      <a:pt x="582" y="51264"/>
                      <a:pt x="567" y="51433"/>
                      <a:pt x="552" y="51600"/>
                    </a:cubicBezTo>
                    <a:lnTo>
                      <a:pt x="552" y="51600"/>
                    </a:lnTo>
                    <a:cubicBezTo>
                      <a:pt x="555" y="51588"/>
                      <a:pt x="559" y="51574"/>
                      <a:pt x="564" y="51560"/>
                    </a:cubicBezTo>
                    <a:cubicBezTo>
                      <a:pt x="626" y="51143"/>
                      <a:pt x="689" y="50726"/>
                      <a:pt x="772" y="50288"/>
                    </a:cubicBezTo>
                    <a:cubicBezTo>
                      <a:pt x="814" y="50058"/>
                      <a:pt x="877" y="49829"/>
                      <a:pt x="918" y="49599"/>
                    </a:cubicBezTo>
                    <a:lnTo>
                      <a:pt x="877" y="49599"/>
                    </a:lnTo>
                    <a:cubicBezTo>
                      <a:pt x="897" y="49537"/>
                      <a:pt x="897" y="49453"/>
                      <a:pt x="918" y="49370"/>
                    </a:cubicBezTo>
                    <a:cubicBezTo>
                      <a:pt x="1294" y="47639"/>
                      <a:pt x="1815" y="45929"/>
                      <a:pt x="2337" y="44239"/>
                    </a:cubicBezTo>
                    <a:cubicBezTo>
                      <a:pt x="2399" y="44072"/>
                      <a:pt x="2441" y="43885"/>
                      <a:pt x="2503" y="43718"/>
                    </a:cubicBezTo>
                    <a:cubicBezTo>
                      <a:pt x="2566" y="43551"/>
                      <a:pt x="2608" y="43384"/>
                      <a:pt x="2670" y="43196"/>
                    </a:cubicBezTo>
                    <a:cubicBezTo>
                      <a:pt x="2733" y="43029"/>
                      <a:pt x="2775" y="42883"/>
                      <a:pt x="2837" y="42717"/>
                    </a:cubicBezTo>
                    <a:cubicBezTo>
                      <a:pt x="3067" y="41966"/>
                      <a:pt x="3317" y="41194"/>
                      <a:pt x="3546" y="40443"/>
                    </a:cubicBezTo>
                    <a:cubicBezTo>
                      <a:pt x="3755" y="39796"/>
                      <a:pt x="3943" y="39129"/>
                      <a:pt x="4130" y="38482"/>
                    </a:cubicBezTo>
                    <a:cubicBezTo>
                      <a:pt x="4193" y="38274"/>
                      <a:pt x="4235" y="38065"/>
                      <a:pt x="4297" y="37857"/>
                    </a:cubicBezTo>
                    <a:cubicBezTo>
                      <a:pt x="4360" y="37627"/>
                      <a:pt x="4422" y="37419"/>
                      <a:pt x="4464" y="37189"/>
                    </a:cubicBezTo>
                    <a:cubicBezTo>
                      <a:pt x="4819" y="35834"/>
                      <a:pt x="5069" y="34457"/>
                      <a:pt x="5257" y="33059"/>
                    </a:cubicBezTo>
                    <a:cubicBezTo>
                      <a:pt x="5444" y="31161"/>
                      <a:pt x="5528" y="29263"/>
                      <a:pt x="5507" y="27365"/>
                    </a:cubicBezTo>
                    <a:cubicBezTo>
                      <a:pt x="5528" y="25009"/>
                      <a:pt x="5549" y="22589"/>
                      <a:pt x="5987" y="20274"/>
                    </a:cubicBezTo>
                    <a:cubicBezTo>
                      <a:pt x="6133" y="19544"/>
                      <a:pt x="6300" y="18814"/>
                      <a:pt x="6508" y="18084"/>
                    </a:cubicBezTo>
                    <a:cubicBezTo>
                      <a:pt x="6592" y="17834"/>
                      <a:pt x="6654" y="17562"/>
                      <a:pt x="6758" y="17312"/>
                    </a:cubicBezTo>
                    <a:cubicBezTo>
                      <a:pt x="6842" y="17041"/>
                      <a:pt x="6904" y="16832"/>
                      <a:pt x="6988" y="16603"/>
                    </a:cubicBezTo>
                    <a:cubicBezTo>
                      <a:pt x="7447" y="15226"/>
                      <a:pt x="7989" y="13871"/>
                      <a:pt x="8531" y="12536"/>
                    </a:cubicBezTo>
                    <a:cubicBezTo>
                      <a:pt x="9407" y="10325"/>
                      <a:pt x="10304" y="8093"/>
                      <a:pt x="10826" y="5778"/>
                    </a:cubicBezTo>
                    <a:cubicBezTo>
                      <a:pt x="10847" y="5715"/>
                      <a:pt x="10867" y="5674"/>
                      <a:pt x="10867" y="5611"/>
                    </a:cubicBezTo>
                    <a:cubicBezTo>
                      <a:pt x="11139" y="4464"/>
                      <a:pt x="11285" y="3296"/>
                      <a:pt x="11326" y="2128"/>
                    </a:cubicBezTo>
                    <a:cubicBezTo>
                      <a:pt x="11639" y="3192"/>
                      <a:pt x="11869" y="4276"/>
                      <a:pt x="12015" y="5361"/>
                    </a:cubicBezTo>
                    <a:cubicBezTo>
                      <a:pt x="12056" y="5548"/>
                      <a:pt x="12077" y="5736"/>
                      <a:pt x="12098" y="5903"/>
                    </a:cubicBezTo>
                    <a:cubicBezTo>
                      <a:pt x="12119" y="6091"/>
                      <a:pt x="12140" y="6258"/>
                      <a:pt x="12161" y="6424"/>
                    </a:cubicBezTo>
                    <a:cubicBezTo>
                      <a:pt x="12369" y="8615"/>
                      <a:pt x="12286" y="10825"/>
                      <a:pt x="11889" y="12974"/>
                    </a:cubicBezTo>
                    <a:cubicBezTo>
                      <a:pt x="11702" y="14017"/>
                      <a:pt x="11451" y="15059"/>
                      <a:pt x="11201" y="16082"/>
                    </a:cubicBezTo>
                    <a:cubicBezTo>
                      <a:pt x="10951" y="17041"/>
                      <a:pt x="10701" y="18021"/>
                      <a:pt x="10513" y="19022"/>
                    </a:cubicBezTo>
                    <a:cubicBezTo>
                      <a:pt x="10200" y="20837"/>
                      <a:pt x="10012" y="22652"/>
                      <a:pt x="9929" y="24487"/>
                    </a:cubicBezTo>
                    <a:cubicBezTo>
                      <a:pt x="9908" y="24779"/>
                      <a:pt x="9887" y="25050"/>
                      <a:pt x="9866" y="25342"/>
                    </a:cubicBezTo>
                    <a:cubicBezTo>
                      <a:pt x="9866" y="25467"/>
                      <a:pt x="9845" y="25593"/>
                      <a:pt x="9845" y="25697"/>
                    </a:cubicBezTo>
                    <a:cubicBezTo>
                      <a:pt x="9824" y="26093"/>
                      <a:pt x="9804" y="26489"/>
                      <a:pt x="9783" y="26865"/>
                    </a:cubicBezTo>
                    <a:cubicBezTo>
                      <a:pt x="9720" y="27720"/>
                      <a:pt x="9658" y="28554"/>
                      <a:pt x="9553" y="29389"/>
                    </a:cubicBezTo>
                    <a:cubicBezTo>
                      <a:pt x="9115" y="33226"/>
                      <a:pt x="8114" y="37043"/>
                      <a:pt x="7134" y="40714"/>
                    </a:cubicBezTo>
                    <a:cubicBezTo>
                      <a:pt x="7134" y="40756"/>
                      <a:pt x="7113" y="40777"/>
                      <a:pt x="7092" y="40818"/>
                    </a:cubicBezTo>
                    <a:lnTo>
                      <a:pt x="7071" y="40944"/>
                    </a:lnTo>
                    <a:cubicBezTo>
                      <a:pt x="6946" y="41382"/>
                      <a:pt x="6821" y="41841"/>
                      <a:pt x="6675" y="42299"/>
                    </a:cubicBezTo>
                    <a:cubicBezTo>
                      <a:pt x="6571" y="42654"/>
                      <a:pt x="6466" y="43009"/>
                      <a:pt x="6362" y="43384"/>
                    </a:cubicBezTo>
                    <a:cubicBezTo>
                      <a:pt x="6237" y="43739"/>
                      <a:pt x="6133" y="44093"/>
                      <a:pt x="6028" y="44469"/>
                    </a:cubicBezTo>
                    <a:cubicBezTo>
                      <a:pt x="5987" y="44615"/>
                      <a:pt x="5924" y="44761"/>
                      <a:pt x="5882" y="44907"/>
                    </a:cubicBezTo>
                    <a:cubicBezTo>
                      <a:pt x="5340" y="46638"/>
                      <a:pt x="4777" y="48411"/>
                      <a:pt x="4339" y="50184"/>
                    </a:cubicBezTo>
                    <a:cubicBezTo>
                      <a:pt x="4297" y="50371"/>
                      <a:pt x="4255" y="50559"/>
                      <a:pt x="4214" y="50747"/>
                    </a:cubicBezTo>
                    <a:lnTo>
                      <a:pt x="4214" y="50768"/>
                    </a:lnTo>
                    <a:cubicBezTo>
                      <a:pt x="4151" y="50997"/>
                      <a:pt x="4109" y="51206"/>
                      <a:pt x="4068" y="51435"/>
                    </a:cubicBezTo>
                    <a:cubicBezTo>
                      <a:pt x="3963" y="51915"/>
                      <a:pt x="3880" y="52394"/>
                      <a:pt x="3797" y="52874"/>
                    </a:cubicBezTo>
                    <a:cubicBezTo>
                      <a:pt x="3776" y="53020"/>
                      <a:pt x="3755" y="53166"/>
                      <a:pt x="3734" y="53291"/>
                    </a:cubicBezTo>
                    <a:cubicBezTo>
                      <a:pt x="3671" y="53813"/>
                      <a:pt x="3609" y="54313"/>
                      <a:pt x="3567" y="54814"/>
                    </a:cubicBezTo>
                    <a:cubicBezTo>
                      <a:pt x="3567" y="55064"/>
                      <a:pt x="3567" y="55335"/>
                      <a:pt x="3567" y="55627"/>
                    </a:cubicBezTo>
                    <a:lnTo>
                      <a:pt x="3567" y="55732"/>
                    </a:lnTo>
                    <a:lnTo>
                      <a:pt x="3567" y="55982"/>
                    </a:lnTo>
                    <a:lnTo>
                      <a:pt x="3567" y="56211"/>
                    </a:lnTo>
                    <a:lnTo>
                      <a:pt x="3567" y="56232"/>
                    </a:lnTo>
                    <a:cubicBezTo>
                      <a:pt x="3588" y="56253"/>
                      <a:pt x="3588" y="56274"/>
                      <a:pt x="3567" y="56316"/>
                    </a:cubicBezTo>
                    <a:lnTo>
                      <a:pt x="3880" y="56316"/>
                    </a:lnTo>
                    <a:lnTo>
                      <a:pt x="3880" y="56274"/>
                    </a:lnTo>
                    <a:lnTo>
                      <a:pt x="3880" y="56044"/>
                    </a:lnTo>
                    <a:cubicBezTo>
                      <a:pt x="3880" y="55961"/>
                      <a:pt x="3880" y="55836"/>
                      <a:pt x="3859" y="55732"/>
                    </a:cubicBezTo>
                    <a:lnTo>
                      <a:pt x="3859" y="55690"/>
                    </a:lnTo>
                    <a:cubicBezTo>
                      <a:pt x="3859" y="55669"/>
                      <a:pt x="3859" y="55669"/>
                      <a:pt x="3859" y="55648"/>
                    </a:cubicBezTo>
                    <a:cubicBezTo>
                      <a:pt x="3859" y="55440"/>
                      <a:pt x="3838" y="55252"/>
                      <a:pt x="3859" y="55064"/>
                    </a:cubicBezTo>
                    <a:cubicBezTo>
                      <a:pt x="3859" y="55064"/>
                      <a:pt x="3859" y="55043"/>
                      <a:pt x="3859" y="55043"/>
                    </a:cubicBezTo>
                    <a:lnTo>
                      <a:pt x="3859" y="54856"/>
                    </a:lnTo>
                    <a:cubicBezTo>
                      <a:pt x="3901" y="54397"/>
                      <a:pt x="3943" y="53917"/>
                      <a:pt x="4005" y="53437"/>
                    </a:cubicBezTo>
                    <a:cubicBezTo>
                      <a:pt x="4005" y="53396"/>
                      <a:pt x="4005" y="53375"/>
                      <a:pt x="4026" y="53333"/>
                    </a:cubicBezTo>
                    <a:cubicBezTo>
                      <a:pt x="4047" y="53166"/>
                      <a:pt x="4068" y="52999"/>
                      <a:pt x="4089" y="52832"/>
                    </a:cubicBezTo>
                    <a:cubicBezTo>
                      <a:pt x="4089" y="52749"/>
                      <a:pt x="4109" y="52666"/>
                      <a:pt x="4130" y="52582"/>
                    </a:cubicBezTo>
                    <a:cubicBezTo>
                      <a:pt x="4151" y="52499"/>
                      <a:pt x="4172" y="52374"/>
                      <a:pt x="4193" y="52290"/>
                    </a:cubicBezTo>
                    <a:cubicBezTo>
                      <a:pt x="4235" y="52019"/>
                      <a:pt x="4276" y="51769"/>
                      <a:pt x="4339" y="51498"/>
                    </a:cubicBezTo>
                    <a:cubicBezTo>
                      <a:pt x="4589" y="50267"/>
                      <a:pt x="4923" y="49015"/>
                      <a:pt x="5298" y="47785"/>
                    </a:cubicBezTo>
                    <a:cubicBezTo>
                      <a:pt x="5319" y="47722"/>
                      <a:pt x="5340" y="47639"/>
                      <a:pt x="5361" y="47576"/>
                    </a:cubicBezTo>
                    <a:cubicBezTo>
                      <a:pt x="5424" y="47347"/>
                      <a:pt x="5507" y="47097"/>
                      <a:pt x="5570" y="46867"/>
                    </a:cubicBezTo>
                    <a:cubicBezTo>
                      <a:pt x="5695" y="46471"/>
                      <a:pt x="5820" y="46054"/>
                      <a:pt x="5945" y="45657"/>
                    </a:cubicBezTo>
                    <a:cubicBezTo>
                      <a:pt x="6008" y="45449"/>
                      <a:pt x="6070" y="45240"/>
                      <a:pt x="6133" y="45032"/>
                    </a:cubicBezTo>
                    <a:cubicBezTo>
                      <a:pt x="6195" y="44865"/>
                      <a:pt x="6237" y="44719"/>
                      <a:pt x="6279" y="44573"/>
                    </a:cubicBezTo>
                    <a:cubicBezTo>
                      <a:pt x="6675" y="43342"/>
                      <a:pt x="7030" y="42174"/>
                      <a:pt x="7342" y="41006"/>
                    </a:cubicBezTo>
                    <a:cubicBezTo>
                      <a:pt x="7342" y="40985"/>
                      <a:pt x="7363" y="40964"/>
                      <a:pt x="7363" y="40944"/>
                    </a:cubicBezTo>
                    <a:lnTo>
                      <a:pt x="7363" y="40902"/>
                    </a:lnTo>
                    <a:cubicBezTo>
                      <a:pt x="7384" y="40860"/>
                      <a:pt x="7384" y="40818"/>
                      <a:pt x="7405" y="40777"/>
                    </a:cubicBezTo>
                    <a:cubicBezTo>
                      <a:pt x="8385" y="37106"/>
                      <a:pt x="9386" y="33310"/>
                      <a:pt x="9824" y="29451"/>
                    </a:cubicBezTo>
                    <a:cubicBezTo>
                      <a:pt x="9970" y="28116"/>
                      <a:pt x="10054" y="26719"/>
                      <a:pt x="10137" y="25384"/>
                    </a:cubicBezTo>
                    <a:cubicBezTo>
                      <a:pt x="10137" y="25134"/>
                      <a:pt x="10158" y="24842"/>
                      <a:pt x="10179" y="24591"/>
                    </a:cubicBezTo>
                    <a:cubicBezTo>
                      <a:pt x="10200" y="24195"/>
                      <a:pt x="10221" y="23778"/>
                      <a:pt x="10262" y="23382"/>
                    </a:cubicBezTo>
                    <a:cubicBezTo>
                      <a:pt x="10283" y="22985"/>
                      <a:pt x="10325" y="22485"/>
                      <a:pt x="10367" y="22047"/>
                    </a:cubicBezTo>
                    <a:cubicBezTo>
                      <a:pt x="10471" y="21066"/>
                      <a:pt x="10596" y="20086"/>
                      <a:pt x="10763" y="19127"/>
                    </a:cubicBezTo>
                    <a:cubicBezTo>
                      <a:pt x="10951" y="18146"/>
                      <a:pt x="11201" y="17145"/>
                      <a:pt x="11451" y="16186"/>
                    </a:cubicBezTo>
                    <a:cubicBezTo>
                      <a:pt x="11702" y="15185"/>
                      <a:pt x="11973" y="14121"/>
                      <a:pt x="12140" y="13078"/>
                    </a:cubicBezTo>
                    <a:cubicBezTo>
                      <a:pt x="12640" y="10533"/>
                      <a:pt x="12724" y="7926"/>
                      <a:pt x="12390" y="5340"/>
                    </a:cubicBezTo>
                    <a:lnTo>
                      <a:pt x="12369" y="5340"/>
                    </a:lnTo>
                    <a:cubicBezTo>
                      <a:pt x="12348" y="5173"/>
                      <a:pt x="12327" y="4985"/>
                      <a:pt x="12286" y="4818"/>
                    </a:cubicBezTo>
                    <a:cubicBezTo>
                      <a:pt x="12265" y="4652"/>
                      <a:pt x="12223" y="4464"/>
                      <a:pt x="12202" y="4276"/>
                    </a:cubicBezTo>
                    <a:cubicBezTo>
                      <a:pt x="11973" y="3171"/>
                      <a:pt x="11702" y="2086"/>
                      <a:pt x="11347" y="1022"/>
                    </a:cubicBezTo>
                    <a:lnTo>
                      <a:pt x="109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7"/>
              <p:cNvSpPr/>
              <p:nvPr/>
            </p:nvSpPr>
            <p:spPr>
              <a:xfrm>
                <a:off x="8589875" y="2440450"/>
                <a:ext cx="360850" cy="1694175"/>
              </a:xfrm>
              <a:custGeom>
                <a:rect b="b" l="l" r="r" t="t"/>
                <a:pathLst>
                  <a:path extrusionOk="0" h="67767" w="14434">
                    <a:moveTo>
                      <a:pt x="14434" y="0"/>
                    </a:moveTo>
                    <a:lnTo>
                      <a:pt x="14434" y="0"/>
                    </a:lnTo>
                    <a:cubicBezTo>
                      <a:pt x="13808" y="1627"/>
                      <a:pt x="11430" y="2962"/>
                      <a:pt x="10387" y="4443"/>
                    </a:cubicBezTo>
                    <a:cubicBezTo>
                      <a:pt x="9782" y="5277"/>
                      <a:pt x="9282" y="6195"/>
                      <a:pt x="8885" y="7175"/>
                    </a:cubicBezTo>
                    <a:cubicBezTo>
                      <a:pt x="8844" y="7279"/>
                      <a:pt x="8823" y="7384"/>
                      <a:pt x="8760" y="7509"/>
                    </a:cubicBezTo>
                    <a:cubicBezTo>
                      <a:pt x="8719" y="7634"/>
                      <a:pt x="8677" y="7759"/>
                      <a:pt x="8635" y="7884"/>
                    </a:cubicBezTo>
                    <a:cubicBezTo>
                      <a:pt x="7530" y="11201"/>
                      <a:pt x="7884" y="14538"/>
                      <a:pt x="7321" y="18355"/>
                    </a:cubicBezTo>
                    <a:cubicBezTo>
                      <a:pt x="7029" y="20399"/>
                      <a:pt x="6278" y="22318"/>
                      <a:pt x="5757" y="24320"/>
                    </a:cubicBezTo>
                    <a:cubicBezTo>
                      <a:pt x="5715" y="24529"/>
                      <a:pt x="5653" y="24737"/>
                      <a:pt x="5611" y="24967"/>
                    </a:cubicBezTo>
                    <a:cubicBezTo>
                      <a:pt x="5548" y="25259"/>
                      <a:pt x="5506" y="25530"/>
                      <a:pt x="5444" y="25822"/>
                    </a:cubicBezTo>
                    <a:cubicBezTo>
                      <a:pt x="5444" y="25843"/>
                      <a:pt x="5444" y="25863"/>
                      <a:pt x="5444" y="25884"/>
                    </a:cubicBezTo>
                    <a:cubicBezTo>
                      <a:pt x="5444" y="25905"/>
                      <a:pt x="5444" y="25926"/>
                      <a:pt x="5444" y="25926"/>
                    </a:cubicBezTo>
                    <a:cubicBezTo>
                      <a:pt x="5381" y="26364"/>
                      <a:pt x="5340" y="26781"/>
                      <a:pt x="5319" y="27198"/>
                    </a:cubicBezTo>
                    <a:cubicBezTo>
                      <a:pt x="5256" y="28095"/>
                      <a:pt x="5235" y="29013"/>
                      <a:pt x="5256" y="29931"/>
                    </a:cubicBezTo>
                    <a:cubicBezTo>
                      <a:pt x="5277" y="30640"/>
                      <a:pt x="5319" y="31349"/>
                      <a:pt x="5319" y="32058"/>
                    </a:cubicBezTo>
                    <a:cubicBezTo>
                      <a:pt x="5340" y="32204"/>
                      <a:pt x="5340" y="32371"/>
                      <a:pt x="5340" y="32496"/>
                    </a:cubicBezTo>
                    <a:lnTo>
                      <a:pt x="5340" y="32913"/>
                    </a:lnTo>
                    <a:cubicBezTo>
                      <a:pt x="5360" y="34457"/>
                      <a:pt x="5298" y="36000"/>
                      <a:pt x="5173" y="37523"/>
                    </a:cubicBezTo>
                    <a:cubicBezTo>
                      <a:pt x="5027" y="39150"/>
                      <a:pt x="4818" y="40756"/>
                      <a:pt x="4568" y="42383"/>
                    </a:cubicBezTo>
                    <a:cubicBezTo>
                      <a:pt x="4213" y="44531"/>
                      <a:pt x="3796" y="46679"/>
                      <a:pt x="3316" y="48807"/>
                    </a:cubicBezTo>
                    <a:cubicBezTo>
                      <a:pt x="3275" y="49015"/>
                      <a:pt x="3233" y="49245"/>
                      <a:pt x="3191" y="49453"/>
                    </a:cubicBezTo>
                    <a:cubicBezTo>
                      <a:pt x="3129" y="49662"/>
                      <a:pt x="3087" y="49870"/>
                      <a:pt x="3045" y="50100"/>
                    </a:cubicBezTo>
                    <a:cubicBezTo>
                      <a:pt x="2816" y="51122"/>
                      <a:pt x="2586" y="52144"/>
                      <a:pt x="2357" y="53187"/>
                    </a:cubicBezTo>
                    <a:cubicBezTo>
                      <a:pt x="2336" y="53249"/>
                      <a:pt x="2315" y="53354"/>
                      <a:pt x="2294" y="53437"/>
                    </a:cubicBezTo>
                    <a:cubicBezTo>
                      <a:pt x="2044" y="54543"/>
                      <a:pt x="1815" y="55627"/>
                      <a:pt x="1564" y="56712"/>
                    </a:cubicBezTo>
                    <a:cubicBezTo>
                      <a:pt x="1564" y="56733"/>
                      <a:pt x="1564" y="56733"/>
                      <a:pt x="1564" y="56733"/>
                    </a:cubicBezTo>
                    <a:cubicBezTo>
                      <a:pt x="1564" y="56795"/>
                      <a:pt x="1544" y="56879"/>
                      <a:pt x="1523" y="56941"/>
                    </a:cubicBezTo>
                    <a:cubicBezTo>
                      <a:pt x="1481" y="57129"/>
                      <a:pt x="1439" y="57337"/>
                      <a:pt x="1398" y="57525"/>
                    </a:cubicBezTo>
                    <a:lnTo>
                      <a:pt x="1231" y="58339"/>
                    </a:lnTo>
                    <a:cubicBezTo>
                      <a:pt x="1231" y="58401"/>
                      <a:pt x="1210" y="58443"/>
                      <a:pt x="1210" y="58505"/>
                    </a:cubicBezTo>
                    <a:cubicBezTo>
                      <a:pt x="1168" y="58672"/>
                      <a:pt x="1147" y="58839"/>
                      <a:pt x="1106" y="59027"/>
                    </a:cubicBezTo>
                    <a:cubicBezTo>
                      <a:pt x="1106" y="59069"/>
                      <a:pt x="1085" y="59110"/>
                      <a:pt x="1085" y="59152"/>
                    </a:cubicBezTo>
                    <a:cubicBezTo>
                      <a:pt x="1064" y="59194"/>
                      <a:pt x="1064" y="59235"/>
                      <a:pt x="1064" y="59277"/>
                    </a:cubicBezTo>
                    <a:cubicBezTo>
                      <a:pt x="1022" y="59465"/>
                      <a:pt x="980" y="59632"/>
                      <a:pt x="960" y="59799"/>
                    </a:cubicBezTo>
                    <a:cubicBezTo>
                      <a:pt x="897" y="60049"/>
                      <a:pt x="855" y="60299"/>
                      <a:pt x="814" y="60570"/>
                    </a:cubicBezTo>
                    <a:cubicBezTo>
                      <a:pt x="605" y="61759"/>
                      <a:pt x="396" y="62948"/>
                      <a:pt x="250" y="64137"/>
                    </a:cubicBezTo>
                    <a:cubicBezTo>
                      <a:pt x="230" y="64220"/>
                      <a:pt x="230" y="64262"/>
                      <a:pt x="209" y="64387"/>
                    </a:cubicBezTo>
                    <a:cubicBezTo>
                      <a:pt x="188" y="64533"/>
                      <a:pt x="167" y="64700"/>
                      <a:pt x="167" y="64784"/>
                    </a:cubicBezTo>
                    <a:cubicBezTo>
                      <a:pt x="146" y="64888"/>
                      <a:pt x="125" y="64971"/>
                      <a:pt x="125" y="65076"/>
                    </a:cubicBezTo>
                    <a:cubicBezTo>
                      <a:pt x="104" y="65159"/>
                      <a:pt x="84" y="65263"/>
                      <a:pt x="84" y="65368"/>
                    </a:cubicBezTo>
                    <a:cubicBezTo>
                      <a:pt x="84" y="65368"/>
                      <a:pt x="84" y="65368"/>
                      <a:pt x="84" y="65388"/>
                    </a:cubicBezTo>
                    <a:cubicBezTo>
                      <a:pt x="63" y="65576"/>
                      <a:pt x="63" y="65743"/>
                      <a:pt x="42" y="65931"/>
                    </a:cubicBezTo>
                    <a:cubicBezTo>
                      <a:pt x="21" y="66139"/>
                      <a:pt x="21" y="66348"/>
                      <a:pt x="21" y="66536"/>
                    </a:cubicBezTo>
                    <a:cubicBezTo>
                      <a:pt x="0" y="66807"/>
                      <a:pt x="21" y="67078"/>
                      <a:pt x="63" y="67349"/>
                    </a:cubicBezTo>
                    <a:cubicBezTo>
                      <a:pt x="63" y="67370"/>
                      <a:pt x="63" y="67412"/>
                      <a:pt x="84" y="67432"/>
                    </a:cubicBezTo>
                    <a:cubicBezTo>
                      <a:pt x="84" y="67495"/>
                      <a:pt x="104" y="67558"/>
                      <a:pt x="125" y="67620"/>
                    </a:cubicBezTo>
                    <a:cubicBezTo>
                      <a:pt x="125" y="67641"/>
                      <a:pt x="125" y="67662"/>
                      <a:pt x="125" y="67704"/>
                    </a:cubicBezTo>
                    <a:cubicBezTo>
                      <a:pt x="146" y="67724"/>
                      <a:pt x="146" y="67745"/>
                      <a:pt x="146" y="67766"/>
                    </a:cubicBezTo>
                    <a:lnTo>
                      <a:pt x="1272" y="67766"/>
                    </a:lnTo>
                    <a:cubicBezTo>
                      <a:pt x="1481" y="67766"/>
                      <a:pt x="1710" y="67745"/>
                      <a:pt x="1919" y="67745"/>
                    </a:cubicBezTo>
                    <a:lnTo>
                      <a:pt x="2440" y="67745"/>
                    </a:lnTo>
                    <a:cubicBezTo>
                      <a:pt x="2899" y="67724"/>
                      <a:pt x="3337" y="67704"/>
                      <a:pt x="3775" y="67662"/>
                    </a:cubicBezTo>
                    <a:lnTo>
                      <a:pt x="4464" y="67662"/>
                    </a:lnTo>
                    <a:cubicBezTo>
                      <a:pt x="4464" y="67641"/>
                      <a:pt x="4464" y="67620"/>
                      <a:pt x="4464" y="67599"/>
                    </a:cubicBezTo>
                    <a:cubicBezTo>
                      <a:pt x="4484" y="67516"/>
                      <a:pt x="4526" y="67412"/>
                      <a:pt x="4547" y="67307"/>
                    </a:cubicBezTo>
                    <a:cubicBezTo>
                      <a:pt x="4568" y="67224"/>
                      <a:pt x="4589" y="67120"/>
                      <a:pt x="4610" y="67036"/>
                    </a:cubicBezTo>
                    <a:cubicBezTo>
                      <a:pt x="4756" y="66452"/>
                      <a:pt x="4881" y="65868"/>
                      <a:pt x="5027" y="65263"/>
                    </a:cubicBezTo>
                    <a:cubicBezTo>
                      <a:pt x="5068" y="65096"/>
                      <a:pt x="5110" y="64909"/>
                      <a:pt x="5131" y="64721"/>
                    </a:cubicBezTo>
                    <a:cubicBezTo>
                      <a:pt x="5173" y="64575"/>
                      <a:pt x="5194" y="64450"/>
                      <a:pt x="5235" y="64325"/>
                    </a:cubicBezTo>
                    <a:cubicBezTo>
                      <a:pt x="5256" y="64241"/>
                      <a:pt x="5277" y="64179"/>
                      <a:pt x="5277" y="64095"/>
                    </a:cubicBezTo>
                    <a:cubicBezTo>
                      <a:pt x="5653" y="62448"/>
                      <a:pt x="5986" y="60800"/>
                      <a:pt x="6299" y="59131"/>
                    </a:cubicBezTo>
                    <a:cubicBezTo>
                      <a:pt x="6299" y="59069"/>
                      <a:pt x="6320" y="59006"/>
                      <a:pt x="6341" y="58923"/>
                    </a:cubicBezTo>
                    <a:cubicBezTo>
                      <a:pt x="6466" y="58297"/>
                      <a:pt x="6570" y="57629"/>
                      <a:pt x="6695" y="56983"/>
                    </a:cubicBezTo>
                    <a:cubicBezTo>
                      <a:pt x="6758" y="56607"/>
                      <a:pt x="6821" y="56211"/>
                      <a:pt x="6883" y="55836"/>
                    </a:cubicBezTo>
                    <a:cubicBezTo>
                      <a:pt x="6946" y="55481"/>
                      <a:pt x="7008" y="55106"/>
                      <a:pt x="7071" y="54730"/>
                    </a:cubicBezTo>
                    <a:cubicBezTo>
                      <a:pt x="7530" y="51977"/>
                      <a:pt x="7905" y="49203"/>
                      <a:pt x="8218" y="46429"/>
                    </a:cubicBezTo>
                    <a:cubicBezTo>
                      <a:pt x="8260" y="46200"/>
                      <a:pt x="8260" y="45991"/>
                      <a:pt x="8301" y="45762"/>
                    </a:cubicBezTo>
                    <a:cubicBezTo>
                      <a:pt x="8322" y="45532"/>
                      <a:pt x="8343" y="45303"/>
                      <a:pt x="8385" y="45073"/>
                    </a:cubicBezTo>
                    <a:cubicBezTo>
                      <a:pt x="8656" y="42466"/>
                      <a:pt x="8865" y="39859"/>
                      <a:pt x="9031" y="37231"/>
                    </a:cubicBezTo>
                    <a:cubicBezTo>
                      <a:pt x="9323" y="32621"/>
                      <a:pt x="10345" y="28241"/>
                      <a:pt x="11326" y="23715"/>
                    </a:cubicBezTo>
                    <a:cubicBezTo>
                      <a:pt x="11785" y="21588"/>
                      <a:pt x="12431" y="19439"/>
                      <a:pt x="12807" y="17270"/>
                    </a:cubicBezTo>
                    <a:cubicBezTo>
                      <a:pt x="12848" y="17082"/>
                      <a:pt x="12869" y="16916"/>
                      <a:pt x="12890" y="16749"/>
                    </a:cubicBezTo>
                    <a:cubicBezTo>
                      <a:pt x="12911" y="16561"/>
                      <a:pt x="12953" y="16394"/>
                      <a:pt x="12974" y="16206"/>
                    </a:cubicBezTo>
                    <a:cubicBezTo>
                      <a:pt x="13140" y="14892"/>
                      <a:pt x="13140" y="13558"/>
                      <a:pt x="12974" y="12264"/>
                    </a:cubicBezTo>
                    <a:cubicBezTo>
                      <a:pt x="12348" y="8051"/>
                      <a:pt x="12911" y="4067"/>
                      <a:pt x="144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7"/>
              <p:cNvSpPr/>
              <p:nvPr/>
            </p:nvSpPr>
            <p:spPr>
              <a:xfrm>
                <a:off x="8588825" y="2417500"/>
                <a:ext cx="225800" cy="1718150"/>
              </a:xfrm>
              <a:custGeom>
                <a:rect b="b" l="l" r="r" t="t"/>
                <a:pathLst>
                  <a:path extrusionOk="0" h="68726" w="9032">
                    <a:moveTo>
                      <a:pt x="7572" y="0"/>
                    </a:moveTo>
                    <a:lnTo>
                      <a:pt x="7572" y="0"/>
                    </a:lnTo>
                    <a:cubicBezTo>
                      <a:pt x="7634" y="1460"/>
                      <a:pt x="7530" y="2900"/>
                      <a:pt x="7259" y="4318"/>
                    </a:cubicBezTo>
                    <a:cubicBezTo>
                      <a:pt x="6591" y="7759"/>
                      <a:pt x="5611" y="10909"/>
                      <a:pt x="5256" y="14350"/>
                    </a:cubicBezTo>
                    <a:cubicBezTo>
                      <a:pt x="5236" y="14601"/>
                      <a:pt x="5215" y="14830"/>
                      <a:pt x="5194" y="15080"/>
                    </a:cubicBezTo>
                    <a:cubicBezTo>
                      <a:pt x="5173" y="15393"/>
                      <a:pt x="5131" y="15685"/>
                      <a:pt x="5131" y="15998"/>
                    </a:cubicBezTo>
                    <a:lnTo>
                      <a:pt x="5131" y="16019"/>
                    </a:lnTo>
                    <a:cubicBezTo>
                      <a:pt x="5006" y="19648"/>
                      <a:pt x="5277" y="23277"/>
                      <a:pt x="5340" y="26907"/>
                    </a:cubicBezTo>
                    <a:cubicBezTo>
                      <a:pt x="5361" y="27324"/>
                      <a:pt x="5361" y="27720"/>
                      <a:pt x="5361" y="28158"/>
                    </a:cubicBezTo>
                    <a:cubicBezTo>
                      <a:pt x="5361" y="28617"/>
                      <a:pt x="5340" y="29013"/>
                      <a:pt x="5340" y="29493"/>
                    </a:cubicBezTo>
                    <a:cubicBezTo>
                      <a:pt x="5340" y="29952"/>
                      <a:pt x="5319" y="30432"/>
                      <a:pt x="5319" y="30890"/>
                    </a:cubicBezTo>
                    <a:cubicBezTo>
                      <a:pt x="5298" y="31766"/>
                      <a:pt x="5256" y="32622"/>
                      <a:pt x="5236" y="33498"/>
                    </a:cubicBezTo>
                    <a:cubicBezTo>
                      <a:pt x="5131" y="36376"/>
                      <a:pt x="4944" y="39275"/>
                      <a:pt x="4589" y="42133"/>
                    </a:cubicBezTo>
                    <a:cubicBezTo>
                      <a:pt x="4318" y="44239"/>
                      <a:pt x="3942" y="46325"/>
                      <a:pt x="3442" y="48369"/>
                    </a:cubicBezTo>
                    <a:cubicBezTo>
                      <a:pt x="3421" y="48494"/>
                      <a:pt x="3379" y="48619"/>
                      <a:pt x="3358" y="48744"/>
                    </a:cubicBezTo>
                    <a:cubicBezTo>
                      <a:pt x="3317" y="48911"/>
                      <a:pt x="3254" y="49099"/>
                      <a:pt x="3212" y="49266"/>
                    </a:cubicBezTo>
                    <a:cubicBezTo>
                      <a:pt x="3171" y="49454"/>
                      <a:pt x="3129" y="49620"/>
                      <a:pt x="3066" y="49787"/>
                    </a:cubicBezTo>
                    <a:cubicBezTo>
                      <a:pt x="2670" y="51226"/>
                      <a:pt x="2232" y="52666"/>
                      <a:pt x="1815" y="54084"/>
                    </a:cubicBezTo>
                    <a:cubicBezTo>
                      <a:pt x="1773" y="54167"/>
                      <a:pt x="1752" y="54272"/>
                      <a:pt x="1732" y="54355"/>
                    </a:cubicBezTo>
                    <a:cubicBezTo>
                      <a:pt x="1648" y="54626"/>
                      <a:pt x="1565" y="54918"/>
                      <a:pt x="1481" y="55210"/>
                    </a:cubicBezTo>
                    <a:cubicBezTo>
                      <a:pt x="1440" y="55315"/>
                      <a:pt x="1419" y="55440"/>
                      <a:pt x="1377" y="55586"/>
                    </a:cubicBezTo>
                    <a:cubicBezTo>
                      <a:pt x="1335" y="55711"/>
                      <a:pt x="1314" y="55857"/>
                      <a:pt x="1273" y="56003"/>
                    </a:cubicBezTo>
                    <a:cubicBezTo>
                      <a:pt x="1231" y="56149"/>
                      <a:pt x="1189" y="56274"/>
                      <a:pt x="1148" y="56420"/>
                    </a:cubicBezTo>
                    <a:cubicBezTo>
                      <a:pt x="1064" y="56712"/>
                      <a:pt x="1002" y="57025"/>
                      <a:pt x="918" y="57317"/>
                    </a:cubicBezTo>
                    <a:cubicBezTo>
                      <a:pt x="876" y="57463"/>
                      <a:pt x="856" y="57609"/>
                      <a:pt x="814" y="57776"/>
                    </a:cubicBezTo>
                    <a:cubicBezTo>
                      <a:pt x="772" y="57943"/>
                      <a:pt x="730" y="58089"/>
                      <a:pt x="710" y="58255"/>
                    </a:cubicBezTo>
                    <a:cubicBezTo>
                      <a:pt x="647" y="58485"/>
                      <a:pt x="605" y="58714"/>
                      <a:pt x="564" y="58944"/>
                    </a:cubicBezTo>
                    <a:cubicBezTo>
                      <a:pt x="146" y="60967"/>
                      <a:pt x="0" y="63053"/>
                      <a:pt x="167" y="65118"/>
                    </a:cubicBezTo>
                    <a:cubicBezTo>
                      <a:pt x="167" y="65201"/>
                      <a:pt x="188" y="65284"/>
                      <a:pt x="188" y="65368"/>
                    </a:cubicBezTo>
                    <a:cubicBezTo>
                      <a:pt x="188" y="65514"/>
                      <a:pt x="209" y="65639"/>
                      <a:pt x="230" y="65764"/>
                    </a:cubicBezTo>
                    <a:cubicBezTo>
                      <a:pt x="251" y="65973"/>
                      <a:pt x="272" y="66160"/>
                      <a:pt x="313" y="66348"/>
                    </a:cubicBezTo>
                    <a:cubicBezTo>
                      <a:pt x="355" y="66598"/>
                      <a:pt x="397" y="66828"/>
                      <a:pt x="438" y="67057"/>
                    </a:cubicBezTo>
                    <a:cubicBezTo>
                      <a:pt x="459" y="67162"/>
                      <a:pt x="480" y="67266"/>
                      <a:pt x="522" y="67370"/>
                    </a:cubicBezTo>
                    <a:cubicBezTo>
                      <a:pt x="522" y="67391"/>
                      <a:pt x="522" y="67412"/>
                      <a:pt x="522" y="67433"/>
                    </a:cubicBezTo>
                    <a:lnTo>
                      <a:pt x="584" y="67620"/>
                    </a:lnTo>
                    <a:cubicBezTo>
                      <a:pt x="584" y="67662"/>
                      <a:pt x="605" y="67704"/>
                      <a:pt x="605" y="67746"/>
                    </a:cubicBezTo>
                    <a:cubicBezTo>
                      <a:pt x="626" y="67787"/>
                      <a:pt x="626" y="67850"/>
                      <a:pt x="647" y="67892"/>
                    </a:cubicBezTo>
                    <a:cubicBezTo>
                      <a:pt x="689" y="68038"/>
                      <a:pt x="730" y="68204"/>
                      <a:pt x="793" y="68350"/>
                    </a:cubicBezTo>
                    <a:cubicBezTo>
                      <a:pt x="814" y="68455"/>
                      <a:pt x="856" y="68559"/>
                      <a:pt x="897" y="68663"/>
                    </a:cubicBezTo>
                    <a:cubicBezTo>
                      <a:pt x="897" y="68663"/>
                      <a:pt x="897" y="68684"/>
                      <a:pt x="897" y="68705"/>
                    </a:cubicBezTo>
                    <a:cubicBezTo>
                      <a:pt x="897" y="68705"/>
                      <a:pt x="897" y="68705"/>
                      <a:pt x="897" y="68726"/>
                    </a:cubicBezTo>
                    <a:lnTo>
                      <a:pt x="1314" y="68726"/>
                    </a:lnTo>
                    <a:cubicBezTo>
                      <a:pt x="1544" y="68705"/>
                      <a:pt x="1752" y="68705"/>
                      <a:pt x="1961" y="68705"/>
                    </a:cubicBezTo>
                    <a:lnTo>
                      <a:pt x="2482" y="68705"/>
                    </a:lnTo>
                    <a:cubicBezTo>
                      <a:pt x="2941" y="68684"/>
                      <a:pt x="3379" y="68642"/>
                      <a:pt x="3817" y="68622"/>
                    </a:cubicBezTo>
                    <a:lnTo>
                      <a:pt x="3963" y="68622"/>
                    </a:lnTo>
                    <a:lnTo>
                      <a:pt x="4109" y="68601"/>
                    </a:lnTo>
                    <a:cubicBezTo>
                      <a:pt x="4130" y="68580"/>
                      <a:pt x="4130" y="68538"/>
                      <a:pt x="4130" y="68496"/>
                    </a:cubicBezTo>
                    <a:cubicBezTo>
                      <a:pt x="4255" y="67537"/>
                      <a:pt x="4318" y="66557"/>
                      <a:pt x="4380" y="65576"/>
                    </a:cubicBezTo>
                    <a:cubicBezTo>
                      <a:pt x="4506" y="63762"/>
                      <a:pt x="4568" y="61947"/>
                      <a:pt x="4735" y="60153"/>
                    </a:cubicBezTo>
                    <a:cubicBezTo>
                      <a:pt x="4756" y="59799"/>
                      <a:pt x="4798" y="59444"/>
                      <a:pt x="4839" y="59090"/>
                    </a:cubicBezTo>
                    <a:cubicBezTo>
                      <a:pt x="4881" y="58714"/>
                      <a:pt x="4944" y="58318"/>
                      <a:pt x="4985" y="57922"/>
                    </a:cubicBezTo>
                    <a:cubicBezTo>
                      <a:pt x="5090" y="57213"/>
                      <a:pt x="5236" y="56503"/>
                      <a:pt x="5382" y="55794"/>
                    </a:cubicBezTo>
                    <a:cubicBezTo>
                      <a:pt x="5674" y="54564"/>
                      <a:pt x="6070" y="53333"/>
                      <a:pt x="6425" y="52102"/>
                    </a:cubicBezTo>
                    <a:cubicBezTo>
                      <a:pt x="6591" y="51602"/>
                      <a:pt x="6737" y="51101"/>
                      <a:pt x="6883" y="50580"/>
                    </a:cubicBezTo>
                    <a:cubicBezTo>
                      <a:pt x="6988" y="50204"/>
                      <a:pt x="7071" y="49808"/>
                      <a:pt x="7155" y="49433"/>
                    </a:cubicBezTo>
                    <a:cubicBezTo>
                      <a:pt x="7217" y="49245"/>
                      <a:pt x="7238" y="49057"/>
                      <a:pt x="7280" y="48849"/>
                    </a:cubicBezTo>
                    <a:cubicBezTo>
                      <a:pt x="8177" y="44114"/>
                      <a:pt x="7175" y="39254"/>
                      <a:pt x="7196" y="34436"/>
                    </a:cubicBezTo>
                    <a:cubicBezTo>
                      <a:pt x="7217" y="32809"/>
                      <a:pt x="7321" y="31203"/>
                      <a:pt x="7509" y="29576"/>
                    </a:cubicBezTo>
                    <a:cubicBezTo>
                      <a:pt x="7530" y="29326"/>
                      <a:pt x="7551" y="29055"/>
                      <a:pt x="7593" y="28826"/>
                    </a:cubicBezTo>
                    <a:cubicBezTo>
                      <a:pt x="7613" y="28596"/>
                      <a:pt x="7634" y="28367"/>
                      <a:pt x="7676" y="28137"/>
                    </a:cubicBezTo>
                    <a:cubicBezTo>
                      <a:pt x="7989" y="25613"/>
                      <a:pt x="8364" y="23069"/>
                      <a:pt x="8594" y="20524"/>
                    </a:cubicBezTo>
                    <a:cubicBezTo>
                      <a:pt x="8948" y="16645"/>
                      <a:pt x="9032" y="12765"/>
                      <a:pt x="8844" y="8865"/>
                    </a:cubicBezTo>
                    <a:cubicBezTo>
                      <a:pt x="8844" y="8740"/>
                      <a:pt x="8844" y="8594"/>
                      <a:pt x="8823" y="8469"/>
                    </a:cubicBezTo>
                    <a:cubicBezTo>
                      <a:pt x="8823" y="8343"/>
                      <a:pt x="8802" y="8218"/>
                      <a:pt x="8802" y="8114"/>
                    </a:cubicBezTo>
                    <a:cubicBezTo>
                      <a:pt x="8615" y="5382"/>
                      <a:pt x="8197" y="2670"/>
                      <a:pt x="7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7"/>
              <p:cNvSpPr/>
              <p:nvPr/>
            </p:nvSpPr>
            <p:spPr>
              <a:xfrm>
                <a:off x="8472025" y="2809625"/>
                <a:ext cx="154375" cy="1325525"/>
              </a:xfrm>
              <a:custGeom>
                <a:rect b="b" l="l" r="r" t="t"/>
                <a:pathLst>
                  <a:path extrusionOk="0" h="53021" w="6175">
                    <a:moveTo>
                      <a:pt x="3212" y="0"/>
                    </a:moveTo>
                    <a:cubicBezTo>
                      <a:pt x="3191" y="251"/>
                      <a:pt x="3191" y="501"/>
                      <a:pt x="3191" y="751"/>
                    </a:cubicBezTo>
                    <a:cubicBezTo>
                      <a:pt x="3233" y="1210"/>
                      <a:pt x="3317" y="1669"/>
                      <a:pt x="3421" y="2128"/>
                    </a:cubicBezTo>
                    <a:cubicBezTo>
                      <a:pt x="3483" y="2378"/>
                      <a:pt x="3546" y="2649"/>
                      <a:pt x="3609" y="2899"/>
                    </a:cubicBezTo>
                    <a:cubicBezTo>
                      <a:pt x="3671" y="3191"/>
                      <a:pt x="3755" y="3504"/>
                      <a:pt x="3796" y="3796"/>
                    </a:cubicBezTo>
                    <a:cubicBezTo>
                      <a:pt x="3796" y="3817"/>
                      <a:pt x="3796" y="3817"/>
                      <a:pt x="3796" y="3838"/>
                    </a:cubicBezTo>
                    <a:cubicBezTo>
                      <a:pt x="3963" y="4860"/>
                      <a:pt x="3984" y="5903"/>
                      <a:pt x="3838" y="6925"/>
                    </a:cubicBezTo>
                    <a:lnTo>
                      <a:pt x="3838" y="6946"/>
                    </a:lnTo>
                    <a:cubicBezTo>
                      <a:pt x="3796" y="7154"/>
                      <a:pt x="3734" y="7363"/>
                      <a:pt x="3692" y="7572"/>
                    </a:cubicBezTo>
                    <a:cubicBezTo>
                      <a:pt x="3650" y="7718"/>
                      <a:pt x="3588" y="7884"/>
                      <a:pt x="3546" y="8051"/>
                    </a:cubicBezTo>
                    <a:cubicBezTo>
                      <a:pt x="3254" y="8886"/>
                      <a:pt x="2879" y="9678"/>
                      <a:pt x="2566" y="10512"/>
                    </a:cubicBezTo>
                    <a:cubicBezTo>
                      <a:pt x="2003" y="12077"/>
                      <a:pt x="1669" y="13725"/>
                      <a:pt x="1606" y="15414"/>
                    </a:cubicBezTo>
                    <a:cubicBezTo>
                      <a:pt x="1544" y="16123"/>
                      <a:pt x="1419" y="16770"/>
                      <a:pt x="1314" y="17437"/>
                    </a:cubicBezTo>
                    <a:cubicBezTo>
                      <a:pt x="1273" y="17729"/>
                      <a:pt x="1231" y="18021"/>
                      <a:pt x="1210" y="18313"/>
                    </a:cubicBezTo>
                    <a:cubicBezTo>
                      <a:pt x="1189" y="18668"/>
                      <a:pt x="1210" y="19022"/>
                      <a:pt x="1231" y="19377"/>
                    </a:cubicBezTo>
                    <a:cubicBezTo>
                      <a:pt x="1252" y="19565"/>
                      <a:pt x="1273" y="19731"/>
                      <a:pt x="1314" y="19898"/>
                    </a:cubicBezTo>
                    <a:cubicBezTo>
                      <a:pt x="1377" y="20315"/>
                      <a:pt x="1439" y="20712"/>
                      <a:pt x="1523" y="21129"/>
                    </a:cubicBezTo>
                    <a:cubicBezTo>
                      <a:pt x="1752" y="22234"/>
                      <a:pt x="2003" y="23319"/>
                      <a:pt x="2023" y="24445"/>
                    </a:cubicBezTo>
                    <a:cubicBezTo>
                      <a:pt x="2003" y="25405"/>
                      <a:pt x="1877" y="26343"/>
                      <a:pt x="1627" y="27282"/>
                    </a:cubicBezTo>
                    <a:cubicBezTo>
                      <a:pt x="1585" y="27470"/>
                      <a:pt x="1523" y="27678"/>
                      <a:pt x="1481" y="27845"/>
                    </a:cubicBezTo>
                    <a:cubicBezTo>
                      <a:pt x="1439" y="27991"/>
                      <a:pt x="1398" y="28158"/>
                      <a:pt x="1356" y="28304"/>
                    </a:cubicBezTo>
                    <a:cubicBezTo>
                      <a:pt x="1189" y="28867"/>
                      <a:pt x="1001" y="29430"/>
                      <a:pt x="835" y="29973"/>
                    </a:cubicBezTo>
                    <a:cubicBezTo>
                      <a:pt x="793" y="30077"/>
                      <a:pt x="772" y="30202"/>
                      <a:pt x="730" y="30285"/>
                    </a:cubicBezTo>
                    <a:cubicBezTo>
                      <a:pt x="709" y="30369"/>
                      <a:pt x="689" y="30452"/>
                      <a:pt x="647" y="30536"/>
                    </a:cubicBezTo>
                    <a:cubicBezTo>
                      <a:pt x="647" y="30557"/>
                      <a:pt x="647" y="30577"/>
                      <a:pt x="647" y="30598"/>
                    </a:cubicBezTo>
                    <a:cubicBezTo>
                      <a:pt x="626" y="30619"/>
                      <a:pt x="626" y="30640"/>
                      <a:pt x="626" y="30640"/>
                    </a:cubicBezTo>
                    <a:cubicBezTo>
                      <a:pt x="626" y="30682"/>
                      <a:pt x="605" y="30703"/>
                      <a:pt x="605" y="30744"/>
                    </a:cubicBezTo>
                    <a:cubicBezTo>
                      <a:pt x="313" y="31704"/>
                      <a:pt x="125" y="32705"/>
                      <a:pt x="42" y="33685"/>
                    </a:cubicBezTo>
                    <a:cubicBezTo>
                      <a:pt x="21" y="33894"/>
                      <a:pt x="21" y="34102"/>
                      <a:pt x="21" y="34311"/>
                    </a:cubicBezTo>
                    <a:lnTo>
                      <a:pt x="21" y="34561"/>
                    </a:lnTo>
                    <a:lnTo>
                      <a:pt x="21" y="34978"/>
                    </a:lnTo>
                    <a:cubicBezTo>
                      <a:pt x="21" y="35062"/>
                      <a:pt x="0" y="35145"/>
                      <a:pt x="21" y="35229"/>
                    </a:cubicBezTo>
                    <a:cubicBezTo>
                      <a:pt x="42" y="35312"/>
                      <a:pt x="42" y="35395"/>
                      <a:pt x="42" y="35500"/>
                    </a:cubicBezTo>
                    <a:cubicBezTo>
                      <a:pt x="42" y="35708"/>
                      <a:pt x="42" y="35917"/>
                      <a:pt x="63" y="36125"/>
                    </a:cubicBezTo>
                    <a:cubicBezTo>
                      <a:pt x="63" y="36334"/>
                      <a:pt x="84" y="36563"/>
                      <a:pt x="105" y="36772"/>
                    </a:cubicBezTo>
                    <a:cubicBezTo>
                      <a:pt x="209" y="38712"/>
                      <a:pt x="459" y="40672"/>
                      <a:pt x="730" y="42612"/>
                    </a:cubicBezTo>
                    <a:cubicBezTo>
                      <a:pt x="793" y="43071"/>
                      <a:pt x="855" y="43551"/>
                      <a:pt x="939" y="44030"/>
                    </a:cubicBezTo>
                    <a:cubicBezTo>
                      <a:pt x="1001" y="44531"/>
                      <a:pt x="1085" y="45011"/>
                      <a:pt x="1168" y="45490"/>
                    </a:cubicBezTo>
                    <a:cubicBezTo>
                      <a:pt x="1210" y="45782"/>
                      <a:pt x="1252" y="46095"/>
                      <a:pt x="1293" y="46387"/>
                    </a:cubicBezTo>
                    <a:cubicBezTo>
                      <a:pt x="1377" y="46909"/>
                      <a:pt x="1523" y="48244"/>
                      <a:pt x="1731" y="49662"/>
                    </a:cubicBezTo>
                    <a:cubicBezTo>
                      <a:pt x="1815" y="50163"/>
                      <a:pt x="1898" y="50684"/>
                      <a:pt x="2003" y="51164"/>
                    </a:cubicBezTo>
                    <a:cubicBezTo>
                      <a:pt x="2128" y="51810"/>
                      <a:pt x="2295" y="52415"/>
                      <a:pt x="2503" y="53020"/>
                    </a:cubicBezTo>
                    <a:lnTo>
                      <a:pt x="4798" y="53020"/>
                    </a:lnTo>
                    <a:lnTo>
                      <a:pt x="4839" y="52937"/>
                    </a:lnTo>
                    <a:cubicBezTo>
                      <a:pt x="4860" y="52916"/>
                      <a:pt x="4860" y="52895"/>
                      <a:pt x="4860" y="52874"/>
                    </a:cubicBezTo>
                    <a:cubicBezTo>
                      <a:pt x="4902" y="52791"/>
                      <a:pt x="4944" y="52728"/>
                      <a:pt x="4985" y="52645"/>
                    </a:cubicBezTo>
                    <a:cubicBezTo>
                      <a:pt x="4985" y="52624"/>
                      <a:pt x="5006" y="52603"/>
                      <a:pt x="5006" y="52582"/>
                    </a:cubicBezTo>
                    <a:lnTo>
                      <a:pt x="5027" y="52519"/>
                    </a:lnTo>
                    <a:cubicBezTo>
                      <a:pt x="5048" y="52499"/>
                      <a:pt x="5048" y="52478"/>
                      <a:pt x="5069" y="52436"/>
                    </a:cubicBezTo>
                    <a:cubicBezTo>
                      <a:pt x="5069" y="52415"/>
                      <a:pt x="5069" y="52415"/>
                      <a:pt x="5090" y="52394"/>
                    </a:cubicBezTo>
                    <a:lnTo>
                      <a:pt x="5173" y="52186"/>
                    </a:lnTo>
                    <a:cubicBezTo>
                      <a:pt x="5173" y="52186"/>
                      <a:pt x="5173" y="52186"/>
                      <a:pt x="5173" y="52165"/>
                    </a:cubicBezTo>
                    <a:cubicBezTo>
                      <a:pt x="5194" y="52102"/>
                      <a:pt x="5215" y="52019"/>
                      <a:pt x="5256" y="51935"/>
                    </a:cubicBezTo>
                    <a:cubicBezTo>
                      <a:pt x="5277" y="51852"/>
                      <a:pt x="5319" y="51748"/>
                      <a:pt x="5340" y="51664"/>
                    </a:cubicBezTo>
                    <a:cubicBezTo>
                      <a:pt x="5361" y="51602"/>
                      <a:pt x="5402" y="51518"/>
                      <a:pt x="5423" y="51456"/>
                    </a:cubicBezTo>
                    <a:cubicBezTo>
                      <a:pt x="5465" y="51247"/>
                      <a:pt x="5528" y="51059"/>
                      <a:pt x="5569" y="50851"/>
                    </a:cubicBezTo>
                    <a:cubicBezTo>
                      <a:pt x="5653" y="50517"/>
                      <a:pt x="5736" y="50163"/>
                      <a:pt x="5778" y="49787"/>
                    </a:cubicBezTo>
                    <a:cubicBezTo>
                      <a:pt x="5799" y="49766"/>
                      <a:pt x="5799" y="49745"/>
                      <a:pt x="5799" y="49704"/>
                    </a:cubicBezTo>
                    <a:cubicBezTo>
                      <a:pt x="5882" y="49203"/>
                      <a:pt x="5924" y="48682"/>
                      <a:pt x="5966" y="48160"/>
                    </a:cubicBezTo>
                    <a:cubicBezTo>
                      <a:pt x="5986" y="47722"/>
                      <a:pt x="6007" y="47284"/>
                      <a:pt x="6028" y="46867"/>
                    </a:cubicBezTo>
                    <a:lnTo>
                      <a:pt x="6028" y="46325"/>
                    </a:lnTo>
                    <a:lnTo>
                      <a:pt x="6028" y="46200"/>
                    </a:lnTo>
                    <a:lnTo>
                      <a:pt x="6028" y="45970"/>
                    </a:lnTo>
                    <a:cubicBezTo>
                      <a:pt x="6028" y="45490"/>
                      <a:pt x="6049" y="45032"/>
                      <a:pt x="6070" y="44552"/>
                    </a:cubicBezTo>
                    <a:lnTo>
                      <a:pt x="6070" y="44322"/>
                    </a:lnTo>
                    <a:cubicBezTo>
                      <a:pt x="6070" y="44135"/>
                      <a:pt x="6091" y="43947"/>
                      <a:pt x="6091" y="43759"/>
                    </a:cubicBezTo>
                    <a:cubicBezTo>
                      <a:pt x="6112" y="43446"/>
                      <a:pt x="6132" y="43134"/>
                      <a:pt x="6132" y="42821"/>
                    </a:cubicBezTo>
                    <a:cubicBezTo>
                      <a:pt x="6153" y="42633"/>
                      <a:pt x="6153" y="42424"/>
                      <a:pt x="6153" y="42237"/>
                    </a:cubicBezTo>
                    <a:lnTo>
                      <a:pt x="6153" y="41986"/>
                    </a:lnTo>
                    <a:cubicBezTo>
                      <a:pt x="6174" y="41423"/>
                      <a:pt x="6153" y="40860"/>
                      <a:pt x="6112" y="40297"/>
                    </a:cubicBezTo>
                    <a:cubicBezTo>
                      <a:pt x="6091" y="40151"/>
                      <a:pt x="6070" y="40005"/>
                      <a:pt x="6070" y="39880"/>
                    </a:cubicBezTo>
                    <a:cubicBezTo>
                      <a:pt x="6049" y="39755"/>
                      <a:pt x="6028" y="39609"/>
                      <a:pt x="6028" y="39484"/>
                    </a:cubicBezTo>
                    <a:cubicBezTo>
                      <a:pt x="5986" y="39275"/>
                      <a:pt x="5966" y="39066"/>
                      <a:pt x="5924" y="38858"/>
                    </a:cubicBezTo>
                    <a:cubicBezTo>
                      <a:pt x="5861" y="38587"/>
                      <a:pt x="5799" y="38295"/>
                      <a:pt x="5736" y="38003"/>
                    </a:cubicBezTo>
                    <a:cubicBezTo>
                      <a:pt x="5528" y="37106"/>
                      <a:pt x="5361" y="36209"/>
                      <a:pt x="5236" y="35312"/>
                    </a:cubicBezTo>
                    <a:cubicBezTo>
                      <a:pt x="5173" y="34311"/>
                      <a:pt x="5152" y="33310"/>
                      <a:pt x="5215" y="32329"/>
                    </a:cubicBezTo>
                    <a:lnTo>
                      <a:pt x="5215" y="32142"/>
                    </a:lnTo>
                    <a:cubicBezTo>
                      <a:pt x="5256" y="31120"/>
                      <a:pt x="5256" y="30098"/>
                      <a:pt x="5256" y="29055"/>
                    </a:cubicBezTo>
                    <a:cubicBezTo>
                      <a:pt x="5236" y="28366"/>
                      <a:pt x="5215" y="27678"/>
                      <a:pt x="5194" y="26990"/>
                    </a:cubicBezTo>
                    <a:cubicBezTo>
                      <a:pt x="5131" y="25759"/>
                      <a:pt x="5048" y="24508"/>
                      <a:pt x="4923" y="23256"/>
                    </a:cubicBezTo>
                    <a:cubicBezTo>
                      <a:pt x="4902" y="22902"/>
                      <a:pt x="4860" y="22547"/>
                      <a:pt x="4818" y="22193"/>
                    </a:cubicBezTo>
                    <a:cubicBezTo>
                      <a:pt x="4652" y="20649"/>
                      <a:pt x="4443" y="19106"/>
                      <a:pt x="4505" y="17541"/>
                    </a:cubicBezTo>
                    <a:cubicBezTo>
                      <a:pt x="4652" y="14475"/>
                      <a:pt x="5465" y="11576"/>
                      <a:pt x="5402" y="8510"/>
                    </a:cubicBezTo>
                    <a:lnTo>
                      <a:pt x="5402" y="8218"/>
                    </a:lnTo>
                    <a:cubicBezTo>
                      <a:pt x="5298" y="6862"/>
                      <a:pt x="5090" y="5528"/>
                      <a:pt x="4735" y="4234"/>
                    </a:cubicBezTo>
                    <a:cubicBezTo>
                      <a:pt x="4714" y="4151"/>
                      <a:pt x="4693" y="4088"/>
                      <a:pt x="4672" y="4005"/>
                    </a:cubicBezTo>
                    <a:cubicBezTo>
                      <a:pt x="4631" y="3838"/>
                      <a:pt x="4589" y="3671"/>
                      <a:pt x="4547" y="3525"/>
                    </a:cubicBezTo>
                    <a:cubicBezTo>
                      <a:pt x="4505" y="3358"/>
                      <a:pt x="4464" y="3212"/>
                      <a:pt x="4401" y="3045"/>
                    </a:cubicBezTo>
                    <a:cubicBezTo>
                      <a:pt x="4380" y="2962"/>
                      <a:pt x="4359" y="2899"/>
                      <a:pt x="4339" y="2816"/>
                    </a:cubicBezTo>
                    <a:cubicBezTo>
                      <a:pt x="4297" y="2670"/>
                      <a:pt x="4255" y="2545"/>
                      <a:pt x="4213" y="2399"/>
                    </a:cubicBezTo>
                    <a:cubicBezTo>
                      <a:pt x="4151" y="2232"/>
                      <a:pt x="4088" y="2044"/>
                      <a:pt x="4026" y="1877"/>
                    </a:cubicBezTo>
                    <a:cubicBezTo>
                      <a:pt x="4005" y="1815"/>
                      <a:pt x="3984" y="1752"/>
                      <a:pt x="3942" y="1690"/>
                    </a:cubicBezTo>
                    <a:cubicBezTo>
                      <a:pt x="3880" y="1523"/>
                      <a:pt x="3775" y="1356"/>
                      <a:pt x="3692" y="1168"/>
                    </a:cubicBezTo>
                    <a:cubicBezTo>
                      <a:pt x="3629" y="1064"/>
                      <a:pt x="3567" y="981"/>
                      <a:pt x="3525" y="876"/>
                    </a:cubicBezTo>
                    <a:cubicBezTo>
                      <a:pt x="3463" y="751"/>
                      <a:pt x="3400" y="605"/>
                      <a:pt x="3358" y="480"/>
                    </a:cubicBezTo>
                    <a:cubicBezTo>
                      <a:pt x="3296" y="334"/>
                      <a:pt x="3254" y="167"/>
                      <a:pt x="3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7"/>
              <p:cNvSpPr/>
              <p:nvPr/>
            </p:nvSpPr>
            <p:spPr>
              <a:xfrm>
                <a:off x="8466800" y="2781450"/>
                <a:ext cx="163750" cy="1351609"/>
              </a:xfrm>
              <a:custGeom>
                <a:rect b="b" l="l" r="r" t="t"/>
                <a:pathLst>
                  <a:path extrusionOk="0" h="54189" w="6550">
                    <a:moveTo>
                      <a:pt x="3400" y="1"/>
                    </a:moveTo>
                    <a:lnTo>
                      <a:pt x="3275" y="1106"/>
                    </a:lnTo>
                    <a:cubicBezTo>
                      <a:pt x="3213" y="1649"/>
                      <a:pt x="3234" y="2212"/>
                      <a:pt x="3359" y="2733"/>
                    </a:cubicBezTo>
                    <a:cubicBezTo>
                      <a:pt x="3421" y="3067"/>
                      <a:pt x="3505" y="3380"/>
                      <a:pt x="3588" y="3693"/>
                    </a:cubicBezTo>
                    <a:cubicBezTo>
                      <a:pt x="3609" y="3797"/>
                      <a:pt x="3630" y="3922"/>
                      <a:pt x="3651" y="4026"/>
                    </a:cubicBezTo>
                    <a:cubicBezTo>
                      <a:pt x="3734" y="4339"/>
                      <a:pt x="3797" y="4631"/>
                      <a:pt x="3838" y="4923"/>
                    </a:cubicBezTo>
                    <a:lnTo>
                      <a:pt x="3838" y="4986"/>
                    </a:lnTo>
                    <a:cubicBezTo>
                      <a:pt x="4026" y="5987"/>
                      <a:pt x="4026" y="7009"/>
                      <a:pt x="3880" y="8031"/>
                    </a:cubicBezTo>
                    <a:cubicBezTo>
                      <a:pt x="3838" y="8240"/>
                      <a:pt x="3797" y="8448"/>
                      <a:pt x="3734" y="8657"/>
                    </a:cubicBezTo>
                    <a:cubicBezTo>
                      <a:pt x="3546" y="9283"/>
                      <a:pt x="3296" y="9929"/>
                      <a:pt x="3025" y="10534"/>
                    </a:cubicBezTo>
                    <a:cubicBezTo>
                      <a:pt x="2900" y="10868"/>
                      <a:pt x="2754" y="11222"/>
                      <a:pt x="2608" y="11577"/>
                    </a:cubicBezTo>
                    <a:cubicBezTo>
                      <a:pt x="2086" y="12974"/>
                      <a:pt x="1794" y="14497"/>
                      <a:pt x="1648" y="16541"/>
                    </a:cubicBezTo>
                    <a:cubicBezTo>
                      <a:pt x="1607" y="17000"/>
                      <a:pt x="1544" y="17438"/>
                      <a:pt x="1482" y="17876"/>
                    </a:cubicBezTo>
                    <a:cubicBezTo>
                      <a:pt x="1482" y="17918"/>
                      <a:pt x="1482" y="17959"/>
                      <a:pt x="1461" y="17980"/>
                    </a:cubicBezTo>
                    <a:cubicBezTo>
                      <a:pt x="1440" y="18189"/>
                      <a:pt x="1398" y="18376"/>
                      <a:pt x="1377" y="18564"/>
                    </a:cubicBezTo>
                    <a:cubicBezTo>
                      <a:pt x="1315" y="18877"/>
                      <a:pt x="1273" y="19190"/>
                      <a:pt x="1273" y="19503"/>
                    </a:cubicBezTo>
                    <a:cubicBezTo>
                      <a:pt x="1252" y="19857"/>
                      <a:pt x="1252" y="20191"/>
                      <a:pt x="1294" y="20525"/>
                    </a:cubicBezTo>
                    <a:cubicBezTo>
                      <a:pt x="1315" y="20712"/>
                      <a:pt x="1336" y="20879"/>
                      <a:pt x="1356" y="21046"/>
                    </a:cubicBezTo>
                    <a:cubicBezTo>
                      <a:pt x="1419" y="21442"/>
                      <a:pt x="1482" y="21860"/>
                      <a:pt x="1565" y="22235"/>
                    </a:cubicBezTo>
                    <a:cubicBezTo>
                      <a:pt x="1586" y="22360"/>
                      <a:pt x="1628" y="22485"/>
                      <a:pt x="1648" y="22611"/>
                    </a:cubicBezTo>
                    <a:cubicBezTo>
                      <a:pt x="1690" y="22819"/>
                      <a:pt x="1732" y="23007"/>
                      <a:pt x="1774" y="23215"/>
                    </a:cubicBezTo>
                    <a:cubicBezTo>
                      <a:pt x="1940" y="23987"/>
                      <a:pt x="2024" y="24759"/>
                      <a:pt x="2066" y="25531"/>
                    </a:cubicBezTo>
                    <a:cubicBezTo>
                      <a:pt x="2066" y="26240"/>
                      <a:pt x="1982" y="26928"/>
                      <a:pt x="1836" y="27616"/>
                    </a:cubicBezTo>
                    <a:cubicBezTo>
                      <a:pt x="1794" y="27867"/>
                      <a:pt x="1732" y="28096"/>
                      <a:pt x="1669" y="28346"/>
                    </a:cubicBezTo>
                    <a:cubicBezTo>
                      <a:pt x="1628" y="28534"/>
                      <a:pt x="1586" y="28722"/>
                      <a:pt x="1523" y="28909"/>
                    </a:cubicBezTo>
                    <a:cubicBezTo>
                      <a:pt x="1377" y="29473"/>
                      <a:pt x="1210" y="30015"/>
                      <a:pt x="1023" y="30536"/>
                    </a:cubicBezTo>
                    <a:cubicBezTo>
                      <a:pt x="1002" y="30620"/>
                      <a:pt x="981" y="30682"/>
                      <a:pt x="960" y="30766"/>
                    </a:cubicBezTo>
                    <a:cubicBezTo>
                      <a:pt x="960" y="30828"/>
                      <a:pt x="898" y="30954"/>
                      <a:pt x="877" y="31058"/>
                    </a:cubicBezTo>
                    <a:lnTo>
                      <a:pt x="793" y="31329"/>
                    </a:lnTo>
                    <a:lnTo>
                      <a:pt x="772" y="31371"/>
                    </a:lnTo>
                    <a:lnTo>
                      <a:pt x="752" y="31433"/>
                    </a:lnTo>
                    <a:cubicBezTo>
                      <a:pt x="752" y="31454"/>
                      <a:pt x="731" y="31496"/>
                      <a:pt x="731" y="31517"/>
                    </a:cubicBezTo>
                    <a:cubicBezTo>
                      <a:pt x="439" y="32455"/>
                      <a:pt x="209" y="33394"/>
                      <a:pt x="84" y="34353"/>
                    </a:cubicBezTo>
                    <a:cubicBezTo>
                      <a:pt x="84" y="34374"/>
                      <a:pt x="84" y="34395"/>
                      <a:pt x="84" y="34416"/>
                    </a:cubicBezTo>
                    <a:cubicBezTo>
                      <a:pt x="63" y="34562"/>
                      <a:pt x="42" y="34708"/>
                      <a:pt x="42" y="34854"/>
                    </a:cubicBezTo>
                    <a:cubicBezTo>
                      <a:pt x="22" y="35062"/>
                      <a:pt x="1" y="35292"/>
                      <a:pt x="1" y="35500"/>
                    </a:cubicBezTo>
                    <a:lnTo>
                      <a:pt x="1" y="35709"/>
                    </a:lnTo>
                    <a:lnTo>
                      <a:pt x="1" y="36043"/>
                    </a:lnTo>
                    <a:cubicBezTo>
                      <a:pt x="1" y="36251"/>
                      <a:pt x="1" y="36460"/>
                      <a:pt x="22" y="36668"/>
                    </a:cubicBezTo>
                    <a:cubicBezTo>
                      <a:pt x="42" y="36877"/>
                      <a:pt x="42" y="37086"/>
                      <a:pt x="42" y="37294"/>
                    </a:cubicBezTo>
                    <a:cubicBezTo>
                      <a:pt x="188" y="39985"/>
                      <a:pt x="543" y="42675"/>
                      <a:pt x="918" y="45199"/>
                    </a:cubicBezTo>
                    <a:cubicBezTo>
                      <a:pt x="981" y="45700"/>
                      <a:pt x="1064" y="46179"/>
                      <a:pt x="1148" y="46659"/>
                    </a:cubicBezTo>
                    <a:cubicBezTo>
                      <a:pt x="1190" y="46972"/>
                      <a:pt x="1231" y="47264"/>
                      <a:pt x="1294" y="47577"/>
                    </a:cubicBezTo>
                    <a:cubicBezTo>
                      <a:pt x="1315" y="47765"/>
                      <a:pt x="1356" y="48098"/>
                      <a:pt x="1398" y="48474"/>
                    </a:cubicBezTo>
                    <a:cubicBezTo>
                      <a:pt x="1502" y="49287"/>
                      <a:pt x="1607" y="50080"/>
                      <a:pt x="1732" y="50831"/>
                    </a:cubicBezTo>
                    <a:cubicBezTo>
                      <a:pt x="1815" y="51394"/>
                      <a:pt x="1920" y="51957"/>
                      <a:pt x="2024" y="52458"/>
                    </a:cubicBezTo>
                    <a:cubicBezTo>
                      <a:pt x="2149" y="53042"/>
                      <a:pt x="2295" y="53626"/>
                      <a:pt x="2483" y="54189"/>
                    </a:cubicBezTo>
                    <a:lnTo>
                      <a:pt x="2816" y="54189"/>
                    </a:lnTo>
                    <a:cubicBezTo>
                      <a:pt x="2462" y="53083"/>
                      <a:pt x="2191" y="51957"/>
                      <a:pt x="2045" y="50810"/>
                    </a:cubicBezTo>
                    <a:cubicBezTo>
                      <a:pt x="1878" y="49892"/>
                      <a:pt x="1774" y="49016"/>
                      <a:pt x="1711" y="48432"/>
                    </a:cubicBezTo>
                    <a:cubicBezTo>
                      <a:pt x="1648" y="48036"/>
                      <a:pt x="1628" y="47723"/>
                      <a:pt x="1586" y="47514"/>
                    </a:cubicBezTo>
                    <a:cubicBezTo>
                      <a:pt x="1461" y="46763"/>
                      <a:pt x="1356" y="45992"/>
                      <a:pt x="1231" y="45178"/>
                    </a:cubicBezTo>
                    <a:cubicBezTo>
                      <a:pt x="1148" y="44719"/>
                      <a:pt x="1085" y="44240"/>
                      <a:pt x="1023" y="43781"/>
                    </a:cubicBezTo>
                    <a:cubicBezTo>
                      <a:pt x="939" y="43218"/>
                      <a:pt x="856" y="42655"/>
                      <a:pt x="793" y="42091"/>
                    </a:cubicBezTo>
                    <a:cubicBezTo>
                      <a:pt x="647" y="40923"/>
                      <a:pt x="522" y="39755"/>
                      <a:pt x="439" y="38587"/>
                    </a:cubicBezTo>
                    <a:cubicBezTo>
                      <a:pt x="418" y="38358"/>
                      <a:pt x="397" y="38128"/>
                      <a:pt x="376" y="37920"/>
                    </a:cubicBezTo>
                    <a:lnTo>
                      <a:pt x="397" y="37628"/>
                    </a:lnTo>
                    <a:cubicBezTo>
                      <a:pt x="397" y="37503"/>
                      <a:pt x="376" y="37398"/>
                      <a:pt x="376" y="37273"/>
                    </a:cubicBezTo>
                    <a:cubicBezTo>
                      <a:pt x="355" y="36960"/>
                      <a:pt x="355" y="36668"/>
                      <a:pt x="334" y="36376"/>
                    </a:cubicBezTo>
                    <a:cubicBezTo>
                      <a:pt x="334" y="36168"/>
                      <a:pt x="334" y="35959"/>
                      <a:pt x="334" y="35730"/>
                    </a:cubicBezTo>
                    <a:lnTo>
                      <a:pt x="334" y="35500"/>
                    </a:lnTo>
                    <a:cubicBezTo>
                      <a:pt x="355" y="34374"/>
                      <a:pt x="543" y="33269"/>
                      <a:pt x="877" y="32205"/>
                    </a:cubicBezTo>
                    <a:cubicBezTo>
                      <a:pt x="877" y="32163"/>
                      <a:pt x="898" y="32142"/>
                      <a:pt x="918" y="32101"/>
                    </a:cubicBezTo>
                    <a:cubicBezTo>
                      <a:pt x="918" y="32080"/>
                      <a:pt x="918" y="32059"/>
                      <a:pt x="918" y="32038"/>
                    </a:cubicBezTo>
                    <a:cubicBezTo>
                      <a:pt x="918" y="32017"/>
                      <a:pt x="939" y="32017"/>
                      <a:pt x="939" y="31996"/>
                    </a:cubicBezTo>
                    <a:cubicBezTo>
                      <a:pt x="960" y="31913"/>
                      <a:pt x="1002" y="31809"/>
                      <a:pt x="1023" y="31725"/>
                    </a:cubicBezTo>
                    <a:cubicBezTo>
                      <a:pt x="1044" y="31663"/>
                      <a:pt x="1085" y="31538"/>
                      <a:pt x="1106" y="31433"/>
                    </a:cubicBezTo>
                    <a:cubicBezTo>
                      <a:pt x="1190" y="31162"/>
                      <a:pt x="1273" y="30933"/>
                      <a:pt x="1356" y="30682"/>
                    </a:cubicBezTo>
                    <a:cubicBezTo>
                      <a:pt x="1419" y="30432"/>
                      <a:pt x="1502" y="30161"/>
                      <a:pt x="1586" y="29890"/>
                    </a:cubicBezTo>
                    <a:cubicBezTo>
                      <a:pt x="1648" y="29765"/>
                      <a:pt x="1690" y="29619"/>
                      <a:pt x="1711" y="29473"/>
                    </a:cubicBezTo>
                    <a:cubicBezTo>
                      <a:pt x="1774" y="29327"/>
                      <a:pt x="1815" y="29160"/>
                      <a:pt x="1857" y="29014"/>
                    </a:cubicBezTo>
                    <a:cubicBezTo>
                      <a:pt x="2191" y="27887"/>
                      <a:pt x="2378" y="26740"/>
                      <a:pt x="2378" y="25572"/>
                    </a:cubicBezTo>
                    <a:cubicBezTo>
                      <a:pt x="2337" y="24571"/>
                      <a:pt x="2191" y="23570"/>
                      <a:pt x="1961" y="22590"/>
                    </a:cubicBezTo>
                    <a:cubicBezTo>
                      <a:pt x="1857" y="22068"/>
                      <a:pt x="1753" y="21547"/>
                      <a:pt x="1669" y="21025"/>
                    </a:cubicBezTo>
                    <a:cubicBezTo>
                      <a:pt x="1648" y="20858"/>
                      <a:pt x="1628" y="20671"/>
                      <a:pt x="1607" y="20504"/>
                    </a:cubicBezTo>
                    <a:cubicBezTo>
                      <a:pt x="1565" y="20170"/>
                      <a:pt x="1565" y="19836"/>
                      <a:pt x="1586" y="19503"/>
                    </a:cubicBezTo>
                    <a:cubicBezTo>
                      <a:pt x="1628" y="19002"/>
                      <a:pt x="1690" y="18522"/>
                      <a:pt x="1774" y="18043"/>
                    </a:cubicBezTo>
                    <a:cubicBezTo>
                      <a:pt x="1857" y="17542"/>
                      <a:pt x="1920" y="17062"/>
                      <a:pt x="1961" y="16562"/>
                    </a:cubicBezTo>
                    <a:cubicBezTo>
                      <a:pt x="2107" y="14560"/>
                      <a:pt x="2399" y="13079"/>
                      <a:pt x="2921" y="11702"/>
                    </a:cubicBezTo>
                    <a:cubicBezTo>
                      <a:pt x="3046" y="11347"/>
                      <a:pt x="3171" y="11014"/>
                      <a:pt x="3317" y="10680"/>
                    </a:cubicBezTo>
                    <a:cubicBezTo>
                      <a:pt x="3484" y="10346"/>
                      <a:pt x="3609" y="9992"/>
                      <a:pt x="3755" y="9637"/>
                    </a:cubicBezTo>
                    <a:cubicBezTo>
                      <a:pt x="3797" y="9491"/>
                      <a:pt x="3859" y="9345"/>
                      <a:pt x="3901" y="9220"/>
                    </a:cubicBezTo>
                    <a:cubicBezTo>
                      <a:pt x="3901" y="9199"/>
                      <a:pt x="3922" y="9178"/>
                      <a:pt x="3922" y="9157"/>
                    </a:cubicBezTo>
                    <a:cubicBezTo>
                      <a:pt x="3964" y="9011"/>
                      <a:pt x="4005" y="8865"/>
                      <a:pt x="4047" y="8719"/>
                    </a:cubicBezTo>
                    <a:cubicBezTo>
                      <a:pt x="4110" y="8532"/>
                      <a:pt x="4151" y="8323"/>
                      <a:pt x="4193" y="8115"/>
                    </a:cubicBezTo>
                    <a:cubicBezTo>
                      <a:pt x="4231" y="7889"/>
                      <a:pt x="4260" y="7660"/>
                      <a:pt x="4278" y="7430"/>
                    </a:cubicBezTo>
                    <a:lnTo>
                      <a:pt x="4278" y="7430"/>
                    </a:lnTo>
                    <a:cubicBezTo>
                      <a:pt x="4305" y="7142"/>
                      <a:pt x="4318" y="6853"/>
                      <a:pt x="4318" y="6571"/>
                    </a:cubicBezTo>
                    <a:cubicBezTo>
                      <a:pt x="4297" y="6029"/>
                      <a:pt x="4235" y="5487"/>
                      <a:pt x="4151" y="4944"/>
                    </a:cubicBezTo>
                    <a:cubicBezTo>
                      <a:pt x="4110" y="4631"/>
                      <a:pt x="4047" y="4298"/>
                      <a:pt x="3964" y="3985"/>
                    </a:cubicBezTo>
                    <a:cubicBezTo>
                      <a:pt x="3943" y="3860"/>
                      <a:pt x="3901" y="3755"/>
                      <a:pt x="3880" y="3630"/>
                    </a:cubicBezTo>
                    <a:cubicBezTo>
                      <a:pt x="3859" y="3505"/>
                      <a:pt x="3818" y="3359"/>
                      <a:pt x="3797" y="3255"/>
                    </a:cubicBezTo>
                    <a:cubicBezTo>
                      <a:pt x="3692" y="2900"/>
                      <a:pt x="3630" y="2546"/>
                      <a:pt x="3588" y="2191"/>
                    </a:cubicBezTo>
                    <a:lnTo>
                      <a:pt x="3588" y="2191"/>
                    </a:lnTo>
                    <a:cubicBezTo>
                      <a:pt x="3589" y="2205"/>
                      <a:pt x="3590" y="2219"/>
                      <a:pt x="3591" y="2232"/>
                    </a:cubicBezTo>
                    <a:lnTo>
                      <a:pt x="3591" y="2232"/>
                    </a:lnTo>
                    <a:cubicBezTo>
                      <a:pt x="3590" y="2226"/>
                      <a:pt x="3589" y="2219"/>
                      <a:pt x="3588" y="2212"/>
                    </a:cubicBezTo>
                    <a:lnTo>
                      <a:pt x="3571" y="2055"/>
                    </a:lnTo>
                    <a:lnTo>
                      <a:pt x="3571" y="2055"/>
                    </a:lnTo>
                    <a:cubicBezTo>
                      <a:pt x="3612" y="2176"/>
                      <a:pt x="3673" y="2277"/>
                      <a:pt x="3734" y="2379"/>
                    </a:cubicBezTo>
                    <a:cubicBezTo>
                      <a:pt x="3797" y="2483"/>
                      <a:pt x="3838" y="2587"/>
                      <a:pt x="3901" y="2692"/>
                    </a:cubicBezTo>
                    <a:cubicBezTo>
                      <a:pt x="3943" y="2796"/>
                      <a:pt x="4005" y="2942"/>
                      <a:pt x="4068" y="3067"/>
                    </a:cubicBezTo>
                    <a:cubicBezTo>
                      <a:pt x="4276" y="3672"/>
                      <a:pt x="4485" y="4298"/>
                      <a:pt x="4652" y="4965"/>
                    </a:cubicBezTo>
                    <a:cubicBezTo>
                      <a:pt x="4673" y="5028"/>
                      <a:pt x="4694" y="5111"/>
                      <a:pt x="4714" y="5174"/>
                    </a:cubicBezTo>
                    <a:cubicBezTo>
                      <a:pt x="5111" y="6634"/>
                      <a:pt x="5361" y="8135"/>
                      <a:pt x="5445" y="9658"/>
                    </a:cubicBezTo>
                    <a:cubicBezTo>
                      <a:pt x="5486" y="11368"/>
                      <a:pt x="5236" y="13079"/>
                      <a:pt x="4986" y="14726"/>
                    </a:cubicBezTo>
                    <a:cubicBezTo>
                      <a:pt x="4777" y="16020"/>
                      <a:pt x="4652" y="17334"/>
                      <a:pt x="4568" y="18668"/>
                    </a:cubicBezTo>
                    <a:cubicBezTo>
                      <a:pt x="4548" y="19982"/>
                      <a:pt x="4631" y="21317"/>
                      <a:pt x="4819" y="22652"/>
                    </a:cubicBezTo>
                    <a:cubicBezTo>
                      <a:pt x="4840" y="22882"/>
                      <a:pt x="4861" y="23111"/>
                      <a:pt x="4881" y="23341"/>
                    </a:cubicBezTo>
                    <a:cubicBezTo>
                      <a:pt x="4923" y="23695"/>
                      <a:pt x="4965" y="24050"/>
                      <a:pt x="5007" y="24404"/>
                    </a:cubicBezTo>
                    <a:cubicBezTo>
                      <a:pt x="5173" y="26323"/>
                      <a:pt x="5278" y="28263"/>
                      <a:pt x="5299" y="30203"/>
                    </a:cubicBezTo>
                    <a:cubicBezTo>
                      <a:pt x="5319" y="31225"/>
                      <a:pt x="5299" y="32268"/>
                      <a:pt x="5278" y="33290"/>
                    </a:cubicBezTo>
                    <a:lnTo>
                      <a:pt x="5278" y="33498"/>
                    </a:lnTo>
                    <a:lnTo>
                      <a:pt x="5278" y="33519"/>
                    </a:lnTo>
                    <a:lnTo>
                      <a:pt x="5278" y="33665"/>
                    </a:lnTo>
                    <a:cubicBezTo>
                      <a:pt x="5257" y="34416"/>
                      <a:pt x="5215" y="35188"/>
                      <a:pt x="5278" y="35959"/>
                    </a:cubicBezTo>
                    <a:cubicBezTo>
                      <a:pt x="5278" y="36126"/>
                      <a:pt x="5299" y="36293"/>
                      <a:pt x="5319" y="36460"/>
                    </a:cubicBezTo>
                    <a:cubicBezTo>
                      <a:pt x="5403" y="37252"/>
                      <a:pt x="5549" y="38066"/>
                      <a:pt x="5737" y="38838"/>
                    </a:cubicBezTo>
                    <a:cubicBezTo>
                      <a:pt x="5820" y="39234"/>
                      <a:pt x="5903" y="39630"/>
                      <a:pt x="6008" y="40027"/>
                    </a:cubicBezTo>
                    <a:cubicBezTo>
                      <a:pt x="6070" y="40360"/>
                      <a:pt x="6112" y="40673"/>
                      <a:pt x="6154" y="41007"/>
                    </a:cubicBezTo>
                    <a:cubicBezTo>
                      <a:pt x="6154" y="41132"/>
                      <a:pt x="6175" y="41278"/>
                      <a:pt x="6195" y="41424"/>
                    </a:cubicBezTo>
                    <a:cubicBezTo>
                      <a:pt x="6195" y="41570"/>
                      <a:pt x="6216" y="41737"/>
                      <a:pt x="6216" y="41904"/>
                    </a:cubicBezTo>
                    <a:cubicBezTo>
                      <a:pt x="6237" y="42300"/>
                      <a:pt x="6237" y="42717"/>
                      <a:pt x="6237" y="43113"/>
                    </a:cubicBezTo>
                    <a:lnTo>
                      <a:pt x="6237" y="43364"/>
                    </a:lnTo>
                    <a:cubicBezTo>
                      <a:pt x="6237" y="43572"/>
                      <a:pt x="6237" y="43760"/>
                      <a:pt x="6216" y="43969"/>
                    </a:cubicBezTo>
                    <a:cubicBezTo>
                      <a:pt x="6216" y="44156"/>
                      <a:pt x="6216" y="44323"/>
                      <a:pt x="6195" y="44490"/>
                    </a:cubicBezTo>
                    <a:cubicBezTo>
                      <a:pt x="6195" y="44657"/>
                      <a:pt x="6195" y="44782"/>
                      <a:pt x="6175" y="44907"/>
                    </a:cubicBezTo>
                    <a:lnTo>
                      <a:pt x="6175" y="45095"/>
                    </a:lnTo>
                    <a:cubicBezTo>
                      <a:pt x="6175" y="45199"/>
                      <a:pt x="6175" y="45324"/>
                      <a:pt x="6175" y="45449"/>
                    </a:cubicBezTo>
                    <a:cubicBezTo>
                      <a:pt x="6154" y="45554"/>
                      <a:pt x="6175" y="45616"/>
                      <a:pt x="6175" y="45700"/>
                    </a:cubicBezTo>
                    <a:lnTo>
                      <a:pt x="6175" y="45929"/>
                    </a:lnTo>
                    <a:cubicBezTo>
                      <a:pt x="6154" y="46346"/>
                      <a:pt x="6133" y="46763"/>
                      <a:pt x="6133" y="47201"/>
                    </a:cubicBezTo>
                    <a:lnTo>
                      <a:pt x="6133" y="47994"/>
                    </a:lnTo>
                    <a:cubicBezTo>
                      <a:pt x="6133" y="48265"/>
                      <a:pt x="6112" y="48578"/>
                      <a:pt x="6091" y="48870"/>
                    </a:cubicBezTo>
                    <a:cubicBezTo>
                      <a:pt x="6091" y="48995"/>
                      <a:pt x="6091" y="49100"/>
                      <a:pt x="6070" y="49225"/>
                    </a:cubicBezTo>
                    <a:cubicBezTo>
                      <a:pt x="6070" y="49225"/>
                      <a:pt x="6070" y="49246"/>
                      <a:pt x="6070" y="49266"/>
                    </a:cubicBezTo>
                    <a:cubicBezTo>
                      <a:pt x="6049" y="49788"/>
                      <a:pt x="5987" y="50309"/>
                      <a:pt x="5903" y="50852"/>
                    </a:cubicBezTo>
                    <a:cubicBezTo>
                      <a:pt x="5903" y="50872"/>
                      <a:pt x="5903" y="50893"/>
                      <a:pt x="5903" y="50914"/>
                    </a:cubicBezTo>
                    <a:cubicBezTo>
                      <a:pt x="5841" y="51269"/>
                      <a:pt x="5778" y="51623"/>
                      <a:pt x="5695" y="51978"/>
                    </a:cubicBezTo>
                    <a:cubicBezTo>
                      <a:pt x="5653" y="52166"/>
                      <a:pt x="5591" y="52332"/>
                      <a:pt x="5549" y="52520"/>
                    </a:cubicBezTo>
                    <a:cubicBezTo>
                      <a:pt x="5507" y="52624"/>
                      <a:pt x="5486" y="52708"/>
                      <a:pt x="5445" y="52812"/>
                    </a:cubicBezTo>
                    <a:cubicBezTo>
                      <a:pt x="5424" y="52916"/>
                      <a:pt x="5403" y="52979"/>
                      <a:pt x="5361" y="53062"/>
                    </a:cubicBezTo>
                    <a:cubicBezTo>
                      <a:pt x="5340" y="53146"/>
                      <a:pt x="5299" y="53229"/>
                      <a:pt x="5278" y="53313"/>
                    </a:cubicBezTo>
                    <a:cubicBezTo>
                      <a:pt x="5257" y="53375"/>
                      <a:pt x="5236" y="53438"/>
                      <a:pt x="5194" y="53500"/>
                    </a:cubicBezTo>
                    <a:cubicBezTo>
                      <a:pt x="5194" y="53500"/>
                      <a:pt x="5194" y="53521"/>
                      <a:pt x="5173" y="53521"/>
                    </a:cubicBezTo>
                    <a:cubicBezTo>
                      <a:pt x="5173" y="53563"/>
                      <a:pt x="5153" y="53584"/>
                      <a:pt x="5132" y="53626"/>
                    </a:cubicBezTo>
                    <a:cubicBezTo>
                      <a:pt x="5111" y="53688"/>
                      <a:pt x="5090" y="53730"/>
                      <a:pt x="5069" y="53772"/>
                    </a:cubicBezTo>
                    <a:cubicBezTo>
                      <a:pt x="5048" y="53834"/>
                      <a:pt x="5007" y="53918"/>
                      <a:pt x="4986" y="53980"/>
                    </a:cubicBezTo>
                    <a:cubicBezTo>
                      <a:pt x="4986" y="53980"/>
                      <a:pt x="4965" y="54001"/>
                      <a:pt x="4965" y="54022"/>
                    </a:cubicBezTo>
                    <a:lnTo>
                      <a:pt x="4965" y="54043"/>
                    </a:lnTo>
                    <a:cubicBezTo>
                      <a:pt x="4944" y="54064"/>
                      <a:pt x="4944" y="54084"/>
                      <a:pt x="4923" y="54126"/>
                    </a:cubicBezTo>
                    <a:cubicBezTo>
                      <a:pt x="4902" y="54147"/>
                      <a:pt x="4902" y="54168"/>
                      <a:pt x="4881" y="54189"/>
                    </a:cubicBezTo>
                    <a:lnTo>
                      <a:pt x="5236" y="54189"/>
                    </a:lnTo>
                    <a:cubicBezTo>
                      <a:pt x="5257" y="54147"/>
                      <a:pt x="5278" y="54105"/>
                      <a:pt x="5278" y="54064"/>
                    </a:cubicBezTo>
                    <a:cubicBezTo>
                      <a:pt x="5299" y="54022"/>
                      <a:pt x="5319" y="54001"/>
                      <a:pt x="5340" y="53959"/>
                    </a:cubicBezTo>
                    <a:cubicBezTo>
                      <a:pt x="5361" y="53938"/>
                      <a:pt x="5403" y="53834"/>
                      <a:pt x="5424" y="53772"/>
                    </a:cubicBezTo>
                    <a:cubicBezTo>
                      <a:pt x="5424" y="53751"/>
                      <a:pt x="5424" y="53751"/>
                      <a:pt x="5424" y="53751"/>
                    </a:cubicBezTo>
                    <a:cubicBezTo>
                      <a:pt x="5445" y="53688"/>
                      <a:pt x="5465" y="53646"/>
                      <a:pt x="5486" y="53584"/>
                    </a:cubicBezTo>
                    <a:cubicBezTo>
                      <a:pt x="5486" y="53584"/>
                      <a:pt x="5507" y="53563"/>
                      <a:pt x="5507" y="53563"/>
                    </a:cubicBezTo>
                    <a:cubicBezTo>
                      <a:pt x="5528" y="53480"/>
                      <a:pt x="5549" y="53417"/>
                      <a:pt x="5591" y="53354"/>
                    </a:cubicBezTo>
                    <a:cubicBezTo>
                      <a:pt x="5611" y="53292"/>
                      <a:pt x="5653" y="53188"/>
                      <a:pt x="5674" y="53104"/>
                    </a:cubicBezTo>
                    <a:cubicBezTo>
                      <a:pt x="5674" y="53083"/>
                      <a:pt x="5674" y="53083"/>
                      <a:pt x="5674" y="53083"/>
                    </a:cubicBezTo>
                    <a:cubicBezTo>
                      <a:pt x="5737" y="52937"/>
                      <a:pt x="5778" y="52770"/>
                      <a:pt x="5820" y="52624"/>
                    </a:cubicBezTo>
                    <a:cubicBezTo>
                      <a:pt x="5883" y="52437"/>
                      <a:pt x="5924" y="52228"/>
                      <a:pt x="5987" y="52020"/>
                    </a:cubicBezTo>
                    <a:cubicBezTo>
                      <a:pt x="6070" y="51644"/>
                      <a:pt x="6154" y="51248"/>
                      <a:pt x="6216" y="50852"/>
                    </a:cubicBezTo>
                    <a:cubicBezTo>
                      <a:pt x="6341" y="49913"/>
                      <a:pt x="6404" y="48974"/>
                      <a:pt x="6425" y="48036"/>
                    </a:cubicBezTo>
                    <a:cubicBezTo>
                      <a:pt x="6425" y="47806"/>
                      <a:pt x="6425" y="47577"/>
                      <a:pt x="6446" y="47347"/>
                    </a:cubicBezTo>
                    <a:lnTo>
                      <a:pt x="6446" y="47097"/>
                    </a:lnTo>
                    <a:lnTo>
                      <a:pt x="6446" y="46451"/>
                    </a:lnTo>
                    <a:cubicBezTo>
                      <a:pt x="6446" y="46221"/>
                      <a:pt x="6467" y="45929"/>
                      <a:pt x="6467" y="45679"/>
                    </a:cubicBezTo>
                    <a:lnTo>
                      <a:pt x="6467" y="45491"/>
                    </a:lnTo>
                    <a:cubicBezTo>
                      <a:pt x="6467" y="45366"/>
                      <a:pt x="6467" y="45220"/>
                      <a:pt x="6487" y="45095"/>
                    </a:cubicBezTo>
                    <a:cubicBezTo>
                      <a:pt x="6508" y="44719"/>
                      <a:pt x="6529" y="44365"/>
                      <a:pt x="6529" y="43989"/>
                    </a:cubicBezTo>
                    <a:cubicBezTo>
                      <a:pt x="6529" y="43781"/>
                      <a:pt x="6550" y="43572"/>
                      <a:pt x="6550" y="43364"/>
                    </a:cubicBezTo>
                    <a:lnTo>
                      <a:pt x="6550" y="43155"/>
                    </a:lnTo>
                    <a:cubicBezTo>
                      <a:pt x="6550" y="43155"/>
                      <a:pt x="6508" y="43134"/>
                      <a:pt x="6508" y="43134"/>
                    </a:cubicBezTo>
                    <a:lnTo>
                      <a:pt x="6508" y="42446"/>
                    </a:lnTo>
                    <a:cubicBezTo>
                      <a:pt x="6508" y="41987"/>
                      <a:pt x="6487" y="41507"/>
                      <a:pt x="6425" y="41028"/>
                    </a:cubicBezTo>
                    <a:cubicBezTo>
                      <a:pt x="6404" y="40903"/>
                      <a:pt x="6404" y="40777"/>
                      <a:pt x="6383" y="40631"/>
                    </a:cubicBezTo>
                    <a:cubicBezTo>
                      <a:pt x="6362" y="40506"/>
                      <a:pt x="6341" y="40402"/>
                      <a:pt x="6321" y="40277"/>
                    </a:cubicBezTo>
                    <a:cubicBezTo>
                      <a:pt x="6300" y="40152"/>
                      <a:pt x="6279" y="40068"/>
                      <a:pt x="6279" y="39985"/>
                    </a:cubicBezTo>
                    <a:cubicBezTo>
                      <a:pt x="6195" y="39568"/>
                      <a:pt x="6112" y="39171"/>
                      <a:pt x="6008" y="38775"/>
                    </a:cubicBezTo>
                    <a:cubicBezTo>
                      <a:pt x="5966" y="38608"/>
                      <a:pt x="5945" y="38441"/>
                      <a:pt x="5903" y="38274"/>
                    </a:cubicBezTo>
                    <a:cubicBezTo>
                      <a:pt x="5757" y="37670"/>
                      <a:pt x="5653" y="37044"/>
                      <a:pt x="5591" y="36439"/>
                    </a:cubicBezTo>
                    <a:cubicBezTo>
                      <a:pt x="5507" y="35521"/>
                      <a:pt x="5507" y="34604"/>
                      <a:pt x="5549" y="33686"/>
                    </a:cubicBezTo>
                    <a:lnTo>
                      <a:pt x="5570" y="33290"/>
                    </a:lnTo>
                    <a:cubicBezTo>
                      <a:pt x="5591" y="32685"/>
                      <a:pt x="5611" y="32059"/>
                      <a:pt x="5611" y="31454"/>
                    </a:cubicBezTo>
                    <a:lnTo>
                      <a:pt x="5611" y="31100"/>
                    </a:lnTo>
                    <a:lnTo>
                      <a:pt x="5611" y="30161"/>
                    </a:lnTo>
                    <a:cubicBezTo>
                      <a:pt x="5611" y="29493"/>
                      <a:pt x="5570" y="28805"/>
                      <a:pt x="5549" y="28138"/>
                    </a:cubicBezTo>
                    <a:cubicBezTo>
                      <a:pt x="5528" y="27700"/>
                      <a:pt x="5507" y="27283"/>
                      <a:pt x="5486" y="26865"/>
                    </a:cubicBezTo>
                    <a:lnTo>
                      <a:pt x="5486" y="26845"/>
                    </a:lnTo>
                    <a:cubicBezTo>
                      <a:pt x="5486" y="26740"/>
                      <a:pt x="5465" y="26636"/>
                      <a:pt x="5465" y="26532"/>
                    </a:cubicBezTo>
                    <a:cubicBezTo>
                      <a:pt x="5424" y="25823"/>
                      <a:pt x="5361" y="25093"/>
                      <a:pt x="5299" y="24383"/>
                    </a:cubicBezTo>
                    <a:cubicBezTo>
                      <a:pt x="5257" y="24029"/>
                      <a:pt x="5215" y="23674"/>
                      <a:pt x="5194" y="23299"/>
                    </a:cubicBezTo>
                    <a:cubicBezTo>
                      <a:pt x="5153" y="23069"/>
                      <a:pt x="5132" y="22840"/>
                      <a:pt x="5111" y="22611"/>
                    </a:cubicBezTo>
                    <a:cubicBezTo>
                      <a:pt x="4923" y="21317"/>
                      <a:pt x="4840" y="20003"/>
                      <a:pt x="4861" y="18668"/>
                    </a:cubicBezTo>
                    <a:cubicBezTo>
                      <a:pt x="4944" y="17354"/>
                      <a:pt x="5090" y="16061"/>
                      <a:pt x="5299" y="14747"/>
                    </a:cubicBezTo>
                    <a:cubicBezTo>
                      <a:pt x="5486" y="13537"/>
                      <a:pt x="5674" y="12307"/>
                      <a:pt x="5737" y="11055"/>
                    </a:cubicBezTo>
                    <a:cubicBezTo>
                      <a:pt x="5757" y="10576"/>
                      <a:pt x="5778" y="10117"/>
                      <a:pt x="5757" y="9637"/>
                    </a:cubicBezTo>
                    <a:cubicBezTo>
                      <a:pt x="5674" y="8094"/>
                      <a:pt x="5445" y="6571"/>
                      <a:pt x="5027" y="5090"/>
                    </a:cubicBezTo>
                    <a:cubicBezTo>
                      <a:pt x="4965" y="4861"/>
                      <a:pt x="4902" y="4610"/>
                      <a:pt x="4840" y="4381"/>
                    </a:cubicBezTo>
                    <a:cubicBezTo>
                      <a:pt x="4694" y="3880"/>
                      <a:pt x="4527" y="3422"/>
                      <a:pt x="4381" y="2963"/>
                    </a:cubicBezTo>
                    <a:cubicBezTo>
                      <a:pt x="4276" y="2692"/>
                      <a:pt x="4151" y="2441"/>
                      <a:pt x="4005" y="2212"/>
                    </a:cubicBezTo>
                    <a:cubicBezTo>
                      <a:pt x="3964" y="2128"/>
                      <a:pt x="3922" y="2045"/>
                      <a:pt x="3880" y="1941"/>
                    </a:cubicBezTo>
                    <a:cubicBezTo>
                      <a:pt x="3818" y="1816"/>
                      <a:pt x="3755" y="1711"/>
                      <a:pt x="3713" y="1586"/>
                    </a:cubicBezTo>
                    <a:cubicBezTo>
                      <a:pt x="3651" y="1419"/>
                      <a:pt x="3588" y="1252"/>
                      <a:pt x="3567" y="1106"/>
                    </a:cubicBezTo>
                    <a:lnTo>
                      <a:pt x="3505" y="585"/>
                    </a:lnTo>
                    <a:lnTo>
                      <a:pt x="340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7"/>
              <p:cNvSpPr/>
              <p:nvPr/>
            </p:nvSpPr>
            <p:spPr>
              <a:xfrm>
                <a:off x="8630525" y="2992125"/>
                <a:ext cx="364525" cy="1141450"/>
              </a:xfrm>
              <a:custGeom>
                <a:rect b="b" l="l" r="r" t="t"/>
                <a:pathLst>
                  <a:path extrusionOk="0" h="45658" w="14581">
                    <a:moveTo>
                      <a:pt x="14580" y="0"/>
                    </a:moveTo>
                    <a:cubicBezTo>
                      <a:pt x="11452" y="3442"/>
                      <a:pt x="10326" y="7968"/>
                      <a:pt x="9387" y="12577"/>
                    </a:cubicBezTo>
                    <a:cubicBezTo>
                      <a:pt x="9303" y="12974"/>
                      <a:pt x="9220" y="13370"/>
                      <a:pt x="9157" y="13766"/>
                    </a:cubicBezTo>
                    <a:cubicBezTo>
                      <a:pt x="9074" y="14163"/>
                      <a:pt x="8991" y="14559"/>
                      <a:pt x="8928" y="14955"/>
                    </a:cubicBezTo>
                    <a:cubicBezTo>
                      <a:pt x="8594" y="16666"/>
                      <a:pt x="8240" y="18397"/>
                      <a:pt x="7802" y="20044"/>
                    </a:cubicBezTo>
                    <a:cubicBezTo>
                      <a:pt x="7531" y="21046"/>
                      <a:pt x="7218" y="22026"/>
                      <a:pt x="6884" y="23006"/>
                    </a:cubicBezTo>
                    <a:cubicBezTo>
                      <a:pt x="6821" y="23215"/>
                      <a:pt x="6738" y="23444"/>
                      <a:pt x="6655" y="23653"/>
                    </a:cubicBezTo>
                    <a:cubicBezTo>
                      <a:pt x="6592" y="23861"/>
                      <a:pt x="6509" y="24070"/>
                      <a:pt x="6446" y="24279"/>
                    </a:cubicBezTo>
                    <a:cubicBezTo>
                      <a:pt x="6175" y="25009"/>
                      <a:pt x="5904" y="25718"/>
                      <a:pt x="5633" y="26448"/>
                    </a:cubicBezTo>
                    <a:cubicBezTo>
                      <a:pt x="5487" y="26802"/>
                      <a:pt x="5341" y="27178"/>
                      <a:pt x="5195" y="27553"/>
                    </a:cubicBezTo>
                    <a:cubicBezTo>
                      <a:pt x="5007" y="28033"/>
                      <a:pt x="4798" y="28533"/>
                      <a:pt x="4611" y="29034"/>
                    </a:cubicBezTo>
                    <a:cubicBezTo>
                      <a:pt x="4193" y="30077"/>
                      <a:pt x="3776" y="31120"/>
                      <a:pt x="3380" y="32184"/>
                    </a:cubicBezTo>
                    <a:lnTo>
                      <a:pt x="3213" y="32642"/>
                    </a:lnTo>
                    <a:cubicBezTo>
                      <a:pt x="3150" y="32788"/>
                      <a:pt x="3109" y="32934"/>
                      <a:pt x="3046" y="33080"/>
                    </a:cubicBezTo>
                    <a:cubicBezTo>
                      <a:pt x="2671" y="34123"/>
                      <a:pt x="2316" y="35166"/>
                      <a:pt x="1982" y="36230"/>
                    </a:cubicBezTo>
                    <a:cubicBezTo>
                      <a:pt x="1941" y="36376"/>
                      <a:pt x="1899" y="36522"/>
                      <a:pt x="1836" y="36668"/>
                    </a:cubicBezTo>
                    <a:cubicBezTo>
                      <a:pt x="1753" y="36981"/>
                      <a:pt x="1607" y="37335"/>
                      <a:pt x="1482" y="37690"/>
                    </a:cubicBezTo>
                    <a:cubicBezTo>
                      <a:pt x="1419" y="37878"/>
                      <a:pt x="1357" y="38044"/>
                      <a:pt x="1273" y="38253"/>
                    </a:cubicBezTo>
                    <a:cubicBezTo>
                      <a:pt x="1211" y="38441"/>
                      <a:pt x="1127" y="38649"/>
                      <a:pt x="1065" y="38858"/>
                    </a:cubicBezTo>
                    <a:cubicBezTo>
                      <a:pt x="627" y="40005"/>
                      <a:pt x="314" y="41194"/>
                      <a:pt x="105" y="42383"/>
                    </a:cubicBezTo>
                    <a:cubicBezTo>
                      <a:pt x="1" y="43050"/>
                      <a:pt x="1" y="43697"/>
                      <a:pt x="105" y="44343"/>
                    </a:cubicBezTo>
                    <a:cubicBezTo>
                      <a:pt x="126" y="44448"/>
                      <a:pt x="147" y="44552"/>
                      <a:pt x="168" y="44615"/>
                    </a:cubicBezTo>
                    <a:cubicBezTo>
                      <a:pt x="189" y="44698"/>
                      <a:pt x="210" y="44781"/>
                      <a:pt x="230" y="44844"/>
                    </a:cubicBezTo>
                    <a:cubicBezTo>
                      <a:pt x="272" y="45011"/>
                      <a:pt x="335" y="45157"/>
                      <a:pt x="418" y="45303"/>
                    </a:cubicBezTo>
                    <a:cubicBezTo>
                      <a:pt x="439" y="45386"/>
                      <a:pt x="481" y="45449"/>
                      <a:pt x="502" y="45491"/>
                    </a:cubicBezTo>
                    <a:cubicBezTo>
                      <a:pt x="543" y="45553"/>
                      <a:pt x="585" y="45616"/>
                      <a:pt x="627" y="45657"/>
                    </a:cubicBezTo>
                    <a:lnTo>
                      <a:pt x="794" y="45657"/>
                    </a:lnTo>
                    <a:cubicBezTo>
                      <a:pt x="1252" y="45637"/>
                      <a:pt x="1711" y="45616"/>
                      <a:pt x="2149" y="45595"/>
                    </a:cubicBezTo>
                    <a:lnTo>
                      <a:pt x="2274" y="45595"/>
                    </a:lnTo>
                    <a:lnTo>
                      <a:pt x="2441" y="45574"/>
                    </a:lnTo>
                    <a:lnTo>
                      <a:pt x="2984" y="45574"/>
                    </a:lnTo>
                    <a:cubicBezTo>
                      <a:pt x="4298" y="45491"/>
                      <a:pt x="5591" y="45324"/>
                      <a:pt x="6884" y="45094"/>
                    </a:cubicBezTo>
                    <a:cubicBezTo>
                      <a:pt x="6947" y="45094"/>
                      <a:pt x="7009" y="45073"/>
                      <a:pt x="7072" y="45053"/>
                    </a:cubicBezTo>
                    <a:cubicBezTo>
                      <a:pt x="7259" y="44469"/>
                      <a:pt x="7426" y="43843"/>
                      <a:pt x="7531" y="43217"/>
                    </a:cubicBezTo>
                    <a:cubicBezTo>
                      <a:pt x="7635" y="42779"/>
                      <a:pt x="7697" y="42341"/>
                      <a:pt x="7802" y="41924"/>
                    </a:cubicBezTo>
                    <a:cubicBezTo>
                      <a:pt x="10117" y="31454"/>
                      <a:pt x="11765" y="20858"/>
                      <a:pt x="12745" y="10179"/>
                    </a:cubicBezTo>
                    <a:cubicBezTo>
                      <a:pt x="13058" y="6737"/>
                      <a:pt x="13329" y="3212"/>
                      <a:pt x="1458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7"/>
              <p:cNvSpPr/>
              <p:nvPr/>
            </p:nvSpPr>
            <p:spPr>
              <a:xfrm>
                <a:off x="8580475" y="2411250"/>
                <a:ext cx="151250" cy="1721800"/>
              </a:xfrm>
              <a:custGeom>
                <a:rect b="b" l="l" r="r" t="t"/>
                <a:pathLst>
                  <a:path extrusionOk="0" h="68872" w="6050">
                    <a:moveTo>
                      <a:pt x="4318" y="0"/>
                    </a:moveTo>
                    <a:cubicBezTo>
                      <a:pt x="1753" y="2920"/>
                      <a:pt x="1586" y="7154"/>
                      <a:pt x="1544" y="11034"/>
                    </a:cubicBezTo>
                    <a:cubicBezTo>
                      <a:pt x="1544" y="11972"/>
                      <a:pt x="1523" y="12911"/>
                      <a:pt x="1523" y="13870"/>
                    </a:cubicBezTo>
                    <a:lnTo>
                      <a:pt x="1523" y="13891"/>
                    </a:lnTo>
                    <a:lnTo>
                      <a:pt x="1523" y="15059"/>
                    </a:lnTo>
                    <a:lnTo>
                      <a:pt x="1523" y="15998"/>
                    </a:lnTo>
                    <a:lnTo>
                      <a:pt x="1523" y="16186"/>
                    </a:lnTo>
                    <a:cubicBezTo>
                      <a:pt x="1482" y="25113"/>
                      <a:pt x="1440" y="34019"/>
                      <a:pt x="1044" y="42925"/>
                    </a:cubicBezTo>
                    <a:cubicBezTo>
                      <a:pt x="1023" y="43133"/>
                      <a:pt x="1023" y="43363"/>
                      <a:pt x="1002" y="43571"/>
                    </a:cubicBezTo>
                    <a:cubicBezTo>
                      <a:pt x="981" y="44030"/>
                      <a:pt x="960" y="44510"/>
                      <a:pt x="939" y="44969"/>
                    </a:cubicBezTo>
                    <a:cubicBezTo>
                      <a:pt x="877" y="46074"/>
                      <a:pt x="814" y="47180"/>
                      <a:pt x="752" y="48264"/>
                    </a:cubicBezTo>
                    <a:lnTo>
                      <a:pt x="752" y="48285"/>
                    </a:lnTo>
                    <a:cubicBezTo>
                      <a:pt x="689" y="49307"/>
                      <a:pt x="626" y="50329"/>
                      <a:pt x="543" y="51351"/>
                    </a:cubicBezTo>
                    <a:lnTo>
                      <a:pt x="480" y="52060"/>
                    </a:lnTo>
                    <a:cubicBezTo>
                      <a:pt x="480" y="52165"/>
                      <a:pt x="460" y="52248"/>
                      <a:pt x="460" y="52352"/>
                    </a:cubicBezTo>
                    <a:cubicBezTo>
                      <a:pt x="460" y="52498"/>
                      <a:pt x="439" y="52644"/>
                      <a:pt x="439" y="52790"/>
                    </a:cubicBezTo>
                    <a:cubicBezTo>
                      <a:pt x="293" y="54480"/>
                      <a:pt x="105" y="56816"/>
                      <a:pt x="42" y="59256"/>
                    </a:cubicBezTo>
                    <a:cubicBezTo>
                      <a:pt x="21" y="59507"/>
                      <a:pt x="21" y="59778"/>
                      <a:pt x="21" y="60028"/>
                    </a:cubicBezTo>
                    <a:lnTo>
                      <a:pt x="21" y="61113"/>
                    </a:lnTo>
                    <a:lnTo>
                      <a:pt x="21" y="61133"/>
                    </a:lnTo>
                    <a:cubicBezTo>
                      <a:pt x="1" y="62301"/>
                      <a:pt x="42" y="63470"/>
                      <a:pt x="126" y="64554"/>
                    </a:cubicBezTo>
                    <a:lnTo>
                      <a:pt x="126" y="64658"/>
                    </a:lnTo>
                    <a:lnTo>
                      <a:pt x="126" y="64679"/>
                    </a:lnTo>
                    <a:cubicBezTo>
                      <a:pt x="147" y="64930"/>
                      <a:pt x="167" y="65180"/>
                      <a:pt x="209" y="65430"/>
                    </a:cubicBezTo>
                    <a:cubicBezTo>
                      <a:pt x="209" y="65472"/>
                      <a:pt x="209" y="65514"/>
                      <a:pt x="209" y="65555"/>
                    </a:cubicBezTo>
                    <a:cubicBezTo>
                      <a:pt x="230" y="65722"/>
                      <a:pt x="251" y="65868"/>
                      <a:pt x="272" y="66014"/>
                    </a:cubicBezTo>
                    <a:cubicBezTo>
                      <a:pt x="293" y="66202"/>
                      <a:pt x="334" y="66369"/>
                      <a:pt x="355" y="66536"/>
                    </a:cubicBezTo>
                    <a:cubicBezTo>
                      <a:pt x="376" y="66598"/>
                      <a:pt x="397" y="66661"/>
                      <a:pt x="397" y="66723"/>
                    </a:cubicBezTo>
                    <a:cubicBezTo>
                      <a:pt x="418" y="66848"/>
                      <a:pt x="439" y="66974"/>
                      <a:pt x="460" y="67099"/>
                    </a:cubicBezTo>
                    <a:cubicBezTo>
                      <a:pt x="501" y="67286"/>
                      <a:pt x="543" y="67474"/>
                      <a:pt x="585" y="67662"/>
                    </a:cubicBezTo>
                    <a:cubicBezTo>
                      <a:pt x="606" y="67745"/>
                      <a:pt x="626" y="67829"/>
                      <a:pt x="668" y="67912"/>
                    </a:cubicBezTo>
                    <a:cubicBezTo>
                      <a:pt x="668" y="67954"/>
                      <a:pt x="689" y="67975"/>
                      <a:pt x="689" y="68016"/>
                    </a:cubicBezTo>
                    <a:cubicBezTo>
                      <a:pt x="710" y="68079"/>
                      <a:pt x="731" y="68142"/>
                      <a:pt x="752" y="68204"/>
                    </a:cubicBezTo>
                    <a:cubicBezTo>
                      <a:pt x="752" y="68225"/>
                      <a:pt x="752" y="68225"/>
                      <a:pt x="772" y="68246"/>
                    </a:cubicBezTo>
                    <a:cubicBezTo>
                      <a:pt x="793" y="68308"/>
                      <a:pt x="814" y="68392"/>
                      <a:pt x="835" y="68454"/>
                    </a:cubicBezTo>
                    <a:cubicBezTo>
                      <a:pt x="856" y="68517"/>
                      <a:pt x="898" y="68580"/>
                      <a:pt x="918" y="68642"/>
                    </a:cubicBezTo>
                    <a:cubicBezTo>
                      <a:pt x="939" y="68726"/>
                      <a:pt x="1002" y="68809"/>
                      <a:pt x="1064" y="68872"/>
                    </a:cubicBezTo>
                    <a:lnTo>
                      <a:pt x="1690" y="68872"/>
                    </a:lnTo>
                    <a:cubicBezTo>
                      <a:pt x="1920" y="68872"/>
                      <a:pt x="2128" y="68851"/>
                      <a:pt x="2358" y="68851"/>
                    </a:cubicBezTo>
                    <a:lnTo>
                      <a:pt x="2858" y="68851"/>
                    </a:lnTo>
                    <a:cubicBezTo>
                      <a:pt x="3317" y="68830"/>
                      <a:pt x="3776" y="68809"/>
                      <a:pt x="4214" y="68788"/>
                    </a:cubicBezTo>
                    <a:lnTo>
                      <a:pt x="4339" y="68788"/>
                    </a:lnTo>
                    <a:lnTo>
                      <a:pt x="4485" y="68767"/>
                    </a:lnTo>
                    <a:lnTo>
                      <a:pt x="4652" y="68767"/>
                    </a:lnTo>
                    <a:cubicBezTo>
                      <a:pt x="4673" y="68746"/>
                      <a:pt x="4694" y="68726"/>
                      <a:pt x="4735" y="68705"/>
                    </a:cubicBezTo>
                    <a:cubicBezTo>
                      <a:pt x="4777" y="68621"/>
                      <a:pt x="4840" y="68559"/>
                      <a:pt x="4881" y="68475"/>
                    </a:cubicBezTo>
                    <a:cubicBezTo>
                      <a:pt x="4923" y="68350"/>
                      <a:pt x="4986" y="68225"/>
                      <a:pt x="5006" y="68100"/>
                    </a:cubicBezTo>
                    <a:cubicBezTo>
                      <a:pt x="5152" y="67516"/>
                      <a:pt x="5236" y="66932"/>
                      <a:pt x="5278" y="66348"/>
                    </a:cubicBezTo>
                    <a:cubicBezTo>
                      <a:pt x="5278" y="66160"/>
                      <a:pt x="5298" y="65952"/>
                      <a:pt x="5319" y="65806"/>
                    </a:cubicBezTo>
                    <a:cubicBezTo>
                      <a:pt x="5319" y="65639"/>
                      <a:pt x="5319" y="65472"/>
                      <a:pt x="5319" y="65305"/>
                    </a:cubicBezTo>
                    <a:lnTo>
                      <a:pt x="5319" y="65055"/>
                    </a:lnTo>
                    <a:lnTo>
                      <a:pt x="5319" y="64742"/>
                    </a:lnTo>
                    <a:lnTo>
                      <a:pt x="5319" y="63949"/>
                    </a:lnTo>
                    <a:lnTo>
                      <a:pt x="5319" y="63240"/>
                    </a:lnTo>
                    <a:cubicBezTo>
                      <a:pt x="5298" y="62239"/>
                      <a:pt x="5257" y="61238"/>
                      <a:pt x="5236" y="60403"/>
                    </a:cubicBezTo>
                    <a:lnTo>
                      <a:pt x="5236" y="60383"/>
                    </a:lnTo>
                    <a:cubicBezTo>
                      <a:pt x="5215" y="60070"/>
                      <a:pt x="5194" y="59799"/>
                      <a:pt x="5194" y="59527"/>
                    </a:cubicBezTo>
                    <a:lnTo>
                      <a:pt x="5194" y="59298"/>
                    </a:lnTo>
                    <a:lnTo>
                      <a:pt x="5194" y="59194"/>
                    </a:lnTo>
                    <a:lnTo>
                      <a:pt x="5194" y="59110"/>
                    </a:lnTo>
                    <a:lnTo>
                      <a:pt x="5194" y="58505"/>
                    </a:lnTo>
                    <a:lnTo>
                      <a:pt x="5194" y="58130"/>
                    </a:lnTo>
                    <a:cubicBezTo>
                      <a:pt x="5215" y="57546"/>
                      <a:pt x="5236" y="56962"/>
                      <a:pt x="5257" y="56378"/>
                    </a:cubicBezTo>
                    <a:cubicBezTo>
                      <a:pt x="5257" y="56211"/>
                      <a:pt x="5257" y="56065"/>
                      <a:pt x="5257" y="55898"/>
                    </a:cubicBezTo>
                    <a:lnTo>
                      <a:pt x="5257" y="55419"/>
                    </a:lnTo>
                    <a:cubicBezTo>
                      <a:pt x="5298" y="53750"/>
                      <a:pt x="5361" y="52060"/>
                      <a:pt x="5403" y="50371"/>
                    </a:cubicBezTo>
                    <a:cubicBezTo>
                      <a:pt x="5403" y="50142"/>
                      <a:pt x="5424" y="49954"/>
                      <a:pt x="5424" y="49704"/>
                    </a:cubicBezTo>
                    <a:cubicBezTo>
                      <a:pt x="5424" y="49453"/>
                      <a:pt x="5444" y="49224"/>
                      <a:pt x="5444" y="48974"/>
                    </a:cubicBezTo>
                    <a:cubicBezTo>
                      <a:pt x="5549" y="45553"/>
                      <a:pt x="5632" y="42111"/>
                      <a:pt x="5736" y="38691"/>
                    </a:cubicBezTo>
                    <a:cubicBezTo>
                      <a:pt x="5736" y="38691"/>
                      <a:pt x="5736" y="38670"/>
                      <a:pt x="5736" y="38670"/>
                    </a:cubicBezTo>
                    <a:cubicBezTo>
                      <a:pt x="5778" y="36876"/>
                      <a:pt x="5820" y="35082"/>
                      <a:pt x="5882" y="33289"/>
                    </a:cubicBezTo>
                    <a:lnTo>
                      <a:pt x="5882" y="33268"/>
                    </a:lnTo>
                    <a:lnTo>
                      <a:pt x="5882" y="33184"/>
                    </a:lnTo>
                    <a:cubicBezTo>
                      <a:pt x="5945" y="31120"/>
                      <a:pt x="6008" y="29076"/>
                      <a:pt x="6029" y="27031"/>
                    </a:cubicBezTo>
                    <a:cubicBezTo>
                      <a:pt x="6008" y="27011"/>
                      <a:pt x="6008" y="27011"/>
                      <a:pt x="6029" y="27011"/>
                    </a:cubicBezTo>
                    <a:lnTo>
                      <a:pt x="6029" y="26155"/>
                    </a:lnTo>
                    <a:lnTo>
                      <a:pt x="6029" y="25509"/>
                    </a:lnTo>
                    <a:cubicBezTo>
                      <a:pt x="6049" y="22422"/>
                      <a:pt x="5924" y="19335"/>
                      <a:pt x="5653" y="16248"/>
                    </a:cubicBezTo>
                    <a:cubicBezTo>
                      <a:pt x="5653" y="16165"/>
                      <a:pt x="5632" y="16081"/>
                      <a:pt x="5632" y="15998"/>
                    </a:cubicBezTo>
                    <a:cubicBezTo>
                      <a:pt x="5611" y="15768"/>
                      <a:pt x="5570" y="15539"/>
                      <a:pt x="5549" y="15310"/>
                    </a:cubicBezTo>
                    <a:cubicBezTo>
                      <a:pt x="5528" y="15080"/>
                      <a:pt x="5507" y="14830"/>
                      <a:pt x="5465" y="14600"/>
                    </a:cubicBezTo>
                    <a:cubicBezTo>
                      <a:pt x="4881" y="9720"/>
                      <a:pt x="3922" y="4860"/>
                      <a:pt x="4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7"/>
              <p:cNvSpPr/>
              <p:nvPr/>
            </p:nvSpPr>
            <p:spPr>
              <a:xfrm>
                <a:off x="8118475" y="3489575"/>
                <a:ext cx="340525" cy="645050"/>
              </a:xfrm>
              <a:custGeom>
                <a:rect b="b" l="l" r="r" t="t"/>
                <a:pathLst>
                  <a:path extrusionOk="0" h="25802" w="13621">
                    <a:moveTo>
                      <a:pt x="793" y="0"/>
                    </a:moveTo>
                    <a:lnTo>
                      <a:pt x="793" y="0"/>
                    </a:lnTo>
                    <a:cubicBezTo>
                      <a:pt x="1" y="3525"/>
                      <a:pt x="898" y="7259"/>
                      <a:pt x="2316" y="10617"/>
                    </a:cubicBezTo>
                    <a:cubicBezTo>
                      <a:pt x="3734" y="13954"/>
                      <a:pt x="5695" y="17041"/>
                      <a:pt x="7176" y="20378"/>
                    </a:cubicBezTo>
                    <a:cubicBezTo>
                      <a:pt x="7510" y="21150"/>
                      <a:pt x="7843" y="22151"/>
                      <a:pt x="8219" y="23173"/>
                    </a:cubicBezTo>
                    <a:cubicBezTo>
                      <a:pt x="8490" y="23924"/>
                      <a:pt x="8761" y="24696"/>
                      <a:pt x="9095" y="25405"/>
                    </a:cubicBezTo>
                    <a:lnTo>
                      <a:pt x="9282" y="25426"/>
                    </a:lnTo>
                    <a:cubicBezTo>
                      <a:pt x="9512" y="25467"/>
                      <a:pt x="9762" y="25509"/>
                      <a:pt x="10012" y="25530"/>
                    </a:cubicBezTo>
                    <a:cubicBezTo>
                      <a:pt x="10179" y="25551"/>
                      <a:pt x="10346" y="25572"/>
                      <a:pt x="10513" y="25593"/>
                    </a:cubicBezTo>
                    <a:cubicBezTo>
                      <a:pt x="11014" y="25634"/>
                      <a:pt x="11556" y="25676"/>
                      <a:pt x="12119" y="25718"/>
                    </a:cubicBezTo>
                    <a:lnTo>
                      <a:pt x="12286" y="25718"/>
                    </a:lnTo>
                    <a:lnTo>
                      <a:pt x="12453" y="25739"/>
                    </a:lnTo>
                    <a:lnTo>
                      <a:pt x="12870" y="25759"/>
                    </a:lnTo>
                    <a:cubicBezTo>
                      <a:pt x="12912" y="25770"/>
                      <a:pt x="12959" y="25770"/>
                      <a:pt x="13003" y="25770"/>
                    </a:cubicBezTo>
                    <a:cubicBezTo>
                      <a:pt x="13047" y="25770"/>
                      <a:pt x="13089" y="25770"/>
                      <a:pt x="13120" y="25780"/>
                    </a:cubicBezTo>
                    <a:cubicBezTo>
                      <a:pt x="13183" y="25801"/>
                      <a:pt x="13225" y="25801"/>
                      <a:pt x="13287" y="25801"/>
                    </a:cubicBezTo>
                    <a:lnTo>
                      <a:pt x="13621" y="25801"/>
                    </a:lnTo>
                    <a:cubicBezTo>
                      <a:pt x="13579" y="25572"/>
                      <a:pt x="13537" y="25363"/>
                      <a:pt x="13475" y="25175"/>
                    </a:cubicBezTo>
                    <a:cubicBezTo>
                      <a:pt x="13225" y="24341"/>
                      <a:pt x="12953" y="23507"/>
                      <a:pt x="12682" y="22693"/>
                    </a:cubicBezTo>
                    <a:cubicBezTo>
                      <a:pt x="12661" y="22652"/>
                      <a:pt x="12661" y="22610"/>
                      <a:pt x="12640" y="22568"/>
                    </a:cubicBezTo>
                    <a:cubicBezTo>
                      <a:pt x="12494" y="22172"/>
                      <a:pt x="12369" y="21797"/>
                      <a:pt x="12244" y="21421"/>
                    </a:cubicBezTo>
                    <a:cubicBezTo>
                      <a:pt x="12119" y="21108"/>
                      <a:pt x="11994" y="20795"/>
                      <a:pt x="11869" y="20483"/>
                    </a:cubicBezTo>
                    <a:cubicBezTo>
                      <a:pt x="11410" y="19314"/>
                      <a:pt x="10847" y="18167"/>
                      <a:pt x="10179" y="17083"/>
                    </a:cubicBezTo>
                    <a:cubicBezTo>
                      <a:pt x="10138" y="17020"/>
                      <a:pt x="10096" y="16978"/>
                      <a:pt x="10033" y="16853"/>
                    </a:cubicBezTo>
                    <a:cubicBezTo>
                      <a:pt x="9950" y="16749"/>
                      <a:pt x="9846" y="16603"/>
                      <a:pt x="9783" y="16499"/>
                    </a:cubicBezTo>
                    <a:cubicBezTo>
                      <a:pt x="9720" y="16394"/>
                      <a:pt x="9637" y="16290"/>
                      <a:pt x="9554" y="16165"/>
                    </a:cubicBezTo>
                    <a:cubicBezTo>
                      <a:pt x="7614" y="13433"/>
                      <a:pt x="5007" y="11138"/>
                      <a:pt x="3380" y="8197"/>
                    </a:cubicBezTo>
                    <a:cubicBezTo>
                      <a:pt x="1982" y="5674"/>
                      <a:pt x="1377" y="2816"/>
                      <a:pt x="7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7"/>
              <p:cNvSpPr/>
              <p:nvPr/>
            </p:nvSpPr>
            <p:spPr>
              <a:xfrm>
                <a:off x="8621675" y="3499975"/>
                <a:ext cx="30775" cy="7350"/>
              </a:xfrm>
              <a:custGeom>
                <a:rect b="b" l="l" r="r" t="t"/>
                <a:pathLst>
                  <a:path extrusionOk="0" h="294" w="1231">
                    <a:moveTo>
                      <a:pt x="109" y="0"/>
                    </a:moveTo>
                    <a:cubicBezTo>
                      <a:pt x="1" y="0"/>
                      <a:pt x="6" y="189"/>
                      <a:pt x="126" y="189"/>
                    </a:cubicBezTo>
                    <a:lnTo>
                      <a:pt x="146" y="189"/>
                    </a:lnTo>
                    <a:cubicBezTo>
                      <a:pt x="480" y="252"/>
                      <a:pt x="814" y="294"/>
                      <a:pt x="1148" y="294"/>
                    </a:cubicBezTo>
                    <a:cubicBezTo>
                      <a:pt x="1210" y="273"/>
                      <a:pt x="1231" y="189"/>
                      <a:pt x="1168" y="168"/>
                    </a:cubicBezTo>
                    <a:cubicBezTo>
                      <a:pt x="835" y="85"/>
                      <a:pt x="480" y="22"/>
                      <a:pt x="126" y="2"/>
                    </a:cubicBezTo>
                    <a:cubicBezTo>
                      <a:pt x="120" y="1"/>
                      <a:pt x="114" y="0"/>
                      <a:pt x="1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7"/>
              <p:cNvSpPr/>
              <p:nvPr/>
            </p:nvSpPr>
            <p:spPr>
              <a:xfrm>
                <a:off x="8635225" y="3437100"/>
                <a:ext cx="21925" cy="4525"/>
              </a:xfrm>
              <a:custGeom>
                <a:rect b="b" l="l" r="r" t="t"/>
                <a:pathLst>
                  <a:path extrusionOk="0" h="181" w="877">
                    <a:moveTo>
                      <a:pt x="408" y="0"/>
                    </a:moveTo>
                    <a:cubicBezTo>
                      <a:pt x="309" y="0"/>
                      <a:pt x="209" y="5"/>
                      <a:pt x="105" y="14"/>
                    </a:cubicBezTo>
                    <a:cubicBezTo>
                      <a:pt x="1" y="14"/>
                      <a:pt x="1" y="181"/>
                      <a:pt x="105" y="181"/>
                    </a:cubicBezTo>
                    <a:cubicBezTo>
                      <a:pt x="355" y="181"/>
                      <a:pt x="585" y="181"/>
                      <a:pt x="835" y="139"/>
                    </a:cubicBezTo>
                    <a:cubicBezTo>
                      <a:pt x="877" y="118"/>
                      <a:pt x="877" y="55"/>
                      <a:pt x="835" y="35"/>
                    </a:cubicBezTo>
                    <a:cubicBezTo>
                      <a:pt x="688" y="10"/>
                      <a:pt x="549"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7"/>
              <p:cNvSpPr/>
              <p:nvPr/>
            </p:nvSpPr>
            <p:spPr>
              <a:xfrm>
                <a:off x="8670700" y="3375375"/>
                <a:ext cx="15125" cy="4725"/>
              </a:xfrm>
              <a:custGeom>
                <a:rect b="b" l="l" r="r" t="t"/>
                <a:pathLst>
                  <a:path extrusionOk="0" h="189" w="605">
                    <a:moveTo>
                      <a:pt x="104" y="1"/>
                    </a:moveTo>
                    <a:cubicBezTo>
                      <a:pt x="0" y="22"/>
                      <a:pt x="0" y="168"/>
                      <a:pt x="104" y="188"/>
                    </a:cubicBezTo>
                    <a:cubicBezTo>
                      <a:pt x="250" y="188"/>
                      <a:pt x="375" y="168"/>
                      <a:pt x="521" y="168"/>
                    </a:cubicBezTo>
                    <a:cubicBezTo>
                      <a:pt x="605" y="168"/>
                      <a:pt x="605" y="42"/>
                      <a:pt x="521" y="42"/>
                    </a:cubicBezTo>
                    <a:cubicBezTo>
                      <a:pt x="375" y="22"/>
                      <a:pt x="250" y="1"/>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7"/>
              <p:cNvSpPr/>
              <p:nvPr/>
            </p:nvSpPr>
            <p:spPr>
              <a:xfrm>
                <a:off x="8685800" y="3441400"/>
                <a:ext cx="17775" cy="5450"/>
              </a:xfrm>
              <a:custGeom>
                <a:rect b="b" l="l" r="r" t="t"/>
                <a:pathLst>
                  <a:path extrusionOk="0" h="218" w="711">
                    <a:moveTo>
                      <a:pt x="264" y="0"/>
                    </a:moveTo>
                    <a:cubicBezTo>
                      <a:pt x="217" y="0"/>
                      <a:pt x="171" y="3"/>
                      <a:pt x="126" y="9"/>
                    </a:cubicBezTo>
                    <a:cubicBezTo>
                      <a:pt x="1" y="29"/>
                      <a:pt x="1" y="196"/>
                      <a:pt x="126" y="217"/>
                    </a:cubicBezTo>
                    <a:cubicBezTo>
                      <a:pt x="293" y="217"/>
                      <a:pt x="481" y="217"/>
                      <a:pt x="647" y="175"/>
                    </a:cubicBezTo>
                    <a:cubicBezTo>
                      <a:pt x="710" y="155"/>
                      <a:pt x="710" y="71"/>
                      <a:pt x="647" y="50"/>
                    </a:cubicBezTo>
                    <a:cubicBezTo>
                      <a:pt x="525" y="20"/>
                      <a:pt x="392"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7"/>
              <p:cNvSpPr/>
              <p:nvPr/>
            </p:nvSpPr>
            <p:spPr>
              <a:xfrm>
                <a:off x="8664950" y="3540325"/>
                <a:ext cx="18800" cy="6625"/>
              </a:xfrm>
              <a:custGeom>
                <a:rect b="b" l="l" r="r" t="t"/>
                <a:pathLst>
                  <a:path extrusionOk="0" h="265" w="752">
                    <a:moveTo>
                      <a:pt x="355" y="1"/>
                    </a:moveTo>
                    <a:cubicBezTo>
                      <a:pt x="285" y="1"/>
                      <a:pt x="216" y="6"/>
                      <a:pt x="147" y="14"/>
                    </a:cubicBezTo>
                    <a:cubicBezTo>
                      <a:pt x="1" y="35"/>
                      <a:pt x="1" y="244"/>
                      <a:pt x="147" y="265"/>
                    </a:cubicBezTo>
                    <a:cubicBezTo>
                      <a:pt x="313" y="265"/>
                      <a:pt x="480" y="265"/>
                      <a:pt x="668" y="223"/>
                    </a:cubicBezTo>
                    <a:cubicBezTo>
                      <a:pt x="751" y="202"/>
                      <a:pt x="751" y="77"/>
                      <a:pt x="668" y="35"/>
                    </a:cubicBezTo>
                    <a:cubicBezTo>
                      <a:pt x="558" y="11"/>
                      <a:pt x="455"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7"/>
              <p:cNvSpPr/>
              <p:nvPr/>
            </p:nvSpPr>
            <p:spPr>
              <a:xfrm>
                <a:off x="8652425" y="3622550"/>
                <a:ext cx="13075" cy="5225"/>
              </a:xfrm>
              <a:custGeom>
                <a:rect b="b" l="l" r="r" t="t"/>
                <a:pathLst>
                  <a:path extrusionOk="0" h="209" w="523">
                    <a:moveTo>
                      <a:pt x="126" y="0"/>
                    </a:moveTo>
                    <a:cubicBezTo>
                      <a:pt x="1" y="0"/>
                      <a:pt x="1" y="209"/>
                      <a:pt x="126" y="209"/>
                    </a:cubicBezTo>
                    <a:cubicBezTo>
                      <a:pt x="230" y="209"/>
                      <a:pt x="356" y="188"/>
                      <a:pt x="460" y="167"/>
                    </a:cubicBezTo>
                    <a:cubicBezTo>
                      <a:pt x="522" y="167"/>
                      <a:pt x="522" y="63"/>
                      <a:pt x="460" y="42"/>
                    </a:cubicBezTo>
                    <a:cubicBezTo>
                      <a:pt x="356" y="21"/>
                      <a:pt x="230" y="0"/>
                      <a:pt x="1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7"/>
              <p:cNvSpPr/>
              <p:nvPr/>
            </p:nvSpPr>
            <p:spPr>
              <a:xfrm>
                <a:off x="8613850" y="3696575"/>
                <a:ext cx="18800" cy="7325"/>
              </a:xfrm>
              <a:custGeom>
                <a:rect b="b" l="l" r="r" t="t"/>
                <a:pathLst>
                  <a:path extrusionOk="0" h="293" w="752">
                    <a:moveTo>
                      <a:pt x="147" y="1"/>
                    </a:moveTo>
                    <a:cubicBezTo>
                      <a:pt x="1" y="1"/>
                      <a:pt x="1" y="209"/>
                      <a:pt x="147" y="230"/>
                    </a:cubicBezTo>
                    <a:cubicBezTo>
                      <a:pt x="251" y="230"/>
                      <a:pt x="355" y="251"/>
                      <a:pt x="459" y="251"/>
                    </a:cubicBezTo>
                    <a:lnTo>
                      <a:pt x="493" y="251"/>
                    </a:lnTo>
                    <a:cubicBezTo>
                      <a:pt x="501" y="275"/>
                      <a:pt x="519" y="293"/>
                      <a:pt x="543" y="293"/>
                    </a:cubicBezTo>
                    <a:cubicBezTo>
                      <a:pt x="626" y="272"/>
                      <a:pt x="710" y="293"/>
                      <a:pt x="731" y="209"/>
                    </a:cubicBezTo>
                    <a:cubicBezTo>
                      <a:pt x="751" y="147"/>
                      <a:pt x="689" y="126"/>
                      <a:pt x="647" y="105"/>
                    </a:cubicBezTo>
                    <a:cubicBezTo>
                      <a:pt x="480" y="43"/>
                      <a:pt x="313" y="22"/>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7"/>
              <p:cNvSpPr/>
              <p:nvPr/>
            </p:nvSpPr>
            <p:spPr>
              <a:xfrm>
                <a:off x="8628450" y="3769075"/>
                <a:ext cx="34450" cy="8900"/>
              </a:xfrm>
              <a:custGeom>
                <a:rect b="b" l="l" r="r" t="t"/>
                <a:pathLst>
                  <a:path extrusionOk="0" h="356" w="1378">
                    <a:moveTo>
                      <a:pt x="167" y="0"/>
                    </a:moveTo>
                    <a:cubicBezTo>
                      <a:pt x="1" y="0"/>
                      <a:pt x="1" y="271"/>
                      <a:pt x="167" y="292"/>
                    </a:cubicBezTo>
                    <a:cubicBezTo>
                      <a:pt x="410" y="332"/>
                      <a:pt x="661" y="355"/>
                      <a:pt x="910" y="355"/>
                    </a:cubicBezTo>
                    <a:cubicBezTo>
                      <a:pt x="1046" y="355"/>
                      <a:pt x="1182" y="349"/>
                      <a:pt x="1315" y="334"/>
                    </a:cubicBezTo>
                    <a:cubicBezTo>
                      <a:pt x="1356" y="313"/>
                      <a:pt x="1377" y="250"/>
                      <a:pt x="1335" y="209"/>
                    </a:cubicBezTo>
                    <a:cubicBezTo>
                      <a:pt x="960" y="84"/>
                      <a:pt x="564" y="21"/>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7"/>
              <p:cNvSpPr/>
              <p:nvPr/>
            </p:nvSpPr>
            <p:spPr>
              <a:xfrm>
                <a:off x="8618025" y="3859275"/>
                <a:ext cx="15150" cy="6800"/>
              </a:xfrm>
              <a:custGeom>
                <a:rect b="b" l="l" r="r" t="t"/>
                <a:pathLst>
                  <a:path extrusionOk="0" h="272" w="606">
                    <a:moveTo>
                      <a:pt x="188" y="0"/>
                    </a:moveTo>
                    <a:cubicBezTo>
                      <a:pt x="0" y="0"/>
                      <a:pt x="0" y="272"/>
                      <a:pt x="188" y="272"/>
                    </a:cubicBezTo>
                    <a:cubicBezTo>
                      <a:pt x="292" y="272"/>
                      <a:pt x="397" y="251"/>
                      <a:pt x="522" y="230"/>
                    </a:cubicBezTo>
                    <a:cubicBezTo>
                      <a:pt x="605" y="209"/>
                      <a:pt x="605" y="63"/>
                      <a:pt x="522" y="42"/>
                    </a:cubicBezTo>
                    <a:cubicBezTo>
                      <a:pt x="397" y="0"/>
                      <a:pt x="292"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7"/>
              <p:cNvSpPr/>
              <p:nvPr/>
            </p:nvSpPr>
            <p:spPr>
              <a:xfrm>
                <a:off x="8602650" y="3917650"/>
                <a:ext cx="27900" cy="9050"/>
              </a:xfrm>
              <a:custGeom>
                <a:rect b="b" l="l" r="r" t="t"/>
                <a:pathLst>
                  <a:path extrusionOk="0" h="362" w="1116">
                    <a:moveTo>
                      <a:pt x="669" y="0"/>
                    </a:moveTo>
                    <a:cubicBezTo>
                      <a:pt x="478" y="0"/>
                      <a:pt x="289" y="48"/>
                      <a:pt x="115" y="147"/>
                    </a:cubicBezTo>
                    <a:cubicBezTo>
                      <a:pt x="1" y="185"/>
                      <a:pt x="60" y="362"/>
                      <a:pt x="181" y="362"/>
                    </a:cubicBezTo>
                    <a:cubicBezTo>
                      <a:pt x="193" y="362"/>
                      <a:pt x="206" y="360"/>
                      <a:pt x="219" y="356"/>
                    </a:cubicBezTo>
                    <a:cubicBezTo>
                      <a:pt x="344" y="314"/>
                      <a:pt x="490" y="273"/>
                      <a:pt x="636" y="252"/>
                    </a:cubicBezTo>
                    <a:cubicBezTo>
                      <a:pt x="761" y="252"/>
                      <a:pt x="907" y="252"/>
                      <a:pt x="1012" y="231"/>
                    </a:cubicBezTo>
                    <a:cubicBezTo>
                      <a:pt x="1095" y="210"/>
                      <a:pt x="1116" y="106"/>
                      <a:pt x="1053" y="64"/>
                    </a:cubicBezTo>
                    <a:cubicBezTo>
                      <a:pt x="927" y="22"/>
                      <a:pt x="798" y="0"/>
                      <a:pt x="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7"/>
              <p:cNvSpPr/>
              <p:nvPr/>
            </p:nvSpPr>
            <p:spPr>
              <a:xfrm>
                <a:off x="8618550" y="3958875"/>
                <a:ext cx="21400" cy="6475"/>
              </a:xfrm>
              <a:custGeom>
                <a:rect b="b" l="l" r="r" t="t"/>
                <a:pathLst>
                  <a:path extrusionOk="0" h="259" w="856">
                    <a:moveTo>
                      <a:pt x="167" y="0"/>
                    </a:moveTo>
                    <a:cubicBezTo>
                      <a:pt x="0" y="0"/>
                      <a:pt x="0" y="250"/>
                      <a:pt x="167" y="250"/>
                    </a:cubicBezTo>
                    <a:cubicBezTo>
                      <a:pt x="223" y="256"/>
                      <a:pt x="279" y="259"/>
                      <a:pt x="335" y="259"/>
                    </a:cubicBezTo>
                    <a:cubicBezTo>
                      <a:pt x="487" y="259"/>
                      <a:pt x="640" y="239"/>
                      <a:pt x="793" y="209"/>
                    </a:cubicBezTo>
                    <a:cubicBezTo>
                      <a:pt x="855" y="188"/>
                      <a:pt x="855" y="84"/>
                      <a:pt x="793" y="42"/>
                    </a:cubicBezTo>
                    <a:cubicBezTo>
                      <a:pt x="584" y="21"/>
                      <a:pt x="376"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7"/>
              <p:cNvSpPr/>
              <p:nvPr/>
            </p:nvSpPr>
            <p:spPr>
              <a:xfrm>
                <a:off x="8680900" y="3299100"/>
                <a:ext cx="17450" cy="5900"/>
              </a:xfrm>
              <a:custGeom>
                <a:rect b="b" l="l" r="r" t="t"/>
                <a:pathLst>
                  <a:path extrusionOk="0" h="236" w="698">
                    <a:moveTo>
                      <a:pt x="100" y="0"/>
                    </a:moveTo>
                    <a:cubicBezTo>
                      <a:pt x="6" y="0"/>
                      <a:pt x="1" y="155"/>
                      <a:pt x="113" y="173"/>
                    </a:cubicBezTo>
                    <a:cubicBezTo>
                      <a:pt x="280" y="194"/>
                      <a:pt x="447" y="215"/>
                      <a:pt x="614" y="236"/>
                    </a:cubicBezTo>
                    <a:cubicBezTo>
                      <a:pt x="677" y="236"/>
                      <a:pt x="697" y="152"/>
                      <a:pt x="635" y="132"/>
                    </a:cubicBezTo>
                    <a:cubicBezTo>
                      <a:pt x="468" y="90"/>
                      <a:pt x="301" y="48"/>
                      <a:pt x="134" y="6"/>
                    </a:cubicBezTo>
                    <a:cubicBezTo>
                      <a:pt x="122" y="2"/>
                      <a:pt x="110" y="0"/>
                      <a:pt x="1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7"/>
              <p:cNvSpPr/>
              <p:nvPr/>
            </p:nvSpPr>
            <p:spPr>
              <a:xfrm>
                <a:off x="8676550" y="3237050"/>
                <a:ext cx="20750" cy="8725"/>
              </a:xfrm>
              <a:custGeom>
                <a:rect b="b" l="l" r="r" t="t"/>
                <a:pathLst>
                  <a:path extrusionOk="0" h="349" w="830">
                    <a:moveTo>
                      <a:pt x="178" y="1"/>
                    </a:moveTo>
                    <a:cubicBezTo>
                      <a:pt x="78" y="1"/>
                      <a:pt x="1" y="167"/>
                      <a:pt x="121" y="236"/>
                    </a:cubicBezTo>
                    <a:cubicBezTo>
                      <a:pt x="233" y="311"/>
                      <a:pt x="361" y="348"/>
                      <a:pt x="490" y="348"/>
                    </a:cubicBezTo>
                    <a:cubicBezTo>
                      <a:pt x="576" y="348"/>
                      <a:pt x="663" y="332"/>
                      <a:pt x="746" y="298"/>
                    </a:cubicBezTo>
                    <a:cubicBezTo>
                      <a:pt x="830" y="257"/>
                      <a:pt x="767" y="132"/>
                      <a:pt x="705" y="132"/>
                    </a:cubicBezTo>
                    <a:cubicBezTo>
                      <a:pt x="538" y="132"/>
                      <a:pt x="371" y="90"/>
                      <a:pt x="246" y="27"/>
                    </a:cubicBezTo>
                    <a:cubicBezTo>
                      <a:pt x="223" y="9"/>
                      <a:pt x="200" y="1"/>
                      <a:pt x="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7"/>
              <p:cNvSpPr/>
              <p:nvPr/>
            </p:nvSpPr>
            <p:spPr>
              <a:xfrm>
                <a:off x="8672250" y="3160325"/>
                <a:ext cx="21925" cy="6200"/>
              </a:xfrm>
              <a:custGeom>
                <a:rect b="b" l="l" r="r" t="t"/>
                <a:pathLst>
                  <a:path extrusionOk="0" h="248" w="877">
                    <a:moveTo>
                      <a:pt x="334" y="1"/>
                    </a:moveTo>
                    <a:cubicBezTo>
                      <a:pt x="271" y="1"/>
                      <a:pt x="208" y="3"/>
                      <a:pt x="147" y="9"/>
                    </a:cubicBezTo>
                    <a:cubicBezTo>
                      <a:pt x="1" y="9"/>
                      <a:pt x="1" y="239"/>
                      <a:pt x="147" y="239"/>
                    </a:cubicBezTo>
                    <a:cubicBezTo>
                      <a:pt x="208" y="245"/>
                      <a:pt x="271" y="247"/>
                      <a:pt x="334" y="247"/>
                    </a:cubicBezTo>
                    <a:cubicBezTo>
                      <a:pt x="488" y="247"/>
                      <a:pt x="646" y="233"/>
                      <a:pt x="793" y="218"/>
                    </a:cubicBezTo>
                    <a:cubicBezTo>
                      <a:pt x="877" y="176"/>
                      <a:pt x="877" y="72"/>
                      <a:pt x="793" y="30"/>
                    </a:cubicBezTo>
                    <a:cubicBezTo>
                      <a:pt x="646" y="15"/>
                      <a:pt x="488" y="1"/>
                      <a:pt x="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7"/>
              <p:cNvSpPr/>
              <p:nvPr/>
            </p:nvSpPr>
            <p:spPr>
              <a:xfrm>
                <a:off x="8631725" y="3167950"/>
                <a:ext cx="26775" cy="7425"/>
              </a:xfrm>
              <a:custGeom>
                <a:rect b="b" l="l" r="r" t="t"/>
                <a:pathLst>
                  <a:path extrusionOk="0" h="297" w="1071">
                    <a:moveTo>
                      <a:pt x="406" y="1"/>
                    </a:moveTo>
                    <a:cubicBezTo>
                      <a:pt x="311" y="1"/>
                      <a:pt x="215" y="13"/>
                      <a:pt x="120" y="38"/>
                    </a:cubicBezTo>
                    <a:cubicBezTo>
                      <a:pt x="1" y="58"/>
                      <a:pt x="33" y="248"/>
                      <a:pt x="162" y="248"/>
                    </a:cubicBezTo>
                    <a:cubicBezTo>
                      <a:pt x="169" y="248"/>
                      <a:pt x="175" y="248"/>
                      <a:pt x="182" y="247"/>
                    </a:cubicBezTo>
                    <a:cubicBezTo>
                      <a:pt x="271" y="232"/>
                      <a:pt x="362" y="225"/>
                      <a:pt x="454" y="225"/>
                    </a:cubicBezTo>
                    <a:cubicBezTo>
                      <a:pt x="622" y="225"/>
                      <a:pt x="793" y="248"/>
                      <a:pt x="954" y="288"/>
                    </a:cubicBezTo>
                    <a:cubicBezTo>
                      <a:pt x="966" y="294"/>
                      <a:pt x="977" y="297"/>
                      <a:pt x="986" y="297"/>
                    </a:cubicBezTo>
                    <a:cubicBezTo>
                      <a:pt x="1047" y="297"/>
                      <a:pt x="1071" y="199"/>
                      <a:pt x="1017" y="163"/>
                    </a:cubicBezTo>
                    <a:cubicBezTo>
                      <a:pt x="828" y="62"/>
                      <a:pt x="620" y="1"/>
                      <a:pt x="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7"/>
              <p:cNvSpPr/>
              <p:nvPr/>
            </p:nvSpPr>
            <p:spPr>
              <a:xfrm>
                <a:off x="8664425" y="3068550"/>
                <a:ext cx="25450" cy="9750"/>
              </a:xfrm>
              <a:custGeom>
                <a:rect b="b" l="l" r="r" t="t"/>
                <a:pathLst>
                  <a:path extrusionOk="0" h="390" w="1018">
                    <a:moveTo>
                      <a:pt x="282" y="0"/>
                    </a:moveTo>
                    <a:cubicBezTo>
                      <a:pt x="237" y="0"/>
                      <a:pt x="192" y="3"/>
                      <a:pt x="147" y="9"/>
                    </a:cubicBezTo>
                    <a:cubicBezTo>
                      <a:pt x="22" y="30"/>
                      <a:pt x="1" y="239"/>
                      <a:pt x="147" y="239"/>
                    </a:cubicBezTo>
                    <a:lnTo>
                      <a:pt x="168" y="239"/>
                    </a:lnTo>
                    <a:cubicBezTo>
                      <a:pt x="212" y="236"/>
                      <a:pt x="255" y="234"/>
                      <a:pt x="298" y="234"/>
                    </a:cubicBezTo>
                    <a:cubicBezTo>
                      <a:pt x="520" y="234"/>
                      <a:pt x="730" y="280"/>
                      <a:pt x="939" y="385"/>
                    </a:cubicBezTo>
                    <a:cubicBezTo>
                      <a:pt x="945" y="388"/>
                      <a:pt x="951" y="389"/>
                      <a:pt x="956" y="389"/>
                    </a:cubicBezTo>
                    <a:cubicBezTo>
                      <a:pt x="991" y="389"/>
                      <a:pt x="1017" y="337"/>
                      <a:pt x="981" y="301"/>
                    </a:cubicBezTo>
                    <a:cubicBezTo>
                      <a:pt x="803" y="105"/>
                      <a:pt x="548" y="0"/>
                      <a:pt x="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7"/>
              <p:cNvSpPr/>
              <p:nvPr/>
            </p:nvSpPr>
            <p:spPr>
              <a:xfrm>
                <a:off x="8655175" y="2952500"/>
                <a:ext cx="18150" cy="6825"/>
              </a:xfrm>
              <a:custGeom>
                <a:rect b="b" l="l" r="r" t="t"/>
                <a:pathLst>
                  <a:path extrusionOk="0" h="273" w="726">
                    <a:moveTo>
                      <a:pt x="642" y="0"/>
                    </a:moveTo>
                    <a:cubicBezTo>
                      <a:pt x="454" y="21"/>
                      <a:pt x="266" y="42"/>
                      <a:pt x="100" y="84"/>
                    </a:cubicBezTo>
                    <a:cubicBezTo>
                      <a:pt x="1" y="103"/>
                      <a:pt x="33" y="273"/>
                      <a:pt x="125" y="273"/>
                    </a:cubicBezTo>
                    <a:cubicBezTo>
                      <a:pt x="131" y="273"/>
                      <a:pt x="136" y="272"/>
                      <a:pt x="141" y="271"/>
                    </a:cubicBezTo>
                    <a:cubicBezTo>
                      <a:pt x="308" y="230"/>
                      <a:pt x="496" y="188"/>
                      <a:pt x="663" y="146"/>
                    </a:cubicBezTo>
                    <a:cubicBezTo>
                      <a:pt x="725" y="125"/>
                      <a:pt x="725" y="0"/>
                      <a:pt x="6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7"/>
              <p:cNvSpPr/>
              <p:nvPr/>
            </p:nvSpPr>
            <p:spPr>
              <a:xfrm>
                <a:off x="8845900" y="3581350"/>
                <a:ext cx="25575" cy="9925"/>
              </a:xfrm>
              <a:custGeom>
                <a:rect b="b" l="l" r="r" t="t"/>
                <a:pathLst>
                  <a:path extrusionOk="0" h="397" w="1023">
                    <a:moveTo>
                      <a:pt x="146" y="0"/>
                    </a:moveTo>
                    <a:cubicBezTo>
                      <a:pt x="0" y="21"/>
                      <a:pt x="0" y="230"/>
                      <a:pt x="146" y="251"/>
                    </a:cubicBezTo>
                    <a:cubicBezTo>
                      <a:pt x="438" y="251"/>
                      <a:pt x="688" y="376"/>
                      <a:pt x="960" y="397"/>
                    </a:cubicBezTo>
                    <a:cubicBezTo>
                      <a:pt x="1001" y="376"/>
                      <a:pt x="1022" y="334"/>
                      <a:pt x="1022" y="313"/>
                    </a:cubicBezTo>
                    <a:cubicBezTo>
                      <a:pt x="814" y="42"/>
                      <a:pt x="438" y="0"/>
                      <a:pt x="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7"/>
              <p:cNvSpPr/>
              <p:nvPr/>
            </p:nvSpPr>
            <p:spPr>
              <a:xfrm>
                <a:off x="8823475" y="3658000"/>
                <a:ext cx="13575" cy="6275"/>
              </a:xfrm>
              <a:custGeom>
                <a:rect b="b" l="l" r="r" t="t"/>
                <a:pathLst>
                  <a:path extrusionOk="0" h="251" w="543">
                    <a:moveTo>
                      <a:pt x="125" y="0"/>
                    </a:moveTo>
                    <a:cubicBezTo>
                      <a:pt x="0" y="42"/>
                      <a:pt x="0" y="230"/>
                      <a:pt x="125" y="251"/>
                    </a:cubicBezTo>
                    <a:lnTo>
                      <a:pt x="313" y="251"/>
                    </a:lnTo>
                    <a:cubicBezTo>
                      <a:pt x="355" y="251"/>
                      <a:pt x="397" y="230"/>
                      <a:pt x="459" y="209"/>
                    </a:cubicBezTo>
                    <a:cubicBezTo>
                      <a:pt x="543" y="188"/>
                      <a:pt x="543" y="63"/>
                      <a:pt x="459" y="42"/>
                    </a:cubicBezTo>
                    <a:cubicBezTo>
                      <a:pt x="397" y="42"/>
                      <a:pt x="35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7"/>
              <p:cNvSpPr/>
              <p:nvPr/>
            </p:nvSpPr>
            <p:spPr>
              <a:xfrm>
                <a:off x="8777050" y="3741775"/>
                <a:ext cx="28200" cy="8025"/>
              </a:xfrm>
              <a:custGeom>
                <a:rect b="b" l="l" r="r" t="t"/>
                <a:pathLst>
                  <a:path extrusionOk="0" h="321" w="1128">
                    <a:moveTo>
                      <a:pt x="407" y="0"/>
                    </a:moveTo>
                    <a:cubicBezTo>
                      <a:pt x="314" y="0"/>
                      <a:pt x="220" y="10"/>
                      <a:pt x="126" y="28"/>
                    </a:cubicBezTo>
                    <a:cubicBezTo>
                      <a:pt x="1" y="49"/>
                      <a:pt x="22" y="237"/>
                      <a:pt x="147" y="237"/>
                    </a:cubicBezTo>
                    <a:cubicBezTo>
                      <a:pt x="293" y="237"/>
                      <a:pt x="446" y="249"/>
                      <a:pt x="598" y="267"/>
                    </a:cubicBezTo>
                    <a:lnTo>
                      <a:pt x="598" y="267"/>
                    </a:lnTo>
                    <a:cubicBezTo>
                      <a:pt x="608" y="282"/>
                      <a:pt x="625" y="294"/>
                      <a:pt x="648" y="299"/>
                    </a:cubicBezTo>
                    <a:lnTo>
                      <a:pt x="968" y="318"/>
                    </a:lnTo>
                    <a:lnTo>
                      <a:pt x="968" y="318"/>
                    </a:lnTo>
                    <a:cubicBezTo>
                      <a:pt x="973" y="319"/>
                      <a:pt x="977" y="320"/>
                      <a:pt x="981" y="320"/>
                    </a:cubicBezTo>
                    <a:lnTo>
                      <a:pt x="981" y="319"/>
                    </a:lnTo>
                    <a:lnTo>
                      <a:pt x="981" y="319"/>
                    </a:lnTo>
                    <a:lnTo>
                      <a:pt x="1002" y="320"/>
                    </a:lnTo>
                    <a:cubicBezTo>
                      <a:pt x="1086" y="320"/>
                      <a:pt x="1127" y="195"/>
                      <a:pt x="1044" y="153"/>
                    </a:cubicBezTo>
                    <a:cubicBezTo>
                      <a:pt x="839" y="51"/>
                      <a:pt x="625"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7"/>
              <p:cNvSpPr/>
              <p:nvPr/>
            </p:nvSpPr>
            <p:spPr>
              <a:xfrm>
                <a:off x="8802250" y="3807225"/>
                <a:ext cx="30000" cy="10950"/>
              </a:xfrm>
              <a:custGeom>
                <a:rect b="b" l="l" r="r" t="t"/>
                <a:pathLst>
                  <a:path extrusionOk="0" h="438" w="1200">
                    <a:moveTo>
                      <a:pt x="490" y="0"/>
                    </a:moveTo>
                    <a:cubicBezTo>
                      <a:pt x="367" y="0"/>
                      <a:pt x="241" y="26"/>
                      <a:pt x="119" y="80"/>
                    </a:cubicBezTo>
                    <a:cubicBezTo>
                      <a:pt x="0" y="120"/>
                      <a:pt x="32" y="311"/>
                      <a:pt x="162" y="311"/>
                    </a:cubicBezTo>
                    <a:cubicBezTo>
                      <a:pt x="168" y="311"/>
                      <a:pt x="175" y="311"/>
                      <a:pt x="182" y="310"/>
                    </a:cubicBezTo>
                    <a:lnTo>
                      <a:pt x="203" y="310"/>
                    </a:lnTo>
                    <a:cubicBezTo>
                      <a:pt x="290" y="291"/>
                      <a:pt x="380" y="281"/>
                      <a:pt x="469" y="281"/>
                    </a:cubicBezTo>
                    <a:cubicBezTo>
                      <a:pt x="679" y="281"/>
                      <a:pt x="889" y="332"/>
                      <a:pt x="1079" y="435"/>
                    </a:cubicBezTo>
                    <a:cubicBezTo>
                      <a:pt x="1085" y="437"/>
                      <a:pt x="1092" y="438"/>
                      <a:pt x="1099" y="438"/>
                    </a:cubicBezTo>
                    <a:cubicBezTo>
                      <a:pt x="1153" y="438"/>
                      <a:pt x="1199" y="365"/>
                      <a:pt x="1162" y="310"/>
                    </a:cubicBezTo>
                    <a:cubicBezTo>
                      <a:pt x="993" y="112"/>
                      <a:pt x="747" y="0"/>
                      <a:pt x="4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7"/>
              <p:cNvSpPr/>
              <p:nvPr/>
            </p:nvSpPr>
            <p:spPr>
              <a:xfrm>
                <a:off x="8870575" y="3502575"/>
                <a:ext cx="30100" cy="12050"/>
              </a:xfrm>
              <a:custGeom>
                <a:rect b="b" l="l" r="r" t="t"/>
                <a:pathLst>
                  <a:path extrusionOk="0" h="482" w="1204">
                    <a:moveTo>
                      <a:pt x="203" y="0"/>
                    </a:moveTo>
                    <a:cubicBezTo>
                      <a:pt x="87" y="0"/>
                      <a:pt x="0" y="171"/>
                      <a:pt x="119" y="210"/>
                    </a:cubicBezTo>
                    <a:cubicBezTo>
                      <a:pt x="432" y="356"/>
                      <a:pt x="765" y="440"/>
                      <a:pt x="1120" y="482"/>
                    </a:cubicBezTo>
                    <a:cubicBezTo>
                      <a:pt x="1182" y="461"/>
                      <a:pt x="1203" y="377"/>
                      <a:pt x="1141" y="336"/>
                    </a:cubicBezTo>
                    <a:cubicBezTo>
                      <a:pt x="849" y="169"/>
                      <a:pt x="536" y="44"/>
                      <a:pt x="223" y="2"/>
                    </a:cubicBezTo>
                    <a:cubicBezTo>
                      <a:pt x="216" y="1"/>
                      <a:pt x="210" y="0"/>
                      <a:pt x="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7"/>
              <p:cNvSpPr/>
              <p:nvPr/>
            </p:nvSpPr>
            <p:spPr>
              <a:xfrm>
                <a:off x="8863575" y="3688950"/>
                <a:ext cx="16625" cy="9300"/>
              </a:xfrm>
              <a:custGeom>
                <a:rect b="b" l="l" r="r" t="t"/>
                <a:pathLst>
                  <a:path extrusionOk="0" h="372" w="665">
                    <a:moveTo>
                      <a:pt x="156" y="0"/>
                    </a:moveTo>
                    <a:cubicBezTo>
                      <a:pt x="59" y="0"/>
                      <a:pt x="1" y="128"/>
                      <a:pt x="107" y="181"/>
                    </a:cubicBezTo>
                    <a:cubicBezTo>
                      <a:pt x="253" y="264"/>
                      <a:pt x="399" y="327"/>
                      <a:pt x="545" y="368"/>
                    </a:cubicBezTo>
                    <a:cubicBezTo>
                      <a:pt x="552" y="370"/>
                      <a:pt x="559" y="371"/>
                      <a:pt x="566" y="371"/>
                    </a:cubicBezTo>
                    <a:cubicBezTo>
                      <a:pt x="635" y="371"/>
                      <a:pt x="664" y="281"/>
                      <a:pt x="607" y="243"/>
                    </a:cubicBezTo>
                    <a:cubicBezTo>
                      <a:pt x="482" y="160"/>
                      <a:pt x="357" y="76"/>
                      <a:pt x="211" y="14"/>
                    </a:cubicBezTo>
                    <a:cubicBezTo>
                      <a:pt x="192" y="4"/>
                      <a:pt x="173" y="0"/>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7"/>
              <p:cNvSpPr/>
              <p:nvPr/>
            </p:nvSpPr>
            <p:spPr>
              <a:xfrm>
                <a:off x="8739000" y="3913500"/>
                <a:ext cx="15675" cy="5775"/>
              </a:xfrm>
              <a:custGeom>
                <a:rect b="b" l="l" r="r" t="t"/>
                <a:pathLst>
                  <a:path extrusionOk="0" h="231" w="627">
                    <a:moveTo>
                      <a:pt x="146" y="1"/>
                    </a:moveTo>
                    <a:cubicBezTo>
                      <a:pt x="0" y="21"/>
                      <a:pt x="0" y="209"/>
                      <a:pt x="146" y="230"/>
                    </a:cubicBezTo>
                    <a:cubicBezTo>
                      <a:pt x="272" y="230"/>
                      <a:pt x="418" y="209"/>
                      <a:pt x="543" y="188"/>
                    </a:cubicBezTo>
                    <a:cubicBezTo>
                      <a:pt x="626" y="167"/>
                      <a:pt x="626" y="42"/>
                      <a:pt x="543" y="21"/>
                    </a:cubicBezTo>
                    <a:cubicBezTo>
                      <a:pt x="418" y="1"/>
                      <a:pt x="272" y="1"/>
                      <a:pt x="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7"/>
              <p:cNvSpPr/>
              <p:nvPr/>
            </p:nvSpPr>
            <p:spPr>
              <a:xfrm>
                <a:off x="8787125" y="4000025"/>
                <a:ext cx="25950" cy="7025"/>
              </a:xfrm>
              <a:custGeom>
                <a:rect b="b" l="l" r="r" t="t"/>
                <a:pathLst>
                  <a:path extrusionOk="0" h="281" w="1038">
                    <a:moveTo>
                      <a:pt x="165" y="0"/>
                    </a:moveTo>
                    <a:cubicBezTo>
                      <a:pt x="51" y="0"/>
                      <a:pt x="0" y="191"/>
                      <a:pt x="119" y="211"/>
                    </a:cubicBezTo>
                    <a:cubicBezTo>
                      <a:pt x="338" y="257"/>
                      <a:pt x="546" y="281"/>
                      <a:pt x="759" y="281"/>
                    </a:cubicBezTo>
                    <a:cubicBezTo>
                      <a:pt x="830" y="281"/>
                      <a:pt x="902" y="278"/>
                      <a:pt x="975" y="273"/>
                    </a:cubicBezTo>
                    <a:cubicBezTo>
                      <a:pt x="1016" y="273"/>
                      <a:pt x="1037" y="211"/>
                      <a:pt x="995" y="190"/>
                    </a:cubicBezTo>
                    <a:cubicBezTo>
                      <a:pt x="724" y="85"/>
                      <a:pt x="453" y="23"/>
                      <a:pt x="182" y="2"/>
                    </a:cubicBezTo>
                    <a:cubicBezTo>
                      <a:pt x="176" y="1"/>
                      <a:pt x="170"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7"/>
              <p:cNvSpPr/>
              <p:nvPr/>
            </p:nvSpPr>
            <p:spPr>
              <a:xfrm>
                <a:off x="8704725" y="4038100"/>
                <a:ext cx="27400" cy="14725"/>
              </a:xfrm>
              <a:custGeom>
                <a:rect b="b" l="l" r="r" t="t"/>
                <a:pathLst>
                  <a:path extrusionOk="0" h="589" w="1096">
                    <a:moveTo>
                      <a:pt x="205" y="0"/>
                    </a:moveTo>
                    <a:cubicBezTo>
                      <a:pt x="53" y="0"/>
                      <a:pt x="1" y="232"/>
                      <a:pt x="141" y="252"/>
                    </a:cubicBezTo>
                    <a:cubicBezTo>
                      <a:pt x="433" y="314"/>
                      <a:pt x="725" y="419"/>
                      <a:pt x="975" y="586"/>
                    </a:cubicBezTo>
                    <a:cubicBezTo>
                      <a:pt x="982" y="588"/>
                      <a:pt x="989" y="589"/>
                      <a:pt x="995" y="589"/>
                    </a:cubicBezTo>
                    <a:cubicBezTo>
                      <a:pt x="1050" y="589"/>
                      <a:pt x="1096" y="518"/>
                      <a:pt x="1059" y="481"/>
                    </a:cubicBezTo>
                    <a:cubicBezTo>
                      <a:pt x="829" y="231"/>
                      <a:pt x="537" y="64"/>
                      <a:pt x="224" y="2"/>
                    </a:cubicBezTo>
                    <a:cubicBezTo>
                      <a:pt x="218" y="1"/>
                      <a:pt x="211" y="0"/>
                      <a:pt x="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7"/>
              <p:cNvSpPr/>
              <p:nvPr/>
            </p:nvSpPr>
            <p:spPr>
              <a:xfrm>
                <a:off x="8342000" y="4037900"/>
                <a:ext cx="17925" cy="8950"/>
              </a:xfrm>
              <a:custGeom>
                <a:rect b="b" l="l" r="r" t="t"/>
                <a:pathLst>
                  <a:path extrusionOk="0" h="358" w="717">
                    <a:moveTo>
                      <a:pt x="479" y="1"/>
                    </a:moveTo>
                    <a:cubicBezTo>
                      <a:pt x="347" y="1"/>
                      <a:pt x="207" y="74"/>
                      <a:pt x="112" y="156"/>
                    </a:cubicBezTo>
                    <a:cubicBezTo>
                      <a:pt x="1" y="251"/>
                      <a:pt x="83" y="358"/>
                      <a:pt x="184" y="358"/>
                    </a:cubicBezTo>
                    <a:cubicBezTo>
                      <a:pt x="215" y="358"/>
                      <a:pt x="249" y="347"/>
                      <a:pt x="279" y="322"/>
                    </a:cubicBezTo>
                    <a:cubicBezTo>
                      <a:pt x="404" y="218"/>
                      <a:pt x="508" y="281"/>
                      <a:pt x="633" y="239"/>
                    </a:cubicBezTo>
                    <a:cubicBezTo>
                      <a:pt x="696" y="218"/>
                      <a:pt x="717" y="114"/>
                      <a:pt x="675" y="72"/>
                    </a:cubicBezTo>
                    <a:cubicBezTo>
                      <a:pt x="617" y="21"/>
                      <a:pt x="549" y="1"/>
                      <a:pt x="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7"/>
              <p:cNvSpPr/>
              <p:nvPr/>
            </p:nvSpPr>
            <p:spPr>
              <a:xfrm>
                <a:off x="8330075" y="3980675"/>
                <a:ext cx="16700" cy="17800"/>
              </a:xfrm>
              <a:custGeom>
                <a:rect b="b" l="l" r="r" t="t"/>
                <a:pathLst>
                  <a:path extrusionOk="0" h="712" w="668">
                    <a:moveTo>
                      <a:pt x="573" y="1"/>
                    </a:moveTo>
                    <a:cubicBezTo>
                      <a:pt x="565" y="1"/>
                      <a:pt x="556" y="2"/>
                      <a:pt x="547" y="4"/>
                    </a:cubicBezTo>
                    <a:cubicBezTo>
                      <a:pt x="276" y="67"/>
                      <a:pt x="68" y="275"/>
                      <a:pt x="26" y="547"/>
                    </a:cubicBezTo>
                    <a:cubicBezTo>
                      <a:pt x="0" y="649"/>
                      <a:pt x="84" y="712"/>
                      <a:pt x="163" y="712"/>
                    </a:cubicBezTo>
                    <a:cubicBezTo>
                      <a:pt x="212" y="712"/>
                      <a:pt x="260" y="687"/>
                      <a:pt x="276" y="630"/>
                    </a:cubicBezTo>
                    <a:cubicBezTo>
                      <a:pt x="360" y="442"/>
                      <a:pt x="464" y="255"/>
                      <a:pt x="631" y="129"/>
                    </a:cubicBezTo>
                    <a:cubicBezTo>
                      <a:pt x="668" y="73"/>
                      <a:pt x="639" y="1"/>
                      <a:pt x="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7"/>
              <p:cNvSpPr/>
              <p:nvPr/>
            </p:nvSpPr>
            <p:spPr>
              <a:xfrm>
                <a:off x="8295400" y="3922900"/>
                <a:ext cx="22825" cy="8925"/>
              </a:xfrm>
              <a:custGeom>
                <a:rect b="b" l="l" r="r" t="t"/>
                <a:pathLst>
                  <a:path extrusionOk="0" h="357" w="913">
                    <a:moveTo>
                      <a:pt x="829" y="0"/>
                    </a:moveTo>
                    <a:cubicBezTo>
                      <a:pt x="579" y="21"/>
                      <a:pt x="349" y="83"/>
                      <a:pt x="99" y="167"/>
                    </a:cubicBezTo>
                    <a:cubicBezTo>
                      <a:pt x="1" y="206"/>
                      <a:pt x="32" y="356"/>
                      <a:pt x="123" y="356"/>
                    </a:cubicBezTo>
                    <a:cubicBezTo>
                      <a:pt x="129" y="356"/>
                      <a:pt x="134" y="356"/>
                      <a:pt x="140" y="355"/>
                    </a:cubicBezTo>
                    <a:cubicBezTo>
                      <a:pt x="391" y="292"/>
                      <a:pt x="641" y="209"/>
                      <a:pt x="871" y="83"/>
                    </a:cubicBezTo>
                    <a:cubicBezTo>
                      <a:pt x="912" y="63"/>
                      <a:pt x="891" y="0"/>
                      <a:pt x="8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7"/>
              <p:cNvSpPr/>
              <p:nvPr/>
            </p:nvSpPr>
            <p:spPr>
              <a:xfrm>
                <a:off x="8371325" y="3975500"/>
                <a:ext cx="18325" cy="10300"/>
              </a:xfrm>
              <a:custGeom>
                <a:rect b="b" l="l" r="r" t="t"/>
                <a:pathLst>
                  <a:path extrusionOk="0" h="412" w="733">
                    <a:moveTo>
                      <a:pt x="508" y="0"/>
                    </a:moveTo>
                    <a:cubicBezTo>
                      <a:pt x="343" y="0"/>
                      <a:pt x="175" y="70"/>
                      <a:pt x="65" y="211"/>
                    </a:cubicBezTo>
                    <a:cubicBezTo>
                      <a:pt x="0" y="292"/>
                      <a:pt x="87" y="411"/>
                      <a:pt x="168" y="411"/>
                    </a:cubicBezTo>
                    <a:cubicBezTo>
                      <a:pt x="191" y="411"/>
                      <a:pt x="214" y="401"/>
                      <a:pt x="232" y="378"/>
                    </a:cubicBezTo>
                    <a:cubicBezTo>
                      <a:pt x="336" y="232"/>
                      <a:pt x="503" y="149"/>
                      <a:pt x="670" y="128"/>
                    </a:cubicBezTo>
                    <a:cubicBezTo>
                      <a:pt x="733" y="128"/>
                      <a:pt x="712" y="44"/>
                      <a:pt x="670" y="24"/>
                    </a:cubicBezTo>
                    <a:cubicBezTo>
                      <a:pt x="618" y="8"/>
                      <a:pt x="563" y="0"/>
                      <a:pt x="5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7"/>
              <p:cNvSpPr/>
              <p:nvPr/>
            </p:nvSpPr>
            <p:spPr>
              <a:xfrm>
                <a:off x="8394200" y="4059950"/>
                <a:ext cx="20900" cy="14000"/>
              </a:xfrm>
              <a:custGeom>
                <a:rect b="b" l="l" r="r" t="t"/>
                <a:pathLst>
                  <a:path extrusionOk="0" h="560" w="836">
                    <a:moveTo>
                      <a:pt x="755" y="0"/>
                    </a:moveTo>
                    <a:cubicBezTo>
                      <a:pt x="749" y="0"/>
                      <a:pt x="742" y="1"/>
                      <a:pt x="735" y="4"/>
                    </a:cubicBezTo>
                    <a:cubicBezTo>
                      <a:pt x="506" y="108"/>
                      <a:pt x="297" y="233"/>
                      <a:pt x="89" y="379"/>
                    </a:cubicBezTo>
                    <a:cubicBezTo>
                      <a:pt x="1" y="432"/>
                      <a:pt x="62" y="560"/>
                      <a:pt x="146" y="560"/>
                    </a:cubicBezTo>
                    <a:cubicBezTo>
                      <a:pt x="161" y="560"/>
                      <a:pt x="177" y="555"/>
                      <a:pt x="193" y="546"/>
                    </a:cubicBezTo>
                    <a:cubicBezTo>
                      <a:pt x="402" y="421"/>
                      <a:pt x="610" y="275"/>
                      <a:pt x="798" y="108"/>
                    </a:cubicBezTo>
                    <a:cubicBezTo>
                      <a:pt x="835" y="71"/>
                      <a:pt x="806" y="0"/>
                      <a:pt x="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7"/>
              <p:cNvSpPr/>
              <p:nvPr/>
            </p:nvSpPr>
            <p:spPr>
              <a:xfrm>
                <a:off x="8368775" y="4123650"/>
                <a:ext cx="17750" cy="4700"/>
              </a:xfrm>
              <a:custGeom>
                <a:rect b="b" l="l" r="r" t="t"/>
                <a:pathLst>
                  <a:path extrusionOk="0" h="188" w="710">
                    <a:moveTo>
                      <a:pt x="647" y="0"/>
                    </a:moveTo>
                    <a:cubicBezTo>
                      <a:pt x="418" y="21"/>
                      <a:pt x="209" y="63"/>
                      <a:pt x="0" y="146"/>
                    </a:cubicBezTo>
                    <a:cubicBezTo>
                      <a:pt x="167" y="167"/>
                      <a:pt x="313" y="167"/>
                      <a:pt x="501" y="188"/>
                    </a:cubicBezTo>
                    <a:cubicBezTo>
                      <a:pt x="543" y="167"/>
                      <a:pt x="605" y="125"/>
                      <a:pt x="668" y="104"/>
                    </a:cubicBezTo>
                    <a:cubicBezTo>
                      <a:pt x="710" y="63"/>
                      <a:pt x="689" y="0"/>
                      <a:pt x="6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7"/>
              <p:cNvSpPr/>
              <p:nvPr/>
            </p:nvSpPr>
            <p:spPr>
              <a:xfrm>
                <a:off x="8260700" y="3875575"/>
                <a:ext cx="22050" cy="10150"/>
              </a:xfrm>
              <a:custGeom>
                <a:rect b="b" l="l" r="r" t="t"/>
                <a:pathLst>
                  <a:path extrusionOk="0" h="406" w="882">
                    <a:moveTo>
                      <a:pt x="584" y="0"/>
                    </a:moveTo>
                    <a:cubicBezTo>
                      <a:pt x="397" y="0"/>
                      <a:pt x="222" y="71"/>
                      <a:pt x="89" y="204"/>
                    </a:cubicBezTo>
                    <a:cubicBezTo>
                      <a:pt x="1" y="274"/>
                      <a:pt x="92" y="405"/>
                      <a:pt x="186" y="405"/>
                    </a:cubicBezTo>
                    <a:cubicBezTo>
                      <a:pt x="203" y="405"/>
                      <a:pt x="219" y="401"/>
                      <a:pt x="235" y="391"/>
                    </a:cubicBezTo>
                    <a:cubicBezTo>
                      <a:pt x="402" y="287"/>
                      <a:pt x="611" y="204"/>
                      <a:pt x="819" y="162"/>
                    </a:cubicBezTo>
                    <a:cubicBezTo>
                      <a:pt x="882" y="141"/>
                      <a:pt x="882" y="58"/>
                      <a:pt x="819" y="37"/>
                    </a:cubicBezTo>
                    <a:cubicBezTo>
                      <a:pt x="740" y="12"/>
                      <a:pt x="661" y="0"/>
                      <a:pt x="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7"/>
              <p:cNvSpPr/>
              <p:nvPr/>
            </p:nvSpPr>
            <p:spPr>
              <a:xfrm>
                <a:off x="8217025" y="3812350"/>
                <a:ext cx="4200" cy="3675"/>
              </a:xfrm>
              <a:custGeom>
                <a:rect b="b" l="l" r="r" t="t"/>
                <a:pathLst>
                  <a:path extrusionOk="0" h="147" w="168">
                    <a:moveTo>
                      <a:pt x="84" y="0"/>
                    </a:moveTo>
                    <a:cubicBezTo>
                      <a:pt x="1" y="0"/>
                      <a:pt x="1" y="125"/>
                      <a:pt x="84" y="146"/>
                    </a:cubicBezTo>
                    <a:cubicBezTo>
                      <a:pt x="168" y="125"/>
                      <a:pt x="168" y="0"/>
                      <a:pt x="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7"/>
              <p:cNvSpPr/>
              <p:nvPr/>
            </p:nvSpPr>
            <p:spPr>
              <a:xfrm>
                <a:off x="8294275" y="3845200"/>
                <a:ext cx="16125" cy="9950"/>
              </a:xfrm>
              <a:custGeom>
                <a:rect b="b" l="l" r="r" t="t"/>
                <a:pathLst>
                  <a:path extrusionOk="0" h="398" w="645">
                    <a:moveTo>
                      <a:pt x="444" y="1"/>
                    </a:moveTo>
                    <a:cubicBezTo>
                      <a:pt x="286" y="1"/>
                      <a:pt x="142" y="84"/>
                      <a:pt x="60" y="230"/>
                    </a:cubicBezTo>
                    <a:cubicBezTo>
                      <a:pt x="1" y="319"/>
                      <a:pt x="90" y="398"/>
                      <a:pt x="168" y="398"/>
                    </a:cubicBezTo>
                    <a:cubicBezTo>
                      <a:pt x="200" y="398"/>
                      <a:pt x="230" y="385"/>
                      <a:pt x="248" y="355"/>
                    </a:cubicBezTo>
                    <a:lnTo>
                      <a:pt x="269" y="355"/>
                    </a:lnTo>
                    <a:cubicBezTo>
                      <a:pt x="332" y="230"/>
                      <a:pt x="457" y="146"/>
                      <a:pt x="582" y="146"/>
                    </a:cubicBezTo>
                    <a:cubicBezTo>
                      <a:pt x="644" y="146"/>
                      <a:pt x="644" y="42"/>
                      <a:pt x="582" y="21"/>
                    </a:cubicBezTo>
                    <a:cubicBezTo>
                      <a:pt x="536" y="7"/>
                      <a:pt x="489" y="1"/>
                      <a:pt x="4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7"/>
              <p:cNvSpPr/>
              <p:nvPr/>
            </p:nvSpPr>
            <p:spPr>
              <a:xfrm>
                <a:off x="8254225" y="3809225"/>
                <a:ext cx="8200" cy="5275"/>
              </a:xfrm>
              <a:custGeom>
                <a:rect b="b" l="l" r="r" t="t"/>
                <a:pathLst>
                  <a:path extrusionOk="0" h="211" w="328">
                    <a:moveTo>
                      <a:pt x="140" y="0"/>
                    </a:moveTo>
                    <a:cubicBezTo>
                      <a:pt x="1" y="20"/>
                      <a:pt x="13" y="210"/>
                      <a:pt x="141" y="210"/>
                    </a:cubicBezTo>
                    <a:cubicBezTo>
                      <a:pt x="147" y="210"/>
                      <a:pt x="154" y="210"/>
                      <a:pt x="161" y="209"/>
                    </a:cubicBezTo>
                    <a:lnTo>
                      <a:pt x="161" y="188"/>
                    </a:lnTo>
                    <a:cubicBezTo>
                      <a:pt x="202" y="188"/>
                      <a:pt x="244" y="167"/>
                      <a:pt x="265" y="146"/>
                    </a:cubicBezTo>
                    <a:cubicBezTo>
                      <a:pt x="327" y="104"/>
                      <a:pt x="327" y="21"/>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7"/>
              <p:cNvSpPr/>
              <p:nvPr/>
            </p:nvSpPr>
            <p:spPr>
              <a:xfrm>
                <a:off x="8169975" y="3426400"/>
                <a:ext cx="20500" cy="9925"/>
              </a:xfrm>
              <a:custGeom>
                <a:rect b="b" l="l" r="r" t="t"/>
                <a:pathLst>
                  <a:path extrusionOk="0" h="397" w="820">
                    <a:moveTo>
                      <a:pt x="552" y="1"/>
                    </a:moveTo>
                    <a:cubicBezTo>
                      <a:pt x="367" y="1"/>
                      <a:pt x="186" y="85"/>
                      <a:pt x="68" y="233"/>
                    </a:cubicBezTo>
                    <a:cubicBezTo>
                      <a:pt x="1" y="301"/>
                      <a:pt x="70" y="396"/>
                      <a:pt x="155" y="396"/>
                    </a:cubicBezTo>
                    <a:cubicBezTo>
                      <a:pt x="174" y="396"/>
                      <a:pt x="195" y="391"/>
                      <a:pt x="214" y="379"/>
                    </a:cubicBezTo>
                    <a:cubicBezTo>
                      <a:pt x="360" y="254"/>
                      <a:pt x="569" y="171"/>
                      <a:pt x="757" y="171"/>
                    </a:cubicBezTo>
                    <a:cubicBezTo>
                      <a:pt x="819" y="150"/>
                      <a:pt x="819" y="66"/>
                      <a:pt x="777" y="45"/>
                    </a:cubicBezTo>
                    <a:cubicBezTo>
                      <a:pt x="704" y="15"/>
                      <a:pt x="628" y="1"/>
                      <a:pt x="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7"/>
              <p:cNvSpPr/>
              <p:nvPr/>
            </p:nvSpPr>
            <p:spPr>
              <a:xfrm>
                <a:off x="8213525" y="3463375"/>
                <a:ext cx="7600" cy="5975"/>
              </a:xfrm>
              <a:custGeom>
                <a:rect b="b" l="l" r="r" t="t"/>
                <a:pathLst>
                  <a:path extrusionOk="0" h="239" w="304">
                    <a:moveTo>
                      <a:pt x="228" y="0"/>
                    </a:moveTo>
                    <a:cubicBezTo>
                      <a:pt x="219" y="0"/>
                      <a:pt x="211" y="2"/>
                      <a:pt x="203" y="6"/>
                    </a:cubicBezTo>
                    <a:lnTo>
                      <a:pt x="78" y="68"/>
                    </a:lnTo>
                    <a:cubicBezTo>
                      <a:pt x="1" y="130"/>
                      <a:pt x="62" y="238"/>
                      <a:pt x="132" y="238"/>
                    </a:cubicBezTo>
                    <a:cubicBezTo>
                      <a:pt x="156" y="238"/>
                      <a:pt x="182" y="225"/>
                      <a:pt x="203" y="193"/>
                    </a:cubicBezTo>
                    <a:lnTo>
                      <a:pt x="287" y="68"/>
                    </a:lnTo>
                    <a:cubicBezTo>
                      <a:pt x="304" y="34"/>
                      <a:pt x="265" y="0"/>
                      <a:pt x="2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7"/>
              <p:cNvSpPr/>
              <p:nvPr/>
            </p:nvSpPr>
            <p:spPr>
              <a:xfrm>
                <a:off x="8124500" y="3356000"/>
                <a:ext cx="17825" cy="8625"/>
              </a:xfrm>
              <a:custGeom>
                <a:rect b="b" l="l" r="r" t="t"/>
                <a:pathLst>
                  <a:path extrusionOk="0" h="345" w="713">
                    <a:moveTo>
                      <a:pt x="634" y="1"/>
                    </a:moveTo>
                    <a:cubicBezTo>
                      <a:pt x="628" y="1"/>
                      <a:pt x="622" y="2"/>
                      <a:pt x="615" y="4"/>
                    </a:cubicBezTo>
                    <a:cubicBezTo>
                      <a:pt x="448" y="46"/>
                      <a:pt x="281" y="108"/>
                      <a:pt x="93" y="192"/>
                    </a:cubicBezTo>
                    <a:cubicBezTo>
                      <a:pt x="1" y="210"/>
                      <a:pt x="40" y="344"/>
                      <a:pt x="109" y="344"/>
                    </a:cubicBezTo>
                    <a:cubicBezTo>
                      <a:pt x="117" y="344"/>
                      <a:pt x="126" y="342"/>
                      <a:pt x="135" y="338"/>
                    </a:cubicBezTo>
                    <a:cubicBezTo>
                      <a:pt x="323" y="275"/>
                      <a:pt x="490" y="192"/>
                      <a:pt x="657" y="108"/>
                    </a:cubicBezTo>
                    <a:cubicBezTo>
                      <a:pt x="712" y="71"/>
                      <a:pt x="685"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7"/>
              <p:cNvSpPr/>
              <p:nvPr/>
            </p:nvSpPr>
            <p:spPr>
              <a:xfrm>
                <a:off x="8188150" y="3496275"/>
                <a:ext cx="11000" cy="6550"/>
              </a:xfrm>
              <a:custGeom>
                <a:rect b="b" l="l" r="r" t="t"/>
                <a:pathLst>
                  <a:path extrusionOk="0" h="262" w="440">
                    <a:moveTo>
                      <a:pt x="341" y="0"/>
                    </a:moveTo>
                    <a:cubicBezTo>
                      <a:pt x="335" y="0"/>
                      <a:pt x="328" y="1"/>
                      <a:pt x="322" y="4"/>
                    </a:cubicBezTo>
                    <a:cubicBezTo>
                      <a:pt x="238" y="24"/>
                      <a:pt x="155" y="45"/>
                      <a:pt x="92" y="87"/>
                    </a:cubicBezTo>
                    <a:cubicBezTo>
                      <a:pt x="1" y="142"/>
                      <a:pt x="54" y="261"/>
                      <a:pt x="139" y="261"/>
                    </a:cubicBezTo>
                    <a:cubicBezTo>
                      <a:pt x="150" y="261"/>
                      <a:pt x="163" y="259"/>
                      <a:pt x="176" y="254"/>
                    </a:cubicBezTo>
                    <a:cubicBezTo>
                      <a:pt x="238" y="212"/>
                      <a:pt x="322" y="170"/>
                      <a:pt x="384" y="129"/>
                    </a:cubicBezTo>
                    <a:cubicBezTo>
                      <a:pt x="440" y="73"/>
                      <a:pt x="396" y="0"/>
                      <a:pt x="3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7"/>
              <p:cNvSpPr/>
              <p:nvPr/>
            </p:nvSpPr>
            <p:spPr>
              <a:xfrm>
                <a:off x="8247675" y="3567800"/>
                <a:ext cx="16825" cy="10475"/>
              </a:xfrm>
              <a:custGeom>
                <a:rect b="b" l="l" r="r" t="t"/>
                <a:pathLst>
                  <a:path extrusionOk="0" h="419" w="673">
                    <a:moveTo>
                      <a:pt x="589" y="0"/>
                    </a:moveTo>
                    <a:cubicBezTo>
                      <a:pt x="381" y="42"/>
                      <a:pt x="193" y="146"/>
                      <a:pt x="47" y="313"/>
                    </a:cubicBezTo>
                    <a:cubicBezTo>
                      <a:pt x="0" y="360"/>
                      <a:pt x="59" y="419"/>
                      <a:pt x="109" y="419"/>
                    </a:cubicBezTo>
                    <a:cubicBezTo>
                      <a:pt x="125" y="419"/>
                      <a:pt x="141" y="412"/>
                      <a:pt x="151" y="396"/>
                    </a:cubicBezTo>
                    <a:cubicBezTo>
                      <a:pt x="277" y="250"/>
                      <a:pt x="423" y="146"/>
                      <a:pt x="610" y="84"/>
                    </a:cubicBezTo>
                    <a:cubicBezTo>
                      <a:pt x="673" y="84"/>
                      <a:pt x="652" y="0"/>
                      <a:pt x="5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7"/>
              <p:cNvSpPr/>
              <p:nvPr/>
            </p:nvSpPr>
            <p:spPr>
              <a:xfrm>
                <a:off x="8292450" y="3593350"/>
                <a:ext cx="15350" cy="8550"/>
              </a:xfrm>
              <a:custGeom>
                <a:rect b="b" l="l" r="r" t="t"/>
                <a:pathLst>
                  <a:path extrusionOk="0" h="342" w="614">
                    <a:moveTo>
                      <a:pt x="530" y="0"/>
                    </a:moveTo>
                    <a:cubicBezTo>
                      <a:pt x="384" y="42"/>
                      <a:pt x="217" y="104"/>
                      <a:pt x="92" y="167"/>
                    </a:cubicBezTo>
                    <a:cubicBezTo>
                      <a:pt x="0" y="222"/>
                      <a:pt x="69" y="341"/>
                      <a:pt x="144" y="341"/>
                    </a:cubicBezTo>
                    <a:cubicBezTo>
                      <a:pt x="154" y="341"/>
                      <a:pt x="165" y="339"/>
                      <a:pt x="175" y="334"/>
                    </a:cubicBezTo>
                    <a:cubicBezTo>
                      <a:pt x="321" y="250"/>
                      <a:pt x="446" y="188"/>
                      <a:pt x="571" y="84"/>
                    </a:cubicBezTo>
                    <a:cubicBezTo>
                      <a:pt x="613" y="42"/>
                      <a:pt x="571" y="0"/>
                      <a:pt x="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7"/>
              <p:cNvSpPr/>
              <p:nvPr/>
            </p:nvSpPr>
            <p:spPr>
              <a:xfrm>
                <a:off x="8290300" y="3664775"/>
                <a:ext cx="14350" cy="8025"/>
              </a:xfrm>
              <a:custGeom>
                <a:rect b="b" l="l" r="r" t="t"/>
                <a:pathLst>
                  <a:path extrusionOk="0" h="321" w="574">
                    <a:moveTo>
                      <a:pt x="511" y="1"/>
                    </a:moveTo>
                    <a:cubicBezTo>
                      <a:pt x="365" y="42"/>
                      <a:pt x="219" y="105"/>
                      <a:pt x="73" y="167"/>
                    </a:cubicBezTo>
                    <a:cubicBezTo>
                      <a:pt x="0" y="204"/>
                      <a:pt x="55" y="321"/>
                      <a:pt x="126" y="321"/>
                    </a:cubicBezTo>
                    <a:cubicBezTo>
                      <a:pt x="136" y="321"/>
                      <a:pt x="147" y="319"/>
                      <a:pt x="157" y="313"/>
                    </a:cubicBezTo>
                    <a:cubicBezTo>
                      <a:pt x="303" y="251"/>
                      <a:pt x="428" y="167"/>
                      <a:pt x="553" y="63"/>
                    </a:cubicBezTo>
                    <a:cubicBezTo>
                      <a:pt x="574" y="21"/>
                      <a:pt x="553" y="1"/>
                      <a:pt x="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7"/>
              <p:cNvSpPr/>
              <p:nvPr/>
            </p:nvSpPr>
            <p:spPr>
              <a:xfrm>
                <a:off x="8318100" y="3707775"/>
                <a:ext cx="10450" cy="9275"/>
              </a:xfrm>
              <a:custGeom>
                <a:rect b="b" l="l" r="r" t="t"/>
                <a:pathLst>
                  <a:path extrusionOk="0" h="371" w="418">
                    <a:moveTo>
                      <a:pt x="332" y="0"/>
                    </a:moveTo>
                    <a:cubicBezTo>
                      <a:pt x="320" y="0"/>
                      <a:pt x="308" y="4"/>
                      <a:pt x="296" y="12"/>
                    </a:cubicBezTo>
                    <a:cubicBezTo>
                      <a:pt x="213" y="74"/>
                      <a:pt x="129" y="137"/>
                      <a:pt x="67" y="199"/>
                    </a:cubicBezTo>
                    <a:cubicBezTo>
                      <a:pt x="1" y="265"/>
                      <a:pt x="65" y="370"/>
                      <a:pt x="136" y="370"/>
                    </a:cubicBezTo>
                    <a:cubicBezTo>
                      <a:pt x="155" y="370"/>
                      <a:pt x="174" y="363"/>
                      <a:pt x="192" y="345"/>
                    </a:cubicBezTo>
                    <a:cubicBezTo>
                      <a:pt x="275" y="262"/>
                      <a:pt x="338" y="199"/>
                      <a:pt x="401" y="95"/>
                    </a:cubicBezTo>
                    <a:cubicBezTo>
                      <a:pt x="417" y="61"/>
                      <a:pt x="380"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7"/>
              <p:cNvSpPr/>
              <p:nvPr/>
            </p:nvSpPr>
            <p:spPr>
              <a:xfrm>
                <a:off x="8445425" y="2818475"/>
                <a:ext cx="10975" cy="5775"/>
              </a:xfrm>
              <a:custGeom>
                <a:rect b="b" l="l" r="r" t="t"/>
                <a:pathLst>
                  <a:path extrusionOk="0" h="231" w="439">
                    <a:moveTo>
                      <a:pt x="147" y="1"/>
                    </a:moveTo>
                    <a:cubicBezTo>
                      <a:pt x="1" y="22"/>
                      <a:pt x="1" y="230"/>
                      <a:pt x="147" y="230"/>
                    </a:cubicBezTo>
                    <a:cubicBezTo>
                      <a:pt x="209" y="230"/>
                      <a:pt x="293" y="230"/>
                      <a:pt x="376" y="209"/>
                    </a:cubicBezTo>
                    <a:cubicBezTo>
                      <a:pt x="439" y="168"/>
                      <a:pt x="439" y="63"/>
                      <a:pt x="376" y="43"/>
                    </a:cubicBezTo>
                    <a:cubicBezTo>
                      <a:pt x="293" y="22"/>
                      <a:pt x="209" y="1"/>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17"/>
              <p:cNvSpPr/>
              <p:nvPr/>
            </p:nvSpPr>
            <p:spPr>
              <a:xfrm>
                <a:off x="8477825" y="2756425"/>
                <a:ext cx="20800" cy="5250"/>
              </a:xfrm>
              <a:custGeom>
                <a:rect b="b" l="l" r="r" t="t"/>
                <a:pathLst>
                  <a:path extrusionOk="0" h="210" w="832">
                    <a:moveTo>
                      <a:pt x="790" y="1"/>
                    </a:moveTo>
                    <a:cubicBezTo>
                      <a:pt x="540" y="22"/>
                      <a:pt x="311" y="43"/>
                      <a:pt x="60" y="84"/>
                    </a:cubicBezTo>
                    <a:cubicBezTo>
                      <a:pt x="1" y="84"/>
                      <a:pt x="17" y="198"/>
                      <a:pt x="91" y="209"/>
                    </a:cubicBezTo>
                    <a:lnTo>
                      <a:pt x="91" y="209"/>
                    </a:lnTo>
                    <a:cubicBezTo>
                      <a:pt x="337" y="187"/>
                      <a:pt x="564" y="146"/>
                      <a:pt x="790" y="84"/>
                    </a:cubicBezTo>
                    <a:cubicBezTo>
                      <a:pt x="832" y="63"/>
                      <a:pt x="832" y="1"/>
                      <a:pt x="790" y="1"/>
                    </a:cubicBezTo>
                    <a:close/>
                    <a:moveTo>
                      <a:pt x="91" y="209"/>
                    </a:moveTo>
                    <a:cubicBezTo>
                      <a:pt x="87" y="209"/>
                      <a:pt x="84" y="209"/>
                      <a:pt x="81" y="209"/>
                    </a:cubicBezTo>
                    <a:lnTo>
                      <a:pt x="102" y="209"/>
                    </a:lnTo>
                    <a:cubicBezTo>
                      <a:pt x="98" y="209"/>
                      <a:pt x="94" y="209"/>
                      <a:pt x="91" y="20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17"/>
              <p:cNvSpPr/>
              <p:nvPr/>
            </p:nvSpPr>
            <p:spPr>
              <a:xfrm>
                <a:off x="8478550" y="2812700"/>
                <a:ext cx="13700" cy="6475"/>
              </a:xfrm>
              <a:custGeom>
                <a:rect b="b" l="l" r="r" t="t"/>
                <a:pathLst>
                  <a:path extrusionOk="0" h="259" w="548">
                    <a:moveTo>
                      <a:pt x="466" y="0"/>
                    </a:moveTo>
                    <a:cubicBezTo>
                      <a:pt x="461" y="0"/>
                      <a:pt x="455" y="1"/>
                      <a:pt x="448" y="2"/>
                    </a:cubicBezTo>
                    <a:cubicBezTo>
                      <a:pt x="344" y="2"/>
                      <a:pt x="219" y="23"/>
                      <a:pt x="115" y="65"/>
                    </a:cubicBezTo>
                    <a:cubicBezTo>
                      <a:pt x="1" y="84"/>
                      <a:pt x="42" y="258"/>
                      <a:pt x="145" y="258"/>
                    </a:cubicBezTo>
                    <a:cubicBezTo>
                      <a:pt x="155" y="258"/>
                      <a:pt x="166" y="256"/>
                      <a:pt x="177" y="253"/>
                    </a:cubicBezTo>
                    <a:cubicBezTo>
                      <a:pt x="282" y="211"/>
                      <a:pt x="386" y="169"/>
                      <a:pt x="490" y="128"/>
                    </a:cubicBezTo>
                    <a:cubicBezTo>
                      <a:pt x="548" y="108"/>
                      <a:pt x="535" y="0"/>
                      <a:pt x="4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7"/>
              <p:cNvSpPr/>
              <p:nvPr/>
            </p:nvSpPr>
            <p:spPr>
              <a:xfrm>
                <a:off x="8453775" y="2895650"/>
                <a:ext cx="14625" cy="4725"/>
              </a:xfrm>
              <a:custGeom>
                <a:rect b="b" l="l" r="r" t="t"/>
                <a:pathLst>
                  <a:path extrusionOk="0" h="189" w="585">
                    <a:moveTo>
                      <a:pt x="105" y="1"/>
                    </a:moveTo>
                    <a:cubicBezTo>
                      <a:pt x="0" y="1"/>
                      <a:pt x="0" y="168"/>
                      <a:pt x="105" y="188"/>
                    </a:cubicBezTo>
                    <a:cubicBezTo>
                      <a:pt x="251" y="188"/>
                      <a:pt x="376" y="168"/>
                      <a:pt x="522" y="147"/>
                    </a:cubicBezTo>
                    <a:cubicBezTo>
                      <a:pt x="584" y="147"/>
                      <a:pt x="584" y="42"/>
                      <a:pt x="522" y="22"/>
                    </a:cubicBezTo>
                    <a:cubicBezTo>
                      <a:pt x="376" y="1"/>
                      <a:pt x="251" y="1"/>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7"/>
              <p:cNvSpPr/>
              <p:nvPr/>
            </p:nvSpPr>
            <p:spPr>
              <a:xfrm>
                <a:off x="8436900" y="2973750"/>
                <a:ext cx="31500" cy="7975"/>
              </a:xfrm>
              <a:custGeom>
                <a:rect b="b" l="l" r="r" t="t"/>
                <a:pathLst>
                  <a:path extrusionOk="0" h="319" w="1260">
                    <a:moveTo>
                      <a:pt x="667" y="0"/>
                    </a:moveTo>
                    <a:cubicBezTo>
                      <a:pt x="482" y="0"/>
                      <a:pt x="300" y="37"/>
                      <a:pt x="133" y="110"/>
                    </a:cubicBezTo>
                    <a:cubicBezTo>
                      <a:pt x="0" y="129"/>
                      <a:pt x="40" y="303"/>
                      <a:pt x="158" y="303"/>
                    </a:cubicBezTo>
                    <a:cubicBezTo>
                      <a:pt x="170" y="303"/>
                      <a:pt x="182" y="301"/>
                      <a:pt x="195" y="297"/>
                    </a:cubicBezTo>
                    <a:lnTo>
                      <a:pt x="195" y="318"/>
                    </a:lnTo>
                    <a:cubicBezTo>
                      <a:pt x="529" y="235"/>
                      <a:pt x="863" y="256"/>
                      <a:pt x="1218" y="193"/>
                    </a:cubicBezTo>
                    <a:cubicBezTo>
                      <a:pt x="1259" y="172"/>
                      <a:pt x="1259" y="110"/>
                      <a:pt x="1218" y="110"/>
                    </a:cubicBezTo>
                    <a:cubicBezTo>
                      <a:pt x="1040" y="37"/>
                      <a:pt x="853" y="0"/>
                      <a:pt x="6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7"/>
              <p:cNvSpPr/>
              <p:nvPr/>
            </p:nvSpPr>
            <p:spPr>
              <a:xfrm>
                <a:off x="8451225" y="3036450"/>
                <a:ext cx="28125" cy="6325"/>
              </a:xfrm>
              <a:custGeom>
                <a:rect b="b" l="l" r="r" t="t"/>
                <a:pathLst>
                  <a:path extrusionOk="0" h="253" w="1125">
                    <a:moveTo>
                      <a:pt x="1041" y="0"/>
                    </a:moveTo>
                    <a:cubicBezTo>
                      <a:pt x="728" y="0"/>
                      <a:pt x="436" y="21"/>
                      <a:pt x="123" y="84"/>
                    </a:cubicBezTo>
                    <a:cubicBezTo>
                      <a:pt x="24" y="84"/>
                      <a:pt x="0" y="252"/>
                      <a:pt x="105" y="252"/>
                    </a:cubicBezTo>
                    <a:cubicBezTo>
                      <a:pt x="110" y="252"/>
                      <a:pt x="116" y="252"/>
                      <a:pt x="123" y="251"/>
                    </a:cubicBezTo>
                    <a:cubicBezTo>
                      <a:pt x="436" y="251"/>
                      <a:pt x="749" y="188"/>
                      <a:pt x="1041" y="125"/>
                    </a:cubicBezTo>
                    <a:cubicBezTo>
                      <a:pt x="1124" y="105"/>
                      <a:pt x="1124" y="0"/>
                      <a:pt x="10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7"/>
              <p:cNvSpPr/>
              <p:nvPr/>
            </p:nvSpPr>
            <p:spPr>
              <a:xfrm>
                <a:off x="8441500" y="3098975"/>
                <a:ext cx="18025" cy="7300"/>
              </a:xfrm>
              <a:custGeom>
                <a:rect b="b" l="l" r="r" t="t"/>
                <a:pathLst>
                  <a:path extrusionOk="0" h="292" w="721">
                    <a:moveTo>
                      <a:pt x="572" y="1"/>
                    </a:moveTo>
                    <a:cubicBezTo>
                      <a:pt x="457" y="1"/>
                      <a:pt x="322" y="107"/>
                      <a:pt x="223" y="107"/>
                    </a:cubicBezTo>
                    <a:cubicBezTo>
                      <a:pt x="199" y="107"/>
                      <a:pt x="177" y="101"/>
                      <a:pt x="158" y="86"/>
                    </a:cubicBezTo>
                    <a:cubicBezTo>
                      <a:pt x="144" y="79"/>
                      <a:pt x="131" y="76"/>
                      <a:pt x="118" y="76"/>
                    </a:cubicBezTo>
                    <a:cubicBezTo>
                      <a:pt x="51" y="76"/>
                      <a:pt x="1" y="158"/>
                      <a:pt x="53" y="211"/>
                    </a:cubicBezTo>
                    <a:cubicBezTo>
                      <a:pt x="99" y="241"/>
                      <a:pt x="156" y="261"/>
                      <a:pt x="216" y="261"/>
                    </a:cubicBezTo>
                    <a:cubicBezTo>
                      <a:pt x="238" y="261"/>
                      <a:pt x="260" y="258"/>
                      <a:pt x="283" y="252"/>
                    </a:cubicBezTo>
                    <a:cubicBezTo>
                      <a:pt x="320" y="252"/>
                      <a:pt x="417" y="201"/>
                      <a:pt x="493" y="176"/>
                    </a:cubicBezTo>
                    <a:lnTo>
                      <a:pt x="493" y="176"/>
                    </a:lnTo>
                    <a:cubicBezTo>
                      <a:pt x="492" y="180"/>
                      <a:pt x="491" y="185"/>
                      <a:pt x="491" y="190"/>
                    </a:cubicBezTo>
                    <a:cubicBezTo>
                      <a:pt x="500" y="262"/>
                      <a:pt x="544" y="291"/>
                      <a:pt x="591" y="291"/>
                    </a:cubicBezTo>
                    <a:cubicBezTo>
                      <a:pt x="653" y="291"/>
                      <a:pt x="721" y="240"/>
                      <a:pt x="721" y="169"/>
                    </a:cubicBezTo>
                    <a:cubicBezTo>
                      <a:pt x="721" y="86"/>
                      <a:pt x="679" y="23"/>
                      <a:pt x="596" y="2"/>
                    </a:cubicBezTo>
                    <a:cubicBezTo>
                      <a:pt x="588" y="1"/>
                      <a:pt x="580" y="1"/>
                      <a:pt x="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7"/>
              <p:cNvSpPr/>
              <p:nvPr/>
            </p:nvSpPr>
            <p:spPr>
              <a:xfrm>
                <a:off x="8430225" y="3155975"/>
                <a:ext cx="19400" cy="7075"/>
              </a:xfrm>
              <a:custGeom>
                <a:rect b="b" l="l" r="r" t="t"/>
                <a:pathLst>
                  <a:path extrusionOk="0" h="283" w="776">
                    <a:moveTo>
                      <a:pt x="531" y="1"/>
                    </a:moveTo>
                    <a:cubicBezTo>
                      <a:pt x="377" y="1"/>
                      <a:pt x="226" y="43"/>
                      <a:pt x="87" y="121"/>
                    </a:cubicBezTo>
                    <a:cubicBezTo>
                      <a:pt x="1" y="173"/>
                      <a:pt x="58" y="282"/>
                      <a:pt x="139" y="282"/>
                    </a:cubicBezTo>
                    <a:cubicBezTo>
                      <a:pt x="156" y="282"/>
                      <a:pt x="174" y="277"/>
                      <a:pt x="191" y="267"/>
                    </a:cubicBezTo>
                    <a:cubicBezTo>
                      <a:pt x="251" y="241"/>
                      <a:pt x="315" y="219"/>
                      <a:pt x="381" y="202"/>
                    </a:cubicBezTo>
                    <a:lnTo>
                      <a:pt x="381" y="202"/>
                    </a:lnTo>
                    <a:cubicBezTo>
                      <a:pt x="382" y="236"/>
                      <a:pt x="412" y="270"/>
                      <a:pt x="446" y="270"/>
                    </a:cubicBezTo>
                    <a:cubicBezTo>
                      <a:pt x="451" y="270"/>
                      <a:pt x="457" y="269"/>
                      <a:pt x="462" y="267"/>
                    </a:cubicBezTo>
                    <a:cubicBezTo>
                      <a:pt x="525" y="225"/>
                      <a:pt x="629" y="183"/>
                      <a:pt x="692" y="163"/>
                    </a:cubicBezTo>
                    <a:cubicBezTo>
                      <a:pt x="775" y="142"/>
                      <a:pt x="775" y="17"/>
                      <a:pt x="692" y="17"/>
                    </a:cubicBezTo>
                    <a:cubicBezTo>
                      <a:pt x="638" y="6"/>
                      <a:pt x="584" y="1"/>
                      <a:pt x="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7"/>
              <p:cNvSpPr/>
              <p:nvPr/>
            </p:nvSpPr>
            <p:spPr>
              <a:xfrm>
                <a:off x="8476700" y="3145600"/>
                <a:ext cx="17775" cy="4875"/>
              </a:xfrm>
              <a:custGeom>
                <a:rect b="b" l="l" r="r" t="t"/>
                <a:pathLst>
                  <a:path extrusionOk="0" h="195" w="711">
                    <a:moveTo>
                      <a:pt x="335" y="1"/>
                    </a:moveTo>
                    <a:cubicBezTo>
                      <a:pt x="264" y="1"/>
                      <a:pt x="195" y="6"/>
                      <a:pt x="126" y="14"/>
                    </a:cubicBezTo>
                    <a:cubicBezTo>
                      <a:pt x="1" y="14"/>
                      <a:pt x="1" y="181"/>
                      <a:pt x="126" y="181"/>
                    </a:cubicBezTo>
                    <a:cubicBezTo>
                      <a:pt x="195" y="190"/>
                      <a:pt x="264" y="195"/>
                      <a:pt x="335" y="195"/>
                    </a:cubicBezTo>
                    <a:cubicBezTo>
                      <a:pt x="435" y="195"/>
                      <a:pt x="538" y="185"/>
                      <a:pt x="648" y="160"/>
                    </a:cubicBezTo>
                    <a:cubicBezTo>
                      <a:pt x="710" y="140"/>
                      <a:pt x="710" y="56"/>
                      <a:pt x="648" y="35"/>
                    </a:cubicBezTo>
                    <a:cubicBezTo>
                      <a:pt x="538" y="11"/>
                      <a:pt x="435"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7"/>
              <p:cNvSpPr/>
              <p:nvPr/>
            </p:nvSpPr>
            <p:spPr>
              <a:xfrm>
                <a:off x="8449075" y="3189525"/>
                <a:ext cx="10975" cy="6500"/>
              </a:xfrm>
              <a:custGeom>
                <a:rect b="b" l="l" r="r" t="t"/>
                <a:pathLst>
                  <a:path extrusionOk="0" h="260" w="439">
                    <a:moveTo>
                      <a:pt x="306" y="0"/>
                    </a:moveTo>
                    <a:cubicBezTo>
                      <a:pt x="281" y="0"/>
                      <a:pt x="258" y="10"/>
                      <a:pt x="243" y="28"/>
                    </a:cubicBezTo>
                    <a:lnTo>
                      <a:pt x="243" y="28"/>
                    </a:lnTo>
                    <a:cubicBezTo>
                      <a:pt x="230" y="23"/>
                      <a:pt x="218" y="18"/>
                      <a:pt x="209" y="9"/>
                    </a:cubicBezTo>
                    <a:lnTo>
                      <a:pt x="105" y="9"/>
                    </a:lnTo>
                    <a:cubicBezTo>
                      <a:pt x="21" y="9"/>
                      <a:pt x="1" y="93"/>
                      <a:pt x="42" y="135"/>
                    </a:cubicBezTo>
                    <a:cubicBezTo>
                      <a:pt x="105" y="197"/>
                      <a:pt x="188" y="239"/>
                      <a:pt x="293" y="260"/>
                    </a:cubicBezTo>
                    <a:cubicBezTo>
                      <a:pt x="376" y="239"/>
                      <a:pt x="439" y="114"/>
                      <a:pt x="376" y="30"/>
                    </a:cubicBezTo>
                    <a:cubicBezTo>
                      <a:pt x="355" y="9"/>
                      <a:pt x="330" y="0"/>
                      <a:pt x="3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7"/>
              <p:cNvSpPr/>
              <p:nvPr/>
            </p:nvSpPr>
            <p:spPr>
              <a:xfrm>
                <a:off x="8426100" y="3245375"/>
                <a:ext cx="24500" cy="10275"/>
              </a:xfrm>
              <a:custGeom>
                <a:rect b="b" l="l" r="r" t="t"/>
                <a:pathLst>
                  <a:path extrusionOk="0" h="411" w="980">
                    <a:moveTo>
                      <a:pt x="602" y="1"/>
                    </a:moveTo>
                    <a:cubicBezTo>
                      <a:pt x="400" y="1"/>
                      <a:pt x="190" y="106"/>
                      <a:pt x="64" y="257"/>
                    </a:cubicBezTo>
                    <a:cubicBezTo>
                      <a:pt x="0" y="321"/>
                      <a:pt x="59" y="410"/>
                      <a:pt x="128" y="410"/>
                    </a:cubicBezTo>
                    <a:cubicBezTo>
                      <a:pt x="148" y="410"/>
                      <a:pt x="170" y="402"/>
                      <a:pt x="189" y="383"/>
                    </a:cubicBezTo>
                    <a:cubicBezTo>
                      <a:pt x="316" y="256"/>
                      <a:pt x="481" y="186"/>
                      <a:pt x="651" y="186"/>
                    </a:cubicBezTo>
                    <a:cubicBezTo>
                      <a:pt x="733" y="186"/>
                      <a:pt x="817" y="203"/>
                      <a:pt x="899" y="237"/>
                    </a:cubicBezTo>
                    <a:cubicBezTo>
                      <a:pt x="907" y="239"/>
                      <a:pt x="915" y="241"/>
                      <a:pt x="922" y="241"/>
                    </a:cubicBezTo>
                    <a:cubicBezTo>
                      <a:pt x="966" y="241"/>
                      <a:pt x="979" y="189"/>
                      <a:pt x="961" y="153"/>
                    </a:cubicBezTo>
                    <a:cubicBezTo>
                      <a:pt x="862" y="46"/>
                      <a:pt x="734" y="1"/>
                      <a:pt x="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7"/>
              <p:cNvSpPr/>
              <p:nvPr/>
            </p:nvSpPr>
            <p:spPr>
              <a:xfrm>
                <a:off x="8460850" y="2706900"/>
                <a:ext cx="15875" cy="6950"/>
              </a:xfrm>
              <a:custGeom>
                <a:rect b="b" l="l" r="r" t="t"/>
                <a:pathLst>
                  <a:path extrusionOk="0" h="278" w="635">
                    <a:moveTo>
                      <a:pt x="552" y="0"/>
                    </a:moveTo>
                    <a:cubicBezTo>
                      <a:pt x="385" y="21"/>
                      <a:pt x="260" y="63"/>
                      <a:pt x="114" y="105"/>
                    </a:cubicBezTo>
                    <a:cubicBezTo>
                      <a:pt x="1" y="123"/>
                      <a:pt x="40" y="278"/>
                      <a:pt x="126" y="278"/>
                    </a:cubicBezTo>
                    <a:cubicBezTo>
                      <a:pt x="135" y="278"/>
                      <a:pt x="145" y="276"/>
                      <a:pt x="155" y="272"/>
                    </a:cubicBezTo>
                    <a:cubicBezTo>
                      <a:pt x="301" y="251"/>
                      <a:pt x="447" y="209"/>
                      <a:pt x="572" y="146"/>
                    </a:cubicBezTo>
                    <a:cubicBezTo>
                      <a:pt x="635" y="105"/>
                      <a:pt x="614" y="21"/>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7"/>
              <p:cNvSpPr/>
              <p:nvPr/>
            </p:nvSpPr>
            <p:spPr>
              <a:xfrm>
                <a:off x="8483900" y="2630775"/>
                <a:ext cx="20450" cy="6625"/>
              </a:xfrm>
              <a:custGeom>
                <a:rect b="b" l="l" r="r" t="t"/>
                <a:pathLst>
                  <a:path extrusionOk="0" h="265" w="818">
                    <a:moveTo>
                      <a:pt x="539" y="1"/>
                    </a:moveTo>
                    <a:cubicBezTo>
                      <a:pt x="383" y="1"/>
                      <a:pt x="231" y="33"/>
                      <a:pt x="88" y="104"/>
                    </a:cubicBezTo>
                    <a:cubicBezTo>
                      <a:pt x="0" y="140"/>
                      <a:pt x="46" y="264"/>
                      <a:pt x="125" y="264"/>
                    </a:cubicBezTo>
                    <a:cubicBezTo>
                      <a:pt x="140" y="264"/>
                      <a:pt x="156" y="260"/>
                      <a:pt x="172" y="250"/>
                    </a:cubicBezTo>
                    <a:cubicBezTo>
                      <a:pt x="360" y="167"/>
                      <a:pt x="547" y="125"/>
                      <a:pt x="756" y="125"/>
                    </a:cubicBezTo>
                    <a:cubicBezTo>
                      <a:pt x="761" y="127"/>
                      <a:pt x="767" y="128"/>
                      <a:pt x="771" y="128"/>
                    </a:cubicBezTo>
                    <a:cubicBezTo>
                      <a:pt x="818" y="128"/>
                      <a:pt x="813" y="40"/>
                      <a:pt x="756" y="21"/>
                    </a:cubicBezTo>
                    <a:cubicBezTo>
                      <a:pt x="683" y="8"/>
                      <a:pt x="611" y="1"/>
                      <a:pt x="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7"/>
              <p:cNvSpPr/>
              <p:nvPr/>
            </p:nvSpPr>
            <p:spPr>
              <a:xfrm>
                <a:off x="8468900" y="2574375"/>
                <a:ext cx="25450" cy="7500"/>
              </a:xfrm>
              <a:custGeom>
                <a:rect b="b" l="l" r="r" t="t"/>
                <a:pathLst>
                  <a:path extrusionOk="0" h="300" w="1018">
                    <a:moveTo>
                      <a:pt x="943" y="0"/>
                    </a:moveTo>
                    <a:cubicBezTo>
                      <a:pt x="935" y="0"/>
                      <a:pt x="927" y="1"/>
                      <a:pt x="918" y="4"/>
                    </a:cubicBezTo>
                    <a:cubicBezTo>
                      <a:pt x="918" y="4"/>
                      <a:pt x="918" y="4"/>
                      <a:pt x="918" y="4"/>
                    </a:cubicBezTo>
                    <a:lnTo>
                      <a:pt x="918" y="4"/>
                    </a:lnTo>
                    <a:lnTo>
                      <a:pt x="626" y="45"/>
                    </a:lnTo>
                    <a:cubicBezTo>
                      <a:pt x="608" y="45"/>
                      <a:pt x="597" y="52"/>
                      <a:pt x="591" y="62"/>
                    </a:cubicBezTo>
                    <a:lnTo>
                      <a:pt x="591" y="62"/>
                    </a:lnTo>
                    <a:cubicBezTo>
                      <a:pt x="438" y="80"/>
                      <a:pt x="282" y="87"/>
                      <a:pt x="125" y="87"/>
                    </a:cubicBezTo>
                    <a:cubicBezTo>
                      <a:pt x="0" y="87"/>
                      <a:pt x="0" y="275"/>
                      <a:pt x="125" y="296"/>
                    </a:cubicBezTo>
                    <a:cubicBezTo>
                      <a:pt x="162" y="298"/>
                      <a:pt x="198" y="299"/>
                      <a:pt x="235" y="299"/>
                    </a:cubicBezTo>
                    <a:cubicBezTo>
                      <a:pt x="490" y="299"/>
                      <a:pt x="743" y="236"/>
                      <a:pt x="980" y="108"/>
                    </a:cubicBezTo>
                    <a:cubicBezTo>
                      <a:pt x="1018" y="71"/>
                      <a:pt x="1005" y="0"/>
                      <a:pt x="9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7"/>
              <p:cNvSpPr/>
              <p:nvPr/>
            </p:nvSpPr>
            <p:spPr>
              <a:xfrm>
                <a:off x="8423525" y="2592700"/>
                <a:ext cx="17225" cy="6275"/>
              </a:xfrm>
              <a:custGeom>
                <a:rect b="b" l="l" r="r" t="t"/>
                <a:pathLst>
                  <a:path extrusionOk="0" h="251" w="689">
                    <a:moveTo>
                      <a:pt x="605" y="1"/>
                    </a:moveTo>
                    <a:cubicBezTo>
                      <a:pt x="438" y="21"/>
                      <a:pt x="251" y="63"/>
                      <a:pt x="84" y="105"/>
                    </a:cubicBezTo>
                    <a:cubicBezTo>
                      <a:pt x="0" y="126"/>
                      <a:pt x="42" y="251"/>
                      <a:pt x="126" y="251"/>
                    </a:cubicBezTo>
                    <a:cubicBezTo>
                      <a:pt x="292" y="209"/>
                      <a:pt x="459" y="167"/>
                      <a:pt x="626" y="126"/>
                    </a:cubicBezTo>
                    <a:cubicBezTo>
                      <a:pt x="689" y="105"/>
                      <a:pt x="689"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7"/>
              <p:cNvSpPr/>
              <p:nvPr/>
            </p:nvSpPr>
            <p:spPr>
              <a:xfrm>
                <a:off x="8448725" y="2659825"/>
                <a:ext cx="19675" cy="5425"/>
              </a:xfrm>
              <a:custGeom>
                <a:rect b="b" l="l" r="r" t="t"/>
                <a:pathLst>
                  <a:path extrusionOk="0" h="217" w="787">
                    <a:moveTo>
                      <a:pt x="609" y="1"/>
                    </a:moveTo>
                    <a:cubicBezTo>
                      <a:pt x="439" y="1"/>
                      <a:pt x="268" y="35"/>
                      <a:pt x="98" y="69"/>
                    </a:cubicBezTo>
                    <a:cubicBezTo>
                      <a:pt x="1" y="88"/>
                      <a:pt x="30" y="217"/>
                      <a:pt x="120" y="217"/>
                    </a:cubicBezTo>
                    <a:cubicBezTo>
                      <a:pt x="126" y="217"/>
                      <a:pt x="133" y="216"/>
                      <a:pt x="140" y="215"/>
                    </a:cubicBezTo>
                    <a:cubicBezTo>
                      <a:pt x="348" y="194"/>
                      <a:pt x="557" y="152"/>
                      <a:pt x="745" y="69"/>
                    </a:cubicBezTo>
                    <a:cubicBezTo>
                      <a:pt x="786" y="48"/>
                      <a:pt x="765" y="6"/>
                      <a:pt x="724" y="6"/>
                    </a:cubicBezTo>
                    <a:cubicBezTo>
                      <a:pt x="685" y="2"/>
                      <a:pt x="64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7"/>
              <p:cNvSpPr/>
              <p:nvPr/>
            </p:nvSpPr>
            <p:spPr>
              <a:xfrm>
                <a:off x="8455500" y="2500025"/>
                <a:ext cx="18100" cy="6150"/>
              </a:xfrm>
              <a:custGeom>
                <a:rect b="b" l="l" r="r" t="t"/>
                <a:pathLst>
                  <a:path extrusionOk="0" h="246" w="724">
                    <a:moveTo>
                      <a:pt x="270" y="0"/>
                    </a:moveTo>
                    <a:cubicBezTo>
                      <a:pt x="220" y="0"/>
                      <a:pt x="170" y="6"/>
                      <a:pt x="119" y="16"/>
                    </a:cubicBezTo>
                    <a:cubicBezTo>
                      <a:pt x="0" y="36"/>
                      <a:pt x="50" y="205"/>
                      <a:pt x="162" y="205"/>
                    </a:cubicBezTo>
                    <a:cubicBezTo>
                      <a:pt x="169" y="205"/>
                      <a:pt x="175" y="205"/>
                      <a:pt x="182" y="204"/>
                    </a:cubicBezTo>
                    <a:cubicBezTo>
                      <a:pt x="233" y="189"/>
                      <a:pt x="288" y="182"/>
                      <a:pt x="343" y="182"/>
                    </a:cubicBezTo>
                    <a:cubicBezTo>
                      <a:pt x="443" y="182"/>
                      <a:pt x="546" y="205"/>
                      <a:pt x="640" y="245"/>
                    </a:cubicBezTo>
                    <a:cubicBezTo>
                      <a:pt x="682" y="245"/>
                      <a:pt x="724" y="204"/>
                      <a:pt x="682" y="162"/>
                    </a:cubicBezTo>
                    <a:cubicBezTo>
                      <a:pt x="572" y="51"/>
                      <a:pt x="425" y="0"/>
                      <a:pt x="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7"/>
              <p:cNvSpPr/>
              <p:nvPr/>
            </p:nvSpPr>
            <p:spPr>
              <a:xfrm>
                <a:off x="8879775" y="2706175"/>
                <a:ext cx="16200" cy="6475"/>
              </a:xfrm>
              <a:custGeom>
                <a:rect b="b" l="l" r="r" t="t"/>
                <a:pathLst>
                  <a:path extrusionOk="0" h="259" w="648">
                    <a:moveTo>
                      <a:pt x="243" y="0"/>
                    </a:moveTo>
                    <a:cubicBezTo>
                      <a:pt x="204" y="0"/>
                      <a:pt x="165" y="3"/>
                      <a:pt x="126" y="9"/>
                    </a:cubicBezTo>
                    <a:cubicBezTo>
                      <a:pt x="1" y="29"/>
                      <a:pt x="1" y="238"/>
                      <a:pt x="126" y="259"/>
                    </a:cubicBezTo>
                    <a:lnTo>
                      <a:pt x="126" y="238"/>
                    </a:lnTo>
                    <a:cubicBezTo>
                      <a:pt x="169" y="244"/>
                      <a:pt x="212" y="247"/>
                      <a:pt x="254" y="247"/>
                    </a:cubicBezTo>
                    <a:cubicBezTo>
                      <a:pt x="358" y="247"/>
                      <a:pt x="461" y="232"/>
                      <a:pt x="564" y="217"/>
                    </a:cubicBezTo>
                    <a:cubicBezTo>
                      <a:pt x="648" y="175"/>
                      <a:pt x="648" y="71"/>
                      <a:pt x="564" y="50"/>
                    </a:cubicBezTo>
                    <a:cubicBezTo>
                      <a:pt x="457" y="20"/>
                      <a:pt x="350"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7"/>
              <p:cNvSpPr/>
              <p:nvPr/>
            </p:nvSpPr>
            <p:spPr>
              <a:xfrm>
                <a:off x="8859450" y="2770300"/>
                <a:ext cx="17750" cy="5450"/>
              </a:xfrm>
              <a:custGeom>
                <a:rect b="b" l="l" r="r" t="t"/>
                <a:pathLst>
                  <a:path extrusionOk="0" h="218" w="710">
                    <a:moveTo>
                      <a:pt x="260" y="1"/>
                    </a:moveTo>
                    <a:cubicBezTo>
                      <a:pt x="215" y="1"/>
                      <a:pt x="170" y="3"/>
                      <a:pt x="126" y="9"/>
                    </a:cubicBezTo>
                    <a:cubicBezTo>
                      <a:pt x="0" y="30"/>
                      <a:pt x="0" y="197"/>
                      <a:pt x="126" y="218"/>
                    </a:cubicBezTo>
                    <a:cubicBezTo>
                      <a:pt x="292" y="218"/>
                      <a:pt x="459" y="197"/>
                      <a:pt x="647" y="176"/>
                    </a:cubicBezTo>
                    <a:cubicBezTo>
                      <a:pt x="710" y="155"/>
                      <a:pt x="710" y="72"/>
                      <a:pt x="647" y="51"/>
                    </a:cubicBezTo>
                    <a:cubicBezTo>
                      <a:pt x="510" y="20"/>
                      <a:pt x="383"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7"/>
              <p:cNvSpPr/>
              <p:nvPr/>
            </p:nvSpPr>
            <p:spPr>
              <a:xfrm>
                <a:off x="8833000" y="2854875"/>
                <a:ext cx="16575" cy="7475"/>
              </a:xfrm>
              <a:custGeom>
                <a:rect b="b" l="l" r="r" t="t"/>
                <a:pathLst>
                  <a:path extrusionOk="0" h="299" w="663">
                    <a:moveTo>
                      <a:pt x="174" y="1"/>
                    </a:moveTo>
                    <a:cubicBezTo>
                      <a:pt x="84" y="1"/>
                      <a:pt x="0" y="106"/>
                      <a:pt x="99" y="172"/>
                    </a:cubicBezTo>
                    <a:cubicBezTo>
                      <a:pt x="180" y="253"/>
                      <a:pt x="295" y="299"/>
                      <a:pt x="418" y="299"/>
                    </a:cubicBezTo>
                    <a:cubicBezTo>
                      <a:pt x="485" y="299"/>
                      <a:pt x="554" y="285"/>
                      <a:pt x="620" y="255"/>
                    </a:cubicBezTo>
                    <a:cubicBezTo>
                      <a:pt x="662" y="213"/>
                      <a:pt x="641" y="130"/>
                      <a:pt x="579" y="109"/>
                    </a:cubicBezTo>
                    <a:cubicBezTo>
                      <a:pt x="557" y="113"/>
                      <a:pt x="534" y="115"/>
                      <a:pt x="512" y="115"/>
                    </a:cubicBezTo>
                    <a:cubicBezTo>
                      <a:pt x="411" y="115"/>
                      <a:pt x="314" y="77"/>
                      <a:pt x="245" y="26"/>
                    </a:cubicBezTo>
                    <a:cubicBezTo>
                      <a:pt x="223" y="8"/>
                      <a:pt x="199"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7"/>
              <p:cNvSpPr/>
              <p:nvPr/>
            </p:nvSpPr>
            <p:spPr>
              <a:xfrm>
                <a:off x="8811500" y="2979675"/>
                <a:ext cx="12525" cy="7250"/>
              </a:xfrm>
              <a:custGeom>
                <a:rect b="b" l="l" r="r" t="t"/>
                <a:pathLst>
                  <a:path extrusionOk="0" h="290" w="501">
                    <a:moveTo>
                      <a:pt x="193" y="1"/>
                    </a:moveTo>
                    <a:cubicBezTo>
                      <a:pt x="87" y="1"/>
                      <a:pt x="1" y="171"/>
                      <a:pt x="125" y="206"/>
                    </a:cubicBezTo>
                    <a:lnTo>
                      <a:pt x="125" y="227"/>
                    </a:lnTo>
                    <a:cubicBezTo>
                      <a:pt x="208" y="269"/>
                      <a:pt x="292" y="290"/>
                      <a:pt x="396" y="290"/>
                    </a:cubicBezTo>
                    <a:cubicBezTo>
                      <a:pt x="458" y="290"/>
                      <a:pt x="500" y="206"/>
                      <a:pt x="458" y="165"/>
                    </a:cubicBezTo>
                    <a:cubicBezTo>
                      <a:pt x="396" y="102"/>
                      <a:pt x="333" y="60"/>
                      <a:pt x="250" y="19"/>
                    </a:cubicBezTo>
                    <a:cubicBezTo>
                      <a:pt x="231" y="6"/>
                      <a:pt x="21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7"/>
              <p:cNvSpPr/>
              <p:nvPr/>
            </p:nvSpPr>
            <p:spPr>
              <a:xfrm>
                <a:off x="8830675" y="2764625"/>
                <a:ext cx="11025" cy="6025"/>
              </a:xfrm>
              <a:custGeom>
                <a:rect b="b" l="l" r="r" t="t"/>
                <a:pathLst>
                  <a:path extrusionOk="0" h="241" w="441">
                    <a:moveTo>
                      <a:pt x="233" y="1"/>
                    </a:moveTo>
                    <a:cubicBezTo>
                      <a:pt x="174" y="1"/>
                      <a:pt x="114" y="22"/>
                      <a:pt x="67" y="69"/>
                    </a:cubicBezTo>
                    <a:cubicBezTo>
                      <a:pt x="1" y="135"/>
                      <a:pt x="78" y="240"/>
                      <a:pt x="155" y="240"/>
                    </a:cubicBezTo>
                    <a:cubicBezTo>
                      <a:pt x="175" y="240"/>
                      <a:pt x="195" y="233"/>
                      <a:pt x="213" y="215"/>
                    </a:cubicBezTo>
                    <a:cubicBezTo>
                      <a:pt x="234" y="205"/>
                      <a:pt x="255" y="199"/>
                      <a:pt x="273" y="199"/>
                    </a:cubicBezTo>
                    <a:cubicBezTo>
                      <a:pt x="291" y="199"/>
                      <a:pt x="307" y="205"/>
                      <a:pt x="317" y="215"/>
                    </a:cubicBezTo>
                    <a:cubicBezTo>
                      <a:pt x="326" y="217"/>
                      <a:pt x="335" y="218"/>
                      <a:pt x="342" y="218"/>
                    </a:cubicBezTo>
                    <a:cubicBezTo>
                      <a:pt x="409" y="218"/>
                      <a:pt x="440" y="146"/>
                      <a:pt x="421" y="90"/>
                    </a:cubicBezTo>
                    <a:cubicBezTo>
                      <a:pt x="376" y="33"/>
                      <a:pt x="305"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7"/>
              <p:cNvSpPr/>
              <p:nvPr/>
            </p:nvSpPr>
            <p:spPr>
              <a:xfrm>
                <a:off x="8871750" y="2863175"/>
                <a:ext cx="13275" cy="6425"/>
              </a:xfrm>
              <a:custGeom>
                <a:rect b="b" l="l" r="r" t="t"/>
                <a:pathLst>
                  <a:path extrusionOk="0" h="257" w="531">
                    <a:moveTo>
                      <a:pt x="125" y="1"/>
                    </a:moveTo>
                    <a:cubicBezTo>
                      <a:pt x="40" y="1"/>
                      <a:pt x="1" y="157"/>
                      <a:pt x="113" y="194"/>
                    </a:cubicBezTo>
                    <a:cubicBezTo>
                      <a:pt x="197" y="236"/>
                      <a:pt x="322" y="257"/>
                      <a:pt x="426" y="257"/>
                    </a:cubicBezTo>
                    <a:cubicBezTo>
                      <a:pt x="489" y="257"/>
                      <a:pt x="531" y="194"/>
                      <a:pt x="468" y="153"/>
                    </a:cubicBezTo>
                    <a:cubicBezTo>
                      <a:pt x="385" y="90"/>
                      <a:pt x="259" y="48"/>
                      <a:pt x="155" y="7"/>
                    </a:cubicBezTo>
                    <a:cubicBezTo>
                      <a:pt x="145" y="2"/>
                      <a:pt x="135"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7"/>
              <p:cNvSpPr/>
              <p:nvPr/>
            </p:nvSpPr>
            <p:spPr>
              <a:xfrm>
                <a:off x="8833900" y="2671175"/>
                <a:ext cx="18200" cy="8725"/>
              </a:xfrm>
              <a:custGeom>
                <a:rect b="b" l="l" r="r" t="t"/>
                <a:pathLst>
                  <a:path extrusionOk="0" h="349" w="728">
                    <a:moveTo>
                      <a:pt x="233" y="1"/>
                    </a:moveTo>
                    <a:cubicBezTo>
                      <a:pt x="197" y="1"/>
                      <a:pt x="161" y="4"/>
                      <a:pt x="126" y="11"/>
                    </a:cubicBezTo>
                    <a:cubicBezTo>
                      <a:pt x="0" y="11"/>
                      <a:pt x="0" y="199"/>
                      <a:pt x="126" y="199"/>
                    </a:cubicBezTo>
                    <a:cubicBezTo>
                      <a:pt x="147" y="196"/>
                      <a:pt x="169" y="195"/>
                      <a:pt x="190" y="195"/>
                    </a:cubicBezTo>
                    <a:cubicBezTo>
                      <a:pt x="335" y="195"/>
                      <a:pt x="478" y="254"/>
                      <a:pt x="605" y="345"/>
                    </a:cubicBezTo>
                    <a:cubicBezTo>
                      <a:pt x="614" y="348"/>
                      <a:pt x="622" y="349"/>
                      <a:pt x="630" y="349"/>
                    </a:cubicBezTo>
                    <a:cubicBezTo>
                      <a:pt x="683" y="349"/>
                      <a:pt x="728" y="295"/>
                      <a:pt x="710" y="240"/>
                    </a:cubicBezTo>
                    <a:cubicBezTo>
                      <a:pt x="588" y="85"/>
                      <a:pt x="409"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7"/>
              <p:cNvSpPr/>
              <p:nvPr/>
            </p:nvSpPr>
            <p:spPr>
              <a:xfrm>
                <a:off x="8166550" y="2896150"/>
                <a:ext cx="6175" cy="3750"/>
              </a:xfrm>
              <a:custGeom>
                <a:rect b="b" l="l" r="r" t="t"/>
                <a:pathLst>
                  <a:path extrusionOk="0" h="150" w="247">
                    <a:moveTo>
                      <a:pt x="68" y="0"/>
                    </a:moveTo>
                    <a:cubicBezTo>
                      <a:pt x="1" y="0"/>
                      <a:pt x="1" y="149"/>
                      <a:pt x="68" y="149"/>
                    </a:cubicBezTo>
                    <a:cubicBezTo>
                      <a:pt x="72" y="149"/>
                      <a:pt x="76" y="149"/>
                      <a:pt x="80" y="148"/>
                    </a:cubicBezTo>
                    <a:lnTo>
                      <a:pt x="184" y="127"/>
                    </a:lnTo>
                    <a:cubicBezTo>
                      <a:pt x="247" y="106"/>
                      <a:pt x="247" y="43"/>
                      <a:pt x="184" y="22"/>
                    </a:cubicBezTo>
                    <a:lnTo>
                      <a:pt x="80" y="2"/>
                    </a:lnTo>
                    <a:cubicBezTo>
                      <a:pt x="76" y="1"/>
                      <a:pt x="72" y="0"/>
                      <a:pt x="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7"/>
              <p:cNvSpPr/>
              <p:nvPr/>
            </p:nvSpPr>
            <p:spPr>
              <a:xfrm>
                <a:off x="8162950" y="2912225"/>
                <a:ext cx="24650" cy="10650"/>
              </a:xfrm>
              <a:custGeom>
                <a:rect b="b" l="l" r="r" t="t"/>
                <a:pathLst>
                  <a:path extrusionOk="0" h="426" w="986">
                    <a:moveTo>
                      <a:pt x="842" y="0"/>
                    </a:moveTo>
                    <a:cubicBezTo>
                      <a:pt x="832" y="0"/>
                      <a:pt x="820" y="2"/>
                      <a:pt x="808" y="5"/>
                    </a:cubicBezTo>
                    <a:cubicBezTo>
                      <a:pt x="704" y="26"/>
                      <a:pt x="600" y="47"/>
                      <a:pt x="495" y="68"/>
                    </a:cubicBezTo>
                    <a:cubicBezTo>
                      <a:pt x="477" y="72"/>
                      <a:pt x="463" y="83"/>
                      <a:pt x="455" y="97"/>
                    </a:cubicBezTo>
                    <a:lnTo>
                      <a:pt x="455" y="97"/>
                    </a:lnTo>
                    <a:cubicBezTo>
                      <a:pt x="320" y="145"/>
                      <a:pt x="189" y="210"/>
                      <a:pt x="57" y="297"/>
                    </a:cubicBezTo>
                    <a:cubicBezTo>
                      <a:pt x="0" y="335"/>
                      <a:pt x="30" y="425"/>
                      <a:pt x="98" y="425"/>
                    </a:cubicBezTo>
                    <a:cubicBezTo>
                      <a:pt x="105" y="425"/>
                      <a:pt x="112" y="424"/>
                      <a:pt x="120" y="422"/>
                    </a:cubicBezTo>
                    <a:cubicBezTo>
                      <a:pt x="343" y="329"/>
                      <a:pt x="567" y="269"/>
                      <a:pt x="790" y="228"/>
                    </a:cubicBezTo>
                    <a:lnTo>
                      <a:pt x="790" y="228"/>
                    </a:lnTo>
                    <a:cubicBezTo>
                      <a:pt x="803" y="230"/>
                      <a:pt x="816" y="232"/>
                      <a:pt x="829" y="235"/>
                    </a:cubicBezTo>
                    <a:lnTo>
                      <a:pt x="829" y="221"/>
                    </a:lnTo>
                    <a:lnTo>
                      <a:pt x="829" y="221"/>
                    </a:lnTo>
                    <a:cubicBezTo>
                      <a:pt x="843" y="218"/>
                      <a:pt x="857" y="216"/>
                      <a:pt x="871" y="214"/>
                    </a:cubicBezTo>
                    <a:cubicBezTo>
                      <a:pt x="985" y="195"/>
                      <a:pt x="960" y="0"/>
                      <a:pt x="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7"/>
              <p:cNvSpPr/>
              <p:nvPr/>
            </p:nvSpPr>
            <p:spPr>
              <a:xfrm>
                <a:off x="8172650" y="2946775"/>
                <a:ext cx="16250" cy="9950"/>
              </a:xfrm>
              <a:custGeom>
                <a:rect b="b" l="l" r="r" t="t"/>
                <a:pathLst>
                  <a:path extrusionOk="0" h="398" w="650">
                    <a:moveTo>
                      <a:pt x="449" y="0"/>
                    </a:moveTo>
                    <a:cubicBezTo>
                      <a:pt x="284" y="0"/>
                      <a:pt x="126" y="87"/>
                      <a:pt x="45" y="250"/>
                    </a:cubicBezTo>
                    <a:cubicBezTo>
                      <a:pt x="0" y="324"/>
                      <a:pt x="71" y="398"/>
                      <a:pt x="145" y="398"/>
                    </a:cubicBezTo>
                    <a:cubicBezTo>
                      <a:pt x="176" y="398"/>
                      <a:pt x="208" y="385"/>
                      <a:pt x="232" y="354"/>
                    </a:cubicBezTo>
                    <a:cubicBezTo>
                      <a:pt x="316" y="208"/>
                      <a:pt x="420" y="208"/>
                      <a:pt x="566" y="167"/>
                    </a:cubicBezTo>
                    <a:cubicBezTo>
                      <a:pt x="629" y="146"/>
                      <a:pt x="650" y="42"/>
                      <a:pt x="587" y="21"/>
                    </a:cubicBezTo>
                    <a:cubicBezTo>
                      <a:pt x="542" y="7"/>
                      <a:pt x="495" y="0"/>
                      <a:pt x="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7"/>
              <p:cNvSpPr/>
              <p:nvPr/>
            </p:nvSpPr>
            <p:spPr>
              <a:xfrm>
                <a:off x="8220700" y="2941700"/>
                <a:ext cx="20875" cy="9875"/>
              </a:xfrm>
              <a:custGeom>
                <a:rect b="b" l="l" r="r" t="t"/>
                <a:pathLst>
                  <a:path extrusionOk="0" h="395" w="835">
                    <a:moveTo>
                      <a:pt x="572" y="0"/>
                    </a:moveTo>
                    <a:cubicBezTo>
                      <a:pt x="386" y="0"/>
                      <a:pt x="202" y="75"/>
                      <a:pt x="83" y="224"/>
                    </a:cubicBezTo>
                    <a:cubicBezTo>
                      <a:pt x="1" y="290"/>
                      <a:pt x="75" y="395"/>
                      <a:pt x="161" y="395"/>
                    </a:cubicBezTo>
                    <a:cubicBezTo>
                      <a:pt x="184" y="395"/>
                      <a:pt x="207" y="387"/>
                      <a:pt x="229" y="370"/>
                    </a:cubicBezTo>
                    <a:cubicBezTo>
                      <a:pt x="396" y="265"/>
                      <a:pt x="584" y="182"/>
                      <a:pt x="772" y="161"/>
                    </a:cubicBezTo>
                    <a:cubicBezTo>
                      <a:pt x="834" y="140"/>
                      <a:pt x="834" y="57"/>
                      <a:pt x="792" y="36"/>
                    </a:cubicBezTo>
                    <a:cubicBezTo>
                      <a:pt x="721" y="12"/>
                      <a:pt x="646" y="0"/>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17"/>
              <p:cNvSpPr/>
              <p:nvPr/>
            </p:nvSpPr>
            <p:spPr>
              <a:xfrm>
                <a:off x="8200725" y="2912350"/>
                <a:ext cx="13200" cy="6550"/>
              </a:xfrm>
              <a:custGeom>
                <a:rect b="b" l="l" r="r" t="t"/>
                <a:pathLst>
                  <a:path extrusionOk="0" h="262" w="528">
                    <a:moveTo>
                      <a:pt x="423" y="0"/>
                    </a:moveTo>
                    <a:lnTo>
                      <a:pt x="111" y="63"/>
                    </a:lnTo>
                    <a:cubicBezTo>
                      <a:pt x="0" y="81"/>
                      <a:pt x="36" y="261"/>
                      <a:pt x="145" y="261"/>
                    </a:cubicBezTo>
                    <a:cubicBezTo>
                      <a:pt x="160" y="261"/>
                      <a:pt x="177" y="258"/>
                      <a:pt x="194" y="251"/>
                    </a:cubicBezTo>
                    <a:lnTo>
                      <a:pt x="465" y="105"/>
                    </a:lnTo>
                    <a:cubicBezTo>
                      <a:pt x="528" y="84"/>
                      <a:pt x="486" y="0"/>
                      <a:pt x="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7"/>
              <p:cNvSpPr/>
              <p:nvPr/>
            </p:nvSpPr>
            <p:spPr>
              <a:xfrm>
                <a:off x="8188100" y="2996075"/>
                <a:ext cx="18750" cy="9250"/>
              </a:xfrm>
              <a:custGeom>
                <a:rect b="b" l="l" r="r" t="t"/>
                <a:pathLst>
                  <a:path extrusionOk="0" h="370" w="750">
                    <a:moveTo>
                      <a:pt x="649" y="1"/>
                    </a:moveTo>
                    <a:cubicBezTo>
                      <a:pt x="638" y="1"/>
                      <a:pt x="627" y="3"/>
                      <a:pt x="616" y="9"/>
                    </a:cubicBezTo>
                    <a:cubicBezTo>
                      <a:pt x="449" y="51"/>
                      <a:pt x="261" y="114"/>
                      <a:pt x="94" y="176"/>
                    </a:cubicBezTo>
                    <a:cubicBezTo>
                      <a:pt x="0" y="214"/>
                      <a:pt x="25" y="370"/>
                      <a:pt x="122" y="370"/>
                    </a:cubicBezTo>
                    <a:cubicBezTo>
                      <a:pt x="133" y="370"/>
                      <a:pt x="144" y="368"/>
                      <a:pt x="157" y="364"/>
                    </a:cubicBezTo>
                    <a:cubicBezTo>
                      <a:pt x="324" y="301"/>
                      <a:pt x="511" y="218"/>
                      <a:pt x="678" y="134"/>
                    </a:cubicBezTo>
                    <a:cubicBezTo>
                      <a:pt x="750" y="99"/>
                      <a:pt x="714" y="1"/>
                      <a:pt x="6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7"/>
              <p:cNvSpPr/>
              <p:nvPr/>
            </p:nvSpPr>
            <p:spPr>
              <a:xfrm>
                <a:off x="8190725" y="3062525"/>
                <a:ext cx="19550" cy="10650"/>
              </a:xfrm>
              <a:custGeom>
                <a:rect b="b" l="l" r="r" t="t"/>
                <a:pathLst>
                  <a:path extrusionOk="0" h="426" w="782">
                    <a:moveTo>
                      <a:pt x="719" y="0"/>
                    </a:moveTo>
                    <a:cubicBezTo>
                      <a:pt x="490" y="84"/>
                      <a:pt x="281" y="167"/>
                      <a:pt x="73" y="292"/>
                    </a:cubicBezTo>
                    <a:cubicBezTo>
                      <a:pt x="1" y="328"/>
                      <a:pt x="52" y="426"/>
                      <a:pt x="121" y="426"/>
                    </a:cubicBezTo>
                    <a:cubicBezTo>
                      <a:pt x="133" y="426"/>
                      <a:pt x="144" y="423"/>
                      <a:pt x="156" y="417"/>
                    </a:cubicBezTo>
                    <a:cubicBezTo>
                      <a:pt x="365" y="334"/>
                      <a:pt x="573" y="209"/>
                      <a:pt x="761" y="84"/>
                    </a:cubicBezTo>
                    <a:cubicBezTo>
                      <a:pt x="782" y="63"/>
                      <a:pt x="761" y="0"/>
                      <a:pt x="7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7"/>
              <p:cNvSpPr/>
              <p:nvPr/>
            </p:nvSpPr>
            <p:spPr>
              <a:xfrm>
                <a:off x="8219900" y="3031675"/>
                <a:ext cx="25175" cy="11225"/>
              </a:xfrm>
              <a:custGeom>
                <a:rect b="b" l="l" r="r" t="t"/>
                <a:pathLst>
                  <a:path extrusionOk="0" h="449" w="1007">
                    <a:moveTo>
                      <a:pt x="908" y="1"/>
                    </a:moveTo>
                    <a:cubicBezTo>
                      <a:pt x="902" y="1"/>
                      <a:pt x="894" y="2"/>
                      <a:pt x="887" y="4"/>
                    </a:cubicBezTo>
                    <a:cubicBezTo>
                      <a:pt x="595" y="66"/>
                      <a:pt x="324" y="170"/>
                      <a:pt x="74" y="296"/>
                    </a:cubicBezTo>
                    <a:cubicBezTo>
                      <a:pt x="0" y="332"/>
                      <a:pt x="7" y="449"/>
                      <a:pt x="81" y="449"/>
                    </a:cubicBezTo>
                    <a:cubicBezTo>
                      <a:pt x="91" y="449"/>
                      <a:pt x="102" y="447"/>
                      <a:pt x="115" y="442"/>
                    </a:cubicBezTo>
                    <a:cubicBezTo>
                      <a:pt x="386" y="379"/>
                      <a:pt x="678" y="275"/>
                      <a:pt x="950" y="129"/>
                    </a:cubicBezTo>
                    <a:cubicBezTo>
                      <a:pt x="1007" y="91"/>
                      <a:pt x="977" y="1"/>
                      <a:pt x="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7"/>
              <p:cNvSpPr/>
              <p:nvPr/>
            </p:nvSpPr>
            <p:spPr>
              <a:xfrm>
                <a:off x="8234225" y="3110750"/>
                <a:ext cx="17250" cy="8800"/>
              </a:xfrm>
              <a:custGeom>
                <a:rect b="b" l="l" r="r" t="t"/>
                <a:pathLst>
                  <a:path extrusionOk="0" h="352" w="690">
                    <a:moveTo>
                      <a:pt x="532" y="0"/>
                    </a:moveTo>
                    <a:cubicBezTo>
                      <a:pt x="349" y="0"/>
                      <a:pt x="185" y="81"/>
                      <a:pt x="64" y="219"/>
                    </a:cubicBezTo>
                    <a:cubicBezTo>
                      <a:pt x="0" y="267"/>
                      <a:pt x="58" y="352"/>
                      <a:pt x="126" y="352"/>
                    </a:cubicBezTo>
                    <a:cubicBezTo>
                      <a:pt x="147" y="352"/>
                      <a:pt x="169" y="343"/>
                      <a:pt x="189" y="324"/>
                    </a:cubicBezTo>
                    <a:cubicBezTo>
                      <a:pt x="314" y="219"/>
                      <a:pt x="481" y="157"/>
                      <a:pt x="648" y="115"/>
                    </a:cubicBezTo>
                    <a:cubicBezTo>
                      <a:pt x="689" y="94"/>
                      <a:pt x="689" y="32"/>
                      <a:pt x="648" y="11"/>
                    </a:cubicBezTo>
                    <a:cubicBezTo>
                      <a:pt x="608" y="4"/>
                      <a:pt x="570"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7"/>
              <p:cNvSpPr/>
              <p:nvPr/>
            </p:nvSpPr>
            <p:spPr>
              <a:xfrm>
                <a:off x="8236200" y="3164475"/>
                <a:ext cx="17550" cy="11575"/>
              </a:xfrm>
              <a:custGeom>
                <a:rect b="b" l="l" r="r" t="t"/>
                <a:pathLst>
                  <a:path extrusionOk="0" h="463" w="702">
                    <a:moveTo>
                      <a:pt x="587" y="1"/>
                    </a:moveTo>
                    <a:cubicBezTo>
                      <a:pt x="574" y="1"/>
                      <a:pt x="561" y="4"/>
                      <a:pt x="548" y="10"/>
                    </a:cubicBezTo>
                    <a:cubicBezTo>
                      <a:pt x="402" y="94"/>
                      <a:pt x="235" y="177"/>
                      <a:pt x="89" y="281"/>
                    </a:cubicBezTo>
                    <a:cubicBezTo>
                      <a:pt x="1" y="334"/>
                      <a:pt x="62" y="462"/>
                      <a:pt x="146" y="462"/>
                    </a:cubicBezTo>
                    <a:cubicBezTo>
                      <a:pt x="161" y="462"/>
                      <a:pt x="177" y="458"/>
                      <a:pt x="193" y="448"/>
                    </a:cubicBezTo>
                    <a:cubicBezTo>
                      <a:pt x="327" y="353"/>
                      <a:pt x="479" y="257"/>
                      <a:pt x="616" y="145"/>
                    </a:cubicBezTo>
                    <a:lnTo>
                      <a:pt x="616" y="145"/>
                    </a:lnTo>
                    <a:lnTo>
                      <a:pt x="631" y="135"/>
                    </a:lnTo>
                    <a:cubicBezTo>
                      <a:pt x="701" y="83"/>
                      <a:pt x="654" y="1"/>
                      <a:pt x="5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7"/>
              <p:cNvSpPr/>
              <p:nvPr/>
            </p:nvSpPr>
            <p:spPr>
              <a:xfrm>
                <a:off x="8165700" y="2842800"/>
                <a:ext cx="24775" cy="6075"/>
              </a:xfrm>
              <a:custGeom>
                <a:rect b="b" l="l" r="r" t="t"/>
                <a:pathLst>
                  <a:path extrusionOk="0" h="243" w="991">
                    <a:moveTo>
                      <a:pt x="703" y="0"/>
                    </a:moveTo>
                    <a:cubicBezTo>
                      <a:pt x="500" y="0"/>
                      <a:pt x="297" y="24"/>
                      <a:pt x="93" y="71"/>
                    </a:cubicBezTo>
                    <a:cubicBezTo>
                      <a:pt x="89" y="70"/>
                      <a:pt x="84" y="69"/>
                      <a:pt x="80" y="69"/>
                    </a:cubicBezTo>
                    <a:cubicBezTo>
                      <a:pt x="0" y="69"/>
                      <a:pt x="29" y="243"/>
                      <a:pt x="110" y="243"/>
                    </a:cubicBezTo>
                    <a:cubicBezTo>
                      <a:pt x="118" y="243"/>
                      <a:pt x="126" y="241"/>
                      <a:pt x="135" y="238"/>
                    </a:cubicBezTo>
                    <a:cubicBezTo>
                      <a:pt x="406" y="217"/>
                      <a:pt x="677" y="175"/>
                      <a:pt x="928" y="92"/>
                    </a:cubicBezTo>
                    <a:cubicBezTo>
                      <a:pt x="990" y="71"/>
                      <a:pt x="969" y="8"/>
                      <a:pt x="907" y="8"/>
                    </a:cubicBezTo>
                    <a:cubicBezTo>
                      <a:pt x="839" y="3"/>
                      <a:pt x="771" y="0"/>
                      <a:pt x="7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7"/>
              <p:cNvSpPr/>
              <p:nvPr/>
            </p:nvSpPr>
            <p:spPr>
              <a:xfrm>
                <a:off x="8176350" y="2873750"/>
                <a:ext cx="8900" cy="3150"/>
              </a:xfrm>
              <a:custGeom>
                <a:rect b="b" l="l" r="r" t="t"/>
                <a:pathLst>
                  <a:path extrusionOk="0" h="126" w="356">
                    <a:moveTo>
                      <a:pt x="84" y="1"/>
                    </a:moveTo>
                    <a:cubicBezTo>
                      <a:pt x="1" y="1"/>
                      <a:pt x="1" y="126"/>
                      <a:pt x="84" y="126"/>
                    </a:cubicBezTo>
                    <a:lnTo>
                      <a:pt x="293" y="105"/>
                    </a:lnTo>
                    <a:cubicBezTo>
                      <a:pt x="356" y="105"/>
                      <a:pt x="356" y="1"/>
                      <a:pt x="2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7"/>
              <p:cNvSpPr/>
              <p:nvPr/>
            </p:nvSpPr>
            <p:spPr>
              <a:xfrm>
                <a:off x="8545375" y="3206875"/>
                <a:ext cx="14800" cy="9350"/>
              </a:xfrm>
              <a:custGeom>
                <a:rect b="b" l="l" r="r" t="t"/>
                <a:pathLst>
                  <a:path extrusionOk="0" h="374" w="592">
                    <a:moveTo>
                      <a:pt x="272" y="1"/>
                    </a:moveTo>
                    <a:cubicBezTo>
                      <a:pt x="211" y="1"/>
                      <a:pt x="149" y="16"/>
                      <a:pt x="91" y="45"/>
                    </a:cubicBezTo>
                    <a:cubicBezTo>
                      <a:pt x="1" y="81"/>
                      <a:pt x="65" y="225"/>
                      <a:pt x="151" y="225"/>
                    </a:cubicBezTo>
                    <a:cubicBezTo>
                      <a:pt x="166" y="225"/>
                      <a:pt x="180" y="221"/>
                      <a:pt x="195" y="212"/>
                    </a:cubicBezTo>
                    <a:lnTo>
                      <a:pt x="195" y="233"/>
                    </a:lnTo>
                    <a:cubicBezTo>
                      <a:pt x="237" y="191"/>
                      <a:pt x="299" y="191"/>
                      <a:pt x="341" y="191"/>
                    </a:cubicBezTo>
                    <a:cubicBezTo>
                      <a:pt x="341" y="191"/>
                      <a:pt x="360" y="202"/>
                      <a:pt x="382" y="217"/>
                    </a:cubicBezTo>
                    <a:lnTo>
                      <a:pt x="382" y="217"/>
                    </a:lnTo>
                    <a:cubicBezTo>
                      <a:pt x="338" y="271"/>
                      <a:pt x="397" y="373"/>
                      <a:pt x="467" y="373"/>
                    </a:cubicBezTo>
                    <a:cubicBezTo>
                      <a:pt x="495" y="373"/>
                      <a:pt x="524" y="357"/>
                      <a:pt x="549" y="317"/>
                    </a:cubicBezTo>
                    <a:cubicBezTo>
                      <a:pt x="591" y="233"/>
                      <a:pt x="570" y="108"/>
                      <a:pt x="466" y="66"/>
                    </a:cubicBezTo>
                    <a:cubicBezTo>
                      <a:pt x="410" y="22"/>
                      <a:pt x="342" y="1"/>
                      <a:pt x="2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7"/>
              <p:cNvSpPr/>
              <p:nvPr/>
            </p:nvSpPr>
            <p:spPr>
              <a:xfrm>
                <a:off x="8551275" y="3140725"/>
                <a:ext cx="15150" cy="5775"/>
              </a:xfrm>
              <a:custGeom>
                <a:rect b="b" l="l" r="r" t="t"/>
                <a:pathLst>
                  <a:path extrusionOk="0" h="231" w="606">
                    <a:moveTo>
                      <a:pt x="147" y="1"/>
                    </a:moveTo>
                    <a:cubicBezTo>
                      <a:pt x="1" y="1"/>
                      <a:pt x="1" y="230"/>
                      <a:pt x="147" y="230"/>
                    </a:cubicBezTo>
                    <a:cubicBezTo>
                      <a:pt x="272" y="230"/>
                      <a:pt x="397" y="209"/>
                      <a:pt x="522" y="189"/>
                    </a:cubicBezTo>
                    <a:cubicBezTo>
                      <a:pt x="605" y="168"/>
                      <a:pt x="605" y="63"/>
                      <a:pt x="522" y="63"/>
                    </a:cubicBezTo>
                    <a:cubicBezTo>
                      <a:pt x="397" y="22"/>
                      <a:pt x="272" y="22"/>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7"/>
              <p:cNvSpPr/>
              <p:nvPr/>
            </p:nvSpPr>
            <p:spPr>
              <a:xfrm>
                <a:off x="8539425" y="3279950"/>
                <a:ext cx="9800" cy="7050"/>
              </a:xfrm>
              <a:custGeom>
                <a:rect b="b" l="l" r="r" t="t"/>
                <a:pathLst>
                  <a:path extrusionOk="0" h="282" w="392">
                    <a:moveTo>
                      <a:pt x="200" y="1"/>
                    </a:moveTo>
                    <a:cubicBezTo>
                      <a:pt x="141" y="1"/>
                      <a:pt x="85" y="29"/>
                      <a:pt x="57" y="84"/>
                    </a:cubicBezTo>
                    <a:cubicBezTo>
                      <a:pt x="1" y="169"/>
                      <a:pt x="79" y="245"/>
                      <a:pt x="155" y="245"/>
                    </a:cubicBezTo>
                    <a:cubicBezTo>
                      <a:pt x="190" y="245"/>
                      <a:pt x="225" y="228"/>
                      <a:pt x="245" y="188"/>
                    </a:cubicBezTo>
                    <a:lnTo>
                      <a:pt x="245" y="209"/>
                    </a:lnTo>
                    <a:cubicBezTo>
                      <a:pt x="245" y="209"/>
                      <a:pt x="245" y="209"/>
                      <a:pt x="245" y="209"/>
                    </a:cubicBezTo>
                    <a:lnTo>
                      <a:pt x="245" y="209"/>
                    </a:lnTo>
                    <a:cubicBezTo>
                      <a:pt x="229" y="225"/>
                      <a:pt x="226" y="229"/>
                      <a:pt x="243" y="230"/>
                    </a:cubicBezTo>
                    <a:lnTo>
                      <a:pt x="243" y="230"/>
                    </a:lnTo>
                    <a:cubicBezTo>
                      <a:pt x="246" y="260"/>
                      <a:pt x="278" y="282"/>
                      <a:pt x="312" y="282"/>
                    </a:cubicBezTo>
                    <a:cubicBezTo>
                      <a:pt x="334" y="282"/>
                      <a:pt x="356" y="273"/>
                      <a:pt x="370" y="251"/>
                    </a:cubicBezTo>
                    <a:cubicBezTo>
                      <a:pt x="391" y="209"/>
                      <a:pt x="391" y="168"/>
                      <a:pt x="370" y="126"/>
                    </a:cubicBezTo>
                    <a:cubicBezTo>
                      <a:pt x="370" y="63"/>
                      <a:pt x="329" y="22"/>
                      <a:pt x="287" y="22"/>
                    </a:cubicBezTo>
                    <a:cubicBezTo>
                      <a:pt x="259" y="8"/>
                      <a:pt x="229" y="1"/>
                      <a:pt x="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7"/>
              <p:cNvSpPr/>
              <p:nvPr/>
            </p:nvSpPr>
            <p:spPr>
              <a:xfrm>
                <a:off x="8546075" y="3404900"/>
                <a:ext cx="20875" cy="5650"/>
              </a:xfrm>
              <a:custGeom>
                <a:rect b="b" l="l" r="r" t="t"/>
                <a:pathLst>
                  <a:path extrusionOk="0" h="226" w="835">
                    <a:moveTo>
                      <a:pt x="293" y="0"/>
                    </a:moveTo>
                    <a:cubicBezTo>
                      <a:pt x="237" y="0"/>
                      <a:pt x="181" y="3"/>
                      <a:pt x="125" y="9"/>
                    </a:cubicBezTo>
                    <a:cubicBezTo>
                      <a:pt x="0" y="29"/>
                      <a:pt x="0" y="196"/>
                      <a:pt x="125" y="217"/>
                    </a:cubicBezTo>
                    <a:cubicBezTo>
                      <a:pt x="186" y="223"/>
                      <a:pt x="247" y="226"/>
                      <a:pt x="308" y="226"/>
                    </a:cubicBezTo>
                    <a:cubicBezTo>
                      <a:pt x="456" y="226"/>
                      <a:pt x="603" y="211"/>
                      <a:pt x="751" y="196"/>
                    </a:cubicBezTo>
                    <a:cubicBezTo>
                      <a:pt x="834" y="175"/>
                      <a:pt x="834" y="71"/>
                      <a:pt x="751" y="50"/>
                    </a:cubicBezTo>
                    <a:cubicBezTo>
                      <a:pt x="598" y="20"/>
                      <a:pt x="446" y="0"/>
                      <a:pt x="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7"/>
              <p:cNvSpPr/>
              <p:nvPr/>
            </p:nvSpPr>
            <p:spPr>
              <a:xfrm>
                <a:off x="8540575" y="3534600"/>
                <a:ext cx="20625" cy="6625"/>
              </a:xfrm>
              <a:custGeom>
                <a:rect b="b" l="l" r="r" t="t"/>
                <a:pathLst>
                  <a:path extrusionOk="0" h="265" w="825">
                    <a:moveTo>
                      <a:pt x="263" y="1"/>
                    </a:moveTo>
                    <a:cubicBezTo>
                      <a:pt x="214" y="1"/>
                      <a:pt x="165" y="5"/>
                      <a:pt x="116" y="14"/>
                    </a:cubicBezTo>
                    <a:cubicBezTo>
                      <a:pt x="0" y="14"/>
                      <a:pt x="9" y="227"/>
                      <a:pt x="110" y="227"/>
                    </a:cubicBezTo>
                    <a:cubicBezTo>
                      <a:pt x="118" y="227"/>
                      <a:pt x="127" y="226"/>
                      <a:pt x="137" y="223"/>
                    </a:cubicBezTo>
                    <a:lnTo>
                      <a:pt x="137" y="243"/>
                    </a:lnTo>
                    <a:cubicBezTo>
                      <a:pt x="223" y="235"/>
                      <a:pt x="306" y="230"/>
                      <a:pt x="387" y="230"/>
                    </a:cubicBezTo>
                    <a:cubicBezTo>
                      <a:pt x="408" y="230"/>
                      <a:pt x="430" y="230"/>
                      <a:pt x="451" y="231"/>
                    </a:cubicBezTo>
                    <a:lnTo>
                      <a:pt x="451" y="231"/>
                    </a:lnTo>
                    <a:cubicBezTo>
                      <a:pt x="459" y="246"/>
                      <a:pt x="472" y="258"/>
                      <a:pt x="491" y="264"/>
                    </a:cubicBezTo>
                    <a:lnTo>
                      <a:pt x="741" y="264"/>
                    </a:lnTo>
                    <a:cubicBezTo>
                      <a:pt x="804" y="243"/>
                      <a:pt x="825" y="181"/>
                      <a:pt x="783" y="139"/>
                    </a:cubicBezTo>
                    <a:cubicBezTo>
                      <a:pt x="619" y="57"/>
                      <a:pt x="442" y="1"/>
                      <a:pt x="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7"/>
              <p:cNvSpPr/>
              <p:nvPr/>
            </p:nvSpPr>
            <p:spPr>
              <a:xfrm>
                <a:off x="8517625" y="3653700"/>
                <a:ext cx="20125" cy="6400"/>
              </a:xfrm>
              <a:custGeom>
                <a:rect b="b" l="l" r="r" t="t"/>
                <a:pathLst>
                  <a:path extrusionOk="0" h="256" w="805">
                    <a:moveTo>
                      <a:pt x="219" y="0"/>
                    </a:moveTo>
                    <a:cubicBezTo>
                      <a:pt x="184" y="0"/>
                      <a:pt x="150" y="2"/>
                      <a:pt x="116" y="6"/>
                    </a:cubicBezTo>
                    <a:cubicBezTo>
                      <a:pt x="0" y="6"/>
                      <a:pt x="9" y="219"/>
                      <a:pt x="110" y="219"/>
                    </a:cubicBezTo>
                    <a:cubicBezTo>
                      <a:pt x="118" y="219"/>
                      <a:pt x="127" y="217"/>
                      <a:pt x="137" y="214"/>
                    </a:cubicBezTo>
                    <a:cubicBezTo>
                      <a:pt x="187" y="209"/>
                      <a:pt x="237" y="206"/>
                      <a:pt x="288" y="206"/>
                    </a:cubicBezTo>
                    <a:cubicBezTo>
                      <a:pt x="425" y="206"/>
                      <a:pt x="563" y="225"/>
                      <a:pt x="700" y="256"/>
                    </a:cubicBezTo>
                    <a:cubicBezTo>
                      <a:pt x="763" y="256"/>
                      <a:pt x="804" y="172"/>
                      <a:pt x="763" y="152"/>
                    </a:cubicBezTo>
                    <a:cubicBezTo>
                      <a:pt x="588" y="47"/>
                      <a:pt x="398" y="0"/>
                      <a:pt x="2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7"/>
              <p:cNvSpPr/>
              <p:nvPr/>
            </p:nvSpPr>
            <p:spPr>
              <a:xfrm>
                <a:off x="8498100" y="3753325"/>
                <a:ext cx="25575" cy="6900"/>
              </a:xfrm>
              <a:custGeom>
                <a:rect b="b" l="l" r="r" t="t"/>
                <a:pathLst>
                  <a:path extrusionOk="0" h="276" w="1023">
                    <a:moveTo>
                      <a:pt x="231" y="0"/>
                    </a:moveTo>
                    <a:cubicBezTo>
                      <a:pt x="196" y="0"/>
                      <a:pt x="160" y="2"/>
                      <a:pt x="125" y="4"/>
                    </a:cubicBezTo>
                    <a:cubicBezTo>
                      <a:pt x="0" y="4"/>
                      <a:pt x="0" y="213"/>
                      <a:pt x="125" y="213"/>
                    </a:cubicBezTo>
                    <a:cubicBezTo>
                      <a:pt x="280" y="213"/>
                      <a:pt x="428" y="220"/>
                      <a:pt x="577" y="233"/>
                    </a:cubicBezTo>
                    <a:lnTo>
                      <a:pt x="577" y="233"/>
                    </a:lnTo>
                    <a:cubicBezTo>
                      <a:pt x="579" y="234"/>
                      <a:pt x="580" y="234"/>
                      <a:pt x="581" y="234"/>
                    </a:cubicBezTo>
                    <a:lnTo>
                      <a:pt x="581" y="234"/>
                    </a:lnTo>
                    <a:cubicBezTo>
                      <a:pt x="692" y="244"/>
                      <a:pt x="803" y="258"/>
                      <a:pt x="918" y="275"/>
                    </a:cubicBezTo>
                    <a:cubicBezTo>
                      <a:pt x="980" y="275"/>
                      <a:pt x="1022" y="192"/>
                      <a:pt x="960" y="150"/>
                    </a:cubicBezTo>
                    <a:cubicBezTo>
                      <a:pt x="723" y="60"/>
                      <a:pt x="472" y="0"/>
                      <a:pt x="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7"/>
              <p:cNvSpPr/>
              <p:nvPr/>
            </p:nvSpPr>
            <p:spPr>
              <a:xfrm>
                <a:off x="8532700" y="3811625"/>
                <a:ext cx="19125" cy="6500"/>
              </a:xfrm>
              <a:custGeom>
                <a:rect b="b" l="l" r="r" t="t"/>
                <a:pathLst>
                  <a:path extrusionOk="0" h="260" w="765">
                    <a:moveTo>
                      <a:pt x="513" y="0"/>
                    </a:moveTo>
                    <a:cubicBezTo>
                      <a:pt x="382" y="0"/>
                      <a:pt x="255" y="20"/>
                      <a:pt x="118" y="50"/>
                    </a:cubicBezTo>
                    <a:cubicBezTo>
                      <a:pt x="113" y="49"/>
                      <a:pt x="108" y="49"/>
                      <a:pt x="104" y="49"/>
                    </a:cubicBezTo>
                    <a:cubicBezTo>
                      <a:pt x="1" y="49"/>
                      <a:pt x="36" y="260"/>
                      <a:pt x="145" y="260"/>
                    </a:cubicBezTo>
                    <a:cubicBezTo>
                      <a:pt x="150" y="260"/>
                      <a:pt x="155" y="260"/>
                      <a:pt x="160" y="259"/>
                    </a:cubicBezTo>
                    <a:cubicBezTo>
                      <a:pt x="326" y="238"/>
                      <a:pt x="514" y="196"/>
                      <a:pt x="681" y="134"/>
                    </a:cubicBezTo>
                    <a:cubicBezTo>
                      <a:pt x="764" y="92"/>
                      <a:pt x="723" y="8"/>
                      <a:pt x="660" y="8"/>
                    </a:cubicBezTo>
                    <a:cubicBezTo>
                      <a:pt x="610" y="3"/>
                      <a:pt x="561"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7"/>
              <p:cNvSpPr/>
              <p:nvPr/>
            </p:nvSpPr>
            <p:spPr>
              <a:xfrm>
                <a:off x="8515825" y="3885350"/>
                <a:ext cx="16700" cy="5225"/>
              </a:xfrm>
              <a:custGeom>
                <a:rect b="b" l="l" r="r" t="t"/>
                <a:pathLst>
                  <a:path extrusionOk="0" h="209" w="668">
                    <a:moveTo>
                      <a:pt x="105" y="0"/>
                    </a:moveTo>
                    <a:cubicBezTo>
                      <a:pt x="0" y="21"/>
                      <a:pt x="0" y="188"/>
                      <a:pt x="105" y="209"/>
                    </a:cubicBezTo>
                    <a:cubicBezTo>
                      <a:pt x="271" y="209"/>
                      <a:pt x="417" y="209"/>
                      <a:pt x="584" y="188"/>
                    </a:cubicBezTo>
                    <a:cubicBezTo>
                      <a:pt x="668" y="167"/>
                      <a:pt x="668" y="63"/>
                      <a:pt x="584" y="42"/>
                    </a:cubicBezTo>
                    <a:cubicBezTo>
                      <a:pt x="417" y="21"/>
                      <a:pt x="271" y="0"/>
                      <a:pt x="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7"/>
              <p:cNvSpPr/>
              <p:nvPr/>
            </p:nvSpPr>
            <p:spPr>
              <a:xfrm>
                <a:off x="8289525" y="4242200"/>
                <a:ext cx="543625" cy="38700"/>
              </a:xfrm>
              <a:custGeom>
                <a:rect b="b" l="l" r="r" t="t"/>
                <a:pathLst>
                  <a:path extrusionOk="0" h="1548" w="21745">
                    <a:moveTo>
                      <a:pt x="21362" y="0"/>
                    </a:moveTo>
                    <a:cubicBezTo>
                      <a:pt x="21335" y="0"/>
                      <a:pt x="21306" y="5"/>
                      <a:pt x="21275" y="14"/>
                    </a:cubicBezTo>
                    <a:cubicBezTo>
                      <a:pt x="18563" y="765"/>
                      <a:pt x="15768" y="827"/>
                      <a:pt x="12994" y="890"/>
                    </a:cubicBezTo>
                    <a:cubicBezTo>
                      <a:pt x="11618" y="911"/>
                      <a:pt x="10262" y="1015"/>
                      <a:pt x="8885" y="1036"/>
                    </a:cubicBezTo>
                    <a:cubicBezTo>
                      <a:pt x="7509" y="1036"/>
                      <a:pt x="6132" y="973"/>
                      <a:pt x="4776" y="806"/>
                    </a:cubicBezTo>
                    <a:cubicBezTo>
                      <a:pt x="3963" y="723"/>
                      <a:pt x="3170" y="598"/>
                      <a:pt x="2357" y="473"/>
                    </a:cubicBezTo>
                    <a:cubicBezTo>
                      <a:pt x="1627" y="368"/>
                      <a:pt x="855" y="118"/>
                      <a:pt x="104" y="97"/>
                    </a:cubicBezTo>
                    <a:cubicBezTo>
                      <a:pt x="21" y="97"/>
                      <a:pt x="0" y="222"/>
                      <a:pt x="63" y="264"/>
                    </a:cubicBezTo>
                    <a:cubicBezTo>
                      <a:pt x="647" y="577"/>
                      <a:pt x="1356" y="681"/>
                      <a:pt x="2002" y="806"/>
                    </a:cubicBezTo>
                    <a:cubicBezTo>
                      <a:pt x="2691" y="973"/>
                      <a:pt x="3400" y="1098"/>
                      <a:pt x="4088" y="1203"/>
                    </a:cubicBezTo>
                    <a:cubicBezTo>
                      <a:pt x="5465" y="1390"/>
                      <a:pt x="6862" y="1515"/>
                      <a:pt x="8260" y="1536"/>
                    </a:cubicBezTo>
                    <a:cubicBezTo>
                      <a:pt x="8531" y="1544"/>
                      <a:pt x="8801" y="1548"/>
                      <a:pt x="9072" y="1548"/>
                    </a:cubicBezTo>
                    <a:cubicBezTo>
                      <a:pt x="10219" y="1548"/>
                      <a:pt x="11363" y="1487"/>
                      <a:pt x="12494" y="1453"/>
                    </a:cubicBezTo>
                    <a:cubicBezTo>
                      <a:pt x="13912" y="1432"/>
                      <a:pt x="15330" y="1411"/>
                      <a:pt x="16749" y="1307"/>
                    </a:cubicBezTo>
                    <a:cubicBezTo>
                      <a:pt x="18334" y="1203"/>
                      <a:pt x="19898" y="952"/>
                      <a:pt x="21421" y="556"/>
                    </a:cubicBezTo>
                    <a:cubicBezTo>
                      <a:pt x="21745" y="461"/>
                      <a:pt x="21651" y="0"/>
                      <a:pt x="213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5" name="Google Shape;1145;p17"/>
          <p:cNvGrpSpPr/>
          <p:nvPr/>
        </p:nvGrpSpPr>
        <p:grpSpPr>
          <a:xfrm>
            <a:off x="-870994" y="2815406"/>
            <a:ext cx="1371803" cy="1955994"/>
            <a:chOff x="29206" y="2199506"/>
            <a:chExt cx="1371803" cy="1955994"/>
          </a:xfrm>
        </p:grpSpPr>
        <p:sp>
          <p:nvSpPr>
            <p:cNvPr id="1146" name="Google Shape;1146;p17"/>
            <p:cNvSpPr/>
            <p:nvPr/>
          </p:nvSpPr>
          <p:spPr>
            <a:xfrm>
              <a:off x="411425" y="40421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 name="Google Shape;1147;p17"/>
            <p:cNvGrpSpPr/>
            <p:nvPr/>
          </p:nvGrpSpPr>
          <p:grpSpPr>
            <a:xfrm>
              <a:off x="29206" y="2199506"/>
              <a:ext cx="1371803" cy="1916250"/>
              <a:chOff x="173975" y="1846850"/>
              <a:chExt cx="1630575" cy="2277725"/>
            </a:xfrm>
          </p:grpSpPr>
          <p:sp>
            <p:nvSpPr>
              <p:cNvPr id="1148" name="Google Shape;1148;p17"/>
              <p:cNvSpPr/>
              <p:nvPr/>
            </p:nvSpPr>
            <p:spPr>
              <a:xfrm>
                <a:off x="593225" y="1846850"/>
                <a:ext cx="549625" cy="700300"/>
              </a:xfrm>
              <a:custGeom>
                <a:rect b="b" l="l" r="r" t="t"/>
                <a:pathLst>
                  <a:path extrusionOk="0" h="28012" w="21985">
                    <a:moveTo>
                      <a:pt x="7413" y="1"/>
                    </a:moveTo>
                    <a:cubicBezTo>
                      <a:pt x="7250" y="1"/>
                      <a:pt x="7087" y="9"/>
                      <a:pt x="6925" y="25"/>
                    </a:cubicBezTo>
                    <a:cubicBezTo>
                      <a:pt x="5965" y="129"/>
                      <a:pt x="5048" y="463"/>
                      <a:pt x="4255" y="1005"/>
                    </a:cubicBezTo>
                    <a:cubicBezTo>
                      <a:pt x="939" y="3195"/>
                      <a:pt x="0" y="7888"/>
                      <a:pt x="1126" y="11684"/>
                    </a:cubicBezTo>
                    <a:cubicBezTo>
                      <a:pt x="2065" y="14792"/>
                      <a:pt x="3942" y="17629"/>
                      <a:pt x="5778" y="20236"/>
                    </a:cubicBezTo>
                    <a:cubicBezTo>
                      <a:pt x="7154" y="22197"/>
                      <a:pt x="8906" y="23865"/>
                      <a:pt x="10950" y="25137"/>
                    </a:cubicBezTo>
                    <a:cubicBezTo>
                      <a:pt x="11463" y="25441"/>
                      <a:pt x="16387" y="28011"/>
                      <a:pt x="17483" y="28011"/>
                    </a:cubicBezTo>
                    <a:cubicBezTo>
                      <a:pt x="17591" y="28011"/>
                      <a:pt x="17661" y="27986"/>
                      <a:pt x="17687" y="27932"/>
                    </a:cubicBezTo>
                    <a:cubicBezTo>
                      <a:pt x="21984" y="18880"/>
                      <a:pt x="20920" y="5135"/>
                      <a:pt x="10575" y="755"/>
                    </a:cubicBezTo>
                    <a:cubicBezTo>
                      <a:pt x="9561" y="339"/>
                      <a:pt x="8484" y="1"/>
                      <a:pt x="7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7"/>
              <p:cNvSpPr/>
              <p:nvPr/>
            </p:nvSpPr>
            <p:spPr>
              <a:xfrm>
                <a:off x="733475" y="1878750"/>
                <a:ext cx="78250" cy="230500"/>
              </a:xfrm>
              <a:custGeom>
                <a:rect b="b" l="l" r="r" t="t"/>
                <a:pathLst>
                  <a:path extrusionOk="0" h="9220" w="3130">
                    <a:moveTo>
                      <a:pt x="168" y="0"/>
                    </a:moveTo>
                    <a:cubicBezTo>
                      <a:pt x="168" y="42"/>
                      <a:pt x="22" y="84"/>
                      <a:pt x="22" y="126"/>
                    </a:cubicBezTo>
                    <a:cubicBezTo>
                      <a:pt x="1" y="1419"/>
                      <a:pt x="168" y="2691"/>
                      <a:pt x="501" y="3922"/>
                    </a:cubicBezTo>
                    <a:cubicBezTo>
                      <a:pt x="793" y="5152"/>
                      <a:pt x="1273" y="6320"/>
                      <a:pt x="1857" y="7447"/>
                    </a:cubicBezTo>
                    <a:cubicBezTo>
                      <a:pt x="2212" y="8072"/>
                      <a:pt x="2608" y="8656"/>
                      <a:pt x="3046" y="9220"/>
                    </a:cubicBezTo>
                    <a:cubicBezTo>
                      <a:pt x="3046" y="9220"/>
                      <a:pt x="3129" y="9178"/>
                      <a:pt x="3109" y="9157"/>
                    </a:cubicBezTo>
                    <a:lnTo>
                      <a:pt x="3129" y="9157"/>
                    </a:lnTo>
                    <a:cubicBezTo>
                      <a:pt x="1690" y="7071"/>
                      <a:pt x="731" y="4673"/>
                      <a:pt x="335" y="2149"/>
                    </a:cubicBezTo>
                    <a:cubicBezTo>
                      <a:pt x="230" y="1440"/>
                      <a:pt x="189" y="731"/>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7"/>
              <p:cNvSpPr/>
              <p:nvPr/>
            </p:nvSpPr>
            <p:spPr>
              <a:xfrm>
                <a:off x="811175" y="1883375"/>
                <a:ext cx="47475" cy="282425"/>
              </a:xfrm>
              <a:custGeom>
                <a:rect b="b" l="l" r="r" t="t"/>
                <a:pathLst>
                  <a:path extrusionOk="0" h="11297" w="1899">
                    <a:moveTo>
                      <a:pt x="1776" y="0"/>
                    </a:moveTo>
                    <a:cubicBezTo>
                      <a:pt x="1774" y="0"/>
                      <a:pt x="1773" y="1"/>
                      <a:pt x="1773" y="3"/>
                    </a:cubicBezTo>
                    <a:cubicBezTo>
                      <a:pt x="1356" y="3028"/>
                      <a:pt x="1" y="5989"/>
                      <a:pt x="418" y="9118"/>
                    </a:cubicBezTo>
                    <a:cubicBezTo>
                      <a:pt x="501" y="9848"/>
                      <a:pt x="751" y="10557"/>
                      <a:pt x="1127" y="11204"/>
                    </a:cubicBezTo>
                    <a:cubicBezTo>
                      <a:pt x="1127" y="11221"/>
                      <a:pt x="1214" y="11297"/>
                      <a:pt x="1219" y="11297"/>
                    </a:cubicBezTo>
                    <a:cubicBezTo>
                      <a:pt x="1220" y="11297"/>
                      <a:pt x="1217" y="11294"/>
                      <a:pt x="1210" y="11287"/>
                    </a:cubicBezTo>
                    <a:lnTo>
                      <a:pt x="1210" y="11266"/>
                    </a:lnTo>
                    <a:cubicBezTo>
                      <a:pt x="501" y="10077"/>
                      <a:pt x="418" y="8617"/>
                      <a:pt x="501" y="7262"/>
                    </a:cubicBezTo>
                    <a:cubicBezTo>
                      <a:pt x="605" y="5739"/>
                      <a:pt x="981" y="4258"/>
                      <a:pt x="1356" y="2798"/>
                    </a:cubicBezTo>
                    <a:cubicBezTo>
                      <a:pt x="1586" y="1922"/>
                      <a:pt x="1753" y="1025"/>
                      <a:pt x="1899" y="128"/>
                    </a:cubicBezTo>
                    <a:cubicBezTo>
                      <a:pt x="1899" y="90"/>
                      <a:pt x="1795" y="0"/>
                      <a:pt x="17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7"/>
              <p:cNvSpPr/>
              <p:nvPr/>
            </p:nvSpPr>
            <p:spPr>
              <a:xfrm>
                <a:off x="861450" y="1973650"/>
                <a:ext cx="137475" cy="249800"/>
              </a:xfrm>
              <a:custGeom>
                <a:rect b="b" l="l" r="r" t="t"/>
                <a:pathLst>
                  <a:path extrusionOk="0" h="9992" w="5499">
                    <a:moveTo>
                      <a:pt x="5436" y="1"/>
                    </a:moveTo>
                    <a:cubicBezTo>
                      <a:pt x="5436" y="1"/>
                      <a:pt x="5373" y="21"/>
                      <a:pt x="5373" y="42"/>
                    </a:cubicBezTo>
                    <a:cubicBezTo>
                      <a:pt x="5290" y="418"/>
                      <a:pt x="5206" y="814"/>
                      <a:pt x="5081" y="1169"/>
                    </a:cubicBezTo>
                    <a:cubicBezTo>
                      <a:pt x="4956" y="1481"/>
                      <a:pt x="4789" y="1794"/>
                      <a:pt x="4622" y="2065"/>
                    </a:cubicBezTo>
                    <a:cubicBezTo>
                      <a:pt x="4205" y="2649"/>
                      <a:pt x="3725" y="3192"/>
                      <a:pt x="3204" y="3692"/>
                    </a:cubicBezTo>
                    <a:cubicBezTo>
                      <a:pt x="2119" y="4798"/>
                      <a:pt x="993" y="5966"/>
                      <a:pt x="451" y="7468"/>
                    </a:cubicBezTo>
                    <a:cubicBezTo>
                      <a:pt x="117" y="8281"/>
                      <a:pt x="96" y="9178"/>
                      <a:pt x="367" y="9991"/>
                    </a:cubicBezTo>
                    <a:cubicBezTo>
                      <a:pt x="367" y="9991"/>
                      <a:pt x="455" y="9947"/>
                      <a:pt x="484" y="9921"/>
                    </a:cubicBezTo>
                    <a:lnTo>
                      <a:pt x="484" y="9921"/>
                    </a:lnTo>
                    <a:cubicBezTo>
                      <a:pt x="487" y="9930"/>
                      <a:pt x="489" y="9940"/>
                      <a:pt x="492" y="9950"/>
                    </a:cubicBezTo>
                    <a:lnTo>
                      <a:pt x="492" y="9908"/>
                    </a:lnTo>
                    <a:cubicBezTo>
                      <a:pt x="492" y="9911"/>
                      <a:pt x="489" y="9916"/>
                      <a:pt x="484" y="9921"/>
                    </a:cubicBezTo>
                    <a:lnTo>
                      <a:pt x="484" y="9921"/>
                    </a:lnTo>
                    <a:cubicBezTo>
                      <a:pt x="1" y="8345"/>
                      <a:pt x="728" y="6772"/>
                      <a:pt x="1661" y="5507"/>
                    </a:cubicBezTo>
                    <a:cubicBezTo>
                      <a:pt x="2140" y="4860"/>
                      <a:pt x="2683" y="4276"/>
                      <a:pt x="3246" y="3713"/>
                    </a:cubicBezTo>
                    <a:cubicBezTo>
                      <a:pt x="3767" y="3233"/>
                      <a:pt x="4226" y="2691"/>
                      <a:pt x="4643" y="2149"/>
                    </a:cubicBezTo>
                    <a:cubicBezTo>
                      <a:pt x="5081" y="1544"/>
                      <a:pt x="5498" y="751"/>
                      <a:pt x="5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7"/>
              <p:cNvSpPr/>
              <p:nvPr/>
            </p:nvSpPr>
            <p:spPr>
              <a:xfrm>
                <a:off x="919125" y="2106625"/>
                <a:ext cx="117850" cy="197650"/>
              </a:xfrm>
              <a:custGeom>
                <a:rect b="b" l="l" r="r" t="t"/>
                <a:pathLst>
                  <a:path extrusionOk="0" h="7906" w="4714">
                    <a:moveTo>
                      <a:pt x="4693" y="0"/>
                    </a:moveTo>
                    <a:cubicBezTo>
                      <a:pt x="4693" y="0"/>
                      <a:pt x="4589" y="21"/>
                      <a:pt x="4589" y="42"/>
                    </a:cubicBezTo>
                    <a:cubicBezTo>
                      <a:pt x="4485" y="334"/>
                      <a:pt x="4443" y="647"/>
                      <a:pt x="4359" y="939"/>
                    </a:cubicBezTo>
                    <a:cubicBezTo>
                      <a:pt x="4297" y="1231"/>
                      <a:pt x="4193" y="1544"/>
                      <a:pt x="4067" y="1836"/>
                    </a:cubicBezTo>
                    <a:cubicBezTo>
                      <a:pt x="3817" y="2378"/>
                      <a:pt x="3525" y="2899"/>
                      <a:pt x="3150" y="3379"/>
                    </a:cubicBezTo>
                    <a:cubicBezTo>
                      <a:pt x="2753" y="3859"/>
                      <a:pt x="2294" y="4297"/>
                      <a:pt x="1794" y="4672"/>
                    </a:cubicBezTo>
                    <a:cubicBezTo>
                      <a:pt x="1293" y="5048"/>
                      <a:pt x="876" y="5486"/>
                      <a:pt x="542" y="6007"/>
                    </a:cubicBezTo>
                    <a:cubicBezTo>
                      <a:pt x="188" y="6591"/>
                      <a:pt x="0" y="7238"/>
                      <a:pt x="0" y="7905"/>
                    </a:cubicBezTo>
                    <a:cubicBezTo>
                      <a:pt x="0" y="7905"/>
                      <a:pt x="125" y="7884"/>
                      <a:pt x="125" y="7863"/>
                    </a:cubicBezTo>
                    <a:lnTo>
                      <a:pt x="146" y="7863"/>
                    </a:lnTo>
                    <a:cubicBezTo>
                      <a:pt x="167" y="7217"/>
                      <a:pt x="355" y="6591"/>
                      <a:pt x="688" y="6049"/>
                    </a:cubicBezTo>
                    <a:cubicBezTo>
                      <a:pt x="1022" y="5486"/>
                      <a:pt x="1460" y="5006"/>
                      <a:pt x="1982" y="4610"/>
                    </a:cubicBezTo>
                    <a:cubicBezTo>
                      <a:pt x="2461" y="4255"/>
                      <a:pt x="2899" y="3838"/>
                      <a:pt x="3296" y="3379"/>
                    </a:cubicBezTo>
                    <a:cubicBezTo>
                      <a:pt x="3671" y="2920"/>
                      <a:pt x="3984" y="2420"/>
                      <a:pt x="4213" y="1877"/>
                    </a:cubicBezTo>
                    <a:cubicBezTo>
                      <a:pt x="4339" y="1585"/>
                      <a:pt x="4443" y="1293"/>
                      <a:pt x="4547" y="981"/>
                    </a:cubicBezTo>
                    <a:cubicBezTo>
                      <a:pt x="4651" y="668"/>
                      <a:pt x="4714" y="334"/>
                      <a:pt x="4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7"/>
              <p:cNvSpPr/>
              <p:nvPr/>
            </p:nvSpPr>
            <p:spPr>
              <a:xfrm>
                <a:off x="984825" y="2283900"/>
                <a:ext cx="57375" cy="129350"/>
              </a:xfrm>
              <a:custGeom>
                <a:rect b="b" l="l" r="r" t="t"/>
                <a:pathLst>
                  <a:path extrusionOk="0" h="5174" w="2295">
                    <a:moveTo>
                      <a:pt x="2295" y="1"/>
                    </a:moveTo>
                    <a:cubicBezTo>
                      <a:pt x="2253" y="1"/>
                      <a:pt x="2190" y="22"/>
                      <a:pt x="2149" y="42"/>
                    </a:cubicBezTo>
                    <a:cubicBezTo>
                      <a:pt x="1857" y="418"/>
                      <a:pt x="1585" y="814"/>
                      <a:pt x="1377" y="1231"/>
                    </a:cubicBezTo>
                    <a:cubicBezTo>
                      <a:pt x="1147" y="1649"/>
                      <a:pt x="939" y="2066"/>
                      <a:pt x="751" y="2504"/>
                    </a:cubicBezTo>
                    <a:cubicBezTo>
                      <a:pt x="396" y="3359"/>
                      <a:pt x="146" y="4256"/>
                      <a:pt x="0" y="5173"/>
                    </a:cubicBezTo>
                    <a:cubicBezTo>
                      <a:pt x="0" y="5173"/>
                      <a:pt x="146" y="5153"/>
                      <a:pt x="167" y="5111"/>
                    </a:cubicBezTo>
                    <a:lnTo>
                      <a:pt x="146" y="5111"/>
                    </a:lnTo>
                    <a:cubicBezTo>
                      <a:pt x="313" y="4172"/>
                      <a:pt x="584" y="3275"/>
                      <a:pt x="960" y="2399"/>
                    </a:cubicBezTo>
                    <a:cubicBezTo>
                      <a:pt x="1126" y="1982"/>
                      <a:pt x="1335" y="1565"/>
                      <a:pt x="1565" y="1190"/>
                    </a:cubicBezTo>
                    <a:cubicBezTo>
                      <a:pt x="1669" y="981"/>
                      <a:pt x="1794" y="793"/>
                      <a:pt x="1919" y="606"/>
                    </a:cubicBezTo>
                    <a:cubicBezTo>
                      <a:pt x="2023" y="397"/>
                      <a:pt x="2190" y="209"/>
                      <a:pt x="2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7"/>
              <p:cNvSpPr/>
              <p:nvPr/>
            </p:nvSpPr>
            <p:spPr>
              <a:xfrm>
                <a:off x="657350" y="1935575"/>
                <a:ext cx="156450" cy="183150"/>
              </a:xfrm>
              <a:custGeom>
                <a:rect b="b" l="l" r="r" t="t"/>
                <a:pathLst>
                  <a:path extrusionOk="0" h="7326" w="6258">
                    <a:moveTo>
                      <a:pt x="6257" y="7279"/>
                    </a:moveTo>
                    <a:cubicBezTo>
                      <a:pt x="6257" y="7280"/>
                      <a:pt x="6257" y="7280"/>
                      <a:pt x="6258" y="7280"/>
                    </a:cubicBezTo>
                    <a:cubicBezTo>
                      <a:pt x="6257" y="7280"/>
                      <a:pt x="6257" y="7280"/>
                      <a:pt x="6257" y="7279"/>
                    </a:cubicBezTo>
                    <a:close/>
                    <a:moveTo>
                      <a:pt x="188" y="1"/>
                    </a:moveTo>
                    <a:cubicBezTo>
                      <a:pt x="188" y="1"/>
                      <a:pt x="1" y="22"/>
                      <a:pt x="1" y="43"/>
                    </a:cubicBezTo>
                    <a:cubicBezTo>
                      <a:pt x="21" y="794"/>
                      <a:pt x="293" y="1503"/>
                      <a:pt x="731" y="2087"/>
                    </a:cubicBezTo>
                    <a:cubicBezTo>
                      <a:pt x="1148" y="2629"/>
                      <a:pt x="1607" y="3109"/>
                      <a:pt x="2149" y="3547"/>
                    </a:cubicBezTo>
                    <a:cubicBezTo>
                      <a:pt x="3046" y="4339"/>
                      <a:pt x="3880" y="5236"/>
                      <a:pt x="4756" y="6091"/>
                    </a:cubicBezTo>
                    <a:cubicBezTo>
                      <a:pt x="5173" y="6508"/>
                      <a:pt x="5611" y="6926"/>
                      <a:pt x="6070" y="7322"/>
                    </a:cubicBezTo>
                    <a:cubicBezTo>
                      <a:pt x="6075" y="7324"/>
                      <a:pt x="6081" y="7325"/>
                      <a:pt x="6087" y="7325"/>
                    </a:cubicBezTo>
                    <a:cubicBezTo>
                      <a:pt x="6132" y="7325"/>
                      <a:pt x="6215" y="7277"/>
                      <a:pt x="6247" y="7277"/>
                    </a:cubicBezTo>
                    <a:cubicBezTo>
                      <a:pt x="6251" y="7277"/>
                      <a:pt x="6254" y="7278"/>
                      <a:pt x="6257" y="7279"/>
                    </a:cubicBezTo>
                    <a:lnTo>
                      <a:pt x="6257" y="7279"/>
                    </a:lnTo>
                    <a:cubicBezTo>
                      <a:pt x="5360" y="6529"/>
                      <a:pt x="4568" y="5653"/>
                      <a:pt x="3734" y="4819"/>
                    </a:cubicBezTo>
                    <a:cubicBezTo>
                      <a:pt x="3317" y="4402"/>
                      <a:pt x="2900" y="3985"/>
                      <a:pt x="2483" y="3588"/>
                    </a:cubicBezTo>
                    <a:cubicBezTo>
                      <a:pt x="1982" y="3192"/>
                      <a:pt x="1523" y="2754"/>
                      <a:pt x="1106" y="2274"/>
                    </a:cubicBezTo>
                    <a:cubicBezTo>
                      <a:pt x="605" y="1628"/>
                      <a:pt x="272" y="835"/>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7"/>
              <p:cNvSpPr/>
              <p:nvPr/>
            </p:nvSpPr>
            <p:spPr>
              <a:xfrm>
                <a:off x="633200" y="2113450"/>
                <a:ext cx="265600" cy="166825"/>
              </a:xfrm>
              <a:custGeom>
                <a:rect b="b" l="l" r="r" t="t"/>
                <a:pathLst>
                  <a:path extrusionOk="0" h="6673" w="10624">
                    <a:moveTo>
                      <a:pt x="9" y="1"/>
                    </a:moveTo>
                    <a:cubicBezTo>
                      <a:pt x="2" y="1"/>
                      <a:pt x="0" y="5"/>
                      <a:pt x="7" y="19"/>
                    </a:cubicBezTo>
                    <a:cubicBezTo>
                      <a:pt x="800" y="645"/>
                      <a:pt x="1571" y="1271"/>
                      <a:pt x="2364" y="1896"/>
                    </a:cubicBezTo>
                    <a:cubicBezTo>
                      <a:pt x="3094" y="2501"/>
                      <a:pt x="3803" y="3106"/>
                      <a:pt x="4575" y="3648"/>
                    </a:cubicBezTo>
                    <a:cubicBezTo>
                      <a:pt x="5159" y="4086"/>
                      <a:pt x="5806" y="4420"/>
                      <a:pt x="6515" y="4650"/>
                    </a:cubicBezTo>
                    <a:cubicBezTo>
                      <a:pt x="7182" y="4858"/>
                      <a:pt x="7850" y="5025"/>
                      <a:pt x="8517" y="5234"/>
                    </a:cubicBezTo>
                    <a:cubicBezTo>
                      <a:pt x="9330" y="5505"/>
                      <a:pt x="10081" y="5880"/>
                      <a:pt x="10561" y="6631"/>
                    </a:cubicBezTo>
                    <a:cubicBezTo>
                      <a:pt x="10561" y="6645"/>
                      <a:pt x="10590" y="6650"/>
                      <a:pt x="10609" y="6658"/>
                    </a:cubicBezTo>
                    <a:lnTo>
                      <a:pt x="10609" y="6658"/>
                    </a:lnTo>
                    <a:lnTo>
                      <a:pt x="10603" y="6652"/>
                    </a:lnTo>
                    <a:cubicBezTo>
                      <a:pt x="9935" y="5546"/>
                      <a:pt x="8580" y="5171"/>
                      <a:pt x="7412" y="4837"/>
                    </a:cubicBezTo>
                    <a:cubicBezTo>
                      <a:pt x="6702" y="4670"/>
                      <a:pt x="6014" y="4420"/>
                      <a:pt x="5368" y="4128"/>
                    </a:cubicBezTo>
                    <a:cubicBezTo>
                      <a:pt x="4888" y="3857"/>
                      <a:pt x="4429" y="3544"/>
                      <a:pt x="4012" y="3190"/>
                    </a:cubicBezTo>
                    <a:cubicBezTo>
                      <a:pt x="3615" y="2877"/>
                      <a:pt x="3240" y="2564"/>
                      <a:pt x="2823" y="2230"/>
                    </a:cubicBezTo>
                    <a:cubicBezTo>
                      <a:pt x="1926" y="1521"/>
                      <a:pt x="1050" y="791"/>
                      <a:pt x="132" y="82"/>
                    </a:cubicBezTo>
                    <a:cubicBezTo>
                      <a:pt x="111" y="40"/>
                      <a:pt x="70" y="19"/>
                      <a:pt x="49" y="19"/>
                    </a:cubicBezTo>
                    <a:cubicBezTo>
                      <a:pt x="49" y="19"/>
                      <a:pt x="21" y="1"/>
                      <a:pt x="9" y="1"/>
                    </a:cubicBezTo>
                    <a:close/>
                    <a:moveTo>
                      <a:pt x="10609" y="6658"/>
                    </a:moveTo>
                    <a:lnTo>
                      <a:pt x="10624" y="6673"/>
                    </a:lnTo>
                    <a:cubicBezTo>
                      <a:pt x="10624" y="6666"/>
                      <a:pt x="10617" y="6662"/>
                      <a:pt x="10609" y="66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7"/>
              <p:cNvSpPr/>
              <p:nvPr/>
            </p:nvSpPr>
            <p:spPr>
              <a:xfrm>
                <a:off x="703850" y="2282625"/>
                <a:ext cx="260125" cy="90475"/>
              </a:xfrm>
              <a:custGeom>
                <a:rect b="b" l="l" r="r" t="t"/>
                <a:pathLst>
                  <a:path extrusionOk="0" h="3619" w="10405">
                    <a:moveTo>
                      <a:pt x="196" y="0"/>
                    </a:moveTo>
                    <a:cubicBezTo>
                      <a:pt x="129" y="0"/>
                      <a:pt x="0" y="76"/>
                      <a:pt x="18" y="93"/>
                    </a:cubicBezTo>
                    <a:cubicBezTo>
                      <a:pt x="748" y="1095"/>
                      <a:pt x="2124" y="1345"/>
                      <a:pt x="3251" y="1679"/>
                    </a:cubicBezTo>
                    <a:cubicBezTo>
                      <a:pt x="4752" y="2096"/>
                      <a:pt x="6233" y="2513"/>
                      <a:pt x="7735" y="2930"/>
                    </a:cubicBezTo>
                    <a:cubicBezTo>
                      <a:pt x="8590" y="3160"/>
                      <a:pt x="9445" y="3389"/>
                      <a:pt x="10301" y="3618"/>
                    </a:cubicBezTo>
                    <a:cubicBezTo>
                      <a:pt x="10342" y="3618"/>
                      <a:pt x="10363" y="3598"/>
                      <a:pt x="10405" y="3577"/>
                    </a:cubicBezTo>
                    <a:lnTo>
                      <a:pt x="10384" y="3577"/>
                    </a:lnTo>
                    <a:cubicBezTo>
                      <a:pt x="8924" y="3139"/>
                      <a:pt x="7464" y="2722"/>
                      <a:pt x="6004" y="2304"/>
                    </a:cubicBezTo>
                    <a:lnTo>
                      <a:pt x="3793" y="1679"/>
                    </a:lnTo>
                    <a:cubicBezTo>
                      <a:pt x="3146" y="1491"/>
                      <a:pt x="2500" y="1345"/>
                      <a:pt x="1874" y="1115"/>
                    </a:cubicBezTo>
                    <a:cubicBezTo>
                      <a:pt x="1227" y="907"/>
                      <a:pt x="664" y="531"/>
                      <a:pt x="226" y="10"/>
                    </a:cubicBezTo>
                    <a:cubicBezTo>
                      <a:pt x="219" y="3"/>
                      <a:pt x="209"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7"/>
              <p:cNvSpPr/>
              <p:nvPr/>
            </p:nvSpPr>
            <p:spPr>
              <a:xfrm>
                <a:off x="876350" y="2445550"/>
                <a:ext cx="131950" cy="25725"/>
              </a:xfrm>
              <a:custGeom>
                <a:rect b="b" l="l" r="r" t="t"/>
                <a:pathLst>
                  <a:path extrusionOk="0" h="1029" w="5278">
                    <a:moveTo>
                      <a:pt x="1" y="1"/>
                    </a:moveTo>
                    <a:cubicBezTo>
                      <a:pt x="63" y="84"/>
                      <a:pt x="147" y="126"/>
                      <a:pt x="230" y="167"/>
                    </a:cubicBezTo>
                    <a:cubicBezTo>
                      <a:pt x="355" y="230"/>
                      <a:pt x="460" y="293"/>
                      <a:pt x="585" y="334"/>
                    </a:cubicBezTo>
                    <a:cubicBezTo>
                      <a:pt x="814" y="439"/>
                      <a:pt x="1044" y="522"/>
                      <a:pt x="1273" y="605"/>
                    </a:cubicBezTo>
                    <a:cubicBezTo>
                      <a:pt x="1732" y="751"/>
                      <a:pt x="2191" y="877"/>
                      <a:pt x="2671" y="939"/>
                    </a:cubicBezTo>
                    <a:cubicBezTo>
                      <a:pt x="3077" y="997"/>
                      <a:pt x="3484" y="1028"/>
                      <a:pt x="3888" y="1028"/>
                    </a:cubicBezTo>
                    <a:cubicBezTo>
                      <a:pt x="4355" y="1028"/>
                      <a:pt x="4819" y="987"/>
                      <a:pt x="5278" y="897"/>
                    </a:cubicBezTo>
                    <a:lnTo>
                      <a:pt x="5236" y="897"/>
                    </a:lnTo>
                    <a:cubicBezTo>
                      <a:pt x="4808" y="974"/>
                      <a:pt x="4380" y="1011"/>
                      <a:pt x="3952" y="1011"/>
                    </a:cubicBezTo>
                    <a:cubicBezTo>
                      <a:pt x="3441" y="1011"/>
                      <a:pt x="2931" y="958"/>
                      <a:pt x="2420" y="856"/>
                    </a:cubicBezTo>
                    <a:cubicBezTo>
                      <a:pt x="2045" y="772"/>
                      <a:pt x="1669" y="668"/>
                      <a:pt x="1294" y="522"/>
                    </a:cubicBezTo>
                    <a:cubicBezTo>
                      <a:pt x="898" y="376"/>
                      <a:pt x="522" y="147"/>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7"/>
              <p:cNvSpPr/>
              <p:nvPr/>
            </p:nvSpPr>
            <p:spPr>
              <a:xfrm>
                <a:off x="173975" y="3082125"/>
                <a:ext cx="780625" cy="334425"/>
              </a:xfrm>
              <a:custGeom>
                <a:rect b="b" l="l" r="r" t="t"/>
                <a:pathLst>
                  <a:path extrusionOk="0" h="13377" w="31225">
                    <a:moveTo>
                      <a:pt x="31221" y="9950"/>
                    </a:moveTo>
                    <a:cubicBezTo>
                      <a:pt x="31222" y="9951"/>
                      <a:pt x="31223" y="9952"/>
                      <a:pt x="31224" y="9954"/>
                    </a:cubicBezTo>
                    <a:cubicBezTo>
                      <a:pt x="31223" y="9952"/>
                      <a:pt x="31222" y="9951"/>
                      <a:pt x="31221" y="9950"/>
                    </a:cubicBezTo>
                    <a:close/>
                    <a:moveTo>
                      <a:pt x="12160" y="1"/>
                    </a:moveTo>
                    <a:cubicBezTo>
                      <a:pt x="11118" y="1"/>
                      <a:pt x="10079" y="96"/>
                      <a:pt x="9053" y="297"/>
                    </a:cubicBezTo>
                    <a:cubicBezTo>
                      <a:pt x="7405" y="630"/>
                      <a:pt x="5757" y="1235"/>
                      <a:pt x="4506" y="2361"/>
                    </a:cubicBezTo>
                    <a:cubicBezTo>
                      <a:pt x="1" y="6387"/>
                      <a:pt x="4109" y="12039"/>
                      <a:pt x="8886" y="12769"/>
                    </a:cubicBezTo>
                    <a:cubicBezTo>
                      <a:pt x="11250" y="13140"/>
                      <a:pt x="13650" y="13376"/>
                      <a:pt x="16034" y="13376"/>
                    </a:cubicBezTo>
                    <a:cubicBezTo>
                      <a:pt x="19960" y="13376"/>
                      <a:pt x="23842" y="12735"/>
                      <a:pt x="27449" y="10996"/>
                    </a:cubicBezTo>
                    <a:cubicBezTo>
                      <a:pt x="27861" y="10791"/>
                      <a:pt x="29823" y="9796"/>
                      <a:pt x="30774" y="9796"/>
                    </a:cubicBezTo>
                    <a:cubicBezTo>
                      <a:pt x="30978" y="9796"/>
                      <a:pt x="31135" y="9841"/>
                      <a:pt x="31221" y="9950"/>
                    </a:cubicBezTo>
                    <a:lnTo>
                      <a:pt x="31221" y="9950"/>
                    </a:lnTo>
                    <a:cubicBezTo>
                      <a:pt x="29824" y="8158"/>
                      <a:pt x="27761" y="6761"/>
                      <a:pt x="25989" y="5344"/>
                    </a:cubicBezTo>
                    <a:cubicBezTo>
                      <a:pt x="24362" y="4051"/>
                      <a:pt x="22631" y="2945"/>
                      <a:pt x="20775" y="2049"/>
                    </a:cubicBezTo>
                    <a:cubicBezTo>
                      <a:pt x="18090" y="768"/>
                      <a:pt x="15120" y="1"/>
                      <a:pt x="12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7"/>
              <p:cNvSpPr/>
              <p:nvPr/>
            </p:nvSpPr>
            <p:spPr>
              <a:xfrm>
                <a:off x="678200" y="3273075"/>
                <a:ext cx="173150" cy="114225"/>
              </a:xfrm>
              <a:custGeom>
                <a:rect b="b" l="l" r="r" t="t"/>
                <a:pathLst>
                  <a:path extrusionOk="0" h="4569" w="6926">
                    <a:moveTo>
                      <a:pt x="6905" y="0"/>
                    </a:moveTo>
                    <a:cubicBezTo>
                      <a:pt x="5799" y="167"/>
                      <a:pt x="4736" y="522"/>
                      <a:pt x="3776" y="1043"/>
                    </a:cubicBezTo>
                    <a:cubicBezTo>
                      <a:pt x="2775" y="1586"/>
                      <a:pt x="1878" y="2274"/>
                      <a:pt x="1106" y="3087"/>
                    </a:cubicBezTo>
                    <a:cubicBezTo>
                      <a:pt x="877" y="3317"/>
                      <a:pt x="668" y="3546"/>
                      <a:pt x="481" y="3796"/>
                    </a:cubicBezTo>
                    <a:cubicBezTo>
                      <a:pt x="293" y="4026"/>
                      <a:pt x="126" y="4297"/>
                      <a:pt x="1" y="4568"/>
                    </a:cubicBezTo>
                    <a:cubicBezTo>
                      <a:pt x="43" y="4547"/>
                      <a:pt x="84" y="4547"/>
                      <a:pt x="105" y="4527"/>
                    </a:cubicBezTo>
                    <a:cubicBezTo>
                      <a:pt x="439" y="4088"/>
                      <a:pt x="752" y="3650"/>
                      <a:pt x="1106" y="3254"/>
                    </a:cubicBezTo>
                    <a:cubicBezTo>
                      <a:pt x="1461" y="2858"/>
                      <a:pt x="1836" y="2482"/>
                      <a:pt x="2253" y="2149"/>
                    </a:cubicBezTo>
                    <a:cubicBezTo>
                      <a:pt x="3067" y="1481"/>
                      <a:pt x="4006" y="960"/>
                      <a:pt x="4986" y="584"/>
                    </a:cubicBezTo>
                    <a:cubicBezTo>
                      <a:pt x="5570" y="376"/>
                      <a:pt x="6196" y="209"/>
                      <a:pt x="6800" y="84"/>
                    </a:cubicBezTo>
                    <a:cubicBezTo>
                      <a:pt x="6821" y="84"/>
                      <a:pt x="6926" y="21"/>
                      <a:pt x="6905" y="21"/>
                    </a:cubicBezTo>
                    <a:lnTo>
                      <a:pt x="6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7"/>
              <p:cNvSpPr/>
              <p:nvPr/>
            </p:nvSpPr>
            <p:spPr>
              <a:xfrm>
                <a:off x="396625" y="3216525"/>
                <a:ext cx="306125" cy="175450"/>
              </a:xfrm>
              <a:custGeom>
                <a:rect b="b" l="l" r="r" t="t"/>
                <a:pathLst>
                  <a:path extrusionOk="0" h="7018" w="12245">
                    <a:moveTo>
                      <a:pt x="11739" y="1"/>
                    </a:moveTo>
                    <a:cubicBezTo>
                      <a:pt x="10996" y="1"/>
                      <a:pt x="10282" y="318"/>
                      <a:pt x="9720" y="761"/>
                    </a:cubicBezTo>
                    <a:cubicBezTo>
                      <a:pt x="8865" y="1449"/>
                      <a:pt x="8281" y="2388"/>
                      <a:pt x="7509" y="3138"/>
                    </a:cubicBezTo>
                    <a:cubicBezTo>
                      <a:pt x="6133" y="4473"/>
                      <a:pt x="4214" y="4828"/>
                      <a:pt x="2483" y="5474"/>
                    </a:cubicBezTo>
                    <a:cubicBezTo>
                      <a:pt x="2003" y="5641"/>
                      <a:pt x="1544" y="5850"/>
                      <a:pt x="1106" y="6121"/>
                    </a:cubicBezTo>
                    <a:cubicBezTo>
                      <a:pt x="898" y="6225"/>
                      <a:pt x="710" y="6350"/>
                      <a:pt x="522" y="6496"/>
                    </a:cubicBezTo>
                    <a:cubicBezTo>
                      <a:pt x="355" y="6622"/>
                      <a:pt x="105" y="6789"/>
                      <a:pt x="1" y="7018"/>
                    </a:cubicBezTo>
                    <a:lnTo>
                      <a:pt x="230" y="7018"/>
                    </a:lnTo>
                    <a:cubicBezTo>
                      <a:pt x="418" y="6872"/>
                      <a:pt x="585" y="6747"/>
                      <a:pt x="752" y="6601"/>
                    </a:cubicBezTo>
                    <a:cubicBezTo>
                      <a:pt x="918" y="6455"/>
                      <a:pt x="1085" y="6330"/>
                      <a:pt x="1273" y="6225"/>
                    </a:cubicBezTo>
                    <a:cubicBezTo>
                      <a:pt x="1628" y="5996"/>
                      <a:pt x="2003" y="5808"/>
                      <a:pt x="2399" y="5662"/>
                    </a:cubicBezTo>
                    <a:cubicBezTo>
                      <a:pt x="3171" y="5328"/>
                      <a:pt x="4005" y="5099"/>
                      <a:pt x="4798" y="4828"/>
                    </a:cubicBezTo>
                    <a:cubicBezTo>
                      <a:pt x="5591" y="4578"/>
                      <a:pt x="6362" y="4223"/>
                      <a:pt x="7071" y="3764"/>
                    </a:cubicBezTo>
                    <a:cubicBezTo>
                      <a:pt x="7885" y="3201"/>
                      <a:pt x="8448" y="2408"/>
                      <a:pt x="9074" y="1678"/>
                    </a:cubicBezTo>
                    <a:cubicBezTo>
                      <a:pt x="9745" y="895"/>
                      <a:pt x="10683" y="12"/>
                      <a:pt x="11768" y="12"/>
                    </a:cubicBezTo>
                    <a:cubicBezTo>
                      <a:pt x="11897" y="12"/>
                      <a:pt x="12028" y="25"/>
                      <a:pt x="12161" y="52"/>
                    </a:cubicBezTo>
                    <a:lnTo>
                      <a:pt x="12244" y="52"/>
                    </a:lnTo>
                    <a:cubicBezTo>
                      <a:pt x="12075" y="17"/>
                      <a:pt x="11906" y="1"/>
                      <a:pt x="1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7"/>
              <p:cNvSpPr/>
              <p:nvPr/>
            </p:nvSpPr>
            <p:spPr>
              <a:xfrm>
                <a:off x="268875" y="3199025"/>
                <a:ext cx="251875" cy="109575"/>
              </a:xfrm>
              <a:custGeom>
                <a:rect b="b" l="l" r="r" t="t"/>
                <a:pathLst>
                  <a:path extrusionOk="0" h="4383" w="10075">
                    <a:moveTo>
                      <a:pt x="10033" y="1"/>
                    </a:moveTo>
                    <a:cubicBezTo>
                      <a:pt x="8698" y="564"/>
                      <a:pt x="7447" y="1294"/>
                      <a:pt x="6300" y="2149"/>
                    </a:cubicBezTo>
                    <a:cubicBezTo>
                      <a:pt x="5716" y="2608"/>
                      <a:pt x="5111" y="3025"/>
                      <a:pt x="4464" y="3400"/>
                    </a:cubicBezTo>
                    <a:cubicBezTo>
                      <a:pt x="3838" y="3713"/>
                      <a:pt x="3171" y="3943"/>
                      <a:pt x="2483" y="4068"/>
                    </a:cubicBezTo>
                    <a:cubicBezTo>
                      <a:pt x="2049" y="4115"/>
                      <a:pt x="1616" y="4142"/>
                      <a:pt x="1183" y="4142"/>
                    </a:cubicBezTo>
                    <a:cubicBezTo>
                      <a:pt x="844" y="4142"/>
                      <a:pt x="506" y="4125"/>
                      <a:pt x="167" y="4089"/>
                    </a:cubicBezTo>
                    <a:cubicBezTo>
                      <a:pt x="126" y="4089"/>
                      <a:pt x="1" y="4214"/>
                      <a:pt x="42" y="4235"/>
                    </a:cubicBezTo>
                    <a:cubicBezTo>
                      <a:pt x="188" y="4276"/>
                      <a:pt x="334" y="4318"/>
                      <a:pt x="480" y="4339"/>
                    </a:cubicBezTo>
                    <a:cubicBezTo>
                      <a:pt x="668" y="4360"/>
                      <a:pt x="835" y="4381"/>
                      <a:pt x="1043" y="4381"/>
                    </a:cubicBezTo>
                    <a:cubicBezTo>
                      <a:pt x="1086" y="4382"/>
                      <a:pt x="1129" y="4382"/>
                      <a:pt x="1172" y="4382"/>
                    </a:cubicBezTo>
                    <a:cubicBezTo>
                      <a:pt x="2151" y="4382"/>
                      <a:pt x="3128" y="4154"/>
                      <a:pt x="4047" y="3734"/>
                    </a:cubicBezTo>
                    <a:cubicBezTo>
                      <a:pt x="4673" y="3421"/>
                      <a:pt x="5257" y="3046"/>
                      <a:pt x="5820" y="2608"/>
                    </a:cubicBezTo>
                    <a:cubicBezTo>
                      <a:pt x="6404" y="2149"/>
                      <a:pt x="7050" y="1711"/>
                      <a:pt x="7697" y="1336"/>
                    </a:cubicBezTo>
                    <a:cubicBezTo>
                      <a:pt x="8427" y="877"/>
                      <a:pt x="9199" y="480"/>
                      <a:pt x="9971" y="105"/>
                    </a:cubicBezTo>
                    <a:cubicBezTo>
                      <a:pt x="9991" y="105"/>
                      <a:pt x="10075" y="1"/>
                      <a:pt x="10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7"/>
              <p:cNvSpPr/>
              <p:nvPr/>
            </p:nvSpPr>
            <p:spPr>
              <a:xfrm>
                <a:off x="249575" y="3178175"/>
                <a:ext cx="155950" cy="39125"/>
              </a:xfrm>
              <a:custGeom>
                <a:rect b="b" l="l" r="r" t="t"/>
                <a:pathLst>
                  <a:path extrusionOk="0" h="1565" w="6238">
                    <a:moveTo>
                      <a:pt x="1711" y="0"/>
                    </a:moveTo>
                    <a:cubicBezTo>
                      <a:pt x="1440" y="0"/>
                      <a:pt x="1169" y="0"/>
                      <a:pt x="898" y="42"/>
                    </a:cubicBezTo>
                    <a:cubicBezTo>
                      <a:pt x="627" y="42"/>
                      <a:pt x="355" y="84"/>
                      <a:pt x="105" y="188"/>
                    </a:cubicBezTo>
                    <a:cubicBezTo>
                      <a:pt x="105" y="188"/>
                      <a:pt x="1" y="272"/>
                      <a:pt x="22" y="272"/>
                    </a:cubicBezTo>
                    <a:cubicBezTo>
                      <a:pt x="58" y="278"/>
                      <a:pt x="97" y="280"/>
                      <a:pt x="136" y="280"/>
                    </a:cubicBezTo>
                    <a:cubicBezTo>
                      <a:pt x="231" y="280"/>
                      <a:pt x="330" y="265"/>
                      <a:pt x="418" y="251"/>
                    </a:cubicBezTo>
                    <a:cubicBezTo>
                      <a:pt x="543" y="230"/>
                      <a:pt x="689" y="209"/>
                      <a:pt x="793" y="209"/>
                    </a:cubicBezTo>
                    <a:cubicBezTo>
                      <a:pt x="1065" y="188"/>
                      <a:pt x="1336" y="167"/>
                      <a:pt x="1607" y="167"/>
                    </a:cubicBezTo>
                    <a:cubicBezTo>
                      <a:pt x="2128" y="188"/>
                      <a:pt x="2671" y="230"/>
                      <a:pt x="3192" y="355"/>
                    </a:cubicBezTo>
                    <a:cubicBezTo>
                      <a:pt x="3734" y="459"/>
                      <a:pt x="4256" y="626"/>
                      <a:pt x="4756" y="835"/>
                    </a:cubicBezTo>
                    <a:cubicBezTo>
                      <a:pt x="5007" y="939"/>
                      <a:pt x="5257" y="1064"/>
                      <a:pt x="5486" y="1189"/>
                    </a:cubicBezTo>
                    <a:cubicBezTo>
                      <a:pt x="5716" y="1335"/>
                      <a:pt x="5945" y="1440"/>
                      <a:pt x="6175" y="1565"/>
                    </a:cubicBezTo>
                    <a:cubicBezTo>
                      <a:pt x="6196" y="1565"/>
                      <a:pt x="6237" y="1502"/>
                      <a:pt x="6237" y="1502"/>
                    </a:cubicBezTo>
                    <a:lnTo>
                      <a:pt x="6216" y="1502"/>
                    </a:lnTo>
                    <a:cubicBezTo>
                      <a:pt x="6029" y="1294"/>
                      <a:pt x="5799" y="1127"/>
                      <a:pt x="5549" y="1022"/>
                    </a:cubicBezTo>
                    <a:cubicBezTo>
                      <a:pt x="5299" y="876"/>
                      <a:pt x="5069" y="772"/>
                      <a:pt x="4819" y="668"/>
                    </a:cubicBezTo>
                    <a:cubicBezTo>
                      <a:pt x="4318" y="459"/>
                      <a:pt x="3818" y="292"/>
                      <a:pt x="3317" y="188"/>
                    </a:cubicBezTo>
                    <a:cubicBezTo>
                      <a:pt x="2775" y="63"/>
                      <a:pt x="2253" y="21"/>
                      <a:pt x="1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7"/>
              <p:cNvSpPr/>
              <p:nvPr/>
            </p:nvSpPr>
            <p:spPr>
              <a:xfrm>
                <a:off x="352825" y="3106725"/>
                <a:ext cx="195575" cy="87625"/>
              </a:xfrm>
              <a:custGeom>
                <a:rect b="b" l="l" r="r" t="t"/>
                <a:pathLst>
                  <a:path extrusionOk="0" h="3505" w="7823">
                    <a:moveTo>
                      <a:pt x="1" y="1"/>
                    </a:moveTo>
                    <a:cubicBezTo>
                      <a:pt x="2" y="1"/>
                      <a:pt x="4" y="1"/>
                      <a:pt x="5" y="1"/>
                    </a:cubicBezTo>
                    <a:lnTo>
                      <a:pt x="5" y="1"/>
                    </a:lnTo>
                    <a:cubicBezTo>
                      <a:pt x="4" y="1"/>
                      <a:pt x="2" y="1"/>
                      <a:pt x="1" y="1"/>
                    </a:cubicBezTo>
                    <a:close/>
                    <a:moveTo>
                      <a:pt x="5" y="1"/>
                    </a:moveTo>
                    <a:cubicBezTo>
                      <a:pt x="27" y="7"/>
                      <a:pt x="66" y="43"/>
                      <a:pt x="105" y="43"/>
                    </a:cubicBezTo>
                    <a:cubicBezTo>
                      <a:pt x="731" y="251"/>
                      <a:pt x="1377" y="376"/>
                      <a:pt x="2024" y="564"/>
                    </a:cubicBezTo>
                    <a:cubicBezTo>
                      <a:pt x="2650" y="752"/>
                      <a:pt x="3234" y="856"/>
                      <a:pt x="3818" y="1023"/>
                    </a:cubicBezTo>
                    <a:cubicBezTo>
                      <a:pt x="4131" y="1085"/>
                      <a:pt x="4402" y="1211"/>
                      <a:pt x="4652" y="1398"/>
                    </a:cubicBezTo>
                    <a:cubicBezTo>
                      <a:pt x="4881" y="1586"/>
                      <a:pt x="5069" y="1795"/>
                      <a:pt x="5278" y="1982"/>
                    </a:cubicBezTo>
                    <a:cubicBezTo>
                      <a:pt x="5653" y="2337"/>
                      <a:pt x="6070" y="2650"/>
                      <a:pt x="6529" y="2921"/>
                    </a:cubicBezTo>
                    <a:cubicBezTo>
                      <a:pt x="6911" y="3142"/>
                      <a:pt x="7331" y="3343"/>
                      <a:pt x="7771" y="3488"/>
                    </a:cubicBezTo>
                    <a:lnTo>
                      <a:pt x="7771" y="3488"/>
                    </a:lnTo>
                    <a:cubicBezTo>
                      <a:pt x="7747" y="3474"/>
                      <a:pt x="7722" y="3455"/>
                      <a:pt x="7697" y="3442"/>
                    </a:cubicBezTo>
                    <a:cubicBezTo>
                      <a:pt x="7092" y="3234"/>
                      <a:pt x="6529" y="2942"/>
                      <a:pt x="6029" y="2566"/>
                    </a:cubicBezTo>
                    <a:cubicBezTo>
                      <a:pt x="5611" y="2233"/>
                      <a:pt x="5257" y="1815"/>
                      <a:pt x="4840" y="1482"/>
                    </a:cubicBezTo>
                    <a:cubicBezTo>
                      <a:pt x="4506" y="1231"/>
                      <a:pt x="4151" y="1065"/>
                      <a:pt x="3755" y="960"/>
                    </a:cubicBezTo>
                    <a:cubicBezTo>
                      <a:pt x="3171" y="793"/>
                      <a:pt x="2566" y="647"/>
                      <a:pt x="1982" y="501"/>
                    </a:cubicBezTo>
                    <a:lnTo>
                      <a:pt x="1002" y="230"/>
                    </a:lnTo>
                    <a:cubicBezTo>
                      <a:pt x="670" y="127"/>
                      <a:pt x="338" y="43"/>
                      <a:pt x="5" y="1"/>
                    </a:cubicBezTo>
                    <a:close/>
                    <a:moveTo>
                      <a:pt x="7771" y="3488"/>
                    </a:moveTo>
                    <a:lnTo>
                      <a:pt x="7771" y="3488"/>
                    </a:lnTo>
                    <a:cubicBezTo>
                      <a:pt x="7788" y="3498"/>
                      <a:pt x="7805" y="3505"/>
                      <a:pt x="7822" y="3505"/>
                    </a:cubicBezTo>
                    <a:cubicBezTo>
                      <a:pt x="7805" y="3500"/>
                      <a:pt x="7788" y="3494"/>
                      <a:pt x="7771" y="34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7"/>
              <p:cNvSpPr/>
              <p:nvPr/>
            </p:nvSpPr>
            <p:spPr>
              <a:xfrm>
                <a:off x="557225" y="3117175"/>
                <a:ext cx="148050" cy="105400"/>
              </a:xfrm>
              <a:custGeom>
                <a:rect b="b" l="l" r="r" t="t"/>
                <a:pathLst>
                  <a:path extrusionOk="0" h="4216" w="5922">
                    <a:moveTo>
                      <a:pt x="126" y="0"/>
                    </a:moveTo>
                    <a:cubicBezTo>
                      <a:pt x="105" y="0"/>
                      <a:pt x="1" y="104"/>
                      <a:pt x="22" y="104"/>
                    </a:cubicBezTo>
                    <a:cubicBezTo>
                      <a:pt x="293" y="229"/>
                      <a:pt x="564" y="355"/>
                      <a:pt x="835" y="438"/>
                    </a:cubicBezTo>
                    <a:cubicBezTo>
                      <a:pt x="1106" y="542"/>
                      <a:pt x="1357" y="647"/>
                      <a:pt x="1628" y="772"/>
                    </a:cubicBezTo>
                    <a:cubicBezTo>
                      <a:pt x="2149" y="1022"/>
                      <a:pt x="2650" y="1335"/>
                      <a:pt x="3109" y="1669"/>
                    </a:cubicBezTo>
                    <a:cubicBezTo>
                      <a:pt x="3609" y="2044"/>
                      <a:pt x="4068" y="2440"/>
                      <a:pt x="4485" y="2878"/>
                    </a:cubicBezTo>
                    <a:cubicBezTo>
                      <a:pt x="4923" y="3316"/>
                      <a:pt x="5320" y="3775"/>
                      <a:pt x="5758" y="4213"/>
                    </a:cubicBezTo>
                    <a:cubicBezTo>
                      <a:pt x="5761" y="4215"/>
                      <a:pt x="5764" y="4216"/>
                      <a:pt x="5769" y="4216"/>
                    </a:cubicBezTo>
                    <a:cubicBezTo>
                      <a:pt x="5817" y="4216"/>
                      <a:pt x="5921" y="4107"/>
                      <a:pt x="5883" y="4088"/>
                    </a:cubicBezTo>
                    <a:lnTo>
                      <a:pt x="5883" y="4067"/>
                    </a:lnTo>
                    <a:cubicBezTo>
                      <a:pt x="5486" y="3588"/>
                      <a:pt x="5069" y="3129"/>
                      <a:pt x="4631" y="2691"/>
                    </a:cubicBezTo>
                    <a:cubicBezTo>
                      <a:pt x="4214" y="2253"/>
                      <a:pt x="3734" y="1835"/>
                      <a:pt x="3255" y="1481"/>
                    </a:cubicBezTo>
                    <a:cubicBezTo>
                      <a:pt x="2775" y="1147"/>
                      <a:pt x="2274" y="834"/>
                      <a:pt x="1774" y="584"/>
                    </a:cubicBezTo>
                    <a:cubicBezTo>
                      <a:pt x="1252" y="292"/>
                      <a:pt x="689" y="104"/>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7"/>
              <p:cNvSpPr/>
              <p:nvPr/>
            </p:nvSpPr>
            <p:spPr>
              <a:xfrm>
                <a:off x="744425" y="3167225"/>
                <a:ext cx="67300" cy="82925"/>
              </a:xfrm>
              <a:custGeom>
                <a:rect b="b" l="l" r="r" t="t"/>
                <a:pathLst>
                  <a:path extrusionOk="0" h="3317" w="2692">
                    <a:moveTo>
                      <a:pt x="84" y="0"/>
                    </a:moveTo>
                    <a:cubicBezTo>
                      <a:pt x="63" y="21"/>
                      <a:pt x="22" y="63"/>
                      <a:pt x="1" y="84"/>
                    </a:cubicBezTo>
                    <a:cubicBezTo>
                      <a:pt x="230" y="334"/>
                      <a:pt x="481" y="584"/>
                      <a:pt x="752" y="814"/>
                    </a:cubicBezTo>
                    <a:cubicBezTo>
                      <a:pt x="1002" y="1064"/>
                      <a:pt x="1231" y="1314"/>
                      <a:pt x="1440" y="1586"/>
                    </a:cubicBezTo>
                    <a:cubicBezTo>
                      <a:pt x="1878" y="2128"/>
                      <a:pt x="2274" y="2712"/>
                      <a:pt x="2587" y="3317"/>
                    </a:cubicBezTo>
                    <a:cubicBezTo>
                      <a:pt x="2587" y="3317"/>
                      <a:pt x="2691" y="3254"/>
                      <a:pt x="2671" y="3233"/>
                    </a:cubicBezTo>
                    <a:lnTo>
                      <a:pt x="2671" y="3212"/>
                    </a:lnTo>
                    <a:cubicBezTo>
                      <a:pt x="2379" y="2566"/>
                      <a:pt x="2024" y="1961"/>
                      <a:pt x="1586" y="1419"/>
                    </a:cubicBezTo>
                    <a:cubicBezTo>
                      <a:pt x="1377" y="1168"/>
                      <a:pt x="1148" y="897"/>
                      <a:pt x="919" y="668"/>
                    </a:cubicBezTo>
                    <a:cubicBezTo>
                      <a:pt x="668" y="397"/>
                      <a:pt x="397" y="188"/>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7"/>
              <p:cNvSpPr/>
              <p:nvPr/>
            </p:nvSpPr>
            <p:spPr>
              <a:xfrm>
                <a:off x="1094325" y="3098000"/>
                <a:ext cx="659125" cy="352250"/>
              </a:xfrm>
              <a:custGeom>
                <a:rect b="b" l="l" r="r" t="t"/>
                <a:pathLst>
                  <a:path extrusionOk="0" h="14090" w="26365">
                    <a:moveTo>
                      <a:pt x="16734" y="0"/>
                    </a:moveTo>
                    <a:cubicBezTo>
                      <a:pt x="15615" y="0"/>
                      <a:pt x="14487" y="176"/>
                      <a:pt x="13391" y="538"/>
                    </a:cubicBezTo>
                    <a:cubicBezTo>
                      <a:pt x="12077" y="976"/>
                      <a:pt x="10888" y="1685"/>
                      <a:pt x="9720" y="2373"/>
                    </a:cubicBezTo>
                    <a:cubicBezTo>
                      <a:pt x="8030" y="3291"/>
                      <a:pt x="6424" y="4355"/>
                      <a:pt x="4902" y="5502"/>
                    </a:cubicBezTo>
                    <a:cubicBezTo>
                      <a:pt x="2962" y="6962"/>
                      <a:pt x="1419" y="8526"/>
                      <a:pt x="251" y="10653"/>
                    </a:cubicBezTo>
                    <a:cubicBezTo>
                      <a:pt x="105" y="10862"/>
                      <a:pt x="21" y="11112"/>
                      <a:pt x="0" y="11363"/>
                    </a:cubicBezTo>
                    <a:cubicBezTo>
                      <a:pt x="1669" y="11404"/>
                      <a:pt x="3171" y="12009"/>
                      <a:pt x="4714" y="12572"/>
                    </a:cubicBezTo>
                    <a:cubicBezTo>
                      <a:pt x="6737" y="13323"/>
                      <a:pt x="8865" y="13782"/>
                      <a:pt x="11013" y="13991"/>
                    </a:cubicBezTo>
                    <a:cubicBezTo>
                      <a:pt x="11778" y="14057"/>
                      <a:pt x="12547" y="14090"/>
                      <a:pt x="13317" y="14090"/>
                    </a:cubicBezTo>
                    <a:cubicBezTo>
                      <a:pt x="14962" y="14090"/>
                      <a:pt x="16610" y="13941"/>
                      <a:pt x="18230" y="13657"/>
                    </a:cubicBezTo>
                    <a:cubicBezTo>
                      <a:pt x="20191" y="13302"/>
                      <a:pt x="22172" y="12718"/>
                      <a:pt x="23736" y="11467"/>
                    </a:cubicBezTo>
                    <a:cubicBezTo>
                      <a:pt x="25301" y="10236"/>
                      <a:pt x="26364" y="8213"/>
                      <a:pt x="26031" y="6253"/>
                    </a:cubicBezTo>
                    <a:cubicBezTo>
                      <a:pt x="25822" y="4959"/>
                      <a:pt x="25029" y="3833"/>
                      <a:pt x="24091" y="2936"/>
                    </a:cubicBezTo>
                    <a:cubicBezTo>
                      <a:pt x="22072" y="1021"/>
                      <a:pt x="19429" y="0"/>
                      <a:pt x="16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7"/>
              <p:cNvSpPr/>
              <p:nvPr/>
            </p:nvSpPr>
            <p:spPr>
              <a:xfrm>
                <a:off x="1199650" y="3165650"/>
                <a:ext cx="133000" cy="151775"/>
              </a:xfrm>
              <a:custGeom>
                <a:rect b="b" l="l" r="r" t="t"/>
                <a:pathLst>
                  <a:path extrusionOk="0" h="6071" w="5320">
                    <a:moveTo>
                      <a:pt x="5257" y="1"/>
                    </a:moveTo>
                    <a:cubicBezTo>
                      <a:pt x="4819" y="230"/>
                      <a:pt x="4422" y="543"/>
                      <a:pt x="4089" y="898"/>
                    </a:cubicBezTo>
                    <a:cubicBezTo>
                      <a:pt x="3713" y="1294"/>
                      <a:pt x="3379" y="1711"/>
                      <a:pt x="3087" y="2170"/>
                    </a:cubicBezTo>
                    <a:cubicBezTo>
                      <a:pt x="2816" y="2608"/>
                      <a:pt x="2670" y="3088"/>
                      <a:pt x="2462" y="3526"/>
                    </a:cubicBezTo>
                    <a:cubicBezTo>
                      <a:pt x="2211" y="4026"/>
                      <a:pt x="1878" y="4485"/>
                      <a:pt x="1502" y="4881"/>
                    </a:cubicBezTo>
                    <a:cubicBezTo>
                      <a:pt x="1064" y="5340"/>
                      <a:pt x="564" y="5716"/>
                      <a:pt x="1" y="6008"/>
                    </a:cubicBezTo>
                    <a:cubicBezTo>
                      <a:pt x="1" y="6008"/>
                      <a:pt x="42" y="6070"/>
                      <a:pt x="63" y="6070"/>
                    </a:cubicBezTo>
                    <a:cubicBezTo>
                      <a:pt x="1085" y="5570"/>
                      <a:pt x="1919" y="4777"/>
                      <a:pt x="2462" y="3797"/>
                    </a:cubicBezTo>
                    <a:cubicBezTo>
                      <a:pt x="2712" y="3338"/>
                      <a:pt x="2837" y="2858"/>
                      <a:pt x="3108" y="2420"/>
                    </a:cubicBezTo>
                    <a:cubicBezTo>
                      <a:pt x="3359" y="1961"/>
                      <a:pt x="3692" y="1523"/>
                      <a:pt x="4047" y="1148"/>
                    </a:cubicBezTo>
                    <a:cubicBezTo>
                      <a:pt x="4422" y="731"/>
                      <a:pt x="4860" y="355"/>
                      <a:pt x="5319" y="63"/>
                    </a:cubicBezTo>
                    <a:cubicBezTo>
                      <a:pt x="5319" y="63"/>
                      <a:pt x="5278" y="1"/>
                      <a:pt x="5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7"/>
              <p:cNvSpPr/>
              <p:nvPr/>
            </p:nvSpPr>
            <p:spPr>
              <a:xfrm>
                <a:off x="1335400" y="3109650"/>
                <a:ext cx="135800" cy="162350"/>
              </a:xfrm>
              <a:custGeom>
                <a:rect b="b" l="l" r="r" t="t"/>
                <a:pathLst>
                  <a:path extrusionOk="0" h="6494" w="5432">
                    <a:moveTo>
                      <a:pt x="5413" y="0"/>
                    </a:moveTo>
                    <a:cubicBezTo>
                      <a:pt x="5408" y="0"/>
                      <a:pt x="5402" y="3"/>
                      <a:pt x="5396" y="9"/>
                    </a:cubicBezTo>
                    <a:cubicBezTo>
                      <a:pt x="4311" y="405"/>
                      <a:pt x="3393" y="1135"/>
                      <a:pt x="2726" y="2074"/>
                    </a:cubicBezTo>
                    <a:cubicBezTo>
                      <a:pt x="2079" y="2971"/>
                      <a:pt x="1704" y="4014"/>
                      <a:pt x="1162" y="4973"/>
                    </a:cubicBezTo>
                    <a:cubicBezTo>
                      <a:pt x="870" y="5536"/>
                      <a:pt x="473" y="6058"/>
                      <a:pt x="14" y="6475"/>
                    </a:cubicBezTo>
                    <a:cubicBezTo>
                      <a:pt x="0" y="6489"/>
                      <a:pt x="0" y="6493"/>
                      <a:pt x="7" y="6493"/>
                    </a:cubicBezTo>
                    <a:cubicBezTo>
                      <a:pt x="21" y="6493"/>
                      <a:pt x="63" y="6475"/>
                      <a:pt x="77" y="6475"/>
                    </a:cubicBezTo>
                    <a:cubicBezTo>
                      <a:pt x="890" y="5787"/>
                      <a:pt x="1370" y="4848"/>
                      <a:pt x="1850" y="3889"/>
                    </a:cubicBezTo>
                    <a:cubicBezTo>
                      <a:pt x="2350" y="2867"/>
                      <a:pt x="2872" y="1865"/>
                      <a:pt x="3727" y="1094"/>
                    </a:cubicBezTo>
                    <a:cubicBezTo>
                      <a:pt x="4228" y="656"/>
                      <a:pt x="4791" y="301"/>
                      <a:pt x="5417" y="30"/>
                    </a:cubicBezTo>
                    <a:cubicBezTo>
                      <a:pt x="5431" y="15"/>
                      <a:pt x="5425" y="0"/>
                      <a:pt x="5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7"/>
              <p:cNvSpPr/>
              <p:nvPr/>
            </p:nvSpPr>
            <p:spPr>
              <a:xfrm>
                <a:off x="1443300" y="3120300"/>
                <a:ext cx="169875" cy="138200"/>
              </a:xfrm>
              <a:custGeom>
                <a:rect b="b" l="l" r="r" t="t"/>
                <a:pathLst>
                  <a:path extrusionOk="0" h="5528" w="6795">
                    <a:moveTo>
                      <a:pt x="6670" y="0"/>
                    </a:moveTo>
                    <a:cubicBezTo>
                      <a:pt x="6378" y="63"/>
                      <a:pt x="6086" y="146"/>
                      <a:pt x="5793" y="250"/>
                    </a:cubicBezTo>
                    <a:cubicBezTo>
                      <a:pt x="5543" y="334"/>
                      <a:pt x="5272" y="417"/>
                      <a:pt x="5022" y="522"/>
                    </a:cubicBezTo>
                    <a:cubicBezTo>
                      <a:pt x="4500" y="688"/>
                      <a:pt x="4000" y="960"/>
                      <a:pt x="3562" y="1293"/>
                    </a:cubicBezTo>
                    <a:cubicBezTo>
                      <a:pt x="2581" y="2086"/>
                      <a:pt x="2206" y="3275"/>
                      <a:pt x="1518" y="4255"/>
                    </a:cubicBezTo>
                    <a:cubicBezTo>
                      <a:pt x="1163" y="4818"/>
                      <a:pt x="642" y="5256"/>
                      <a:pt x="37" y="5507"/>
                    </a:cubicBezTo>
                    <a:cubicBezTo>
                      <a:pt x="0" y="5507"/>
                      <a:pt x="76" y="5523"/>
                      <a:pt x="123" y="5527"/>
                    </a:cubicBezTo>
                    <a:lnTo>
                      <a:pt x="123" y="5527"/>
                    </a:lnTo>
                    <a:cubicBezTo>
                      <a:pt x="1268" y="5150"/>
                      <a:pt x="1873" y="4046"/>
                      <a:pt x="2415" y="3066"/>
                    </a:cubicBezTo>
                    <a:cubicBezTo>
                      <a:pt x="2707" y="2482"/>
                      <a:pt x="3082" y="1961"/>
                      <a:pt x="3541" y="1502"/>
                    </a:cubicBezTo>
                    <a:cubicBezTo>
                      <a:pt x="3958" y="1126"/>
                      <a:pt x="4438" y="834"/>
                      <a:pt x="4959" y="647"/>
                    </a:cubicBezTo>
                    <a:cubicBezTo>
                      <a:pt x="5251" y="522"/>
                      <a:pt x="5564" y="417"/>
                      <a:pt x="5898" y="313"/>
                    </a:cubicBezTo>
                    <a:cubicBezTo>
                      <a:pt x="6190" y="250"/>
                      <a:pt x="6503" y="146"/>
                      <a:pt x="6795" y="21"/>
                    </a:cubicBezTo>
                    <a:cubicBezTo>
                      <a:pt x="6753" y="0"/>
                      <a:pt x="6711" y="0"/>
                      <a:pt x="6670" y="0"/>
                    </a:cubicBezTo>
                    <a:close/>
                    <a:moveTo>
                      <a:pt x="123" y="5527"/>
                    </a:moveTo>
                    <a:lnTo>
                      <a:pt x="123" y="5527"/>
                    </a:lnTo>
                    <a:cubicBezTo>
                      <a:pt x="122" y="5527"/>
                      <a:pt x="121" y="5527"/>
                      <a:pt x="120" y="5527"/>
                    </a:cubicBezTo>
                    <a:lnTo>
                      <a:pt x="141" y="5527"/>
                    </a:lnTo>
                    <a:cubicBezTo>
                      <a:pt x="136" y="5527"/>
                      <a:pt x="130" y="5527"/>
                      <a:pt x="123" y="55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7"/>
              <p:cNvSpPr/>
              <p:nvPr/>
            </p:nvSpPr>
            <p:spPr>
              <a:xfrm>
                <a:off x="1519300" y="3258475"/>
                <a:ext cx="174175" cy="118250"/>
              </a:xfrm>
              <a:custGeom>
                <a:rect b="b" l="l" r="r" t="t"/>
                <a:pathLst>
                  <a:path extrusionOk="0" h="4730" w="6967">
                    <a:moveTo>
                      <a:pt x="125" y="0"/>
                    </a:moveTo>
                    <a:cubicBezTo>
                      <a:pt x="84" y="0"/>
                      <a:pt x="21" y="63"/>
                      <a:pt x="0" y="63"/>
                    </a:cubicBezTo>
                    <a:cubicBezTo>
                      <a:pt x="1168" y="84"/>
                      <a:pt x="2128" y="939"/>
                      <a:pt x="2858" y="1752"/>
                    </a:cubicBezTo>
                    <a:cubicBezTo>
                      <a:pt x="3588" y="2587"/>
                      <a:pt x="4172" y="3588"/>
                      <a:pt x="5110" y="4193"/>
                    </a:cubicBezTo>
                    <a:cubicBezTo>
                      <a:pt x="5531" y="4485"/>
                      <a:pt x="6095" y="4729"/>
                      <a:pt x="6607" y="4729"/>
                    </a:cubicBezTo>
                    <a:cubicBezTo>
                      <a:pt x="6680" y="4729"/>
                      <a:pt x="6751" y="4725"/>
                      <a:pt x="6821" y="4714"/>
                    </a:cubicBezTo>
                    <a:cubicBezTo>
                      <a:pt x="6883" y="4693"/>
                      <a:pt x="6925" y="4672"/>
                      <a:pt x="6967" y="4631"/>
                    </a:cubicBezTo>
                    <a:cubicBezTo>
                      <a:pt x="6862" y="4589"/>
                      <a:pt x="6758" y="4568"/>
                      <a:pt x="6654" y="4568"/>
                    </a:cubicBezTo>
                    <a:cubicBezTo>
                      <a:pt x="6487" y="4547"/>
                      <a:pt x="6341" y="4526"/>
                      <a:pt x="6174" y="4464"/>
                    </a:cubicBezTo>
                    <a:cubicBezTo>
                      <a:pt x="5945" y="4380"/>
                      <a:pt x="5715" y="4276"/>
                      <a:pt x="5507" y="4151"/>
                    </a:cubicBezTo>
                    <a:cubicBezTo>
                      <a:pt x="5048" y="3859"/>
                      <a:pt x="4652" y="3504"/>
                      <a:pt x="4318" y="3087"/>
                    </a:cubicBezTo>
                    <a:cubicBezTo>
                      <a:pt x="3546" y="2211"/>
                      <a:pt x="2899" y="1210"/>
                      <a:pt x="1919" y="543"/>
                    </a:cubicBezTo>
                    <a:cubicBezTo>
                      <a:pt x="1398" y="188"/>
                      <a:pt x="751"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7"/>
              <p:cNvSpPr/>
              <p:nvPr/>
            </p:nvSpPr>
            <p:spPr>
              <a:xfrm>
                <a:off x="1402025" y="3268300"/>
                <a:ext cx="169450" cy="144025"/>
              </a:xfrm>
              <a:custGeom>
                <a:rect b="b" l="l" r="r" t="t"/>
                <a:pathLst>
                  <a:path extrusionOk="0" h="5761" w="6778">
                    <a:moveTo>
                      <a:pt x="128" y="0"/>
                    </a:moveTo>
                    <a:cubicBezTo>
                      <a:pt x="81" y="0"/>
                      <a:pt x="1" y="66"/>
                      <a:pt x="19" y="66"/>
                    </a:cubicBezTo>
                    <a:lnTo>
                      <a:pt x="19" y="87"/>
                    </a:lnTo>
                    <a:cubicBezTo>
                      <a:pt x="2188" y="1130"/>
                      <a:pt x="3044" y="3633"/>
                      <a:pt x="4921" y="5010"/>
                    </a:cubicBezTo>
                    <a:cubicBezTo>
                      <a:pt x="5421" y="5406"/>
                      <a:pt x="6026" y="5656"/>
                      <a:pt x="6673" y="5760"/>
                    </a:cubicBezTo>
                    <a:cubicBezTo>
                      <a:pt x="6714" y="5740"/>
                      <a:pt x="6756" y="5719"/>
                      <a:pt x="6777" y="5677"/>
                    </a:cubicBezTo>
                    <a:cubicBezTo>
                      <a:pt x="6235" y="5552"/>
                      <a:pt x="5713" y="5322"/>
                      <a:pt x="5234" y="5010"/>
                    </a:cubicBezTo>
                    <a:cubicBezTo>
                      <a:pt x="4754" y="4676"/>
                      <a:pt x="4316" y="4279"/>
                      <a:pt x="3940" y="3821"/>
                    </a:cubicBezTo>
                    <a:cubicBezTo>
                      <a:pt x="3148" y="2945"/>
                      <a:pt x="2543" y="1943"/>
                      <a:pt x="1709" y="1109"/>
                    </a:cubicBezTo>
                    <a:cubicBezTo>
                      <a:pt x="1250" y="650"/>
                      <a:pt x="728" y="275"/>
                      <a:pt x="144" y="4"/>
                    </a:cubicBezTo>
                    <a:cubicBezTo>
                      <a:pt x="140" y="1"/>
                      <a:pt x="134"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7"/>
              <p:cNvSpPr/>
              <p:nvPr/>
            </p:nvSpPr>
            <p:spPr>
              <a:xfrm>
                <a:off x="1285175" y="3296200"/>
                <a:ext cx="141850" cy="139500"/>
              </a:xfrm>
              <a:custGeom>
                <a:rect b="b" l="l" r="r" t="t"/>
                <a:pathLst>
                  <a:path extrusionOk="0" h="5580" w="5674">
                    <a:moveTo>
                      <a:pt x="11" y="0"/>
                    </a:moveTo>
                    <a:cubicBezTo>
                      <a:pt x="1" y="0"/>
                      <a:pt x="14" y="10"/>
                      <a:pt x="63" y="35"/>
                    </a:cubicBezTo>
                    <a:lnTo>
                      <a:pt x="63" y="14"/>
                    </a:lnTo>
                    <a:cubicBezTo>
                      <a:pt x="37" y="5"/>
                      <a:pt x="18" y="0"/>
                      <a:pt x="11" y="0"/>
                    </a:cubicBezTo>
                    <a:close/>
                    <a:moveTo>
                      <a:pt x="63" y="14"/>
                    </a:moveTo>
                    <a:cubicBezTo>
                      <a:pt x="82" y="22"/>
                      <a:pt x="101" y="29"/>
                      <a:pt x="120" y="37"/>
                    </a:cubicBezTo>
                    <a:lnTo>
                      <a:pt x="120" y="37"/>
                    </a:lnTo>
                    <a:cubicBezTo>
                      <a:pt x="101" y="29"/>
                      <a:pt x="82" y="21"/>
                      <a:pt x="63" y="14"/>
                    </a:cubicBezTo>
                    <a:close/>
                    <a:moveTo>
                      <a:pt x="120" y="37"/>
                    </a:moveTo>
                    <a:cubicBezTo>
                      <a:pt x="1168" y="473"/>
                      <a:pt x="1740" y="1638"/>
                      <a:pt x="2211" y="2621"/>
                    </a:cubicBezTo>
                    <a:cubicBezTo>
                      <a:pt x="2670" y="3602"/>
                      <a:pt x="3191" y="4686"/>
                      <a:pt x="4213" y="5228"/>
                    </a:cubicBezTo>
                    <a:cubicBezTo>
                      <a:pt x="4553" y="5466"/>
                      <a:pt x="4962" y="5580"/>
                      <a:pt x="5384" y="5580"/>
                    </a:cubicBezTo>
                    <a:cubicBezTo>
                      <a:pt x="5480" y="5580"/>
                      <a:pt x="5577" y="5574"/>
                      <a:pt x="5673" y="5562"/>
                    </a:cubicBezTo>
                    <a:cubicBezTo>
                      <a:pt x="5673" y="5562"/>
                      <a:pt x="5597" y="5516"/>
                      <a:pt x="5562" y="5516"/>
                    </a:cubicBezTo>
                    <a:cubicBezTo>
                      <a:pt x="5556" y="5516"/>
                      <a:pt x="5551" y="5517"/>
                      <a:pt x="5548" y="5520"/>
                    </a:cubicBezTo>
                    <a:cubicBezTo>
                      <a:pt x="5496" y="5524"/>
                      <a:pt x="5444" y="5526"/>
                      <a:pt x="5392" y="5526"/>
                    </a:cubicBezTo>
                    <a:cubicBezTo>
                      <a:pt x="5132" y="5526"/>
                      <a:pt x="4874" y="5482"/>
                      <a:pt x="4631" y="5395"/>
                    </a:cubicBezTo>
                    <a:cubicBezTo>
                      <a:pt x="4339" y="5291"/>
                      <a:pt x="4088" y="5124"/>
                      <a:pt x="3880" y="4936"/>
                    </a:cubicBezTo>
                    <a:cubicBezTo>
                      <a:pt x="3463" y="4561"/>
                      <a:pt x="3129" y="4123"/>
                      <a:pt x="2879" y="3622"/>
                    </a:cubicBezTo>
                    <a:cubicBezTo>
                      <a:pt x="2378" y="2705"/>
                      <a:pt x="2023" y="1662"/>
                      <a:pt x="1293" y="869"/>
                    </a:cubicBezTo>
                    <a:cubicBezTo>
                      <a:pt x="973" y="489"/>
                      <a:pt x="576" y="224"/>
                      <a:pt x="120" y="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7"/>
              <p:cNvSpPr/>
              <p:nvPr/>
            </p:nvSpPr>
            <p:spPr>
              <a:xfrm>
                <a:off x="1173575" y="3328875"/>
                <a:ext cx="109525" cy="85525"/>
              </a:xfrm>
              <a:custGeom>
                <a:rect b="b" l="l" r="r" t="t"/>
                <a:pathLst>
                  <a:path extrusionOk="0" h="3421" w="4381">
                    <a:moveTo>
                      <a:pt x="84" y="0"/>
                    </a:moveTo>
                    <a:lnTo>
                      <a:pt x="1" y="104"/>
                    </a:lnTo>
                    <a:cubicBezTo>
                      <a:pt x="710" y="647"/>
                      <a:pt x="1440" y="1189"/>
                      <a:pt x="2149" y="1752"/>
                    </a:cubicBezTo>
                    <a:cubicBezTo>
                      <a:pt x="2504" y="2023"/>
                      <a:pt x="2858" y="2295"/>
                      <a:pt x="3213" y="2566"/>
                    </a:cubicBezTo>
                    <a:lnTo>
                      <a:pt x="3734" y="3004"/>
                    </a:lnTo>
                    <a:cubicBezTo>
                      <a:pt x="3901" y="3150"/>
                      <a:pt x="4089" y="3296"/>
                      <a:pt x="4276" y="3421"/>
                    </a:cubicBezTo>
                    <a:cubicBezTo>
                      <a:pt x="4276" y="3421"/>
                      <a:pt x="4381" y="3317"/>
                      <a:pt x="4381" y="3296"/>
                    </a:cubicBezTo>
                    <a:cubicBezTo>
                      <a:pt x="4235" y="3129"/>
                      <a:pt x="4068" y="2983"/>
                      <a:pt x="3880" y="2837"/>
                    </a:cubicBezTo>
                    <a:cubicBezTo>
                      <a:pt x="3692" y="2691"/>
                      <a:pt x="3526" y="2545"/>
                      <a:pt x="3338" y="2420"/>
                    </a:cubicBezTo>
                    <a:cubicBezTo>
                      <a:pt x="3004" y="2128"/>
                      <a:pt x="2650" y="1856"/>
                      <a:pt x="2295" y="1585"/>
                    </a:cubicBezTo>
                    <a:cubicBezTo>
                      <a:pt x="1586" y="1043"/>
                      <a:pt x="835" y="501"/>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7"/>
              <p:cNvSpPr/>
              <p:nvPr/>
            </p:nvSpPr>
            <p:spPr>
              <a:xfrm>
                <a:off x="911825" y="4045850"/>
                <a:ext cx="330600" cy="78725"/>
              </a:xfrm>
              <a:custGeom>
                <a:rect b="b" l="l" r="r" t="t"/>
                <a:pathLst>
                  <a:path extrusionOk="0" h="3149" w="13224">
                    <a:moveTo>
                      <a:pt x="13099" y="0"/>
                    </a:moveTo>
                    <a:lnTo>
                      <a:pt x="125" y="438"/>
                    </a:lnTo>
                    <a:cubicBezTo>
                      <a:pt x="146" y="1127"/>
                      <a:pt x="0" y="1711"/>
                      <a:pt x="146" y="2399"/>
                    </a:cubicBezTo>
                    <a:cubicBezTo>
                      <a:pt x="209" y="2628"/>
                      <a:pt x="2169" y="2879"/>
                      <a:pt x="2440" y="2920"/>
                    </a:cubicBezTo>
                    <a:cubicBezTo>
                      <a:pt x="3275" y="3045"/>
                      <a:pt x="4130" y="3129"/>
                      <a:pt x="4985" y="3129"/>
                    </a:cubicBezTo>
                    <a:cubicBezTo>
                      <a:pt x="5626" y="3139"/>
                      <a:pt x="6266" y="3148"/>
                      <a:pt x="6906" y="3148"/>
                    </a:cubicBezTo>
                    <a:cubicBezTo>
                      <a:pt x="8869" y="3148"/>
                      <a:pt x="10825" y="3063"/>
                      <a:pt x="12744" y="2670"/>
                    </a:cubicBezTo>
                    <a:cubicBezTo>
                      <a:pt x="13224" y="2587"/>
                      <a:pt x="13057" y="2128"/>
                      <a:pt x="13057" y="1752"/>
                    </a:cubicBezTo>
                    <a:cubicBezTo>
                      <a:pt x="13078" y="1168"/>
                      <a:pt x="13099" y="584"/>
                      <a:pt x="1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7"/>
              <p:cNvSpPr/>
              <p:nvPr/>
            </p:nvSpPr>
            <p:spPr>
              <a:xfrm>
                <a:off x="653700" y="3549450"/>
                <a:ext cx="850500" cy="551275"/>
              </a:xfrm>
              <a:custGeom>
                <a:rect b="b" l="l" r="r" t="t"/>
                <a:pathLst>
                  <a:path extrusionOk="0" h="22051" w="34020">
                    <a:moveTo>
                      <a:pt x="29583" y="0"/>
                    </a:moveTo>
                    <a:cubicBezTo>
                      <a:pt x="28943" y="0"/>
                      <a:pt x="28276" y="104"/>
                      <a:pt x="27720" y="104"/>
                    </a:cubicBezTo>
                    <a:lnTo>
                      <a:pt x="4589" y="125"/>
                    </a:lnTo>
                    <a:cubicBezTo>
                      <a:pt x="3943" y="125"/>
                      <a:pt x="3254" y="146"/>
                      <a:pt x="2754" y="542"/>
                    </a:cubicBezTo>
                    <a:cubicBezTo>
                      <a:pt x="1356" y="1668"/>
                      <a:pt x="3672" y="2315"/>
                      <a:pt x="3567" y="3379"/>
                    </a:cubicBezTo>
                    <a:cubicBezTo>
                      <a:pt x="3505" y="3921"/>
                      <a:pt x="2274" y="4922"/>
                      <a:pt x="1940" y="5423"/>
                    </a:cubicBezTo>
                    <a:cubicBezTo>
                      <a:pt x="918" y="6945"/>
                      <a:pt x="313" y="8697"/>
                      <a:pt x="167" y="10533"/>
                    </a:cubicBezTo>
                    <a:cubicBezTo>
                      <a:pt x="147" y="10637"/>
                      <a:pt x="147" y="10742"/>
                      <a:pt x="147" y="10846"/>
                    </a:cubicBezTo>
                    <a:cubicBezTo>
                      <a:pt x="1" y="15163"/>
                      <a:pt x="3004" y="18438"/>
                      <a:pt x="6821" y="20127"/>
                    </a:cubicBezTo>
                    <a:cubicBezTo>
                      <a:pt x="9866" y="21483"/>
                      <a:pt x="13349" y="22005"/>
                      <a:pt x="16666" y="22046"/>
                    </a:cubicBezTo>
                    <a:cubicBezTo>
                      <a:pt x="16841" y="22049"/>
                      <a:pt x="17018" y="22050"/>
                      <a:pt x="17199" y="22050"/>
                    </a:cubicBezTo>
                    <a:cubicBezTo>
                      <a:pt x="19840" y="22050"/>
                      <a:pt x="23061" y="21753"/>
                      <a:pt x="25989" y="20816"/>
                    </a:cubicBezTo>
                    <a:cubicBezTo>
                      <a:pt x="29639" y="19669"/>
                      <a:pt x="32810" y="17478"/>
                      <a:pt x="33748" y="13662"/>
                    </a:cubicBezTo>
                    <a:cubicBezTo>
                      <a:pt x="33936" y="12890"/>
                      <a:pt x="34019" y="12076"/>
                      <a:pt x="34019" y="11284"/>
                    </a:cubicBezTo>
                    <a:cubicBezTo>
                      <a:pt x="34019" y="9386"/>
                      <a:pt x="33498" y="7529"/>
                      <a:pt x="32518" y="5903"/>
                    </a:cubicBezTo>
                    <a:cubicBezTo>
                      <a:pt x="32121" y="5256"/>
                      <a:pt x="30390" y="3525"/>
                      <a:pt x="30640" y="2753"/>
                    </a:cubicBezTo>
                    <a:cubicBezTo>
                      <a:pt x="30912" y="1981"/>
                      <a:pt x="31934" y="2127"/>
                      <a:pt x="31746" y="1126"/>
                    </a:cubicBezTo>
                    <a:cubicBezTo>
                      <a:pt x="31662" y="542"/>
                      <a:pt x="31183" y="375"/>
                      <a:pt x="30703" y="167"/>
                    </a:cubicBezTo>
                    <a:cubicBezTo>
                      <a:pt x="30361" y="40"/>
                      <a:pt x="29977" y="0"/>
                      <a:pt x="2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7"/>
              <p:cNvSpPr/>
              <p:nvPr/>
            </p:nvSpPr>
            <p:spPr>
              <a:xfrm>
                <a:off x="656825" y="3549450"/>
                <a:ext cx="847375" cy="388125"/>
              </a:xfrm>
              <a:custGeom>
                <a:rect b="b" l="l" r="r" t="t"/>
                <a:pathLst>
                  <a:path extrusionOk="0" h="15525" w="33895">
                    <a:moveTo>
                      <a:pt x="29453" y="0"/>
                    </a:moveTo>
                    <a:cubicBezTo>
                      <a:pt x="28808" y="0"/>
                      <a:pt x="28138" y="104"/>
                      <a:pt x="27595" y="104"/>
                    </a:cubicBezTo>
                    <a:lnTo>
                      <a:pt x="4443" y="125"/>
                    </a:lnTo>
                    <a:cubicBezTo>
                      <a:pt x="3818" y="125"/>
                      <a:pt x="3129" y="146"/>
                      <a:pt x="2629" y="542"/>
                    </a:cubicBezTo>
                    <a:cubicBezTo>
                      <a:pt x="1210" y="1668"/>
                      <a:pt x="3547" y="2315"/>
                      <a:pt x="3421" y="3379"/>
                    </a:cubicBezTo>
                    <a:cubicBezTo>
                      <a:pt x="3380" y="3921"/>
                      <a:pt x="2149" y="4922"/>
                      <a:pt x="1815" y="5423"/>
                    </a:cubicBezTo>
                    <a:cubicBezTo>
                      <a:pt x="772" y="6945"/>
                      <a:pt x="168" y="8697"/>
                      <a:pt x="22" y="10533"/>
                    </a:cubicBezTo>
                    <a:cubicBezTo>
                      <a:pt x="1" y="10637"/>
                      <a:pt x="1" y="10742"/>
                      <a:pt x="1" y="10846"/>
                    </a:cubicBezTo>
                    <a:cubicBezTo>
                      <a:pt x="1148" y="11722"/>
                      <a:pt x="2378" y="12473"/>
                      <a:pt x="3693" y="13036"/>
                    </a:cubicBezTo>
                    <a:cubicBezTo>
                      <a:pt x="7655" y="14788"/>
                      <a:pt x="12119" y="15455"/>
                      <a:pt x="16416" y="15518"/>
                    </a:cubicBezTo>
                    <a:cubicBezTo>
                      <a:pt x="16667" y="15522"/>
                      <a:pt x="16924" y="15525"/>
                      <a:pt x="17185" y="15525"/>
                    </a:cubicBezTo>
                    <a:cubicBezTo>
                      <a:pt x="20561" y="15525"/>
                      <a:pt x="24693" y="15133"/>
                      <a:pt x="28430" y="13933"/>
                    </a:cubicBezTo>
                    <a:cubicBezTo>
                      <a:pt x="30369" y="13349"/>
                      <a:pt x="32226" y="12452"/>
                      <a:pt x="33894" y="11284"/>
                    </a:cubicBezTo>
                    <a:cubicBezTo>
                      <a:pt x="33894" y="9386"/>
                      <a:pt x="33373" y="7529"/>
                      <a:pt x="32393" y="5903"/>
                    </a:cubicBezTo>
                    <a:cubicBezTo>
                      <a:pt x="31996" y="5256"/>
                      <a:pt x="30244" y="3525"/>
                      <a:pt x="30515" y="2753"/>
                    </a:cubicBezTo>
                    <a:cubicBezTo>
                      <a:pt x="30766" y="1981"/>
                      <a:pt x="31788" y="2127"/>
                      <a:pt x="31621" y="1126"/>
                    </a:cubicBezTo>
                    <a:cubicBezTo>
                      <a:pt x="31517" y="542"/>
                      <a:pt x="31058" y="375"/>
                      <a:pt x="30578" y="167"/>
                    </a:cubicBezTo>
                    <a:cubicBezTo>
                      <a:pt x="30236" y="40"/>
                      <a:pt x="29849" y="0"/>
                      <a:pt x="294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7"/>
              <p:cNvSpPr/>
              <p:nvPr/>
            </p:nvSpPr>
            <p:spPr>
              <a:xfrm>
                <a:off x="690725" y="3549575"/>
                <a:ext cx="822325" cy="551150"/>
              </a:xfrm>
              <a:custGeom>
                <a:rect b="b" l="l" r="r" t="t"/>
                <a:pathLst>
                  <a:path extrusionOk="0" h="22046" w="32893">
                    <a:moveTo>
                      <a:pt x="28087" y="0"/>
                    </a:moveTo>
                    <a:cubicBezTo>
                      <a:pt x="27459" y="0"/>
                      <a:pt x="26803" y="99"/>
                      <a:pt x="26260" y="99"/>
                    </a:cubicBezTo>
                    <a:lnTo>
                      <a:pt x="24049" y="99"/>
                    </a:lnTo>
                    <a:cubicBezTo>
                      <a:pt x="24383" y="516"/>
                      <a:pt x="24717" y="913"/>
                      <a:pt x="24863" y="1142"/>
                    </a:cubicBezTo>
                    <a:cubicBezTo>
                      <a:pt x="26260" y="3457"/>
                      <a:pt x="26698" y="6252"/>
                      <a:pt x="26073" y="8901"/>
                    </a:cubicBezTo>
                    <a:cubicBezTo>
                      <a:pt x="25155" y="12718"/>
                      <a:pt x="21964" y="14887"/>
                      <a:pt x="18313" y="16055"/>
                    </a:cubicBezTo>
                    <a:cubicBezTo>
                      <a:pt x="15385" y="16992"/>
                      <a:pt x="12164" y="17290"/>
                      <a:pt x="9523" y="17290"/>
                    </a:cubicBezTo>
                    <a:cubicBezTo>
                      <a:pt x="9343" y="17290"/>
                      <a:pt x="9165" y="17288"/>
                      <a:pt x="8990" y="17286"/>
                    </a:cubicBezTo>
                    <a:cubicBezTo>
                      <a:pt x="5966" y="17223"/>
                      <a:pt x="2837" y="16785"/>
                      <a:pt x="0" y="15701"/>
                    </a:cubicBezTo>
                    <a:lnTo>
                      <a:pt x="0" y="15701"/>
                    </a:lnTo>
                    <a:cubicBezTo>
                      <a:pt x="1210" y="17640"/>
                      <a:pt x="3129" y="19142"/>
                      <a:pt x="5340" y="20102"/>
                    </a:cubicBezTo>
                    <a:cubicBezTo>
                      <a:pt x="8406" y="21457"/>
                      <a:pt x="11868" y="21979"/>
                      <a:pt x="15185" y="22041"/>
                    </a:cubicBezTo>
                    <a:cubicBezTo>
                      <a:pt x="15350" y="22044"/>
                      <a:pt x="15518" y="22045"/>
                      <a:pt x="15689" y="22045"/>
                    </a:cubicBezTo>
                    <a:cubicBezTo>
                      <a:pt x="18338" y="22045"/>
                      <a:pt x="21589" y="21732"/>
                      <a:pt x="24508" y="20811"/>
                    </a:cubicBezTo>
                    <a:cubicBezTo>
                      <a:pt x="28158" y="19643"/>
                      <a:pt x="31350" y="17473"/>
                      <a:pt x="32267" y="13657"/>
                    </a:cubicBezTo>
                    <a:cubicBezTo>
                      <a:pt x="32893" y="11008"/>
                      <a:pt x="32455" y="8234"/>
                      <a:pt x="31058" y="5898"/>
                    </a:cubicBezTo>
                    <a:cubicBezTo>
                      <a:pt x="30661" y="5251"/>
                      <a:pt x="28930" y="3541"/>
                      <a:pt x="29180" y="2769"/>
                    </a:cubicBezTo>
                    <a:cubicBezTo>
                      <a:pt x="29410" y="1976"/>
                      <a:pt x="30453" y="2122"/>
                      <a:pt x="30286" y="1121"/>
                    </a:cubicBezTo>
                    <a:cubicBezTo>
                      <a:pt x="30181" y="537"/>
                      <a:pt x="29702" y="370"/>
                      <a:pt x="29243" y="183"/>
                    </a:cubicBezTo>
                    <a:cubicBezTo>
                      <a:pt x="28897" y="42"/>
                      <a:pt x="28498" y="0"/>
                      <a:pt x="28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7"/>
              <p:cNvSpPr/>
              <p:nvPr/>
            </p:nvSpPr>
            <p:spPr>
              <a:xfrm>
                <a:off x="717100" y="3546300"/>
                <a:ext cx="540975" cy="31850"/>
              </a:xfrm>
              <a:custGeom>
                <a:rect b="b" l="l" r="r" t="t"/>
                <a:pathLst>
                  <a:path extrusionOk="0" h="1274" w="21639">
                    <a:moveTo>
                      <a:pt x="8477" y="1"/>
                    </a:moveTo>
                    <a:cubicBezTo>
                      <a:pt x="6830" y="1"/>
                      <a:pt x="5182" y="22"/>
                      <a:pt x="3555" y="42"/>
                    </a:cubicBezTo>
                    <a:cubicBezTo>
                      <a:pt x="3313" y="42"/>
                      <a:pt x="3059" y="37"/>
                      <a:pt x="2800" y="37"/>
                    </a:cubicBezTo>
                    <a:cubicBezTo>
                      <a:pt x="1828" y="37"/>
                      <a:pt x="789" y="115"/>
                      <a:pt x="113" y="856"/>
                    </a:cubicBezTo>
                    <a:cubicBezTo>
                      <a:pt x="0" y="969"/>
                      <a:pt x="100" y="1132"/>
                      <a:pt x="228" y="1132"/>
                    </a:cubicBezTo>
                    <a:cubicBezTo>
                      <a:pt x="266" y="1132"/>
                      <a:pt x="305" y="1118"/>
                      <a:pt x="343" y="1085"/>
                    </a:cubicBezTo>
                    <a:cubicBezTo>
                      <a:pt x="781" y="710"/>
                      <a:pt x="1386" y="647"/>
                      <a:pt x="1949" y="626"/>
                    </a:cubicBezTo>
                    <a:cubicBezTo>
                      <a:pt x="2056" y="623"/>
                      <a:pt x="2163" y="621"/>
                      <a:pt x="2270" y="621"/>
                    </a:cubicBezTo>
                    <a:cubicBezTo>
                      <a:pt x="2747" y="621"/>
                      <a:pt x="3224" y="655"/>
                      <a:pt x="3701" y="689"/>
                    </a:cubicBezTo>
                    <a:cubicBezTo>
                      <a:pt x="5161" y="731"/>
                      <a:pt x="6621" y="793"/>
                      <a:pt x="8102" y="856"/>
                    </a:cubicBezTo>
                    <a:cubicBezTo>
                      <a:pt x="11168" y="981"/>
                      <a:pt x="14213" y="1085"/>
                      <a:pt x="17279" y="1210"/>
                    </a:cubicBezTo>
                    <a:cubicBezTo>
                      <a:pt x="18030" y="1231"/>
                      <a:pt x="18802" y="1252"/>
                      <a:pt x="19553" y="1273"/>
                    </a:cubicBezTo>
                    <a:lnTo>
                      <a:pt x="20617" y="1273"/>
                    </a:lnTo>
                    <a:cubicBezTo>
                      <a:pt x="21013" y="1273"/>
                      <a:pt x="21472" y="1273"/>
                      <a:pt x="21597" y="793"/>
                    </a:cubicBezTo>
                    <a:cubicBezTo>
                      <a:pt x="21639" y="480"/>
                      <a:pt x="21451" y="168"/>
                      <a:pt x="21117" y="84"/>
                    </a:cubicBezTo>
                    <a:cubicBezTo>
                      <a:pt x="20973" y="42"/>
                      <a:pt x="20809" y="30"/>
                      <a:pt x="20639" y="30"/>
                    </a:cubicBezTo>
                    <a:cubicBezTo>
                      <a:pt x="20441" y="30"/>
                      <a:pt x="20235" y="46"/>
                      <a:pt x="20047" y="46"/>
                    </a:cubicBezTo>
                    <a:cubicBezTo>
                      <a:pt x="19999" y="46"/>
                      <a:pt x="19953" y="45"/>
                      <a:pt x="19907" y="42"/>
                    </a:cubicBezTo>
                    <a:cubicBezTo>
                      <a:pt x="19157" y="42"/>
                      <a:pt x="18385" y="22"/>
                      <a:pt x="17634" y="22"/>
                    </a:cubicBezTo>
                    <a:lnTo>
                      <a:pt x="8477" y="1"/>
                    </a:ln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7"/>
              <p:cNvSpPr/>
              <p:nvPr/>
            </p:nvSpPr>
            <p:spPr>
              <a:xfrm>
                <a:off x="1265875" y="3547875"/>
                <a:ext cx="59475" cy="26625"/>
              </a:xfrm>
              <a:custGeom>
                <a:rect b="b" l="l" r="r" t="t"/>
                <a:pathLst>
                  <a:path extrusionOk="0" h="1065" w="2379">
                    <a:moveTo>
                      <a:pt x="1857" y="0"/>
                    </a:moveTo>
                    <a:cubicBezTo>
                      <a:pt x="1732" y="0"/>
                      <a:pt x="1606" y="0"/>
                      <a:pt x="1481" y="21"/>
                    </a:cubicBezTo>
                    <a:lnTo>
                      <a:pt x="1148" y="63"/>
                    </a:lnTo>
                    <a:cubicBezTo>
                      <a:pt x="981" y="63"/>
                      <a:pt x="835" y="84"/>
                      <a:pt x="689" y="105"/>
                    </a:cubicBezTo>
                    <a:cubicBezTo>
                      <a:pt x="543" y="146"/>
                      <a:pt x="418" y="209"/>
                      <a:pt x="292" y="271"/>
                    </a:cubicBezTo>
                    <a:cubicBezTo>
                      <a:pt x="0" y="459"/>
                      <a:pt x="63" y="876"/>
                      <a:pt x="397" y="981"/>
                    </a:cubicBezTo>
                    <a:cubicBezTo>
                      <a:pt x="522" y="1022"/>
                      <a:pt x="668" y="1064"/>
                      <a:pt x="814" y="1064"/>
                    </a:cubicBezTo>
                    <a:cubicBezTo>
                      <a:pt x="939" y="1064"/>
                      <a:pt x="1043" y="1064"/>
                      <a:pt x="1168" y="1043"/>
                    </a:cubicBezTo>
                    <a:lnTo>
                      <a:pt x="1523" y="1022"/>
                    </a:lnTo>
                    <a:cubicBezTo>
                      <a:pt x="1669" y="1022"/>
                      <a:pt x="1836" y="1001"/>
                      <a:pt x="1982" y="960"/>
                    </a:cubicBezTo>
                    <a:cubicBezTo>
                      <a:pt x="2211" y="897"/>
                      <a:pt x="2378" y="668"/>
                      <a:pt x="2337" y="417"/>
                    </a:cubicBezTo>
                    <a:cubicBezTo>
                      <a:pt x="2295" y="188"/>
                      <a:pt x="2086" y="0"/>
                      <a:pt x="1857"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7"/>
              <p:cNvSpPr/>
              <p:nvPr/>
            </p:nvSpPr>
            <p:spPr>
              <a:xfrm>
                <a:off x="700804" y="3724050"/>
                <a:ext cx="74225" cy="236075"/>
              </a:xfrm>
              <a:custGeom>
                <a:rect b="b" l="l" r="r" t="t"/>
                <a:pathLst>
                  <a:path extrusionOk="0" h="9443" w="2969">
                    <a:moveTo>
                      <a:pt x="2240" y="1"/>
                    </a:moveTo>
                    <a:cubicBezTo>
                      <a:pt x="2159" y="1"/>
                      <a:pt x="2078" y="21"/>
                      <a:pt x="2003" y="66"/>
                    </a:cubicBezTo>
                    <a:cubicBezTo>
                      <a:pt x="1293" y="483"/>
                      <a:pt x="772" y="1317"/>
                      <a:pt x="480" y="2068"/>
                    </a:cubicBezTo>
                    <a:cubicBezTo>
                      <a:pt x="188" y="2819"/>
                      <a:pt x="21" y="3632"/>
                      <a:pt x="21" y="4467"/>
                    </a:cubicBezTo>
                    <a:cubicBezTo>
                      <a:pt x="0" y="5301"/>
                      <a:pt x="125" y="6135"/>
                      <a:pt x="355" y="6949"/>
                    </a:cubicBezTo>
                    <a:cubicBezTo>
                      <a:pt x="584" y="7762"/>
                      <a:pt x="960" y="8555"/>
                      <a:pt x="1502" y="9222"/>
                    </a:cubicBezTo>
                    <a:cubicBezTo>
                      <a:pt x="1638" y="9369"/>
                      <a:pt x="1822" y="9442"/>
                      <a:pt x="2009" y="9442"/>
                    </a:cubicBezTo>
                    <a:cubicBezTo>
                      <a:pt x="2168" y="9442"/>
                      <a:pt x="2328" y="9390"/>
                      <a:pt x="2462" y="9285"/>
                    </a:cubicBezTo>
                    <a:cubicBezTo>
                      <a:pt x="2754" y="9055"/>
                      <a:pt x="2837" y="8638"/>
                      <a:pt x="2670" y="8325"/>
                    </a:cubicBezTo>
                    <a:cubicBezTo>
                      <a:pt x="2503" y="8012"/>
                      <a:pt x="2316" y="7741"/>
                      <a:pt x="2169" y="7428"/>
                    </a:cubicBezTo>
                    <a:cubicBezTo>
                      <a:pt x="2044" y="7136"/>
                      <a:pt x="1919" y="6844"/>
                      <a:pt x="1836" y="6532"/>
                    </a:cubicBezTo>
                    <a:cubicBezTo>
                      <a:pt x="1627" y="5885"/>
                      <a:pt x="1502" y="5197"/>
                      <a:pt x="1460" y="4508"/>
                    </a:cubicBezTo>
                    <a:cubicBezTo>
                      <a:pt x="1419" y="3862"/>
                      <a:pt x="1502" y="3194"/>
                      <a:pt x="1690" y="2548"/>
                    </a:cubicBezTo>
                    <a:cubicBezTo>
                      <a:pt x="1773" y="2235"/>
                      <a:pt x="1919" y="1943"/>
                      <a:pt x="2065" y="1651"/>
                    </a:cubicBezTo>
                    <a:cubicBezTo>
                      <a:pt x="2253" y="1338"/>
                      <a:pt x="2503" y="1088"/>
                      <a:pt x="2712" y="775"/>
                    </a:cubicBezTo>
                    <a:cubicBezTo>
                      <a:pt x="2968" y="416"/>
                      <a:pt x="2608" y="1"/>
                      <a:pt x="2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7"/>
              <p:cNvSpPr/>
              <p:nvPr/>
            </p:nvSpPr>
            <p:spPr>
              <a:xfrm>
                <a:off x="714200" y="3528050"/>
                <a:ext cx="733675" cy="83450"/>
              </a:xfrm>
              <a:custGeom>
                <a:rect b="b" l="l" r="r" t="t"/>
                <a:pathLst>
                  <a:path extrusionOk="0" h="3338" w="29347">
                    <a:moveTo>
                      <a:pt x="12327" y="1"/>
                    </a:moveTo>
                    <a:lnTo>
                      <a:pt x="10950" y="42"/>
                    </a:lnTo>
                    <a:cubicBezTo>
                      <a:pt x="4651" y="230"/>
                      <a:pt x="0" y="856"/>
                      <a:pt x="0" y="1669"/>
                    </a:cubicBezTo>
                    <a:cubicBezTo>
                      <a:pt x="0" y="2483"/>
                      <a:pt x="5048" y="3150"/>
                      <a:pt x="11743" y="3317"/>
                    </a:cubicBezTo>
                    <a:lnTo>
                      <a:pt x="12828" y="3338"/>
                    </a:lnTo>
                    <a:lnTo>
                      <a:pt x="15852" y="3338"/>
                    </a:lnTo>
                    <a:cubicBezTo>
                      <a:pt x="16186" y="3338"/>
                      <a:pt x="16519" y="3317"/>
                      <a:pt x="16853" y="3317"/>
                    </a:cubicBezTo>
                    <a:lnTo>
                      <a:pt x="17437" y="3317"/>
                    </a:lnTo>
                    <a:cubicBezTo>
                      <a:pt x="24216" y="3171"/>
                      <a:pt x="29347" y="2483"/>
                      <a:pt x="29347" y="1669"/>
                    </a:cubicBezTo>
                    <a:cubicBezTo>
                      <a:pt x="29347" y="856"/>
                      <a:pt x="24299" y="188"/>
                      <a:pt x="17625" y="22"/>
                    </a:cubicBezTo>
                    <a:cubicBezTo>
                      <a:pt x="17395" y="22"/>
                      <a:pt x="17187" y="1"/>
                      <a:pt x="169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17"/>
              <p:cNvSpPr/>
              <p:nvPr/>
            </p:nvSpPr>
            <p:spPr>
              <a:xfrm>
                <a:off x="749350" y="3631275"/>
                <a:ext cx="657175" cy="43125"/>
              </a:xfrm>
              <a:custGeom>
                <a:rect b="b" l="l" r="r" t="t"/>
                <a:pathLst>
                  <a:path extrusionOk="0" h="1725" w="26287">
                    <a:moveTo>
                      <a:pt x="26083" y="1"/>
                    </a:moveTo>
                    <a:cubicBezTo>
                      <a:pt x="26077" y="1"/>
                      <a:pt x="26070" y="1"/>
                      <a:pt x="26064" y="2"/>
                    </a:cubicBezTo>
                    <a:cubicBezTo>
                      <a:pt x="25229" y="43"/>
                      <a:pt x="24416" y="210"/>
                      <a:pt x="23582" y="356"/>
                    </a:cubicBezTo>
                    <a:cubicBezTo>
                      <a:pt x="22768" y="481"/>
                      <a:pt x="21934" y="586"/>
                      <a:pt x="21099" y="690"/>
                    </a:cubicBezTo>
                    <a:cubicBezTo>
                      <a:pt x="19410" y="898"/>
                      <a:pt x="17741" y="1044"/>
                      <a:pt x="16052" y="1149"/>
                    </a:cubicBezTo>
                    <a:cubicBezTo>
                      <a:pt x="14417" y="1240"/>
                      <a:pt x="12777" y="1287"/>
                      <a:pt x="11137" y="1287"/>
                    </a:cubicBezTo>
                    <a:cubicBezTo>
                      <a:pt x="9409" y="1287"/>
                      <a:pt x="7680" y="1235"/>
                      <a:pt x="5957" y="1128"/>
                    </a:cubicBezTo>
                    <a:cubicBezTo>
                      <a:pt x="4080" y="1003"/>
                      <a:pt x="2182" y="815"/>
                      <a:pt x="388" y="168"/>
                    </a:cubicBezTo>
                    <a:cubicBezTo>
                      <a:pt x="358" y="158"/>
                      <a:pt x="331" y="153"/>
                      <a:pt x="305" y="153"/>
                    </a:cubicBezTo>
                    <a:cubicBezTo>
                      <a:pt x="75" y="153"/>
                      <a:pt x="0" y="533"/>
                      <a:pt x="263" y="627"/>
                    </a:cubicBezTo>
                    <a:lnTo>
                      <a:pt x="242" y="627"/>
                    </a:lnTo>
                    <a:cubicBezTo>
                      <a:pt x="1848" y="1149"/>
                      <a:pt x="3537" y="1441"/>
                      <a:pt x="5227" y="1524"/>
                    </a:cubicBezTo>
                    <a:cubicBezTo>
                      <a:pt x="6895" y="1628"/>
                      <a:pt x="8564" y="1691"/>
                      <a:pt x="10233" y="1712"/>
                    </a:cubicBezTo>
                    <a:cubicBezTo>
                      <a:pt x="10705" y="1720"/>
                      <a:pt x="11177" y="1725"/>
                      <a:pt x="11650" y="1725"/>
                    </a:cubicBezTo>
                    <a:cubicBezTo>
                      <a:pt x="14598" y="1725"/>
                      <a:pt x="17546" y="1559"/>
                      <a:pt x="20495" y="1253"/>
                    </a:cubicBezTo>
                    <a:cubicBezTo>
                      <a:pt x="21412" y="1149"/>
                      <a:pt x="22309" y="1044"/>
                      <a:pt x="23227" y="919"/>
                    </a:cubicBezTo>
                    <a:cubicBezTo>
                      <a:pt x="24207" y="815"/>
                      <a:pt x="25167" y="627"/>
                      <a:pt x="26105" y="356"/>
                    </a:cubicBezTo>
                    <a:cubicBezTo>
                      <a:pt x="26287" y="296"/>
                      <a:pt x="26273" y="1"/>
                      <a:pt x="260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17"/>
              <p:cNvSpPr/>
              <p:nvPr/>
            </p:nvSpPr>
            <p:spPr>
              <a:xfrm>
                <a:off x="1096400" y="2074550"/>
                <a:ext cx="486525" cy="542050"/>
              </a:xfrm>
              <a:custGeom>
                <a:rect b="b" l="l" r="r" t="t"/>
                <a:pathLst>
                  <a:path extrusionOk="0" h="21682" w="19461">
                    <a:moveTo>
                      <a:pt x="15156" y="0"/>
                    </a:moveTo>
                    <a:cubicBezTo>
                      <a:pt x="14416" y="0"/>
                      <a:pt x="13668" y="124"/>
                      <a:pt x="12953" y="303"/>
                    </a:cubicBezTo>
                    <a:cubicBezTo>
                      <a:pt x="8511" y="1429"/>
                      <a:pt x="4902" y="4892"/>
                      <a:pt x="2817" y="8980"/>
                    </a:cubicBezTo>
                    <a:cubicBezTo>
                      <a:pt x="1732" y="11128"/>
                      <a:pt x="939" y="13422"/>
                      <a:pt x="480" y="15800"/>
                    </a:cubicBezTo>
                    <a:cubicBezTo>
                      <a:pt x="335" y="16487"/>
                      <a:pt x="355" y="21452"/>
                      <a:pt x="3" y="21680"/>
                    </a:cubicBezTo>
                    <a:lnTo>
                      <a:pt x="3" y="21680"/>
                    </a:lnTo>
                    <a:cubicBezTo>
                      <a:pt x="1921" y="20493"/>
                      <a:pt x="3985" y="20305"/>
                      <a:pt x="6029" y="19492"/>
                    </a:cubicBezTo>
                    <a:cubicBezTo>
                      <a:pt x="8573" y="18532"/>
                      <a:pt x="10930" y="17177"/>
                      <a:pt x="13037" y="15466"/>
                    </a:cubicBezTo>
                    <a:cubicBezTo>
                      <a:pt x="16353" y="12692"/>
                      <a:pt x="18835" y="8750"/>
                      <a:pt x="19377" y="4454"/>
                    </a:cubicBezTo>
                    <a:cubicBezTo>
                      <a:pt x="19461" y="3932"/>
                      <a:pt x="19461" y="3432"/>
                      <a:pt x="19377" y="2910"/>
                    </a:cubicBezTo>
                    <a:cubicBezTo>
                      <a:pt x="19127" y="1638"/>
                      <a:pt x="18043" y="637"/>
                      <a:pt x="16791" y="240"/>
                    </a:cubicBezTo>
                    <a:cubicBezTo>
                      <a:pt x="16263" y="70"/>
                      <a:pt x="15712" y="0"/>
                      <a:pt x="15156" y="0"/>
                    </a:cubicBezTo>
                    <a:close/>
                    <a:moveTo>
                      <a:pt x="3" y="21680"/>
                    </a:moveTo>
                    <a:lnTo>
                      <a:pt x="3" y="21680"/>
                    </a:lnTo>
                    <a:cubicBezTo>
                      <a:pt x="2" y="21681"/>
                      <a:pt x="1" y="21681"/>
                      <a:pt x="1" y="21682"/>
                    </a:cubicBezTo>
                    <a:cubicBezTo>
                      <a:pt x="1" y="21681"/>
                      <a:pt x="2" y="21681"/>
                      <a:pt x="3" y="216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7"/>
              <p:cNvSpPr/>
              <p:nvPr/>
            </p:nvSpPr>
            <p:spPr>
              <a:xfrm>
                <a:off x="229775" y="2449725"/>
                <a:ext cx="699800" cy="368125"/>
              </a:xfrm>
              <a:custGeom>
                <a:rect b="b" l="l" r="r" t="t"/>
                <a:pathLst>
                  <a:path extrusionOk="0" h="14725" w="27992">
                    <a:moveTo>
                      <a:pt x="7679" y="1"/>
                    </a:moveTo>
                    <a:cubicBezTo>
                      <a:pt x="7050" y="1"/>
                      <a:pt x="6422" y="54"/>
                      <a:pt x="5799" y="167"/>
                    </a:cubicBezTo>
                    <a:cubicBezTo>
                      <a:pt x="3525" y="564"/>
                      <a:pt x="1252" y="1982"/>
                      <a:pt x="605" y="4193"/>
                    </a:cubicBezTo>
                    <a:cubicBezTo>
                      <a:pt x="0" y="6258"/>
                      <a:pt x="960" y="8531"/>
                      <a:pt x="2503" y="10012"/>
                    </a:cubicBezTo>
                    <a:cubicBezTo>
                      <a:pt x="4047" y="11493"/>
                      <a:pt x="6091" y="12327"/>
                      <a:pt x="8135" y="13016"/>
                    </a:cubicBezTo>
                    <a:cubicBezTo>
                      <a:pt x="11222" y="14058"/>
                      <a:pt x="14642" y="14392"/>
                      <a:pt x="17875" y="14601"/>
                    </a:cubicBezTo>
                    <a:cubicBezTo>
                      <a:pt x="19097" y="14688"/>
                      <a:pt x="20308" y="14725"/>
                      <a:pt x="21517" y="14725"/>
                    </a:cubicBezTo>
                    <a:cubicBezTo>
                      <a:pt x="22041" y="14725"/>
                      <a:pt x="22566" y="14718"/>
                      <a:pt x="23090" y="14705"/>
                    </a:cubicBezTo>
                    <a:cubicBezTo>
                      <a:pt x="23522" y="14688"/>
                      <a:pt x="26492" y="14269"/>
                      <a:pt x="27590" y="14269"/>
                    </a:cubicBezTo>
                    <a:cubicBezTo>
                      <a:pt x="27816" y="14269"/>
                      <a:pt x="27963" y="14287"/>
                      <a:pt x="27991" y="14330"/>
                    </a:cubicBezTo>
                    <a:cubicBezTo>
                      <a:pt x="26302" y="11764"/>
                      <a:pt x="24091" y="9845"/>
                      <a:pt x="21880" y="7718"/>
                    </a:cubicBezTo>
                    <a:cubicBezTo>
                      <a:pt x="19648" y="5549"/>
                      <a:pt x="17291" y="3442"/>
                      <a:pt x="14538" y="1919"/>
                    </a:cubicBezTo>
                    <a:cubicBezTo>
                      <a:pt x="12442" y="764"/>
                      <a:pt x="10060" y="1"/>
                      <a:pt x="7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17"/>
              <p:cNvSpPr/>
              <p:nvPr/>
            </p:nvSpPr>
            <p:spPr>
              <a:xfrm>
                <a:off x="1159500" y="2583400"/>
                <a:ext cx="645050" cy="442075"/>
              </a:xfrm>
              <a:custGeom>
                <a:rect b="b" l="l" r="r" t="t"/>
                <a:pathLst>
                  <a:path extrusionOk="0" h="17683" w="25802">
                    <a:moveTo>
                      <a:pt x="18524" y="0"/>
                    </a:moveTo>
                    <a:cubicBezTo>
                      <a:pt x="14916" y="0"/>
                      <a:pt x="11301" y="1644"/>
                      <a:pt x="8552" y="4060"/>
                    </a:cubicBezTo>
                    <a:cubicBezTo>
                      <a:pt x="6863" y="5583"/>
                      <a:pt x="5382" y="7335"/>
                      <a:pt x="4172" y="9254"/>
                    </a:cubicBezTo>
                    <a:cubicBezTo>
                      <a:pt x="2858" y="11339"/>
                      <a:pt x="1440" y="13342"/>
                      <a:pt x="0" y="15344"/>
                    </a:cubicBezTo>
                    <a:cubicBezTo>
                      <a:pt x="2211" y="15886"/>
                      <a:pt x="4276" y="16721"/>
                      <a:pt x="6446" y="17242"/>
                    </a:cubicBezTo>
                    <a:cubicBezTo>
                      <a:pt x="7666" y="17536"/>
                      <a:pt x="8916" y="17683"/>
                      <a:pt x="10168" y="17683"/>
                    </a:cubicBezTo>
                    <a:cubicBezTo>
                      <a:pt x="11227" y="17683"/>
                      <a:pt x="12287" y="17578"/>
                      <a:pt x="13329" y="17367"/>
                    </a:cubicBezTo>
                    <a:cubicBezTo>
                      <a:pt x="17354" y="16512"/>
                      <a:pt x="21004" y="14072"/>
                      <a:pt x="23486" y="10776"/>
                    </a:cubicBezTo>
                    <a:cubicBezTo>
                      <a:pt x="24446" y="9504"/>
                      <a:pt x="25238" y="8107"/>
                      <a:pt x="25509" y="6542"/>
                    </a:cubicBezTo>
                    <a:cubicBezTo>
                      <a:pt x="25801" y="4999"/>
                      <a:pt x="25489" y="3288"/>
                      <a:pt x="24446" y="2100"/>
                    </a:cubicBezTo>
                    <a:cubicBezTo>
                      <a:pt x="23632" y="1161"/>
                      <a:pt x="22443" y="640"/>
                      <a:pt x="21234" y="327"/>
                    </a:cubicBezTo>
                    <a:cubicBezTo>
                      <a:pt x="20340" y="104"/>
                      <a:pt x="19432" y="0"/>
                      <a:pt x="18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17"/>
              <p:cNvSpPr/>
              <p:nvPr/>
            </p:nvSpPr>
            <p:spPr>
              <a:xfrm>
                <a:off x="785750" y="2075125"/>
                <a:ext cx="303900" cy="1536375"/>
              </a:xfrm>
              <a:custGeom>
                <a:rect b="b" l="l" r="r" t="t"/>
                <a:pathLst>
                  <a:path extrusionOk="0" h="61455" w="12156">
                    <a:moveTo>
                      <a:pt x="290" y="0"/>
                    </a:moveTo>
                    <a:cubicBezTo>
                      <a:pt x="143" y="0"/>
                      <a:pt x="0" y="151"/>
                      <a:pt x="100" y="322"/>
                    </a:cubicBezTo>
                    <a:cubicBezTo>
                      <a:pt x="1789" y="3367"/>
                      <a:pt x="3208" y="6579"/>
                      <a:pt x="4918" y="9624"/>
                    </a:cubicBezTo>
                    <a:cubicBezTo>
                      <a:pt x="6503" y="12440"/>
                      <a:pt x="8193" y="15130"/>
                      <a:pt x="9277" y="18176"/>
                    </a:cubicBezTo>
                    <a:cubicBezTo>
                      <a:pt x="10341" y="21263"/>
                      <a:pt x="10988" y="24495"/>
                      <a:pt x="11154" y="27749"/>
                    </a:cubicBezTo>
                    <a:cubicBezTo>
                      <a:pt x="11551" y="34027"/>
                      <a:pt x="10487" y="40305"/>
                      <a:pt x="10153" y="46563"/>
                    </a:cubicBezTo>
                    <a:cubicBezTo>
                      <a:pt x="9966" y="49733"/>
                      <a:pt x="9903" y="52924"/>
                      <a:pt x="10195" y="56115"/>
                    </a:cubicBezTo>
                    <a:cubicBezTo>
                      <a:pt x="10258" y="56762"/>
                      <a:pt x="10320" y="57429"/>
                      <a:pt x="10404" y="58118"/>
                    </a:cubicBezTo>
                    <a:cubicBezTo>
                      <a:pt x="10529" y="59244"/>
                      <a:pt x="10716" y="60349"/>
                      <a:pt x="10967" y="61455"/>
                    </a:cubicBezTo>
                    <a:lnTo>
                      <a:pt x="11947" y="61455"/>
                    </a:lnTo>
                    <a:cubicBezTo>
                      <a:pt x="11759" y="60349"/>
                      <a:pt x="11572" y="59223"/>
                      <a:pt x="11405" y="58118"/>
                    </a:cubicBezTo>
                    <a:cubicBezTo>
                      <a:pt x="11217" y="56783"/>
                      <a:pt x="11092" y="55427"/>
                      <a:pt x="11029" y="54071"/>
                    </a:cubicBezTo>
                    <a:cubicBezTo>
                      <a:pt x="10946" y="50880"/>
                      <a:pt x="11092" y="47689"/>
                      <a:pt x="11321" y="44498"/>
                    </a:cubicBezTo>
                    <a:cubicBezTo>
                      <a:pt x="11759" y="38178"/>
                      <a:pt x="12156" y="31775"/>
                      <a:pt x="11467" y="25455"/>
                    </a:cubicBezTo>
                    <a:cubicBezTo>
                      <a:pt x="11134" y="22493"/>
                      <a:pt x="10570" y="19531"/>
                      <a:pt x="9486" y="16757"/>
                    </a:cubicBezTo>
                    <a:cubicBezTo>
                      <a:pt x="8443" y="14108"/>
                      <a:pt x="6962" y="11731"/>
                      <a:pt x="5502" y="9290"/>
                    </a:cubicBezTo>
                    <a:cubicBezTo>
                      <a:pt x="3729" y="6287"/>
                      <a:pt x="2332" y="3054"/>
                      <a:pt x="475" y="113"/>
                    </a:cubicBezTo>
                    <a:cubicBezTo>
                      <a:pt x="429" y="33"/>
                      <a:pt x="35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17"/>
              <p:cNvSpPr/>
              <p:nvPr/>
            </p:nvSpPr>
            <p:spPr>
              <a:xfrm>
                <a:off x="1160550" y="2302450"/>
                <a:ext cx="20875" cy="217850"/>
              </a:xfrm>
              <a:custGeom>
                <a:rect b="b" l="l" r="r" t="t"/>
                <a:pathLst>
                  <a:path extrusionOk="0" h="8714" w="835">
                    <a:moveTo>
                      <a:pt x="684" y="0"/>
                    </a:moveTo>
                    <a:cubicBezTo>
                      <a:pt x="675" y="0"/>
                      <a:pt x="668" y="3"/>
                      <a:pt x="668" y="10"/>
                    </a:cubicBezTo>
                    <a:cubicBezTo>
                      <a:pt x="188" y="1178"/>
                      <a:pt x="292" y="2450"/>
                      <a:pt x="376" y="3660"/>
                    </a:cubicBezTo>
                    <a:cubicBezTo>
                      <a:pt x="417" y="4244"/>
                      <a:pt x="459" y="4828"/>
                      <a:pt x="522" y="5412"/>
                    </a:cubicBezTo>
                    <a:cubicBezTo>
                      <a:pt x="584" y="5954"/>
                      <a:pt x="584" y="6496"/>
                      <a:pt x="543" y="7039"/>
                    </a:cubicBezTo>
                    <a:cubicBezTo>
                      <a:pt x="480" y="7623"/>
                      <a:pt x="292" y="8186"/>
                      <a:pt x="0" y="8686"/>
                    </a:cubicBezTo>
                    <a:cubicBezTo>
                      <a:pt x="0" y="8686"/>
                      <a:pt x="40" y="8713"/>
                      <a:pt x="67" y="8713"/>
                    </a:cubicBezTo>
                    <a:cubicBezTo>
                      <a:pt x="74" y="8713"/>
                      <a:pt x="79" y="8711"/>
                      <a:pt x="84" y="8707"/>
                    </a:cubicBezTo>
                    <a:cubicBezTo>
                      <a:pt x="835" y="7935"/>
                      <a:pt x="793" y="6684"/>
                      <a:pt x="730" y="5683"/>
                    </a:cubicBezTo>
                    <a:cubicBezTo>
                      <a:pt x="626" y="4494"/>
                      <a:pt x="501" y="3284"/>
                      <a:pt x="501" y="2095"/>
                    </a:cubicBezTo>
                    <a:cubicBezTo>
                      <a:pt x="480" y="1386"/>
                      <a:pt x="563" y="698"/>
                      <a:pt x="730" y="10"/>
                    </a:cubicBezTo>
                    <a:cubicBezTo>
                      <a:pt x="730" y="10"/>
                      <a:pt x="702"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17"/>
              <p:cNvSpPr/>
              <p:nvPr/>
            </p:nvSpPr>
            <p:spPr>
              <a:xfrm>
                <a:off x="1234575" y="2150425"/>
                <a:ext cx="53750" cy="252925"/>
              </a:xfrm>
              <a:custGeom>
                <a:rect b="b" l="l" r="r" t="t"/>
                <a:pathLst>
                  <a:path extrusionOk="0" h="10117" w="2150">
                    <a:moveTo>
                      <a:pt x="2066" y="0"/>
                    </a:moveTo>
                    <a:cubicBezTo>
                      <a:pt x="1023" y="647"/>
                      <a:pt x="648" y="1919"/>
                      <a:pt x="585" y="3087"/>
                    </a:cubicBezTo>
                    <a:cubicBezTo>
                      <a:pt x="502" y="4568"/>
                      <a:pt x="960" y="5965"/>
                      <a:pt x="1232" y="7405"/>
                    </a:cubicBezTo>
                    <a:cubicBezTo>
                      <a:pt x="1419" y="8302"/>
                      <a:pt x="1440" y="9219"/>
                      <a:pt x="1294" y="10116"/>
                    </a:cubicBezTo>
                    <a:lnTo>
                      <a:pt x="1378" y="10116"/>
                    </a:lnTo>
                    <a:cubicBezTo>
                      <a:pt x="1982" y="7238"/>
                      <a:pt x="1" y="4422"/>
                      <a:pt x="1023" y="1585"/>
                    </a:cubicBezTo>
                    <a:cubicBezTo>
                      <a:pt x="1232" y="960"/>
                      <a:pt x="1628" y="417"/>
                      <a:pt x="2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17"/>
              <p:cNvSpPr/>
              <p:nvPr/>
            </p:nvSpPr>
            <p:spPr>
              <a:xfrm>
                <a:off x="1337300" y="2096625"/>
                <a:ext cx="75650" cy="229550"/>
              </a:xfrm>
              <a:custGeom>
                <a:rect b="b" l="l" r="r" t="t"/>
                <a:pathLst>
                  <a:path extrusionOk="0" h="9182" w="3026">
                    <a:moveTo>
                      <a:pt x="3022" y="1"/>
                    </a:moveTo>
                    <a:cubicBezTo>
                      <a:pt x="3019" y="1"/>
                      <a:pt x="3012" y="5"/>
                      <a:pt x="3003" y="11"/>
                    </a:cubicBezTo>
                    <a:lnTo>
                      <a:pt x="3003" y="11"/>
                    </a:lnTo>
                    <a:cubicBezTo>
                      <a:pt x="3010" y="8"/>
                      <a:pt x="3018" y="6"/>
                      <a:pt x="3025" y="4"/>
                    </a:cubicBezTo>
                    <a:cubicBezTo>
                      <a:pt x="3025" y="2"/>
                      <a:pt x="3024" y="1"/>
                      <a:pt x="3022" y="1"/>
                    </a:cubicBezTo>
                    <a:close/>
                    <a:moveTo>
                      <a:pt x="3003" y="11"/>
                    </a:moveTo>
                    <a:lnTo>
                      <a:pt x="3003" y="11"/>
                    </a:lnTo>
                    <a:cubicBezTo>
                      <a:pt x="1911" y="352"/>
                      <a:pt x="1229" y="1388"/>
                      <a:pt x="877" y="2423"/>
                    </a:cubicBezTo>
                    <a:cubicBezTo>
                      <a:pt x="439" y="3779"/>
                      <a:pt x="585" y="5197"/>
                      <a:pt x="543" y="6616"/>
                    </a:cubicBezTo>
                    <a:cubicBezTo>
                      <a:pt x="543" y="7492"/>
                      <a:pt x="356" y="8368"/>
                      <a:pt x="1" y="9181"/>
                    </a:cubicBezTo>
                    <a:cubicBezTo>
                      <a:pt x="1" y="9181"/>
                      <a:pt x="22" y="9181"/>
                      <a:pt x="43" y="9140"/>
                    </a:cubicBezTo>
                    <a:cubicBezTo>
                      <a:pt x="731" y="7825"/>
                      <a:pt x="668" y="6345"/>
                      <a:pt x="689" y="4926"/>
                    </a:cubicBezTo>
                    <a:cubicBezTo>
                      <a:pt x="689" y="3717"/>
                      <a:pt x="814" y="2486"/>
                      <a:pt x="1419" y="1401"/>
                    </a:cubicBezTo>
                    <a:cubicBezTo>
                      <a:pt x="1732" y="797"/>
                      <a:pt x="2274" y="317"/>
                      <a:pt x="2921" y="66"/>
                    </a:cubicBezTo>
                    <a:cubicBezTo>
                      <a:pt x="2935" y="66"/>
                      <a:pt x="2977" y="29"/>
                      <a:pt x="3003"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17"/>
              <p:cNvSpPr/>
              <p:nvPr/>
            </p:nvSpPr>
            <p:spPr>
              <a:xfrm>
                <a:off x="1356075" y="2107075"/>
                <a:ext cx="129350" cy="204500"/>
              </a:xfrm>
              <a:custGeom>
                <a:rect b="b" l="l" r="r" t="t"/>
                <a:pathLst>
                  <a:path extrusionOk="0" h="8180" w="5174">
                    <a:moveTo>
                      <a:pt x="5038" y="1"/>
                    </a:moveTo>
                    <a:cubicBezTo>
                      <a:pt x="5034" y="1"/>
                      <a:pt x="5031" y="1"/>
                      <a:pt x="5028" y="3"/>
                    </a:cubicBezTo>
                    <a:cubicBezTo>
                      <a:pt x="4882" y="45"/>
                      <a:pt x="4756" y="87"/>
                      <a:pt x="4610" y="149"/>
                    </a:cubicBezTo>
                    <a:cubicBezTo>
                      <a:pt x="4485" y="212"/>
                      <a:pt x="4339" y="295"/>
                      <a:pt x="4214" y="379"/>
                    </a:cubicBezTo>
                    <a:cubicBezTo>
                      <a:pt x="3985" y="525"/>
                      <a:pt x="3776" y="712"/>
                      <a:pt x="3567" y="921"/>
                    </a:cubicBezTo>
                    <a:cubicBezTo>
                      <a:pt x="3150" y="1338"/>
                      <a:pt x="2796" y="1818"/>
                      <a:pt x="2525" y="2360"/>
                    </a:cubicBezTo>
                    <a:cubicBezTo>
                      <a:pt x="2253" y="2902"/>
                      <a:pt x="2003" y="3465"/>
                      <a:pt x="1815" y="4070"/>
                    </a:cubicBezTo>
                    <a:cubicBezTo>
                      <a:pt x="1565" y="4717"/>
                      <a:pt x="1315" y="5363"/>
                      <a:pt x="1023" y="6010"/>
                    </a:cubicBezTo>
                    <a:cubicBezTo>
                      <a:pt x="877" y="6365"/>
                      <a:pt x="710" y="6719"/>
                      <a:pt x="543" y="7053"/>
                    </a:cubicBezTo>
                    <a:cubicBezTo>
                      <a:pt x="376" y="7407"/>
                      <a:pt x="189" y="7783"/>
                      <a:pt x="1" y="8117"/>
                    </a:cubicBezTo>
                    <a:cubicBezTo>
                      <a:pt x="1" y="8117"/>
                      <a:pt x="63" y="8179"/>
                      <a:pt x="84" y="8179"/>
                    </a:cubicBezTo>
                    <a:lnTo>
                      <a:pt x="105" y="8179"/>
                    </a:lnTo>
                    <a:cubicBezTo>
                      <a:pt x="293" y="7908"/>
                      <a:pt x="501" y="7616"/>
                      <a:pt x="668" y="7303"/>
                    </a:cubicBezTo>
                    <a:cubicBezTo>
                      <a:pt x="835" y="7011"/>
                      <a:pt x="981" y="6698"/>
                      <a:pt x="1127" y="6385"/>
                    </a:cubicBezTo>
                    <a:cubicBezTo>
                      <a:pt x="1419" y="5739"/>
                      <a:pt x="1669" y="5092"/>
                      <a:pt x="1920" y="4446"/>
                    </a:cubicBezTo>
                    <a:cubicBezTo>
                      <a:pt x="2358" y="3299"/>
                      <a:pt x="2775" y="2131"/>
                      <a:pt x="3630" y="1213"/>
                    </a:cubicBezTo>
                    <a:cubicBezTo>
                      <a:pt x="3839" y="983"/>
                      <a:pt x="4068" y="775"/>
                      <a:pt x="4318" y="587"/>
                    </a:cubicBezTo>
                    <a:cubicBezTo>
                      <a:pt x="4464" y="504"/>
                      <a:pt x="4590" y="420"/>
                      <a:pt x="4736" y="337"/>
                    </a:cubicBezTo>
                    <a:cubicBezTo>
                      <a:pt x="4882" y="253"/>
                      <a:pt x="5028" y="170"/>
                      <a:pt x="5174" y="107"/>
                    </a:cubicBezTo>
                    <a:cubicBezTo>
                      <a:pt x="5174" y="107"/>
                      <a:pt x="5085" y="1"/>
                      <a:pt x="5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17"/>
              <p:cNvSpPr/>
              <p:nvPr/>
            </p:nvSpPr>
            <p:spPr>
              <a:xfrm>
                <a:off x="1291950" y="2292550"/>
                <a:ext cx="239375" cy="96700"/>
              </a:xfrm>
              <a:custGeom>
                <a:rect b="b" l="l" r="r" t="t"/>
                <a:pathLst>
                  <a:path extrusionOk="0" h="3868" w="9575">
                    <a:moveTo>
                      <a:pt x="1" y="3846"/>
                    </a:moveTo>
                    <a:cubicBezTo>
                      <a:pt x="1" y="3846"/>
                      <a:pt x="1" y="3847"/>
                      <a:pt x="0" y="3847"/>
                    </a:cubicBezTo>
                    <a:cubicBezTo>
                      <a:pt x="1" y="3847"/>
                      <a:pt x="1" y="3847"/>
                      <a:pt x="1" y="3846"/>
                    </a:cubicBezTo>
                    <a:close/>
                    <a:moveTo>
                      <a:pt x="9435" y="0"/>
                    </a:moveTo>
                    <a:cubicBezTo>
                      <a:pt x="9407" y="0"/>
                      <a:pt x="9386" y="2"/>
                      <a:pt x="9386" y="9"/>
                    </a:cubicBezTo>
                    <a:cubicBezTo>
                      <a:pt x="9157" y="593"/>
                      <a:pt x="8761" y="1094"/>
                      <a:pt x="8239" y="1469"/>
                    </a:cubicBezTo>
                    <a:cubicBezTo>
                      <a:pt x="7697" y="1845"/>
                      <a:pt x="7092" y="2116"/>
                      <a:pt x="6445" y="2262"/>
                    </a:cubicBezTo>
                    <a:cubicBezTo>
                      <a:pt x="5048" y="2617"/>
                      <a:pt x="3567" y="2512"/>
                      <a:pt x="2170" y="2804"/>
                    </a:cubicBezTo>
                    <a:cubicBezTo>
                      <a:pt x="1357" y="2950"/>
                      <a:pt x="606" y="3304"/>
                      <a:pt x="1" y="3846"/>
                    </a:cubicBezTo>
                    <a:lnTo>
                      <a:pt x="1" y="3846"/>
                    </a:lnTo>
                    <a:cubicBezTo>
                      <a:pt x="4" y="3844"/>
                      <a:pt x="9" y="3843"/>
                      <a:pt x="14" y="3843"/>
                    </a:cubicBezTo>
                    <a:cubicBezTo>
                      <a:pt x="35" y="3843"/>
                      <a:pt x="72" y="3862"/>
                      <a:pt x="99" y="3862"/>
                    </a:cubicBezTo>
                    <a:cubicBezTo>
                      <a:pt x="104" y="3862"/>
                      <a:pt x="109" y="3861"/>
                      <a:pt x="114" y="3859"/>
                    </a:cubicBezTo>
                    <a:lnTo>
                      <a:pt x="114" y="3859"/>
                    </a:lnTo>
                    <a:lnTo>
                      <a:pt x="105" y="3868"/>
                    </a:lnTo>
                    <a:cubicBezTo>
                      <a:pt x="109" y="3864"/>
                      <a:pt x="114" y="3860"/>
                      <a:pt x="118" y="3856"/>
                    </a:cubicBezTo>
                    <a:lnTo>
                      <a:pt x="118" y="3856"/>
                    </a:lnTo>
                    <a:cubicBezTo>
                      <a:pt x="119" y="3856"/>
                      <a:pt x="120" y="3855"/>
                      <a:pt x="120" y="3854"/>
                    </a:cubicBezTo>
                    <a:lnTo>
                      <a:pt x="120" y="3854"/>
                    </a:lnTo>
                    <a:cubicBezTo>
                      <a:pt x="1287" y="2845"/>
                      <a:pt x="2906" y="2699"/>
                      <a:pt x="4380" y="2575"/>
                    </a:cubicBezTo>
                    <a:cubicBezTo>
                      <a:pt x="5715" y="2471"/>
                      <a:pt x="7113" y="2345"/>
                      <a:pt x="8302" y="1615"/>
                    </a:cubicBezTo>
                    <a:cubicBezTo>
                      <a:pt x="8886" y="1261"/>
                      <a:pt x="9428" y="698"/>
                      <a:pt x="9574" y="9"/>
                    </a:cubicBezTo>
                    <a:cubicBezTo>
                      <a:pt x="9574" y="9"/>
                      <a:pt x="9491" y="0"/>
                      <a:pt x="9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17"/>
              <p:cNvSpPr/>
              <p:nvPr/>
            </p:nvSpPr>
            <p:spPr>
              <a:xfrm>
                <a:off x="1213725" y="2455925"/>
                <a:ext cx="203400" cy="20975"/>
              </a:xfrm>
              <a:custGeom>
                <a:rect b="b" l="l" r="r" t="t"/>
                <a:pathLst>
                  <a:path extrusionOk="0" h="839" w="8136">
                    <a:moveTo>
                      <a:pt x="7953" y="1"/>
                    </a:moveTo>
                    <a:cubicBezTo>
                      <a:pt x="7951" y="1"/>
                      <a:pt x="7949" y="1"/>
                      <a:pt x="7947" y="3"/>
                    </a:cubicBezTo>
                    <a:cubicBezTo>
                      <a:pt x="7359" y="507"/>
                      <a:pt x="6720" y="675"/>
                      <a:pt x="6054" y="675"/>
                    </a:cubicBezTo>
                    <a:cubicBezTo>
                      <a:pt x="4737" y="675"/>
                      <a:pt x="3319" y="17"/>
                      <a:pt x="2003" y="3"/>
                    </a:cubicBezTo>
                    <a:cubicBezTo>
                      <a:pt x="1336" y="44"/>
                      <a:pt x="668" y="128"/>
                      <a:pt x="1" y="253"/>
                    </a:cubicBezTo>
                    <a:cubicBezTo>
                      <a:pt x="22" y="253"/>
                      <a:pt x="63" y="316"/>
                      <a:pt x="84" y="316"/>
                    </a:cubicBezTo>
                    <a:cubicBezTo>
                      <a:pt x="689" y="232"/>
                      <a:pt x="1315" y="170"/>
                      <a:pt x="1940" y="149"/>
                    </a:cubicBezTo>
                    <a:cubicBezTo>
                      <a:pt x="2524" y="149"/>
                      <a:pt x="3108" y="211"/>
                      <a:pt x="3692" y="357"/>
                    </a:cubicBezTo>
                    <a:cubicBezTo>
                      <a:pt x="4514" y="563"/>
                      <a:pt x="5350" y="838"/>
                      <a:pt x="6200" y="838"/>
                    </a:cubicBezTo>
                    <a:cubicBezTo>
                      <a:pt x="6385" y="838"/>
                      <a:pt x="6572" y="825"/>
                      <a:pt x="6759" y="795"/>
                    </a:cubicBezTo>
                    <a:cubicBezTo>
                      <a:pt x="7280" y="754"/>
                      <a:pt x="7781" y="524"/>
                      <a:pt x="8135" y="128"/>
                    </a:cubicBezTo>
                    <a:cubicBezTo>
                      <a:pt x="8135" y="128"/>
                      <a:pt x="7990" y="1"/>
                      <a:pt x="7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17"/>
              <p:cNvSpPr/>
              <p:nvPr/>
            </p:nvSpPr>
            <p:spPr>
              <a:xfrm>
                <a:off x="1155775" y="2519025"/>
                <a:ext cx="116900" cy="16750"/>
              </a:xfrm>
              <a:custGeom>
                <a:rect b="b" l="l" r="r" t="t"/>
                <a:pathLst>
                  <a:path extrusionOk="0" h="670" w="4676">
                    <a:moveTo>
                      <a:pt x="2216" y="0"/>
                    </a:moveTo>
                    <a:cubicBezTo>
                      <a:pt x="1497" y="0"/>
                      <a:pt x="765" y="128"/>
                      <a:pt x="87" y="399"/>
                    </a:cubicBezTo>
                    <a:cubicBezTo>
                      <a:pt x="68" y="399"/>
                      <a:pt x="0" y="465"/>
                      <a:pt x="15" y="465"/>
                    </a:cubicBezTo>
                    <a:cubicBezTo>
                      <a:pt x="17" y="465"/>
                      <a:pt x="20" y="464"/>
                      <a:pt x="24" y="461"/>
                    </a:cubicBezTo>
                    <a:cubicBezTo>
                      <a:pt x="668" y="247"/>
                      <a:pt x="1327" y="140"/>
                      <a:pt x="1988" y="140"/>
                    </a:cubicBezTo>
                    <a:cubicBezTo>
                      <a:pt x="2098" y="140"/>
                      <a:pt x="2208" y="143"/>
                      <a:pt x="2319" y="148"/>
                    </a:cubicBezTo>
                    <a:cubicBezTo>
                      <a:pt x="2673" y="169"/>
                      <a:pt x="3049" y="211"/>
                      <a:pt x="3403" y="315"/>
                    </a:cubicBezTo>
                    <a:cubicBezTo>
                      <a:pt x="3591" y="357"/>
                      <a:pt x="3779" y="399"/>
                      <a:pt x="3946" y="461"/>
                    </a:cubicBezTo>
                    <a:cubicBezTo>
                      <a:pt x="4133" y="545"/>
                      <a:pt x="4321" y="607"/>
                      <a:pt x="4509" y="670"/>
                    </a:cubicBezTo>
                    <a:cubicBezTo>
                      <a:pt x="4550" y="670"/>
                      <a:pt x="4676" y="587"/>
                      <a:pt x="4634" y="566"/>
                    </a:cubicBezTo>
                    <a:cubicBezTo>
                      <a:pt x="4488" y="461"/>
                      <a:pt x="4321" y="378"/>
                      <a:pt x="4133" y="315"/>
                    </a:cubicBezTo>
                    <a:cubicBezTo>
                      <a:pt x="3966" y="253"/>
                      <a:pt x="3779" y="211"/>
                      <a:pt x="3570" y="169"/>
                    </a:cubicBezTo>
                    <a:cubicBezTo>
                      <a:pt x="3195" y="65"/>
                      <a:pt x="2798" y="2"/>
                      <a:pt x="2381" y="2"/>
                    </a:cubicBezTo>
                    <a:cubicBezTo>
                      <a:pt x="2326" y="1"/>
                      <a:pt x="2271"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17"/>
              <p:cNvSpPr/>
              <p:nvPr/>
            </p:nvSpPr>
            <p:spPr>
              <a:xfrm>
                <a:off x="1369650" y="2226025"/>
                <a:ext cx="141325" cy="67300"/>
              </a:xfrm>
              <a:custGeom>
                <a:rect b="b" l="l" r="r" t="t"/>
                <a:pathLst>
                  <a:path extrusionOk="0" h="2692" w="5653">
                    <a:moveTo>
                      <a:pt x="5590" y="1"/>
                    </a:moveTo>
                    <a:cubicBezTo>
                      <a:pt x="4797" y="63"/>
                      <a:pt x="4026" y="230"/>
                      <a:pt x="3275" y="522"/>
                    </a:cubicBezTo>
                    <a:cubicBezTo>
                      <a:pt x="2461" y="835"/>
                      <a:pt x="1690" y="1231"/>
                      <a:pt x="1001" y="1753"/>
                    </a:cubicBezTo>
                    <a:cubicBezTo>
                      <a:pt x="626" y="2024"/>
                      <a:pt x="292" y="2337"/>
                      <a:pt x="0" y="2691"/>
                    </a:cubicBezTo>
                    <a:lnTo>
                      <a:pt x="146" y="2691"/>
                    </a:lnTo>
                    <a:lnTo>
                      <a:pt x="146" y="2670"/>
                    </a:lnTo>
                    <a:cubicBezTo>
                      <a:pt x="855" y="1940"/>
                      <a:pt x="1690" y="1335"/>
                      <a:pt x="2628" y="897"/>
                    </a:cubicBezTo>
                    <a:cubicBezTo>
                      <a:pt x="3546" y="439"/>
                      <a:pt x="4547" y="147"/>
                      <a:pt x="5590" y="21"/>
                    </a:cubicBezTo>
                    <a:cubicBezTo>
                      <a:pt x="5611" y="21"/>
                      <a:pt x="5653" y="1"/>
                      <a:pt x="5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17"/>
              <p:cNvSpPr/>
              <p:nvPr/>
            </p:nvSpPr>
            <p:spPr>
              <a:xfrm>
                <a:off x="1060375" y="2265975"/>
                <a:ext cx="323025" cy="417200"/>
              </a:xfrm>
              <a:custGeom>
                <a:rect b="b" l="l" r="r" t="t"/>
                <a:pathLst>
                  <a:path extrusionOk="0" h="16688" w="12921">
                    <a:moveTo>
                      <a:pt x="12741" y="1"/>
                    </a:moveTo>
                    <a:cubicBezTo>
                      <a:pt x="12695" y="1"/>
                      <a:pt x="12650" y="22"/>
                      <a:pt x="12621" y="71"/>
                    </a:cubicBezTo>
                    <a:cubicBezTo>
                      <a:pt x="12058" y="1239"/>
                      <a:pt x="11328" y="2324"/>
                      <a:pt x="10452" y="3283"/>
                    </a:cubicBezTo>
                    <a:cubicBezTo>
                      <a:pt x="9576" y="4222"/>
                      <a:pt x="8638" y="5077"/>
                      <a:pt x="7678" y="5953"/>
                    </a:cubicBezTo>
                    <a:cubicBezTo>
                      <a:pt x="5613" y="7851"/>
                      <a:pt x="3819" y="9999"/>
                      <a:pt x="2318" y="12356"/>
                    </a:cubicBezTo>
                    <a:cubicBezTo>
                      <a:pt x="1483" y="13733"/>
                      <a:pt x="733" y="15130"/>
                      <a:pt x="44" y="16569"/>
                    </a:cubicBezTo>
                    <a:cubicBezTo>
                      <a:pt x="0" y="16628"/>
                      <a:pt x="60" y="16687"/>
                      <a:pt x="114" y="16687"/>
                    </a:cubicBezTo>
                    <a:cubicBezTo>
                      <a:pt x="136" y="16687"/>
                      <a:pt x="157" y="16677"/>
                      <a:pt x="169" y="16653"/>
                    </a:cubicBezTo>
                    <a:cubicBezTo>
                      <a:pt x="774" y="15360"/>
                      <a:pt x="1504" y="14129"/>
                      <a:pt x="2318" y="12940"/>
                    </a:cubicBezTo>
                    <a:cubicBezTo>
                      <a:pt x="3110" y="11731"/>
                      <a:pt x="3986" y="10583"/>
                      <a:pt x="4925" y="9478"/>
                    </a:cubicBezTo>
                    <a:cubicBezTo>
                      <a:pt x="5822" y="8414"/>
                      <a:pt x="6781" y="7392"/>
                      <a:pt x="7803" y="6433"/>
                    </a:cubicBezTo>
                    <a:cubicBezTo>
                      <a:pt x="8763" y="5557"/>
                      <a:pt x="9743" y="4702"/>
                      <a:pt x="10619" y="3763"/>
                    </a:cubicBezTo>
                    <a:cubicBezTo>
                      <a:pt x="11579" y="2762"/>
                      <a:pt x="12559" y="1552"/>
                      <a:pt x="12893" y="175"/>
                    </a:cubicBezTo>
                    <a:cubicBezTo>
                      <a:pt x="12920" y="79"/>
                      <a:pt x="12829" y="1"/>
                      <a:pt x="1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17"/>
              <p:cNvSpPr/>
              <p:nvPr/>
            </p:nvSpPr>
            <p:spPr>
              <a:xfrm>
                <a:off x="1053350" y="2679325"/>
                <a:ext cx="647275" cy="421000"/>
              </a:xfrm>
              <a:custGeom>
                <a:rect b="b" l="l" r="r" t="t"/>
                <a:pathLst>
                  <a:path extrusionOk="0" h="16840" w="25891">
                    <a:moveTo>
                      <a:pt x="25775" y="1"/>
                    </a:moveTo>
                    <a:cubicBezTo>
                      <a:pt x="25751" y="1"/>
                      <a:pt x="25727" y="11"/>
                      <a:pt x="25709" y="35"/>
                    </a:cubicBezTo>
                    <a:cubicBezTo>
                      <a:pt x="24770" y="1600"/>
                      <a:pt x="23185" y="2538"/>
                      <a:pt x="21558" y="3289"/>
                    </a:cubicBezTo>
                    <a:cubicBezTo>
                      <a:pt x="20599" y="3727"/>
                      <a:pt x="19598" y="4144"/>
                      <a:pt x="18617" y="4582"/>
                    </a:cubicBezTo>
                    <a:lnTo>
                      <a:pt x="15405" y="5980"/>
                    </a:lnTo>
                    <a:lnTo>
                      <a:pt x="8939" y="8796"/>
                    </a:lnTo>
                    <a:cubicBezTo>
                      <a:pt x="7021" y="9630"/>
                      <a:pt x="5081" y="10485"/>
                      <a:pt x="3412" y="11778"/>
                    </a:cubicBezTo>
                    <a:cubicBezTo>
                      <a:pt x="1973" y="12905"/>
                      <a:pt x="742" y="14385"/>
                      <a:pt x="158" y="16137"/>
                    </a:cubicBezTo>
                    <a:cubicBezTo>
                      <a:pt x="96" y="16346"/>
                      <a:pt x="33" y="16575"/>
                      <a:pt x="12" y="16805"/>
                    </a:cubicBezTo>
                    <a:cubicBezTo>
                      <a:pt x="0" y="16829"/>
                      <a:pt x="17" y="16839"/>
                      <a:pt x="32" y="16839"/>
                    </a:cubicBezTo>
                    <a:cubicBezTo>
                      <a:pt x="43" y="16839"/>
                      <a:pt x="54" y="16834"/>
                      <a:pt x="54" y="16826"/>
                    </a:cubicBezTo>
                    <a:cubicBezTo>
                      <a:pt x="304" y="15929"/>
                      <a:pt x="722" y="15074"/>
                      <a:pt x="1243" y="14302"/>
                    </a:cubicBezTo>
                    <a:cubicBezTo>
                      <a:pt x="1785" y="13551"/>
                      <a:pt x="2432" y="12863"/>
                      <a:pt x="3162" y="12258"/>
                    </a:cubicBezTo>
                    <a:cubicBezTo>
                      <a:pt x="4789" y="10944"/>
                      <a:pt x="6729" y="10047"/>
                      <a:pt x="8647" y="9213"/>
                    </a:cubicBezTo>
                    <a:cubicBezTo>
                      <a:pt x="10775" y="8295"/>
                      <a:pt x="12902" y="7356"/>
                      <a:pt x="15030" y="6439"/>
                    </a:cubicBezTo>
                    <a:cubicBezTo>
                      <a:pt x="17116" y="5542"/>
                      <a:pt x="19201" y="4645"/>
                      <a:pt x="21287" y="3727"/>
                    </a:cubicBezTo>
                    <a:cubicBezTo>
                      <a:pt x="22872" y="3018"/>
                      <a:pt x="24541" y="2163"/>
                      <a:pt x="25542" y="703"/>
                    </a:cubicBezTo>
                    <a:cubicBezTo>
                      <a:pt x="25667" y="515"/>
                      <a:pt x="25772" y="327"/>
                      <a:pt x="25876" y="119"/>
                    </a:cubicBezTo>
                    <a:cubicBezTo>
                      <a:pt x="25891" y="60"/>
                      <a:pt x="25832" y="1"/>
                      <a:pt x="2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17"/>
              <p:cNvSpPr/>
              <p:nvPr/>
            </p:nvSpPr>
            <p:spPr>
              <a:xfrm>
                <a:off x="286375" y="2552900"/>
                <a:ext cx="783300" cy="399950"/>
              </a:xfrm>
              <a:custGeom>
                <a:rect b="b" l="l" r="r" t="t"/>
                <a:pathLst>
                  <a:path extrusionOk="0" h="15998" w="31332">
                    <a:moveTo>
                      <a:pt x="4173" y="1"/>
                    </a:moveTo>
                    <a:cubicBezTo>
                      <a:pt x="3147" y="1"/>
                      <a:pt x="2122" y="125"/>
                      <a:pt x="1115" y="358"/>
                    </a:cubicBezTo>
                    <a:cubicBezTo>
                      <a:pt x="802" y="441"/>
                      <a:pt x="489" y="525"/>
                      <a:pt x="156" y="608"/>
                    </a:cubicBezTo>
                    <a:cubicBezTo>
                      <a:pt x="1" y="647"/>
                      <a:pt x="44" y="884"/>
                      <a:pt x="201" y="884"/>
                    </a:cubicBezTo>
                    <a:cubicBezTo>
                      <a:pt x="213" y="884"/>
                      <a:pt x="226" y="882"/>
                      <a:pt x="239" y="879"/>
                    </a:cubicBezTo>
                    <a:cubicBezTo>
                      <a:pt x="1366" y="546"/>
                      <a:pt x="2513" y="337"/>
                      <a:pt x="3702" y="295"/>
                    </a:cubicBezTo>
                    <a:cubicBezTo>
                      <a:pt x="3868" y="288"/>
                      <a:pt x="4036" y="285"/>
                      <a:pt x="4204" y="285"/>
                    </a:cubicBezTo>
                    <a:cubicBezTo>
                      <a:pt x="5043" y="285"/>
                      <a:pt x="5892" y="372"/>
                      <a:pt x="6726" y="546"/>
                    </a:cubicBezTo>
                    <a:cubicBezTo>
                      <a:pt x="7831" y="796"/>
                      <a:pt x="8916" y="1109"/>
                      <a:pt x="9959" y="1505"/>
                    </a:cubicBezTo>
                    <a:cubicBezTo>
                      <a:pt x="11148" y="1901"/>
                      <a:pt x="12316" y="2339"/>
                      <a:pt x="13442" y="2861"/>
                    </a:cubicBezTo>
                    <a:cubicBezTo>
                      <a:pt x="15695" y="3883"/>
                      <a:pt x="17864" y="5092"/>
                      <a:pt x="19950" y="6448"/>
                    </a:cubicBezTo>
                    <a:cubicBezTo>
                      <a:pt x="21952" y="7741"/>
                      <a:pt x="23934" y="9055"/>
                      <a:pt x="25832" y="10495"/>
                    </a:cubicBezTo>
                    <a:cubicBezTo>
                      <a:pt x="27646" y="11892"/>
                      <a:pt x="29398" y="13477"/>
                      <a:pt x="30754" y="15333"/>
                    </a:cubicBezTo>
                    <a:cubicBezTo>
                      <a:pt x="30921" y="15563"/>
                      <a:pt x="31088" y="15771"/>
                      <a:pt x="31255" y="15980"/>
                    </a:cubicBezTo>
                    <a:cubicBezTo>
                      <a:pt x="31261" y="15992"/>
                      <a:pt x="31270" y="15997"/>
                      <a:pt x="31280" y="15997"/>
                    </a:cubicBezTo>
                    <a:cubicBezTo>
                      <a:pt x="31305" y="15997"/>
                      <a:pt x="31332" y="15968"/>
                      <a:pt x="31317" y="15938"/>
                    </a:cubicBezTo>
                    <a:cubicBezTo>
                      <a:pt x="31025" y="15438"/>
                      <a:pt x="30712" y="14958"/>
                      <a:pt x="30337" y="14520"/>
                    </a:cubicBezTo>
                    <a:cubicBezTo>
                      <a:pt x="29982" y="14061"/>
                      <a:pt x="29607" y="13623"/>
                      <a:pt x="29210" y="13206"/>
                    </a:cubicBezTo>
                    <a:cubicBezTo>
                      <a:pt x="28397" y="12372"/>
                      <a:pt x="27542" y="11600"/>
                      <a:pt x="26624" y="10870"/>
                    </a:cubicBezTo>
                    <a:cubicBezTo>
                      <a:pt x="24747" y="9389"/>
                      <a:pt x="22807" y="8013"/>
                      <a:pt x="20784" y="6719"/>
                    </a:cubicBezTo>
                    <a:cubicBezTo>
                      <a:pt x="18719" y="5343"/>
                      <a:pt x="16550" y="4091"/>
                      <a:pt x="14297" y="2986"/>
                    </a:cubicBezTo>
                    <a:cubicBezTo>
                      <a:pt x="13171" y="2444"/>
                      <a:pt x="12024" y="1964"/>
                      <a:pt x="10856" y="1547"/>
                    </a:cubicBezTo>
                    <a:cubicBezTo>
                      <a:pt x="9729" y="1150"/>
                      <a:pt x="8603" y="754"/>
                      <a:pt x="7456" y="462"/>
                    </a:cubicBezTo>
                    <a:cubicBezTo>
                      <a:pt x="6455" y="191"/>
                      <a:pt x="5433" y="45"/>
                      <a:pt x="4411" y="3"/>
                    </a:cubicBezTo>
                    <a:cubicBezTo>
                      <a:pt x="4331" y="2"/>
                      <a:pt x="4252" y="1"/>
                      <a:pt x="4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17"/>
              <p:cNvSpPr/>
              <p:nvPr/>
            </p:nvSpPr>
            <p:spPr>
              <a:xfrm>
                <a:off x="312675" y="3194300"/>
                <a:ext cx="738925" cy="219450"/>
              </a:xfrm>
              <a:custGeom>
                <a:rect b="b" l="l" r="r" t="t"/>
                <a:pathLst>
                  <a:path extrusionOk="0" h="8778" w="29557">
                    <a:moveTo>
                      <a:pt x="9031" y="0"/>
                    </a:moveTo>
                    <a:cubicBezTo>
                      <a:pt x="8315" y="0"/>
                      <a:pt x="7599" y="28"/>
                      <a:pt x="6884" y="85"/>
                    </a:cubicBezTo>
                    <a:cubicBezTo>
                      <a:pt x="5799" y="169"/>
                      <a:pt x="4735" y="336"/>
                      <a:pt x="3672" y="565"/>
                    </a:cubicBezTo>
                    <a:cubicBezTo>
                      <a:pt x="2608" y="795"/>
                      <a:pt x="1586" y="1212"/>
                      <a:pt x="668" y="1817"/>
                    </a:cubicBezTo>
                    <a:cubicBezTo>
                      <a:pt x="564" y="1879"/>
                      <a:pt x="439" y="1963"/>
                      <a:pt x="334" y="2046"/>
                    </a:cubicBezTo>
                    <a:cubicBezTo>
                      <a:pt x="230" y="2150"/>
                      <a:pt x="147" y="2255"/>
                      <a:pt x="63" y="2380"/>
                    </a:cubicBezTo>
                    <a:cubicBezTo>
                      <a:pt x="1" y="2484"/>
                      <a:pt x="22" y="2588"/>
                      <a:pt x="105" y="2672"/>
                    </a:cubicBezTo>
                    <a:cubicBezTo>
                      <a:pt x="142" y="2721"/>
                      <a:pt x="200" y="2741"/>
                      <a:pt x="258" y="2741"/>
                    </a:cubicBezTo>
                    <a:cubicBezTo>
                      <a:pt x="300" y="2741"/>
                      <a:pt x="342" y="2731"/>
                      <a:pt x="376" y="2713"/>
                    </a:cubicBezTo>
                    <a:cubicBezTo>
                      <a:pt x="501" y="2672"/>
                      <a:pt x="626" y="2609"/>
                      <a:pt x="731" y="2547"/>
                    </a:cubicBezTo>
                    <a:cubicBezTo>
                      <a:pt x="856" y="2484"/>
                      <a:pt x="981" y="2401"/>
                      <a:pt x="1106" y="2317"/>
                    </a:cubicBezTo>
                    <a:cubicBezTo>
                      <a:pt x="1336" y="2192"/>
                      <a:pt x="1544" y="2067"/>
                      <a:pt x="1794" y="1963"/>
                    </a:cubicBezTo>
                    <a:cubicBezTo>
                      <a:pt x="2253" y="1733"/>
                      <a:pt x="2733" y="1545"/>
                      <a:pt x="3234" y="1399"/>
                    </a:cubicBezTo>
                    <a:cubicBezTo>
                      <a:pt x="4256" y="1107"/>
                      <a:pt x="5278" y="899"/>
                      <a:pt x="6341" y="795"/>
                    </a:cubicBezTo>
                    <a:cubicBezTo>
                      <a:pt x="7353" y="680"/>
                      <a:pt x="8370" y="622"/>
                      <a:pt x="9387" y="622"/>
                    </a:cubicBezTo>
                    <a:cubicBezTo>
                      <a:pt x="10403" y="622"/>
                      <a:pt x="11420" y="680"/>
                      <a:pt x="12432" y="795"/>
                    </a:cubicBezTo>
                    <a:cubicBezTo>
                      <a:pt x="14434" y="1024"/>
                      <a:pt x="16395" y="1483"/>
                      <a:pt x="18314" y="2129"/>
                    </a:cubicBezTo>
                    <a:cubicBezTo>
                      <a:pt x="20233" y="2776"/>
                      <a:pt x="22089" y="3631"/>
                      <a:pt x="23841" y="4674"/>
                    </a:cubicBezTo>
                    <a:cubicBezTo>
                      <a:pt x="24717" y="5175"/>
                      <a:pt x="25572" y="5759"/>
                      <a:pt x="26386" y="6363"/>
                    </a:cubicBezTo>
                    <a:cubicBezTo>
                      <a:pt x="27220" y="6968"/>
                      <a:pt x="27971" y="7636"/>
                      <a:pt x="28784" y="8262"/>
                    </a:cubicBezTo>
                    <a:cubicBezTo>
                      <a:pt x="28972" y="8428"/>
                      <a:pt x="29181" y="8574"/>
                      <a:pt x="29368" y="8741"/>
                    </a:cubicBezTo>
                    <a:cubicBezTo>
                      <a:pt x="29389" y="8767"/>
                      <a:pt x="29412" y="8777"/>
                      <a:pt x="29434" y="8777"/>
                    </a:cubicBezTo>
                    <a:cubicBezTo>
                      <a:pt x="29501" y="8777"/>
                      <a:pt x="29556" y="8679"/>
                      <a:pt x="29493" y="8616"/>
                    </a:cubicBezTo>
                    <a:cubicBezTo>
                      <a:pt x="29139" y="8241"/>
                      <a:pt x="28805" y="7844"/>
                      <a:pt x="28451" y="7469"/>
                    </a:cubicBezTo>
                    <a:cubicBezTo>
                      <a:pt x="28075" y="7114"/>
                      <a:pt x="27658" y="6781"/>
                      <a:pt x="27262" y="6468"/>
                    </a:cubicBezTo>
                    <a:cubicBezTo>
                      <a:pt x="26448" y="5800"/>
                      <a:pt x="25614" y="5195"/>
                      <a:pt x="24738" y="4632"/>
                    </a:cubicBezTo>
                    <a:cubicBezTo>
                      <a:pt x="21213" y="2380"/>
                      <a:pt x="17271" y="899"/>
                      <a:pt x="13141" y="294"/>
                    </a:cubicBezTo>
                    <a:cubicBezTo>
                      <a:pt x="11771" y="102"/>
                      <a:pt x="10401" y="0"/>
                      <a:pt x="90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17"/>
              <p:cNvSpPr/>
              <p:nvPr/>
            </p:nvSpPr>
            <p:spPr>
              <a:xfrm>
                <a:off x="1042700" y="3243875"/>
                <a:ext cx="584025" cy="238725"/>
              </a:xfrm>
              <a:custGeom>
                <a:rect b="b" l="l" r="r" t="t"/>
                <a:pathLst>
                  <a:path extrusionOk="0" h="9549" w="23361">
                    <a:moveTo>
                      <a:pt x="21776" y="0"/>
                    </a:moveTo>
                    <a:cubicBezTo>
                      <a:pt x="21296" y="21"/>
                      <a:pt x="20837" y="42"/>
                      <a:pt x="20378" y="63"/>
                    </a:cubicBezTo>
                    <a:cubicBezTo>
                      <a:pt x="19461" y="105"/>
                      <a:pt x="18543" y="167"/>
                      <a:pt x="17625" y="251"/>
                    </a:cubicBezTo>
                    <a:cubicBezTo>
                      <a:pt x="15790" y="418"/>
                      <a:pt x="13954" y="689"/>
                      <a:pt x="12140" y="1085"/>
                    </a:cubicBezTo>
                    <a:cubicBezTo>
                      <a:pt x="10346" y="1440"/>
                      <a:pt x="8573" y="1982"/>
                      <a:pt x="6883" y="2670"/>
                    </a:cubicBezTo>
                    <a:cubicBezTo>
                      <a:pt x="5298" y="3275"/>
                      <a:pt x="3817" y="4109"/>
                      <a:pt x="2482" y="5131"/>
                    </a:cubicBezTo>
                    <a:cubicBezTo>
                      <a:pt x="1794" y="5674"/>
                      <a:pt x="1231" y="6320"/>
                      <a:pt x="772" y="7050"/>
                    </a:cubicBezTo>
                    <a:cubicBezTo>
                      <a:pt x="272" y="7739"/>
                      <a:pt x="21" y="8573"/>
                      <a:pt x="0" y="9428"/>
                    </a:cubicBezTo>
                    <a:cubicBezTo>
                      <a:pt x="0" y="9506"/>
                      <a:pt x="60" y="9548"/>
                      <a:pt x="119" y="9548"/>
                    </a:cubicBezTo>
                    <a:cubicBezTo>
                      <a:pt x="170" y="9548"/>
                      <a:pt x="220" y="9517"/>
                      <a:pt x="230" y="9449"/>
                    </a:cubicBezTo>
                    <a:cubicBezTo>
                      <a:pt x="397" y="8740"/>
                      <a:pt x="668" y="8051"/>
                      <a:pt x="1043" y="7426"/>
                    </a:cubicBezTo>
                    <a:cubicBezTo>
                      <a:pt x="1460" y="6800"/>
                      <a:pt x="1961" y="6258"/>
                      <a:pt x="2524" y="5799"/>
                    </a:cubicBezTo>
                    <a:cubicBezTo>
                      <a:pt x="3776" y="4818"/>
                      <a:pt x="5173" y="4026"/>
                      <a:pt x="6675" y="3463"/>
                    </a:cubicBezTo>
                    <a:cubicBezTo>
                      <a:pt x="9991" y="2086"/>
                      <a:pt x="13537" y="1356"/>
                      <a:pt x="17104" y="981"/>
                    </a:cubicBezTo>
                    <a:cubicBezTo>
                      <a:pt x="18126" y="897"/>
                      <a:pt x="19127" y="814"/>
                      <a:pt x="20128" y="751"/>
                    </a:cubicBezTo>
                    <a:cubicBezTo>
                      <a:pt x="20649" y="730"/>
                      <a:pt x="21171" y="689"/>
                      <a:pt x="21671" y="668"/>
                    </a:cubicBezTo>
                    <a:cubicBezTo>
                      <a:pt x="21943" y="668"/>
                      <a:pt x="22193" y="647"/>
                      <a:pt x="22443" y="626"/>
                    </a:cubicBezTo>
                    <a:cubicBezTo>
                      <a:pt x="22568" y="626"/>
                      <a:pt x="22694" y="605"/>
                      <a:pt x="22819" y="605"/>
                    </a:cubicBezTo>
                    <a:cubicBezTo>
                      <a:pt x="22944" y="564"/>
                      <a:pt x="23090" y="522"/>
                      <a:pt x="23194" y="459"/>
                    </a:cubicBezTo>
                    <a:cubicBezTo>
                      <a:pt x="23361" y="397"/>
                      <a:pt x="23298" y="167"/>
                      <a:pt x="23152" y="105"/>
                    </a:cubicBezTo>
                    <a:cubicBezTo>
                      <a:pt x="22944" y="42"/>
                      <a:pt x="22694" y="0"/>
                      <a:pt x="22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17"/>
              <p:cNvSpPr/>
              <p:nvPr/>
            </p:nvSpPr>
            <p:spPr>
              <a:xfrm>
                <a:off x="503000" y="2638475"/>
                <a:ext cx="536050" cy="476950"/>
              </a:xfrm>
              <a:custGeom>
                <a:rect b="b" l="l" r="r" t="t"/>
                <a:pathLst>
                  <a:path extrusionOk="0" h="19078" w="21442">
                    <a:moveTo>
                      <a:pt x="7113" y="1"/>
                    </a:moveTo>
                    <a:cubicBezTo>
                      <a:pt x="5403" y="1"/>
                      <a:pt x="3630" y="439"/>
                      <a:pt x="2274" y="1482"/>
                    </a:cubicBezTo>
                    <a:cubicBezTo>
                      <a:pt x="918" y="2525"/>
                      <a:pt x="1" y="4214"/>
                      <a:pt x="105" y="5924"/>
                    </a:cubicBezTo>
                    <a:cubicBezTo>
                      <a:pt x="188" y="7718"/>
                      <a:pt x="1294" y="9282"/>
                      <a:pt x="2524" y="10596"/>
                    </a:cubicBezTo>
                    <a:cubicBezTo>
                      <a:pt x="5591" y="13788"/>
                      <a:pt x="9554" y="15915"/>
                      <a:pt x="13683" y="17375"/>
                    </a:cubicBezTo>
                    <a:cubicBezTo>
                      <a:pt x="15853" y="18147"/>
                      <a:pt x="18084" y="18710"/>
                      <a:pt x="20379" y="19044"/>
                    </a:cubicBezTo>
                    <a:cubicBezTo>
                      <a:pt x="20535" y="19066"/>
                      <a:pt x="20662" y="19077"/>
                      <a:pt x="20767" y="19077"/>
                    </a:cubicBezTo>
                    <a:cubicBezTo>
                      <a:pt x="21441" y="19077"/>
                      <a:pt x="21118" y="18610"/>
                      <a:pt x="21046" y="17688"/>
                    </a:cubicBezTo>
                    <a:cubicBezTo>
                      <a:pt x="20942" y="16478"/>
                      <a:pt x="20775" y="15289"/>
                      <a:pt x="20545" y="14101"/>
                    </a:cubicBezTo>
                    <a:cubicBezTo>
                      <a:pt x="20045" y="11514"/>
                      <a:pt x="19211" y="8970"/>
                      <a:pt x="17834" y="6717"/>
                    </a:cubicBezTo>
                    <a:cubicBezTo>
                      <a:pt x="15540" y="2942"/>
                      <a:pt x="11514" y="22"/>
                      <a:pt x="7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17"/>
              <p:cNvSpPr/>
              <p:nvPr/>
            </p:nvSpPr>
            <p:spPr>
              <a:xfrm>
                <a:off x="588625" y="2721925"/>
                <a:ext cx="478600" cy="513825"/>
              </a:xfrm>
              <a:custGeom>
                <a:rect b="b" l="l" r="r" t="t"/>
                <a:pathLst>
                  <a:path extrusionOk="0" h="20553" w="19144">
                    <a:moveTo>
                      <a:pt x="205" y="1"/>
                    </a:moveTo>
                    <a:cubicBezTo>
                      <a:pt x="42" y="1"/>
                      <a:pt x="0" y="264"/>
                      <a:pt x="163" y="355"/>
                    </a:cubicBezTo>
                    <a:cubicBezTo>
                      <a:pt x="977" y="855"/>
                      <a:pt x="1874" y="1272"/>
                      <a:pt x="2729" y="1731"/>
                    </a:cubicBezTo>
                    <a:cubicBezTo>
                      <a:pt x="3563" y="2190"/>
                      <a:pt x="4418" y="2670"/>
                      <a:pt x="5252" y="3170"/>
                    </a:cubicBezTo>
                    <a:cubicBezTo>
                      <a:pt x="6921" y="4151"/>
                      <a:pt x="8506" y="5235"/>
                      <a:pt x="10029" y="6445"/>
                    </a:cubicBezTo>
                    <a:cubicBezTo>
                      <a:pt x="11489" y="7592"/>
                      <a:pt x="12824" y="8906"/>
                      <a:pt x="14034" y="10304"/>
                    </a:cubicBezTo>
                    <a:cubicBezTo>
                      <a:pt x="15202" y="11680"/>
                      <a:pt x="16203" y="13182"/>
                      <a:pt x="17016" y="14788"/>
                    </a:cubicBezTo>
                    <a:cubicBezTo>
                      <a:pt x="17809" y="16373"/>
                      <a:pt x="18393" y="18063"/>
                      <a:pt x="18706" y="19815"/>
                    </a:cubicBezTo>
                    <a:cubicBezTo>
                      <a:pt x="18747" y="20023"/>
                      <a:pt x="18810" y="20253"/>
                      <a:pt x="18873" y="20461"/>
                    </a:cubicBezTo>
                    <a:cubicBezTo>
                      <a:pt x="18890" y="20524"/>
                      <a:pt x="18943" y="20552"/>
                      <a:pt x="18997" y="20552"/>
                    </a:cubicBezTo>
                    <a:cubicBezTo>
                      <a:pt x="19069" y="20552"/>
                      <a:pt x="19144" y="20503"/>
                      <a:pt x="19144" y="20420"/>
                    </a:cubicBezTo>
                    <a:cubicBezTo>
                      <a:pt x="19144" y="19961"/>
                      <a:pt x="19081" y="19523"/>
                      <a:pt x="18977" y="19085"/>
                    </a:cubicBezTo>
                    <a:cubicBezTo>
                      <a:pt x="18893" y="18647"/>
                      <a:pt x="18768" y="18188"/>
                      <a:pt x="18643" y="17750"/>
                    </a:cubicBezTo>
                    <a:cubicBezTo>
                      <a:pt x="18393" y="16895"/>
                      <a:pt x="18080" y="16060"/>
                      <a:pt x="17705" y="15247"/>
                    </a:cubicBezTo>
                    <a:cubicBezTo>
                      <a:pt x="16933" y="13578"/>
                      <a:pt x="15973" y="12014"/>
                      <a:pt x="14826" y="10596"/>
                    </a:cubicBezTo>
                    <a:cubicBezTo>
                      <a:pt x="13658" y="9136"/>
                      <a:pt x="12344" y="7801"/>
                      <a:pt x="10926" y="6612"/>
                    </a:cubicBezTo>
                    <a:cubicBezTo>
                      <a:pt x="9403" y="5340"/>
                      <a:pt x="7818" y="4192"/>
                      <a:pt x="6129" y="3170"/>
                    </a:cubicBezTo>
                    <a:cubicBezTo>
                      <a:pt x="4460" y="2128"/>
                      <a:pt x="2729" y="1210"/>
                      <a:pt x="977" y="313"/>
                    </a:cubicBezTo>
                    <a:cubicBezTo>
                      <a:pt x="747" y="188"/>
                      <a:pt x="518" y="104"/>
                      <a:pt x="288" y="21"/>
                    </a:cubicBezTo>
                    <a:cubicBezTo>
                      <a:pt x="258" y="7"/>
                      <a:pt x="230"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7"/>
              <p:cNvSpPr/>
              <p:nvPr/>
            </p:nvSpPr>
            <p:spPr>
              <a:xfrm>
                <a:off x="1370150" y="2612925"/>
                <a:ext cx="186725" cy="247350"/>
              </a:xfrm>
              <a:custGeom>
                <a:rect b="b" l="l" r="r" t="t"/>
                <a:pathLst>
                  <a:path extrusionOk="0" h="9894" w="7469">
                    <a:moveTo>
                      <a:pt x="4" y="9885"/>
                    </a:moveTo>
                    <a:cubicBezTo>
                      <a:pt x="3" y="9886"/>
                      <a:pt x="2" y="9887"/>
                      <a:pt x="1" y="9887"/>
                    </a:cubicBezTo>
                    <a:cubicBezTo>
                      <a:pt x="2" y="9887"/>
                      <a:pt x="3" y="9886"/>
                      <a:pt x="4" y="9885"/>
                    </a:cubicBezTo>
                    <a:close/>
                    <a:moveTo>
                      <a:pt x="7405" y="1"/>
                    </a:moveTo>
                    <a:cubicBezTo>
                      <a:pt x="6634" y="209"/>
                      <a:pt x="6842" y="1336"/>
                      <a:pt x="6738" y="1920"/>
                    </a:cubicBezTo>
                    <a:cubicBezTo>
                      <a:pt x="6550" y="2837"/>
                      <a:pt x="5925" y="3547"/>
                      <a:pt x="5257" y="4151"/>
                    </a:cubicBezTo>
                    <a:cubicBezTo>
                      <a:pt x="4569" y="4735"/>
                      <a:pt x="3714" y="5236"/>
                      <a:pt x="2984" y="5820"/>
                    </a:cubicBezTo>
                    <a:cubicBezTo>
                      <a:pt x="2629" y="6112"/>
                      <a:pt x="2316" y="6446"/>
                      <a:pt x="2045" y="6800"/>
                    </a:cubicBezTo>
                    <a:cubicBezTo>
                      <a:pt x="1836" y="7113"/>
                      <a:pt x="1628" y="7426"/>
                      <a:pt x="1461" y="7781"/>
                    </a:cubicBezTo>
                    <a:cubicBezTo>
                      <a:pt x="1252" y="8177"/>
                      <a:pt x="1023" y="8594"/>
                      <a:pt x="773" y="8970"/>
                    </a:cubicBezTo>
                    <a:cubicBezTo>
                      <a:pt x="586" y="9323"/>
                      <a:pt x="315" y="9635"/>
                      <a:pt x="4" y="9885"/>
                    </a:cubicBezTo>
                    <a:lnTo>
                      <a:pt x="4" y="9885"/>
                    </a:lnTo>
                    <a:cubicBezTo>
                      <a:pt x="8" y="9882"/>
                      <a:pt x="14" y="9881"/>
                      <a:pt x="21" y="9881"/>
                    </a:cubicBezTo>
                    <a:cubicBezTo>
                      <a:pt x="46" y="9881"/>
                      <a:pt x="82" y="9893"/>
                      <a:pt x="106" y="9893"/>
                    </a:cubicBezTo>
                    <a:cubicBezTo>
                      <a:pt x="115" y="9893"/>
                      <a:pt x="122" y="9892"/>
                      <a:pt x="126" y="9887"/>
                    </a:cubicBezTo>
                    <a:cubicBezTo>
                      <a:pt x="418" y="9679"/>
                      <a:pt x="668" y="9428"/>
                      <a:pt x="856" y="9116"/>
                    </a:cubicBezTo>
                    <a:cubicBezTo>
                      <a:pt x="1086" y="8761"/>
                      <a:pt x="1315" y="8406"/>
                      <a:pt x="1503" y="8052"/>
                    </a:cubicBezTo>
                    <a:cubicBezTo>
                      <a:pt x="1690" y="7718"/>
                      <a:pt x="1857" y="7384"/>
                      <a:pt x="2045" y="7072"/>
                    </a:cubicBezTo>
                    <a:cubicBezTo>
                      <a:pt x="2295" y="6696"/>
                      <a:pt x="2587" y="6342"/>
                      <a:pt x="2921" y="6050"/>
                    </a:cubicBezTo>
                    <a:cubicBezTo>
                      <a:pt x="4235" y="4861"/>
                      <a:pt x="6217" y="4089"/>
                      <a:pt x="6780" y="2253"/>
                    </a:cubicBezTo>
                    <a:cubicBezTo>
                      <a:pt x="6884" y="1815"/>
                      <a:pt x="6947" y="1377"/>
                      <a:pt x="6947" y="919"/>
                    </a:cubicBezTo>
                    <a:cubicBezTo>
                      <a:pt x="6988" y="564"/>
                      <a:pt x="7093" y="147"/>
                      <a:pt x="7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7"/>
              <p:cNvSpPr/>
              <p:nvPr/>
            </p:nvSpPr>
            <p:spPr>
              <a:xfrm>
                <a:off x="1585525" y="2611900"/>
                <a:ext cx="72500" cy="160100"/>
              </a:xfrm>
              <a:custGeom>
                <a:rect b="b" l="l" r="r" t="t"/>
                <a:pathLst>
                  <a:path extrusionOk="0" h="6404" w="2900">
                    <a:moveTo>
                      <a:pt x="2461" y="0"/>
                    </a:moveTo>
                    <a:cubicBezTo>
                      <a:pt x="2461" y="0"/>
                      <a:pt x="2378" y="84"/>
                      <a:pt x="2399" y="104"/>
                    </a:cubicBezTo>
                    <a:cubicBezTo>
                      <a:pt x="2503" y="292"/>
                      <a:pt x="2587" y="501"/>
                      <a:pt x="2670" y="688"/>
                    </a:cubicBezTo>
                    <a:cubicBezTo>
                      <a:pt x="2733" y="918"/>
                      <a:pt x="2753" y="1147"/>
                      <a:pt x="2733" y="1377"/>
                    </a:cubicBezTo>
                    <a:cubicBezTo>
                      <a:pt x="2691" y="1877"/>
                      <a:pt x="2545" y="2336"/>
                      <a:pt x="2315" y="2774"/>
                    </a:cubicBezTo>
                    <a:cubicBezTo>
                      <a:pt x="1857" y="3608"/>
                      <a:pt x="1106" y="4276"/>
                      <a:pt x="584" y="5068"/>
                    </a:cubicBezTo>
                    <a:cubicBezTo>
                      <a:pt x="292" y="5465"/>
                      <a:pt x="104" y="5924"/>
                      <a:pt x="0" y="6403"/>
                    </a:cubicBezTo>
                    <a:cubicBezTo>
                      <a:pt x="0" y="6403"/>
                      <a:pt x="63" y="6362"/>
                      <a:pt x="84" y="6341"/>
                    </a:cubicBezTo>
                    <a:cubicBezTo>
                      <a:pt x="292" y="5319"/>
                      <a:pt x="1022" y="4547"/>
                      <a:pt x="1648" y="3754"/>
                    </a:cubicBezTo>
                    <a:cubicBezTo>
                      <a:pt x="2211" y="3066"/>
                      <a:pt x="2733" y="2294"/>
                      <a:pt x="2837" y="1377"/>
                    </a:cubicBezTo>
                    <a:cubicBezTo>
                      <a:pt x="2899" y="939"/>
                      <a:pt x="2837" y="334"/>
                      <a:pt x="2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17"/>
              <p:cNvSpPr/>
              <p:nvPr/>
            </p:nvSpPr>
            <p:spPr>
              <a:xfrm>
                <a:off x="1524000" y="2786650"/>
                <a:ext cx="219025" cy="34550"/>
              </a:xfrm>
              <a:custGeom>
                <a:rect b="b" l="l" r="r" t="t"/>
                <a:pathLst>
                  <a:path extrusionOk="0" h="1382" w="8761">
                    <a:moveTo>
                      <a:pt x="42" y="252"/>
                    </a:moveTo>
                    <a:cubicBezTo>
                      <a:pt x="28" y="257"/>
                      <a:pt x="14" y="263"/>
                      <a:pt x="0" y="269"/>
                    </a:cubicBezTo>
                    <a:lnTo>
                      <a:pt x="0" y="289"/>
                    </a:lnTo>
                    <a:cubicBezTo>
                      <a:pt x="16" y="281"/>
                      <a:pt x="29" y="267"/>
                      <a:pt x="42" y="252"/>
                    </a:cubicBezTo>
                    <a:close/>
                    <a:moveTo>
                      <a:pt x="1246" y="0"/>
                    </a:moveTo>
                    <a:cubicBezTo>
                      <a:pt x="859" y="0"/>
                      <a:pt x="475" y="70"/>
                      <a:pt x="104" y="206"/>
                    </a:cubicBezTo>
                    <a:cubicBezTo>
                      <a:pt x="79" y="206"/>
                      <a:pt x="61" y="229"/>
                      <a:pt x="42" y="252"/>
                    </a:cubicBezTo>
                    <a:lnTo>
                      <a:pt x="42" y="252"/>
                    </a:lnTo>
                    <a:cubicBezTo>
                      <a:pt x="344" y="137"/>
                      <a:pt x="652" y="89"/>
                      <a:pt x="960" y="89"/>
                    </a:cubicBezTo>
                    <a:cubicBezTo>
                      <a:pt x="1853" y="89"/>
                      <a:pt x="2755" y="489"/>
                      <a:pt x="3567" y="811"/>
                    </a:cubicBezTo>
                    <a:cubicBezTo>
                      <a:pt x="4151" y="1082"/>
                      <a:pt x="4776" y="1270"/>
                      <a:pt x="5402" y="1353"/>
                    </a:cubicBezTo>
                    <a:cubicBezTo>
                      <a:pt x="5537" y="1372"/>
                      <a:pt x="5672" y="1382"/>
                      <a:pt x="5807" y="1382"/>
                    </a:cubicBezTo>
                    <a:cubicBezTo>
                      <a:pt x="6254" y="1382"/>
                      <a:pt x="6696" y="1279"/>
                      <a:pt x="7112" y="1103"/>
                    </a:cubicBezTo>
                    <a:cubicBezTo>
                      <a:pt x="7676" y="832"/>
                      <a:pt x="8197" y="477"/>
                      <a:pt x="8698" y="81"/>
                    </a:cubicBezTo>
                    <a:cubicBezTo>
                      <a:pt x="8719" y="60"/>
                      <a:pt x="8739" y="39"/>
                      <a:pt x="8760" y="18"/>
                    </a:cubicBezTo>
                    <a:lnTo>
                      <a:pt x="8760" y="18"/>
                    </a:lnTo>
                    <a:cubicBezTo>
                      <a:pt x="8301" y="373"/>
                      <a:pt x="7822" y="686"/>
                      <a:pt x="7300" y="957"/>
                    </a:cubicBezTo>
                    <a:cubicBezTo>
                      <a:pt x="6865" y="1150"/>
                      <a:pt x="6406" y="1256"/>
                      <a:pt x="5941" y="1256"/>
                    </a:cubicBezTo>
                    <a:cubicBezTo>
                      <a:pt x="5803" y="1256"/>
                      <a:pt x="5665" y="1247"/>
                      <a:pt x="5527" y="1228"/>
                    </a:cubicBezTo>
                    <a:cubicBezTo>
                      <a:pt x="4297" y="1082"/>
                      <a:pt x="3233" y="394"/>
                      <a:pt x="2044" y="102"/>
                    </a:cubicBezTo>
                    <a:cubicBezTo>
                      <a:pt x="1780" y="34"/>
                      <a:pt x="1513" y="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17"/>
              <p:cNvSpPr/>
              <p:nvPr/>
            </p:nvSpPr>
            <p:spPr>
              <a:xfrm>
                <a:off x="1444475" y="2839275"/>
                <a:ext cx="209900" cy="65450"/>
              </a:xfrm>
              <a:custGeom>
                <a:rect b="b" l="l" r="r" t="t"/>
                <a:pathLst>
                  <a:path extrusionOk="0" h="2618" w="8396">
                    <a:moveTo>
                      <a:pt x="871" y="1"/>
                    </a:moveTo>
                    <a:cubicBezTo>
                      <a:pt x="586" y="1"/>
                      <a:pt x="300" y="64"/>
                      <a:pt x="31" y="187"/>
                    </a:cubicBezTo>
                    <a:cubicBezTo>
                      <a:pt x="5" y="204"/>
                      <a:pt x="1" y="211"/>
                      <a:pt x="8" y="211"/>
                    </a:cubicBezTo>
                    <a:cubicBezTo>
                      <a:pt x="18" y="211"/>
                      <a:pt x="49" y="199"/>
                      <a:pt x="73" y="187"/>
                    </a:cubicBezTo>
                    <a:lnTo>
                      <a:pt x="73" y="208"/>
                    </a:lnTo>
                    <a:cubicBezTo>
                      <a:pt x="263" y="105"/>
                      <a:pt x="464" y="64"/>
                      <a:pt x="666" y="64"/>
                    </a:cubicBezTo>
                    <a:cubicBezTo>
                      <a:pt x="1041" y="64"/>
                      <a:pt x="1424" y="205"/>
                      <a:pt x="1763" y="354"/>
                    </a:cubicBezTo>
                    <a:cubicBezTo>
                      <a:pt x="2284" y="583"/>
                      <a:pt x="2806" y="854"/>
                      <a:pt x="3306" y="1146"/>
                    </a:cubicBezTo>
                    <a:cubicBezTo>
                      <a:pt x="4307" y="1688"/>
                      <a:pt x="5308" y="2272"/>
                      <a:pt x="6456" y="2502"/>
                    </a:cubicBezTo>
                    <a:cubicBezTo>
                      <a:pt x="6772" y="2581"/>
                      <a:pt x="7095" y="2617"/>
                      <a:pt x="7420" y="2617"/>
                    </a:cubicBezTo>
                    <a:cubicBezTo>
                      <a:pt x="7695" y="2617"/>
                      <a:pt x="7972" y="2591"/>
                      <a:pt x="8249" y="2544"/>
                    </a:cubicBezTo>
                    <a:cubicBezTo>
                      <a:pt x="8270" y="2544"/>
                      <a:pt x="8395" y="2460"/>
                      <a:pt x="8333" y="2460"/>
                    </a:cubicBezTo>
                    <a:cubicBezTo>
                      <a:pt x="8092" y="2492"/>
                      <a:pt x="7854" y="2509"/>
                      <a:pt x="7618" y="2509"/>
                    </a:cubicBezTo>
                    <a:cubicBezTo>
                      <a:pt x="7241" y="2509"/>
                      <a:pt x="6869" y="2467"/>
                      <a:pt x="6497" y="2377"/>
                    </a:cubicBezTo>
                    <a:cubicBezTo>
                      <a:pt x="5913" y="2231"/>
                      <a:pt x="5329" y="2022"/>
                      <a:pt x="4808" y="1751"/>
                    </a:cubicBezTo>
                    <a:cubicBezTo>
                      <a:pt x="4266" y="1501"/>
                      <a:pt x="3744" y="1188"/>
                      <a:pt x="3223" y="917"/>
                    </a:cubicBezTo>
                    <a:cubicBezTo>
                      <a:pt x="2701" y="604"/>
                      <a:pt x="2159" y="354"/>
                      <a:pt x="1596" y="145"/>
                    </a:cubicBezTo>
                    <a:cubicBezTo>
                      <a:pt x="1363" y="48"/>
                      <a:pt x="1117" y="1"/>
                      <a:pt x="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17"/>
              <p:cNvSpPr/>
              <p:nvPr/>
            </p:nvSpPr>
            <p:spPr>
              <a:xfrm>
                <a:off x="1306725" y="2882175"/>
                <a:ext cx="246975" cy="95000"/>
              </a:xfrm>
              <a:custGeom>
                <a:rect b="b" l="l" r="r" t="t"/>
                <a:pathLst>
                  <a:path extrusionOk="0" h="3800" w="9879">
                    <a:moveTo>
                      <a:pt x="1233" y="0"/>
                    </a:moveTo>
                    <a:cubicBezTo>
                      <a:pt x="844" y="0"/>
                      <a:pt x="454" y="69"/>
                      <a:pt x="77" y="202"/>
                    </a:cubicBezTo>
                    <a:cubicBezTo>
                      <a:pt x="77" y="202"/>
                      <a:pt x="0" y="248"/>
                      <a:pt x="5" y="248"/>
                    </a:cubicBezTo>
                    <a:cubicBezTo>
                      <a:pt x="5" y="248"/>
                      <a:pt x="8" y="247"/>
                      <a:pt x="14" y="244"/>
                    </a:cubicBezTo>
                    <a:lnTo>
                      <a:pt x="14" y="264"/>
                    </a:lnTo>
                    <a:cubicBezTo>
                      <a:pt x="348" y="150"/>
                      <a:pt x="692" y="92"/>
                      <a:pt x="1036" y="92"/>
                    </a:cubicBezTo>
                    <a:cubicBezTo>
                      <a:pt x="1380" y="92"/>
                      <a:pt x="1725" y="150"/>
                      <a:pt x="2058" y="264"/>
                    </a:cubicBezTo>
                    <a:cubicBezTo>
                      <a:pt x="2726" y="536"/>
                      <a:pt x="3351" y="911"/>
                      <a:pt x="3915" y="1370"/>
                    </a:cubicBezTo>
                    <a:cubicBezTo>
                      <a:pt x="5062" y="2246"/>
                      <a:pt x="6146" y="3247"/>
                      <a:pt x="7565" y="3643"/>
                    </a:cubicBezTo>
                    <a:cubicBezTo>
                      <a:pt x="7893" y="3747"/>
                      <a:pt x="8234" y="3799"/>
                      <a:pt x="8577" y="3799"/>
                    </a:cubicBezTo>
                    <a:cubicBezTo>
                      <a:pt x="8995" y="3799"/>
                      <a:pt x="9416" y="3721"/>
                      <a:pt x="9817" y="3560"/>
                    </a:cubicBezTo>
                    <a:cubicBezTo>
                      <a:pt x="9817" y="3560"/>
                      <a:pt x="9879" y="3514"/>
                      <a:pt x="9870" y="3514"/>
                    </a:cubicBezTo>
                    <a:cubicBezTo>
                      <a:pt x="9868" y="3514"/>
                      <a:pt x="9865" y="3515"/>
                      <a:pt x="9859" y="3518"/>
                    </a:cubicBezTo>
                    <a:cubicBezTo>
                      <a:pt x="9517" y="3634"/>
                      <a:pt x="9173" y="3685"/>
                      <a:pt x="8831" y="3685"/>
                    </a:cubicBezTo>
                    <a:cubicBezTo>
                      <a:pt x="7754" y="3685"/>
                      <a:pt x="6699" y="3176"/>
                      <a:pt x="5813" y="2559"/>
                    </a:cubicBezTo>
                    <a:cubicBezTo>
                      <a:pt x="4665" y="1745"/>
                      <a:pt x="3602" y="640"/>
                      <a:pt x="2246" y="160"/>
                    </a:cubicBezTo>
                    <a:cubicBezTo>
                      <a:pt x="1914" y="53"/>
                      <a:pt x="1574" y="0"/>
                      <a:pt x="1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17"/>
              <p:cNvSpPr/>
              <p:nvPr/>
            </p:nvSpPr>
            <p:spPr>
              <a:xfrm>
                <a:off x="1292475" y="2690100"/>
                <a:ext cx="80325" cy="204950"/>
              </a:xfrm>
              <a:custGeom>
                <a:rect b="b" l="l" r="r" t="t"/>
                <a:pathLst>
                  <a:path extrusionOk="0" h="8198" w="3213">
                    <a:moveTo>
                      <a:pt x="3108" y="1"/>
                    </a:moveTo>
                    <a:cubicBezTo>
                      <a:pt x="2649" y="293"/>
                      <a:pt x="2274" y="731"/>
                      <a:pt x="2065" y="1231"/>
                    </a:cubicBezTo>
                    <a:cubicBezTo>
                      <a:pt x="1857" y="1815"/>
                      <a:pt x="1794" y="2462"/>
                      <a:pt x="1919" y="3067"/>
                    </a:cubicBezTo>
                    <a:cubicBezTo>
                      <a:pt x="2023" y="3672"/>
                      <a:pt x="2003" y="4297"/>
                      <a:pt x="1877" y="4902"/>
                    </a:cubicBezTo>
                    <a:cubicBezTo>
                      <a:pt x="1731" y="5486"/>
                      <a:pt x="1502" y="6049"/>
                      <a:pt x="1189" y="6571"/>
                    </a:cubicBezTo>
                    <a:cubicBezTo>
                      <a:pt x="855" y="7155"/>
                      <a:pt x="459" y="7697"/>
                      <a:pt x="0" y="8198"/>
                    </a:cubicBezTo>
                    <a:cubicBezTo>
                      <a:pt x="11" y="8187"/>
                      <a:pt x="37" y="8187"/>
                      <a:pt x="63" y="8187"/>
                    </a:cubicBezTo>
                    <a:cubicBezTo>
                      <a:pt x="89" y="8187"/>
                      <a:pt x="115" y="8187"/>
                      <a:pt x="125" y="8177"/>
                    </a:cubicBezTo>
                    <a:cubicBezTo>
                      <a:pt x="960" y="7322"/>
                      <a:pt x="1606" y="6279"/>
                      <a:pt x="1982" y="5153"/>
                    </a:cubicBezTo>
                    <a:cubicBezTo>
                      <a:pt x="2169" y="4589"/>
                      <a:pt x="2211" y="3985"/>
                      <a:pt x="2149" y="3401"/>
                    </a:cubicBezTo>
                    <a:cubicBezTo>
                      <a:pt x="2086" y="2754"/>
                      <a:pt x="1982" y="2128"/>
                      <a:pt x="2149" y="1502"/>
                    </a:cubicBezTo>
                    <a:cubicBezTo>
                      <a:pt x="2336" y="898"/>
                      <a:pt x="2691" y="355"/>
                      <a:pt x="3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7"/>
              <p:cNvSpPr/>
              <p:nvPr/>
            </p:nvSpPr>
            <p:spPr>
              <a:xfrm>
                <a:off x="1241900" y="2912450"/>
                <a:ext cx="194500" cy="98375"/>
              </a:xfrm>
              <a:custGeom>
                <a:rect b="b" l="l" r="r" t="t"/>
                <a:pathLst>
                  <a:path extrusionOk="0" h="3935" w="7780">
                    <a:moveTo>
                      <a:pt x="615" y="1"/>
                    </a:moveTo>
                    <a:cubicBezTo>
                      <a:pt x="407" y="1"/>
                      <a:pt x="200" y="42"/>
                      <a:pt x="0" y="138"/>
                    </a:cubicBezTo>
                    <a:cubicBezTo>
                      <a:pt x="0" y="138"/>
                      <a:pt x="63" y="242"/>
                      <a:pt x="83" y="242"/>
                    </a:cubicBezTo>
                    <a:lnTo>
                      <a:pt x="83" y="221"/>
                    </a:lnTo>
                    <a:cubicBezTo>
                      <a:pt x="277" y="171"/>
                      <a:pt x="473" y="146"/>
                      <a:pt x="669" y="146"/>
                    </a:cubicBezTo>
                    <a:cubicBezTo>
                      <a:pt x="1041" y="146"/>
                      <a:pt x="1410" y="239"/>
                      <a:pt x="1752" y="430"/>
                    </a:cubicBezTo>
                    <a:cubicBezTo>
                      <a:pt x="2336" y="722"/>
                      <a:pt x="2774" y="1223"/>
                      <a:pt x="3212" y="1723"/>
                    </a:cubicBezTo>
                    <a:cubicBezTo>
                      <a:pt x="3546" y="2140"/>
                      <a:pt x="3963" y="2516"/>
                      <a:pt x="4401" y="2850"/>
                    </a:cubicBezTo>
                    <a:cubicBezTo>
                      <a:pt x="4860" y="3183"/>
                      <a:pt x="5381" y="3434"/>
                      <a:pt x="5924" y="3621"/>
                    </a:cubicBezTo>
                    <a:cubicBezTo>
                      <a:pt x="6528" y="3809"/>
                      <a:pt x="7154" y="3934"/>
                      <a:pt x="7780" y="3934"/>
                    </a:cubicBezTo>
                    <a:cubicBezTo>
                      <a:pt x="7759" y="3934"/>
                      <a:pt x="7738" y="3872"/>
                      <a:pt x="7717" y="3872"/>
                    </a:cubicBezTo>
                    <a:cubicBezTo>
                      <a:pt x="6528" y="3684"/>
                      <a:pt x="5360" y="3434"/>
                      <a:pt x="4359" y="2766"/>
                    </a:cubicBezTo>
                    <a:cubicBezTo>
                      <a:pt x="3337" y="2078"/>
                      <a:pt x="2774" y="931"/>
                      <a:pt x="1710" y="326"/>
                    </a:cubicBezTo>
                    <a:cubicBezTo>
                      <a:pt x="1374" y="137"/>
                      <a:pt x="994" y="1"/>
                      <a:pt x="6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17"/>
              <p:cNvSpPr/>
              <p:nvPr/>
            </p:nvSpPr>
            <p:spPr>
              <a:xfrm>
                <a:off x="616150" y="2643000"/>
                <a:ext cx="102225" cy="148225"/>
              </a:xfrm>
              <a:custGeom>
                <a:rect b="b" l="l" r="r" t="t"/>
                <a:pathLst>
                  <a:path extrusionOk="0" h="5929" w="4089">
                    <a:moveTo>
                      <a:pt x="146" y="1"/>
                    </a:moveTo>
                    <a:cubicBezTo>
                      <a:pt x="84" y="1"/>
                      <a:pt x="1" y="28"/>
                      <a:pt x="1" y="28"/>
                    </a:cubicBezTo>
                    <a:cubicBezTo>
                      <a:pt x="189" y="404"/>
                      <a:pt x="647" y="466"/>
                      <a:pt x="981" y="633"/>
                    </a:cubicBezTo>
                    <a:cubicBezTo>
                      <a:pt x="1377" y="842"/>
                      <a:pt x="1669" y="1217"/>
                      <a:pt x="1815" y="1655"/>
                    </a:cubicBezTo>
                    <a:cubicBezTo>
                      <a:pt x="1982" y="2072"/>
                      <a:pt x="2087" y="2531"/>
                      <a:pt x="2212" y="2990"/>
                    </a:cubicBezTo>
                    <a:cubicBezTo>
                      <a:pt x="2358" y="3491"/>
                      <a:pt x="2566" y="3991"/>
                      <a:pt x="2837" y="4471"/>
                    </a:cubicBezTo>
                    <a:cubicBezTo>
                      <a:pt x="3129" y="4993"/>
                      <a:pt x="3484" y="5493"/>
                      <a:pt x="3922" y="5910"/>
                    </a:cubicBezTo>
                    <a:cubicBezTo>
                      <a:pt x="3929" y="5924"/>
                      <a:pt x="3950" y="5929"/>
                      <a:pt x="3974" y="5929"/>
                    </a:cubicBezTo>
                    <a:cubicBezTo>
                      <a:pt x="4022" y="5929"/>
                      <a:pt x="4082" y="5910"/>
                      <a:pt x="4068" y="5910"/>
                    </a:cubicBezTo>
                    <a:lnTo>
                      <a:pt x="4089" y="5889"/>
                    </a:lnTo>
                    <a:cubicBezTo>
                      <a:pt x="3713" y="5493"/>
                      <a:pt x="3380" y="5034"/>
                      <a:pt x="3109" y="4575"/>
                    </a:cubicBezTo>
                    <a:cubicBezTo>
                      <a:pt x="2837" y="4117"/>
                      <a:pt x="2608" y="3616"/>
                      <a:pt x="2441" y="3115"/>
                    </a:cubicBezTo>
                    <a:cubicBezTo>
                      <a:pt x="2191" y="2323"/>
                      <a:pt x="2128" y="1280"/>
                      <a:pt x="1398" y="758"/>
                    </a:cubicBezTo>
                    <a:cubicBezTo>
                      <a:pt x="1044" y="487"/>
                      <a:pt x="418" y="466"/>
                      <a:pt x="209" y="28"/>
                    </a:cubicBezTo>
                    <a:cubicBezTo>
                      <a:pt x="202" y="8"/>
                      <a:pt x="177"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17"/>
              <p:cNvSpPr/>
              <p:nvPr/>
            </p:nvSpPr>
            <p:spPr>
              <a:xfrm>
                <a:off x="742175" y="2654950"/>
                <a:ext cx="60675" cy="189225"/>
              </a:xfrm>
              <a:custGeom>
                <a:rect b="b" l="l" r="r" t="t"/>
                <a:pathLst>
                  <a:path extrusionOk="0" h="7569" w="2427">
                    <a:moveTo>
                      <a:pt x="20" y="0"/>
                    </a:moveTo>
                    <a:cubicBezTo>
                      <a:pt x="7" y="0"/>
                      <a:pt x="0" y="2"/>
                      <a:pt x="7" y="9"/>
                    </a:cubicBezTo>
                    <a:cubicBezTo>
                      <a:pt x="153" y="197"/>
                      <a:pt x="341" y="343"/>
                      <a:pt x="487" y="531"/>
                    </a:cubicBezTo>
                    <a:cubicBezTo>
                      <a:pt x="633" y="739"/>
                      <a:pt x="758" y="948"/>
                      <a:pt x="863" y="1177"/>
                    </a:cubicBezTo>
                    <a:cubicBezTo>
                      <a:pt x="1050" y="1678"/>
                      <a:pt x="1196" y="2178"/>
                      <a:pt x="1238" y="2721"/>
                    </a:cubicBezTo>
                    <a:cubicBezTo>
                      <a:pt x="1405" y="3785"/>
                      <a:pt x="1301" y="4890"/>
                      <a:pt x="1551" y="5975"/>
                    </a:cubicBezTo>
                    <a:cubicBezTo>
                      <a:pt x="1655" y="6559"/>
                      <a:pt x="1926" y="7101"/>
                      <a:pt x="2323" y="7560"/>
                    </a:cubicBezTo>
                    <a:cubicBezTo>
                      <a:pt x="2330" y="7567"/>
                      <a:pt x="2343" y="7569"/>
                      <a:pt x="2359" y="7569"/>
                    </a:cubicBezTo>
                    <a:cubicBezTo>
                      <a:pt x="2390" y="7569"/>
                      <a:pt x="2427" y="7560"/>
                      <a:pt x="2427" y="7560"/>
                    </a:cubicBezTo>
                    <a:cubicBezTo>
                      <a:pt x="988" y="5787"/>
                      <a:pt x="1905" y="3326"/>
                      <a:pt x="1113" y="1323"/>
                    </a:cubicBezTo>
                    <a:cubicBezTo>
                      <a:pt x="946" y="781"/>
                      <a:pt x="591" y="322"/>
                      <a:pt x="112" y="9"/>
                    </a:cubicBezTo>
                    <a:cubicBezTo>
                      <a:pt x="98" y="9"/>
                      <a:pt x="4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17"/>
              <p:cNvSpPr/>
              <p:nvPr/>
            </p:nvSpPr>
            <p:spPr>
              <a:xfrm>
                <a:off x="854450" y="2752675"/>
                <a:ext cx="32350" cy="160625"/>
              </a:xfrm>
              <a:custGeom>
                <a:rect b="b" l="l" r="r" t="t"/>
                <a:pathLst>
                  <a:path extrusionOk="0" h="6425" w="1294">
                    <a:moveTo>
                      <a:pt x="1" y="1"/>
                    </a:moveTo>
                    <a:cubicBezTo>
                      <a:pt x="22" y="543"/>
                      <a:pt x="84" y="1064"/>
                      <a:pt x="209" y="1586"/>
                    </a:cubicBezTo>
                    <a:cubicBezTo>
                      <a:pt x="293" y="2128"/>
                      <a:pt x="376" y="2670"/>
                      <a:pt x="460" y="3192"/>
                    </a:cubicBezTo>
                    <a:cubicBezTo>
                      <a:pt x="647" y="4256"/>
                      <a:pt x="835" y="5340"/>
                      <a:pt x="1106" y="6383"/>
                    </a:cubicBezTo>
                    <a:cubicBezTo>
                      <a:pt x="1106" y="6407"/>
                      <a:pt x="1163" y="6418"/>
                      <a:pt x="1211" y="6418"/>
                    </a:cubicBezTo>
                    <a:cubicBezTo>
                      <a:pt x="1244" y="6418"/>
                      <a:pt x="1273" y="6413"/>
                      <a:pt x="1273" y="6404"/>
                    </a:cubicBezTo>
                    <a:lnTo>
                      <a:pt x="1294" y="6425"/>
                    </a:lnTo>
                    <a:cubicBezTo>
                      <a:pt x="1106" y="5361"/>
                      <a:pt x="856" y="4297"/>
                      <a:pt x="668" y="3234"/>
                    </a:cubicBezTo>
                    <a:cubicBezTo>
                      <a:pt x="564" y="2712"/>
                      <a:pt x="480" y="2191"/>
                      <a:pt x="397" y="1648"/>
                    </a:cubicBezTo>
                    <a:cubicBezTo>
                      <a:pt x="334" y="1106"/>
                      <a:pt x="251" y="564"/>
                      <a:pt x="126" y="22"/>
                    </a:cubicBezTo>
                    <a:cubicBezTo>
                      <a:pt x="126"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17"/>
              <p:cNvSpPr/>
              <p:nvPr/>
            </p:nvSpPr>
            <p:spPr>
              <a:xfrm>
                <a:off x="937375" y="2835875"/>
                <a:ext cx="24525" cy="155650"/>
              </a:xfrm>
              <a:custGeom>
                <a:rect b="b" l="l" r="r" t="t"/>
                <a:pathLst>
                  <a:path extrusionOk="0" h="6226" w="981">
                    <a:moveTo>
                      <a:pt x="740" y="1"/>
                    </a:moveTo>
                    <a:cubicBezTo>
                      <a:pt x="728" y="1"/>
                      <a:pt x="716" y="3"/>
                      <a:pt x="709" y="10"/>
                    </a:cubicBezTo>
                    <a:cubicBezTo>
                      <a:pt x="0" y="1991"/>
                      <a:pt x="146" y="4265"/>
                      <a:pt x="876" y="6205"/>
                    </a:cubicBezTo>
                    <a:cubicBezTo>
                      <a:pt x="876" y="6215"/>
                      <a:pt x="902" y="6220"/>
                      <a:pt x="928" y="6220"/>
                    </a:cubicBezTo>
                    <a:cubicBezTo>
                      <a:pt x="948" y="6220"/>
                      <a:pt x="967" y="6217"/>
                      <a:pt x="976" y="6211"/>
                    </a:cubicBezTo>
                    <a:lnTo>
                      <a:pt x="976" y="6211"/>
                    </a:lnTo>
                    <a:cubicBezTo>
                      <a:pt x="977" y="6216"/>
                      <a:pt x="979" y="6221"/>
                      <a:pt x="980" y="6225"/>
                    </a:cubicBezTo>
                    <a:lnTo>
                      <a:pt x="980" y="6205"/>
                    </a:lnTo>
                    <a:cubicBezTo>
                      <a:pt x="980" y="6207"/>
                      <a:pt x="979" y="6209"/>
                      <a:pt x="976" y="6211"/>
                    </a:cubicBezTo>
                    <a:lnTo>
                      <a:pt x="976" y="6211"/>
                    </a:lnTo>
                    <a:cubicBezTo>
                      <a:pt x="645" y="5215"/>
                      <a:pt x="480" y="4177"/>
                      <a:pt x="459" y="3138"/>
                    </a:cubicBezTo>
                    <a:cubicBezTo>
                      <a:pt x="438" y="2075"/>
                      <a:pt x="542" y="1032"/>
                      <a:pt x="793" y="10"/>
                    </a:cubicBezTo>
                    <a:cubicBezTo>
                      <a:pt x="793" y="10"/>
                      <a:pt x="765"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17"/>
              <p:cNvSpPr/>
              <p:nvPr/>
            </p:nvSpPr>
            <p:spPr>
              <a:xfrm>
                <a:off x="530650" y="2752025"/>
                <a:ext cx="127250" cy="14225"/>
              </a:xfrm>
              <a:custGeom>
                <a:rect b="b" l="l" r="r" t="t"/>
                <a:pathLst>
                  <a:path extrusionOk="0" h="569" w="5090">
                    <a:moveTo>
                      <a:pt x="2272" y="0"/>
                    </a:moveTo>
                    <a:cubicBezTo>
                      <a:pt x="1917" y="0"/>
                      <a:pt x="1570" y="38"/>
                      <a:pt x="1210" y="89"/>
                    </a:cubicBezTo>
                    <a:cubicBezTo>
                      <a:pt x="1001" y="131"/>
                      <a:pt x="814" y="173"/>
                      <a:pt x="605" y="214"/>
                    </a:cubicBezTo>
                    <a:cubicBezTo>
                      <a:pt x="396" y="256"/>
                      <a:pt x="209" y="319"/>
                      <a:pt x="42" y="444"/>
                    </a:cubicBezTo>
                    <a:cubicBezTo>
                      <a:pt x="0" y="465"/>
                      <a:pt x="125" y="569"/>
                      <a:pt x="146" y="569"/>
                    </a:cubicBezTo>
                    <a:cubicBezTo>
                      <a:pt x="355" y="527"/>
                      <a:pt x="584" y="486"/>
                      <a:pt x="793" y="402"/>
                    </a:cubicBezTo>
                    <a:cubicBezTo>
                      <a:pt x="980" y="360"/>
                      <a:pt x="1168" y="319"/>
                      <a:pt x="1356" y="298"/>
                    </a:cubicBezTo>
                    <a:cubicBezTo>
                      <a:pt x="1773" y="214"/>
                      <a:pt x="2190" y="173"/>
                      <a:pt x="2607" y="173"/>
                    </a:cubicBezTo>
                    <a:cubicBezTo>
                      <a:pt x="3442" y="173"/>
                      <a:pt x="4276" y="298"/>
                      <a:pt x="5069" y="548"/>
                    </a:cubicBezTo>
                    <a:cubicBezTo>
                      <a:pt x="5089" y="548"/>
                      <a:pt x="5027" y="465"/>
                      <a:pt x="5006" y="465"/>
                    </a:cubicBezTo>
                    <a:lnTo>
                      <a:pt x="5006" y="444"/>
                    </a:lnTo>
                    <a:cubicBezTo>
                      <a:pt x="4213" y="152"/>
                      <a:pt x="3358" y="6"/>
                      <a:pt x="2503" y="6"/>
                    </a:cubicBezTo>
                    <a:cubicBezTo>
                      <a:pt x="2425" y="2"/>
                      <a:pt x="2349" y="0"/>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17"/>
              <p:cNvSpPr/>
              <p:nvPr/>
            </p:nvSpPr>
            <p:spPr>
              <a:xfrm>
                <a:off x="535325" y="2810550"/>
                <a:ext cx="221125" cy="41750"/>
              </a:xfrm>
              <a:custGeom>
                <a:rect b="b" l="l" r="r" t="t"/>
                <a:pathLst>
                  <a:path extrusionOk="0" h="1670" w="8845">
                    <a:moveTo>
                      <a:pt x="8830" y="579"/>
                    </a:moveTo>
                    <a:lnTo>
                      <a:pt x="8830" y="579"/>
                    </a:lnTo>
                    <a:cubicBezTo>
                      <a:pt x="8835" y="583"/>
                      <a:pt x="8840" y="585"/>
                      <a:pt x="8845" y="585"/>
                    </a:cubicBezTo>
                    <a:cubicBezTo>
                      <a:pt x="8840" y="583"/>
                      <a:pt x="8835" y="581"/>
                      <a:pt x="8830" y="579"/>
                    </a:cubicBezTo>
                    <a:close/>
                    <a:moveTo>
                      <a:pt x="1" y="1106"/>
                    </a:moveTo>
                    <a:cubicBezTo>
                      <a:pt x="2" y="1106"/>
                      <a:pt x="4" y="1107"/>
                      <a:pt x="5" y="1107"/>
                    </a:cubicBezTo>
                    <a:lnTo>
                      <a:pt x="5" y="1107"/>
                    </a:lnTo>
                    <a:cubicBezTo>
                      <a:pt x="4" y="1107"/>
                      <a:pt x="2" y="1106"/>
                      <a:pt x="1" y="1106"/>
                    </a:cubicBezTo>
                    <a:close/>
                    <a:moveTo>
                      <a:pt x="6926" y="1"/>
                    </a:moveTo>
                    <a:cubicBezTo>
                      <a:pt x="6300" y="1"/>
                      <a:pt x="5820" y="293"/>
                      <a:pt x="5340" y="647"/>
                    </a:cubicBezTo>
                    <a:cubicBezTo>
                      <a:pt x="4882" y="1002"/>
                      <a:pt x="4360" y="1252"/>
                      <a:pt x="3818" y="1419"/>
                    </a:cubicBezTo>
                    <a:cubicBezTo>
                      <a:pt x="3427" y="1500"/>
                      <a:pt x="3028" y="1546"/>
                      <a:pt x="2631" y="1546"/>
                    </a:cubicBezTo>
                    <a:cubicBezTo>
                      <a:pt x="2414" y="1546"/>
                      <a:pt x="2197" y="1532"/>
                      <a:pt x="1982" y="1503"/>
                    </a:cubicBezTo>
                    <a:cubicBezTo>
                      <a:pt x="1316" y="1419"/>
                      <a:pt x="671" y="1211"/>
                      <a:pt x="5" y="1107"/>
                    </a:cubicBezTo>
                    <a:lnTo>
                      <a:pt x="5" y="1107"/>
                    </a:lnTo>
                    <a:cubicBezTo>
                      <a:pt x="29" y="1114"/>
                      <a:pt x="86" y="1170"/>
                      <a:pt x="105" y="1190"/>
                    </a:cubicBezTo>
                    <a:cubicBezTo>
                      <a:pt x="710" y="1377"/>
                      <a:pt x="1315" y="1523"/>
                      <a:pt x="1941" y="1607"/>
                    </a:cubicBezTo>
                    <a:cubicBezTo>
                      <a:pt x="2222" y="1649"/>
                      <a:pt x="2504" y="1669"/>
                      <a:pt x="2788" y="1669"/>
                    </a:cubicBezTo>
                    <a:cubicBezTo>
                      <a:pt x="3072" y="1669"/>
                      <a:pt x="3359" y="1649"/>
                      <a:pt x="3651" y="1607"/>
                    </a:cubicBezTo>
                    <a:cubicBezTo>
                      <a:pt x="4214" y="1523"/>
                      <a:pt x="4736" y="1294"/>
                      <a:pt x="5215" y="960"/>
                    </a:cubicBezTo>
                    <a:cubicBezTo>
                      <a:pt x="5674" y="627"/>
                      <a:pt x="6133" y="251"/>
                      <a:pt x="6696" y="147"/>
                    </a:cubicBezTo>
                    <a:cubicBezTo>
                      <a:pt x="6819" y="126"/>
                      <a:pt x="6942" y="117"/>
                      <a:pt x="7064" y="117"/>
                    </a:cubicBezTo>
                    <a:cubicBezTo>
                      <a:pt x="7680" y="117"/>
                      <a:pt x="8276" y="354"/>
                      <a:pt x="8830" y="579"/>
                    </a:cubicBezTo>
                    <a:lnTo>
                      <a:pt x="8830" y="579"/>
                    </a:lnTo>
                    <a:cubicBezTo>
                      <a:pt x="8814" y="567"/>
                      <a:pt x="8798" y="538"/>
                      <a:pt x="8782" y="522"/>
                    </a:cubicBezTo>
                    <a:cubicBezTo>
                      <a:pt x="8198" y="209"/>
                      <a:pt x="7572" y="43"/>
                      <a:pt x="6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17"/>
              <p:cNvSpPr/>
              <p:nvPr/>
            </p:nvSpPr>
            <p:spPr>
              <a:xfrm>
                <a:off x="624500" y="2878025"/>
                <a:ext cx="226850" cy="58625"/>
              </a:xfrm>
              <a:custGeom>
                <a:rect b="b" l="l" r="r" t="t"/>
                <a:pathLst>
                  <a:path extrusionOk="0" h="2345" w="9074">
                    <a:moveTo>
                      <a:pt x="7100" y="1"/>
                    </a:moveTo>
                    <a:cubicBezTo>
                      <a:pt x="6562" y="1"/>
                      <a:pt x="6023" y="80"/>
                      <a:pt x="5507" y="243"/>
                    </a:cubicBezTo>
                    <a:cubicBezTo>
                      <a:pt x="4923" y="451"/>
                      <a:pt x="4360" y="743"/>
                      <a:pt x="3838" y="1098"/>
                    </a:cubicBezTo>
                    <a:cubicBezTo>
                      <a:pt x="3296" y="1452"/>
                      <a:pt x="2712" y="1744"/>
                      <a:pt x="2107" y="1953"/>
                    </a:cubicBezTo>
                    <a:cubicBezTo>
                      <a:pt x="1753" y="2057"/>
                      <a:pt x="1398" y="2141"/>
                      <a:pt x="1043" y="2203"/>
                    </a:cubicBezTo>
                    <a:cubicBezTo>
                      <a:pt x="689" y="2245"/>
                      <a:pt x="355" y="2287"/>
                      <a:pt x="1" y="2287"/>
                    </a:cubicBezTo>
                    <a:cubicBezTo>
                      <a:pt x="1" y="2287"/>
                      <a:pt x="63" y="2328"/>
                      <a:pt x="84" y="2328"/>
                    </a:cubicBezTo>
                    <a:cubicBezTo>
                      <a:pt x="251" y="2339"/>
                      <a:pt x="418" y="2344"/>
                      <a:pt x="582" y="2344"/>
                    </a:cubicBezTo>
                    <a:cubicBezTo>
                      <a:pt x="746" y="2344"/>
                      <a:pt x="908" y="2339"/>
                      <a:pt x="1064" y="2328"/>
                    </a:cubicBezTo>
                    <a:cubicBezTo>
                      <a:pt x="1377" y="2287"/>
                      <a:pt x="1690" y="2245"/>
                      <a:pt x="1982" y="2162"/>
                    </a:cubicBezTo>
                    <a:cubicBezTo>
                      <a:pt x="2566" y="1995"/>
                      <a:pt x="3129" y="1765"/>
                      <a:pt x="3651" y="1452"/>
                    </a:cubicBezTo>
                    <a:cubicBezTo>
                      <a:pt x="4172" y="1098"/>
                      <a:pt x="4714" y="785"/>
                      <a:pt x="5278" y="514"/>
                    </a:cubicBezTo>
                    <a:cubicBezTo>
                      <a:pt x="5937" y="241"/>
                      <a:pt x="6634" y="104"/>
                      <a:pt x="7335" y="104"/>
                    </a:cubicBezTo>
                    <a:cubicBezTo>
                      <a:pt x="7919" y="104"/>
                      <a:pt x="8505" y="199"/>
                      <a:pt x="9074" y="389"/>
                    </a:cubicBezTo>
                    <a:cubicBezTo>
                      <a:pt x="9032" y="368"/>
                      <a:pt x="8990" y="347"/>
                      <a:pt x="8948" y="326"/>
                    </a:cubicBezTo>
                    <a:lnTo>
                      <a:pt x="8969" y="326"/>
                    </a:lnTo>
                    <a:cubicBezTo>
                      <a:pt x="8371" y="112"/>
                      <a:pt x="7735" y="1"/>
                      <a:pt x="7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7"/>
              <p:cNvSpPr/>
              <p:nvPr/>
            </p:nvSpPr>
            <p:spPr>
              <a:xfrm>
                <a:off x="746525" y="2958550"/>
                <a:ext cx="189300" cy="53375"/>
              </a:xfrm>
              <a:custGeom>
                <a:rect b="b" l="l" r="r" t="t"/>
                <a:pathLst>
                  <a:path extrusionOk="0" h="2135" w="7572">
                    <a:moveTo>
                      <a:pt x="7551" y="255"/>
                    </a:moveTo>
                    <a:cubicBezTo>
                      <a:pt x="7551" y="255"/>
                      <a:pt x="7547" y="257"/>
                      <a:pt x="7541" y="261"/>
                    </a:cubicBezTo>
                    <a:lnTo>
                      <a:pt x="7541" y="261"/>
                    </a:lnTo>
                    <a:cubicBezTo>
                      <a:pt x="7551" y="266"/>
                      <a:pt x="7562" y="270"/>
                      <a:pt x="7572" y="276"/>
                    </a:cubicBezTo>
                    <a:lnTo>
                      <a:pt x="7551" y="255"/>
                    </a:lnTo>
                    <a:close/>
                    <a:moveTo>
                      <a:pt x="6354" y="1"/>
                    </a:moveTo>
                    <a:cubicBezTo>
                      <a:pt x="5838" y="1"/>
                      <a:pt x="5315" y="123"/>
                      <a:pt x="4818" y="296"/>
                    </a:cubicBezTo>
                    <a:cubicBezTo>
                      <a:pt x="3859" y="630"/>
                      <a:pt x="3004" y="1193"/>
                      <a:pt x="2065" y="1610"/>
                    </a:cubicBezTo>
                    <a:cubicBezTo>
                      <a:pt x="1481" y="1882"/>
                      <a:pt x="855" y="2028"/>
                      <a:pt x="209" y="2048"/>
                    </a:cubicBezTo>
                    <a:cubicBezTo>
                      <a:pt x="167" y="2048"/>
                      <a:pt x="125" y="2069"/>
                      <a:pt x="84" y="2090"/>
                    </a:cubicBezTo>
                    <a:cubicBezTo>
                      <a:pt x="84" y="2090"/>
                      <a:pt x="0" y="2132"/>
                      <a:pt x="21" y="2132"/>
                    </a:cubicBezTo>
                    <a:cubicBezTo>
                      <a:pt x="64" y="2134"/>
                      <a:pt x="107" y="2135"/>
                      <a:pt x="149" y="2135"/>
                    </a:cubicBezTo>
                    <a:cubicBezTo>
                      <a:pt x="1028" y="2135"/>
                      <a:pt x="1935" y="1737"/>
                      <a:pt x="2691" y="1339"/>
                    </a:cubicBezTo>
                    <a:cubicBezTo>
                      <a:pt x="3692" y="860"/>
                      <a:pt x="4651" y="234"/>
                      <a:pt x="5757" y="88"/>
                    </a:cubicBezTo>
                    <a:cubicBezTo>
                      <a:pt x="5925" y="58"/>
                      <a:pt x="6094" y="43"/>
                      <a:pt x="6262" y="43"/>
                    </a:cubicBezTo>
                    <a:cubicBezTo>
                      <a:pt x="6681" y="43"/>
                      <a:pt x="7095" y="133"/>
                      <a:pt x="7467" y="296"/>
                    </a:cubicBezTo>
                    <a:cubicBezTo>
                      <a:pt x="7483" y="296"/>
                      <a:pt x="7523" y="272"/>
                      <a:pt x="7541" y="261"/>
                    </a:cubicBezTo>
                    <a:lnTo>
                      <a:pt x="7541" y="261"/>
                    </a:lnTo>
                    <a:cubicBezTo>
                      <a:pt x="7160" y="76"/>
                      <a:pt x="6759" y="1"/>
                      <a:pt x="6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17"/>
              <p:cNvSpPr/>
              <p:nvPr/>
            </p:nvSpPr>
            <p:spPr>
              <a:xfrm>
                <a:off x="298075" y="2487275"/>
                <a:ext cx="123000" cy="71500"/>
              </a:xfrm>
              <a:custGeom>
                <a:rect b="b" l="l" r="r" t="t"/>
                <a:pathLst>
                  <a:path extrusionOk="0" h="2860" w="4920">
                    <a:moveTo>
                      <a:pt x="63" y="0"/>
                    </a:moveTo>
                    <a:cubicBezTo>
                      <a:pt x="1" y="0"/>
                      <a:pt x="147" y="84"/>
                      <a:pt x="167" y="104"/>
                    </a:cubicBezTo>
                    <a:cubicBezTo>
                      <a:pt x="606" y="250"/>
                      <a:pt x="1023" y="355"/>
                      <a:pt x="1440" y="542"/>
                    </a:cubicBezTo>
                    <a:cubicBezTo>
                      <a:pt x="1857" y="709"/>
                      <a:pt x="2253" y="918"/>
                      <a:pt x="2650" y="1147"/>
                    </a:cubicBezTo>
                    <a:cubicBezTo>
                      <a:pt x="3421" y="1606"/>
                      <a:pt x="4151" y="2149"/>
                      <a:pt x="4777" y="2795"/>
                    </a:cubicBezTo>
                    <a:cubicBezTo>
                      <a:pt x="4792" y="2810"/>
                      <a:pt x="4887" y="2860"/>
                      <a:pt x="4911" y="2860"/>
                    </a:cubicBezTo>
                    <a:cubicBezTo>
                      <a:pt x="4919" y="2860"/>
                      <a:pt x="4919" y="2853"/>
                      <a:pt x="4902" y="2837"/>
                    </a:cubicBezTo>
                    <a:cubicBezTo>
                      <a:pt x="4235" y="2149"/>
                      <a:pt x="3484" y="1564"/>
                      <a:pt x="2650" y="1085"/>
                    </a:cubicBezTo>
                    <a:cubicBezTo>
                      <a:pt x="2253" y="834"/>
                      <a:pt x="1815" y="626"/>
                      <a:pt x="1398" y="459"/>
                    </a:cubicBezTo>
                    <a:cubicBezTo>
                      <a:pt x="960" y="250"/>
                      <a:pt x="522" y="104"/>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7"/>
              <p:cNvSpPr/>
              <p:nvPr/>
            </p:nvSpPr>
            <p:spPr>
              <a:xfrm>
                <a:off x="409675" y="2457025"/>
                <a:ext cx="118300" cy="128400"/>
              </a:xfrm>
              <a:custGeom>
                <a:rect b="b" l="l" r="r" t="t"/>
                <a:pathLst>
                  <a:path extrusionOk="0" h="5136" w="4732">
                    <a:moveTo>
                      <a:pt x="63" y="0"/>
                    </a:moveTo>
                    <a:cubicBezTo>
                      <a:pt x="63" y="0"/>
                      <a:pt x="0" y="21"/>
                      <a:pt x="0" y="42"/>
                    </a:cubicBezTo>
                    <a:cubicBezTo>
                      <a:pt x="334" y="501"/>
                      <a:pt x="709" y="939"/>
                      <a:pt x="1126" y="1335"/>
                    </a:cubicBezTo>
                    <a:lnTo>
                      <a:pt x="2274" y="2608"/>
                    </a:lnTo>
                    <a:lnTo>
                      <a:pt x="3400" y="3838"/>
                    </a:lnTo>
                    <a:cubicBezTo>
                      <a:pt x="3796" y="4276"/>
                      <a:pt x="4193" y="4735"/>
                      <a:pt x="4589" y="5131"/>
                    </a:cubicBezTo>
                    <a:cubicBezTo>
                      <a:pt x="4592" y="5134"/>
                      <a:pt x="4597" y="5136"/>
                      <a:pt x="4603" y="5136"/>
                    </a:cubicBezTo>
                    <a:cubicBezTo>
                      <a:pt x="4642" y="5136"/>
                      <a:pt x="4732" y="5087"/>
                      <a:pt x="4714" y="5069"/>
                    </a:cubicBezTo>
                    <a:cubicBezTo>
                      <a:pt x="4359" y="4610"/>
                      <a:pt x="3942" y="4193"/>
                      <a:pt x="3567" y="3776"/>
                    </a:cubicBezTo>
                    <a:lnTo>
                      <a:pt x="2441" y="2524"/>
                    </a:lnTo>
                    <a:lnTo>
                      <a:pt x="1293" y="1273"/>
                    </a:lnTo>
                    <a:cubicBezTo>
                      <a:pt x="918" y="814"/>
                      <a:pt x="501" y="397"/>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17"/>
              <p:cNvSpPr/>
              <p:nvPr/>
            </p:nvSpPr>
            <p:spPr>
              <a:xfrm>
                <a:off x="525950" y="2474750"/>
                <a:ext cx="82925" cy="135075"/>
              </a:xfrm>
              <a:custGeom>
                <a:rect b="b" l="l" r="r" t="t"/>
                <a:pathLst>
                  <a:path extrusionOk="0" h="5403" w="3317">
                    <a:moveTo>
                      <a:pt x="0" y="1"/>
                    </a:moveTo>
                    <a:lnTo>
                      <a:pt x="0" y="1"/>
                    </a:lnTo>
                    <a:cubicBezTo>
                      <a:pt x="21" y="21"/>
                      <a:pt x="42" y="63"/>
                      <a:pt x="84" y="84"/>
                    </a:cubicBezTo>
                    <a:cubicBezTo>
                      <a:pt x="1586" y="1481"/>
                      <a:pt x="2670" y="3296"/>
                      <a:pt x="3213" y="5298"/>
                    </a:cubicBezTo>
                    <a:cubicBezTo>
                      <a:pt x="3213" y="5340"/>
                      <a:pt x="3296" y="5361"/>
                      <a:pt x="3317" y="5403"/>
                    </a:cubicBezTo>
                    <a:lnTo>
                      <a:pt x="3317" y="5382"/>
                    </a:lnTo>
                    <a:cubicBezTo>
                      <a:pt x="2879" y="3692"/>
                      <a:pt x="2024" y="2128"/>
                      <a:pt x="856" y="856"/>
                    </a:cubicBezTo>
                    <a:cubicBezTo>
                      <a:pt x="584" y="543"/>
                      <a:pt x="292" y="2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7"/>
              <p:cNvSpPr/>
              <p:nvPr/>
            </p:nvSpPr>
            <p:spPr>
              <a:xfrm>
                <a:off x="281475" y="2565800"/>
                <a:ext cx="191800" cy="66600"/>
              </a:xfrm>
              <a:custGeom>
                <a:rect b="b" l="l" r="r" t="t"/>
                <a:pathLst>
                  <a:path extrusionOk="0" h="2664" w="7672">
                    <a:moveTo>
                      <a:pt x="6709" y="1"/>
                    </a:moveTo>
                    <a:cubicBezTo>
                      <a:pt x="6095" y="1"/>
                      <a:pt x="5463" y="269"/>
                      <a:pt x="4899" y="509"/>
                    </a:cubicBezTo>
                    <a:cubicBezTo>
                      <a:pt x="3856" y="926"/>
                      <a:pt x="2834" y="1323"/>
                      <a:pt x="1812" y="1761"/>
                    </a:cubicBezTo>
                    <a:lnTo>
                      <a:pt x="39" y="2470"/>
                    </a:lnTo>
                    <a:cubicBezTo>
                      <a:pt x="1" y="2489"/>
                      <a:pt x="153" y="2663"/>
                      <a:pt x="228" y="2663"/>
                    </a:cubicBezTo>
                    <a:cubicBezTo>
                      <a:pt x="235" y="2663"/>
                      <a:pt x="242" y="2661"/>
                      <a:pt x="247" y="2658"/>
                    </a:cubicBezTo>
                    <a:cubicBezTo>
                      <a:pt x="1520" y="2136"/>
                      <a:pt x="2792" y="1615"/>
                      <a:pt x="4044" y="1093"/>
                    </a:cubicBezTo>
                    <a:cubicBezTo>
                      <a:pt x="4648" y="843"/>
                      <a:pt x="5253" y="572"/>
                      <a:pt x="5858" y="363"/>
                    </a:cubicBezTo>
                    <a:cubicBezTo>
                      <a:pt x="6196" y="251"/>
                      <a:pt x="6557" y="161"/>
                      <a:pt x="6912" y="161"/>
                    </a:cubicBezTo>
                    <a:cubicBezTo>
                      <a:pt x="7150" y="161"/>
                      <a:pt x="7385" y="201"/>
                      <a:pt x="7610" y="301"/>
                    </a:cubicBezTo>
                    <a:cubicBezTo>
                      <a:pt x="7619" y="303"/>
                      <a:pt x="7626" y="304"/>
                      <a:pt x="7631" y="304"/>
                    </a:cubicBezTo>
                    <a:cubicBezTo>
                      <a:pt x="7672" y="304"/>
                      <a:pt x="7587" y="236"/>
                      <a:pt x="7569" y="217"/>
                    </a:cubicBezTo>
                    <a:cubicBezTo>
                      <a:pt x="7292" y="62"/>
                      <a:pt x="7002" y="1"/>
                      <a:pt x="6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7"/>
              <p:cNvSpPr/>
              <p:nvPr/>
            </p:nvSpPr>
            <p:spPr>
              <a:xfrm>
                <a:off x="352825" y="2602450"/>
                <a:ext cx="196625" cy="88725"/>
              </a:xfrm>
              <a:custGeom>
                <a:rect b="b" l="l" r="r" t="t"/>
                <a:pathLst>
                  <a:path extrusionOk="0" h="3549" w="7865">
                    <a:moveTo>
                      <a:pt x="7310" y="1"/>
                    </a:moveTo>
                    <a:cubicBezTo>
                      <a:pt x="6457" y="1"/>
                      <a:pt x="5626" y="433"/>
                      <a:pt x="4923" y="879"/>
                    </a:cubicBezTo>
                    <a:cubicBezTo>
                      <a:pt x="3964" y="1484"/>
                      <a:pt x="3129" y="2318"/>
                      <a:pt x="2128" y="2860"/>
                    </a:cubicBezTo>
                    <a:cubicBezTo>
                      <a:pt x="1565" y="3194"/>
                      <a:pt x="918" y="3382"/>
                      <a:pt x="251" y="3382"/>
                    </a:cubicBezTo>
                    <a:cubicBezTo>
                      <a:pt x="209" y="3382"/>
                      <a:pt x="147" y="3444"/>
                      <a:pt x="105" y="3465"/>
                    </a:cubicBezTo>
                    <a:cubicBezTo>
                      <a:pt x="63" y="3507"/>
                      <a:pt x="1" y="3548"/>
                      <a:pt x="22" y="3548"/>
                    </a:cubicBezTo>
                    <a:cubicBezTo>
                      <a:pt x="1085" y="3548"/>
                      <a:pt x="2024" y="3027"/>
                      <a:pt x="2879" y="2422"/>
                    </a:cubicBezTo>
                    <a:cubicBezTo>
                      <a:pt x="3859" y="1755"/>
                      <a:pt x="4715" y="900"/>
                      <a:pt x="5820" y="420"/>
                    </a:cubicBezTo>
                    <a:cubicBezTo>
                      <a:pt x="6339" y="195"/>
                      <a:pt x="6902" y="70"/>
                      <a:pt x="7460" y="70"/>
                    </a:cubicBezTo>
                    <a:cubicBezTo>
                      <a:pt x="7574" y="70"/>
                      <a:pt x="7688" y="75"/>
                      <a:pt x="7801" y="86"/>
                    </a:cubicBezTo>
                    <a:cubicBezTo>
                      <a:pt x="7813" y="86"/>
                      <a:pt x="7832" y="73"/>
                      <a:pt x="7846" y="61"/>
                    </a:cubicBezTo>
                    <a:lnTo>
                      <a:pt x="7846" y="61"/>
                    </a:lnTo>
                    <a:cubicBezTo>
                      <a:pt x="7852" y="62"/>
                      <a:pt x="7858" y="64"/>
                      <a:pt x="7864" y="65"/>
                    </a:cubicBezTo>
                    <a:lnTo>
                      <a:pt x="7864" y="44"/>
                    </a:lnTo>
                    <a:cubicBezTo>
                      <a:pt x="7864" y="44"/>
                      <a:pt x="7856" y="52"/>
                      <a:pt x="7846" y="61"/>
                    </a:cubicBezTo>
                    <a:lnTo>
                      <a:pt x="7846" y="61"/>
                    </a:lnTo>
                    <a:cubicBezTo>
                      <a:pt x="7667" y="20"/>
                      <a:pt x="7488" y="1"/>
                      <a:pt x="7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7"/>
              <p:cNvSpPr/>
              <p:nvPr/>
            </p:nvSpPr>
            <p:spPr>
              <a:xfrm>
                <a:off x="450850" y="2627525"/>
                <a:ext cx="150725" cy="122050"/>
              </a:xfrm>
              <a:custGeom>
                <a:rect b="b" l="l" r="r" t="t"/>
                <a:pathLst>
                  <a:path extrusionOk="0" h="4882" w="6029">
                    <a:moveTo>
                      <a:pt x="6029" y="1"/>
                    </a:moveTo>
                    <a:cubicBezTo>
                      <a:pt x="6027" y="1"/>
                      <a:pt x="6026" y="1"/>
                      <a:pt x="6024" y="2"/>
                    </a:cubicBezTo>
                    <a:lnTo>
                      <a:pt x="6024" y="2"/>
                    </a:lnTo>
                    <a:cubicBezTo>
                      <a:pt x="6026" y="2"/>
                      <a:pt x="6027" y="1"/>
                      <a:pt x="6029" y="1"/>
                    </a:cubicBezTo>
                    <a:close/>
                    <a:moveTo>
                      <a:pt x="6024" y="2"/>
                    </a:moveTo>
                    <a:lnTo>
                      <a:pt x="6024" y="2"/>
                    </a:lnTo>
                    <a:cubicBezTo>
                      <a:pt x="4003" y="504"/>
                      <a:pt x="2440" y="2004"/>
                      <a:pt x="1106" y="3547"/>
                    </a:cubicBezTo>
                    <a:cubicBezTo>
                      <a:pt x="919" y="3755"/>
                      <a:pt x="731" y="3985"/>
                      <a:pt x="543" y="4214"/>
                    </a:cubicBezTo>
                    <a:cubicBezTo>
                      <a:pt x="360" y="4418"/>
                      <a:pt x="176" y="4642"/>
                      <a:pt x="12" y="4867"/>
                    </a:cubicBezTo>
                    <a:lnTo>
                      <a:pt x="12" y="4867"/>
                    </a:lnTo>
                    <a:cubicBezTo>
                      <a:pt x="43" y="4839"/>
                      <a:pt x="134" y="4791"/>
                      <a:pt x="168" y="4756"/>
                    </a:cubicBezTo>
                    <a:cubicBezTo>
                      <a:pt x="481" y="4402"/>
                      <a:pt x="773" y="4026"/>
                      <a:pt x="1086" y="3651"/>
                    </a:cubicBezTo>
                    <a:cubicBezTo>
                      <a:pt x="1398" y="3296"/>
                      <a:pt x="1732" y="2900"/>
                      <a:pt x="2066" y="2566"/>
                    </a:cubicBezTo>
                    <a:cubicBezTo>
                      <a:pt x="2754" y="1836"/>
                      <a:pt x="3526" y="1211"/>
                      <a:pt x="4402" y="710"/>
                    </a:cubicBezTo>
                    <a:cubicBezTo>
                      <a:pt x="4882" y="439"/>
                      <a:pt x="5403" y="230"/>
                      <a:pt x="5925" y="84"/>
                    </a:cubicBezTo>
                    <a:cubicBezTo>
                      <a:pt x="5963" y="84"/>
                      <a:pt x="6002" y="12"/>
                      <a:pt x="6024" y="2"/>
                    </a:cubicBezTo>
                    <a:close/>
                    <a:moveTo>
                      <a:pt x="12" y="4867"/>
                    </a:moveTo>
                    <a:lnTo>
                      <a:pt x="12" y="4867"/>
                    </a:lnTo>
                    <a:cubicBezTo>
                      <a:pt x="5" y="4873"/>
                      <a:pt x="1" y="4878"/>
                      <a:pt x="1" y="4882"/>
                    </a:cubicBezTo>
                    <a:cubicBezTo>
                      <a:pt x="5" y="4877"/>
                      <a:pt x="8" y="4872"/>
                      <a:pt x="12" y="48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7"/>
              <p:cNvSpPr/>
              <p:nvPr/>
            </p:nvSpPr>
            <p:spPr>
              <a:xfrm>
                <a:off x="637025" y="2539925"/>
                <a:ext cx="29800" cy="81375"/>
              </a:xfrm>
              <a:custGeom>
                <a:rect b="b" l="l" r="r" t="t"/>
                <a:pathLst>
                  <a:path extrusionOk="0" h="3255" w="1192">
                    <a:moveTo>
                      <a:pt x="1189" y="3150"/>
                    </a:moveTo>
                    <a:lnTo>
                      <a:pt x="1189" y="3162"/>
                    </a:lnTo>
                    <a:lnTo>
                      <a:pt x="1189" y="3162"/>
                    </a:lnTo>
                    <a:cubicBezTo>
                      <a:pt x="1192" y="3157"/>
                      <a:pt x="1192" y="3153"/>
                      <a:pt x="1189" y="3150"/>
                    </a:cubicBezTo>
                    <a:close/>
                    <a:moveTo>
                      <a:pt x="167" y="1"/>
                    </a:moveTo>
                    <a:cubicBezTo>
                      <a:pt x="167" y="1"/>
                      <a:pt x="0" y="84"/>
                      <a:pt x="0" y="126"/>
                    </a:cubicBezTo>
                    <a:cubicBezTo>
                      <a:pt x="0" y="418"/>
                      <a:pt x="42" y="689"/>
                      <a:pt x="125" y="981"/>
                    </a:cubicBezTo>
                    <a:cubicBezTo>
                      <a:pt x="188" y="1231"/>
                      <a:pt x="271" y="1503"/>
                      <a:pt x="355" y="1753"/>
                    </a:cubicBezTo>
                    <a:cubicBezTo>
                      <a:pt x="522" y="2295"/>
                      <a:pt x="751" y="2796"/>
                      <a:pt x="1064" y="3255"/>
                    </a:cubicBezTo>
                    <a:cubicBezTo>
                      <a:pt x="1064" y="3255"/>
                      <a:pt x="1165" y="3197"/>
                      <a:pt x="1187" y="3166"/>
                    </a:cubicBezTo>
                    <a:lnTo>
                      <a:pt x="1187" y="3166"/>
                    </a:lnTo>
                    <a:cubicBezTo>
                      <a:pt x="1188" y="3167"/>
                      <a:pt x="1188" y="3169"/>
                      <a:pt x="1189" y="3171"/>
                    </a:cubicBezTo>
                    <a:lnTo>
                      <a:pt x="1189" y="3162"/>
                    </a:lnTo>
                    <a:lnTo>
                      <a:pt x="1189" y="3162"/>
                    </a:lnTo>
                    <a:cubicBezTo>
                      <a:pt x="1188" y="3163"/>
                      <a:pt x="1188" y="3164"/>
                      <a:pt x="1187" y="3166"/>
                    </a:cubicBezTo>
                    <a:lnTo>
                      <a:pt x="1187" y="3166"/>
                    </a:lnTo>
                    <a:cubicBezTo>
                      <a:pt x="979" y="2646"/>
                      <a:pt x="730" y="2126"/>
                      <a:pt x="563" y="1607"/>
                    </a:cubicBezTo>
                    <a:cubicBezTo>
                      <a:pt x="480" y="1336"/>
                      <a:pt x="396" y="1085"/>
                      <a:pt x="334" y="814"/>
                    </a:cubicBezTo>
                    <a:cubicBezTo>
                      <a:pt x="271" y="564"/>
                      <a:pt x="250" y="25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 name="Google Shape;1224;p17"/>
          <p:cNvGrpSpPr/>
          <p:nvPr/>
        </p:nvGrpSpPr>
        <p:grpSpPr>
          <a:xfrm>
            <a:off x="1570083" y="3492006"/>
            <a:ext cx="5818024" cy="3249079"/>
            <a:chOff x="2585000" y="2758825"/>
            <a:chExt cx="2982990" cy="1665853"/>
          </a:xfrm>
        </p:grpSpPr>
        <p:sp>
          <p:nvSpPr>
            <p:cNvPr id="1225" name="Google Shape;1225;p17"/>
            <p:cNvSpPr/>
            <p:nvPr/>
          </p:nvSpPr>
          <p:spPr>
            <a:xfrm flipH="1">
              <a:off x="5324976" y="2884700"/>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7"/>
            <p:cNvSpPr/>
            <p:nvPr/>
          </p:nvSpPr>
          <p:spPr>
            <a:xfrm>
              <a:off x="3372360" y="41141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7"/>
            <p:cNvSpPr/>
            <p:nvPr/>
          </p:nvSpPr>
          <p:spPr>
            <a:xfrm>
              <a:off x="3496561" y="28664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7"/>
            <p:cNvSpPr/>
            <p:nvPr/>
          </p:nvSpPr>
          <p:spPr>
            <a:xfrm>
              <a:off x="4177071" y="28664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7"/>
            <p:cNvSpPr/>
            <p:nvPr/>
          </p:nvSpPr>
          <p:spPr>
            <a:xfrm>
              <a:off x="4086845" y="33508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17"/>
            <p:cNvSpPr/>
            <p:nvPr/>
          </p:nvSpPr>
          <p:spPr>
            <a:xfrm>
              <a:off x="3513912" y="33293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7"/>
            <p:cNvSpPr/>
            <p:nvPr/>
          </p:nvSpPr>
          <p:spPr>
            <a:xfrm>
              <a:off x="3681983" y="33508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7"/>
            <p:cNvSpPr/>
            <p:nvPr/>
          </p:nvSpPr>
          <p:spPr>
            <a:xfrm>
              <a:off x="4339358" y="33508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7"/>
            <p:cNvSpPr/>
            <p:nvPr/>
          </p:nvSpPr>
          <p:spPr>
            <a:xfrm>
              <a:off x="3420387" y="33061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7"/>
            <p:cNvSpPr/>
            <p:nvPr/>
          </p:nvSpPr>
          <p:spPr>
            <a:xfrm>
              <a:off x="3419530" y="32241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17"/>
            <p:cNvSpPr/>
            <p:nvPr/>
          </p:nvSpPr>
          <p:spPr>
            <a:xfrm>
              <a:off x="3419530" y="32249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17"/>
            <p:cNvSpPr/>
            <p:nvPr/>
          </p:nvSpPr>
          <p:spPr>
            <a:xfrm>
              <a:off x="4860923" y="28565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7"/>
            <p:cNvSpPr/>
            <p:nvPr/>
          </p:nvSpPr>
          <p:spPr>
            <a:xfrm>
              <a:off x="2633884" y="28400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7"/>
            <p:cNvSpPr/>
            <p:nvPr/>
          </p:nvSpPr>
          <p:spPr>
            <a:xfrm>
              <a:off x="3340914" y="28847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7"/>
            <p:cNvSpPr/>
            <p:nvPr/>
          </p:nvSpPr>
          <p:spPr>
            <a:xfrm>
              <a:off x="3340914" y="28847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17"/>
            <p:cNvSpPr/>
            <p:nvPr/>
          </p:nvSpPr>
          <p:spPr>
            <a:xfrm>
              <a:off x="2638800" y="28077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17"/>
            <p:cNvSpPr/>
            <p:nvPr/>
          </p:nvSpPr>
          <p:spPr>
            <a:xfrm>
              <a:off x="2585000" y="27588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7"/>
            <p:cNvSpPr/>
            <p:nvPr/>
          </p:nvSpPr>
          <p:spPr>
            <a:xfrm>
              <a:off x="3336750" y="27881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7"/>
            <p:cNvSpPr/>
            <p:nvPr/>
          </p:nvSpPr>
          <p:spPr>
            <a:xfrm>
              <a:off x="3336752" y="2893256"/>
              <a:ext cx="2140970" cy="540462"/>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17"/>
            <p:cNvSpPr/>
            <p:nvPr/>
          </p:nvSpPr>
          <p:spPr>
            <a:xfrm>
              <a:off x="2667001" y="38914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17"/>
            <p:cNvSpPr/>
            <p:nvPr/>
          </p:nvSpPr>
          <p:spPr>
            <a:xfrm>
              <a:off x="2638805" y="2827321"/>
              <a:ext cx="697967"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1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
    <p:spTree>
      <p:nvGrpSpPr>
        <p:cNvPr id="1247" name="Shape 1247"/>
        <p:cNvGrpSpPr/>
        <p:nvPr/>
      </p:nvGrpSpPr>
      <p:grpSpPr>
        <a:xfrm>
          <a:off x="0" y="0"/>
          <a:ext cx="0" cy="0"/>
          <a:chOff x="0" y="0"/>
          <a:chExt cx="0" cy="0"/>
        </a:xfrm>
      </p:grpSpPr>
      <p:sp>
        <p:nvSpPr>
          <p:cNvPr id="1248" name="Google Shape;1248;p18"/>
          <p:cNvSpPr txBox="1"/>
          <p:nvPr>
            <p:ph idx="1" type="subTitle"/>
          </p:nvPr>
        </p:nvSpPr>
        <p:spPr>
          <a:xfrm>
            <a:off x="4432375" y="2676175"/>
            <a:ext cx="3991800" cy="74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9" name="Google Shape;1249;p18"/>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8"/>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18"/>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252" name="Google Shape;1252;p18"/>
          <p:cNvGrpSpPr/>
          <p:nvPr/>
        </p:nvGrpSpPr>
        <p:grpSpPr>
          <a:xfrm>
            <a:off x="2936544" y="-329546"/>
            <a:ext cx="2934233" cy="708308"/>
            <a:chOff x="2375925" y="3297600"/>
            <a:chExt cx="735950" cy="177650"/>
          </a:xfrm>
        </p:grpSpPr>
        <p:sp>
          <p:nvSpPr>
            <p:cNvPr id="1253" name="Google Shape;1253;p18"/>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8"/>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8"/>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8"/>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8"/>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8"/>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 name="Google Shape;1259;p18"/>
          <p:cNvSpPr txBox="1"/>
          <p:nvPr>
            <p:ph type="title"/>
          </p:nvPr>
        </p:nvSpPr>
        <p:spPr>
          <a:xfrm>
            <a:off x="4636400" y="2076175"/>
            <a:ext cx="37878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260" name="Google Shape;1260;p18"/>
          <p:cNvGrpSpPr/>
          <p:nvPr/>
        </p:nvGrpSpPr>
        <p:grpSpPr>
          <a:xfrm>
            <a:off x="-2688329" y="4289731"/>
            <a:ext cx="5818024" cy="3249079"/>
            <a:chOff x="2585000" y="2758825"/>
            <a:chExt cx="2982990" cy="1665853"/>
          </a:xfrm>
        </p:grpSpPr>
        <p:sp>
          <p:nvSpPr>
            <p:cNvPr id="1261" name="Google Shape;1261;p18"/>
            <p:cNvSpPr/>
            <p:nvPr/>
          </p:nvSpPr>
          <p:spPr>
            <a:xfrm flipH="1">
              <a:off x="5324976" y="2884700"/>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8"/>
            <p:cNvSpPr/>
            <p:nvPr/>
          </p:nvSpPr>
          <p:spPr>
            <a:xfrm>
              <a:off x="3372360" y="41141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8"/>
            <p:cNvSpPr/>
            <p:nvPr/>
          </p:nvSpPr>
          <p:spPr>
            <a:xfrm>
              <a:off x="3496561" y="28664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8"/>
            <p:cNvSpPr/>
            <p:nvPr/>
          </p:nvSpPr>
          <p:spPr>
            <a:xfrm>
              <a:off x="4177071" y="28664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8"/>
            <p:cNvSpPr/>
            <p:nvPr/>
          </p:nvSpPr>
          <p:spPr>
            <a:xfrm>
              <a:off x="4086845" y="33508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8"/>
            <p:cNvSpPr/>
            <p:nvPr/>
          </p:nvSpPr>
          <p:spPr>
            <a:xfrm>
              <a:off x="3513912" y="33293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8"/>
            <p:cNvSpPr/>
            <p:nvPr/>
          </p:nvSpPr>
          <p:spPr>
            <a:xfrm>
              <a:off x="3681983" y="33508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8"/>
            <p:cNvSpPr/>
            <p:nvPr/>
          </p:nvSpPr>
          <p:spPr>
            <a:xfrm>
              <a:off x="4339358" y="33508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8"/>
            <p:cNvSpPr/>
            <p:nvPr/>
          </p:nvSpPr>
          <p:spPr>
            <a:xfrm>
              <a:off x="3420387" y="33061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8"/>
            <p:cNvSpPr/>
            <p:nvPr/>
          </p:nvSpPr>
          <p:spPr>
            <a:xfrm>
              <a:off x="3419530" y="32241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8"/>
            <p:cNvSpPr/>
            <p:nvPr/>
          </p:nvSpPr>
          <p:spPr>
            <a:xfrm>
              <a:off x="3419530" y="32249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8"/>
            <p:cNvSpPr/>
            <p:nvPr/>
          </p:nvSpPr>
          <p:spPr>
            <a:xfrm>
              <a:off x="4860923" y="28565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8"/>
            <p:cNvSpPr/>
            <p:nvPr/>
          </p:nvSpPr>
          <p:spPr>
            <a:xfrm>
              <a:off x="2633884" y="28400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8"/>
            <p:cNvSpPr/>
            <p:nvPr/>
          </p:nvSpPr>
          <p:spPr>
            <a:xfrm>
              <a:off x="3340914" y="28847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8"/>
            <p:cNvSpPr/>
            <p:nvPr/>
          </p:nvSpPr>
          <p:spPr>
            <a:xfrm>
              <a:off x="3340914" y="28847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8"/>
            <p:cNvSpPr/>
            <p:nvPr/>
          </p:nvSpPr>
          <p:spPr>
            <a:xfrm>
              <a:off x="2638800" y="28077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8"/>
            <p:cNvSpPr/>
            <p:nvPr/>
          </p:nvSpPr>
          <p:spPr>
            <a:xfrm>
              <a:off x="2585000" y="27588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8"/>
            <p:cNvSpPr/>
            <p:nvPr/>
          </p:nvSpPr>
          <p:spPr>
            <a:xfrm>
              <a:off x="3336750" y="27881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8"/>
            <p:cNvSpPr/>
            <p:nvPr/>
          </p:nvSpPr>
          <p:spPr>
            <a:xfrm>
              <a:off x="3336752" y="2893256"/>
              <a:ext cx="2140970" cy="540462"/>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8"/>
            <p:cNvSpPr/>
            <p:nvPr/>
          </p:nvSpPr>
          <p:spPr>
            <a:xfrm>
              <a:off x="2667001" y="38914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8"/>
            <p:cNvSpPr/>
            <p:nvPr/>
          </p:nvSpPr>
          <p:spPr>
            <a:xfrm>
              <a:off x="2638805" y="2827321"/>
              <a:ext cx="697967"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18"/>
          <p:cNvGrpSpPr/>
          <p:nvPr/>
        </p:nvGrpSpPr>
        <p:grpSpPr>
          <a:xfrm>
            <a:off x="7167173" y="-297661"/>
            <a:ext cx="1033205" cy="1655470"/>
            <a:chOff x="7395748" y="-847173"/>
            <a:chExt cx="1033205" cy="1655470"/>
          </a:xfrm>
        </p:grpSpPr>
        <p:sp>
          <p:nvSpPr>
            <p:cNvPr id="1283" name="Google Shape;1283;p18"/>
            <p:cNvSpPr/>
            <p:nvPr/>
          </p:nvSpPr>
          <p:spPr>
            <a:xfrm>
              <a:off x="8174498" y="218706"/>
              <a:ext cx="254455" cy="589591"/>
            </a:xfrm>
            <a:custGeom>
              <a:rect b="b" l="l" r="r" t="t"/>
              <a:pathLst>
                <a:path extrusionOk="0" h="19285" w="8323">
                  <a:moveTo>
                    <a:pt x="0" y="1"/>
                  </a:moveTo>
                  <a:lnTo>
                    <a:pt x="0" y="19284"/>
                  </a:lnTo>
                  <a:lnTo>
                    <a:pt x="8322" y="19284"/>
                  </a:lnTo>
                  <a:lnTo>
                    <a:pt x="8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8"/>
            <p:cNvSpPr/>
            <p:nvPr/>
          </p:nvSpPr>
          <p:spPr>
            <a:xfrm>
              <a:off x="8181224" y="218706"/>
              <a:ext cx="133388" cy="589591"/>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8"/>
            <p:cNvSpPr/>
            <p:nvPr/>
          </p:nvSpPr>
          <p:spPr>
            <a:xfrm>
              <a:off x="8195777" y="218706"/>
              <a:ext cx="56070" cy="589591"/>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8"/>
            <p:cNvSpPr/>
            <p:nvPr/>
          </p:nvSpPr>
          <p:spPr>
            <a:xfrm>
              <a:off x="8174498" y="149215"/>
              <a:ext cx="254455" cy="69522"/>
            </a:xfrm>
            <a:custGeom>
              <a:rect b="b" l="l" r="r" t="t"/>
              <a:pathLst>
                <a:path extrusionOk="0" h="2274" w="8323">
                  <a:moveTo>
                    <a:pt x="3740" y="1"/>
                  </a:moveTo>
                  <a:lnTo>
                    <a:pt x="0" y="2274"/>
                  </a:lnTo>
                  <a:lnTo>
                    <a:pt x="8322" y="2274"/>
                  </a:lnTo>
                  <a:lnTo>
                    <a:pt x="45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8"/>
            <p:cNvSpPr/>
            <p:nvPr/>
          </p:nvSpPr>
          <p:spPr>
            <a:xfrm>
              <a:off x="8181224" y="149215"/>
              <a:ext cx="133388" cy="69522"/>
            </a:xfrm>
            <a:custGeom>
              <a:rect b="b" l="l" r="r" t="t"/>
              <a:pathLst>
                <a:path extrusionOk="0" h="2274" w="4363">
                  <a:moveTo>
                    <a:pt x="3556" y="1"/>
                  </a:moveTo>
                  <a:lnTo>
                    <a:pt x="0" y="2274"/>
                  </a:lnTo>
                  <a:lnTo>
                    <a:pt x="4363" y="2274"/>
                  </a:lnTo>
                  <a:lnTo>
                    <a:pt x="3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8"/>
            <p:cNvSpPr/>
            <p:nvPr/>
          </p:nvSpPr>
          <p:spPr>
            <a:xfrm>
              <a:off x="8198039" y="149215"/>
              <a:ext cx="98657" cy="69522"/>
            </a:xfrm>
            <a:custGeom>
              <a:rect b="b" l="l" r="r" t="t"/>
              <a:pathLst>
                <a:path extrusionOk="0" h="2274" w="3227">
                  <a:moveTo>
                    <a:pt x="3043" y="1"/>
                  </a:moveTo>
                  <a:lnTo>
                    <a:pt x="0" y="2274"/>
                  </a:lnTo>
                  <a:lnTo>
                    <a:pt x="1760" y="2274"/>
                  </a:lnTo>
                  <a:lnTo>
                    <a:pt x="32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8"/>
            <p:cNvSpPr/>
            <p:nvPr/>
          </p:nvSpPr>
          <p:spPr>
            <a:xfrm>
              <a:off x="8288809" y="-847173"/>
              <a:ext cx="25803" cy="996419"/>
            </a:xfrm>
            <a:custGeom>
              <a:rect b="b" l="l" r="r" t="t"/>
              <a:pathLst>
                <a:path extrusionOk="0" h="32592" w="844">
                  <a:moveTo>
                    <a:pt x="1" y="1"/>
                  </a:moveTo>
                  <a:lnTo>
                    <a:pt x="1" y="32592"/>
                  </a:lnTo>
                  <a:lnTo>
                    <a:pt x="844" y="32592"/>
                  </a:lnTo>
                  <a:lnTo>
                    <a:pt x="8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8"/>
            <p:cNvSpPr/>
            <p:nvPr/>
          </p:nvSpPr>
          <p:spPr>
            <a:xfrm>
              <a:off x="7785123" y="218706"/>
              <a:ext cx="254455" cy="589591"/>
            </a:xfrm>
            <a:custGeom>
              <a:rect b="b" l="l" r="r" t="t"/>
              <a:pathLst>
                <a:path extrusionOk="0" h="19285" w="8323">
                  <a:moveTo>
                    <a:pt x="0" y="1"/>
                  </a:moveTo>
                  <a:lnTo>
                    <a:pt x="0" y="19284"/>
                  </a:lnTo>
                  <a:lnTo>
                    <a:pt x="8322" y="19284"/>
                  </a:lnTo>
                  <a:lnTo>
                    <a:pt x="8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8"/>
            <p:cNvSpPr/>
            <p:nvPr/>
          </p:nvSpPr>
          <p:spPr>
            <a:xfrm>
              <a:off x="7791849" y="218706"/>
              <a:ext cx="133388" cy="589591"/>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8"/>
            <p:cNvSpPr/>
            <p:nvPr/>
          </p:nvSpPr>
          <p:spPr>
            <a:xfrm>
              <a:off x="7806402" y="218706"/>
              <a:ext cx="56070" cy="589591"/>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8"/>
            <p:cNvSpPr/>
            <p:nvPr/>
          </p:nvSpPr>
          <p:spPr>
            <a:xfrm>
              <a:off x="7785123" y="149215"/>
              <a:ext cx="254455" cy="69522"/>
            </a:xfrm>
            <a:custGeom>
              <a:rect b="b" l="l" r="r" t="t"/>
              <a:pathLst>
                <a:path extrusionOk="0" h="2274" w="8323">
                  <a:moveTo>
                    <a:pt x="3740" y="1"/>
                  </a:moveTo>
                  <a:lnTo>
                    <a:pt x="0" y="2274"/>
                  </a:lnTo>
                  <a:lnTo>
                    <a:pt x="8322" y="2274"/>
                  </a:lnTo>
                  <a:lnTo>
                    <a:pt x="45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8"/>
            <p:cNvSpPr/>
            <p:nvPr/>
          </p:nvSpPr>
          <p:spPr>
            <a:xfrm>
              <a:off x="7791849" y="149215"/>
              <a:ext cx="133388" cy="69522"/>
            </a:xfrm>
            <a:custGeom>
              <a:rect b="b" l="l" r="r" t="t"/>
              <a:pathLst>
                <a:path extrusionOk="0" h="2274" w="4363">
                  <a:moveTo>
                    <a:pt x="3556" y="1"/>
                  </a:moveTo>
                  <a:lnTo>
                    <a:pt x="0" y="2274"/>
                  </a:lnTo>
                  <a:lnTo>
                    <a:pt x="4363" y="2274"/>
                  </a:lnTo>
                  <a:lnTo>
                    <a:pt x="3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8"/>
            <p:cNvSpPr/>
            <p:nvPr/>
          </p:nvSpPr>
          <p:spPr>
            <a:xfrm>
              <a:off x="7808664" y="149215"/>
              <a:ext cx="98657" cy="69522"/>
            </a:xfrm>
            <a:custGeom>
              <a:rect b="b" l="l" r="r" t="t"/>
              <a:pathLst>
                <a:path extrusionOk="0" h="2274" w="3227">
                  <a:moveTo>
                    <a:pt x="3043" y="1"/>
                  </a:moveTo>
                  <a:lnTo>
                    <a:pt x="0" y="2274"/>
                  </a:lnTo>
                  <a:lnTo>
                    <a:pt x="1760" y="2274"/>
                  </a:lnTo>
                  <a:lnTo>
                    <a:pt x="32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8"/>
            <p:cNvSpPr/>
            <p:nvPr/>
          </p:nvSpPr>
          <p:spPr>
            <a:xfrm>
              <a:off x="7899434" y="-847173"/>
              <a:ext cx="25803" cy="996419"/>
            </a:xfrm>
            <a:custGeom>
              <a:rect b="b" l="l" r="r" t="t"/>
              <a:pathLst>
                <a:path extrusionOk="0" h="32592" w="844">
                  <a:moveTo>
                    <a:pt x="1" y="1"/>
                  </a:moveTo>
                  <a:lnTo>
                    <a:pt x="1" y="32592"/>
                  </a:lnTo>
                  <a:lnTo>
                    <a:pt x="844" y="32592"/>
                  </a:lnTo>
                  <a:lnTo>
                    <a:pt x="8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8"/>
            <p:cNvSpPr/>
            <p:nvPr/>
          </p:nvSpPr>
          <p:spPr>
            <a:xfrm>
              <a:off x="7395748" y="218706"/>
              <a:ext cx="254455" cy="589591"/>
            </a:xfrm>
            <a:custGeom>
              <a:rect b="b" l="l" r="r" t="t"/>
              <a:pathLst>
                <a:path extrusionOk="0" h="19285" w="8323">
                  <a:moveTo>
                    <a:pt x="0" y="1"/>
                  </a:moveTo>
                  <a:lnTo>
                    <a:pt x="0" y="19284"/>
                  </a:lnTo>
                  <a:lnTo>
                    <a:pt x="8322" y="19284"/>
                  </a:lnTo>
                  <a:lnTo>
                    <a:pt x="8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8"/>
            <p:cNvSpPr/>
            <p:nvPr/>
          </p:nvSpPr>
          <p:spPr>
            <a:xfrm>
              <a:off x="7402474" y="218706"/>
              <a:ext cx="133388" cy="589591"/>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8"/>
            <p:cNvSpPr/>
            <p:nvPr/>
          </p:nvSpPr>
          <p:spPr>
            <a:xfrm>
              <a:off x="7417027" y="218706"/>
              <a:ext cx="56070" cy="589591"/>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8"/>
            <p:cNvSpPr/>
            <p:nvPr/>
          </p:nvSpPr>
          <p:spPr>
            <a:xfrm>
              <a:off x="7395748" y="149215"/>
              <a:ext cx="254455" cy="69522"/>
            </a:xfrm>
            <a:custGeom>
              <a:rect b="b" l="l" r="r" t="t"/>
              <a:pathLst>
                <a:path extrusionOk="0" h="2274" w="8323">
                  <a:moveTo>
                    <a:pt x="3740" y="1"/>
                  </a:moveTo>
                  <a:lnTo>
                    <a:pt x="0" y="2274"/>
                  </a:lnTo>
                  <a:lnTo>
                    <a:pt x="8322" y="2274"/>
                  </a:lnTo>
                  <a:lnTo>
                    <a:pt x="45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8"/>
            <p:cNvSpPr/>
            <p:nvPr/>
          </p:nvSpPr>
          <p:spPr>
            <a:xfrm>
              <a:off x="7402474" y="149215"/>
              <a:ext cx="133388" cy="69522"/>
            </a:xfrm>
            <a:custGeom>
              <a:rect b="b" l="l" r="r" t="t"/>
              <a:pathLst>
                <a:path extrusionOk="0" h="2274" w="4363">
                  <a:moveTo>
                    <a:pt x="3556" y="1"/>
                  </a:moveTo>
                  <a:lnTo>
                    <a:pt x="0" y="2274"/>
                  </a:lnTo>
                  <a:lnTo>
                    <a:pt x="4363" y="2274"/>
                  </a:lnTo>
                  <a:lnTo>
                    <a:pt x="3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8"/>
            <p:cNvSpPr/>
            <p:nvPr/>
          </p:nvSpPr>
          <p:spPr>
            <a:xfrm>
              <a:off x="7419289" y="149215"/>
              <a:ext cx="98657" cy="69522"/>
            </a:xfrm>
            <a:custGeom>
              <a:rect b="b" l="l" r="r" t="t"/>
              <a:pathLst>
                <a:path extrusionOk="0" h="2274" w="3227">
                  <a:moveTo>
                    <a:pt x="3043" y="1"/>
                  </a:moveTo>
                  <a:lnTo>
                    <a:pt x="0" y="2274"/>
                  </a:lnTo>
                  <a:lnTo>
                    <a:pt x="1760" y="2274"/>
                  </a:lnTo>
                  <a:lnTo>
                    <a:pt x="32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8"/>
            <p:cNvSpPr/>
            <p:nvPr/>
          </p:nvSpPr>
          <p:spPr>
            <a:xfrm>
              <a:off x="7510059" y="-847173"/>
              <a:ext cx="25803" cy="996419"/>
            </a:xfrm>
            <a:custGeom>
              <a:rect b="b" l="l" r="r" t="t"/>
              <a:pathLst>
                <a:path extrusionOk="0" h="32592" w="844">
                  <a:moveTo>
                    <a:pt x="1" y="1"/>
                  </a:moveTo>
                  <a:lnTo>
                    <a:pt x="1" y="32592"/>
                  </a:lnTo>
                  <a:lnTo>
                    <a:pt x="844" y="32592"/>
                  </a:lnTo>
                  <a:lnTo>
                    <a:pt x="8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18"/>
          <p:cNvGrpSpPr/>
          <p:nvPr/>
        </p:nvGrpSpPr>
        <p:grpSpPr>
          <a:xfrm>
            <a:off x="3692674" y="3725721"/>
            <a:ext cx="1536078" cy="3187461"/>
            <a:chOff x="237400" y="852100"/>
            <a:chExt cx="1760750" cy="3653250"/>
          </a:xfrm>
        </p:grpSpPr>
        <p:sp>
          <p:nvSpPr>
            <p:cNvPr id="1305" name="Google Shape;1305;p18"/>
            <p:cNvSpPr/>
            <p:nvPr/>
          </p:nvSpPr>
          <p:spPr>
            <a:xfrm>
              <a:off x="639250" y="4239075"/>
              <a:ext cx="953525" cy="266275"/>
            </a:xfrm>
            <a:custGeom>
              <a:rect b="b" l="l" r="r" t="t"/>
              <a:pathLst>
                <a:path extrusionOk="0" h="10651" w="38141">
                  <a:moveTo>
                    <a:pt x="19056" y="1"/>
                  </a:moveTo>
                  <a:cubicBezTo>
                    <a:pt x="8548" y="1"/>
                    <a:pt x="0" y="2386"/>
                    <a:pt x="0" y="5311"/>
                  </a:cubicBezTo>
                  <a:cubicBezTo>
                    <a:pt x="0" y="8265"/>
                    <a:pt x="8548" y="10650"/>
                    <a:pt x="19056" y="10650"/>
                  </a:cubicBezTo>
                  <a:cubicBezTo>
                    <a:pt x="29592" y="10650"/>
                    <a:pt x="38140" y="8265"/>
                    <a:pt x="38140" y="5311"/>
                  </a:cubicBezTo>
                  <a:cubicBezTo>
                    <a:pt x="38140" y="2386"/>
                    <a:pt x="29592" y="1"/>
                    <a:pt x="19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8"/>
            <p:cNvSpPr/>
            <p:nvPr/>
          </p:nvSpPr>
          <p:spPr>
            <a:xfrm>
              <a:off x="508600" y="2269475"/>
              <a:ext cx="629075" cy="817375"/>
            </a:xfrm>
            <a:custGeom>
              <a:rect b="b" l="l" r="r" t="t"/>
              <a:pathLst>
                <a:path extrusionOk="0" h="32695" w="25163">
                  <a:moveTo>
                    <a:pt x="8656" y="1"/>
                  </a:moveTo>
                  <a:cubicBezTo>
                    <a:pt x="7764" y="1"/>
                    <a:pt x="6875" y="187"/>
                    <a:pt x="6078" y="574"/>
                  </a:cubicBezTo>
                  <a:cubicBezTo>
                    <a:pt x="4658" y="1227"/>
                    <a:pt x="3409" y="2250"/>
                    <a:pt x="2500" y="3499"/>
                  </a:cubicBezTo>
                  <a:cubicBezTo>
                    <a:pt x="1620" y="4720"/>
                    <a:pt x="938" y="6055"/>
                    <a:pt x="484" y="7504"/>
                  </a:cubicBezTo>
                  <a:cubicBezTo>
                    <a:pt x="370" y="7788"/>
                    <a:pt x="313" y="8072"/>
                    <a:pt x="257" y="8356"/>
                  </a:cubicBezTo>
                  <a:cubicBezTo>
                    <a:pt x="29" y="9548"/>
                    <a:pt x="1" y="10769"/>
                    <a:pt x="143" y="11991"/>
                  </a:cubicBezTo>
                  <a:cubicBezTo>
                    <a:pt x="257" y="13183"/>
                    <a:pt x="512" y="14348"/>
                    <a:pt x="910" y="15484"/>
                  </a:cubicBezTo>
                  <a:cubicBezTo>
                    <a:pt x="1648" y="17528"/>
                    <a:pt x="2784" y="19403"/>
                    <a:pt x="4232" y="20993"/>
                  </a:cubicBezTo>
                  <a:cubicBezTo>
                    <a:pt x="5340" y="22186"/>
                    <a:pt x="6618" y="23180"/>
                    <a:pt x="8038" y="24003"/>
                  </a:cubicBezTo>
                  <a:cubicBezTo>
                    <a:pt x="8805" y="24429"/>
                    <a:pt x="9600" y="24798"/>
                    <a:pt x="10452" y="25111"/>
                  </a:cubicBezTo>
                  <a:cubicBezTo>
                    <a:pt x="11474" y="25452"/>
                    <a:pt x="12525" y="25792"/>
                    <a:pt x="13547" y="26162"/>
                  </a:cubicBezTo>
                  <a:cubicBezTo>
                    <a:pt x="14399" y="26446"/>
                    <a:pt x="15194" y="26872"/>
                    <a:pt x="15876" y="27440"/>
                  </a:cubicBezTo>
                  <a:cubicBezTo>
                    <a:pt x="16302" y="27809"/>
                    <a:pt x="16671" y="28263"/>
                    <a:pt x="16984" y="28717"/>
                  </a:cubicBezTo>
                  <a:cubicBezTo>
                    <a:pt x="17239" y="29087"/>
                    <a:pt x="17466" y="29427"/>
                    <a:pt x="17694" y="29797"/>
                  </a:cubicBezTo>
                  <a:cubicBezTo>
                    <a:pt x="18120" y="30450"/>
                    <a:pt x="18716" y="30989"/>
                    <a:pt x="19454" y="31330"/>
                  </a:cubicBezTo>
                  <a:cubicBezTo>
                    <a:pt x="20022" y="31586"/>
                    <a:pt x="20562" y="31898"/>
                    <a:pt x="21101" y="32239"/>
                  </a:cubicBezTo>
                  <a:cubicBezTo>
                    <a:pt x="21584" y="32551"/>
                    <a:pt x="22152" y="32693"/>
                    <a:pt x="22720" y="32693"/>
                  </a:cubicBezTo>
                  <a:cubicBezTo>
                    <a:pt x="22747" y="32694"/>
                    <a:pt x="22773" y="32695"/>
                    <a:pt x="22799" y="32695"/>
                  </a:cubicBezTo>
                  <a:cubicBezTo>
                    <a:pt x="23452" y="32695"/>
                    <a:pt x="24068" y="32358"/>
                    <a:pt x="24396" y="31785"/>
                  </a:cubicBezTo>
                  <a:cubicBezTo>
                    <a:pt x="24907" y="30933"/>
                    <a:pt x="25162" y="29939"/>
                    <a:pt x="25162" y="28945"/>
                  </a:cubicBezTo>
                  <a:cubicBezTo>
                    <a:pt x="25162" y="26701"/>
                    <a:pt x="24594" y="24514"/>
                    <a:pt x="23515" y="22555"/>
                  </a:cubicBezTo>
                  <a:cubicBezTo>
                    <a:pt x="22862" y="21334"/>
                    <a:pt x="22181" y="20084"/>
                    <a:pt x="21641" y="18806"/>
                  </a:cubicBezTo>
                  <a:cubicBezTo>
                    <a:pt x="21101" y="17614"/>
                    <a:pt x="20675" y="16364"/>
                    <a:pt x="20420" y="15058"/>
                  </a:cubicBezTo>
                  <a:cubicBezTo>
                    <a:pt x="20221" y="14092"/>
                    <a:pt x="20022" y="13098"/>
                    <a:pt x="19767" y="12104"/>
                  </a:cubicBezTo>
                  <a:cubicBezTo>
                    <a:pt x="19454" y="10599"/>
                    <a:pt x="18858" y="9151"/>
                    <a:pt x="18063" y="7844"/>
                  </a:cubicBezTo>
                  <a:cubicBezTo>
                    <a:pt x="17694" y="7248"/>
                    <a:pt x="17268" y="6708"/>
                    <a:pt x="16785" y="6169"/>
                  </a:cubicBezTo>
                  <a:cubicBezTo>
                    <a:pt x="16103" y="5374"/>
                    <a:pt x="15478" y="4550"/>
                    <a:pt x="14854" y="3698"/>
                  </a:cubicBezTo>
                  <a:cubicBezTo>
                    <a:pt x="14342" y="2960"/>
                    <a:pt x="13746" y="2278"/>
                    <a:pt x="13093" y="1682"/>
                  </a:cubicBezTo>
                  <a:cubicBezTo>
                    <a:pt x="12042" y="773"/>
                    <a:pt x="10707" y="177"/>
                    <a:pt x="9316" y="35"/>
                  </a:cubicBezTo>
                  <a:cubicBezTo>
                    <a:pt x="9097" y="12"/>
                    <a:pt x="8876" y="1"/>
                    <a:pt x="8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8"/>
            <p:cNvSpPr/>
            <p:nvPr/>
          </p:nvSpPr>
          <p:spPr>
            <a:xfrm>
              <a:off x="573925" y="2325700"/>
              <a:ext cx="498425" cy="699650"/>
            </a:xfrm>
            <a:custGeom>
              <a:rect b="b" l="l" r="r" t="t"/>
              <a:pathLst>
                <a:path extrusionOk="0" h="27986" w="19937">
                  <a:moveTo>
                    <a:pt x="10735" y="10906"/>
                  </a:moveTo>
                  <a:lnTo>
                    <a:pt x="10735" y="10934"/>
                  </a:lnTo>
                  <a:lnTo>
                    <a:pt x="10707" y="10906"/>
                  </a:lnTo>
                  <a:close/>
                  <a:moveTo>
                    <a:pt x="8890" y="1"/>
                  </a:moveTo>
                  <a:cubicBezTo>
                    <a:pt x="8776" y="29"/>
                    <a:pt x="8776" y="114"/>
                    <a:pt x="8804" y="200"/>
                  </a:cubicBezTo>
                  <a:cubicBezTo>
                    <a:pt x="8918" y="484"/>
                    <a:pt x="9003" y="739"/>
                    <a:pt x="9117" y="995"/>
                  </a:cubicBezTo>
                  <a:cubicBezTo>
                    <a:pt x="9429" y="1648"/>
                    <a:pt x="9742" y="2301"/>
                    <a:pt x="10054" y="2983"/>
                  </a:cubicBezTo>
                  <a:cubicBezTo>
                    <a:pt x="10395" y="3749"/>
                    <a:pt x="10622" y="4601"/>
                    <a:pt x="10764" y="5453"/>
                  </a:cubicBezTo>
                  <a:cubicBezTo>
                    <a:pt x="10963" y="6845"/>
                    <a:pt x="11048" y="8236"/>
                    <a:pt x="11105" y="9628"/>
                  </a:cubicBezTo>
                  <a:cubicBezTo>
                    <a:pt x="11133" y="9770"/>
                    <a:pt x="11161" y="9940"/>
                    <a:pt x="11048" y="10082"/>
                  </a:cubicBezTo>
                  <a:cubicBezTo>
                    <a:pt x="11019" y="10054"/>
                    <a:pt x="10991" y="10054"/>
                    <a:pt x="10991" y="10054"/>
                  </a:cubicBezTo>
                  <a:cubicBezTo>
                    <a:pt x="10821" y="9770"/>
                    <a:pt x="10650" y="9458"/>
                    <a:pt x="10480" y="9174"/>
                  </a:cubicBezTo>
                  <a:cubicBezTo>
                    <a:pt x="10423" y="9060"/>
                    <a:pt x="10366" y="8946"/>
                    <a:pt x="10310" y="8833"/>
                  </a:cubicBezTo>
                  <a:cubicBezTo>
                    <a:pt x="9088" y="6731"/>
                    <a:pt x="7725" y="4687"/>
                    <a:pt x="6220" y="2755"/>
                  </a:cubicBezTo>
                  <a:cubicBezTo>
                    <a:pt x="5709" y="2102"/>
                    <a:pt x="5226" y="1421"/>
                    <a:pt x="4687" y="796"/>
                  </a:cubicBezTo>
                  <a:cubicBezTo>
                    <a:pt x="4545" y="626"/>
                    <a:pt x="4374" y="484"/>
                    <a:pt x="4175" y="370"/>
                  </a:cubicBezTo>
                  <a:cubicBezTo>
                    <a:pt x="4167" y="362"/>
                    <a:pt x="4159" y="358"/>
                    <a:pt x="4150" y="358"/>
                  </a:cubicBezTo>
                  <a:cubicBezTo>
                    <a:pt x="4128" y="358"/>
                    <a:pt x="4102" y="378"/>
                    <a:pt x="4062" y="398"/>
                  </a:cubicBezTo>
                  <a:cubicBezTo>
                    <a:pt x="4033" y="398"/>
                    <a:pt x="4033" y="455"/>
                    <a:pt x="4033" y="484"/>
                  </a:cubicBezTo>
                  <a:cubicBezTo>
                    <a:pt x="4062" y="682"/>
                    <a:pt x="4147" y="881"/>
                    <a:pt x="4261" y="1023"/>
                  </a:cubicBezTo>
                  <a:cubicBezTo>
                    <a:pt x="4601" y="1477"/>
                    <a:pt x="4885" y="1903"/>
                    <a:pt x="5254" y="2329"/>
                  </a:cubicBezTo>
                  <a:cubicBezTo>
                    <a:pt x="5964" y="3238"/>
                    <a:pt x="6646" y="4175"/>
                    <a:pt x="7299" y="5113"/>
                  </a:cubicBezTo>
                  <a:cubicBezTo>
                    <a:pt x="8208" y="6419"/>
                    <a:pt x="9032" y="7782"/>
                    <a:pt x="9855" y="9174"/>
                  </a:cubicBezTo>
                  <a:cubicBezTo>
                    <a:pt x="10111" y="9600"/>
                    <a:pt x="10338" y="10054"/>
                    <a:pt x="10565" y="10508"/>
                  </a:cubicBezTo>
                  <a:cubicBezTo>
                    <a:pt x="10593" y="10594"/>
                    <a:pt x="10650" y="10650"/>
                    <a:pt x="10565" y="10736"/>
                  </a:cubicBezTo>
                  <a:cubicBezTo>
                    <a:pt x="10534" y="10767"/>
                    <a:pt x="10499" y="10779"/>
                    <a:pt x="10462" y="10779"/>
                  </a:cubicBezTo>
                  <a:cubicBezTo>
                    <a:pt x="10400" y="10779"/>
                    <a:pt x="10335" y="10743"/>
                    <a:pt x="10281" y="10707"/>
                  </a:cubicBezTo>
                  <a:cubicBezTo>
                    <a:pt x="9003" y="9969"/>
                    <a:pt x="7725" y="9287"/>
                    <a:pt x="6390" y="8691"/>
                  </a:cubicBezTo>
                  <a:cubicBezTo>
                    <a:pt x="5567" y="8265"/>
                    <a:pt x="4743" y="7867"/>
                    <a:pt x="3977" y="7413"/>
                  </a:cubicBezTo>
                  <a:cubicBezTo>
                    <a:pt x="3238" y="6987"/>
                    <a:pt x="2557" y="6476"/>
                    <a:pt x="1932" y="5851"/>
                  </a:cubicBezTo>
                  <a:lnTo>
                    <a:pt x="625" y="4601"/>
                  </a:lnTo>
                  <a:cubicBezTo>
                    <a:pt x="512" y="4459"/>
                    <a:pt x="341" y="4317"/>
                    <a:pt x="171" y="4232"/>
                  </a:cubicBezTo>
                  <a:cubicBezTo>
                    <a:pt x="143" y="4232"/>
                    <a:pt x="86" y="4232"/>
                    <a:pt x="57" y="4261"/>
                  </a:cubicBezTo>
                  <a:cubicBezTo>
                    <a:pt x="29" y="4289"/>
                    <a:pt x="29" y="4317"/>
                    <a:pt x="29" y="4374"/>
                  </a:cubicBezTo>
                  <a:cubicBezTo>
                    <a:pt x="86" y="4516"/>
                    <a:pt x="171" y="4658"/>
                    <a:pt x="285" y="4772"/>
                  </a:cubicBezTo>
                  <a:cubicBezTo>
                    <a:pt x="1108" y="5709"/>
                    <a:pt x="2017" y="6589"/>
                    <a:pt x="3039" y="7328"/>
                  </a:cubicBezTo>
                  <a:cubicBezTo>
                    <a:pt x="3494" y="7668"/>
                    <a:pt x="3977" y="7952"/>
                    <a:pt x="4488" y="8208"/>
                  </a:cubicBezTo>
                  <a:cubicBezTo>
                    <a:pt x="5567" y="8804"/>
                    <a:pt x="6674" y="9316"/>
                    <a:pt x="7782" y="9855"/>
                  </a:cubicBezTo>
                  <a:cubicBezTo>
                    <a:pt x="8719" y="10281"/>
                    <a:pt x="9628" y="10792"/>
                    <a:pt x="10508" y="11303"/>
                  </a:cubicBezTo>
                  <a:cubicBezTo>
                    <a:pt x="11019" y="11616"/>
                    <a:pt x="11417" y="12070"/>
                    <a:pt x="11673" y="12581"/>
                  </a:cubicBezTo>
                  <a:cubicBezTo>
                    <a:pt x="12297" y="13916"/>
                    <a:pt x="12951" y="15194"/>
                    <a:pt x="13519" y="16529"/>
                  </a:cubicBezTo>
                  <a:cubicBezTo>
                    <a:pt x="13575" y="16699"/>
                    <a:pt x="13632" y="16841"/>
                    <a:pt x="13689" y="17012"/>
                  </a:cubicBezTo>
                  <a:cubicBezTo>
                    <a:pt x="13689" y="17040"/>
                    <a:pt x="13746" y="17068"/>
                    <a:pt x="13746" y="17068"/>
                  </a:cubicBezTo>
                  <a:cubicBezTo>
                    <a:pt x="13714" y="17100"/>
                    <a:pt x="13691" y="17112"/>
                    <a:pt x="13672" y="17112"/>
                  </a:cubicBezTo>
                  <a:cubicBezTo>
                    <a:pt x="13640" y="17112"/>
                    <a:pt x="13622" y="17076"/>
                    <a:pt x="13604" y="17040"/>
                  </a:cubicBezTo>
                  <a:cubicBezTo>
                    <a:pt x="13490" y="17012"/>
                    <a:pt x="13377" y="16955"/>
                    <a:pt x="13263" y="16898"/>
                  </a:cubicBezTo>
                  <a:cubicBezTo>
                    <a:pt x="12894" y="16642"/>
                    <a:pt x="12496" y="16387"/>
                    <a:pt x="12070" y="16188"/>
                  </a:cubicBezTo>
                  <a:cubicBezTo>
                    <a:pt x="11332" y="15762"/>
                    <a:pt x="10565" y="15393"/>
                    <a:pt x="9798" y="15052"/>
                  </a:cubicBezTo>
                  <a:cubicBezTo>
                    <a:pt x="8918" y="14655"/>
                    <a:pt x="8038" y="14342"/>
                    <a:pt x="7186" y="13945"/>
                  </a:cubicBezTo>
                  <a:cubicBezTo>
                    <a:pt x="5993" y="13433"/>
                    <a:pt x="4857" y="12865"/>
                    <a:pt x="3806" y="12155"/>
                  </a:cubicBezTo>
                  <a:cubicBezTo>
                    <a:pt x="2699" y="11389"/>
                    <a:pt x="1648" y="10537"/>
                    <a:pt x="625" y="9628"/>
                  </a:cubicBezTo>
                  <a:cubicBezTo>
                    <a:pt x="483" y="9514"/>
                    <a:pt x="370" y="9372"/>
                    <a:pt x="256" y="9230"/>
                  </a:cubicBezTo>
                  <a:cubicBezTo>
                    <a:pt x="228" y="9202"/>
                    <a:pt x="185" y="9188"/>
                    <a:pt x="143" y="9188"/>
                  </a:cubicBezTo>
                  <a:cubicBezTo>
                    <a:pt x="100" y="9188"/>
                    <a:pt x="57" y="9202"/>
                    <a:pt x="29" y="9230"/>
                  </a:cubicBezTo>
                  <a:cubicBezTo>
                    <a:pt x="1" y="9287"/>
                    <a:pt x="1" y="9344"/>
                    <a:pt x="29" y="9401"/>
                  </a:cubicBezTo>
                  <a:cubicBezTo>
                    <a:pt x="143" y="9600"/>
                    <a:pt x="285" y="9770"/>
                    <a:pt x="455" y="9940"/>
                  </a:cubicBezTo>
                  <a:cubicBezTo>
                    <a:pt x="824" y="10310"/>
                    <a:pt x="1222" y="10707"/>
                    <a:pt x="1648" y="11048"/>
                  </a:cubicBezTo>
                  <a:cubicBezTo>
                    <a:pt x="2301" y="11644"/>
                    <a:pt x="2983" y="12212"/>
                    <a:pt x="3749" y="12695"/>
                  </a:cubicBezTo>
                  <a:cubicBezTo>
                    <a:pt x="4374" y="13093"/>
                    <a:pt x="4999" y="13462"/>
                    <a:pt x="5680" y="13803"/>
                  </a:cubicBezTo>
                  <a:cubicBezTo>
                    <a:pt x="6589" y="14257"/>
                    <a:pt x="7555" y="14626"/>
                    <a:pt x="8492" y="15081"/>
                  </a:cubicBezTo>
                  <a:cubicBezTo>
                    <a:pt x="9230" y="15421"/>
                    <a:pt x="9969" y="15705"/>
                    <a:pt x="10707" y="16046"/>
                  </a:cubicBezTo>
                  <a:cubicBezTo>
                    <a:pt x="11729" y="16500"/>
                    <a:pt x="12695" y="17040"/>
                    <a:pt x="13632" y="17665"/>
                  </a:cubicBezTo>
                  <a:cubicBezTo>
                    <a:pt x="13689" y="17693"/>
                    <a:pt x="13717" y="17750"/>
                    <a:pt x="13774" y="17750"/>
                  </a:cubicBezTo>
                  <a:cubicBezTo>
                    <a:pt x="14172" y="17807"/>
                    <a:pt x="14257" y="18119"/>
                    <a:pt x="14399" y="18403"/>
                  </a:cubicBezTo>
                  <a:cubicBezTo>
                    <a:pt x="14882" y="19340"/>
                    <a:pt x="15365" y="20278"/>
                    <a:pt x="15876" y="21215"/>
                  </a:cubicBezTo>
                  <a:cubicBezTo>
                    <a:pt x="16074" y="21555"/>
                    <a:pt x="16245" y="21925"/>
                    <a:pt x="16415" y="22265"/>
                  </a:cubicBezTo>
                  <a:cubicBezTo>
                    <a:pt x="16472" y="22351"/>
                    <a:pt x="16472" y="22436"/>
                    <a:pt x="16415" y="22521"/>
                  </a:cubicBezTo>
                  <a:lnTo>
                    <a:pt x="15535" y="22152"/>
                  </a:lnTo>
                  <a:cubicBezTo>
                    <a:pt x="15421" y="22095"/>
                    <a:pt x="15279" y="22067"/>
                    <a:pt x="15137" y="22010"/>
                  </a:cubicBezTo>
                  <a:cubicBezTo>
                    <a:pt x="14143" y="21783"/>
                    <a:pt x="13149" y="21499"/>
                    <a:pt x="12127" y="21300"/>
                  </a:cubicBezTo>
                  <a:cubicBezTo>
                    <a:pt x="11076" y="21130"/>
                    <a:pt x="10026" y="20817"/>
                    <a:pt x="9060" y="20420"/>
                  </a:cubicBezTo>
                  <a:cubicBezTo>
                    <a:pt x="8151" y="20050"/>
                    <a:pt x="7271" y="19624"/>
                    <a:pt x="6447" y="19142"/>
                  </a:cubicBezTo>
                  <a:cubicBezTo>
                    <a:pt x="6305" y="19028"/>
                    <a:pt x="6163" y="18971"/>
                    <a:pt x="5993" y="18943"/>
                  </a:cubicBezTo>
                  <a:cubicBezTo>
                    <a:pt x="5964" y="18943"/>
                    <a:pt x="5908" y="18943"/>
                    <a:pt x="5908" y="18971"/>
                  </a:cubicBezTo>
                  <a:cubicBezTo>
                    <a:pt x="5879" y="19000"/>
                    <a:pt x="5879" y="19028"/>
                    <a:pt x="5908" y="19085"/>
                  </a:cubicBezTo>
                  <a:cubicBezTo>
                    <a:pt x="5964" y="19227"/>
                    <a:pt x="6106" y="19340"/>
                    <a:pt x="6248" y="19426"/>
                  </a:cubicBezTo>
                  <a:cubicBezTo>
                    <a:pt x="6561" y="19653"/>
                    <a:pt x="6873" y="19852"/>
                    <a:pt x="7214" y="20022"/>
                  </a:cubicBezTo>
                  <a:cubicBezTo>
                    <a:pt x="7981" y="20448"/>
                    <a:pt x="8776" y="20817"/>
                    <a:pt x="9571" y="21130"/>
                  </a:cubicBezTo>
                  <a:cubicBezTo>
                    <a:pt x="10054" y="21272"/>
                    <a:pt x="10537" y="21442"/>
                    <a:pt x="11019" y="21555"/>
                  </a:cubicBezTo>
                  <a:cubicBezTo>
                    <a:pt x="11729" y="21726"/>
                    <a:pt x="12439" y="21896"/>
                    <a:pt x="13149" y="22010"/>
                  </a:cubicBezTo>
                  <a:cubicBezTo>
                    <a:pt x="13945" y="22180"/>
                    <a:pt x="14740" y="22407"/>
                    <a:pt x="15507" y="22635"/>
                  </a:cubicBezTo>
                  <a:cubicBezTo>
                    <a:pt x="15847" y="22720"/>
                    <a:pt x="16188" y="22890"/>
                    <a:pt x="16472" y="23117"/>
                  </a:cubicBezTo>
                  <a:cubicBezTo>
                    <a:pt x="16557" y="23203"/>
                    <a:pt x="16671" y="23316"/>
                    <a:pt x="16756" y="23316"/>
                  </a:cubicBezTo>
                  <a:cubicBezTo>
                    <a:pt x="17012" y="23345"/>
                    <a:pt x="17097" y="23543"/>
                    <a:pt x="17210" y="23714"/>
                  </a:cubicBezTo>
                  <a:lnTo>
                    <a:pt x="18261" y="25560"/>
                  </a:lnTo>
                  <a:cubicBezTo>
                    <a:pt x="18403" y="25730"/>
                    <a:pt x="18488" y="25929"/>
                    <a:pt x="18630" y="26185"/>
                  </a:cubicBezTo>
                  <a:cubicBezTo>
                    <a:pt x="18204" y="26071"/>
                    <a:pt x="17778" y="25901"/>
                    <a:pt x="17409" y="25702"/>
                  </a:cubicBezTo>
                  <a:cubicBezTo>
                    <a:pt x="16955" y="25531"/>
                    <a:pt x="16529" y="25333"/>
                    <a:pt x="16074" y="25134"/>
                  </a:cubicBezTo>
                  <a:cubicBezTo>
                    <a:pt x="16018" y="25105"/>
                    <a:pt x="15961" y="25105"/>
                    <a:pt x="15904" y="25077"/>
                  </a:cubicBezTo>
                  <a:cubicBezTo>
                    <a:pt x="15847" y="25077"/>
                    <a:pt x="15790" y="25077"/>
                    <a:pt x="15762" y="25134"/>
                  </a:cubicBezTo>
                  <a:cubicBezTo>
                    <a:pt x="15734" y="25191"/>
                    <a:pt x="15734" y="25219"/>
                    <a:pt x="15762" y="25247"/>
                  </a:cubicBezTo>
                  <a:cubicBezTo>
                    <a:pt x="15790" y="25304"/>
                    <a:pt x="15847" y="25333"/>
                    <a:pt x="15876" y="25389"/>
                  </a:cubicBezTo>
                  <a:cubicBezTo>
                    <a:pt x="16103" y="25560"/>
                    <a:pt x="16330" y="25702"/>
                    <a:pt x="16586" y="25844"/>
                  </a:cubicBezTo>
                  <a:cubicBezTo>
                    <a:pt x="17267" y="26156"/>
                    <a:pt x="17977" y="26440"/>
                    <a:pt x="18687" y="26639"/>
                  </a:cubicBezTo>
                  <a:cubicBezTo>
                    <a:pt x="18829" y="26667"/>
                    <a:pt x="18971" y="26781"/>
                    <a:pt x="19056" y="26923"/>
                  </a:cubicBezTo>
                  <a:lnTo>
                    <a:pt x="19511" y="27718"/>
                  </a:lnTo>
                  <a:cubicBezTo>
                    <a:pt x="19568" y="27803"/>
                    <a:pt x="19624" y="27888"/>
                    <a:pt x="19681" y="27945"/>
                  </a:cubicBezTo>
                  <a:cubicBezTo>
                    <a:pt x="19721" y="27965"/>
                    <a:pt x="19761" y="27985"/>
                    <a:pt x="19802" y="27985"/>
                  </a:cubicBezTo>
                  <a:cubicBezTo>
                    <a:pt x="19818" y="27985"/>
                    <a:pt x="19835" y="27982"/>
                    <a:pt x="19852" y="27974"/>
                  </a:cubicBezTo>
                  <a:cubicBezTo>
                    <a:pt x="19908" y="27945"/>
                    <a:pt x="19937" y="27888"/>
                    <a:pt x="19937" y="27832"/>
                  </a:cubicBezTo>
                  <a:cubicBezTo>
                    <a:pt x="19937" y="27633"/>
                    <a:pt x="19880" y="27434"/>
                    <a:pt x="19766" y="27264"/>
                  </a:cubicBezTo>
                  <a:cubicBezTo>
                    <a:pt x="19624" y="27008"/>
                    <a:pt x="19511" y="26724"/>
                    <a:pt x="19426" y="26440"/>
                  </a:cubicBezTo>
                  <a:cubicBezTo>
                    <a:pt x="19369" y="26270"/>
                    <a:pt x="19340" y="26099"/>
                    <a:pt x="19397" y="25929"/>
                  </a:cubicBezTo>
                  <a:cubicBezTo>
                    <a:pt x="19539" y="25304"/>
                    <a:pt x="19624" y="24651"/>
                    <a:pt x="19596" y="23998"/>
                  </a:cubicBezTo>
                  <a:cubicBezTo>
                    <a:pt x="19653" y="23487"/>
                    <a:pt x="19653" y="22947"/>
                    <a:pt x="19596" y="22436"/>
                  </a:cubicBezTo>
                  <a:cubicBezTo>
                    <a:pt x="19596" y="22322"/>
                    <a:pt x="19568" y="22237"/>
                    <a:pt x="19539" y="22123"/>
                  </a:cubicBezTo>
                  <a:cubicBezTo>
                    <a:pt x="19516" y="22077"/>
                    <a:pt x="19493" y="22031"/>
                    <a:pt x="19439" y="22031"/>
                  </a:cubicBezTo>
                  <a:cubicBezTo>
                    <a:pt x="19427" y="22031"/>
                    <a:pt x="19413" y="22033"/>
                    <a:pt x="19397" y="22038"/>
                  </a:cubicBezTo>
                  <a:cubicBezTo>
                    <a:pt x="19369" y="22038"/>
                    <a:pt x="19340" y="22067"/>
                    <a:pt x="19312" y="22123"/>
                  </a:cubicBezTo>
                  <a:cubicBezTo>
                    <a:pt x="19312" y="22180"/>
                    <a:pt x="19284" y="22265"/>
                    <a:pt x="19284" y="22351"/>
                  </a:cubicBezTo>
                  <a:cubicBezTo>
                    <a:pt x="19227" y="23316"/>
                    <a:pt x="19198" y="24282"/>
                    <a:pt x="19142" y="25247"/>
                  </a:cubicBezTo>
                  <a:cubicBezTo>
                    <a:pt x="19113" y="25389"/>
                    <a:pt x="19142" y="25531"/>
                    <a:pt x="19028" y="25645"/>
                  </a:cubicBezTo>
                  <a:cubicBezTo>
                    <a:pt x="18943" y="25645"/>
                    <a:pt x="18914" y="25588"/>
                    <a:pt x="18886" y="25531"/>
                  </a:cubicBezTo>
                  <a:cubicBezTo>
                    <a:pt x="18488" y="24821"/>
                    <a:pt x="18062" y="24083"/>
                    <a:pt x="17665" y="23373"/>
                  </a:cubicBezTo>
                  <a:cubicBezTo>
                    <a:pt x="17580" y="23174"/>
                    <a:pt x="17551" y="22975"/>
                    <a:pt x="17580" y="22777"/>
                  </a:cubicBezTo>
                  <a:cubicBezTo>
                    <a:pt x="17636" y="21726"/>
                    <a:pt x="17665" y="20675"/>
                    <a:pt x="17778" y="19653"/>
                  </a:cubicBezTo>
                  <a:cubicBezTo>
                    <a:pt x="17835" y="18914"/>
                    <a:pt x="17835" y="18176"/>
                    <a:pt x="17835" y="17466"/>
                  </a:cubicBezTo>
                  <a:cubicBezTo>
                    <a:pt x="17835" y="17068"/>
                    <a:pt x="17835" y="16642"/>
                    <a:pt x="17750" y="16245"/>
                  </a:cubicBezTo>
                  <a:cubicBezTo>
                    <a:pt x="17722" y="16160"/>
                    <a:pt x="17693" y="16046"/>
                    <a:pt x="17665" y="15961"/>
                  </a:cubicBezTo>
                  <a:cubicBezTo>
                    <a:pt x="17636" y="15961"/>
                    <a:pt x="17580" y="15933"/>
                    <a:pt x="17551" y="15933"/>
                  </a:cubicBezTo>
                  <a:cubicBezTo>
                    <a:pt x="17523" y="15933"/>
                    <a:pt x="17494" y="15961"/>
                    <a:pt x="17466" y="15989"/>
                  </a:cubicBezTo>
                  <a:cubicBezTo>
                    <a:pt x="17438" y="16046"/>
                    <a:pt x="17438" y="16103"/>
                    <a:pt x="17438" y="16160"/>
                  </a:cubicBezTo>
                  <a:cubicBezTo>
                    <a:pt x="17409" y="16870"/>
                    <a:pt x="17381" y="17580"/>
                    <a:pt x="17381" y="18290"/>
                  </a:cubicBezTo>
                  <a:cubicBezTo>
                    <a:pt x="17409" y="19113"/>
                    <a:pt x="17296" y="19908"/>
                    <a:pt x="17210" y="20732"/>
                  </a:cubicBezTo>
                  <a:cubicBezTo>
                    <a:pt x="17239" y="21186"/>
                    <a:pt x="17182" y="21641"/>
                    <a:pt x="17097" y="22095"/>
                  </a:cubicBezTo>
                  <a:cubicBezTo>
                    <a:pt x="17154" y="22123"/>
                    <a:pt x="17154" y="22180"/>
                    <a:pt x="17125" y="22180"/>
                  </a:cubicBezTo>
                  <a:cubicBezTo>
                    <a:pt x="17118" y="22188"/>
                    <a:pt x="17110" y="22191"/>
                    <a:pt x="17103" y="22191"/>
                  </a:cubicBezTo>
                  <a:cubicBezTo>
                    <a:pt x="17084" y="22191"/>
                    <a:pt x="17068" y="22165"/>
                    <a:pt x="17068" y="22123"/>
                  </a:cubicBezTo>
                  <a:cubicBezTo>
                    <a:pt x="16870" y="21953"/>
                    <a:pt x="16756" y="21754"/>
                    <a:pt x="16671" y="21527"/>
                  </a:cubicBezTo>
                  <a:cubicBezTo>
                    <a:pt x="16046" y="20363"/>
                    <a:pt x="15450" y="19170"/>
                    <a:pt x="14853" y="17977"/>
                  </a:cubicBezTo>
                  <a:cubicBezTo>
                    <a:pt x="14711" y="17693"/>
                    <a:pt x="14626" y="17381"/>
                    <a:pt x="14626" y="17040"/>
                  </a:cubicBezTo>
                  <a:cubicBezTo>
                    <a:pt x="14569" y="16330"/>
                    <a:pt x="14598" y="15592"/>
                    <a:pt x="14683" y="14882"/>
                  </a:cubicBezTo>
                  <a:cubicBezTo>
                    <a:pt x="14797" y="13945"/>
                    <a:pt x="14910" y="13036"/>
                    <a:pt x="14995" y="12099"/>
                  </a:cubicBezTo>
                  <a:cubicBezTo>
                    <a:pt x="15024" y="11673"/>
                    <a:pt x="15024" y="11218"/>
                    <a:pt x="14995" y="10764"/>
                  </a:cubicBezTo>
                  <a:cubicBezTo>
                    <a:pt x="14882" y="9287"/>
                    <a:pt x="14569" y="7810"/>
                    <a:pt x="14087" y="6390"/>
                  </a:cubicBezTo>
                  <a:cubicBezTo>
                    <a:pt x="13973" y="6021"/>
                    <a:pt x="13831" y="5652"/>
                    <a:pt x="13689" y="5311"/>
                  </a:cubicBezTo>
                  <a:cubicBezTo>
                    <a:pt x="13661" y="5198"/>
                    <a:pt x="13604" y="5084"/>
                    <a:pt x="13519" y="4999"/>
                  </a:cubicBezTo>
                  <a:cubicBezTo>
                    <a:pt x="13490" y="4942"/>
                    <a:pt x="13433" y="4942"/>
                    <a:pt x="13377" y="4942"/>
                  </a:cubicBezTo>
                  <a:cubicBezTo>
                    <a:pt x="13320" y="4971"/>
                    <a:pt x="13291" y="5027"/>
                    <a:pt x="13291" y="5084"/>
                  </a:cubicBezTo>
                  <a:cubicBezTo>
                    <a:pt x="13320" y="5340"/>
                    <a:pt x="13377" y="5595"/>
                    <a:pt x="13462" y="5851"/>
                  </a:cubicBezTo>
                  <a:cubicBezTo>
                    <a:pt x="13831" y="7072"/>
                    <a:pt x="14143" y="8293"/>
                    <a:pt x="14371" y="9571"/>
                  </a:cubicBezTo>
                  <a:cubicBezTo>
                    <a:pt x="14541" y="10565"/>
                    <a:pt x="14569" y="11616"/>
                    <a:pt x="14427" y="12638"/>
                  </a:cubicBezTo>
                  <a:cubicBezTo>
                    <a:pt x="14285" y="13575"/>
                    <a:pt x="14200" y="14513"/>
                    <a:pt x="14172" y="15478"/>
                  </a:cubicBezTo>
                  <a:cubicBezTo>
                    <a:pt x="14172" y="15705"/>
                    <a:pt x="14143" y="15961"/>
                    <a:pt x="14058" y="16188"/>
                  </a:cubicBezTo>
                  <a:cubicBezTo>
                    <a:pt x="13859" y="15876"/>
                    <a:pt x="13717" y="15563"/>
                    <a:pt x="13575" y="15223"/>
                  </a:cubicBezTo>
                  <a:cubicBezTo>
                    <a:pt x="13036" y="14001"/>
                    <a:pt x="12439" y="12809"/>
                    <a:pt x="11815" y="11644"/>
                  </a:cubicBezTo>
                  <a:cubicBezTo>
                    <a:pt x="11673" y="11360"/>
                    <a:pt x="11587" y="11076"/>
                    <a:pt x="11587" y="10792"/>
                  </a:cubicBezTo>
                  <a:cubicBezTo>
                    <a:pt x="11587" y="9316"/>
                    <a:pt x="11502" y="7839"/>
                    <a:pt x="11332" y="6362"/>
                  </a:cubicBezTo>
                  <a:cubicBezTo>
                    <a:pt x="11275" y="5397"/>
                    <a:pt x="11076" y="4403"/>
                    <a:pt x="10764" y="3465"/>
                  </a:cubicBezTo>
                  <a:cubicBezTo>
                    <a:pt x="10537" y="2841"/>
                    <a:pt x="10253" y="2244"/>
                    <a:pt x="9940" y="1648"/>
                  </a:cubicBezTo>
                  <a:cubicBezTo>
                    <a:pt x="9713" y="1193"/>
                    <a:pt x="9486" y="796"/>
                    <a:pt x="9259" y="370"/>
                  </a:cubicBezTo>
                  <a:cubicBezTo>
                    <a:pt x="9174" y="256"/>
                    <a:pt x="9117" y="143"/>
                    <a:pt x="9032" y="58"/>
                  </a:cubicBezTo>
                  <a:cubicBezTo>
                    <a:pt x="9003" y="29"/>
                    <a:pt x="8946" y="1"/>
                    <a:pt x="8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8"/>
            <p:cNvSpPr/>
            <p:nvPr/>
          </p:nvSpPr>
          <p:spPr>
            <a:xfrm>
              <a:off x="914000" y="2750975"/>
              <a:ext cx="3575" cy="2525"/>
            </a:xfrm>
            <a:custGeom>
              <a:rect b="b" l="l" r="r" t="t"/>
              <a:pathLst>
                <a:path extrusionOk="0" h="101" w="143">
                  <a:moveTo>
                    <a:pt x="86" y="1"/>
                  </a:moveTo>
                  <a:lnTo>
                    <a:pt x="1" y="29"/>
                  </a:lnTo>
                  <a:cubicBezTo>
                    <a:pt x="19" y="65"/>
                    <a:pt x="37" y="101"/>
                    <a:pt x="69" y="101"/>
                  </a:cubicBezTo>
                  <a:cubicBezTo>
                    <a:pt x="88" y="101"/>
                    <a:pt x="111" y="89"/>
                    <a:pt x="143" y="57"/>
                  </a:cubicBezTo>
                  <a:cubicBezTo>
                    <a:pt x="143" y="57"/>
                    <a:pt x="86" y="29"/>
                    <a:pt x="86"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8"/>
            <p:cNvSpPr/>
            <p:nvPr/>
          </p:nvSpPr>
          <p:spPr>
            <a:xfrm>
              <a:off x="1000625" y="2879475"/>
              <a:ext cx="2150" cy="2450"/>
            </a:xfrm>
            <a:custGeom>
              <a:rect b="b" l="l" r="r" t="t"/>
              <a:pathLst>
                <a:path extrusionOk="0" h="98" w="86">
                  <a:moveTo>
                    <a:pt x="29" y="1"/>
                  </a:moveTo>
                  <a:lnTo>
                    <a:pt x="0" y="29"/>
                  </a:lnTo>
                  <a:cubicBezTo>
                    <a:pt x="0" y="71"/>
                    <a:pt x="16" y="97"/>
                    <a:pt x="35" y="97"/>
                  </a:cubicBezTo>
                  <a:cubicBezTo>
                    <a:pt x="42" y="97"/>
                    <a:pt x="50" y="94"/>
                    <a:pt x="57" y="86"/>
                  </a:cubicBezTo>
                  <a:cubicBezTo>
                    <a:pt x="86" y="58"/>
                    <a:pt x="86" y="29"/>
                    <a:pt x="29"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8"/>
            <p:cNvSpPr/>
            <p:nvPr/>
          </p:nvSpPr>
          <p:spPr>
            <a:xfrm>
              <a:off x="841600" y="2597625"/>
              <a:ext cx="725" cy="725"/>
            </a:xfrm>
            <a:custGeom>
              <a:rect b="b" l="l" r="r" t="t"/>
              <a:pathLst>
                <a:path extrusionOk="0" h="29" w="29">
                  <a:moveTo>
                    <a:pt x="28" y="1"/>
                  </a:moveTo>
                  <a:lnTo>
                    <a:pt x="0" y="29"/>
                  </a:lnTo>
                  <a:lnTo>
                    <a:pt x="28" y="29"/>
                  </a:lnTo>
                  <a:lnTo>
                    <a:pt x="28"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8"/>
            <p:cNvSpPr/>
            <p:nvPr/>
          </p:nvSpPr>
          <p:spPr>
            <a:xfrm>
              <a:off x="769875" y="3171575"/>
              <a:ext cx="704325" cy="121525"/>
            </a:xfrm>
            <a:custGeom>
              <a:rect b="b" l="l" r="r" t="t"/>
              <a:pathLst>
                <a:path extrusionOk="0" h="4861" w="28173">
                  <a:moveTo>
                    <a:pt x="17197" y="1"/>
                  </a:moveTo>
                  <a:cubicBezTo>
                    <a:pt x="14714" y="1"/>
                    <a:pt x="12224" y="100"/>
                    <a:pt x="9770" y="330"/>
                  </a:cubicBezTo>
                  <a:cubicBezTo>
                    <a:pt x="7981" y="443"/>
                    <a:pt x="6220" y="699"/>
                    <a:pt x="4488" y="1096"/>
                  </a:cubicBezTo>
                  <a:cubicBezTo>
                    <a:pt x="3267" y="1352"/>
                    <a:pt x="2074" y="1721"/>
                    <a:pt x="938" y="2232"/>
                  </a:cubicBezTo>
                  <a:cubicBezTo>
                    <a:pt x="626" y="2374"/>
                    <a:pt x="342" y="2545"/>
                    <a:pt x="58" y="2772"/>
                  </a:cubicBezTo>
                  <a:cubicBezTo>
                    <a:pt x="1" y="2800"/>
                    <a:pt x="1" y="2885"/>
                    <a:pt x="29" y="2942"/>
                  </a:cubicBezTo>
                  <a:cubicBezTo>
                    <a:pt x="43" y="2956"/>
                    <a:pt x="72" y="2964"/>
                    <a:pt x="100" y="2964"/>
                  </a:cubicBezTo>
                  <a:cubicBezTo>
                    <a:pt x="129" y="2964"/>
                    <a:pt x="157" y="2956"/>
                    <a:pt x="171" y="2942"/>
                  </a:cubicBezTo>
                  <a:cubicBezTo>
                    <a:pt x="308" y="2825"/>
                    <a:pt x="486" y="2761"/>
                    <a:pt x="667" y="2761"/>
                  </a:cubicBezTo>
                  <a:cubicBezTo>
                    <a:pt x="749" y="2761"/>
                    <a:pt x="830" y="2774"/>
                    <a:pt x="910" y="2800"/>
                  </a:cubicBezTo>
                  <a:cubicBezTo>
                    <a:pt x="2046" y="3056"/>
                    <a:pt x="3181" y="3283"/>
                    <a:pt x="4346" y="3510"/>
                  </a:cubicBezTo>
                  <a:cubicBezTo>
                    <a:pt x="6419" y="3965"/>
                    <a:pt x="8549" y="4305"/>
                    <a:pt x="10679" y="4533"/>
                  </a:cubicBezTo>
                  <a:cubicBezTo>
                    <a:pt x="12099" y="4703"/>
                    <a:pt x="13547" y="4817"/>
                    <a:pt x="14967" y="4845"/>
                  </a:cubicBezTo>
                  <a:cubicBezTo>
                    <a:pt x="15301" y="4856"/>
                    <a:pt x="15635" y="4861"/>
                    <a:pt x="15969" y="4861"/>
                  </a:cubicBezTo>
                  <a:cubicBezTo>
                    <a:pt x="18338" y="4861"/>
                    <a:pt x="20714" y="4594"/>
                    <a:pt x="23004" y="4021"/>
                  </a:cubicBezTo>
                  <a:cubicBezTo>
                    <a:pt x="24253" y="3737"/>
                    <a:pt x="25475" y="3255"/>
                    <a:pt x="26582" y="2602"/>
                  </a:cubicBezTo>
                  <a:cubicBezTo>
                    <a:pt x="27122" y="2289"/>
                    <a:pt x="27661" y="1948"/>
                    <a:pt x="28173" y="1579"/>
                  </a:cubicBezTo>
                  <a:cubicBezTo>
                    <a:pt x="28144" y="1437"/>
                    <a:pt x="28031" y="1352"/>
                    <a:pt x="27889" y="1324"/>
                  </a:cubicBezTo>
                  <a:cubicBezTo>
                    <a:pt x="27633" y="1238"/>
                    <a:pt x="27377" y="1153"/>
                    <a:pt x="27122" y="1096"/>
                  </a:cubicBezTo>
                  <a:cubicBezTo>
                    <a:pt x="24452" y="415"/>
                    <a:pt x="21726" y="46"/>
                    <a:pt x="18971" y="17"/>
                  </a:cubicBezTo>
                  <a:cubicBezTo>
                    <a:pt x="18381" y="6"/>
                    <a:pt x="17789" y="1"/>
                    <a:pt x="17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8"/>
            <p:cNvSpPr/>
            <p:nvPr/>
          </p:nvSpPr>
          <p:spPr>
            <a:xfrm>
              <a:off x="846550" y="3216375"/>
              <a:ext cx="584350" cy="76950"/>
            </a:xfrm>
            <a:custGeom>
              <a:rect b="b" l="l" r="r" t="t"/>
              <a:pathLst>
                <a:path extrusionOk="0" h="3078" w="23374">
                  <a:moveTo>
                    <a:pt x="14320" y="0"/>
                  </a:moveTo>
                  <a:cubicBezTo>
                    <a:pt x="11772" y="0"/>
                    <a:pt x="9223" y="114"/>
                    <a:pt x="6675" y="327"/>
                  </a:cubicBezTo>
                  <a:cubicBezTo>
                    <a:pt x="4914" y="469"/>
                    <a:pt x="3153" y="724"/>
                    <a:pt x="1421" y="1093"/>
                  </a:cubicBezTo>
                  <a:cubicBezTo>
                    <a:pt x="938" y="1207"/>
                    <a:pt x="455" y="1321"/>
                    <a:pt x="1" y="1463"/>
                  </a:cubicBezTo>
                  <a:lnTo>
                    <a:pt x="1279" y="1718"/>
                  </a:lnTo>
                  <a:cubicBezTo>
                    <a:pt x="3380" y="2173"/>
                    <a:pt x="5482" y="2513"/>
                    <a:pt x="7612" y="2769"/>
                  </a:cubicBezTo>
                  <a:cubicBezTo>
                    <a:pt x="9032" y="2911"/>
                    <a:pt x="10480" y="3025"/>
                    <a:pt x="11900" y="3053"/>
                  </a:cubicBezTo>
                  <a:cubicBezTo>
                    <a:pt x="12292" y="3069"/>
                    <a:pt x="12682" y="3077"/>
                    <a:pt x="13073" y="3077"/>
                  </a:cubicBezTo>
                  <a:cubicBezTo>
                    <a:pt x="15399" y="3077"/>
                    <a:pt x="17699" y="2789"/>
                    <a:pt x="19937" y="2229"/>
                  </a:cubicBezTo>
                  <a:cubicBezTo>
                    <a:pt x="21130" y="1945"/>
                    <a:pt x="22294" y="1519"/>
                    <a:pt x="23373" y="923"/>
                  </a:cubicBezTo>
                  <a:cubicBezTo>
                    <a:pt x="20902" y="355"/>
                    <a:pt x="18403" y="43"/>
                    <a:pt x="15876" y="14"/>
                  </a:cubicBezTo>
                  <a:cubicBezTo>
                    <a:pt x="15357" y="5"/>
                    <a:pt x="14839" y="0"/>
                    <a:pt x="143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8"/>
            <p:cNvSpPr/>
            <p:nvPr/>
          </p:nvSpPr>
          <p:spPr>
            <a:xfrm>
              <a:off x="1094350" y="1609350"/>
              <a:ext cx="200925" cy="2009025"/>
            </a:xfrm>
            <a:custGeom>
              <a:rect b="b" l="l" r="r" t="t"/>
              <a:pathLst>
                <a:path extrusionOk="0" h="80361" w="8037">
                  <a:moveTo>
                    <a:pt x="7668" y="0"/>
                  </a:moveTo>
                  <a:cubicBezTo>
                    <a:pt x="7554" y="0"/>
                    <a:pt x="7441" y="29"/>
                    <a:pt x="7327" y="85"/>
                  </a:cubicBezTo>
                  <a:cubicBezTo>
                    <a:pt x="7071" y="171"/>
                    <a:pt x="6873" y="341"/>
                    <a:pt x="6674" y="540"/>
                  </a:cubicBezTo>
                  <a:cubicBezTo>
                    <a:pt x="6021" y="1221"/>
                    <a:pt x="5368" y="1931"/>
                    <a:pt x="4771" y="2670"/>
                  </a:cubicBezTo>
                  <a:cubicBezTo>
                    <a:pt x="3692" y="3976"/>
                    <a:pt x="2726" y="5396"/>
                    <a:pt x="1931" y="6901"/>
                  </a:cubicBezTo>
                  <a:cubicBezTo>
                    <a:pt x="1903" y="6986"/>
                    <a:pt x="1846" y="7072"/>
                    <a:pt x="1789" y="7157"/>
                  </a:cubicBezTo>
                  <a:lnTo>
                    <a:pt x="1647" y="7157"/>
                  </a:lnTo>
                  <a:cubicBezTo>
                    <a:pt x="1647" y="7157"/>
                    <a:pt x="1619" y="7128"/>
                    <a:pt x="1619" y="7100"/>
                  </a:cubicBezTo>
                  <a:cubicBezTo>
                    <a:pt x="1590" y="6958"/>
                    <a:pt x="1590" y="6759"/>
                    <a:pt x="1562" y="6589"/>
                  </a:cubicBezTo>
                  <a:cubicBezTo>
                    <a:pt x="1562" y="6390"/>
                    <a:pt x="1505" y="6220"/>
                    <a:pt x="1448" y="6021"/>
                  </a:cubicBezTo>
                  <a:cubicBezTo>
                    <a:pt x="1399" y="5872"/>
                    <a:pt x="1263" y="5788"/>
                    <a:pt x="1116" y="5788"/>
                  </a:cubicBezTo>
                  <a:cubicBezTo>
                    <a:pt x="1094" y="5788"/>
                    <a:pt x="1073" y="5790"/>
                    <a:pt x="1051" y="5794"/>
                  </a:cubicBezTo>
                  <a:cubicBezTo>
                    <a:pt x="852" y="5822"/>
                    <a:pt x="767" y="5907"/>
                    <a:pt x="738" y="6134"/>
                  </a:cubicBezTo>
                  <a:lnTo>
                    <a:pt x="738" y="6418"/>
                  </a:lnTo>
                  <a:cubicBezTo>
                    <a:pt x="682" y="7270"/>
                    <a:pt x="653" y="8122"/>
                    <a:pt x="596" y="8974"/>
                  </a:cubicBezTo>
                  <a:cubicBezTo>
                    <a:pt x="454" y="11729"/>
                    <a:pt x="341" y="14484"/>
                    <a:pt x="369" y="17238"/>
                  </a:cubicBezTo>
                  <a:cubicBezTo>
                    <a:pt x="398" y="18204"/>
                    <a:pt x="454" y="19170"/>
                    <a:pt x="454" y="20163"/>
                  </a:cubicBezTo>
                  <a:cubicBezTo>
                    <a:pt x="483" y="22577"/>
                    <a:pt x="540" y="24963"/>
                    <a:pt x="540" y="27377"/>
                  </a:cubicBezTo>
                  <a:cubicBezTo>
                    <a:pt x="540" y="30841"/>
                    <a:pt x="568" y="34306"/>
                    <a:pt x="426" y="37771"/>
                  </a:cubicBezTo>
                  <a:cubicBezTo>
                    <a:pt x="369" y="39645"/>
                    <a:pt x="312" y="41519"/>
                    <a:pt x="426" y="43394"/>
                  </a:cubicBezTo>
                  <a:cubicBezTo>
                    <a:pt x="568" y="45864"/>
                    <a:pt x="738" y="48364"/>
                    <a:pt x="880" y="50834"/>
                  </a:cubicBezTo>
                  <a:cubicBezTo>
                    <a:pt x="966" y="52623"/>
                    <a:pt x="966" y="54384"/>
                    <a:pt x="880" y="56173"/>
                  </a:cubicBezTo>
                  <a:cubicBezTo>
                    <a:pt x="738" y="58502"/>
                    <a:pt x="596" y="60831"/>
                    <a:pt x="511" y="63188"/>
                  </a:cubicBezTo>
                  <a:cubicBezTo>
                    <a:pt x="454" y="64636"/>
                    <a:pt x="369" y="66084"/>
                    <a:pt x="227" y="67561"/>
                  </a:cubicBezTo>
                  <a:cubicBezTo>
                    <a:pt x="29" y="69578"/>
                    <a:pt x="0" y="71594"/>
                    <a:pt x="114" y="73639"/>
                  </a:cubicBezTo>
                  <a:cubicBezTo>
                    <a:pt x="199" y="74973"/>
                    <a:pt x="256" y="76194"/>
                    <a:pt x="312" y="77416"/>
                  </a:cubicBezTo>
                  <a:cubicBezTo>
                    <a:pt x="369" y="78154"/>
                    <a:pt x="426" y="78864"/>
                    <a:pt x="483" y="79602"/>
                  </a:cubicBezTo>
                  <a:cubicBezTo>
                    <a:pt x="511" y="79830"/>
                    <a:pt x="568" y="80028"/>
                    <a:pt x="682" y="80227"/>
                  </a:cubicBezTo>
                  <a:cubicBezTo>
                    <a:pt x="758" y="80317"/>
                    <a:pt x="864" y="80360"/>
                    <a:pt x="967" y="80360"/>
                  </a:cubicBezTo>
                  <a:cubicBezTo>
                    <a:pt x="1093" y="80360"/>
                    <a:pt x="1216" y="80295"/>
                    <a:pt x="1278" y="80170"/>
                  </a:cubicBezTo>
                  <a:cubicBezTo>
                    <a:pt x="1335" y="80057"/>
                    <a:pt x="1363" y="79915"/>
                    <a:pt x="1363" y="79801"/>
                  </a:cubicBezTo>
                  <a:cubicBezTo>
                    <a:pt x="1392" y="79574"/>
                    <a:pt x="1392" y="79375"/>
                    <a:pt x="1392" y="79148"/>
                  </a:cubicBezTo>
                  <a:cubicBezTo>
                    <a:pt x="1392" y="77416"/>
                    <a:pt x="1221" y="75683"/>
                    <a:pt x="1136" y="73951"/>
                  </a:cubicBezTo>
                  <a:cubicBezTo>
                    <a:pt x="1022" y="72219"/>
                    <a:pt x="1051" y="70458"/>
                    <a:pt x="1164" y="68697"/>
                  </a:cubicBezTo>
                  <a:cubicBezTo>
                    <a:pt x="1306" y="66823"/>
                    <a:pt x="1477" y="64863"/>
                    <a:pt x="1534" y="63017"/>
                  </a:cubicBezTo>
                  <a:cubicBezTo>
                    <a:pt x="1619" y="61171"/>
                    <a:pt x="1704" y="59326"/>
                    <a:pt x="1789" y="57480"/>
                  </a:cubicBezTo>
                  <a:cubicBezTo>
                    <a:pt x="1874" y="55634"/>
                    <a:pt x="2016" y="53788"/>
                    <a:pt x="1931" y="51913"/>
                  </a:cubicBezTo>
                  <a:cubicBezTo>
                    <a:pt x="1818" y="50181"/>
                    <a:pt x="1732" y="48420"/>
                    <a:pt x="1619" y="46688"/>
                  </a:cubicBezTo>
                  <a:cubicBezTo>
                    <a:pt x="1562" y="46234"/>
                    <a:pt x="1676" y="45808"/>
                    <a:pt x="1874" y="45410"/>
                  </a:cubicBezTo>
                  <a:cubicBezTo>
                    <a:pt x="2641" y="43962"/>
                    <a:pt x="3351" y="42457"/>
                    <a:pt x="3948" y="40923"/>
                  </a:cubicBezTo>
                  <a:cubicBezTo>
                    <a:pt x="4061" y="40667"/>
                    <a:pt x="4260" y="40412"/>
                    <a:pt x="4118" y="40099"/>
                  </a:cubicBezTo>
                  <a:cubicBezTo>
                    <a:pt x="4103" y="40098"/>
                    <a:pt x="4089" y="40098"/>
                    <a:pt x="4076" y="40098"/>
                  </a:cubicBezTo>
                  <a:cubicBezTo>
                    <a:pt x="3714" y="40098"/>
                    <a:pt x="3629" y="40449"/>
                    <a:pt x="3465" y="40667"/>
                  </a:cubicBezTo>
                  <a:cubicBezTo>
                    <a:pt x="2897" y="41519"/>
                    <a:pt x="2386" y="42400"/>
                    <a:pt x="1960" y="43337"/>
                  </a:cubicBezTo>
                  <a:cubicBezTo>
                    <a:pt x="1874" y="43536"/>
                    <a:pt x="1818" y="43735"/>
                    <a:pt x="1590" y="43848"/>
                  </a:cubicBezTo>
                  <a:cubicBezTo>
                    <a:pt x="1363" y="43706"/>
                    <a:pt x="1477" y="43479"/>
                    <a:pt x="1448" y="43280"/>
                  </a:cubicBezTo>
                  <a:cubicBezTo>
                    <a:pt x="1420" y="42968"/>
                    <a:pt x="1420" y="42627"/>
                    <a:pt x="1420" y="42315"/>
                  </a:cubicBezTo>
                  <a:cubicBezTo>
                    <a:pt x="1420" y="40241"/>
                    <a:pt x="1448" y="38140"/>
                    <a:pt x="1505" y="36038"/>
                  </a:cubicBezTo>
                  <a:cubicBezTo>
                    <a:pt x="1647" y="32403"/>
                    <a:pt x="1590" y="28768"/>
                    <a:pt x="1562" y="25162"/>
                  </a:cubicBezTo>
                  <a:cubicBezTo>
                    <a:pt x="1562" y="23600"/>
                    <a:pt x="1562" y="22066"/>
                    <a:pt x="1505" y="20533"/>
                  </a:cubicBezTo>
                  <a:cubicBezTo>
                    <a:pt x="1363" y="17721"/>
                    <a:pt x="1363" y="14938"/>
                    <a:pt x="1420" y="12127"/>
                  </a:cubicBezTo>
                  <a:cubicBezTo>
                    <a:pt x="1420" y="11956"/>
                    <a:pt x="1448" y="11786"/>
                    <a:pt x="1448" y="11615"/>
                  </a:cubicBezTo>
                  <a:cubicBezTo>
                    <a:pt x="1676" y="10139"/>
                    <a:pt x="2158" y="8690"/>
                    <a:pt x="2840" y="7327"/>
                  </a:cubicBezTo>
                  <a:cubicBezTo>
                    <a:pt x="3607" y="5907"/>
                    <a:pt x="4487" y="4572"/>
                    <a:pt x="5538" y="3351"/>
                  </a:cubicBezTo>
                  <a:cubicBezTo>
                    <a:pt x="6163" y="2613"/>
                    <a:pt x="6787" y="1875"/>
                    <a:pt x="7441" y="1136"/>
                  </a:cubicBezTo>
                  <a:cubicBezTo>
                    <a:pt x="7639" y="909"/>
                    <a:pt x="7810" y="682"/>
                    <a:pt x="7952" y="426"/>
                  </a:cubicBezTo>
                  <a:cubicBezTo>
                    <a:pt x="8037" y="227"/>
                    <a:pt x="7895" y="29"/>
                    <a:pt x="7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8"/>
            <p:cNvSpPr/>
            <p:nvPr/>
          </p:nvSpPr>
          <p:spPr>
            <a:xfrm>
              <a:off x="1116350" y="2087075"/>
              <a:ext cx="140500" cy="230850"/>
            </a:xfrm>
            <a:custGeom>
              <a:rect b="b" l="l" r="r" t="t"/>
              <a:pathLst>
                <a:path extrusionOk="0" h="9234" w="5620">
                  <a:moveTo>
                    <a:pt x="5283" y="1"/>
                  </a:moveTo>
                  <a:cubicBezTo>
                    <a:pt x="5273" y="1"/>
                    <a:pt x="5264" y="2"/>
                    <a:pt x="5254" y="4"/>
                  </a:cubicBezTo>
                  <a:cubicBezTo>
                    <a:pt x="5141" y="32"/>
                    <a:pt x="5027" y="89"/>
                    <a:pt x="4942" y="174"/>
                  </a:cubicBezTo>
                  <a:cubicBezTo>
                    <a:pt x="4686" y="345"/>
                    <a:pt x="4459" y="600"/>
                    <a:pt x="4289" y="856"/>
                  </a:cubicBezTo>
                  <a:cubicBezTo>
                    <a:pt x="3295" y="2048"/>
                    <a:pt x="2443" y="3298"/>
                    <a:pt x="1648" y="4633"/>
                  </a:cubicBezTo>
                  <a:cubicBezTo>
                    <a:pt x="1108" y="5570"/>
                    <a:pt x="625" y="6564"/>
                    <a:pt x="228" y="7586"/>
                  </a:cubicBezTo>
                  <a:cubicBezTo>
                    <a:pt x="86" y="7927"/>
                    <a:pt x="0" y="8268"/>
                    <a:pt x="0" y="8637"/>
                  </a:cubicBezTo>
                  <a:cubicBezTo>
                    <a:pt x="0" y="8694"/>
                    <a:pt x="0" y="8751"/>
                    <a:pt x="0" y="8779"/>
                  </a:cubicBezTo>
                  <a:cubicBezTo>
                    <a:pt x="29" y="9091"/>
                    <a:pt x="199" y="9233"/>
                    <a:pt x="398" y="9233"/>
                  </a:cubicBezTo>
                  <a:cubicBezTo>
                    <a:pt x="597" y="9233"/>
                    <a:pt x="710" y="9148"/>
                    <a:pt x="796" y="8893"/>
                  </a:cubicBezTo>
                  <a:cubicBezTo>
                    <a:pt x="1165" y="7671"/>
                    <a:pt x="1704" y="6535"/>
                    <a:pt x="2358" y="5456"/>
                  </a:cubicBezTo>
                  <a:cubicBezTo>
                    <a:pt x="3153" y="4065"/>
                    <a:pt x="4090" y="2758"/>
                    <a:pt x="4970" y="1395"/>
                  </a:cubicBezTo>
                  <a:cubicBezTo>
                    <a:pt x="5197" y="1083"/>
                    <a:pt x="5396" y="714"/>
                    <a:pt x="5567" y="316"/>
                  </a:cubicBezTo>
                  <a:cubicBezTo>
                    <a:pt x="5620" y="183"/>
                    <a:pt x="5425" y="1"/>
                    <a:pt x="5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8"/>
            <p:cNvSpPr/>
            <p:nvPr/>
          </p:nvSpPr>
          <p:spPr>
            <a:xfrm>
              <a:off x="966550" y="2202175"/>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63"/>
                  </a:cubicBezTo>
                  <a:cubicBezTo>
                    <a:pt x="1449" y="1903"/>
                    <a:pt x="2102" y="2471"/>
                    <a:pt x="2755" y="3011"/>
                  </a:cubicBezTo>
                  <a:cubicBezTo>
                    <a:pt x="3579" y="3692"/>
                    <a:pt x="4289" y="4487"/>
                    <a:pt x="4913" y="5396"/>
                  </a:cubicBezTo>
                  <a:cubicBezTo>
                    <a:pt x="5141" y="5765"/>
                    <a:pt x="5396" y="6163"/>
                    <a:pt x="5652" y="6560"/>
                  </a:cubicBezTo>
                  <a:cubicBezTo>
                    <a:pt x="5737" y="6702"/>
                    <a:pt x="5850" y="6816"/>
                    <a:pt x="5964" y="6930"/>
                  </a:cubicBezTo>
                  <a:cubicBezTo>
                    <a:pt x="6035" y="6972"/>
                    <a:pt x="6113" y="6994"/>
                    <a:pt x="6188" y="6994"/>
                  </a:cubicBezTo>
                  <a:cubicBezTo>
                    <a:pt x="6262" y="6994"/>
                    <a:pt x="6333" y="6972"/>
                    <a:pt x="6390" y="6930"/>
                  </a:cubicBezTo>
                  <a:cubicBezTo>
                    <a:pt x="6532" y="6844"/>
                    <a:pt x="6589" y="6702"/>
                    <a:pt x="6532" y="6560"/>
                  </a:cubicBezTo>
                  <a:cubicBezTo>
                    <a:pt x="6504" y="6418"/>
                    <a:pt x="6447" y="6276"/>
                    <a:pt x="6390" y="6134"/>
                  </a:cubicBezTo>
                  <a:cubicBezTo>
                    <a:pt x="5907" y="4999"/>
                    <a:pt x="5169" y="3976"/>
                    <a:pt x="4289" y="3124"/>
                  </a:cubicBezTo>
                  <a:cubicBezTo>
                    <a:pt x="3664" y="2499"/>
                    <a:pt x="3011" y="1903"/>
                    <a:pt x="2357" y="1335"/>
                  </a:cubicBezTo>
                  <a:cubicBezTo>
                    <a:pt x="1988" y="994"/>
                    <a:pt x="1591" y="682"/>
                    <a:pt x="1165"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8"/>
            <p:cNvSpPr/>
            <p:nvPr/>
          </p:nvSpPr>
          <p:spPr>
            <a:xfrm>
              <a:off x="282850" y="1466175"/>
              <a:ext cx="719925" cy="774650"/>
            </a:xfrm>
            <a:custGeom>
              <a:rect b="b" l="l" r="r" t="t"/>
              <a:pathLst>
                <a:path extrusionOk="0" h="30986" w="28797">
                  <a:moveTo>
                    <a:pt x="10562" y="0"/>
                  </a:moveTo>
                  <a:cubicBezTo>
                    <a:pt x="9883" y="0"/>
                    <a:pt x="9205" y="101"/>
                    <a:pt x="8548" y="303"/>
                  </a:cubicBezTo>
                  <a:cubicBezTo>
                    <a:pt x="7412" y="644"/>
                    <a:pt x="6361" y="1212"/>
                    <a:pt x="5453" y="1950"/>
                  </a:cubicBezTo>
                  <a:cubicBezTo>
                    <a:pt x="4402" y="2831"/>
                    <a:pt x="3465" y="3853"/>
                    <a:pt x="2670" y="5017"/>
                  </a:cubicBezTo>
                  <a:cubicBezTo>
                    <a:pt x="1988" y="6011"/>
                    <a:pt x="1448" y="7062"/>
                    <a:pt x="1079" y="8226"/>
                  </a:cubicBezTo>
                  <a:cubicBezTo>
                    <a:pt x="313" y="10555"/>
                    <a:pt x="0" y="13026"/>
                    <a:pt x="171" y="15496"/>
                  </a:cubicBezTo>
                  <a:cubicBezTo>
                    <a:pt x="227" y="16632"/>
                    <a:pt x="483" y="17768"/>
                    <a:pt x="880" y="18819"/>
                  </a:cubicBezTo>
                  <a:cubicBezTo>
                    <a:pt x="1477" y="20267"/>
                    <a:pt x="2499" y="21517"/>
                    <a:pt x="3777" y="22426"/>
                  </a:cubicBezTo>
                  <a:cubicBezTo>
                    <a:pt x="4033" y="22596"/>
                    <a:pt x="4317" y="22767"/>
                    <a:pt x="4601" y="22880"/>
                  </a:cubicBezTo>
                  <a:cubicBezTo>
                    <a:pt x="5737" y="23363"/>
                    <a:pt x="6929" y="23647"/>
                    <a:pt x="8151" y="23704"/>
                  </a:cubicBezTo>
                  <a:cubicBezTo>
                    <a:pt x="8719" y="23761"/>
                    <a:pt x="9258" y="23732"/>
                    <a:pt x="9826" y="23789"/>
                  </a:cubicBezTo>
                  <a:cubicBezTo>
                    <a:pt x="11076" y="23874"/>
                    <a:pt x="12354" y="24045"/>
                    <a:pt x="13575" y="24300"/>
                  </a:cubicBezTo>
                  <a:cubicBezTo>
                    <a:pt x="14711" y="24499"/>
                    <a:pt x="15762" y="24982"/>
                    <a:pt x="16670" y="25663"/>
                  </a:cubicBezTo>
                  <a:cubicBezTo>
                    <a:pt x="16897" y="25862"/>
                    <a:pt x="17153" y="26032"/>
                    <a:pt x="17380" y="26203"/>
                  </a:cubicBezTo>
                  <a:cubicBezTo>
                    <a:pt x="18261" y="26913"/>
                    <a:pt x="19113" y="27623"/>
                    <a:pt x="19993" y="28304"/>
                  </a:cubicBezTo>
                  <a:cubicBezTo>
                    <a:pt x="21356" y="29384"/>
                    <a:pt x="22890" y="30207"/>
                    <a:pt x="24508" y="30803"/>
                  </a:cubicBezTo>
                  <a:cubicBezTo>
                    <a:pt x="24913" y="30926"/>
                    <a:pt x="25334" y="30985"/>
                    <a:pt x="25755" y="30985"/>
                  </a:cubicBezTo>
                  <a:cubicBezTo>
                    <a:pt x="26308" y="30985"/>
                    <a:pt x="26861" y="30883"/>
                    <a:pt x="27377" y="30690"/>
                  </a:cubicBezTo>
                  <a:cubicBezTo>
                    <a:pt x="27746" y="30576"/>
                    <a:pt x="28058" y="30292"/>
                    <a:pt x="28257" y="29952"/>
                  </a:cubicBezTo>
                  <a:cubicBezTo>
                    <a:pt x="28456" y="29611"/>
                    <a:pt x="28598" y="29213"/>
                    <a:pt x="28683" y="28787"/>
                  </a:cubicBezTo>
                  <a:cubicBezTo>
                    <a:pt x="28797" y="27992"/>
                    <a:pt x="28740" y="27197"/>
                    <a:pt x="28569" y="26402"/>
                  </a:cubicBezTo>
                  <a:cubicBezTo>
                    <a:pt x="28399" y="25720"/>
                    <a:pt x="28200" y="25039"/>
                    <a:pt x="28001" y="24357"/>
                  </a:cubicBezTo>
                  <a:cubicBezTo>
                    <a:pt x="27604" y="23107"/>
                    <a:pt x="27292" y="21801"/>
                    <a:pt x="27150" y="20466"/>
                  </a:cubicBezTo>
                  <a:cubicBezTo>
                    <a:pt x="27093" y="20012"/>
                    <a:pt x="27036" y="19558"/>
                    <a:pt x="26979" y="19075"/>
                  </a:cubicBezTo>
                  <a:cubicBezTo>
                    <a:pt x="26866" y="18138"/>
                    <a:pt x="26780" y="17200"/>
                    <a:pt x="26638" y="16235"/>
                  </a:cubicBezTo>
                  <a:cubicBezTo>
                    <a:pt x="26440" y="15014"/>
                    <a:pt x="26014" y="13821"/>
                    <a:pt x="25332" y="12799"/>
                  </a:cubicBezTo>
                  <a:cubicBezTo>
                    <a:pt x="24736" y="11833"/>
                    <a:pt x="23940" y="10981"/>
                    <a:pt x="23060" y="10243"/>
                  </a:cubicBezTo>
                  <a:cubicBezTo>
                    <a:pt x="22293" y="9675"/>
                    <a:pt x="21640" y="8993"/>
                    <a:pt x="21044" y="8255"/>
                  </a:cubicBezTo>
                  <a:cubicBezTo>
                    <a:pt x="20447" y="7431"/>
                    <a:pt x="19851" y="6608"/>
                    <a:pt x="19226" y="5812"/>
                  </a:cubicBezTo>
                  <a:cubicBezTo>
                    <a:pt x="18317" y="4620"/>
                    <a:pt x="17323" y="3512"/>
                    <a:pt x="16216" y="2518"/>
                  </a:cubicBezTo>
                  <a:cubicBezTo>
                    <a:pt x="15307" y="1638"/>
                    <a:pt x="14228" y="956"/>
                    <a:pt x="13064" y="473"/>
                  </a:cubicBezTo>
                  <a:cubicBezTo>
                    <a:pt x="12259" y="158"/>
                    <a:pt x="11411" y="0"/>
                    <a:pt x="10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8"/>
            <p:cNvSpPr/>
            <p:nvPr/>
          </p:nvSpPr>
          <p:spPr>
            <a:xfrm>
              <a:off x="392875" y="1540200"/>
              <a:ext cx="576525" cy="649925"/>
            </a:xfrm>
            <a:custGeom>
              <a:rect b="b" l="l" r="r" t="t"/>
              <a:pathLst>
                <a:path extrusionOk="0" h="25997" w="23061">
                  <a:moveTo>
                    <a:pt x="6170" y="0"/>
                  </a:moveTo>
                  <a:cubicBezTo>
                    <a:pt x="6122" y="0"/>
                    <a:pt x="6071" y="27"/>
                    <a:pt x="6050" y="68"/>
                  </a:cubicBezTo>
                  <a:cubicBezTo>
                    <a:pt x="5993" y="125"/>
                    <a:pt x="6022" y="210"/>
                    <a:pt x="6078" y="267"/>
                  </a:cubicBezTo>
                  <a:cubicBezTo>
                    <a:pt x="6448" y="693"/>
                    <a:pt x="6845" y="1148"/>
                    <a:pt x="7243" y="1574"/>
                  </a:cubicBezTo>
                  <a:cubicBezTo>
                    <a:pt x="8549" y="2937"/>
                    <a:pt x="9486" y="4584"/>
                    <a:pt x="10054" y="6373"/>
                  </a:cubicBezTo>
                  <a:cubicBezTo>
                    <a:pt x="10338" y="7395"/>
                    <a:pt x="10651" y="8418"/>
                    <a:pt x="10935" y="9468"/>
                  </a:cubicBezTo>
                  <a:cubicBezTo>
                    <a:pt x="10935" y="9497"/>
                    <a:pt x="10935" y="9554"/>
                    <a:pt x="10935" y="9610"/>
                  </a:cubicBezTo>
                  <a:cubicBezTo>
                    <a:pt x="10935" y="9657"/>
                    <a:pt x="10878" y="9703"/>
                    <a:pt x="10811" y="9703"/>
                  </a:cubicBezTo>
                  <a:cubicBezTo>
                    <a:pt x="10795" y="9703"/>
                    <a:pt x="10780" y="9701"/>
                    <a:pt x="10764" y="9696"/>
                  </a:cubicBezTo>
                  <a:cubicBezTo>
                    <a:pt x="10679" y="9667"/>
                    <a:pt x="10594" y="9610"/>
                    <a:pt x="10537" y="9554"/>
                  </a:cubicBezTo>
                  <a:cubicBezTo>
                    <a:pt x="9259" y="8531"/>
                    <a:pt x="7839" y="7708"/>
                    <a:pt x="6334" y="7083"/>
                  </a:cubicBezTo>
                  <a:cubicBezTo>
                    <a:pt x="5482" y="6771"/>
                    <a:pt x="4658" y="6430"/>
                    <a:pt x="3835" y="6061"/>
                  </a:cubicBezTo>
                  <a:cubicBezTo>
                    <a:pt x="3267" y="5833"/>
                    <a:pt x="2727" y="5578"/>
                    <a:pt x="2159" y="5322"/>
                  </a:cubicBezTo>
                  <a:cubicBezTo>
                    <a:pt x="1932" y="5209"/>
                    <a:pt x="1648" y="5152"/>
                    <a:pt x="1393" y="5152"/>
                  </a:cubicBezTo>
                  <a:cubicBezTo>
                    <a:pt x="1336" y="5152"/>
                    <a:pt x="1307" y="5180"/>
                    <a:pt x="1279" y="5237"/>
                  </a:cubicBezTo>
                  <a:cubicBezTo>
                    <a:pt x="1222" y="5294"/>
                    <a:pt x="1251" y="5379"/>
                    <a:pt x="1336" y="5407"/>
                  </a:cubicBezTo>
                  <a:cubicBezTo>
                    <a:pt x="2046" y="5748"/>
                    <a:pt x="2756" y="6117"/>
                    <a:pt x="3494" y="6430"/>
                  </a:cubicBezTo>
                  <a:cubicBezTo>
                    <a:pt x="4516" y="6884"/>
                    <a:pt x="5567" y="7310"/>
                    <a:pt x="6590" y="7764"/>
                  </a:cubicBezTo>
                  <a:cubicBezTo>
                    <a:pt x="8038" y="8418"/>
                    <a:pt x="9373" y="9270"/>
                    <a:pt x="10565" y="10292"/>
                  </a:cubicBezTo>
                  <a:cubicBezTo>
                    <a:pt x="10679" y="10406"/>
                    <a:pt x="10849" y="10491"/>
                    <a:pt x="10849" y="10690"/>
                  </a:cubicBezTo>
                  <a:cubicBezTo>
                    <a:pt x="10811" y="10765"/>
                    <a:pt x="10748" y="10778"/>
                    <a:pt x="10685" y="10778"/>
                  </a:cubicBezTo>
                  <a:cubicBezTo>
                    <a:pt x="10654" y="10778"/>
                    <a:pt x="10622" y="10775"/>
                    <a:pt x="10594" y="10775"/>
                  </a:cubicBezTo>
                  <a:cubicBezTo>
                    <a:pt x="10404" y="10775"/>
                    <a:pt x="10228" y="10762"/>
                    <a:pt x="10055" y="10762"/>
                  </a:cubicBezTo>
                  <a:cubicBezTo>
                    <a:pt x="9969" y="10762"/>
                    <a:pt x="9884" y="10765"/>
                    <a:pt x="9799" y="10775"/>
                  </a:cubicBezTo>
                  <a:cubicBezTo>
                    <a:pt x="8805" y="10917"/>
                    <a:pt x="7839" y="11087"/>
                    <a:pt x="6874" y="11371"/>
                  </a:cubicBezTo>
                  <a:cubicBezTo>
                    <a:pt x="5732" y="11619"/>
                    <a:pt x="4603" y="11828"/>
                    <a:pt x="3452" y="11828"/>
                  </a:cubicBezTo>
                  <a:cubicBezTo>
                    <a:pt x="2886" y="11828"/>
                    <a:pt x="2314" y="11777"/>
                    <a:pt x="1733" y="11655"/>
                  </a:cubicBezTo>
                  <a:cubicBezTo>
                    <a:pt x="1279" y="11570"/>
                    <a:pt x="825" y="11542"/>
                    <a:pt x="370" y="11485"/>
                  </a:cubicBezTo>
                  <a:cubicBezTo>
                    <a:pt x="332" y="11480"/>
                    <a:pt x="297" y="11478"/>
                    <a:pt x="264" y="11478"/>
                  </a:cubicBezTo>
                  <a:cubicBezTo>
                    <a:pt x="100" y="11478"/>
                    <a:pt x="1" y="11537"/>
                    <a:pt x="1" y="11655"/>
                  </a:cubicBezTo>
                  <a:cubicBezTo>
                    <a:pt x="29" y="11797"/>
                    <a:pt x="143" y="11854"/>
                    <a:pt x="257" y="11882"/>
                  </a:cubicBezTo>
                  <a:cubicBezTo>
                    <a:pt x="342" y="11939"/>
                    <a:pt x="455" y="11968"/>
                    <a:pt x="541" y="11996"/>
                  </a:cubicBezTo>
                  <a:cubicBezTo>
                    <a:pt x="1500" y="12241"/>
                    <a:pt x="2495" y="12364"/>
                    <a:pt x="3483" y="12364"/>
                  </a:cubicBezTo>
                  <a:cubicBezTo>
                    <a:pt x="3752" y="12364"/>
                    <a:pt x="4021" y="12355"/>
                    <a:pt x="4289" y="12337"/>
                  </a:cubicBezTo>
                  <a:cubicBezTo>
                    <a:pt x="5567" y="12195"/>
                    <a:pt x="6788" y="11968"/>
                    <a:pt x="8038" y="11684"/>
                  </a:cubicBezTo>
                  <a:cubicBezTo>
                    <a:pt x="9003" y="11456"/>
                    <a:pt x="9997" y="11343"/>
                    <a:pt x="10991" y="11343"/>
                  </a:cubicBezTo>
                  <a:cubicBezTo>
                    <a:pt x="11446" y="11343"/>
                    <a:pt x="11872" y="11513"/>
                    <a:pt x="12156" y="11826"/>
                  </a:cubicBezTo>
                  <a:cubicBezTo>
                    <a:pt x="13150" y="12848"/>
                    <a:pt x="14087" y="13899"/>
                    <a:pt x="14967" y="15006"/>
                  </a:cubicBezTo>
                  <a:cubicBezTo>
                    <a:pt x="15024" y="15063"/>
                    <a:pt x="15081" y="15148"/>
                    <a:pt x="15138" y="15233"/>
                  </a:cubicBezTo>
                  <a:cubicBezTo>
                    <a:pt x="15166" y="15347"/>
                    <a:pt x="15109" y="15432"/>
                    <a:pt x="14996" y="15432"/>
                  </a:cubicBezTo>
                  <a:cubicBezTo>
                    <a:pt x="14882" y="15432"/>
                    <a:pt x="14768" y="15432"/>
                    <a:pt x="14655" y="15404"/>
                  </a:cubicBezTo>
                  <a:cubicBezTo>
                    <a:pt x="14361" y="15383"/>
                    <a:pt x="14068" y="15373"/>
                    <a:pt x="13775" y="15373"/>
                  </a:cubicBezTo>
                  <a:cubicBezTo>
                    <a:pt x="12848" y="15373"/>
                    <a:pt x="11926" y="15479"/>
                    <a:pt x="11020" y="15716"/>
                  </a:cubicBezTo>
                  <a:cubicBezTo>
                    <a:pt x="9969" y="15943"/>
                    <a:pt x="8947" y="16227"/>
                    <a:pt x="7867" y="16369"/>
                  </a:cubicBezTo>
                  <a:cubicBezTo>
                    <a:pt x="7388" y="16458"/>
                    <a:pt x="6887" y="16502"/>
                    <a:pt x="6384" y="16502"/>
                  </a:cubicBezTo>
                  <a:cubicBezTo>
                    <a:pt x="6082" y="16502"/>
                    <a:pt x="5780" y="16486"/>
                    <a:pt x="5482" y="16455"/>
                  </a:cubicBezTo>
                  <a:lnTo>
                    <a:pt x="4176" y="16256"/>
                  </a:lnTo>
                  <a:cubicBezTo>
                    <a:pt x="4076" y="16227"/>
                    <a:pt x="3970" y="16213"/>
                    <a:pt x="3860" y="16213"/>
                  </a:cubicBezTo>
                  <a:cubicBezTo>
                    <a:pt x="3750" y="16213"/>
                    <a:pt x="3636" y="16227"/>
                    <a:pt x="3522" y="16256"/>
                  </a:cubicBezTo>
                  <a:cubicBezTo>
                    <a:pt x="3466" y="16256"/>
                    <a:pt x="3466" y="16313"/>
                    <a:pt x="3466" y="16369"/>
                  </a:cubicBezTo>
                  <a:cubicBezTo>
                    <a:pt x="3494" y="16369"/>
                    <a:pt x="3494" y="16398"/>
                    <a:pt x="3494" y="16426"/>
                  </a:cubicBezTo>
                  <a:cubicBezTo>
                    <a:pt x="3608" y="16540"/>
                    <a:pt x="3721" y="16597"/>
                    <a:pt x="3892" y="16625"/>
                  </a:cubicBezTo>
                  <a:cubicBezTo>
                    <a:pt x="4545" y="16767"/>
                    <a:pt x="5198" y="16909"/>
                    <a:pt x="5880" y="16994"/>
                  </a:cubicBezTo>
                  <a:cubicBezTo>
                    <a:pt x="6083" y="17013"/>
                    <a:pt x="6287" y="17022"/>
                    <a:pt x="6490" y="17022"/>
                  </a:cubicBezTo>
                  <a:cubicBezTo>
                    <a:pt x="7477" y="17022"/>
                    <a:pt x="8454" y="16818"/>
                    <a:pt x="9373" y="16653"/>
                  </a:cubicBezTo>
                  <a:cubicBezTo>
                    <a:pt x="10452" y="16426"/>
                    <a:pt x="11531" y="16142"/>
                    <a:pt x="12638" y="16000"/>
                  </a:cubicBezTo>
                  <a:cubicBezTo>
                    <a:pt x="13050" y="15958"/>
                    <a:pt x="13455" y="15936"/>
                    <a:pt x="13856" y="15936"/>
                  </a:cubicBezTo>
                  <a:cubicBezTo>
                    <a:pt x="14257" y="15936"/>
                    <a:pt x="14655" y="15958"/>
                    <a:pt x="15052" y="16000"/>
                  </a:cubicBezTo>
                  <a:cubicBezTo>
                    <a:pt x="15535" y="16000"/>
                    <a:pt x="15961" y="16256"/>
                    <a:pt x="16188" y="16653"/>
                  </a:cubicBezTo>
                  <a:cubicBezTo>
                    <a:pt x="16898" y="17818"/>
                    <a:pt x="17665" y="18954"/>
                    <a:pt x="18375" y="20118"/>
                  </a:cubicBezTo>
                  <a:cubicBezTo>
                    <a:pt x="18432" y="20232"/>
                    <a:pt x="18489" y="20345"/>
                    <a:pt x="18517" y="20459"/>
                  </a:cubicBezTo>
                  <a:cubicBezTo>
                    <a:pt x="18545" y="20544"/>
                    <a:pt x="18460" y="20629"/>
                    <a:pt x="18375" y="20629"/>
                  </a:cubicBezTo>
                  <a:cubicBezTo>
                    <a:pt x="18290" y="20601"/>
                    <a:pt x="18233" y="20601"/>
                    <a:pt x="18148" y="20572"/>
                  </a:cubicBezTo>
                  <a:cubicBezTo>
                    <a:pt x="17608" y="20402"/>
                    <a:pt x="17069" y="20317"/>
                    <a:pt x="16501" y="20260"/>
                  </a:cubicBezTo>
                  <a:cubicBezTo>
                    <a:pt x="15138" y="20118"/>
                    <a:pt x="13774" y="19891"/>
                    <a:pt x="12411" y="19578"/>
                  </a:cubicBezTo>
                  <a:cubicBezTo>
                    <a:pt x="11929" y="19465"/>
                    <a:pt x="11474" y="19323"/>
                    <a:pt x="10991" y="19209"/>
                  </a:cubicBezTo>
                  <a:cubicBezTo>
                    <a:pt x="10965" y="19203"/>
                    <a:pt x="10936" y="19199"/>
                    <a:pt x="10908" y="19199"/>
                  </a:cubicBezTo>
                  <a:cubicBezTo>
                    <a:pt x="10815" y="19199"/>
                    <a:pt x="10722" y="19236"/>
                    <a:pt x="10679" y="19323"/>
                  </a:cubicBezTo>
                  <a:cubicBezTo>
                    <a:pt x="10651" y="19436"/>
                    <a:pt x="10736" y="19493"/>
                    <a:pt x="10821" y="19550"/>
                  </a:cubicBezTo>
                  <a:cubicBezTo>
                    <a:pt x="11105" y="19692"/>
                    <a:pt x="11389" y="19834"/>
                    <a:pt x="11701" y="19891"/>
                  </a:cubicBezTo>
                  <a:cubicBezTo>
                    <a:pt x="13008" y="20232"/>
                    <a:pt x="14342" y="20487"/>
                    <a:pt x="15706" y="20658"/>
                  </a:cubicBezTo>
                  <a:cubicBezTo>
                    <a:pt x="16671" y="20743"/>
                    <a:pt x="17637" y="20942"/>
                    <a:pt x="18574" y="21197"/>
                  </a:cubicBezTo>
                  <a:cubicBezTo>
                    <a:pt x="18943" y="21282"/>
                    <a:pt x="19227" y="21510"/>
                    <a:pt x="19426" y="21822"/>
                  </a:cubicBezTo>
                  <a:cubicBezTo>
                    <a:pt x="19710" y="22305"/>
                    <a:pt x="20022" y="22759"/>
                    <a:pt x="20306" y="23242"/>
                  </a:cubicBezTo>
                  <a:lnTo>
                    <a:pt x="20931" y="24207"/>
                  </a:lnTo>
                  <a:cubicBezTo>
                    <a:pt x="20858" y="24262"/>
                    <a:pt x="20772" y="24294"/>
                    <a:pt x="20683" y="24294"/>
                  </a:cubicBezTo>
                  <a:cubicBezTo>
                    <a:pt x="20634" y="24294"/>
                    <a:pt x="20584" y="24284"/>
                    <a:pt x="20533" y="24264"/>
                  </a:cubicBezTo>
                  <a:cubicBezTo>
                    <a:pt x="19170" y="23952"/>
                    <a:pt x="17779" y="23696"/>
                    <a:pt x="16416" y="23299"/>
                  </a:cubicBezTo>
                  <a:cubicBezTo>
                    <a:pt x="16332" y="23257"/>
                    <a:pt x="16219" y="23231"/>
                    <a:pt x="16108" y="23231"/>
                  </a:cubicBezTo>
                  <a:cubicBezTo>
                    <a:pt x="16068" y="23231"/>
                    <a:pt x="16028" y="23234"/>
                    <a:pt x="15990" y="23242"/>
                  </a:cubicBezTo>
                  <a:cubicBezTo>
                    <a:pt x="15961" y="23270"/>
                    <a:pt x="15904" y="23299"/>
                    <a:pt x="15904" y="23327"/>
                  </a:cubicBezTo>
                  <a:cubicBezTo>
                    <a:pt x="15904" y="23384"/>
                    <a:pt x="15904" y="23441"/>
                    <a:pt x="15961" y="23469"/>
                  </a:cubicBezTo>
                  <a:cubicBezTo>
                    <a:pt x="16132" y="23583"/>
                    <a:pt x="16330" y="23668"/>
                    <a:pt x="16529" y="23753"/>
                  </a:cubicBezTo>
                  <a:cubicBezTo>
                    <a:pt x="17069" y="23952"/>
                    <a:pt x="17637" y="24122"/>
                    <a:pt x="18205" y="24264"/>
                  </a:cubicBezTo>
                  <a:cubicBezTo>
                    <a:pt x="19170" y="24491"/>
                    <a:pt x="20136" y="24662"/>
                    <a:pt x="21130" y="24861"/>
                  </a:cubicBezTo>
                  <a:cubicBezTo>
                    <a:pt x="21357" y="24917"/>
                    <a:pt x="21584" y="25031"/>
                    <a:pt x="21755" y="25230"/>
                  </a:cubicBezTo>
                  <a:cubicBezTo>
                    <a:pt x="21925" y="25429"/>
                    <a:pt x="22152" y="25656"/>
                    <a:pt x="22379" y="25826"/>
                  </a:cubicBezTo>
                  <a:cubicBezTo>
                    <a:pt x="22465" y="25940"/>
                    <a:pt x="22607" y="25997"/>
                    <a:pt x="22777" y="25997"/>
                  </a:cubicBezTo>
                  <a:cubicBezTo>
                    <a:pt x="22919" y="25968"/>
                    <a:pt x="23061" y="25798"/>
                    <a:pt x="22976" y="25684"/>
                  </a:cubicBezTo>
                  <a:cubicBezTo>
                    <a:pt x="22805" y="25400"/>
                    <a:pt x="22635" y="25145"/>
                    <a:pt x="22465" y="24889"/>
                  </a:cubicBezTo>
                  <a:cubicBezTo>
                    <a:pt x="21755" y="23923"/>
                    <a:pt x="21101" y="22929"/>
                    <a:pt x="20533" y="21879"/>
                  </a:cubicBezTo>
                  <a:cubicBezTo>
                    <a:pt x="20420" y="21708"/>
                    <a:pt x="20363" y="21538"/>
                    <a:pt x="20306" y="21339"/>
                  </a:cubicBezTo>
                  <a:cubicBezTo>
                    <a:pt x="20193" y="20658"/>
                    <a:pt x="20107" y="19948"/>
                    <a:pt x="20107" y="19238"/>
                  </a:cubicBezTo>
                  <a:cubicBezTo>
                    <a:pt x="20107" y="18073"/>
                    <a:pt x="20051" y="16909"/>
                    <a:pt x="19880" y="15745"/>
                  </a:cubicBezTo>
                  <a:cubicBezTo>
                    <a:pt x="19767" y="14978"/>
                    <a:pt x="19653" y="14211"/>
                    <a:pt x="19483" y="13444"/>
                  </a:cubicBezTo>
                  <a:cubicBezTo>
                    <a:pt x="19369" y="12933"/>
                    <a:pt x="19170" y="12422"/>
                    <a:pt x="19000" y="11911"/>
                  </a:cubicBezTo>
                  <a:cubicBezTo>
                    <a:pt x="18971" y="11797"/>
                    <a:pt x="18886" y="11684"/>
                    <a:pt x="18773" y="11655"/>
                  </a:cubicBezTo>
                  <a:cubicBezTo>
                    <a:pt x="18752" y="11645"/>
                    <a:pt x="18723" y="11638"/>
                    <a:pt x="18696" y="11638"/>
                  </a:cubicBezTo>
                  <a:cubicBezTo>
                    <a:pt x="18648" y="11638"/>
                    <a:pt x="18602" y="11658"/>
                    <a:pt x="18602" y="11712"/>
                  </a:cubicBezTo>
                  <a:cubicBezTo>
                    <a:pt x="18574" y="11797"/>
                    <a:pt x="18574" y="11882"/>
                    <a:pt x="18602" y="11996"/>
                  </a:cubicBezTo>
                  <a:cubicBezTo>
                    <a:pt x="18858" y="12848"/>
                    <a:pt x="19057" y="13728"/>
                    <a:pt x="19170" y="14637"/>
                  </a:cubicBezTo>
                  <a:cubicBezTo>
                    <a:pt x="19454" y="16284"/>
                    <a:pt x="19625" y="17960"/>
                    <a:pt x="19625" y="19635"/>
                  </a:cubicBezTo>
                  <a:cubicBezTo>
                    <a:pt x="19653" y="19806"/>
                    <a:pt x="19681" y="19976"/>
                    <a:pt x="19511" y="20090"/>
                  </a:cubicBezTo>
                  <a:cubicBezTo>
                    <a:pt x="19454" y="20061"/>
                    <a:pt x="19397" y="20004"/>
                    <a:pt x="19341" y="19948"/>
                  </a:cubicBezTo>
                  <a:cubicBezTo>
                    <a:pt x="18943" y="19351"/>
                    <a:pt x="18574" y="18726"/>
                    <a:pt x="18148" y="18130"/>
                  </a:cubicBezTo>
                  <a:cubicBezTo>
                    <a:pt x="17835" y="17619"/>
                    <a:pt x="17495" y="17108"/>
                    <a:pt x="17154" y="16625"/>
                  </a:cubicBezTo>
                  <a:cubicBezTo>
                    <a:pt x="16785" y="16142"/>
                    <a:pt x="16558" y="15603"/>
                    <a:pt x="16472" y="15006"/>
                  </a:cubicBezTo>
                  <a:cubicBezTo>
                    <a:pt x="16302" y="13984"/>
                    <a:pt x="16103" y="12905"/>
                    <a:pt x="15933" y="11854"/>
                  </a:cubicBezTo>
                  <a:cubicBezTo>
                    <a:pt x="15791" y="10917"/>
                    <a:pt x="15564" y="9980"/>
                    <a:pt x="15280" y="9099"/>
                  </a:cubicBezTo>
                  <a:cubicBezTo>
                    <a:pt x="14683" y="7310"/>
                    <a:pt x="13774" y="5635"/>
                    <a:pt x="12638" y="4158"/>
                  </a:cubicBezTo>
                  <a:cubicBezTo>
                    <a:pt x="12553" y="3987"/>
                    <a:pt x="12411" y="3845"/>
                    <a:pt x="12241" y="3760"/>
                  </a:cubicBezTo>
                  <a:cubicBezTo>
                    <a:pt x="12224" y="3752"/>
                    <a:pt x="12208" y="3748"/>
                    <a:pt x="12192" y="3748"/>
                  </a:cubicBezTo>
                  <a:cubicBezTo>
                    <a:pt x="12153" y="3748"/>
                    <a:pt x="12119" y="3769"/>
                    <a:pt x="12099" y="3789"/>
                  </a:cubicBezTo>
                  <a:cubicBezTo>
                    <a:pt x="12071" y="3817"/>
                    <a:pt x="12042" y="3845"/>
                    <a:pt x="12042" y="3902"/>
                  </a:cubicBezTo>
                  <a:cubicBezTo>
                    <a:pt x="12099" y="4016"/>
                    <a:pt x="12127" y="4129"/>
                    <a:pt x="12184" y="4243"/>
                  </a:cubicBezTo>
                  <a:cubicBezTo>
                    <a:pt x="12582" y="4896"/>
                    <a:pt x="12951" y="5549"/>
                    <a:pt x="13348" y="6174"/>
                  </a:cubicBezTo>
                  <a:cubicBezTo>
                    <a:pt x="14030" y="7367"/>
                    <a:pt x="14570" y="8616"/>
                    <a:pt x="14967" y="9923"/>
                  </a:cubicBezTo>
                  <a:cubicBezTo>
                    <a:pt x="15052" y="10207"/>
                    <a:pt x="15138" y="10519"/>
                    <a:pt x="15194" y="10832"/>
                  </a:cubicBezTo>
                  <a:cubicBezTo>
                    <a:pt x="15422" y="11939"/>
                    <a:pt x="15592" y="13075"/>
                    <a:pt x="15791" y="14211"/>
                  </a:cubicBezTo>
                  <a:cubicBezTo>
                    <a:pt x="15819" y="14325"/>
                    <a:pt x="15904" y="14467"/>
                    <a:pt x="15791" y="14609"/>
                  </a:cubicBezTo>
                  <a:cubicBezTo>
                    <a:pt x="15734" y="14609"/>
                    <a:pt x="15677" y="14609"/>
                    <a:pt x="15649" y="14580"/>
                  </a:cubicBezTo>
                  <a:cubicBezTo>
                    <a:pt x="15507" y="14410"/>
                    <a:pt x="15336" y="14268"/>
                    <a:pt x="15194" y="14097"/>
                  </a:cubicBezTo>
                  <a:cubicBezTo>
                    <a:pt x="14342" y="13103"/>
                    <a:pt x="13434" y="12166"/>
                    <a:pt x="12496" y="11258"/>
                  </a:cubicBezTo>
                  <a:cubicBezTo>
                    <a:pt x="12326" y="11116"/>
                    <a:pt x="12184" y="10945"/>
                    <a:pt x="12071" y="10746"/>
                  </a:cubicBezTo>
                  <a:cubicBezTo>
                    <a:pt x="11843" y="10349"/>
                    <a:pt x="11673" y="9923"/>
                    <a:pt x="11531" y="9468"/>
                  </a:cubicBezTo>
                  <a:cubicBezTo>
                    <a:pt x="11247" y="8474"/>
                    <a:pt x="10991" y="7452"/>
                    <a:pt x="10679" y="6458"/>
                  </a:cubicBezTo>
                  <a:cubicBezTo>
                    <a:pt x="10423" y="5578"/>
                    <a:pt x="10111" y="4754"/>
                    <a:pt x="9685" y="3959"/>
                  </a:cubicBezTo>
                  <a:cubicBezTo>
                    <a:pt x="9060" y="2681"/>
                    <a:pt x="8095" y="1630"/>
                    <a:pt x="7101" y="608"/>
                  </a:cubicBezTo>
                  <a:cubicBezTo>
                    <a:pt x="6930" y="438"/>
                    <a:pt x="6760" y="296"/>
                    <a:pt x="6561" y="154"/>
                  </a:cubicBezTo>
                  <a:cubicBezTo>
                    <a:pt x="6448" y="68"/>
                    <a:pt x="6334" y="40"/>
                    <a:pt x="6220" y="12"/>
                  </a:cubicBezTo>
                  <a:cubicBezTo>
                    <a:pt x="6205" y="4"/>
                    <a:pt x="6188" y="0"/>
                    <a:pt x="6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8"/>
            <p:cNvSpPr/>
            <p:nvPr/>
          </p:nvSpPr>
          <p:spPr>
            <a:xfrm>
              <a:off x="1127700" y="2939050"/>
              <a:ext cx="164650" cy="174225"/>
            </a:xfrm>
            <a:custGeom>
              <a:rect b="b" l="l" r="r" t="t"/>
              <a:pathLst>
                <a:path extrusionOk="0" h="6969" w="6586">
                  <a:moveTo>
                    <a:pt x="6235" y="1"/>
                  </a:moveTo>
                  <a:cubicBezTo>
                    <a:pt x="6221" y="1"/>
                    <a:pt x="6206" y="2"/>
                    <a:pt x="6192" y="3"/>
                  </a:cubicBezTo>
                  <a:cubicBezTo>
                    <a:pt x="5908" y="32"/>
                    <a:pt x="5624" y="145"/>
                    <a:pt x="5425" y="344"/>
                  </a:cubicBezTo>
                  <a:cubicBezTo>
                    <a:pt x="4999" y="657"/>
                    <a:pt x="4601" y="969"/>
                    <a:pt x="4232" y="1310"/>
                  </a:cubicBezTo>
                  <a:cubicBezTo>
                    <a:pt x="3579" y="1878"/>
                    <a:pt x="2926" y="2474"/>
                    <a:pt x="2301" y="3099"/>
                  </a:cubicBezTo>
                  <a:cubicBezTo>
                    <a:pt x="1392" y="3951"/>
                    <a:pt x="682" y="4973"/>
                    <a:pt x="200" y="6109"/>
                  </a:cubicBezTo>
                  <a:cubicBezTo>
                    <a:pt x="114" y="6251"/>
                    <a:pt x="86" y="6393"/>
                    <a:pt x="29" y="6535"/>
                  </a:cubicBezTo>
                  <a:cubicBezTo>
                    <a:pt x="1" y="6677"/>
                    <a:pt x="58" y="6848"/>
                    <a:pt x="200" y="6904"/>
                  </a:cubicBezTo>
                  <a:cubicBezTo>
                    <a:pt x="256" y="6947"/>
                    <a:pt x="327" y="6968"/>
                    <a:pt x="398" y="6968"/>
                  </a:cubicBezTo>
                  <a:cubicBezTo>
                    <a:pt x="469" y="6968"/>
                    <a:pt x="540" y="6947"/>
                    <a:pt x="597" y="6904"/>
                  </a:cubicBezTo>
                  <a:cubicBezTo>
                    <a:pt x="739" y="6791"/>
                    <a:pt x="853" y="6677"/>
                    <a:pt x="938" y="6535"/>
                  </a:cubicBezTo>
                  <a:cubicBezTo>
                    <a:pt x="1194" y="6138"/>
                    <a:pt x="1421" y="5740"/>
                    <a:pt x="1676" y="5371"/>
                  </a:cubicBezTo>
                  <a:cubicBezTo>
                    <a:pt x="2273" y="4490"/>
                    <a:pt x="3011" y="3695"/>
                    <a:pt x="3835" y="3014"/>
                  </a:cubicBezTo>
                  <a:cubicBezTo>
                    <a:pt x="4459" y="2446"/>
                    <a:pt x="5113" y="1878"/>
                    <a:pt x="5766" y="1338"/>
                  </a:cubicBezTo>
                  <a:cubicBezTo>
                    <a:pt x="5965" y="1168"/>
                    <a:pt x="6163" y="969"/>
                    <a:pt x="6334" y="770"/>
                  </a:cubicBezTo>
                  <a:cubicBezTo>
                    <a:pt x="6419" y="657"/>
                    <a:pt x="6476" y="515"/>
                    <a:pt x="6533" y="373"/>
                  </a:cubicBezTo>
                  <a:cubicBezTo>
                    <a:pt x="6586" y="187"/>
                    <a:pt x="6440" y="1"/>
                    <a:pt x="6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8"/>
            <p:cNvSpPr/>
            <p:nvPr/>
          </p:nvSpPr>
          <p:spPr>
            <a:xfrm>
              <a:off x="957325" y="2004800"/>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35"/>
                  </a:cubicBezTo>
                  <a:cubicBezTo>
                    <a:pt x="1448" y="1903"/>
                    <a:pt x="2102" y="2443"/>
                    <a:pt x="2755" y="3011"/>
                  </a:cubicBezTo>
                  <a:cubicBezTo>
                    <a:pt x="3578" y="3692"/>
                    <a:pt x="4288" y="4487"/>
                    <a:pt x="4913" y="5368"/>
                  </a:cubicBezTo>
                  <a:cubicBezTo>
                    <a:pt x="5140" y="5765"/>
                    <a:pt x="5396" y="6163"/>
                    <a:pt x="5652" y="6561"/>
                  </a:cubicBezTo>
                  <a:cubicBezTo>
                    <a:pt x="5737" y="6703"/>
                    <a:pt x="5850" y="6816"/>
                    <a:pt x="5964" y="6930"/>
                  </a:cubicBezTo>
                  <a:cubicBezTo>
                    <a:pt x="6035" y="6972"/>
                    <a:pt x="6113" y="6994"/>
                    <a:pt x="6188" y="6994"/>
                  </a:cubicBezTo>
                  <a:cubicBezTo>
                    <a:pt x="6262" y="6994"/>
                    <a:pt x="6333" y="6972"/>
                    <a:pt x="6390" y="6930"/>
                  </a:cubicBezTo>
                  <a:cubicBezTo>
                    <a:pt x="6532" y="6845"/>
                    <a:pt x="6589" y="6703"/>
                    <a:pt x="6532" y="6561"/>
                  </a:cubicBezTo>
                  <a:cubicBezTo>
                    <a:pt x="6503" y="6419"/>
                    <a:pt x="6447" y="6277"/>
                    <a:pt x="6390" y="6135"/>
                  </a:cubicBezTo>
                  <a:cubicBezTo>
                    <a:pt x="5907" y="4999"/>
                    <a:pt x="5169" y="3976"/>
                    <a:pt x="4288" y="3096"/>
                  </a:cubicBezTo>
                  <a:cubicBezTo>
                    <a:pt x="3664" y="2500"/>
                    <a:pt x="3010" y="1903"/>
                    <a:pt x="2357" y="1335"/>
                  </a:cubicBezTo>
                  <a:cubicBezTo>
                    <a:pt x="1988" y="994"/>
                    <a:pt x="1562" y="682"/>
                    <a:pt x="1164"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8"/>
            <p:cNvSpPr/>
            <p:nvPr/>
          </p:nvSpPr>
          <p:spPr>
            <a:xfrm>
              <a:off x="1138350" y="1497775"/>
              <a:ext cx="78125" cy="223050"/>
            </a:xfrm>
            <a:custGeom>
              <a:rect b="b" l="l" r="r" t="t"/>
              <a:pathLst>
                <a:path extrusionOk="0" h="8922" w="3125">
                  <a:moveTo>
                    <a:pt x="342" y="0"/>
                  </a:moveTo>
                  <a:cubicBezTo>
                    <a:pt x="206" y="0"/>
                    <a:pt x="71" y="85"/>
                    <a:pt x="29" y="232"/>
                  </a:cubicBezTo>
                  <a:cubicBezTo>
                    <a:pt x="1" y="374"/>
                    <a:pt x="1" y="516"/>
                    <a:pt x="29" y="658"/>
                  </a:cubicBezTo>
                  <a:cubicBezTo>
                    <a:pt x="86" y="913"/>
                    <a:pt x="171" y="1169"/>
                    <a:pt x="285" y="1425"/>
                  </a:cubicBezTo>
                  <a:cubicBezTo>
                    <a:pt x="597" y="2220"/>
                    <a:pt x="938" y="2987"/>
                    <a:pt x="1222" y="3782"/>
                  </a:cubicBezTo>
                  <a:cubicBezTo>
                    <a:pt x="1648" y="4776"/>
                    <a:pt x="1932" y="5798"/>
                    <a:pt x="2074" y="6877"/>
                  </a:cubicBezTo>
                  <a:cubicBezTo>
                    <a:pt x="2131" y="7332"/>
                    <a:pt x="2159" y="7786"/>
                    <a:pt x="2216" y="8240"/>
                  </a:cubicBezTo>
                  <a:cubicBezTo>
                    <a:pt x="2216" y="8411"/>
                    <a:pt x="2273" y="8581"/>
                    <a:pt x="2330" y="8723"/>
                  </a:cubicBezTo>
                  <a:cubicBezTo>
                    <a:pt x="2386" y="8865"/>
                    <a:pt x="2528" y="8922"/>
                    <a:pt x="2699" y="8922"/>
                  </a:cubicBezTo>
                  <a:cubicBezTo>
                    <a:pt x="2841" y="8922"/>
                    <a:pt x="2954" y="8808"/>
                    <a:pt x="2983" y="8666"/>
                  </a:cubicBezTo>
                  <a:cubicBezTo>
                    <a:pt x="3011" y="8524"/>
                    <a:pt x="3040" y="8382"/>
                    <a:pt x="3040" y="8240"/>
                  </a:cubicBezTo>
                  <a:cubicBezTo>
                    <a:pt x="3125" y="6991"/>
                    <a:pt x="2954" y="5770"/>
                    <a:pt x="2557" y="4577"/>
                  </a:cubicBezTo>
                  <a:cubicBezTo>
                    <a:pt x="2273" y="3753"/>
                    <a:pt x="1960" y="2958"/>
                    <a:pt x="1648" y="2135"/>
                  </a:cubicBezTo>
                  <a:cubicBezTo>
                    <a:pt x="1449" y="1652"/>
                    <a:pt x="1250" y="1169"/>
                    <a:pt x="1023" y="715"/>
                  </a:cubicBezTo>
                  <a:cubicBezTo>
                    <a:pt x="910" y="431"/>
                    <a:pt x="739" y="203"/>
                    <a:pt x="484" y="33"/>
                  </a:cubicBezTo>
                  <a:cubicBezTo>
                    <a:pt x="439" y="11"/>
                    <a:pt x="391"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8"/>
            <p:cNvSpPr/>
            <p:nvPr/>
          </p:nvSpPr>
          <p:spPr>
            <a:xfrm>
              <a:off x="1208650" y="2357525"/>
              <a:ext cx="762525" cy="678650"/>
            </a:xfrm>
            <a:custGeom>
              <a:rect b="b" l="l" r="r" t="t"/>
              <a:pathLst>
                <a:path extrusionOk="0" h="27146" w="30501">
                  <a:moveTo>
                    <a:pt x="21383" y="0"/>
                  </a:moveTo>
                  <a:cubicBezTo>
                    <a:pt x="20966" y="0"/>
                    <a:pt x="20549" y="40"/>
                    <a:pt x="20135" y="119"/>
                  </a:cubicBezTo>
                  <a:cubicBezTo>
                    <a:pt x="18914" y="375"/>
                    <a:pt x="17778" y="829"/>
                    <a:pt x="16727" y="1511"/>
                  </a:cubicBezTo>
                  <a:cubicBezTo>
                    <a:pt x="15478" y="2249"/>
                    <a:pt x="14342" y="3130"/>
                    <a:pt x="13263" y="4095"/>
                  </a:cubicBezTo>
                  <a:cubicBezTo>
                    <a:pt x="12524" y="4777"/>
                    <a:pt x="11786" y="5458"/>
                    <a:pt x="11076" y="6140"/>
                  </a:cubicBezTo>
                  <a:cubicBezTo>
                    <a:pt x="10366" y="6736"/>
                    <a:pt x="9599" y="7276"/>
                    <a:pt x="8776" y="7673"/>
                  </a:cubicBezTo>
                  <a:cubicBezTo>
                    <a:pt x="7782" y="8213"/>
                    <a:pt x="6873" y="8866"/>
                    <a:pt x="6106" y="9690"/>
                  </a:cubicBezTo>
                  <a:cubicBezTo>
                    <a:pt x="5283" y="10570"/>
                    <a:pt x="4629" y="11621"/>
                    <a:pt x="4232" y="12785"/>
                  </a:cubicBezTo>
                  <a:cubicBezTo>
                    <a:pt x="3948" y="13637"/>
                    <a:pt x="3692" y="14546"/>
                    <a:pt x="3408" y="15426"/>
                  </a:cubicBezTo>
                  <a:cubicBezTo>
                    <a:pt x="3266" y="15852"/>
                    <a:pt x="3124" y="16278"/>
                    <a:pt x="2982" y="16704"/>
                  </a:cubicBezTo>
                  <a:cubicBezTo>
                    <a:pt x="2613" y="17954"/>
                    <a:pt x="2102" y="19175"/>
                    <a:pt x="1449" y="20311"/>
                  </a:cubicBezTo>
                  <a:cubicBezTo>
                    <a:pt x="1136" y="20936"/>
                    <a:pt x="852" y="21560"/>
                    <a:pt x="568" y="22185"/>
                  </a:cubicBezTo>
                  <a:cubicBezTo>
                    <a:pt x="228" y="22895"/>
                    <a:pt x="57" y="23662"/>
                    <a:pt x="29" y="24457"/>
                  </a:cubicBezTo>
                  <a:cubicBezTo>
                    <a:pt x="0" y="24855"/>
                    <a:pt x="86" y="25252"/>
                    <a:pt x="228" y="25650"/>
                  </a:cubicBezTo>
                  <a:cubicBezTo>
                    <a:pt x="341" y="26019"/>
                    <a:pt x="597" y="26331"/>
                    <a:pt x="937" y="26502"/>
                  </a:cubicBezTo>
                  <a:cubicBezTo>
                    <a:pt x="1614" y="26937"/>
                    <a:pt x="2414" y="27146"/>
                    <a:pt x="3233" y="27146"/>
                  </a:cubicBezTo>
                  <a:cubicBezTo>
                    <a:pt x="3376" y="27146"/>
                    <a:pt x="3520" y="27139"/>
                    <a:pt x="3664" y="27127"/>
                  </a:cubicBezTo>
                  <a:cubicBezTo>
                    <a:pt x="5311" y="26871"/>
                    <a:pt x="6930" y="26331"/>
                    <a:pt x="8435" y="25536"/>
                  </a:cubicBezTo>
                  <a:cubicBezTo>
                    <a:pt x="9400" y="25054"/>
                    <a:pt x="10366" y="24514"/>
                    <a:pt x="11332" y="24003"/>
                  </a:cubicBezTo>
                  <a:cubicBezTo>
                    <a:pt x="11587" y="23889"/>
                    <a:pt x="11843" y="23747"/>
                    <a:pt x="12098" y="23634"/>
                  </a:cubicBezTo>
                  <a:cubicBezTo>
                    <a:pt x="13092" y="23122"/>
                    <a:pt x="14200" y="22867"/>
                    <a:pt x="15336" y="22867"/>
                  </a:cubicBezTo>
                  <a:cubicBezTo>
                    <a:pt x="15493" y="22863"/>
                    <a:pt x="15651" y="22861"/>
                    <a:pt x="15809" y="22861"/>
                  </a:cubicBezTo>
                  <a:cubicBezTo>
                    <a:pt x="16873" y="22861"/>
                    <a:pt x="17939" y="22942"/>
                    <a:pt x="19028" y="23066"/>
                  </a:cubicBezTo>
                  <a:cubicBezTo>
                    <a:pt x="19567" y="23122"/>
                    <a:pt x="20107" y="23236"/>
                    <a:pt x="20646" y="23293"/>
                  </a:cubicBezTo>
                  <a:cubicBezTo>
                    <a:pt x="21094" y="23358"/>
                    <a:pt x="21549" y="23390"/>
                    <a:pt x="22007" y="23390"/>
                  </a:cubicBezTo>
                  <a:cubicBezTo>
                    <a:pt x="22741" y="23390"/>
                    <a:pt x="23479" y="23308"/>
                    <a:pt x="24196" y="23151"/>
                  </a:cubicBezTo>
                  <a:cubicBezTo>
                    <a:pt x="24480" y="23066"/>
                    <a:pt x="24764" y="22980"/>
                    <a:pt x="25048" y="22838"/>
                  </a:cubicBezTo>
                  <a:cubicBezTo>
                    <a:pt x="26440" y="22214"/>
                    <a:pt x="27632" y="21191"/>
                    <a:pt x="28484" y="19913"/>
                  </a:cubicBezTo>
                  <a:cubicBezTo>
                    <a:pt x="29052" y="18948"/>
                    <a:pt x="29478" y="17925"/>
                    <a:pt x="29762" y="16846"/>
                  </a:cubicBezTo>
                  <a:cubicBezTo>
                    <a:pt x="30359" y="14518"/>
                    <a:pt x="30501" y="12075"/>
                    <a:pt x="30188" y="9690"/>
                  </a:cubicBezTo>
                  <a:cubicBezTo>
                    <a:pt x="30046" y="8554"/>
                    <a:pt x="29734" y="7418"/>
                    <a:pt x="29251" y="6367"/>
                  </a:cubicBezTo>
                  <a:cubicBezTo>
                    <a:pt x="28712" y="5117"/>
                    <a:pt x="28002" y="3953"/>
                    <a:pt x="27150" y="2902"/>
                  </a:cubicBezTo>
                  <a:cubicBezTo>
                    <a:pt x="26411" y="2022"/>
                    <a:pt x="25503" y="1312"/>
                    <a:pt x="24480" y="772"/>
                  </a:cubicBezTo>
                  <a:cubicBezTo>
                    <a:pt x="23519" y="261"/>
                    <a:pt x="22455" y="0"/>
                    <a:pt x="2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8"/>
            <p:cNvSpPr/>
            <p:nvPr/>
          </p:nvSpPr>
          <p:spPr>
            <a:xfrm>
              <a:off x="1238475" y="2430775"/>
              <a:ext cx="617700" cy="548150"/>
            </a:xfrm>
            <a:custGeom>
              <a:rect b="b" l="l" r="r" t="t"/>
              <a:pathLst>
                <a:path extrusionOk="0" h="21926" w="24708">
                  <a:moveTo>
                    <a:pt x="20817" y="1"/>
                  </a:moveTo>
                  <a:cubicBezTo>
                    <a:pt x="20703" y="1"/>
                    <a:pt x="20589" y="29"/>
                    <a:pt x="20476" y="86"/>
                  </a:cubicBezTo>
                  <a:cubicBezTo>
                    <a:pt x="20249" y="171"/>
                    <a:pt x="20050" y="313"/>
                    <a:pt x="19851" y="427"/>
                  </a:cubicBezTo>
                  <a:cubicBezTo>
                    <a:pt x="18715" y="1222"/>
                    <a:pt x="17607" y="2045"/>
                    <a:pt x="16755" y="3153"/>
                  </a:cubicBezTo>
                  <a:cubicBezTo>
                    <a:pt x="16216" y="3863"/>
                    <a:pt x="15761" y="4601"/>
                    <a:pt x="15336" y="5368"/>
                  </a:cubicBezTo>
                  <a:cubicBezTo>
                    <a:pt x="14881" y="6305"/>
                    <a:pt x="14455" y="7214"/>
                    <a:pt x="13972" y="8123"/>
                  </a:cubicBezTo>
                  <a:cubicBezTo>
                    <a:pt x="13774" y="8520"/>
                    <a:pt x="13518" y="8890"/>
                    <a:pt x="13234" y="9230"/>
                  </a:cubicBezTo>
                  <a:cubicBezTo>
                    <a:pt x="13092" y="9401"/>
                    <a:pt x="12922" y="9543"/>
                    <a:pt x="12751" y="9656"/>
                  </a:cubicBezTo>
                  <a:cubicBezTo>
                    <a:pt x="11672" y="10338"/>
                    <a:pt x="10621" y="11105"/>
                    <a:pt x="9627" y="11900"/>
                  </a:cubicBezTo>
                  <a:cubicBezTo>
                    <a:pt x="9457" y="12042"/>
                    <a:pt x="9287" y="12155"/>
                    <a:pt x="9116" y="12269"/>
                  </a:cubicBezTo>
                  <a:lnTo>
                    <a:pt x="8974" y="12269"/>
                  </a:lnTo>
                  <a:cubicBezTo>
                    <a:pt x="8889" y="12127"/>
                    <a:pt x="9003" y="11985"/>
                    <a:pt x="9031" y="11872"/>
                  </a:cubicBezTo>
                  <a:cubicBezTo>
                    <a:pt x="9429" y="10821"/>
                    <a:pt x="9798" y="9770"/>
                    <a:pt x="10195" y="8719"/>
                  </a:cubicBezTo>
                  <a:cubicBezTo>
                    <a:pt x="10309" y="8435"/>
                    <a:pt x="10451" y="8180"/>
                    <a:pt x="10621" y="7896"/>
                  </a:cubicBezTo>
                  <a:cubicBezTo>
                    <a:pt x="11218" y="6731"/>
                    <a:pt x="11956" y="5624"/>
                    <a:pt x="12836" y="4601"/>
                  </a:cubicBezTo>
                  <a:cubicBezTo>
                    <a:pt x="13348" y="4062"/>
                    <a:pt x="13802" y="3494"/>
                    <a:pt x="14285" y="2954"/>
                  </a:cubicBezTo>
                  <a:cubicBezTo>
                    <a:pt x="14370" y="2869"/>
                    <a:pt x="14427" y="2755"/>
                    <a:pt x="14484" y="2642"/>
                  </a:cubicBezTo>
                  <a:cubicBezTo>
                    <a:pt x="14484" y="2613"/>
                    <a:pt x="14484" y="2557"/>
                    <a:pt x="14455" y="2528"/>
                  </a:cubicBezTo>
                  <a:cubicBezTo>
                    <a:pt x="14427" y="2500"/>
                    <a:pt x="14370" y="2471"/>
                    <a:pt x="14342" y="2471"/>
                  </a:cubicBezTo>
                  <a:cubicBezTo>
                    <a:pt x="14143" y="2528"/>
                    <a:pt x="14001" y="2642"/>
                    <a:pt x="13859" y="2784"/>
                  </a:cubicBezTo>
                  <a:cubicBezTo>
                    <a:pt x="12496" y="4005"/>
                    <a:pt x="11360" y="5453"/>
                    <a:pt x="10451" y="7044"/>
                  </a:cubicBezTo>
                  <a:cubicBezTo>
                    <a:pt x="10025" y="7867"/>
                    <a:pt x="9627" y="8691"/>
                    <a:pt x="9315" y="9571"/>
                  </a:cubicBezTo>
                  <a:cubicBezTo>
                    <a:pt x="8974" y="10565"/>
                    <a:pt x="8605" y="11531"/>
                    <a:pt x="8264" y="12525"/>
                  </a:cubicBezTo>
                  <a:cubicBezTo>
                    <a:pt x="8065" y="13064"/>
                    <a:pt x="7753" y="13547"/>
                    <a:pt x="7327" y="13945"/>
                  </a:cubicBezTo>
                  <a:cubicBezTo>
                    <a:pt x="6873" y="14342"/>
                    <a:pt x="6475" y="14768"/>
                    <a:pt x="6077" y="15194"/>
                  </a:cubicBezTo>
                  <a:cubicBezTo>
                    <a:pt x="5566" y="15705"/>
                    <a:pt x="5083" y="16217"/>
                    <a:pt x="4601" y="16728"/>
                  </a:cubicBezTo>
                  <a:cubicBezTo>
                    <a:pt x="4544" y="16785"/>
                    <a:pt x="4487" y="16813"/>
                    <a:pt x="4430" y="16841"/>
                  </a:cubicBezTo>
                  <a:cubicBezTo>
                    <a:pt x="4260" y="16699"/>
                    <a:pt x="4345" y="16529"/>
                    <a:pt x="4374" y="16387"/>
                  </a:cubicBezTo>
                  <a:cubicBezTo>
                    <a:pt x="4686" y="14768"/>
                    <a:pt x="5140" y="13206"/>
                    <a:pt x="5737" y="11673"/>
                  </a:cubicBezTo>
                  <a:cubicBezTo>
                    <a:pt x="5992" y="10821"/>
                    <a:pt x="6333" y="10026"/>
                    <a:pt x="6759" y="9230"/>
                  </a:cubicBezTo>
                  <a:cubicBezTo>
                    <a:pt x="6787" y="9145"/>
                    <a:pt x="6816" y="9060"/>
                    <a:pt x="6816" y="8975"/>
                  </a:cubicBezTo>
                  <a:cubicBezTo>
                    <a:pt x="6816" y="8890"/>
                    <a:pt x="6731" y="8861"/>
                    <a:pt x="6645" y="8861"/>
                  </a:cubicBezTo>
                  <a:cubicBezTo>
                    <a:pt x="6532" y="8890"/>
                    <a:pt x="6447" y="8975"/>
                    <a:pt x="6390" y="9088"/>
                  </a:cubicBezTo>
                  <a:cubicBezTo>
                    <a:pt x="6134" y="9543"/>
                    <a:pt x="5879" y="9997"/>
                    <a:pt x="5651" y="10480"/>
                  </a:cubicBezTo>
                  <a:cubicBezTo>
                    <a:pt x="5367" y="11190"/>
                    <a:pt x="5112" y="11900"/>
                    <a:pt x="4856" y="12610"/>
                  </a:cubicBezTo>
                  <a:cubicBezTo>
                    <a:pt x="4487" y="13689"/>
                    <a:pt x="4203" y="14797"/>
                    <a:pt x="4004" y="15933"/>
                  </a:cubicBezTo>
                  <a:cubicBezTo>
                    <a:pt x="3862" y="16586"/>
                    <a:pt x="3664" y="17267"/>
                    <a:pt x="3408" y="17892"/>
                  </a:cubicBezTo>
                  <a:cubicBezTo>
                    <a:pt x="3351" y="18062"/>
                    <a:pt x="3266" y="18233"/>
                    <a:pt x="3124" y="18375"/>
                  </a:cubicBezTo>
                  <a:cubicBezTo>
                    <a:pt x="2386" y="19255"/>
                    <a:pt x="1562" y="20107"/>
                    <a:pt x="738" y="20902"/>
                  </a:cubicBezTo>
                  <a:cubicBezTo>
                    <a:pt x="511" y="21130"/>
                    <a:pt x="284" y="21357"/>
                    <a:pt x="85" y="21584"/>
                  </a:cubicBezTo>
                  <a:cubicBezTo>
                    <a:pt x="0" y="21669"/>
                    <a:pt x="85" y="21868"/>
                    <a:pt x="227" y="21896"/>
                  </a:cubicBezTo>
                  <a:cubicBezTo>
                    <a:pt x="278" y="21916"/>
                    <a:pt x="328" y="21926"/>
                    <a:pt x="378" y="21926"/>
                  </a:cubicBezTo>
                  <a:cubicBezTo>
                    <a:pt x="470" y="21926"/>
                    <a:pt x="562" y="21895"/>
                    <a:pt x="653" y="21840"/>
                  </a:cubicBezTo>
                  <a:cubicBezTo>
                    <a:pt x="880" y="21698"/>
                    <a:pt x="1136" y="21527"/>
                    <a:pt x="1363" y="21357"/>
                  </a:cubicBezTo>
                  <a:cubicBezTo>
                    <a:pt x="1512" y="21233"/>
                    <a:pt x="1703" y="21153"/>
                    <a:pt x="1919" y="21153"/>
                  </a:cubicBezTo>
                  <a:cubicBezTo>
                    <a:pt x="1951" y="21153"/>
                    <a:pt x="1983" y="21154"/>
                    <a:pt x="2016" y="21158"/>
                  </a:cubicBezTo>
                  <a:cubicBezTo>
                    <a:pt x="2982" y="21158"/>
                    <a:pt x="3948" y="21158"/>
                    <a:pt x="4913" y="21101"/>
                  </a:cubicBezTo>
                  <a:cubicBezTo>
                    <a:pt x="5481" y="21073"/>
                    <a:pt x="6049" y="20988"/>
                    <a:pt x="6617" y="20902"/>
                  </a:cubicBezTo>
                  <a:cubicBezTo>
                    <a:pt x="6844" y="20874"/>
                    <a:pt x="7043" y="20789"/>
                    <a:pt x="7242" y="20732"/>
                  </a:cubicBezTo>
                  <a:cubicBezTo>
                    <a:pt x="7270" y="20704"/>
                    <a:pt x="7299" y="20647"/>
                    <a:pt x="7299" y="20618"/>
                  </a:cubicBezTo>
                  <a:cubicBezTo>
                    <a:pt x="7299" y="20562"/>
                    <a:pt x="7270" y="20533"/>
                    <a:pt x="7213" y="20505"/>
                  </a:cubicBezTo>
                  <a:cubicBezTo>
                    <a:pt x="7147" y="20471"/>
                    <a:pt x="7071" y="20458"/>
                    <a:pt x="6990" y="20458"/>
                  </a:cubicBezTo>
                  <a:cubicBezTo>
                    <a:pt x="6933" y="20458"/>
                    <a:pt x="6875" y="20465"/>
                    <a:pt x="6816" y="20476"/>
                  </a:cubicBezTo>
                  <a:cubicBezTo>
                    <a:pt x="5424" y="20618"/>
                    <a:pt x="4061" y="20618"/>
                    <a:pt x="2698" y="20647"/>
                  </a:cubicBezTo>
                  <a:cubicBezTo>
                    <a:pt x="2664" y="20653"/>
                    <a:pt x="2631" y="20657"/>
                    <a:pt x="2598" y="20657"/>
                  </a:cubicBezTo>
                  <a:cubicBezTo>
                    <a:pt x="2492" y="20657"/>
                    <a:pt x="2394" y="20620"/>
                    <a:pt x="2329" y="20533"/>
                  </a:cubicBezTo>
                  <a:lnTo>
                    <a:pt x="3096" y="19710"/>
                  </a:lnTo>
                  <a:cubicBezTo>
                    <a:pt x="3436" y="19312"/>
                    <a:pt x="3834" y="18914"/>
                    <a:pt x="4203" y="18517"/>
                  </a:cubicBezTo>
                  <a:cubicBezTo>
                    <a:pt x="4430" y="18233"/>
                    <a:pt x="4771" y="18091"/>
                    <a:pt x="5140" y="18091"/>
                  </a:cubicBezTo>
                  <a:cubicBezTo>
                    <a:pt x="5609" y="18048"/>
                    <a:pt x="6085" y="18027"/>
                    <a:pt x="6560" y="18027"/>
                  </a:cubicBezTo>
                  <a:cubicBezTo>
                    <a:pt x="7036" y="18027"/>
                    <a:pt x="7512" y="18048"/>
                    <a:pt x="7980" y="18091"/>
                  </a:cubicBezTo>
                  <a:cubicBezTo>
                    <a:pt x="8648" y="18133"/>
                    <a:pt x="9308" y="18155"/>
                    <a:pt x="9968" y="18155"/>
                  </a:cubicBezTo>
                  <a:cubicBezTo>
                    <a:pt x="10628" y="18155"/>
                    <a:pt x="11289" y="18133"/>
                    <a:pt x="11956" y="18091"/>
                  </a:cubicBezTo>
                  <a:cubicBezTo>
                    <a:pt x="12268" y="18062"/>
                    <a:pt x="12581" y="18006"/>
                    <a:pt x="12865" y="17892"/>
                  </a:cubicBezTo>
                  <a:cubicBezTo>
                    <a:pt x="12950" y="17864"/>
                    <a:pt x="13064" y="17807"/>
                    <a:pt x="13035" y="17693"/>
                  </a:cubicBezTo>
                  <a:cubicBezTo>
                    <a:pt x="13035" y="17580"/>
                    <a:pt x="12893" y="17551"/>
                    <a:pt x="12751" y="17551"/>
                  </a:cubicBezTo>
                  <a:cubicBezTo>
                    <a:pt x="12297" y="17580"/>
                    <a:pt x="11814" y="17608"/>
                    <a:pt x="11331" y="17636"/>
                  </a:cubicBezTo>
                  <a:cubicBezTo>
                    <a:pt x="10998" y="17644"/>
                    <a:pt x="10662" y="17647"/>
                    <a:pt x="10326" y="17647"/>
                  </a:cubicBezTo>
                  <a:cubicBezTo>
                    <a:pt x="9317" y="17647"/>
                    <a:pt x="8300" y="17615"/>
                    <a:pt x="7299" y="17551"/>
                  </a:cubicBezTo>
                  <a:cubicBezTo>
                    <a:pt x="7029" y="17523"/>
                    <a:pt x="6752" y="17509"/>
                    <a:pt x="6475" y="17509"/>
                  </a:cubicBezTo>
                  <a:cubicBezTo>
                    <a:pt x="6198" y="17509"/>
                    <a:pt x="5921" y="17523"/>
                    <a:pt x="5651" y="17551"/>
                  </a:cubicBezTo>
                  <a:lnTo>
                    <a:pt x="5453" y="17551"/>
                  </a:lnTo>
                  <a:cubicBezTo>
                    <a:pt x="5367" y="17551"/>
                    <a:pt x="5282" y="17438"/>
                    <a:pt x="5339" y="17352"/>
                  </a:cubicBezTo>
                  <a:cubicBezTo>
                    <a:pt x="5396" y="17239"/>
                    <a:pt x="5453" y="17154"/>
                    <a:pt x="5538" y="17069"/>
                  </a:cubicBezTo>
                  <a:cubicBezTo>
                    <a:pt x="6447" y="16075"/>
                    <a:pt x="7355" y="15109"/>
                    <a:pt x="8236" y="14143"/>
                  </a:cubicBezTo>
                  <a:cubicBezTo>
                    <a:pt x="8490" y="13843"/>
                    <a:pt x="8837" y="13693"/>
                    <a:pt x="9202" y="13693"/>
                  </a:cubicBezTo>
                  <a:cubicBezTo>
                    <a:pt x="9287" y="13693"/>
                    <a:pt x="9372" y="13701"/>
                    <a:pt x="9457" y="13717"/>
                  </a:cubicBezTo>
                  <a:cubicBezTo>
                    <a:pt x="10224" y="13774"/>
                    <a:pt x="11019" y="13916"/>
                    <a:pt x="11757" y="14143"/>
                  </a:cubicBezTo>
                  <a:cubicBezTo>
                    <a:pt x="12808" y="14484"/>
                    <a:pt x="13802" y="14939"/>
                    <a:pt x="14796" y="15365"/>
                  </a:cubicBezTo>
                  <a:cubicBezTo>
                    <a:pt x="15818" y="15847"/>
                    <a:pt x="16926" y="16160"/>
                    <a:pt x="18062" y="16330"/>
                  </a:cubicBezTo>
                  <a:cubicBezTo>
                    <a:pt x="18280" y="16340"/>
                    <a:pt x="18500" y="16343"/>
                    <a:pt x="18722" y="16343"/>
                  </a:cubicBezTo>
                  <a:cubicBezTo>
                    <a:pt x="19166" y="16343"/>
                    <a:pt x="19614" y="16330"/>
                    <a:pt x="20050" y="16330"/>
                  </a:cubicBezTo>
                  <a:cubicBezTo>
                    <a:pt x="20192" y="16330"/>
                    <a:pt x="20334" y="16273"/>
                    <a:pt x="20447" y="16188"/>
                  </a:cubicBezTo>
                  <a:cubicBezTo>
                    <a:pt x="20476" y="16188"/>
                    <a:pt x="20476" y="16160"/>
                    <a:pt x="20504" y="16131"/>
                  </a:cubicBezTo>
                  <a:cubicBezTo>
                    <a:pt x="20533" y="16103"/>
                    <a:pt x="20504" y="16046"/>
                    <a:pt x="20447" y="16018"/>
                  </a:cubicBezTo>
                  <a:cubicBezTo>
                    <a:pt x="20249" y="15933"/>
                    <a:pt x="20050" y="15904"/>
                    <a:pt x="19823" y="15904"/>
                  </a:cubicBezTo>
                  <a:lnTo>
                    <a:pt x="18545" y="15876"/>
                  </a:lnTo>
                  <a:cubicBezTo>
                    <a:pt x="17778" y="15791"/>
                    <a:pt x="17011" y="15620"/>
                    <a:pt x="16273" y="15336"/>
                  </a:cubicBezTo>
                  <a:cubicBezTo>
                    <a:pt x="15279" y="14995"/>
                    <a:pt x="14342" y="14569"/>
                    <a:pt x="13376" y="14143"/>
                  </a:cubicBezTo>
                  <a:cubicBezTo>
                    <a:pt x="12297" y="13632"/>
                    <a:pt x="11132" y="13320"/>
                    <a:pt x="9968" y="13206"/>
                  </a:cubicBezTo>
                  <a:cubicBezTo>
                    <a:pt x="9826" y="13206"/>
                    <a:pt x="9713" y="13178"/>
                    <a:pt x="9599" y="13149"/>
                  </a:cubicBezTo>
                  <a:cubicBezTo>
                    <a:pt x="9514" y="13149"/>
                    <a:pt x="9457" y="13036"/>
                    <a:pt x="9514" y="12951"/>
                  </a:cubicBezTo>
                  <a:cubicBezTo>
                    <a:pt x="9571" y="12865"/>
                    <a:pt x="9627" y="12809"/>
                    <a:pt x="9713" y="12752"/>
                  </a:cubicBezTo>
                  <a:cubicBezTo>
                    <a:pt x="10763" y="11843"/>
                    <a:pt x="11842" y="11020"/>
                    <a:pt x="12978" y="10224"/>
                  </a:cubicBezTo>
                  <a:cubicBezTo>
                    <a:pt x="13230" y="10036"/>
                    <a:pt x="13542" y="9925"/>
                    <a:pt x="13849" y="9925"/>
                  </a:cubicBezTo>
                  <a:cubicBezTo>
                    <a:pt x="13958" y="9925"/>
                    <a:pt x="14067" y="9939"/>
                    <a:pt x="14171" y="9969"/>
                  </a:cubicBezTo>
                  <a:cubicBezTo>
                    <a:pt x="15137" y="10139"/>
                    <a:pt x="16074" y="10423"/>
                    <a:pt x="16954" y="10821"/>
                  </a:cubicBezTo>
                  <a:cubicBezTo>
                    <a:pt x="18090" y="11332"/>
                    <a:pt x="19255" y="11758"/>
                    <a:pt x="20419" y="12127"/>
                  </a:cubicBezTo>
                  <a:cubicBezTo>
                    <a:pt x="21416" y="12388"/>
                    <a:pt x="22452" y="12510"/>
                    <a:pt x="23478" y="12510"/>
                  </a:cubicBezTo>
                  <a:cubicBezTo>
                    <a:pt x="23680" y="12510"/>
                    <a:pt x="23882" y="12506"/>
                    <a:pt x="24082" y="12496"/>
                  </a:cubicBezTo>
                  <a:cubicBezTo>
                    <a:pt x="24196" y="12468"/>
                    <a:pt x="24281" y="12468"/>
                    <a:pt x="24366" y="12439"/>
                  </a:cubicBezTo>
                  <a:cubicBezTo>
                    <a:pt x="24480" y="12411"/>
                    <a:pt x="24594" y="12411"/>
                    <a:pt x="24650" y="12269"/>
                  </a:cubicBezTo>
                  <a:cubicBezTo>
                    <a:pt x="24707" y="12127"/>
                    <a:pt x="24565" y="12070"/>
                    <a:pt x="24366" y="12042"/>
                  </a:cubicBezTo>
                  <a:cubicBezTo>
                    <a:pt x="23912" y="12014"/>
                    <a:pt x="23458" y="11957"/>
                    <a:pt x="23003" y="11957"/>
                  </a:cubicBezTo>
                  <a:cubicBezTo>
                    <a:pt x="21271" y="11957"/>
                    <a:pt x="19709" y="11417"/>
                    <a:pt x="18147" y="10736"/>
                  </a:cubicBezTo>
                  <a:cubicBezTo>
                    <a:pt x="17267" y="10310"/>
                    <a:pt x="16358" y="9969"/>
                    <a:pt x="15421" y="9685"/>
                  </a:cubicBezTo>
                  <a:cubicBezTo>
                    <a:pt x="15165" y="9600"/>
                    <a:pt x="14910" y="9571"/>
                    <a:pt x="14654" y="9543"/>
                  </a:cubicBezTo>
                  <a:cubicBezTo>
                    <a:pt x="14634" y="9550"/>
                    <a:pt x="14614" y="9553"/>
                    <a:pt x="14594" y="9553"/>
                  </a:cubicBezTo>
                  <a:cubicBezTo>
                    <a:pt x="14530" y="9553"/>
                    <a:pt x="14470" y="9516"/>
                    <a:pt x="14427" y="9429"/>
                  </a:cubicBezTo>
                  <a:cubicBezTo>
                    <a:pt x="14484" y="9230"/>
                    <a:pt x="14654" y="9174"/>
                    <a:pt x="14796" y="9088"/>
                  </a:cubicBezTo>
                  <a:cubicBezTo>
                    <a:pt x="16131" y="8322"/>
                    <a:pt x="17579" y="7754"/>
                    <a:pt x="19084" y="7384"/>
                  </a:cubicBezTo>
                  <a:cubicBezTo>
                    <a:pt x="20135" y="7129"/>
                    <a:pt x="21214" y="6930"/>
                    <a:pt x="22265" y="6675"/>
                  </a:cubicBezTo>
                  <a:cubicBezTo>
                    <a:pt x="23032" y="6504"/>
                    <a:pt x="23798" y="6277"/>
                    <a:pt x="24537" y="6078"/>
                  </a:cubicBezTo>
                  <a:cubicBezTo>
                    <a:pt x="24622" y="6050"/>
                    <a:pt x="24650" y="5965"/>
                    <a:pt x="24622" y="5908"/>
                  </a:cubicBezTo>
                  <a:cubicBezTo>
                    <a:pt x="24594" y="5879"/>
                    <a:pt x="24565" y="5823"/>
                    <a:pt x="24537" y="5823"/>
                  </a:cubicBezTo>
                  <a:cubicBezTo>
                    <a:pt x="24422" y="5797"/>
                    <a:pt x="24301" y="5783"/>
                    <a:pt x="24183" y="5783"/>
                  </a:cubicBezTo>
                  <a:cubicBezTo>
                    <a:pt x="24037" y="5783"/>
                    <a:pt x="23895" y="5804"/>
                    <a:pt x="23770" y="5851"/>
                  </a:cubicBezTo>
                  <a:cubicBezTo>
                    <a:pt x="23174" y="5965"/>
                    <a:pt x="22606" y="6135"/>
                    <a:pt x="22009" y="6249"/>
                  </a:cubicBezTo>
                  <a:cubicBezTo>
                    <a:pt x="21157" y="6419"/>
                    <a:pt x="20305" y="6618"/>
                    <a:pt x="19453" y="6788"/>
                  </a:cubicBezTo>
                  <a:cubicBezTo>
                    <a:pt x="17891" y="7072"/>
                    <a:pt x="16358" y="7612"/>
                    <a:pt x="14966" y="8378"/>
                  </a:cubicBezTo>
                  <a:cubicBezTo>
                    <a:pt x="14881" y="8407"/>
                    <a:pt x="14796" y="8435"/>
                    <a:pt x="14711" y="8464"/>
                  </a:cubicBezTo>
                  <a:cubicBezTo>
                    <a:pt x="14654" y="8464"/>
                    <a:pt x="14569" y="8464"/>
                    <a:pt x="14569" y="8350"/>
                  </a:cubicBezTo>
                  <a:cubicBezTo>
                    <a:pt x="14569" y="8293"/>
                    <a:pt x="14569" y="8265"/>
                    <a:pt x="14597" y="8208"/>
                  </a:cubicBezTo>
                  <a:cubicBezTo>
                    <a:pt x="15080" y="7271"/>
                    <a:pt x="15534" y="6334"/>
                    <a:pt x="16017" y="5425"/>
                  </a:cubicBezTo>
                  <a:cubicBezTo>
                    <a:pt x="16869" y="3778"/>
                    <a:pt x="18090" y="2386"/>
                    <a:pt x="19567" y="1307"/>
                  </a:cubicBezTo>
                  <a:cubicBezTo>
                    <a:pt x="20021" y="966"/>
                    <a:pt x="20476" y="626"/>
                    <a:pt x="20930" y="285"/>
                  </a:cubicBezTo>
                  <a:cubicBezTo>
                    <a:pt x="20987" y="228"/>
                    <a:pt x="21044" y="171"/>
                    <a:pt x="20987" y="86"/>
                  </a:cubicBezTo>
                  <a:cubicBezTo>
                    <a:pt x="20958" y="29"/>
                    <a:pt x="20902" y="1"/>
                    <a:pt x="20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8"/>
            <p:cNvSpPr/>
            <p:nvPr/>
          </p:nvSpPr>
          <p:spPr>
            <a:xfrm>
              <a:off x="1166750" y="1518850"/>
              <a:ext cx="700775" cy="669050"/>
            </a:xfrm>
            <a:custGeom>
              <a:rect b="b" l="l" r="r" t="t"/>
              <a:pathLst>
                <a:path extrusionOk="0" h="26762" w="28031">
                  <a:moveTo>
                    <a:pt x="19105" y="1"/>
                  </a:moveTo>
                  <a:cubicBezTo>
                    <a:pt x="18567" y="1"/>
                    <a:pt x="18027" y="71"/>
                    <a:pt x="17495" y="212"/>
                  </a:cubicBezTo>
                  <a:cubicBezTo>
                    <a:pt x="16359" y="525"/>
                    <a:pt x="15308" y="1036"/>
                    <a:pt x="14371" y="1718"/>
                  </a:cubicBezTo>
                  <a:cubicBezTo>
                    <a:pt x="13235" y="2513"/>
                    <a:pt x="12212" y="3421"/>
                    <a:pt x="11247" y="4415"/>
                  </a:cubicBezTo>
                  <a:cubicBezTo>
                    <a:pt x="10594" y="5069"/>
                    <a:pt x="9940" y="5779"/>
                    <a:pt x="9316" y="6460"/>
                  </a:cubicBezTo>
                  <a:cubicBezTo>
                    <a:pt x="8691" y="7057"/>
                    <a:pt x="7981" y="7596"/>
                    <a:pt x="7243" y="8050"/>
                  </a:cubicBezTo>
                  <a:cubicBezTo>
                    <a:pt x="6334" y="8590"/>
                    <a:pt x="5510" y="9300"/>
                    <a:pt x="4829" y="10095"/>
                  </a:cubicBezTo>
                  <a:cubicBezTo>
                    <a:pt x="4090" y="10976"/>
                    <a:pt x="3551" y="12026"/>
                    <a:pt x="3267" y="13134"/>
                  </a:cubicBezTo>
                  <a:cubicBezTo>
                    <a:pt x="3039" y="13986"/>
                    <a:pt x="2841" y="14838"/>
                    <a:pt x="2613" y="15690"/>
                  </a:cubicBezTo>
                  <a:cubicBezTo>
                    <a:pt x="2528" y="16087"/>
                    <a:pt x="2415" y="16513"/>
                    <a:pt x="2330" y="16939"/>
                  </a:cubicBezTo>
                  <a:cubicBezTo>
                    <a:pt x="2017" y="18132"/>
                    <a:pt x="1620" y="19296"/>
                    <a:pt x="1080" y="20432"/>
                  </a:cubicBezTo>
                  <a:cubicBezTo>
                    <a:pt x="824" y="21029"/>
                    <a:pt x="597" y="21625"/>
                    <a:pt x="342" y="22222"/>
                  </a:cubicBezTo>
                  <a:cubicBezTo>
                    <a:pt x="114" y="22932"/>
                    <a:pt x="1" y="23670"/>
                    <a:pt x="1" y="24408"/>
                  </a:cubicBezTo>
                  <a:cubicBezTo>
                    <a:pt x="29" y="24777"/>
                    <a:pt x="114" y="25175"/>
                    <a:pt x="256" y="25516"/>
                  </a:cubicBezTo>
                  <a:cubicBezTo>
                    <a:pt x="398" y="25857"/>
                    <a:pt x="654" y="26112"/>
                    <a:pt x="966" y="26283"/>
                  </a:cubicBezTo>
                  <a:cubicBezTo>
                    <a:pt x="1563" y="26602"/>
                    <a:pt x="2239" y="26762"/>
                    <a:pt x="2911" y="26762"/>
                  </a:cubicBezTo>
                  <a:cubicBezTo>
                    <a:pt x="3135" y="26762"/>
                    <a:pt x="3359" y="26744"/>
                    <a:pt x="3579" y="26709"/>
                  </a:cubicBezTo>
                  <a:cubicBezTo>
                    <a:pt x="5141" y="26339"/>
                    <a:pt x="6646" y="25743"/>
                    <a:pt x="8009" y="24919"/>
                  </a:cubicBezTo>
                  <a:cubicBezTo>
                    <a:pt x="8890" y="24380"/>
                    <a:pt x="9770" y="23840"/>
                    <a:pt x="10650" y="23301"/>
                  </a:cubicBezTo>
                  <a:cubicBezTo>
                    <a:pt x="10878" y="23159"/>
                    <a:pt x="11105" y="23017"/>
                    <a:pt x="11360" y="22875"/>
                  </a:cubicBezTo>
                  <a:cubicBezTo>
                    <a:pt x="12269" y="22335"/>
                    <a:pt x="13291" y="22023"/>
                    <a:pt x="14342" y="21966"/>
                  </a:cubicBezTo>
                  <a:cubicBezTo>
                    <a:pt x="15019" y="21916"/>
                    <a:pt x="15696" y="21886"/>
                    <a:pt x="16372" y="21886"/>
                  </a:cubicBezTo>
                  <a:cubicBezTo>
                    <a:pt x="16860" y="21886"/>
                    <a:pt x="17348" y="21902"/>
                    <a:pt x="17835" y="21938"/>
                  </a:cubicBezTo>
                  <a:cubicBezTo>
                    <a:pt x="18375" y="21938"/>
                    <a:pt x="18886" y="22023"/>
                    <a:pt x="19397" y="22051"/>
                  </a:cubicBezTo>
                  <a:cubicBezTo>
                    <a:pt x="19631" y="22069"/>
                    <a:pt x="19866" y="22078"/>
                    <a:pt x="20102" y="22078"/>
                  </a:cubicBezTo>
                  <a:cubicBezTo>
                    <a:pt x="20982" y="22078"/>
                    <a:pt x="21869" y="21951"/>
                    <a:pt x="22720" y="21682"/>
                  </a:cubicBezTo>
                  <a:cubicBezTo>
                    <a:pt x="23004" y="21597"/>
                    <a:pt x="23260" y="21483"/>
                    <a:pt x="23515" y="21341"/>
                  </a:cubicBezTo>
                  <a:cubicBezTo>
                    <a:pt x="24793" y="20660"/>
                    <a:pt x="25872" y="19637"/>
                    <a:pt x="26582" y="18359"/>
                  </a:cubicBezTo>
                  <a:cubicBezTo>
                    <a:pt x="27065" y="17422"/>
                    <a:pt x="27406" y="16428"/>
                    <a:pt x="27605" y="15377"/>
                  </a:cubicBezTo>
                  <a:cubicBezTo>
                    <a:pt x="28031" y="13162"/>
                    <a:pt x="28031" y="10862"/>
                    <a:pt x="27576" y="8647"/>
                  </a:cubicBezTo>
                  <a:cubicBezTo>
                    <a:pt x="27349" y="7568"/>
                    <a:pt x="26980" y="6517"/>
                    <a:pt x="26469" y="5551"/>
                  </a:cubicBezTo>
                  <a:cubicBezTo>
                    <a:pt x="25901" y="4387"/>
                    <a:pt x="25134" y="3336"/>
                    <a:pt x="24282" y="2399"/>
                  </a:cubicBezTo>
                  <a:cubicBezTo>
                    <a:pt x="23515" y="1632"/>
                    <a:pt x="22635" y="1008"/>
                    <a:pt x="21641" y="553"/>
                  </a:cubicBezTo>
                  <a:cubicBezTo>
                    <a:pt x="20834" y="185"/>
                    <a:pt x="19973" y="1"/>
                    <a:pt x="19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8"/>
            <p:cNvSpPr/>
            <p:nvPr/>
          </p:nvSpPr>
          <p:spPr>
            <a:xfrm>
              <a:off x="1194450" y="1588050"/>
              <a:ext cx="568700" cy="549100"/>
            </a:xfrm>
            <a:custGeom>
              <a:rect b="b" l="l" r="r" t="t"/>
              <a:pathLst>
                <a:path extrusionOk="0" h="21964" w="22748">
                  <a:moveTo>
                    <a:pt x="18346" y="0"/>
                  </a:moveTo>
                  <a:cubicBezTo>
                    <a:pt x="18232" y="0"/>
                    <a:pt x="18119" y="29"/>
                    <a:pt x="18034" y="85"/>
                  </a:cubicBezTo>
                  <a:cubicBezTo>
                    <a:pt x="17835" y="171"/>
                    <a:pt x="17636" y="313"/>
                    <a:pt x="17466" y="426"/>
                  </a:cubicBezTo>
                  <a:cubicBezTo>
                    <a:pt x="16443" y="1250"/>
                    <a:pt x="15449" y="2102"/>
                    <a:pt x="14711" y="3181"/>
                  </a:cubicBezTo>
                  <a:cubicBezTo>
                    <a:pt x="14257" y="3891"/>
                    <a:pt x="13859" y="4629"/>
                    <a:pt x="13518" y="5368"/>
                  </a:cubicBezTo>
                  <a:cubicBezTo>
                    <a:pt x="13149" y="6276"/>
                    <a:pt x="12780" y="7157"/>
                    <a:pt x="12411" y="8037"/>
                  </a:cubicBezTo>
                  <a:cubicBezTo>
                    <a:pt x="12240" y="8435"/>
                    <a:pt x="12013" y="8804"/>
                    <a:pt x="11758" y="9145"/>
                  </a:cubicBezTo>
                  <a:cubicBezTo>
                    <a:pt x="11644" y="9315"/>
                    <a:pt x="11502" y="9457"/>
                    <a:pt x="11332" y="9571"/>
                  </a:cubicBezTo>
                  <a:cubicBezTo>
                    <a:pt x="10366" y="10281"/>
                    <a:pt x="9429" y="11076"/>
                    <a:pt x="8520" y="11899"/>
                  </a:cubicBezTo>
                  <a:cubicBezTo>
                    <a:pt x="8378" y="12013"/>
                    <a:pt x="8208" y="12155"/>
                    <a:pt x="8066" y="12269"/>
                  </a:cubicBezTo>
                  <a:cubicBezTo>
                    <a:pt x="8051" y="12283"/>
                    <a:pt x="8030" y="12283"/>
                    <a:pt x="8005" y="12283"/>
                  </a:cubicBezTo>
                  <a:cubicBezTo>
                    <a:pt x="7980" y="12283"/>
                    <a:pt x="7952" y="12283"/>
                    <a:pt x="7924" y="12297"/>
                  </a:cubicBezTo>
                  <a:cubicBezTo>
                    <a:pt x="7838" y="12155"/>
                    <a:pt x="7924" y="12041"/>
                    <a:pt x="7980" y="11928"/>
                  </a:cubicBezTo>
                  <a:cubicBezTo>
                    <a:pt x="8264" y="10934"/>
                    <a:pt x="8577" y="9912"/>
                    <a:pt x="8889" y="8889"/>
                  </a:cubicBezTo>
                  <a:cubicBezTo>
                    <a:pt x="8974" y="8634"/>
                    <a:pt x="9088" y="8350"/>
                    <a:pt x="9202" y="8094"/>
                  </a:cubicBezTo>
                  <a:cubicBezTo>
                    <a:pt x="9713" y="6930"/>
                    <a:pt x="10338" y="5850"/>
                    <a:pt x="11104" y="4857"/>
                  </a:cubicBezTo>
                  <a:cubicBezTo>
                    <a:pt x="11530" y="4317"/>
                    <a:pt x="11928" y="3749"/>
                    <a:pt x="12354" y="3209"/>
                  </a:cubicBezTo>
                  <a:cubicBezTo>
                    <a:pt x="12411" y="3096"/>
                    <a:pt x="12467" y="3011"/>
                    <a:pt x="12524" y="2925"/>
                  </a:cubicBezTo>
                  <a:cubicBezTo>
                    <a:pt x="12524" y="2869"/>
                    <a:pt x="12524" y="2840"/>
                    <a:pt x="12524" y="2812"/>
                  </a:cubicBezTo>
                  <a:cubicBezTo>
                    <a:pt x="12467" y="2783"/>
                    <a:pt x="12439" y="2755"/>
                    <a:pt x="12382" y="2755"/>
                  </a:cubicBezTo>
                  <a:cubicBezTo>
                    <a:pt x="12212" y="2840"/>
                    <a:pt x="12070" y="2925"/>
                    <a:pt x="11956" y="3096"/>
                  </a:cubicBezTo>
                  <a:cubicBezTo>
                    <a:pt x="10764" y="4317"/>
                    <a:pt x="9741" y="5737"/>
                    <a:pt x="9003" y="7299"/>
                  </a:cubicBezTo>
                  <a:cubicBezTo>
                    <a:pt x="8634" y="8094"/>
                    <a:pt x="8321" y="8918"/>
                    <a:pt x="8094" y="9770"/>
                  </a:cubicBezTo>
                  <a:cubicBezTo>
                    <a:pt x="7810" y="10707"/>
                    <a:pt x="7526" y="11672"/>
                    <a:pt x="7242" y="12609"/>
                  </a:cubicBezTo>
                  <a:cubicBezTo>
                    <a:pt x="7100" y="13121"/>
                    <a:pt x="6816" y="13603"/>
                    <a:pt x="6447" y="14001"/>
                  </a:cubicBezTo>
                  <a:cubicBezTo>
                    <a:pt x="6049" y="14399"/>
                    <a:pt x="5709" y="14825"/>
                    <a:pt x="5339" y="15251"/>
                  </a:cubicBezTo>
                  <a:cubicBezTo>
                    <a:pt x="4913" y="15762"/>
                    <a:pt x="4487" y="16301"/>
                    <a:pt x="4033" y="16812"/>
                  </a:cubicBezTo>
                  <a:cubicBezTo>
                    <a:pt x="4005" y="16841"/>
                    <a:pt x="3948" y="16898"/>
                    <a:pt x="3891" y="16926"/>
                  </a:cubicBezTo>
                  <a:cubicBezTo>
                    <a:pt x="3749" y="16784"/>
                    <a:pt x="3806" y="16614"/>
                    <a:pt x="3834" y="16472"/>
                  </a:cubicBezTo>
                  <a:cubicBezTo>
                    <a:pt x="4033" y="14938"/>
                    <a:pt x="4345" y="13433"/>
                    <a:pt x="4800" y="11956"/>
                  </a:cubicBezTo>
                  <a:cubicBezTo>
                    <a:pt x="5027" y="11133"/>
                    <a:pt x="5283" y="10337"/>
                    <a:pt x="5623" y="9599"/>
                  </a:cubicBezTo>
                  <a:cubicBezTo>
                    <a:pt x="5652" y="9514"/>
                    <a:pt x="5680" y="9429"/>
                    <a:pt x="5652" y="9344"/>
                  </a:cubicBezTo>
                  <a:cubicBezTo>
                    <a:pt x="5652" y="9280"/>
                    <a:pt x="5620" y="9248"/>
                    <a:pt x="5568" y="9248"/>
                  </a:cubicBezTo>
                  <a:cubicBezTo>
                    <a:pt x="5551" y="9248"/>
                    <a:pt x="5531" y="9251"/>
                    <a:pt x="5510" y="9258"/>
                  </a:cubicBezTo>
                  <a:cubicBezTo>
                    <a:pt x="5396" y="9287"/>
                    <a:pt x="5311" y="9372"/>
                    <a:pt x="5283" y="9486"/>
                  </a:cubicBezTo>
                  <a:cubicBezTo>
                    <a:pt x="5084" y="9940"/>
                    <a:pt x="4828" y="10366"/>
                    <a:pt x="4686" y="10820"/>
                  </a:cubicBezTo>
                  <a:cubicBezTo>
                    <a:pt x="4431" y="11502"/>
                    <a:pt x="4232" y="12183"/>
                    <a:pt x="4033" y="12893"/>
                  </a:cubicBezTo>
                  <a:cubicBezTo>
                    <a:pt x="3749" y="13944"/>
                    <a:pt x="3550" y="14995"/>
                    <a:pt x="3437" y="16074"/>
                  </a:cubicBezTo>
                  <a:cubicBezTo>
                    <a:pt x="3351" y="16727"/>
                    <a:pt x="3209" y="17352"/>
                    <a:pt x="3011" y="17977"/>
                  </a:cubicBezTo>
                  <a:cubicBezTo>
                    <a:pt x="2954" y="18147"/>
                    <a:pt x="2869" y="18318"/>
                    <a:pt x="2755" y="18460"/>
                  </a:cubicBezTo>
                  <a:cubicBezTo>
                    <a:pt x="2102" y="19340"/>
                    <a:pt x="1392" y="20192"/>
                    <a:pt x="654" y="20987"/>
                  </a:cubicBezTo>
                  <a:cubicBezTo>
                    <a:pt x="455" y="21214"/>
                    <a:pt x="284" y="21441"/>
                    <a:pt x="86" y="21669"/>
                  </a:cubicBezTo>
                  <a:cubicBezTo>
                    <a:pt x="0" y="21782"/>
                    <a:pt x="114" y="21953"/>
                    <a:pt x="256" y="21953"/>
                  </a:cubicBezTo>
                  <a:cubicBezTo>
                    <a:pt x="284" y="21960"/>
                    <a:pt x="315" y="21963"/>
                    <a:pt x="346" y="21963"/>
                  </a:cubicBezTo>
                  <a:cubicBezTo>
                    <a:pt x="439" y="21963"/>
                    <a:pt x="540" y="21931"/>
                    <a:pt x="625" y="21867"/>
                  </a:cubicBezTo>
                  <a:cubicBezTo>
                    <a:pt x="852" y="21725"/>
                    <a:pt x="1080" y="21555"/>
                    <a:pt x="1278" y="21385"/>
                  </a:cubicBezTo>
                  <a:cubicBezTo>
                    <a:pt x="1449" y="21243"/>
                    <a:pt x="1647" y="21157"/>
                    <a:pt x="1875" y="21129"/>
                  </a:cubicBezTo>
                  <a:cubicBezTo>
                    <a:pt x="2783" y="21072"/>
                    <a:pt x="3721" y="21015"/>
                    <a:pt x="4629" y="20902"/>
                  </a:cubicBezTo>
                  <a:cubicBezTo>
                    <a:pt x="5169" y="20845"/>
                    <a:pt x="5680" y="20731"/>
                    <a:pt x="6220" y="20618"/>
                  </a:cubicBezTo>
                  <a:cubicBezTo>
                    <a:pt x="6419" y="20561"/>
                    <a:pt x="6589" y="20504"/>
                    <a:pt x="6788" y="20419"/>
                  </a:cubicBezTo>
                  <a:cubicBezTo>
                    <a:pt x="6816" y="20391"/>
                    <a:pt x="6844" y="20362"/>
                    <a:pt x="6844" y="20306"/>
                  </a:cubicBezTo>
                  <a:cubicBezTo>
                    <a:pt x="6816" y="20277"/>
                    <a:pt x="6788" y="20249"/>
                    <a:pt x="6759" y="20220"/>
                  </a:cubicBezTo>
                  <a:cubicBezTo>
                    <a:pt x="6703" y="20192"/>
                    <a:pt x="6639" y="20178"/>
                    <a:pt x="6571" y="20178"/>
                  </a:cubicBezTo>
                  <a:cubicBezTo>
                    <a:pt x="6504" y="20178"/>
                    <a:pt x="6433" y="20192"/>
                    <a:pt x="6362" y="20220"/>
                  </a:cubicBezTo>
                  <a:cubicBezTo>
                    <a:pt x="5084" y="20447"/>
                    <a:pt x="3777" y="20504"/>
                    <a:pt x="2471" y="20618"/>
                  </a:cubicBezTo>
                  <a:cubicBezTo>
                    <a:pt x="2439" y="20634"/>
                    <a:pt x="2405" y="20641"/>
                    <a:pt x="2371" y="20641"/>
                  </a:cubicBezTo>
                  <a:cubicBezTo>
                    <a:pt x="2283" y="20641"/>
                    <a:pt x="2192" y="20594"/>
                    <a:pt x="2130" y="20533"/>
                  </a:cubicBezTo>
                  <a:cubicBezTo>
                    <a:pt x="2357" y="20277"/>
                    <a:pt x="2585" y="19993"/>
                    <a:pt x="2783" y="19709"/>
                  </a:cubicBezTo>
                  <a:cubicBezTo>
                    <a:pt x="3124" y="19312"/>
                    <a:pt x="3465" y="18914"/>
                    <a:pt x="3777" y="18516"/>
                  </a:cubicBezTo>
                  <a:cubicBezTo>
                    <a:pt x="3976" y="18232"/>
                    <a:pt x="4289" y="18062"/>
                    <a:pt x="4629" y="18034"/>
                  </a:cubicBezTo>
                  <a:cubicBezTo>
                    <a:pt x="5282" y="17928"/>
                    <a:pt x="5951" y="17870"/>
                    <a:pt x="6612" y="17870"/>
                  </a:cubicBezTo>
                  <a:cubicBezTo>
                    <a:pt x="6842" y="17870"/>
                    <a:pt x="7071" y="17877"/>
                    <a:pt x="7299" y="17892"/>
                  </a:cubicBezTo>
                  <a:cubicBezTo>
                    <a:pt x="8577" y="17863"/>
                    <a:pt x="9826" y="17778"/>
                    <a:pt x="11076" y="17608"/>
                  </a:cubicBezTo>
                  <a:cubicBezTo>
                    <a:pt x="11360" y="17579"/>
                    <a:pt x="11644" y="17522"/>
                    <a:pt x="11900" y="17380"/>
                  </a:cubicBezTo>
                  <a:cubicBezTo>
                    <a:pt x="11985" y="17352"/>
                    <a:pt x="12070" y="17295"/>
                    <a:pt x="12070" y="17182"/>
                  </a:cubicBezTo>
                  <a:cubicBezTo>
                    <a:pt x="12042" y="17096"/>
                    <a:pt x="11900" y="17068"/>
                    <a:pt x="11786" y="17068"/>
                  </a:cubicBezTo>
                  <a:cubicBezTo>
                    <a:pt x="11360" y="17125"/>
                    <a:pt x="10906" y="17182"/>
                    <a:pt x="10451" y="17238"/>
                  </a:cubicBezTo>
                  <a:cubicBezTo>
                    <a:pt x="9173" y="17352"/>
                    <a:pt x="7895" y="17409"/>
                    <a:pt x="6617" y="17409"/>
                  </a:cubicBezTo>
                  <a:cubicBezTo>
                    <a:pt x="6490" y="17402"/>
                    <a:pt x="6362" y="17398"/>
                    <a:pt x="6234" y="17398"/>
                  </a:cubicBezTo>
                  <a:cubicBezTo>
                    <a:pt x="5851" y="17398"/>
                    <a:pt x="5467" y="17430"/>
                    <a:pt x="5084" y="17494"/>
                  </a:cubicBezTo>
                  <a:lnTo>
                    <a:pt x="4885" y="17494"/>
                  </a:lnTo>
                  <a:cubicBezTo>
                    <a:pt x="4876" y="17497"/>
                    <a:pt x="4867" y="17498"/>
                    <a:pt x="4858" y="17498"/>
                  </a:cubicBezTo>
                  <a:cubicBezTo>
                    <a:pt x="4783" y="17498"/>
                    <a:pt x="4721" y="17400"/>
                    <a:pt x="4771" y="17324"/>
                  </a:cubicBezTo>
                  <a:cubicBezTo>
                    <a:pt x="4800" y="17238"/>
                    <a:pt x="4857" y="17125"/>
                    <a:pt x="4942" y="17040"/>
                  </a:cubicBezTo>
                  <a:cubicBezTo>
                    <a:pt x="5737" y="16074"/>
                    <a:pt x="6532" y="15109"/>
                    <a:pt x="7299" y="14115"/>
                  </a:cubicBezTo>
                  <a:cubicBezTo>
                    <a:pt x="7562" y="13798"/>
                    <a:pt x="7948" y="13629"/>
                    <a:pt x="8343" y="13629"/>
                  </a:cubicBezTo>
                  <a:cubicBezTo>
                    <a:pt x="8374" y="13629"/>
                    <a:pt x="8404" y="13630"/>
                    <a:pt x="8435" y="13632"/>
                  </a:cubicBezTo>
                  <a:cubicBezTo>
                    <a:pt x="9173" y="13660"/>
                    <a:pt x="9912" y="13745"/>
                    <a:pt x="10622" y="13916"/>
                  </a:cubicBezTo>
                  <a:cubicBezTo>
                    <a:pt x="11644" y="14171"/>
                    <a:pt x="12609" y="14541"/>
                    <a:pt x="13575" y="14881"/>
                  </a:cubicBezTo>
                  <a:cubicBezTo>
                    <a:pt x="14597" y="15279"/>
                    <a:pt x="15648" y="15506"/>
                    <a:pt x="16727" y="15591"/>
                  </a:cubicBezTo>
                  <a:cubicBezTo>
                    <a:pt x="17352" y="15591"/>
                    <a:pt x="17977" y="15506"/>
                    <a:pt x="18602" y="15478"/>
                  </a:cubicBezTo>
                  <a:cubicBezTo>
                    <a:pt x="18744" y="15449"/>
                    <a:pt x="18857" y="15421"/>
                    <a:pt x="18971" y="15336"/>
                  </a:cubicBezTo>
                  <a:cubicBezTo>
                    <a:pt x="18999" y="15307"/>
                    <a:pt x="18999" y="15279"/>
                    <a:pt x="18999" y="15279"/>
                  </a:cubicBezTo>
                  <a:cubicBezTo>
                    <a:pt x="19028" y="15222"/>
                    <a:pt x="18999" y="15194"/>
                    <a:pt x="18971" y="15165"/>
                  </a:cubicBezTo>
                  <a:cubicBezTo>
                    <a:pt x="18822" y="15101"/>
                    <a:pt x="18673" y="15069"/>
                    <a:pt x="18524" y="15069"/>
                  </a:cubicBezTo>
                  <a:cubicBezTo>
                    <a:pt x="18474" y="15069"/>
                    <a:pt x="18424" y="15073"/>
                    <a:pt x="18374" y="15080"/>
                  </a:cubicBezTo>
                  <a:lnTo>
                    <a:pt x="17153" y="15137"/>
                  </a:lnTo>
                  <a:cubicBezTo>
                    <a:pt x="16415" y="15109"/>
                    <a:pt x="15677" y="14995"/>
                    <a:pt x="14967" y="14768"/>
                  </a:cubicBezTo>
                  <a:cubicBezTo>
                    <a:pt x="14001" y="14512"/>
                    <a:pt x="13092" y="14171"/>
                    <a:pt x="12155" y="13831"/>
                  </a:cubicBezTo>
                  <a:cubicBezTo>
                    <a:pt x="11104" y="13405"/>
                    <a:pt x="9997" y="13177"/>
                    <a:pt x="8889" y="13149"/>
                  </a:cubicBezTo>
                  <a:cubicBezTo>
                    <a:pt x="8776" y="13149"/>
                    <a:pt x="8662" y="13149"/>
                    <a:pt x="8548" y="13121"/>
                  </a:cubicBezTo>
                  <a:cubicBezTo>
                    <a:pt x="8463" y="13121"/>
                    <a:pt x="8406" y="13007"/>
                    <a:pt x="8435" y="12922"/>
                  </a:cubicBezTo>
                  <a:cubicBezTo>
                    <a:pt x="8492" y="12865"/>
                    <a:pt x="8548" y="12780"/>
                    <a:pt x="8634" y="12723"/>
                  </a:cubicBezTo>
                  <a:cubicBezTo>
                    <a:pt x="9571" y="11814"/>
                    <a:pt x="10536" y="10962"/>
                    <a:pt x="11530" y="10139"/>
                  </a:cubicBezTo>
                  <a:cubicBezTo>
                    <a:pt x="11813" y="9926"/>
                    <a:pt x="12136" y="9812"/>
                    <a:pt x="12465" y="9812"/>
                  </a:cubicBezTo>
                  <a:cubicBezTo>
                    <a:pt x="12532" y="9812"/>
                    <a:pt x="12599" y="9817"/>
                    <a:pt x="12666" y="9826"/>
                  </a:cubicBezTo>
                  <a:cubicBezTo>
                    <a:pt x="13575" y="9940"/>
                    <a:pt x="14484" y="10139"/>
                    <a:pt x="15364" y="10451"/>
                  </a:cubicBezTo>
                  <a:cubicBezTo>
                    <a:pt x="16443" y="10877"/>
                    <a:pt x="17551" y="11218"/>
                    <a:pt x="18687" y="11502"/>
                  </a:cubicBezTo>
                  <a:cubicBezTo>
                    <a:pt x="19366" y="11618"/>
                    <a:pt x="20045" y="11676"/>
                    <a:pt x="20724" y="11676"/>
                  </a:cubicBezTo>
                  <a:cubicBezTo>
                    <a:pt x="21210" y="11676"/>
                    <a:pt x="21695" y="11646"/>
                    <a:pt x="22180" y="11587"/>
                  </a:cubicBezTo>
                  <a:cubicBezTo>
                    <a:pt x="22265" y="11587"/>
                    <a:pt x="22350" y="11559"/>
                    <a:pt x="22436" y="11530"/>
                  </a:cubicBezTo>
                  <a:cubicBezTo>
                    <a:pt x="22549" y="11502"/>
                    <a:pt x="22663" y="11473"/>
                    <a:pt x="22691" y="11331"/>
                  </a:cubicBezTo>
                  <a:cubicBezTo>
                    <a:pt x="22748" y="11218"/>
                    <a:pt x="22606" y="11161"/>
                    <a:pt x="22407" y="11133"/>
                  </a:cubicBezTo>
                  <a:lnTo>
                    <a:pt x="21129" y="11133"/>
                  </a:lnTo>
                  <a:cubicBezTo>
                    <a:pt x="20922" y="11151"/>
                    <a:pt x="20717" y="11159"/>
                    <a:pt x="20514" y="11159"/>
                  </a:cubicBezTo>
                  <a:cubicBezTo>
                    <a:pt x="19103" y="11159"/>
                    <a:pt x="17787" y="10752"/>
                    <a:pt x="16472" y="10281"/>
                  </a:cubicBezTo>
                  <a:cubicBezTo>
                    <a:pt x="15591" y="9968"/>
                    <a:pt x="14711" y="9684"/>
                    <a:pt x="13831" y="9457"/>
                  </a:cubicBezTo>
                  <a:cubicBezTo>
                    <a:pt x="13575" y="9429"/>
                    <a:pt x="13348" y="9400"/>
                    <a:pt x="13092" y="9372"/>
                  </a:cubicBezTo>
                  <a:cubicBezTo>
                    <a:pt x="13007" y="9372"/>
                    <a:pt x="12922" y="9372"/>
                    <a:pt x="12865" y="9258"/>
                  </a:cubicBezTo>
                  <a:cubicBezTo>
                    <a:pt x="12893" y="9088"/>
                    <a:pt x="13035" y="9031"/>
                    <a:pt x="13177" y="8946"/>
                  </a:cubicBezTo>
                  <a:cubicBezTo>
                    <a:pt x="14399" y="8122"/>
                    <a:pt x="15733" y="7498"/>
                    <a:pt x="17125" y="7072"/>
                  </a:cubicBezTo>
                  <a:cubicBezTo>
                    <a:pt x="18119" y="6759"/>
                    <a:pt x="19113" y="6504"/>
                    <a:pt x="20107" y="6220"/>
                  </a:cubicBezTo>
                  <a:cubicBezTo>
                    <a:pt x="20817" y="5992"/>
                    <a:pt x="21527" y="5737"/>
                    <a:pt x="22237" y="5510"/>
                  </a:cubicBezTo>
                  <a:cubicBezTo>
                    <a:pt x="22294" y="5481"/>
                    <a:pt x="22322" y="5396"/>
                    <a:pt x="22294" y="5339"/>
                  </a:cubicBezTo>
                  <a:cubicBezTo>
                    <a:pt x="22265" y="5282"/>
                    <a:pt x="22237" y="5254"/>
                    <a:pt x="22208" y="5254"/>
                  </a:cubicBezTo>
                  <a:cubicBezTo>
                    <a:pt x="22123" y="5245"/>
                    <a:pt x="22038" y="5238"/>
                    <a:pt x="21955" y="5238"/>
                  </a:cubicBezTo>
                  <a:cubicBezTo>
                    <a:pt x="21789" y="5238"/>
                    <a:pt x="21631" y="5264"/>
                    <a:pt x="21498" y="5339"/>
                  </a:cubicBezTo>
                  <a:cubicBezTo>
                    <a:pt x="20959" y="5481"/>
                    <a:pt x="20419" y="5652"/>
                    <a:pt x="19880" y="5822"/>
                  </a:cubicBezTo>
                  <a:cubicBezTo>
                    <a:pt x="19056" y="6049"/>
                    <a:pt x="18261" y="6276"/>
                    <a:pt x="17466" y="6475"/>
                  </a:cubicBezTo>
                  <a:cubicBezTo>
                    <a:pt x="16017" y="6844"/>
                    <a:pt x="14626" y="7441"/>
                    <a:pt x="13348" y="8236"/>
                  </a:cubicBezTo>
                  <a:cubicBezTo>
                    <a:pt x="13263" y="8293"/>
                    <a:pt x="13177" y="8321"/>
                    <a:pt x="13092" y="8350"/>
                  </a:cubicBezTo>
                  <a:cubicBezTo>
                    <a:pt x="13082" y="8355"/>
                    <a:pt x="13070" y="8357"/>
                    <a:pt x="13059" y="8357"/>
                  </a:cubicBezTo>
                  <a:cubicBezTo>
                    <a:pt x="13007" y="8357"/>
                    <a:pt x="12950" y="8311"/>
                    <a:pt x="12950" y="8264"/>
                  </a:cubicBezTo>
                  <a:cubicBezTo>
                    <a:pt x="12950" y="8208"/>
                    <a:pt x="12950" y="8151"/>
                    <a:pt x="12950" y="8122"/>
                  </a:cubicBezTo>
                  <a:cubicBezTo>
                    <a:pt x="13348" y="7214"/>
                    <a:pt x="13745" y="6305"/>
                    <a:pt x="14143" y="5396"/>
                  </a:cubicBezTo>
                  <a:cubicBezTo>
                    <a:pt x="14825" y="3806"/>
                    <a:pt x="15904" y="2414"/>
                    <a:pt x="17239" y="1307"/>
                  </a:cubicBezTo>
                  <a:cubicBezTo>
                    <a:pt x="17636" y="937"/>
                    <a:pt x="18034" y="597"/>
                    <a:pt x="18460" y="227"/>
                  </a:cubicBezTo>
                  <a:cubicBezTo>
                    <a:pt x="18516" y="199"/>
                    <a:pt x="18545" y="114"/>
                    <a:pt x="18516" y="57"/>
                  </a:cubicBezTo>
                  <a:cubicBezTo>
                    <a:pt x="18460" y="29"/>
                    <a:pt x="18403" y="0"/>
                    <a:pt x="18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8"/>
            <p:cNvSpPr/>
            <p:nvPr/>
          </p:nvSpPr>
          <p:spPr>
            <a:xfrm>
              <a:off x="419150" y="1312175"/>
              <a:ext cx="621975" cy="755600"/>
            </a:xfrm>
            <a:custGeom>
              <a:rect b="b" l="l" r="r" t="t"/>
              <a:pathLst>
                <a:path extrusionOk="0" h="30224" w="24879">
                  <a:moveTo>
                    <a:pt x="10627" y="0"/>
                  </a:moveTo>
                  <a:cubicBezTo>
                    <a:pt x="10255" y="0"/>
                    <a:pt x="9883" y="34"/>
                    <a:pt x="9514" y="102"/>
                  </a:cubicBezTo>
                  <a:cubicBezTo>
                    <a:pt x="8435" y="272"/>
                    <a:pt x="7413" y="670"/>
                    <a:pt x="6504" y="1238"/>
                  </a:cubicBezTo>
                  <a:cubicBezTo>
                    <a:pt x="5425" y="1919"/>
                    <a:pt x="4431" y="2771"/>
                    <a:pt x="3607" y="3737"/>
                  </a:cubicBezTo>
                  <a:cubicBezTo>
                    <a:pt x="2841" y="4532"/>
                    <a:pt x="2244" y="5469"/>
                    <a:pt x="1761" y="6463"/>
                  </a:cubicBezTo>
                  <a:cubicBezTo>
                    <a:pt x="767" y="8508"/>
                    <a:pt x="200" y="10723"/>
                    <a:pt x="86" y="12995"/>
                  </a:cubicBezTo>
                  <a:cubicBezTo>
                    <a:pt x="1" y="14074"/>
                    <a:pt x="86" y="15125"/>
                    <a:pt x="342" y="16147"/>
                  </a:cubicBezTo>
                  <a:cubicBezTo>
                    <a:pt x="711" y="17539"/>
                    <a:pt x="1477" y="18817"/>
                    <a:pt x="2557" y="19782"/>
                  </a:cubicBezTo>
                  <a:cubicBezTo>
                    <a:pt x="2784" y="19981"/>
                    <a:pt x="3011" y="20151"/>
                    <a:pt x="3267" y="20293"/>
                  </a:cubicBezTo>
                  <a:cubicBezTo>
                    <a:pt x="4232" y="20890"/>
                    <a:pt x="5283" y="21287"/>
                    <a:pt x="6390" y="21486"/>
                  </a:cubicBezTo>
                  <a:cubicBezTo>
                    <a:pt x="6902" y="21571"/>
                    <a:pt x="7413" y="21628"/>
                    <a:pt x="7924" y="21742"/>
                  </a:cubicBezTo>
                  <a:cubicBezTo>
                    <a:pt x="9060" y="21969"/>
                    <a:pt x="10196" y="22281"/>
                    <a:pt x="11304" y="22650"/>
                  </a:cubicBezTo>
                  <a:cubicBezTo>
                    <a:pt x="12326" y="22963"/>
                    <a:pt x="13235" y="23531"/>
                    <a:pt x="14001" y="24269"/>
                  </a:cubicBezTo>
                  <a:cubicBezTo>
                    <a:pt x="14172" y="24468"/>
                    <a:pt x="14371" y="24638"/>
                    <a:pt x="14569" y="24837"/>
                  </a:cubicBezTo>
                  <a:cubicBezTo>
                    <a:pt x="15279" y="25576"/>
                    <a:pt x="15989" y="26342"/>
                    <a:pt x="16728" y="27052"/>
                  </a:cubicBezTo>
                  <a:cubicBezTo>
                    <a:pt x="17835" y="28217"/>
                    <a:pt x="19142" y="29154"/>
                    <a:pt x="20562" y="29864"/>
                  </a:cubicBezTo>
                  <a:cubicBezTo>
                    <a:pt x="21097" y="30104"/>
                    <a:pt x="21680" y="30224"/>
                    <a:pt x="22265" y="30224"/>
                  </a:cubicBezTo>
                  <a:cubicBezTo>
                    <a:pt x="22579" y="30224"/>
                    <a:pt x="22895" y="30189"/>
                    <a:pt x="23203" y="30119"/>
                  </a:cubicBezTo>
                  <a:cubicBezTo>
                    <a:pt x="23572" y="30034"/>
                    <a:pt x="23884" y="29835"/>
                    <a:pt x="24083" y="29551"/>
                  </a:cubicBezTo>
                  <a:cubicBezTo>
                    <a:pt x="24339" y="29239"/>
                    <a:pt x="24509" y="28898"/>
                    <a:pt x="24594" y="28529"/>
                  </a:cubicBezTo>
                  <a:cubicBezTo>
                    <a:pt x="24793" y="27819"/>
                    <a:pt x="24878" y="27081"/>
                    <a:pt x="24793" y="26342"/>
                  </a:cubicBezTo>
                  <a:cubicBezTo>
                    <a:pt x="24708" y="25718"/>
                    <a:pt x="24623" y="25064"/>
                    <a:pt x="24537" y="24411"/>
                  </a:cubicBezTo>
                  <a:cubicBezTo>
                    <a:pt x="24282" y="23190"/>
                    <a:pt x="24168" y="21969"/>
                    <a:pt x="24197" y="20719"/>
                  </a:cubicBezTo>
                  <a:lnTo>
                    <a:pt x="24197" y="19441"/>
                  </a:lnTo>
                  <a:cubicBezTo>
                    <a:pt x="24197" y="18561"/>
                    <a:pt x="24225" y="17709"/>
                    <a:pt x="24197" y="16829"/>
                  </a:cubicBezTo>
                  <a:cubicBezTo>
                    <a:pt x="24168" y="15664"/>
                    <a:pt x="23913" y="14528"/>
                    <a:pt x="23430" y="13506"/>
                  </a:cubicBezTo>
                  <a:cubicBezTo>
                    <a:pt x="22947" y="12540"/>
                    <a:pt x="22351" y="11688"/>
                    <a:pt x="21612" y="10922"/>
                  </a:cubicBezTo>
                  <a:cubicBezTo>
                    <a:pt x="20988" y="10297"/>
                    <a:pt x="20476" y="9615"/>
                    <a:pt x="20022" y="8877"/>
                  </a:cubicBezTo>
                  <a:cubicBezTo>
                    <a:pt x="19568" y="8053"/>
                    <a:pt x="19113" y="7201"/>
                    <a:pt x="18630" y="6378"/>
                  </a:cubicBezTo>
                  <a:cubicBezTo>
                    <a:pt x="17949" y="5185"/>
                    <a:pt x="17182" y="4049"/>
                    <a:pt x="16273" y="3027"/>
                  </a:cubicBezTo>
                  <a:cubicBezTo>
                    <a:pt x="15535" y="2118"/>
                    <a:pt x="14626" y="1351"/>
                    <a:pt x="13604" y="783"/>
                  </a:cubicBezTo>
                  <a:cubicBezTo>
                    <a:pt x="12685" y="261"/>
                    <a:pt x="11659" y="0"/>
                    <a:pt x="10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8"/>
            <p:cNvSpPr/>
            <p:nvPr/>
          </p:nvSpPr>
          <p:spPr>
            <a:xfrm>
              <a:off x="520675" y="1381850"/>
              <a:ext cx="486250" cy="642950"/>
            </a:xfrm>
            <a:custGeom>
              <a:rect b="b" l="l" r="r" t="t"/>
              <a:pathLst>
                <a:path extrusionOk="0" h="25718" w="19450">
                  <a:moveTo>
                    <a:pt x="6989" y="1"/>
                  </a:moveTo>
                  <a:cubicBezTo>
                    <a:pt x="6942" y="1"/>
                    <a:pt x="6893" y="21"/>
                    <a:pt x="6873" y="41"/>
                  </a:cubicBezTo>
                  <a:cubicBezTo>
                    <a:pt x="6788" y="98"/>
                    <a:pt x="6817" y="155"/>
                    <a:pt x="6873" y="211"/>
                  </a:cubicBezTo>
                  <a:cubicBezTo>
                    <a:pt x="7157" y="666"/>
                    <a:pt x="7470" y="1120"/>
                    <a:pt x="7754" y="1546"/>
                  </a:cubicBezTo>
                  <a:cubicBezTo>
                    <a:pt x="8776" y="2938"/>
                    <a:pt x="9458" y="4585"/>
                    <a:pt x="9742" y="6289"/>
                  </a:cubicBezTo>
                  <a:cubicBezTo>
                    <a:pt x="9912" y="7254"/>
                    <a:pt x="10054" y="8248"/>
                    <a:pt x="10224" y="9214"/>
                  </a:cubicBezTo>
                  <a:cubicBezTo>
                    <a:pt x="10224" y="9242"/>
                    <a:pt x="10224" y="9299"/>
                    <a:pt x="10224" y="9356"/>
                  </a:cubicBezTo>
                  <a:cubicBezTo>
                    <a:pt x="10204" y="9397"/>
                    <a:pt x="10152" y="9424"/>
                    <a:pt x="10104" y="9424"/>
                  </a:cubicBezTo>
                  <a:cubicBezTo>
                    <a:pt x="10086" y="9424"/>
                    <a:pt x="10069" y="9420"/>
                    <a:pt x="10054" y="9413"/>
                  </a:cubicBezTo>
                  <a:cubicBezTo>
                    <a:pt x="9997" y="9356"/>
                    <a:pt x="9912" y="9299"/>
                    <a:pt x="9855" y="9242"/>
                  </a:cubicBezTo>
                  <a:cubicBezTo>
                    <a:pt x="8804" y="8163"/>
                    <a:pt x="7612" y="7254"/>
                    <a:pt x="6277" y="6516"/>
                  </a:cubicBezTo>
                  <a:cubicBezTo>
                    <a:pt x="5539" y="6118"/>
                    <a:pt x="4829" y="5692"/>
                    <a:pt x="4119" y="5266"/>
                  </a:cubicBezTo>
                  <a:cubicBezTo>
                    <a:pt x="3636" y="4982"/>
                    <a:pt x="3153" y="4698"/>
                    <a:pt x="2670" y="4414"/>
                  </a:cubicBezTo>
                  <a:cubicBezTo>
                    <a:pt x="2471" y="4272"/>
                    <a:pt x="2244" y="4187"/>
                    <a:pt x="1989" y="4159"/>
                  </a:cubicBezTo>
                  <a:cubicBezTo>
                    <a:pt x="1960" y="4159"/>
                    <a:pt x="1904" y="4187"/>
                    <a:pt x="1875" y="4216"/>
                  </a:cubicBezTo>
                  <a:cubicBezTo>
                    <a:pt x="1818" y="4272"/>
                    <a:pt x="1847" y="4358"/>
                    <a:pt x="1904" y="4386"/>
                  </a:cubicBezTo>
                  <a:cubicBezTo>
                    <a:pt x="2528" y="4784"/>
                    <a:pt x="3125" y="5210"/>
                    <a:pt x="3778" y="5579"/>
                  </a:cubicBezTo>
                  <a:cubicBezTo>
                    <a:pt x="4687" y="6118"/>
                    <a:pt x="5567" y="6601"/>
                    <a:pt x="6447" y="7141"/>
                  </a:cubicBezTo>
                  <a:cubicBezTo>
                    <a:pt x="7697" y="7908"/>
                    <a:pt x="8833" y="8845"/>
                    <a:pt x="9827" y="9952"/>
                  </a:cubicBezTo>
                  <a:cubicBezTo>
                    <a:pt x="9912" y="10066"/>
                    <a:pt x="10026" y="10151"/>
                    <a:pt x="10026" y="10350"/>
                  </a:cubicBezTo>
                  <a:cubicBezTo>
                    <a:pt x="9992" y="10401"/>
                    <a:pt x="9947" y="10411"/>
                    <a:pt x="9899" y="10411"/>
                  </a:cubicBezTo>
                  <a:cubicBezTo>
                    <a:pt x="9867" y="10411"/>
                    <a:pt x="9832" y="10407"/>
                    <a:pt x="9798" y="10407"/>
                  </a:cubicBezTo>
                  <a:cubicBezTo>
                    <a:pt x="9543" y="10378"/>
                    <a:pt x="9316" y="10293"/>
                    <a:pt x="9060" y="10293"/>
                  </a:cubicBezTo>
                  <a:cubicBezTo>
                    <a:pt x="8151" y="10293"/>
                    <a:pt x="7214" y="10350"/>
                    <a:pt x="6305" y="10463"/>
                  </a:cubicBezTo>
                  <a:cubicBezTo>
                    <a:pt x="5691" y="10518"/>
                    <a:pt x="5077" y="10560"/>
                    <a:pt x="4465" y="10560"/>
                  </a:cubicBezTo>
                  <a:cubicBezTo>
                    <a:pt x="3491" y="10560"/>
                    <a:pt x="2522" y="10454"/>
                    <a:pt x="1563" y="10123"/>
                  </a:cubicBezTo>
                  <a:cubicBezTo>
                    <a:pt x="1165" y="10009"/>
                    <a:pt x="739" y="9924"/>
                    <a:pt x="342" y="9810"/>
                  </a:cubicBezTo>
                  <a:cubicBezTo>
                    <a:pt x="280" y="9801"/>
                    <a:pt x="224" y="9795"/>
                    <a:pt x="176" y="9795"/>
                  </a:cubicBezTo>
                  <a:cubicBezTo>
                    <a:pt x="69" y="9795"/>
                    <a:pt x="1" y="9826"/>
                    <a:pt x="1" y="9924"/>
                  </a:cubicBezTo>
                  <a:cubicBezTo>
                    <a:pt x="1" y="10066"/>
                    <a:pt x="114" y="10123"/>
                    <a:pt x="200" y="10179"/>
                  </a:cubicBezTo>
                  <a:cubicBezTo>
                    <a:pt x="285" y="10236"/>
                    <a:pt x="342" y="10265"/>
                    <a:pt x="427" y="10293"/>
                  </a:cubicBezTo>
                  <a:cubicBezTo>
                    <a:pt x="1534" y="10719"/>
                    <a:pt x="2670" y="10975"/>
                    <a:pt x="3835" y="11060"/>
                  </a:cubicBezTo>
                  <a:cubicBezTo>
                    <a:pt x="4999" y="11060"/>
                    <a:pt x="6163" y="11003"/>
                    <a:pt x="7328" y="10889"/>
                  </a:cubicBezTo>
                  <a:cubicBezTo>
                    <a:pt x="7763" y="10850"/>
                    <a:pt x="8191" y="10829"/>
                    <a:pt x="8617" y="10829"/>
                  </a:cubicBezTo>
                  <a:cubicBezTo>
                    <a:pt x="9108" y="10829"/>
                    <a:pt x="9595" y="10857"/>
                    <a:pt x="10082" y="10918"/>
                  </a:cubicBezTo>
                  <a:cubicBezTo>
                    <a:pt x="10480" y="10975"/>
                    <a:pt x="10849" y="11173"/>
                    <a:pt x="11105" y="11514"/>
                  </a:cubicBezTo>
                  <a:cubicBezTo>
                    <a:pt x="11872" y="12565"/>
                    <a:pt x="12610" y="13616"/>
                    <a:pt x="13291" y="14752"/>
                  </a:cubicBezTo>
                  <a:cubicBezTo>
                    <a:pt x="13348" y="14808"/>
                    <a:pt x="13377" y="14894"/>
                    <a:pt x="13433" y="14979"/>
                  </a:cubicBezTo>
                  <a:cubicBezTo>
                    <a:pt x="13433" y="15064"/>
                    <a:pt x="13377" y="15149"/>
                    <a:pt x="13291" y="15149"/>
                  </a:cubicBezTo>
                  <a:cubicBezTo>
                    <a:pt x="13178" y="15121"/>
                    <a:pt x="13064" y="15092"/>
                    <a:pt x="12951" y="15092"/>
                  </a:cubicBezTo>
                  <a:cubicBezTo>
                    <a:pt x="12239" y="14928"/>
                    <a:pt x="11515" y="14846"/>
                    <a:pt x="10795" y="14846"/>
                  </a:cubicBezTo>
                  <a:cubicBezTo>
                    <a:pt x="10394" y="14846"/>
                    <a:pt x="9995" y="14871"/>
                    <a:pt x="9600" y="14922"/>
                  </a:cubicBezTo>
                  <a:cubicBezTo>
                    <a:pt x="8606" y="15036"/>
                    <a:pt x="7640" y="15149"/>
                    <a:pt x="6646" y="15149"/>
                  </a:cubicBezTo>
                  <a:cubicBezTo>
                    <a:pt x="6462" y="15163"/>
                    <a:pt x="6277" y="15171"/>
                    <a:pt x="6092" y="15171"/>
                  </a:cubicBezTo>
                  <a:cubicBezTo>
                    <a:pt x="5539" y="15171"/>
                    <a:pt x="4985" y="15107"/>
                    <a:pt x="4431" y="14979"/>
                  </a:cubicBezTo>
                  <a:lnTo>
                    <a:pt x="3267" y="14610"/>
                  </a:lnTo>
                  <a:cubicBezTo>
                    <a:pt x="3142" y="14568"/>
                    <a:pt x="2987" y="14542"/>
                    <a:pt x="2835" y="14542"/>
                  </a:cubicBezTo>
                  <a:cubicBezTo>
                    <a:pt x="2779" y="14542"/>
                    <a:pt x="2724" y="14545"/>
                    <a:pt x="2670" y="14553"/>
                  </a:cubicBezTo>
                  <a:cubicBezTo>
                    <a:pt x="2613" y="14553"/>
                    <a:pt x="2613" y="14581"/>
                    <a:pt x="2613" y="14638"/>
                  </a:cubicBezTo>
                  <a:cubicBezTo>
                    <a:pt x="2613" y="14666"/>
                    <a:pt x="2613" y="14666"/>
                    <a:pt x="2642" y="14695"/>
                  </a:cubicBezTo>
                  <a:cubicBezTo>
                    <a:pt x="2699" y="14808"/>
                    <a:pt x="2812" y="14894"/>
                    <a:pt x="2954" y="14922"/>
                  </a:cubicBezTo>
                  <a:cubicBezTo>
                    <a:pt x="3551" y="15121"/>
                    <a:pt x="4147" y="15348"/>
                    <a:pt x="4743" y="15490"/>
                  </a:cubicBezTo>
                  <a:cubicBezTo>
                    <a:pt x="5407" y="15612"/>
                    <a:pt x="6070" y="15670"/>
                    <a:pt x="6734" y="15670"/>
                  </a:cubicBezTo>
                  <a:cubicBezTo>
                    <a:pt x="7150" y="15670"/>
                    <a:pt x="7565" y="15647"/>
                    <a:pt x="7981" y="15604"/>
                  </a:cubicBezTo>
                  <a:cubicBezTo>
                    <a:pt x="9003" y="15518"/>
                    <a:pt x="10026" y="15376"/>
                    <a:pt x="11048" y="15376"/>
                  </a:cubicBezTo>
                  <a:cubicBezTo>
                    <a:pt x="11786" y="15405"/>
                    <a:pt x="12525" y="15490"/>
                    <a:pt x="13263" y="15660"/>
                  </a:cubicBezTo>
                  <a:cubicBezTo>
                    <a:pt x="13689" y="15717"/>
                    <a:pt x="14058" y="16001"/>
                    <a:pt x="14229" y="16399"/>
                  </a:cubicBezTo>
                  <a:cubicBezTo>
                    <a:pt x="14740" y="17535"/>
                    <a:pt x="15279" y="18671"/>
                    <a:pt x="15819" y="19835"/>
                  </a:cubicBezTo>
                  <a:cubicBezTo>
                    <a:pt x="15847" y="19920"/>
                    <a:pt x="15876" y="20034"/>
                    <a:pt x="15904" y="20147"/>
                  </a:cubicBezTo>
                  <a:cubicBezTo>
                    <a:pt x="15929" y="20221"/>
                    <a:pt x="15868" y="20295"/>
                    <a:pt x="15796" y="20295"/>
                  </a:cubicBezTo>
                  <a:cubicBezTo>
                    <a:pt x="15785" y="20295"/>
                    <a:pt x="15774" y="20293"/>
                    <a:pt x="15762" y="20289"/>
                  </a:cubicBezTo>
                  <a:lnTo>
                    <a:pt x="15563" y="20204"/>
                  </a:lnTo>
                  <a:cubicBezTo>
                    <a:pt x="15081" y="20005"/>
                    <a:pt x="14598" y="19835"/>
                    <a:pt x="14087" y="19721"/>
                  </a:cubicBezTo>
                  <a:cubicBezTo>
                    <a:pt x="12837" y="19437"/>
                    <a:pt x="11616" y="19068"/>
                    <a:pt x="10423" y="18614"/>
                  </a:cubicBezTo>
                  <a:cubicBezTo>
                    <a:pt x="9997" y="18472"/>
                    <a:pt x="9571" y="18302"/>
                    <a:pt x="9174" y="18160"/>
                  </a:cubicBezTo>
                  <a:cubicBezTo>
                    <a:pt x="9123" y="18134"/>
                    <a:pt x="9066" y="18120"/>
                    <a:pt x="9014" y="18120"/>
                  </a:cubicBezTo>
                  <a:cubicBezTo>
                    <a:pt x="8950" y="18120"/>
                    <a:pt x="8893" y="18141"/>
                    <a:pt x="8861" y="18188"/>
                  </a:cubicBezTo>
                  <a:cubicBezTo>
                    <a:pt x="8833" y="18302"/>
                    <a:pt x="8918" y="18358"/>
                    <a:pt x="8975" y="18415"/>
                  </a:cubicBezTo>
                  <a:cubicBezTo>
                    <a:pt x="9202" y="18614"/>
                    <a:pt x="9458" y="18756"/>
                    <a:pt x="9742" y="18869"/>
                  </a:cubicBezTo>
                  <a:cubicBezTo>
                    <a:pt x="10906" y="19324"/>
                    <a:pt x="12099" y="19721"/>
                    <a:pt x="13320" y="20034"/>
                  </a:cubicBezTo>
                  <a:cubicBezTo>
                    <a:pt x="14172" y="20233"/>
                    <a:pt x="15052" y="20488"/>
                    <a:pt x="15876" y="20857"/>
                  </a:cubicBezTo>
                  <a:cubicBezTo>
                    <a:pt x="16188" y="20971"/>
                    <a:pt x="16444" y="21198"/>
                    <a:pt x="16586" y="21511"/>
                  </a:cubicBezTo>
                  <a:cubicBezTo>
                    <a:pt x="16785" y="21993"/>
                    <a:pt x="17012" y="22476"/>
                    <a:pt x="17211" y="22931"/>
                  </a:cubicBezTo>
                  <a:cubicBezTo>
                    <a:pt x="17381" y="23243"/>
                    <a:pt x="17523" y="23584"/>
                    <a:pt x="17665" y="23896"/>
                  </a:cubicBezTo>
                  <a:cubicBezTo>
                    <a:pt x="17608" y="23924"/>
                    <a:pt x="17544" y="23939"/>
                    <a:pt x="17484" y="23939"/>
                  </a:cubicBezTo>
                  <a:cubicBezTo>
                    <a:pt x="17424" y="23939"/>
                    <a:pt x="17367" y="23924"/>
                    <a:pt x="17324" y="23896"/>
                  </a:cubicBezTo>
                  <a:cubicBezTo>
                    <a:pt x="16103" y="23442"/>
                    <a:pt x="14853" y="23044"/>
                    <a:pt x="13661" y="22533"/>
                  </a:cubicBezTo>
                  <a:cubicBezTo>
                    <a:pt x="13547" y="22448"/>
                    <a:pt x="13405" y="22419"/>
                    <a:pt x="13263" y="22419"/>
                  </a:cubicBezTo>
                  <a:cubicBezTo>
                    <a:pt x="13235" y="22419"/>
                    <a:pt x="13206" y="22448"/>
                    <a:pt x="13178" y="22505"/>
                  </a:cubicBezTo>
                  <a:cubicBezTo>
                    <a:pt x="13178" y="22533"/>
                    <a:pt x="13178" y="22590"/>
                    <a:pt x="13206" y="22618"/>
                  </a:cubicBezTo>
                  <a:cubicBezTo>
                    <a:pt x="13348" y="22760"/>
                    <a:pt x="13519" y="22874"/>
                    <a:pt x="13689" y="22959"/>
                  </a:cubicBezTo>
                  <a:cubicBezTo>
                    <a:pt x="14200" y="23215"/>
                    <a:pt x="14683" y="23442"/>
                    <a:pt x="15166" y="23640"/>
                  </a:cubicBezTo>
                  <a:cubicBezTo>
                    <a:pt x="16046" y="23953"/>
                    <a:pt x="16898" y="24237"/>
                    <a:pt x="17779" y="24549"/>
                  </a:cubicBezTo>
                  <a:cubicBezTo>
                    <a:pt x="18006" y="24578"/>
                    <a:pt x="18204" y="24720"/>
                    <a:pt x="18318" y="24918"/>
                  </a:cubicBezTo>
                  <a:cubicBezTo>
                    <a:pt x="18460" y="25117"/>
                    <a:pt x="18630" y="25344"/>
                    <a:pt x="18801" y="25543"/>
                  </a:cubicBezTo>
                  <a:cubicBezTo>
                    <a:pt x="18914" y="25657"/>
                    <a:pt x="19028" y="25714"/>
                    <a:pt x="19170" y="25714"/>
                  </a:cubicBezTo>
                  <a:cubicBezTo>
                    <a:pt x="19182" y="25716"/>
                    <a:pt x="19195" y="25717"/>
                    <a:pt x="19207" y="25717"/>
                  </a:cubicBezTo>
                  <a:cubicBezTo>
                    <a:pt x="19335" y="25717"/>
                    <a:pt x="19449" y="25588"/>
                    <a:pt x="19397" y="25458"/>
                  </a:cubicBezTo>
                  <a:cubicBezTo>
                    <a:pt x="19284" y="25202"/>
                    <a:pt x="19142" y="24947"/>
                    <a:pt x="19000" y="24691"/>
                  </a:cubicBezTo>
                  <a:cubicBezTo>
                    <a:pt x="18488" y="23726"/>
                    <a:pt x="18006" y="22732"/>
                    <a:pt x="17580" y="21709"/>
                  </a:cubicBezTo>
                  <a:cubicBezTo>
                    <a:pt x="17523" y="21539"/>
                    <a:pt x="17466" y="21369"/>
                    <a:pt x="17466" y="21198"/>
                  </a:cubicBezTo>
                  <a:cubicBezTo>
                    <a:pt x="17409" y="20545"/>
                    <a:pt x="17438" y="19892"/>
                    <a:pt x="17495" y="19239"/>
                  </a:cubicBezTo>
                  <a:cubicBezTo>
                    <a:pt x="17665" y="18160"/>
                    <a:pt x="17722" y="17080"/>
                    <a:pt x="17722" y="16001"/>
                  </a:cubicBezTo>
                  <a:cubicBezTo>
                    <a:pt x="17693" y="15263"/>
                    <a:pt x="17665" y="14553"/>
                    <a:pt x="17608" y="13843"/>
                  </a:cubicBezTo>
                  <a:cubicBezTo>
                    <a:pt x="17551" y="13360"/>
                    <a:pt x="17438" y="12877"/>
                    <a:pt x="17353" y="12395"/>
                  </a:cubicBezTo>
                  <a:cubicBezTo>
                    <a:pt x="17353" y="12281"/>
                    <a:pt x="17267" y="12167"/>
                    <a:pt x="17182" y="12111"/>
                  </a:cubicBezTo>
                  <a:cubicBezTo>
                    <a:pt x="17161" y="12100"/>
                    <a:pt x="17137" y="12094"/>
                    <a:pt x="17113" y="12094"/>
                  </a:cubicBezTo>
                  <a:cubicBezTo>
                    <a:pt x="17071" y="12094"/>
                    <a:pt x="17030" y="12113"/>
                    <a:pt x="17012" y="12167"/>
                  </a:cubicBezTo>
                  <a:cubicBezTo>
                    <a:pt x="16983" y="12253"/>
                    <a:pt x="16983" y="12338"/>
                    <a:pt x="16983" y="12423"/>
                  </a:cubicBezTo>
                  <a:cubicBezTo>
                    <a:pt x="17125" y="13247"/>
                    <a:pt x="17182" y="14070"/>
                    <a:pt x="17211" y="14922"/>
                  </a:cubicBezTo>
                  <a:cubicBezTo>
                    <a:pt x="17267" y="16456"/>
                    <a:pt x="17211" y="18018"/>
                    <a:pt x="17040" y="19551"/>
                  </a:cubicBezTo>
                  <a:cubicBezTo>
                    <a:pt x="17012" y="19693"/>
                    <a:pt x="17040" y="19863"/>
                    <a:pt x="16870" y="19949"/>
                  </a:cubicBezTo>
                  <a:cubicBezTo>
                    <a:pt x="16813" y="19920"/>
                    <a:pt x="16785" y="19863"/>
                    <a:pt x="16728" y="19807"/>
                  </a:cubicBezTo>
                  <a:cubicBezTo>
                    <a:pt x="16444" y="19210"/>
                    <a:pt x="16160" y="18585"/>
                    <a:pt x="15876" y="17989"/>
                  </a:cubicBezTo>
                  <a:cubicBezTo>
                    <a:pt x="15620" y="17478"/>
                    <a:pt x="15393" y="16967"/>
                    <a:pt x="15109" y="16484"/>
                  </a:cubicBezTo>
                  <a:cubicBezTo>
                    <a:pt x="14825" y="16030"/>
                    <a:pt x="14683" y="15490"/>
                    <a:pt x="14683" y="14950"/>
                  </a:cubicBezTo>
                  <a:cubicBezTo>
                    <a:pt x="14655" y="13956"/>
                    <a:pt x="14598" y="12963"/>
                    <a:pt x="14569" y="11997"/>
                  </a:cubicBezTo>
                  <a:cubicBezTo>
                    <a:pt x="14541" y="11117"/>
                    <a:pt x="14427" y="10236"/>
                    <a:pt x="14285" y="9384"/>
                  </a:cubicBezTo>
                  <a:cubicBezTo>
                    <a:pt x="13945" y="7680"/>
                    <a:pt x="13320" y="6062"/>
                    <a:pt x="12440" y="4556"/>
                  </a:cubicBezTo>
                  <a:cubicBezTo>
                    <a:pt x="12383" y="4386"/>
                    <a:pt x="12269" y="4244"/>
                    <a:pt x="12127" y="4130"/>
                  </a:cubicBezTo>
                  <a:cubicBezTo>
                    <a:pt x="12108" y="4126"/>
                    <a:pt x="12089" y="4123"/>
                    <a:pt x="12071" y="4123"/>
                  </a:cubicBezTo>
                  <a:cubicBezTo>
                    <a:pt x="11987" y="4123"/>
                    <a:pt x="11928" y="4178"/>
                    <a:pt x="11928" y="4272"/>
                  </a:cubicBezTo>
                  <a:cubicBezTo>
                    <a:pt x="11957" y="4358"/>
                    <a:pt x="11985" y="4471"/>
                    <a:pt x="12014" y="4585"/>
                  </a:cubicBezTo>
                  <a:cubicBezTo>
                    <a:pt x="12298" y="5210"/>
                    <a:pt x="12553" y="5863"/>
                    <a:pt x="12837" y="6488"/>
                  </a:cubicBezTo>
                  <a:cubicBezTo>
                    <a:pt x="13348" y="7652"/>
                    <a:pt x="13689" y="8873"/>
                    <a:pt x="13916" y="10123"/>
                  </a:cubicBezTo>
                  <a:cubicBezTo>
                    <a:pt x="13945" y="10407"/>
                    <a:pt x="13973" y="10691"/>
                    <a:pt x="13973" y="10975"/>
                  </a:cubicBezTo>
                  <a:cubicBezTo>
                    <a:pt x="14030" y="12025"/>
                    <a:pt x="14087" y="13076"/>
                    <a:pt x="14115" y="14155"/>
                  </a:cubicBezTo>
                  <a:cubicBezTo>
                    <a:pt x="14115" y="14269"/>
                    <a:pt x="14172" y="14411"/>
                    <a:pt x="14058" y="14496"/>
                  </a:cubicBezTo>
                  <a:cubicBezTo>
                    <a:pt x="14030" y="14496"/>
                    <a:pt x="13973" y="14496"/>
                    <a:pt x="13945" y="14468"/>
                  </a:cubicBezTo>
                  <a:cubicBezTo>
                    <a:pt x="13831" y="14297"/>
                    <a:pt x="13717" y="14127"/>
                    <a:pt x="13604" y="13956"/>
                  </a:cubicBezTo>
                  <a:cubicBezTo>
                    <a:pt x="12951" y="12963"/>
                    <a:pt x="12212" y="11969"/>
                    <a:pt x="11474" y="11031"/>
                  </a:cubicBezTo>
                  <a:cubicBezTo>
                    <a:pt x="11332" y="10889"/>
                    <a:pt x="11218" y="10719"/>
                    <a:pt x="11162" y="10520"/>
                  </a:cubicBezTo>
                  <a:cubicBezTo>
                    <a:pt x="10991" y="10123"/>
                    <a:pt x="10878" y="9725"/>
                    <a:pt x="10792" y="9299"/>
                  </a:cubicBezTo>
                  <a:cubicBezTo>
                    <a:pt x="10650" y="8333"/>
                    <a:pt x="10508" y="7396"/>
                    <a:pt x="10366" y="6431"/>
                  </a:cubicBezTo>
                  <a:cubicBezTo>
                    <a:pt x="10253" y="5607"/>
                    <a:pt x="10026" y="4812"/>
                    <a:pt x="9770" y="4017"/>
                  </a:cubicBezTo>
                  <a:cubicBezTo>
                    <a:pt x="9316" y="2767"/>
                    <a:pt x="8549" y="1745"/>
                    <a:pt x="7782" y="666"/>
                  </a:cubicBezTo>
                  <a:cubicBezTo>
                    <a:pt x="7640" y="495"/>
                    <a:pt x="7498" y="325"/>
                    <a:pt x="7328" y="183"/>
                  </a:cubicBezTo>
                  <a:cubicBezTo>
                    <a:pt x="7243" y="98"/>
                    <a:pt x="7157" y="41"/>
                    <a:pt x="7044" y="13"/>
                  </a:cubicBezTo>
                  <a:cubicBezTo>
                    <a:pt x="7027" y="4"/>
                    <a:pt x="7008" y="1"/>
                    <a:pt x="6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8"/>
            <p:cNvSpPr/>
            <p:nvPr/>
          </p:nvSpPr>
          <p:spPr>
            <a:xfrm>
              <a:off x="1134800" y="1787950"/>
              <a:ext cx="863350" cy="88617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8"/>
            <p:cNvSpPr/>
            <p:nvPr/>
          </p:nvSpPr>
          <p:spPr>
            <a:xfrm>
              <a:off x="1210075" y="1840800"/>
              <a:ext cx="729150" cy="761650"/>
            </a:xfrm>
            <a:custGeom>
              <a:rect b="b" l="l" r="r" t="t"/>
              <a:pathLst>
                <a:path extrusionOk="0" h="30466" w="29166">
                  <a:moveTo>
                    <a:pt x="14938" y="12411"/>
                  </a:moveTo>
                  <a:lnTo>
                    <a:pt x="14995" y="12439"/>
                  </a:lnTo>
                  <a:lnTo>
                    <a:pt x="14938" y="12439"/>
                  </a:lnTo>
                  <a:lnTo>
                    <a:pt x="14938" y="12411"/>
                  </a:lnTo>
                  <a:close/>
                  <a:moveTo>
                    <a:pt x="19737" y="0"/>
                  </a:moveTo>
                  <a:cubicBezTo>
                    <a:pt x="19652" y="0"/>
                    <a:pt x="19595" y="0"/>
                    <a:pt x="19539" y="57"/>
                  </a:cubicBezTo>
                  <a:cubicBezTo>
                    <a:pt x="19397" y="142"/>
                    <a:pt x="19311" y="227"/>
                    <a:pt x="19198" y="341"/>
                  </a:cubicBezTo>
                  <a:cubicBezTo>
                    <a:pt x="18829" y="795"/>
                    <a:pt x="18431" y="1221"/>
                    <a:pt x="18090" y="1676"/>
                  </a:cubicBezTo>
                  <a:cubicBezTo>
                    <a:pt x="17579" y="2329"/>
                    <a:pt x="17125" y="2982"/>
                    <a:pt x="16699" y="3664"/>
                  </a:cubicBezTo>
                  <a:cubicBezTo>
                    <a:pt x="16102" y="4686"/>
                    <a:pt x="15648" y="5794"/>
                    <a:pt x="15336" y="6958"/>
                  </a:cubicBezTo>
                  <a:cubicBezTo>
                    <a:pt x="14796" y="8634"/>
                    <a:pt x="14342" y="10366"/>
                    <a:pt x="14001" y="12098"/>
                  </a:cubicBezTo>
                  <a:cubicBezTo>
                    <a:pt x="13916" y="12439"/>
                    <a:pt x="13745" y="12780"/>
                    <a:pt x="13518" y="13064"/>
                  </a:cubicBezTo>
                  <a:cubicBezTo>
                    <a:pt x="12496" y="14313"/>
                    <a:pt x="11502" y="15563"/>
                    <a:pt x="10565" y="16869"/>
                  </a:cubicBezTo>
                  <a:cubicBezTo>
                    <a:pt x="10337" y="17238"/>
                    <a:pt x="10053" y="17579"/>
                    <a:pt x="9769" y="17892"/>
                  </a:cubicBezTo>
                  <a:cubicBezTo>
                    <a:pt x="9713" y="17579"/>
                    <a:pt x="9713" y="17295"/>
                    <a:pt x="9798" y="16983"/>
                  </a:cubicBezTo>
                  <a:cubicBezTo>
                    <a:pt x="9968" y="15847"/>
                    <a:pt x="10110" y="14711"/>
                    <a:pt x="10167" y="13575"/>
                  </a:cubicBezTo>
                  <a:cubicBezTo>
                    <a:pt x="10252" y="12354"/>
                    <a:pt x="10536" y="11133"/>
                    <a:pt x="10962" y="9968"/>
                  </a:cubicBezTo>
                  <a:cubicBezTo>
                    <a:pt x="11530" y="8548"/>
                    <a:pt x="12183" y="7157"/>
                    <a:pt x="12950" y="5822"/>
                  </a:cubicBezTo>
                  <a:cubicBezTo>
                    <a:pt x="13092" y="5538"/>
                    <a:pt x="13206" y="5254"/>
                    <a:pt x="13319" y="4942"/>
                  </a:cubicBezTo>
                  <a:cubicBezTo>
                    <a:pt x="13348" y="4885"/>
                    <a:pt x="13319" y="4800"/>
                    <a:pt x="13262" y="4771"/>
                  </a:cubicBezTo>
                  <a:cubicBezTo>
                    <a:pt x="13239" y="4760"/>
                    <a:pt x="13211" y="4753"/>
                    <a:pt x="13181" y="4753"/>
                  </a:cubicBezTo>
                  <a:cubicBezTo>
                    <a:pt x="13140" y="4753"/>
                    <a:pt x="13097" y="4766"/>
                    <a:pt x="13064" y="4800"/>
                  </a:cubicBezTo>
                  <a:cubicBezTo>
                    <a:pt x="12950" y="4885"/>
                    <a:pt x="12865" y="4999"/>
                    <a:pt x="12780" y="5112"/>
                  </a:cubicBezTo>
                  <a:cubicBezTo>
                    <a:pt x="12552" y="5510"/>
                    <a:pt x="12297" y="5907"/>
                    <a:pt x="12070" y="6305"/>
                  </a:cubicBezTo>
                  <a:cubicBezTo>
                    <a:pt x="11161" y="7867"/>
                    <a:pt x="10451" y="9514"/>
                    <a:pt x="9968" y="11246"/>
                  </a:cubicBezTo>
                  <a:cubicBezTo>
                    <a:pt x="9826" y="11757"/>
                    <a:pt x="9713" y="12297"/>
                    <a:pt x="9656" y="12837"/>
                  </a:cubicBezTo>
                  <a:cubicBezTo>
                    <a:pt x="9514" y="13944"/>
                    <a:pt x="9457" y="15052"/>
                    <a:pt x="9343" y="16159"/>
                  </a:cubicBezTo>
                  <a:cubicBezTo>
                    <a:pt x="9258" y="17040"/>
                    <a:pt x="9116" y="17892"/>
                    <a:pt x="8889" y="18744"/>
                  </a:cubicBezTo>
                  <a:cubicBezTo>
                    <a:pt x="8804" y="19141"/>
                    <a:pt x="8633" y="19482"/>
                    <a:pt x="8378" y="19794"/>
                  </a:cubicBezTo>
                  <a:cubicBezTo>
                    <a:pt x="7384" y="21044"/>
                    <a:pt x="6418" y="22322"/>
                    <a:pt x="5424" y="23571"/>
                  </a:cubicBezTo>
                  <a:cubicBezTo>
                    <a:pt x="5254" y="23827"/>
                    <a:pt x="5055" y="24026"/>
                    <a:pt x="4800" y="24168"/>
                  </a:cubicBezTo>
                  <a:cubicBezTo>
                    <a:pt x="4778" y="24232"/>
                    <a:pt x="4757" y="24264"/>
                    <a:pt x="4736" y="24264"/>
                  </a:cubicBezTo>
                  <a:cubicBezTo>
                    <a:pt x="4729" y="24264"/>
                    <a:pt x="4721" y="24260"/>
                    <a:pt x="4714" y="24253"/>
                  </a:cubicBezTo>
                  <a:cubicBezTo>
                    <a:pt x="4686" y="24196"/>
                    <a:pt x="4714" y="24139"/>
                    <a:pt x="4771" y="24139"/>
                  </a:cubicBezTo>
                  <a:cubicBezTo>
                    <a:pt x="4771" y="23571"/>
                    <a:pt x="4828" y="23032"/>
                    <a:pt x="4942" y="22464"/>
                  </a:cubicBezTo>
                  <a:cubicBezTo>
                    <a:pt x="5055" y="21527"/>
                    <a:pt x="5112" y="20533"/>
                    <a:pt x="5339" y="19596"/>
                  </a:cubicBezTo>
                  <a:cubicBezTo>
                    <a:pt x="5510" y="18772"/>
                    <a:pt x="5652" y="17920"/>
                    <a:pt x="5794" y="17068"/>
                  </a:cubicBezTo>
                  <a:cubicBezTo>
                    <a:pt x="5794" y="17011"/>
                    <a:pt x="5794" y="16926"/>
                    <a:pt x="5794" y="16869"/>
                  </a:cubicBezTo>
                  <a:cubicBezTo>
                    <a:pt x="5775" y="16794"/>
                    <a:pt x="5718" y="16756"/>
                    <a:pt x="5657" y="16756"/>
                  </a:cubicBezTo>
                  <a:cubicBezTo>
                    <a:pt x="5626" y="16756"/>
                    <a:pt x="5595" y="16765"/>
                    <a:pt x="5566" y="16784"/>
                  </a:cubicBezTo>
                  <a:cubicBezTo>
                    <a:pt x="5481" y="16898"/>
                    <a:pt x="5424" y="16983"/>
                    <a:pt x="5368" y="17096"/>
                  </a:cubicBezTo>
                  <a:cubicBezTo>
                    <a:pt x="5197" y="17551"/>
                    <a:pt x="5084" y="18034"/>
                    <a:pt x="5027" y="18516"/>
                  </a:cubicBezTo>
                  <a:cubicBezTo>
                    <a:pt x="4856" y="19368"/>
                    <a:pt x="4658" y="20220"/>
                    <a:pt x="4544" y="21101"/>
                  </a:cubicBezTo>
                  <a:cubicBezTo>
                    <a:pt x="4402" y="22379"/>
                    <a:pt x="4232" y="23600"/>
                    <a:pt x="4061" y="24849"/>
                  </a:cubicBezTo>
                  <a:cubicBezTo>
                    <a:pt x="4033" y="25105"/>
                    <a:pt x="3948" y="25332"/>
                    <a:pt x="3777" y="25531"/>
                  </a:cubicBezTo>
                  <a:lnTo>
                    <a:pt x="1846" y="27803"/>
                  </a:lnTo>
                  <a:cubicBezTo>
                    <a:pt x="1800" y="27849"/>
                    <a:pt x="1753" y="27896"/>
                    <a:pt x="1691" y="27896"/>
                  </a:cubicBezTo>
                  <a:cubicBezTo>
                    <a:pt x="1678" y="27896"/>
                    <a:pt x="1663" y="27893"/>
                    <a:pt x="1647" y="27888"/>
                  </a:cubicBezTo>
                  <a:cubicBezTo>
                    <a:pt x="1534" y="27718"/>
                    <a:pt x="1590" y="27547"/>
                    <a:pt x="1619" y="27405"/>
                  </a:cubicBezTo>
                  <a:cubicBezTo>
                    <a:pt x="1789" y="26241"/>
                    <a:pt x="1960" y="25105"/>
                    <a:pt x="2130" y="23941"/>
                  </a:cubicBezTo>
                  <a:cubicBezTo>
                    <a:pt x="2158" y="23855"/>
                    <a:pt x="2158" y="23742"/>
                    <a:pt x="2130" y="23657"/>
                  </a:cubicBezTo>
                  <a:cubicBezTo>
                    <a:pt x="2130" y="23600"/>
                    <a:pt x="2102" y="23571"/>
                    <a:pt x="2073" y="23543"/>
                  </a:cubicBezTo>
                  <a:cubicBezTo>
                    <a:pt x="2053" y="23530"/>
                    <a:pt x="2035" y="23524"/>
                    <a:pt x="2018" y="23524"/>
                  </a:cubicBezTo>
                  <a:cubicBezTo>
                    <a:pt x="1962" y="23524"/>
                    <a:pt x="1918" y="23585"/>
                    <a:pt x="1874" y="23628"/>
                  </a:cubicBezTo>
                  <a:cubicBezTo>
                    <a:pt x="1846" y="23742"/>
                    <a:pt x="1789" y="23827"/>
                    <a:pt x="1732" y="23969"/>
                  </a:cubicBezTo>
                  <a:cubicBezTo>
                    <a:pt x="1562" y="24565"/>
                    <a:pt x="1420" y="25190"/>
                    <a:pt x="1335" y="25815"/>
                  </a:cubicBezTo>
                  <a:cubicBezTo>
                    <a:pt x="1164" y="26582"/>
                    <a:pt x="1108" y="27348"/>
                    <a:pt x="1136" y="28144"/>
                  </a:cubicBezTo>
                  <a:cubicBezTo>
                    <a:pt x="1136" y="28342"/>
                    <a:pt x="1079" y="28541"/>
                    <a:pt x="966" y="28740"/>
                  </a:cubicBezTo>
                  <a:cubicBezTo>
                    <a:pt x="795" y="29052"/>
                    <a:pt x="597" y="29365"/>
                    <a:pt x="341" y="29620"/>
                  </a:cubicBezTo>
                  <a:cubicBezTo>
                    <a:pt x="171" y="29791"/>
                    <a:pt x="57" y="30018"/>
                    <a:pt x="0" y="30245"/>
                  </a:cubicBezTo>
                  <a:cubicBezTo>
                    <a:pt x="0" y="30330"/>
                    <a:pt x="29" y="30387"/>
                    <a:pt x="85" y="30444"/>
                  </a:cubicBezTo>
                  <a:cubicBezTo>
                    <a:pt x="114" y="30458"/>
                    <a:pt x="149" y="30465"/>
                    <a:pt x="185" y="30465"/>
                  </a:cubicBezTo>
                  <a:cubicBezTo>
                    <a:pt x="220" y="30465"/>
                    <a:pt x="256" y="30458"/>
                    <a:pt x="284" y="30444"/>
                  </a:cubicBezTo>
                  <a:cubicBezTo>
                    <a:pt x="369" y="30359"/>
                    <a:pt x="455" y="30274"/>
                    <a:pt x="540" y="30188"/>
                  </a:cubicBezTo>
                  <a:lnTo>
                    <a:pt x="1250" y="29365"/>
                  </a:lnTo>
                  <a:cubicBezTo>
                    <a:pt x="1392" y="29223"/>
                    <a:pt x="1562" y="29138"/>
                    <a:pt x="1761" y="29138"/>
                  </a:cubicBezTo>
                  <a:cubicBezTo>
                    <a:pt x="2670" y="29052"/>
                    <a:pt x="3550" y="28882"/>
                    <a:pt x="4402" y="28683"/>
                  </a:cubicBezTo>
                  <a:cubicBezTo>
                    <a:pt x="4743" y="28598"/>
                    <a:pt x="5055" y="28484"/>
                    <a:pt x="5368" y="28314"/>
                  </a:cubicBezTo>
                  <a:cubicBezTo>
                    <a:pt x="5424" y="28286"/>
                    <a:pt x="5481" y="28229"/>
                    <a:pt x="5538" y="28200"/>
                  </a:cubicBezTo>
                  <a:cubicBezTo>
                    <a:pt x="5566" y="28172"/>
                    <a:pt x="5595" y="28115"/>
                    <a:pt x="5595" y="28058"/>
                  </a:cubicBezTo>
                  <a:cubicBezTo>
                    <a:pt x="5595" y="27973"/>
                    <a:pt x="5510" y="27973"/>
                    <a:pt x="5424" y="27973"/>
                  </a:cubicBezTo>
                  <a:lnTo>
                    <a:pt x="5226" y="27973"/>
                  </a:lnTo>
                  <a:cubicBezTo>
                    <a:pt x="4658" y="28115"/>
                    <a:pt x="4090" y="28229"/>
                    <a:pt x="3522" y="28342"/>
                  </a:cubicBezTo>
                  <a:cubicBezTo>
                    <a:pt x="3010" y="28456"/>
                    <a:pt x="2499" y="28513"/>
                    <a:pt x="1988" y="28513"/>
                  </a:cubicBezTo>
                  <a:cubicBezTo>
                    <a:pt x="2215" y="28257"/>
                    <a:pt x="2386" y="28058"/>
                    <a:pt x="2556" y="27860"/>
                  </a:cubicBezTo>
                  <a:cubicBezTo>
                    <a:pt x="3096" y="27206"/>
                    <a:pt x="3664" y="26582"/>
                    <a:pt x="4232" y="25928"/>
                  </a:cubicBezTo>
                  <a:cubicBezTo>
                    <a:pt x="4374" y="25730"/>
                    <a:pt x="4601" y="25588"/>
                    <a:pt x="4828" y="25588"/>
                  </a:cubicBezTo>
                  <a:cubicBezTo>
                    <a:pt x="4970" y="25588"/>
                    <a:pt x="5084" y="25474"/>
                    <a:pt x="5226" y="25417"/>
                  </a:cubicBezTo>
                  <a:cubicBezTo>
                    <a:pt x="5623" y="25219"/>
                    <a:pt x="6049" y="25105"/>
                    <a:pt x="6475" y="25048"/>
                  </a:cubicBezTo>
                  <a:cubicBezTo>
                    <a:pt x="7362" y="24997"/>
                    <a:pt x="8225" y="24902"/>
                    <a:pt x="9087" y="24902"/>
                  </a:cubicBezTo>
                  <a:cubicBezTo>
                    <a:pt x="9191" y="24902"/>
                    <a:pt x="9296" y="24903"/>
                    <a:pt x="9400" y="24906"/>
                  </a:cubicBezTo>
                  <a:cubicBezTo>
                    <a:pt x="9658" y="24914"/>
                    <a:pt x="9916" y="24918"/>
                    <a:pt x="10174" y="24918"/>
                  </a:cubicBezTo>
                  <a:cubicBezTo>
                    <a:pt x="10796" y="24918"/>
                    <a:pt x="11419" y="24898"/>
                    <a:pt x="12041" y="24878"/>
                  </a:cubicBezTo>
                  <a:cubicBezTo>
                    <a:pt x="12638" y="24849"/>
                    <a:pt x="13234" y="24793"/>
                    <a:pt x="13859" y="24707"/>
                  </a:cubicBezTo>
                  <a:cubicBezTo>
                    <a:pt x="14881" y="24537"/>
                    <a:pt x="15904" y="24281"/>
                    <a:pt x="16897" y="23997"/>
                  </a:cubicBezTo>
                  <a:cubicBezTo>
                    <a:pt x="17352" y="23855"/>
                    <a:pt x="17778" y="23685"/>
                    <a:pt x="18204" y="23515"/>
                  </a:cubicBezTo>
                  <a:cubicBezTo>
                    <a:pt x="18374" y="23458"/>
                    <a:pt x="18545" y="23344"/>
                    <a:pt x="18658" y="23174"/>
                  </a:cubicBezTo>
                  <a:cubicBezTo>
                    <a:pt x="18715" y="23145"/>
                    <a:pt x="18715" y="23089"/>
                    <a:pt x="18715" y="23060"/>
                  </a:cubicBezTo>
                  <a:cubicBezTo>
                    <a:pt x="18687" y="23003"/>
                    <a:pt x="18630" y="23003"/>
                    <a:pt x="18601" y="22975"/>
                  </a:cubicBezTo>
                  <a:cubicBezTo>
                    <a:pt x="18403" y="23003"/>
                    <a:pt x="18204" y="23032"/>
                    <a:pt x="18033" y="23117"/>
                  </a:cubicBezTo>
                  <a:cubicBezTo>
                    <a:pt x="16926" y="23515"/>
                    <a:pt x="15790" y="23799"/>
                    <a:pt x="14654" y="23997"/>
                  </a:cubicBezTo>
                  <a:cubicBezTo>
                    <a:pt x="13503" y="24253"/>
                    <a:pt x="12351" y="24371"/>
                    <a:pt x="11179" y="24371"/>
                  </a:cubicBezTo>
                  <a:cubicBezTo>
                    <a:pt x="11050" y="24371"/>
                    <a:pt x="10921" y="24369"/>
                    <a:pt x="10792" y="24367"/>
                  </a:cubicBezTo>
                  <a:cubicBezTo>
                    <a:pt x="10658" y="24363"/>
                    <a:pt x="10524" y="24362"/>
                    <a:pt x="10389" y="24362"/>
                  </a:cubicBezTo>
                  <a:cubicBezTo>
                    <a:pt x="9297" y="24362"/>
                    <a:pt x="8184" y="24455"/>
                    <a:pt x="7071" y="24480"/>
                  </a:cubicBezTo>
                  <a:cubicBezTo>
                    <a:pt x="6901" y="24480"/>
                    <a:pt x="6731" y="24509"/>
                    <a:pt x="6589" y="24537"/>
                  </a:cubicBezTo>
                  <a:cubicBezTo>
                    <a:pt x="6191" y="24622"/>
                    <a:pt x="5794" y="24679"/>
                    <a:pt x="5453" y="24764"/>
                  </a:cubicBezTo>
                  <a:cubicBezTo>
                    <a:pt x="5424" y="24651"/>
                    <a:pt x="5453" y="24537"/>
                    <a:pt x="5538" y="24480"/>
                  </a:cubicBezTo>
                  <a:cubicBezTo>
                    <a:pt x="5822" y="24111"/>
                    <a:pt x="6134" y="23713"/>
                    <a:pt x="6447" y="23344"/>
                  </a:cubicBezTo>
                  <a:cubicBezTo>
                    <a:pt x="7242" y="22350"/>
                    <a:pt x="8037" y="21385"/>
                    <a:pt x="8832" y="20391"/>
                  </a:cubicBezTo>
                  <a:cubicBezTo>
                    <a:pt x="9042" y="20102"/>
                    <a:pt x="9228" y="19788"/>
                    <a:pt x="9615" y="19788"/>
                  </a:cubicBezTo>
                  <a:cubicBezTo>
                    <a:pt x="9646" y="19788"/>
                    <a:pt x="9679" y="19790"/>
                    <a:pt x="9713" y="19794"/>
                  </a:cubicBezTo>
                  <a:cubicBezTo>
                    <a:pt x="9798" y="19794"/>
                    <a:pt x="9855" y="19738"/>
                    <a:pt x="9911" y="19681"/>
                  </a:cubicBezTo>
                  <a:cubicBezTo>
                    <a:pt x="11161" y="19198"/>
                    <a:pt x="12439" y="18772"/>
                    <a:pt x="13745" y="18488"/>
                  </a:cubicBezTo>
                  <a:cubicBezTo>
                    <a:pt x="14682" y="18261"/>
                    <a:pt x="15648" y="18119"/>
                    <a:pt x="16585" y="17863"/>
                  </a:cubicBezTo>
                  <a:cubicBezTo>
                    <a:pt x="17778" y="17579"/>
                    <a:pt x="18999" y="17380"/>
                    <a:pt x="20220" y="17040"/>
                  </a:cubicBezTo>
                  <a:cubicBezTo>
                    <a:pt x="21072" y="16812"/>
                    <a:pt x="21924" y="16500"/>
                    <a:pt x="22776" y="16188"/>
                  </a:cubicBezTo>
                  <a:cubicBezTo>
                    <a:pt x="23770" y="15790"/>
                    <a:pt x="24707" y="15336"/>
                    <a:pt x="25644" y="14768"/>
                  </a:cubicBezTo>
                  <a:cubicBezTo>
                    <a:pt x="26212" y="14455"/>
                    <a:pt x="26752" y="14086"/>
                    <a:pt x="27320" y="13745"/>
                  </a:cubicBezTo>
                  <a:cubicBezTo>
                    <a:pt x="27519" y="13575"/>
                    <a:pt x="27717" y="13405"/>
                    <a:pt x="27916" y="13234"/>
                  </a:cubicBezTo>
                  <a:cubicBezTo>
                    <a:pt x="27945" y="13177"/>
                    <a:pt x="27973" y="13092"/>
                    <a:pt x="27945" y="13035"/>
                  </a:cubicBezTo>
                  <a:cubicBezTo>
                    <a:pt x="27908" y="12980"/>
                    <a:pt x="27848" y="12949"/>
                    <a:pt x="27787" y="12949"/>
                  </a:cubicBezTo>
                  <a:cubicBezTo>
                    <a:pt x="27753" y="12949"/>
                    <a:pt x="27719" y="12958"/>
                    <a:pt x="27689" y="12979"/>
                  </a:cubicBezTo>
                  <a:cubicBezTo>
                    <a:pt x="27519" y="13121"/>
                    <a:pt x="27348" y="13263"/>
                    <a:pt x="27150" y="13376"/>
                  </a:cubicBezTo>
                  <a:cubicBezTo>
                    <a:pt x="25758" y="14171"/>
                    <a:pt x="24281" y="14938"/>
                    <a:pt x="22804" y="15591"/>
                  </a:cubicBezTo>
                  <a:cubicBezTo>
                    <a:pt x="21385" y="16159"/>
                    <a:pt x="19908" y="16585"/>
                    <a:pt x="18403" y="16898"/>
                  </a:cubicBezTo>
                  <a:cubicBezTo>
                    <a:pt x="17295" y="17125"/>
                    <a:pt x="16159" y="17324"/>
                    <a:pt x="15052" y="17579"/>
                  </a:cubicBezTo>
                  <a:cubicBezTo>
                    <a:pt x="14058" y="17806"/>
                    <a:pt x="13064" y="18034"/>
                    <a:pt x="12098" y="18374"/>
                  </a:cubicBezTo>
                  <a:cubicBezTo>
                    <a:pt x="11558" y="18516"/>
                    <a:pt x="11019" y="18687"/>
                    <a:pt x="10508" y="18914"/>
                  </a:cubicBezTo>
                  <a:cubicBezTo>
                    <a:pt x="10366" y="18942"/>
                    <a:pt x="10224" y="18971"/>
                    <a:pt x="10082" y="18999"/>
                  </a:cubicBezTo>
                  <a:cubicBezTo>
                    <a:pt x="10062" y="19019"/>
                    <a:pt x="10029" y="19052"/>
                    <a:pt x="9992" y="19052"/>
                  </a:cubicBezTo>
                  <a:cubicBezTo>
                    <a:pt x="9975" y="19052"/>
                    <a:pt x="9957" y="19045"/>
                    <a:pt x="9940" y="19028"/>
                  </a:cubicBezTo>
                  <a:cubicBezTo>
                    <a:pt x="9940" y="19028"/>
                    <a:pt x="9997" y="18971"/>
                    <a:pt x="10025" y="18942"/>
                  </a:cubicBezTo>
                  <a:cubicBezTo>
                    <a:pt x="10110" y="18772"/>
                    <a:pt x="10224" y="18602"/>
                    <a:pt x="10309" y="18460"/>
                  </a:cubicBezTo>
                  <a:cubicBezTo>
                    <a:pt x="11331" y="17011"/>
                    <a:pt x="12382" y="15648"/>
                    <a:pt x="13461" y="14228"/>
                  </a:cubicBezTo>
                  <a:cubicBezTo>
                    <a:pt x="13887" y="13660"/>
                    <a:pt x="14455" y="13234"/>
                    <a:pt x="15137" y="13007"/>
                  </a:cubicBezTo>
                  <a:cubicBezTo>
                    <a:pt x="16301" y="12581"/>
                    <a:pt x="17465" y="12240"/>
                    <a:pt x="18687" y="11928"/>
                  </a:cubicBezTo>
                  <a:cubicBezTo>
                    <a:pt x="20107" y="11559"/>
                    <a:pt x="21555" y="11189"/>
                    <a:pt x="22975" y="10792"/>
                  </a:cubicBezTo>
                  <a:cubicBezTo>
                    <a:pt x="23628" y="10593"/>
                    <a:pt x="24281" y="10366"/>
                    <a:pt x="24906" y="10082"/>
                  </a:cubicBezTo>
                  <a:cubicBezTo>
                    <a:pt x="26241" y="9429"/>
                    <a:pt x="27547" y="8634"/>
                    <a:pt x="28740" y="7725"/>
                  </a:cubicBezTo>
                  <a:cubicBezTo>
                    <a:pt x="28910" y="7640"/>
                    <a:pt x="29052" y="7469"/>
                    <a:pt x="29137" y="7299"/>
                  </a:cubicBezTo>
                  <a:cubicBezTo>
                    <a:pt x="29166" y="7270"/>
                    <a:pt x="29166" y="7214"/>
                    <a:pt x="29137" y="7185"/>
                  </a:cubicBezTo>
                  <a:cubicBezTo>
                    <a:pt x="29109" y="7128"/>
                    <a:pt x="29052" y="7128"/>
                    <a:pt x="29024" y="7128"/>
                  </a:cubicBezTo>
                  <a:cubicBezTo>
                    <a:pt x="28768" y="7185"/>
                    <a:pt x="28569" y="7299"/>
                    <a:pt x="28371" y="7441"/>
                  </a:cubicBezTo>
                  <a:cubicBezTo>
                    <a:pt x="27746" y="7838"/>
                    <a:pt x="27150" y="8236"/>
                    <a:pt x="26525" y="8634"/>
                  </a:cubicBezTo>
                  <a:cubicBezTo>
                    <a:pt x="25673" y="9173"/>
                    <a:pt x="24736" y="9628"/>
                    <a:pt x="23770" y="9968"/>
                  </a:cubicBezTo>
                  <a:cubicBezTo>
                    <a:pt x="22719" y="10309"/>
                    <a:pt x="21697" y="10593"/>
                    <a:pt x="20618" y="10877"/>
                  </a:cubicBezTo>
                  <a:cubicBezTo>
                    <a:pt x="18885" y="11275"/>
                    <a:pt x="17181" y="11757"/>
                    <a:pt x="15506" y="12325"/>
                  </a:cubicBezTo>
                  <a:cubicBezTo>
                    <a:pt x="15455" y="12351"/>
                    <a:pt x="15398" y="12365"/>
                    <a:pt x="15346" y="12365"/>
                  </a:cubicBezTo>
                  <a:cubicBezTo>
                    <a:pt x="15282" y="12365"/>
                    <a:pt x="15225" y="12344"/>
                    <a:pt x="15194" y="12297"/>
                  </a:cubicBezTo>
                  <a:cubicBezTo>
                    <a:pt x="15137" y="12212"/>
                    <a:pt x="15194" y="12127"/>
                    <a:pt x="15250" y="12041"/>
                  </a:cubicBezTo>
                  <a:cubicBezTo>
                    <a:pt x="15648" y="11559"/>
                    <a:pt x="15989" y="11076"/>
                    <a:pt x="16386" y="10621"/>
                  </a:cubicBezTo>
                  <a:cubicBezTo>
                    <a:pt x="17693" y="9173"/>
                    <a:pt x="18999" y="7782"/>
                    <a:pt x="20391" y="6447"/>
                  </a:cubicBezTo>
                  <a:cubicBezTo>
                    <a:pt x="21385" y="5481"/>
                    <a:pt x="22407" y="4544"/>
                    <a:pt x="23458" y="3664"/>
                  </a:cubicBezTo>
                  <a:cubicBezTo>
                    <a:pt x="23969" y="3238"/>
                    <a:pt x="24452" y="2783"/>
                    <a:pt x="24934" y="2357"/>
                  </a:cubicBezTo>
                  <a:cubicBezTo>
                    <a:pt x="25105" y="2187"/>
                    <a:pt x="25275" y="1988"/>
                    <a:pt x="25360" y="1761"/>
                  </a:cubicBezTo>
                  <a:cubicBezTo>
                    <a:pt x="25360" y="1704"/>
                    <a:pt x="25332" y="1676"/>
                    <a:pt x="25304" y="1619"/>
                  </a:cubicBezTo>
                  <a:cubicBezTo>
                    <a:pt x="25275" y="1591"/>
                    <a:pt x="25247" y="1591"/>
                    <a:pt x="25190" y="1591"/>
                  </a:cubicBezTo>
                  <a:cubicBezTo>
                    <a:pt x="24934" y="1676"/>
                    <a:pt x="24707" y="1789"/>
                    <a:pt x="24508" y="1988"/>
                  </a:cubicBezTo>
                  <a:cubicBezTo>
                    <a:pt x="23713" y="2585"/>
                    <a:pt x="22975" y="3266"/>
                    <a:pt x="22208" y="3919"/>
                  </a:cubicBezTo>
                  <a:cubicBezTo>
                    <a:pt x="19993" y="5850"/>
                    <a:pt x="17891" y="7924"/>
                    <a:pt x="15932" y="10110"/>
                  </a:cubicBezTo>
                  <a:cubicBezTo>
                    <a:pt x="15847" y="10224"/>
                    <a:pt x="15762" y="10366"/>
                    <a:pt x="15676" y="10479"/>
                  </a:cubicBezTo>
                  <a:cubicBezTo>
                    <a:pt x="15392" y="10792"/>
                    <a:pt x="15137" y="11104"/>
                    <a:pt x="14853" y="11388"/>
                  </a:cubicBezTo>
                  <a:lnTo>
                    <a:pt x="14768" y="11388"/>
                  </a:lnTo>
                  <a:cubicBezTo>
                    <a:pt x="14654" y="11218"/>
                    <a:pt x="14768" y="11019"/>
                    <a:pt x="14796" y="10849"/>
                  </a:cubicBezTo>
                  <a:cubicBezTo>
                    <a:pt x="15222" y="9230"/>
                    <a:pt x="15648" y="7611"/>
                    <a:pt x="16216" y="6021"/>
                  </a:cubicBezTo>
                  <a:cubicBezTo>
                    <a:pt x="16557" y="5027"/>
                    <a:pt x="17039" y="4090"/>
                    <a:pt x="17636" y="3238"/>
                  </a:cubicBezTo>
                  <a:cubicBezTo>
                    <a:pt x="18147" y="2528"/>
                    <a:pt x="18687" y="1818"/>
                    <a:pt x="19198" y="1108"/>
                  </a:cubicBezTo>
                  <a:cubicBezTo>
                    <a:pt x="19397" y="852"/>
                    <a:pt x="19567" y="540"/>
                    <a:pt x="19766" y="256"/>
                  </a:cubicBezTo>
                  <a:cubicBezTo>
                    <a:pt x="19823" y="199"/>
                    <a:pt x="19823" y="57"/>
                    <a:pt x="19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8"/>
            <p:cNvSpPr/>
            <p:nvPr/>
          </p:nvSpPr>
          <p:spPr>
            <a:xfrm>
              <a:off x="1458550" y="2312925"/>
              <a:ext cx="3575" cy="4000"/>
            </a:xfrm>
            <a:custGeom>
              <a:rect b="b" l="l" r="r" t="t"/>
              <a:pathLst>
                <a:path extrusionOk="0" h="160" w="143">
                  <a:moveTo>
                    <a:pt x="86" y="1"/>
                  </a:moveTo>
                  <a:cubicBezTo>
                    <a:pt x="58" y="57"/>
                    <a:pt x="1" y="114"/>
                    <a:pt x="1" y="114"/>
                  </a:cubicBezTo>
                  <a:cubicBezTo>
                    <a:pt x="23" y="148"/>
                    <a:pt x="41" y="159"/>
                    <a:pt x="58" y="159"/>
                  </a:cubicBezTo>
                  <a:cubicBezTo>
                    <a:pt x="84" y="159"/>
                    <a:pt x="108" y="131"/>
                    <a:pt x="143" y="114"/>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8"/>
            <p:cNvSpPr/>
            <p:nvPr/>
          </p:nvSpPr>
          <p:spPr>
            <a:xfrm>
              <a:off x="1326500" y="2444975"/>
              <a:ext cx="3575" cy="3150"/>
            </a:xfrm>
            <a:custGeom>
              <a:rect b="b" l="l" r="r" t="t"/>
              <a:pathLst>
                <a:path extrusionOk="0" h="126" w="143">
                  <a:moveTo>
                    <a:pt x="86" y="1"/>
                  </a:moveTo>
                  <a:cubicBezTo>
                    <a:pt x="29" y="29"/>
                    <a:pt x="1" y="86"/>
                    <a:pt x="29" y="114"/>
                  </a:cubicBezTo>
                  <a:cubicBezTo>
                    <a:pt x="44" y="122"/>
                    <a:pt x="57" y="125"/>
                    <a:pt x="69" y="125"/>
                  </a:cubicBezTo>
                  <a:cubicBezTo>
                    <a:pt x="101" y="125"/>
                    <a:pt x="122" y="99"/>
                    <a:pt x="143" y="58"/>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8"/>
            <p:cNvSpPr/>
            <p:nvPr/>
          </p:nvSpPr>
          <p:spPr>
            <a:xfrm>
              <a:off x="1583500" y="2151050"/>
              <a:ext cx="1450" cy="750"/>
            </a:xfrm>
            <a:custGeom>
              <a:rect b="b" l="l" r="r" t="t"/>
              <a:pathLst>
                <a:path extrusionOk="0" h="30" w="58">
                  <a:moveTo>
                    <a:pt x="1" y="1"/>
                  </a:moveTo>
                  <a:lnTo>
                    <a:pt x="1" y="29"/>
                  </a:lnTo>
                  <a:lnTo>
                    <a:pt x="58" y="29"/>
                  </a:lnTo>
                  <a:lnTo>
                    <a:pt x="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8"/>
            <p:cNvSpPr/>
            <p:nvPr/>
          </p:nvSpPr>
          <p:spPr>
            <a:xfrm>
              <a:off x="237400" y="2357375"/>
              <a:ext cx="891050" cy="778975"/>
            </a:xfrm>
            <a:custGeom>
              <a:rect b="b" l="l" r="r" t="t"/>
              <a:pathLst>
                <a:path extrusionOk="0" h="31159" w="35642">
                  <a:moveTo>
                    <a:pt x="8624" y="0"/>
                  </a:moveTo>
                  <a:cubicBezTo>
                    <a:pt x="8047" y="0"/>
                    <a:pt x="7469" y="61"/>
                    <a:pt x="6902" y="182"/>
                  </a:cubicBezTo>
                  <a:cubicBezTo>
                    <a:pt x="5652" y="494"/>
                    <a:pt x="4488" y="1119"/>
                    <a:pt x="3550" y="2028"/>
                  </a:cubicBezTo>
                  <a:cubicBezTo>
                    <a:pt x="2244" y="3278"/>
                    <a:pt x="1279" y="4868"/>
                    <a:pt x="739" y="6600"/>
                  </a:cubicBezTo>
                  <a:cubicBezTo>
                    <a:pt x="228" y="8247"/>
                    <a:pt x="1" y="9980"/>
                    <a:pt x="29" y="11712"/>
                  </a:cubicBezTo>
                  <a:cubicBezTo>
                    <a:pt x="29" y="12053"/>
                    <a:pt x="57" y="12394"/>
                    <a:pt x="114" y="12734"/>
                  </a:cubicBezTo>
                  <a:cubicBezTo>
                    <a:pt x="341" y="14126"/>
                    <a:pt x="767" y="15489"/>
                    <a:pt x="1364" y="16767"/>
                  </a:cubicBezTo>
                  <a:cubicBezTo>
                    <a:pt x="1960" y="18017"/>
                    <a:pt x="2670" y="19209"/>
                    <a:pt x="3522" y="20317"/>
                  </a:cubicBezTo>
                  <a:cubicBezTo>
                    <a:pt x="4204" y="21197"/>
                    <a:pt x="4999" y="22021"/>
                    <a:pt x="5851" y="22731"/>
                  </a:cubicBezTo>
                  <a:cubicBezTo>
                    <a:pt x="6873" y="23668"/>
                    <a:pt x="8037" y="24463"/>
                    <a:pt x="9259" y="25116"/>
                  </a:cubicBezTo>
                  <a:cubicBezTo>
                    <a:pt x="10934" y="25968"/>
                    <a:pt x="12695" y="26565"/>
                    <a:pt x="14541" y="26934"/>
                  </a:cubicBezTo>
                  <a:cubicBezTo>
                    <a:pt x="15563" y="27133"/>
                    <a:pt x="16586" y="27218"/>
                    <a:pt x="17608" y="27246"/>
                  </a:cubicBezTo>
                  <a:cubicBezTo>
                    <a:pt x="18460" y="27246"/>
                    <a:pt x="19312" y="27234"/>
                    <a:pt x="20155" y="27234"/>
                  </a:cubicBezTo>
                  <a:cubicBezTo>
                    <a:pt x="20577" y="27234"/>
                    <a:pt x="20997" y="27237"/>
                    <a:pt x="21413" y="27246"/>
                  </a:cubicBezTo>
                  <a:cubicBezTo>
                    <a:pt x="21488" y="27244"/>
                    <a:pt x="21563" y="27243"/>
                    <a:pt x="21638" y="27243"/>
                  </a:cubicBezTo>
                  <a:cubicBezTo>
                    <a:pt x="22610" y="27243"/>
                    <a:pt x="23555" y="27415"/>
                    <a:pt x="24452" y="27757"/>
                  </a:cubicBezTo>
                  <a:cubicBezTo>
                    <a:pt x="25077" y="28013"/>
                    <a:pt x="25645" y="28354"/>
                    <a:pt x="26184" y="28751"/>
                  </a:cubicBezTo>
                  <a:cubicBezTo>
                    <a:pt x="26582" y="29064"/>
                    <a:pt x="26951" y="29376"/>
                    <a:pt x="27349" y="29660"/>
                  </a:cubicBezTo>
                  <a:cubicBezTo>
                    <a:pt x="28059" y="30257"/>
                    <a:pt x="28911" y="30597"/>
                    <a:pt x="29819" y="30711"/>
                  </a:cubicBezTo>
                  <a:cubicBezTo>
                    <a:pt x="30558" y="30768"/>
                    <a:pt x="31268" y="30910"/>
                    <a:pt x="31949" y="31080"/>
                  </a:cubicBezTo>
                  <a:cubicBezTo>
                    <a:pt x="32196" y="31134"/>
                    <a:pt x="32447" y="31159"/>
                    <a:pt x="32697" y="31159"/>
                  </a:cubicBezTo>
                  <a:cubicBezTo>
                    <a:pt x="33109" y="31159"/>
                    <a:pt x="33520" y="31090"/>
                    <a:pt x="33909" y="30966"/>
                  </a:cubicBezTo>
                  <a:cubicBezTo>
                    <a:pt x="34676" y="30739"/>
                    <a:pt x="35244" y="30115"/>
                    <a:pt x="35386" y="29319"/>
                  </a:cubicBezTo>
                  <a:cubicBezTo>
                    <a:pt x="35641" y="28183"/>
                    <a:pt x="35556" y="27019"/>
                    <a:pt x="35187" y="25940"/>
                  </a:cubicBezTo>
                  <a:cubicBezTo>
                    <a:pt x="34335" y="23469"/>
                    <a:pt x="32887" y="21282"/>
                    <a:pt x="30984" y="19550"/>
                  </a:cubicBezTo>
                  <a:cubicBezTo>
                    <a:pt x="29791" y="18443"/>
                    <a:pt x="28598" y="17335"/>
                    <a:pt x="27491" y="16171"/>
                  </a:cubicBezTo>
                  <a:cubicBezTo>
                    <a:pt x="26440" y="15035"/>
                    <a:pt x="25531" y="13814"/>
                    <a:pt x="24764" y="12507"/>
                  </a:cubicBezTo>
                  <a:cubicBezTo>
                    <a:pt x="24168" y="11513"/>
                    <a:pt x="23572" y="10491"/>
                    <a:pt x="22947" y="9497"/>
                  </a:cubicBezTo>
                  <a:cubicBezTo>
                    <a:pt x="22010" y="7992"/>
                    <a:pt x="20817" y="6629"/>
                    <a:pt x="19454" y="5493"/>
                  </a:cubicBezTo>
                  <a:cubicBezTo>
                    <a:pt x="18801" y="4981"/>
                    <a:pt x="18119" y="4527"/>
                    <a:pt x="17409" y="4101"/>
                  </a:cubicBezTo>
                  <a:cubicBezTo>
                    <a:pt x="16358" y="3505"/>
                    <a:pt x="15364" y="2823"/>
                    <a:pt x="14370" y="2113"/>
                  </a:cubicBezTo>
                  <a:cubicBezTo>
                    <a:pt x="13518" y="1488"/>
                    <a:pt x="12610" y="1006"/>
                    <a:pt x="11673" y="580"/>
                  </a:cubicBezTo>
                  <a:cubicBezTo>
                    <a:pt x="10704" y="196"/>
                    <a:pt x="9665" y="0"/>
                    <a:pt x="8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18"/>
            <p:cNvSpPr/>
            <p:nvPr/>
          </p:nvSpPr>
          <p:spPr>
            <a:xfrm>
              <a:off x="287100" y="2401850"/>
              <a:ext cx="771050" cy="666800"/>
            </a:xfrm>
            <a:custGeom>
              <a:rect b="b" l="l" r="r" t="t"/>
              <a:pathLst>
                <a:path extrusionOk="0" h="26672" w="30842">
                  <a:moveTo>
                    <a:pt x="14314" y="11268"/>
                  </a:moveTo>
                  <a:lnTo>
                    <a:pt x="14314" y="11296"/>
                  </a:lnTo>
                  <a:lnTo>
                    <a:pt x="14257" y="11296"/>
                  </a:lnTo>
                  <a:lnTo>
                    <a:pt x="14314" y="11268"/>
                  </a:lnTo>
                  <a:close/>
                  <a:moveTo>
                    <a:pt x="8268" y="1"/>
                  </a:moveTo>
                  <a:cubicBezTo>
                    <a:pt x="8236" y="1"/>
                    <a:pt x="8208" y="8"/>
                    <a:pt x="8179" y="22"/>
                  </a:cubicBezTo>
                  <a:cubicBezTo>
                    <a:pt x="8094" y="79"/>
                    <a:pt x="8094" y="192"/>
                    <a:pt x="8179" y="249"/>
                  </a:cubicBezTo>
                  <a:cubicBezTo>
                    <a:pt x="8378" y="505"/>
                    <a:pt x="8605" y="760"/>
                    <a:pt x="8833" y="987"/>
                  </a:cubicBezTo>
                  <a:lnTo>
                    <a:pt x="10565" y="2833"/>
                  </a:lnTo>
                  <a:cubicBezTo>
                    <a:pt x="11247" y="3572"/>
                    <a:pt x="11843" y="4395"/>
                    <a:pt x="12297" y="5304"/>
                  </a:cubicBezTo>
                  <a:cubicBezTo>
                    <a:pt x="13036" y="6752"/>
                    <a:pt x="13632" y="8257"/>
                    <a:pt x="14228" y="9734"/>
                  </a:cubicBezTo>
                  <a:cubicBezTo>
                    <a:pt x="14314" y="9905"/>
                    <a:pt x="14427" y="10075"/>
                    <a:pt x="14342" y="10274"/>
                  </a:cubicBezTo>
                  <a:lnTo>
                    <a:pt x="14257" y="10274"/>
                  </a:lnTo>
                  <a:cubicBezTo>
                    <a:pt x="13973" y="9990"/>
                    <a:pt x="13660" y="9734"/>
                    <a:pt x="13376" y="9479"/>
                  </a:cubicBezTo>
                  <a:cubicBezTo>
                    <a:pt x="13263" y="9393"/>
                    <a:pt x="13178" y="9280"/>
                    <a:pt x="13064" y="9166"/>
                  </a:cubicBezTo>
                  <a:cubicBezTo>
                    <a:pt x="10906" y="7320"/>
                    <a:pt x="8662" y="5616"/>
                    <a:pt x="6277" y="4054"/>
                  </a:cubicBezTo>
                  <a:cubicBezTo>
                    <a:pt x="5482" y="3515"/>
                    <a:pt x="4686" y="2975"/>
                    <a:pt x="3863" y="2493"/>
                  </a:cubicBezTo>
                  <a:cubicBezTo>
                    <a:pt x="3636" y="2351"/>
                    <a:pt x="3408" y="2265"/>
                    <a:pt x="3153" y="2209"/>
                  </a:cubicBezTo>
                  <a:cubicBezTo>
                    <a:pt x="3096" y="2209"/>
                    <a:pt x="3068" y="2237"/>
                    <a:pt x="3039" y="2265"/>
                  </a:cubicBezTo>
                  <a:cubicBezTo>
                    <a:pt x="3011" y="2294"/>
                    <a:pt x="3011" y="2351"/>
                    <a:pt x="3011" y="2407"/>
                  </a:cubicBezTo>
                  <a:cubicBezTo>
                    <a:pt x="3124" y="2606"/>
                    <a:pt x="3295" y="2777"/>
                    <a:pt x="3494" y="2919"/>
                  </a:cubicBezTo>
                  <a:cubicBezTo>
                    <a:pt x="4005" y="3259"/>
                    <a:pt x="4516" y="3628"/>
                    <a:pt x="5056" y="3969"/>
                  </a:cubicBezTo>
                  <a:cubicBezTo>
                    <a:pt x="6191" y="4679"/>
                    <a:pt x="7271" y="5474"/>
                    <a:pt x="8321" y="6241"/>
                  </a:cubicBezTo>
                  <a:cubicBezTo>
                    <a:pt x="9798" y="7320"/>
                    <a:pt x="11247" y="8513"/>
                    <a:pt x="12638" y="9706"/>
                  </a:cubicBezTo>
                  <a:cubicBezTo>
                    <a:pt x="13092" y="10103"/>
                    <a:pt x="13490" y="10529"/>
                    <a:pt x="13916" y="10927"/>
                  </a:cubicBezTo>
                  <a:cubicBezTo>
                    <a:pt x="13973" y="10984"/>
                    <a:pt x="14086" y="11041"/>
                    <a:pt x="14030" y="11154"/>
                  </a:cubicBezTo>
                  <a:cubicBezTo>
                    <a:pt x="13973" y="11230"/>
                    <a:pt x="13903" y="11255"/>
                    <a:pt x="13830" y="11255"/>
                  </a:cubicBezTo>
                  <a:cubicBezTo>
                    <a:pt x="13793" y="11255"/>
                    <a:pt x="13755" y="11249"/>
                    <a:pt x="13717" y="11239"/>
                  </a:cubicBezTo>
                  <a:cubicBezTo>
                    <a:pt x="12042" y="10899"/>
                    <a:pt x="10338" y="10643"/>
                    <a:pt x="8634" y="10501"/>
                  </a:cubicBezTo>
                  <a:cubicBezTo>
                    <a:pt x="7583" y="10387"/>
                    <a:pt x="6561" y="10217"/>
                    <a:pt x="5510" y="10018"/>
                  </a:cubicBezTo>
                  <a:cubicBezTo>
                    <a:pt x="4544" y="9819"/>
                    <a:pt x="3607" y="9507"/>
                    <a:pt x="2727" y="9081"/>
                  </a:cubicBezTo>
                  <a:cubicBezTo>
                    <a:pt x="2074" y="8797"/>
                    <a:pt x="1449" y="8485"/>
                    <a:pt x="824" y="8201"/>
                  </a:cubicBezTo>
                  <a:cubicBezTo>
                    <a:pt x="597" y="8087"/>
                    <a:pt x="398" y="8002"/>
                    <a:pt x="143" y="7974"/>
                  </a:cubicBezTo>
                  <a:cubicBezTo>
                    <a:pt x="57" y="7974"/>
                    <a:pt x="1" y="8087"/>
                    <a:pt x="57" y="8172"/>
                  </a:cubicBezTo>
                  <a:cubicBezTo>
                    <a:pt x="171" y="8314"/>
                    <a:pt x="313" y="8428"/>
                    <a:pt x="483" y="8513"/>
                  </a:cubicBezTo>
                  <a:cubicBezTo>
                    <a:pt x="1733" y="9251"/>
                    <a:pt x="3068" y="9848"/>
                    <a:pt x="4459" y="10302"/>
                  </a:cubicBezTo>
                  <a:cubicBezTo>
                    <a:pt x="5084" y="10473"/>
                    <a:pt x="5737" y="10615"/>
                    <a:pt x="6362" y="10728"/>
                  </a:cubicBezTo>
                  <a:cubicBezTo>
                    <a:pt x="7782" y="10899"/>
                    <a:pt x="9202" y="11097"/>
                    <a:pt x="10622" y="11268"/>
                  </a:cubicBezTo>
                  <a:cubicBezTo>
                    <a:pt x="11814" y="11381"/>
                    <a:pt x="13007" y="11580"/>
                    <a:pt x="14200" y="11836"/>
                  </a:cubicBezTo>
                  <a:cubicBezTo>
                    <a:pt x="14853" y="11978"/>
                    <a:pt x="15450" y="12319"/>
                    <a:pt x="15932" y="12801"/>
                  </a:cubicBezTo>
                  <a:cubicBezTo>
                    <a:pt x="17125" y="13994"/>
                    <a:pt x="18346" y="15158"/>
                    <a:pt x="19454" y="16436"/>
                  </a:cubicBezTo>
                  <a:cubicBezTo>
                    <a:pt x="19596" y="16550"/>
                    <a:pt x="19709" y="16720"/>
                    <a:pt x="19823" y="16862"/>
                  </a:cubicBezTo>
                  <a:lnTo>
                    <a:pt x="19908" y="16948"/>
                  </a:lnTo>
                  <a:cubicBezTo>
                    <a:pt x="19886" y="16981"/>
                    <a:pt x="19864" y="16993"/>
                    <a:pt x="19841" y="16993"/>
                  </a:cubicBezTo>
                  <a:cubicBezTo>
                    <a:pt x="19807" y="16993"/>
                    <a:pt x="19772" y="16965"/>
                    <a:pt x="19738" y="16948"/>
                  </a:cubicBezTo>
                  <a:cubicBezTo>
                    <a:pt x="19596" y="16948"/>
                    <a:pt x="19454" y="16948"/>
                    <a:pt x="19312" y="16919"/>
                  </a:cubicBezTo>
                  <a:cubicBezTo>
                    <a:pt x="18801" y="16777"/>
                    <a:pt x="18261" y="16664"/>
                    <a:pt x="17750" y="16607"/>
                  </a:cubicBezTo>
                  <a:cubicBezTo>
                    <a:pt x="16784" y="16408"/>
                    <a:pt x="15790" y="16294"/>
                    <a:pt x="14825" y="16209"/>
                  </a:cubicBezTo>
                  <a:cubicBezTo>
                    <a:pt x="13717" y="16096"/>
                    <a:pt x="12638" y="16067"/>
                    <a:pt x="11530" y="15982"/>
                  </a:cubicBezTo>
                  <a:cubicBezTo>
                    <a:pt x="10054" y="15897"/>
                    <a:pt x="8605" y="15670"/>
                    <a:pt x="7185" y="15300"/>
                  </a:cubicBezTo>
                  <a:cubicBezTo>
                    <a:pt x="5680" y="14874"/>
                    <a:pt x="4204" y="14335"/>
                    <a:pt x="2755" y="13738"/>
                  </a:cubicBezTo>
                  <a:cubicBezTo>
                    <a:pt x="2556" y="13653"/>
                    <a:pt x="2386" y="13540"/>
                    <a:pt x="2187" y="13454"/>
                  </a:cubicBezTo>
                  <a:cubicBezTo>
                    <a:pt x="2157" y="13434"/>
                    <a:pt x="2123" y="13425"/>
                    <a:pt x="2091" y="13425"/>
                  </a:cubicBezTo>
                  <a:cubicBezTo>
                    <a:pt x="2032" y="13425"/>
                    <a:pt x="1978" y="13456"/>
                    <a:pt x="1960" y="13511"/>
                  </a:cubicBezTo>
                  <a:cubicBezTo>
                    <a:pt x="1932" y="13568"/>
                    <a:pt x="1960" y="13653"/>
                    <a:pt x="2017" y="13710"/>
                  </a:cubicBezTo>
                  <a:cubicBezTo>
                    <a:pt x="2216" y="13852"/>
                    <a:pt x="2414" y="13994"/>
                    <a:pt x="2642" y="14108"/>
                  </a:cubicBezTo>
                  <a:cubicBezTo>
                    <a:pt x="3238" y="14392"/>
                    <a:pt x="3806" y="14647"/>
                    <a:pt x="4374" y="14903"/>
                  </a:cubicBezTo>
                  <a:cubicBezTo>
                    <a:pt x="5340" y="15300"/>
                    <a:pt x="6305" y="15641"/>
                    <a:pt x="7299" y="15897"/>
                  </a:cubicBezTo>
                  <a:cubicBezTo>
                    <a:pt x="8151" y="16096"/>
                    <a:pt x="9003" y="16294"/>
                    <a:pt x="9855" y="16380"/>
                  </a:cubicBezTo>
                  <a:cubicBezTo>
                    <a:pt x="11019" y="16550"/>
                    <a:pt x="12212" y="16578"/>
                    <a:pt x="13405" y="16720"/>
                  </a:cubicBezTo>
                  <a:cubicBezTo>
                    <a:pt x="14342" y="16834"/>
                    <a:pt x="15279" y="16834"/>
                    <a:pt x="16188" y="16948"/>
                  </a:cubicBezTo>
                  <a:cubicBezTo>
                    <a:pt x="17494" y="17061"/>
                    <a:pt x="18772" y="17288"/>
                    <a:pt x="19993" y="17629"/>
                  </a:cubicBezTo>
                  <a:cubicBezTo>
                    <a:pt x="20079" y="17629"/>
                    <a:pt x="20135" y="17686"/>
                    <a:pt x="20192" y="17686"/>
                  </a:cubicBezTo>
                  <a:cubicBezTo>
                    <a:pt x="20258" y="17669"/>
                    <a:pt x="20319" y="17662"/>
                    <a:pt x="20377" y="17662"/>
                  </a:cubicBezTo>
                  <a:cubicBezTo>
                    <a:pt x="20713" y="17662"/>
                    <a:pt x="20911" y="17922"/>
                    <a:pt x="21129" y="18140"/>
                  </a:cubicBezTo>
                  <a:cubicBezTo>
                    <a:pt x="22010" y="18992"/>
                    <a:pt x="22890" y="19816"/>
                    <a:pt x="23799" y="20668"/>
                  </a:cubicBezTo>
                  <a:cubicBezTo>
                    <a:pt x="24140" y="20980"/>
                    <a:pt x="24452" y="21293"/>
                    <a:pt x="24793" y="21633"/>
                  </a:cubicBezTo>
                  <a:cubicBezTo>
                    <a:pt x="24878" y="21690"/>
                    <a:pt x="24935" y="21775"/>
                    <a:pt x="24906" y="21889"/>
                  </a:cubicBezTo>
                  <a:lnTo>
                    <a:pt x="23799" y="21832"/>
                  </a:lnTo>
                  <a:cubicBezTo>
                    <a:pt x="23728" y="21818"/>
                    <a:pt x="23650" y="21811"/>
                    <a:pt x="23568" y="21811"/>
                  </a:cubicBezTo>
                  <a:cubicBezTo>
                    <a:pt x="23486" y="21811"/>
                    <a:pt x="23401" y="21818"/>
                    <a:pt x="23316" y="21832"/>
                  </a:cubicBezTo>
                  <a:cubicBezTo>
                    <a:pt x="22123" y="21946"/>
                    <a:pt x="20931" y="22003"/>
                    <a:pt x="19738" y="22173"/>
                  </a:cubicBezTo>
                  <a:cubicBezTo>
                    <a:pt x="18883" y="22312"/>
                    <a:pt x="18014" y="22382"/>
                    <a:pt x="17151" y="22382"/>
                  </a:cubicBezTo>
                  <a:cubicBezTo>
                    <a:pt x="16781" y="22382"/>
                    <a:pt x="16412" y="22369"/>
                    <a:pt x="16046" y="22343"/>
                  </a:cubicBezTo>
                  <a:cubicBezTo>
                    <a:pt x="14910" y="22287"/>
                    <a:pt x="13802" y="22145"/>
                    <a:pt x="12695" y="21917"/>
                  </a:cubicBezTo>
                  <a:cubicBezTo>
                    <a:pt x="12524" y="21861"/>
                    <a:pt x="12326" y="21861"/>
                    <a:pt x="12155" y="21861"/>
                  </a:cubicBezTo>
                  <a:cubicBezTo>
                    <a:pt x="12098" y="21889"/>
                    <a:pt x="12042" y="21917"/>
                    <a:pt x="12042" y="21946"/>
                  </a:cubicBezTo>
                  <a:cubicBezTo>
                    <a:pt x="12042" y="22003"/>
                    <a:pt x="12070" y="22031"/>
                    <a:pt x="12098" y="22059"/>
                  </a:cubicBezTo>
                  <a:cubicBezTo>
                    <a:pt x="12240" y="22201"/>
                    <a:pt x="12411" y="22287"/>
                    <a:pt x="12581" y="22315"/>
                  </a:cubicBezTo>
                  <a:cubicBezTo>
                    <a:pt x="13007" y="22457"/>
                    <a:pt x="13462" y="22542"/>
                    <a:pt x="13888" y="22627"/>
                  </a:cubicBezTo>
                  <a:cubicBezTo>
                    <a:pt x="14882" y="22769"/>
                    <a:pt x="15876" y="22883"/>
                    <a:pt x="16898" y="22911"/>
                  </a:cubicBezTo>
                  <a:cubicBezTo>
                    <a:pt x="17466" y="22911"/>
                    <a:pt x="18062" y="22911"/>
                    <a:pt x="18630" y="22855"/>
                  </a:cubicBezTo>
                  <a:cubicBezTo>
                    <a:pt x="19482" y="22769"/>
                    <a:pt x="20334" y="22684"/>
                    <a:pt x="21158" y="22542"/>
                  </a:cubicBezTo>
                  <a:cubicBezTo>
                    <a:pt x="22095" y="22400"/>
                    <a:pt x="23032" y="22400"/>
                    <a:pt x="23969" y="22315"/>
                  </a:cubicBezTo>
                  <a:cubicBezTo>
                    <a:pt x="24395" y="22315"/>
                    <a:pt x="24793" y="22372"/>
                    <a:pt x="25219" y="22514"/>
                  </a:cubicBezTo>
                  <a:cubicBezTo>
                    <a:pt x="25320" y="22539"/>
                    <a:pt x="25444" y="22632"/>
                    <a:pt x="25570" y="22632"/>
                  </a:cubicBezTo>
                  <a:cubicBezTo>
                    <a:pt x="25585" y="22632"/>
                    <a:pt x="25601" y="22630"/>
                    <a:pt x="25616" y="22627"/>
                  </a:cubicBezTo>
                  <a:cubicBezTo>
                    <a:pt x="25645" y="22624"/>
                    <a:pt x="25673" y="22622"/>
                    <a:pt x="25701" y="22622"/>
                  </a:cubicBezTo>
                  <a:cubicBezTo>
                    <a:pt x="25899" y="22622"/>
                    <a:pt x="26092" y="22709"/>
                    <a:pt x="26241" y="22883"/>
                  </a:cubicBezTo>
                  <a:lnTo>
                    <a:pt x="28087" y="24502"/>
                  </a:lnTo>
                  <a:cubicBezTo>
                    <a:pt x="28257" y="24672"/>
                    <a:pt x="28456" y="24842"/>
                    <a:pt x="28683" y="25070"/>
                  </a:cubicBezTo>
                  <a:cubicBezTo>
                    <a:pt x="28442" y="25098"/>
                    <a:pt x="28201" y="25112"/>
                    <a:pt x="27956" y="25112"/>
                  </a:cubicBezTo>
                  <a:cubicBezTo>
                    <a:pt x="27711" y="25112"/>
                    <a:pt x="27462" y="25098"/>
                    <a:pt x="27207" y="25070"/>
                  </a:cubicBezTo>
                  <a:cubicBezTo>
                    <a:pt x="26667" y="25070"/>
                    <a:pt x="26099" y="24984"/>
                    <a:pt x="25531" y="24956"/>
                  </a:cubicBezTo>
                  <a:lnTo>
                    <a:pt x="25332" y="24956"/>
                  </a:lnTo>
                  <a:cubicBezTo>
                    <a:pt x="25247" y="24956"/>
                    <a:pt x="25190" y="24984"/>
                    <a:pt x="25190" y="25070"/>
                  </a:cubicBezTo>
                  <a:cubicBezTo>
                    <a:pt x="25190" y="25126"/>
                    <a:pt x="25219" y="25155"/>
                    <a:pt x="25247" y="25183"/>
                  </a:cubicBezTo>
                  <a:cubicBezTo>
                    <a:pt x="25304" y="25212"/>
                    <a:pt x="25389" y="25240"/>
                    <a:pt x="25446" y="25268"/>
                  </a:cubicBezTo>
                  <a:cubicBezTo>
                    <a:pt x="25758" y="25382"/>
                    <a:pt x="26071" y="25467"/>
                    <a:pt x="26412" y="25496"/>
                  </a:cubicBezTo>
                  <a:cubicBezTo>
                    <a:pt x="27062" y="25582"/>
                    <a:pt x="27713" y="25619"/>
                    <a:pt x="28377" y="25619"/>
                  </a:cubicBezTo>
                  <a:cubicBezTo>
                    <a:pt x="28582" y="25619"/>
                    <a:pt x="28788" y="25616"/>
                    <a:pt x="28996" y="25609"/>
                  </a:cubicBezTo>
                  <a:cubicBezTo>
                    <a:pt x="29025" y="25604"/>
                    <a:pt x="29055" y="25602"/>
                    <a:pt x="29086" y="25602"/>
                  </a:cubicBezTo>
                  <a:cubicBezTo>
                    <a:pt x="29233" y="25602"/>
                    <a:pt x="29389" y="25657"/>
                    <a:pt x="29507" y="25751"/>
                  </a:cubicBezTo>
                  <a:cubicBezTo>
                    <a:pt x="29763" y="25978"/>
                    <a:pt x="30047" y="26234"/>
                    <a:pt x="30302" y="26461"/>
                  </a:cubicBezTo>
                  <a:cubicBezTo>
                    <a:pt x="30387" y="26546"/>
                    <a:pt x="30473" y="26603"/>
                    <a:pt x="30586" y="26660"/>
                  </a:cubicBezTo>
                  <a:cubicBezTo>
                    <a:pt x="30603" y="26668"/>
                    <a:pt x="30619" y="26672"/>
                    <a:pt x="30636" y="26672"/>
                  </a:cubicBezTo>
                  <a:cubicBezTo>
                    <a:pt x="30676" y="26672"/>
                    <a:pt x="30716" y="26652"/>
                    <a:pt x="30757" y="26632"/>
                  </a:cubicBezTo>
                  <a:cubicBezTo>
                    <a:pt x="30813" y="26575"/>
                    <a:pt x="30842" y="26518"/>
                    <a:pt x="30842" y="26433"/>
                  </a:cubicBezTo>
                  <a:cubicBezTo>
                    <a:pt x="30757" y="26234"/>
                    <a:pt x="30615" y="26035"/>
                    <a:pt x="30416" y="25893"/>
                  </a:cubicBezTo>
                  <a:cubicBezTo>
                    <a:pt x="30160" y="25666"/>
                    <a:pt x="29905" y="25410"/>
                    <a:pt x="29706" y="25126"/>
                  </a:cubicBezTo>
                  <a:cubicBezTo>
                    <a:pt x="29592" y="24956"/>
                    <a:pt x="29507" y="24757"/>
                    <a:pt x="29479" y="24558"/>
                  </a:cubicBezTo>
                  <a:cubicBezTo>
                    <a:pt x="29422" y="23820"/>
                    <a:pt x="29251" y="23082"/>
                    <a:pt x="28996" y="22400"/>
                  </a:cubicBezTo>
                  <a:cubicBezTo>
                    <a:pt x="28825" y="21804"/>
                    <a:pt x="28627" y="21236"/>
                    <a:pt x="28371" y="20668"/>
                  </a:cubicBezTo>
                  <a:cubicBezTo>
                    <a:pt x="28314" y="20554"/>
                    <a:pt x="28257" y="20469"/>
                    <a:pt x="28201" y="20355"/>
                  </a:cubicBezTo>
                  <a:cubicBezTo>
                    <a:pt x="28161" y="20336"/>
                    <a:pt x="28122" y="20303"/>
                    <a:pt x="28074" y="20303"/>
                  </a:cubicBezTo>
                  <a:cubicBezTo>
                    <a:pt x="28052" y="20303"/>
                    <a:pt x="28028" y="20309"/>
                    <a:pt x="28002" y="20327"/>
                  </a:cubicBezTo>
                  <a:cubicBezTo>
                    <a:pt x="27973" y="20327"/>
                    <a:pt x="27945" y="20384"/>
                    <a:pt x="27945" y="20441"/>
                  </a:cubicBezTo>
                  <a:cubicBezTo>
                    <a:pt x="27945" y="20526"/>
                    <a:pt x="27973" y="20611"/>
                    <a:pt x="28002" y="20696"/>
                  </a:cubicBezTo>
                  <a:cubicBezTo>
                    <a:pt x="28314" y="21775"/>
                    <a:pt x="28627" y="22883"/>
                    <a:pt x="28939" y="23934"/>
                  </a:cubicBezTo>
                  <a:cubicBezTo>
                    <a:pt x="28967" y="24076"/>
                    <a:pt x="29053" y="24246"/>
                    <a:pt x="28967" y="24388"/>
                  </a:cubicBezTo>
                  <a:cubicBezTo>
                    <a:pt x="28932" y="24400"/>
                    <a:pt x="28897" y="24407"/>
                    <a:pt x="28866" y="24407"/>
                  </a:cubicBezTo>
                  <a:cubicBezTo>
                    <a:pt x="28821" y="24407"/>
                    <a:pt x="28785" y="24393"/>
                    <a:pt x="28769" y="24360"/>
                  </a:cubicBezTo>
                  <a:cubicBezTo>
                    <a:pt x="28059" y="23706"/>
                    <a:pt x="27349" y="23082"/>
                    <a:pt x="26639" y="22429"/>
                  </a:cubicBezTo>
                  <a:cubicBezTo>
                    <a:pt x="26468" y="22258"/>
                    <a:pt x="26326" y="22059"/>
                    <a:pt x="26270" y="21832"/>
                  </a:cubicBezTo>
                  <a:cubicBezTo>
                    <a:pt x="25957" y="20639"/>
                    <a:pt x="25616" y="19475"/>
                    <a:pt x="25332" y="18282"/>
                  </a:cubicBezTo>
                  <a:cubicBezTo>
                    <a:pt x="25134" y="17487"/>
                    <a:pt x="24821" y="16692"/>
                    <a:pt x="24566" y="15897"/>
                  </a:cubicBezTo>
                  <a:cubicBezTo>
                    <a:pt x="24424" y="15442"/>
                    <a:pt x="24253" y="15016"/>
                    <a:pt x="24026" y="14590"/>
                  </a:cubicBezTo>
                  <a:cubicBezTo>
                    <a:pt x="23969" y="14505"/>
                    <a:pt x="23884" y="14392"/>
                    <a:pt x="23799" y="14335"/>
                  </a:cubicBezTo>
                  <a:cubicBezTo>
                    <a:pt x="23785" y="14321"/>
                    <a:pt x="23763" y="14314"/>
                    <a:pt x="23742" y="14314"/>
                  </a:cubicBezTo>
                  <a:cubicBezTo>
                    <a:pt x="23721" y="14314"/>
                    <a:pt x="23699" y="14321"/>
                    <a:pt x="23685" y="14335"/>
                  </a:cubicBezTo>
                  <a:cubicBezTo>
                    <a:pt x="23628" y="14335"/>
                    <a:pt x="23600" y="14392"/>
                    <a:pt x="23600" y="14420"/>
                  </a:cubicBezTo>
                  <a:cubicBezTo>
                    <a:pt x="23600" y="14505"/>
                    <a:pt x="23600" y="14562"/>
                    <a:pt x="23628" y="14647"/>
                  </a:cubicBezTo>
                  <a:cubicBezTo>
                    <a:pt x="23884" y="15414"/>
                    <a:pt x="24111" y="16209"/>
                    <a:pt x="24395" y="16976"/>
                  </a:cubicBezTo>
                  <a:cubicBezTo>
                    <a:pt x="24708" y="17856"/>
                    <a:pt x="24878" y="18765"/>
                    <a:pt x="25105" y="19674"/>
                  </a:cubicBezTo>
                  <a:cubicBezTo>
                    <a:pt x="25304" y="20185"/>
                    <a:pt x="25418" y="20725"/>
                    <a:pt x="25503" y="21236"/>
                  </a:cubicBezTo>
                  <a:cubicBezTo>
                    <a:pt x="25560" y="21264"/>
                    <a:pt x="25588" y="21293"/>
                    <a:pt x="25560" y="21349"/>
                  </a:cubicBezTo>
                  <a:cubicBezTo>
                    <a:pt x="25552" y="21357"/>
                    <a:pt x="25544" y="21361"/>
                    <a:pt x="25537" y="21361"/>
                  </a:cubicBezTo>
                  <a:cubicBezTo>
                    <a:pt x="25516" y="21361"/>
                    <a:pt x="25495" y="21334"/>
                    <a:pt x="25474" y="21293"/>
                  </a:cubicBezTo>
                  <a:cubicBezTo>
                    <a:pt x="25219" y="21179"/>
                    <a:pt x="24992" y="21009"/>
                    <a:pt x="24793" y="20781"/>
                  </a:cubicBezTo>
                  <a:cubicBezTo>
                    <a:pt x="23685" y="19702"/>
                    <a:pt x="22606" y="18623"/>
                    <a:pt x="21499" y="17544"/>
                  </a:cubicBezTo>
                  <a:cubicBezTo>
                    <a:pt x="21215" y="17288"/>
                    <a:pt x="21016" y="16976"/>
                    <a:pt x="20874" y="16635"/>
                  </a:cubicBezTo>
                  <a:cubicBezTo>
                    <a:pt x="20561" y="15840"/>
                    <a:pt x="20306" y="15045"/>
                    <a:pt x="20135" y="14221"/>
                  </a:cubicBezTo>
                  <a:cubicBezTo>
                    <a:pt x="19880" y="13171"/>
                    <a:pt x="19681" y="12120"/>
                    <a:pt x="19425" y="11069"/>
                  </a:cubicBezTo>
                  <a:cubicBezTo>
                    <a:pt x="19283" y="10558"/>
                    <a:pt x="19113" y="10075"/>
                    <a:pt x="18914" y="9592"/>
                  </a:cubicBezTo>
                  <a:cubicBezTo>
                    <a:pt x="18233" y="8002"/>
                    <a:pt x="17352" y="6497"/>
                    <a:pt x="16273" y="5134"/>
                  </a:cubicBezTo>
                  <a:cubicBezTo>
                    <a:pt x="16018" y="4793"/>
                    <a:pt x="15734" y="4452"/>
                    <a:pt x="15450" y="4111"/>
                  </a:cubicBezTo>
                  <a:cubicBezTo>
                    <a:pt x="15336" y="3998"/>
                    <a:pt x="15251" y="3884"/>
                    <a:pt x="15137" y="3827"/>
                  </a:cubicBezTo>
                  <a:cubicBezTo>
                    <a:pt x="15109" y="3799"/>
                    <a:pt x="15073" y="3785"/>
                    <a:pt x="15038" y="3785"/>
                  </a:cubicBezTo>
                  <a:cubicBezTo>
                    <a:pt x="15002" y="3785"/>
                    <a:pt x="14967" y="3799"/>
                    <a:pt x="14938" y="3827"/>
                  </a:cubicBezTo>
                  <a:cubicBezTo>
                    <a:pt x="14882" y="3856"/>
                    <a:pt x="14882" y="3941"/>
                    <a:pt x="14910" y="3998"/>
                  </a:cubicBezTo>
                  <a:cubicBezTo>
                    <a:pt x="15052" y="4253"/>
                    <a:pt x="15194" y="4537"/>
                    <a:pt x="15364" y="4793"/>
                  </a:cubicBezTo>
                  <a:cubicBezTo>
                    <a:pt x="16245" y="5957"/>
                    <a:pt x="17068" y="7207"/>
                    <a:pt x="17778" y="8485"/>
                  </a:cubicBezTo>
                  <a:cubicBezTo>
                    <a:pt x="18346" y="9535"/>
                    <a:pt x="18772" y="10671"/>
                    <a:pt x="19028" y="11836"/>
                  </a:cubicBezTo>
                  <a:cubicBezTo>
                    <a:pt x="19227" y="12915"/>
                    <a:pt x="19482" y="13994"/>
                    <a:pt x="19795" y="15045"/>
                  </a:cubicBezTo>
                  <a:cubicBezTo>
                    <a:pt x="19880" y="15300"/>
                    <a:pt x="19937" y="15556"/>
                    <a:pt x="19937" y="15840"/>
                  </a:cubicBezTo>
                  <a:cubicBezTo>
                    <a:pt x="19596" y="15584"/>
                    <a:pt x="19312" y="15300"/>
                    <a:pt x="19056" y="14960"/>
                  </a:cubicBezTo>
                  <a:cubicBezTo>
                    <a:pt x="17977" y="13852"/>
                    <a:pt x="16869" y="12773"/>
                    <a:pt x="15734" y="11722"/>
                  </a:cubicBezTo>
                  <a:cubicBezTo>
                    <a:pt x="15478" y="11467"/>
                    <a:pt x="15279" y="11183"/>
                    <a:pt x="15166" y="10842"/>
                  </a:cubicBezTo>
                  <a:cubicBezTo>
                    <a:pt x="14598" y="9223"/>
                    <a:pt x="13973" y="7661"/>
                    <a:pt x="13234" y="6099"/>
                  </a:cubicBezTo>
                  <a:cubicBezTo>
                    <a:pt x="12808" y="5048"/>
                    <a:pt x="12212" y="4026"/>
                    <a:pt x="11530" y="3117"/>
                  </a:cubicBezTo>
                  <a:cubicBezTo>
                    <a:pt x="11048" y="2521"/>
                    <a:pt x="10508" y="1953"/>
                    <a:pt x="9969" y="1385"/>
                  </a:cubicBezTo>
                  <a:cubicBezTo>
                    <a:pt x="9571" y="987"/>
                    <a:pt x="9145" y="618"/>
                    <a:pt x="8719" y="249"/>
                  </a:cubicBezTo>
                  <a:cubicBezTo>
                    <a:pt x="8605" y="164"/>
                    <a:pt x="8492" y="79"/>
                    <a:pt x="8378" y="22"/>
                  </a:cubicBezTo>
                  <a:cubicBezTo>
                    <a:pt x="8336" y="8"/>
                    <a:pt x="8300" y="1"/>
                    <a:pt x="8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8"/>
            <p:cNvSpPr/>
            <p:nvPr/>
          </p:nvSpPr>
          <p:spPr>
            <a:xfrm>
              <a:off x="781250" y="2823400"/>
              <a:ext cx="3575" cy="3275"/>
            </a:xfrm>
            <a:custGeom>
              <a:rect b="b" l="l" r="r" t="t"/>
              <a:pathLst>
                <a:path extrusionOk="0" h="131" w="143">
                  <a:moveTo>
                    <a:pt x="57" y="0"/>
                  </a:moveTo>
                  <a:lnTo>
                    <a:pt x="0" y="86"/>
                  </a:lnTo>
                  <a:cubicBezTo>
                    <a:pt x="17" y="103"/>
                    <a:pt x="45" y="131"/>
                    <a:pt x="77" y="131"/>
                  </a:cubicBezTo>
                  <a:cubicBezTo>
                    <a:pt x="98" y="131"/>
                    <a:pt x="120" y="119"/>
                    <a:pt x="142" y="86"/>
                  </a:cubicBezTo>
                  <a:lnTo>
                    <a:pt x="57"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8"/>
            <p:cNvSpPr/>
            <p:nvPr/>
          </p:nvSpPr>
          <p:spPr>
            <a:xfrm>
              <a:off x="923950" y="2932025"/>
              <a:ext cx="2850" cy="3150"/>
            </a:xfrm>
            <a:custGeom>
              <a:rect b="b" l="l" r="r" t="t"/>
              <a:pathLst>
                <a:path extrusionOk="0" h="126" w="114">
                  <a:moveTo>
                    <a:pt x="29" y="0"/>
                  </a:moveTo>
                  <a:lnTo>
                    <a:pt x="0" y="57"/>
                  </a:lnTo>
                  <a:cubicBezTo>
                    <a:pt x="21" y="99"/>
                    <a:pt x="42" y="125"/>
                    <a:pt x="63" y="125"/>
                  </a:cubicBezTo>
                  <a:cubicBezTo>
                    <a:pt x="70" y="125"/>
                    <a:pt x="78" y="122"/>
                    <a:pt x="86" y="114"/>
                  </a:cubicBezTo>
                  <a:cubicBezTo>
                    <a:pt x="114" y="57"/>
                    <a:pt x="86" y="29"/>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8"/>
            <p:cNvSpPr/>
            <p:nvPr/>
          </p:nvSpPr>
          <p:spPr>
            <a:xfrm>
              <a:off x="643500" y="2683525"/>
              <a:ext cx="1450" cy="750"/>
            </a:xfrm>
            <a:custGeom>
              <a:rect b="b" l="l" r="r" t="t"/>
              <a:pathLst>
                <a:path extrusionOk="0" h="30" w="58">
                  <a:moveTo>
                    <a:pt x="29" y="1"/>
                  </a:moveTo>
                  <a:lnTo>
                    <a:pt x="1" y="29"/>
                  </a:lnTo>
                  <a:lnTo>
                    <a:pt x="58" y="29"/>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8"/>
            <p:cNvSpPr/>
            <p:nvPr/>
          </p:nvSpPr>
          <p:spPr>
            <a:xfrm>
              <a:off x="1220000" y="1004925"/>
              <a:ext cx="661025" cy="702250"/>
            </a:xfrm>
            <a:custGeom>
              <a:rect b="b" l="l" r="r" t="t"/>
              <a:pathLst>
                <a:path extrusionOk="0" h="28090" w="26441">
                  <a:moveTo>
                    <a:pt x="17888" y="1"/>
                  </a:moveTo>
                  <a:cubicBezTo>
                    <a:pt x="16994" y="1"/>
                    <a:pt x="16102" y="165"/>
                    <a:pt x="15279" y="521"/>
                  </a:cubicBezTo>
                  <a:cubicBezTo>
                    <a:pt x="14456" y="862"/>
                    <a:pt x="13717" y="1345"/>
                    <a:pt x="13149" y="2026"/>
                  </a:cubicBezTo>
                  <a:cubicBezTo>
                    <a:pt x="12922" y="2282"/>
                    <a:pt x="12667" y="2509"/>
                    <a:pt x="12439" y="2736"/>
                  </a:cubicBezTo>
                  <a:cubicBezTo>
                    <a:pt x="10821" y="4355"/>
                    <a:pt x="9174" y="5917"/>
                    <a:pt x="7725" y="7706"/>
                  </a:cubicBezTo>
                  <a:cubicBezTo>
                    <a:pt x="6930" y="8615"/>
                    <a:pt x="6220" y="9609"/>
                    <a:pt x="5595" y="10659"/>
                  </a:cubicBezTo>
                  <a:cubicBezTo>
                    <a:pt x="4999" y="11710"/>
                    <a:pt x="4403" y="12733"/>
                    <a:pt x="3806" y="13755"/>
                  </a:cubicBezTo>
                  <a:cubicBezTo>
                    <a:pt x="3465" y="14380"/>
                    <a:pt x="3096" y="15033"/>
                    <a:pt x="2755" y="15686"/>
                  </a:cubicBezTo>
                  <a:cubicBezTo>
                    <a:pt x="2329" y="16481"/>
                    <a:pt x="2017" y="17305"/>
                    <a:pt x="1790" y="18185"/>
                  </a:cubicBezTo>
                  <a:cubicBezTo>
                    <a:pt x="1477" y="19463"/>
                    <a:pt x="1222" y="20769"/>
                    <a:pt x="909" y="22047"/>
                  </a:cubicBezTo>
                  <a:cubicBezTo>
                    <a:pt x="767" y="22757"/>
                    <a:pt x="625" y="23467"/>
                    <a:pt x="398" y="24177"/>
                  </a:cubicBezTo>
                  <a:cubicBezTo>
                    <a:pt x="285" y="24461"/>
                    <a:pt x="200" y="24774"/>
                    <a:pt x="114" y="25058"/>
                  </a:cubicBezTo>
                  <a:cubicBezTo>
                    <a:pt x="29" y="25427"/>
                    <a:pt x="1" y="25796"/>
                    <a:pt x="29" y="26165"/>
                  </a:cubicBezTo>
                  <a:cubicBezTo>
                    <a:pt x="143" y="26960"/>
                    <a:pt x="682" y="27670"/>
                    <a:pt x="1449" y="27926"/>
                  </a:cubicBezTo>
                  <a:cubicBezTo>
                    <a:pt x="1849" y="28031"/>
                    <a:pt x="2249" y="28090"/>
                    <a:pt x="2650" y="28090"/>
                  </a:cubicBezTo>
                  <a:cubicBezTo>
                    <a:pt x="2789" y="28090"/>
                    <a:pt x="2928" y="28083"/>
                    <a:pt x="3068" y="28068"/>
                  </a:cubicBezTo>
                  <a:cubicBezTo>
                    <a:pt x="3778" y="27983"/>
                    <a:pt x="4488" y="27784"/>
                    <a:pt x="5198" y="27528"/>
                  </a:cubicBezTo>
                  <a:cubicBezTo>
                    <a:pt x="6788" y="26875"/>
                    <a:pt x="8322" y="26023"/>
                    <a:pt x="9713" y="24972"/>
                  </a:cubicBezTo>
                  <a:cubicBezTo>
                    <a:pt x="10594" y="24348"/>
                    <a:pt x="11445" y="23638"/>
                    <a:pt x="12354" y="23041"/>
                  </a:cubicBezTo>
                  <a:cubicBezTo>
                    <a:pt x="14456" y="21735"/>
                    <a:pt x="16699" y="20599"/>
                    <a:pt x="19000" y="19719"/>
                  </a:cubicBezTo>
                  <a:cubicBezTo>
                    <a:pt x="20221" y="19264"/>
                    <a:pt x="21385" y="18696"/>
                    <a:pt x="22493" y="18043"/>
                  </a:cubicBezTo>
                  <a:cubicBezTo>
                    <a:pt x="23373" y="17532"/>
                    <a:pt x="24140" y="16794"/>
                    <a:pt x="24679" y="15942"/>
                  </a:cubicBezTo>
                  <a:cubicBezTo>
                    <a:pt x="25134" y="15232"/>
                    <a:pt x="25475" y="14436"/>
                    <a:pt x="25844" y="13670"/>
                  </a:cubicBezTo>
                  <a:cubicBezTo>
                    <a:pt x="26156" y="13102"/>
                    <a:pt x="26327" y="12477"/>
                    <a:pt x="26412" y="11852"/>
                  </a:cubicBezTo>
                  <a:cubicBezTo>
                    <a:pt x="26440" y="11455"/>
                    <a:pt x="26440" y="11085"/>
                    <a:pt x="26412" y="10688"/>
                  </a:cubicBezTo>
                  <a:cubicBezTo>
                    <a:pt x="26355" y="9097"/>
                    <a:pt x="26071" y="7536"/>
                    <a:pt x="25645" y="6030"/>
                  </a:cubicBezTo>
                  <a:cubicBezTo>
                    <a:pt x="25304" y="4894"/>
                    <a:pt x="24850" y="3815"/>
                    <a:pt x="23998" y="2963"/>
                  </a:cubicBezTo>
                  <a:cubicBezTo>
                    <a:pt x="22805" y="1856"/>
                    <a:pt x="21414" y="947"/>
                    <a:pt x="19908" y="351"/>
                  </a:cubicBezTo>
                  <a:cubicBezTo>
                    <a:pt x="19482" y="209"/>
                    <a:pt x="19056" y="95"/>
                    <a:pt x="18630" y="38"/>
                  </a:cubicBezTo>
                  <a:cubicBezTo>
                    <a:pt x="18384" y="14"/>
                    <a:pt x="18136" y="1"/>
                    <a:pt x="17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8"/>
            <p:cNvSpPr/>
            <p:nvPr/>
          </p:nvSpPr>
          <p:spPr>
            <a:xfrm>
              <a:off x="1244850" y="1041775"/>
              <a:ext cx="587175" cy="623025"/>
            </a:xfrm>
            <a:custGeom>
              <a:rect b="b" l="l" r="r" t="t"/>
              <a:pathLst>
                <a:path extrusionOk="0" h="24921" w="23487">
                  <a:moveTo>
                    <a:pt x="8662" y="13048"/>
                  </a:moveTo>
                  <a:lnTo>
                    <a:pt x="8719" y="13104"/>
                  </a:lnTo>
                  <a:lnTo>
                    <a:pt x="8662" y="13104"/>
                  </a:lnTo>
                  <a:lnTo>
                    <a:pt x="8662" y="13048"/>
                  </a:lnTo>
                  <a:close/>
                  <a:moveTo>
                    <a:pt x="15676" y="1"/>
                  </a:moveTo>
                  <a:cubicBezTo>
                    <a:pt x="15656" y="1"/>
                    <a:pt x="15637" y="4"/>
                    <a:pt x="15620" y="13"/>
                  </a:cubicBezTo>
                  <a:cubicBezTo>
                    <a:pt x="15535" y="41"/>
                    <a:pt x="15450" y="98"/>
                    <a:pt x="15364" y="155"/>
                  </a:cubicBezTo>
                  <a:cubicBezTo>
                    <a:pt x="15109" y="410"/>
                    <a:pt x="14825" y="637"/>
                    <a:pt x="14598" y="921"/>
                  </a:cubicBezTo>
                  <a:cubicBezTo>
                    <a:pt x="13803" y="1688"/>
                    <a:pt x="13149" y="2568"/>
                    <a:pt x="12638" y="3534"/>
                  </a:cubicBezTo>
                  <a:cubicBezTo>
                    <a:pt x="11758" y="5181"/>
                    <a:pt x="11218" y="6970"/>
                    <a:pt x="10991" y="8788"/>
                  </a:cubicBezTo>
                  <a:cubicBezTo>
                    <a:pt x="10963" y="9100"/>
                    <a:pt x="10877" y="9384"/>
                    <a:pt x="10792" y="9640"/>
                  </a:cubicBezTo>
                  <a:cubicBezTo>
                    <a:pt x="10735" y="9867"/>
                    <a:pt x="10622" y="10037"/>
                    <a:pt x="10451" y="10179"/>
                  </a:cubicBezTo>
                  <a:cubicBezTo>
                    <a:pt x="9685" y="10918"/>
                    <a:pt x="8975" y="11656"/>
                    <a:pt x="8208" y="12394"/>
                  </a:cubicBezTo>
                  <a:cubicBezTo>
                    <a:pt x="8094" y="12508"/>
                    <a:pt x="8009" y="12678"/>
                    <a:pt x="7782" y="12678"/>
                  </a:cubicBezTo>
                  <a:cubicBezTo>
                    <a:pt x="7782" y="12281"/>
                    <a:pt x="7725" y="11855"/>
                    <a:pt x="7782" y="11457"/>
                  </a:cubicBezTo>
                  <a:cubicBezTo>
                    <a:pt x="7867" y="10009"/>
                    <a:pt x="8236" y="8617"/>
                    <a:pt x="8833" y="7311"/>
                  </a:cubicBezTo>
                  <a:cubicBezTo>
                    <a:pt x="9145" y="6658"/>
                    <a:pt x="9429" y="5976"/>
                    <a:pt x="9713" y="5295"/>
                  </a:cubicBezTo>
                  <a:cubicBezTo>
                    <a:pt x="9770" y="5210"/>
                    <a:pt x="9713" y="5096"/>
                    <a:pt x="9628" y="5068"/>
                  </a:cubicBezTo>
                  <a:cubicBezTo>
                    <a:pt x="9605" y="5060"/>
                    <a:pt x="9582" y="5056"/>
                    <a:pt x="9561" y="5056"/>
                  </a:cubicBezTo>
                  <a:cubicBezTo>
                    <a:pt x="9501" y="5056"/>
                    <a:pt x="9450" y="5083"/>
                    <a:pt x="9429" y="5124"/>
                  </a:cubicBezTo>
                  <a:cubicBezTo>
                    <a:pt x="9344" y="5210"/>
                    <a:pt x="9287" y="5323"/>
                    <a:pt x="9230" y="5437"/>
                  </a:cubicBezTo>
                  <a:cubicBezTo>
                    <a:pt x="8748" y="6289"/>
                    <a:pt x="8322" y="7197"/>
                    <a:pt x="7981" y="8135"/>
                  </a:cubicBezTo>
                  <a:cubicBezTo>
                    <a:pt x="7725" y="8759"/>
                    <a:pt x="7555" y="9384"/>
                    <a:pt x="7441" y="10037"/>
                  </a:cubicBezTo>
                  <a:cubicBezTo>
                    <a:pt x="7328" y="10634"/>
                    <a:pt x="7242" y="11230"/>
                    <a:pt x="7242" y="11826"/>
                  </a:cubicBezTo>
                  <a:cubicBezTo>
                    <a:pt x="7242" y="12338"/>
                    <a:pt x="7157" y="12849"/>
                    <a:pt x="7129" y="13360"/>
                  </a:cubicBezTo>
                  <a:cubicBezTo>
                    <a:pt x="7100" y="13587"/>
                    <a:pt x="7015" y="13786"/>
                    <a:pt x="6873" y="13956"/>
                  </a:cubicBezTo>
                  <a:cubicBezTo>
                    <a:pt x="6334" y="14666"/>
                    <a:pt x="5794" y="15433"/>
                    <a:pt x="5283" y="16143"/>
                  </a:cubicBezTo>
                  <a:cubicBezTo>
                    <a:pt x="4999" y="16512"/>
                    <a:pt x="4743" y="16881"/>
                    <a:pt x="4459" y="17251"/>
                  </a:cubicBezTo>
                  <a:cubicBezTo>
                    <a:pt x="4419" y="17291"/>
                    <a:pt x="4379" y="17331"/>
                    <a:pt x="4329" y="17331"/>
                  </a:cubicBezTo>
                  <a:cubicBezTo>
                    <a:pt x="4308" y="17331"/>
                    <a:pt x="4285" y="17324"/>
                    <a:pt x="4261" y="17307"/>
                  </a:cubicBezTo>
                  <a:cubicBezTo>
                    <a:pt x="4232" y="17279"/>
                    <a:pt x="4204" y="17251"/>
                    <a:pt x="4204" y="17194"/>
                  </a:cubicBezTo>
                  <a:cubicBezTo>
                    <a:pt x="4062" y="16285"/>
                    <a:pt x="4062" y="15348"/>
                    <a:pt x="4204" y="14439"/>
                  </a:cubicBezTo>
                  <a:cubicBezTo>
                    <a:pt x="4488" y="13161"/>
                    <a:pt x="4601" y="11855"/>
                    <a:pt x="5112" y="10634"/>
                  </a:cubicBezTo>
                  <a:cubicBezTo>
                    <a:pt x="5169" y="10549"/>
                    <a:pt x="5141" y="10463"/>
                    <a:pt x="5056" y="10463"/>
                  </a:cubicBezTo>
                  <a:cubicBezTo>
                    <a:pt x="5039" y="10455"/>
                    <a:pt x="5025" y="10452"/>
                    <a:pt x="5012" y="10452"/>
                  </a:cubicBezTo>
                  <a:cubicBezTo>
                    <a:pt x="4980" y="10452"/>
                    <a:pt x="4954" y="10472"/>
                    <a:pt x="4914" y="10492"/>
                  </a:cubicBezTo>
                  <a:cubicBezTo>
                    <a:pt x="4658" y="10719"/>
                    <a:pt x="4488" y="11003"/>
                    <a:pt x="4403" y="11344"/>
                  </a:cubicBezTo>
                  <a:cubicBezTo>
                    <a:pt x="4261" y="11826"/>
                    <a:pt x="4147" y="12281"/>
                    <a:pt x="4033" y="12764"/>
                  </a:cubicBezTo>
                  <a:cubicBezTo>
                    <a:pt x="3664" y="14212"/>
                    <a:pt x="3551" y="15689"/>
                    <a:pt x="3693" y="17165"/>
                  </a:cubicBezTo>
                  <a:cubicBezTo>
                    <a:pt x="3806" y="18358"/>
                    <a:pt x="3778" y="18358"/>
                    <a:pt x="3153" y="19437"/>
                  </a:cubicBezTo>
                  <a:cubicBezTo>
                    <a:pt x="3096" y="19551"/>
                    <a:pt x="3039" y="19636"/>
                    <a:pt x="2983" y="19750"/>
                  </a:cubicBezTo>
                  <a:cubicBezTo>
                    <a:pt x="2727" y="20176"/>
                    <a:pt x="2471" y="20573"/>
                    <a:pt x="2187" y="20971"/>
                  </a:cubicBezTo>
                  <a:cubicBezTo>
                    <a:pt x="2159" y="20999"/>
                    <a:pt x="2131" y="21028"/>
                    <a:pt x="2074" y="21028"/>
                  </a:cubicBezTo>
                  <a:cubicBezTo>
                    <a:pt x="2045" y="20999"/>
                    <a:pt x="2017" y="20971"/>
                    <a:pt x="1989" y="20943"/>
                  </a:cubicBezTo>
                  <a:cubicBezTo>
                    <a:pt x="1960" y="20488"/>
                    <a:pt x="1960" y="20062"/>
                    <a:pt x="1989" y="19608"/>
                  </a:cubicBezTo>
                  <a:cubicBezTo>
                    <a:pt x="2074" y="19068"/>
                    <a:pt x="2131" y="18500"/>
                    <a:pt x="2187" y="17961"/>
                  </a:cubicBezTo>
                  <a:lnTo>
                    <a:pt x="2187" y="17591"/>
                  </a:lnTo>
                  <a:cubicBezTo>
                    <a:pt x="2187" y="17535"/>
                    <a:pt x="2131" y="17506"/>
                    <a:pt x="2074" y="17506"/>
                  </a:cubicBezTo>
                  <a:cubicBezTo>
                    <a:pt x="2045" y="17506"/>
                    <a:pt x="1960" y="17535"/>
                    <a:pt x="1960" y="17563"/>
                  </a:cubicBezTo>
                  <a:cubicBezTo>
                    <a:pt x="1818" y="17790"/>
                    <a:pt x="1733" y="18046"/>
                    <a:pt x="1705" y="18301"/>
                  </a:cubicBezTo>
                  <a:cubicBezTo>
                    <a:pt x="1506" y="19381"/>
                    <a:pt x="1449" y="20488"/>
                    <a:pt x="1534" y="21596"/>
                  </a:cubicBezTo>
                  <a:cubicBezTo>
                    <a:pt x="1563" y="21851"/>
                    <a:pt x="1506" y="22107"/>
                    <a:pt x="1364" y="22334"/>
                  </a:cubicBezTo>
                  <a:cubicBezTo>
                    <a:pt x="966" y="22959"/>
                    <a:pt x="597" y="23584"/>
                    <a:pt x="228" y="24208"/>
                  </a:cubicBezTo>
                  <a:cubicBezTo>
                    <a:pt x="143" y="24322"/>
                    <a:pt x="86" y="24464"/>
                    <a:pt x="29" y="24606"/>
                  </a:cubicBezTo>
                  <a:cubicBezTo>
                    <a:pt x="1" y="24691"/>
                    <a:pt x="57" y="24805"/>
                    <a:pt x="143" y="24862"/>
                  </a:cubicBezTo>
                  <a:cubicBezTo>
                    <a:pt x="178" y="24897"/>
                    <a:pt x="235" y="24921"/>
                    <a:pt x="293" y="24921"/>
                  </a:cubicBezTo>
                  <a:cubicBezTo>
                    <a:pt x="329" y="24921"/>
                    <a:pt x="366" y="24912"/>
                    <a:pt x="398" y="24890"/>
                  </a:cubicBezTo>
                  <a:cubicBezTo>
                    <a:pt x="597" y="24805"/>
                    <a:pt x="767" y="24634"/>
                    <a:pt x="881" y="24464"/>
                  </a:cubicBezTo>
                  <a:cubicBezTo>
                    <a:pt x="1193" y="24010"/>
                    <a:pt x="1506" y="23584"/>
                    <a:pt x="1790" y="23129"/>
                  </a:cubicBezTo>
                  <a:cubicBezTo>
                    <a:pt x="1979" y="22752"/>
                    <a:pt x="2372" y="22502"/>
                    <a:pt x="2800" y="22502"/>
                  </a:cubicBezTo>
                  <a:cubicBezTo>
                    <a:pt x="2823" y="22502"/>
                    <a:pt x="2846" y="22503"/>
                    <a:pt x="2869" y="22504"/>
                  </a:cubicBezTo>
                  <a:cubicBezTo>
                    <a:pt x="3465" y="22476"/>
                    <a:pt x="4062" y="22448"/>
                    <a:pt x="4687" y="22448"/>
                  </a:cubicBezTo>
                  <a:cubicBezTo>
                    <a:pt x="5766" y="22419"/>
                    <a:pt x="6845" y="22164"/>
                    <a:pt x="7839" y="21709"/>
                  </a:cubicBezTo>
                  <a:cubicBezTo>
                    <a:pt x="8066" y="21624"/>
                    <a:pt x="8236" y="21482"/>
                    <a:pt x="8350" y="21283"/>
                  </a:cubicBezTo>
                  <a:cubicBezTo>
                    <a:pt x="8378" y="21255"/>
                    <a:pt x="8378" y="21198"/>
                    <a:pt x="8350" y="21170"/>
                  </a:cubicBezTo>
                  <a:cubicBezTo>
                    <a:pt x="8322" y="21113"/>
                    <a:pt x="8293" y="21085"/>
                    <a:pt x="8236" y="21085"/>
                  </a:cubicBezTo>
                  <a:cubicBezTo>
                    <a:pt x="8038" y="21170"/>
                    <a:pt x="7810" y="21227"/>
                    <a:pt x="7612" y="21283"/>
                  </a:cubicBezTo>
                  <a:cubicBezTo>
                    <a:pt x="6674" y="21653"/>
                    <a:pt x="5709" y="21851"/>
                    <a:pt x="4715" y="21908"/>
                  </a:cubicBezTo>
                  <a:cubicBezTo>
                    <a:pt x="4412" y="21908"/>
                    <a:pt x="4122" y="21895"/>
                    <a:pt x="3827" y="21895"/>
                  </a:cubicBezTo>
                  <a:cubicBezTo>
                    <a:pt x="3680" y="21895"/>
                    <a:pt x="3532" y="21899"/>
                    <a:pt x="3380" y="21908"/>
                  </a:cubicBezTo>
                  <a:cubicBezTo>
                    <a:pt x="3288" y="21921"/>
                    <a:pt x="3178" y="21940"/>
                    <a:pt x="3075" y="21940"/>
                  </a:cubicBezTo>
                  <a:cubicBezTo>
                    <a:pt x="2955" y="21940"/>
                    <a:pt x="2845" y="21914"/>
                    <a:pt x="2784" y="21823"/>
                  </a:cubicBezTo>
                  <a:cubicBezTo>
                    <a:pt x="2699" y="21653"/>
                    <a:pt x="2897" y="21482"/>
                    <a:pt x="3011" y="21312"/>
                  </a:cubicBezTo>
                  <a:cubicBezTo>
                    <a:pt x="3039" y="21227"/>
                    <a:pt x="3096" y="21141"/>
                    <a:pt x="3153" y="21056"/>
                  </a:cubicBezTo>
                  <a:cubicBezTo>
                    <a:pt x="3664" y="20261"/>
                    <a:pt x="4204" y="19466"/>
                    <a:pt x="4658" y="18642"/>
                  </a:cubicBezTo>
                  <a:cubicBezTo>
                    <a:pt x="4914" y="18195"/>
                    <a:pt x="4962" y="18067"/>
                    <a:pt x="5269" y="18067"/>
                  </a:cubicBezTo>
                  <a:cubicBezTo>
                    <a:pt x="5372" y="18067"/>
                    <a:pt x="5503" y="18081"/>
                    <a:pt x="5680" y="18103"/>
                  </a:cubicBezTo>
                  <a:cubicBezTo>
                    <a:pt x="5879" y="18131"/>
                    <a:pt x="6106" y="18159"/>
                    <a:pt x="6334" y="18188"/>
                  </a:cubicBezTo>
                  <a:cubicBezTo>
                    <a:pt x="6987" y="18273"/>
                    <a:pt x="7640" y="18358"/>
                    <a:pt x="8293" y="18415"/>
                  </a:cubicBezTo>
                  <a:cubicBezTo>
                    <a:pt x="8610" y="18441"/>
                    <a:pt x="8926" y="18454"/>
                    <a:pt x="9242" y="18454"/>
                  </a:cubicBezTo>
                  <a:cubicBezTo>
                    <a:pt x="9946" y="18454"/>
                    <a:pt x="10646" y="18391"/>
                    <a:pt x="11332" y="18273"/>
                  </a:cubicBezTo>
                  <a:cubicBezTo>
                    <a:pt x="13405" y="17904"/>
                    <a:pt x="15279" y="17023"/>
                    <a:pt x="17097" y="16030"/>
                  </a:cubicBezTo>
                  <a:cubicBezTo>
                    <a:pt x="17210" y="15973"/>
                    <a:pt x="17324" y="15888"/>
                    <a:pt x="17438" y="15774"/>
                  </a:cubicBezTo>
                  <a:cubicBezTo>
                    <a:pt x="17494" y="15717"/>
                    <a:pt x="17580" y="15632"/>
                    <a:pt x="17494" y="15547"/>
                  </a:cubicBezTo>
                  <a:cubicBezTo>
                    <a:pt x="17459" y="15512"/>
                    <a:pt x="17413" y="15487"/>
                    <a:pt x="17370" y="15487"/>
                  </a:cubicBezTo>
                  <a:cubicBezTo>
                    <a:pt x="17343" y="15487"/>
                    <a:pt x="17317" y="15497"/>
                    <a:pt x="17296" y="15518"/>
                  </a:cubicBezTo>
                  <a:lnTo>
                    <a:pt x="16046" y="16086"/>
                  </a:lnTo>
                  <a:cubicBezTo>
                    <a:pt x="14683" y="16711"/>
                    <a:pt x="13291" y="17364"/>
                    <a:pt x="11815" y="17648"/>
                  </a:cubicBezTo>
                  <a:cubicBezTo>
                    <a:pt x="10934" y="17819"/>
                    <a:pt x="10082" y="17904"/>
                    <a:pt x="9202" y="17904"/>
                  </a:cubicBezTo>
                  <a:cubicBezTo>
                    <a:pt x="7952" y="17847"/>
                    <a:pt x="6674" y="17705"/>
                    <a:pt x="5453" y="17478"/>
                  </a:cubicBezTo>
                  <a:cubicBezTo>
                    <a:pt x="5453" y="17393"/>
                    <a:pt x="5482" y="17336"/>
                    <a:pt x="5538" y="17251"/>
                  </a:cubicBezTo>
                  <a:cubicBezTo>
                    <a:pt x="6248" y="16257"/>
                    <a:pt x="6958" y="15234"/>
                    <a:pt x="7668" y="14212"/>
                  </a:cubicBezTo>
                  <a:cubicBezTo>
                    <a:pt x="7810" y="13956"/>
                    <a:pt x="8094" y="13758"/>
                    <a:pt x="8407" y="13701"/>
                  </a:cubicBezTo>
                  <a:cubicBezTo>
                    <a:pt x="8885" y="13659"/>
                    <a:pt x="9363" y="13633"/>
                    <a:pt x="9841" y="13633"/>
                  </a:cubicBezTo>
                  <a:cubicBezTo>
                    <a:pt x="10016" y="13633"/>
                    <a:pt x="10191" y="13636"/>
                    <a:pt x="10366" y="13644"/>
                  </a:cubicBezTo>
                  <a:cubicBezTo>
                    <a:pt x="11559" y="13644"/>
                    <a:pt x="12752" y="13701"/>
                    <a:pt x="13945" y="13701"/>
                  </a:cubicBezTo>
                  <a:lnTo>
                    <a:pt x="15109" y="13701"/>
                  </a:lnTo>
                  <a:cubicBezTo>
                    <a:pt x="16273" y="13616"/>
                    <a:pt x="17409" y="13388"/>
                    <a:pt x="18545" y="13048"/>
                  </a:cubicBezTo>
                  <a:cubicBezTo>
                    <a:pt x="18858" y="12962"/>
                    <a:pt x="19170" y="12820"/>
                    <a:pt x="19482" y="12707"/>
                  </a:cubicBezTo>
                  <a:cubicBezTo>
                    <a:pt x="20590" y="12224"/>
                    <a:pt x="21612" y="11628"/>
                    <a:pt x="22606" y="10946"/>
                  </a:cubicBezTo>
                  <a:cubicBezTo>
                    <a:pt x="22691" y="10889"/>
                    <a:pt x="22777" y="10804"/>
                    <a:pt x="22862" y="10719"/>
                  </a:cubicBezTo>
                  <a:cubicBezTo>
                    <a:pt x="22919" y="10662"/>
                    <a:pt x="22947" y="10577"/>
                    <a:pt x="22975" y="10520"/>
                  </a:cubicBezTo>
                  <a:cubicBezTo>
                    <a:pt x="22975" y="10463"/>
                    <a:pt x="22975" y="10407"/>
                    <a:pt x="22947" y="10378"/>
                  </a:cubicBezTo>
                  <a:cubicBezTo>
                    <a:pt x="22919" y="10350"/>
                    <a:pt x="22833" y="10321"/>
                    <a:pt x="22805" y="10321"/>
                  </a:cubicBezTo>
                  <a:cubicBezTo>
                    <a:pt x="22663" y="10378"/>
                    <a:pt x="22493" y="10463"/>
                    <a:pt x="22351" y="10549"/>
                  </a:cubicBezTo>
                  <a:cubicBezTo>
                    <a:pt x="21754" y="10861"/>
                    <a:pt x="21186" y="11230"/>
                    <a:pt x="20562" y="11543"/>
                  </a:cubicBezTo>
                  <a:cubicBezTo>
                    <a:pt x="18801" y="12508"/>
                    <a:pt x="16813" y="13048"/>
                    <a:pt x="14797" y="13133"/>
                  </a:cubicBezTo>
                  <a:cubicBezTo>
                    <a:pt x="14229" y="13133"/>
                    <a:pt x="13661" y="13104"/>
                    <a:pt x="13121" y="13104"/>
                  </a:cubicBezTo>
                  <a:lnTo>
                    <a:pt x="9458" y="13104"/>
                  </a:lnTo>
                  <a:cubicBezTo>
                    <a:pt x="9287" y="13076"/>
                    <a:pt x="9117" y="13076"/>
                    <a:pt x="8975" y="13019"/>
                  </a:cubicBezTo>
                  <a:cubicBezTo>
                    <a:pt x="8861" y="13019"/>
                    <a:pt x="8861" y="12934"/>
                    <a:pt x="8861" y="12849"/>
                  </a:cubicBezTo>
                  <a:cubicBezTo>
                    <a:pt x="8890" y="12792"/>
                    <a:pt x="8890" y="12707"/>
                    <a:pt x="8946" y="12650"/>
                  </a:cubicBezTo>
                  <a:cubicBezTo>
                    <a:pt x="9600" y="11883"/>
                    <a:pt x="10309" y="11173"/>
                    <a:pt x="11048" y="10520"/>
                  </a:cubicBezTo>
                  <a:cubicBezTo>
                    <a:pt x="11247" y="10378"/>
                    <a:pt x="11474" y="10265"/>
                    <a:pt x="11729" y="10265"/>
                  </a:cubicBezTo>
                  <a:lnTo>
                    <a:pt x="13604" y="10151"/>
                  </a:lnTo>
                  <a:cubicBezTo>
                    <a:pt x="15137" y="10094"/>
                    <a:pt x="16642" y="9810"/>
                    <a:pt x="18119" y="9327"/>
                  </a:cubicBezTo>
                  <a:cubicBezTo>
                    <a:pt x="19795" y="8759"/>
                    <a:pt x="21357" y="7851"/>
                    <a:pt x="22720" y="6715"/>
                  </a:cubicBezTo>
                  <a:cubicBezTo>
                    <a:pt x="23032" y="6488"/>
                    <a:pt x="23288" y="6232"/>
                    <a:pt x="23458" y="5920"/>
                  </a:cubicBezTo>
                  <a:cubicBezTo>
                    <a:pt x="23487" y="5834"/>
                    <a:pt x="23458" y="5778"/>
                    <a:pt x="23430" y="5721"/>
                  </a:cubicBezTo>
                  <a:cubicBezTo>
                    <a:pt x="23401" y="5692"/>
                    <a:pt x="23366" y="5678"/>
                    <a:pt x="23330" y="5678"/>
                  </a:cubicBezTo>
                  <a:cubicBezTo>
                    <a:pt x="23295" y="5678"/>
                    <a:pt x="23259" y="5692"/>
                    <a:pt x="23231" y="5721"/>
                  </a:cubicBezTo>
                  <a:cubicBezTo>
                    <a:pt x="22720" y="6090"/>
                    <a:pt x="22180" y="6488"/>
                    <a:pt x="21641" y="6885"/>
                  </a:cubicBezTo>
                  <a:cubicBezTo>
                    <a:pt x="20278" y="7879"/>
                    <a:pt x="18744" y="8589"/>
                    <a:pt x="17097" y="8987"/>
                  </a:cubicBezTo>
                  <a:cubicBezTo>
                    <a:pt x="16302" y="9157"/>
                    <a:pt x="15478" y="9299"/>
                    <a:pt x="14683" y="9413"/>
                  </a:cubicBezTo>
                  <a:cubicBezTo>
                    <a:pt x="13888" y="9526"/>
                    <a:pt x="13121" y="9583"/>
                    <a:pt x="12354" y="9611"/>
                  </a:cubicBezTo>
                  <a:cubicBezTo>
                    <a:pt x="12326" y="9640"/>
                    <a:pt x="12297" y="9668"/>
                    <a:pt x="12241" y="9668"/>
                  </a:cubicBezTo>
                  <a:cubicBezTo>
                    <a:pt x="12212" y="9668"/>
                    <a:pt x="12184" y="9611"/>
                    <a:pt x="12155" y="9611"/>
                  </a:cubicBezTo>
                  <a:cubicBezTo>
                    <a:pt x="12184" y="9611"/>
                    <a:pt x="12184" y="9583"/>
                    <a:pt x="12212" y="9583"/>
                  </a:cubicBezTo>
                  <a:lnTo>
                    <a:pt x="12326" y="9583"/>
                  </a:lnTo>
                  <a:cubicBezTo>
                    <a:pt x="12326" y="9384"/>
                    <a:pt x="12496" y="9299"/>
                    <a:pt x="12638" y="9185"/>
                  </a:cubicBezTo>
                  <a:cubicBezTo>
                    <a:pt x="13803" y="8106"/>
                    <a:pt x="14882" y="6942"/>
                    <a:pt x="15876" y="5721"/>
                  </a:cubicBezTo>
                  <a:cubicBezTo>
                    <a:pt x="16728" y="4613"/>
                    <a:pt x="17722" y="3619"/>
                    <a:pt x="18829" y="2796"/>
                  </a:cubicBezTo>
                  <a:cubicBezTo>
                    <a:pt x="19085" y="2597"/>
                    <a:pt x="19312" y="2370"/>
                    <a:pt x="19568" y="2171"/>
                  </a:cubicBezTo>
                  <a:cubicBezTo>
                    <a:pt x="19624" y="2114"/>
                    <a:pt x="19681" y="2086"/>
                    <a:pt x="19766" y="1972"/>
                  </a:cubicBezTo>
                  <a:cubicBezTo>
                    <a:pt x="19880" y="1858"/>
                    <a:pt x="19908" y="1716"/>
                    <a:pt x="19823" y="1660"/>
                  </a:cubicBezTo>
                  <a:cubicBezTo>
                    <a:pt x="19781" y="1631"/>
                    <a:pt x="19731" y="1617"/>
                    <a:pt x="19681" y="1617"/>
                  </a:cubicBezTo>
                  <a:cubicBezTo>
                    <a:pt x="19631" y="1617"/>
                    <a:pt x="19582" y="1631"/>
                    <a:pt x="19539" y="1660"/>
                  </a:cubicBezTo>
                  <a:cubicBezTo>
                    <a:pt x="18886" y="2000"/>
                    <a:pt x="18261" y="2426"/>
                    <a:pt x="17693" y="2938"/>
                  </a:cubicBezTo>
                  <a:cubicBezTo>
                    <a:pt x="16841" y="3761"/>
                    <a:pt x="16046" y="4613"/>
                    <a:pt x="15336" y="5522"/>
                  </a:cubicBezTo>
                  <a:cubicBezTo>
                    <a:pt x="14285" y="6771"/>
                    <a:pt x="13149" y="7936"/>
                    <a:pt x="11900" y="9015"/>
                  </a:cubicBezTo>
                  <a:cubicBezTo>
                    <a:pt x="11840" y="9075"/>
                    <a:pt x="11779" y="9135"/>
                    <a:pt x="11699" y="9135"/>
                  </a:cubicBezTo>
                  <a:cubicBezTo>
                    <a:pt x="11666" y="9135"/>
                    <a:pt x="11629" y="9125"/>
                    <a:pt x="11587" y="9100"/>
                  </a:cubicBezTo>
                  <a:lnTo>
                    <a:pt x="11587" y="8816"/>
                  </a:lnTo>
                  <a:cubicBezTo>
                    <a:pt x="11701" y="7765"/>
                    <a:pt x="11928" y="6743"/>
                    <a:pt x="12269" y="5749"/>
                  </a:cubicBezTo>
                  <a:cubicBezTo>
                    <a:pt x="12638" y="4471"/>
                    <a:pt x="13263" y="3307"/>
                    <a:pt x="14115" y="2284"/>
                  </a:cubicBezTo>
                  <a:cubicBezTo>
                    <a:pt x="14598" y="1688"/>
                    <a:pt x="15109" y="1092"/>
                    <a:pt x="15620" y="495"/>
                  </a:cubicBezTo>
                  <a:cubicBezTo>
                    <a:pt x="15677" y="410"/>
                    <a:pt x="15790" y="297"/>
                    <a:pt x="15847" y="240"/>
                  </a:cubicBezTo>
                  <a:cubicBezTo>
                    <a:pt x="15876" y="155"/>
                    <a:pt x="15904" y="69"/>
                    <a:pt x="15819" y="41"/>
                  </a:cubicBezTo>
                  <a:cubicBezTo>
                    <a:pt x="15779" y="21"/>
                    <a:pt x="15724" y="1"/>
                    <a:pt x="15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8"/>
            <p:cNvSpPr/>
            <p:nvPr/>
          </p:nvSpPr>
          <p:spPr>
            <a:xfrm>
              <a:off x="1548725" y="1281325"/>
              <a:ext cx="5000" cy="2375"/>
            </a:xfrm>
            <a:custGeom>
              <a:rect b="b" l="l" r="r" t="t"/>
              <a:pathLst>
                <a:path extrusionOk="0" h="95" w="200">
                  <a:moveTo>
                    <a:pt x="57" y="1"/>
                  </a:moveTo>
                  <a:cubicBezTo>
                    <a:pt x="29" y="29"/>
                    <a:pt x="0" y="29"/>
                    <a:pt x="0" y="58"/>
                  </a:cubicBezTo>
                  <a:cubicBezTo>
                    <a:pt x="23" y="58"/>
                    <a:pt x="46" y="94"/>
                    <a:pt x="69" y="94"/>
                  </a:cubicBezTo>
                  <a:cubicBezTo>
                    <a:pt x="74" y="94"/>
                    <a:pt x="80" y="92"/>
                    <a:pt x="86" y="86"/>
                  </a:cubicBezTo>
                  <a:cubicBezTo>
                    <a:pt x="142" y="86"/>
                    <a:pt x="171" y="58"/>
                    <a:pt x="199" y="29"/>
                  </a:cubicBezTo>
                  <a:lnTo>
                    <a:pt x="17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8"/>
            <p:cNvSpPr/>
            <p:nvPr/>
          </p:nvSpPr>
          <p:spPr>
            <a:xfrm>
              <a:off x="1461400" y="1368675"/>
              <a:ext cx="1450" cy="725"/>
            </a:xfrm>
            <a:custGeom>
              <a:rect b="b" l="l" r="r" t="t"/>
              <a:pathLst>
                <a:path extrusionOk="0" h="29" w="58">
                  <a:moveTo>
                    <a:pt x="0" y="0"/>
                  </a:moveTo>
                  <a:lnTo>
                    <a:pt x="0" y="28"/>
                  </a:lnTo>
                  <a:lnTo>
                    <a:pt x="57" y="28"/>
                  </a:lnTo>
                  <a:lnTo>
                    <a:pt x="0"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8"/>
            <p:cNvSpPr/>
            <p:nvPr/>
          </p:nvSpPr>
          <p:spPr>
            <a:xfrm>
              <a:off x="651325" y="852100"/>
              <a:ext cx="525400" cy="687525"/>
            </a:xfrm>
            <a:custGeom>
              <a:rect b="b" l="l" r="r" t="t"/>
              <a:pathLst>
                <a:path extrusionOk="0" h="27501" w="21016">
                  <a:moveTo>
                    <a:pt x="8417" y="0"/>
                  </a:moveTo>
                  <a:cubicBezTo>
                    <a:pt x="8172" y="0"/>
                    <a:pt x="7920" y="20"/>
                    <a:pt x="7668" y="74"/>
                  </a:cubicBezTo>
                  <a:cubicBezTo>
                    <a:pt x="6220" y="358"/>
                    <a:pt x="4856" y="897"/>
                    <a:pt x="3635" y="1693"/>
                  </a:cubicBezTo>
                  <a:cubicBezTo>
                    <a:pt x="2726" y="2317"/>
                    <a:pt x="2158" y="3169"/>
                    <a:pt x="1647" y="4106"/>
                  </a:cubicBezTo>
                  <a:cubicBezTo>
                    <a:pt x="1023" y="5384"/>
                    <a:pt x="540" y="6719"/>
                    <a:pt x="199" y="8111"/>
                  </a:cubicBezTo>
                  <a:cubicBezTo>
                    <a:pt x="142" y="8423"/>
                    <a:pt x="85" y="8764"/>
                    <a:pt x="57" y="9133"/>
                  </a:cubicBezTo>
                  <a:cubicBezTo>
                    <a:pt x="0" y="9701"/>
                    <a:pt x="57" y="10269"/>
                    <a:pt x="199" y="10809"/>
                  </a:cubicBezTo>
                  <a:cubicBezTo>
                    <a:pt x="426" y="11547"/>
                    <a:pt x="597" y="12285"/>
                    <a:pt x="881" y="12995"/>
                  </a:cubicBezTo>
                  <a:cubicBezTo>
                    <a:pt x="1193" y="13876"/>
                    <a:pt x="1761" y="14642"/>
                    <a:pt x="2442" y="15267"/>
                  </a:cubicBezTo>
                  <a:cubicBezTo>
                    <a:pt x="3323" y="16006"/>
                    <a:pt x="4260" y="16687"/>
                    <a:pt x="5226" y="17312"/>
                  </a:cubicBezTo>
                  <a:cubicBezTo>
                    <a:pt x="7128" y="18476"/>
                    <a:pt x="8917" y="19839"/>
                    <a:pt x="10565" y="21345"/>
                  </a:cubicBezTo>
                  <a:cubicBezTo>
                    <a:pt x="11275" y="21998"/>
                    <a:pt x="11899" y="22765"/>
                    <a:pt x="12581" y="23475"/>
                  </a:cubicBezTo>
                  <a:cubicBezTo>
                    <a:pt x="13632" y="24639"/>
                    <a:pt x="14824" y="25661"/>
                    <a:pt x="16159" y="26513"/>
                  </a:cubicBezTo>
                  <a:cubicBezTo>
                    <a:pt x="16699" y="26854"/>
                    <a:pt x="17295" y="27138"/>
                    <a:pt x="17920" y="27337"/>
                  </a:cubicBezTo>
                  <a:cubicBezTo>
                    <a:pt x="18278" y="27442"/>
                    <a:pt x="18636" y="27501"/>
                    <a:pt x="18982" y="27501"/>
                  </a:cubicBezTo>
                  <a:cubicBezTo>
                    <a:pt x="19103" y="27501"/>
                    <a:pt x="19222" y="27493"/>
                    <a:pt x="19340" y="27479"/>
                  </a:cubicBezTo>
                  <a:cubicBezTo>
                    <a:pt x="20078" y="27365"/>
                    <a:pt x="20675" y="26854"/>
                    <a:pt x="20902" y="26144"/>
                  </a:cubicBezTo>
                  <a:cubicBezTo>
                    <a:pt x="20987" y="25832"/>
                    <a:pt x="21015" y="25491"/>
                    <a:pt x="21015" y="25178"/>
                  </a:cubicBezTo>
                  <a:cubicBezTo>
                    <a:pt x="20959" y="24894"/>
                    <a:pt x="20959" y="24610"/>
                    <a:pt x="20902" y="24327"/>
                  </a:cubicBezTo>
                  <a:cubicBezTo>
                    <a:pt x="20845" y="23673"/>
                    <a:pt x="20817" y="23020"/>
                    <a:pt x="20817" y="22367"/>
                  </a:cubicBezTo>
                  <a:cubicBezTo>
                    <a:pt x="20760" y="21174"/>
                    <a:pt x="20731" y="20010"/>
                    <a:pt x="20675" y="18817"/>
                  </a:cubicBezTo>
                  <a:cubicBezTo>
                    <a:pt x="20618" y="18022"/>
                    <a:pt x="20476" y="17227"/>
                    <a:pt x="20249" y="16432"/>
                  </a:cubicBezTo>
                  <a:cubicBezTo>
                    <a:pt x="20050" y="15807"/>
                    <a:pt x="19851" y="15210"/>
                    <a:pt x="19624" y="14586"/>
                  </a:cubicBezTo>
                  <a:cubicBezTo>
                    <a:pt x="19283" y="13563"/>
                    <a:pt x="18914" y="12569"/>
                    <a:pt x="18573" y="11547"/>
                  </a:cubicBezTo>
                  <a:cubicBezTo>
                    <a:pt x="18204" y="10525"/>
                    <a:pt x="17721" y="9531"/>
                    <a:pt x="17182" y="8594"/>
                  </a:cubicBezTo>
                  <a:cubicBezTo>
                    <a:pt x="16216" y="6776"/>
                    <a:pt x="14995" y="5129"/>
                    <a:pt x="13859" y="3425"/>
                  </a:cubicBezTo>
                  <a:cubicBezTo>
                    <a:pt x="13717" y="3169"/>
                    <a:pt x="13518" y="2914"/>
                    <a:pt x="13348" y="2658"/>
                  </a:cubicBezTo>
                  <a:cubicBezTo>
                    <a:pt x="12950" y="1977"/>
                    <a:pt x="12382" y="1409"/>
                    <a:pt x="11729" y="983"/>
                  </a:cubicBezTo>
                  <a:cubicBezTo>
                    <a:pt x="10849" y="415"/>
                    <a:pt x="9883" y="74"/>
                    <a:pt x="8832" y="17"/>
                  </a:cubicBezTo>
                  <a:cubicBezTo>
                    <a:pt x="8697" y="7"/>
                    <a:pt x="8558" y="0"/>
                    <a:pt x="8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8"/>
            <p:cNvSpPr/>
            <p:nvPr/>
          </p:nvSpPr>
          <p:spPr>
            <a:xfrm>
              <a:off x="705275" y="891750"/>
              <a:ext cx="448025" cy="613075"/>
            </a:xfrm>
            <a:custGeom>
              <a:rect b="b" l="l" r="r" t="t"/>
              <a:pathLst>
                <a:path extrusionOk="0" h="24523" w="17921">
                  <a:moveTo>
                    <a:pt x="12212" y="12659"/>
                  </a:moveTo>
                  <a:lnTo>
                    <a:pt x="12212" y="12716"/>
                  </a:lnTo>
                  <a:lnTo>
                    <a:pt x="12155" y="12659"/>
                  </a:lnTo>
                  <a:close/>
                  <a:moveTo>
                    <a:pt x="8165" y="0"/>
                  </a:moveTo>
                  <a:cubicBezTo>
                    <a:pt x="8130" y="0"/>
                    <a:pt x="8094" y="7"/>
                    <a:pt x="8066" y="21"/>
                  </a:cubicBezTo>
                  <a:cubicBezTo>
                    <a:pt x="7981" y="50"/>
                    <a:pt x="7981" y="78"/>
                    <a:pt x="8037" y="192"/>
                  </a:cubicBezTo>
                  <a:cubicBezTo>
                    <a:pt x="8066" y="277"/>
                    <a:pt x="8123" y="391"/>
                    <a:pt x="8179" y="476"/>
                  </a:cubicBezTo>
                  <a:lnTo>
                    <a:pt x="9202" y="2293"/>
                  </a:lnTo>
                  <a:cubicBezTo>
                    <a:pt x="9770" y="3316"/>
                    <a:pt x="10111" y="4452"/>
                    <a:pt x="10224" y="5644"/>
                  </a:cubicBezTo>
                  <a:cubicBezTo>
                    <a:pt x="10366" y="6553"/>
                    <a:pt x="10395" y="7519"/>
                    <a:pt x="10338" y="8456"/>
                  </a:cubicBezTo>
                  <a:cubicBezTo>
                    <a:pt x="10309" y="8513"/>
                    <a:pt x="10309" y="8598"/>
                    <a:pt x="10309" y="8683"/>
                  </a:cubicBezTo>
                  <a:cubicBezTo>
                    <a:pt x="10277" y="8694"/>
                    <a:pt x="10248" y="8699"/>
                    <a:pt x="10223" y="8699"/>
                  </a:cubicBezTo>
                  <a:cubicBezTo>
                    <a:pt x="10117" y="8699"/>
                    <a:pt x="10071" y="8615"/>
                    <a:pt x="10025" y="8569"/>
                  </a:cubicBezTo>
                  <a:cubicBezTo>
                    <a:pt x="9088" y="7434"/>
                    <a:pt x="8293" y="6212"/>
                    <a:pt x="7583" y="4934"/>
                  </a:cubicBezTo>
                  <a:cubicBezTo>
                    <a:pt x="7100" y="3997"/>
                    <a:pt x="6532" y="3117"/>
                    <a:pt x="5907" y="2265"/>
                  </a:cubicBezTo>
                  <a:cubicBezTo>
                    <a:pt x="5510" y="1725"/>
                    <a:pt x="5027" y="1243"/>
                    <a:pt x="4488" y="817"/>
                  </a:cubicBezTo>
                  <a:cubicBezTo>
                    <a:pt x="4446" y="775"/>
                    <a:pt x="4389" y="749"/>
                    <a:pt x="4328" y="749"/>
                  </a:cubicBezTo>
                  <a:cubicBezTo>
                    <a:pt x="4306" y="749"/>
                    <a:pt x="4283" y="752"/>
                    <a:pt x="4260" y="760"/>
                  </a:cubicBezTo>
                  <a:cubicBezTo>
                    <a:pt x="4204" y="817"/>
                    <a:pt x="4204" y="987"/>
                    <a:pt x="4260" y="1072"/>
                  </a:cubicBezTo>
                  <a:cubicBezTo>
                    <a:pt x="4317" y="1129"/>
                    <a:pt x="4374" y="1214"/>
                    <a:pt x="4431" y="1271"/>
                  </a:cubicBezTo>
                  <a:cubicBezTo>
                    <a:pt x="4601" y="1498"/>
                    <a:pt x="4772" y="1725"/>
                    <a:pt x="4970" y="1924"/>
                  </a:cubicBezTo>
                  <a:cubicBezTo>
                    <a:pt x="5794" y="2861"/>
                    <a:pt x="6504" y="3884"/>
                    <a:pt x="7072" y="4991"/>
                  </a:cubicBezTo>
                  <a:cubicBezTo>
                    <a:pt x="7753" y="6241"/>
                    <a:pt x="8520" y="7462"/>
                    <a:pt x="9344" y="8598"/>
                  </a:cubicBezTo>
                  <a:cubicBezTo>
                    <a:pt x="9429" y="8711"/>
                    <a:pt x="9571" y="8825"/>
                    <a:pt x="9543" y="8995"/>
                  </a:cubicBezTo>
                  <a:cubicBezTo>
                    <a:pt x="9571" y="8995"/>
                    <a:pt x="9599" y="9024"/>
                    <a:pt x="9656" y="9024"/>
                  </a:cubicBezTo>
                  <a:cubicBezTo>
                    <a:pt x="9656" y="9024"/>
                    <a:pt x="9713" y="9052"/>
                    <a:pt x="9685" y="9052"/>
                  </a:cubicBezTo>
                  <a:cubicBezTo>
                    <a:pt x="9656" y="9081"/>
                    <a:pt x="9628" y="9109"/>
                    <a:pt x="9599" y="9109"/>
                  </a:cubicBezTo>
                  <a:cubicBezTo>
                    <a:pt x="9571" y="9081"/>
                    <a:pt x="9543" y="9052"/>
                    <a:pt x="9514" y="8995"/>
                  </a:cubicBezTo>
                  <a:cubicBezTo>
                    <a:pt x="8833" y="8853"/>
                    <a:pt x="8151" y="8683"/>
                    <a:pt x="7498" y="8456"/>
                  </a:cubicBezTo>
                  <a:cubicBezTo>
                    <a:pt x="6816" y="8200"/>
                    <a:pt x="6106" y="7973"/>
                    <a:pt x="5425" y="7689"/>
                  </a:cubicBezTo>
                  <a:cubicBezTo>
                    <a:pt x="4033" y="7064"/>
                    <a:pt x="2812" y="6184"/>
                    <a:pt x="1761" y="5076"/>
                  </a:cubicBezTo>
                  <a:cubicBezTo>
                    <a:pt x="1364" y="4650"/>
                    <a:pt x="966" y="4196"/>
                    <a:pt x="568" y="3770"/>
                  </a:cubicBezTo>
                  <a:cubicBezTo>
                    <a:pt x="540" y="3756"/>
                    <a:pt x="512" y="3749"/>
                    <a:pt x="483" y="3749"/>
                  </a:cubicBezTo>
                  <a:cubicBezTo>
                    <a:pt x="455" y="3749"/>
                    <a:pt x="426" y="3756"/>
                    <a:pt x="398" y="3770"/>
                  </a:cubicBezTo>
                  <a:cubicBezTo>
                    <a:pt x="341" y="3798"/>
                    <a:pt x="313" y="3855"/>
                    <a:pt x="341" y="3940"/>
                  </a:cubicBezTo>
                  <a:cubicBezTo>
                    <a:pt x="426" y="4224"/>
                    <a:pt x="625" y="4508"/>
                    <a:pt x="852" y="4764"/>
                  </a:cubicBezTo>
                  <a:cubicBezTo>
                    <a:pt x="1846" y="5985"/>
                    <a:pt x="3068" y="7036"/>
                    <a:pt x="4459" y="7831"/>
                  </a:cubicBezTo>
                  <a:cubicBezTo>
                    <a:pt x="5680" y="8484"/>
                    <a:pt x="6958" y="8995"/>
                    <a:pt x="8293" y="9308"/>
                  </a:cubicBezTo>
                  <a:lnTo>
                    <a:pt x="9940" y="9705"/>
                  </a:lnTo>
                  <a:cubicBezTo>
                    <a:pt x="10167" y="9762"/>
                    <a:pt x="10366" y="9876"/>
                    <a:pt x="10508" y="10075"/>
                  </a:cubicBezTo>
                  <a:cubicBezTo>
                    <a:pt x="11048" y="10756"/>
                    <a:pt x="11530" y="11495"/>
                    <a:pt x="11985" y="12261"/>
                  </a:cubicBezTo>
                  <a:cubicBezTo>
                    <a:pt x="12013" y="12318"/>
                    <a:pt x="12013" y="12403"/>
                    <a:pt x="12013" y="12460"/>
                  </a:cubicBezTo>
                  <a:cubicBezTo>
                    <a:pt x="12013" y="12517"/>
                    <a:pt x="11985" y="12602"/>
                    <a:pt x="11900" y="12602"/>
                  </a:cubicBezTo>
                  <a:cubicBezTo>
                    <a:pt x="11758" y="12602"/>
                    <a:pt x="11587" y="12574"/>
                    <a:pt x="11445" y="12574"/>
                  </a:cubicBezTo>
                  <a:cubicBezTo>
                    <a:pt x="10395" y="12375"/>
                    <a:pt x="9315" y="12148"/>
                    <a:pt x="8265" y="11949"/>
                  </a:cubicBezTo>
                  <a:cubicBezTo>
                    <a:pt x="7753" y="11864"/>
                    <a:pt x="7271" y="11807"/>
                    <a:pt x="6759" y="11693"/>
                  </a:cubicBezTo>
                  <a:cubicBezTo>
                    <a:pt x="4999" y="11324"/>
                    <a:pt x="3352" y="10501"/>
                    <a:pt x="1932" y="9365"/>
                  </a:cubicBezTo>
                  <a:cubicBezTo>
                    <a:pt x="1449" y="8967"/>
                    <a:pt x="994" y="8569"/>
                    <a:pt x="540" y="8172"/>
                  </a:cubicBezTo>
                  <a:cubicBezTo>
                    <a:pt x="398" y="8087"/>
                    <a:pt x="284" y="8001"/>
                    <a:pt x="142" y="7916"/>
                  </a:cubicBezTo>
                  <a:cubicBezTo>
                    <a:pt x="134" y="7908"/>
                    <a:pt x="123" y="7905"/>
                    <a:pt x="112" y="7905"/>
                  </a:cubicBezTo>
                  <a:cubicBezTo>
                    <a:pt x="83" y="7905"/>
                    <a:pt x="49" y="7925"/>
                    <a:pt x="29" y="7945"/>
                  </a:cubicBezTo>
                  <a:cubicBezTo>
                    <a:pt x="0" y="7973"/>
                    <a:pt x="0" y="8001"/>
                    <a:pt x="0" y="8058"/>
                  </a:cubicBezTo>
                  <a:cubicBezTo>
                    <a:pt x="0" y="8115"/>
                    <a:pt x="0" y="8172"/>
                    <a:pt x="29" y="8229"/>
                  </a:cubicBezTo>
                  <a:cubicBezTo>
                    <a:pt x="114" y="8342"/>
                    <a:pt x="171" y="8427"/>
                    <a:pt x="256" y="8484"/>
                  </a:cubicBezTo>
                  <a:cubicBezTo>
                    <a:pt x="994" y="9251"/>
                    <a:pt x="1818" y="9961"/>
                    <a:pt x="2698" y="10557"/>
                  </a:cubicBezTo>
                  <a:cubicBezTo>
                    <a:pt x="2954" y="10728"/>
                    <a:pt x="3210" y="10870"/>
                    <a:pt x="3465" y="11012"/>
                  </a:cubicBezTo>
                  <a:cubicBezTo>
                    <a:pt x="4402" y="11523"/>
                    <a:pt x="5396" y="11892"/>
                    <a:pt x="6390" y="12148"/>
                  </a:cubicBezTo>
                  <a:cubicBezTo>
                    <a:pt x="6731" y="12233"/>
                    <a:pt x="7072" y="12318"/>
                    <a:pt x="7413" y="12375"/>
                  </a:cubicBezTo>
                  <a:cubicBezTo>
                    <a:pt x="8492" y="12545"/>
                    <a:pt x="9514" y="12716"/>
                    <a:pt x="10593" y="12914"/>
                  </a:cubicBezTo>
                  <a:cubicBezTo>
                    <a:pt x="11161" y="13000"/>
                    <a:pt x="11729" y="13113"/>
                    <a:pt x="12297" y="13312"/>
                  </a:cubicBezTo>
                  <a:cubicBezTo>
                    <a:pt x="12553" y="13397"/>
                    <a:pt x="12780" y="13596"/>
                    <a:pt x="12894" y="13852"/>
                  </a:cubicBezTo>
                  <a:cubicBezTo>
                    <a:pt x="13348" y="14874"/>
                    <a:pt x="13802" y="15896"/>
                    <a:pt x="14285" y="16890"/>
                  </a:cubicBezTo>
                  <a:cubicBezTo>
                    <a:pt x="14285" y="16976"/>
                    <a:pt x="14314" y="17032"/>
                    <a:pt x="14314" y="17118"/>
                  </a:cubicBezTo>
                  <a:cubicBezTo>
                    <a:pt x="13178" y="17089"/>
                    <a:pt x="12042" y="17004"/>
                    <a:pt x="10906" y="16834"/>
                  </a:cubicBezTo>
                  <a:cubicBezTo>
                    <a:pt x="10139" y="16692"/>
                    <a:pt x="9372" y="16464"/>
                    <a:pt x="8662" y="16180"/>
                  </a:cubicBezTo>
                  <a:cubicBezTo>
                    <a:pt x="7413" y="15612"/>
                    <a:pt x="6248" y="14931"/>
                    <a:pt x="5197" y="14079"/>
                  </a:cubicBezTo>
                  <a:lnTo>
                    <a:pt x="4175" y="13369"/>
                  </a:lnTo>
                  <a:cubicBezTo>
                    <a:pt x="4147" y="13355"/>
                    <a:pt x="4118" y="13348"/>
                    <a:pt x="4090" y="13348"/>
                  </a:cubicBezTo>
                  <a:cubicBezTo>
                    <a:pt x="4062" y="13348"/>
                    <a:pt x="4033" y="13355"/>
                    <a:pt x="4005" y="13369"/>
                  </a:cubicBezTo>
                  <a:cubicBezTo>
                    <a:pt x="3891" y="13454"/>
                    <a:pt x="3948" y="13539"/>
                    <a:pt x="4005" y="13596"/>
                  </a:cubicBezTo>
                  <a:cubicBezTo>
                    <a:pt x="4090" y="13710"/>
                    <a:pt x="4175" y="13795"/>
                    <a:pt x="4260" y="13908"/>
                  </a:cubicBezTo>
                  <a:cubicBezTo>
                    <a:pt x="5709" y="15073"/>
                    <a:pt x="7214" y="16180"/>
                    <a:pt x="8975" y="16805"/>
                  </a:cubicBezTo>
                  <a:cubicBezTo>
                    <a:pt x="9827" y="17146"/>
                    <a:pt x="10735" y="17345"/>
                    <a:pt x="11644" y="17430"/>
                  </a:cubicBezTo>
                  <a:cubicBezTo>
                    <a:pt x="12240" y="17487"/>
                    <a:pt x="12808" y="17515"/>
                    <a:pt x="13405" y="17544"/>
                  </a:cubicBezTo>
                  <a:cubicBezTo>
                    <a:pt x="13604" y="17572"/>
                    <a:pt x="13802" y="17572"/>
                    <a:pt x="14001" y="17572"/>
                  </a:cubicBezTo>
                  <a:cubicBezTo>
                    <a:pt x="14626" y="17629"/>
                    <a:pt x="14598" y="17629"/>
                    <a:pt x="14796" y="18225"/>
                  </a:cubicBezTo>
                  <a:cubicBezTo>
                    <a:pt x="15080" y="19049"/>
                    <a:pt x="15421" y="19815"/>
                    <a:pt x="15734" y="20611"/>
                  </a:cubicBezTo>
                  <a:cubicBezTo>
                    <a:pt x="15762" y="20696"/>
                    <a:pt x="15790" y="20781"/>
                    <a:pt x="15819" y="20866"/>
                  </a:cubicBezTo>
                  <a:cubicBezTo>
                    <a:pt x="15875" y="21008"/>
                    <a:pt x="16046" y="21150"/>
                    <a:pt x="15904" y="21349"/>
                  </a:cubicBezTo>
                  <a:cubicBezTo>
                    <a:pt x="15849" y="21425"/>
                    <a:pt x="15787" y="21451"/>
                    <a:pt x="15719" y="21451"/>
                  </a:cubicBezTo>
                  <a:cubicBezTo>
                    <a:pt x="15609" y="21451"/>
                    <a:pt x="15487" y="21384"/>
                    <a:pt x="15364" y="21349"/>
                  </a:cubicBezTo>
                  <a:cubicBezTo>
                    <a:pt x="14995" y="21235"/>
                    <a:pt x="14598" y="21207"/>
                    <a:pt x="14228" y="21122"/>
                  </a:cubicBezTo>
                  <a:cubicBezTo>
                    <a:pt x="13348" y="20895"/>
                    <a:pt x="12524" y="20554"/>
                    <a:pt x="11758" y="20071"/>
                  </a:cubicBezTo>
                  <a:cubicBezTo>
                    <a:pt x="11587" y="19986"/>
                    <a:pt x="11417" y="19901"/>
                    <a:pt x="11246" y="19815"/>
                  </a:cubicBezTo>
                  <a:cubicBezTo>
                    <a:pt x="11235" y="19812"/>
                    <a:pt x="11224" y="19810"/>
                    <a:pt x="11213" y="19810"/>
                  </a:cubicBezTo>
                  <a:cubicBezTo>
                    <a:pt x="11140" y="19810"/>
                    <a:pt x="11080" y="19884"/>
                    <a:pt x="11104" y="19957"/>
                  </a:cubicBezTo>
                  <a:cubicBezTo>
                    <a:pt x="11190" y="20156"/>
                    <a:pt x="11332" y="20298"/>
                    <a:pt x="11502" y="20412"/>
                  </a:cubicBezTo>
                  <a:cubicBezTo>
                    <a:pt x="12297" y="20980"/>
                    <a:pt x="13178" y="21377"/>
                    <a:pt x="14143" y="21605"/>
                  </a:cubicBezTo>
                  <a:cubicBezTo>
                    <a:pt x="14683" y="21690"/>
                    <a:pt x="15222" y="21832"/>
                    <a:pt x="15762" y="21917"/>
                  </a:cubicBezTo>
                  <a:cubicBezTo>
                    <a:pt x="16159" y="22002"/>
                    <a:pt x="16500" y="22315"/>
                    <a:pt x="16614" y="22712"/>
                  </a:cubicBezTo>
                  <a:cubicBezTo>
                    <a:pt x="16784" y="23166"/>
                    <a:pt x="16983" y="23592"/>
                    <a:pt x="17182" y="24018"/>
                  </a:cubicBezTo>
                  <a:cubicBezTo>
                    <a:pt x="17267" y="24217"/>
                    <a:pt x="17381" y="24359"/>
                    <a:pt x="17551" y="24501"/>
                  </a:cubicBezTo>
                  <a:cubicBezTo>
                    <a:pt x="17579" y="24515"/>
                    <a:pt x="17622" y="24523"/>
                    <a:pt x="17665" y="24523"/>
                  </a:cubicBezTo>
                  <a:cubicBezTo>
                    <a:pt x="17707" y="24523"/>
                    <a:pt x="17750" y="24515"/>
                    <a:pt x="17778" y="24501"/>
                  </a:cubicBezTo>
                  <a:cubicBezTo>
                    <a:pt x="17863" y="24444"/>
                    <a:pt x="17920" y="24359"/>
                    <a:pt x="17920" y="24274"/>
                  </a:cubicBezTo>
                  <a:cubicBezTo>
                    <a:pt x="17892" y="24160"/>
                    <a:pt x="17863" y="24018"/>
                    <a:pt x="17835" y="23905"/>
                  </a:cubicBezTo>
                  <a:cubicBezTo>
                    <a:pt x="17579" y="23280"/>
                    <a:pt x="17352" y="22684"/>
                    <a:pt x="17125" y="22059"/>
                  </a:cubicBezTo>
                  <a:cubicBezTo>
                    <a:pt x="17011" y="21832"/>
                    <a:pt x="17011" y="21576"/>
                    <a:pt x="17068" y="21349"/>
                  </a:cubicBezTo>
                  <a:cubicBezTo>
                    <a:pt x="17324" y="20412"/>
                    <a:pt x="17466" y="19418"/>
                    <a:pt x="17466" y="18452"/>
                  </a:cubicBezTo>
                  <a:cubicBezTo>
                    <a:pt x="17494" y="18197"/>
                    <a:pt x="17437" y="17969"/>
                    <a:pt x="17381" y="17742"/>
                  </a:cubicBezTo>
                  <a:cubicBezTo>
                    <a:pt x="17381" y="17714"/>
                    <a:pt x="17324" y="17686"/>
                    <a:pt x="17267" y="17686"/>
                  </a:cubicBezTo>
                  <a:cubicBezTo>
                    <a:pt x="17259" y="17678"/>
                    <a:pt x="17250" y="17674"/>
                    <a:pt x="17240" y="17674"/>
                  </a:cubicBezTo>
                  <a:cubicBezTo>
                    <a:pt x="17212" y="17674"/>
                    <a:pt x="17182" y="17701"/>
                    <a:pt x="17182" y="17742"/>
                  </a:cubicBezTo>
                  <a:cubicBezTo>
                    <a:pt x="17153" y="17827"/>
                    <a:pt x="17125" y="17941"/>
                    <a:pt x="17125" y="18055"/>
                  </a:cubicBezTo>
                  <a:cubicBezTo>
                    <a:pt x="17068" y="18566"/>
                    <a:pt x="17040" y="19049"/>
                    <a:pt x="17011" y="19560"/>
                  </a:cubicBezTo>
                  <a:cubicBezTo>
                    <a:pt x="16955" y="19929"/>
                    <a:pt x="16869" y="20327"/>
                    <a:pt x="16784" y="20724"/>
                  </a:cubicBezTo>
                  <a:cubicBezTo>
                    <a:pt x="16784" y="20753"/>
                    <a:pt x="16727" y="20781"/>
                    <a:pt x="16699" y="20781"/>
                  </a:cubicBezTo>
                  <a:cubicBezTo>
                    <a:pt x="16671" y="20781"/>
                    <a:pt x="16614" y="20753"/>
                    <a:pt x="16585" y="20724"/>
                  </a:cubicBezTo>
                  <a:cubicBezTo>
                    <a:pt x="16443" y="20327"/>
                    <a:pt x="16273" y="19929"/>
                    <a:pt x="16103" y="19503"/>
                  </a:cubicBezTo>
                  <a:cubicBezTo>
                    <a:pt x="16074" y="19418"/>
                    <a:pt x="16046" y="19304"/>
                    <a:pt x="16017" y="19191"/>
                  </a:cubicBezTo>
                  <a:cubicBezTo>
                    <a:pt x="15648" y="18168"/>
                    <a:pt x="15592" y="18140"/>
                    <a:pt x="15904" y="17118"/>
                  </a:cubicBezTo>
                  <a:cubicBezTo>
                    <a:pt x="16273" y="15840"/>
                    <a:pt x="16415" y="14505"/>
                    <a:pt x="16358" y="13170"/>
                  </a:cubicBezTo>
                  <a:cubicBezTo>
                    <a:pt x="16330" y="12744"/>
                    <a:pt x="16301" y="12290"/>
                    <a:pt x="16245" y="11864"/>
                  </a:cubicBezTo>
                  <a:cubicBezTo>
                    <a:pt x="16245" y="11551"/>
                    <a:pt x="16131" y="11267"/>
                    <a:pt x="15932" y="11012"/>
                  </a:cubicBezTo>
                  <a:cubicBezTo>
                    <a:pt x="15904" y="10983"/>
                    <a:pt x="15875" y="10983"/>
                    <a:pt x="15819" y="10983"/>
                  </a:cubicBezTo>
                  <a:cubicBezTo>
                    <a:pt x="15762" y="10983"/>
                    <a:pt x="15705" y="11040"/>
                    <a:pt x="15734" y="11125"/>
                  </a:cubicBezTo>
                  <a:cubicBezTo>
                    <a:pt x="15989" y="12290"/>
                    <a:pt x="15875" y="13454"/>
                    <a:pt x="15904" y="14647"/>
                  </a:cubicBezTo>
                  <a:cubicBezTo>
                    <a:pt x="15875" y="15470"/>
                    <a:pt x="15734" y="16294"/>
                    <a:pt x="15478" y="17089"/>
                  </a:cubicBezTo>
                  <a:cubicBezTo>
                    <a:pt x="15450" y="17118"/>
                    <a:pt x="15421" y="17146"/>
                    <a:pt x="15393" y="17146"/>
                  </a:cubicBezTo>
                  <a:cubicBezTo>
                    <a:pt x="15373" y="17159"/>
                    <a:pt x="15356" y="17165"/>
                    <a:pt x="15342" y="17165"/>
                  </a:cubicBezTo>
                  <a:cubicBezTo>
                    <a:pt x="15294" y="17165"/>
                    <a:pt x="15273" y="17104"/>
                    <a:pt x="15251" y="17061"/>
                  </a:cubicBezTo>
                  <a:cubicBezTo>
                    <a:pt x="15052" y="16692"/>
                    <a:pt x="14882" y="16294"/>
                    <a:pt x="14711" y="15953"/>
                  </a:cubicBezTo>
                  <a:cubicBezTo>
                    <a:pt x="14342" y="15215"/>
                    <a:pt x="14001" y="14476"/>
                    <a:pt x="13632" y="13766"/>
                  </a:cubicBezTo>
                  <a:cubicBezTo>
                    <a:pt x="13547" y="13596"/>
                    <a:pt x="13490" y="13397"/>
                    <a:pt x="13518" y="13198"/>
                  </a:cubicBezTo>
                  <a:cubicBezTo>
                    <a:pt x="13575" y="12744"/>
                    <a:pt x="13604" y="12290"/>
                    <a:pt x="13660" y="11835"/>
                  </a:cubicBezTo>
                  <a:cubicBezTo>
                    <a:pt x="13746" y="11296"/>
                    <a:pt x="13802" y="10756"/>
                    <a:pt x="13802" y="10217"/>
                  </a:cubicBezTo>
                  <a:cubicBezTo>
                    <a:pt x="13802" y="9620"/>
                    <a:pt x="13746" y="9024"/>
                    <a:pt x="13632" y="8427"/>
                  </a:cubicBezTo>
                  <a:cubicBezTo>
                    <a:pt x="13462" y="7547"/>
                    <a:pt x="13263" y="6695"/>
                    <a:pt x="12979" y="5843"/>
                  </a:cubicBezTo>
                  <a:cubicBezTo>
                    <a:pt x="12950" y="5730"/>
                    <a:pt x="12894" y="5644"/>
                    <a:pt x="12837" y="5559"/>
                  </a:cubicBezTo>
                  <a:cubicBezTo>
                    <a:pt x="12816" y="5495"/>
                    <a:pt x="12778" y="5463"/>
                    <a:pt x="12725" y="5463"/>
                  </a:cubicBezTo>
                  <a:cubicBezTo>
                    <a:pt x="12707" y="5463"/>
                    <a:pt x="12688" y="5467"/>
                    <a:pt x="12666" y="5474"/>
                  </a:cubicBezTo>
                  <a:cubicBezTo>
                    <a:pt x="12581" y="5474"/>
                    <a:pt x="12524" y="5559"/>
                    <a:pt x="12581" y="5673"/>
                  </a:cubicBezTo>
                  <a:cubicBezTo>
                    <a:pt x="12695" y="6298"/>
                    <a:pt x="12837" y="6951"/>
                    <a:pt x="13007" y="7575"/>
                  </a:cubicBezTo>
                  <a:cubicBezTo>
                    <a:pt x="13320" y="8825"/>
                    <a:pt x="13405" y="10131"/>
                    <a:pt x="13263" y="11409"/>
                  </a:cubicBezTo>
                  <a:cubicBezTo>
                    <a:pt x="13206" y="11779"/>
                    <a:pt x="13121" y="12119"/>
                    <a:pt x="13064" y="12489"/>
                  </a:cubicBezTo>
                  <a:cubicBezTo>
                    <a:pt x="12837" y="12432"/>
                    <a:pt x="12780" y="12290"/>
                    <a:pt x="12695" y="12176"/>
                  </a:cubicBezTo>
                  <a:cubicBezTo>
                    <a:pt x="12155" y="11381"/>
                    <a:pt x="11644" y="10614"/>
                    <a:pt x="11104" y="9847"/>
                  </a:cubicBezTo>
                  <a:cubicBezTo>
                    <a:pt x="10991" y="9705"/>
                    <a:pt x="10906" y="9507"/>
                    <a:pt x="10877" y="9308"/>
                  </a:cubicBezTo>
                  <a:cubicBezTo>
                    <a:pt x="10849" y="9052"/>
                    <a:pt x="10849" y="8797"/>
                    <a:pt x="10849" y="8541"/>
                  </a:cubicBezTo>
                  <a:cubicBezTo>
                    <a:pt x="10962" y="6866"/>
                    <a:pt x="10792" y="5218"/>
                    <a:pt x="10309" y="3628"/>
                  </a:cubicBezTo>
                  <a:cubicBezTo>
                    <a:pt x="9997" y="2691"/>
                    <a:pt x="9543" y="1782"/>
                    <a:pt x="9003" y="987"/>
                  </a:cubicBezTo>
                  <a:cubicBezTo>
                    <a:pt x="8833" y="703"/>
                    <a:pt x="8634" y="447"/>
                    <a:pt x="8435" y="192"/>
                  </a:cubicBezTo>
                  <a:cubicBezTo>
                    <a:pt x="8407" y="135"/>
                    <a:pt x="8321" y="78"/>
                    <a:pt x="8265" y="21"/>
                  </a:cubicBezTo>
                  <a:cubicBezTo>
                    <a:pt x="8236" y="7"/>
                    <a:pt x="8201" y="0"/>
                    <a:pt x="8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8"/>
            <p:cNvSpPr/>
            <p:nvPr/>
          </p:nvSpPr>
          <p:spPr>
            <a:xfrm>
              <a:off x="943125" y="1115925"/>
              <a:ext cx="4975" cy="2850"/>
            </a:xfrm>
            <a:custGeom>
              <a:rect b="b" l="l" r="r" t="t"/>
              <a:pathLst>
                <a:path extrusionOk="0" h="114" w="199">
                  <a:moveTo>
                    <a:pt x="29" y="0"/>
                  </a:moveTo>
                  <a:lnTo>
                    <a:pt x="0" y="28"/>
                  </a:lnTo>
                  <a:cubicBezTo>
                    <a:pt x="29" y="57"/>
                    <a:pt x="57" y="114"/>
                    <a:pt x="85" y="114"/>
                  </a:cubicBezTo>
                  <a:cubicBezTo>
                    <a:pt x="114" y="114"/>
                    <a:pt x="142" y="85"/>
                    <a:pt x="171" y="85"/>
                  </a:cubicBezTo>
                  <a:cubicBezTo>
                    <a:pt x="199" y="57"/>
                    <a:pt x="142" y="57"/>
                    <a:pt x="142" y="57"/>
                  </a:cubicBezTo>
                  <a:cubicBezTo>
                    <a:pt x="85" y="28"/>
                    <a:pt x="57" y="28"/>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8"/>
            <p:cNvSpPr/>
            <p:nvPr/>
          </p:nvSpPr>
          <p:spPr>
            <a:xfrm>
              <a:off x="1009150" y="1208200"/>
              <a:ext cx="725" cy="1450"/>
            </a:xfrm>
            <a:custGeom>
              <a:rect b="b" l="l" r="r" t="t"/>
              <a:pathLst>
                <a:path extrusionOk="0" h="58" w="29">
                  <a:moveTo>
                    <a:pt x="29" y="1"/>
                  </a:moveTo>
                  <a:lnTo>
                    <a:pt x="0" y="29"/>
                  </a:lnTo>
                  <a:lnTo>
                    <a:pt x="29" y="58"/>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8"/>
            <p:cNvSpPr/>
            <p:nvPr/>
          </p:nvSpPr>
          <p:spPr>
            <a:xfrm>
              <a:off x="764925" y="3212325"/>
              <a:ext cx="727725" cy="1214925"/>
            </a:xfrm>
            <a:custGeom>
              <a:rect b="b" l="l" r="r" t="t"/>
              <a:pathLst>
                <a:path extrusionOk="0" h="48597" w="29109">
                  <a:moveTo>
                    <a:pt x="28401" y="0"/>
                  </a:moveTo>
                  <a:cubicBezTo>
                    <a:pt x="28303" y="0"/>
                    <a:pt x="28204" y="29"/>
                    <a:pt x="28115" y="91"/>
                  </a:cubicBezTo>
                  <a:cubicBezTo>
                    <a:pt x="27945" y="205"/>
                    <a:pt x="27774" y="318"/>
                    <a:pt x="27632" y="432"/>
                  </a:cubicBezTo>
                  <a:cubicBezTo>
                    <a:pt x="26865" y="1000"/>
                    <a:pt x="26042" y="1454"/>
                    <a:pt x="25161" y="1767"/>
                  </a:cubicBezTo>
                  <a:cubicBezTo>
                    <a:pt x="23770" y="2278"/>
                    <a:pt x="22322" y="2647"/>
                    <a:pt x="20845" y="2817"/>
                  </a:cubicBezTo>
                  <a:cubicBezTo>
                    <a:pt x="19141" y="3073"/>
                    <a:pt x="17465" y="3187"/>
                    <a:pt x="15761" y="3187"/>
                  </a:cubicBezTo>
                  <a:cubicBezTo>
                    <a:pt x="15080" y="3187"/>
                    <a:pt x="14398" y="3130"/>
                    <a:pt x="13717" y="3101"/>
                  </a:cubicBezTo>
                  <a:cubicBezTo>
                    <a:pt x="12893" y="3045"/>
                    <a:pt x="12041" y="2988"/>
                    <a:pt x="11218" y="2903"/>
                  </a:cubicBezTo>
                  <a:cubicBezTo>
                    <a:pt x="10508" y="2817"/>
                    <a:pt x="9826" y="2732"/>
                    <a:pt x="9116" y="2647"/>
                  </a:cubicBezTo>
                  <a:cubicBezTo>
                    <a:pt x="8548" y="2562"/>
                    <a:pt x="7980" y="2420"/>
                    <a:pt x="7384" y="2363"/>
                  </a:cubicBezTo>
                  <a:cubicBezTo>
                    <a:pt x="6163" y="2221"/>
                    <a:pt x="4941" y="1880"/>
                    <a:pt x="3749" y="1653"/>
                  </a:cubicBezTo>
                  <a:cubicBezTo>
                    <a:pt x="2840" y="1511"/>
                    <a:pt x="1960" y="1284"/>
                    <a:pt x="1108" y="1085"/>
                  </a:cubicBezTo>
                  <a:cubicBezTo>
                    <a:pt x="1033" y="1066"/>
                    <a:pt x="959" y="1058"/>
                    <a:pt x="886" y="1058"/>
                  </a:cubicBezTo>
                  <a:cubicBezTo>
                    <a:pt x="408" y="1058"/>
                    <a:pt x="4" y="1444"/>
                    <a:pt x="28" y="1937"/>
                  </a:cubicBezTo>
                  <a:cubicBezTo>
                    <a:pt x="28" y="3045"/>
                    <a:pt x="0" y="4181"/>
                    <a:pt x="0" y="5288"/>
                  </a:cubicBezTo>
                  <a:cubicBezTo>
                    <a:pt x="57" y="13155"/>
                    <a:pt x="0" y="20993"/>
                    <a:pt x="142" y="28831"/>
                  </a:cubicBezTo>
                  <a:cubicBezTo>
                    <a:pt x="170" y="31869"/>
                    <a:pt x="170" y="34908"/>
                    <a:pt x="199" y="37947"/>
                  </a:cubicBezTo>
                  <a:lnTo>
                    <a:pt x="199" y="44933"/>
                  </a:lnTo>
                  <a:lnTo>
                    <a:pt x="199" y="46012"/>
                  </a:lnTo>
                  <a:lnTo>
                    <a:pt x="284" y="46069"/>
                  </a:lnTo>
                  <a:cubicBezTo>
                    <a:pt x="1193" y="46495"/>
                    <a:pt x="2102" y="46864"/>
                    <a:pt x="3067" y="47176"/>
                  </a:cubicBezTo>
                  <a:cubicBezTo>
                    <a:pt x="6475" y="48114"/>
                    <a:pt x="10025" y="48596"/>
                    <a:pt x="13575" y="48596"/>
                  </a:cubicBezTo>
                  <a:cubicBezTo>
                    <a:pt x="16102" y="48568"/>
                    <a:pt x="18658" y="48341"/>
                    <a:pt x="21157" y="47886"/>
                  </a:cubicBezTo>
                  <a:cubicBezTo>
                    <a:pt x="22975" y="47546"/>
                    <a:pt x="24764" y="47006"/>
                    <a:pt x="26468" y="46296"/>
                  </a:cubicBezTo>
                  <a:cubicBezTo>
                    <a:pt x="27377" y="45899"/>
                    <a:pt x="28229" y="45387"/>
                    <a:pt x="29052" y="44791"/>
                  </a:cubicBezTo>
                  <a:lnTo>
                    <a:pt x="29024" y="43485"/>
                  </a:lnTo>
                  <a:lnTo>
                    <a:pt x="29024" y="28802"/>
                  </a:lnTo>
                  <a:lnTo>
                    <a:pt x="29024" y="22498"/>
                  </a:lnTo>
                  <a:lnTo>
                    <a:pt x="29109" y="22498"/>
                  </a:lnTo>
                  <a:lnTo>
                    <a:pt x="29109" y="3329"/>
                  </a:lnTo>
                  <a:cubicBezTo>
                    <a:pt x="29109" y="2704"/>
                    <a:pt x="29081" y="2079"/>
                    <a:pt x="29109" y="1426"/>
                  </a:cubicBezTo>
                  <a:cubicBezTo>
                    <a:pt x="29109" y="1057"/>
                    <a:pt x="29024" y="716"/>
                    <a:pt x="28882" y="375"/>
                  </a:cubicBezTo>
                  <a:cubicBezTo>
                    <a:pt x="28823" y="141"/>
                    <a:pt x="28617" y="0"/>
                    <a:pt x="28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8"/>
            <p:cNvSpPr/>
            <p:nvPr/>
          </p:nvSpPr>
          <p:spPr>
            <a:xfrm>
              <a:off x="744975" y="3270575"/>
              <a:ext cx="770625" cy="1091350"/>
            </a:xfrm>
            <a:custGeom>
              <a:rect b="b" l="l" r="r" t="t"/>
              <a:pathLst>
                <a:path extrusionOk="0" h="43654" w="30825">
                  <a:moveTo>
                    <a:pt x="29855" y="0"/>
                  </a:moveTo>
                  <a:cubicBezTo>
                    <a:pt x="29834" y="0"/>
                    <a:pt x="29814" y="2"/>
                    <a:pt x="29793" y="5"/>
                  </a:cubicBezTo>
                  <a:cubicBezTo>
                    <a:pt x="29623" y="33"/>
                    <a:pt x="29509" y="90"/>
                    <a:pt x="29396" y="203"/>
                  </a:cubicBezTo>
                  <a:cubicBezTo>
                    <a:pt x="28203" y="970"/>
                    <a:pt x="26925" y="1567"/>
                    <a:pt x="25562" y="1936"/>
                  </a:cubicBezTo>
                  <a:cubicBezTo>
                    <a:pt x="22608" y="2788"/>
                    <a:pt x="19570" y="3271"/>
                    <a:pt x="16503" y="3356"/>
                  </a:cubicBezTo>
                  <a:cubicBezTo>
                    <a:pt x="15660" y="3401"/>
                    <a:pt x="14818" y="3423"/>
                    <a:pt x="13977" y="3423"/>
                  </a:cubicBezTo>
                  <a:cubicBezTo>
                    <a:pt x="12180" y="3423"/>
                    <a:pt x="10387" y="3322"/>
                    <a:pt x="8608" y="3129"/>
                  </a:cubicBezTo>
                  <a:cubicBezTo>
                    <a:pt x="6137" y="2873"/>
                    <a:pt x="3723" y="2305"/>
                    <a:pt x="1394" y="1453"/>
                  </a:cubicBezTo>
                  <a:cubicBezTo>
                    <a:pt x="1196" y="1396"/>
                    <a:pt x="1025" y="1339"/>
                    <a:pt x="826" y="1283"/>
                  </a:cubicBezTo>
                  <a:cubicBezTo>
                    <a:pt x="774" y="1260"/>
                    <a:pt x="719" y="1250"/>
                    <a:pt x="662" y="1250"/>
                  </a:cubicBezTo>
                  <a:cubicBezTo>
                    <a:pt x="504" y="1250"/>
                    <a:pt x="342" y="1335"/>
                    <a:pt x="258" y="1481"/>
                  </a:cubicBezTo>
                  <a:cubicBezTo>
                    <a:pt x="173" y="1709"/>
                    <a:pt x="230" y="1936"/>
                    <a:pt x="429" y="2078"/>
                  </a:cubicBezTo>
                  <a:cubicBezTo>
                    <a:pt x="571" y="2191"/>
                    <a:pt x="713" y="2277"/>
                    <a:pt x="855" y="2333"/>
                  </a:cubicBezTo>
                  <a:cubicBezTo>
                    <a:pt x="1224" y="2532"/>
                    <a:pt x="1622" y="2703"/>
                    <a:pt x="1991" y="2845"/>
                  </a:cubicBezTo>
                  <a:cubicBezTo>
                    <a:pt x="3439" y="3356"/>
                    <a:pt x="4916" y="3753"/>
                    <a:pt x="6449" y="3981"/>
                  </a:cubicBezTo>
                  <a:cubicBezTo>
                    <a:pt x="8674" y="4356"/>
                    <a:pt x="10950" y="4579"/>
                    <a:pt x="13228" y="4579"/>
                  </a:cubicBezTo>
                  <a:cubicBezTo>
                    <a:pt x="13364" y="4579"/>
                    <a:pt x="13499" y="4578"/>
                    <a:pt x="13634" y="4577"/>
                  </a:cubicBezTo>
                  <a:cubicBezTo>
                    <a:pt x="13796" y="4579"/>
                    <a:pt x="13959" y="4580"/>
                    <a:pt x="14121" y="4580"/>
                  </a:cubicBezTo>
                  <a:cubicBezTo>
                    <a:pt x="16543" y="4580"/>
                    <a:pt x="18963" y="4382"/>
                    <a:pt x="21359" y="4009"/>
                  </a:cubicBezTo>
                  <a:cubicBezTo>
                    <a:pt x="23205" y="3725"/>
                    <a:pt x="25022" y="3271"/>
                    <a:pt x="26783" y="2674"/>
                  </a:cubicBezTo>
                  <a:cubicBezTo>
                    <a:pt x="27834" y="2305"/>
                    <a:pt x="28828" y="1822"/>
                    <a:pt x="29737" y="1254"/>
                  </a:cubicBezTo>
                  <a:cubicBezTo>
                    <a:pt x="29935" y="1112"/>
                    <a:pt x="30106" y="999"/>
                    <a:pt x="30248" y="828"/>
                  </a:cubicBezTo>
                  <a:cubicBezTo>
                    <a:pt x="30390" y="686"/>
                    <a:pt x="30418" y="459"/>
                    <a:pt x="30333" y="289"/>
                  </a:cubicBezTo>
                  <a:cubicBezTo>
                    <a:pt x="30231" y="110"/>
                    <a:pt x="30037" y="0"/>
                    <a:pt x="29855" y="0"/>
                  </a:cubicBezTo>
                  <a:close/>
                  <a:moveTo>
                    <a:pt x="30190" y="3316"/>
                  </a:moveTo>
                  <a:cubicBezTo>
                    <a:pt x="30103" y="3316"/>
                    <a:pt x="30015" y="3339"/>
                    <a:pt x="29935" y="3384"/>
                  </a:cubicBezTo>
                  <a:cubicBezTo>
                    <a:pt x="29822" y="3469"/>
                    <a:pt x="29680" y="3555"/>
                    <a:pt x="29595" y="3640"/>
                  </a:cubicBezTo>
                  <a:cubicBezTo>
                    <a:pt x="29140" y="4009"/>
                    <a:pt x="28629" y="4350"/>
                    <a:pt x="28118" y="4577"/>
                  </a:cubicBezTo>
                  <a:cubicBezTo>
                    <a:pt x="27379" y="4946"/>
                    <a:pt x="26641" y="5230"/>
                    <a:pt x="25874" y="5457"/>
                  </a:cubicBezTo>
                  <a:cubicBezTo>
                    <a:pt x="23148" y="6252"/>
                    <a:pt x="20365" y="6678"/>
                    <a:pt x="17525" y="6764"/>
                  </a:cubicBezTo>
                  <a:cubicBezTo>
                    <a:pt x="16650" y="6807"/>
                    <a:pt x="15771" y="6830"/>
                    <a:pt x="14890" y="6830"/>
                  </a:cubicBezTo>
                  <a:cubicBezTo>
                    <a:pt x="13485" y="6830"/>
                    <a:pt x="12078" y="6772"/>
                    <a:pt x="10681" y="6650"/>
                  </a:cubicBezTo>
                  <a:cubicBezTo>
                    <a:pt x="9261" y="6536"/>
                    <a:pt x="7869" y="6366"/>
                    <a:pt x="6478" y="6139"/>
                  </a:cubicBezTo>
                  <a:cubicBezTo>
                    <a:pt x="4717" y="5826"/>
                    <a:pt x="2956" y="5400"/>
                    <a:pt x="1252" y="4861"/>
                  </a:cubicBezTo>
                  <a:cubicBezTo>
                    <a:pt x="1082" y="4804"/>
                    <a:pt x="912" y="4747"/>
                    <a:pt x="741" y="4719"/>
                  </a:cubicBezTo>
                  <a:cubicBezTo>
                    <a:pt x="711" y="4714"/>
                    <a:pt x="683" y="4712"/>
                    <a:pt x="655" y="4712"/>
                  </a:cubicBezTo>
                  <a:cubicBezTo>
                    <a:pt x="203" y="4712"/>
                    <a:pt x="1" y="5330"/>
                    <a:pt x="429" y="5571"/>
                  </a:cubicBezTo>
                  <a:cubicBezTo>
                    <a:pt x="656" y="5713"/>
                    <a:pt x="883" y="5826"/>
                    <a:pt x="1139" y="5912"/>
                  </a:cubicBezTo>
                  <a:cubicBezTo>
                    <a:pt x="2502" y="6423"/>
                    <a:pt x="3922" y="6792"/>
                    <a:pt x="5342" y="7076"/>
                  </a:cubicBezTo>
                  <a:cubicBezTo>
                    <a:pt x="8466" y="7672"/>
                    <a:pt x="11618" y="7956"/>
                    <a:pt x="14799" y="7956"/>
                  </a:cubicBezTo>
                  <a:cubicBezTo>
                    <a:pt x="15991" y="7956"/>
                    <a:pt x="17156" y="7928"/>
                    <a:pt x="18320" y="7814"/>
                  </a:cubicBezTo>
                  <a:cubicBezTo>
                    <a:pt x="20450" y="7701"/>
                    <a:pt x="22580" y="7388"/>
                    <a:pt x="24653" y="6906"/>
                  </a:cubicBezTo>
                  <a:cubicBezTo>
                    <a:pt x="26045" y="6593"/>
                    <a:pt x="27408" y="6110"/>
                    <a:pt x="28714" y="5486"/>
                  </a:cubicBezTo>
                  <a:cubicBezTo>
                    <a:pt x="29254" y="5230"/>
                    <a:pt x="29765" y="4889"/>
                    <a:pt x="30219" y="4492"/>
                  </a:cubicBezTo>
                  <a:cubicBezTo>
                    <a:pt x="30390" y="4378"/>
                    <a:pt x="30503" y="4236"/>
                    <a:pt x="30617" y="4066"/>
                  </a:cubicBezTo>
                  <a:cubicBezTo>
                    <a:pt x="30730" y="3867"/>
                    <a:pt x="30702" y="3611"/>
                    <a:pt x="30532" y="3469"/>
                  </a:cubicBezTo>
                  <a:cubicBezTo>
                    <a:pt x="30446" y="3367"/>
                    <a:pt x="30320" y="3316"/>
                    <a:pt x="30190" y="3316"/>
                  </a:cubicBezTo>
                  <a:close/>
                  <a:moveTo>
                    <a:pt x="30216" y="6611"/>
                  </a:moveTo>
                  <a:cubicBezTo>
                    <a:pt x="30149" y="6611"/>
                    <a:pt x="30082" y="6624"/>
                    <a:pt x="30021" y="6650"/>
                  </a:cubicBezTo>
                  <a:cubicBezTo>
                    <a:pt x="29879" y="6735"/>
                    <a:pt x="29765" y="6820"/>
                    <a:pt x="29651" y="6906"/>
                  </a:cubicBezTo>
                  <a:cubicBezTo>
                    <a:pt x="29055" y="7445"/>
                    <a:pt x="28373" y="7871"/>
                    <a:pt x="27663" y="8240"/>
                  </a:cubicBezTo>
                  <a:cubicBezTo>
                    <a:pt x="26811" y="8638"/>
                    <a:pt x="25959" y="8979"/>
                    <a:pt x="25079" y="9263"/>
                  </a:cubicBezTo>
                  <a:cubicBezTo>
                    <a:pt x="22097" y="10171"/>
                    <a:pt x="19002" y="10654"/>
                    <a:pt x="15878" y="10711"/>
                  </a:cubicBezTo>
                  <a:cubicBezTo>
                    <a:pt x="15467" y="10726"/>
                    <a:pt x="15056" y="10733"/>
                    <a:pt x="14645" y="10733"/>
                  </a:cubicBezTo>
                  <a:cubicBezTo>
                    <a:pt x="13522" y="10733"/>
                    <a:pt x="12400" y="10681"/>
                    <a:pt x="11277" y="10597"/>
                  </a:cubicBezTo>
                  <a:cubicBezTo>
                    <a:pt x="9374" y="10455"/>
                    <a:pt x="7500" y="10171"/>
                    <a:pt x="5654" y="9745"/>
                  </a:cubicBezTo>
                  <a:cubicBezTo>
                    <a:pt x="4234" y="9405"/>
                    <a:pt x="2871" y="8979"/>
                    <a:pt x="1508" y="8439"/>
                  </a:cubicBezTo>
                  <a:cubicBezTo>
                    <a:pt x="1281" y="8297"/>
                    <a:pt x="1025" y="8240"/>
                    <a:pt x="770" y="8184"/>
                  </a:cubicBezTo>
                  <a:cubicBezTo>
                    <a:pt x="749" y="8181"/>
                    <a:pt x="729" y="8180"/>
                    <a:pt x="709" y="8180"/>
                  </a:cubicBezTo>
                  <a:cubicBezTo>
                    <a:pt x="293" y="8180"/>
                    <a:pt x="76" y="8735"/>
                    <a:pt x="429" y="8979"/>
                  </a:cubicBezTo>
                  <a:cubicBezTo>
                    <a:pt x="628" y="9121"/>
                    <a:pt x="855" y="9263"/>
                    <a:pt x="1054" y="9348"/>
                  </a:cubicBezTo>
                  <a:cubicBezTo>
                    <a:pt x="1962" y="9802"/>
                    <a:pt x="2900" y="10143"/>
                    <a:pt x="3865" y="10427"/>
                  </a:cubicBezTo>
                  <a:cubicBezTo>
                    <a:pt x="7273" y="11364"/>
                    <a:pt x="10794" y="11847"/>
                    <a:pt x="14344" y="11847"/>
                  </a:cubicBezTo>
                  <a:cubicBezTo>
                    <a:pt x="16900" y="11847"/>
                    <a:pt x="19456" y="11620"/>
                    <a:pt x="21984" y="11137"/>
                  </a:cubicBezTo>
                  <a:cubicBezTo>
                    <a:pt x="23801" y="10825"/>
                    <a:pt x="25590" y="10285"/>
                    <a:pt x="27294" y="9547"/>
                  </a:cubicBezTo>
                  <a:cubicBezTo>
                    <a:pt x="28345" y="9121"/>
                    <a:pt x="29339" y="8524"/>
                    <a:pt x="30219" y="7814"/>
                  </a:cubicBezTo>
                  <a:cubicBezTo>
                    <a:pt x="30361" y="7701"/>
                    <a:pt x="30503" y="7559"/>
                    <a:pt x="30645" y="7417"/>
                  </a:cubicBezTo>
                  <a:cubicBezTo>
                    <a:pt x="30787" y="7218"/>
                    <a:pt x="30759" y="6962"/>
                    <a:pt x="30617" y="6792"/>
                  </a:cubicBezTo>
                  <a:cubicBezTo>
                    <a:pt x="30519" y="6674"/>
                    <a:pt x="30367" y="6611"/>
                    <a:pt x="30216" y="6611"/>
                  </a:cubicBezTo>
                  <a:close/>
                  <a:moveTo>
                    <a:pt x="30187" y="10104"/>
                  </a:moveTo>
                  <a:cubicBezTo>
                    <a:pt x="30121" y="10104"/>
                    <a:pt x="30054" y="10117"/>
                    <a:pt x="29992" y="10143"/>
                  </a:cubicBezTo>
                  <a:cubicBezTo>
                    <a:pt x="29850" y="10200"/>
                    <a:pt x="29737" y="10285"/>
                    <a:pt x="29623" y="10399"/>
                  </a:cubicBezTo>
                  <a:cubicBezTo>
                    <a:pt x="29027" y="10910"/>
                    <a:pt x="28345" y="11364"/>
                    <a:pt x="27607" y="11705"/>
                  </a:cubicBezTo>
                  <a:cubicBezTo>
                    <a:pt x="26783" y="12131"/>
                    <a:pt x="25931" y="12472"/>
                    <a:pt x="25051" y="12756"/>
                  </a:cubicBezTo>
                  <a:cubicBezTo>
                    <a:pt x="22069" y="13636"/>
                    <a:pt x="18973" y="14147"/>
                    <a:pt x="15849" y="14204"/>
                  </a:cubicBezTo>
                  <a:cubicBezTo>
                    <a:pt x="15487" y="14211"/>
                    <a:pt x="15124" y="14214"/>
                    <a:pt x="14759" y="14214"/>
                  </a:cubicBezTo>
                  <a:cubicBezTo>
                    <a:pt x="13580" y="14214"/>
                    <a:pt x="12392" y="14177"/>
                    <a:pt x="11220" y="14091"/>
                  </a:cubicBezTo>
                  <a:cubicBezTo>
                    <a:pt x="9346" y="13949"/>
                    <a:pt x="7472" y="13665"/>
                    <a:pt x="5654" y="13239"/>
                  </a:cubicBezTo>
                  <a:cubicBezTo>
                    <a:pt x="4234" y="12898"/>
                    <a:pt x="2871" y="12472"/>
                    <a:pt x="1536" y="11961"/>
                  </a:cubicBezTo>
                  <a:cubicBezTo>
                    <a:pt x="1309" y="11819"/>
                    <a:pt x="1054" y="11733"/>
                    <a:pt x="770" y="11705"/>
                  </a:cubicBezTo>
                  <a:cubicBezTo>
                    <a:pt x="749" y="11702"/>
                    <a:pt x="729" y="11701"/>
                    <a:pt x="709" y="11701"/>
                  </a:cubicBezTo>
                  <a:cubicBezTo>
                    <a:pt x="532" y="11701"/>
                    <a:pt x="366" y="11810"/>
                    <a:pt x="315" y="11989"/>
                  </a:cubicBezTo>
                  <a:cubicBezTo>
                    <a:pt x="230" y="12159"/>
                    <a:pt x="287" y="12387"/>
                    <a:pt x="457" y="12500"/>
                  </a:cubicBezTo>
                  <a:cubicBezTo>
                    <a:pt x="656" y="12642"/>
                    <a:pt x="855" y="12756"/>
                    <a:pt x="1082" y="12869"/>
                  </a:cubicBezTo>
                  <a:cubicBezTo>
                    <a:pt x="1991" y="13295"/>
                    <a:pt x="2928" y="13665"/>
                    <a:pt x="3865" y="13949"/>
                  </a:cubicBezTo>
                  <a:cubicBezTo>
                    <a:pt x="7301" y="14886"/>
                    <a:pt x="10823" y="15368"/>
                    <a:pt x="14373" y="15368"/>
                  </a:cubicBezTo>
                  <a:cubicBezTo>
                    <a:pt x="16900" y="15340"/>
                    <a:pt x="19456" y="15113"/>
                    <a:pt x="21955" y="14630"/>
                  </a:cubicBezTo>
                  <a:cubicBezTo>
                    <a:pt x="23773" y="14289"/>
                    <a:pt x="25533" y="13778"/>
                    <a:pt x="27237" y="13040"/>
                  </a:cubicBezTo>
                  <a:cubicBezTo>
                    <a:pt x="28288" y="12585"/>
                    <a:pt x="29282" y="12017"/>
                    <a:pt x="30191" y="11307"/>
                  </a:cubicBezTo>
                  <a:cubicBezTo>
                    <a:pt x="30333" y="11165"/>
                    <a:pt x="30475" y="11023"/>
                    <a:pt x="30588" y="10881"/>
                  </a:cubicBezTo>
                  <a:cubicBezTo>
                    <a:pt x="30730" y="10711"/>
                    <a:pt x="30730" y="10455"/>
                    <a:pt x="30560" y="10285"/>
                  </a:cubicBezTo>
                  <a:cubicBezTo>
                    <a:pt x="30482" y="10167"/>
                    <a:pt x="30336" y="10104"/>
                    <a:pt x="30187" y="10104"/>
                  </a:cubicBezTo>
                  <a:close/>
                  <a:moveTo>
                    <a:pt x="29855" y="14171"/>
                  </a:moveTo>
                  <a:cubicBezTo>
                    <a:pt x="29834" y="14171"/>
                    <a:pt x="29814" y="14173"/>
                    <a:pt x="29793" y="14176"/>
                  </a:cubicBezTo>
                  <a:cubicBezTo>
                    <a:pt x="29623" y="14204"/>
                    <a:pt x="29509" y="14261"/>
                    <a:pt x="29396" y="14374"/>
                  </a:cubicBezTo>
                  <a:cubicBezTo>
                    <a:pt x="28203" y="15141"/>
                    <a:pt x="26925" y="15738"/>
                    <a:pt x="25562" y="16107"/>
                  </a:cubicBezTo>
                  <a:cubicBezTo>
                    <a:pt x="22608" y="16959"/>
                    <a:pt x="19570" y="17442"/>
                    <a:pt x="16503" y="17527"/>
                  </a:cubicBezTo>
                  <a:cubicBezTo>
                    <a:pt x="15660" y="17572"/>
                    <a:pt x="14818" y="17594"/>
                    <a:pt x="13977" y="17594"/>
                  </a:cubicBezTo>
                  <a:cubicBezTo>
                    <a:pt x="12180" y="17594"/>
                    <a:pt x="10387" y="17493"/>
                    <a:pt x="8608" y="17300"/>
                  </a:cubicBezTo>
                  <a:cubicBezTo>
                    <a:pt x="6137" y="17044"/>
                    <a:pt x="3723" y="16476"/>
                    <a:pt x="1394" y="15624"/>
                  </a:cubicBezTo>
                  <a:cubicBezTo>
                    <a:pt x="1196" y="15539"/>
                    <a:pt x="1025" y="15482"/>
                    <a:pt x="826" y="15425"/>
                  </a:cubicBezTo>
                  <a:cubicBezTo>
                    <a:pt x="786" y="15414"/>
                    <a:pt x="743" y="15408"/>
                    <a:pt x="699" y="15408"/>
                  </a:cubicBezTo>
                  <a:cubicBezTo>
                    <a:pt x="529" y="15408"/>
                    <a:pt x="349" y="15494"/>
                    <a:pt x="258" y="15652"/>
                  </a:cubicBezTo>
                  <a:cubicBezTo>
                    <a:pt x="173" y="15851"/>
                    <a:pt x="230" y="16107"/>
                    <a:pt x="429" y="16220"/>
                  </a:cubicBezTo>
                  <a:cubicBezTo>
                    <a:pt x="571" y="16334"/>
                    <a:pt x="713" y="16419"/>
                    <a:pt x="855" y="16504"/>
                  </a:cubicBezTo>
                  <a:cubicBezTo>
                    <a:pt x="1224" y="16675"/>
                    <a:pt x="1622" y="16845"/>
                    <a:pt x="1991" y="16987"/>
                  </a:cubicBezTo>
                  <a:cubicBezTo>
                    <a:pt x="3439" y="17527"/>
                    <a:pt x="4916" y="17896"/>
                    <a:pt x="6449" y="18123"/>
                  </a:cubicBezTo>
                  <a:cubicBezTo>
                    <a:pt x="8807" y="18549"/>
                    <a:pt x="11220" y="18748"/>
                    <a:pt x="13634" y="18748"/>
                  </a:cubicBezTo>
                  <a:cubicBezTo>
                    <a:pt x="16219" y="18748"/>
                    <a:pt x="18803" y="18578"/>
                    <a:pt x="21359" y="18180"/>
                  </a:cubicBezTo>
                  <a:cubicBezTo>
                    <a:pt x="23205" y="17896"/>
                    <a:pt x="25022" y="17470"/>
                    <a:pt x="26783" y="16845"/>
                  </a:cubicBezTo>
                  <a:cubicBezTo>
                    <a:pt x="27834" y="16476"/>
                    <a:pt x="28828" y="15993"/>
                    <a:pt x="29737" y="15425"/>
                  </a:cubicBezTo>
                  <a:cubicBezTo>
                    <a:pt x="29935" y="15312"/>
                    <a:pt x="30106" y="15170"/>
                    <a:pt x="30248" y="14999"/>
                  </a:cubicBezTo>
                  <a:cubicBezTo>
                    <a:pt x="30390" y="14857"/>
                    <a:pt x="30418" y="14630"/>
                    <a:pt x="30333" y="14460"/>
                  </a:cubicBezTo>
                  <a:cubicBezTo>
                    <a:pt x="30231" y="14281"/>
                    <a:pt x="30037" y="14171"/>
                    <a:pt x="29855" y="14171"/>
                  </a:cubicBezTo>
                  <a:close/>
                  <a:moveTo>
                    <a:pt x="30187" y="17458"/>
                  </a:moveTo>
                  <a:cubicBezTo>
                    <a:pt x="30105" y="17458"/>
                    <a:pt x="30020" y="17479"/>
                    <a:pt x="29935" y="17527"/>
                  </a:cubicBezTo>
                  <a:cubicBezTo>
                    <a:pt x="29822" y="17612"/>
                    <a:pt x="29680" y="17697"/>
                    <a:pt x="29595" y="17782"/>
                  </a:cubicBezTo>
                  <a:cubicBezTo>
                    <a:pt x="29140" y="18152"/>
                    <a:pt x="28629" y="18464"/>
                    <a:pt x="28118" y="18720"/>
                  </a:cubicBezTo>
                  <a:cubicBezTo>
                    <a:pt x="27379" y="19089"/>
                    <a:pt x="26641" y="19401"/>
                    <a:pt x="25874" y="19628"/>
                  </a:cubicBezTo>
                  <a:cubicBezTo>
                    <a:pt x="23148" y="20395"/>
                    <a:pt x="20365" y="20849"/>
                    <a:pt x="17525" y="20935"/>
                  </a:cubicBezTo>
                  <a:cubicBezTo>
                    <a:pt x="16650" y="20978"/>
                    <a:pt x="15771" y="21001"/>
                    <a:pt x="14890" y="21001"/>
                  </a:cubicBezTo>
                  <a:cubicBezTo>
                    <a:pt x="13485" y="21001"/>
                    <a:pt x="12078" y="20943"/>
                    <a:pt x="10681" y="20821"/>
                  </a:cubicBezTo>
                  <a:cubicBezTo>
                    <a:pt x="9261" y="20707"/>
                    <a:pt x="7869" y="20537"/>
                    <a:pt x="6478" y="20310"/>
                  </a:cubicBezTo>
                  <a:cubicBezTo>
                    <a:pt x="4717" y="19997"/>
                    <a:pt x="2956" y="19571"/>
                    <a:pt x="1252" y="19032"/>
                  </a:cubicBezTo>
                  <a:cubicBezTo>
                    <a:pt x="1082" y="18975"/>
                    <a:pt x="912" y="18918"/>
                    <a:pt x="741" y="18890"/>
                  </a:cubicBezTo>
                  <a:cubicBezTo>
                    <a:pt x="704" y="18882"/>
                    <a:pt x="668" y="18878"/>
                    <a:pt x="633" y="18878"/>
                  </a:cubicBezTo>
                  <a:cubicBezTo>
                    <a:pt x="196" y="18878"/>
                    <a:pt x="8" y="19505"/>
                    <a:pt x="429" y="19742"/>
                  </a:cubicBezTo>
                  <a:cubicBezTo>
                    <a:pt x="656" y="19884"/>
                    <a:pt x="883" y="19997"/>
                    <a:pt x="1139" y="20083"/>
                  </a:cubicBezTo>
                  <a:cubicBezTo>
                    <a:pt x="2502" y="20594"/>
                    <a:pt x="3922" y="20963"/>
                    <a:pt x="5342" y="21247"/>
                  </a:cubicBezTo>
                  <a:cubicBezTo>
                    <a:pt x="8466" y="21843"/>
                    <a:pt x="11646" y="22127"/>
                    <a:pt x="14799" y="22127"/>
                  </a:cubicBezTo>
                  <a:cubicBezTo>
                    <a:pt x="15991" y="22127"/>
                    <a:pt x="17156" y="22042"/>
                    <a:pt x="18320" y="21985"/>
                  </a:cubicBezTo>
                  <a:cubicBezTo>
                    <a:pt x="20450" y="21843"/>
                    <a:pt x="22580" y="21531"/>
                    <a:pt x="24653" y="21048"/>
                  </a:cubicBezTo>
                  <a:cubicBezTo>
                    <a:pt x="26045" y="20736"/>
                    <a:pt x="27408" y="20253"/>
                    <a:pt x="28714" y="19628"/>
                  </a:cubicBezTo>
                  <a:cubicBezTo>
                    <a:pt x="29254" y="19373"/>
                    <a:pt x="29765" y="19032"/>
                    <a:pt x="30219" y="18634"/>
                  </a:cubicBezTo>
                  <a:cubicBezTo>
                    <a:pt x="30390" y="18521"/>
                    <a:pt x="30503" y="18379"/>
                    <a:pt x="30617" y="18208"/>
                  </a:cubicBezTo>
                  <a:cubicBezTo>
                    <a:pt x="30825" y="17862"/>
                    <a:pt x="30544" y="17458"/>
                    <a:pt x="30187" y="17458"/>
                  </a:cubicBezTo>
                  <a:close/>
                  <a:moveTo>
                    <a:pt x="30188" y="20782"/>
                  </a:moveTo>
                  <a:cubicBezTo>
                    <a:pt x="30121" y="20782"/>
                    <a:pt x="30054" y="20795"/>
                    <a:pt x="29992" y="20821"/>
                  </a:cubicBezTo>
                  <a:cubicBezTo>
                    <a:pt x="29850" y="20878"/>
                    <a:pt x="29737" y="20963"/>
                    <a:pt x="29623" y="21077"/>
                  </a:cubicBezTo>
                  <a:cubicBezTo>
                    <a:pt x="29027" y="21588"/>
                    <a:pt x="28345" y="22042"/>
                    <a:pt x="27607" y="22383"/>
                  </a:cubicBezTo>
                  <a:cubicBezTo>
                    <a:pt x="26783" y="22809"/>
                    <a:pt x="25931" y="23150"/>
                    <a:pt x="25051" y="23434"/>
                  </a:cubicBezTo>
                  <a:cubicBezTo>
                    <a:pt x="22069" y="24342"/>
                    <a:pt x="18973" y="24825"/>
                    <a:pt x="15849" y="24882"/>
                  </a:cubicBezTo>
                  <a:cubicBezTo>
                    <a:pt x="15487" y="24889"/>
                    <a:pt x="15124" y="24892"/>
                    <a:pt x="14759" y="24892"/>
                  </a:cubicBezTo>
                  <a:cubicBezTo>
                    <a:pt x="13580" y="24892"/>
                    <a:pt x="12392" y="24855"/>
                    <a:pt x="11220" y="24768"/>
                  </a:cubicBezTo>
                  <a:cubicBezTo>
                    <a:pt x="9346" y="24598"/>
                    <a:pt x="7472" y="24314"/>
                    <a:pt x="5654" y="23888"/>
                  </a:cubicBezTo>
                  <a:cubicBezTo>
                    <a:pt x="4234" y="23576"/>
                    <a:pt x="2871" y="23121"/>
                    <a:pt x="1536" y="22610"/>
                  </a:cubicBezTo>
                  <a:cubicBezTo>
                    <a:pt x="1309" y="22468"/>
                    <a:pt x="1054" y="22383"/>
                    <a:pt x="770" y="22355"/>
                  </a:cubicBezTo>
                  <a:cubicBezTo>
                    <a:pt x="749" y="22352"/>
                    <a:pt x="729" y="22351"/>
                    <a:pt x="710" y="22351"/>
                  </a:cubicBezTo>
                  <a:cubicBezTo>
                    <a:pt x="296" y="22351"/>
                    <a:pt x="105" y="22906"/>
                    <a:pt x="457" y="23150"/>
                  </a:cubicBezTo>
                  <a:cubicBezTo>
                    <a:pt x="656" y="23292"/>
                    <a:pt x="855" y="23434"/>
                    <a:pt x="1054" y="23547"/>
                  </a:cubicBezTo>
                  <a:cubicBezTo>
                    <a:pt x="1962" y="23973"/>
                    <a:pt x="2900" y="24314"/>
                    <a:pt x="3865" y="24598"/>
                  </a:cubicBezTo>
                  <a:cubicBezTo>
                    <a:pt x="7273" y="25564"/>
                    <a:pt x="10823" y="26018"/>
                    <a:pt x="14373" y="26018"/>
                  </a:cubicBezTo>
                  <a:cubicBezTo>
                    <a:pt x="16900" y="26018"/>
                    <a:pt x="19456" y="25762"/>
                    <a:pt x="21955" y="25308"/>
                  </a:cubicBezTo>
                  <a:cubicBezTo>
                    <a:pt x="23773" y="24967"/>
                    <a:pt x="25533" y="24456"/>
                    <a:pt x="27237" y="23718"/>
                  </a:cubicBezTo>
                  <a:cubicBezTo>
                    <a:pt x="28288" y="23292"/>
                    <a:pt x="29282" y="22695"/>
                    <a:pt x="30191" y="21985"/>
                  </a:cubicBezTo>
                  <a:cubicBezTo>
                    <a:pt x="30333" y="21843"/>
                    <a:pt x="30475" y="21730"/>
                    <a:pt x="30588" y="21559"/>
                  </a:cubicBezTo>
                  <a:cubicBezTo>
                    <a:pt x="30730" y="21389"/>
                    <a:pt x="30730" y="21133"/>
                    <a:pt x="30588" y="20963"/>
                  </a:cubicBezTo>
                  <a:cubicBezTo>
                    <a:pt x="30490" y="20845"/>
                    <a:pt x="30338" y="20782"/>
                    <a:pt x="30188" y="20782"/>
                  </a:cubicBezTo>
                  <a:close/>
                  <a:moveTo>
                    <a:pt x="30210" y="24256"/>
                  </a:moveTo>
                  <a:cubicBezTo>
                    <a:pt x="30135" y="24256"/>
                    <a:pt x="30060" y="24275"/>
                    <a:pt x="29992" y="24314"/>
                  </a:cubicBezTo>
                  <a:cubicBezTo>
                    <a:pt x="29850" y="24371"/>
                    <a:pt x="29737" y="24456"/>
                    <a:pt x="29623" y="24570"/>
                  </a:cubicBezTo>
                  <a:cubicBezTo>
                    <a:pt x="29027" y="25081"/>
                    <a:pt x="28345" y="25535"/>
                    <a:pt x="27607" y="25876"/>
                  </a:cubicBezTo>
                  <a:cubicBezTo>
                    <a:pt x="26783" y="26274"/>
                    <a:pt x="25931" y="26643"/>
                    <a:pt x="25051" y="26898"/>
                  </a:cubicBezTo>
                  <a:cubicBezTo>
                    <a:pt x="22069" y="27807"/>
                    <a:pt x="18973" y="28290"/>
                    <a:pt x="15849" y="28347"/>
                  </a:cubicBezTo>
                  <a:cubicBezTo>
                    <a:pt x="15364" y="28365"/>
                    <a:pt x="14875" y="28374"/>
                    <a:pt x="14386" y="28374"/>
                  </a:cubicBezTo>
                  <a:cubicBezTo>
                    <a:pt x="13330" y="28374"/>
                    <a:pt x="12268" y="28330"/>
                    <a:pt x="11220" y="28233"/>
                  </a:cubicBezTo>
                  <a:cubicBezTo>
                    <a:pt x="9346" y="28091"/>
                    <a:pt x="7472" y="27807"/>
                    <a:pt x="5654" y="27381"/>
                  </a:cubicBezTo>
                  <a:cubicBezTo>
                    <a:pt x="4234" y="27040"/>
                    <a:pt x="2871" y="26614"/>
                    <a:pt x="1536" y="26103"/>
                  </a:cubicBezTo>
                  <a:cubicBezTo>
                    <a:pt x="1281" y="25961"/>
                    <a:pt x="1025" y="25876"/>
                    <a:pt x="770" y="25848"/>
                  </a:cubicBezTo>
                  <a:cubicBezTo>
                    <a:pt x="749" y="25845"/>
                    <a:pt x="729" y="25843"/>
                    <a:pt x="708" y="25843"/>
                  </a:cubicBezTo>
                  <a:cubicBezTo>
                    <a:pt x="531" y="25843"/>
                    <a:pt x="363" y="25950"/>
                    <a:pt x="287" y="26103"/>
                  </a:cubicBezTo>
                  <a:cubicBezTo>
                    <a:pt x="202" y="26302"/>
                    <a:pt x="287" y="26529"/>
                    <a:pt x="457" y="26643"/>
                  </a:cubicBezTo>
                  <a:cubicBezTo>
                    <a:pt x="628" y="26785"/>
                    <a:pt x="855" y="26898"/>
                    <a:pt x="1054" y="27012"/>
                  </a:cubicBezTo>
                  <a:cubicBezTo>
                    <a:pt x="1962" y="27438"/>
                    <a:pt x="2900" y="27807"/>
                    <a:pt x="3865" y="28091"/>
                  </a:cubicBezTo>
                  <a:cubicBezTo>
                    <a:pt x="7273" y="29028"/>
                    <a:pt x="10794" y="29511"/>
                    <a:pt x="14344" y="29511"/>
                  </a:cubicBezTo>
                  <a:cubicBezTo>
                    <a:pt x="16900" y="29483"/>
                    <a:pt x="19428" y="29256"/>
                    <a:pt x="21955" y="28773"/>
                  </a:cubicBezTo>
                  <a:lnTo>
                    <a:pt x="21955" y="28801"/>
                  </a:lnTo>
                  <a:cubicBezTo>
                    <a:pt x="23773" y="28460"/>
                    <a:pt x="25533" y="27921"/>
                    <a:pt x="27237" y="27211"/>
                  </a:cubicBezTo>
                  <a:cubicBezTo>
                    <a:pt x="28288" y="26756"/>
                    <a:pt x="29282" y="26160"/>
                    <a:pt x="30191" y="25450"/>
                  </a:cubicBezTo>
                  <a:cubicBezTo>
                    <a:pt x="30333" y="25336"/>
                    <a:pt x="30475" y="25194"/>
                    <a:pt x="30588" y="25052"/>
                  </a:cubicBezTo>
                  <a:cubicBezTo>
                    <a:pt x="30730" y="24882"/>
                    <a:pt x="30730" y="24626"/>
                    <a:pt x="30588" y="24456"/>
                  </a:cubicBezTo>
                  <a:cubicBezTo>
                    <a:pt x="30495" y="24326"/>
                    <a:pt x="30353" y="24256"/>
                    <a:pt x="30210" y="24256"/>
                  </a:cubicBezTo>
                  <a:close/>
                  <a:moveTo>
                    <a:pt x="29897" y="28332"/>
                  </a:moveTo>
                  <a:cubicBezTo>
                    <a:pt x="29862" y="28332"/>
                    <a:pt x="29827" y="28337"/>
                    <a:pt x="29793" y="28347"/>
                  </a:cubicBezTo>
                  <a:cubicBezTo>
                    <a:pt x="29623" y="28375"/>
                    <a:pt x="29509" y="28432"/>
                    <a:pt x="29396" y="28517"/>
                  </a:cubicBezTo>
                  <a:cubicBezTo>
                    <a:pt x="28203" y="29284"/>
                    <a:pt x="26925" y="29880"/>
                    <a:pt x="25562" y="30249"/>
                  </a:cubicBezTo>
                  <a:cubicBezTo>
                    <a:pt x="22608" y="31101"/>
                    <a:pt x="19570" y="31584"/>
                    <a:pt x="16503" y="31698"/>
                  </a:cubicBezTo>
                  <a:cubicBezTo>
                    <a:pt x="15660" y="31743"/>
                    <a:pt x="14818" y="31765"/>
                    <a:pt x="13977" y="31765"/>
                  </a:cubicBezTo>
                  <a:cubicBezTo>
                    <a:pt x="12180" y="31765"/>
                    <a:pt x="10387" y="31664"/>
                    <a:pt x="8608" y="31471"/>
                  </a:cubicBezTo>
                  <a:cubicBezTo>
                    <a:pt x="6137" y="31187"/>
                    <a:pt x="3723" y="30619"/>
                    <a:pt x="1394" y="29767"/>
                  </a:cubicBezTo>
                  <a:cubicBezTo>
                    <a:pt x="1196" y="29710"/>
                    <a:pt x="1025" y="29625"/>
                    <a:pt x="826" y="29596"/>
                  </a:cubicBezTo>
                  <a:cubicBezTo>
                    <a:pt x="774" y="29574"/>
                    <a:pt x="719" y="29563"/>
                    <a:pt x="662" y="29563"/>
                  </a:cubicBezTo>
                  <a:cubicBezTo>
                    <a:pt x="504" y="29563"/>
                    <a:pt x="342" y="29648"/>
                    <a:pt x="258" y="29795"/>
                  </a:cubicBezTo>
                  <a:cubicBezTo>
                    <a:pt x="173" y="29994"/>
                    <a:pt x="230" y="30249"/>
                    <a:pt x="429" y="30391"/>
                  </a:cubicBezTo>
                  <a:cubicBezTo>
                    <a:pt x="571" y="30477"/>
                    <a:pt x="713" y="30590"/>
                    <a:pt x="855" y="30647"/>
                  </a:cubicBezTo>
                  <a:cubicBezTo>
                    <a:pt x="1224" y="30817"/>
                    <a:pt x="1622" y="31016"/>
                    <a:pt x="1991" y="31130"/>
                  </a:cubicBezTo>
                  <a:cubicBezTo>
                    <a:pt x="3439" y="31669"/>
                    <a:pt x="4916" y="32039"/>
                    <a:pt x="6449" y="32294"/>
                  </a:cubicBezTo>
                  <a:cubicBezTo>
                    <a:pt x="8807" y="32692"/>
                    <a:pt x="11220" y="32891"/>
                    <a:pt x="13634" y="32891"/>
                  </a:cubicBezTo>
                  <a:cubicBezTo>
                    <a:pt x="13796" y="32892"/>
                    <a:pt x="13959" y="32893"/>
                    <a:pt x="14121" y="32893"/>
                  </a:cubicBezTo>
                  <a:cubicBezTo>
                    <a:pt x="16543" y="32893"/>
                    <a:pt x="18963" y="32695"/>
                    <a:pt x="21359" y="32323"/>
                  </a:cubicBezTo>
                  <a:cubicBezTo>
                    <a:pt x="23205" y="32067"/>
                    <a:pt x="25022" y="31613"/>
                    <a:pt x="26783" y="30988"/>
                  </a:cubicBezTo>
                  <a:cubicBezTo>
                    <a:pt x="27834" y="30647"/>
                    <a:pt x="28828" y="30164"/>
                    <a:pt x="29737" y="29568"/>
                  </a:cubicBezTo>
                  <a:cubicBezTo>
                    <a:pt x="29935" y="29454"/>
                    <a:pt x="30106" y="29312"/>
                    <a:pt x="30248" y="29170"/>
                  </a:cubicBezTo>
                  <a:cubicBezTo>
                    <a:pt x="30390" y="29028"/>
                    <a:pt x="30418" y="28801"/>
                    <a:pt x="30333" y="28631"/>
                  </a:cubicBezTo>
                  <a:cubicBezTo>
                    <a:pt x="30239" y="28443"/>
                    <a:pt x="30067" y="28332"/>
                    <a:pt x="29897" y="28332"/>
                  </a:cubicBezTo>
                  <a:close/>
                  <a:moveTo>
                    <a:pt x="30173" y="31640"/>
                  </a:moveTo>
                  <a:cubicBezTo>
                    <a:pt x="30096" y="31640"/>
                    <a:pt x="30016" y="31658"/>
                    <a:pt x="29935" y="31698"/>
                  </a:cubicBezTo>
                  <a:cubicBezTo>
                    <a:pt x="29822" y="31783"/>
                    <a:pt x="29680" y="31868"/>
                    <a:pt x="29595" y="31953"/>
                  </a:cubicBezTo>
                  <a:cubicBezTo>
                    <a:pt x="29140" y="32323"/>
                    <a:pt x="28629" y="32663"/>
                    <a:pt x="28118" y="32919"/>
                  </a:cubicBezTo>
                  <a:cubicBezTo>
                    <a:pt x="27379" y="33260"/>
                    <a:pt x="26641" y="33544"/>
                    <a:pt x="25874" y="33771"/>
                  </a:cubicBezTo>
                  <a:cubicBezTo>
                    <a:pt x="23148" y="34566"/>
                    <a:pt x="20365" y="34992"/>
                    <a:pt x="17525" y="35077"/>
                  </a:cubicBezTo>
                  <a:cubicBezTo>
                    <a:pt x="16650" y="35121"/>
                    <a:pt x="15771" y="35144"/>
                    <a:pt x="14890" y="35144"/>
                  </a:cubicBezTo>
                  <a:cubicBezTo>
                    <a:pt x="13485" y="35144"/>
                    <a:pt x="12078" y="35086"/>
                    <a:pt x="10681" y="34964"/>
                  </a:cubicBezTo>
                  <a:cubicBezTo>
                    <a:pt x="9261" y="34850"/>
                    <a:pt x="7869" y="34680"/>
                    <a:pt x="6478" y="34453"/>
                  </a:cubicBezTo>
                  <a:cubicBezTo>
                    <a:pt x="4717" y="34140"/>
                    <a:pt x="2956" y="33714"/>
                    <a:pt x="1252" y="33175"/>
                  </a:cubicBezTo>
                  <a:cubicBezTo>
                    <a:pt x="1082" y="33118"/>
                    <a:pt x="912" y="33061"/>
                    <a:pt x="741" y="33033"/>
                  </a:cubicBezTo>
                  <a:cubicBezTo>
                    <a:pt x="711" y="33028"/>
                    <a:pt x="683" y="33025"/>
                    <a:pt x="655" y="33025"/>
                  </a:cubicBezTo>
                  <a:cubicBezTo>
                    <a:pt x="203" y="33025"/>
                    <a:pt x="1" y="33645"/>
                    <a:pt x="429" y="33913"/>
                  </a:cubicBezTo>
                  <a:cubicBezTo>
                    <a:pt x="656" y="34027"/>
                    <a:pt x="883" y="34140"/>
                    <a:pt x="1139" y="34225"/>
                  </a:cubicBezTo>
                  <a:cubicBezTo>
                    <a:pt x="2502" y="34736"/>
                    <a:pt x="3922" y="35106"/>
                    <a:pt x="5342" y="35390"/>
                  </a:cubicBezTo>
                  <a:cubicBezTo>
                    <a:pt x="8466" y="35986"/>
                    <a:pt x="11618" y="36270"/>
                    <a:pt x="14799" y="36270"/>
                  </a:cubicBezTo>
                  <a:cubicBezTo>
                    <a:pt x="15991" y="36270"/>
                    <a:pt x="17156" y="36213"/>
                    <a:pt x="18320" y="36128"/>
                  </a:cubicBezTo>
                  <a:cubicBezTo>
                    <a:pt x="20450" y="36014"/>
                    <a:pt x="22580" y="35702"/>
                    <a:pt x="24653" y="35219"/>
                  </a:cubicBezTo>
                  <a:cubicBezTo>
                    <a:pt x="26045" y="34907"/>
                    <a:pt x="27408" y="34453"/>
                    <a:pt x="28714" y="33799"/>
                  </a:cubicBezTo>
                  <a:cubicBezTo>
                    <a:pt x="29254" y="33544"/>
                    <a:pt x="29765" y="33203"/>
                    <a:pt x="30219" y="32805"/>
                  </a:cubicBezTo>
                  <a:cubicBezTo>
                    <a:pt x="30390" y="32692"/>
                    <a:pt x="30503" y="32550"/>
                    <a:pt x="30617" y="32379"/>
                  </a:cubicBezTo>
                  <a:cubicBezTo>
                    <a:pt x="30804" y="32029"/>
                    <a:pt x="30529" y="31640"/>
                    <a:pt x="30173" y="31640"/>
                  </a:cubicBezTo>
                  <a:close/>
                  <a:moveTo>
                    <a:pt x="30188" y="34925"/>
                  </a:moveTo>
                  <a:cubicBezTo>
                    <a:pt x="30121" y="34925"/>
                    <a:pt x="30054" y="34937"/>
                    <a:pt x="29992" y="34964"/>
                  </a:cubicBezTo>
                  <a:cubicBezTo>
                    <a:pt x="29850" y="35049"/>
                    <a:pt x="29737" y="35134"/>
                    <a:pt x="29623" y="35219"/>
                  </a:cubicBezTo>
                  <a:cubicBezTo>
                    <a:pt x="29027" y="35759"/>
                    <a:pt x="28345" y="36185"/>
                    <a:pt x="27607" y="36554"/>
                  </a:cubicBezTo>
                  <a:cubicBezTo>
                    <a:pt x="26783" y="36952"/>
                    <a:pt x="25931" y="37292"/>
                    <a:pt x="25051" y="37576"/>
                  </a:cubicBezTo>
                  <a:cubicBezTo>
                    <a:pt x="22069" y="38485"/>
                    <a:pt x="18973" y="38968"/>
                    <a:pt x="15849" y="39025"/>
                  </a:cubicBezTo>
                  <a:cubicBezTo>
                    <a:pt x="15364" y="39043"/>
                    <a:pt x="14875" y="39052"/>
                    <a:pt x="14386" y="39052"/>
                  </a:cubicBezTo>
                  <a:cubicBezTo>
                    <a:pt x="13330" y="39052"/>
                    <a:pt x="12268" y="39008"/>
                    <a:pt x="11220" y="38911"/>
                  </a:cubicBezTo>
                  <a:cubicBezTo>
                    <a:pt x="9346" y="38769"/>
                    <a:pt x="7472" y="38485"/>
                    <a:pt x="5654" y="38059"/>
                  </a:cubicBezTo>
                  <a:cubicBezTo>
                    <a:pt x="4234" y="37718"/>
                    <a:pt x="2871" y="37292"/>
                    <a:pt x="1536" y="36753"/>
                  </a:cubicBezTo>
                  <a:cubicBezTo>
                    <a:pt x="1309" y="36639"/>
                    <a:pt x="1054" y="36554"/>
                    <a:pt x="770" y="36526"/>
                  </a:cubicBezTo>
                  <a:cubicBezTo>
                    <a:pt x="749" y="36523"/>
                    <a:pt x="729" y="36521"/>
                    <a:pt x="708" y="36521"/>
                  </a:cubicBezTo>
                  <a:cubicBezTo>
                    <a:pt x="531" y="36521"/>
                    <a:pt x="366" y="36628"/>
                    <a:pt x="315" y="36781"/>
                  </a:cubicBezTo>
                  <a:cubicBezTo>
                    <a:pt x="230" y="36980"/>
                    <a:pt x="287" y="37179"/>
                    <a:pt x="457" y="37321"/>
                  </a:cubicBezTo>
                  <a:cubicBezTo>
                    <a:pt x="656" y="37463"/>
                    <a:pt x="855" y="37576"/>
                    <a:pt x="1082" y="37690"/>
                  </a:cubicBezTo>
                  <a:cubicBezTo>
                    <a:pt x="1991" y="38116"/>
                    <a:pt x="2928" y="38485"/>
                    <a:pt x="3865" y="38741"/>
                  </a:cubicBezTo>
                  <a:cubicBezTo>
                    <a:pt x="7206" y="39679"/>
                    <a:pt x="10627" y="40162"/>
                    <a:pt x="14077" y="40162"/>
                  </a:cubicBezTo>
                  <a:cubicBezTo>
                    <a:pt x="14175" y="40162"/>
                    <a:pt x="14274" y="40161"/>
                    <a:pt x="14373" y="40161"/>
                  </a:cubicBezTo>
                  <a:cubicBezTo>
                    <a:pt x="16900" y="40161"/>
                    <a:pt x="19456" y="39905"/>
                    <a:pt x="21955" y="39451"/>
                  </a:cubicBezTo>
                  <a:cubicBezTo>
                    <a:pt x="23773" y="39138"/>
                    <a:pt x="25533" y="38599"/>
                    <a:pt x="27237" y="37889"/>
                  </a:cubicBezTo>
                  <a:cubicBezTo>
                    <a:pt x="28288" y="37434"/>
                    <a:pt x="29282" y="36838"/>
                    <a:pt x="30191" y="36128"/>
                  </a:cubicBezTo>
                  <a:cubicBezTo>
                    <a:pt x="30333" y="36014"/>
                    <a:pt x="30475" y="35872"/>
                    <a:pt x="30588" y="35730"/>
                  </a:cubicBezTo>
                  <a:cubicBezTo>
                    <a:pt x="30730" y="35532"/>
                    <a:pt x="30730" y="35276"/>
                    <a:pt x="30588" y="35106"/>
                  </a:cubicBezTo>
                  <a:cubicBezTo>
                    <a:pt x="30490" y="34988"/>
                    <a:pt x="30338" y="34925"/>
                    <a:pt x="30188" y="34925"/>
                  </a:cubicBezTo>
                  <a:close/>
                  <a:moveTo>
                    <a:pt x="30182" y="38418"/>
                  </a:moveTo>
                  <a:cubicBezTo>
                    <a:pt x="30118" y="38418"/>
                    <a:pt x="30054" y="38430"/>
                    <a:pt x="29992" y="38457"/>
                  </a:cubicBezTo>
                  <a:cubicBezTo>
                    <a:pt x="29850" y="38514"/>
                    <a:pt x="29737" y="38599"/>
                    <a:pt x="29623" y="38712"/>
                  </a:cubicBezTo>
                  <a:cubicBezTo>
                    <a:pt x="29027" y="39224"/>
                    <a:pt x="28345" y="39678"/>
                    <a:pt x="27607" y="40019"/>
                  </a:cubicBezTo>
                  <a:cubicBezTo>
                    <a:pt x="26783" y="40445"/>
                    <a:pt x="25931" y="40785"/>
                    <a:pt x="25051" y="41069"/>
                  </a:cubicBezTo>
                  <a:cubicBezTo>
                    <a:pt x="22069" y="41978"/>
                    <a:pt x="18973" y="42461"/>
                    <a:pt x="15849" y="42518"/>
                  </a:cubicBezTo>
                  <a:cubicBezTo>
                    <a:pt x="15487" y="42524"/>
                    <a:pt x="15124" y="42528"/>
                    <a:pt x="14759" y="42528"/>
                  </a:cubicBezTo>
                  <a:cubicBezTo>
                    <a:pt x="13580" y="42528"/>
                    <a:pt x="12392" y="42491"/>
                    <a:pt x="11220" y="42404"/>
                  </a:cubicBezTo>
                  <a:cubicBezTo>
                    <a:pt x="9346" y="42234"/>
                    <a:pt x="7472" y="41950"/>
                    <a:pt x="5654" y="41524"/>
                  </a:cubicBezTo>
                  <a:cubicBezTo>
                    <a:pt x="4234" y="41211"/>
                    <a:pt x="2871" y="40785"/>
                    <a:pt x="1536" y="40246"/>
                  </a:cubicBezTo>
                  <a:cubicBezTo>
                    <a:pt x="1309" y="40132"/>
                    <a:pt x="1054" y="40047"/>
                    <a:pt x="770" y="39990"/>
                  </a:cubicBezTo>
                  <a:cubicBezTo>
                    <a:pt x="749" y="39987"/>
                    <a:pt x="729" y="39986"/>
                    <a:pt x="709" y="39986"/>
                  </a:cubicBezTo>
                  <a:cubicBezTo>
                    <a:pt x="532" y="39986"/>
                    <a:pt x="366" y="40096"/>
                    <a:pt x="315" y="40274"/>
                  </a:cubicBezTo>
                  <a:cubicBezTo>
                    <a:pt x="230" y="40445"/>
                    <a:pt x="287" y="40672"/>
                    <a:pt x="457" y="40785"/>
                  </a:cubicBezTo>
                  <a:cubicBezTo>
                    <a:pt x="656" y="40927"/>
                    <a:pt x="855" y="41069"/>
                    <a:pt x="1082" y="41183"/>
                  </a:cubicBezTo>
                  <a:cubicBezTo>
                    <a:pt x="1991" y="41609"/>
                    <a:pt x="2928" y="41950"/>
                    <a:pt x="3865" y="42234"/>
                  </a:cubicBezTo>
                  <a:cubicBezTo>
                    <a:pt x="7301" y="43199"/>
                    <a:pt x="10823" y="43654"/>
                    <a:pt x="14373" y="43654"/>
                  </a:cubicBezTo>
                  <a:cubicBezTo>
                    <a:pt x="16900" y="43654"/>
                    <a:pt x="19456" y="43398"/>
                    <a:pt x="21955" y="42944"/>
                  </a:cubicBezTo>
                  <a:cubicBezTo>
                    <a:pt x="23773" y="42603"/>
                    <a:pt x="25533" y="42092"/>
                    <a:pt x="27237" y="41353"/>
                  </a:cubicBezTo>
                  <a:cubicBezTo>
                    <a:pt x="28288" y="40927"/>
                    <a:pt x="29282" y="40331"/>
                    <a:pt x="30191" y="39621"/>
                  </a:cubicBezTo>
                  <a:cubicBezTo>
                    <a:pt x="30333" y="39479"/>
                    <a:pt x="30475" y="39366"/>
                    <a:pt x="30588" y="39195"/>
                  </a:cubicBezTo>
                  <a:cubicBezTo>
                    <a:pt x="30730" y="39025"/>
                    <a:pt x="30730" y="38769"/>
                    <a:pt x="30588" y="38599"/>
                  </a:cubicBezTo>
                  <a:cubicBezTo>
                    <a:pt x="30471" y="38481"/>
                    <a:pt x="30326" y="38418"/>
                    <a:pt x="30182" y="384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
    <p:spTree>
      <p:nvGrpSpPr>
        <p:cNvPr id="1347" name="Shape 1347"/>
        <p:cNvGrpSpPr/>
        <p:nvPr/>
      </p:nvGrpSpPr>
      <p:grpSpPr>
        <a:xfrm>
          <a:off x="0" y="0"/>
          <a:ext cx="0" cy="0"/>
          <a:chOff x="0" y="0"/>
          <a:chExt cx="0" cy="0"/>
        </a:xfrm>
      </p:grpSpPr>
      <p:sp>
        <p:nvSpPr>
          <p:cNvPr id="1348" name="Google Shape;1348;p19"/>
          <p:cNvSpPr txBox="1"/>
          <p:nvPr>
            <p:ph idx="1" type="subTitle"/>
          </p:nvPr>
        </p:nvSpPr>
        <p:spPr>
          <a:xfrm>
            <a:off x="715050" y="2523775"/>
            <a:ext cx="3794400" cy="74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49" name="Google Shape;1349;p19"/>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9"/>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9"/>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352" name="Google Shape;1352;p19"/>
          <p:cNvGrpSpPr/>
          <p:nvPr/>
        </p:nvGrpSpPr>
        <p:grpSpPr>
          <a:xfrm>
            <a:off x="2936544" y="-329546"/>
            <a:ext cx="2934233" cy="708308"/>
            <a:chOff x="2375925" y="3297600"/>
            <a:chExt cx="735950" cy="177650"/>
          </a:xfrm>
        </p:grpSpPr>
        <p:sp>
          <p:nvSpPr>
            <p:cNvPr id="1353" name="Google Shape;1353;p19"/>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9"/>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9"/>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9"/>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9"/>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9"/>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19"/>
          <p:cNvSpPr txBox="1"/>
          <p:nvPr>
            <p:ph type="title"/>
          </p:nvPr>
        </p:nvSpPr>
        <p:spPr>
          <a:xfrm>
            <a:off x="814698" y="1923775"/>
            <a:ext cx="3694800" cy="4095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360" name="Google Shape;1360;p19"/>
          <p:cNvGrpSpPr/>
          <p:nvPr/>
        </p:nvGrpSpPr>
        <p:grpSpPr>
          <a:xfrm>
            <a:off x="4606546" y="4289731"/>
            <a:ext cx="5818024" cy="3249079"/>
            <a:chOff x="2585000" y="2758825"/>
            <a:chExt cx="2982990" cy="1665853"/>
          </a:xfrm>
        </p:grpSpPr>
        <p:sp>
          <p:nvSpPr>
            <p:cNvPr id="1361" name="Google Shape;1361;p19"/>
            <p:cNvSpPr/>
            <p:nvPr/>
          </p:nvSpPr>
          <p:spPr>
            <a:xfrm flipH="1">
              <a:off x="5324976" y="2884700"/>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9"/>
            <p:cNvSpPr/>
            <p:nvPr/>
          </p:nvSpPr>
          <p:spPr>
            <a:xfrm>
              <a:off x="3372360" y="41141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9"/>
            <p:cNvSpPr/>
            <p:nvPr/>
          </p:nvSpPr>
          <p:spPr>
            <a:xfrm>
              <a:off x="3496561" y="28664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9"/>
            <p:cNvSpPr/>
            <p:nvPr/>
          </p:nvSpPr>
          <p:spPr>
            <a:xfrm>
              <a:off x="4177071" y="28664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9"/>
            <p:cNvSpPr/>
            <p:nvPr/>
          </p:nvSpPr>
          <p:spPr>
            <a:xfrm>
              <a:off x="4086845" y="33508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9"/>
            <p:cNvSpPr/>
            <p:nvPr/>
          </p:nvSpPr>
          <p:spPr>
            <a:xfrm>
              <a:off x="3513912" y="33293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9"/>
            <p:cNvSpPr/>
            <p:nvPr/>
          </p:nvSpPr>
          <p:spPr>
            <a:xfrm>
              <a:off x="3681983" y="33508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9"/>
            <p:cNvSpPr/>
            <p:nvPr/>
          </p:nvSpPr>
          <p:spPr>
            <a:xfrm>
              <a:off x="4339358" y="33508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9"/>
            <p:cNvSpPr/>
            <p:nvPr/>
          </p:nvSpPr>
          <p:spPr>
            <a:xfrm>
              <a:off x="3420387" y="33061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9"/>
            <p:cNvSpPr/>
            <p:nvPr/>
          </p:nvSpPr>
          <p:spPr>
            <a:xfrm>
              <a:off x="3419530" y="32241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9"/>
            <p:cNvSpPr/>
            <p:nvPr/>
          </p:nvSpPr>
          <p:spPr>
            <a:xfrm>
              <a:off x="3419530" y="32249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9"/>
            <p:cNvSpPr/>
            <p:nvPr/>
          </p:nvSpPr>
          <p:spPr>
            <a:xfrm>
              <a:off x="4860923" y="28565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9"/>
            <p:cNvSpPr/>
            <p:nvPr/>
          </p:nvSpPr>
          <p:spPr>
            <a:xfrm>
              <a:off x="2633884" y="28400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9"/>
            <p:cNvSpPr/>
            <p:nvPr/>
          </p:nvSpPr>
          <p:spPr>
            <a:xfrm>
              <a:off x="3340914" y="28847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9"/>
            <p:cNvSpPr/>
            <p:nvPr/>
          </p:nvSpPr>
          <p:spPr>
            <a:xfrm>
              <a:off x="3340914" y="28847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9"/>
            <p:cNvSpPr/>
            <p:nvPr/>
          </p:nvSpPr>
          <p:spPr>
            <a:xfrm>
              <a:off x="2638800" y="28077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9"/>
            <p:cNvSpPr/>
            <p:nvPr/>
          </p:nvSpPr>
          <p:spPr>
            <a:xfrm>
              <a:off x="2585000" y="27588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9"/>
            <p:cNvSpPr/>
            <p:nvPr/>
          </p:nvSpPr>
          <p:spPr>
            <a:xfrm>
              <a:off x="3336750" y="27881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9"/>
            <p:cNvSpPr/>
            <p:nvPr/>
          </p:nvSpPr>
          <p:spPr>
            <a:xfrm>
              <a:off x="3336752" y="2893256"/>
              <a:ext cx="2140970" cy="540462"/>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9"/>
            <p:cNvSpPr/>
            <p:nvPr/>
          </p:nvSpPr>
          <p:spPr>
            <a:xfrm>
              <a:off x="2667001" y="38914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9"/>
            <p:cNvSpPr/>
            <p:nvPr/>
          </p:nvSpPr>
          <p:spPr>
            <a:xfrm>
              <a:off x="2638805" y="2827321"/>
              <a:ext cx="697967"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19"/>
          <p:cNvGrpSpPr/>
          <p:nvPr/>
        </p:nvGrpSpPr>
        <p:grpSpPr>
          <a:xfrm>
            <a:off x="443688" y="3737500"/>
            <a:ext cx="1123200" cy="2706000"/>
            <a:chOff x="7280950" y="1859275"/>
            <a:chExt cx="1123200" cy="2706000"/>
          </a:xfrm>
        </p:grpSpPr>
        <p:sp>
          <p:nvSpPr>
            <p:cNvPr id="1383" name="Google Shape;1383;p19"/>
            <p:cNvSpPr/>
            <p:nvPr/>
          </p:nvSpPr>
          <p:spPr>
            <a:xfrm>
              <a:off x="7448500" y="3988375"/>
              <a:ext cx="719225" cy="576900"/>
            </a:xfrm>
            <a:custGeom>
              <a:rect b="b" l="l" r="r" t="t"/>
              <a:pathLst>
                <a:path extrusionOk="0" h="23076" w="28769">
                  <a:moveTo>
                    <a:pt x="401" y="1"/>
                  </a:moveTo>
                  <a:cubicBezTo>
                    <a:pt x="382" y="1"/>
                    <a:pt x="362" y="2"/>
                    <a:pt x="341" y="5"/>
                  </a:cubicBezTo>
                  <a:cubicBezTo>
                    <a:pt x="114" y="62"/>
                    <a:pt x="1" y="260"/>
                    <a:pt x="57" y="544"/>
                  </a:cubicBezTo>
                  <a:cubicBezTo>
                    <a:pt x="86" y="885"/>
                    <a:pt x="143" y="1254"/>
                    <a:pt x="228" y="1595"/>
                  </a:cubicBezTo>
                  <a:cubicBezTo>
                    <a:pt x="512" y="2703"/>
                    <a:pt x="796" y="3810"/>
                    <a:pt x="1080" y="4946"/>
                  </a:cubicBezTo>
                  <a:cubicBezTo>
                    <a:pt x="2358" y="9944"/>
                    <a:pt x="3664" y="14943"/>
                    <a:pt x="4942" y="19941"/>
                  </a:cubicBezTo>
                  <a:cubicBezTo>
                    <a:pt x="4999" y="20140"/>
                    <a:pt x="5084" y="20310"/>
                    <a:pt x="5141" y="20480"/>
                  </a:cubicBezTo>
                  <a:cubicBezTo>
                    <a:pt x="5226" y="20764"/>
                    <a:pt x="5396" y="20963"/>
                    <a:pt x="5652" y="21105"/>
                  </a:cubicBezTo>
                  <a:cubicBezTo>
                    <a:pt x="6050" y="21332"/>
                    <a:pt x="6476" y="21531"/>
                    <a:pt x="6930" y="21645"/>
                  </a:cubicBezTo>
                  <a:cubicBezTo>
                    <a:pt x="9563" y="22486"/>
                    <a:pt x="12223" y="23068"/>
                    <a:pt x="14834" y="23068"/>
                  </a:cubicBezTo>
                  <a:cubicBezTo>
                    <a:pt x="14954" y="23068"/>
                    <a:pt x="15074" y="23067"/>
                    <a:pt x="15194" y="23065"/>
                  </a:cubicBezTo>
                  <a:cubicBezTo>
                    <a:pt x="15420" y="23072"/>
                    <a:pt x="15645" y="23075"/>
                    <a:pt x="15870" y="23075"/>
                  </a:cubicBezTo>
                  <a:cubicBezTo>
                    <a:pt x="17462" y="23075"/>
                    <a:pt x="19048" y="22898"/>
                    <a:pt x="20590" y="22525"/>
                  </a:cubicBezTo>
                  <a:cubicBezTo>
                    <a:pt x="21726" y="22241"/>
                    <a:pt x="22833" y="21787"/>
                    <a:pt x="23827" y="21190"/>
                  </a:cubicBezTo>
                  <a:cubicBezTo>
                    <a:pt x="24395" y="20821"/>
                    <a:pt x="24850" y="20367"/>
                    <a:pt x="24907" y="19628"/>
                  </a:cubicBezTo>
                  <a:cubicBezTo>
                    <a:pt x="24907" y="19572"/>
                    <a:pt x="24907" y="19515"/>
                    <a:pt x="24935" y="19458"/>
                  </a:cubicBezTo>
                  <a:cubicBezTo>
                    <a:pt x="25730" y="15624"/>
                    <a:pt x="26525" y="11762"/>
                    <a:pt x="27349" y="7900"/>
                  </a:cubicBezTo>
                  <a:cubicBezTo>
                    <a:pt x="27803" y="5741"/>
                    <a:pt x="28258" y="3555"/>
                    <a:pt x="28684" y="1368"/>
                  </a:cubicBezTo>
                  <a:cubicBezTo>
                    <a:pt x="28740" y="1084"/>
                    <a:pt x="28769" y="772"/>
                    <a:pt x="28740" y="488"/>
                  </a:cubicBezTo>
                  <a:cubicBezTo>
                    <a:pt x="28769" y="346"/>
                    <a:pt x="28655" y="204"/>
                    <a:pt x="28513" y="204"/>
                  </a:cubicBezTo>
                  <a:cubicBezTo>
                    <a:pt x="28494" y="199"/>
                    <a:pt x="28474" y="196"/>
                    <a:pt x="28455" y="196"/>
                  </a:cubicBezTo>
                  <a:cubicBezTo>
                    <a:pt x="28362" y="196"/>
                    <a:pt x="28276" y="252"/>
                    <a:pt x="28229" y="346"/>
                  </a:cubicBezTo>
                  <a:cubicBezTo>
                    <a:pt x="28030" y="715"/>
                    <a:pt x="27661" y="970"/>
                    <a:pt x="27235" y="970"/>
                  </a:cubicBezTo>
                  <a:cubicBezTo>
                    <a:pt x="27036" y="999"/>
                    <a:pt x="26866" y="1056"/>
                    <a:pt x="26696" y="1141"/>
                  </a:cubicBezTo>
                  <a:cubicBezTo>
                    <a:pt x="25333" y="1595"/>
                    <a:pt x="23941" y="1879"/>
                    <a:pt x="22521" y="1993"/>
                  </a:cubicBezTo>
                  <a:cubicBezTo>
                    <a:pt x="21328" y="2106"/>
                    <a:pt x="20164" y="2248"/>
                    <a:pt x="18943" y="2362"/>
                  </a:cubicBezTo>
                  <a:cubicBezTo>
                    <a:pt x="17693" y="2504"/>
                    <a:pt x="16472" y="2646"/>
                    <a:pt x="15251" y="2646"/>
                  </a:cubicBezTo>
                  <a:lnTo>
                    <a:pt x="12695" y="2646"/>
                  </a:lnTo>
                  <a:cubicBezTo>
                    <a:pt x="11502" y="2646"/>
                    <a:pt x="10309" y="2532"/>
                    <a:pt x="9117" y="2334"/>
                  </a:cubicBezTo>
                  <a:cubicBezTo>
                    <a:pt x="8350" y="2248"/>
                    <a:pt x="7612" y="2106"/>
                    <a:pt x="6845" y="1993"/>
                  </a:cubicBezTo>
                  <a:cubicBezTo>
                    <a:pt x="5851" y="1851"/>
                    <a:pt x="4828" y="1709"/>
                    <a:pt x="3835" y="1567"/>
                  </a:cubicBezTo>
                  <a:cubicBezTo>
                    <a:pt x="3636" y="1510"/>
                    <a:pt x="3430" y="1482"/>
                    <a:pt x="3227" y="1482"/>
                  </a:cubicBezTo>
                  <a:cubicBezTo>
                    <a:pt x="3025" y="1482"/>
                    <a:pt x="2826" y="1510"/>
                    <a:pt x="2642" y="1567"/>
                  </a:cubicBezTo>
                  <a:cubicBezTo>
                    <a:pt x="2557" y="1609"/>
                    <a:pt x="2471" y="1631"/>
                    <a:pt x="2390" y="1631"/>
                  </a:cubicBezTo>
                  <a:cubicBezTo>
                    <a:pt x="2308" y="1631"/>
                    <a:pt x="2230" y="1609"/>
                    <a:pt x="2159" y="1567"/>
                  </a:cubicBezTo>
                  <a:cubicBezTo>
                    <a:pt x="1903" y="1510"/>
                    <a:pt x="1676" y="1425"/>
                    <a:pt x="1449" y="1340"/>
                  </a:cubicBezTo>
                  <a:cubicBezTo>
                    <a:pt x="1222" y="1283"/>
                    <a:pt x="1051" y="1112"/>
                    <a:pt x="995" y="914"/>
                  </a:cubicBezTo>
                  <a:cubicBezTo>
                    <a:pt x="938" y="686"/>
                    <a:pt x="881" y="488"/>
                    <a:pt x="796" y="289"/>
                  </a:cubicBezTo>
                  <a:cubicBezTo>
                    <a:pt x="719" y="110"/>
                    <a:pt x="574" y="1"/>
                    <a:pt x="4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9"/>
            <p:cNvSpPr/>
            <p:nvPr/>
          </p:nvSpPr>
          <p:spPr>
            <a:xfrm>
              <a:off x="7368975" y="3711475"/>
              <a:ext cx="881125" cy="367325"/>
            </a:xfrm>
            <a:custGeom>
              <a:rect b="b" l="l" r="r" t="t"/>
              <a:pathLst>
                <a:path extrusionOk="0" h="14693" w="35245">
                  <a:moveTo>
                    <a:pt x="15437" y="655"/>
                  </a:moveTo>
                  <a:cubicBezTo>
                    <a:pt x="17070" y="655"/>
                    <a:pt x="18702" y="698"/>
                    <a:pt x="20335" y="772"/>
                  </a:cubicBezTo>
                  <a:cubicBezTo>
                    <a:pt x="22209" y="857"/>
                    <a:pt x="24112" y="999"/>
                    <a:pt x="25986" y="1198"/>
                  </a:cubicBezTo>
                  <a:cubicBezTo>
                    <a:pt x="27548" y="1368"/>
                    <a:pt x="29138" y="1596"/>
                    <a:pt x="30672" y="1908"/>
                  </a:cubicBezTo>
                  <a:cubicBezTo>
                    <a:pt x="31637" y="2078"/>
                    <a:pt x="32546" y="2362"/>
                    <a:pt x="33427" y="2703"/>
                  </a:cubicBezTo>
                  <a:cubicBezTo>
                    <a:pt x="33767" y="2817"/>
                    <a:pt x="34080" y="3016"/>
                    <a:pt x="34335" y="3271"/>
                  </a:cubicBezTo>
                  <a:cubicBezTo>
                    <a:pt x="34449" y="3356"/>
                    <a:pt x="34449" y="3527"/>
                    <a:pt x="34335" y="3640"/>
                  </a:cubicBezTo>
                  <a:cubicBezTo>
                    <a:pt x="34137" y="3811"/>
                    <a:pt x="33909" y="3953"/>
                    <a:pt x="33654" y="4066"/>
                  </a:cubicBezTo>
                  <a:cubicBezTo>
                    <a:pt x="32972" y="4322"/>
                    <a:pt x="32291" y="4521"/>
                    <a:pt x="31609" y="4634"/>
                  </a:cubicBezTo>
                  <a:cubicBezTo>
                    <a:pt x="30246" y="4890"/>
                    <a:pt x="28883" y="5089"/>
                    <a:pt x="27520" y="5202"/>
                  </a:cubicBezTo>
                  <a:cubicBezTo>
                    <a:pt x="24935" y="5401"/>
                    <a:pt x="22294" y="5515"/>
                    <a:pt x="19710" y="5515"/>
                  </a:cubicBezTo>
                  <a:cubicBezTo>
                    <a:pt x="16842" y="5515"/>
                    <a:pt x="14030" y="5373"/>
                    <a:pt x="11219" y="5174"/>
                  </a:cubicBezTo>
                  <a:cubicBezTo>
                    <a:pt x="9429" y="5060"/>
                    <a:pt x="7669" y="4833"/>
                    <a:pt x="5908" y="4521"/>
                  </a:cubicBezTo>
                  <a:cubicBezTo>
                    <a:pt x="4630" y="4294"/>
                    <a:pt x="3352" y="3981"/>
                    <a:pt x="2103" y="3555"/>
                  </a:cubicBezTo>
                  <a:cubicBezTo>
                    <a:pt x="1677" y="3442"/>
                    <a:pt x="1279" y="3214"/>
                    <a:pt x="967" y="2959"/>
                  </a:cubicBezTo>
                  <a:cubicBezTo>
                    <a:pt x="825" y="2845"/>
                    <a:pt x="825" y="2618"/>
                    <a:pt x="967" y="2504"/>
                  </a:cubicBezTo>
                  <a:cubicBezTo>
                    <a:pt x="1194" y="2334"/>
                    <a:pt x="1449" y="2164"/>
                    <a:pt x="1733" y="2078"/>
                  </a:cubicBezTo>
                  <a:cubicBezTo>
                    <a:pt x="2500" y="1794"/>
                    <a:pt x="3295" y="1567"/>
                    <a:pt x="4119" y="1454"/>
                  </a:cubicBezTo>
                  <a:cubicBezTo>
                    <a:pt x="6391" y="1084"/>
                    <a:pt x="8663" y="857"/>
                    <a:pt x="10963" y="772"/>
                  </a:cubicBezTo>
                  <a:cubicBezTo>
                    <a:pt x="12454" y="691"/>
                    <a:pt x="13946" y="655"/>
                    <a:pt x="15437" y="655"/>
                  </a:cubicBezTo>
                  <a:close/>
                  <a:moveTo>
                    <a:pt x="15256" y="0"/>
                  </a:moveTo>
                  <a:cubicBezTo>
                    <a:pt x="11962" y="0"/>
                    <a:pt x="8661" y="191"/>
                    <a:pt x="5397" y="602"/>
                  </a:cubicBezTo>
                  <a:cubicBezTo>
                    <a:pt x="4147" y="744"/>
                    <a:pt x="2954" y="999"/>
                    <a:pt x="1790" y="1397"/>
                  </a:cubicBezTo>
                  <a:cubicBezTo>
                    <a:pt x="1393" y="1510"/>
                    <a:pt x="1023" y="1681"/>
                    <a:pt x="683" y="1908"/>
                  </a:cubicBezTo>
                  <a:cubicBezTo>
                    <a:pt x="228" y="2220"/>
                    <a:pt x="1" y="2788"/>
                    <a:pt x="115" y="3328"/>
                  </a:cubicBezTo>
                  <a:cubicBezTo>
                    <a:pt x="143" y="3555"/>
                    <a:pt x="171" y="3726"/>
                    <a:pt x="228" y="3896"/>
                  </a:cubicBezTo>
                  <a:cubicBezTo>
                    <a:pt x="626" y="5515"/>
                    <a:pt x="995" y="7162"/>
                    <a:pt x="1393" y="8781"/>
                  </a:cubicBezTo>
                  <a:cubicBezTo>
                    <a:pt x="1449" y="8923"/>
                    <a:pt x="1478" y="9093"/>
                    <a:pt x="1478" y="9263"/>
                  </a:cubicBezTo>
                  <a:cubicBezTo>
                    <a:pt x="1506" y="9831"/>
                    <a:pt x="1648" y="10399"/>
                    <a:pt x="1932" y="10910"/>
                  </a:cubicBezTo>
                  <a:cubicBezTo>
                    <a:pt x="2131" y="11507"/>
                    <a:pt x="2642" y="11961"/>
                    <a:pt x="3238" y="12160"/>
                  </a:cubicBezTo>
                  <a:cubicBezTo>
                    <a:pt x="4062" y="12416"/>
                    <a:pt x="4857" y="12700"/>
                    <a:pt x="5681" y="12927"/>
                  </a:cubicBezTo>
                  <a:cubicBezTo>
                    <a:pt x="7669" y="13438"/>
                    <a:pt x="9713" y="13836"/>
                    <a:pt x="11787" y="14120"/>
                  </a:cubicBezTo>
                  <a:cubicBezTo>
                    <a:pt x="14257" y="14489"/>
                    <a:pt x="16728" y="14602"/>
                    <a:pt x="18517" y="14688"/>
                  </a:cubicBezTo>
                  <a:cubicBezTo>
                    <a:pt x="18751" y="14691"/>
                    <a:pt x="18986" y="14693"/>
                    <a:pt x="19220" y="14693"/>
                  </a:cubicBezTo>
                  <a:cubicBezTo>
                    <a:pt x="20860" y="14693"/>
                    <a:pt x="22500" y="14606"/>
                    <a:pt x="24140" y="14432"/>
                  </a:cubicBezTo>
                  <a:cubicBezTo>
                    <a:pt x="26327" y="14176"/>
                    <a:pt x="28514" y="13665"/>
                    <a:pt x="30587" y="12927"/>
                  </a:cubicBezTo>
                  <a:cubicBezTo>
                    <a:pt x="31240" y="12671"/>
                    <a:pt x="31836" y="12387"/>
                    <a:pt x="32433" y="12046"/>
                  </a:cubicBezTo>
                  <a:cubicBezTo>
                    <a:pt x="33029" y="11677"/>
                    <a:pt x="33455" y="11109"/>
                    <a:pt x="33625" y="10456"/>
                  </a:cubicBezTo>
                  <a:cubicBezTo>
                    <a:pt x="33995" y="9093"/>
                    <a:pt x="34392" y="7758"/>
                    <a:pt x="34733" y="6395"/>
                  </a:cubicBezTo>
                  <a:cubicBezTo>
                    <a:pt x="34960" y="5628"/>
                    <a:pt x="35074" y="4805"/>
                    <a:pt x="35159" y="3981"/>
                  </a:cubicBezTo>
                  <a:cubicBezTo>
                    <a:pt x="35244" y="3300"/>
                    <a:pt x="34875" y="2646"/>
                    <a:pt x="34250" y="2391"/>
                  </a:cubicBezTo>
                  <a:cubicBezTo>
                    <a:pt x="34023" y="2277"/>
                    <a:pt x="33796" y="2164"/>
                    <a:pt x="33569" y="2078"/>
                  </a:cubicBezTo>
                  <a:cubicBezTo>
                    <a:pt x="33057" y="1908"/>
                    <a:pt x="32546" y="1738"/>
                    <a:pt x="32007" y="1596"/>
                  </a:cubicBezTo>
                  <a:cubicBezTo>
                    <a:pt x="29678" y="1028"/>
                    <a:pt x="27292" y="658"/>
                    <a:pt x="24878" y="460"/>
                  </a:cubicBezTo>
                  <a:cubicBezTo>
                    <a:pt x="22493" y="204"/>
                    <a:pt x="20079" y="90"/>
                    <a:pt x="17665" y="34"/>
                  </a:cubicBezTo>
                  <a:cubicBezTo>
                    <a:pt x="16863" y="11"/>
                    <a:pt x="16060" y="0"/>
                    <a:pt x="152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9"/>
            <p:cNvSpPr/>
            <p:nvPr/>
          </p:nvSpPr>
          <p:spPr>
            <a:xfrm>
              <a:off x="7389575" y="3727650"/>
              <a:ext cx="840625" cy="121700"/>
            </a:xfrm>
            <a:custGeom>
              <a:rect b="b" l="l" r="r" t="t"/>
              <a:pathLst>
                <a:path extrusionOk="0" h="4868" w="33625">
                  <a:moveTo>
                    <a:pt x="14595" y="1"/>
                  </a:moveTo>
                  <a:cubicBezTo>
                    <a:pt x="13119" y="1"/>
                    <a:pt x="11643" y="30"/>
                    <a:pt x="10167" y="97"/>
                  </a:cubicBezTo>
                  <a:cubicBezTo>
                    <a:pt x="7867" y="182"/>
                    <a:pt x="5567" y="409"/>
                    <a:pt x="3295" y="778"/>
                  </a:cubicBezTo>
                  <a:cubicBezTo>
                    <a:pt x="2500" y="920"/>
                    <a:pt x="1704" y="1119"/>
                    <a:pt x="938" y="1403"/>
                  </a:cubicBezTo>
                  <a:cubicBezTo>
                    <a:pt x="625" y="1517"/>
                    <a:pt x="370" y="1659"/>
                    <a:pt x="143" y="1857"/>
                  </a:cubicBezTo>
                  <a:cubicBezTo>
                    <a:pt x="1" y="1971"/>
                    <a:pt x="1" y="2170"/>
                    <a:pt x="143" y="2283"/>
                  </a:cubicBezTo>
                  <a:cubicBezTo>
                    <a:pt x="483" y="2567"/>
                    <a:pt x="881" y="2766"/>
                    <a:pt x="1307" y="2908"/>
                  </a:cubicBezTo>
                  <a:cubicBezTo>
                    <a:pt x="2528" y="3306"/>
                    <a:pt x="3806" y="3618"/>
                    <a:pt x="5084" y="3845"/>
                  </a:cubicBezTo>
                  <a:cubicBezTo>
                    <a:pt x="6845" y="4158"/>
                    <a:pt x="8605" y="4385"/>
                    <a:pt x="10366" y="4498"/>
                  </a:cubicBezTo>
                  <a:cubicBezTo>
                    <a:pt x="13206" y="4726"/>
                    <a:pt x="16018" y="4868"/>
                    <a:pt x="18886" y="4868"/>
                  </a:cubicBezTo>
                  <a:cubicBezTo>
                    <a:pt x="21470" y="4868"/>
                    <a:pt x="24111" y="4754"/>
                    <a:pt x="26724" y="4527"/>
                  </a:cubicBezTo>
                  <a:cubicBezTo>
                    <a:pt x="28087" y="4413"/>
                    <a:pt x="29450" y="4243"/>
                    <a:pt x="30785" y="3987"/>
                  </a:cubicBezTo>
                  <a:cubicBezTo>
                    <a:pt x="31495" y="3845"/>
                    <a:pt x="32177" y="3647"/>
                    <a:pt x="32830" y="3391"/>
                  </a:cubicBezTo>
                  <a:cubicBezTo>
                    <a:pt x="33114" y="3306"/>
                    <a:pt x="33341" y="3164"/>
                    <a:pt x="33540" y="2965"/>
                  </a:cubicBezTo>
                  <a:cubicBezTo>
                    <a:pt x="33625" y="2880"/>
                    <a:pt x="33625" y="2709"/>
                    <a:pt x="33540" y="2596"/>
                  </a:cubicBezTo>
                  <a:cubicBezTo>
                    <a:pt x="33284" y="2369"/>
                    <a:pt x="32972" y="2170"/>
                    <a:pt x="32631" y="2056"/>
                  </a:cubicBezTo>
                  <a:cubicBezTo>
                    <a:pt x="31751" y="1687"/>
                    <a:pt x="30813" y="1431"/>
                    <a:pt x="29876" y="1261"/>
                  </a:cubicBezTo>
                  <a:cubicBezTo>
                    <a:pt x="28314" y="920"/>
                    <a:pt x="26752" y="721"/>
                    <a:pt x="25190" y="551"/>
                  </a:cubicBezTo>
                  <a:cubicBezTo>
                    <a:pt x="23288" y="324"/>
                    <a:pt x="21413" y="182"/>
                    <a:pt x="19539" y="97"/>
                  </a:cubicBezTo>
                  <a:cubicBezTo>
                    <a:pt x="17891" y="37"/>
                    <a:pt x="16243" y="1"/>
                    <a:pt x="145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9"/>
            <p:cNvSpPr/>
            <p:nvPr/>
          </p:nvSpPr>
          <p:spPr>
            <a:xfrm>
              <a:off x="7443525" y="3781775"/>
              <a:ext cx="734150" cy="67575"/>
            </a:xfrm>
            <a:custGeom>
              <a:rect b="b" l="l" r="r" t="t"/>
              <a:pathLst>
                <a:path extrusionOk="0" h="2703" w="29366">
                  <a:moveTo>
                    <a:pt x="12484" y="1"/>
                  </a:moveTo>
                  <a:cubicBezTo>
                    <a:pt x="10992" y="1"/>
                    <a:pt x="9501" y="37"/>
                    <a:pt x="8009" y="118"/>
                  </a:cubicBezTo>
                  <a:cubicBezTo>
                    <a:pt x="5709" y="175"/>
                    <a:pt x="3409" y="431"/>
                    <a:pt x="1137" y="800"/>
                  </a:cubicBezTo>
                  <a:cubicBezTo>
                    <a:pt x="768" y="857"/>
                    <a:pt x="370" y="942"/>
                    <a:pt x="1" y="1027"/>
                  </a:cubicBezTo>
                  <a:cubicBezTo>
                    <a:pt x="966" y="1311"/>
                    <a:pt x="1960" y="1510"/>
                    <a:pt x="2954" y="1709"/>
                  </a:cubicBezTo>
                  <a:cubicBezTo>
                    <a:pt x="4687" y="2021"/>
                    <a:pt x="6476" y="2220"/>
                    <a:pt x="8237" y="2333"/>
                  </a:cubicBezTo>
                  <a:cubicBezTo>
                    <a:pt x="11048" y="2561"/>
                    <a:pt x="13860" y="2703"/>
                    <a:pt x="16756" y="2703"/>
                  </a:cubicBezTo>
                  <a:cubicBezTo>
                    <a:pt x="19341" y="2703"/>
                    <a:pt x="21953" y="2589"/>
                    <a:pt x="24566" y="2390"/>
                  </a:cubicBezTo>
                  <a:cubicBezTo>
                    <a:pt x="25929" y="2277"/>
                    <a:pt x="27292" y="2078"/>
                    <a:pt x="28627" y="1822"/>
                  </a:cubicBezTo>
                  <a:cubicBezTo>
                    <a:pt x="28883" y="1766"/>
                    <a:pt x="29138" y="1709"/>
                    <a:pt x="29365" y="1652"/>
                  </a:cubicBezTo>
                  <a:cubicBezTo>
                    <a:pt x="28826" y="1510"/>
                    <a:pt x="28286" y="1368"/>
                    <a:pt x="27718" y="1254"/>
                  </a:cubicBezTo>
                  <a:cubicBezTo>
                    <a:pt x="26156" y="942"/>
                    <a:pt x="24594" y="715"/>
                    <a:pt x="23004" y="544"/>
                  </a:cubicBezTo>
                  <a:cubicBezTo>
                    <a:pt x="21130" y="346"/>
                    <a:pt x="19255" y="175"/>
                    <a:pt x="17381" y="118"/>
                  </a:cubicBezTo>
                  <a:cubicBezTo>
                    <a:pt x="15749" y="44"/>
                    <a:pt x="14116" y="1"/>
                    <a:pt x="12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9"/>
            <p:cNvSpPr/>
            <p:nvPr/>
          </p:nvSpPr>
          <p:spPr>
            <a:xfrm>
              <a:off x="7280950" y="2061108"/>
              <a:ext cx="415350" cy="1746802"/>
            </a:xfrm>
            <a:custGeom>
              <a:rect b="b" l="l" r="r" t="t"/>
              <a:pathLst>
                <a:path extrusionOk="0" h="72943" w="16614">
                  <a:moveTo>
                    <a:pt x="4277" y="1"/>
                  </a:moveTo>
                  <a:cubicBezTo>
                    <a:pt x="4253" y="1"/>
                    <a:pt x="4228" y="3"/>
                    <a:pt x="4204" y="6"/>
                  </a:cubicBezTo>
                  <a:cubicBezTo>
                    <a:pt x="4005" y="6"/>
                    <a:pt x="3834" y="148"/>
                    <a:pt x="3778" y="318"/>
                  </a:cubicBezTo>
                  <a:cubicBezTo>
                    <a:pt x="3721" y="517"/>
                    <a:pt x="3664" y="688"/>
                    <a:pt x="3664" y="886"/>
                  </a:cubicBezTo>
                  <a:cubicBezTo>
                    <a:pt x="3607" y="1369"/>
                    <a:pt x="3607" y="1880"/>
                    <a:pt x="3550" y="2363"/>
                  </a:cubicBezTo>
                  <a:cubicBezTo>
                    <a:pt x="3323" y="4550"/>
                    <a:pt x="3011" y="6765"/>
                    <a:pt x="2613" y="8923"/>
                  </a:cubicBezTo>
                  <a:cubicBezTo>
                    <a:pt x="2159" y="11224"/>
                    <a:pt x="1676" y="13496"/>
                    <a:pt x="1307" y="15796"/>
                  </a:cubicBezTo>
                  <a:cubicBezTo>
                    <a:pt x="625" y="19999"/>
                    <a:pt x="199" y="24259"/>
                    <a:pt x="86" y="28519"/>
                  </a:cubicBezTo>
                  <a:cubicBezTo>
                    <a:pt x="1" y="31216"/>
                    <a:pt x="285" y="33886"/>
                    <a:pt x="938" y="36499"/>
                  </a:cubicBezTo>
                  <a:cubicBezTo>
                    <a:pt x="1676" y="39651"/>
                    <a:pt x="2613" y="42775"/>
                    <a:pt x="3749" y="45842"/>
                  </a:cubicBezTo>
                  <a:cubicBezTo>
                    <a:pt x="5254" y="49960"/>
                    <a:pt x="6277" y="54220"/>
                    <a:pt x="7299" y="58479"/>
                  </a:cubicBezTo>
                  <a:cubicBezTo>
                    <a:pt x="7924" y="61546"/>
                    <a:pt x="8776" y="64585"/>
                    <a:pt x="9770" y="67567"/>
                  </a:cubicBezTo>
                  <a:cubicBezTo>
                    <a:pt x="10054" y="68334"/>
                    <a:pt x="10281" y="69129"/>
                    <a:pt x="10451" y="69924"/>
                  </a:cubicBezTo>
                  <a:cubicBezTo>
                    <a:pt x="10537" y="70379"/>
                    <a:pt x="10622" y="70833"/>
                    <a:pt x="10735" y="71287"/>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878"/>
                  </a:cubicBezTo>
                  <a:cubicBezTo>
                    <a:pt x="12491" y="72887"/>
                    <a:pt x="12657" y="72892"/>
                    <a:pt x="12822" y="72892"/>
                  </a:cubicBezTo>
                  <a:cubicBezTo>
                    <a:pt x="13649" y="72892"/>
                    <a:pt x="14470" y="72773"/>
                    <a:pt x="15251" y="72537"/>
                  </a:cubicBezTo>
                  <a:lnTo>
                    <a:pt x="15080" y="71188"/>
                  </a:lnTo>
                  <a:lnTo>
                    <a:pt x="15080" y="71188"/>
                  </a:lnTo>
                  <a:cubicBezTo>
                    <a:pt x="15137" y="71635"/>
                    <a:pt x="15194" y="72082"/>
                    <a:pt x="15251" y="72537"/>
                  </a:cubicBezTo>
                  <a:cubicBezTo>
                    <a:pt x="16160" y="72224"/>
                    <a:pt x="16330" y="72054"/>
                    <a:pt x="16330" y="71145"/>
                  </a:cubicBezTo>
                  <a:lnTo>
                    <a:pt x="16330" y="69243"/>
                  </a:lnTo>
                  <a:cubicBezTo>
                    <a:pt x="16273" y="67652"/>
                    <a:pt x="16245" y="66033"/>
                    <a:pt x="16330" y="64415"/>
                  </a:cubicBezTo>
                  <a:cubicBezTo>
                    <a:pt x="16358" y="63023"/>
                    <a:pt x="16387" y="61603"/>
                    <a:pt x="16415" y="60212"/>
                  </a:cubicBezTo>
                  <a:lnTo>
                    <a:pt x="16415" y="56605"/>
                  </a:lnTo>
                  <a:cubicBezTo>
                    <a:pt x="16415" y="54134"/>
                    <a:pt x="16529" y="51692"/>
                    <a:pt x="16444" y="49221"/>
                  </a:cubicBezTo>
                  <a:cubicBezTo>
                    <a:pt x="16415" y="48199"/>
                    <a:pt x="16415" y="47205"/>
                    <a:pt x="16444" y="46183"/>
                  </a:cubicBezTo>
                  <a:cubicBezTo>
                    <a:pt x="16444" y="44195"/>
                    <a:pt x="16500" y="42178"/>
                    <a:pt x="16500" y="40190"/>
                  </a:cubicBezTo>
                  <a:cubicBezTo>
                    <a:pt x="16500" y="39168"/>
                    <a:pt x="16500" y="38174"/>
                    <a:pt x="16529" y="37152"/>
                  </a:cubicBezTo>
                  <a:cubicBezTo>
                    <a:pt x="16614" y="34426"/>
                    <a:pt x="16415" y="31671"/>
                    <a:pt x="15989" y="28973"/>
                  </a:cubicBezTo>
                  <a:cubicBezTo>
                    <a:pt x="15506" y="26303"/>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9"/>
            <p:cNvSpPr/>
            <p:nvPr/>
          </p:nvSpPr>
          <p:spPr>
            <a:xfrm>
              <a:off x="7280950" y="2061108"/>
              <a:ext cx="414650" cy="1746802"/>
            </a:xfrm>
            <a:custGeom>
              <a:rect b="b" l="l" r="r" t="t"/>
              <a:pathLst>
                <a:path extrusionOk="0" h="72943" w="16586">
                  <a:moveTo>
                    <a:pt x="4277" y="1"/>
                  </a:moveTo>
                  <a:cubicBezTo>
                    <a:pt x="4253" y="1"/>
                    <a:pt x="4228" y="3"/>
                    <a:pt x="4204" y="6"/>
                  </a:cubicBezTo>
                  <a:cubicBezTo>
                    <a:pt x="4005" y="6"/>
                    <a:pt x="3834" y="120"/>
                    <a:pt x="3778" y="318"/>
                  </a:cubicBezTo>
                  <a:cubicBezTo>
                    <a:pt x="3721" y="489"/>
                    <a:pt x="3664" y="688"/>
                    <a:pt x="3664" y="886"/>
                  </a:cubicBezTo>
                  <a:cubicBezTo>
                    <a:pt x="3607" y="1369"/>
                    <a:pt x="3607" y="1852"/>
                    <a:pt x="3550" y="2363"/>
                  </a:cubicBezTo>
                  <a:cubicBezTo>
                    <a:pt x="3323" y="4550"/>
                    <a:pt x="3039" y="6765"/>
                    <a:pt x="2613" y="8923"/>
                  </a:cubicBezTo>
                  <a:cubicBezTo>
                    <a:pt x="2159" y="11224"/>
                    <a:pt x="1676" y="13496"/>
                    <a:pt x="1307" y="15796"/>
                  </a:cubicBezTo>
                  <a:cubicBezTo>
                    <a:pt x="625" y="19999"/>
                    <a:pt x="199" y="24259"/>
                    <a:pt x="86" y="28519"/>
                  </a:cubicBezTo>
                  <a:cubicBezTo>
                    <a:pt x="1" y="31216"/>
                    <a:pt x="285" y="33886"/>
                    <a:pt x="909" y="36499"/>
                  </a:cubicBezTo>
                  <a:cubicBezTo>
                    <a:pt x="1676" y="39651"/>
                    <a:pt x="2613" y="42775"/>
                    <a:pt x="3749" y="45842"/>
                  </a:cubicBezTo>
                  <a:cubicBezTo>
                    <a:pt x="5254" y="49960"/>
                    <a:pt x="6277" y="54220"/>
                    <a:pt x="7271" y="58479"/>
                  </a:cubicBezTo>
                  <a:cubicBezTo>
                    <a:pt x="7924" y="61546"/>
                    <a:pt x="8747" y="64585"/>
                    <a:pt x="9770" y="67567"/>
                  </a:cubicBezTo>
                  <a:cubicBezTo>
                    <a:pt x="10054" y="68334"/>
                    <a:pt x="10281" y="69129"/>
                    <a:pt x="10451" y="69924"/>
                  </a:cubicBezTo>
                  <a:cubicBezTo>
                    <a:pt x="10537" y="70379"/>
                    <a:pt x="10622" y="70861"/>
                    <a:pt x="10735" y="71316"/>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906"/>
                  </a:cubicBezTo>
                  <a:cubicBezTo>
                    <a:pt x="12240" y="72196"/>
                    <a:pt x="12127" y="71514"/>
                    <a:pt x="11928" y="70833"/>
                  </a:cubicBezTo>
                  <a:cubicBezTo>
                    <a:pt x="11843" y="70577"/>
                    <a:pt x="11814" y="70293"/>
                    <a:pt x="11786" y="70038"/>
                  </a:cubicBezTo>
                  <a:cubicBezTo>
                    <a:pt x="11616" y="69669"/>
                    <a:pt x="11530" y="69299"/>
                    <a:pt x="11474" y="68902"/>
                  </a:cubicBezTo>
                  <a:cubicBezTo>
                    <a:pt x="11246" y="68305"/>
                    <a:pt x="11105" y="67709"/>
                    <a:pt x="10991" y="67113"/>
                  </a:cubicBezTo>
                  <a:cubicBezTo>
                    <a:pt x="10821" y="66743"/>
                    <a:pt x="10707" y="66374"/>
                    <a:pt x="10707" y="65977"/>
                  </a:cubicBezTo>
                  <a:cubicBezTo>
                    <a:pt x="10451" y="65352"/>
                    <a:pt x="10281" y="64699"/>
                    <a:pt x="10196" y="64046"/>
                  </a:cubicBezTo>
                  <a:cubicBezTo>
                    <a:pt x="10054" y="63733"/>
                    <a:pt x="9969" y="63421"/>
                    <a:pt x="9940" y="63080"/>
                  </a:cubicBezTo>
                  <a:cubicBezTo>
                    <a:pt x="9685" y="62171"/>
                    <a:pt x="9457" y="61234"/>
                    <a:pt x="9287" y="60297"/>
                  </a:cubicBezTo>
                  <a:cubicBezTo>
                    <a:pt x="9117" y="59956"/>
                    <a:pt x="9031" y="59559"/>
                    <a:pt x="9003" y="59161"/>
                  </a:cubicBezTo>
                  <a:cubicBezTo>
                    <a:pt x="8719" y="58309"/>
                    <a:pt x="8520" y="57457"/>
                    <a:pt x="8350" y="56577"/>
                  </a:cubicBezTo>
                  <a:cubicBezTo>
                    <a:pt x="8208" y="56207"/>
                    <a:pt x="8094" y="55838"/>
                    <a:pt x="8066" y="55441"/>
                  </a:cubicBezTo>
                  <a:cubicBezTo>
                    <a:pt x="7924" y="55157"/>
                    <a:pt x="7810" y="54844"/>
                    <a:pt x="7782" y="54504"/>
                  </a:cubicBezTo>
                  <a:cubicBezTo>
                    <a:pt x="7555" y="53595"/>
                    <a:pt x="7356" y="52686"/>
                    <a:pt x="7129" y="51777"/>
                  </a:cubicBezTo>
                  <a:cubicBezTo>
                    <a:pt x="6930" y="51380"/>
                    <a:pt x="6816" y="50982"/>
                    <a:pt x="6788" y="50556"/>
                  </a:cubicBezTo>
                  <a:cubicBezTo>
                    <a:pt x="6617" y="50300"/>
                    <a:pt x="6532" y="50017"/>
                    <a:pt x="6504" y="49733"/>
                  </a:cubicBezTo>
                  <a:cubicBezTo>
                    <a:pt x="6277" y="48881"/>
                    <a:pt x="6021" y="48029"/>
                    <a:pt x="5794" y="47177"/>
                  </a:cubicBezTo>
                  <a:cubicBezTo>
                    <a:pt x="5624" y="46836"/>
                    <a:pt x="5510" y="46467"/>
                    <a:pt x="5425" y="46069"/>
                  </a:cubicBezTo>
                  <a:cubicBezTo>
                    <a:pt x="5056" y="44990"/>
                    <a:pt x="4686" y="43854"/>
                    <a:pt x="4402" y="42718"/>
                  </a:cubicBezTo>
                  <a:cubicBezTo>
                    <a:pt x="4175" y="42320"/>
                    <a:pt x="4062" y="41866"/>
                    <a:pt x="4005" y="41412"/>
                  </a:cubicBezTo>
                  <a:cubicBezTo>
                    <a:pt x="3749" y="40673"/>
                    <a:pt x="3522" y="39907"/>
                    <a:pt x="3380" y="39140"/>
                  </a:cubicBezTo>
                  <a:cubicBezTo>
                    <a:pt x="3068" y="38345"/>
                    <a:pt x="2869" y="37521"/>
                    <a:pt x="2755" y="36669"/>
                  </a:cubicBezTo>
                  <a:cubicBezTo>
                    <a:pt x="2500" y="36243"/>
                    <a:pt x="2528" y="35732"/>
                    <a:pt x="2386" y="35277"/>
                  </a:cubicBezTo>
                  <a:cubicBezTo>
                    <a:pt x="2301" y="34937"/>
                    <a:pt x="2244" y="34596"/>
                    <a:pt x="2216" y="34255"/>
                  </a:cubicBezTo>
                  <a:cubicBezTo>
                    <a:pt x="2102" y="33858"/>
                    <a:pt x="2045" y="33460"/>
                    <a:pt x="2045" y="33062"/>
                  </a:cubicBezTo>
                  <a:cubicBezTo>
                    <a:pt x="2017" y="33062"/>
                    <a:pt x="2017" y="33034"/>
                    <a:pt x="1988" y="33006"/>
                  </a:cubicBezTo>
                  <a:cubicBezTo>
                    <a:pt x="1790" y="32125"/>
                    <a:pt x="1676" y="31216"/>
                    <a:pt x="1619" y="30308"/>
                  </a:cubicBezTo>
                  <a:cubicBezTo>
                    <a:pt x="1506" y="29938"/>
                    <a:pt x="1477" y="29541"/>
                    <a:pt x="1534" y="29143"/>
                  </a:cubicBezTo>
                  <a:cubicBezTo>
                    <a:pt x="1392" y="28178"/>
                    <a:pt x="1364" y="27212"/>
                    <a:pt x="1477" y="26218"/>
                  </a:cubicBezTo>
                  <a:cubicBezTo>
                    <a:pt x="1392" y="25735"/>
                    <a:pt x="1392" y="25224"/>
                    <a:pt x="1506" y="24741"/>
                  </a:cubicBezTo>
                  <a:cubicBezTo>
                    <a:pt x="1477" y="24145"/>
                    <a:pt x="1506" y="23520"/>
                    <a:pt x="1619" y="22924"/>
                  </a:cubicBezTo>
                  <a:cubicBezTo>
                    <a:pt x="1591" y="22498"/>
                    <a:pt x="1648" y="22044"/>
                    <a:pt x="1733" y="21589"/>
                  </a:cubicBezTo>
                  <a:cubicBezTo>
                    <a:pt x="1761" y="20538"/>
                    <a:pt x="1903" y="19488"/>
                    <a:pt x="2130" y="18465"/>
                  </a:cubicBezTo>
                  <a:cubicBezTo>
                    <a:pt x="2102" y="18039"/>
                    <a:pt x="2187" y="17642"/>
                    <a:pt x="2329" y="17273"/>
                  </a:cubicBezTo>
                  <a:cubicBezTo>
                    <a:pt x="2414" y="16222"/>
                    <a:pt x="2585" y="15228"/>
                    <a:pt x="2869" y="14234"/>
                  </a:cubicBezTo>
                  <a:cubicBezTo>
                    <a:pt x="2869" y="13865"/>
                    <a:pt x="2954" y="13524"/>
                    <a:pt x="3096" y="13212"/>
                  </a:cubicBezTo>
                  <a:cubicBezTo>
                    <a:pt x="3096" y="12700"/>
                    <a:pt x="3181" y="12218"/>
                    <a:pt x="3352" y="11735"/>
                  </a:cubicBezTo>
                  <a:cubicBezTo>
                    <a:pt x="3352" y="11252"/>
                    <a:pt x="3437" y="10741"/>
                    <a:pt x="3607" y="10286"/>
                  </a:cubicBezTo>
                  <a:cubicBezTo>
                    <a:pt x="3692" y="9491"/>
                    <a:pt x="3806" y="8696"/>
                    <a:pt x="3976" y="7929"/>
                  </a:cubicBezTo>
                  <a:cubicBezTo>
                    <a:pt x="3976" y="7532"/>
                    <a:pt x="4062" y="7134"/>
                    <a:pt x="4204" y="6765"/>
                  </a:cubicBezTo>
                  <a:cubicBezTo>
                    <a:pt x="4204" y="6169"/>
                    <a:pt x="4289" y="5601"/>
                    <a:pt x="4402" y="5033"/>
                  </a:cubicBezTo>
                  <a:cubicBezTo>
                    <a:pt x="4772" y="5544"/>
                    <a:pt x="5112" y="6083"/>
                    <a:pt x="5368" y="6680"/>
                  </a:cubicBezTo>
                  <a:cubicBezTo>
                    <a:pt x="5652" y="6992"/>
                    <a:pt x="5879" y="7361"/>
                    <a:pt x="6021" y="7787"/>
                  </a:cubicBezTo>
                  <a:cubicBezTo>
                    <a:pt x="6362" y="8270"/>
                    <a:pt x="6646" y="8781"/>
                    <a:pt x="6845" y="9349"/>
                  </a:cubicBezTo>
                  <a:cubicBezTo>
                    <a:pt x="7100" y="9690"/>
                    <a:pt x="7299" y="10059"/>
                    <a:pt x="7413" y="10485"/>
                  </a:cubicBezTo>
                  <a:cubicBezTo>
                    <a:pt x="7782" y="11025"/>
                    <a:pt x="8066" y="11621"/>
                    <a:pt x="8293" y="12246"/>
                  </a:cubicBezTo>
                  <a:cubicBezTo>
                    <a:pt x="8549" y="12558"/>
                    <a:pt x="8747" y="12928"/>
                    <a:pt x="8861" y="13354"/>
                  </a:cubicBezTo>
                  <a:cubicBezTo>
                    <a:pt x="9315" y="14149"/>
                    <a:pt x="9713" y="14972"/>
                    <a:pt x="9997" y="15853"/>
                  </a:cubicBezTo>
                  <a:cubicBezTo>
                    <a:pt x="10224" y="16165"/>
                    <a:pt x="10395" y="16477"/>
                    <a:pt x="10480" y="16847"/>
                  </a:cubicBezTo>
                  <a:cubicBezTo>
                    <a:pt x="10707" y="17187"/>
                    <a:pt x="10877" y="17585"/>
                    <a:pt x="10963" y="17983"/>
                  </a:cubicBezTo>
                  <a:cubicBezTo>
                    <a:pt x="11190" y="18323"/>
                    <a:pt x="11360" y="18693"/>
                    <a:pt x="11474" y="19090"/>
                  </a:cubicBezTo>
                  <a:cubicBezTo>
                    <a:pt x="11900" y="19970"/>
                    <a:pt x="12240" y="20908"/>
                    <a:pt x="12496" y="21845"/>
                  </a:cubicBezTo>
                  <a:cubicBezTo>
                    <a:pt x="12752" y="22356"/>
                    <a:pt x="12922" y="22896"/>
                    <a:pt x="13007" y="23464"/>
                  </a:cubicBezTo>
                  <a:cubicBezTo>
                    <a:pt x="13320" y="24514"/>
                    <a:pt x="13604" y="25593"/>
                    <a:pt x="13802" y="26701"/>
                  </a:cubicBezTo>
                  <a:cubicBezTo>
                    <a:pt x="13973" y="27042"/>
                    <a:pt x="14058" y="27439"/>
                    <a:pt x="14058" y="27837"/>
                  </a:cubicBezTo>
                  <a:cubicBezTo>
                    <a:pt x="14342" y="28661"/>
                    <a:pt x="14484" y="29541"/>
                    <a:pt x="14484" y="30421"/>
                  </a:cubicBezTo>
                  <a:cubicBezTo>
                    <a:pt x="14569" y="30819"/>
                    <a:pt x="14598" y="31216"/>
                    <a:pt x="14569" y="31614"/>
                  </a:cubicBezTo>
                  <a:cubicBezTo>
                    <a:pt x="14683" y="32523"/>
                    <a:pt x="14740" y="33460"/>
                    <a:pt x="14740" y="34397"/>
                  </a:cubicBezTo>
                  <a:cubicBezTo>
                    <a:pt x="14853" y="35135"/>
                    <a:pt x="14853" y="35902"/>
                    <a:pt x="14768" y="36669"/>
                  </a:cubicBezTo>
                  <a:cubicBezTo>
                    <a:pt x="14882" y="37379"/>
                    <a:pt x="14910" y="38089"/>
                    <a:pt x="14853" y="38799"/>
                  </a:cubicBezTo>
                  <a:cubicBezTo>
                    <a:pt x="14938" y="39168"/>
                    <a:pt x="14967" y="39566"/>
                    <a:pt x="14910" y="39963"/>
                  </a:cubicBezTo>
                  <a:cubicBezTo>
                    <a:pt x="14967" y="40531"/>
                    <a:pt x="15052" y="41042"/>
                    <a:pt x="15052" y="41582"/>
                  </a:cubicBezTo>
                  <a:cubicBezTo>
                    <a:pt x="15080" y="42576"/>
                    <a:pt x="15080" y="43570"/>
                    <a:pt x="15080" y="44592"/>
                  </a:cubicBezTo>
                  <a:cubicBezTo>
                    <a:pt x="15137" y="44962"/>
                    <a:pt x="15137" y="45359"/>
                    <a:pt x="15109" y="45728"/>
                  </a:cubicBezTo>
                  <a:cubicBezTo>
                    <a:pt x="15137" y="46893"/>
                    <a:pt x="15109" y="48057"/>
                    <a:pt x="14995" y="49193"/>
                  </a:cubicBezTo>
                  <a:cubicBezTo>
                    <a:pt x="15024" y="49619"/>
                    <a:pt x="14995" y="50073"/>
                    <a:pt x="14910" y="50499"/>
                  </a:cubicBezTo>
                  <a:cubicBezTo>
                    <a:pt x="14882" y="51522"/>
                    <a:pt x="14825" y="52544"/>
                    <a:pt x="14796" y="53566"/>
                  </a:cubicBezTo>
                  <a:cubicBezTo>
                    <a:pt x="14768" y="53652"/>
                    <a:pt x="14740" y="53708"/>
                    <a:pt x="14711" y="53794"/>
                  </a:cubicBezTo>
                  <a:cubicBezTo>
                    <a:pt x="14768" y="54191"/>
                    <a:pt x="14768" y="54589"/>
                    <a:pt x="14711" y="54986"/>
                  </a:cubicBezTo>
                  <a:cubicBezTo>
                    <a:pt x="14683" y="55923"/>
                    <a:pt x="14711" y="56861"/>
                    <a:pt x="14598" y="57798"/>
                  </a:cubicBezTo>
                  <a:cubicBezTo>
                    <a:pt x="14683" y="58224"/>
                    <a:pt x="14654" y="58650"/>
                    <a:pt x="14569" y="59076"/>
                  </a:cubicBezTo>
                  <a:cubicBezTo>
                    <a:pt x="14598" y="59899"/>
                    <a:pt x="14626" y="60751"/>
                    <a:pt x="14654" y="61575"/>
                  </a:cubicBezTo>
                  <a:cubicBezTo>
                    <a:pt x="14626" y="61745"/>
                    <a:pt x="14626" y="61887"/>
                    <a:pt x="14569" y="62058"/>
                  </a:cubicBezTo>
                  <a:cubicBezTo>
                    <a:pt x="14626" y="62484"/>
                    <a:pt x="14654" y="62910"/>
                    <a:pt x="14598" y="63364"/>
                  </a:cubicBezTo>
                  <a:cubicBezTo>
                    <a:pt x="14683" y="63733"/>
                    <a:pt x="14683" y="64131"/>
                    <a:pt x="14626" y="64500"/>
                  </a:cubicBezTo>
                  <a:cubicBezTo>
                    <a:pt x="14711" y="64898"/>
                    <a:pt x="14711" y="65295"/>
                    <a:pt x="14626" y="65693"/>
                  </a:cubicBezTo>
                  <a:cubicBezTo>
                    <a:pt x="14683" y="66658"/>
                    <a:pt x="14740" y="67652"/>
                    <a:pt x="14796" y="68618"/>
                  </a:cubicBezTo>
                  <a:cubicBezTo>
                    <a:pt x="14853" y="69015"/>
                    <a:pt x="14882" y="69413"/>
                    <a:pt x="14882" y="69811"/>
                  </a:cubicBezTo>
                  <a:cubicBezTo>
                    <a:pt x="14995" y="70691"/>
                    <a:pt x="15109" y="71600"/>
                    <a:pt x="15222" y="72508"/>
                  </a:cubicBezTo>
                  <a:cubicBezTo>
                    <a:pt x="16131" y="72168"/>
                    <a:pt x="16302" y="72026"/>
                    <a:pt x="16302" y="71117"/>
                  </a:cubicBezTo>
                  <a:lnTo>
                    <a:pt x="16302" y="69214"/>
                  </a:lnTo>
                  <a:cubicBezTo>
                    <a:pt x="16245" y="67595"/>
                    <a:pt x="16245" y="66005"/>
                    <a:pt x="16302" y="64386"/>
                  </a:cubicBezTo>
                  <a:cubicBezTo>
                    <a:pt x="16330" y="62966"/>
                    <a:pt x="16358" y="61575"/>
                    <a:pt x="16387" y="60183"/>
                  </a:cubicBezTo>
                  <a:lnTo>
                    <a:pt x="16387" y="56577"/>
                  </a:lnTo>
                  <a:cubicBezTo>
                    <a:pt x="16387" y="54106"/>
                    <a:pt x="16500" y="51664"/>
                    <a:pt x="16415" y="49193"/>
                  </a:cubicBezTo>
                  <a:lnTo>
                    <a:pt x="16415" y="46154"/>
                  </a:lnTo>
                  <a:cubicBezTo>
                    <a:pt x="16444" y="44166"/>
                    <a:pt x="16472" y="42150"/>
                    <a:pt x="16500" y="40162"/>
                  </a:cubicBezTo>
                  <a:cubicBezTo>
                    <a:pt x="16500" y="39140"/>
                    <a:pt x="16500" y="38146"/>
                    <a:pt x="16500" y="37123"/>
                  </a:cubicBezTo>
                  <a:cubicBezTo>
                    <a:pt x="16586" y="34397"/>
                    <a:pt x="16415" y="31642"/>
                    <a:pt x="15989" y="28945"/>
                  </a:cubicBezTo>
                  <a:cubicBezTo>
                    <a:pt x="15506" y="26275"/>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9"/>
            <p:cNvSpPr/>
            <p:nvPr/>
          </p:nvSpPr>
          <p:spPr>
            <a:xfrm>
              <a:off x="7315025" y="2221037"/>
              <a:ext cx="345775" cy="1517290"/>
            </a:xfrm>
            <a:custGeom>
              <a:rect b="b" l="l" r="r" t="t"/>
              <a:pathLst>
                <a:path extrusionOk="0" h="63359" w="13831">
                  <a:moveTo>
                    <a:pt x="4005" y="1"/>
                  </a:moveTo>
                  <a:lnTo>
                    <a:pt x="2841" y="86"/>
                  </a:lnTo>
                  <a:cubicBezTo>
                    <a:pt x="2699" y="455"/>
                    <a:pt x="2613" y="853"/>
                    <a:pt x="2613" y="1279"/>
                  </a:cubicBezTo>
                  <a:lnTo>
                    <a:pt x="4658" y="1108"/>
                  </a:lnTo>
                  <a:cubicBezTo>
                    <a:pt x="4516" y="711"/>
                    <a:pt x="4289" y="313"/>
                    <a:pt x="4005" y="1"/>
                  </a:cubicBezTo>
                  <a:close/>
                  <a:moveTo>
                    <a:pt x="5482" y="2670"/>
                  </a:moveTo>
                  <a:cubicBezTo>
                    <a:pt x="5254" y="2727"/>
                    <a:pt x="5056" y="2755"/>
                    <a:pt x="4857" y="2812"/>
                  </a:cubicBezTo>
                  <a:cubicBezTo>
                    <a:pt x="3977" y="3039"/>
                    <a:pt x="3096" y="3295"/>
                    <a:pt x="2244" y="3607"/>
                  </a:cubicBezTo>
                  <a:cubicBezTo>
                    <a:pt x="2074" y="4062"/>
                    <a:pt x="1989" y="4573"/>
                    <a:pt x="1989" y="5084"/>
                  </a:cubicBezTo>
                  <a:cubicBezTo>
                    <a:pt x="2386" y="4885"/>
                    <a:pt x="2784" y="4715"/>
                    <a:pt x="3210" y="4573"/>
                  </a:cubicBezTo>
                  <a:cubicBezTo>
                    <a:pt x="4147" y="4289"/>
                    <a:pt x="5112" y="4062"/>
                    <a:pt x="6050" y="3806"/>
                  </a:cubicBezTo>
                  <a:cubicBezTo>
                    <a:pt x="5936" y="3380"/>
                    <a:pt x="5737" y="3011"/>
                    <a:pt x="5482" y="2670"/>
                  </a:cubicBezTo>
                  <a:close/>
                  <a:moveTo>
                    <a:pt x="6958" y="5595"/>
                  </a:moveTo>
                  <a:cubicBezTo>
                    <a:pt x="6305" y="5823"/>
                    <a:pt x="5680" y="6107"/>
                    <a:pt x="5056" y="6476"/>
                  </a:cubicBezTo>
                  <a:cubicBezTo>
                    <a:pt x="4658" y="6675"/>
                    <a:pt x="4232" y="6788"/>
                    <a:pt x="3806" y="6788"/>
                  </a:cubicBezTo>
                  <a:cubicBezTo>
                    <a:pt x="3735" y="6795"/>
                    <a:pt x="3662" y="6799"/>
                    <a:pt x="3589" y="6799"/>
                  </a:cubicBezTo>
                  <a:cubicBezTo>
                    <a:pt x="3368" y="6799"/>
                    <a:pt x="3139" y="6767"/>
                    <a:pt x="2926" y="6703"/>
                  </a:cubicBezTo>
                  <a:cubicBezTo>
                    <a:pt x="2594" y="6585"/>
                    <a:pt x="2263" y="6525"/>
                    <a:pt x="1932" y="6525"/>
                  </a:cubicBezTo>
                  <a:cubicBezTo>
                    <a:pt x="1866" y="6525"/>
                    <a:pt x="1799" y="6528"/>
                    <a:pt x="1733" y="6533"/>
                  </a:cubicBezTo>
                  <a:cubicBezTo>
                    <a:pt x="1591" y="6845"/>
                    <a:pt x="1506" y="7214"/>
                    <a:pt x="1506" y="7555"/>
                  </a:cubicBezTo>
                  <a:cubicBezTo>
                    <a:pt x="1903" y="7555"/>
                    <a:pt x="2301" y="7640"/>
                    <a:pt x="2699" y="7782"/>
                  </a:cubicBezTo>
                  <a:cubicBezTo>
                    <a:pt x="3068" y="7867"/>
                    <a:pt x="3437" y="7924"/>
                    <a:pt x="3806" y="7952"/>
                  </a:cubicBezTo>
                  <a:cubicBezTo>
                    <a:pt x="4516" y="7924"/>
                    <a:pt x="5198" y="7725"/>
                    <a:pt x="5794" y="7385"/>
                  </a:cubicBezTo>
                  <a:cubicBezTo>
                    <a:pt x="6334" y="7044"/>
                    <a:pt x="6930" y="6817"/>
                    <a:pt x="7526" y="6703"/>
                  </a:cubicBezTo>
                  <a:cubicBezTo>
                    <a:pt x="7413" y="6305"/>
                    <a:pt x="7242" y="5908"/>
                    <a:pt x="6958" y="5595"/>
                  </a:cubicBezTo>
                  <a:close/>
                  <a:moveTo>
                    <a:pt x="8691" y="9202"/>
                  </a:moveTo>
                  <a:cubicBezTo>
                    <a:pt x="8350" y="9316"/>
                    <a:pt x="8009" y="9401"/>
                    <a:pt x="7668" y="9514"/>
                  </a:cubicBezTo>
                  <a:cubicBezTo>
                    <a:pt x="6873" y="9827"/>
                    <a:pt x="6021" y="10054"/>
                    <a:pt x="5169" y="10139"/>
                  </a:cubicBezTo>
                  <a:cubicBezTo>
                    <a:pt x="3778" y="10281"/>
                    <a:pt x="2329" y="10224"/>
                    <a:pt x="966" y="10594"/>
                  </a:cubicBezTo>
                  <a:cubicBezTo>
                    <a:pt x="824" y="10963"/>
                    <a:pt x="739" y="11360"/>
                    <a:pt x="767" y="11786"/>
                  </a:cubicBezTo>
                  <a:cubicBezTo>
                    <a:pt x="1847" y="11531"/>
                    <a:pt x="2983" y="11389"/>
                    <a:pt x="4090" y="11360"/>
                  </a:cubicBezTo>
                  <a:cubicBezTo>
                    <a:pt x="4346" y="11360"/>
                    <a:pt x="4573" y="11332"/>
                    <a:pt x="4828" y="11304"/>
                  </a:cubicBezTo>
                  <a:cubicBezTo>
                    <a:pt x="5964" y="11247"/>
                    <a:pt x="7100" y="10991"/>
                    <a:pt x="8151" y="10565"/>
                  </a:cubicBezTo>
                  <a:lnTo>
                    <a:pt x="9145" y="10196"/>
                  </a:lnTo>
                  <a:cubicBezTo>
                    <a:pt x="9060" y="9855"/>
                    <a:pt x="8890" y="9514"/>
                    <a:pt x="8691" y="9202"/>
                  </a:cubicBezTo>
                  <a:close/>
                  <a:moveTo>
                    <a:pt x="9685" y="11332"/>
                  </a:moveTo>
                  <a:cubicBezTo>
                    <a:pt x="9316" y="11616"/>
                    <a:pt x="8975" y="11928"/>
                    <a:pt x="8606" y="12212"/>
                  </a:cubicBezTo>
                  <a:cubicBezTo>
                    <a:pt x="8350" y="12440"/>
                    <a:pt x="8038" y="12582"/>
                    <a:pt x="7697" y="12610"/>
                  </a:cubicBezTo>
                  <a:cubicBezTo>
                    <a:pt x="7322" y="12657"/>
                    <a:pt x="6946" y="12678"/>
                    <a:pt x="6571" y="12678"/>
                  </a:cubicBezTo>
                  <a:cubicBezTo>
                    <a:pt x="6265" y="12678"/>
                    <a:pt x="5958" y="12664"/>
                    <a:pt x="5652" y="12638"/>
                  </a:cubicBezTo>
                  <a:cubicBezTo>
                    <a:pt x="5474" y="12615"/>
                    <a:pt x="5294" y="12604"/>
                    <a:pt x="5113" y="12604"/>
                  </a:cubicBezTo>
                  <a:cubicBezTo>
                    <a:pt x="4399" y="12604"/>
                    <a:pt x="3674" y="12781"/>
                    <a:pt x="3039" y="13121"/>
                  </a:cubicBezTo>
                  <a:cubicBezTo>
                    <a:pt x="2415" y="13462"/>
                    <a:pt x="1847" y="13859"/>
                    <a:pt x="1307" y="14342"/>
                  </a:cubicBezTo>
                  <a:cubicBezTo>
                    <a:pt x="1080" y="14626"/>
                    <a:pt x="739" y="14825"/>
                    <a:pt x="370" y="14910"/>
                  </a:cubicBezTo>
                  <a:cubicBezTo>
                    <a:pt x="256" y="15365"/>
                    <a:pt x="228" y="15819"/>
                    <a:pt x="256" y="16245"/>
                  </a:cubicBezTo>
                  <a:cubicBezTo>
                    <a:pt x="909" y="16131"/>
                    <a:pt x="1534" y="15819"/>
                    <a:pt x="2017" y="15308"/>
                  </a:cubicBezTo>
                  <a:cubicBezTo>
                    <a:pt x="2500" y="14853"/>
                    <a:pt x="3068" y="14456"/>
                    <a:pt x="3664" y="14143"/>
                  </a:cubicBezTo>
                  <a:cubicBezTo>
                    <a:pt x="4068" y="13882"/>
                    <a:pt x="4511" y="13760"/>
                    <a:pt x="4977" y="13760"/>
                  </a:cubicBezTo>
                  <a:cubicBezTo>
                    <a:pt x="5068" y="13760"/>
                    <a:pt x="5161" y="13765"/>
                    <a:pt x="5254" y="13774"/>
                  </a:cubicBezTo>
                  <a:cubicBezTo>
                    <a:pt x="5529" y="13822"/>
                    <a:pt x="5800" y="13837"/>
                    <a:pt x="6071" y="13837"/>
                  </a:cubicBezTo>
                  <a:cubicBezTo>
                    <a:pt x="6611" y="13837"/>
                    <a:pt x="7148" y="13774"/>
                    <a:pt x="7697" y="13774"/>
                  </a:cubicBezTo>
                  <a:cubicBezTo>
                    <a:pt x="8180" y="13746"/>
                    <a:pt x="8662" y="13575"/>
                    <a:pt x="9060" y="13291"/>
                  </a:cubicBezTo>
                  <a:cubicBezTo>
                    <a:pt x="9287" y="13093"/>
                    <a:pt x="9543" y="12922"/>
                    <a:pt x="9770" y="12724"/>
                  </a:cubicBezTo>
                  <a:cubicBezTo>
                    <a:pt x="9883" y="12582"/>
                    <a:pt x="10025" y="12496"/>
                    <a:pt x="10167" y="12468"/>
                  </a:cubicBezTo>
                  <a:cubicBezTo>
                    <a:pt x="10082" y="12042"/>
                    <a:pt x="9912" y="11673"/>
                    <a:pt x="9685" y="11332"/>
                  </a:cubicBezTo>
                  <a:close/>
                  <a:moveTo>
                    <a:pt x="11161" y="15194"/>
                  </a:moveTo>
                  <a:cubicBezTo>
                    <a:pt x="10338" y="15365"/>
                    <a:pt x="9514" y="15592"/>
                    <a:pt x="8691" y="15734"/>
                  </a:cubicBezTo>
                  <a:cubicBezTo>
                    <a:pt x="8236" y="15791"/>
                    <a:pt x="7782" y="15876"/>
                    <a:pt x="7328" y="15989"/>
                  </a:cubicBezTo>
                  <a:cubicBezTo>
                    <a:pt x="6731" y="16131"/>
                    <a:pt x="6163" y="16245"/>
                    <a:pt x="5567" y="16387"/>
                  </a:cubicBezTo>
                  <a:cubicBezTo>
                    <a:pt x="4999" y="16501"/>
                    <a:pt x="4516" y="16586"/>
                    <a:pt x="3977" y="16728"/>
                  </a:cubicBezTo>
                  <a:cubicBezTo>
                    <a:pt x="2897" y="17012"/>
                    <a:pt x="1847" y="17381"/>
                    <a:pt x="824" y="17835"/>
                  </a:cubicBezTo>
                  <a:cubicBezTo>
                    <a:pt x="597" y="17949"/>
                    <a:pt x="341" y="18006"/>
                    <a:pt x="114" y="18034"/>
                  </a:cubicBezTo>
                  <a:cubicBezTo>
                    <a:pt x="1" y="18545"/>
                    <a:pt x="1" y="19056"/>
                    <a:pt x="86" y="19539"/>
                  </a:cubicBezTo>
                  <a:cubicBezTo>
                    <a:pt x="171" y="19539"/>
                    <a:pt x="256" y="19511"/>
                    <a:pt x="341" y="19511"/>
                  </a:cubicBezTo>
                  <a:cubicBezTo>
                    <a:pt x="1108" y="19170"/>
                    <a:pt x="1932" y="18914"/>
                    <a:pt x="2755" y="18744"/>
                  </a:cubicBezTo>
                  <a:cubicBezTo>
                    <a:pt x="3238" y="18630"/>
                    <a:pt x="3693" y="18545"/>
                    <a:pt x="4175" y="18432"/>
                  </a:cubicBezTo>
                  <a:cubicBezTo>
                    <a:pt x="4772" y="18318"/>
                    <a:pt x="5368" y="18233"/>
                    <a:pt x="5936" y="18119"/>
                  </a:cubicBezTo>
                  <a:cubicBezTo>
                    <a:pt x="6958" y="17921"/>
                    <a:pt x="7981" y="17693"/>
                    <a:pt x="8975" y="17466"/>
                  </a:cubicBezTo>
                  <a:cubicBezTo>
                    <a:pt x="9401" y="17381"/>
                    <a:pt x="9855" y="17324"/>
                    <a:pt x="10253" y="17182"/>
                  </a:cubicBezTo>
                  <a:cubicBezTo>
                    <a:pt x="10735" y="17040"/>
                    <a:pt x="11247" y="17069"/>
                    <a:pt x="11673" y="16813"/>
                  </a:cubicBezTo>
                  <a:cubicBezTo>
                    <a:pt x="11587" y="16245"/>
                    <a:pt x="11417" y="15705"/>
                    <a:pt x="11161" y="15194"/>
                  </a:cubicBezTo>
                  <a:close/>
                  <a:moveTo>
                    <a:pt x="7121" y="19870"/>
                  </a:moveTo>
                  <a:cubicBezTo>
                    <a:pt x="6645" y="19870"/>
                    <a:pt x="6172" y="20016"/>
                    <a:pt x="5766" y="20306"/>
                  </a:cubicBezTo>
                  <a:cubicBezTo>
                    <a:pt x="5482" y="20505"/>
                    <a:pt x="5198" y="20732"/>
                    <a:pt x="4942" y="20959"/>
                  </a:cubicBezTo>
                  <a:cubicBezTo>
                    <a:pt x="4544" y="21272"/>
                    <a:pt x="4147" y="21612"/>
                    <a:pt x="3749" y="21953"/>
                  </a:cubicBezTo>
                  <a:cubicBezTo>
                    <a:pt x="3310" y="22324"/>
                    <a:pt x="2775" y="22524"/>
                    <a:pt x="2224" y="22524"/>
                  </a:cubicBezTo>
                  <a:cubicBezTo>
                    <a:pt x="2099" y="22524"/>
                    <a:pt x="1973" y="22514"/>
                    <a:pt x="1847" y="22493"/>
                  </a:cubicBezTo>
                  <a:cubicBezTo>
                    <a:pt x="1496" y="22458"/>
                    <a:pt x="1145" y="22433"/>
                    <a:pt x="794" y="22433"/>
                  </a:cubicBezTo>
                  <a:cubicBezTo>
                    <a:pt x="577" y="22433"/>
                    <a:pt x="360" y="22443"/>
                    <a:pt x="143" y="22464"/>
                  </a:cubicBezTo>
                  <a:cubicBezTo>
                    <a:pt x="114" y="22862"/>
                    <a:pt x="143" y="23259"/>
                    <a:pt x="228" y="23629"/>
                  </a:cubicBezTo>
                  <a:cubicBezTo>
                    <a:pt x="449" y="23609"/>
                    <a:pt x="655" y="23589"/>
                    <a:pt x="868" y="23589"/>
                  </a:cubicBezTo>
                  <a:cubicBezTo>
                    <a:pt x="956" y="23589"/>
                    <a:pt x="1045" y="23592"/>
                    <a:pt x="1137" y="23600"/>
                  </a:cubicBezTo>
                  <a:cubicBezTo>
                    <a:pt x="1485" y="23655"/>
                    <a:pt x="1833" y="23687"/>
                    <a:pt x="2182" y="23687"/>
                  </a:cubicBezTo>
                  <a:cubicBezTo>
                    <a:pt x="2373" y="23687"/>
                    <a:pt x="2564" y="23677"/>
                    <a:pt x="2755" y="23657"/>
                  </a:cubicBezTo>
                  <a:cubicBezTo>
                    <a:pt x="3323" y="23629"/>
                    <a:pt x="3891" y="23401"/>
                    <a:pt x="4346" y="23061"/>
                  </a:cubicBezTo>
                  <a:cubicBezTo>
                    <a:pt x="4743" y="22720"/>
                    <a:pt x="5141" y="22408"/>
                    <a:pt x="5510" y="22067"/>
                  </a:cubicBezTo>
                  <a:cubicBezTo>
                    <a:pt x="5879" y="21726"/>
                    <a:pt x="6277" y="21442"/>
                    <a:pt x="6703" y="21186"/>
                  </a:cubicBezTo>
                  <a:cubicBezTo>
                    <a:pt x="6854" y="21111"/>
                    <a:pt x="7018" y="21073"/>
                    <a:pt x="7178" y="21073"/>
                  </a:cubicBezTo>
                  <a:cubicBezTo>
                    <a:pt x="7258" y="21073"/>
                    <a:pt x="7337" y="21082"/>
                    <a:pt x="7413" y="21101"/>
                  </a:cubicBezTo>
                  <a:cubicBezTo>
                    <a:pt x="7754" y="21215"/>
                    <a:pt x="8094" y="21328"/>
                    <a:pt x="8435" y="21470"/>
                  </a:cubicBezTo>
                  <a:cubicBezTo>
                    <a:pt x="8989" y="21712"/>
                    <a:pt x="9592" y="21832"/>
                    <a:pt x="10199" y="21832"/>
                  </a:cubicBezTo>
                  <a:cubicBezTo>
                    <a:pt x="10806" y="21832"/>
                    <a:pt x="11417" y="21712"/>
                    <a:pt x="11985" y="21470"/>
                  </a:cubicBezTo>
                  <a:cubicBezTo>
                    <a:pt x="12212" y="21357"/>
                    <a:pt x="12496" y="21272"/>
                    <a:pt x="12752" y="21186"/>
                  </a:cubicBezTo>
                  <a:cubicBezTo>
                    <a:pt x="12752" y="20789"/>
                    <a:pt x="12638" y="20391"/>
                    <a:pt x="12468" y="20050"/>
                  </a:cubicBezTo>
                  <a:cubicBezTo>
                    <a:pt x="12184" y="20079"/>
                    <a:pt x="11900" y="20164"/>
                    <a:pt x="11616" y="20334"/>
                  </a:cubicBezTo>
                  <a:cubicBezTo>
                    <a:pt x="11176" y="20547"/>
                    <a:pt x="10693" y="20654"/>
                    <a:pt x="10207" y="20654"/>
                  </a:cubicBezTo>
                  <a:cubicBezTo>
                    <a:pt x="9720" y="20654"/>
                    <a:pt x="9230" y="20547"/>
                    <a:pt x="8776" y="20334"/>
                  </a:cubicBezTo>
                  <a:cubicBezTo>
                    <a:pt x="8662" y="20278"/>
                    <a:pt x="8549" y="20221"/>
                    <a:pt x="8407" y="20164"/>
                  </a:cubicBezTo>
                  <a:cubicBezTo>
                    <a:pt x="8208" y="20107"/>
                    <a:pt x="8009" y="20022"/>
                    <a:pt x="7782" y="19965"/>
                  </a:cubicBezTo>
                  <a:cubicBezTo>
                    <a:pt x="7565" y="19902"/>
                    <a:pt x="7342" y="19870"/>
                    <a:pt x="7121" y="19870"/>
                  </a:cubicBezTo>
                  <a:close/>
                  <a:moveTo>
                    <a:pt x="13178" y="23771"/>
                  </a:moveTo>
                  <a:cubicBezTo>
                    <a:pt x="12667" y="23827"/>
                    <a:pt x="12155" y="23969"/>
                    <a:pt x="11644" y="24055"/>
                  </a:cubicBezTo>
                  <a:cubicBezTo>
                    <a:pt x="11048" y="24140"/>
                    <a:pt x="10423" y="24282"/>
                    <a:pt x="9827" y="24452"/>
                  </a:cubicBezTo>
                  <a:cubicBezTo>
                    <a:pt x="8776" y="24736"/>
                    <a:pt x="7782" y="25219"/>
                    <a:pt x="6760" y="25531"/>
                  </a:cubicBezTo>
                  <a:cubicBezTo>
                    <a:pt x="6106" y="25759"/>
                    <a:pt x="5425" y="25901"/>
                    <a:pt x="4772" y="25957"/>
                  </a:cubicBezTo>
                  <a:cubicBezTo>
                    <a:pt x="4474" y="25986"/>
                    <a:pt x="4182" y="26000"/>
                    <a:pt x="3895" y="26000"/>
                  </a:cubicBezTo>
                  <a:cubicBezTo>
                    <a:pt x="3607" y="26000"/>
                    <a:pt x="3323" y="25986"/>
                    <a:pt x="3039" y="25957"/>
                  </a:cubicBezTo>
                  <a:cubicBezTo>
                    <a:pt x="2920" y="25941"/>
                    <a:pt x="2801" y="25933"/>
                    <a:pt x="2682" y="25933"/>
                  </a:cubicBezTo>
                  <a:cubicBezTo>
                    <a:pt x="1985" y="25933"/>
                    <a:pt x="1309" y="26193"/>
                    <a:pt x="654" y="26412"/>
                  </a:cubicBezTo>
                  <a:cubicBezTo>
                    <a:pt x="654" y="26781"/>
                    <a:pt x="711" y="27179"/>
                    <a:pt x="824" y="27576"/>
                  </a:cubicBezTo>
                  <a:cubicBezTo>
                    <a:pt x="1421" y="27377"/>
                    <a:pt x="1983" y="27144"/>
                    <a:pt x="2592" y="27144"/>
                  </a:cubicBezTo>
                  <a:cubicBezTo>
                    <a:pt x="2765" y="27144"/>
                    <a:pt x="2942" y="27163"/>
                    <a:pt x="3125" y="27207"/>
                  </a:cubicBezTo>
                  <a:cubicBezTo>
                    <a:pt x="3181" y="27221"/>
                    <a:pt x="3238" y="27228"/>
                    <a:pt x="3295" y="27228"/>
                  </a:cubicBezTo>
                  <a:cubicBezTo>
                    <a:pt x="3352" y="27228"/>
                    <a:pt x="3409" y="27221"/>
                    <a:pt x="3465" y="27207"/>
                  </a:cubicBezTo>
                  <a:cubicBezTo>
                    <a:pt x="4033" y="27179"/>
                    <a:pt x="4601" y="27150"/>
                    <a:pt x="5169" y="27122"/>
                  </a:cubicBezTo>
                  <a:cubicBezTo>
                    <a:pt x="5453" y="27122"/>
                    <a:pt x="5709" y="27093"/>
                    <a:pt x="5993" y="27037"/>
                  </a:cubicBezTo>
                  <a:cubicBezTo>
                    <a:pt x="6731" y="26809"/>
                    <a:pt x="7498" y="26582"/>
                    <a:pt x="8236" y="26327"/>
                  </a:cubicBezTo>
                  <a:cubicBezTo>
                    <a:pt x="9259" y="25872"/>
                    <a:pt x="10338" y="25588"/>
                    <a:pt x="11417" y="25389"/>
                  </a:cubicBezTo>
                  <a:cubicBezTo>
                    <a:pt x="12042" y="25304"/>
                    <a:pt x="12638" y="25105"/>
                    <a:pt x="13235" y="24963"/>
                  </a:cubicBezTo>
                  <a:cubicBezTo>
                    <a:pt x="13263" y="24566"/>
                    <a:pt x="13263" y="24168"/>
                    <a:pt x="13178" y="23771"/>
                  </a:cubicBezTo>
                  <a:close/>
                  <a:moveTo>
                    <a:pt x="13405" y="27747"/>
                  </a:moveTo>
                  <a:cubicBezTo>
                    <a:pt x="12155" y="28059"/>
                    <a:pt x="10906" y="28258"/>
                    <a:pt x="9628" y="28314"/>
                  </a:cubicBezTo>
                  <a:cubicBezTo>
                    <a:pt x="9287" y="28343"/>
                    <a:pt x="8918" y="28400"/>
                    <a:pt x="8577" y="28485"/>
                  </a:cubicBezTo>
                  <a:cubicBezTo>
                    <a:pt x="8123" y="28570"/>
                    <a:pt x="7668" y="28598"/>
                    <a:pt x="7214" y="28627"/>
                  </a:cubicBezTo>
                  <a:cubicBezTo>
                    <a:pt x="6731" y="28627"/>
                    <a:pt x="6220" y="28684"/>
                    <a:pt x="5766" y="28854"/>
                  </a:cubicBezTo>
                  <a:cubicBezTo>
                    <a:pt x="5680" y="28882"/>
                    <a:pt x="5595" y="28882"/>
                    <a:pt x="5538" y="28882"/>
                  </a:cubicBezTo>
                  <a:cubicBezTo>
                    <a:pt x="4317" y="28996"/>
                    <a:pt x="3125" y="29308"/>
                    <a:pt x="2017" y="29820"/>
                  </a:cubicBezTo>
                  <a:cubicBezTo>
                    <a:pt x="1818" y="29905"/>
                    <a:pt x="1591" y="29962"/>
                    <a:pt x="1392" y="29990"/>
                  </a:cubicBezTo>
                  <a:cubicBezTo>
                    <a:pt x="1506" y="30842"/>
                    <a:pt x="1705" y="31666"/>
                    <a:pt x="2017" y="32461"/>
                  </a:cubicBezTo>
                  <a:cubicBezTo>
                    <a:pt x="2983" y="32148"/>
                    <a:pt x="3920" y="31808"/>
                    <a:pt x="4885" y="31524"/>
                  </a:cubicBezTo>
                  <a:cubicBezTo>
                    <a:pt x="5908" y="31154"/>
                    <a:pt x="6987" y="30927"/>
                    <a:pt x="8066" y="30870"/>
                  </a:cubicBezTo>
                  <a:cubicBezTo>
                    <a:pt x="8606" y="30842"/>
                    <a:pt x="9117" y="30586"/>
                    <a:pt x="9685" y="30586"/>
                  </a:cubicBezTo>
                  <a:cubicBezTo>
                    <a:pt x="10196" y="30586"/>
                    <a:pt x="10707" y="30501"/>
                    <a:pt x="11218" y="30388"/>
                  </a:cubicBezTo>
                  <a:cubicBezTo>
                    <a:pt x="11957" y="30217"/>
                    <a:pt x="12695" y="30132"/>
                    <a:pt x="13462" y="30018"/>
                  </a:cubicBezTo>
                  <a:cubicBezTo>
                    <a:pt x="13547" y="29252"/>
                    <a:pt x="13519" y="28485"/>
                    <a:pt x="13405" y="27747"/>
                  </a:cubicBezTo>
                  <a:close/>
                  <a:moveTo>
                    <a:pt x="13547" y="32148"/>
                  </a:moveTo>
                  <a:cubicBezTo>
                    <a:pt x="13206" y="32177"/>
                    <a:pt x="12894" y="32205"/>
                    <a:pt x="12581" y="32290"/>
                  </a:cubicBezTo>
                  <a:cubicBezTo>
                    <a:pt x="11758" y="32518"/>
                    <a:pt x="10963" y="32773"/>
                    <a:pt x="10167" y="33057"/>
                  </a:cubicBezTo>
                  <a:cubicBezTo>
                    <a:pt x="9202" y="33483"/>
                    <a:pt x="8151" y="33710"/>
                    <a:pt x="7072" y="33739"/>
                  </a:cubicBezTo>
                  <a:cubicBezTo>
                    <a:pt x="6788" y="33739"/>
                    <a:pt x="6476" y="33795"/>
                    <a:pt x="6192" y="33795"/>
                  </a:cubicBezTo>
                  <a:cubicBezTo>
                    <a:pt x="5112" y="33824"/>
                    <a:pt x="4062" y="34079"/>
                    <a:pt x="3125" y="34562"/>
                  </a:cubicBezTo>
                  <a:cubicBezTo>
                    <a:pt x="2954" y="34647"/>
                    <a:pt x="2812" y="34676"/>
                    <a:pt x="2642" y="34704"/>
                  </a:cubicBezTo>
                  <a:cubicBezTo>
                    <a:pt x="2699" y="35187"/>
                    <a:pt x="2812" y="35641"/>
                    <a:pt x="3039" y="36039"/>
                  </a:cubicBezTo>
                  <a:cubicBezTo>
                    <a:pt x="3096" y="35954"/>
                    <a:pt x="3181" y="35869"/>
                    <a:pt x="3267" y="35812"/>
                  </a:cubicBezTo>
                  <a:cubicBezTo>
                    <a:pt x="3778" y="35443"/>
                    <a:pt x="4374" y="35215"/>
                    <a:pt x="4999" y="35187"/>
                  </a:cubicBezTo>
                  <a:cubicBezTo>
                    <a:pt x="5680" y="35130"/>
                    <a:pt x="6390" y="35102"/>
                    <a:pt x="7072" y="35045"/>
                  </a:cubicBezTo>
                  <a:cubicBezTo>
                    <a:pt x="8009" y="34960"/>
                    <a:pt x="8946" y="34789"/>
                    <a:pt x="9855" y="34477"/>
                  </a:cubicBezTo>
                  <a:cubicBezTo>
                    <a:pt x="10508" y="34278"/>
                    <a:pt x="11133" y="33994"/>
                    <a:pt x="11786" y="33824"/>
                  </a:cubicBezTo>
                  <a:cubicBezTo>
                    <a:pt x="12383" y="33597"/>
                    <a:pt x="12979" y="33426"/>
                    <a:pt x="13604" y="33313"/>
                  </a:cubicBezTo>
                  <a:cubicBezTo>
                    <a:pt x="13632" y="32915"/>
                    <a:pt x="13604" y="32518"/>
                    <a:pt x="13547" y="32148"/>
                  </a:cubicBezTo>
                  <a:close/>
                  <a:moveTo>
                    <a:pt x="9912" y="37374"/>
                  </a:moveTo>
                  <a:cubicBezTo>
                    <a:pt x="9145" y="37374"/>
                    <a:pt x="8378" y="37487"/>
                    <a:pt x="7668" y="37715"/>
                  </a:cubicBezTo>
                  <a:cubicBezTo>
                    <a:pt x="6390" y="38055"/>
                    <a:pt x="5169" y="38652"/>
                    <a:pt x="4090" y="39418"/>
                  </a:cubicBezTo>
                  <a:cubicBezTo>
                    <a:pt x="4147" y="39788"/>
                    <a:pt x="4232" y="40157"/>
                    <a:pt x="4403" y="40498"/>
                  </a:cubicBezTo>
                  <a:cubicBezTo>
                    <a:pt x="4715" y="40327"/>
                    <a:pt x="5056" y="40185"/>
                    <a:pt x="5340" y="40015"/>
                  </a:cubicBezTo>
                  <a:cubicBezTo>
                    <a:pt x="6731" y="39220"/>
                    <a:pt x="8180" y="38652"/>
                    <a:pt x="9827" y="38652"/>
                  </a:cubicBezTo>
                  <a:cubicBezTo>
                    <a:pt x="10168" y="38632"/>
                    <a:pt x="10524" y="38612"/>
                    <a:pt x="10873" y="38612"/>
                  </a:cubicBezTo>
                  <a:cubicBezTo>
                    <a:pt x="11018" y="38612"/>
                    <a:pt x="11162" y="38615"/>
                    <a:pt x="11303" y="38623"/>
                  </a:cubicBezTo>
                  <a:cubicBezTo>
                    <a:pt x="12155" y="38680"/>
                    <a:pt x="12979" y="38850"/>
                    <a:pt x="13774" y="39078"/>
                  </a:cubicBezTo>
                  <a:cubicBezTo>
                    <a:pt x="13831" y="38708"/>
                    <a:pt x="13831" y="38311"/>
                    <a:pt x="13746" y="37942"/>
                  </a:cubicBezTo>
                  <a:cubicBezTo>
                    <a:pt x="13689" y="37942"/>
                    <a:pt x="13632" y="37913"/>
                    <a:pt x="13575" y="37913"/>
                  </a:cubicBezTo>
                  <a:cubicBezTo>
                    <a:pt x="12411" y="37431"/>
                    <a:pt x="11161" y="37431"/>
                    <a:pt x="9912" y="37374"/>
                  </a:cubicBezTo>
                  <a:close/>
                  <a:moveTo>
                    <a:pt x="13689" y="42542"/>
                  </a:moveTo>
                  <a:lnTo>
                    <a:pt x="13689" y="42542"/>
                  </a:lnTo>
                  <a:cubicBezTo>
                    <a:pt x="12809" y="42656"/>
                    <a:pt x="11957" y="42912"/>
                    <a:pt x="11190" y="43338"/>
                  </a:cubicBezTo>
                  <a:cubicBezTo>
                    <a:pt x="10963" y="43451"/>
                    <a:pt x="10707" y="43565"/>
                    <a:pt x="10451" y="43678"/>
                  </a:cubicBezTo>
                  <a:cubicBezTo>
                    <a:pt x="10239" y="43761"/>
                    <a:pt x="10012" y="43804"/>
                    <a:pt x="9786" y="43804"/>
                  </a:cubicBezTo>
                  <a:cubicBezTo>
                    <a:pt x="9469" y="43804"/>
                    <a:pt x="9155" y="43719"/>
                    <a:pt x="8890" y="43536"/>
                  </a:cubicBezTo>
                  <a:cubicBezTo>
                    <a:pt x="8634" y="43366"/>
                    <a:pt x="8378" y="43252"/>
                    <a:pt x="8123" y="43082"/>
                  </a:cubicBezTo>
                  <a:cubicBezTo>
                    <a:pt x="7858" y="42906"/>
                    <a:pt x="7554" y="42819"/>
                    <a:pt x="7254" y="42819"/>
                  </a:cubicBezTo>
                  <a:cubicBezTo>
                    <a:pt x="6877" y="42819"/>
                    <a:pt x="6504" y="42955"/>
                    <a:pt x="6220" y="43224"/>
                  </a:cubicBezTo>
                  <a:cubicBezTo>
                    <a:pt x="5936" y="43423"/>
                    <a:pt x="5680" y="43650"/>
                    <a:pt x="5396" y="43877"/>
                  </a:cubicBezTo>
                  <a:cubicBezTo>
                    <a:pt x="5453" y="44303"/>
                    <a:pt x="5567" y="44701"/>
                    <a:pt x="5766" y="45098"/>
                  </a:cubicBezTo>
                  <a:cubicBezTo>
                    <a:pt x="5964" y="44615"/>
                    <a:pt x="6419" y="44388"/>
                    <a:pt x="6816" y="44076"/>
                  </a:cubicBezTo>
                  <a:cubicBezTo>
                    <a:pt x="6944" y="43986"/>
                    <a:pt x="7089" y="43943"/>
                    <a:pt x="7234" y="43943"/>
                  </a:cubicBezTo>
                  <a:cubicBezTo>
                    <a:pt x="7410" y="43943"/>
                    <a:pt x="7585" y="44008"/>
                    <a:pt x="7725" y="44133"/>
                  </a:cubicBezTo>
                  <a:cubicBezTo>
                    <a:pt x="7952" y="44303"/>
                    <a:pt x="8208" y="44473"/>
                    <a:pt x="8464" y="44615"/>
                  </a:cubicBezTo>
                  <a:cubicBezTo>
                    <a:pt x="8841" y="44828"/>
                    <a:pt x="9278" y="44942"/>
                    <a:pt x="9708" y="44942"/>
                  </a:cubicBezTo>
                  <a:cubicBezTo>
                    <a:pt x="9795" y="44942"/>
                    <a:pt x="9882" y="44937"/>
                    <a:pt x="9969" y="44928"/>
                  </a:cubicBezTo>
                  <a:cubicBezTo>
                    <a:pt x="10508" y="44899"/>
                    <a:pt x="11019" y="44757"/>
                    <a:pt x="11531" y="44502"/>
                  </a:cubicBezTo>
                  <a:cubicBezTo>
                    <a:pt x="12155" y="44133"/>
                    <a:pt x="12865" y="43934"/>
                    <a:pt x="13604" y="43849"/>
                  </a:cubicBezTo>
                  <a:cubicBezTo>
                    <a:pt x="13689" y="43423"/>
                    <a:pt x="13689" y="42968"/>
                    <a:pt x="13689" y="42542"/>
                  </a:cubicBezTo>
                  <a:close/>
                  <a:moveTo>
                    <a:pt x="13377" y="47143"/>
                  </a:moveTo>
                  <a:cubicBezTo>
                    <a:pt x="13036" y="47200"/>
                    <a:pt x="12695" y="47257"/>
                    <a:pt x="12354" y="47370"/>
                  </a:cubicBezTo>
                  <a:cubicBezTo>
                    <a:pt x="11531" y="47626"/>
                    <a:pt x="10707" y="47853"/>
                    <a:pt x="9883" y="48052"/>
                  </a:cubicBezTo>
                  <a:cubicBezTo>
                    <a:pt x="9003" y="48194"/>
                    <a:pt x="8123" y="48393"/>
                    <a:pt x="7271" y="48648"/>
                  </a:cubicBezTo>
                  <a:cubicBezTo>
                    <a:pt x="7100" y="48705"/>
                    <a:pt x="6902" y="48733"/>
                    <a:pt x="6731" y="48762"/>
                  </a:cubicBezTo>
                  <a:cubicBezTo>
                    <a:pt x="6760" y="49159"/>
                    <a:pt x="6845" y="49528"/>
                    <a:pt x="6987" y="49898"/>
                  </a:cubicBezTo>
                  <a:cubicBezTo>
                    <a:pt x="7981" y="49756"/>
                    <a:pt x="8890" y="49443"/>
                    <a:pt x="9855" y="49301"/>
                  </a:cubicBezTo>
                  <a:cubicBezTo>
                    <a:pt x="11076" y="49102"/>
                    <a:pt x="12241" y="48762"/>
                    <a:pt x="13377" y="48336"/>
                  </a:cubicBezTo>
                  <a:cubicBezTo>
                    <a:pt x="13433" y="47938"/>
                    <a:pt x="13433" y="47541"/>
                    <a:pt x="13377" y="47143"/>
                  </a:cubicBezTo>
                  <a:close/>
                  <a:moveTo>
                    <a:pt x="13263" y="51147"/>
                  </a:moveTo>
                  <a:cubicBezTo>
                    <a:pt x="12894" y="51176"/>
                    <a:pt x="12525" y="51261"/>
                    <a:pt x="12155" y="51403"/>
                  </a:cubicBezTo>
                  <a:cubicBezTo>
                    <a:pt x="11360" y="51573"/>
                    <a:pt x="10537" y="51687"/>
                    <a:pt x="9770" y="51942"/>
                  </a:cubicBezTo>
                  <a:cubicBezTo>
                    <a:pt x="9060" y="52170"/>
                    <a:pt x="8350" y="52312"/>
                    <a:pt x="7640" y="52482"/>
                  </a:cubicBezTo>
                  <a:cubicBezTo>
                    <a:pt x="7668" y="52880"/>
                    <a:pt x="7754" y="53277"/>
                    <a:pt x="7924" y="53618"/>
                  </a:cubicBezTo>
                  <a:lnTo>
                    <a:pt x="8861" y="53391"/>
                  </a:lnTo>
                  <a:cubicBezTo>
                    <a:pt x="9742" y="53164"/>
                    <a:pt x="10593" y="52936"/>
                    <a:pt x="11474" y="52738"/>
                  </a:cubicBezTo>
                  <a:cubicBezTo>
                    <a:pt x="12042" y="52567"/>
                    <a:pt x="12638" y="52454"/>
                    <a:pt x="13235" y="52425"/>
                  </a:cubicBezTo>
                  <a:cubicBezTo>
                    <a:pt x="13348" y="51999"/>
                    <a:pt x="13348" y="51573"/>
                    <a:pt x="13263" y="51147"/>
                  </a:cubicBezTo>
                  <a:close/>
                  <a:moveTo>
                    <a:pt x="13235" y="55407"/>
                  </a:moveTo>
                  <a:cubicBezTo>
                    <a:pt x="12027" y="55764"/>
                    <a:pt x="10847" y="56147"/>
                    <a:pt x="9539" y="56147"/>
                  </a:cubicBezTo>
                  <a:cubicBezTo>
                    <a:pt x="9493" y="56147"/>
                    <a:pt x="9447" y="56146"/>
                    <a:pt x="9401" y="56145"/>
                  </a:cubicBezTo>
                  <a:cubicBezTo>
                    <a:pt x="9230" y="56145"/>
                    <a:pt x="9088" y="56174"/>
                    <a:pt x="8918" y="56202"/>
                  </a:cubicBezTo>
                  <a:cubicBezTo>
                    <a:pt x="8776" y="56231"/>
                    <a:pt x="8634" y="56287"/>
                    <a:pt x="8549" y="56401"/>
                  </a:cubicBezTo>
                  <a:cubicBezTo>
                    <a:pt x="8577" y="56742"/>
                    <a:pt x="8662" y="57054"/>
                    <a:pt x="8804" y="57367"/>
                  </a:cubicBezTo>
                  <a:cubicBezTo>
                    <a:pt x="9401" y="57310"/>
                    <a:pt x="9969" y="57253"/>
                    <a:pt x="10565" y="57225"/>
                  </a:cubicBezTo>
                  <a:cubicBezTo>
                    <a:pt x="11190" y="57225"/>
                    <a:pt x="11815" y="57083"/>
                    <a:pt x="12383" y="56884"/>
                  </a:cubicBezTo>
                  <a:cubicBezTo>
                    <a:pt x="12667" y="56770"/>
                    <a:pt x="12951" y="56713"/>
                    <a:pt x="13235" y="56685"/>
                  </a:cubicBezTo>
                  <a:cubicBezTo>
                    <a:pt x="13291" y="56259"/>
                    <a:pt x="13291" y="55833"/>
                    <a:pt x="13235" y="55407"/>
                  </a:cubicBezTo>
                  <a:close/>
                  <a:moveTo>
                    <a:pt x="13263" y="57849"/>
                  </a:moveTo>
                  <a:cubicBezTo>
                    <a:pt x="12951" y="57878"/>
                    <a:pt x="12638" y="57963"/>
                    <a:pt x="12326" y="58077"/>
                  </a:cubicBezTo>
                  <a:cubicBezTo>
                    <a:pt x="11616" y="58417"/>
                    <a:pt x="10906" y="58645"/>
                    <a:pt x="10224" y="58985"/>
                  </a:cubicBezTo>
                  <a:cubicBezTo>
                    <a:pt x="9940" y="59156"/>
                    <a:pt x="9628" y="59269"/>
                    <a:pt x="9316" y="59298"/>
                  </a:cubicBezTo>
                  <a:cubicBezTo>
                    <a:pt x="9344" y="59695"/>
                    <a:pt x="9429" y="60064"/>
                    <a:pt x="9600" y="60434"/>
                  </a:cubicBezTo>
                  <a:cubicBezTo>
                    <a:pt x="10451" y="60178"/>
                    <a:pt x="11275" y="59866"/>
                    <a:pt x="12099" y="59525"/>
                  </a:cubicBezTo>
                  <a:cubicBezTo>
                    <a:pt x="12468" y="59383"/>
                    <a:pt x="12865" y="59212"/>
                    <a:pt x="13263" y="59042"/>
                  </a:cubicBezTo>
                  <a:cubicBezTo>
                    <a:pt x="13348" y="58645"/>
                    <a:pt x="13348" y="58247"/>
                    <a:pt x="13263" y="57849"/>
                  </a:cubicBezTo>
                  <a:close/>
                  <a:moveTo>
                    <a:pt x="13433" y="61967"/>
                  </a:moveTo>
                  <a:lnTo>
                    <a:pt x="10111" y="62223"/>
                  </a:lnTo>
                  <a:cubicBezTo>
                    <a:pt x="10139" y="62620"/>
                    <a:pt x="10253" y="62990"/>
                    <a:pt x="10423" y="63359"/>
                  </a:cubicBezTo>
                  <a:lnTo>
                    <a:pt x="13519" y="63160"/>
                  </a:lnTo>
                  <a:cubicBezTo>
                    <a:pt x="13547" y="62762"/>
                    <a:pt x="13519" y="62365"/>
                    <a:pt x="13433" y="61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9"/>
            <p:cNvSpPr/>
            <p:nvPr/>
          </p:nvSpPr>
          <p:spPr>
            <a:xfrm>
              <a:off x="7950450" y="2098510"/>
              <a:ext cx="453700" cy="1738157"/>
            </a:xfrm>
            <a:custGeom>
              <a:rect b="b" l="l" r="r" t="t"/>
              <a:pathLst>
                <a:path extrusionOk="0" h="72582" w="18148">
                  <a:moveTo>
                    <a:pt x="15147" y="1"/>
                  </a:moveTo>
                  <a:cubicBezTo>
                    <a:pt x="14975" y="1"/>
                    <a:pt x="14811" y="84"/>
                    <a:pt x="14711" y="233"/>
                  </a:cubicBezTo>
                  <a:cubicBezTo>
                    <a:pt x="14655" y="375"/>
                    <a:pt x="14569" y="546"/>
                    <a:pt x="14541" y="688"/>
                  </a:cubicBezTo>
                  <a:cubicBezTo>
                    <a:pt x="13348" y="3953"/>
                    <a:pt x="11758" y="7077"/>
                    <a:pt x="9770" y="9917"/>
                  </a:cubicBezTo>
                  <a:cubicBezTo>
                    <a:pt x="7583" y="13268"/>
                    <a:pt x="5794" y="16875"/>
                    <a:pt x="4459" y="20624"/>
                  </a:cubicBezTo>
                  <a:cubicBezTo>
                    <a:pt x="3522" y="23179"/>
                    <a:pt x="2755" y="25792"/>
                    <a:pt x="2187" y="28433"/>
                  </a:cubicBezTo>
                  <a:cubicBezTo>
                    <a:pt x="1648" y="31131"/>
                    <a:pt x="1335" y="33886"/>
                    <a:pt x="1307" y="36641"/>
                  </a:cubicBezTo>
                  <a:cubicBezTo>
                    <a:pt x="1250" y="37635"/>
                    <a:pt x="1222" y="38657"/>
                    <a:pt x="1193" y="39651"/>
                  </a:cubicBezTo>
                  <a:cubicBezTo>
                    <a:pt x="1137" y="41667"/>
                    <a:pt x="1080" y="43655"/>
                    <a:pt x="995" y="45643"/>
                  </a:cubicBezTo>
                  <a:cubicBezTo>
                    <a:pt x="966" y="46665"/>
                    <a:pt x="938" y="47688"/>
                    <a:pt x="853" y="48682"/>
                  </a:cubicBezTo>
                  <a:cubicBezTo>
                    <a:pt x="654" y="51152"/>
                    <a:pt x="654" y="53623"/>
                    <a:pt x="569" y="56065"/>
                  </a:cubicBezTo>
                  <a:cubicBezTo>
                    <a:pt x="512" y="57287"/>
                    <a:pt x="455" y="58479"/>
                    <a:pt x="398" y="59672"/>
                  </a:cubicBezTo>
                  <a:cubicBezTo>
                    <a:pt x="370" y="61092"/>
                    <a:pt x="313" y="62484"/>
                    <a:pt x="313" y="63875"/>
                  </a:cubicBezTo>
                  <a:cubicBezTo>
                    <a:pt x="313" y="65494"/>
                    <a:pt x="228" y="67113"/>
                    <a:pt x="86" y="68703"/>
                  </a:cubicBezTo>
                  <a:cubicBezTo>
                    <a:pt x="58" y="69328"/>
                    <a:pt x="29" y="69981"/>
                    <a:pt x="29" y="70606"/>
                  </a:cubicBezTo>
                  <a:cubicBezTo>
                    <a:pt x="1" y="71486"/>
                    <a:pt x="114" y="71656"/>
                    <a:pt x="1023" y="72026"/>
                  </a:cubicBezTo>
                  <a:cubicBezTo>
                    <a:pt x="1960" y="72338"/>
                    <a:pt x="2926" y="72508"/>
                    <a:pt x="3920" y="72508"/>
                  </a:cubicBezTo>
                  <a:cubicBezTo>
                    <a:pt x="4033" y="72537"/>
                    <a:pt x="4147" y="72565"/>
                    <a:pt x="4261" y="72565"/>
                  </a:cubicBezTo>
                  <a:cubicBezTo>
                    <a:pt x="4312" y="72576"/>
                    <a:pt x="4364" y="72582"/>
                    <a:pt x="4416" y="72582"/>
                  </a:cubicBezTo>
                  <a:cubicBezTo>
                    <a:pt x="4764" y="72582"/>
                    <a:pt x="5103" y="72343"/>
                    <a:pt x="5226" y="71997"/>
                  </a:cubicBezTo>
                  <a:cubicBezTo>
                    <a:pt x="5368" y="71656"/>
                    <a:pt x="5482" y="71344"/>
                    <a:pt x="5595" y="71003"/>
                  </a:cubicBezTo>
                  <a:cubicBezTo>
                    <a:pt x="5709" y="70549"/>
                    <a:pt x="5822" y="70094"/>
                    <a:pt x="5936" y="69640"/>
                  </a:cubicBezTo>
                  <a:cubicBezTo>
                    <a:pt x="6135" y="68845"/>
                    <a:pt x="6390" y="68078"/>
                    <a:pt x="6703" y="67311"/>
                  </a:cubicBezTo>
                  <a:cubicBezTo>
                    <a:pt x="7839" y="64386"/>
                    <a:pt x="8833" y="61376"/>
                    <a:pt x="9600" y="58337"/>
                  </a:cubicBezTo>
                  <a:cubicBezTo>
                    <a:pt x="10764" y="54106"/>
                    <a:pt x="11985" y="49903"/>
                    <a:pt x="13689" y="45870"/>
                  </a:cubicBezTo>
                  <a:cubicBezTo>
                    <a:pt x="14939" y="42832"/>
                    <a:pt x="15989" y="39764"/>
                    <a:pt x="16898" y="36641"/>
                  </a:cubicBezTo>
                  <a:cubicBezTo>
                    <a:pt x="17636" y="34056"/>
                    <a:pt x="18034" y="31387"/>
                    <a:pt x="18062" y="28689"/>
                  </a:cubicBezTo>
                  <a:cubicBezTo>
                    <a:pt x="18148" y="24429"/>
                    <a:pt x="17920" y="20169"/>
                    <a:pt x="17409" y="15909"/>
                  </a:cubicBezTo>
                  <a:cubicBezTo>
                    <a:pt x="17125" y="13609"/>
                    <a:pt x="16784" y="11309"/>
                    <a:pt x="16415" y="9008"/>
                  </a:cubicBezTo>
                  <a:cubicBezTo>
                    <a:pt x="16103" y="6822"/>
                    <a:pt x="15904" y="4607"/>
                    <a:pt x="15762" y="2392"/>
                  </a:cubicBezTo>
                  <a:cubicBezTo>
                    <a:pt x="15705" y="1909"/>
                    <a:pt x="15734" y="1426"/>
                    <a:pt x="15705" y="915"/>
                  </a:cubicBezTo>
                  <a:cubicBezTo>
                    <a:pt x="15705" y="744"/>
                    <a:pt x="15677" y="546"/>
                    <a:pt x="15620" y="375"/>
                  </a:cubicBezTo>
                  <a:cubicBezTo>
                    <a:pt x="15592" y="176"/>
                    <a:pt x="15421" y="6"/>
                    <a:pt x="15223" y="6"/>
                  </a:cubicBezTo>
                  <a:cubicBezTo>
                    <a:pt x="15197" y="2"/>
                    <a:pt x="15172" y="1"/>
                    <a:pt x="15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9"/>
            <p:cNvSpPr/>
            <p:nvPr/>
          </p:nvSpPr>
          <p:spPr>
            <a:xfrm>
              <a:off x="7950450" y="2097840"/>
              <a:ext cx="453700" cy="1738157"/>
            </a:xfrm>
            <a:custGeom>
              <a:rect b="b" l="l" r="r" t="t"/>
              <a:pathLst>
                <a:path extrusionOk="0" h="72582" w="18148">
                  <a:moveTo>
                    <a:pt x="15147" y="0"/>
                  </a:moveTo>
                  <a:cubicBezTo>
                    <a:pt x="14975" y="0"/>
                    <a:pt x="14811" y="84"/>
                    <a:pt x="14711" y="233"/>
                  </a:cubicBezTo>
                  <a:cubicBezTo>
                    <a:pt x="14655" y="375"/>
                    <a:pt x="14569" y="545"/>
                    <a:pt x="14541" y="687"/>
                  </a:cubicBezTo>
                  <a:cubicBezTo>
                    <a:pt x="13348" y="3953"/>
                    <a:pt x="11758" y="7077"/>
                    <a:pt x="9798" y="9945"/>
                  </a:cubicBezTo>
                  <a:cubicBezTo>
                    <a:pt x="7583" y="13268"/>
                    <a:pt x="5794" y="16875"/>
                    <a:pt x="4459" y="20652"/>
                  </a:cubicBezTo>
                  <a:cubicBezTo>
                    <a:pt x="3522" y="23179"/>
                    <a:pt x="2784" y="25792"/>
                    <a:pt x="2187" y="28461"/>
                  </a:cubicBezTo>
                  <a:cubicBezTo>
                    <a:pt x="1648" y="31131"/>
                    <a:pt x="1364" y="33857"/>
                    <a:pt x="1307" y="36612"/>
                  </a:cubicBezTo>
                  <a:cubicBezTo>
                    <a:pt x="1279" y="37634"/>
                    <a:pt x="1222" y="38628"/>
                    <a:pt x="1193" y="39650"/>
                  </a:cubicBezTo>
                  <a:cubicBezTo>
                    <a:pt x="1137" y="41638"/>
                    <a:pt x="1080" y="43655"/>
                    <a:pt x="1023" y="45643"/>
                  </a:cubicBezTo>
                  <a:cubicBezTo>
                    <a:pt x="966" y="46665"/>
                    <a:pt x="938" y="47659"/>
                    <a:pt x="853" y="48681"/>
                  </a:cubicBezTo>
                  <a:cubicBezTo>
                    <a:pt x="682" y="51124"/>
                    <a:pt x="682" y="53594"/>
                    <a:pt x="569" y="56065"/>
                  </a:cubicBezTo>
                  <a:cubicBezTo>
                    <a:pt x="540" y="57258"/>
                    <a:pt x="455" y="58451"/>
                    <a:pt x="427" y="59672"/>
                  </a:cubicBezTo>
                  <a:cubicBezTo>
                    <a:pt x="370" y="61063"/>
                    <a:pt x="342" y="62455"/>
                    <a:pt x="342" y="63846"/>
                  </a:cubicBezTo>
                  <a:cubicBezTo>
                    <a:pt x="342" y="65465"/>
                    <a:pt x="228" y="67084"/>
                    <a:pt x="114" y="68703"/>
                  </a:cubicBezTo>
                  <a:cubicBezTo>
                    <a:pt x="58" y="69327"/>
                    <a:pt x="58" y="69952"/>
                    <a:pt x="29" y="70577"/>
                  </a:cubicBezTo>
                  <a:cubicBezTo>
                    <a:pt x="1" y="71486"/>
                    <a:pt x="143" y="71656"/>
                    <a:pt x="1023" y="71997"/>
                  </a:cubicBezTo>
                  <a:cubicBezTo>
                    <a:pt x="1193" y="71116"/>
                    <a:pt x="1364" y="70236"/>
                    <a:pt x="1506" y="69327"/>
                  </a:cubicBezTo>
                  <a:cubicBezTo>
                    <a:pt x="1506" y="68930"/>
                    <a:pt x="1563" y="68532"/>
                    <a:pt x="1648" y="68163"/>
                  </a:cubicBezTo>
                  <a:lnTo>
                    <a:pt x="1932" y="65209"/>
                  </a:lnTo>
                  <a:cubicBezTo>
                    <a:pt x="1875" y="64812"/>
                    <a:pt x="1875" y="64414"/>
                    <a:pt x="1989" y="64017"/>
                  </a:cubicBezTo>
                  <a:cubicBezTo>
                    <a:pt x="1932" y="63648"/>
                    <a:pt x="1960" y="63250"/>
                    <a:pt x="2045" y="62881"/>
                  </a:cubicBezTo>
                  <a:cubicBezTo>
                    <a:pt x="2017" y="62455"/>
                    <a:pt x="2045" y="62029"/>
                    <a:pt x="2131" y="61603"/>
                  </a:cubicBezTo>
                  <a:cubicBezTo>
                    <a:pt x="2102" y="61432"/>
                    <a:pt x="2102" y="61262"/>
                    <a:pt x="2102" y="61120"/>
                  </a:cubicBezTo>
                  <a:cubicBezTo>
                    <a:pt x="2159" y="60268"/>
                    <a:pt x="2216" y="59444"/>
                    <a:pt x="2273" y="58621"/>
                  </a:cubicBezTo>
                  <a:cubicBezTo>
                    <a:pt x="2187" y="58195"/>
                    <a:pt x="2216" y="57741"/>
                    <a:pt x="2301" y="57315"/>
                  </a:cubicBezTo>
                  <a:cubicBezTo>
                    <a:pt x="2216" y="56377"/>
                    <a:pt x="2301" y="55469"/>
                    <a:pt x="2301" y="54531"/>
                  </a:cubicBezTo>
                  <a:cubicBezTo>
                    <a:pt x="2244" y="54105"/>
                    <a:pt x="2273" y="53708"/>
                    <a:pt x="2329" y="53310"/>
                  </a:cubicBezTo>
                  <a:cubicBezTo>
                    <a:pt x="2301" y="53254"/>
                    <a:pt x="2273" y="53168"/>
                    <a:pt x="2273" y="53083"/>
                  </a:cubicBezTo>
                  <a:lnTo>
                    <a:pt x="2273" y="50044"/>
                  </a:lnTo>
                  <a:cubicBezTo>
                    <a:pt x="2216" y="49590"/>
                    <a:pt x="2216" y="49164"/>
                    <a:pt x="2244" y="48710"/>
                  </a:cubicBezTo>
                  <a:cubicBezTo>
                    <a:pt x="2187" y="47574"/>
                    <a:pt x="2187" y="46409"/>
                    <a:pt x="2301" y="45273"/>
                  </a:cubicBezTo>
                  <a:cubicBezTo>
                    <a:pt x="2273" y="44876"/>
                    <a:pt x="2301" y="44478"/>
                    <a:pt x="2386" y="44109"/>
                  </a:cubicBezTo>
                  <a:cubicBezTo>
                    <a:pt x="2443" y="43115"/>
                    <a:pt x="2471" y="42121"/>
                    <a:pt x="2528" y="41127"/>
                  </a:cubicBezTo>
                  <a:cubicBezTo>
                    <a:pt x="2585" y="40588"/>
                    <a:pt x="2670" y="40048"/>
                    <a:pt x="2727" y="39508"/>
                  </a:cubicBezTo>
                  <a:cubicBezTo>
                    <a:pt x="2699" y="39111"/>
                    <a:pt x="2755" y="38713"/>
                    <a:pt x="2841" y="38344"/>
                  </a:cubicBezTo>
                  <a:cubicBezTo>
                    <a:pt x="2841" y="37634"/>
                    <a:pt x="2897" y="36924"/>
                    <a:pt x="3011" y="36214"/>
                  </a:cubicBezTo>
                  <a:cubicBezTo>
                    <a:pt x="2954" y="35447"/>
                    <a:pt x="3011" y="34681"/>
                    <a:pt x="3153" y="33942"/>
                  </a:cubicBezTo>
                  <a:cubicBezTo>
                    <a:pt x="3181" y="33005"/>
                    <a:pt x="3295" y="32068"/>
                    <a:pt x="3437" y="31159"/>
                  </a:cubicBezTo>
                  <a:cubicBezTo>
                    <a:pt x="3437" y="30762"/>
                    <a:pt x="3465" y="30364"/>
                    <a:pt x="3551" y="29995"/>
                  </a:cubicBezTo>
                  <a:cubicBezTo>
                    <a:pt x="3607" y="29114"/>
                    <a:pt x="3778" y="28234"/>
                    <a:pt x="4090" y="27439"/>
                  </a:cubicBezTo>
                  <a:cubicBezTo>
                    <a:pt x="4119" y="27013"/>
                    <a:pt x="4232" y="26644"/>
                    <a:pt x="4403" y="26275"/>
                  </a:cubicBezTo>
                  <a:cubicBezTo>
                    <a:pt x="4658" y="25195"/>
                    <a:pt x="4971" y="24145"/>
                    <a:pt x="5340" y="23094"/>
                  </a:cubicBezTo>
                  <a:cubicBezTo>
                    <a:pt x="5453" y="22526"/>
                    <a:pt x="5652" y="21986"/>
                    <a:pt x="5936" y="21504"/>
                  </a:cubicBezTo>
                  <a:cubicBezTo>
                    <a:pt x="6220" y="20566"/>
                    <a:pt x="6618" y="19686"/>
                    <a:pt x="7072" y="18834"/>
                  </a:cubicBezTo>
                  <a:cubicBezTo>
                    <a:pt x="7186" y="18436"/>
                    <a:pt x="7384" y="18067"/>
                    <a:pt x="7612" y="17755"/>
                  </a:cubicBezTo>
                  <a:cubicBezTo>
                    <a:pt x="7725" y="17357"/>
                    <a:pt x="7896" y="16960"/>
                    <a:pt x="8151" y="16647"/>
                  </a:cubicBezTo>
                  <a:cubicBezTo>
                    <a:pt x="8265" y="16278"/>
                    <a:pt x="8435" y="15966"/>
                    <a:pt x="8662" y="15682"/>
                  </a:cubicBezTo>
                  <a:cubicBezTo>
                    <a:pt x="9003" y="14801"/>
                    <a:pt x="9429" y="13978"/>
                    <a:pt x="9940" y="13211"/>
                  </a:cubicBezTo>
                  <a:cubicBezTo>
                    <a:pt x="10054" y="12814"/>
                    <a:pt x="10253" y="12444"/>
                    <a:pt x="10537" y="12132"/>
                  </a:cubicBezTo>
                  <a:cubicBezTo>
                    <a:pt x="10792" y="11507"/>
                    <a:pt x="11133" y="10911"/>
                    <a:pt x="11559" y="10343"/>
                  </a:cubicBezTo>
                  <a:cubicBezTo>
                    <a:pt x="11673" y="9945"/>
                    <a:pt x="11871" y="9576"/>
                    <a:pt x="12155" y="9264"/>
                  </a:cubicBezTo>
                  <a:cubicBezTo>
                    <a:pt x="12383" y="8724"/>
                    <a:pt x="12667" y="8213"/>
                    <a:pt x="13036" y="7730"/>
                  </a:cubicBezTo>
                  <a:cubicBezTo>
                    <a:pt x="13206" y="7333"/>
                    <a:pt x="13462" y="6963"/>
                    <a:pt x="13746" y="6651"/>
                  </a:cubicBezTo>
                  <a:cubicBezTo>
                    <a:pt x="14030" y="6083"/>
                    <a:pt x="14371" y="5543"/>
                    <a:pt x="14768" y="5061"/>
                  </a:cubicBezTo>
                  <a:cubicBezTo>
                    <a:pt x="14882" y="5629"/>
                    <a:pt x="14910" y="6197"/>
                    <a:pt x="14910" y="6793"/>
                  </a:cubicBezTo>
                  <a:cubicBezTo>
                    <a:pt x="15024" y="7162"/>
                    <a:pt x="15081" y="7560"/>
                    <a:pt x="15052" y="7986"/>
                  </a:cubicBezTo>
                  <a:cubicBezTo>
                    <a:pt x="15194" y="8752"/>
                    <a:pt x="15308" y="9548"/>
                    <a:pt x="15336" y="10343"/>
                  </a:cubicBezTo>
                  <a:cubicBezTo>
                    <a:pt x="15478" y="10826"/>
                    <a:pt x="15535" y="11308"/>
                    <a:pt x="15535" y="11820"/>
                  </a:cubicBezTo>
                  <a:cubicBezTo>
                    <a:pt x="15677" y="12274"/>
                    <a:pt x="15734" y="12785"/>
                    <a:pt x="15734" y="13268"/>
                  </a:cubicBezTo>
                  <a:cubicBezTo>
                    <a:pt x="15876" y="13609"/>
                    <a:pt x="15933" y="13949"/>
                    <a:pt x="15904" y="14319"/>
                  </a:cubicBezTo>
                  <a:cubicBezTo>
                    <a:pt x="16131" y="15313"/>
                    <a:pt x="16273" y="16335"/>
                    <a:pt x="16330" y="17357"/>
                  </a:cubicBezTo>
                  <a:cubicBezTo>
                    <a:pt x="16444" y="17755"/>
                    <a:pt x="16500" y="18152"/>
                    <a:pt x="16472" y="18578"/>
                  </a:cubicBezTo>
                  <a:cubicBezTo>
                    <a:pt x="16642" y="19601"/>
                    <a:pt x="16756" y="20652"/>
                    <a:pt x="16728" y="21731"/>
                  </a:cubicBezTo>
                  <a:cubicBezTo>
                    <a:pt x="16813" y="22157"/>
                    <a:pt x="16841" y="22611"/>
                    <a:pt x="16784" y="23066"/>
                  </a:cubicBezTo>
                  <a:cubicBezTo>
                    <a:pt x="16870" y="23662"/>
                    <a:pt x="16898" y="24258"/>
                    <a:pt x="16841" y="24855"/>
                  </a:cubicBezTo>
                  <a:cubicBezTo>
                    <a:pt x="16926" y="25337"/>
                    <a:pt x="16926" y="25849"/>
                    <a:pt x="16813" y="26360"/>
                  </a:cubicBezTo>
                  <a:cubicBezTo>
                    <a:pt x="16870" y="27325"/>
                    <a:pt x="16813" y="28319"/>
                    <a:pt x="16642" y="29285"/>
                  </a:cubicBezTo>
                  <a:cubicBezTo>
                    <a:pt x="16642" y="29654"/>
                    <a:pt x="16614" y="30052"/>
                    <a:pt x="16500" y="30421"/>
                  </a:cubicBezTo>
                  <a:cubicBezTo>
                    <a:pt x="16415" y="31330"/>
                    <a:pt x="16245" y="32210"/>
                    <a:pt x="15989" y="33090"/>
                  </a:cubicBezTo>
                  <a:cubicBezTo>
                    <a:pt x="15989" y="33119"/>
                    <a:pt x="15989" y="33147"/>
                    <a:pt x="15961" y="33176"/>
                  </a:cubicBezTo>
                  <a:cubicBezTo>
                    <a:pt x="15933" y="33573"/>
                    <a:pt x="15876" y="33942"/>
                    <a:pt x="15734" y="34340"/>
                  </a:cubicBezTo>
                  <a:cubicBezTo>
                    <a:pt x="15677" y="34681"/>
                    <a:pt x="15592" y="35021"/>
                    <a:pt x="15507" y="35362"/>
                  </a:cubicBezTo>
                  <a:cubicBezTo>
                    <a:pt x="15336" y="35817"/>
                    <a:pt x="15336" y="36328"/>
                    <a:pt x="15081" y="36725"/>
                  </a:cubicBezTo>
                  <a:cubicBezTo>
                    <a:pt x="14939" y="37577"/>
                    <a:pt x="14683" y="38373"/>
                    <a:pt x="14342" y="39168"/>
                  </a:cubicBezTo>
                  <a:cubicBezTo>
                    <a:pt x="14172" y="39934"/>
                    <a:pt x="13916" y="40673"/>
                    <a:pt x="13604" y="41383"/>
                  </a:cubicBezTo>
                  <a:cubicBezTo>
                    <a:pt x="13547" y="41866"/>
                    <a:pt x="13405" y="42292"/>
                    <a:pt x="13178" y="42689"/>
                  </a:cubicBezTo>
                  <a:cubicBezTo>
                    <a:pt x="12837" y="43825"/>
                    <a:pt x="12411" y="44933"/>
                    <a:pt x="11985" y="46012"/>
                  </a:cubicBezTo>
                  <a:cubicBezTo>
                    <a:pt x="11900" y="46381"/>
                    <a:pt x="11786" y="46750"/>
                    <a:pt x="11587" y="47063"/>
                  </a:cubicBezTo>
                  <a:cubicBezTo>
                    <a:pt x="11332" y="47915"/>
                    <a:pt x="11048" y="48766"/>
                    <a:pt x="10764" y="49590"/>
                  </a:cubicBezTo>
                  <a:cubicBezTo>
                    <a:pt x="10707" y="49874"/>
                    <a:pt x="10622" y="50158"/>
                    <a:pt x="10452" y="50414"/>
                  </a:cubicBezTo>
                  <a:cubicBezTo>
                    <a:pt x="10395" y="50840"/>
                    <a:pt x="10253" y="51237"/>
                    <a:pt x="10054" y="51606"/>
                  </a:cubicBezTo>
                  <a:cubicBezTo>
                    <a:pt x="9798" y="52515"/>
                    <a:pt x="9543" y="53424"/>
                    <a:pt x="9287" y="54304"/>
                  </a:cubicBezTo>
                  <a:cubicBezTo>
                    <a:pt x="9230" y="54645"/>
                    <a:pt x="9117" y="54957"/>
                    <a:pt x="8946" y="55213"/>
                  </a:cubicBezTo>
                  <a:cubicBezTo>
                    <a:pt x="8890" y="55611"/>
                    <a:pt x="8776" y="56008"/>
                    <a:pt x="8634" y="56349"/>
                  </a:cubicBezTo>
                  <a:cubicBezTo>
                    <a:pt x="8435" y="57229"/>
                    <a:pt x="8180" y="58081"/>
                    <a:pt x="7867" y="58933"/>
                  </a:cubicBezTo>
                  <a:cubicBezTo>
                    <a:pt x="7810" y="59331"/>
                    <a:pt x="7697" y="59700"/>
                    <a:pt x="7526" y="60069"/>
                  </a:cubicBezTo>
                  <a:cubicBezTo>
                    <a:pt x="7328" y="61006"/>
                    <a:pt x="7044" y="61915"/>
                    <a:pt x="6731" y="62824"/>
                  </a:cubicBezTo>
                  <a:cubicBezTo>
                    <a:pt x="6703" y="63165"/>
                    <a:pt x="6589" y="63477"/>
                    <a:pt x="6447" y="63761"/>
                  </a:cubicBezTo>
                  <a:cubicBezTo>
                    <a:pt x="6334" y="64414"/>
                    <a:pt x="6135" y="65067"/>
                    <a:pt x="5851" y="65664"/>
                  </a:cubicBezTo>
                  <a:cubicBezTo>
                    <a:pt x="5822" y="66061"/>
                    <a:pt x="5709" y="66431"/>
                    <a:pt x="5539" y="66771"/>
                  </a:cubicBezTo>
                  <a:cubicBezTo>
                    <a:pt x="5397" y="67396"/>
                    <a:pt x="5198" y="67993"/>
                    <a:pt x="4942" y="68561"/>
                  </a:cubicBezTo>
                  <a:cubicBezTo>
                    <a:pt x="4885" y="68958"/>
                    <a:pt x="4772" y="69327"/>
                    <a:pt x="4601" y="69668"/>
                  </a:cubicBezTo>
                  <a:cubicBezTo>
                    <a:pt x="4573" y="69952"/>
                    <a:pt x="4516" y="70208"/>
                    <a:pt x="4431" y="70463"/>
                  </a:cubicBezTo>
                  <a:cubicBezTo>
                    <a:pt x="4204" y="71145"/>
                    <a:pt x="4033" y="71826"/>
                    <a:pt x="3920" y="72508"/>
                  </a:cubicBezTo>
                  <a:cubicBezTo>
                    <a:pt x="4033" y="72536"/>
                    <a:pt x="4147" y="72565"/>
                    <a:pt x="4261" y="72565"/>
                  </a:cubicBezTo>
                  <a:cubicBezTo>
                    <a:pt x="4312" y="72576"/>
                    <a:pt x="4364" y="72581"/>
                    <a:pt x="4416" y="72581"/>
                  </a:cubicBezTo>
                  <a:cubicBezTo>
                    <a:pt x="4764" y="72581"/>
                    <a:pt x="5103" y="72343"/>
                    <a:pt x="5226" y="71997"/>
                  </a:cubicBezTo>
                  <a:cubicBezTo>
                    <a:pt x="5368" y="71656"/>
                    <a:pt x="5482" y="71344"/>
                    <a:pt x="5595" y="71003"/>
                  </a:cubicBezTo>
                  <a:cubicBezTo>
                    <a:pt x="5709" y="70548"/>
                    <a:pt x="5822" y="70094"/>
                    <a:pt x="5936" y="69640"/>
                  </a:cubicBezTo>
                  <a:cubicBezTo>
                    <a:pt x="6135" y="68845"/>
                    <a:pt x="6390" y="68078"/>
                    <a:pt x="6703" y="67311"/>
                  </a:cubicBezTo>
                  <a:cubicBezTo>
                    <a:pt x="7839" y="64386"/>
                    <a:pt x="8833" y="61376"/>
                    <a:pt x="9600" y="58337"/>
                  </a:cubicBezTo>
                  <a:cubicBezTo>
                    <a:pt x="10764" y="54105"/>
                    <a:pt x="11985" y="49902"/>
                    <a:pt x="13689" y="45870"/>
                  </a:cubicBezTo>
                  <a:cubicBezTo>
                    <a:pt x="14939" y="42831"/>
                    <a:pt x="15989" y="39764"/>
                    <a:pt x="16898" y="36640"/>
                  </a:cubicBezTo>
                  <a:cubicBezTo>
                    <a:pt x="17636" y="34056"/>
                    <a:pt x="18034" y="31386"/>
                    <a:pt x="18062" y="28688"/>
                  </a:cubicBezTo>
                  <a:cubicBezTo>
                    <a:pt x="18148" y="24429"/>
                    <a:pt x="17920" y="20169"/>
                    <a:pt x="17409" y="15909"/>
                  </a:cubicBezTo>
                  <a:cubicBezTo>
                    <a:pt x="17125" y="13609"/>
                    <a:pt x="16756" y="11308"/>
                    <a:pt x="16415" y="9008"/>
                  </a:cubicBezTo>
                  <a:cubicBezTo>
                    <a:pt x="16103" y="6821"/>
                    <a:pt x="15904" y="4606"/>
                    <a:pt x="15762" y="2391"/>
                  </a:cubicBezTo>
                  <a:cubicBezTo>
                    <a:pt x="15734" y="1908"/>
                    <a:pt x="15734" y="1426"/>
                    <a:pt x="15705" y="914"/>
                  </a:cubicBezTo>
                  <a:cubicBezTo>
                    <a:pt x="15705" y="744"/>
                    <a:pt x="15677" y="545"/>
                    <a:pt x="15620" y="375"/>
                  </a:cubicBezTo>
                  <a:cubicBezTo>
                    <a:pt x="15592" y="176"/>
                    <a:pt x="15421" y="6"/>
                    <a:pt x="15223" y="6"/>
                  </a:cubicBezTo>
                  <a:cubicBezTo>
                    <a:pt x="15197" y="2"/>
                    <a:pt x="15172" y="0"/>
                    <a:pt x="15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9"/>
            <p:cNvSpPr/>
            <p:nvPr/>
          </p:nvSpPr>
          <p:spPr>
            <a:xfrm>
              <a:off x="7988075" y="2257074"/>
              <a:ext cx="385550" cy="1509148"/>
            </a:xfrm>
            <a:custGeom>
              <a:rect b="b" l="l" r="r" t="t"/>
              <a:pathLst>
                <a:path extrusionOk="0" h="63019" w="15422">
                  <a:moveTo>
                    <a:pt x="12269" y="1"/>
                  </a:moveTo>
                  <a:cubicBezTo>
                    <a:pt x="11957" y="313"/>
                    <a:pt x="11730" y="683"/>
                    <a:pt x="11559" y="1080"/>
                  </a:cubicBezTo>
                  <a:lnTo>
                    <a:pt x="13576" y="1336"/>
                  </a:lnTo>
                  <a:cubicBezTo>
                    <a:pt x="13576" y="910"/>
                    <a:pt x="13547" y="512"/>
                    <a:pt x="13405" y="143"/>
                  </a:cubicBezTo>
                  <a:lnTo>
                    <a:pt x="12269" y="1"/>
                  </a:lnTo>
                  <a:close/>
                  <a:moveTo>
                    <a:pt x="10679" y="2614"/>
                  </a:moveTo>
                  <a:cubicBezTo>
                    <a:pt x="10395" y="2926"/>
                    <a:pt x="10196" y="3295"/>
                    <a:pt x="10054" y="3693"/>
                  </a:cubicBezTo>
                  <a:cubicBezTo>
                    <a:pt x="10991" y="4005"/>
                    <a:pt x="11928" y="4289"/>
                    <a:pt x="12866" y="4602"/>
                  </a:cubicBezTo>
                  <a:cubicBezTo>
                    <a:pt x="13263" y="4772"/>
                    <a:pt x="13661" y="4942"/>
                    <a:pt x="14030" y="5170"/>
                  </a:cubicBezTo>
                  <a:cubicBezTo>
                    <a:pt x="14058" y="4658"/>
                    <a:pt x="13973" y="4176"/>
                    <a:pt x="13860" y="3693"/>
                  </a:cubicBezTo>
                  <a:cubicBezTo>
                    <a:pt x="13008" y="3324"/>
                    <a:pt x="12156" y="3040"/>
                    <a:pt x="11275" y="2784"/>
                  </a:cubicBezTo>
                  <a:lnTo>
                    <a:pt x="10679" y="2614"/>
                  </a:lnTo>
                  <a:close/>
                  <a:moveTo>
                    <a:pt x="9032" y="5454"/>
                  </a:moveTo>
                  <a:cubicBezTo>
                    <a:pt x="8776" y="5766"/>
                    <a:pt x="8549" y="6135"/>
                    <a:pt x="8435" y="6533"/>
                  </a:cubicBezTo>
                  <a:cubicBezTo>
                    <a:pt x="9032" y="6703"/>
                    <a:pt x="9600" y="6930"/>
                    <a:pt x="10139" y="7299"/>
                  </a:cubicBezTo>
                  <a:cubicBezTo>
                    <a:pt x="10754" y="7716"/>
                    <a:pt x="11492" y="7938"/>
                    <a:pt x="12250" y="7938"/>
                  </a:cubicBezTo>
                  <a:cubicBezTo>
                    <a:pt x="12577" y="7938"/>
                    <a:pt x="12909" y="7896"/>
                    <a:pt x="13235" y="7811"/>
                  </a:cubicBezTo>
                  <a:cubicBezTo>
                    <a:pt x="13541" y="7717"/>
                    <a:pt x="13866" y="7661"/>
                    <a:pt x="14211" y="7661"/>
                  </a:cubicBezTo>
                  <a:cubicBezTo>
                    <a:pt x="14282" y="7661"/>
                    <a:pt x="14354" y="7664"/>
                    <a:pt x="14428" y="7669"/>
                  </a:cubicBezTo>
                  <a:cubicBezTo>
                    <a:pt x="14428" y="7299"/>
                    <a:pt x="14371" y="6959"/>
                    <a:pt x="14229" y="6618"/>
                  </a:cubicBezTo>
                  <a:cubicBezTo>
                    <a:pt x="14158" y="6613"/>
                    <a:pt x="14088" y="6611"/>
                    <a:pt x="14017" y="6611"/>
                  </a:cubicBezTo>
                  <a:cubicBezTo>
                    <a:pt x="13690" y="6611"/>
                    <a:pt x="13363" y="6661"/>
                    <a:pt x="13036" y="6731"/>
                  </a:cubicBezTo>
                  <a:cubicBezTo>
                    <a:pt x="12853" y="6787"/>
                    <a:pt x="12657" y="6818"/>
                    <a:pt x="12466" y="6818"/>
                  </a:cubicBezTo>
                  <a:cubicBezTo>
                    <a:pt x="12360" y="6818"/>
                    <a:pt x="12256" y="6808"/>
                    <a:pt x="12156" y="6788"/>
                  </a:cubicBezTo>
                  <a:cubicBezTo>
                    <a:pt x="11701" y="6760"/>
                    <a:pt x="11304" y="6646"/>
                    <a:pt x="10906" y="6419"/>
                  </a:cubicBezTo>
                  <a:cubicBezTo>
                    <a:pt x="10310" y="6050"/>
                    <a:pt x="9685" y="5738"/>
                    <a:pt x="9032" y="5454"/>
                  </a:cubicBezTo>
                  <a:close/>
                  <a:moveTo>
                    <a:pt x="7186" y="9003"/>
                  </a:moveTo>
                  <a:cubicBezTo>
                    <a:pt x="6959" y="9287"/>
                    <a:pt x="6760" y="9628"/>
                    <a:pt x="6675" y="9969"/>
                  </a:cubicBezTo>
                  <a:lnTo>
                    <a:pt x="7640" y="10395"/>
                  </a:lnTo>
                  <a:cubicBezTo>
                    <a:pt x="8691" y="10849"/>
                    <a:pt x="9798" y="11162"/>
                    <a:pt x="10934" y="11275"/>
                  </a:cubicBezTo>
                  <a:cubicBezTo>
                    <a:pt x="11190" y="11304"/>
                    <a:pt x="11417" y="11332"/>
                    <a:pt x="11673" y="11361"/>
                  </a:cubicBezTo>
                  <a:cubicBezTo>
                    <a:pt x="12780" y="11446"/>
                    <a:pt x="13888" y="11616"/>
                    <a:pt x="14967" y="11928"/>
                  </a:cubicBezTo>
                  <a:cubicBezTo>
                    <a:pt x="14995" y="11502"/>
                    <a:pt x="14967" y="11105"/>
                    <a:pt x="14825" y="10707"/>
                  </a:cubicBezTo>
                  <a:cubicBezTo>
                    <a:pt x="13462" y="10310"/>
                    <a:pt x="12042" y="10281"/>
                    <a:pt x="10650" y="10083"/>
                  </a:cubicBezTo>
                  <a:cubicBezTo>
                    <a:pt x="9798" y="9969"/>
                    <a:pt x="8947" y="9713"/>
                    <a:pt x="8180" y="9373"/>
                  </a:cubicBezTo>
                  <a:cubicBezTo>
                    <a:pt x="7839" y="9231"/>
                    <a:pt x="7498" y="9117"/>
                    <a:pt x="7186" y="9003"/>
                  </a:cubicBezTo>
                  <a:close/>
                  <a:moveTo>
                    <a:pt x="6135" y="11077"/>
                  </a:moveTo>
                  <a:cubicBezTo>
                    <a:pt x="5879" y="11417"/>
                    <a:pt x="5681" y="11786"/>
                    <a:pt x="5567" y="12184"/>
                  </a:cubicBezTo>
                  <a:cubicBezTo>
                    <a:pt x="5737" y="12212"/>
                    <a:pt x="5851" y="12326"/>
                    <a:pt x="5965" y="12440"/>
                  </a:cubicBezTo>
                  <a:cubicBezTo>
                    <a:pt x="6192" y="12667"/>
                    <a:pt x="6391" y="12866"/>
                    <a:pt x="6646" y="13036"/>
                  </a:cubicBezTo>
                  <a:cubicBezTo>
                    <a:pt x="7015" y="13348"/>
                    <a:pt x="7498" y="13547"/>
                    <a:pt x="7981" y="13604"/>
                  </a:cubicBezTo>
                  <a:cubicBezTo>
                    <a:pt x="8606" y="13647"/>
                    <a:pt x="9216" y="13756"/>
                    <a:pt x="9833" y="13756"/>
                  </a:cubicBezTo>
                  <a:cubicBezTo>
                    <a:pt x="10029" y="13756"/>
                    <a:pt x="10225" y="13745"/>
                    <a:pt x="10423" y="13718"/>
                  </a:cubicBezTo>
                  <a:cubicBezTo>
                    <a:pt x="10468" y="13715"/>
                    <a:pt x="10513" y="13714"/>
                    <a:pt x="10558" y="13714"/>
                  </a:cubicBezTo>
                  <a:cubicBezTo>
                    <a:pt x="11052" y="13714"/>
                    <a:pt x="11543" y="13857"/>
                    <a:pt x="11985" y="14144"/>
                  </a:cubicBezTo>
                  <a:cubicBezTo>
                    <a:pt x="12553" y="14456"/>
                    <a:pt x="13093" y="14882"/>
                    <a:pt x="13576" y="15393"/>
                  </a:cubicBezTo>
                  <a:cubicBezTo>
                    <a:pt x="14002" y="15904"/>
                    <a:pt x="14626" y="16274"/>
                    <a:pt x="15279" y="16416"/>
                  </a:cubicBezTo>
                  <a:cubicBezTo>
                    <a:pt x="15336" y="15961"/>
                    <a:pt x="15308" y="15507"/>
                    <a:pt x="15251" y="15081"/>
                  </a:cubicBezTo>
                  <a:lnTo>
                    <a:pt x="15251" y="15052"/>
                  </a:lnTo>
                  <a:cubicBezTo>
                    <a:pt x="14882" y="14967"/>
                    <a:pt x="14541" y="14740"/>
                    <a:pt x="14314" y="14428"/>
                  </a:cubicBezTo>
                  <a:cubicBezTo>
                    <a:pt x="13803" y="13945"/>
                    <a:pt x="13263" y="13519"/>
                    <a:pt x="12638" y="13150"/>
                  </a:cubicBezTo>
                  <a:cubicBezTo>
                    <a:pt x="11987" y="12739"/>
                    <a:pt x="11232" y="12534"/>
                    <a:pt x="10463" y="12534"/>
                  </a:cubicBezTo>
                  <a:cubicBezTo>
                    <a:pt x="10327" y="12534"/>
                    <a:pt x="10190" y="12540"/>
                    <a:pt x="10054" y="12553"/>
                  </a:cubicBezTo>
                  <a:cubicBezTo>
                    <a:pt x="9893" y="12560"/>
                    <a:pt x="9732" y="12563"/>
                    <a:pt x="9572" y="12563"/>
                  </a:cubicBezTo>
                  <a:cubicBezTo>
                    <a:pt x="9052" y="12563"/>
                    <a:pt x="8537" y="12526"/>
                    <a:pt x="8038" y="12440"/>
                  </a:cubicBezTo>
                  <a:cubicBezTo>
                    <a:pt x="7697" y="12383"/>
                    <a:pt x="7413" y="12212"/>
                    <a:pt x="7186" y="11985"/>
                  </a:cubicBezTo>
                  <a:cubicBezTo>
                    <a:pt x="6817" y="11730"/>
                    <a:pt x="6476" y="11389"/>
                    <a:pt x="6135" y="11077"/>
                  </a:cubicBezTo>
                  <a:close/>
                  <a:moveTo>
                    <a:pt x="4431" y="14882"/>
                  </a:moveTo>
                  <a:cubicBezTo>
                    <a:pt x="4176" y="15365"/>
                    <a:pt x="3977" y="15904"/>
                    <a:pt x="3863" y="16444"/>
                  </a:cubicBezTo>
                  <a:cubicBezTo>
                    <a:pt x="4289" y="16728"/>
                    <a:pt x="4800" y="16728"/>
                    <a:pt x="5255" y="16898"/>
                  </a:cubicBezTo>
                  <a:cubicBezTo>
                    <a:pt x="5652" y="17040"/>
                    <a:pt x="6107" y="17097"/>
                    <a:pt x="6504" y="17239"/>
                  </a:cubicBezTo>
                  <a:cubicBezTo>
                    <a:pt x="7498" y="17523"/>
                    <a:pt x="8521" y="17779"/>
                    <a:pt x="9515" y="18006"/>
                  </a:cubicBezTo>
                  <a:cubicBezTo>
                    <a:pt x="10082" y="18176"/>
                    <a:pt x="10679" y="18261"/>
                    <a:pt x="11275" y="18403"/>
                  </a:cubicBezTo>
                  <a:cubicBezTo>
                    <a:pt x="11758" y="18517"/>
                    <a:pt x="12212" y="18659"/>
                    <a:pt x="12695" y="18773"/>
                  </a:cubicBezTo>
                  <a:cubicBezTo>
                    <a:pt x="13519" y="18971"/>
                    <a:pt x="14314" y="19255"/>
                    <a:pt x="15081" y="19625"/>
                  </a:cubicBezTo>
                  <a:cubicBezTo>
                    <a:pt x="15137" y="19653"/>
                    <a:pt x="15223" y="19681"/>
                    <a:pt x="15308" y="19681"/>
                  </a:cubicBezTo>
                  <a:cubicBezTo>
                    <a:pt x="15421" y="19199"/>
                    <a:pt x="15421" y="18687"/>
                    <a:pt x="15336" y="18205"/>
                  </a:cubicBezTo>
                  <a:cubicBezTo>
                    <a:pt x="15081" y="18176"/>
                    <a:pt x="14854" y="18091"/>
                    <a:pt x="14655" y="17949"/>
                  </a:cubicBezTo>
                  <a:cubicBezTo>
                    <a:pt x="13632" y="17466"/>
                    <a:pt x="12610" y="17069"/>
                    <a:pt x="11531" y="16728"/>
                  </a:cubicBezTo>
                  <a:cubicBezTo>
                    <a:pt x="11020" y="16557"/>
                    <a:pt x="10480" y="16444"/>
                    <a:pt x="9969" y="16302"/>
                  </a:cubicBezTo>
                  <a:cubicBezTo>
                    <a:pt x="9429" y="16132"/>
                    <a:pt x="8805" y="15990"/>
                    <a:pt x="8237" y="15819"/>
                  </a:cubicBezTo>
                  <a:cubicBezTo>
                    <a:pt x="7782" y="15706"/>
                    <a:pt x="7328" y="15592"/>
                    <a:pt x="6873" y="15507"/>
                  </a:cubicBezTo>
                  <a:cubicBezTo>
                    <a:pt x="6050" y="15336"/>
                    <a:pt x="5255" y="15081"/>
                    <a:pt x="4431" y="14882"/>
                  </a:cubicBezTo>
                  <a:close/>
                  <a:moveTo>
                    <a:pt x="2898" y="19625"/>
                  </a:moveTo>
                  <a:cubicBezTo>
                    <a:pt x="2727" y="19994"/>
                    <a:pt x="2614" y="20363"/>
                    <a:pt x="2585" y="20789"/>
                  </a:cubicBezTo>
                  <a:cubicBezTo>
                    <a:pt x="2841" y="20874"/>
                    <a:pt x="3125" y="20959"/>
                    <a:pt x="3352" y="21073"/>
                  </a:cubicBezTo>
                  <a:cubicBezTo>
                    <a:pt x="3961" y="21370"/>
                    <a:pt x="4622" y="21520"/>
                    <a:pt x="5287" y="21520"/>
                  </a:cubicBezTo>
                  <a:cubicBezTo>
                    <a:pt x="5831" y="21520"/>
                    <a:pt x="6378" y="21419"/>
                    <a:pt x="6902" y="21215"/>
                  </a:cubicBezTo>
                  <a:cubicBezTo>
                    <a:pt x="7243" y="21101"/>
                    <a:pt x="7583" y="21016"/>
                    <a:pt x="7924" y="20931"/>
                  </a:cubicBezTo>
                  <a:cubicBezTo>
                    <a:pt x="7997" y="20904"/>
                    <a:pt x="8073" y="20891"/>
                    <a:pt x="8150" y="20891"/>
                  </a:cubicBezTo>
                  <a:cubicBezTo>
                    <a:pt x="8312" y="20891"/>
                    <a:pt x="8480" y="20948"/>
                    <a:pt x="8634" y="21045"/>
                  </a:cubicBezTo>
                  <a:cubicBezTo>
                    <a:pt x="9032" y="21300"/>
                    <a:pt x="9429" y="21613"/>
                    <a:pt x="9770" y="21953"/>
                  </a:cubicBezTo>
                  <a:cubicBezTo>
                    <a:pt x="10168" y="22294"/>
                    <a:pt x="10537" y="22663"/>
                    <a:pt x="10934" y="23004"/>
                  </a:cubicBezTo>
                  <a:cubicBezTo>
                    <a:pt x="11360" y="23373"/>
                    <a:pt x="11900" y="23600"/>
                    <a:pt x="12468" y="23657"/>
                  </a:cubicBezTo>
                  <a:cubicBezTo>
                    <a:pt x="12765" y="23704"/>
                    <a:pt x="13062" y="23725"/>
                    <a:pt x="13359" y="23725"/>
                  </a:cubicBezTo>
                  <a:cubicBezTo>
                    <a:pt x="13602" y="23725"/>
                    <a:pt x="13844" y="23711"/>
                    <a:pt x="14087" y="23686"/>
                  </a:cubicBezTo>
                  <a:cubicBezTo>
                    <a:pt x="14399" y="23686"/>
                    <a:pt x="14712" y="23686"/>
                    <a:pt x="14995" y="23742"/>
                  </a:cubicBezTo>
                  <a:cubicBezTo>
                    <a:pt x="15081" y="23373"/>
                    <a:pt x="15137" y="23004"/>
                    <a:pt x="15137" y="22635"/>
                  </a:cubicBezTo>
                  <a:cubicBezTo>
                    <a:pt x="14771" y="22580"/>
                    <a:pt x="14404" y="22549"/>
                    <a:pt x="14037" y="22549"/>
                  </a:cubicBezTo>
                  <a:cubicBezTo>
                    <a:pt x="13836" y="22549"/>
                    <a:pt x="13635" y="22558"/>
                    <a:pt x="13434" y="22578"/>
                  </a:cubicBezTo>
                  <a:cubicBezTo>
                    <a:pt x="13339" y="22590"/>
                    <a:pt x="13245" y="22596"/>
                    <a:pt x="13150" y="22596"/>
                  </a:cubicBezTo>
                  <a:cubicBezTo>
                    <a:pt x="12560" y="22596"/>
                    <a:pt x="11975" y="22369"/>
                    <a:pt x="11559" y="21953"/>
                  </a:cubicBezTo>
                  <a:cubicBezTo>
                    <a:pt x="11190" y="21584"/>
                    <a:pt x="10792" y="21243"/>
                    <a:pt x="10423" y="20874"/>
                  </a:cubicBezTo>
                  <a:cubicBezTo>
                    <a:pt x="10139" y="20647"/>
                    <a:pt x="9884" y="20420"/>
                    <a:pt x="9600" y="20193"/>
                  </a:cubicBezTo>
                  <a:cubicBezTo>
                    <a:pt x="9178" y="19877"/>
                    <a:pt x="8663" y="19701"/>
                    <a:pt x="8147" y="19701"/>
                  </a:cubicBezTo>
                  <a:cubicBezTo>
                    <a:pt x="7968" y="19701"/>
                    <a:pt x="7788" y="19723"/>
                    <a:pt x="7612" y="19767"/>
                  </a:cubicBezTo>
                  <a:cubicBezTo>
                    <a:pt x="7385" y="19823"/>
                    <a:pt x="7186" y="19880"/>
                    <a:pt x="6959" y="19937"/>
                  </a:cubicBezTo>
                  <a:cubicBezTo>
                    <a:pt x="6845" y="19994"/>
                    <a:pt x="6703" y="20051"/>
                    <a:pt x="6589" y="20079"/>
                  </a:cubicBezTo>
                  <a:cubicBezTo>
                    <a:pt x="6168" y="20258"/>
                    <a:pt x="5728" y="20345"/>
                    <a:pt x="5293" y="20345"/>
                  </a:cubicBezTo>
                  <a:cubicBezTo>
                    <a:pt x="4761" y="20345"/>
                    <a:pt x="4234" y="20215"/>
                    <a:pt x="3750" y="19965"/>
                  </a:cubicBezTo>
                  <a:cubicBezTo>
                    <a:pt x="3494" y="19795"/>
                    <a:pt x="3210" y="19681"/>
                    <a:pt x="2898" y="19625"/>
                  </a:cubicBezTo>
                  <a:close/>
                  <a:moveTo>
                    <a:pt x="2074" y="23345"/>
                  </a:moveTo>
                  <a:cubicBezTo>
                    <a:pt x="1960" y="23742"/>
                    <a:pt x="1932" y="24140"/>
                    <a:pt x="1932" y="24538"/>
                  </a:cubicBezTo>
                  <a:cubicBezTo>
                    <a:pt x="2528" y="24708"/>
                    <a:pt x="3125" y="24907"/>
                    <a:pt x="3750" y="25020"/>
                  </a:cubicBezTo>
                  <a:cubicBezTo>
                    <a:pt x="4829" y="25276"/>
                    <a:pt x="5879" y="25617"/>
                    <a:pt x="6902" y="26100"/>
                  </a:cubicBezTo>
                  <a:cubicBezTo>
                    <a:pt x="7612" y="26412"/>
                    <a:pt x="8379" y="26668"/>
                    <a:pt x="9117" y="26923"/>
                  </a:cubicBezTo>
                  <a:cubicBezTo>
                    <a:pt x="9373" y="26980"/>
                    <a:pt x="9628" y="27008"/>
                    <a:pt x="9912" y="27037"/>
                  </a:cubicBezTo>
                  <a:cubicBezTo>
                    <a:pt x="10480" y="27093"/>
                    <a:pt x="11048" y="27150"/>
                    <a:pt x="11616" y="27207"/>
                  </a:cubicBezTo>
                  <a:cubicBezTo>
                    <a:pt x="11730" y="27235"/>
                    <a:pt x="11843" y="27235"/>
                    <a:pt x="11957" y="27235"/>
                  </a:cubicBezTo>
                  <a:cubicBezTo>
                    <a:pt x="12119" y="27196"/>
                    <a:pt x="12278" y="27179"/>
                    <a:pt x="12432" y="27179"/>
                  </a:cubicBezTo>
                  <a:cubicBezTo>
                    <a:pt x="13062" y="27179"/>
                    <a:pt x="13636" y="27462"/>
                    <a:pt x="14229" y="27690"/>
                  </a:cubicBezTo>
                  <a:cubicBezTo>
                    <a:pt x="14371" y="27321"/>
                    <a:pt x="14428" y="26923"/>
                    <a:pt x="14456" y="26526"/>
                  </a:cubicBezTo>
                  <a:cubicBezTo>
                    <a:pt x="13771" y="26272"/>
                    <a:pt x="13086" y="25973"/>
                    <a:pt x="12360" y="25973"/>
                  </a:cubicBezTo>
                  <a:cubicBezTo>
                    <a:pt x="12273" y="25973"/>
                    <a:pt x="12186" y="25977"/>
                    <a:pt x="12099" y="25986"/>
                  </a:cubicBezTo>
                  <a:cubicBezTo>
                    <a:pt x="11950" y="25993"/>
                    <a:pt x="11802" y="25997"/>
                    <a:pt x="11656" y="25997"/>
                  </a:cubicBezTo>
                  <a:cubicBezTo>
                    <a:pt x="11218" y="25997"/>
                    <a:pt x="10792" y="25965"/>
                    <a:pt x="10366" y="25901"/>
                  </a:cubicBezTo>
                  <a:cubicBezTo>
                    <a:pt x="9713" y="25816"/>
                    <a:pt x="9032" y="25645"/>
                    <a:pt x="8407" y="25390"/>
                  </a:cubicBezTo>
                  <a:cubicBezTo>
                    <a:pt x="7385" y="25049"/>
                    <a:pt x="6419" y="24509"/>
                    <a:pt x="5368" y="24197"/>
                  </a:cubicBezTo>
                  <a:cubicBezTo>
                    <a:pt x="4772" y="23998"/>
                    <a:pt x="4176" y="23828"/>
                    <a:pt x="3579" y="23686"/>
                  </a:cubicBezTo>
                  <a:cubicBezTo>
                    <a:pt x="3068" y="23600"/>
                    <a:pt x="2585" y="23430"/>
                    <a:pt x="2074" y="23345"/>
                  </a:cubicBezTo>
                  <a:close/>
                  <a:moveTo>
                    <a:pt x="1648" y="27321"/>
                  </a:moveTo>
                  <a:cubicBezTo>
                    <a:pt x="1506" y="28059"/>
                    <a:pt x="1449" y="28826"/>
                    <a:pt x="1506" y="29593"/>
                  </a:cubicBezTo>
                  <a:cubicBezTo>
                    <a:pt x="2244" y="29735"/>
                    <a:pt x="3011" y="29848"/>
                    <a:pt x="3750" y="30047"/>
                  </a:cubicBezTo>
                  <a:cubicBezTo>
                    <a:pt x="4232" y="30217"/>
                    <a:pt x="4743" y="30303"/>
                    <a:pt x="5255" y="30331"/>
                  </a:cubicBezTo>
                  <a:cubicBezTo>
                    <a:pt x="5823" y="30359"/>
                    <a:pt x="6305" y="30615"/>
                    <a:pt x="6873" y="30672"/>
                  </a:cubicBezTo>
                  <a:cubicBezTo>
                    <a:pt x="7953" y="30785"/>
                    <a:pt x="9003" y="31069"/>
                    <a:pt x="10026" y="31467"/>
                  </a:cubicBezTo>
                  <a:cubicBezTo>
                    <a:pt x="10963" y="31779"/>
                    <a:pt x="11900" y="32148"/>
                    <a:pt x="12809" y="32489"/>
                  </a:cubicBezTo>
                  <a:cubicBezTo>
                    <a:pt x="13150" y="31723"/>
                    <a:pt x="13405" y="30899"/>
                    <a:pt x="13547" y="30075"/>
                  </a:cubicBezTo>
                  <a:cubicBezTo>
                    <a:pt x="13348" y="30019"/>
                    <a:pt x="13121" y="29962"/>
                    <a:pt x="12951" y="29848"/>
                  </a:cubicBezTo>
                  <a:cubicBezTo>
                    <a:pt x="11843" y="29309"/>
                    <a:pt x="10679" y="28939"/>
                    <a:pt x="9458" y="28797"/>
                  </a:cubicBezTo>
                  <a:cubicBezTo>
                    <a:pt x="9373" y="28797"/>
                    <a:pt x="9287" y="28769"/>
                    <a:pt x="9231" y="28741"/>
                  </a:cubicBezTo>
                  <a:cubicBezTo>
                    <a:pt x="8776" y="28570"/>
                    <a:pt x="8293" y="28485"/>
                    <a:pt x="7811" y="28457"/>
                  </a:cubicBezTo>
                  <a:cubicBezTo>
                    <a:pt x="7328" y="28428"/>
                    <a:pt x="6873" y="28343"/>
                    <a:pt x="6447" y="28258"/>
                  </a:cubicBezTo>
                  <a:cubicBezTo>
                    <a:pt x="6107" y="28144"/>
                    <a:pt x="5737" y="28087"/>
                    <a:pt x="5397" y="28059"/>
                  </a:cubicBezTo>
                  <a:cubicBezTo>
                    <a:pt x="4119" y="27917"/>
                    <a:pt x="2869" y="27690"/>
                    <a:pt x="1648" y="27321"/>
                  </a:cubicBezTo>
                  <a:close/>
                  <a:moveTo>
                    <a:pt x="1336" y="31694"/>
                  </a:moveTo>
                  <a:cubicBezTo>
                    <a:pt x="1250" y="32092"/>
                    <a:pt x="1194" y="32461"/>
                    <a:pt x="1222" y="32858"/>
                  </a:cubicBezTo>
                  <a:cubicBezTo>
                    <a:pt x="1818" y="33000"/>
                    <a:pt x="2415" y="33199"/>
                    <a:pt x="3011" y="33455"/>
                  </a:cubicBezTo>
                  <a:cubicBezTo>
                    <a:pt x="3636" y="33654"/>
                    <a:pt x="4261" y="33966"/>
                    <a:pt x="4914" y="34193"/>
                  </a:cubicBezTo>
                  <a:cubicBezTo>
                    <a:pt x="5794" y="34534"/>
                    <a:pt x="6731" y="34761"/>
                    <a:pt x="7669" y="34875"/>
                  </a:cubicBezTo>
                  <a:cubicBezTo>
                    <a:pt x="8350" y="34960"/>
                    <a:pt x="9032" y="35017"/>
                    <a:pt x="9713" y="35102"/>
                  </a:cubicBezTo>
                  <a:cubicBezTo>
                    <a:pt x="10338" y="35187"/>
                    <a:pt x="10934" y="35414"/>
                    <a:pt x="11446" y="35812"/>
                  </a:cubicBezTo>
                  <a:cubicBezTo>
                    <a:pt x="11531" y="35897"/>
                    <a:pt x="11588" y="35982"/>
                    <a:pt x="11644" y="36068"/>
                  </a:cubicBezTo>
                  <a:cubicBezTo>
                    <a:pt x="11900" y="35670"/>
                    <a:pt x="12042" y="35216"/>
                    <a:pt x="12099" y="34761"/>
                  </a:cubicBezTo>
                  <a:lnTo>
                    <a:pt x="12099" y="34733"/>
                  </a:lnTo>
                  <a:cubicBezTo>
                    <a:pt x="11928" y="34704"/>
                    <a:pt x="11786" y="34648"/>
                    <a:pt x="11644" y="34591"/>
                  </a:cubicBezTo>
                  <a:cubicBezTo>
                    <a:pt x="10707" y="34051"/>
                    <a:pt x="9685" y="33739"/>
                    <a:pt x="8606" y="33682"/>
                  </a:cubicBezTo>
                  <a:cubicBezTo>
                    <a:pt x="8322" y="33654"/>
                    <a:pt x="8009" y="33597"/>
                    <a:pt x="7725" y="33597"/>
                  </a:cubicBezTo>
                  <a:cubicBezTo>
                    <a:pt x="6675" y="33512"/>
                    <a:pt x="5624" y="33228"/>
                    <a:pt x="4658" y="32773"/>
                  </a:cubicBezTo>
                  <a:cubicBezTo>
                    <a:pt x="3892" y="32461"/>
                    <a:pt x="3096" y="32148"/>
                    <a:pt x="2301" y="31893"/>
                  </a:cubicBezTo>
                  <a:cubicBezTo>
                    <a:pt x="1989" y="31808"/>
                    <a:pt x="1648" y="31723"/>
                    <a:pt x="1336" y="31694"/>
                  </a:cubicBezTo>
                  <a:close/>
                  <a:moveTo>
                    <a:pt x="4743" y="37061"/>
                  </a:moveTo>
                  <a:cubicBezTo>
                    <a:pt x="3494" y="37090"/>
                    <a:pt x="2244" y="37033"/>
                    <a:pt x="1052" y="37459"/>
                  </a:cubicBezTo>
                  <a:lnTo>
                    <a:pt x="881" y="37459"/>
                  </a:lnTo>
                  <a:cubicBezTo>
                    <a:pt x="796" y="37828"/>
                    <a:pt x="768" y="38226"/>
                    <a:pt x="796" y="38623"/>
                  </a:cubicBezTo>
                  <a:cubicBezTo>
                    <a:pt x="1620" y="38396"/>
                    <a:pt x="2443" y="38283"/>
                    <a:pt x="3295" y="38226"/>
                  </a:cubicBezTo>
                  <a:cubicBezTo>
                    <a:pt x="3778" y="38254"/>
                    <a:pt x="4261" y="38283"/>
                    <a:pt x="4743" y="38339"/>
                  </a:cubicBezTo>
                  <a:cubicBezTo>
                    <a:pt x="6391" y="38396"/>
                    <a:pt x="7811" y="39049"/>
                    <a:pt x="9174" y="39901"/>
                  </a:cubicBezTo>
                  <a:cubicBezTo>
                    <a:pt x="9458" y="40072"/>
                    <a:pt x="9770" y="40242"/>
                    <a:pt x="10082" y="40441"/>
                  </a:cubicBezTo>
                  <a:cubicBezTo>
                    <a:pt x="10253" y="40100"/>
                    <a:pt x="10395" y="39731"/>
                    <a:pt x="10480" y="39362"/>
                  </a:cubicBezTo>
                  <a:cubicBezTo>
                    <a:pt x="9429" y="38538"/>
                    <a:pt x="8237" y="37913"/>
                    <a:pt x="6959" y="37516"/>
                  </a:cubicBezTo>
                  <a:cubicBezTo>
                    <a:pt x="6249" y="37260"/>
                    <a:pt x="5510" y="37090"/>
                    <a:pt x="4743" y="37061"/>
                  </a:cubicBezTo>
                  <a:close/>
                  <a:moveTo>
                    <a:pt x="768" y="42116"/>
                  </a:moveTo>
                  <a:lnTo>
                    <a:pt x="768" y="42116"/>
                  </a:lnTo>
                  <a:cubicBezTo>
                    <a:pt x="739" y="42542"/>
                    <a:pt x="739" y="42968"/>
                    <a:pt x="796" y="43423"/>
                  </a:cubicBezTo>
                  <a:cubicBezTo>
                    <a:pt x="1506" y="43508"/>
                    <a:pt x="2216" y="43764"/>
                    <a:pt x="2841" y="44161"/>
                  </a:cubicBezTo>
                  <a:cubicBezTo>
                    <a:pt x="3295" y="44417"/>
                    <a:pt x="3835" y="44587"/>
                    <a:pt x="4374" y="44644"/>
                  </a:cubicBezTo>
                  <a:cubicBezTo>
                    <a:pt x="4477" y="44655"/>
                    <a:pt x="4579" y="44661"/>
                    <a:pt x="4681" y="44661"/>
                  </a:cubicBezTo>
                  <a:cubicBezTo>
                    <a:pt x="5089" y="44661"/>
                    <a:pt x="5493" y="44570"/>
                    <a:pt x="5879" y="44388"/>
                  </a:cubicBezTo>
                  <a:cubicBezTo>
                    <a:pt x="6135" y="44246"/>
                    <a:pt x="6391" y="44104"/>
                    <a:pt x="6646" y="43934"/>
                  </a:cubicBezTo>
                  <a:cubicBezTo>
                    <a:pt x="6774" y="43820"/>
                    <a:pt x="6930" y="43764"/>
                    <a:pt x="7090" y="43764"/>
                  </a:cubicBezTo>
                  <a:cubicBezTo>
                    <a:pt x="7250" y="43764"/>
                    <a:pt x="7413" y="43820"/>
                    <a:pt x="7555" y="43934"/>
                  </a:cubicBezTo>
                  <a:cubicBezTo>
                    <a:pt x="7924" y="44246"/>
                    <a:pt x="8350" y="44502"/>
                    <a:pt x="8549" y="44985"/>
                  </a:cubicBezTo>
                  <a:cubicBezTo>
                    <a:pt x="8776" y="44616"/>
                    <a:pt x="8890" y="44218"/>
                    <a:pt x="8975" y="43792"/>
                  </a:cubicBezTo>
                  <a:cubicBezTo>
                    <a:pt x="8691" y="43565"/>
                    <a:pt x="8435" y="43309"/>
                    <a:pt x="8180" y="43082"/>
                  </a:cubicBezTo>
                  <a:cubicBezTo>
                    <a:pt x="7882" y="42801"/>
                    <a:pt x="7497" y="42654"/>
                    <a:pt x="7104" y="42654"/>
                  </a:cubicBezTo>
                  <a:cubicBezTo>
                    <a:pt x="6823" y="42654"/>
                    <a:pt x="6538" y="42729"/>
                    <a:pt x="6277" y="42883"/>
                  </a:cubicBezTo>
                  <a:cubicBezTo>
                    <a:pt x="6021" y="43025"/>
                    <a:pt x="5737" y="43139"/>
                    <a:pt x="5482" y="43281"/>
                  </a:cubicBezTo>
                  <a:cubicBezTo>
                    <a:pt x="5221" y="43434"/>
                    <a:pt x="4936" y="43513"/>
                    <a:pt x="4649" y="43513"/>
                  </a:cubicBezTo>
                  <a:cubicBezTo>
                    <a:pt x="4403" y="43513"/>
                    <a:pt x="4155" y="43455"/>
                    <a:pt x="3920" y="43338"/>
                  </a:cubicBezTo>
                  <a:cubicBezTo>
                    <a:pt x="3693" y="43252"/>
                    <a:pt x="3437" y="43110"/>
                    <a:pt x="3210" y="42997"/>
                  </a:cubicBezTo>
                  <a:cubicBezTo>
                    <a:pt x="2472" y="42542"/>
                    <a:pt x="1620" y="42258"/>
                    <a:pt x="768" y="42116"/>
                  </a:cubicBezTo>
                  <a:close/>
                  <a:moveTo>
                    <a:pt x="796" y="46717"/>
                  </a:moveTo>
                  <a:cubicBezTo>
                    <a:pt x="739" y="47086"/>
                    <a:pt x="739" y="47484"/>
                    <a:pt x="796" y="47881"/>
                  </a:cubicBezTo>
                  <a:cubicBezTo>
                    <a:pt x="1904" y="48364"/>
                    <a:pt x="3068" y="48762"/>
                    <a:pt x="4261" y="49017"/>
                  </a:cubicBezTo>
                  <a:cubicBezTo>
                    <a:pt x="5226" y="49216"/>
                    <a:pt x="6135" y="49557"/>
                    <a:pt x="7101" y="49727"/>
                  </a:cubicBezTo>
                  <a:cubicBezTo>
                    <a:pt x="7271" y="49358"/>
                    <a:pt x="7385" y="48989"/>
                    <a:pt x="7413" y="48591"/>
                  </a:cubicBezTo>
                  <a:cubicBezTo>
                    <a:pt x="7243" y="48563"/>
                    <a:pt x="7044" y="48535"/>
                    <a:pt x="6873" y="48478"/>
                  </a:cubicBezTo>
                  <a:cubicBezTo>
                    <a:pt x="6021" y="48165"/>
                    <a:pt x="5169" y="47938"/>
                    <a:pt x="4317" y="47768"/>
                  </a:cubicBezTo>
                  <a:cubicBezTo>
                    <a:pt x="3466" y="47541"/>
                    <a:pt x="2642" y="47285"/>
                    <a:pt x="1818" y="46973"/>
                  </a:cubicBezTo>
                  <a:cubicBezTo>
                    <a:pt x="1478" y="46859"/>
                    <a:pt x="1137" y="46774"/>
                    <a:pt x="796" y="46717"/>
                  </a:cubicBezTo>
                  <a:close/>
                  <a:moveTo>
                    <a:pt x="768" y="50693"/>
                  </a:moveTo>
                  <a:cubicBezTo>
                    <a:pt x="682" y="51119"/>
                    <a:pt x="682" y="51545"/>
                    <a:pt x="768" y="51971"/>
                  </a:cubicBezTo>
                  <a:lnTo>
                    <a:pt x="739" y="51971"/>
                  </a:lnTo>
                  <a:cubicBezTo>
                    <a:pt x="1336" y="52056"/>
                    <a:pt x="1932" y="52170"/>
                    <a:pt x="2500" y="52368"/>
                  </a:cubicBezTo>
                  <a:cubicBezTo>
                    <a:pt x="3352" y="52624"/>
                    <a:pt x="4204" y="52880"/>
                    <a:pt x="5084" y="53135"/>
                  </a:cubicBezTo>
                  <a:cubicBezTo>
                    <a:pt x="5397" y="53220"/>
                    <a:pt x="5709" y="53334"/>
                    <a:pt x="6021" y="53419"/>
                  </a:cubicBezTo>
                  <a:cubicBezTo>
                    <a:pt x="6192" y="53050"/>
                    <a:pt x="6277" y="52681"/>
                    <a:pt x="6334" y="52283"/>
                  </a:cubicBezTo>
                  <a:cubicBezTo>
                    <a:pt x="5624" y="52085"/>
                    <a:pt x="4914" y="51914"/>
                    <a:pt x="4204" y="51659"/>
                  </a:cubicBezTo>
                  <a:cubicBezTo>
                    <a:pt x="3437" y="51375"/>
                    <a:pt x="2642" y="51204"/>
                    <a:pt x="1847" y="51005"/>
                  </a:cubicBezTo>
                  <a:cubicBezTo>
                    <a:pt x="1506" y="50863"/>
                    <a:pt x="1137" y="50750"/>
                    <a:pt x="768" y="50693"/>
                  </a:cubicBezTo>
                  <a:close/>
                  <a:moveTo>
                    <a:pt x="597" y="54953"/>
                  </a:moveTo>
                  <a:cubicBezTo>
                    <a:pt x="540" y="55379"/>
                    <a:pt x="512" y="55805"/>
                    <a:pt x="540" y="56259"/>
                  </a:cubicBezTo>
                  <a:lnTo>
                    <a:pt x="540" y="56231"/>
                  </a:lnTo>
                  <a:cubicBezTo>
                    <a:pt x="824" y="56288"/>
                    <a:pt x="1108" y="56344"/>
                    <a:pt x="1392" y="56458"/>
                  </a:cubicBezTo>
                  <a:cubicBezTo>
                    <a:pt x="1960" y="56714"/>
                    <a:pt x="2557" y="56856"/>
                    <a:pt x="3153" y="56884"/>
                  </a:cubicBezTo>
                  <a:cubicBezTo>
                    <a:pt x="3750" y="56941"/>
                    <a:pt x="4346" y="57026"/>
                    <a:pt x="4942" y="57083"/>
                  </a:cubicBezTo>
                  <a:cubicBezTo>
                    <a:pt x="5084" y="56799"/>
                    <a:pt x="5169" y="56486"/>
                    <a:pt x="5226" y="56146"/>
                  </a:cubicBezTo>
                  <a:cubicBezTo>
                    <a:pt x="5141" y="56032"/>
                    <a:pt x="5027" y="55975"/>
                    <a:pt x="4885" y="55918"/>
                  </a:cubicBezTo>
                  <a:cubicBezTo>
                    <a:pt x="4715" y="55890"/>
                    <a:pt x="4573" y="55862"/>
                    <a:pt x="4403" y="55862"/>
                  </a:cubicBezTo>
                  <a:cubicBezTo>
                    <a:pt x="3068" y="55833"/>
                    <a:pt x="1847" y="55379"/>
                    <a:pt x="597" y="54953"/>
                  </a:cubicBezTo>
                  <a:close/>
                  <a:moveTo>
                    <a:pt x="455" y="57423"/>
                  </a:moveTo>
                  <a:cubicBezTo>
                    <a:pt x="370" y="57793"/>
                    <a:pt x="342" y="58190"/>
                    <a:pt x="427" y="58588"/>
                  </a:cubicBezTo>
                  <a:cubicBezTo>
                    <a:pt x="796" y="58787"/>
                    <a:pt x="1194" y="58957"/>
                    <a:pt x="1591" y="59156"/>
                  </a:cubicBezTo>
                  <a:cubicBezTo>
                    <a:pt x="2386" y="59525"/>
                    <a:pt x="3182" y="59866"/>
                    <a:pt x="4034" y="60150"/>
                  </a:cubicBezTo>
                  <a:cubicBezTo>
                    <a:pt x="4204" y="59809"/>
                    <a:pt x="4317" y="59411"/>
                    <a:pt x="4346" y="59042"/>
                  </a:cubicBezTo>
                  <a:cubicBezTo>
                    <a:pt x="4034" y="58985"/>
                    <a:pt x="3721" y="58843"/>
                    <a:pt x="3437" y="58673"/>
                  </a:cubicBezTo>
                  <a:cubicBezTo>
                    <a:pt x="2784" y="58304"/>
                    <a:pt x="2074" y="58048"/>
                    <a:pt x="1392" y="57679"/>
                  </a:cubicBezTo>
                  <a:cubicBezTo>
                    <a:pt x="1108" y="57565"/>
                    <a:pt x="796" y="57452"/>
                    <a:pt x="455" y="57423"/>
                  </a:cubicBezTo>
                  <a:close/>
                  <a:moveTo>
                    <a:pt x="143" y="61513"/>
                  </a:moveTo>
                  <a:cubicBezTo>
                    <a:pt x="29" y="61882"/>
                    <a:pt x="1" y="62280"/>
                    <a:pt x="1" y="62677"/>
                  </a:cubicBezTo>
                  <a:lnTo>
                    <a:pt x="3096" y="63018"/>
                  </a:lnTo>
                  <a:cubicBezTo>
                    <a:pt x="3267" y="62677"/>
                    <a:pt x="3380" y="62280"/>
                    <a:pt x="3437" y="61911"/>
                  </a:cubicBezTo>
                  <a:lnTo>
                    <a:pt x="143" y="6151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9"/>
            <p:cNvSpPr/>
            <p:nvPr/>
          </p:nvSpPr>
          <p:spPr>
            <a:xfrm>
              <a:off x="7674275" y="1859969"/>
              <a:ext cx="382000" cy="1989463"/>
            </a:xfrm>
            <a:custGeom>
              <a:rect b="b" l="l" r="r" t="t"/>
              <a:pathLst>
                <a:path extrusionOk="0" h="83076" w="15280">
                  <a:moveTo>
                    <a:pt x="8630" y="0"/>
                  </a:moveTo>
                  <a:cubicBezTo>
                    <a:pt x="8442" y="0"/>
                    <a:pt x="8250" y="85"/>
                    <a:pt x="8123" y="256"/>
                  </a:cubicBezTo>
                  <a:cubicBezTo>
                    <a:pt x="8037" y="426"/>
                    <a:pt x="7952" y="568"/>
                    <a:pt x="7895" y="738"/>
                  </a:cubicBezTo>
                  <a:cubicBezTo>
                    <a:pt x="7583" y="1477"/>
                    <a:pt x="7327" y="2244"/>
                    <a:pt x="7129" y="3010"/>
                  </a:cubicBezTo>
                  <a:cubicBezTo>
                    <a:pt x="6419" y="5424"/>
                    <a:pt x="5709" y="7810"/>
                    <a:pt x="4885" y="10195"/>
                  </a:cubicBezTo>
                  <a:cubicBezTo>
                    <a:pt x="4090" y="12581"/>
                    <a:pt x="3380" y="14995"/>
                    <a:pt x="2812" y="17437"/>
                  </a:cubicBezTo>
                  <a:cubicBezTo>
                    <a:pt x="2187" y="20078"/>
                    <a:pt x="1676" y="22748"/>
                    <a:pt x="938" y="25389"/>
                  </a:cubicBezTo>
                  <a:cubicBezTo>
                    <a:pt x="114" y="28257"/>
                    <a:pt x="86" y="31125"/>
                    <a:pt x="370" y="34022"/>
                  </a:cubicBezTo>
                  <a:cubicBezTo>
                    <a:pt x="540" y="35925"/>
                    <a:pt x="796" y="37827"/>
                    <a:pt x="994" y="39758"/>
                  </a:cubicBezTo>
                  <a:cubicBezTo>
                    <a:pt x="1108" y="41292"/>
                    <a:pt x="1136" y="42826"/>
                    <a:pt x="1051" y="44387"/>
                  </a:cubicBezTo>
                  <a:cubicBezTo>
                    <a:pt x="938" y="46290"/>
                    <a:pt x="625" y="48193"/>
                    <a:pt x="370" y="50067"/>
                  </a:cubicBezTo>
                  <a:cubicBezTo>
                    <a:pt x="86" y="52055"/>
                    <a:pt x="1" y="54043"/>
                    <a:pt x="143" y="56031"/>
                  </a:cubicBezTo>
                  <a:cubicBezTo>
                    <a:pt x="285" y="57849"/>
                    <a:pt x="569" y="59638"/>
                    <a:pt x="853" y="61427"/>
                  </a:cubicBezTo>
                  <a:cubicBezTo>
                    <a:pt x="1108" y="63188"/>
                    <a:pt x="1307" y="64920"/>
                    <a:pt x="1506" y="66681"/>
                  </a:cubicBezTo>
                  <a:cubicBezTo>
                    <a:pt x="1676" y="68101"/>
                    <a:pt x="1790" y="69520"/>
                    <a:pt x="1903" y="70940"/>
                  </a:cubicBezTo>
                  <a:cubicBezTo>
                    <a:pt x="2017" y="72247"/>
                    <a:pt x="2187" y="73553"/>
                    <a:pt x="2045" y="74859"/>
                  </a:cubicBezTo>
                  <a:cubicBezTo>
                    <a:pt x="1903" y="76251"/>
                    <a:pt x="1846" y="77671"/>
                    <a:pt x="1903" y="79062"/>
                  </a:cubicBezTo>
                  <a:cubicBezTo>
                    <a:pt x="1903" y="80028"/>
                    <a:pt x="2045" y="80965"/>
                    <a:pt x="2301" y="81874"/>
                  </a:cubicBezTo>
                  <a:cubicBezTo>
                    <a:pt x="2443" y="82385"/>
                    <a:pt x="2642" y="82840"/>
                    <a:pt x="3323" y="82953"/>
                  </a:cubicBezTo>
                  <a:cubicBezTo>
                    <a:pt x="3408" y="82982"/>
                    <a:pt x="3494" y="83038"/>
                    <a:pt x="3579" y="83038"/>
                  </a:cubicBezTo>
                  <a:cubicBezTo>
                    <a:pt x="3885" y="83063"/>
                    <a:pt x="4191" y="83076"/>
                    <a:pt x="4498" y="83076"/>
                  </a:cubicBezTo>
                  <a:cubicBezTo>
                    <a:pt x="5242" y="83076"/>
                    <a:pt x="5987" y="83001"/>
                    <a:pt x="6731" y="82840"/>
                  </a:cubicBezTo>
                  <a:cubicBezTo>
                    <a:pt x="7441" y="82811"/>
                    <a:pt x="8037" y="82272"/>
                    <a:pt x="8151" y="81562"/>
                  </a:cubicBezTo>
                  <a:cubicBezTo>
                    <a:pt x="8179" y="81420"/>
                    <a:pt x="8208" y="81278"/>
                    <a:pt x="8208" y="81136"/>
                  </a:cubicBezTo>
                  <a:cubicBezTo>
                    <a:pt x="8492" y="79204"/>
                    <a:pt x="8719" y="77273"/>
                    <a:pt x="9003" y="75371"/>
                  </a:cubicBezTo>
                  <a:cubicBezTo>
                    <a:pt x="9173" y="73752"/>
                    <a:pt x="9457" y="72162"/>
                    <a:pt x="9798" y="70571"/>
                  </a:cubicBezTo>
                  <a:cubicBezTo>
                    <a:pt x="10111" y="69236"/>
                    <a:pt x="10423" y="67930"/>
                    <a:pt x="10764" y="66595"/>
                  </a:cubicBezTo>
                  <a:cubicBezTo>
                    <a:pt x="11190" y="64948"/>
                    <a:pt x="11531" y="63273"/>
                    <a:pt x="11814" y="61597"/>
                  </a:cubicBezTo>
                  <a:cubicBezTo>
                    <a:pt x="12269" y="58984"/>
                    <a:pt x="12752" y="56372"/>
                    <a:pt x="13462" y="53787"/>
                  </a:cubicBezTo>
                  <a:cubicBezTo>
                    <a:pt x="14314" y="50777"/>
                    <a:pt x="14882" y="47682"/>
                    <a:pt x="15080" y="44558"/>
                  </a:cubicBezTo>
                  <a:cubicBezTo>
                    <a:pt x="15279" y="42144"/>
                    <a:pt x="15137" y="39730"/>
                    <a:pt x="14711" y="37373"/>
                  </a:cubicBezTo>
                  <a:cubicBezTo>
                    <a:pt x="14427" y="36038"/>
                    <a:pt x="14200" y="34732"/>
                    <a:pt x="13944" y="33397"/>
                  </a:cubicBezTo>
                  <a:cubicBezTo>
                    <a:pt x="13234" y="29762"/>
                    <a:pt x="13149" y="26013"/>
                    <a:pt x="13121" y="22293"/>
                  </a:cubicBezTo>
                  <a:cubicBezTo>
                    <a:pt x="13121" y="19538"/>
                    <a:pt x="12865" y="16755"/>
                    <a:pt x="12354" y="14029"/>
                  </a:cubicBezTo>
                  <a:cubicBezTo>
                    <a:pt x="11985" y="12070"/>
                    <a:pt x="11474" y="10138"/>
                    <a:pt x="10934" y="8179"/>
                  </a:cubicBezTo>
                  <a:cubicBezTo>
                    <a:pt x="10537" y="6702"/>
                    <a:pt x="10139" y="5225"/>
                    <a:pt x="9883" y="3692"/>
                  </a:cubicBezTo>
                  <a:cubicBezTo>
                    <a:pt x="9741" y="2811"/>
                    <a:pt x="9571" y="1931"/>
                    <a:pt x="9401" y="1051"/>
                  </a:cubicBezTo>
                  <a:cubicBezTo>
                    <a:pt x="9372" y="767"/>
                    <a:pt x="9259" y="511"/>
                    <a:pt x="9117" y="256"/>
                  </a:cubicBezTo>
                  <a:cubicBezTo>
                    <a:pt x="9003" y="85"/>
                    <a:pt x="8818" y="0"/>
                    <a:pt x="8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9"/>
            <p:cNvSpPr/>
            <p:nvPr/>
          </p:nvSpPr>
          <p:spPr>
            <a:xfrm>
              <a:off x="7673575" y="1859275"/>
              <a:ext cx="381275" cy="1986541"/>
            </a:xfrm>
            <a:custGeom>
              <a:rect b="b" l="l" r="r" t="t"/>
              <a:pathLst>
                <a:path extrusionOk="0" h="82954" w="15251">
                  <a:moveTo>
                    <a:pt x="8630" y="1"/>
                  </a:moveTo>
                  <a:cubicBezTo>
                    <a:pt x="8442" y="1"/>
                    <a:pt x="8250" y="86"/>
                    <a:pt x="8122" y="256"/>
                  </a:cubicBezTo>
                  <a:cubicBezTo>
                    <a:pt x="8037" y="427"/>
                    <a:pt x="7952" y="569"/>
                    <a:pt x="7895" y="739"/>
                  </a:cubicBezTo>
                  <a:cubicBezTo>
                    <a:pt x="7583" y="1477"/>
                    <a:pt x="7327" y="2244"/>
                    <a:pt x="7128" y="3011"/>
                  </a:cubicBezTo>
                  <a:cubicBezTo>
                    <a:pt x="6418" y="5425"/>
                    <a:pt x="5708" y="7810"/>
                    <a:pt x="4885" y="10196"/>
                  </a:cubicBezTo>
                  <a:cubicBezTo>
                    <a:pt x="4090" y="12581"/>
                    <a:pt x="3380" y="14995"/>
                    <a:pt x="2812" y="17438"/>
                  </a:cubicBezTo>
                  <a:cubicBezTo>
                    <a:pt x="2187" y="20079"/>
                    <a:pt x="1676" y="22748"/>
                    <a:pt x="937" y="25389"/>
                  </a:cubicBezTo>
                  <a:cubicBezTo>
                    <a:pt x="114" y="28257"/>
                    <a:pt x="85" y="31126"/>
                    <a:pt x="369" y="34022"/>
                  </a:cubicBezTo>
                  <a:cubicBezTo>
                    <a:pt x="540" y="35925"/>
                    <a:pt x="767" y="37828"/>
                    <a:pt x="966" y="39759"/>
                  </a:cubicBezTo>
                  <a:cubicBezTo>
                    <a:pt x="1108" y="41293"/>
                    <a:pt x="1136" y="42826"/>
                    <a:pt x="1051" y="44388"/>
                  </a:cubicBezTo>
                  <a:cubicBezTo>
                    <a:pt x="937" y="46291"/>
                    <a:pt x="625" y="48194"/>
                    <a:pt x="369" y="50068"/>
                  </a:cubicBezTo>
                  <a:cubicBezTo>
                    <a:pt x="85" y="52056"/>
                    <a:pt x="0" y="54044"/>
                    <a:pt x="142" y="56032"/>
                  </a:cubicBezTo>
                  <a:cubicBezTo>
                    <a:pt x="284" y="57849"/>
                    <a:pt x="568" y="59638"/>
                    <a:pt x="852" y="61427"/>
                  </a:cubicBezTo>
                  <a:cubicBezTo>
                    <a:pt x="1108" y="63188"/>
                    <a:pt x="1306" y="64920"/>
                    <a:pt x="1505" y="66681"/>
                  </a:cubicBezTo>
                  <a:cubicBezTo>
                    <a:pt x="1676" y="68101"/>
                    <a:pt x="1789" y="69521"/>
                    <a:pt x="1903" y="70941"/>
                  </a:cubicBezTo>
                  <a:cubicBezTo>
                    <a:pt x="2016" y="72247"/>
                    <a:pt x="2187" y="73554"/>
                    <a:pt x="2045" y="74860"/>
                  </a:cubicBezTo>
                  <a:cubicBezTo>
                    <a:pt x="1903" y="76280"/>
                    <a:pt x="1846" y="77672"/>
                    <a:pt x="1903" y="79063"/>
                  </a:cubicBezTo>
                  <a:cubicBezTo>
                    <a:pt x="1903" y="80029"/>
                    <a:pt x="2045" y="80966"/>
                    <a:pt x="2300" y="81875"/>
                  </a:cubicBezTo>
                  <a:cubicBezTo>
                    <a:pt x="2442" y="82386"/>
                    <a:pt x="2641" y="82869"/>
                    <a:pt x="3323" y="82954"/>
                  </a:cubicBezTo>
                  <a:cubicBezTo>
                    <a:pt x="3294" y="82528"/>
                    <a:pt x="3238" y="82130"/>
                    <a:pt x="3209" y="81733"/>
                  </a:cubicBezTo>
                  <a:cubicBezTo>
                    <a:pt x="3152" y="81449"/>
                    <a:pt x="3152" y="81193"/>
                    <a:pt x="3209" y="80909"/>
                  </a:cubicBezTo>
                  <a:cubicBezTo>
                    <a:pt x="3124" y="80597"/>
                    <a:pt x="3096" y="80256"/>
                    <a:pt x="3124" y="79915"/>
                  </a:cubicBezTo>
                  <a:cubicBezTo>
                    <a:pt x="3067" y="79404"/>
                    <a:pt x="3067" y="78893"/>
                    <a:pt x="3152" y="78410"/>
                  </a:cubicBezTo>
                  <a:cubicBezTo>
                    <a:pt x="3067" y="78012"/>
                    <a:pt x="3067" y="77615"/>
                    <a:pt x="3152" y="77217"/>
                  </a:cubicBezTo>
                  <a:cubicBezTo>
                    <a:pt x="3067" y="76536"/>
                    <a:pt x="3067" y="75854"/>
                    <a:pt x="3181" y="75172"/>
                  </a:cubicBezTo>
                  <a:cubicBezTo>
                    <a:pt x="3096" y="74775"/>
                    <a:pt x="3096" y="74377"/>
                    <a:pt x="3209" y="73980"/>
                  </a:cubicBezTo>
                  <a:cubicBezTo>
                    <a:pt x="3124" y="73525"/>
                    <a:pt x="3124" y="73071"/>
                    <a:pt x="3152" y="72617"/>
                  </a:cubicBezTo>
                  <a:cubicBezTo>
                    <a:pt x="3039" y="72105"/>
                    <a:pt x="3039" y="71594"/>
                    <a:pt x="3096" y="71083"/>
                  </a:cubicBezTo>
                  <a:cubicBezTo>
                    <a:pt x="2954" y="70259"/>
                    <a:pt x="2868" y="69407"/>
                    <a:pt x="2868" y="68556"/>
                  </a:cubicBezTo>
                  <a:cubicBezTo>
                    <a:pt x="2726" y="68130"/>
                    <a:pt x="2670" y="67675"/>
                    <a:pt x="2726" y="67249"/>
                  </a:cubicBezTo>
                  <a:cubicBezTo>
                    <a:pt x="2613" y="66454"/>
                    <a:pt x="2499" y="65687"/>
                    <a:pt x="2386" y="64892"/>
                  </a:cubicBezTo>
                  <a:cubicBezTo>
                    <a:pt x="2244" y="64523"/>
                    <a:pt x="2187" y="64154"/>
                    <a:pt x="2187" y="63756"/>
                  </a:cubicBezTo>
                  <a:cubicBezTo>
                    <a:pt x="1960" y="62734"/>
                    <a:pt x="1846" y="61683"/>
                    <a:pt x="1846" y="60632"/>
                  </a:cubicBezTo>
                  <a:cubicBezTo>
                    <a:pt x="1732" y="60235"/>
                    <a:pt x="1676" y="59837"/>
                    <a:pt x="1704" y="59439"/>
                  </a:cubicBezTo>
                  <a:cubicBezTo>
                    <a:pt x="1505" y="58389"/>
                    <a:pt x="1448" y="57310"/>
                    <a:pt x="1505" y="56230"/>
                  </a:cubicBezTo>
                  <a:cubicBezTo>
                    <a:pt x="1448" y="55776"/>
                    <a:pt x="1420" y="55322"/>
                    <a:pt x="1477" y="54867"/>
                  </a:cubicBezTo>
                  <a:cubicBezTo>
                    <a:pt x="1420" y="53731"/>
                    <a:pt x="1505" y="52567"/>
                    <a:pt x="1761" y="51431"/>
                  </a:cubicBezTo>
                  <a:cubicBezTo>
                    <a:pt x="1704" y="50948"/>
                    <a:pt x="1789" y="50465"/>
                    <a:pt x="1931" y="50011"/>
                  </a:cubicBezTo>
                  <a:cubicBezTo>
                    <a:pt x="1931" y="49528"/>
                    <a:pt x="1988" y="49045"/>
                    <a:pt x="2102" y="48591"/>
                  </a:cubicBezTo>
                  <a:cubicBezTo>
                    <a:pt x="2215" y="47938"/>
                    <a:pt x="2329" y="47313"/>
                    <a:pt x="2471" y="46688"/>
                  </a:cubicBezTo>
                  <a:cubicBezTo>
                    <a:pt x="2442" y="46035"/>
                    <a:pt x="2528" y="45410"/>
                    <a:pt x="2726" y="44786"/>
                  </a:cubicBezTo>
                  <a:cubicBezTo>
                    <a:pt x="2755" y="44189"/>
                    <a:pt x="2783" y="43593"/>
                    <a:pt x="2868" y="42997"/>
                  </a:cubicBezTo>
                  <a:cubicBezTo>
                    <a:pt x="2925" y="42627"/>
                    <a:pt x="2840" y="42201"/>
                    <a:pt x="2982" y="41861"/>
                  </a:cubicBezTo>
                  <a:cubicBezTo>
                    <a:pt x="2897" y="41463"/>
                    <a:pt x="2897" y="41037"/>
                    <a:pt x="2982" y="40639"/>
                  </a:cubicBezTo>
                  <a:cubicBezTo>
                    <a:pt x="2925" y="39702"/>
                    <a:pt x="2868" y="38737"/>
                    <a:pt x="2783" y="37800"/>
                  </a:cubicBezTo>
                  <a:lnTo>
                    <a:pt x="2698" y="36436"/>
                  </a:lnTo>
                  <a:cubicBezTo>
                    <a:pt x="2528" y="35556"/>
                    <a:pt x="2414" y="34647"/>
                    <a:pt x="2414" y="33767"/>
                  </a:cubicBezTo>
                  <a:cubicBezTo>
                    <a:pt x="2300" y="33199"/>
                    <a:pt x="2272" y="32631"/>
                    <a:pt x="2357" y="32063"/>
                  </a:cubicBezTo>
                  <a:cubicBezTo>
                    <a:pt x="2300" y="31154"/>
                    <a:pt x="2329" y="30217"/>
                    <a:pt x="2471" y="29308"/>
                  </a:cubicBezTo>
                  <a:cubicBezTo>
                    <a:pt x="2442" y="28797"/>
                    <a:pt x="2528" y="28257"/>
                    <a:pt x="2670" y="27775"/>
                  </a:cubicBezTo>
                  <a:cubicBezTo>
                    <a:pt x="2641" y="27320"/>
                    <a:pt x="2698" y="26894"/>
                    <a:pt x="2812" y="26468"/>
                  </a:cubicBezTo>
                  <a:cubicBezTo>
                    <a:pt x="2954" y="25645"/>
                    <a:pt x="3096" y="24850"/>
                    <a:pt x="3238" y="24054"/>
                  </a:cubicBezTo>
                  <a:cubicBezTo>
                    <a:pt x="3266" y="23543"/>
                    <a:pt x="3380" y="23004"/>
                    <a:pt x="3550" y="22521"/>
                  </a:cubicBezTo>
                  <a:cubicBezTo>
                    <a:pt x="3578" y="22067"/>
                    <a:pt x="3692" y="21641"/>
                    <a:pt x="3862" y="21243"/>
                  </a:cubicBezTo>
                  <a:cubicBezTo>
                    <a:pt x="3862" y="20760"/>
                    <a:pt x="4004" y="20277"/>
                    <a:pt x="4203" y="19823"/>
                  </a:cubicBezTo>
                  <a:cubicBezTo>
                    <a:pt x="4288" y="19227"/>
                    <a:pt x="4430" y="18630"/>
                    <a:pt x="4658" y="18062"/>
                  </a:cubicBezTo>
                  <a:cubicBezTo>
                    <a:pt x="4800" y="17210"/>
                    <a:pt x="5027" y="16387"/>
                    <a:pt x="5339" y="15592"/>
                  </a:cubicBezTo>
                  <a:cubicBezTo>
                    <a:pt x="5538" y="14598"/>
                    <a:pt x="5822" y="13632"/>
                    <a:pt x="6220" y="12695"/>
                  </a:cubicBezTo>
                  <a:cubicBezTo>
                    <a:pt x="6276" y="12184"/>
                    <a:pt x="6447" y="11701"/>
                    <a:pt x="6645" y="11275"/>
                  </a:cubicBezTo>
                  <a:cubicBezTo>
                    <a:pt x="6787" y="10593"/>
                    <a:pt x="7015" y="9912"/>
                    <a:pt x="7299" y="9287"/>
                  </a:cubicBezTo>
                  <a:cubicBezTo>
                    <a:pt x="7355" y="8833"/>
                    <a:pt x="7497" y="8407"/>
                    <a:pt x="7725" y="8009"/>
                  </a:cubicBezTo>
                  <a:cubicBezTo>
                    <a:pt x="7895" y="7157"/>
                    <a:pt x="8179" y="6334"/>
                    <a:pt x="8491" y="5538"/>
                  </a:cubicBezTo>
                  <a:cubicBezTo>
                    <a:pt x="8520" y="5482"/>
                    <a:pt x="8577" y="5453"/>
                    <a:pt x="8633" y="5453"/>
                  </a:cubicBezTo>
                  <a:cubicBezTo>
                    <a:pt x="8690" y="5453"/>
                    <a:pt x="8747" y="5482"/>
                    <a:pt x="8747" y="5538"/>
                  </a:cubicBezTo>
                  <a:cubicBezTo>
                    <a:pt x="8974" y="6277"/>
                    <a:pt x="9145" y="7015"/>
                    <a:pt x="9315" y="7753"/>
                  </a:cubicBezTo>
                  <a:cubicBezTo>
                    <a:pt x="9485" y="8179"/>
                    <a:pt x="9599" y="8605"/>
                    <a:pt x="9627" y="9060"/>
                  </a:cubicBezTo>
                  <a:cubicBezTo>
                    <a:pt x="9997" y="9997"/>
                    <a:pt x="10224" y="11019"/>
                    <a:pt x="10337" y="12042"/>
                  </a:cubicBezTo>
                  <a:cubicBezTo>
                    <a:pt x="10479" y="12383"/>
                    <a:pt x="10565" y="12780"/>
                    <a:pt x="10565" y="13178"/>
                  </a:cubicBezTo>
                  <a:cubicBezTo>
                    <a:pt x="10792" y="14200"/>
                    <a:pt x="10991" y="15251"/>
                    <a:pt x="11104" y="16302"/>
                  </a:cubicBezTo>
                  <a:cubicBezTo>
                    <a:pt x="11246" y="16756"/>
                    <a:pt x="11303" y="17210"/>
                    <a:pt x="11275" y="17665"/>
                  </a:cubicBezTo>
                  <a:cubicBezTo>
                    <a:pt x="11360" y="18204"/>
                    <a:pt x="11360" y="18801"/>
                    <a:pt x="11275" y="19369"/>
                  </a:cubicBezTo>
                  <a:cubicBezTo>
                    <a:pt x="11388" y="19766"/>
                    <a:pt x="11388" y="20192"/>
                    <a:pt x="11303" y="20590"/>
                  </a:cubicBezTo>
                  <a:cubicBezTo>
                    <a:pt x="11360" y="21186"/>
                    <a:pt x="11388" y="21811"/>
                    <a:pt x="11303" y="22407"/>
                  </a:cubicBezTo>
                  <a:cubicBezTo>
                    <a:pt x="11360" y="22919"/>
                    <a:pt x="11360" y="23430"/>
                    <a:pt x="11246" y="23941"/>
                  </a:cubicBezTo>
                  <a:cubicBezTo>
                    <a:pt x="11331" y="24310"/>
                    <a:pt x="11246" y="24708"/>
                    <a:pt x="11246" y="25077"/>
                  </a:cubicBezTo>
                  <a:cubicBezTo>
                    <a:pt x="11275" y="26014"/>
                    <a:pt x="11303" y="26923"/>
                    <a:pt x="11303" y="27832"/>
                  </a:cubicBezTo>
                  <a:cubicBezTo>
                    <a:pt x="11303" y="27917"/>
                    <a:pt x="11303" y="28002"/>
                    <a:pt x="11275" y="28087"/>
                  </a:cubicBezTo>
                  <a:cubicBezTo>
                    <a:pt x="11303" y="28570"/>
                    <a:pt x="11331" y="29053"/>
                    <a:pt x="11360" y="29535"/>
                  </a:cubicBezTo>
                  <a:cubicBezTo>
                    <a:pt x="11388" y="30387"/>
                    <a:pt x="11615" y="31211"/>
                    <a:pt x="11530" y="32063"/>
                  </a:cubicBezTo>
                  <a:cubicBezTo>
                    <a:pt x="11672" y="32546"/>
                    <a:pt x="11729" y="33057"/>
                    <a:pt x="11729" y="33568"/>
                  </a:cubicBezTo>
                  <a:cubicBezTo>
                    <a:pt x="11899" y="34505"/>
                    <a:pt x="12041" y="35442"/>
                    <a:pt x="12126" y="36380"/>
                  </a:cubicBezTo>
                  <a:cubicBezTo>
                    <a:pt x="12297" y="36777"/>
                    <a:pt x="12382" y="37232"/>
                    <a:pt x="12382" y="37686"/>
                  </a:cubicBezTo>
                  <a:cubicBezTo>
                    <a:pt x="12609" y="38509"/>
                    <a:pt x="12751" y="39361"/>
                    <a:pt x="12780" y="40213"/>
                  </a:cubicBezTo>
                  <a:cubicBezTo>
                    <a:pt x="12893" y="40639"/>
                    <a:pt x="12950" y="41094"/>
                    <a:pt x="12950" y="41520"/>
                  </a:cubicBezTo>
                  <a:cubicBezTo>
                    <a:pt x="13064" y="42230"/>
                    <a:pt x="13149" y="42940"/>
                    <a:pt x="13262" y="43650"/>
                  </a:cubicBezTo>
                  <a:cubicBezTo>
                    <a:pt x="13404" y="44047"/>
                    <a:pt x="13461" y="44445"/>
                    <a:pt x="13461" y="44842"/>
                  </a:cubicBezTo>
                  <a:cubicBezTo>
                    <a:pt x="13490" y="45524"/>
                    <a:pt x="13433" y="46234"/>
                    <a:pt x="13291" y="46916"/>
                  </a:cubicBezTo>
                  <a:cubicBezTo>
                    <a:pt x="13206" y="47853"/>
                    <a:pt x="13035" y="48790"/>
                    <a:pt x="12780" y="49699"/>
                  </a:cubicBezTo>
                  <a:cubicBezTo>
                    <a:pt x="12751" y="50238"/>
                    <a:pt x="12666" y="50778"/>
                    <a:pt x="12467" y="51289"/>
                  </a:cubicBezTo>
                  <a:cubicBezTo>
                    <a:pt x="12183" y="52595"/>
                    <a:pt x="11842" y="53902"/>
                    <a:pt x="11445" y="55208"/>
                  </a:cubicBezTo>
                  <a:cubicBezTo>
                    <a:pt x="11388" y="55691"/>
                    <a:pt x="11246" y="56202"/>
                    <a:pt x="11019" y="56656"/>
                  </a:cubicBezTo>
                  <a:cubicBezTo>
                    <a:pt x="10792" y="57679"/>
                    <a:pt x="10508" y="58673"/>
                    <a:pt x="10167" y="59667"/>
                  </a:cubicBezTo>
                  <a:cubicBezTo>
                    <a:pt x="10110" y="60064"/>
                    <a:pt x="10025" y="60433"/>
                    <a:pt x="9855" y="60774"/>
                  </a:cubicBezTo>
                  <a:lnTo>
                    <a:pt x="9145" y="63472"/>
                  </a:lnTo>
                  <a:cubicBezTo>
                    <a:pt x="9116" y="63870"/>
                    <a:pt x="9003" y="64296"/>
                    <a:pt x="8861" y="64665"/>
                  </a:cubicBezTo>
                  <a:cubicBezTo>
                    <a:pt x="8747" y="65488"/>
                    <a:pt x="8577" y="66340"/>
                    <a:pt x="8349" y="67136"/>
                  </a:cubicBezTo>
                  <a:cubicBezTo>
                    <a:pt x="8349" y="67562"/>
                    <a:pt x="8293" y="67988"/>
                    <a:pt x="8122" y="68385"/>
                  </a:cubicBezTo>
                  <a:cubicBezTo>
                    <a:pt x="8037" y="69265"/>
                    <a:pt x="7895" y="70146"/>
                    <a:pt x="7668" y="70998"/>
                  </a:cubicBezTo>
                  <a:cubicBezTo>
                    <a:pt x="7725" y="71424"/>
                    <a:pt x="7668" y="71821"/>
                    <a:pt x="7497" y="72219"/>
                  </a:cubicBezTo>
                  <a:cubicBezTo>
                    <a:pt x="7526" y="72503"/>
                    <a:pt x="7497" y="72815"/>
                    <a:pt x="7384" y="73099"/>
                  </a:cubicBezTo>
                  <a:cubicBezTo>
                    <a:pt x="7384" y="73525"/>
                    <a:pt x="7327" y="73923"/>
                    <a:pt x="7213" y="74320"/>
                  </a:cubicBezTo>
                  <a:cubicBezTo>
                    <a:pt x="7185" y="75201"/>
                    <a:pt x="7071" y="76053"/>
                    <a:pt x="6929" y="76933"/>
                  </a:cubicBezTo>
                  <a:cubicBezTo>
                    <a:pt x="6958" y="77388"/>
                    <a:pt x="6929" y="77842"/>
                    <a:pt x="6816" y="78296"/>
                  </a:cubicBezTo>
                  <a:cubicBezTo>
                    <a:pt x="6873" y="78637"/>
                    <a:pt x="6844" y="78978"/>
                    <a:pt x="6759" y="79319"/>
                  </a:cubicBezTo>
                  <a:cubicBezTo>
                    <a:pt x="6816" y="79716"/>
                    <a:pt x="6759" y="80142"/>
                    <a:pt x="6674" y="80540"/>
                  </a:cubicBezTo>
                  <a:lnTo>
                    <a:pt x="6674" y="82357"/>
                  </a:lnTo>
                  <a:cubicBezTo>
                    <a:pt x="6674" y="82528"/>
                    <a:pt x="6702" y="82670"/>
                    <a:pt x="6702" y="82840"/>
                  </a:cubicBezTo>
                  <a:cubicBezTo>
                    <a:pt x="7412" y="82812"/>
                    <a:pt x="8009" y="82272"/>
                    <a:pt x="8122" y="81562"/>
                  </a:cubicBezTo>
                  <a:cubicBezTo>
                    <a:pt x="8151" y="81420"/>
                    <a:pt x="8207" y="81278"/>
                    <a:pt x="8207" y="81136"/>
                  </a:cubicBezTo>
                  <a:cubicBezTo>
                    <a:pt x="8463" y="79233"/>
                    <a:pt x="8719" y="77302"/>
                    <a:pt x="8974" y="75371"/>
                  </a:cubicBezTo>
                  <a:cubicBezTo>
                    <a:pt x="9173" y="73753"/>
                    <a:pt x="9429" y="72162"/>
                    <a:pt x="9769" y="70600"/>
                  </a:cubicBezTo>
                  <a:cubicBezTo>
                    <a:pt x="10110" y="69294"/>
                    <a:pt x="10394" y="67959"/>
                    <a:pt x="10763" y="66624"/>
                  </a:cubicBezTo>
                  <a:cubicBezTo>
                    <a:pt x="11189" y="64977"/>
                    <a:pt x="11502" y="63302"/>
                    <a:pt x="11814" y="61655"/>
                  </a:cubicBezTo>
                  <a:cubicBezTo>
                    <a:pt x="12268" y="59042"/>
                    <a:pt x="12723" y="56429"/>
                    <a:pt x="13433" y="53845"/>
                  </a:cubicBezTo>
                  <a:cubicBezTo>
                    <a:pt x="14313" y="50806"/>
                    <a:pt x="14853" y="47711"/>
                    <a:pt x="15080" y="44587"/>
                  </a:cubicBezTo>
                  <a:cubicBezTo>
                    <a:pt x="15250" y="42173"/>
                    <a:pt x="15137" y="39759"/>
                    <a:pt x="14682" y="37402"/>
                  </a:cubicBezTo>
                  <a:cubicBezTo>
                    <a:pt x="14427" y="36067"/>
                    <a:pt x="14200" y="34761"/>
                    <a:pt x="13944" y="33454"/>
                  </a:cubicBezTo>
                  <a:cubicBezTo>
                    <a:pt x="13206" y="29791"/>
                    <a:pt x="13149" y="26071"/>
                    <a:pt x="13120" y="22322"/>
                  </a:cubicBezTo>
                  <a:cubicBezTo>
                    <a:pt x="13092" y="19567"/>
                    <a:pt x="12865" y="16813"/>
                    <a:pt x="12354" y="14086"/>
                  </a:cubicBezTo>
                  <a:cubicBezTo>
                    <a:pt x="12013" y="12099"/>
                    <a:pt x="11473" y="10167"/>
                    <a:pt x="10934" y="8208"/>
                  </a:cubicBezTo>
                  <a:cubicBezTo>
                    <a:pt x="10536" y="6731"/>
                    <a:pt x="10139" y="5254"/>
                    <a:pt x="9883" y="3749"/>
                  </a:cubicBezTo>
                  <a:cubicBezTo>
                    <a:pt x="9741" y="2840"/>
                    <a:pt x="9571" y="1989"/>
                    <a:pt x="9400" y="1108"/>
                  </a:cubicBezTo>
                  <a:cubicBezTo>
                    <a:pt x="9372" y="796"/>
                    <a:pt x="9258" y="512"/>
                    <a:pt x="9116" y="256"/>
                  </a:cubicBezTo>
                  <a:cubicBezTo>
                    <a:pt x="9003" y="86"/>
                    <a:pt x="8818" y="1"/>
                    <a:pt x="86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9"/>
            <p:cNvSpPr/>
            <p:nvPr/>
          </p:nvSpPr>
          <p:spPr>
            <a:xfrm>
              <a:off x="7709775" y="2045592"/>
              <a:ext cx="299625" cy="1751927"/>
            </a:xfrm>
            <a:custGeom>
              <a:rect b="b" l="l" r="r" t="t"/>
              <a:pathLst>
                <a:path extrusionOk="0" h="73157" w="11985">
                  <a:moveTo>
                    <a:pt x="7867" y="1"/>
                  </a:moveTo>
                  <a:lnTo>
                    <a:pt x="7867" y="29"/>
                  </a:lnTo>
                  <a:lnTo>
                    <a:pt x="6277" y="285"/>
                  </a:lnTo>
                  <a:cubicBezTo>
                    <a:pt x="6049" y="682"/>
                    <a:pt x="5907" y="1108"/>
                    <a:pt x="5851" y="1563"/>
                  </a:cubicBezTo>
                  <a:cubicBezTo>
                    <a:pt x="6617" y="1478"/>
                    <a:pt x="7413" y="1534"/>
                    <a:pt x="8179" y="1336"/>
                  </a:cubicBezTo>
                  <a:cubicBezTo>
                    <a:pt x="8151" y="853"/>
                    <a:pt x="8066" y="427"/>
                    <a:pt x="7867" y="1"/>
                  </a:cubicBezTo>
                  <a:close/>
                  <a:moveTo>
                    <a:pt x="6063" y="3399"/>
                  </a:moveTo>
                  <a:cubicBezTo>
                    <a:pt x="5772" y="3399"/>
                    <a:pt x="5480" y="3440"/>
                    <a:pt x="5197" y="3522"/>
                  </a:cubicBezTo>
                  <a:cubicBezTo>
                    <a:pt x="4999" y="3977"/>
                    <a:pt x="4857" y="4431"/>
                    <a:pt x="4772" y="4942"/>
                  </a:cubicBezTo>
                  <a:lnTo>
                    <a:pt x="4772" y="4971"/>
                  </a:lnTo>
                  <a:cubicBezTo>
                    <a:pt x="4942" y="4942"/>
                    <a:pt x="5084" y="4914"/>
                    <a:pt x="5226" y="4886"/>
                  </a:cubicBezTo>
                  <a:cubicBezTo>
                    <a:pt x="5489" y="4795"/>
                    <a:pt x="5759" y="4750"/>
                    <a:pt x="6027" y="4750"/>
                  </a:cubicBezTo>
                  <a:cubicBezTo>
                    <a:pt x="6512" y="4750"/>
                    <a:pt x="6992" y="4895"/>
                    <a:pt x="7413" y="5169"/>
                  </a:cubicBezTo>
                  <a:cubicBezTo>
                    <a:pt x="7764" y="5384"/>
                    <a:pt x="8156" y="5492"/>
                    <a:pt x="8560" y="5492"/>
                  </a:cubicBezTo>
                  <a:cubicBezTo>
                    <a:pt x="8744" y="5492"/>
                    <a:pt x="8930" y="5469"/>
                    <a:pt x="9117" y="5425"/>
                  </a:cubicBezTo>
                  <a:cubicBezTo>
                    <a:pt x="9117" y="5027"/>
                    <a:pt x="9031" y="4658"/>
                    <a:pt x="8889" y="4289"/>
                  </a:cubicBezTo>
                  <a:cubicBezTo>
                    <a:pt x="8821" y="4304"/>
                    <a:pt x="8754" y="4311"/>
                    <a:pt x="8689" y="4311"/>
                  </a:cubicBezTo>
                  <a:cubicBezTo>
                    <a:pt x="8512" y="4311"/>
                    <a:pt x="8346" y="4259"/>
                    <a:pt x="8179" y="4176"/>
                  </a:cubicBezTo>
                  <a:cubicBezTo>
                    <a:pt x="8066" y="4090"/>
                    <a:pt x="7924" y="4034"/>
                    <a:pt x="7810" y="3948"/>
                  </a:cubicBezTo>
                  <a:cubicBezTo>
                    <a:pt x="7290" y="3582"/>
                    <a:pt x="6678" y="3399"/>
                    <a:pt x="6063" y="3399"/>
                  </a:cubicBezTo>
                  <a:close/>
                  <a:moveTo>
                    <a:pt x="5251" y="7527"/>
                  </a:moveTo>
                  <a:cubicBezTo>
                    <a:pt x="4877" y="7527"/>
                    <a:pt x="4492" y="7609"/>
                    <a:pt x="4090" y="7811"/>
                  </a:cubicBezTo>
                  <a:cubicBezTo>
                    <a:pt x="4033" y="7839"/>
                    <a:pt x="3976" y="7867"/>
                    <a:pt x="3891" y="7867"/>
                  </a:cubicBezTo>
                  <a:cubicBezTo>
                    <a:pt x="3579" y="8663"/>
                    <a:pt x="3352" y="9515"/>
                    <a:pt x="3210" y="10366"/>
                  </a:cubicBezTo>
                  <a:cubicBezTo>
                    <a:pt x="3494" y="10253"/>
                    <a:pt x="3749" y="10054"/>
                    <a:pt x="3891" y="9770"/>
                  </a:cubicBezTo>
                  <a:cubicBezTo>
                    <a:pt x="4147" y="9429"/>
                    <a:pt x="4488" y="9145"/>
                    <a:pt x="4857" y="8947"/>
                  </a:cubicBezTo>
                  <a:cubicBezTo>
                    <a:pt x="4992" y="8850"/>
                    <a:pt x="5153" y="8793"/>
                    <a:pt x="5323" y="8793"/>
                  </a:cubicBezTo>
                  <a:cubicBezTo>
                    <a:pt x="5403" y="8793"/>
                    <a:pt x="5485" y="8806"/>
                    <a:pt x="5567" y="8833"/>
                  </a:cubicBezTo>
                  <a:cubicBezTo>
                    <a:pt x="5879" y="8947"/>
                    <a:pt x="6163" y="9089"/>
                    <a:pt x="6447" y="9259"/>
                  </a:cubicBezTo>
                  <a:cubicBezTo>
                    <a:pt x="7209" y="9640"/>
                    <a:pt x="8002" y="9942"/>
                    <a:pt x="8874" y="9942"/>
                  </a:cubicBezTo>
                  <a:cubicBezTo>
                    <a:pt x="9172" y="9942"/>
                    <a:pt x="9480" y="9907"/>
                    <a:pt x="9798" y="9827"/>
                  </a:cubicBezTo>
                  <a:cubicBezTo>
                    <a:pt x="9827" y="9401"/>
                    <a:pt x="9770" y="8947"/>
                    <a:pt x="9628" y="8521"/>
                  </a:cubicBezTo>
                  <a:lnTo>
                    <a:pt x="9628" y="8549"/>
                  </a:lnTo>
                  <a:cubicBezTo>
                    <a:pt x="9415" y="8608"/>
                    <a:pt x="9197" y="8638"/>
                    <a:pt x="8978" y="8638"/>
                  </a:cubicBezTo>
                  <a:cubicBezTo>
                    <a:pt x="8672" y="8638"/>
                    <a:pt x="8364" y="8580"/>
                    <a:pt x="8066" y="8464"/>
                  </a:cubicBezTo>
                  <a:cubicBezTo>
                    <a:pt x="7668" y="8322"/>
                    <a:pt x="7299" y="8151"/>
                    <a:pt x="6930" y="7981"/>
                  </a:cubicBezTo>
                  <a:cubicBezTo>
                    <a:pt x="6379" y="7723"/>
                    <a:pt x="5828" y="7527"/>
                    <a:pt x="5251" y="7527"/>
                  </a:cubicBezTo>
                  <a:close/>
                  <a:moveTo>
                    <a:pt x="6518" y="11258"/>
                  </a:moveTo>
                  <a:cubicBezTo>
                    <a:pt x="6287" y="11258"/>
                    <a:pt x="6055" y="11264"/>
                    <a:pt x="5822" y="11275"/>
                  </a:cubicBezTo>
                  <a:cubicBezTo>
                    <a:pt x="5538" y="11304"/>
                    <a:pt x="5283" y="11360"/>
                    <a:pt x="4999" y="11446"/>
                  </a:cubicBezTo>
                  <a:cubicBezTo>
                    <a:pt x="4289" y="11701"/>
                    <a:pt x="3522" y="11928"/>
                    <a:pt x="2784" y="12127"/>
                  </a:cubicBezTo>
                  <a:cubicBezTo>
                    <a:pt x="2556" y="12553"/>
                    <a:pt x="2443" y="13008"/>
                    <a:pt x="2443" y="13490"/>
                  </a:cubicBezTo>
                  <a:lnTo>
                    <a:pt x="2443" y="13519"/>
                  </a:lnTo>
                  <a:cubicBezTo>
                    <a:pt x="3323" y="13377"/>
                    <a:pt x="4204" y="13150"/>
                    <a:pt x="5027" y="12809"/>
                  </a:cubicBezTo>
                  <a:cubicBezTo>
                    <a:pt x="5368" y="12667"/>
                    <a:pt x="5709" y="12610"/>
                    <a:pt x="6049" y="12582"/>
                  </a:cubicBezTo>
                  <a:cubicBezTo>
                    <a:pt x="6182" y="12577"/>
                    <a:pt x="6315" y="12575"/>
                    <a:pt x="6447" y="12575"/>
                  </a:cubicBezTo>
                  <a:cubicBezTo>
                    <a:pt x="7110" y="12575"/>
                    <a:pt x="7772" y="12634"/>
                    <a:pt x="8435" y="12752"/>
                  </a:cubicBezTo>
                  <a:cubicBezTo>
                    <a:pt x="8701" y="12819"/>
                    <a:pt x="8977" y="12846"/>
                    <a:pt x="9251" y="12846"/>
                  </a:cubicBezTo>
                  <a:cubicBezTo>
                    <a:pt x="9445" y="12846"/>
                    <a:pt x="9638" y="12832"/>
                    <a:pt x="9827" y="12809"/>
                  </a:cubicBezTo>
                  <a:cubicBezTo>
                    <a:pt x="9912" y="12411"/>
                    <a:pt x="9912" y="11985"/>
                    <a:pt x="9798" y="11588"/>
                  </a:cubicBezTo>
                  <a:cubicBezTo>
                    <a:pt x="9628" y="11588"/>
                    <a:pt x="9457" y="11559"/>
                    <a:pt x="9259" y="11531"/>
                  </a:cubicBezTo>
                  <a:cubicBezTo>
                    <a:pt x="8350" y="11349"/>
                    <a:pt x="7441" y="11258"/>
                    <a:pt x="6518" y="11258"/>
                  </a:cubicBezTo>
                  <a:close/>
                  <a:moveTo>
                    <a:pt x="5192" y="14081"/>
                  </a:moveTo>
                  <a:cubicBezTo>
                    <a:pt x="5146" y="14081"/>
                    <a:pt x="5101" y="14083"/>
                    <a:pt x="5055" y="14087"/>
                  </a:cubicBezTo>
                  <a:cubicBezTo>
                    <a:pt x="4459" y="14115"/>
                    <a:pt x="3863" y="14257"/>
                    <a:pt x="3323" y="14456"/>
                  </a:cubicBezTo>
                  <a:cubicBezTo>
                    <a:pt x="2926" y="14598"/>
                    <a:pt x="2556" y="14712"/>
                    <a:pt x="2159" y="14768"/>
                  </a:cubicBezTo>
                  <a:cubicBezTo>
                    <a:pt x="1960" y="15279"/>
                    <a:pt x="1846" y="15791"/>
                    <a:pt x="1818" y="16330"/>
                  </a:cubicBezTo>
                  <a:cubicBezTo>
                    <a:pt x="2556" y="16075"/>
                    <a:pt x="3323" y="15876"/>
                    <a:pt x="4033" y="15563"/>
                  </a:cubicBezTo>
                  <a:cubicBezTo>
                    <a:pt x="4246" y="15457"/>
                    <a:pt x="4474" y="15405"/>
                    <a:pt x="4701" y="15405"/>
                  </a:cubicBezTo>
                  <a:cubicBezTo>
                    <a:pt x="5017" y="15405"/>
                    <a:pt x="5330" y="15507"/>
                    <a:pt x="5595" y="15705"/>
                  </a:cubicBezTo>
                  <a:cubicBezTo>
                    <a:pt x="5851" y="15847"/>
                    <a:pt x="6106" y="15989"/>
                    <a:pt x="6362" y="16160"/>
                  </a:cubicBezTo>
                  <a:cubicBezTo>
                    <a:pt x="6706" y="16403"/>
                    <a:pt x="7107" y="16544"/>
                    <a:pt x="7515" y="16544"/>
                  </a:cubicBezTo>
                  <a:cubicBezTo>
                    <a:pt x="7680" y="16544"/>
                    <a:pt x="7846" y="16521"/>
                    <a:pt x="8009" y="16472"/>
                  </a:cubicBezTo>
                  <a:cubicBezTo>
                    <a:pt x="8605" y="16359"/>
                    <a:pt x="9202" y="16245"/>
                    <a:pt x="9798" y="16131"/>
                  </a:cubicBezTo>
                  <a:cubicBezTo>
                    <a:pt x="9912" y="15649"/>
                    <a:pt x="9912" y="15138"/>
                    <a:pt x="9855" y="14626"/>
                  </a:cubicBezTo>
                  <a:lnTo>
                    <a:pt x="9855" y="14626"/>
                  </a:lnTo>
                  <a:cubicBezTo>
                    <a:pt x="9457" y="14854"/>
                    <a:pt x="8946" y="14882"/>
                    <a:pt x="8549" y="15081"/>
                  </a:cubicBezTo>
                  <a:cubicBezTo>
                    <a:pt x="8343" y="15189"/>
                    <a:pt x="8122" y="15242"/>
                    <a:pt x="7903" y="15242"/>
                  </a:cubicBezTo>
                  <a:cubicBezTo>
                    <a:pt x="7608" y="15242"/>
                    <a:pt x="7317" y="15147"/>
                    <a:pt x="7072" y="14967"/>
                  </a:cubicBezTo>
                  <a:cubicBezTo>
                    <a:pt x="6731" y="14768"/>
                    <a:pt x="6419" y="14570"/>
                    <a:pt x="6106" y="14371"/>
                  </a:cubicBezTo>
                  <a:cubicBezTo>
                    <a:pt x="5832" y="14172"/>
                    <a:pt x="5515" y="14081"/>
                    <a:pt x="5192" y="14081"/>
                  </a:cubicBezTo>
                  <a:close/>
                  <a:moveTo>
                    <a:pt x="7998" y="18681"/>
                  </a:moveTo>
                  <a:cubicBezTo>
                    <a:pt x="7866" y="18681"/>
                    <a:pt x="7720" y="18703"/>
                    <a:pt x="7555" y="18744"/>
                  </a:cubicBezTo>
                  <a:cubicBezTo>
                    <a:pt x="7327" y="18801"/>
                    <a:pt x="7100" y="18943"/>
                    <a:pt x="6930" y="19113"/>
                  </a:cubicBezTo>
                  <a:cubicBezTo>
                    <a:pt x="6617" y="19369"/>
                    <a:pt x="6333" y="19625"/>
                    <a:pt x="6078" y="19909"/>
                  </a:cubicBezTo>
                  <a:cubicBezTo>
                    <a:pt x="5694" y="20306"/>
                    <a:pt x="5496" y="20448"/>
                    <a:pt x="5318" y="20448"/>
                  </a:cubicBezTo>
                  <a:cubicBezTo>
                    <a:pt x="5141" y="20448"/>
                    <a:pt x="4984" y="20306"/>
                    <a:pt x="4686" y="20136"/>
                  </a:cubicBezTo>
                  <a:cubicBezTo>
                    <a:pt x="4601" y="20107"/>
                    <a:pt x="4544" y="20051"/>
                    <a:pt x="4459" y="19994"/>
                  </a:cubicBezTo>
                  <a:cubicBezTo>
                    <a:pt x="3957" y="19760"/>
                    <a:pt x="3456" y="19585"/>
                    <a:pt x="2931" y="19585"/>
                  </a:cubicBezTo>
                  <a:cubicBezTo>
                    <a:pt x="2564" y="19585"/>
                    <a:pt x="2187" y="19670"/>
                    <a:pt x="1790" y="19880"/>
                  </a:cubicBezTo>
                  <a:cubicBezTo>
                    <a:pt x="1619" y="19937"/>
                    <a:pt x="1449" y="19994"/>
                    <a:pt x="1250" y="20022"/>
                  </a:cubicBezTo>
                  <a:cubicBezTo>
                    <a:pt x="1080" y="20533"/>
                    <a:pt x="1023" y="21044"/>
                    <a:pt x="1051" y="21556"/>
                  </a:cubicBezTo>
                  <a:cubicBezTo>
                    <a:pt x="1392" y="21527"/>
                    <a:pt x="1704" y="21414"/>
                    <a:pt x="1988" y="21215"/>
                  </a:cubicBezTo>
                  <a:cubicBezTo>
                    <a:pt x="2258" y="21026"/>
                    <a:pt x="2572" y="20934"/>
                    <a:pt x="2888" y="20934"/>
                  </a:cubicBezTo>
                  <a:cubicBezTo>
                    <a:pt x="3239" y="20934"/>
                    <a:pt x="3592" y="21048"/>
                    <a:pt x="3891" y="21272"/>
                  </a:cubicBezTo>
                  <a:cubicBezTo>
                    <a:pt x="4260" y="21527"/>
                    <a:pt x="4686" y="21698"/>
                    <a:pt x="5141" y="21754"/>
                  </a:cubicBezTo>
                  <a:cubicBezTo>
                    <a:pt x="5257" y="21788"/>
                    <a:pt x="5375" y="21804"/>
                    <a:pt x="5492" y="21804"/>
                  </a:cubicBezTo>
                  <a:cubicBezTo>
                    <a:pt x="5777" y="21804"/>
                    <a:pt x="6055" y="21708"/>
                    <a:pt x="6277" y="21527"/>
                  </a:cubicBezTo>
                  <a:cubicBezTo>
                    <a:pt x="6589" y="21272"/>
                    <a:pt x="6873" y="21016"/>
                    <a:pt x="7157" y="20732"/>
                  </a:cubicBezTo>
                  <a:cubicBezTo>
                    <a:pt x="7327" y="20533"/>
                    <a:pt x="7555" y="20391"/>
                    <a:pt x="7810" y="20363"/>
                  </a:cubicBezTo>
                  <a:cubicBezTo>
                    <a:pt x="8321" y="21016"/>
                    <a:pt x="8861" y="21669"/>
                    <a:pt x="9940" y="21726"/>
                  </a:cubicBezTo>
                  <a:cubicBezTo>
                    <a:pt x="9883" y="21243"/>
                    <a:pt x="9855" y="20760"/>
                    <a:pt x="9827" y="20306"/>
                  </a:cubicBezTo>
                  <a:cubicBezTo>
                    <a:pt x="9599" y="20249"/>
                    <a:pt x="9372" y="20107"/>
                    <a:pt x="9287" y="19880"/>
                  </a:cubicBezTo>
                  <a:cubicBezTo>
                    <a:pt x="9145" y="19625"/>
                    <a:pt x="8975" y="19341"/>
                    <a:pt x="8776" y="19113"/>
                  </a:cubicBezTo>
                  <a:cubicBezTo>
                    <a:pt x="8554" y="18811"/>
                    <a:pt x="8319" y="18681"/>
                    <a:pt x="7998" y="18681"/>
                  </a:cubicBezTo>
                  <a:close/>
                  <a:moveTo>
                    <a:pt x="3873" y="23369"/>
                  </a:moveTo>
                  <a:cubicBezTo>
                    <a:pt x="3822" y="23369"/>
                    <a:pt x="3771" y="23370"/>
                    <a:pt x="3721" y="23373"/>
                  </a:cubicBezTo>
                  <a:cubicBezTo>
                    <a:pt x="2869" y="23402"/>
                    <a:pt x="2045" y="23657"/>
                    <a:pt x="1335" y="24140"/>
                  </a:cubicBezTo>
                  <a:cubicBezTo>
                    <a:pt x="1193" y="24225"/>
                    <a:pt x="1051" y="24282"/>
                    <a:pt x="909" y="24367"/>
                  </a:cubicBezTo>
                  <a:cubicBezTo>
                    <a:pt x="852" y="24907"/>
                    <a:pt x="852" y="25475"/>
                    <a:pt x="966" y="26043"/>
                  </a:cubicBezTo>
                  <a:cubicBezTo>
                    <a:pt x="1449" y="25759"/>
                    <a:pt x="1818" y="25333"/>
                    <a:pt x="2329" y="25077"/>
                  </a:cubicBezTo>
                  <a:cubicBezTo>
                    <a:pt x="2825" y="24848"/>
                    <a:pt x="3246" y="24728"/>
                    <a:pt x="3642" y="24728"/>
                  </a:cubicBezTo>
                  <a:cubicBezTo>
                    <a:pt x="4131" y="24728"/>
                    <a:pt x="4582" y="24912"/>
                    <a:pt x="5084" y="25304"/>
                  </a:cubicBezTo>
                  <a:cubicBezTo>
                    <a:pt x="5396" y="25560"/>
                    <a:pt x="5709" y="25815"/>
                    <a:pt x="5993" y="26099"/>
                  </a:cubicBezTo>
                  <a:cubicBezTo>
                    <a:pt x="6390" y="26440"/>
                    <a:pt x="6873" y="26667"/>
                    <a:pt x="7356" y="26753"/>
                  </a:cubicBezTo>
                  <a:cubicBezTo>
                    <a:pt x="7549" y="26803"/>
                    <a:pt x="7741" y="26829"/>
                    <a:pt x="7931" y="26829"/>
                  </a:cubicBezTo>
                  <a:cubicBezTo>
                    <a:pt x="8274" y="26829"/>
                    <a:pt x="8607" y="26747"/>
                    <a:pt x="8918" y="26582"/>
                  </a:cubicBezTo>
                  <a:cubicBezTo>
                    <a:pt x="9372" y="26355"/>
                    <a:pt x="9827" y="26071"/>
                    <a:pt x="10281" y="25787"/>
                  </a:cubicBezTo>
                  <a:cubicBezTo>
                    <a:pt x="10281" y="25276"/>
                    <a:pt x="10224" y="24765"/>
                    <a:pt x="10082" y="24254"/>
                  </a:cubicBezTo>
                  <a:lnTo>
                    <a:pt x="10082" y="24282"/>
                  </a:lnTo>
                  <a:cubicBezTo>
                    <a:pt x="9912" y="24310"/>
                    <a:pt x="9741" y="24424"/>
                    <a:pt x="9599" y="24538"/>
                  </a:cubicBezTo>
                  <a:cubicBezTo>
                    <a:pt x="9287" y="24765"/>
                    <a:pt x="8946" y="24992"/>
                    <a:pt x="8634" y="25248"/>
                  </a:cubicBezTo>
                  <a:cubicBezTo>
                    <a:pt x="8435" y="25401"/>
                    <a:pt x="8186" y="25480"/>
                    <a:pt x="7937" y="25480"/>
                  </a:cubicBezTo>
                  <a:cubicBezTo>
                    <a:pt x="7724" y="25480"/>
                    <a:pt x="7511" y="25422"/>
                    <a:pt x="7327" y="25304"/>
                  </a:cubicBezTo>
                  <a:cubicBezTo>
                    <a:pt x="7157" y="25219"/>
                    <a:pt x="7043" y="25106"/>
                    <a:pt x="6901" y="24992"/>
                  </a:cubicBezTo>
                  <a:cubicBezTo>
                    <a:pt x="6390" y="24509"/>
                    <a:pt x="5822" y="24112"/>
                    <a:pt x="5197" y="23742"/>
                  </a:cubicBezTo>
                  <a:cubicBezTo>
                    <a:pt x="4788" y="23486"/>
                    <a:pt x="4333" y="23369"/>
                    <a:pt x="3873" y="23369"/>
                  </a:cubicBezTo>
                  <a:close/>
                  <a:moveTo>
                    <a:pt x="3341" y="28072"/>
                  </a:moveTo>
                  <a:cubicBezTo>
                    <a:pt x="2656" y="28072"/>
                    <a:pt x="1985" y="28239"/>
                    <a:pt x="1335" y="28684"/>
                  </a:cubicBezTo>
                  <a:cubicBezTo>
                    <a:pt x="1307" y="28684"/>
                    <a:pt x="1278" y="28712"/>
                    <a:pt x="1250" y="28712"/>
                  </a:cubicBezTo>
                  <a:lnTo>
                    <a:pt x="1364" y="30075"/>
                  </a:lnTo>
                  <a:cubicBezTo>
                    <a:pt x="1591" y="30019"/>
                    <a:pt x="1818" y="29905"/>
                    <a:pt x="2017" y="29735"/>
                  </a:cubicBezTo>
                  <a:cubicBezTo>
                    <a:pt x="2406" y="29506"/>
                    <a:pt x="2850" y="29369"/>
                    <a:pt x="3290" y="29369"/>
                  </a:cubicBezTo>
                  <a:cubicBezTo>
                    <a:pt x="3396" y="29369"/>
                    <a:pt x="3502" y="29377"/>
                    <a:pt x="3607" y="29394"/>
                  </a:cubicBezTo>
                  <a:cubicBezTo>
                    <a:pt x="3976" y="29422"/>
                    <a:pt x="4346" y="29507"/>
                    <a:pt x="4686" y="29593"/>
                  </a:cubicBezTo>
                  <a:cubicBezTo>
                    <a:pt x="5425" y="29763"/>
                    <a:pt x="6163" y="29962"/>
                    <a:pt x="6901" y="30132"/>
                  </a:cubicBezTo>
                  <a:cubicBezTo>
                    <a:pt x="7519" y="30264"/>
                    <a:pt x="8129" y="30374"/>
                    <a:pt x="8739" y="30374"/>
                  </a:cubicBezTo>
                  <a:cubicBezTo>
                    <a:pt x="9307" y="30374"/>
                    <a:pt x="9876" y="30279"/>
                    <a:pt x="10451" y="30019"/>
                  </a:cubicBezTo>
                  <a:cubicBezTo>
                    <a:pt x="10593" y="29962"/>
                    <a:pt x="10764" y="29933"/>
                    <a:pt x="10906" y="29905"/>
                  </a:cubicBezTo>
                  <a:cubicBezTo>
                    <a:pt x="10934" y="29451"/>
                    <a:pt x="10849" y="29025"/>
                    <a:pt x="10650" y="28599"/>
                  </a:cubicBezTo>
                  <a:cubicBezTo>
                    <a:pt x="10508" y="28627"/>
                    <a:pt x="10366" y="28684"/>
                    <a:pt x="10224" y="28712"/>
                  </a:cubicBezTo>
                  <a:cubicBezTo>
                    <a:pt x="9750" y="28959"/>
                    <a:pt x="9232" y="29072"/>
                    <a:pt x="8712" y="29072"/>
                  </a:cubicBezTo>
                  <a:cubicBezTo>
                    <a:pt x="8515" y="29072"/>
                    <a:pt x="8318" y="29056"/>
                    <a:pt x="8123" y="29025"/>
                  </a:cubicBezTo>
                  <a:cubicBezTo>
                    <a:pt x="7668" y="28939"/>
                    <a:pt x="7214" y="28854"/>
                    <a:pt x="6759" y="28769"/>
                  </a:cubicBezTo>
                  <a:cubicBezTo>
                    <a:pt x="6078" y="28599"/>
                    <a:pt x="5396" y="28400"/>
                    <a:pt x="4715" y="28258"/>
                  </a:cubicBezTo>
                  <a:cubicBezTo>
                    <a:pt x="4252" y="28145"/>
                    <a:pt x="3793" y="28072"/>
                    <a:pt x="3341" y="28072"/>
                  </a:cubicBezTo>
                  <a:close/>
                  <a:moveTo>
                    <a:pt x="11332" y="32404"/>
                  </a:moveTo>
                  <a:lnTo>
                    <a:pt x="11332" y="32432"/>
                  </a:lnTo>
                  <a:cubicBezTo>
                    <a:pt x="10622" y="32546"/>
                    <a:pt x="9912" y="32546"/>
                    <a:pt x="9202" y="32631"/>
                  </a:cubicBezTo>
                  <a:cubicBezTo>
                    <a:pt x="8453" y="32709"/>
                    <a:pt x="7704" y="32753"/>
                    <a:pt x="6955" y="32753"/>
                  </a:cubicBezTo>
                  <a:cubicBezTo>
                    <a:pt x="6340" y="32753"/>
                    <a:pt x="5726" y="32724"/>
                    <a:pt x="5112" y="32660"/>
                  </a:cubicBezTo>
                  <a:cubicBezTo>
                    <a:pt x="4761" y="32621"/>
                    <a:pt x="4407" y="32602"/>
                    <a:pt x="4053" y="32602"/>
                  </a:cubicBezTo>
                  <a:cubicBezTo>
                    <a:pt x="3375" y="32602"/>
                    <a:pt x="2698" y="32671"/>
                    <a:pt x="2045" y="32802"/>
                  </a:cubicBezTo>
                  <a:cubicBezTo>
                    <a:pt x="1903" y="32830"/>
                    <a:pt x="1733" y="32858"/>
                    <a:pt x="1591" y="32887"/>
                  </a:cubicBezTo>
                  <a:cubicBezTo>
                    <a:pt x="1477" y="33284"/>
                    <a:pt x="1477" y="33710"/>
                    <a:pt x="1591" y="34108"/>
                  </a:cubicBezTo>
                  <a:cubicBezTo>
                    <a:pt x="2239" y="33916"/>
                    <a:pt x="2928" y="33846"/>
                    <a:pt x="3623" y="33846"/>
                  </a:cubicBezTo>
                  <a:cubicBezTo>
                    <a:pt x="3750" y="33846"/>
                    <a:pt x="3877" y="33848"/>
                    <a:pt x="4005" y="33852"/>
                  </a:cubicBezTo>
                  <a:cubicBezTo>
                    <a:pt x="4937" y="33983"/>
                    <a:pt x="5895" y="34052"/>
                    <a:pt x="6852" y="34052"/>
                  </a:cubicBezTo>
                  <a:cubicBezTo>
                    <a:pt x="7352" y="34052"/>
                    <a:pt x="7853" y="34033"/>
                    <a:pt x="8350" y="33994"/>
                  </a:cubicBezTo>
                  <a:cubicBezTo>
                    <a:pt x="9429" y="33909"/>
                    <a:pt x="10480" y="33938"/>
                    <a:pt x="11530" y="33739"/>
                  </a:cubicBezTo>
                  <a:cubicBezTo>
                    <a:pt x="11502" y="33284"/>
                    <a:pt x="11445" y="32858"/>
                    <a:pt x="11332" y="32404"/>
                  </a:cubicBezTo>
                  <a:close/>
                  <a:moveTo>
                    <a:pt x="3926" y="35762"/>
                  </a:moveTo>
                  <a:cubicBezTo>
                    <a:pt x="3420" y="35762"/>
                    <a:pt x="2921" y="35913"/>
                    <a:pt x="2500" y="36209"/>
                  </a:cubicBezTo>
                  <a:lnTo>
                    <a:pt x="1278" y="37033"/>
                  </a:lnTo>
                  <a:cubicBezTo>
                    <a:pt x="1080" y="37629"/>
                    <a:pt x="1023" y="38283"/>
                    <a:pt x="1023" y="38907"/>
                  </a:cubicBezTo>
                  <a:cubicBezTo>
                    <a:pt x="1222" y="38851"/>
                    <a:pt x="1307" y="38680"/>
                    <a:pt x="1449" y="38567"/>
                  </a:cubicBezTo>
                  <a:cubicBezTo>
                    <a:pt x="1988" y="38027"/>
                    <a:pt x="2585" y="37544"/>
                    <a:pt x="3210" y="37147"/>
                  </a:cubicBezTo>
                  <a:cubicBezTo>
                    <a:pt x="3406" y="37026"/>
                    <a:pt x="3634" y="36961"/>
                    <a:pt x="3864" y="36961"/>
                  </a:cubicBezTo>
                  <a:cubicBezTo>
                    <a:pt x="4068" y="36961"/>
                    <a:pt x="4273" y="37012"/>
                    <a:pt x="4459" y="37118"/>
                  </a:cubicBezTo>
                  <a:cubicBezTo>
                    <a:pt x="4772" y="37260"/>
                    <a:pt x="5055" y="37459"/>
                    <a:pt x="5368" y="37658"/>
                  </a:cubicBezTo>
                  <a:cubicBezTo>
                    <a:pt x="5907" y="37999"/>
                    <a:pt x="6532" y="38197"/>
                    <a:pt x="7185" y="38254"/>
                  </a:cubicBezTo>
                  <a:cubicBezTo>
                    <a:pt x="7226" y="38259"/>
                    <a:pt x="7267" y="38262"/>
                    <a:pt x="7308" y="38262"/>
                  </a:cubicBezTo>
                  <a:cubicBezTo>
                    <a:pt x="7502" y="38262"/>
                    <a:pt x="7708" y="38211"/>
                    <a:pt x="7895" y="38141"/>
                  </a:cubicBezTo>
                  <a:cubicBezTo>
                    <a:pt x="8265" y="37999"/>
                    <a:pt x="8605" y="37828"/>
                    <a:pt x="8946" y="37601"/>
                  </a:cubicBezTo>
                  <a:cubicBezTo>
                    <a:pt x="9456" y="37207"/>
                    <a:pt x="10080" y="37002"/>
                    <a:pt x="10709" y="37002"/>
                  </a:cubicBezTo>
                  <a:cubicBezTo>
                    <a:pt x="10851" y="37002"/>
                    <a:pt x="10992" y="37012"/>
                    <a:pt x="11133" y="37033"/>
                  </a:cubicBezTo>
                  <a:cubicBezTo>
                    <a:pt x="11275" y="37061"/>
                    <a:pt x="11417" y="37076"/>
                    <a:pt x="11559" y="37076"/>
                  </a:cubicBezTo>
                  <a:cubicBezTo>
                    <a:pt x="11701" y="37076"/>
                    <a:pt x="11843" y="37061"/>
                    <a:pt x="11985" y="37033"/>
                  </a:cubicBezTo>
                  <a:cubicBezTo>
                    <a:pt x="11985" y="36635"/>
                    <a:pt x="11928" y="36238"/>
                    <a:pt x="11786" y="35869"/>
                  </a:cubicBezTo>
                  <a:lnTo>
                    <a:pt x="11530" y="35869"/>
                  </a:lnTo>
                  <a:cubicBezTo>
                    <a:pt x="11256" y="35811"/>
                    <a:pt x="10978" y="35783"/>
                    <a:pt x="10702" y="35783"/>
                  </a:cubicBezTo>
                  <a:cubicBezTo>
                    <a:pt x="9889" y="35783"/>
                    <a:pt x="9084" y="36027"/>
                    <a:pt x="8407" y="36493"/>
                  </a:cubicBezTo>
                  <a:cubicBezTo>
                    <a:pt x="8208" y="36607"/>
                    <a:pt x="7981" y="36721"/>
                    <a:pt x="7753" y="36834"/>
                  </a:cubicBezTo>
                  <a:cubicBezTo>
                    <a:pt x="7574" y="36945"/>
                    <a:pt x="7368" y="37001"/>
                    <a:pt x="7165" y="37001"/>
                  </a:cubicBezTo>
                  <a:cubicBezTo>
                    <a:pt x="6949" y="37001"/>
                    <a:pt x="6736" y="36937"/>
                    <a:pt x="6561" y="36806"/>
                  </a:cubicBezTo>
                  <a:cubicBezTo>
                    <a:pt x="6106" y="36522"/>
                    <a:pt x="5623" y="36266"/>
                    <a:pt x="5141" y="36067"/>
                  </a:cubicBezTo>
                  <a:cubicBezTo>
                    <a:pt x="4757" y="35863"/>
                    <a:pt x="4339" y="35762"/>
                    <a:pt x="3926" y="35762"/>
                  </a:cubicBezTo>
                  <a:close/>
                  <a:moveTo>
                    <a:pt x="9989" y="41436"/>
                  </a:moveTo>
                  <a:cubicBezTo>
                    <a:pt x="9830" y="41436"/>
                    <a:pt x="9671" y="41455"/>
                    <a:pt x="9514" y="41492"/>
                  </a:cubicBezTo>
                  <a:cubicBezTo>
                    <a:pt x="9003" y="41605"/>
                    <a:pt x="8520" y="41832"/>
                    <a:pt x="8151" y="42202"/>
                  </a:cubicBezTo>
                  <a:cubicBezTo>
                    <a:pt x="7668" y="42628"/>
                    <a:pt x="7214" y="43054"/>
                    <a:pt x="6759" y="43508"/>
                  </a:cubicBezTo>
                  <a:cubicBezTo>
                    <a:pt x="6674" y="43610"/>
                    <a:pt x="6548" y="43661"/>
                    <a:pt x="6424" y="43661"/>
                  </a:cubicBezTo>
                  <a:cubicBezTo>
                    <a:pt x="6341" y="43661"/>
                    <a:pt x="6260" y="43639"/>
                    <a:pt x="6191" y="43593"/>
                  </a:cubicBezTo>
                  <a:cubicBezTo>
                    <a:pt x="5538" y="43281"/>
                    <a:pt x="4885" y="42997"/>
                    <a:pt x="4232" y="42684"/>
                  </a:cubicBezTo>
                  <a:cubicBezTo>
                    <a:pt x="3475" y="42286"/>
                    <a:pt x="2676" y="42013"/>
                    <a:pt x="1816" y="42013"/>
                  </a:cubicBezTo>
                  <a:cubicBezTo>
                    <a:pt x="1450" y="42013"/>
                    <a:pt x="1072" y="42063"/>
                    <a:pt x="682" y="42173"/>
                  </a:cubicBezTo>
                  <a:cubicBezTo>
                    <a:pt x="625" y="42173"/>
                    <a:pt x="568" y="42173"/>
                    <a:pt x="512" y="42202"/>
                  </a:cubicBezTo>
                  <a:cubicBezTo>
                    <a:pt x="341" y="42656"/>
                    <a:pt x="284" y="43139"/>
                    <a:pt x="313" y="43622"/>
                  </a:cubicBezTo>
                  <a:cubicBezTo>
                    <a:pt x="512" y="43593"/>
                    <a:pt x="682" y="43536"/>
                    <a:pt x="881" y="43480"/>
                  </a:cubicBezTo>
                  <a:cubicBezTo>
                    <a:pt x="1151" y="43380"/>
                    <a:pt x="1435" y="43330"/>
                    <a:pt x="1722" y="43330"/>
                  </a:cubicBezTo>
                  <a:cubicBezTo>
                    <a:pt x="2010" y="43330"/>
                    <a:pt x="2301" y="43380"/>
                    <a:pt x="2585" y="43480"/>
                  </a:cubicBezTo>
                  <a:cubicBezTo>
                    <a:pt x="2869" y="43593"/>
                    <a:pt x="3153" y="43707"/>
                    <a:pt x="3408" y="43849"/>
                  </a:cubicBezTo>
                  <a:cubicBezTo>
                    <a:pt x="4090" y="44161"/>
                    <a:pt x="4772" y="44474"/>
                    <a:pt x="5453" y="44786"/>
                  </a:cubicBezTo>
                  <a:cubicBezTo>
                    <a:pt x="5821" y="44959"/>
                    <a:pt x="6143" y="45046"/>
                    <a:pt x="6446" y="45046"/>
                  </a:cubicBezTo>
                  <a:cubicBezTo>
                    <a:pt x="6937" y="45046"/>
                    <a:pt x="7375" y="44817"/>
                    <a:pt x="7867" y="44360"/>
                  </a:cubicBezTo>
                  <a:cubicBezTo>
                    <a:pt x="7924" y="44303"/>
                    <a:pt x="7981" y="44218"/>
                    <a:pt x="8037" y="44161"/>
                  </a:cubicBezTo>
                  <a:cubicBezTo>
                    <a:pt x="8520" y="43707"/>
                    <a:pt x="9003" y="43281"/>
                    <a:pt x="9543" y="42855"/>
                  </a:cubicBezTo>
                  <a:cubicBezTo>
                    <a:pt x="9632" y="42780"/>
                    <a:pt x="9738" y="42744"/>
                    <a:pt x="9847" y="42744"/>
                  </a:cubicBezTo>
                  <a:cubicBezTo>
                    <a:pt x="9945" y="42744"/>
                    <a:pt x="10045" y="42773"/>
                    <a:pt x="10139" y="42826"/>
                  </a:cubicBezTo>
                  <a:cubicBezTo>
                    <a:pt x="10508" y="42968"/>
                    <a:pt x="10678" y="43366"/>
                    <a:pt x="11019" y="43508"/>
                  </a:cubicBezTo>
                  <a:cubicBezTo>
                    <a:pt x="11218" y="42997"/>
                    <a:pt x="11303" y="42429"/>
                    <a:pt x="11332" y="41889"/>
                  </a:cubicBezTo>
                  <a:cubicBezTo>
                    <a:pt x="11190" y="41804"/>
                    <a:pt x="11048" y="41776"/>
                    <a:pt x="10934" y="41690"/>
                  </a:cubicBezTo>
                  <a:cubicBezTo>
                    <a:pt x="10646" y="41518"/>
                    <a:pt x="10320" y="41436"/>
                    <a:pt x="9989" y="41436"/>
                  </a:cubicBezTo>
                  <a:close/>
                  <a:moveTo>
                    <a:pt x="1914" y="46698"/>
                  </a:moveTo>
                  <a:cubicBezTo>
                    <a:pt x="1453" y="46698"/>
                    <a:pt x="985" y="46789"/>
                    <a:pt x="512" y="47001"/>
                  </a:cubicBezTo>
                  <a:cubicBezTo>
                    <a:pt x="370" y="47058"/>
                    <a:pt x="199" y="47086"/>
                    <a:pt x="57" y="47115"/>
                  </a:cubicBezTo>
                  <a:cubicBezTo>
                    <a:pt x="0" y="47569"/>
                    <a:pt x="0" y="48023"/>
                    <a:pt x="86" y="48449"/>
                  </a:cubicBezTo>
                  <a:cubicBezTo>
                    <a:pt x="540" y="48222"/>
                    <a:pt x="1080" y="48080"/>
                    <a:pt x="1591" y="48023"/>
                  </a:cubicBezTo>
                  <a:cubicBezTo>
                    <a:pt x="1710" y="47998"/>
                    <a:pt x="1832" y="47985"/>
                    <a:pt x="1953" y="47985"/>
                  </a:cubicBezTo>
                  <a:cubicBezTo>
                    <a:pt x="2236" y="47985"/>
                    <a:pt x="2517" y="48055"/>
                    <a:pt x="2755" y="48194"/>
                  </a:cubicBezTo>
                  <a:cubicBezTo>
                    <a:pt x="3437" y="48478"/>
                    <a:pt x="4090" y="48762"/>
                    <a:pt x="4772" y="48989"/>
                  </a:cubicBezTo>
                  <a:cubicBezTo>
                    <a:pt x="5339" y="49216"/>
                    <a:pt x="5933" y="49330"/>
                    <a:pt x="6526" y="49330"/>
                  </a:cubicBezTo>
                  <a:cubicBezTo>
                    <a:pt x="6823" y="49330"/>
                    <a:pt x="7119" y="49301"/>
                    <a:pt x="7413" y="49245"/>
                  </a:cubicBezTo>
                  <a:cubicBezTo>
                    <a:pt x="8123" y="49103"/>
                    <a:pt x="8833" y="48989"/>
                    <a:pt x="9543" y="48904"/>
                  </a:cubicBezTo>
                  <a:cubicBezTo>
                    <a:pt x="9798" y="48421"/>
                    <a:pt x="9940" y="47938"/>
                    <a:pt x="9997" y="47427"/>
                  </a:cubicBezTo>
                  <a:lnTo>
                    <a:pt x="9997" y="47427"/>
                  </a:lnTo>
                  <a:cubicBezTo>
                    <a:pt x="9486" y="47484"/>
                    <a:pt x="9003" y="47597"/>
                    <a:pt x="8520" y="47739"/>
                  </a:cubicBezTo>
                  <a:cubicBezTo>
                    <a:pt x="8062" y="47938"/>
                    <a:pt x="7603" y="47989"/>
                    <a:pt x="7141" y="47989"/>
                  </a:cubicBezTo>
                  <a:cubicBezTo>
                    <a:pt x="6743" y="47989"/>
                    <a:pt x="6343" y="47951"/>
                    <a:pt x="5936" y="47938"/>
                  </a:cubicBezTo>
                  <a:cubicBezTo>
                    <a:pt x="5822" y="47938"/>
                    <a:pt x="5709" y="47910"/>
                    <a:pt x="5595" y="47853"/>
                  </a:cubicBezTo>
                  <a:cubicBezTo>
                    <a:pt x="4942" y="47597"/>
                    <a:pt x="4289" y="47370"/>
                    <a:pt x="3636" y="47086"/>
                  </a:cubicBezTo>
                  <a:cubicBezTo>
                    <a:pt x="3078" y="46847"/>
                    <a:pt x="2502" y="46698"/>
                    <a:pt x="1914" y="46698"/>
                  </a:cubicBezTo>
                  <a:close/>
                  <a:moveTo>
                    <a:pt x="2481" y="50628"/>
                  </a:moveTo>
                  <a:cubicBezTo>
                    <a:pt x="2139" y="50628"/>
                    <a:pt x="1794" y="50723"/>
                    <a:pt x="1449" y="50948"/>
                  </a:cubicBezTo>
                  <a:cubicBezTo>
                    <a:pt x="1051" y="51176"/>
                    <a:pt x="654" y="51403"/>
                    <a:pt x="256" y="51658"/>
                  </a:cubicBezTo>
                  <a:cubicBezTo>
                    <a:pt x="256" y="52056"/>
                    <a:pt x="284" y="52454"/>
                    <a:pt x="398" y="52851"/>
                  </a:cubicBezTo>
                  <a:cubicBezTo>
                    <a:pt x="796" y="52738"/>
                    <a:pt x="1165" y="52567"/>
                    <a:pt x="1477" y="52312"/>
                  </a:cubicBezTo>
                  <a:cubicBezTo>
                    <a:pt x="1856" y="52085"/>
                    <a:pt x="2129" y="51962"/>
                    <a:pt x="2401" y="51962"/>
                  </a:cubicBezTo>
                  <a:cubicBezTo>
                    <a:pt x="2639" y="51962"/>
                    <a:pt x="2876" y="52056"/>
                    <a:pt x="3181" y="52255"/>
                  </a:cubicBezTo>
                  <a:cubicBezTo>
                    <a:pt x="3891" y="52709"/>
                    <a:pt x="4743" y="52965"/>
                    <a:pt x="5595" y="52965"/>
                  </a:cubicBezTo>
                  <a:cubicBezTo>
                    <a:pt x="6532" y="52965"/>
                    <a:pt x="7469" y="52993"/>
                    <a:pt x="8407" y="52993"/>
                  </a:cubicBezTo>
                  <a:cubicBezTo>
                    <a:pt x="8577" y="52652"/>
                    <a:pt x="8691" y="52283"/>
                    <a:pt x="8719" y="51886"/>
                  </a:cubicBezTo>
                  <a:cubicBezTo>
                    <a:pt x="8570" y="51737"/>
                    <a:pt x="8357" y="51653"/>
                    <a:pt x="8153" y="51653"/>
                  </a:cubicBezTo>
                  <a:cubicBezTo>
                    <a:pt x="8124" y="51653"/>
                    <a:pt x="8095" y="51655"/>
                    <a:pt x="8066" y="51658"/>
                  </a:cubicBezTo>
                  <a:cubicBezTo>
                    <a:pt x="7524" y="51679"/>
                    <a:pt x="6996" y="51699"/>
                    <a:pt x="6472" y="51699"/>
                  </a:cubicBezTo>
                  <a:cubicBezTo>
                    <a:pt x="6255" y="51699"/>
                    <a:pt x="6039" y="51695"/>
                    <a:pt x="5822" y="51687"/>
                  </a:cubicBezTo>
                  <a:cubicBezTo>
                    <a:pt x="5777" y="51689"/>
                    <a:pt x="5733" y="51690"/>
                    <a:pt x="5688" y="51690"/>
                  </a:cubicBezTo>
                  <a:cubicBezTo>
                    <a:pt x="5112" y="51690"/>
                    <a:pt x="4564" y="51520"/>
                    <a:pt x="4090" y="51204"/>
                  </a:cubicBezTo>
                  <a:cubicBezTo>
                    <a:pt x="3948" y="51119"/>
                    <a:pt x="3806" y="51005"/>
                    <a:pt x="3636" y="50948"/>
                  </a:cubicBezTo>
                  <a:cubicBezTo>
                    <a:pt x="3257" y="50752"/>
                    <a:pt x="2871" y="50628"/>
                    <a:pt x="2481" y="50628"/>
                  </a:cubicBezTo>
                  <a:close/>
                  <a:moveTo>
                    <a:pt x="6546" y="55389"/>
                  </a:moveTo>
                  <a:cubicBezTo>
                    <a:pt x="6170" y="55389"/>
                    <a:pt x="5786" y="55481"/>
                    <a:pt x="5396" y="55634"/>
                  </a:cubicBezTo>
                  <a:cubicBezTo>
                    <a:pt x="5254" y="55663"/>
                    <a:pt x="5141" y="55720"/>
                    <a:pt x="5027" y="55776"/>
                  </a:cubicBezTo>
                  <a:cubicBezTo>
                    <a:pt x="4494" y="56043"/>
                    <a:pt x="3886" y="56176"/>
                    <a:pt x="3280" y="56176"/>
                  </a:cubicBezTo>
                  <a:cubicBezTo>
                    <a:pt x="3047" y="56176"/>
                    <a:pt x="2814" y="56157"/>
                    <a:pt x="2585" y="56117"/>
                  </a:cubicBezTo>
                  <a:cubicBezTo>
                    <a:pt x="2202" y="56008"/>
                    <a:pt x="1808" y="55957"/>
                    <a:pt x="1410" y="55957"/>
                  </a:cubicBezTo>
                  <a:cubicBezTo>
                    <a:pt x="1187" y="55957"/>
                    <a:pt x="963" y="55973"/>
                    <a:pt x="739" y="56003"/>
                  </a:cubicBezTo>
                  <a:cubicBezTo>
                    <a:pt x="739" y="56401"/>
                    <a:pt x="796" y="56770"/>
                    <a:pt x="938" y="57139"/>
                  </a:cubicBezTo>
                  <a:lnTo>
                    <a:pt x="1477" y="57139"/>
                  </a:lnTo>
                  <a:cubicBezTo>
                    <a:pt x="1903" y="57225"/>
                    <a:pt x="2329" y="57310"/>
                    <a:pt x="2727" y="57367"/>
                  </a:cubicBezTo>
                  <a:cubicBezTo>
                    <a:pt x="2963" y="57420"/>
                    <a:pt x="3198" y="57446"/>
                    <a:pt x="3431" y="57446"/>
                  </a:cubicBezTo>
                  <a:cubicBezTo>
                    <a:pt x="3815" y="57446"/>
                    <a:pt x="4191" y="57377"/>
                    <a:pt x="4544" y="57253"/>
                  </a:cubicBezTo>
                  <a:cubicBezTo>
                    <a:pt x="5027" y="57083"/>
                    <a:pt x="5538" y="56912"/>
                    <a:pt x="6021" y="56713"/>
                  </a:cubicBezTo>
                  <a:cubicBezTo>
                    <a:pt x="6176" y="56645"/>
                    <a:pt x="6341" y="56607"/>
                    <a:pt x="6504" y="56607"/>
                  </a:cubicBezTo>
                  <a:cubicBezTo>
                    <a:pt x="6610" y="56607"/>
                    <a:pt x="6715" y="56623"/>
                    <a:pt x="6816" y="56657"/>
                  </a:cubicBezTo>
                  <a:cubicBezTo>
                    <a:pt x="7015" y="56713"/>
                    <a:pt x="7214" y="56827"/>
                    <a:pt x="7413" y="56884"/>
                  </a:cubicBezTo>
                  <a:cubicBezTo>
                    <a:pt x="7552" y="56523"/>
                    <a:pt x="7663" y="56134"/>
                    <a:pt x="7695" y="55718"/>
                  </a:cubicBezTo>
                  <a:lnTo>
                    <a:pt x="7695" y="55718"/>
                  </a:lnTo>
                  <a:cubicBezTo>
                    <a:pt x="7695" y="55719"/>
                    <a:pt x="7696" y="55719"/>
                    <a:pt x="7697" y="55720"/>
                  </a:cubicBezTo>
                  <a:lnTo>
                    <a:pt x="7697" y="55691"/>
                  </a:lnTo>
                  <a:cubicBezTo>
                    <a:pt x="7696" y="55700"/>
                    <a:pt x="7695" y="55709"/>
                    <a:pt x="7695" y="55718"/>
                  </a:cubicBezTo>
                  <a:lnTo>
                    <a:pt x="7695" y="55718"/>
                  </a:lnTo>
                  <a:cubicBezTo>
                    <a:pt x="7319" y="55488"/>
                    <a:pt x="6936" y="55389"/>
                    <a:pt x="6546" y="55389"/>
                  </a:cubicBezTo>
                  <a:close/>
                  <a:moveTo>
                    <a:pt x="6901" y="59355"/>
                  </a:moveTo>
                  <a:lnTo>
                    <a:pt x="6901" y="59383"/>
                  </a:lnTo>
                  <a:cubicBezTo>
                    <a:pt x="6504" y="59440"/>
                    <a:pt x="6106" y="59525"/>
                    <a:pt x="5737" y="59695"/>
                  </a:cubicBezTo>
                  <a:cubicBezTo>
                    <a:pt x="5463" y="59801"/>
                    <a:pt x="5189" y="59859"/>
                    <a:pt x="4916" y="59859"/>
                  </a:cubicBezTo>
                  <a:cubicBezTo>
                    <a:pt x="4820" y="59859"/>
                    <a:pt x="4725" y="59852"/>
                    <a:pt x="4630" y="59837"/>
                  </a:cubicBezTo>
                  <a:cubicBezTo>
                    <a:pt x="3522" y="59809"/>
                    <a:pt x="2414" y="59695"/>
                    <a:pt x="1307" y="59497"/>
                  </a:cubicBezTo>
                  <a:lnTo>
                    <a:pt x="1307" y="59497"/>
                  </a:lnTo>
                  <a:cubicBezTo>
                    <a:pt x="1250" y="59923"/>
                    <a:pt x="1307" y="60377"/>
                    <a:pt x="1449" y="60803"/>
                  </a:cubicBezTo>
                  <a:cubicBezTo>
                    <a:pt x="1733" y="60803"/>
                    <a:pt x="2045" y="60831"/>
                    <a:pt x="2358" y="60917"/>
                  </a:cubicBezTo>
                  <a:cubicBezTo>
                    <a:pt x="3018" y="61006"/>
                    <a:pt x="3691" y="61118"/>
                    <a:pt x="4360" y="61118"/>
                  </a:cubicBezTo>
                  <a:cubicBezTo>
                    <a:pt x="4755" y="61118"/>
                    <a:pt x="5148" y="61079"/>
                    <a:pt x="5538" y="60973"/>
                  </a:cubicBezTo>
                  <a:cubicBezTo>
                    <a:pt x="5936" y="60888"/>
                    <a:pt x="6305" y="60746"/>
                    <a:pt x="6674" y="60633"/>
                  </a:cubicBezTo>
                  <a:cubicBezTo>
                    <a:pt x="6845" y="60207"/>
                    <a:pt x="6930" y="59781"/>
                    <a:pt x="6901" y="59355"/>
                  </a:cubicBezTo>
                  <a:close/>
                  <a:moveTo>
                    <a:pt x="3036" y="62854"/>
                  </a:moveTo>
                  <a:cubicBezTo>
                    <a:pt x="2556" y="62854"/>
                    <a:pt x="2101" y="62990"/>
                    <a:pt x="1676" y="63330"/>
                  </a:cubicBezTo>
                  <a:cubicBezTo>
                    <a:pt x="1591" y="63842"/>
                    <a:pt x="1619" y="64353"/>
                    <a:pt x="1733" y="64836"/>
                  </a:cubicBezTo>
                  <a:lnTo>
                    <a:pt x="1733" y="64864"/>
                  </a:lnTo>
                  <a:cubicBezTo>
                    <a:pt x="1818" y="64807"/>
                    <a:pt x="1875" y="64750"/>
                    <a:pt x="1932" y="64694"/>
                  </a:cubicBezTo>
                  <a:cubicBezTo>
                    <a:pt x="2232" y="64333"/>
                    <a:pt x="2674" y="64128"/>
                    <a:pt x="3127" y="64128"/>
                  </a:cubicBezTo>
                  <a:cubicBezTo>
                    <a:pt x="3317" y="64128"/>
                    <a:pt x="3508" y="64164"/>
                    <a:pt x="3692" y="64239"/>
                  </a:cubicBezTo>
                  <a:cubicBezTo>
                    <a:pt x="4459" y="64523"/>
                    <a:pt x="5254" y="64410"/>
                    <a:pt x="6049" y="64466"/>
                  </a:cubicBezTo>
                  <a:cubicBezTo>
                    <a:pt x="6220" y="64069"/>
                    <a:pt x="6277" y="63671"/>
                    <a:pt x="6248" y="63245"/>
                  </a:cubicBezTo>
                  <a:lnTo>
                    <a:pt x="6248" y="63245"/>
                  </a:lnTo>
                  <a:cubicBezTo>
                    <a:pt x="6154" y="63249"/>
                    <a:pt x="6060" y="63251"/>
                    <a:pt x="5966" y="63251"/>
                  </a:cubicBezTo>
                  <a:cubicBezTo>
                    <a:pt x="5316" y="63251"/>
                    <a:pt x="4653" y="63167"/>
                    <a:pt x="4033" y="63018"/>
                  </a:cubicBezTo>
                  <a:cubicBezTo>
                    <a:pt x="3691" y="62915"/>
                    <a:pt x="3358" y="62854"/>
                    <a:pt x="3036" y="62854"/>
                  </a:cubicBezTo>
                  <a:close/>
                  <a:moveTo>
                    <a:pt x="5936" y="65347"/>
                  </a:moveTo>
                  <a:lnTo>
                    <a:pt x="5936" y="65347"/>
                  </a:lnTo>
                  <a:cubicBezTo>
                    <a:pt x="5254" y="65432"/>
                    <a:pt x="4601" y="65546"/>
                    <a:pt x="3948" y="65716"/>
                  </a:cubicBezTo>
                  <a:cubicBezTo>
                    <a:pt x="3238" y="65915"/>
                    <a:pt x="2500" y="66085"/>
                    <a:pt x="1790" y="66227"/>
                  </a:cubicBezTo>
                  <a:cubicBezTo>
                    <a:pt x="1676" y="66596"/>
                    <a:pt x="1676" y="66994"/>
                    <a:pt x="1761" y="67363"/>
                  </a:cubicBezTo>
                  <a:lnTo>
                    <a:pt x="1761" y="67420"/>
                  </a:lnTo>
                  <a:cubicBezTo>
                    <a:pt x="2556" y="67306"/>
                    <a:pt x="3352" y="67136"/>
                    <a:pt x="4147" y="66937"/>
                  </a:cubicBezTo>
                  <a:cubicBezTo>
                    <a:pt x="4686" y="66767"/>
                    <a:pt x="5226" y="66653"/>
                    <a:pt x="5794" y="66568"/>
                  </a:cubicBezTo>
                  <a:cubicBezTo>
                    <a:pt x="5879" y="66170"/>
                    <a:pt x="5936" y="65773"/>
                    <a:pt x="5936" y="65347"/>
                  </a:cubicBezTo>
                  <a:close/>
                  <a:moveTo>
                    <a:pt x="5481" y="69181"/>
                  </a:moveTo>
                  <a:lnTo>
                    <a:pt x="5481" y="69181"/>
                  </a:lnTo>
                  <a:cubicBezTo>
                    <a:pt x="4531" y="69380"/>
                    <a:pt x="3545" y="69493"/>
                    <a:pt x="2566" y="69493"/>
                  </a:cubicBezTo>
                  <a:cubicBezTo>
                    <a:pt x="2287" y="69493"/>
                    <a:pt x="2009" y="69483"/>
                    <a:pt x="1733" y="69465"/>
                  </a:cubicBezTo>
                  <a:cubicBezTo>
                    <a:pt x="1648" y="69834"/>
                    <a:pt x="1648" y="70231"/>
                    <a:pt x="1733" y="70629"/>
                  </a:cubicBezTo>
                  <a:lnTo>
                    <a:pt x="1733" y="70657"/>
                  </a:lnTo>
                  <a:cubicBezTo>
                    <a:pt x="2241" y="70728"/>
                    <a:pt x="2749" y="70765"/>
                    <a:pt x="3255" y="70765"/>
                  </a:cubicBezTo>
                  <a:cubicBezTo>
                    <a:pt x="3966" y="70765"/>
                    <a:pt x="4672" y="70693"/>
                    <a:pt x="5368" y="70544"/>
                  </a:cubicBezTo>
                  <a:cubicBezTo>
                    <a:pt x="5481" y="70089"/>
                    <a:pt x="5510" y="69635"/>
                    <a:pt x="5481" y="69181"/>
                  </a:cubicBezTo>
                  <a:close/>
                  <a:moveTo>
                    <a:pt x="5311" y="71566"/>
                  </a:moveTo>
                  <a:lnTo>
                    <a:pt x="1704" y="72134"/>
                  </a:lnTo>
                  <a:cubicBezTo>
                    <a:pt x="1648" y="72446"/>
                    <a:pt x="1676" y="72816"/>
                    <a:pt x="1790" y="73128"/>
                  </a:cubicBezTo>
                  <a:lnTo>
                    <a:pt x="1790" y="73156"/>
                  </a:lnTo>
                  <a:cubicBezTo>
                    <a:pt x="2926" y="73128"/>
                    <a:pt x="4090" y="72986"/>
                    <a:pt x="5226" y="72787"/>
                  </a:cubicBezTo>
                  <a:cubicBezTo>
                    <a:pt x="5339" y="72390"/>
                    <a:pt x="5368" y="71964"/>
                    <a:pt x="5311" y="715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_1">
    <p:spTree>
      <p:nvGrpSpPr>
        <p:cNvPr id="1396" name="Shape 1396"/>
        <p:cNvGrpSpPr/>
        <p:nvPr/>
      </p:nvGrpSpPr>
      <p:grpSpPr>
        <a:xfrm>
          <a:off x="0" y="0"/>
          <a:ext cx="0" cy="0"/>
          <a:chOff x="0" y="0"/>
          <a:chExt cx="0" cy="0"/>
        </a:xfrm>
      </p:grpSpPr>
      <p:sp>
        <p:nvSpPr>
          <p:cNvPr id="1397" name="Google Shape;1397;p20"/>
          <p:cNvSpPr txBox="1"/>
          <p:nvPr>
            <p:ph idx="1" type="subTitle"/>
          </p:nvPr>
        </p:nvSpPr>
        <p:spPr>
          <a:xfrm>
            <a:off x="2135725" y="3408050"/>
            <a:ext cx="4872600" cy="74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98" name="Google Shape;1398;p20"/>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0"/>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0"/>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401" name="Google Shape;1401;p20"/>
          <p:cNvGrpSpPr/>
          <p:nvPr/>
        </p:nvGrpSpPr>
        <p:grpSpPr>
          <a:xfrm>
            <a:off x="2936544" y="-329546"/>
            <a:ext cx="2934233" cy="708308"/>
            <a:chOff x="2375925" y="3297600"/>
            <a:chExt cx="735950" cy="177650"/>
          </a:xfrm>
        </p:grpSpPr>
        <p:sp>
          <p:nvSpPr>
            <p:cNvPr id="1402" name="Google Shape;1402;p20"/>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0"/>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0"/>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0"/>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0"/>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0"/>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 name="Google Shape;1408;p20"/>
          <p:cNvSpPr txBox="1"/>
          <p:nvPr>
            <p:ph type="title"/>
          </p:nvPr>
        </p:nvSpPr>
        <p:spPr>
          <a:xfrm>
            <a:off x="2135768" y="1530038"/>
            <a:ext cx="4872600" cy="1195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11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409" name="Google Shape;1409;p20"/>
          <p:cNvGrpSpPr/>
          <p:nvPr/>
        </p:nvGrpSpPr>
        <p:grpSpPr>
          <a:xfrm>
            <a:off x="7436837" y="1160158"/>
            <a:ext cx="3476046" cy="3683781"/>
            <a:chOff x="7079785" y="908822"/>
            <a:chExt cx="3491058" cy="3699690"/>
          </a:xfrm>
        </p:grpSpPr>
        <p:sp>
          <p:nvSpPr>
            <p:cNvPr id="1410" name="Google Shape;1410;p20"/>
            <p:cNvSpPr/>
            <p:nvPr/>
          </p:nvSpPr>
          <p:spPr>
            <a:xfrm>
              <a:off x="7079785" y="4349880"/>
              <a:ext cx="3491058" cy="258632"/>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0"/>
            <p:cNvSpPr/>
            <p:nvPr/>
          </p:nvSpPr>
          <p:spPr>
            <a:xfrm flipH="1">
              <a:off x="7451909" y="908822"/>
              <a:ext cx="1478916" cy="3430361"/>
            </a:xfrm>
            <a:custGeom>
              <a:rect b="b" l="l" r="r" t="t"/>
              <a:pathLst>
                <a:path extrusionOk="0" h="123217" w="53122">
                  <a:moveTo>
                    <a:pt x="6049" y="1"/>
                  </a:moveTo>
                  <a:cubicBezTo>
                    <a:pt x="2713" y="1"/>
                    <a:pt x="1" y="2677"/>
                    <a:pt x="1" y="6013"/>
                  </a:cubicBezTo>
                  <a:lnTo>
                    <a:pt x="1" y="117204"/>
                  </a:lnTo>
                  <a:cubicBezTo>
                    <a:pt x="1" y="120540"/>
                    <a:pt x="2713" y="123216"/>
                    <a:pt x="6049" y="123216"/>
                  </a:cubicBezTo>
                  <a:lnTo>
                    <a:pt x="47109" y="123216"/>
                  </a:lnTo>
                  <a:cubicBezTo>
                    <a:pt x="50445" y="123216"/>
                    <a:pt x="53121" y="120540"/>
                    <a:pt x="53121" y="117204"/>
                  </a:cubicBezTo>
                  <a:lnTo>
                    <a:pt x="53121" y="6013"/>
                  </a:lnTo>
                  <a:cubicBezTo>
                    <a:pt x="53121" y="2677"/>
                    <a:pt x="50445" y="1"/>
                    <a:pt x="47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0"/>
            <p:cNvSpPr/>
            <p:nvPr/>
          </p:nvSpPr>
          <p:spPr>
            <a:xfrm flipH="1">
              <a:off x="7162067" y="908822"/>
              <a:ext cx="1478889" cy="3430361"/>
            </a:xfrm>
            <a:custGeom>
              <a:rect b="b" l="l" r="r" t="t"/>
              <a:pathLst>
                <a:path extrusionOk="0" h="123217" w="53121">
                  <a:moveTo>
                    <a:pt x="6012" y="1"/>
                  </a:moveTo>
                  <a:cubicBezTo>
                    <a:pt x="2676" y="1"/>
                    <a:pt x="0" y="2677"/>
                    <a:pt x="0" y="6013"/>
                  </a:cubicBezTo>
                  <a:lnTo>
                    <a:pt x="0" y="117204"/>
                  </a:lnTo>
                  <a:cubicBezTo>
                    <a:pt x="0" y="120540"/>
                    <a:pt x="2676" y="123216"/>
                    <a:pt x="6012" y="123216"/>
                  </a:cubicBezTo>
                  <a:lnTo>
                    <a:pt x="47072" y="123216"/>
                  </a:lnTo>
                  <a:cubicBezTo>
                    <a:pt x="50408" y="123216"/>
                    <a:pt x="53121" y="120540"/>
                    <a:pt x="53121" y="117204"/>
                  </a:cubicBezTo>
                  <a:lnTo>
                    <a:pt x="53121" y="6013"/>
                  </a:lnTo>
                  <a:cubicBezTo>
                    <a:pt x="53121" y="2677"/>
                    <a:pt x="50408" y="1"/>
                    <a:pt x="47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0"/>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rgbClr val="D6CC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0"/>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0"/>
            <p:cNvSpPr/>
            <p:nvPr/>
          </p:nvSpPr>
          <p:spPr>
            <a:xfrm flipH="1">
              <a:off x="7213098" y="959852"/>
              <a:ext cx="406241" cy="3328300"/>
            </a:xfrm>
            <a:custGeom>
              <a:rect b="b" l="l" r="r" t="t"/>
              <a:pathLst>
                <a:path extrusionOk="0" h="119551" w="14592">
                  <a:moveTo>
                    <a:pt x="1" y="1"/>
                  </a:moveTo>
                  <a:cubicBezTo>
                    <a:pt x="2310" y="1"/>
                    <a:pt x="4180" y="1871"/>
                    <a:pt x="4180" y="4180"/>
                  </a:cubicBezTo>
                  <a:lnTo>
                    <a:pt x="4180" y="115371"/>
                  </a:lnTo>
                  <a:cubicBezTo>
                    <a:pt x="4180" y="117680"/>
                    <a:pt x="2310" y="119550"/>
                    <a:pt x="1" y="119550"/>
                  </a:cubicBezTo>
                  <a:lnTo>
                    <a:pt x="10376" y="119550"/>
                  </a:lnTo>
                  <a:cubicBezTo>
                    <a:pt x="12685" y="119550"/>
                    <a:pt x="14592" y="117680"/>
                    <a:pt x="14592" y="115371"/>
                  </a:cubicBezTo>
                  <a:lnTo>
                    <a:pt x="14592" y="4180"/>
                  </a:lnTo>
                  <a:cubicBezTo>
                    <a:pt x="14592" y="1871"/>
                    <a:pt x="12685" y="1"/>
                    <a:pt x="10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0"/>
            <p:cNvSpPr/>
            <p:nvPr/>
          </p:nvSpPr>
          <p:spPr>
            <a:xfrm flipH="1">
              <a:off x="7246784" y="1525283"/>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0"/>
            <p:cNvSpPr/>
            <p:nvPr/>
          </p:nvSpPr>
          <p:spPr>
            <a:xfrm flipH="1">
              <a:off x="7246784" y="1563062"/>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0"/>
            <p:cNvSpPr/>
            <p:nvPr/>
          </p:nvSpPr>
          <p:spPr>
            <a:xfrm flipH="1">
              <a:off x="7502940" y="1563062"/>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0"/>
            <p:cNvSpPr/>
            <p:nvPr/>
          </p:nvSpPr>
          <p:spPr>
            <a:xfrm flipH="1">
              <a:off x="7246784" y="2936799"/>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0"/>
            <p:cNvSpPr/>
            <p:nvPr/>
          </p:nvSpPr>
          <p:spPr>
            <a:xfrm flipH="1">
              <a:off x="7246784" y="2975580"/>
              <a:ext cx="256184" cy="153120"/>
            </a:xfrm>
            <a:custGeom>
              <a:rect b="b" l="l" r="r" t="t"/>
              <a:pathLst>
                <a:path extrusionOk="0" h="5500" w="9202">
                  <a:moveTo>
                    <a:pt x="0" y="1"/>
                  </a:moveTo>
                  <a:lnTo>
                    <a:pt x="0" y="5500"/>
                  </a:lnTo>
                  <a:lnTo>
                    <a:pt x="92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0"/>
            <p:cNvSpPr/>
            <p:nvPr/>
          </p:nvSpPr>
          <p:spPr>
            <a:xfrm flipH="1">
              <a:off x="7502940" y="2974578"/>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0"/>
            <p:cNvSpPr/>
            <p:nvPr/>
          </p:nvSpPr>
          <p:spPr>
            <a:xfrm flipH="1">
              <a:off x="7246784" y="3457323"/>
              <a:ext cx="1343141" cy="830829"/>
            </a:xfrm>
            <a:custGeom>
              <a:rect b="b" l="l" r="r" t="t"/>
              <a:pathLst>
                <a:path extrusionOk="0" h="29843" w="48245">
                  <a:moveTo>
                    <a:pt x="0" y="1"/>
                  </a:moveTo>
                  <a:lnTo>
                    <a:pt x="0" y="25736"/>
                  </a:lnTo>
                  <a:cubicBezTo>
                    <a:pt x="0" y="28009"/>
                    <a:pt x="1833" y="29842"/>
                    <a:pt x="4106" y="29842"/>
                  </a:cubicBezTo>
                  <a:lnTo>
                    <a:pt x="44139" y="29842"/>
                  </a:lnTo>
                  <a:cubicBezTo>
                    <a:pt x="46412" y="29842"/>
                    <a:pt x="48245" y="28009"/>
                    <a:pt x="48245" y="25736"/>
                  </a:cubicBez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0"/>
            <p:cNvSpPr/>
            <p:nvPr/>
          </p:nvSpPr>
          <p:spPr>
            <a:xfrm flipH="1">
              <a:off x="7246784" y="3457323"/>
              <a:ext cx="1343141" cy="38809"/>
            </a:xfrm>
            <a:custGeom>
              <a:rect b="b" l="l" r="r" t="t"/>
              <a:pathLst>
                <a:path extrusionOk="0" h="1394" w="48245">
                  <a:moveTo>
                    <a:pt x="0" y="1"/>
                  </a:moveTo>
                  <a:lnTo>
                    <a:pt x="0" y="1394"/>
                  </a:lnTo>
                  <a:lnTo>
                    <a:pt x="48245" y="1394"/>
                  </a:lnTo>
                  <a:lnTo>
                    <a:pt x="482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0"/>
            <p:cNvSpPr/>
            <p:nvPr/>
          </p:nvSpPr>
          <p:spPr>
            <a:xfrm flipH="1">
              <a:off x="7246784" y="3496104"/>
              <a:ext cx="1343141" cy="17372"/>
            </a:xfrm>
            <a:custGeom>
              <a:rect b="b" l="l" r="r" t="t"/>
              <a:pathLst>
                <a:path extrusionOk="0" h="624" w="48245">
                  <a:moveTo>
                    <a:pt x="0" y="1"/>
                  </a:moveTo>
                  <a:lnTo>
                    <a:pt x="0" y="624"/>
                  </a:lnTo>
                  <a:lnTo>
                    <a:pt x="48245" y="624"/>
                  </a:lnTo>
                  <a:lnTo>
                    <a:pt x="482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0"/>
            <p:cNvSpPr/>
            <p:nvPr/>
          </p:nvSpPr>
          <p:spPr>
            <a:xfrm flipH="1">
              <a:off x="7918341" y="3496132"/>
              <a:ext cx="1141" cy="785938"/>
            </a:xfrm>
            <a:custGeom>
              <a:rect b="b" l="l" r="r" t="t"/>
              <a:pathLst>
                <a:path extrusionOk="0" fill="none" h="27937" w="1">
                  <a:moveTo>
                    <a:pt x="0" y="27936"/>
                  </a:moveTo>
                  <a:lnTo>
                    <a:pt x="0" y="1"/>
                  </a:lnTo>
                </a:path>
              </a:pathLst>
            </a:custGeom>
            <a:noFill/>
            <a:ln cap="flat" cmpd="sng" w="11925">
              <a:solidFill>
                <a:schemeClr val="accent5"/>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0"/>
            <p:cNvSpPr/>
            <p:nvPr/>
          </p:nvSpPr>
          <p:spPr>
            <a:xfrm flipH="1">
              <a:off x="7855060" y="3768602"/>
              <a:ext cx="25557" cy="233772"/>
            </a:xfrm>
            <a:custGeom>
              <a:rect b="b" l="l" r="r" t="t"/>
              <a:pathLst>
                <a:path extrusionOk="0" h="8397" w="918">
                  <a:moveTo>
                    <a:pt x="441" y="1"/>
                  </a:moveTo>
                  <a:cubicBezTo>
                    <a:pt x="184" y="1"/>
                    <a:pt x="1" y="221"/>
                    <a:pt x="1" y="478"/>
                  </a:cubicBezTo>
                  <a:lnTo>
                    <a:pt x="1" y="7956"/>
                  </a:lnTo>
                  <a:cubicBezTo>
                    <a:pt x="1" y="8213"/>
                    <a:pt x="184" y="8396"/>
                    <a:pt x="441" y="8396"/>
                  </a:cubicBezTo>
                  <a:cubicBezTo>
                    <a:pt x="697" y="8396"/>
                    <a:pt x="917" y="8213"/>
                    <a:pt x="917" y="7956"/>
                  </a:cubicBezTo>
                  <a:lnTo>
                    <a:pt x="917" y="478"/>
                  </a:lnTo>
                  <a:cubicBezTo>
                    <a:pt x="917" y="221"/>
                    <a:pt x="697" y="1"/>
                    <a:pt x="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0"/>
            <p:cNvSpPr/>
            <p:nvPr/>
          </p:nvSpPr>
          <p:spPr>
            <a:xfrm flipH="1">
              <a:off x="7981621" y="3768602"/>
              <a:ext cx="25529" cy="233772"/>
            </a:xfrm>
            <a:custGeom>
              <a:rect b="b" l="l" r="r" t="t"/>
              <a:pathLst>
                <a:path extrusionOk="0" h="8397" w="917">
                  <a:moveTo>
                    <a:pt x="477" y="1"/>
                  </a:moveTo>
                  <a:cubicBezTo>
                    <a:pt x="220" y="1"/>
                    <a:pt x="0" y="221"/>
                    <a:pt x="0" y="478"/>
                  </a:cubicBezTo>
                  <a:lnTo>
                    <a:pt x="0" y="7956"/>
                  </a:lnTo>
                  <a:cubicBezTo>
                    <a:pt x="0" y="8213"/>
                    <a:pt x="220" y="8396"/>
                    <a:pt x="477" y="8396"/>
                  </a:cubicBezTo>
                  <a:cubicBezTo>
                    <a:pt x="733" y="8396"/>
                    <a:pt x="917" y="8213"/>
                    <a:pt x="917" y="7956"/>
                  </a:cubicBezTo>
                  <a:lnTo>
                    <a:pt x="917" y="478"/>
                  </a:lnTo>
                  <a:cubicBezTo>
                    <a:pt x="917" y="221"/>
                    <a:pt x="733" y="1"/>
                    <a:pt x="4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0"/>
            <p:cNvSpPr/>
            <p:nvPr/>
          </p:nvSpPr>
          <p:spPr>
            <a:xfrm flipH="1">
              <a:off x="7842811" y="3756380"/>
              <a:ext cx="25557" cy="233745"/>
            </a:xfrm>
            <a:custGeom>
              <a:rect b="b" l="l" r="r" t="t"/>
              <a:pathLst>
                <a:path extrusionOk="0" h="8396" w="918">
                  <a:moveTo>
                    <a:pt x="477" y="0"/>
                  </a:moveTo>
                  <a:cubicBezTo>
                    <a:pt x="221" y="0"/>
                    <a:pt x="1" y="183"/>
                    <a:pt x="1" y="440"/>
                  </a:cubicBezTo>
                  <a:lnTo>
                    <a:pt x="1" y="7919"/>
                  </a:lnTo>
                  <a:cubicBezTo>
                    <a:pt x="1" y="8175"/>
                    <a:pt x="221" y="8395"/>
                    <a:pt x="477" y="8395"/>
                  </a:cubicBezTo>
                  <a:cubicBezTo>
                    <a:pt x="697" y="8395"/>
                    <a:pt x="917" y="8175"/>
                    <a:pt x="917" y="7919"/>
                  </a:cubicBezTo>
                  <a:lnTo>
                    <a:pt x="917" y="440"/>
                  </a:lnTo>
                  <a:cubicBezTo>
                    <a:pt x="917" y="183"/>
                    <a:pt x="697"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0"/>
            <p:cNvSpPr/>
            <p:nvPr/>
          </p:nvSpPr>
          <p:spPr>
            <a:xfrm flipH="1">
              <a:off x="7968341" y="3756380"/>
              <a:ext cx="25557" cy="233745"/>
            </a:xfrm>
            <a:custGeom>
              <a:rect b="b" l="l" r="r" t="t"/>
              <a:pathLst>
                <a:path extrusionOk="0" h="8396" w="918">
                  <a:moveTo>
                    <a:pt x="441" y="0"/>
                  </a:moveTo>
                  <a:cubicBezTo>
                    <a:pt x="184" y="0"/>
                    <a:pt x="1" y="183"/>
                    <a:pt x="1" y="440"/>
                  </a:cubicBezTo>
                  <a:lnTo>
                    <a:pt x="1" y="7919"/>
                  </a:lnTo>
                  <a:cubicBezTo>
                    <a:pt x="1" y="8175"/>
                    <a:pt x="184" y="8395"/>
                    <a:pt x="441" y="8395"/>
                  </a:cubicBezTo>
                  <a:cubicBezTo>
                    <a:pt x="697" y="8395"/>
                    <a:pt x="917" y="8175"/>
                    <a:pt x="917" y="7919"/>
                  </a:cubicBezTo>
                  <a:lnTo>
                    <a:pt x="917" y="440"/>
                  </a:lnTo>
                  <a:cubicBezTo>
                    <a:pt x="917" y="183"/>
                    <a:pt x="697" y="0"/>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0"/>
            <p:cNvSpPr/>
            <p:nvPr/>
          </p:nvSpPr>
          <p:spPr>
            <a:xfrm flipH="1">
              <a:off x="7312097" y="4339155"/>
              <a:ext cx="169434" cy="139840"/>
            </a:xfrm>
            <a:custGeom>
              <a:rect b="b" l="l" r="r" t="t"/>
              <a:pathLst>
                <a:path extrusionOk="0" h="5023" w="6086">
                  <a:moveTo>
                    <a:pt x="0" y="0"/>
                  </a:moveTo>
                  <a:lnTo>
                    <a:pt x="3079" y="5022"/>
                  </a:lnTo>
                  <a:lnTo>
                    <a:pt x="6086" y="5022"/>
                  </a:lnTo>
                  <a:lnTo>
                    <a:pt x="44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0"/>
            <p:cNvSpPr/>
            <p:nvPr/>
          </p:nvSpPr>
          <p:spPr>
            <a:xfrm flipH="1">
              <a:off x="7600937" y="4339155"/>
              <a:ext cx="169434" cy="139840"/>
            </a:xfrm>
            <a:custGeom>
              <a:rect b="b" l="l" r="r" t="t"/>
              <a:pathLst>
                <a:path extrusionOk="0" h="5023" w="6086">
                  <a:moveTo>
                    <a:pt x="0" y="0"/>
                  </a:moveTo>
                  <a:lnTo>
                    <a:pt x="3043" y="5022"/>
                  </a:lnTo>
                  <a:lnTo>
                    <a:pt x="6086" y="5022"/>
                  </a:lnTo>
                  <a:lnTo>
                    <a:pt x="44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0"/>
            <p:cNvSpPr/>
            <p:nvPr/>
          </p:nvSpPr>
          <p:spPr>
            <a:xfrm flipH="1">
              <a:off x="7340661" y="4339155"/>
              <a:ext cx="140870" cy="51059"/>
            </a:xfrm>
            <a:custGeom>
              <a:rect b="b" l="l" r="r" t="t"/>
              <a:pathLst>
                <a:path extrusionOk="0" h="1834" w="5060">
                  <a:moveTo>
                    <a:pt x="0" y="0"/>
                  </a:moveTo>
                  <a:lnTo>
                    <a:pt x="1100" y="1833"/>
                  </a:lnTo>
                  <a:lnTo>
                    <a:pt x="5059" y="1833"/>
                  </a:lnTo>
                  <a:lnTo>
                    <a:pt x="44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0"/>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rgbClr val="EEC4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0"/>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0"/>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0"/>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0"/>
            <p:cNvSpPr/>
            <p:nvPr/>
          </p:nvSpPr>
          <p:spPr>
            <a:xfrm flipH="1">
              <a:off x="8611334" y="4339155"/>
              <a:ext cx="169462" cy="139840"/>
            </a:xfrm>
            <a:custGeom>
              <a:rect b="b" l="l" r="r" t="t"/>
              <a:pathLst>
                <a:path extrusionOk="0" h="5023" w="6087">
                  <a:moveTo>
                    <a:pt x="1614" y="0"/>
                  </a:moveTo>
                  <a:lnTo>
                    <a:pt x="1" y="5022"/>
                  </a:lnTo>
                  <a:lnTo>
                    <a:pt x="3007" y="5022"/>
                  </a:lnTo>
                  <a:lnTo>
                    <a:pt x="60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 name="Google Shape;1438;p20"/>
            <p:cNvGrpSpPr/>
            <p:nvPr/>
          </p:nvGrpSpPr>
          <p:grpSpPr>
            <a:xfrm flipH="1">
              <a:off x="7399420" y="1088976"/>
              <a:ext cx="1190312" cy="437061"/>
              <a:chOff x="7183950" y="745675"/>
              <a:chExt cx="836775" cy="450950"/>
            </a:xfrm>
          </p:grpSpPr>
          <p:sp>
            <p:nvSpPr>
              <p:cNvPr id="1439" name="Google Shape;1439;p20"/>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0"/>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0"/>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0"/>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0"/>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0"/>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0"/>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0"/>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0"/>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0"/>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0"/>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0"/>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0"/>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0"/>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0"/>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0"/>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0"/>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0"/>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0"/>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0"/>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0"/>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0"/>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0"/>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20"/>
            <p:cNvSpPr/>
            <p:nvPr/>
          </p:nvSpPr>
          <p:spPr>
            <a:xfrm flipH="1">
              <a:off x="8248005" y="2189524"/>
              <a:ext cx="82185" cy="194567"/>
            </a:xfrm>
            <a:custGeom>
              <a:rect b="b" l="l" r="r" t="t"/>
              <a:pathLst>
                <a:path extrusionOk="0" h="8030" w="2311">
                  <a:moveTo>
                    <a:pt x="1" y="1"/>
                  </a:moveTo>
                  <a:lnTo>
                    <a:pt x="1" y="8029"/>
                  </a:lnTo>
                  <a:lnTo>
                    <a:pt x="2310" y="8029"/>
                  </a:lnTo>
                  <a:lnTo>
                    <a:pt x="23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0"/>
            <p:cNvSpPr/>
            <p:nvPr/>
          </p:nvSpPr>
          <p:spPr>
            <a:xfrm flipH="1">
              <a:off x="8121545" y="2360079"/>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0"/>
            <p:cNvSpPr/>
            <p:nvPr/>
          </p:nvSpPr>
          <p:spPr>
            <a:xfrm flipH="1">
              <a:off x="7507487" y="2022531"/>
              <a:ext cx="143459" cy="43541"/>
            </a:xfrm>
            <a:custGeom>
              <a:rect b="b" l="l" r="r" t="t"/>
              <a:pathLst>
                <a:path extrusionOk="0" h="1797" w="4034">
                  <a:moveTo>
                    <a:pt x="3813" y="1"/>
                  </a:moveTo>
                  <a:lnTo>
                    <a:pt x="1" y="770"/>
                  </a:lnTo>
                  <a:lnTo>
                    <a:pt x="184" y="1797"/>
                  </a:lnTo>
                  <a:lnTo>
                    <a:pt x="4033" y="990"/>
                  </a:lnTo>
                  <a:lnTo>
                    <a:pt x="38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 name="Google Shape;1465;p20"/>
            <p:cNvGrpSpPr/>
            <p:nvPr/>
          </p:nvGrpSpPr>
          <p:grpSpPr>
            <a:xfrm>
              <a:off x="7430969" y="2591991"/>
              <a:ext cx="984368" cy="344707"/>
              <a:chOff x="937650" y="3222250"/>
              <a:chExt cx="895450" cy="355625"/>
            </a:xfrm>
          </p:grpSpPr>
          <p:sp>
            <p:nvSpPr>
              <p:cNvPr id="1466" name="Google Shape;1466;p20"/>
              <p:cNvSpPr/>
              <p:nvPr/>
            </p:nvSpPr>
            <p:spPr>
              <a:xfrm>
                <a:off x="1077875" y="3235100"/>
                <a:ext cx="220000" cy="342775"/>
              </a:xfrm>
              <a:custGeom>
                <a:rect b="b" l="l" r="r" t="t"/>
                <a:pathLst>
                  <a:path extrusionOk="0" h="13711" w="8800">
                    <a:moveTo>
                      <a:pt x="4363" y="0"/>
                    </a:moveTo>
                    <a:lnTo>
                      <a:pt x="1541" y="37"/>
                    </a:lnTo>
                    <a:cubicBezTo>
                      <a:pt x="1467" y="37"/>
                      <a:pt x="1431" y="110"/>
                      <a:pt x="1431" y="183"/>
                    </a:cubicBezTo>
                    <a:lnTo>
                      <a:pt x="1431" y="293"/>
                    </a:lnTo>
                    <a:cubicBezTo>
                      <a:pt x="1101" y="477"/>
                      <a:pt x="1467" y="697"/>
                      <a:pt x="1467" y="697"/>
                    </a:cubicBezTo>
                    <a:lnTo>
                      <a:pt x="1467" y="1173"/>
                    </a:lnTo>
                    <a:cubicBezTo>
                      <a:pt x="1137" y="1320"/>
                      <a:pt x="1137" y="1796"/>
                      <a:pt x="1467" y="1980"/>
                    </a:cubicBezTo>
                    <a:cubicBezTo>
                      <a:pt x="551" y="2713"/>
                      <a:pt x="1" y="3849"/>
                      <a:pt x="38" y="5059"/>
                    </a:cubicBezTo>
                    <a:cubicBezTo>
                      <a:pt x="38" y="6929"/>
                      <a:pt x="258" y="12208"/>
                      <a:pt x="441" y="13711"/>
                    </a:cubicBezTo>
                    <a:lnTo>
                      <a:pt x="8506" y="13711"/>
                    </a:lnTo>
                    <a:cubicBezTo>
                      <a:pt x="8653" y="12355"/>
                      <a:pt x="8799" y="6892"/>
                      <a:pt x="8763" y="4986"/>
                    </a:cubicBezTo>
                    <a:cubicBezTo>
                      <a:pt x="8763" y="3776"/>
                      <a:pt x="8249" y="2640"/>
                      <a:pt x="7296" y="1906"/>
                    </a:cubicBezTo>
                    <a:cubicBezTo>
                      <a:pt x="7626" y="1760"/>
                      <a:pt x="7626" y="1283"/>
                      <a:pt x="7296" y="1100"/>
                    </a:cubicBezTo>
                    <a:lnTo>
                      <a:pt x="7296" y="660"/>
                    </a:lnTo>
                    <a:cubicBezTo>
                      <a:pt x="7296" y="660"/>
                      <a:pt x="7626" y="440"/>
                      <a:pt x="7333" y="220"/>
                    </a:cubicBezTo>
                    <a:lnTo>
                      <a:pt x="7333" y="110"/>
                    </a:lnTo>
                    <a:cubicBezTo>
                      <a:pt x="7333" y="37"/>
                      <a:pt x="7260" y="0"/>
                      <a:pt x="7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0"/>
              <p:cNvSpPr/>
              <p:nvPr/>
            </p:nvSpPr>
            <p:spPr>
              <a:xfrm>
                <a:off x="1098975" y="3222250"/>
                <a:ext cx="176900" cy="33025"/>
              </a:xfrm>
              <a:custGeom>
                <a:rect b="b" l="l" r="r" t="t"/>
                <a:pathLst>
                  <a:path extrusionOk="0" h="1321" w="7076">
                    <a:moveTo>
                      <a:pt x="257" y="1"/>
                    </a:moveTo>
                    <a:lnTo>
                      <a:pt x="0" y="1321"/>
                    </a:lnTo>
                    <a:lnTo>
                      <a:pt x="7076" y="1321"/>
                    </a:lnTo>
                    <a:lnTo>
                      <a:pt x="6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0"/>
              <p:cNvSpPr/>
              <p:nvPr/>
            </p:nvSpPr>
            <p:spPr>
              <a:xfrm>
                <a:off x="937650" y="3313000"/>
                <a:ext cx="219075" cy="264875"/>
              </a:xfrm>
              <a:custGeom>
                <a:rect b="b" l="l" r="r" t="t"/>
                <a:pathLst>
                  <a:path extrusionOk="0" h="10595" w="8763">
                    <a:moveTo>
                      <a:pt x="7150" y="0"/>
                    </a:moveTo>
                    <a:lnTo>
                      <a:pt x="4363" y="37"/>
                    </a:lnTo>
                    <a:lnTo>
                      <a:pt x="1541" y="37"/>
                    </a:lnTo>
                    <a:cubicBezTo>
                      <a:pt x="1467" y="37"/>
                      <a:pt x="1394" y="110"/>
                      <a:pt x="1394" y="183"/>
                    </a:cubicBezTo>
                    <a:lnTo>
                      <a:pt x="1394" y="293"/>
                    </a:lnTo>
                    <a:cubicBezTo>
                      <a:pt x="1101" y="477"/>
                      <a:pt x="1431" y="697"/>
                      <a:pt x="1431" y="697"/>
                    </a:cubicBezTo>
                    <a:lnTo>
                      <a:pt x="1431" y="1137"/>
                    </a:lnTo>
                    <a:cubicBezTo>
                      <a:pt x="1101" y="1320"/>
                      <a:pt x="1101" y="1797"/>
                      <a:pt x="1431" y="1980"/>
                    </a:cubicBezTo>
                    <a:cubicBezTo>
                      <a:pt x="514" y="2713"/>
                      <a:pt x="1" y="3849"/>
                      <a:pt x="1" y="5059"/>
                    </a:cubicBezTo>
                    <a:cubicBezTo>
                      <a:pt x="1" y="6929"/>
                      <a:pt x="1504" y="9092"/>
                      <a:pt x="1651" y="10595"/>
                    </a:cubicBezTo>
                    <a:lnTo>
                      <a:pt x="6930" y="10595"/>
                    </a:lnTo>
                    <a:cubicBezTo>
                      <a:pt x="7076" y="9239"/>
                      <a:pt x="8763" y="6892"/>
                      <a:pt x="8726" y="4986"/>
                    </a:cubicBezTo>
                    <a:cubicBezTo>
                      <a:pt x="8763" y="3776"/>
                      <a:pt x="8213" y="2676"/>
                      <a:pt x="7260" y="1906"/>
                    </a:cubicBezTo>
                    <a:cubicBezTo>
                      <a:pt x="7590" y="1760"/>
                      <a:pt x="7590" y="1283"/>
                      <a:pt x="7260" y="1100"/>
                    </a:cubicBezTo>
                    <a:lnTo>
                      <a:pt x="7260" y="660"/>
                    </a:lnTo>
                    <a:cubicBezTo>
                      <a:pt x="7260" y="660"/>
                      <a:pt x="7626" y="440"/>
                      <a:pt x="7296" y="257"/>
                    </a:cubicBezTo>
                    <a:lnTo>
                      <a:pt x="7296" y="110"/>
                    </a:lnTo>
                    <a:cubicBezTo>
                      <a:pt x="7296" y="37"/>
                      <a:pt x="7223" y="0"/>
                      <a:pt x="7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0"/>
              <p:cNvSpPr/>
              <p:nvPr/>
            </p:nvSpPr>
            <p:spPr>
              <a:xfrm>
                <a:off x="957825" y="3300150"/>
                <a:ext cx="176900" cy="33950"/>
              </a:xfrm>
              <a:custGeom>
                <a:rect b="b" l="l" r="r" t="t"/>
                <a:pathLst>
                  <a:path extrusionOk="0" h="1358" w="7076">
                    <a:moveTo>
                      <a:pt x="257" y="1"/>
                    </a:moveTo>
                    <a:lnTo>
                      <a:pt x="0" y="1357"/>
                    </a:lnTo>
                    <a:lnTo>
                      <a:pt x="7076" y="1357"/>
                    </a:lnTo>
                    <a:lnTo>
                      <a:pt x="68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0"/>
              <p:cNvSpPr/>
              <p:nvPr/>
            </p:nvSpPr>
            <p:spPr>
              <a:xfrm>
                <a:off x="1390425" y="3280000"/>
                <a:ext cx="191575" cy="297875"/>
              </a:xfrm>
              <a:custGeom>
                <a:rect b="b" l="l" r="r" t="t"/>
                <a:pathLst>
                  <a:path extrusionOk="0" h="11915" w="7663">
                    <a:moveTo>
                      <a:pt x="6232" y="0"/>
                    </a:moveTo>
                    <a:lnTo>
                      <a:pt x="3776" y="37"/>
                    </a:lnTo>
                    <a:lnTo>
                      <a:pt x="1320" y="37"/>
                    </a:lnTo>
                    <a:cubicBezTo>
                      <a:pt x="1283" y="37"/>
                      <a:pt x="1210" y="74"/>
                      <a:pt x="1210" y="147"/>
                    </a:cubicBezTo>
                    <a:lnTo>
                      <a:pt x="1210" y="257"/>
                    </a:lnTo>
                    <a:cubicBezTo>
                      <a:pt x="953" y="440"/>
                      <a:pt x="1246" y="624"/>
                      <a:pt x="1246" y="624"/>
                    </a:cubicBezTo>
                    <a:lnTo>
                      <a:pt x="1246" y="990"/>
                    </a:lnTo>
                    <a:cubicBezTo>
                      <a:pt x="953" y="1100"/>
                      <a:pt x="953" y="1577"/>
                      <a:pt x="1246" y="1687"/>
                    </a:cubicBezTo>
                    <a:cubicBezTo>
                      <a:pt x="440" y="2347"/>
                      <a:pt x="0" y="3373"/>
                      <a:pt x="37" y="4400"/>
                    </a:cubicBezTo>
                    <a:cubicBezTo>
                      <a:pt x="37" y="6013"/>
                      <a:pt x="257" y="10632"/>
                      <a:pt x="403" y="11915"/>
                    </a:cubicBezTo>
                    <a:lnTo>
                      <a:pt x="7405" y="11915"/>
                    </a:lnTo>
                    <a:cubicBezTo>
                      <a:pt x="7515" y="10705"/>
                      <a:pt x="7662" y="5976"/>
                      <a:pt x="7625" y="4326"/>
                    </a:cubicBezTo>
                    <a:cubicBezTo>
                      <a:pt x="7625" y="3300"/>
                      <a:pt x="7149" y="2310"/>
                      <a:pt x="6342" y="1687"/>
                    </a:cubicBezTo>
                    <a:cubicBezTo>
                      <a:pt x="6636" y="1540"/>
                      <a:pt x="6636" y="1100"/>
                      <a:pt x="6342" y="954"/>
                    </a:cubicBezTo>
                    <a:lnTo>
                      <a:pt x="6342" y="587"/>
                    </a:lnTo>
                    <a:cubicBezTo>
                      <a:pt x="6342" y="587"/>
                      <a:pt x="6636" y="404"/>
                      <a:pt x="6342" y="220"/>
                    </a:cubicBezTo>
                    <a:lnTo>
                      <a:pt x="6342" y="110"/>
                    </a:lnTo>
                    <a:cubicBezTo>
                      <a:pt x="6342" y="74"/>
                      <a:pt x="6306" y="0"/>
                      <a:pt x="6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0"/>
              <p:cNvSpPr/>
              <p:nvPr/>
            </p:nvSpPr>
            <p:spPr>
              <a:xfrm>
                <a:off x="1408750" y="3269000"/>
                <a:ext cx="153075" cy="29350"/>
              </a:xfrm>
              <a:custGeom>
                <a:rect b="b" l="l" r="r" t="t"/>
                <a:pathLst>
                  <a:path extrusionOk="0" h="1174" w="6123">
                    <a:moveTo>
                      <a:pt x="220" y="0"/>
                    </a:moveTo>
                    <a:lnTo>
                      <a:pt x="0" y="1174"/>
                    </a:lnTo>
                    <a:lnTo>
                      <a:pt x="6123" y="1174"/>
                    </a:lnTo>
                    <a:lnTo>
                      <a:pt x="59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0"/>
              <p:cNvSpPr/>
              <p:nvPr/>
            </p:nvSpPr>
            <p:spPr>
              <a:xfrm>
                <a:off x="1250200" y="3390900"/>
                <a:ext cx="220900" cy="186975"/>
              </a:xfrm>
              <a:custGeom>
                <a:rect b="b" l="l" r="r" t="t"/>
                <a:pathLst>
                  <a:path extrusionOk="0" h="7479" w="8836">
                    <a:moveTo>
                      <a:pt x="7185" y="0"/>
                    </a:moveTo>
                    <a:lnTo>
                      <a:pt x="4363" y="37"/>
                    </a:lnTo>
                    <a:lnTo>
                      <a:pt x="1540" y="37"/>
                    </a:lnTo>
                    <a:cubicBezTo>
                      <a:pt x="1466" y="74"/>
                      <a:pt x="1430" y="110"/>
                      <a:pt x="1430" y="184"/>
                    </a:cubicBezTo>
                    <a:lnTo>
                      <a:pt x="1430" y="294"/>
                    </a:lnTo>
                    <a:cubicBezTo>
                      <a:pt x="1100" y="514"/>
                      <a:pt x="1466" y="697"/>
                      <a:pt x="1466" y="697"/>
                    </a:cubicBezTo>
                    <a:lnTo>
                      <a:pt x="1466" y="1173"/>
                    </a:lnTo>
                    <a:cubicBezTo>
                      <a:pt x="1137" y="1357"/>
                      <a:pt x="1137" y="1797"/>
                      <a:pt x="1466" y="1980"/>
                    </a:cubicBezTo>
                    <a:cubicBezTo>
                      <a:pt x="513" y="2750"/>
                      <a:pt x="0" y="3886"/>
                      <a:pt x="37" y="5059"/>
                    </a:cubicBezTo>
                    <a:cubicBezTo>
                      <a:pt x="37" y="6929"/>
                      <a:pt x="257" y="5976"/>
                      <a:pt x="440" y="7479"/>
                    </a:cubicBezTo>
                    <a:lnTo>
                      <a:pt x="8542" y="7479"/>
                    </a:lnTo>
                    <a:cubicBezTo>
                      <a:pt x="8652" y="6123"/>
                      <a:pt x="8835" y="6892"/>
                      <a:pt x="8762" y="4986"/>
                    </a:cubicBezTo>
                    <a:cubicBezTo>
                      <a:pt x="8762" y="3813"/>
                      <a:pt x="8249" y="2676"/>
                      <a:pt x="7295" y="1943"/>
                    </a:cubicBezTo>
                    <a:cubicBezTo>
                      <a:pt x="7625" y="1760"/>
                      <a:pt x="7625" y="1283"/>
                      <a:pt x="7295" y="1137"/>
                    </a:cubicBezTo>
                    <a:lnTo>
                      <a:pt x="7295" y="660"/>
                    </a:lnTo>
                    <a:cubicBezTo>
                      <a:pt x="7295" y="660"/>
                      <a:pt x="7662" y="440"/>
                      <a:pt x="7332" y="257"/>
                    </a:cubicBezTo>
                    <a:lnTo>
                      <a:pt x="7332" y="147"/>
                    </a:lnTo>
                    <a:cubicBezTo>
                      <a:pt x="7332" y="74"/>
                      <a:pt x="7259" y="0"/>
                      <a:pt x="7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0"/>
              <p:cNvSpPr/>
              <p:nvPr/>
            </p:nvSpPr>
            <p:spPr>
              <a:xfrm>
                <a:off x="1271275" y="3378075"/>
                <a:ext cx="176900" cy="33925"/>
              </a:xfrm>
              <a:custGeom>
                <a:rect b="b" l="l" r="r" t="t"/>
                <a:pathLst>
                  <a:path extrusionOk="0" h="1357" w="7076">
                    <a:moveTo>
                      <a:pt x="257" y="0"/>
                    </a:moveTo>
                    <a:lnTo>
                      <a:pt x="0" y="1356"/>
                    </a:lnTo>
                    <a:lnTo>
                      <a:pt x="7076"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0"/>
              <p:cNvSpPr/>
              <p:nvPr/>
            </p:nvSpPr>
            <p:spPr>
              <a:xfrm>
                <a:off x="1613125" y="3390900"/>
                <a:ext cx="219975" cy="186975"/>
              </a:xfrm>
              <a:custGeom>
                <a:rect b="b" l="l" r="r" t="t"/>
                <a:pathLst>
                  <a:path extrusionOk="0" h="7479" w="8799">
                    <a:moveTo>
                      <a:pt x="7149" y="0"/>
                    </a:moveTo>
                    <a:lnTo>
                      <a:pt x="4363" y="37"/>
                    </a:lnTo>
                    <a:lnTo>
                      <a:pt x="1540" y="37"/>
                    </a:lnTo>
                    <a:cubicBezTo>
                      <a:pt x="1467" y="74"/>
                      <a:pt x="1394" y="110"/>
                      <a:pt x="1394" y="184"/>
                    </a:cubicBezTo>
                    <a:lnTo>
                      <a:pt x="1394" y="294"/>
                    </a:lnTo>
                    <a:cubicBezTo>
                      <a:pt x="1064" y="514"/>
                      <a:pt x="1430" y="697"/>
                      <a:pt x="1430" y="697"/>
                    </a:cubicBezTo>
                    <a:lnTo>
                      <a:pt x="1430" y="1173"/>
                    </a:lnTo>
                    <a:cubicBezTo>
                      <a:pt x="1100" y="1357"/>
                      <a:pt x="1100" y="1797"/>
                      <a:pt x="1430" y="1980"/>
                    </a:cubicBezTo>
                    <a:cubicBezTo>
                      <a:pt x="514" y="2750"/>
                      <a:pt x="0" y="3886"/>
                      <a:pt x="37" y="5059"/>
                    </a:cubicBezTo>
                    <a:cubicBezTo>
                      <a:pt x="37" y="6929"/>
                      <a:pt x="257" y="5976"/>
                      <a:pt x="404" y="7479"/>
                    </a:cubicBezTo>
                    <a:lnTo>
                      <a:pt x="8506" y="7479"/>
                    </a:lnTo>
                    <a:cubicBezTo>
                      <a:pt x="8652" y="6123"/>
                      <a:pt x="8799" y="6892"/>
                      <a:pt x="8726" y="4986"/>
                    </a:cubicBezTo>
                    <a:cubicBezTo>
                      <a:pt x="8762" y="3813"/>
                      <a:pt x="8212" y="2676"/>
                      <a:pt x="7259" y="1943"/>
                    </a:cubicBezTo>
                    <a:cubicBezTo>
                      <a:pt x="7589" y="1760"/>
                      <a:pt x="7589" y="1283"/>
                      <a:pt x="7259" y="1137"/>
                    </a:cubicBezTo>
                    <a:lnTo>
                      <a:pt x="7259" y="660"/>
                    </a:lnTo>
                    <a:cubicBezTo>
                      <a:pt x="7259" y="660"/>
                      <a:pt x="7626" y="440"/>
                      <a:pt x="7296" y="257"/>
                    </a:cubicBezTo>
                    <a:lnTo>
                      <a:pt x="7296" y="147"/>
                    </a:lnTo>
                    <a:cubicBezTo>
                      <a:pt x="7296" y="74"/>
                      <a:pt x="7223" y="0"/>
                      <a:pt x="7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0"/>
              <p:cNvSpPr/>
              <p:nvPr/>
            </p:nvSpPr>
            <p:spPr>
              <a:xfrm>
                <a:off x="1633300" y="3378075"/>
                <a:ext cx="176900" cy="33925"/>
              </a:xfrm>
              <a:custGeom>
                <a:rect b="b" l="l" r="r" t="t"/>
                <a:pathLst>
                  <a:path extrusionOk="0" h="1357" w="7076">
                    <a:moveTo>
                      <a:pt x="257" y="0"/>
                    </a:moveTo>
                    <a:lnTo>
                      <a:pt x="0" y="1356"/>
                    </a:lnTo>
                    <a:lnTo>
                      <a:pt x="7075"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0"/>
              <p:cNvSpPr/>
              <p:nvPr/>
            </p:nvSpPr>
            <p:spPr>
              <a:xfrm>
                <a:off x="1503150" y="3337725"/>
                <a:ext cx="199825" cy="240150"/>
              </a:xfrm>
              <a:custGeom>
                <a:rect b="b" l="l" r="r" t="t"/>
                <a:pathLst>
                  <a:path extrusionOk="0" h="9606" w="7993">
                    <a:moveTo>
                      <a:pt x="6489" y="1"/>
                    </a:moveTo>
                    <a:lnTo>
                      <a:pt x="3960" y="38"/>
                    </a:lnTo>
                    <a:lnTo>
                      <a:pt x="1393" y="74"/>
                    </a:lnTo>
                    <a:cubicBezTo>
                      <a:pt x="1320" y="74"/>
                      <a:pt x="1283" y="111"/>
                      <a:pt x="1283" y="184"/>
                    </a:cubicBezTo>
                    <a:lnTo>
                      <a:pt x="1283" y="294"/>
                    </a:lnTo>
                    <a:cubicBezTo>
                      <a:pt x="990" y="441"/>
                      <a:pt x="1320" y="661"/>
                      <a:pt x="1320" y="661"/>
                    </a:cubicBezTo>
                    <a:lnTo>
                      <a:pt x="1320" y="1064"/>
                    </a:lnTo>
                    <a:cubicBezTo>
                      <a:pt x="953" y="1174"/>
                      <a:pt x="953" y="1651"/>
                      <a:pt x="1320" y="1797"/>
                    </a:cubicBezTo>
                    <a:cubicBezTo>
                      <a:pt x="477" y="2494"/>
                      <a:pt x="0" y="3520"/>
                      <a:pt x="37" y="4584"/>
                    </a:cubicBezTo>
                    <a:cubicBezTo>
                      <a:pt x="37" y="6270"/>
                      <a:pt x="1357" y="8250"/>
                      <a:pt x="1503" y="9606"/>
                    </a:cubicBezTo>
                    <a:lnTo>
                      <a:pt x="6306" y="9606"/>
                    </a:lnTo>
                    <a:cubicBezTo>
                      <a:pt x="6452" y="8360"/>
                      <a:pt x="7992" y="6233"/>
                      <a:pt x="7956" y="4510"/>
                    </a:cubicBezTo>
                    <a:cubicBezTo>
                      <a:pt x="7956" y="3447"/>
                      <a:pt x="7479" y="2421"/>
                      <a:pt x="6636" y="1761"/>
                    </a:cubicBezTo>
                    <a:cubicBezTo>
                      <a:pt x="6966" y="1614"/>
                      <a:pt x="6966" y="1137"/>
                      <a:pt x="6636" y="991"/>
                    </a:cubicBezTo>
                    <a:lnTo>
                      <a:pt x="6636" y="588"/>
                    </a:lnTo>
                    <a:cubicBezTo>
                      <a:pt x="6636" y="588"/>
                      <a:pt x="6929" y="404"/>
                      <a:pt x="6636" y="221"/>
                    </a:cubicBezTo>
                    <a:lnTo>
                      <a:pt x="6636" y="111"/>
                    </a:lnTo>
                    <a:cubicBezTo>
                      <a:pt x="6636" y="74"/>
                      <a:pt x="6562" y="1"/>
                      <a:pt x="6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0"/>
              <p:cNvSpPr/>
              <p:nvPr/>
            </p:nvSpPr>
            <p:spPr>
              <a:xfrm>
                <a:off x="1522400" y="3325825"/>
                <a:ext cx="160400" cy="30275"/>
              </a:xfrm>
              <a:custGeom>
                <a:rect b="b" l="l" r="r" t="t"/>
                <a:pathLst>
                  <a:path extrusionOk="0" h="1211" w="6416">
                    <a:moveTo>
                      <a:pt x="257" y="0"/>
                    </a:moveTo>
                    <a:lnTo>
                      <a:pt x="0" y="1210"/>
                    </a:lnTo>
                    <a:lnTo>
                      <a:pt x="6416" y="1210"/>
                    </a:lnTo>
                    <a:lnTo>
                      <a:pt x="61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20"/>
            <p:cNvGrpSpPr/>
            <p:nvPr/>
          </p:nvGrpSpPr>
          <p:grpSpPr>
            <a:xfrm>
              <a:off x="7620410" y="3258750"/>
              <a:ext cx="605526" cy="208200"/>
              <a:chOff x="7138068" y="2592629"/>
              <a:chExt cx="701246" cy="232678"/>
            </a:xfrm>
          </p:grpSpPr>
          <p:sp>
            <p:nvSpPr>
              <p:cNvPr id="1479" name="Google Shape;1479;p20"/>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0"/>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0"/>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0"/>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0"/>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0"/>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0"/>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0"/>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0"/>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0"/>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20"/>
            <p:cNvGrpSpPr/>
            <p:nvPr/>
          </p:nvGrpSpPr>
          <p:grpSpPr>
            <a:xfrm>
              <a:off x="7246784" y="1909017"/>
              <a:ext cx="1343141" cy="628234"/>
              <a:chOff x="7246784" y="1909017"/>
              <a:chExt cx="1343141" cy="628234"/>
            </a:xfrm>
          </p:grpSpPr>
          <p:sp>
            <p:nvSpPr>
              <p:cNvPr id="1490" name="Google Shape;1490;p20"/>
              <p:cNvSpPr/>
              <p:nvPr/>
            </p:nvSpPr>
            <p:spPr>
              <a:xfrm flipH="1">
                <a:off x="7246784" y="2346227"/>
                <a:ext cx="1343141" cy="37779"/>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0"/>
              <p:cNvSpPr/>
              <p:nvPr/>
            </p:nvSpPr>
            <p:spPr>
              <a:xfrm flipH="1">
                <a:off x="7502940" y="2383978"/>
                <a:ext cx="1086985" cy="153120"/>
              </a:xfrm>
              <a:custGeom>
                <a:rect b="b" l="l" r="r" t="t"/>
                <a:pathLst>
                  <a:path extrusionOk="0" h="5500" w="39044">
                    <a:moveTo>
                      <a:pt x="0" y="1"/>
                    </a:moveTo>
                    <a:lnTo>
                      <a:pt x="0" y="5500"/>
                    </a:lnTo>
                    <a:lnTo>
                      <a:pt x="39043" y="5500"/>
                    </a:lnTo>
                    <a:lnTo>
                      <a:pt x="39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0"/>
              <p:cNvSpPr/>
              <p:nvPr/>
            </p:nvSpPr>
            <p:spPr>
              <a:xfrm flipH="1">
                <a:off x="7246784" y="2384131"/>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0"/>
              <p:cNvSpPr/>
              <p:nvPr/>
            </p:nvSpPr>
            <p:spPr>
              <a:xfrm flipH="1">
                <a:off x="7527046" y="1909017"/>
                <a:ext cx="406799" cy="437061"/>
              </a:xfrm>
              <a:custGeom>
                <a:rect b="b" l="l" r="r" t="t"/>
                <a:pathLst>
                  <a:path extrusionOk="0" h="18038" w="11439">
                    <a:moveTo>
                      <a:pt x="3813" y="1"/>
                    </a:moveTo>
                    <a:lnTo>
                      <a:pt x="0" y="807"/>
                    </a:lnTo>
                    <a:lnTo>
                      <a:pt x="3630" y="18038"/>
                    </a:lnTo>
                    <a:lnTo>
                      <a:pt x="11218" y="18038"/>
                    </a:lnTo>
                    <a:lnTo>
                      <a:pt x="114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0"/>
              <p:cNvSpPr/>
              <p:nvPr/>
            </p:nvSpPr>
            <p:spPr>
              <a:xfrm flipH="1">
                <a:off x="7766951" y="1919678"/>
                <a:ext cx="260780" cy="426400"/>
              </a:xfrm>
              <a:custGeom>
                <a:rect b="b" l="l" r="r" t="t"/>
                <a:pathLst>
                  <a:path extrusionOk="0" h="17598" w="7333">
                    <a:moveTo>
                      <a:pt x="37" y="1"/>
                    </a:moveTo>
                    <a:lnTo>
                      <a:pt x="1" y="17598"/>
                    </a:lnTo>
                    <a:lnTo>
                      <a:pt x="6380" y="17598"/>
                    </a:lnTo>
                    <a:lnTo>
                      <a:pt x="7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0"/>
              <p:cNvSpPr/>
              <p:nvPr/>
            </p:nvSpPr>
            <p:spPr>
              <a:xfrm flipH="1">
                <a:off x="8214114" y="1919678"/>
                <a:ext cx="260780" cy="426400"/>
              </a:xfrm>
              <a:custGeom>
                <a:rect b="b" l="l" r="r" t="t"/>
                <a:pathLst>
                  <a:path extrusionOk="0" h="17598" w="7333">
                    <a:moveTo>
                      <a:pt x="0" y="1"/>
                    </a:moveTo>
                    <a:lnTo>
                      <a:pt x="0" y="17598"/>
                    </a:lnTo>
                    <a:lnTo>
                      <a:pt x="6379" y="17598"/>
                    </a:lnTo>
                    <a:lnTo>
                      <a:pt x="73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0"/>
              <p:cNvSpPr/>
              <p:nvPr/>
            </p:nvSpPr>
            <p:spPr>
              <a:xfrm flipH="1">
                <a:off x="8314507" y="1981852"/>
                <a:ext cx="275112" cy="364225"/>
              </a:xfrm>
              <a:custGeom>
                <a:rect b="b" l="l" r="r" t="t"/>
                <a:pathLst>
                  <a:path extrusionOk="0" h="15032" w="7736">
                    <a:moveTo>
                      <a:pt x="0" y="1"/>
                    </a:moveTo>
                    <a:lnTo>
                      <a:pt x="0" y="15032"/>
                    </a:lnTo>
                    <a:lnTo>
                      <a:pt x="7296" y="15032"/>
                    </a:lnTo>
                    <a:lnTo>
                      <a:pt x="7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0"/>
              <p:cNvSpPr/>
              <p:nvPr/>
            </p:nvSpPr>
            <p:spPr>
              <a:xfrm flipH="1">
                <a:off x="8248005" y="1981852"/>
                <a:ext cx="82185" cy="364225"/>
              </a:xfrm>
              <a:custGeom>
                <a:rect b="b" l="l" r="r" t="t"/>
                <a:pathLst>
                  <a:path extrusionOk="0" h="15032" w="2311">
                    <a:moveTo>
                      <a:pt x="1" y="1"/>
                    </a:moveTo>
                    <a:lnTo>
                      <a:pt x="1" y="15032"/>
                    </a:lnTo>
                    <a:lnTo>
                      <a:pt x="2310" y="15032"/>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0"/>
              <p:cNvSpPr/>
              <p:nvPr/>
            </p:nvSpPr>
            <p:spPr>
              <a:xfrm flipH="1">
                <a:off x="8121545" y="1919678"/>
                <a:ext cx="126496" cy="42640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0"/>
              <p:cNvSpPr/>
              <p:nvPr/>
            </p:nvSpPr>
            <p:spPr>
              <a:xfrm flipH="1">
                <a:off x="8121545" y="1956992"/>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0"/>
              <p:cNvSpPr/>
              <p:nvPr/>
            </p:nvSpPr>
            <p:spPr>
              <a:xfrm flipH="1">
                <a:off x="8154155" y="2036055"/>
                <a:ext cx="61310" cy="194543"/>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0"/>
              <p:cNvSpPr/>
              <p:nvPr/>
            </p:nvSpPr>
            <p:spPr>
              <a:xfrm flipH="1">
                <a:off x="7897323" y="1965885"/>
                <a:ext cx="88693" cy="380193"/>
              </a:xfrm>
              <a:custGeom>
                <a:rect b="b" l="l" r="r" t="t"/>
                <a:pathLst>
                  <a:path extrusionOk="0" h="15691" w="2494">
                    <a:moveTo>
                      <a:pt x="1" y="0"/>
                    </a:moveTo>
                    <a:lnTo>
                      <a:pt x="1" y="15691"/>
                    </a:lnTo>
                    <a:lnTo>
                      <a:pt x="2494" y="15691"/>
                    </a:lnTo>
                    <a:lnTo>
                      <a:pt x="24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0"/>
              <p:cNvSpPr/>
              <p:nvPr/>
            </p:nvSpPr>
            <p:spPr>
              <a:xfrm flipH="1">
                <a:off x="7897323" y="2068038"/>
                <a:ext cx="88693" cy="171451"/>
              </a:xfrm>
              <a:custGeom>
                <a:rect b="b" l="l" r="r" t="t"/>
                <a:pathLst>
                  <a:path extrusionOk="0" h="7076" w="2494">
                    <a:moveTo>
                      <a:pt x="1" y="0"/>
                    </a:moveTo>
                    <a:lnTo>
                      <a:pt x="1" y="7075"/>
                    </a:lnTo>
                    <a:lnTo>
                      <a:pt x="2494" y="7075"/>
                    </a:lnTo>
                    <a:lnTo>
                      <a:pt x="24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0"/>
              <p:cNvSpPr/>
              <p:nvPr/>
            </p:nvSpPr>
            <p:spPr>
              <a:xfrm flipH="1">
                <a:off x="7982068" y="1945435"/>
                <a:ext cx="139512" cy="400643"/>
              </a:xfrm>
              <a:custGeom>
                <a:rect b="b" l="l" r="r" t="t"/>
                <a:pathLst>
                  <a:path extrusionOk="0" h="16535" w="3923">
                    <a:moveTo>
                      <a:pt x="0" y="1"/>
                    </a:moveTo>
                    <a:lnTo>
                      <a:pt x="0" y="16535"/>
                    </a:lnTo>
                    <a:lnTo>
                      <a:pt x="3923" y="16535"/>
                    </a:lnTo>
                    <a:lnTo>
                      <a:pt x="39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0"/>
              <p:cNvSpPr/>
              <p:nvPr/>
            </p:nvSpPr>
            <p:spPr>
              <a:xfrm flipH="1">
                <a:off x="7982068" y="1997844"/>
                <a:ext cx="139512" cy="24908"/>
              </a:xfrm>
              <a:custGeom>
                <a:rect b="b" l="l" r="r" t="t"/>
                <a:pathLst>
                  <a:path extrusionOk="0" h="1028" w="3923">
                    <a:moveTo>
                      <a:pt x="0" y="1"/>
                    </a:moveTo>
                    <a:lnTo>
                      <a:pt x="0" y="1027"/>
                    </a:lnTo>
                    <a:lnTo>
                      <a:pt x="3923" y="1027"/>
                    </a:lnTo>
                    <a:lnTo>
                      <a:pt x="3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0"/>
              <p:cNvSpPr/>
              <p:nvPr/>
            </p:nvSpPr>
            <p:spPr>
              <a:xfrm flipH="1">
                <a:off x="7662646" y="1919678"/>
                <a:ext cx="139547" cy="426400"/>
              </a:xfrm>
              <a:custGeom>
                <a:rect b="b" l="l" r="r" t="t"/>
                <a:pathLst>
                  <a:path extrusionOk="0" h="17598" w="3924">
                    <a:moveTo>
                      <a:pt x="1" y="1"/>
                    </a:moveTo>
                    <a:lnTo>
                      <a:pt x="1" y="17598"/>
                    </a:lnTo>
                    <a:lnTo>
                      <a:pt x="3924" y="17598"/>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0"/>
              <p:cNvSpPr/>
              <p:nvPr/>
            </p:nvSpPr>
            <p:spPr>
              <a:xfrm flipH="1">
                <a:off x="7662646" y="1956992"/>
                <a:ext cx="138231" cy="24884"/>
              </a:xfrm>
              <a:custGeom>
                <a:rect b="b" l="l" r="r" t="t"/>
                <a:pathLst>
                  <a:path extrusionOk="0" h="1027" w="3887">
                    <a:moveTo>
                      <a:pt x="1" y="0"/>
                    </a:moveTo>
                    <a:lnTo>
                      <a:pt x="1" y="1027"/>
                    </a:lnTo>
                    <a:lnTo>
                      <a:pt x="3887" y="1027"/>
                    </a:lnTo>
                    <a:lnTo>
                      <a:pt x="3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0"/>
              <p:cNvSpPr/>
              <p:nvPr/>
            </p:nvSpPr>
            <p:spPr>
              <a:xfrm flipH="1">
                <a:off x="7662646" y="2283879"/>
                <a:ext cx="139547" cy="24884"/>
              </a:xfrm>
              <a:custGeom>
                <a:rect b="b" l="l" r="r" t="t"/>
                <a:pathLst>
                  <a:path extrusionOk="0" h="1027" w="3924">
                    <a:moveTo>
                      <a:pt x="1" y="0"/>
                    </a:moveTo>
                    <a:lnTo>
                      <a:pt x="1" y="1027"/>
                    </a:lnTo>
                    <a:lnTo>
                      <a:pt x="3924" y="1027"/>
                    </a:lnTo>
                    <a:lnTo>
                      <a:pt x="39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0"/>
              <p:cNvSpPr/>
              <p:nvPr/>
            </p:nvSpPr>
            <p:spPr>
              <a:xfrm flipH="1">
                <a:off x="7695221" y="2036055"/>
                <a:ext cx="73045" cy="194543"/>
              </a:xfrm>
              <a:custGeom>
                <a:rect b="b" l="l" r="r" t="t"/>
                <a:pathLst>
                  <a:path extrusionOk="0" h="8029" w="2054">
                    <a:moveTo>
                      <a:pt x="0" y="0"/>
                    </a:moveTo>
                    <a:lnTo>
                      <a:pt x="0" y="8029"/>
                    </a:lnTo>
                    <a:lnTo>
                      <a:pt x="2053" y="8029"/>
                    </a:lnTo>
                    <a:lnTo>
                      <a:pt x="2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0"/>
              <p:cNvSpPr/>
              <p:nvPr/>
            </p:nvSpPr>
            <p:spPr>
              <a:xfrm flipH="1">
                <a:off x="7399306" y="1909017"/>
                <a:ext cx="263376" cy="437061"/>
              </a:xfrm>
              <a:custGeom>
                <a:rect b="b" l="l" r="r" t="t"/>
                <a:pathLst>
                  <a:path extrusionOk="0" h="18038" w="7406">
                    <a:moveTo>
                      <a:pt x="3813" y="1"/>
                    </a:moveTo>
                    <a:lnTo>
                      <a:pt x="1" y="807"/>
                    </a:lnTo>
                    <a:lnTo>
                      <a:pt x="3593" y="18038"/>
                    </a:lnTo>
                    <a:lnTo>
                      <a:pt x="7406" y="17231"/>
                    </a:lnTo>
                    <a:lnTo>
                      <a:pt x="3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0"/>
              <p:cNvSpPr/>
              <p:nvPr/>
            </p:nvSpPr>
            <p:spPr>
              <a:xfrm flipH="1">
                <a:off x="7409726" y="2266119"/>
                <a:ext cx="143424" cy="43541"/>
              </a:xfrm>
              <a:custGeom>
                <a:rect b="b" l="l" r="r" t="t"/>
                <a:pathLst>
                  <a:path extrusionOk="0" h="1797" w="4033">
                    <a:moveTo>
                      <a:pt x="3813" y="0"/>
                    </a:moveTo>
                    <a:lnTo>
                      <a:pt x="0" y="807"/>
                    </a:lnTo>
                    <a:lnTo>
                      <a:pt x="220" y="1797"/>
                    </a:lnTo>
                    <a:lnTo>
                      <a:pt x="4033" y="990"/>
                    </a:lnTo>
                    <a:lnTo>
                      <a:pt x="38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0"/>
              <p:cNvSpPr/>
              <p:nvPr/>
            </p:nvSpPr>
            <p:spPr>
              <a:xfrm flipH="1">
                <a:off x="7465772" y="2028059"/>
                <a:ext cx="130408" cy="200770"/>
              </a:xfrm>
              <a:custGeom>
                <a:rect b="b" l="l" r="r" t="t"/>
                <a:pathLst>
                  <a:path extrusionOk="0" h="8286" w="3667">
                    <a:moveTo>
                      <a:pt x="2017" y="0"/>
                    </a:moveTo>
                    <a:lnTo>
                      <a:pt x="0" y="404"/>
                    </a:lnTo>
                    <a:lnTo>
                      <a:pt x="1650" y="8286"/>
                    </a:lnTo>
                    <a:lnTo>
                      <a:pt x="3666" y="7846"/>
                    </a:lnTo>
                    <a:lnTo>
                      <a:pt x="2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0"/>
              <p:cNvSpPr/>
              <p:nvPr/>
            </p:nvSpPr>
            <p:spPr>
              <a:xfrm flipH="1">
                <a:off x="7789089" y="2041385"/>
                <a:ext cx="96517" cy="304692"/>
              </a:xfrm>
              <a:custGeom>
                <a:rect b="b" l="l" r="r" t="t"/>
                <a:pathLst>
                  <a:path extrusionOk="0" h="12575" w="2714">
                    <a:moveTo>
                      <a:pt x="1" y="0"/>
                    </a:moveTo>
                    <a:lnTo>
                      <a:pt x="1" y="12575"/>
                    </a:lnTo>
                    <a:lnTo>
                      <a:pt x="2714" y="12575"/>
                    </a:lnTo>
                    <a:lnTo>
                      <a:pt x="27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spTree>
      <p:nvGrpSpPr>
        <p:cNvPr id="1513" name="Shape 1513"/>
        <p:cNvGrpSpPr/>
        <p:nvPr/>
      </p:nvGrpSpPr>
      <p:grpSpPr>
        <a:xfrm>
          <a:off x="0" y="0"/>
          <a:ext cx="0" cy="0"/>
          <a:chOff x="0" y="0"/>
          <a:chExt cx="0" cy="0"/>
        </a:xfrm>
      </p:grpSpPr>
      <p:sp>
        <p:nvSpPr>
          <p:cNvPr id="1514" name="Google Shape;1514;p21"/>
          <p:cNvSpPr txBox="1"/>
          <p:nvPr>
            <p:ph idx="1" type="subTitle"/>
          </p:nvPr>
        </p:nvSpPr>
        <p:spPr>
          <a:xfrm>
            <a:off x="720000" y="1061700"/>
            <a:ext cx="7704000" cy="53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15" name="Google Shape;1515;p21"/>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1"/>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1"/>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518" name="Google Shape;1518;p21"/>
          <p:cNvGrpSpPr/>
          <p:nvPr/>
        </p:nvGrpSpPr>
        <p:grpSpPr>
          <a:xfrm>
            <a:off x="2936544" y="-329546"/>
            <a:ext cx="2934233" cy="708308"/>
            <a:chOff x="2375925" y="3297600"/>
            <a:chExt cx="735950" cy="177650"/>
          </a:xfrm>
        </p:grpSpPr>
        <p:sp>
          <p:nvSpPr>
            <p:cNvPr id="1519" name="Google Shape;1519;p21"/>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1"/>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1"/>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1"/>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1"/>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1"/>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21"/>
          <p:cNvGrpSpPr/>
          <p:nvPr/>
        </p:nvGrpSpPr>
        <p:grpSpPr>
          <a:xfrm>
            <a:off x="8576400" y="2170350"/>
            <a:ext cx="974075" cy="2601050"/>
            <a:chOff x="8020975" y="2170350"/>
            <a:chExt cx="974075" cy="2601050"/>
          </a:xfrm>
        </p:grpSpPr>
        <p:sp>
          <p:nvSpPr>
            <p:cNvPr id="1526" name="Google Shape;1526;p21"/>
            <p:cNvSpPr/>
            <p:nvPr/>
          </p:nvSpPr>
          <p:spPr>
            <a:xfrm>
              <a:off x="8194424" y="4665200"/>
              <a:ext cx="732600" cy="10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 name="Google Shape;1527;p21"/>
            <p:cNvGrpSpPr/>
            <p:nvPr/>
          </p:nvGrpSpPr>
          <p:grpSpPr>
            <a:xfrm>
              <a:off x="8020975" y="2170350"/>
              <a:ext cx="974075" cy="2541375"/>
              <a:chOff x="8020975" y="2170350"/>
              <a:chExt cx="974075" cy="2541375"/>
            </a:xfrm>
          </p:grpSpPr>
          <p:sp>
            <p:nvSpPr>
              <p:cNvPr id="1528" name="Google Shape;1528;p21"/>
              <p:cNvSpPr/>
              <p:nvPr/>
            </p:nvSpPr>
            <p:spPr>
              <a:xfrm>
                <a:off x="8268125" y="4072150"/>
                <a:ext cx="588750" cy="639575"/>
              </a:xfrm>
              <a:custGeom>
                <a:rect b="b" l="l" r="r" t="t"/>
                <a:pathLst>
                  <a:path extrusionOk="0" h="25583" w="23550">
                    <a:moveTo>
                      <a:pt x="20335" y="0"/>
                    </a:moveTo>
                    <a:cubicBezTo>
                      <a:pt x="20207" y="0"/>
                      <a:pt x="20076" y="6"/>
                      <a:pt x="19941" y="16"/>
                    </a:cubicBezTo>
                    <a:cubicBezTo>
                      <a:pt x="19253" y="37"/>
                      <a:pt x="18543" y="120"/>
                      <a:pt x="17855" y="120"/>
                    </a:cubicBezTo>
                    <a:lnTo>
                      <a:pt x="5632" y="120"/>
                    </a:lnTo>
                    <a:cubicBezTo>
                      <a:pt x="5236" y="120"/>
                      <a:pt x="4652" y="162"/>
                      <a:pt x="4256" y="162"/>
                    </a:cubicBezTo>
                    <a:lnTo>
                      <a:pt x="3714" y="162"/>
                    </a:lnTo>
                    <a:cubicBezTo>
                      <a:pt x="3332" y="132"/>
                      <a:pt x="2950" y="112"/>
                      <a:pt x="2560" y="112"/>
                    </a:cubicBezTo>
                    <a:cubicBezTo>
                      <a:pt x="2417" y="112"/>
                      <a:pt x="2274" y="115"/>
                      <a:pt x="2128" y="120"/>
                    </a:cubicBezTo>
                    <a:cubicBezTo>
                      <a:pt x="1398" y="162"/>
                      <a:pt x="731" y="350"/>
                      <a:pt x="376" y="1080"/>
                    </a:cubicBezTo>
                    <a:cubicBezTo>
                      <a:pt x="1" y="1831"/>
                      <a:pt x="189" y="3103"/>
                      <a:pt x="168" y="3916"/>
                    </a:cubicBezTo>
                    <a:cubicBezTo>
                      <a:pt x="168" y="4813"/>
                      <a:pt x="168" y="5731"/>
                      <a:pt x="189" y="6649"/>
                    </a:cubicBezTo>
                    <a:cubicBezTo>
                      <a:pt x="209" y="6774"/>
                      <a:pt x="189" y="6899"/>
                      <a:pt x="209" y="7024"/>
                    </a:cubicBezTo>
                    <a:cubicBezTo>
                      <a:pt x="230" y="7129"/>
                      <a:pt x="230" y="7233"/>
                      <a:pt x="230" y="7337"/>
                    </a:cubicBezTo>
                    <a:cubicBezTo>
                      <a:pt x="355" y="10132"/>
                      <a:pt x="710" y="12927"/>
                      <a:pt x="1294" y="15659"/>
                    </a:cubicBezTo>
                    <a:cubicBezTo>
                      <a:pt x="1586" y="17286"/>
                      <a:pt x="2066" y="18850"/>
                      <a:pt x="2733" y="20352"/>
                    </a:cubicBezTo>
                    <a:cubicBezTo>
                      <a:pt x="3130" y="21228"/>
                      <a:pt x="3651" y="22042"/>
                      <a:pt x="4256" y="22751"/>
                    </a:cubicBezTo>
                    <a:cubicBezTo>
                      <a:pt x="5048" y="23689"/>
                      <a:pt x="6070" y="24399"/>
                      <a:pt x="7218" y="24795"/>
                    </a:cubicBezTo>
                    <a:cubicBezTo>
                      <a:pt x="7718" y="24983"/>
                      <a:pt x="8115" y="25233"/>
                      <a:pt x="8636" y="25316"/>
                    </a:cubicBezTo>
                    <a:cubicBezTo>
                      <a:pt x="9283" y="25462"/>
                      <a:pt x="9950" y="25525"/>
                      <a:pt x="10638" y="25567"/>
                    </a:cubicBezTo>
                    <a:cubicBezTo>
                      <a:pt x="10994" y="25577"/>
                      <a:pt x="11350" y="25583"/>
                      <a:pt x="11706" y="25583"/>
                    </a:cubicBezTo>
                    <a:cubicBezTo>
                      <a:pt x="12728" y="25583"/>
                      <a:pt x="13753" y="25540"/>
                      <a:pt x="14789" y="25462"/>
                    </a:cubicBezTo>
                    <a:cubicBezTo>
                      <a:pt x="16270" y="25358"/>
                      <a:pt x="17417" y="25129"/>
                      <a:pt x="18564" y="24148"/>
                    </a:cubicBezTo>
                    <a:cubicBezTo>
                      <a:pt x="19148" y="23627"/>
                      <a:pt x="19503" y="23043"/>
                      <a:pt x="19920" y="22542"/>
                    </a:cubicBezTo>
                    <a:cubicBezTo>
                      <a:pt x="20629" y="21583"/>
                      <a:pt x="21192" y="20540"/>
                      <a:pt x="21609" y="19414"/>
                    </a:cubicBezTo>
                    <a:cubicBezTo>
                      <a:pt x="22444" y="17224"/>
                      <a:pt x="22840" y="14867"/>
                      <a:pt x="23049" y="12531"/>
                    </a:cubicBezTo>
                    <a:cubicBezTo>
                      <a:pt x="23215" y="10674"/>
                      <a:pt x="23299" y="8818"/>
                      <a:pt x="23278" y="6941"/>
                    </a:cubicBezTo>
                    <a:cubicBezTo>
                      <a:pt x="23278" y="6837"/>
                      <a:pt x="23278" y="6691"/>
                      <a:pt x="23299" y="6565"/>
                    </a:cubicBezTo>
                    <a:cubicBezTo>
                      <a:pt x="23278" y="5835"/>
                      <a:pt x="23257" y="5126"/>
                      <a:pt x="23215" y="4417"/>
                    </a:cubicBezTo>
                    <a:cubicBezTo>
                      <a:pt x="23132" y="2853"/>
                      <a:pt x="23549" y="558"/>
                      <a:pt x="21693" y="141"/>
                    </a:cubicBezTo>
                    <a:cubicBezTo>
                      <a:pt x="21380" y="58"/>
                      <a:pt x="21046" y="16"/>
                      <a:pt x="20713" y="16"/>
                    </a:cubicBezTo>
                    <a:cubicBezTo>
                      <a:pt x="20587" y="6"/>
                      <a:pt x="20462" y="0"/>
                      <a:pt x="20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1"/>
              <p:cNvSpPr/>
              <p:nvPr/>
            </p:nvSpPr>
            <p:spPr>
              <a:xfrm>
                <a:off x="8237375" y="4072425"/>
                <a:ext cx="642425" cy="206750"/>
              </a:xfrm>
              <a:custGeom>
                <a:rect b="b" l="l" r="r" t="t"/>
                <a:pathLst>
                  <a:path extrusionOk="0" h="8270" w="25697">
                    <a:moveTo>
                      <a:pt x="22248" y="0"/>
                    </a:moveTo>
                    <a:cubicBezTo>
                      <a:pt x="22153" y="0"/>
                      <a:pt x="22058" y="2"/>
                      <a:pt x="21963" y="5"/>
                    </a:cubicBezTo>
                    <a:lnTo>
                      <a:pt x="21943" y="5"/>
                    </a:lnTo>
                    <a:cubicBezTo>
                      <a:pt x="21671" y="26"/>
                      <a:pt x="21421" y="26"/>
                      <a:pt x="21150" y="47"/>
                    </a:cubicBezTo>
                    <a:cubicBezTo>
                      <a:pt x="20608" y="89"/>
                      <a:pt x="20065" y="130"/>
                      <a:pt x="19523" y="130"/>
                    </a:cubicBezTo>
                    <a:lnTo>
                      <a:pt x="6278" y="130"/>
                    </a:lnTo>
                    <a:cubicBezTo>
                      <a:pt x="5903" y="130"/>
                      <a:pt x="5382" y="172"/>
                      <a:pt x="4964" y="172"/>
                    </a:cubicBezTo>
                    <a:lnTo>
                      <a:pt x="4798" y="172"/>
                    </a:lnTo>
                    <a:cubicBezTo>
                      <a:pt x="4718" y="176"/>
                      <a:pt x="4635" y="178"/>
                      <a:pt x="4550" y="178"/>
                    </a:cubicBezTo>
                    <a:cubicBezTo>
                      <a:pt x="4188" y="178"/>
                      <a:pt x="3780" y="147"/>
                      <a:pt x="3358" y="130"/>
                    </a:cubicBezTo>
                    <a:cubicBezTo>
                      <a:pt x="3201" y="124"/>
                      <a:pt x="3042" y="120"/>
                      <a:pt x="2884" y="120"/>
                    </a:cubicBezTo>
                    <a:cubicBezTo>
                      <a:pt x="1949" y="120"/>
                      <a:pt x="1033" y="269"/>
                      <a:pt x="605" y="1090"/>
                    </a:cubicBezTo>
                    <a:cubicBezTo>
                      <a:pt x="209" y="1841"/>
                      <a:pt x="397" y="3113"/>
                      <a:pt x="376" y="3926"/>
                    </a:cubicBezTo>
                    <a:cubicBezTo>
                      <a:pt x="376" y="4844"/>
                      <a:pt x="0" y="6429"/>
                      <a:pt x="1043" y="6867"/>
                    </a:cubicBezTo>
                    <a:cubicBezTo>
                      <a:pt x="1189" y="6909"/>
                      <a:pt x="1314" y="6972"/>
                      <a:pt x="1439" y="7013"/>
                    </a:cubicBezTo>
                    <a:cubicBezTo>
                      <a:pt x="2691" y="7472"/>
                      <a:pt x="4130" y="7639"/>
                      <a:pt x="5402" y="7827"/>
                    </a:cubicBezTo>
                    <a:cubicBezTo>
                      <a:pt x="7694" y="8125"/>
                      <a:pt x="9998" y="8270"/>
                      <a:pt x="12304" y="8270"/>
                    </a:cubicBezTo>
                    <a:cubicBezTo>
                      <a:pt x="13062" y="8270"/>
                      <a:pt x="13821" y="8254"/>
                      <a:pt x="14580" y="8223"/>
                    </a:cubicBezTo>
                    <a:cubicBezTo>
                      <a:pt x="15977" y="8181"/>
                      <a:pt x="17396" y="8077"/>
                      <a:pt x="18772" y="7910"/>
                    </a:cubicBezTo>
                    <a:cubicBezTo>
                      <a:pt x="20086" y="7764"/>
                      <a:pt x="21379" y="7576"/>
                      <a:pt x="22652" y="7305"/>
                    </a:cubicBezTo>
                    <a:cubicBezTo>
                      <a:pt x="23257" y="7201"/>
                      <a:pt x="23924" y="7159"/>
                      <a:pt x="24508" y="6930"/>
                    </a:cubicBezTo>
                    <a:cubicBezTo>
                      <a:pt x="24571" y="6930"/>
                      <a:pt x="24612" y="6909"/>
                      <a:pt x="24654" y="6888"/>
                    </a:cubicBezTo>
                    <a:cubicBezTo>
                      <a:pt x="24883" y="6805"/>
                      <a:pt x="25071" y="6638"/>
                      <a:pt x="25217" y="6450"/>
                    </a:cubicBezTo>
                    <a:cubicBezTo>
                      <a:pt x="25572" y="5908"/>
                      <a:pt x="25363" y="5136"/>
                      <a:pt x="25342" y="4406"/>
                    </a:cubicBezTo>
                    <a:cubicBezTo>
                      <a:pt x="25238" y="2863"/>
                      <a:pt x="25697" y="568"/>
                      <a:pt x="23695" y="151"/>
                    </a:cubicBezTo>
                    <a:cubicBezTo>
                      <a:pt x="23223" y="46"/>
                      <a:pt x="22736" y="0"/>
                      <a:pt x="22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1"/>
              <p:cNvSpPr/>
              <p:nvPr/>
            </p:nvSpPr>
            <p:spPr>
              <a:xfrm>
                <a:off x="8676425" y="4078800"/>
                <a:ext cx="44875" cy="19825"/>
              </a:xfrm>
              <a:custGeom>
                <a:rect b="b" l="l" r="r" t="t"/>
                <a:pathLst>
                  <a:path extrusionOk="0" h="793" w="1795">
                    <a:moveTo>
                      <a:pt x="1294" y="0"/>
                    </a:moveTo>
                    <a:cubicBezTo>
                      <a:pt x="1210" y="0"/>
                      <a:pt x="1127" y="21"/>
                      <a:pt x="1043" y="21"/>
                    </a:cubicBezTo>
                    <a:lnTo>
                      <a:pt x="772" y="42"/>
                    </a:lnTo>
                    <a:cubicBezTo>
                      <a:pt x="668" y="63"/>
                      <a:pt x="564" y="63"/>
                      <a:pt x="459" y="84"/>
                    </a:cubicBezTo>
                    <a:cubicBezTo>
                      <a:pt x="355" y="105"/>
                      <a:pt x="251" y="167"/>
                      <a:pt x="167" y="209"/>
                    </a:cubicBezTo>
                    <a:cubicBezTo>
                      <a:pt x="63" y="272"/>
                      <a:pt x="0" y="376"/>
                      <a:pt x="21" y="501"/>
                    </a:cubicBezTo>
                    <a:cubicBezTo>
                      <a:pt x="42" y="605"/>
                      <a:pt x="126" y="689"/>
                      <a:pt x="230" y="730"/>
                    </a:cubicBezTo>
                    <a:lnTo>
                      <a:pt x="209" y="730"/>
                    </a:lnTo>
                    <a:cubicBezTo>
                      <a:pt x="313" y="772"/>
                      <a:pt x="418" y="793"/>
                      <a:pt x="543" y="793"/>
                    </a:cubicBezTo>
                    <a:cubicBezTo>
                      <a:pt x="626" y="793"/>
                      <a:pt x="710" y="793"/>
                      <a:pt x="793" y="772"/>
                    </a:cubicBezTo>
                    <a:lnTo>
                      <a:pt x="1064" y="751"/>
                    </a:lnTo>
                    <a:cubicBezTo>
                      <a:pt x="1168" y="751"/>
                      <a:pt x="1294" y="730"/>
                      <a:pt x="1398" y="710"/>
                    </a:cubicBezTo>
                    <a:cubicBezTo>
                      <a:pt x="1794" y="605"/>
                      <a:pt x="1711" y="0"/>
                      <a:pt x="1294"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1"/>
              <p:cNvSpPr/>
              <p:nvPr/>
            </p:nvSpPr>
            <p:spPr>
              <a:xfrm>
                <a:off x="8283250" y="4052200"/>
                <a:ext cx="557450" cy="84500"/>
              </a:xfrm>
              <a:custGeom>
                <a:rect b="b" l="l" r="r" t="t"/>
                <a:pathLst>
                  <a:path extrusionOk="0" h="3380" w="22298">
                    <a:moveTo>
                      <a:pt x="11160" y="1"/>
                    </a:moveTo>
                    <a:cubicBezTo>
                      <a:pt x="5007" y="1"/>
                      <a:pt x="1" y="752"/>
                      <a:pt x="1" y="1690"/>
                    </a:cubicBezTo>
                    <a:cubicBezTo>
                      <a:pt x="1" y="2629"/>
                      <a:pt x="5007" y="3380"/>
                      <a:pt x="11160" y="3380"/>
                    </a:cubicBezTo>
                    <a:cubicBezTo>
                      <a:pt x="17313" y="3380"/>
                      <a:pt x="22298" y="2629"/>
                      <a:pt x="22298" y="1690"/>
                    </a:cubicBezTo>
                    <a:cubicBezTo>
                      <a:pt x="22298" y="752"/>
                      <a:pt x="17313" y="1"/>
                      <a:pt x="11160" y="1"/>
                    </a:cubicBezTo>
                    <a:close/>
                  </a:path>
                </a:pathLst>
              </a:custGeom>
              <a:solidFill>
                <a:srgbClr val="9965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1"/>
              <p:cNvSpPr/>
              <p:nvPr/>
            </p:nvSpPr>
            <p:spPr>
              <a:xfrm>
                <a:off x="8283250" y="4051675"/>
                <a:ext cx="557450" cy="84500"/>
              </a:xfrm>
              <a:custGeom>
                <a:rect b="b" l="l" r="r" t="t"/>
                <a:pathLst>
                  <a:path extrusionOk="0" h="3380" w="22298">
                    <a:moveTo>
                      <a:pt x="10555" y="1"/>
                    </a:moveTo>
                    <a:cubicBezTo>
                      <a:pt x="10200" y="1"/>
                      <a:pt x="9866" y="22"/>
                      <a:pt x="9533" y="22"/>
                    </a:cubicBezTo>
                    <a:lnTo>
                      <a:pt x="9366" y="22"/>
                    </a:lnTo>
                    <a:cubicBezTo>
                      <a:pt x="9011" y="22"/>
                      <a:pt x="8636" y="43"/>
                      <a:pt x="8323" y="43"/>
                    </a:cubicBezTo>
                    <a:cubicBezTo>
                      <a:pt x="7989" y="63"/>
                      <a:pt x="7656" y="84"/>
                      <a:pt x="7343" y="105"/>
                    </a:cubicBezTo>
                    <a:cubicBezTo>
                      <a:pt x="6926" y="126"/>
                      <a:pt x="6508" y="147"/>
                      <a:pt x="6112" y="168"/>
                    </a:cubicBezTo>
                    <a:cubicBezTo>
                      <a:pt x="2483" y="460"/>
                      <a:pt x="1" y="1044"/>
                      <a:pt x="1" y="1690"/>
                    </a:cubicBezTo>
                    <a:cubicBezTo>
                      <a:pt x="1" y="2399"/>
                      <a:pt x="2754" y="3004"/>
                      <a:pt x="6696" y="3255"/>
                    </a:cubicBezTo>
                    <a:cubicBezTo>
                      <a:pt x="7092" y="3296"/>
                      <a:pt x="7510" y="3317"/>
                      <a:pt x="7948" y="3338"/>
                    </a:cubicBezTo>
                    <a:lnTo>
                      <a:pt x="8907" y="3359"/>
                    </a:lnTo>
                    <a:lnTo>
                      <a:pt x="9741" y="3380"/>
                    </a:lnTo>
                    <a:lnTo>
                      <a:pt x="13266" y="3380"/>
                    </a:lnTo>
                    <a:cubicBezTo>
                      <a:pt x="18397" y="3234"/>
                      <a:pt x="22298" y="2545"/>
                      <a:pt x="22298" y="1711"/>
                    </a:cubicBezTo>
                    <a:cubicBezTo>
                      <a:pt x="22298" y="898"/>
                      <a:pt x="18460" y="209"/>
                      <a:pt x="13371" y="43"/>
                    </a:cubicBezTo>
                    <a:lnTo>
                      <a:pt x="12891" y="22"/>
                    </a:lnTo>
                    <a:lnTo>
                      <a:pt x="12223" y="1"/>
                    </a:lnTo>
                    <a:close/>
                  </a:path>
                </a:pathLst>
              </a:custGeom>
              <a:solidFill>
                <a:srgbClr val="754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1"/>
              <p:cNvSpPr/>
              <p:nvPr/>
            </p:nvSpPr>
            <p:spPr>
              <a:xfrm>
                <a:off x="8258750" y="4054425"/>
                <a:ext cx="603325" cy="79675"/>
              </a:xfrm>
              <a:custGeom>
                <a:rect b="b" l="l" r="r" t="t"/>
                <a:pathLst>
                  <a:path extrusionOk="0" h="3187" w="24133">
                    <a:moveTo>
                      <a:pt x="13099" y="0"/>
                    </a:moveTo>
                    <a:cubicBezTo>
                      <a:pt x="13083" y="0"/>
                      <a:pt x="13068" y="6"/>
                      <a:pt x="13057" y="16"/>
                    </a:cubicBezTo>
                    <a:lnTo>
                      <a:pt x="9532" y="16"/>
                    </a:lnTo>
                    <a:cubicBezTo>
                      <a:pt x="9345" y="37"/>
                      <a:pt x="9178" y="37"/>
                      <a:pt x="9011" y="37"/>
                    </a:cubicBezTo>
                    <a:lnTo>
                      <a:pt x="8656" y="37"/>
                    </a:lnTo>
                    <a:lnTo>
                      <a:pt x="8427" y="58"/>
                    </a:lnTo>
                    <a:lnTo>
                      <a:pt x="7885" y="58"/>
                    </a:lnTo>
                    <a:cubicBezTo>
                      <a:pt x="7676" y="58"/>
                      <a:pt x="7447" y="79"/>
                      <a:pt x="7238" y="99"/>
                    </a:cubicBezTo>
                    <a:lnTo>
                      <a:pt x="6612" y="99"/>
                    </a:lnTo>
                    <a:lnTo>
                      <a:pt x="5757" y="162"/>
                    </a:lnTo>
                    <a:lnTo>
                      <a:pt x="5590" y="183"/>
                    </a:lnTo>
                    <a:lnTo>
                      <a:pt x="5444" y="183"/>
                    </a:lnTo>
                    <a:cubicBezTo>
                      <a:pt x="4422" y="287"/>
                      <a:pt x="3525" y="391"/>
                      <a:pt x="2754" y="537"/>
                    </a:cubicBezTo>
                    <a:lnTo>
                      <a:pt x="2608" y="558"/>
                    </a:lnTo>
                    <a:lnTo>
                      <a:pt x="2441" y="579"/>
                    </a:lnTo>
                    <a:cubicBezTo>
                      <a:pt x="918" y="871"/>
                      <a:pt x="0" y="1226"/>
                      <a:pt x="0" y="1622"/>
                    </a:cubicBezTo>
                    <a:cubicBezTo>
                      <a:pt x="0" y="2060"/>
                      <a:pt x="1252" y="2477"/>
                      <a:pt x="3296" y="2769"/>
                    </a:cubicBezTo>
                    <a:lnTo>
                      <a:pt x="3484" y="2811"/>
                    </a:lnTo>
                    <a:lnTo>
                      <a:pt x="3651" y="2832"/>
                    </a:lnTo>
                    <a:cubicBezTo>
                      <a:pt x="3901" y="2853"/>
                      <a:pt x="4151" y="2894"/>
                      <a:pt x="4401" y="2915"/>
                    </a:cubicBezTo>
                    <a:cubicBezTo>
                      <a:pt x="4568" y="2936"/>
                      <a:pt x="4735" y="2957"/>
                      <a:pt x="4902" y="2978"/>
                    </a:cubicBezTo>
                    <a:cubicBezTo>
                      <a:pt x="5403" y="3019"/>
                      <a:pt x="5945" y="3082"/>
                      <a:pt x="6508" y="3124"/>
                    </a:cubicBezTo>
                    <a:lnTo>
                      <a:pt x="6842" y="3124"/>
                    </a:lnTo>
                    <a:lnTo>
                      <a:pt x="7238" y="3145"/>
                    </a:lnTo>
                    <a:cubicBezTo>
                      <a:pt x="7280" y="3155"/>
                      <a:pt x="7332" y="3155"/>
                      <a:pt x="7381" y="3155"/>
                    </a:cubicBezTo>
                    <a:cubicBezTo>
                      <a:pt x="7431" y="3155"/>
                      <a:pt x="7478" y="3155"/>
                      <a:pt x="7509" y="3165"/>
                    </a:cubicBezTo>
                    <a:cubicBezTo>
                      <a:pt x="7551" y="3186"/>
                      <a:pt x="7614" y="3186"/>
                      <a:pt x="7676" y="3186"/>
                    </a:cubicBezTo>
                    <a:lnTo>
                      <a:pt x="14517" y="3186"/>
                    </a:lnTo>
                    <a:cubicBezTo>
                      <a:pt x="14726" y="3186"/>
                      <a:pt x="14955" y="3165"/>
                      <a:pt x="15164" y="3165"/>
                    </a:cubicBezTo>
                    <a:lnTo>
                      <a:pt x="15665" y="3165"/>
                    </a:lnTo>
                    <a:cubicBezTo>
                      <a:pt x="16144" y="3145"/>
                      <a:pt x="16582" y="3124"/>
                      <a:pt x="17020" y="3103"/>
                    </a:cubicBezTo>
                    <a:lnTo>
                      <a:pt x="17145" y="3103"/>
                    </a:lnTo>
                    <a:lnTo>
                      <a:pt x="17312" y="3082"/>
                    </a:lnTo>
                    <a:lnTo>
                      <a:pt x="17855" y="3082"/>
                    </a:lnTo>
                    <a:cubicBezTo>
                      <a:pt x="19169" y="2999"/>
                      <a:pt x="20483" y="2832"/>
                      <a:pt x="21776" y="2602"/>
                    </a:cubicBezTo>
                    <a:cubicBezTo>
                      <a:pt x="21818" y="2602"/>
                      <a:pt x="21880" y="2581"/>
                      <a:pt x="21943" y="2581"/>
                    </a:cubicBezTo>
                    <a:lnTo>
                      <a:pt x="22110" y="2540"/>
                    </a:lnTo>
                    <a:cubicBezTo>
                      <a:pt x="23403" y="2269"/>
                      <a:pt x="24133" y="1956"/>
                      <a:pt x="24133" y="1601"/>
                    </a:cubicBezTo>
                    <a:cubicBezTo>
                      <a:pt x="24133" y="1288"/>
                      <a:pt x="23570" y="1017"/>
                      <a:pt x="22527" y="725"/>
                    </a:cubicBezTo>
                    <a:lnTo>
                      <a:pt x="22381" y="683"/>
                    </a:lnTo>
                    <a:cubicBezTo>
                      <a:pt x="22318" y="663"/>
                      <a:pt x="22276" y="663"/>
                      <a:pt x="22214" y="642"/>
                    </a:cubicBezTo>
                    <a:cubicBezTo>
                      <a:pt x="21004" y="391"/>
                      <a:pt x="19753" y="225"/>
                      <a:pt x="18501" y="120"/>
                    </a:cubicBezTo>
                    <a:lnTo>
                      <a:pt x="18355" y="99"/>
                    </a:lnTo>
                    <a:lnTo>
                      <a:pt x="17813" y="99"/>
                    </a:lnTo>
                    <a:cubicBezTo>
                      <a:pt x="17802" y="110"/>
                      <a:pt x="17787" y="115"/>
                      <a:pt x="17769" y="115"/>
                    </a:cubicBezTo>
                    <a:cubicBezTo>
                      <a:pt x="17750" y="115"/>
                      <a:pt x="17729" y="110"/>
                      <a:pt x="17709" y="99"/>
                    </a:cubicBezTo>
                    <a:lnTo>
                      <a:pt x="17396" y="99"/>
                    </a:lnTo>
                    <a:cubicBezTo>
                      <a:pt x="16916" y="79"/>
                      <a:pt x="16395" y="58"/>
                      <a:pt x="15873" y="16"/>
                    </a:cubicBezTo>
                    <a:lnTo>
                      <a:pt x="13183" y="16"/>
                    </a:lnTo>
                    <a:cubicBezTo>
                      <a:pt x="13172" y="6"/>
                      <a:pt x="13167" y="0"/>
                      <a:pt x="13162" y="0"/>
                    </a:cubicBezTo>
                    <a:cubicBezTo>
                      <a:pt x="13156" y="0"/>
                      <a:pt x="13151" y="6"/>
                      <a:pt x="13141" y="16"/>
                    </a:cubicBezTo>
                    <a:cubicBezTo>
                      <a:pt x="13130" y="6"/>
                      <a:pt x="13115" y="0"/>
                      <a:pt x="13099" y="0"/>
                    </a:cubicBezTo>
                    <a:close/>
                  </a:path>
                </a:pathLst>
              </a:custGeom>
              <a:solidFill>
                <a:srgbClr val="754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1"/>
              <p:cNvSpPr/>
              <p:nvPr/>
            </p:nvSpPr>
            <p:spPr>
              <a:xfrm>
                <a:off x="8336450" y="4072825"/>
                <a:ext cx="543350" cy="638900"/>
              </a:xfrm>
              <a:custGeom>
                <a:rect b="b" l="l" r="r" t="t"/>
                <a:pathLst>
                  <a:path extrusionOk="0" h="25556" w="21734">
                    <a:moveTo>
                      <a:pt x="17708" y="1"/>
                    </a:moveTo>
                    <a:cubicBezTo>
                      <a:pt x="17542" y="1"/>
                      <a:pt x="17375" y="10"/>
                      <a:pt x="17208" y="10"/>
                    </a:cubicBezTo>
                    <a:cubicBezTo>
                      <a:pt x="17208" y="31"/>
                      <a:pt x="17187" y="31"/>
                      <a:pt x="17187" y="52"/>
                    </a:cubicBezTo>
                    <a:cubicBezTo>
                      <a:pt x="16791" y="823"/>
                      <a:pt x="16645" y="1637"/>
                      <a:pt x="16457" y="2638"/>
                    </a:cubicBezTo>
                    <a:cubicBezTo>
                      <a:pt x="16123" y="4453"/>
                      <a:pt x="15560" y="6205"/>
                      <a:pt x="14809" y="7894"/>
                    </a:cubicBezTo>
                    <a:cubicBezTo>
                      <a:pt x="13745" y="10272"/>
                      <a:pt x="12265" y="12441"/>
                      <a:pt x="10450" y="14318"/>
                    </a:cubicBezTo>
                    <a:cubicBezTo>
                      <a:pt x="7592" y="17238"/>
                      <a:pt x="3963" y="19303"/>
                      <a:pt x="0" y="20325"/>
                    </a:cubicBezTo>
                    <a:cubicBezTo>
                      <a:pt x="397" y="21201"/>
                      <a:pt x="918" y="22015"/>
                      <a:pt x="1523" y="22724"/>
                    </a:cubicBezTo>
                    <a:cubicBezTo>
                      <a:pt x="2315" y="23662"/>
                      <a:pt x="3337" y="24372"/>
                      <a:pt x="4485" y="24768"/>
                    </a:cubicBezTo>
                    <a:cubicBezTo>
                      <a:pt x="4985" y="24956"/>
                      <a:pt x="5382" y="25206"/>
                      <a:pt x="5903" y="25289"/>
                    </a:cubicBezTo>
                    <a:cubicBezTo>
                      <a:pt x="6550" y="25435"/>
                      <a:pt x="7217" y="25498"/>
                      <a:pt x="7905" y="25540"/>
                    </a:cubicBezTo>
                    <a:cubicBezTo>
                      <a:pt x="8261" y="25550"/>
                      <a:pt x="8617" y="25556"/>
                      <a:pt x="8973" y="25556"/>
                    </a:cubicBezTo>
                    <a:cubicBezTo>
                      <a:pt x="9995" y="25556"/>
                      <a:pt x="11020" y="25513"/>
                      <a:pt x="12056" y="25435"/>
                    </a:cubicBezTo>
                    <a:cubicBezTo>
                      <a:pt x="13537" y="25331"/>
                      <a:pt x="14684" y="25102"/>
                      <a:pt x="15831" y="24121"/>
                    </a:cubicBezTo>
                    <a:cubicBezTo>
                      <a:pt x="16415" y="23600"/>
                      <a:pt x="16770" y="23016"/>
                      <a:pt x="17187" y="22515"/>
                    </a:cubicBezTo>
                    <a:cubicBezTo>
                      <a:pt x="17896" y="21556"/>
                      <a:pt x="18459" y="20513"/>
                      <a:pt x="18876" y="19387"/>
                    </a:cubicBezTo>
                    <a:cubicBezTo>
                      <a:pt x="19711" y="17176"/>
                      <a:pt x="20107" y="14840"/>
                      <a:pt x="20316" y="12483"/>
                    </a:cubicBezTo>
                    <a:cubicBezTo>
                      <a:pt x="20482" y="10647"/>
                      <a:pt x="20566" y="8770"/>
                      <a:pt x="20545" y="6914"/>
                    </a:cubicBezTo>
                    <a:cubicBezTo>
                      <a:pt x="20608" y="6914"/>
                      <a:pt x="20649" y="6893"/>
                      <a:pt x="20691" y="6872"/>
                    </a:cubicBezTo>
                    <a:cubicBezTo>
                      <a:pt x="20920" y="6789"/>
                      <a:pt x="21108" y="6622"/>
                      <a:pt x="21254" y="6434"/>
                    </a:cubicBezTo>
                    <a:cubicBezTo>
                      <a:pt x="21609" y="5892"/>
                      <a:pt x="21400" y="5120"/>
                      <a:pt x="21358" y="4411"/>
                    </a:cubicBezTo>
                    <a:cubicBezTo>
                      <a:pt x="21275" y="2847"/>
                      <a:pt x="21734" y="573"/>
                      <a:pt x="19732" y="135"/>
                    </a:cubicBezTo>
                    <a:cubicBezTo>
                      <a:pt x="19245" y="48"/>
                      <a:pt x="18758" y="5"/>
                      <a:pt x="18272" y="5"/>
                    </a:cubicBezTo>
                    <a:cubicBezTo>
                      <a:pt x="18174" y="5"/>
                      <a:pt x="18077" y="7"/>
                      <a:pt x="17980" y="10"/>
                    </a:cubicBezTo>
                    <a:lnTo>
                      <a:pt x="17959" y="10"/>
                    </a:lnTo>
                    <a:cubicBezTo>
                      <a:pt x="17875" y="3"/>
                      <a:pt x="17792" y="1"/>
                      <a:pt x="17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1"/>
              <p:cNvSpPr/>
              <p:nvPr/>
            </p:nvSpPr>
            <p:spPr>
              <a:xfrm>
                <a:off x="8435125" y="4665425"/>
                <a:ext cx="277825" cy="25950"/>
              </a:xfrm>
              <a:custGeom>
                <a:rect b="b" l="l" r="r" t="t"/>
                <a:pathLst>
                  <a:path extrusionOk="0" h="1038" w="11113">
                    <a:moveTo>
                      <a:pt x="10925" y="0"/>
                    </a:moveTo>
                    <a:cubicBezTo>
                      <a:pt x="10716" y="0"/>
                      <a:pt x="10508" y="63"/>
                      <a:pt x="10299" y="146"/>
                    </a:cubicBezTo>
                    <a:cubicBezTo>
                      <a:pt x="10090" y="209"/>
                      <a:pt x="9882" y="250"/>
                      <a:pt x="9673" y="292"/>
                    </a:cubicBezTo>
                    <a:cubicBezTo>
                      <a:pt x="9214" y="396"/>
                      <a:pt x="8776" y="480"/>
                      <a:pt x="8318" y="542"/>
                    </a:cubicBezTo>
                    <a:cubicBezTo>
                      <a:pt x="7661" y="603"/>
                      <a:pt x="7004" y="642"/>
                      <a:pt x="6348" y="642"/>
                    </a:cubicBezTo>
                    <a:cubicBezTo>
                      <a:pt x="6108" y="642"/>
                      <a:pt x="5867" y="637"/>
                      <a:pt x="5627" y="626"/>
                    </a:cubicBezTo>
                    <a:cubicBezTo>
                      <a:pt x="4730" y="605"/>
                      <a:pt x="3854" y="542"/>
                      <a:pt x="2957" y="459"/>
                    </a:cubicBezTo>
                    <a:cubicBezTo>
                      <a:pt x="2019" y="376"/>
                      <a:pt x="1059" y="355"/>
                      <a:pt x="141" y="209"/>
                    </a:cubicBezTo>
                    <a:cubicBezTo>
                      <a:pt x="134" y="207"/>
                      <a:pt x="128" y="207"/>
                      <a:pt x="122" y="207"/>
                    </a:cubicBezTo>
                    <a:cubicBezTo>
                      <a:pt x="32" y="207"/>
                      <a:pt x="1" y="337"/>
                      <a:pt x="79" y="376"/>
                    </a:cubicBezTo>
                    <a:lnTo>
                      <a:pt x="100" y="355"/>
                    </a:lnTo>
                    <a:cubicBezTo>
                      <a:pt x="997" y="605"/>
                      <a:pt x="1914" y="772"/>
                      <a:pt x="2853" y="834"/>
                    </a:cubicBezTo>
                    <a:cubicBezTo>
                      <a:pt x="3791" y="939"/>
                      <a:pt x="4730" y="1001"/>
                      <a:pt x="5689" y="1022"/>
                    </a:cubicBezTo>
                    <a:cubicBezTo>
                      <a:pt x="5919" y="1033"/>
                      <a:pt x="6151" y="1038"/>
                      <a:pt x="6384" y="1038"/>
                    </a:cubicBezTo>
                    <a:cubicBezTo>
                      <a:pt x="7084" y="1038"/>
                      <a:pt x="7796" y="991"/>
                      <a:pt x="8484" y="897"/>
                    </a:cubicBezTo>
                    <a:cubicBezTo>
                      <a:pt x="8943" y="855"/>
                      <a:pt x="9381" y="772"/>
                      <a:pt x="9840" y="668"/>
                    </a:cubicBezTo>
                    <a:cubicBezTo>
                      <a:pt x="10216" y="584"/>
                      <a:pt x="10737" y="522"/>
                      <a:pt x="11029" y="250"/>
                    </a:cubicBezTo>
                    <a:cubicBezTo>
                      <a:pt x="11112" y="146"/>
                      <a:pt x="11050" y="0"/>
                      <a:pt x="109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1"/>
              <p:cNvSpPr/>
              <p:nvPr/>
            </p:nvSpPr>
            <p:spPr>
              <a:xfrm>
                <a:off x="8300475" y="4293100"/>
                <a:ext cx="21400" cy="78925"/>
              </a:xfrm>
              <a:custGeom>
                <a:rect b="b" l="l" r="r" t="t"/>
                <a:pathLst>
                  <a:path extrusionOk="0" h="3157" w="856">
                    <a:moveTo>
                      <a:pt x="459" y="1"/>
                    </a:moveTo>
                    <a:cubicBezTo>
                      <a:pt x="407" y="1"/>
                      <a:pt x="355" y="22"/>
                      <a:pt x="313" y="63"/>
                    </a:cubicBezTo>
                    <a:lnTo>
                      <a:pt x="271" y="63"/>
                    </a:lnTo>
                    <a:cubicBezTo>
                      <a:pt x="167" y="147"/>
                      <a:pt x="84" y="272"/>
                      <a:pt x="42" y="418"/>
                    </a:cubicBezTo>
                    <a:cubicBezTo>
                      <a:pt x="21" y="564"/>
                      <a:pt x="0" y="710"/>
                      <a:pt x="21" y="877"/>
                    </a:cubicBezTo>
                    <a:lnTo>
                      <a:pt x="21" y="1628"/>
                    </a:lnTo>
                    <a:cubicBezTo>
                      <a:pt x="21" y="1878"/>
                      <a:pt x="42" y="2149"/>
                      <a:pt x="104" y="2420"/>
                    </a:cubicBezTo>
                    <a:cubicBezTo>
                      <a:pt x="125" y="2525"/>
                      <a:pt x="167" y="2650"/>
                      <a:pt x="209" y="2775"/>
                    </a:cubicBezTo>
                    <a:cubicBezTo>
                      <a:pt x="250" y="2900"/>
                      <a:pt x="271" y="3067"/>
                      <a:pt x="417" y="3129"/>
                    </a:cubicBezTo>
                    <a:cubicBezTo>
                      <a:pt x="452" y="3147"/>
                      <a:pt x="490" y="3157"/>
                      <a:pt x="527" y="3157"/>
                    </a:cubicBezTo>
                    <a:cubicBezTo>
                      <a:pt x="580" y="3157"/>
                      <a:pt x="631" y="3137"/>
                      <a:pt x="668" y="3088"/>
                    </a:cubicBezTo>
                    <a:cubicBezTo>
                      <a:pt x="793" y="3004"/>
                      <a:pt x="772" y="2879"/>
                      <a:pt x="793" y="2733"/>
                    </a:cubicBezTo>
                    <a:cubicBezTo>
                      <a:pt x="814" y="2608"/>
                      <a:pt x="834" y="2483"/>
                      <a:pt x="834" y="2358"/>
                    </a:cubicBezTo>
                    <a:cubicBezTo>
                      <a:pt x="855" y="2107"/>
                      <a:pt x="855" y="1836"/>
                      <a:pt x="834" y="1586"/>
                    </a:cubicBezTo>
                    <a:cubicBezTo>
                      <a:pt x="814" y="1315"/>
                      <a:pt x="814" y="1085"/>
                      <a:pt x="814" y="835"/>
                    </a:cubicBezTo>
                    <a:cubicBezTo>
                      <a:pt x="834" y="689"/>
                      <a:pt x="834" y="543"/>
                      <a:pt x="793" y="418"/>
                    </a:cubicBezTo>
                    <a:cubicBezTo>
                      <a:pt x="772" y="293"/>
                      <a:pt x="688" y="168"/>
                      <a:pt x="605" y="63"/>
                    </a:cubicBezTo>
                    <a:cubicBezTo>
                      <a:pt x="563" y="22"/>
                      <a:pt x="511"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1"/>
              <p:cNvSpPr/>
              <p:nvPr/>
            </p:nvSpPr>
            <p:spPr>
              <a:xfrm>
                <a:off x="8306200" y="4392250"/>
                <a:ext cx="72500" cy="193200"/>
              </a:xfrm>
              <a:custGeom>
                <a:rect b="b" l="l" r="r" t="t"/>
                <a:pathLst>
                  <a:path extrusionOk="0" h="7728" w="2900">
                    <a:moveTo>
                      <a:pt x="530" y="1"/>
                    </a:moveTo>
                    <a:cubicBezTo>
                      <a:pt x="432" y="1"/>
                      <a:pt x="331" y="48"/>
                      <a:pt x="272" y="144"/>
                    </a:cubicBezTo>
                    <a:lnTo>
                      <a:pt x="293" y="144"/>
                    </a:lnTo>
                    <a:cubicBezTo>
                      <a:pt x="1" y="707"/>
                      <a:pt x="293" y="1541"/>
                      <a:pt x="376" y="2125"/>
                    </a:cubicBezTo>
                    <a:cubicBezTo>
                      <a:pt x="522" y="2793"/>
                      <a:pt x="668" y="3481"/>
                      <a:pt x="877" y="4148"/>
                    </a:cubicBezTo>
                    <a:cubicBezTo>
                      <a:pt x="1064" y="4795"/>
                      <a:pt x="1294" y="5421"/>
                      <a:pt x="1544" y="6046"/>
                    </a:cubicBezTo>
                    <a:cubicBezTo>
                      <a:pt x="1815" y="6672"/>
                      <a:pt x="2045" y="7298"/>
                      <a:pt x="2629" y="7715"/>
                    </a:cubicBezTo>
                    <a:cubicBezTo>
                      <a:pt x="2650" y="7724"/>
                      <a:pt x="2673" y="7728"/>
                      <a:pt x="2696" y="7728"/>
                    </a:cubicBezTo>
                    <a:cubicBezTo>
                      <a:pt x="2786" y="7728"/>
                      <a:pt x="2879" y="7664"/>
                      <a:pt x="2879" y="7548"/>
                    </a:cubicBezTo>
                    <a:cubicBezTo>
                      <a:pt x="2900" y="6902"/>
                      <a:pt x="2629" y="6338"/>
                      <a:pt x="2378" y="5754"/>
                    </a:cubicBezTo>
                    <a:cubicBezTo>
                      <a:pt x="2149" y="5170"/>
                      <a:pt x="1919" y="4482"/>
                      <a:pt x="1732" y="3836"/>
                    </a:cubicBezTo>
                    <a:cubicBezTo>
                      <a:pt x="1523" y="3189"/>
                      <a:pt x="1377" y="2584"/>
                      <a:pt x="1231" y="1938"/>
                    </a:cubicBezTo>
                    <a:cubicBezTo>
                      <a:pt x="1169" y="1625"/>
                      <a:pt x="1106" y="1312"/>
                      <a:pt x="1064" y="999"/>
                    </a:cubicBezTo>
                    <a:cubicBezTo>
                      <a:pt x="1043" y="686"/>
                      <a:pt x="939" y="352"/>
                      <a:pt x="731" y="81"/>
                    </a:cubicBezTo>
                    <a:cubicBezTo>
                      <a:pt x="677" y="28"/>
                      <a:pt x="604" y="1"/>
                      <a:pt x="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1"/>
              <p:cNvSpPr/>
              <p:nvPr/>
            </p:nvSpPr>
            <p:spPr>
              <a:xfrm>
                <a:off x="8020975" y="3064075"/>
                <a:ext cx="492775" cy="1072100"/>
              </a:xfrm>
              <a:custGeom>
                <a:rect b="b" l="l" r="r" t="t"/>
                <a:pathLst>
                  <a:path extrusionOk="0" h="42884" w="19711">
                    <a:moveTo>
                      <a:pt x="981" y="1"/>
                    </a:moveTo>
                    <a:lnTo>
                      <a:pt x="981" y="1"/>
                    </a:lnTo>
                    <a:cubicBezTo>
                      <a:pt x="0" y="5737"/>
                      <a:pt x="2420" y="11514"/>
                      <a:pt x="5340" y="16582"/>
                    </a:cubicBezTo>
                    <a:cubicBezTo>
                      <a:pt x="8260" y="21630"/>
                      <a:pt x="11785" y="26469"/>
                      <a:pt x="13328" y="32100"/>
                    </a:cubicBezTo>
                    <a:cubicBezTo>
                      <a:pt x="13412" y="32455"/>
                      <a:pt x="13516" y="32810"/>
                      <a:pt x="13600" y="33185"/>
                    </a:cubicBezTo>
                    <a:cubicBezTo>
                      <a:pt x="13620" y="33310"/>
                      <a:pt x="13641" y="33435"/>
                      <a:pt x="13683" y="33581"/>
                    </a:cubicBezTo>
                    <a:cubicBezTo>
                      <a:pt x="13725" y="33706"/>
                      <a:pt x="13746" y="33852"/>
                      <a:pt x="13787" y="33998"/>
                    </a:cubicBezTo>
                    <a:cubicBezTo>
                      <a:pt x="13975" y="34854"/>
                      <a:pt x="14142" y="35709"/>
                      <a:pt x="14309" y="36585"/>
                    </a:cubicBezTo>
                    <a:cubicBezTo>
                      <a:pt x="14330" y="36647"/>
                      <a:pt x="14350" y="36731"/>
                      <a:pt x="14371" y="36793"/>
                    </a:cubicBezTo>
                    <a:cubicBezTo>
                      <a:pt x="14580" y="37836"/>
                      <a:pt x="14809" y="38858"/>
                      <a:pt x="15101" y="39859"/>
                    </a:cubicBezTo>
                    <a:cubicBezTo>
                      <a:pt x="15143" y="39964"/>
                      <a:pt x="15164" y="40068"/>
                      <a:pt x="15206" y="40172"/>
                    </a:cubicBezTo>
                    <a:cubicBezTo>
                      <a:pt x="15226" y="40235"/>
                      <a:pt x="15247" y="40297"/>
                      <a:pt x="15268" y="40360"/>
                    </a:cubicBezTo>
                    <a:cubicBezTo>
                      <a:pt x="15372" y="40694"/>
                      <a:pt x="15477" y="41007"/>
                      <a:pt x="15602" y="41340"/>
                    </a:cubicBezTo>
                    <a:cubicBezTo>
                      <a:pt x="15727" y="41695"/>
                      <a:pt x="15936" y="42237"/>
                      <a:pt x="16186" y="42821"/>
                    </a:cubicBezTo>
                    <a:lnTo>
                      <a:pt x="16353" y="42821"/>
                    </a:lnTo>
                    <a:lnTo>
                      <a:pt x="16770" y="42842"/>
                    </a:lnTo>
                    <a:cubicBezTo>
                      <a:pt x="16812" y="42852"/>
                      <a:pt x="16859" y="42852"/>
                      <a:pt x="16903" y="42852"/>
                    </a:cubicBezTo>
                    <a:cubicBezTo>
                      <a:pt x="16947" y="42852"/>
                      <a:pt x="16989" y="42852"/>
                      <a:pt x="17020" y="42863"/>
                    </a:cubicBezTo>
                    <a:cubicBezTo>
                      <a:pt x="17083" y="42884"/>
                      <a:pt x="17125" y="42884"/>
                      <a:pt x="17187" y="42884"/>
                    </a:cubicBezTo>
                    <a:lnTo>
                      <a:pt x="19690" y="42884"/>
                    </a:lnTo>
                    <a:cubicBezTo>
                      <a:pt x="19711" y="42717"/>
                      <a:pt x="19690" y="42550"/>
                      <a:pt x="19690" y="42383"/>
                    </a:cubicBezTo>
                    <a:cubicBezTo>
                      <a:pt x="19607" y="41465"/>
                      <a:pt x="19481" y="40548"/>
                      <a:pt x="19294" y="39630"/>
                    </a:cubicBezTo>
                    <a:cubicBezTo>
                      <a:pt x="19023" y="38274"/>
                      <a:pt x="18668" y="36939"/>
                      <a:pt x="18230" y="35625"/>
                    </a:cubicBezTo>
                    <a:cubicBezTo>
                      <a:pt x="18167" y="35417"/>
                      <a:pt x="18105" y="35208"/>
                      <a:pt x="18042" y="35000"/>
                    </a:cubicBezTo>
                    <a:cubicBezTo>
                      <a:pt x="17980" y="34812"/>
                      <a:pt x="17917" y="34603"/>
                      <a:pt x="17834" y="34395"/>
                    </a:cubicBezTo>
                    <a:lnTo>
                      <a:pt x="17792" y="34270"/>
                    </a:lnTo>
                    <a:cubicBezTo>
                      <a:pt x="17604" y="33727"/>
                      <a:pt x="17417" y="33206"/>
                      <a:pt x="17229" y="32684"/>
                    </a:cubicBezTo>
                    <a:lnTo>
                      <a:pt x="17125" y="32372"/>
                    </a:lnTo>
                    <a:cubicBezTo>
                      <a:pt x="16540" y="30766"/>
                      <a:pt x="15956" y="29180"/>
                      <a:pt x="15331" y="27595"/>
                    </a:cubicBezTo>
                    <a:cubicBezTo>
                      <a:pt x="15289" y="27491"/>
                      <a:pt x="15247" y="27366"/>
                      <a:pt x="15206" y="27261"/>
                    </a:cubicBezTo>
                    <a:cubicBezTo>
                      <a:pt x="15164" y="27178"/>
                      <a:pt x="15122" y="27074"/>
                      <a:pt x="15080" y="26990"/>
                    </a:cubicBezTo>
                    <a:cubicBezTo>
                      <a:pt x="14580" y="25718"/>
                      <a:pt x="14058" y="24467"/>
                      <a:pt x="13516" y="23236"/>
                    </a:cubicBezTo>
                    <a:cubicBezTo>
                      <a:pt x="13391" y="22965"/>
                      <a:pt x="13266" y="22715"/>
                      <a:pt x="13162" y="22485"/>
                    </a:cubicBezTo>
                    <a:cubicBezTo>
                      <a:pt x="13078" y="22256"/>
                      <a:pt x="12974" y="22026"/>
                      <a:pt x="12849" y="21797"/>
                    </a:cubicBezTo>
                    <a:cubicBezTo>
                      <a:pt x="12724" y="21526"/>
                      <a:pt x="12598" y="21234"/>
                      <a:pt x="12473" y="20983"/>
                    </a:cubicBezTo>
                    <a:cubicBezTo>
                      <a:pt x="12369" y="20775"/>
                      <a:pt x="12265" y="20566"/>
                      <a:pt x="12181" y="20399"/>
                    </a:cubicBezTo>
                    <a:cubicBezTo>
                      <a:pt x="12098" y="20212"/>
                      <a:pt x="12014" y="20024"/>
                      <a:pt x="11910" y="19857"/>
                    </a:cubicBezTo>
                    <a:cubicBezTo>
                      <a:pt x="11389" y="18793"/>
                      <a:pt x="10825" y="17750"/>
                      <a:pt x="10221" y="16728"/>
                    </a:cubicBezTo>
                    <a:cubicBezTo>
                      <a:pt x="7009" y="11201"/>
                      <a:pt x="2795" y="6133"/>
                      <a:pt x="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1"/>
              <p:cNvSpPr/>
              <p:nvPr/>
            </p:nvSpPr>
            <p:spPr>
              <a:xfrm>
                <a:off x="8144025" y="2627125"/>
                <a:ext cx="367125" cy="1509050"/>
              </a:xfrm>
              <a:custGeom>
                <a:rect b="b" l="l" r="r" t="t"/>
                <a:pathLst>
                  <a:path extrusionOk="0" h="60362" w="14685">
                    <a:moveTo>
                      <a:pt x="84" y="0"/>
                    </a:moveTo>
                    <a:cubicBezTo>
                      <a:pt x="1336" y="2920"/>
                      <a:pt x="1" y="5903"/>
                      <a:pt x="63" y="8969"/>
                    </a:cubicBezTo>
                    <a:cubicBezTo>
                      <a:pt x="105" y="11847"/>
                      <a:pt x="627" y="14705"/>
                      <a:pt x="1211" y="17520"/>
                    </a:cubicBezTo>
                    <a:cubicBezTo>
                      <a:pt x="1899" y="20858"/>
                      <a:pt x="3442" y="23945"/>
                      <a:pt x="4569" y="27157"/>
                    </a:cubicBezTo>
                    <a:cubicBezTo>
                      <a:pt x="5570" y="30118"/>
                      <a:pt x="6237" y="33164"/>
                      <a:pt x="6905" y="36209"/>
                    </a:cubicBezTo>
                    <a:lnTo>
                      <a:pt x="7134" y="37252"/>
                    </a:lnTo>
                    <a:cubicBezTo>
                      <a:pt x="7176" y="37460"/>
                      <a:pt x="7218" y="37648"/>
                      <a:pt x="7259" y="37857"/>
                    </a:cubicBezTo>
                    <a:cubicBezTo>
                      <a:pt x="7322" y="38086"/>
                      <a:pt x="7364" y="38295"/>
                      <a:pt x="7405" y="38503"/>
                    </a:cubicBezTo>
                    <a:cubicBezTo>
                      <a:pt x="8594" y="43989"/>
                      <a:pt x="9804" y="49495"/>
                      <a:pt x="11014" y="55001"/>
                    </a:cubicBezTo>
                    <a:lnTo>
                      <a:pt x="11222" y="55961"/>
                    </a:lnTo>
                    <a:cubicBezTo>
                      <a:pt x="11306" y="56357"/>
                      <a:pt x="11389" y="56753"/>
                      <a:pt x="11472" y="57150"/>
                    </a:cubicBezTo>
                    <a:cubicBezTo>
                      <a:pt x="11493" y="57191"/>
                      <a:pt x="11493" y="57212"/>
                      <a:pt x="11493" y="57233"/>
                    </a:cubicBezTo>
                    <a:cubicBezTo>
                      <a:pt x="11598" y="57692"/>
                      <a:pt x="11681" y="58130"/>
                      <a:pt x="11785" y="58568"/>
                    </a:cubicBezTo>
                    <a:cubicBezTo>
                      <a:pt x="11910" y="59173"/>
                      <a:pt x="12077" y="59778"/>
                      <a:pt x="12265" y="60362"/>
                    </a:cubicBezTo>
                    <a:lnTo>
                      <a:pt x="14685" y="60362"/>
                    </a:lnTo>
                    <a:cubicBezTo>
                      <a:pt x="14685" y="59235"/>
                      <a:pt x="14539" y="58109"/>
                      <a:pt x="14267" y="57025"/>
                    </a:cubicBezTo>
                    <a:cubicBezTo>
                      <a:pt x="14121" y="56357"/>
                      <a:pt x="13955" y="55711"/>
                      <a:pt x="13767" y="55064"/>
                    </a:cubicBezTo>
                    <a:cubicBezTo>
                      <a:pt x="13621" y="54522"/>
                      <a:pt x="13475" y="54000"/>
                      <a:pt x="13350" y="53479"/>
                    </a:cubicBezTo>
                    <a:cubicBezTo>
                      <a:pt x="13287" y="53228"/>
                      <a:pt x="13225" y="52978"/>
                      <a:pt x="13141" y="52707"/>
                    </a:cubicBezTo>
                    <a:cubicBezTo>
                      <a:pt x="13058" y="52415"/>
                      <a:pt x="12995" y="52123"/>
                      <a:pt x="12933" y="51831"/>
                    </a:cubicBezTo>
                    <a:cubicBezTo>
                      <a:pt x="12912" y="51768"/>
                      <a:pt x="12891" y="51706"/>
                      <a:pt x="12870" y="51643"/>
                    </a:cubicBezTo>
                    <a:cubicBezTo>
                      <a:pt x="12724" y="51122"/>
                      <a:pt x="12599" y="50580"/>
                      <a:pt x="12474" y="50037"/>
                    </a:cubicBezTo>
                    <a:cubicBezTo>
                      <a:pt x="11222" y="45073"/>
                      <a:pt x="10117" y="40088"/>
                      <a:pt x="9157" y="35062"/>
                    </a:cubicBezTo>
                    <a:cubicBezTo>
                      <a:pt x="9136" y="34957"/>
                      <a:pt x="9116" y="34832"/>
                      <a:pt x="9095" y="34749"/>
                    </a:cubicBezTo>
                    <a:cubicBezTo>
                      <a:pt x="9074" y="34665"/>
                      <a:pt x="9053" y="34582"/>
                      <a:pt x="9053" y="34498"/>
                    </a:cubicBezTo>
                    <a:cubicBezTo>
                      <a:pt x="8427" y="31266"/>
                      <a:pt x="7885" y="28033"/>
                      <a:pt x="7384" y="24800"/>
                    </a:cubicBezTo>
                    <a:cubicBezTo>
                      <a:pt x="6967" y="22005"/>
                      <a:pt x="6592" y="19189"/>
                      <a:pt x="5674" y="16519"/>
                    </a:cubicBezTo>
                    <a:cubicBezTo>
                      <a:pt x="5319" y="15518"/>
                      <a:pt x="4902" y="14538"/>
                      <a:pt x="4506" y="13578"/>
                    </a:cubicBezTo>
                    <a:cubicBezTo>
                      <a:pt x="4443" y="13432"/>
                      <a:pt x="4402" y="13307"/>
                      <a:pt x="4339" y="13182"/>
                    </a:cubicBezTo>
                    <a:cubicBezTo>
                      <a:pt x="4297" y="13057"/>
                      <a:pt x="4235" y="12911"/>
                      <a:pt x="4193" y="12786"/>
                    </a:cubicBezTo>
                    <a:cubicBezTo>
                      <a:pt x="3651" y="11534"/>
                      <a:pt x="3192" y="10220"/>
                      <a:pt x="2879" y="8885"/>
                    </a:cubicBezTo>
                    <a:cubicBezTo>
                      <a:pt x="2191" y="5799"/>
                      <a:pt x="1398" y="2920"/>
                      <a:pt x="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1"/>
              <p:cNvSpPr/>
              <p:nvPr/>
            </p:nvSpPr>
            <p:spPr>
              <a:xfrm>
                <a:off x="8251975" y="2753825"/>
                <a:ext cx="308725" cy="1382875"/>
              </a:xfrm>
              <a:custGeom>
                <a:rect b="b" l="l" r="r" t="t"/>
                <a:pathLst>
                  <a:path extrusionOk="0" h="55315" w="12349">
                    <a:moveTo>
                      <a:pt x="1273" y="1"/>
                    </a:moveTo>
                    <a:cubicBezTo>
                      <a:pt x="960" y="939"/>
                      <a:pt x="689" y="1919"/>
                      <a:pt x="501" y="2900"/>
                    </a:cubicBezTo>
                    <a:cubicBezTo>
                      <a:pt x="480" y="3046"/>
                      <a:pt x="438" y="3171"/>
                      <a:pt x="417" y="3296"/>
                    </a:cubicBezTo>
                    <a:cubicBezTo>
                      <a:pt x="397" y="3421"/>
                      <a:pt x="376" y="3546"/>
                      <a:pt x="355" y="3671"/>
                    </a:cubicBezTo>
                    <a:cubicBezTo>
                      <a:pt x="125" y="5027"/>
                      <a:pt x="21" y="6383"/>
                      <a:pt x="21" y="7760"/>
                    </a:cubicBezTo>
                    <a:cubicBezTo>
                      <a:pt x="21" y="7906"/>
                      <a:pt x="0" y="8031"/>
                      <a:pt x="21" y="8177"/>
                    </a:cubicBezTo>
                    <a:cubicBezTo>
                      <a:pt x="42" y="8323"/>
                      <a:pt x="42" y="8469"/>
                      <a:pt x="42" y="8615"/>
                    </a:cubicBezTo>
                    <a:cubicBezTo>
                      <a:pt x="84" y="9720"/>
                      <a:pt x="188" y="10805"/>
                      <a:pt x="397" y="11889"/>
                    </a:cubicBezTo>
                    <a:cubicBezTo>
                      <a:pt x="751" y="13933"/>
                      <a:pt x="1398" y="15894"/>
                      <a:pt x="1773" y="17938"/>
                    </a:cubicBezTo>
                    <a:cubicBezTo>
                      <a:pt x="2420" y="21338"/>
                      <a:pt x="2336" y="24842"/>
                      <a:pt x="2733" y="28304"/>
                    </a:cubicBezTo>
                    <a:cubicBezTo>
                      <a:pt x="2962" y="30265"/>
                      <a:pt x="3317" y="32205"/>
                      <a:pt x="3776" y="34144"/>
                    </a:cubicBezTo>
                    <a:cubicBezTo>
                      <a:pt x="3817" y="34374"/>
                      <a:pt x="3880" y="34582"/>
                      <a:pt x="3942" y="34853"/>
                    </a:cubicBezTo>
                    <a:cubicBezTo>
                      <a:pt x="4005" y="35125"/>
                      <a:pt x="4068" y="35417"/>
                      <a:pt x="4130" y="35667"/>
                    </a:cubicBezTo>
                    <a:cubicBezTo>
                      <a:pt x="4464" y="37043"/>
                      <a:pt x="4839" y="38399"/>
                      <a:pt x="5194" y="39755"/>
                    </a:cubicBezTo>
                    <a:cubicBezTo>
                      <a:pt x="5632" y="41403"/>
                      <a:pt x="6195" y="43113"/>
                      <a:pt x="6737" y="44844"/>
                    </a:cubicBezTo>
                    <a:cubicBezTo>
                      <a:pt x="6821" y="45115"/>
                      <a:pt x="6904" y="45386"/>
                      <a:pt x="6967" y="45637"/>
                    </a:cubicBezTo>
                    <a:cubicBezTo>
                      <a:pt x="7071" y="45970"/>
                      <a:pt x="7175" y="46304"/>
                      <a:pt x="7280" y="46638"/>
                    </a:cubicBezTo>
                    <a:cubicBezTo>
                      <a:pt x="7822" y="48411"/>
                      <a:pt x="8239" y="50225"/>
                      <a:pt x="8531" y="52082"/>
                    </a:cubicBezTo>
                    <a:cubicBezTo>
                      <a:pt x="8573" y="52395"/>
                      <a:pt x="8615" y="52707"/>
                      <a:pt x="8656" y="53020"/>
                    </a:cubicBezTo>
                    <a:cubicBezTo>
                      <a:pt x="8677" y="53271"/>
                      <a:pt x="8698" y="53500"/>
                      <a:pt x="8719" y="53709"/>
                    </a:cubicBezTo>
                    <a:lnTo>
                      <a:pt x="8719" y="53917"/>
                    </a:lnTo>
                    <a:lnTo>
                      <a:pt x="8719" y="54480"/>
                    </a:lnTo>
                    <a:cubicBezTo>
                      <a:pt x="8698" y="54751"/>
                      <a:pt x="8677" y="55023"/>
                      <a:pt x="8677" y="55315"/>
                    </a:cubicBezTo>
                    <a:lnTo>
                      <a:pt x="12223" y="55315"/>
                    </a:lnTo>
                    <a:cubicBezTo>
                      <a:pt x="12265" y="55064"/>
                      <a:pt x="12306" y="54793"/>
                      <a:pt x="12306" y="54543"/>
                    </a:cubicBezTo>
                    <a:cubicBezTo>
                      <a:pt x="12348" y="54042"/>
                      <a:pt x="12348" y="53521"/>
                      <a:pt x="12306" y="53083"/>
                    </a:cubicBezTo>
                    <a:cubicBezTo>
                      <a:pt x="12306" y="52728"/>
                      <a:pt x="12285" y="52353"/>
                      <a:pt x="12244" y="51977"/>
                    </a:cubicBezTo>
                    <a:cubicBezTo>
                      <a:pt x="12160" y="51060"/>
                      <a:pt x="12035" y="50121"/>
                      <a:pt x="11868" y="49203"/>
                    </a:cubicBezTo>
                    <a:cubicBezTo>
                      <a:pt x="11639" y="47973"/>
                      <a:pt x="11326" y="46742"/>
                      <a:pt x="10971" y="45532"/>
                    </a:cubicBezTo>
                    <a:cubicBezTo>
                      <a:pt x="10971" y="45470"/>
                      <a:pt x="10951" y="45407"/>
                      <a:pt x="10930" y="45345"/>
                    </a:cubicBezTo>
                    <a:cubicBezTo>
                      <a:pt x="10492" y="43843"/>
                      <a:pt x="10012" y="42341"/>
                      <a:pt x="9532" y="40860"/>
                    </a:cubicBezTo>
                    <a:cubicBezTo>
                      <a:pt x="9449" y="40610"/>
                      <a:pt x="9365" y="40360"/>
                      <a:pt x="9303" y="40130"/>
                    </a:cubicBezTo>
                    <a:cubicBezTo>
                      <a:pt x="9219" y="39838"/>
                      <a:pt x="9115" y="39546"/>
                      <a:pt x="9032" y="39275"/>
                    </a:cubicBezTo>
                    <a:lnTo>
                      <a:pt x="8990" y="39087"/>
                    </a:lnTo>
                    <a:cubicBezTo>
                      <a:pt x="8927" y="38941"/>
                      <a:pt x="8886" y="38795"/>
                      <a:pt x="8844" y="38629"/>
                    </a:cubicBezTo>
                    <a:cubicBezTo>
                      <a:pt x="8823" y="38587"/>
                      <a:pt x="8802" y="38524"/>
                      <a:pt x="8802" y="38483"/>
                    </a:cubicBezTo>
                    <a:cubicBezTo>
                      <a:pt x="8740" y="38274"/>
                      <a:pt x="8677" y="38065"/>
                      <a:pt x="8615" y="37857"/>
                    </a:cubicBezTo>
                    <a:cubicBezTo>
                      <a:pt x="8031" y="35938"/>
                      <a:pt x="7592" y="33957"/>
                      <a:pt x="7342" y="31933"/>
                    </a:cubicBezTo>
                    <a:cubicBezTo>
                      <a:pt x="7238" y="31057"/>
                      <a:pt x="7175" y="30181"/>
                      <a:pt x="7134" y="29284"/>
                    </a:cubicBezTo>
                    <a:cubicBezTo>
                      <a:pt x="7113" y="28826"/>
                      <a:pt x="7113" y="28408"/>
                      <a:pt x="7092" y="27908"/>
                    </a:cubicBezTo>
                    <a:cubicBezTo>
                      <a:pt x="7071" y="27428"/>
                      <a:pt x="7071" y="26928"/>
                      <a:pt x="7071" y="26448"/>
                    </a:cubicBezTo>
                    <a:cubicBezTo>
                      <a:pt x="7050" y="24091"/>
                      <a:pt x="7050" y="21755"/>
                      <a:pt x="6654" y="19461"/>
                    </a:cubicBezTo>
                    <a:cubicBezTo>
                      <a:pt x="6633" y="19335"/>
                      <a:pt x="6612" y="19231"/>
                      <a:pt x="6591" y="19127"/>
                    </a:cubicBezTo>
                    <a:cubicBezTo>
                      <a:pt x="6570" y="18960"/>
                      <a:pt x="6529" y="18772"/>
                      <a:pt x="6487" y="18605"/>
                    </a:cubicBezTo>
                    <a:cubicBezTo>
                      <a:pt x="6445" y="18355"/>
                      <a:pt x="6383" y="18126"/>
                      <a:pt x="6320" y="17875"/>
                    </a:cubicBezTo>
                    <a:cubicBezTo>
                      <a:pt x="6299" y="17813"/>
                      <a:pt x="6278" y="17729"/>
                      <a:pt x="6258" y="17646"/>
                    </a:cubicBezTo>
                    <a:cubicBezTo>
                      <a:pt x="6195" y="17354"/>
                      <a:pt x="6112" y="17041"/>
                      <a:pt x="6028" y="16791"/>
                    </a:cubicBezTo>
                    <a:cubicBezTo>
                      <a:pt x="5945" y="16541"/>
                      <a:pt x="5882" y="16290"/>
                      <a:pt x="5799" y="16040"/>
                    </a:cubicBezTo>
                    <a:cubicBezTo>
                      <a:pt x="4088" y="10680"/>
                      <a:pt x="1022" y="5590"/>
                      <a:pt x="1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1"/>
              <p:cNvSpPr/>
              <p:nvPr/>
            </p:nvSpPr>
            <p:spPr>
              <a:xfrm>
                <a:off x="8248850" y="2724625"/>
                <a:ext cx="315500" cy="1412075"/>
              </a:xfrm>
              <a:custGeom>
                <a:rect b="b" l="l" r="r" t="t"/>
                <a:pathLst>
                  <a:path extrusionOk="0" h="56483" w="12620">
                    <a:moveTo>
                      <a:pt x="1606" y="1"/>
                    </a:moveTo>
                    <a:lnTo>
                      <a:pt x="1252" y="1043"/>
                    </a:lnTo>
                    <a:cubicBezTo>
                      <a:pt x="1001" y="1815"/>
                      <a:pt x="772" y="2608"/>
                      <a:pt x="584" y="3421"/>
                    </a:cubicBezTo>
                    <a:cubicBezTo>
                      <a:pt x="563" y="3567"/>
                      <a:pt x="522" y="3713"/>
                      <a:pt x="501" y="3859"/>
                    </a:cubicBezTo>
                    <a:cubicBezTo>
                      <a:pt x="459" y="4005"/>
                      <a:pt x="438" y="4109"/>
                      <a:pt x="417" y="4235"/>
                    </a:cubicBezTo>
                    <a:cubicBezTo>
                      <a:pt x="146" y="5632"/>
                      <a:pt x="0" y="7050"/>
                      <a:pt x="0" y="8490"/>
                    </a:cubicBezTo>
                    <a:lnTo>
                      <a:pt x="0" y="8886"/>
                    </a:lnTo>
                    <a:lnTo>
                      <a:pt x="0" y="9303"/>
                    </a:lnTo>
                    <a:cubicBezTo>
                      <a:pt x="21" y="10554"/>
                      <a:pt x="146" y="11806"/>
                      <a:pt x="376" y="13036"/>
                    </a:cubicBezTo>
                    <a:cubicBezTo>
                      <a:pt x="563" y="14079"/>
                      <a:pt x="834" y="15122"/>
                      <a:pt x="1085" y="16144"/>
                    </a:cubicBezTo>
                    <a:cubicBezTo>
                      <a:pt x="1335" y="17104"/>
                      <a:pt x="1564" y="18084"/>
                      <a:pt x="1752" y="19064"/>
                    </a:cubicBezTo>
                    <a:cubicBezTo>
                      <a:pt x="2107" y="21150"/>
                      <a:pt x="2315" y="23236"/>
                      <a:pt x="2399" y="25342"/>
                    </a:cubicBezTo>
                    <a:cubicBezTo>
                      <a:pt x="2482" y="26677"/>
                      <a:pt x="2566" y="28075"/>
                      <a:pt x="2712" y="29430"/>
                    </a:cubicBezTo>
                    <a:cubicBezTo>
                      <a:pt x="2920" y="31182"/>
                      <a:pt x="3212" y="32914"/>
                      <a:pt x="3609" y="34645"/>
                    </a:cubicBezTo>
                    <a:cubicBezTo>
                      <a:pt x="3650" y="34833"/>
                      <a:pt x="3692" y="35041"/>
                      <a:pt x="3734" y="35229"/>
                    </a:cubicBezTo>
                    <a:cubicBezTo>
                      <a:pt x="3734" y="35250"/>
                      <a:pt x="3734" y="35271"/>
                      <a:pt x="3755" y="35312"/>
                    </a:cubicBezTo>
                    <a:cubicBezTo>
                      <a:pt x="3817" y="35542"/>
                      <a:pt x="3859" y="35792"/>
                      <a:pt x="3921" y="36021"/>
                    </a:cubicBezTo>
                    <a:cubicBezTo>
                      <a:pt x="4318" y="37669"/>
                      <a:pt x="4735" y="39296"/>
                      <a:pt x="5173" y="40902"/>
                    </a:cubicBezTo>
                    <a:cubicBezTo>
                      <a:pt x="5527" y="42237"/>
                      <a:pt x="5965" y="43572"/>
                      <a:pt x="6403" y="44990"/>
                    </a:cubicBezTo>
                    <a:cubicBezTo>
                      <a:pt x="6633" y="45720"/>
                      <a:pt x="6862" y="46471"/>
                      <a:pt x="7092" y="47201"/>
                    </a:cubicBezTo>
                    <a:lnTo>
                      <a:pt x="7384" y="48202"/>
                    </a:lnTo>
                    <a:cubicBezTo>
                      <a:pt x="7551" y="48765"/>
                      <a:pt x="7697" y="49349"/>
                      <a:pt x="7843" y="49912"/>
                    </a:cubicBezTo>
                    <a:cubicBezTo>
                      <a:pt x="7843" y="49933"/>
                      <a:pt x="7843" y="49933"/>
                      <a:pt x="7843" y="49933"/>
                    </a:cubicBezTo>
                    <a:cubicBezTo>
                      <a:pt x="8072" y="50809"/>
                      <a:pt x="8260" y="51665"/>
                      <a:pt x="8406" y="52520"/>
                    </a:cubicBezTo>
                    <a:cubicBezTo>
                      <a:pt x="8448" y="52749"/>
                      <a:pt x="8468" y="52958"/>
                      <a:pt x="8510" y="53187"/>
                    </a:cubicBezTo>
                    <a:cubicBezTo>
                      <a:pt x="8552" y="53479"/>
                      <a:pt x="8594" y="53792"/>
                      <a:pt x="8614" y="54063"/>
                    </a:cubicBezTo>
                    <a:cubicBezTo>
                      <a:pt x="8635" y="54355"/>
                      <a:pt x="8656" y="54585"/>
                      <a:pt x="8677" y="54835"/>
                    </a:cubicBezTo>
                    <a:cubicBezTo>
                      <a:pt x="8677" y="54877"/>
                      <a:pt x="8677" y="54939"/>
                      <a:pt x="8677" y="54981"/>
                    </a:cubicBezTo>
                    <a:lnTo>
                      <a:pt x="8677" y="55711"/>
                    </a:lnTo>
                    <a:cubicBezTo>
                      <a:pt x="8677" y="55982"/>
                      <a:pt x="8656" y="56170"/>
                      <a:pt x="8656" y="56420"/>
                    </a:cubicBezTo>
                    <a:lnTo>
                      <a:pt x="8969" y="56420"/>
                    </a:lnTo>
                    <a:lnTo>
                      <a:pt x="8969" y="56107"/>
                    </a:lnTo>
                    <a:cubicBezTo>
                      <a:pt x="8969" y="56003"/>
                      <a:pt x="8969" y="55836"/>
                      <a:pt x="8990" y="55711"/>
                    </a:cubicBezTo>
                    <a:lnTo>
                      <a:pt x="8990" y="55627"/>
                    </a:lnTo>
                    <a:cubicBezTo>
                      <a:pt x="8990" y="55440"/>
                      <a:pt x="8990" y="55252"/>
                      <a:pt x="8990" y="55085"/>
                    </a:cubicBezTo>
                    <a:lnTo>
                      <a:pt x="8990" y="54814"/>
                    </a:lnTo>
                    <a:cubicBezTo>
                      <a:pt x="8969" y="54272"/>
                      <a:pt x="8906" y="53729"/>
                      <a:pt x="8823" y="53166"/>
                    </a:cubicBezTo>
                    <a:cubicBezTo>
                      <a:pt x="8489" y="50914"/>
                      <a:pt x="7843" y="48578"/>
                      <a:pt x="7133" y="46304"/>
                    </a:cubicBezTo>
                    <a:cubicBezTo>
                      <a:pt x="7050" y="46054"/>
                      <a:pt x="6967" y="45762"/>
                      <a:pt x="6862" y="45491"/>
                    </a:cubicBezTo>
                    <a:cubicBezTo>
                      <a:pt x="6800" y="45303"/>
                      <a:pt x="6758" y="45094"/>
                      <a:pt x="6695" y="44907"/>
                    </a:cubicBezTo>
                    <a:cubicBezTo>
                      <a:pt x="6695" y="44865"/>
                      <a:pt x="6675" y="44844"/>
                      <a:pt x="6654" y="44802"/>
                    </a:cubicBezTo>
                    <a:cubicBezTo>
                      <a:pt x="6216" y="43426"/>
                      <a:pt x="5819" y="42112"/>
                      <a:pt x="5465" y="40819"/>
                    </a:cubicBezTo>
                    <a:cubicBezTo>
                      <a:pt x="5194" y="39776"/>
                      <a:pt x="4902" y="38691"/>
                      <a:pt x="4631" y="37627"/>
                    </a:cubicBezTo>
                    <a:lnTo>
                      <a:pt x="4401" y="36710"/>
                    </a:lnTo>
                    <a:cubicBezTo>
                      <a:pt x="4339" y="36459"/>
                      <a:pt x="4276" y="36188"/>
                      <a:pt x="4213" y="35917"/>
                    </a:cubicBezTo>
                    <a:cubicBezTo>
                      <a:pt x="3671" y="33769"/>
                      <a:pt x="3275" y="31600"/>
                      <a:pt x="3025" y="29389"/>
                    </a:cubicBezTo>
                    <a:cubicBezTo>
                      <a:pt x="2858" y="28054"/>
                      <a:pt x="2774" y="26677"/>
                      <a:pt x="2691" y="25342"/>
                    </a:cubicBezTo>
                    <a:cubicBezTo>
                      <a:pt x="2566" y="23257"/>
                      <a:pt x="2441" y="21108"/>
                      <a:pt x="2044" y="19023"/>
                    </a:cubicBezTo>
                    <a:cubicBezTo>
                      <a:pt x="1877" y="18021"/>
                      <a:pt x="1627" y="17041"/>
                      <a:pt x="1377" y="16082"/>
                    </a:cubicBezTo>
                    <a:cubicBezTo>
                      <a:pt x="1126" y="15060"/>
                      <a:pt x="855" y="14017"/>
                      <a:pt x="668" y="12995"/>
                    </a:cubicBezTo>
                    <a:cubicBezTo>
                      <a:pt x="501" y="12035"/>
                      <a:pt x="396" y="11097"/>
                      <a:pt x="334" y="10137"/>
                    </a:cubicBezTo>
                    <a:cubicBezTo>
                      <a:pt x="334" y="9991"/>
                      <a:pt x="334" y="9845"/>
                      <a:pt x="313" y="9678"/>
                    </a:cubicBezTo>
                    <a:cubicBezTo>
                      <a:pt x="313" y="9532"/>
                      <a:pt x="313" y="9386"/>
                      <a:pt x="313" y="9261"/>
                    </a:cubicBezTo>
                    <a:cubicBezTo>
                      <a:pt x="292" y="7926"/>
                      <a:pt x="376" y="6591"/>
                      <a:pt x="584" y="5277"/>
                    </a:cubicBezTo>
                    <a:cubicBezTo>
                      <a:pt x="584" y="5173"/>
                      <a:pt x="605" y="5048"/>
                      <a:pt x="626" y="4923"/>
                    </a:cubicBezTo>
                    <a:lnTo>
                      <a:pt x="688" y="4547"/>
                    </a:lnTo>
                    <a:cubicBezTo>
                      <a:pt x="855" y="3734"/>
                      <a:pt x="1043" y="2941"/>
                      <a:pt x="1272" y="2149"/>
                    </a:cubicBezTo>
                    <a:cubicBezTo>
                      <a:pt x="1356" y="5736"/>
                      <a:pt x="2733" y="9178"/>
                      <a:pt x="4067" y="12536"/>
                    </a:cubicBezTo>
                    <a:cubicBezTo>
                      <a:pt x="4777" y="14288"/>
                      <a:pt x="5486" y="16103"/>
                      <a:pt x="6028" y="17938"/>
                    </a:cubicBezTo>
                    <a:cubicBezTo>
                      <a:pt x="6111" y="18209"/>
                      <a:pt x="6195" y="18480"/>
                      <a:pt x="6257" y="18751"/>
                    </a:cubicBezTo>
                    <a:cubicBezTo>
                      <a:pt x="6341" y="19064"/>
                      <a:pt x="6403" y="19377"/>
                      <a:pt x="6466" y="19690"/>
                    </a:cubicBezTo>
                    <a:cubicBezTo>
                      <a:pt x="6487" y="19690"/>
                      <a:pt x="6487" y="19690"/>
                      <a:pt x="6466" y="19711"/>
                    </a:cubicBezTo>
                    <a:cubicBezTo>
                      <a:pt x="6508" y="19899"/>
                      <a:pt x="6549" y="20086"/>
                      <a:pt x="6591" y="20274"/>
                    </a:cubicBezTo>
                    <a:cubicBezTo>
                      <a:pt x="6612" y="20399"/>
                      <a:pt x="6633" y="20503"/>
                      <a:pt x="6654" y="20608"/>
                    </a:cubicBezTo>
                    <a:cubicBezTo>
                      <a:pt x="6716" y="21067"/>
                      <a:pt x="6779" y="21525"/>
                      <a:pt x="6841" y="21963"/>
                    </a:cubicBezTo>
                    <a:cubicBezTo>
                      <a:pt x="6967" y="23215"/>
                      <a:pt x="7029" y="24445"/>
                      <a:pt x="7050" y="25697"/>
                    </a:cubicBezTo>
                    <a:cubicBezTo>
                      <a:pt x="7050" y="26260"/>
                      <a:pt x="7071" y="26823"/>
                      <a:pt x="7071" y="27366"/>
                    </a:cubicBezTo>
                    <a:lnTo>
                      <a:pt x="7071" y="27574"/>
                    </a:lnTo>
                    <a:cubicBezTo>
                      <a:pt x="7071" y="28054"/>
                      <a:pt x="7071" y="28554"/>
                      <a:pt x="7092" y="29055"/>
                    </a:cubicBezTo>
                    <a:cubicBezTo>
                      <a:pt x="7092" y="30390"/>
                      <a:pt x="7175" y="31746"/>
                      <a:pt x="7321" y="33080"/>
                    </a:cubicBezTo>
                    <a:cubicBezTo>
                      <a:pt x="7613" y="35291"/>
                      <a:pt x="8114" y="37481"/>
                      <a:pt x="8781" y="39609"/>
                    </a:cubicBezTo>
                    <a:cubicBezTo>
                      <a:pt x="8844" y="39817"/>
                      <a:pt x="8906" y="40026"/>
                      <a:pt x="8969" y="40235"/>
                    </a:cubicBezTo>
                    <a:lnTo>
                      <a:pt x="9032" y="40443"/>
                    </a:lnTo>
                    <a:lnTo>
                      <a:pt x="9178" y="40881"/>
                    </a:lnTo>
                    <a:cubicBezTo>
                      <a:pt x="9219" y="41006"/>
                      <a:pt x="9261" y="41152"/>
                      <a:pt x="9282" y="41277"/>
                    </a:cubicBezTo>
                    <a:cubicBezTo>
                      <a:pt x="9365" y="41507"/>
                      <a:pt x="9449" y="41757"/>
                      <a:pt x="9511" y="41987"/>
                    </a:cubicBezTo>
                    <a:cubicBezTo>
                      <a:pt x="9595" y="42237"/>
                      <a:pt x="9657" y="42425"/>
                      <a:pt x="9720" y="42654"/>
                    </a:cubicBezTo>
                    <a:cubicBezTo>
                      <a:pt x="9720" y="42675"/>
                      <a:pt x="9741" y="42696"/>
                      <a:pt x="9762" y="42717"/>
                    </a:cubicBezTo>
                    <a:cubicBezTo>
                      <a:pt x="10158" y="43947"/>
                      <a:pt x="10533" y="45199"/>
                      <a:pt x="10909" y="46450"/>
                    </a:cubicBezTo>
                    <a:cubicBezTo>
                      <a:pt x="10930" y="46513"/>
                      <a:pt x="10950" y="46575"/>
                      <a:pt x="10971" y="46659"/>
                    </a:cubicBezTo>
                    <a:cubicBezTo>
                      <a:pt x="11451" y="48327"/>
                      <a:pt x="11826" y="50017"/>
                      <a:pt x="12098" y="51748"/>
                    </a:cubicBezTo>
                    <a:cubicBezTo>
                      <a:pt x="12139" y="52186"/>
                      <a:pt x="12202" y="52624"/>
                      <a:pt x="12244" y="53062"/>
                    </a:cubicBezTo>
                    <a:lnTo>
                      <a:pt x="12244" y="53104"/>
                    </a:lnTo>
                    <a:cubicBezTo>
                      <a:pt x="12306" y="53959"/>
                      <a:pt x="12327" y="54835"/>
                      <a:pt x="12285" y="55711"/>
                    </a:cubicBezTo>
                    <a:cubicBezTo>
                      <a:pt x="12264" y="55961"/>
                      <a:pt x="12244" y="56232"/>
                      <a:pt x="12181" y="56483"/>
                    </a:cubicBezTo>
                    <a:lnTo>
                      <a:pt x="12515" y="56483"/>
                    </a:lnTo>
                    <a:cubicBezTo>
                      <a:pt x="12536" y="56378"/>
                      <a:pt x="12556" y="56253"/>
                      <a:pt x="12556" y="56149"/>
                    </a:cubicBezTo>
                    <a:cubicBezTo>
                      <a:pt x="12577" y="55982"/>
                      <a:pt x="12598" y="55857"/>
                      <a:pt x="12598" y="55711"/>
                    </a:cubicBezTo>
                    <a:cubicBezTo>
                      <a:pt x="12619" y="55419"/>
                      <a:pt x="12619" y="55127"/>
                      <a:pt x="12619" y="54835"/>
                    </a:cubicBezTo>
                    <a:cubicBezTo>
                      <a:pt x="12619" y="54272"/>
                      <a:pt x="12598" y="53667"/>
                      <a:pt x="12536" y="53104"/>
                    </a:cubicBezTo>
                    <a:cubicBezTo>
                      <a:pt x="12431" y="51873"/>
                      <a:pt x="12244" y="50663"/>
                      <a:pt x="11993" y="49474"/>
                    </a:cubicBezTo>
                    <a:cubicBezTo>
                      <a:pt x="11785" y="48515"/>
                      <a:pt x="11534" y="47556"/>
                      <a:pt x="11263" y="46596"/>
                    </a:cubicBezTo>
                    <a:cubicBezTo>
                      <a:pt x="11242" y="46554"/>
                      <a:pt x="11242" y="46513"/>
                      <a:pt x="11222" y="46471"/>
                    </a:cubicBezTo>
                    <a:cubicBezTo>
                      <a:pt x="10846" y="45157"/>
                      <a:pt x="10450" y="43885"/>
                      <a:pt x="10033" y="42612"/>
                    </a:cubicBezTo>
                    <a:cubicBezTo>
                      <a:pt x="9887" y="42133"/>
                      <a:pt x="9720" y="41653"/>
                      <a:pt x="9574" y="41173"/>
                    </a:cubicBezTo>
                    <a:cubicBezTo>
                      <a:pt x="9490" y="40902"/>
                      <a:pt x="9407" y="40610"/>
                      <a:pt x="9324" y="40339"/>
                    </a:cubicBezTo>
                    <a:lnTo>
                      <a:pt x="9324" y="40339"/>
                    </a:lnTo>
                    <a:cubicBezTo>
                      <a:pt x="9324" y="40339"/>
                      <a:pt x="9324" y="40339"/>
                      <a:pt x="9324" y="40339"/>
                    </a:cubicBezTo>
                    <a:cubicBezTo>
                      <a:pt x="9279" y="40184"/>
                      <a:pt x="9235" y="40047"/>
                      <a:pt x="9191" y="39909"/>
                    </a:cubicBezTo>
                    <a:lnTo>
                      <a:pt x="9191" y="39909"/>
                    </a:lnTo>
                    <a:cubicBezTo>
                      <a:pt x="9156" y="39790"/>
                      <a:pt x="9123" y="39670"/>
                      <a:pt x="9094" y="39546"/>
                    </a:cubicBezTo>
                    <a:cubicBezTo>
                      <a:pt x="9052" y="39442"/>
                      <a:pt x="9032" y="39359"/>
                      <a:pt x="9011" y="39254"/>
                    </a:cubicBezTo>
                    <a:cubicBezTo>
                      <a:pt x="8987" y="39194"/>
                      <a:pt x="8970" y="39148"/>
                      <a:pt x="8955" y="39108"/>
                    </a:cubicBezTo>
                    <a:lnTo>
                      <a:pt x="8955" y="39108"/>
                    </a:lnTo>
                    <a:cubicBezTo>
                      <a:pt x="8946" y="39075"/>
                      <a:pt x="8937" y="39042"/>
                      <a:pt x="8927" y="39004"/>
                    </a:cubicBezTo>
                    <a:cubicBezTo>
                      <a:pt x="8927" y="38983"/>
                      <a:pt x="8927" y="38963"/>
                      <a:pt x="8907" y="38942"/>
                    </a:cubicBezTo>
                    <a:lnTo>
                      <a:pt x="8907" y="38942"/>
                    </a:lnTo>
                    <a:cubicBezTo>
                      <a:pt x="8907" y="38942"/>
                      <a:pt x="8907" y="38942"/>
                      <a:pt x="8906" y="38941"/>
                    </a:cubicBezTo>
                    <a:cubicBezTo>
                      <a:pt x="8889" y="38884"/>
                      <a:pt x="8872" y="38827"/>
                      <a:pt x="8855" y="38771"/>
                    </a:cubicBezTo>
                    <a:lnTo>
                      <a:pt x="8855" y="38771"/>
                    </a:lnTo>
                    <a:cubicBezTo>
                      <a:pt x="8817" y="38631"/>
                      <a:pt x="8784" y="38484"/>
                      <a:pt x="8740" y="38337"/>
                    </a:cubicBezTo>
                    <a:cubicBezTo>
                      <a:pt x="8239" y="36605"/>
                      <a:pt x="7864" y="34833"/>
                      <a:pt x="7634" y="33039"/>
                    </a:cubicBezTo>
                    <a:cubicBezTo>
                      <a:pt x="7571" y="32642"/>
                      <a:pt x="7551" y="32225"/>
                      <a:pt x="7509" y="31829"/>
                    </a:cubicBezTo>
                    <a:cubicBezTo>
                      <a:pt x="7467" y="31328"/>
                      <a:pt x="7446" y="30849"/>
                      <a:pt x="7425" y="30369"/>
                    </a:cubicBezTo>
                    <a:lnTo>
                      <a:pt x="7425" y="30369"/>
                    </a:lnTo>
                    <a:cubicBezTo>
                      <a:pt x="7425" y="30369"/>
                      <a:pt x="7425" y="30369"/>
                      <a:pt x="7425" y="30369"/>
                    </a:cubicBezTo>
                    <a:cubicBezTo>
                      <a:pt x="7405" y="29889"/>
                      <a:pt x="7384" y="29472"/>
                      <a:pt x="7384" y="29013"/>
                    </a:cubicBezTo>
                    <a:cubicBezTo>
                      <a:pt x="7363" y="28450"/>
                      <a:pt x="7363" y="27908"/>
                      <a:pt x="7363" y="27345"/>
                    </a:cubicBezTo>
                    <a:cubicBezTo>
                      <a:pt x="7342" y="25009"/>
                      <a:pt x="7321" y="22568"/>
                      <a:pt x="6883" y="20191"/>
                    </a:cubicBezTo>
                    <a:cubicBezTo>
                      <a:pt x="6841" y="20024"/>
                      <a:pt x="6800" y="19836"/>
                      <a:pt x="6758" y="19669"/>
                    </a:cubicBezTo>
                    <a:cubicBezTo>
                      <a:pt x="6716" y="19440"/>
                      <a:pt x="6675" y="19210"/>
                      <a:pt x="6612" y="18981"/>
                    </a:cubicBezTo>
                    <a:cubicBezTo>
                      <a:pt x="6549" y="18751"/>
                      <a:pt x="6508" y="18564"/>
                      <a:pt x="6445" y="18355"/>
                    </a:cubicBezTo>
                    <a:cubicBezTo>
                      <a:pt x="6403" y="18209"/>
                      <a:pt x="6362" y="18042"/>
                      <a:pt x="6320" y="17875"/>
                    </a:cubicBezTo>
                    <a:cubicBezTo>
                      <a:pt x="6237" y="17625"/>
                      <a:pt x="6174" y="17354"/>
                      <a:pt x="6091" y="17104"/>
                    </a:cubicBezTo>
                    <a:cubicBezTo>
                      <a:pt x="6007" y="16833"/>
                      <a:pt x="5924" y="16645"/>
                      <a:pt x="5861" y="16415"/>
                    </a:cubicBezTo>
                    <a:cubicBezTo>
                      <a:pt x="5402" y="15039"/>
                      <a:pt x="4860" y="13704"/>
                      <a:pt x="4339" y="12390"/>
                    </a:cubicBezTo>
                    <a:cubicBezTo>
                      <a:pt x="2879" y="8761"/>
                      <a:pt x="1377" y="5006"/>
                      <a:pt x="1564" y="1085"/>
                    </a:cubicBezTo>
                    <a:lnTo>
                      <a:pt x="1606" y="1"/>
                    </a:lnTo>
                    <a:close/>
                  </a:path>
                </a:pathLst>
              </a:cu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1"/>
              <p:cNvSpPr/>
              <p:nvPr/>
            </p:nvSpPr>
            <p:spPr>
              <a:xfrm>
                <a:off x="8225900" y="2434700"/>
                <a:ext cx="361375" cy="1702000"/>
              </a:xfrm>
              <a:custGeom>
                <a:rect b="b" l="l" r="r" t="t"/>
                <a:pathLst>
                  <a:path extrusionOk="0" h="68080" w="14455">
                    <a:moveTo>
                      <a:pt x="0" y="1"/>
                    </a:moveTo>
                    <a:cubicBezTo>
                      <a:pt x="126" y="293"/>
                      <a:pt x="230" y="564"/>
                      <a:pt x="313" y="856"/>
                    </a:cubicBezTo>
                    <a:cubicBezTo>
                      <a:pt x="1627" y="4589"/>
                      <a:pt x="2065" y="8323"/>
                      <a:pt x="1481" y="12223"/>
                    </a:cubicBezTo>
                    <a:cubicBezTo>
                      <a:pt x="1335" y="13308"/>
                      <a:pt x="1314" y="14392"/>
                      <a:pt x="1419" y="15456"/>
                    </a:cubicBezTo>
                    <a:cubicBezTo>
                      <a:pt x="1440" y="15644"/>
                      <a:pt x="1460" y="15811"/>
                      <a:pt x="1481" y="15998"/>
                    </a:cubicBezTo>
                    <a:cubicBezTo>
                      <a:pt x="1481" y="16165"/>
                      <a:pt x="1523" y="16332"/>
                      <a:pt x="1544" y="16499"/>
                    </a:cubicBezTo>
                    <a:cubicBezTo>
                      <a:pt x="1878" y="18918"/>
                      <a:pt x="2608" y="21296"/>
                      <a:pt x="3129" y="23674"/>
                    </a:cubicBezTo>
                    <a:cubicBezTo>
                      <a:pt x="4130" y="28221"/>
                      <a:pt x="5152" y="32580"/>
                      <a:pt x="5423" y="37211"/>
                    </a:cubicBezTo>
                    <a:cubicBezTo>
                      <a:pt x="5507" y="38420"/>
                      <a:pt x="5590" y="39630"/>
                      <a:pt x="5695" y="40861"/>
                    </a:cubicBezTo>
                    <a:cubicBezTo>
                      <a:pt x="5736" y="41382"/>
                      <a:pt x="5778" y="41903"/>
                      <a:pt x="5820" y="42446"/>
                    </a:cubicBezTo>
                    <a:cubicBezTo>
                      <a:pt x="5882" y="42967"/>
                      <a:pt x="5924" y="43530"/>
                      <a:pt x="5987" y="44052"/>
                    </a:cubicBezTo>
                    <a:cubicBezTo>
                      <a:pt x="6237" y="46617"/>
                      <a:pt x="6550" y="49162"/>
                      <a:pt x="6925" y="51706"/>
                    </a:cubicBezTo>
                    <a:cubicBezTo>
                      <a:pt x="6946" y="51915"/>
                      <a:pt x="6988" y="52103"/>
                      <a:pt x="7009" y="52332"/>
                    </a:cubicBezTo>
                    <a:cubicBezTo>
                      <a:pt x="7050" y="52582"/>
                      <a:pt x="7092" y="52812"/>
                      <a:pt x="7134" y="53041"/>
                    </a:cubicBezTo>
                    <a:cubicBezTo>
                      <a:pt x="7321" y="54397"/>
                      <a:pt x="7551" y="55753"/>
                      <a:pt x="7801" y="57129"/>
                    </a:cubicBezTo>
                    <a:cubicBezTo>
                      <a:pt x="7864" y="57547"/>
                      <a:pt x="7947" y="57964"/>
                      <a:pt x="8010" y="58381"/>
                    </a:cubicBezTo>
                    <a:cubicBezTo>
                      <a:pt x="8114" y="58881"/>
                      <a:pt x="8197" y="59361"/>
                      <a:pt x="8302" y="59841"/>
                    </a:cubicBezTo>
                    <a:cubicBezTo>
                      <a:pt x="8615" y="61509"/>
                      <a:pt x="8969" y="63178"/>
                      <a:pt x="9345" y="64826"/>
                    </a:cubicBezTo>
                    <a:cubicBezTo>
                      <a:pt x="9407" y="65118"/>
                      <a:pt x="9449" y="65389"/>
                      <a:pt x="9532" y="65702"/>
                    </a:cubicBezTo>
                    <a:cubicBezTo>
                      <a:pt x="9616" y="66036"/>
                      <a:pt x="9678" y="66348"/>
                      <a:pt x="9762" y="66661"/>
                    </a:cubicBezTo>
                    <a:cubicBezTo>
                      <a:pt x="9804" y="66870"/>
                      <a:pt x="9845" y="67078"/>
                      <a:pt x="9908" y="67266"/>
                    </a:cubicBezTo>
                    <a:cubicBezTo>
                      <a:pt x="9908" y="67287"/>
                      <a:pt x="9908" y="67308"/>
                      <a:pt x="9908" y="67329"/>
                    </a:cubicBezTo>
                    <a:cubicBezTo>
                      <a:pt x="9970" y="67579"/>
                      <a:pt x="10033" y="67829"/>
                      <a:pt x="10116" y="68059"/>
                    </a:cubicBezTo>
                    <a:lnTo>
                      <a:pt x="10596" y="68059"/>
                    </a:lnTo>
                    <a:lnTo>
                      <a:pt x="10972" y="68080"/>
                    </a:lnTo>
                    <a:lnTo>
                      <a:pt x="14225" y="68080"/>
                    </a:lnTo>
                    <a:cubicBezTo>
                      <a:pt x="14246" y="68059"/>
                      <a:pt x="14246" y="68038"/>
                      <a:pt x="14267" y="68017"/>
                    </a:cubicBezTo>
                    <a:cubicBezTo>
                      <a:pt x="14288" y="67934"/>
                      <a:pt x="14288" y="67871"/>
                      <a:pt x="14309" y="67808"/>
                    </a:cubicBezTo>
                    <a:cubicBezTo>
                      <a:pt x="14330" y="67725"/>
                      <a:pt x="14350" y="67642"/>
                      <a:pt x="14371" y="67537"/>
                    </a:cubicBezTo>
                    <a:cubicBezTo>
                      <a:pt x="14392" y="67412"/>
                      <a:pt x="14413" y="67266"/>
                      <a:pt x="14434" y="67120"/>
                    </a:cubicBezTo>
                    <a:cubicBezTo>
                      <a:pt x="14455" y="66828"/>
                      <a:pt x="14455" y="66536"/>
                      <a:pt x="14434" y="66244"/>
                    </a:cubicBezTo>
                    <a:cubicBezTo>
                      <a:pt x="14455" y="66223"/>
                      <a:pt x="14455" y="66223"/>
                      <a:pt x="14434" y="66223"/>
                    </a:cubicBezTo>
                    <a:cubicBezTo>
                      <a:pt x="14434" y="65931"/>
                      <a:pt x="14413" y="65639"/>
                      <a:pt x="14371" y="65368"/>
                    </a:cubicBezTo>
                    <a:cubicBezTo>
                      <a:pt x="14371" y="65264"/>
                      <a:pt x="14350" y="65160"/>
                      <a:pt x="14350" y="65076"/>
                    </a:cubicBezTo>
                    <a:cubicBezTo>
                      <a:pt x="14330" y="64972"/>
                      <a:pt x="14309" y="64888"/>
                      <a:pt x="14309" y="64784"/>
                    </a:cubicBezTo>
                    <a:cubicBezTo>
                      <a:pt x="14288" y="64742"/>
                      <a:pt x="14288" y="64680"/>
                      <a:pt x="14288" y="64638"/>
                    </a:cubicBezTo>
                    <a:lnTo>
                      <a:pt x="14225" y="64117"/>
                    </a:lnTo>
                    <a:cubicBezTo>
                      <a:pt x="14163" y="63741"/>
                      <a:pt x="14121" y="63366"/>
                      <a:pt x="14058" y="62990"/>
                    </a:cubicBezTo>
                    <a:cubicBezTo>
                      <a:pt x="13975" y="62427"/>
                      <a:pt x="13871" y="61843"/>
                      <a:pt x="13766" y="61259"/>
                    </a:cubicBezTo>
                    <a:cubicBezTo>
                      <a:pt x="13725" y="61009"/>
                      <a:pt x="13683" y="60779"/>
                      <a:pt x="13641" y="60508"/>
                    </a:cubicBezTo>
                    <a:cubicBezTo>
                      <a:pt x="13600" y="60258"/>
                      <a:pt x="13558" y="60029"/>
                      <a:pt x="13495" y="59778"/>
                    </a:cubicBezTo>
                    <a:cubicBezTo>
                      <a:pt x="13349" y="58965"/>
                      <a:pt x="13182" y="58172"/>
                      <a:pt x="13016" y="57359"/>
                    </a:cubicBezTo>
                    <a:cubicBezTo>
                      <a:pt x="12870" y="56671"/>
                      <a:pt x="12724" y="55961"/>
                      <a:pt x="12578" y="55252"/>
                    </a:cubicBezTo>
                    <a:lnTo>
                      <a:pt x="12515" y="55065"/>
                    </a:lnTo>
                    <a:cubicBezTo>
                      <a:pt x="11848" y="52019"/>
                      <a:pt x="11138" y="48974"/>
                      <a:pt x="10534" y="45929"/>
                    </a:cubicBezTo>
                    <a:cubicBezTo>
                      <a:pt x="10513" y="45825"/>
                      <a:pt x="10492" y="45720"/>
                      <a:pt x="10471" y="45616"/>
                    </a:cubicBezTo>
                    <a:cubicBezTo>
                      <a:pt x="10450" y="45491"/>
                      <a:pt x="10429" y="45387"/>
                      <a:pt x="10408" y="45282"/>
                    </a:cubicBezTo>
                    <a:cubicBezTo>
                      <a:pt x="10137" y="43843"/>
                      <a:pt x="9887" y="42404"/>
                      <a:pt x="9678" y="40944"/>
                    </a:cubicBezTo>
                    <a:cubicBezTo>
                      <a:pt x="9282" y="38274"/>
                      <a:pt x="9094" y="35584"/>
                      <a:pt x="9115" y="32893"/>
                    </a:cubicBezTo>
                    <a:lnTo>
                      <a:pt x="9115" y="32538"/>
                    </a:lnTo>
                    <a:cubicBezTo>
                      <a:pt x="9136" y="31829"/>
                      <a:pt x="9157" y="31120"/>
                      <a:pt x="9178" y="30411"/>
                    </a:cubicBezTo>
                    <a:lnTo>
                      <a:pt x="9178" y="30244"/>
                    </a:lnTo>
                    <a:cubicBezTo>
                      <a:pt x="9178" y="30223"/>
                      <a:pt x="9178" y="30202"/>
                      <a:pt x="9178" y="30182"/>
                    </a:cubicBezTo>
                    <a:lnTo>
                      <a:pt x="9178" y="29931"/>
                    </a:lnTo>
                    <a:cubicBezTo>
                      <a:pt x="9199" y="29014"/>
                      <a:pt x="9199" y="28096"/>
                      <a:pt x="9136" y="27199"/>
                    </a:cubicBezTo>
                    <a:cubicBezTo>
                      <a:pt x="9115" y="27032"/>
                      <a:pt x="9115" y="26886"/>
                      <a:pt x="9094" y="26719"/>
                    </a:cubicBezTo>
                    <a:cubicBezTo>
                      <a:pt x="9094" y="26677"/>
                      <a:pt x="9074" y="26615"/>
                      <a:pt x="9074" y="26573"/>
                    </a:cubicBezTo>
                    <a:cubicBezTo>
                      <a:pt x="9053" y="26365"/>
                      <a:pt x="9032" y="26135"/>
                      <a:pt x="8990" y="25927"/>
                    </a:cubicBezTo>
                    <a:cubicBezTo>
                      <a:pt x="8990" y="25906"/>
                      <a:pt x="8990" y="25885"/>
                      <a:pt x="8990" y="25885"/>
                    </a:cubicBezTo>
                    <a:cubicBezTo>
                      <a:pt x="8761" y="24362"/>
                      <a:pt x="8260" y="22902"/>
                      <a:pt x="7843" y="21421"/>
                    </a:cubicBezTo>
                    <a:cubicBezTo>
                      <a:pt x="7780" y="21275"/>
                      <a:pt x="7739" y="21109"/>
                      <a:pt x="7697" y="20942"/>
                    </a:cubicBezTo>
                    <a:cubicBezTo>
                      <a:pt x="7655" y="20775"/>
                      <a:pt x="7593" y="20608"/>
                      <a:pt x="7551" y="20441"/>
                    </a:cubicBezTo>
                    <a:cubicBezTo>
                      <a:pt x="7363" y="19753"/>
                      <a:pt x="7217" y="19064"/>
                      <a:pt x="7113" y="18355"/>
                    </a:cubicBezTo>
                    <a:cubicBezTo>
                      <a:pt x="6571" y="14518"/>
                      <a:pt x="6904" y="11201"/>
                      <a:pt x="5799" y="7864"/>
                    </a:cubicBezTo>
                    <a:cubicBezTo>
                      <a:pt x="5757" y="7760"/>
                      <a:pt x="5715" y="7614"/>
                      <a:pt x="5674" y="7489"/>
                    </a:cubicBezTo>
                    <a:cubicBezTo>
                      <a:pt x="5632" y="7384"/>
                      <a:pt x="5590" y="7280"/>
                      <a:pt x="5549" y="7155"/>
                    </a:cubicBezTo>
                    <a:cubicBezTo>
                      <a:pt x="5173" y="6195"/>
                      <a:pt x="4673" y="5278"/>
                      <a:pt x="4068" y="4423"/>
                    </a:cubicBezTo>
                    <a:cubicBezTo>
                      <a:pt x="3192" y="3213"/>
                      <a:pt x="1398" y="2087"/>
                      <a:pt x="459" y="772"/>
                    </a:cubicBezTo>
                    <a:cubicBezTo>
                      <a:pt x="272" y="543"/>
                      <a:pt x="126" y="27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1"/>
              <p:cNvSpPr/>
              <p:nvPr/>
            </p:nvSpPr>
            <p:spPr>
              <a:xfrm>
                <a:off x="8362525" y="2410725"/>
                <a:ext cx="225275" cy="1725450"/>
              </a:xfrm>
              <a:custGeom>
                <a:rect b="b" l="l" r="r" t="t"/>
                <a:pathLst>
                  <a:path extrusionOk="0" h="69018" w="9011">
                    <a:moveTo>
                      <a:pt x="1481" y="0"/>
                    </a:moveTo>
                    <a:lnTo>
                      <a:pt x="1481" y="0"/>
                    </a:lnTo>
                    <a:cubicBezTo>
                      <a:pt x="834" y="2670"/>
                      <a:pt x="417" y="5402"/>
                      <a:pt x="230" y="8156"/>
                    </a:cubicBezTo>
                    <a:cubicBezTo>
                      <a:pt x="230" y="8260"/>
                      <a:pt x="209" y="8364"/>
                      <a:pt x="209" y="8468"/>
                    </a:cubicBezTo>
                    <a:cubicBezTo>
                      <a:pt x="209" y="8594"/>
                      <a:pt x="188" y="8740"/>
                      <a:pt x="188" y="8865"/>
                    </a:cubicBezTo>
                    <a:cubicBezTo>
                      <a:pt x="0" y="12744"/>
                      <a:pt x="84" y="16665"/>
                      <a:pt x="459" y="20545"/>
                    </a:cubicBezTo>
                    <a:cubicBezTo>
                      <a:pt x="709" y="23590"/>
                      <a:pt x="1210" y="26635"/>
                      <a:pt x="1544" y="29681"/>
                    </a:cubicBezTo>
                    <a:cubicBezTo>
                      <a:pt x="1564" y="29931"/>
                      <a:pt x="1585" y="30160"/>
                      <a:pt x="1627" y="30452"/>
                    </a:cubicBezTo>
                    <a:cubicBezTo>
                      <a:pt x="1648" y="30744"/>
                      <a:pt x="1669" y="31015"/>
                      <a:pt x="1690" y="31307"/>
                    </a:cubicBezTo>
                    <a:cubicBezTo>
                      <a:pt x="1773" y="32350"/>
                      <a:pt x="1836" y="33414"/>
                      <a:pt x="1836" y="34457"/>
                    </a:cubicBezTo>
                    <a:cubicBezTo>
                      <a:pt x="1856" y="39275"/>
                      <a:pt x="855" y="44135"/>
                      <a:pt x="1752" y="48869"/>
                    </a:cubicBezTo>
                    <a:cubicBezTo>
                      <a:pt x="2211" y="51226"/>
                      <a:pt x="3108" y="53479"/>
                      <a:pt x="3671" y="55815"/>
                    </a:cubicBezTo>
                    <a:cubicBezTo>
                      <a:pt x="4005" y="57338"/>
                      <a:pt x="4234" y="58881"/>
                      <a:pt x="4339" y="60445"/>
                    </a:cubicBezTo>
                    <a:lnTo>
                      <a:pt x="4339" y="60487"/>
                    </a:lnTo>
                    <a:cubicBezTo>
                      <a:pt x="4359" y="60675"/>
                      <a:pt x="4380" y="60862"/>
                      <a:pt x="4380" y="61071"/>
                    </a:cubicBezTo>
                    <a:cubicBezTo>
                      <a:pt x="4401" y="61154"/>
                      <a:pt x="4401" y="61238"/>
                      <a:pt x="4401" y="61363"/>
                    </a:cubicBezTo>
                    <a:cubicBezTo>
                      <a:pt x="4422" y="61467"/>
                      <a:pt x="4422" y="61551"/>
                      <a:pt x="4422" y="61697"/>
                    </a:cubicBezTo>
                    <a:cubicBezTo>
                      <a:pt x="4443" y="61864"/>
                      <a:pt x="4464" y="62010"/>
                      <a:pt x="4464" y="62176"/>
                    </a:cubicBezTo>
                    <a:cubicBezTo>
                      <a:pt x="4526" y="63345"/>
                      <a:pt x="4589" y="64533"/>
                      <a:pt x="4672" y="65722"/>
                    </a:cubicBezTo>
                    <a:cubicBezTo>
                      <a:pt x="4735" y="66807"/>
                      <a:pt x="4818" y="67912"/>
                      <a:pt x="4964" y="68997"/>
                    </a:cubicBezTo>
                    <a:lnTo>
                      <a:pt x="5131" y="68997"/>
                    </a:lnTo>
                    <a:lnTo>
                      <a:pt x="5507" y="69018"/>
                    </a:lnTo>
                    <a:lnTo>
                      <a:pt x="8072" y="69018"/>
                    </a:lnTo>
                    <a:cubicBezTo>
                      <a:pt x="8176" y="68747"/>
                      <a:pt x="8260" y="68455"/>
                      <a:pt x="8364" y="68183"/>
                    </a:cubicBezTo>
                    <a:cubicBezTo>
                      <a:pt x="8385" y="68100"/>
                      <a:pt x="8385" y="68037"/>
                      <a:pt x="8427" y="67933"/>
                    </a:cubicBezTo>
                    <a:cubicBezTo>
                      <a:pt x="8447" y="67829"/>
                      <a:pt x="8468" y="67725"/>
                      <a:pt x="8510" y="67641"/>
                    </a:cubicBezTo>
                    <a:cubicBezTo>
                      <a:pt x="8531" y="67537"/>
                      <a:pt x="8573" y="67412"/>
                      <a:pt x="8593" y="67307"/>
                    </a:cubicBezTo>
                    <a:cubicBezTo>
                      <a:pt x="8677" y="66932"/>
                      <a:pt x="8739" y="66577"/>
                      <a:pt x="8802" y="66202"/>
                    </a:cubicBezTo>
                    <a:cubicBezTo>
                      <a:pt x="8802" y="66160"/>
                      <a:pt x="8802" y="66139"/>
                      <a:pt x="8802" y="66119"/>
                    </a:cubicBezTo>
                    <a:cubicBezTo>
                      <a:pt x="8823" y="66014"/>
                      <a:pt x="8823" y="65889"/>
                      <a:pt x="8844" y="65785"/>
                    </a:cubicBezTo>
                    <a:cubicBezTo>
                      <a:pt x="8844" y="65743"/>
                      <a:pt x="8844" y="65681"/>
                      <a:pt x="8865" y="65639"/>
                    </a:cubicBezTo>
                    <a:cubicBezTo>
                      <a:pt x="8885" y="65597"/>
                      <a:pt x="8885" y="65555"/>
                      <a:pt x="8885" y="65514"/>
                    </a:cubicBezTo>
                    <a:lnTo>
                      <a:pt x="8885" y="65389"/>
                    </a:lnTo>
                    <a:cubicBezTo>
                      <a:pt x="8906" y="65138"/>
                      <a:pt x="8948" y="64867"/>
                      <a:pt x="8948" y="64617"/>
                    </a:cubicBezTo>
                    <a:cubicBezTo>
                      <a:pt x="9011" y="63470"/>
                      <a:pt x="8969" y="62343"/>
                      <a:pt x="8844" y="61217"/>
                    </a:cubicBezTo>
                    <a:cubicBezTo>
                      <a:pt x="8802" y="60842"/>
                      <a:pt x="8760" y="60466"/>
                      <a:pt x="8698" y="60112"/>
                    </a:cubicBezTo>
                    <a:cubicBezTo>
                      <a:pt x="8656" y="59840"/>
                      <a:pt x="8614" y="59590"/>
                      <a:pt x="8552" y="59319"/>
                    </a:cubicBezTo>
                    <a:cubicBezTo>
                      <a:pt x="8531" y="59194"/>
                      <a:pt x="8510" y="59069"/>
                      <a:pt x="8489" y="58944"/>
                    </a:cubicBezTo>
                    <a:cubicBezTo>
                      <a:pt x="8406" y="58485"/>
                      <a:pt x="8301" y="58047"/>
                      <a:pt x="8197" y="57630"/>
                    </a:cubicBezTo>
                    <a:cubicBezTo>
                      <a:pt x="8114" y="57233"/>
                      <a:pt x="8009" y="56816"/>
                      <a:pt x="7905" y="56420"/>
                    </a:cubicBezTo>
                    <a:cubicBezTo>
                      <a:pt x="7905" y="56420"/>
                      <a:pt x="7905" y="56399"/>
                      <a:pt x="7905" y="56399"/>
                    </a:cubicBezTo>
                    <a:cubicBezTo>
                      <a:pt x="7843" y="56170"/>
                      <a:pt x="7759" y="55898"/>
                      <a:pt x="7697" y="55648"/>
                    </a:cubicBezTo>
                    <a:cubicBezTo>
                      <a:pt x="7634" y="55440"/>
                      <a:pt x="7592" y="55252"/>
                      <a:pt x="7530" y="55064"/>
                    </a:cubicBezTo>
                    <a:cubicBezTo>
                      <a:pt x="6883" y="52832"/>
                      <a:pt x="6153" y="50601"/>
                      <a:pt x="5611" y="48348"/>
                    </a:cubicBezTo>
                    <a:cubicBezTo>
                      <a:pt x="5444" y="47743"/>
                      <a:pt x="5319" y="47138"/>
                      <a:pt x="5194" y="46533"/>
                    </a:cubicBezTo>
                    <a:lnTo>
                      <a:pt x="5131" y="46221"/>
                    </a:lnTo>
                    <a:cubicBezTo>
                      <a:pt x="5110" y="46116"/>
                      <a:pt x="5089" y="46012"/>
                      <a:pt x="5069" y="45908"/>
                    </a:cubicBezTo>
                    <a:cubicBezTo>
                      <a:pt x="4714" y="44135"/>
                      <a:pt x="4464" y="42362"/>
                      <a:pt x="4276" y="40589"/>
                    </a:cubicBezTo>
                    <a:cubicBezTo>
                      <a:pt x="4005" y="37878"/>
                      <a:pt x="3859" y="35145"/>
                      <a:pt x="3775" y="32413"/>
                    </a:cubicBezTo>
                    <a:cubicBezTo>
                      <a:pt x="3775" y="32058"/>
                      <a:pt x="3755" y="31725"/>
                      <a:pt x="3755" y="31391"/>
                    </a:cubicBezTo>
                    <a:lnTo>
                      <a:pt x="3755" y="31224"/>
                    </a:lnTo>
                    <a:cubicBezTo>
                      <a:pt x="3755" y="31203"/>
                      <a:pt x="3755" y="31182"/>
                      <a:pt x="3755" y="31161"/>
                    </a:cubicBezTo>
                    <a:lnTo>
                      <a:pt x="3755" y="31141"/>
                    </a:lnTo>
                    <a:lnTo>
                      <a:pt x="3755" y="30890"/>
                    </a:lnTo>
                    <a:cubicBezTo>
                      <a:pt x="3734" y="30411"/>
                      <a:pt x="3713" y="29889"/>
                      <a:pt x="3713" y="29472"/>
                    </a:cubicBezTo>
                    <a:lnTo>
                      <a:pt x="3713" y="28158"/>
                    </a:lnTo>
                    <a:lnTo>
                      <a:pt x="3713" y="27803"/>
                    </a:lnTo>
                    <a:lnTo>
                      <a:pt x="3713" y="27678"/>
                    </a:lnTo>
                    <a:cubicBezTo>
                      <a:pt x="3713" y="27616"/>
                      <a:pt x="3713" y="27574"/>
                      <a:pt x="3713" y="27532"/>
                    </a:cubicBezTo>
                    <a:lnTo>
                      <a:pt x="3713" y="27178"/>
                    </a:lnTo>
                    <a:cubicBezTo>
                      <a:pt x="3734" y="26531"/>
                      <a:pt x="3734" y="25905"/>
                      <a:pt x="3755" y="25280"/>
                    </a:cubicBezTo>
                    <a:lnTo>
                      <a:pt x="3755" y="25092"/>
                    </a:lnTo>
                    <a:cubicBezTo>
                      <a:pt x="3775" y="24320"/>
                      <a:pt x="3817" y="23528"/>
                      <a:pt x="3838" y="22756"/>
                    </a:cubicBezTo>
                    <a:lnTo>
                      <a:pt x="3838" y="22526"/>
                    </a:lnTo>
                    <a:cubicBezTo>
                      <a:pt x="3880" y="21546"/>
                      <a:pt x="3921" y="20566"/>
                      <a:pt x="3921" y="19585"/>
                    </a:cubicBezTo>
                    <a:lnTo>
                      <a:pt x="3921" y="19398"/>
                    </a:lnTo>
                    <a:cubicBezTo>
                      <a:pt x="3942" y="18271"/>
                      <a:pt x="3942" y="17124"/>
                      <a:pt x="3901" y="15998"/>
                    </a:cubicBezTo>
                    <a:cubicBezTo>
                      <a:pt x="3796" y="13161"/>
                      <a:pt x="3191" y="10596"/>
                      <a:pt x="2586" y="7947"/>
                    </a:cubicBezTo>
                    <a:cubicBezTo>
                      <a:pt x="2524" y="7738"/>
                      <a:pt x="2482" y="7509"/>
                      <a:pt x="2420" y="7280"/>
                    </a:cubicBezTo>
                    <a:cubicBezTo>
                      <a:pt x="2378" y="7071"/>
                      <a:pt x="2315" y="6842"/>
                      <a:pt x="2274" y="6612"/>
                    </a:cubicBezTo>
                    <a:cubicBezTo>
                      <a:pt x="2086" y="5861"/>
                      <a:pt x="1940" y="5090"/>
                      <a:pt x="1773" y="4318"/>
                    </a:cubicBezTo>
                    <a:cubicBezTo>
                      <a:pt x="1502" y="2879"/>
                      <a:pt x="1418" y="1439"/>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1"/>
              <p:cNvSpPr/>
              <p:nvPr/>
            </p:nvSpPr>
            <p:spPr>
              <a:xfrm>
                <a:off x="8414150" y="2180775"/>
                <a:ext cx="200250" cy="1955400"/>
              </a:xfrm>
              <a:custGeom>
                <a:rect b="b" l="l" r="r" t="t"/>
                <a:pathLst>
                  <a:path extrusionOk="0" h="78216" w="8010">
                    <a:moveTo>
                      <a:pt x="2420" y="0"/>
                    </a:moveTo>
                    <a:lnTo>
                      <a:pt x="2420" y="0"/>
                    </a:lnTo>
                    <a:cubicBezTo>
                      <a:pt x="563" y="1606"/>
                      <a:pt x="396" y="4380"/>
                      <a:pt x="375" y="6841"/>
                    </a:cubicBezTo>
                    <a:cubicBezTo>
                      <a:pt x="355" y="9824"/>
                      <a:pt x="375" y="12807"/>
                      <a:pt x="375" y="15789"/>
                    </a:cubicBezTo>
                    <a:lnTo>
                      <a:pt x="375" y="16478"/>
                    </a:lnTo>
                    <a:lnTo>
                      <a:pt x="375" y="17166"/>
                    </a:lnTo>
                    <a:cubicBezTo>
                      <a:pt x="375" y="21171"/>
                      <a:pt x="355" y="25175"/>
                      <a:pt x="250" y="29180"/>
                    </a:cubicBezTo>
                    <a:cubicBezTo>
                      <a:pt x="229" y="29680"/>
                      <a:pt x="209" y="30181"/>
                      <a:pt x="188" y="30682"/>
                    </a:cubicBezTo>
                    <a:cubicBezTo>
                      <a:pt x="188" y="30828"/>
                      <a:pt x="209" y="30953"/>
                      <a:pt x="188" y="31120"/>
                    </a:cubicBezTo>
                    <a:cubicBezTo>
                      <a:pt x="188" y="31266"/>
                      <a:pt x="188" y="31391"/>
                      <a:pt x="188" y="31516"/>
                    </a:cubicBezTo>
                    <a:cubicBezTo>
                      <a:pt x="83" y="34603"/>
                      <a:pt x="0" y="37669"/>
                      <a:pt x="21" y="40735"/>
                    </a:cubicBezTo>
                    <a:lnTo>
                      <a:pt x="21" y="41444"/>
                    </a:lnTo>
                    <a:cubicBezTo>
                      <a:pt x="42" y="41757"/>
                      <a:pt x="42" y="42049"/>
                      <a:pt x="42" y="42341"/>
                    </a:cubicBezTo>
                    <a:cubicBezTo>
                      <a:pt x="83" y="44677"/>
                      <a:pt x="209" y="46992"/>
                      <a:pt x="459" y="49307"/>
                    </a:cubicBezTo>
                    <a:cubicBezTo>
                      <a:pt x="521" y="49787"/>
                      <a:pt x="584" y="50308"/>
                      <a:pt x="626" y="50767"/>
                    </a:cubicBezTo>
                    <a:cubicBezTo>
                      <a:pt x="688" y="51226"/>
                      <a:pt x="751" y="51664"/>
                      <a:pt x="834" y="52123"/>
                    </a:cubicBezTo>
                    <a:cubicBezTo>
                      <a:pt x="939" y="52853"/>
                      <a:pt x="1064" y="53583"/>
                      <a:pt x="1189" y="54292"/>
                    </a:cubicBezTo>
                    <a:cubicBezTo>
                      <a:pt x="1481" y="55836"/>
                      <a:pt x="1836" y="57379"/>
                      <a:pt x="2148" y="58902"/>
                    </a:cubicBezTo>
                    <a:cubicBezTo>
                      <a:pt x="2190" y="59048"/>
                      <a:pt x="2211" y="59194"/>
                      <a:pt x="2232" y="59319"/>
                    </a:cubicBezTo>
                    <a:cubicBezTo>
                      <a:pt x="2253" y="59402"/>
                      <a:pt x="2274" y="59465"/>
                      <a:pt x="2274" y="59527"/>
                    </a:cubicBezTo>
                    <a:cubicBezTo>
                      <a:pt x="2336" y="59819"/>
                      <a:pt x="2399" y="60111"/>
                      <a:pt x="2440" y="60403"/>
                    </a:cubicBezTo>
                    <a:cubicBezTo>
                      <a:pt x="2545" y="60967"/>
                      <a:pt x="2649" y="61530"/>
                      <a:pt x="2732" y="62093"/>
                    </a:cubicBezTo>
                    <a:cubicBezTo>
                      <a:pt x="2774" y="62385"/>
                      <a:pt x="2816" y="62677"/>
                      <a:pt x="2837" y="62990"/>
                    </a:cubicBezTo>
                    <a:lnTo>
                      <a:pt x="2837" y="63011"/>
                    </a:lnTo>
                    <a:cubicBezTo>
                      <a:pt x="2878" y="63261"/>
                      <a:pt x="2899" y="63490"/>
                      <a:pt x="2920" y="63720"/>
                    </a:cubicBezTo>
                    <a:cubicBezTo>
                      <a:pt x="3045" y="65076"/>
                      <a:pt x="3087" y="66452"/>
                      <a:pt x="3150" y="67808"/>
                    </a:cubicBezTo>
                    <a:cubicBezTo>
                      <a:pt x="3170" y="68246"/>
                      <a:pt x="3170" y="68663"/>
                      <a:pt x="3191" y="69080"/>
                    </a:cubicBezTo>
                    <a:lnTo>
                      <a:pt x="3191" y="69226"/>
                    </a:lnTo>
                    <a:cubicBezTo>
                      <a:pt x="3212" y="69727"/>
                      <a:pt x="3233" y="70206"/>
                      <a:pt x="3275" y="70707"/>
                    </a:cubicBezTo>
                    <a:cubicBezTo>
                      <a:pt x="3337" y="72105"/>
                      <a:pt x="3504" y="73502"/>
                      <a:pt x="3754" y="74879"/>
                    </a:cubicBezTo>
                    <a:cubicBezTo>
                      <a:pt x="3859" y="75421"/>
                      <a:pt x="3984" y="75963"/>
                      <a:pt x="4151" y="76505"/>
                    </a:cubicBezTo>
                    <a:cubicBezTo>
                      <a:pt x="4318" y="77089"/>
                      <a:pt x="4526" y="77653"/>
                      <a:pt x="4776" y="78216"/>
                    </a:cubicBezTo>
                    <a:lnTo>
                      <a:pt x="7196" y="78216"/>
                    </a:lnTo>
                    <a:cubicBezTo>
                      <a:pt x="7196" y="78195"/>
                      <a:pt x="7196" y="78195"/>
                      <a:pt x="7196" y="78174"/>
                    </a:cubicBezTo>
                    <a:cubicBezTo>
                      <a:pt x="7238" y="78091"/>
                      <a:pt x="7259" y="77986"/>
                      <a:pt x="7279" y="77882"/>
                    </a:cubicBezTo>
                    <a:cubicBezTo>
                      <a:pt x="7279" y="77861"/>
                      <a:pt x="7300" y="77819"/>
                      <a:pt x="7300" y="77799"/>
                    </a:cubicBezTo>
                    <a:cubicBezTo>
                      <a:pt x="7300" y="77778"/>
                      <a:pt x="7321" y="77736"/>
                      <a:pt x="7321" y="77715"/>
                    </a:cubicBezTo>
                    <a:cubicBezTo>
                      <a:pt x="7321" y="77694"/>
                      <a:pt x="7321" y="77694"/>
                      <a:pt x="7321" y="77694"/>
                    </a:cubicBezTo>
                    <a:cubicBezTo>
                      <a:pt x="7342" y="77632"/>
                      <a:pt x="7342" y="77611"/>
                      <a:pt x="7363" y="77527"/>
                    </a:cubicBezTo>
                    <a:cubicBezTo>
                      <a:pt x="7384" y="77423"/>
                      <a:pt x="7405" y="77340"/>
                      <a:pt x="7425" y="77235"/>
                    </a:cubicBezTo>
                    <a:cubicBezTo>
                      <a:pt x="7446" y="77131"/>
                      <a:pt x="7467" y="77048"/>
                      <a:pt x="7488" y="76923"/>
                    </a:cubicBezTo>
                    <a:cubicBezTo>
                      <a:pt x="7509" y="76797"/>
                      <a:pt x="7551" y="76693"/>
                      <a:pt x="7571" y="76568"/>
                    </a:cubicBezTo>
                    <a:cubicBezTo>
                      <a:pt x="7634" y="76234"/>
                      <a:pt x="7676" y="75901"/>
                      <a:pt x="7717" y="75567"/>
                    </a:cubicBezTo>
                    <a:cubicBezTo>
                      <a:pt x="7759" y="75337"/>
                      <a:pt x="7801" y="75108"/>
                      <a:pt x="7822" y="74879"/>
                    </a:cubicBezTo>
                    <a:cubicBezTo>
                      <a:pt x="7884" y="74336"/>
                      <a:pt x="7926" y="73794"/>
                      <a:pt x="7968" y="73231"/>
                    </a:cubicBezTo>
                    <a:cubicBezTo>
                      <a:pt x="8009" y="72501"/>
                      <a:pt x="8009" y="71771"/>
                      <a:pt x="8009" y="71020"/>
                    </a:cubicBezTo>
                    <a:cubicBezTo>
                      <a:pt x="8009" y="70770"/>
                      <a:pt x="8009" y="70498"/>
                      <a:pt x="7989" y="70248"/>
                    </a:cubicBezTo>
                    <a:cubicBezTo>
                      <a:pt x="7989" y="70081"/>
                      <a:pt x="7968" y="69914"/>
                      <a:pt x="7968" y="69748"/>
                    </a:cubicBezTo>
                    <a:lnTo>
                      <a:pt x="7968" y="69560"/>
                    </a:lnTo>
                    <a:cubicBezTo>
                      <a:pt x="7968" y="69539"/>
                      <a:pt x="7968" y="69518"/>
                      <a:pt x="7968" y="69497"/>
                    </a:cubicBezTo>
                    <a:cubicBezTo>
                      <a:pt x="7926" y="68913"/>
                      <a:pt x="7905" y="68308"/>
                      <a:pt x="7843" y="67704"/>
                    </a:cubicBezTo>
                    <a:cubicBezTo>
                      <a:pt x="7822" y="67537"/>
                      <a:pt x="7801" y="67370"/>
                      <a:pt x="7801" y="67203"/>
                    </a:cubicBezTo>
                    <a:cubicBezTo>
                      <a:pt x="7780" y="67057"/>
                      <a:pt x="7780" y="66890"/>
                      <a:pt x="7759" y="66744"/>
                    </a:cubicBezTo>
                    <a:cubicBezTo>
                      <a:pt x="7613" y="65180"/>
                      <a:pt x="7405" y="63616"/>
                      <a:pt x="7196" y="62051"/>
                    </a:cubicBezTo>
                    <a:cubicBezTo>
                      <a:pt x="7175" y="61905"/>
                      <a:pt x="7154" y="61759"/>
                      <a:pt x="7133" y="61613"/>
                    </a:cubicBezTo>
                    <a:cubicBezTo>
                      <a:pt x="7113" y="61509"/>
                      <a:pt x="7092" y="61405"/>
                      <a:pt x="7092" y="61321"/>
                    </a:cubicBezTo>
                    <a:cubicBezTo>
                      <a:pt x="7050" y="61071"/>
                      <a:pt x="7029" y="60841"/>
                      <a:pt x="6987" y="60591"/>
                    </a:cubicBezTo>
                    <a:cubicBezTo>
                      <a:pt x="6841" y="59444"/>
                      <a:pt x="6695" y="58297"/>
                      <a:pt x="6570" y="57171"/>
                    </a:cubicBezTo>
                    <a:cubicBezTo>
                      <a:pt x="6362" y="55147"/>
                      <a:pt x="6216" y="53124"/>
                      <a:pt x="6111" y="51080"/>
                    </a:cubicBezTo>
                    <a:cubicBezTo>
                      <a:pt x="6090" y="50454"/>
                      <a:pt x="6070" y="49787"/>
                      <a:pt x="6049" y="49140"/>
                    </a:cubicBezTo>
                    <a:lnTo>
                      <a:pt x="6049" y="49015"/>
                    </a:lnTo>
                    <a:cubicBezTo>
                      <a:pt x="6007" y="47493"/>
                      <a:pt x="5986" y="45949"/>
                      <a:pt x="5986" y="44427"/>
                    </a:cubicBezTo>
                    <a:cubicBezTo>
                      <a:pt x="5965" y="42466"/>
                      <a:pt x="5986" y="40526"/>
                      <a:pt x="5986" y="38587"/>
                    </a:cubicBezTo>
                    <a:lnTo>
                      <a:pt x="5986" y="38441"/>
                    </a:lnTo>
                    <a:cubicBezTo>
                      <a:pt x="6007" y="36730"/>
                      <a:pt x="6007" y="35020"/>
                      <a:pt x="6007" y="33310"/>
                    </a:cubicBezTo>
                    <a:lnTo>
                      <a:pt x="6007" y="33226"/>
                    </a:lnTo>
                    <a:lnTo>
                      <a:pt x="6007" y="32705"/>
                    </a:lnTo>
                    <a:lnTo>
                      <a:pt x="6007" y="32058"/>
                    </a:lnTo>
                    <a:cubicBezTo>
                      <a:pt x="5986" y="31036"/>
                      <a:pt x="5986" y="29993"/>
                      <a:pt x="5944" y="28971"/>
                    </a:cubicBezTo>
                    <a:cubicBezTo>
                      <a:pt x="5944" y="28658"/>
                      <a:pt x="5924" y="28366"/>
                      <a:pt x="5924" y="28053"/>
                    </a:cubicBezTo>
                    <a:cubicBezTo>
                      <a:pt x="5924" y="27782"/>
                      <a:pt x="5903" y="27532"/>
                      <a:pt x="5903" y="27261"/>
                    </a:cubicBezTo>
                    <a:cubicBezTo>
                      <a:pt x="5882" y="26969"/>
                      <a:pt x="5882" y="26677"/>
                      <a:pt x="5861" y="26385"/>
                    </a:cubicBezTo>
                    <a:cubicBezTo>
                      <a:pt x="5861" y="26260"/>
                      <a:pt x="5861" y="26093"/>
                      <a:pt x="5840" y="26009"/>
                    </a:cubicBezTo>
                    <a:cubicBezTo>
                      <a:pt x="5819" y="25926"/>
                      <a:pt x="5819" y="25843"/>
                      <a:pt x="5819" y="25759"/>
                    </a:cubicBezTo>
                    <a:lnTo>
                      <a:pt x="5819" y="25592"/>
                    </a:lnTo>
                    <a:cubicBezTo>
                      <a:pt x="5673" y="22443"/>
                      <a:pt x="5340" y="19314"/>
                      <a:pt x="4818" y="16186"/>
                    </a:cubicBezTo>
                    <a:cubicBezTo>
                      <a:pt x="4756" y="15914"/>
                      <a:pt x="4714" y="15643"/>
                      <a:pt x="4651" y="15351"/>
                    </a:cubicBezTo>
                    <a:cubicBezTo>
                      <a:pt x="4610" y="15122"/>
                      <a:pt x="4568" y="14872"/>
                      <a:pt x="4505" y="14621"/>
                    </a:cubicBezTo>
                    <a:cubicBezTo>
                      <a:pt x="4338" y="13766"/>
                      <a:pt x="4151" y="12911"/>
                      <a:pt x="3942" y="12056"/>
                    </a:cubicBezTo>
                    <a:cubicBezTo>
                      <a:pt x="2941" y="8093"/>
                      <a:pt x="1481" y="3984"/>
                      <a:pt x="2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1"/>
              <p:cNvSpPr/>
              <p:nvPr/>
            </p:nvSpPr>
            <p:spPr>
              <a:xfrm>
                <a:off x="8548675" y="2808575"/>
                <a:ext cx="156450" cy="1327075"/>
              </a:xfrm>
              <a:custGeom>
                <a:rect b="b" l="l" r="r" t="t"/>
                <a:pathLst>
                  <a:path extrusionOk="0" h="53083" w="6258">
                    <a:moveTo>
                      <a:pt x="2816" y="1"/>
                    </a:moveTo>
                    <a:cubicBezTo>
                      <a:pt x="2795" y="42"/>
                      <a:pt x="2774" y="63"/>
                      <a:pt x="2754" y="105"/>
                    </a:cubicBezTo>
                    <a:cubicBezTo>
                      <a:pt x="2754" y="126"/>
                      <a:pt x="2733" y="126"/>
                      <a:pt x="2733" y="147"/>
                    </a:cubicBezTo>
                    <a:cubicBezTo>
                      <a:pt x="2691" y="251"/>
                      <a:pt x="2649" y="334"/>
                      <a:pt x="2608" y="439"/>
                    </a:cubicBezTo>
                    <a:cubicBezTo>
                      <a:pt x="2190" y="1356"/>
                      <a:pt x="1857" y="2316"/>
                      <a:pt x="1565" y="3275"/>
                    </a:cubicBezTo>
                    <a:cubicBezTo>
                      <a:pt x="1544" y="3379"/>
                      <a:pt x="1523" y="3463"/>
                      <a:pt x="1481" y="3567"/>
                    </a:cubicBezTo>
                    <a:lnTo>
                      <a:pt x="1419" y="3859"/>
                    </a:lnTo>
                    <a:cubicBezTo>
                      <a:pt x="1273" y="4402"/>
                      <a:pt x="1147" y="4923"/>
                      <a:pt x="1043" y="5465"/>
                    </a:cubicBezTo>
                    <a:cubicBezTo>
                      <a:pt x="939" y="5966"/>
                      <a:pt x="855" y="6487"/>
                      <a:pt x="772" y="7009"/>
                    </a:cubicBezTo>
                    <a:cubicBezTo>
                      <a:pt x="730" y="7342"/>
                      <a:pt x="689" y="7697"/>
                      <a:pt x="647" y="8052"/>
                    </a:cubicBezTo>
                    <a:lnTo>
                      <a:pt x="647" y="8198"/>
                    </a:lnTo>
                    <a:cubicBezTo>
                      <a:pt x="563" y="8865"/>
                      <a:pt x="522" y="9553"/>
                      <a:pt x="480" y="10242"/>
                    </a:cubicBezTo>
                    <a:cubicBezTo>
                      <a:pt x="438" y="11264"/>
                      <a:pt x="417" y="12265"/>
                      <a:pt x="417" y="13287"/>
                    </a:cubicBezTo>
                    <a:lnTo>
                      <a:pt x="417" y="13495"/>
                    </a:lnTo>
                    <a:cubicBezTo>
                      <a:pt x="417" y="14121"/>
                      <a:pt x="438" y="14768"/>
                      <a:pt x="459" y="15393"/>
                    </a:cubicBezTo>
                    <a:cubicBezTo>
                      <a:pt x="501" y="16687"/>
                      <a:pt x="543" y="17959"/>
                      <a:pt x="605" y="19294"/>
                    </a:cubicBezTo>
                    <a:cubicBezTo>
                      <a:pt x="668" y="20629"/>
                      <a:pt x="709" y="21964"/>
                      <a:pt x="730" y="23257"/>
                    </a:cubicBezTo>
                    <a:lnTo>
                      <a:pt x="730" y="25968"/>
                    </a:lnTo>
                    <a:cubicBezTo>
                      <a:pt x="730" y="26656"/>
                      <a:pt x="709" y="27366"/>
                      <a:pt x="689" y="28075"/>
                    </a:cubicBezTo>
                    <a:cubicBezTo>
                      <a:pt x="605" y="31558"/>
                      <a:pt x="376" y="35041"/>
                      <a:pt x="271" y="38545"/>
                    </a:cubicBezTo>
                    <a:cubicBezTo>
                      <a:pt x="251" y="38775"/>
                      <a:pt x="251" y="39004"/>
                      <a:pt x="251" y="39234"/>
                    </a:cubicBezTo>
                    <a:cubicBezTo>
                      <a:pt x="251" y="39234"/>
                      <a:pt x="251" y="39254"/>
                      <a:pt x="251" y="39275"/>
                    </a:cubicBezTo>
                    <a:lnTo>
                      <a:pt x="251" y="39317"/>
                    </a:lnTo>
                    <a:cubicBezTo>
                      <a:pt x="230" y="39463"/>
                      <a:pt x="251" y="39609"/>
                      <a:pt x="230" y="39734"/>
                    </a:cubicBezTo>
                    <a:cubicBezTo>
                      <a:pt x="230" y="39838"/>
                      <a:pt x="230" y="39943"/>
                      <a:pt x="230" y="40047"/>
                    </a:cubicBezTo>
                    <a:lnTo>
                      <a:pt x="230" y="40235"/>
                    </a:lnTo>
                    <a:cubicBezTo>
                      <a:pt x="188" y="40819"/>
                      <a:pt x="167" y="41465"/>
                      <a:pt x="125" y="42133"/>
                    </a:cubicBezTo>
                    <a:cubicBezTo>
                      <a:pt x="105" y="42237"/>
                      <a:pt x="125" y="42320"/>
                      <a:pt x="105" y="42425"/>
                    </a:cubicBezTo>
                    <a:cubicBezTo>
                      <a:pt x="105" y="42529"/>
                      <a:pt x="105" y="42654"/>
                      <a:pt x="105" y="42758"/>
                    </a:cubicBezTo>
                    <a:cubicBezTo>
                      <a:pt x="42" y="43843"/>
                      <a:pt x="0" y="44969"/>
                      <a:pt x="0" y="46096"/>
                    </a:cubicBezTo>
                    <a:cubicBezTo>
                      <a:pt x="21" y="46367"/>
                      <a:pt x="21" y="46638"/>
                      <a:pt x="21" y="46930"/>
                    </a:cubicBezTo>
                    <a:cubicBezTo>
                      <a:pt x="42" y="47410"/>
                      <a:pt x="63" y="47910"/>
                      <a:pt x="105" y="48348"/>
                    </a:cubicBezTo>
                    <a:cubicBezTo>
                      <a:pt x="146" y="48786"/>
                      <a:pt x="188" y="49224"/>
                      <a:pt x="251" y="49662"/>
                    </a:cubicBezTo>
                    <a:cubicBezTo>
                      <a:pt x="251" y="49683"/>
                      <a:pt x="251" y="49683"/>
                      <a:pt x="251" y="49704"/>
                    </a:cubicBezTo>
                    <a:cubicBezTo>
                      <a:pt x="313" y="50079"/>
                      <a:pt x="376" y="50434"/>
                      <a:pt x="459" y="50809"/>
                    </a:cubicBezTo>
                    <a:cubicBezTo>
                      <a:pt x="501" y="51018"/>
                      <a:pt x="563" y="51268"/>
                      <a:pt x="626" y="51456"/>
                    </a:cubicBezTo>
                    <a:cubicBezTo>
                      <a:pt x="668" y="51644"/>
                      <a:pt x="730" y="51811"/>
                      <a:pt x="793" y="51998"/>
                    </a:cubicBezTo>
                    <a:cubicBezTo>
                      <a:pt x="814" y="52082"/>
                      <a:pt x="855" y="52165"/>
                      <a:pt x="897" y="52249"/>
                    </a:cubicBezTo>
                    <a:cubicBezTo>
                      <a:pt x="918" y="52332"/>
                      <a:pt x="939" y="52415"/>
                      <a:pt x="981" y="52478"/>
                    </a:cubicBezTo>
                    <a:cubicBezTo>
                      <a:pt x="1043" y="52645"/>
                      <a:pt x="1127" y="52833"/>
                      <a:pt x="1210" y="52999"/>
                    </a:cubicBezTo>
                    <a:cubicBezTo>
                      <a:pt x="1210" y="52999"/>
                      <a:pt x="1210" y="53020"/>
                      <a:pt x="1231" y="53020"/>
                    </a:cubicBezTo>
                    <a:lnTo>
                      <a:pt x="1252" y="53083"/>
                    </a:lnTo>
                    <a:lnTo>
                      <a:pt x="2920" y="53083"/>
                    </a:lnTo>
                    <a:cubicBezTo>
                      <a:pt x="3129" y="53083"/>
                      <a:pt x="3358" y="53062"/>
                      <a:pt x="3567" y="53062"/>
                    </a:cubicBezTo>
                    <a:lnTo>
                      <a:pt x="3630" y="52895"/>
                    </a:lnTo>
                    <a:cubicBezTo>
                      <a:pt x="3650" y="52833"/>
                      <a:pt x="3671" y="52770"/>
                      <a:pt x="3692" y="52707"/>
                    </a:cubicBezTo>
                    <a:cubicBezTo>
                      <a:pt x="3713" y="52624"/>
                      <a:pt x="3734" y="52541"/>
                      <a:pt x="3755" y="52478"/>
                    </a:cubicBezTo>
                    <a:cubicBezTo>
                      <a:pt x="3984" y="51602"/>
                      <a:pt x="4172" y="50705"/>
                      <a:pt x="4318" y="49808"/>
                    </a:cubicBezTo>
                    <a:cubicBezTo>
                      <a:pt x="4547" y="48369"/>
                      <a:pt x="4672" y="47013"/>
                      <a:pt x="4777" y="46471"/>
                    </a:cubicBezTo>
                    <a:cubicBezTo>
                      <a:pt x="4860" y="45929"/>
                      <a:pt x="4944" y="45386"/>
                      <a:pt x="5006" y="44844"/>
                    </a:cubicBezTo>
                    <a:cubicBezTo>
                      <a:pt x="5048" y="44594"/>
                      <a:pt x="5090" y="44364"/>
                      <a:pt x="5131" y="44072"/>
                    </a:cubicBezTo>
                    <a:cubicBezTo>
                      <a:pt x="5173" y="43760"/>
                      <a:pt x="5215" y="43488"/>
                      <a:pt x="5236" y="43176"/>
                    </a:cubicBezTo>
                    <a:cubicBezTo>
                      <a:pt x="5528" y="41152"/>
                      <a:pt x="5736" y="39129"/>
                      <a:pt x="5903" y="37085"/>
                    </a:cubicBezTo>
                    <a:cubicBezTo>
                      <a:pt x="5924" y="36835"/>
                      <a:pt x="5945" y="36605"/>
                      <a:pt x="5966" y="36376"/>
                    </a:cubicBezTo>
                    <a:cubicBezTo>
                      <a:pt x="5986" y="36126"/>
                      <a:pt x="5986" y="35896"/>
                      <a:pt x="6007" y="35646"/>
                    </a:cubicBezTo>
                    <a:cubicBezTo>
                      <a:pt x="6174" y="33289"/>
                      <a:pt x="6258" y="30932"/>
                      <a:pt x="6237" y="28554"/>
                    </a:cubicBezTo>
                    <a:cubicBezTo>
                      <a:pt x="6237" y="28262"/>
                      <a:pt x="6237" y="27991"/>
                      <a:pt x="6174" y="27678"/>
                    </a:cubicBezTo>
                    <a:lnTo>
                      <a:pt x="6174" y="27407"/>
                    </a:lnTo>
                    <a:cubicBezTo>
                      <a:pt x="6174" y="27199"/>
                      <a:pt x="6174" y="26990"/>
                      <a:pt x="6174" y="26782"/>
                    </a:cubicBezTo>
                    <a:lnTo>
                      <a:pt x="6174" y="26469"/>
                    </a:lnTo>
                    <a:cubicBezTo>
                      <a:pt x="6153" y="26135"/>
                      <a:pt x="6153" y="25801"/>
                      <a:pt x="6132" y="25468"/>
                    </a:cubicBezTo>
                    <a:lnTo>
                      <a:pt x="6132" y="25363"/>
                    </a:lnTo>
                    <a:cubicBezTo>
                      <a:pt x="6049" y="23507"/>
                      <a:pt x="5903" y="21651"/>
                      <a:pt x="5674" y="19815"/>
                    </a:cubicBezTo>
                    <a:lnTo>
                      <a:pt x="5674" y="19690"/>
                    </a:lnTo>
                    <a:cubicBezTo>
                      <a:pt x="5590" y="18939"/>
                      <a:pt x="5486" y="18209"/>
                      <a:pt x="5382" y="17458"/>
                    </a:cubicBezTo>
                    <a:lnTo>
                      <a:pt x="5382" y="17437"/>
                    </a:lnTo>
                    <a:lnTo>
                      <a:pt x="5319" y="17145"/>
                    </a:lnTo>
                    <a:cubicBezTo>
                      <a:pt x="4964" y="14809"/>
                      <a:pt x="4485" y="12473"/>
                      <a:pt x="4047" y="10137"/>
                    </a:cubicBezTo>
                    <a:cubicBezTo>
                      <a:pt x="3963" y="9658"/>
                      <a:pt x="3859" y="9199"/>
                      <a:pt x="3776" y="8719"/>
                    </a:cubicBezTo>
                    <a:cubicBezTo>
                      <a:pt x="3671" y="8135"/>
                      <a:pt x="3588" y="7551"/>
                      <a:pt x="3484" y="6967"/>
                    </a:cubicBezTo>
                    <a:cubicBezTo>
                      <a:pt x="3233" y="5403"/>
                      <a:pt x="3025" y="3838"/>
                      <a:pt x="2900" y="2274"/>
                    </a:cubicBezTo>
                    <a:cubicBezTo>
                      <a:pt x="2879" y="1815"/>
                      <a:pt x="2858" y="1335"/>
                      <a:pt x="2837" y="856"/>
                    </a:cubicBezTo>
                    <a:cubicBezTo>
                      <a:pt x="2816" y="585"/>
                      <a:pt x="2816" y="293"/>
                      <a:pt x="28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1"/>
              <p:cNvSpPr/>
              <p:nvPr/>
            </p:nvSpPr>
            <p:spPr>
              <a:xfrm>
                <a:off x="8494450" y="2310075"/>
                <a:ext cx="176275" cy="1825075"/>
              </a:xfrm>
              <a:custGeom>
                <a:rect b="b" l="l" r="r" t="t"/>
                <a:pathLst>
                  <a:path extrusionOk="0" h="73003" w="7051">
                    <a:moveTo>
                      <a:pt x="4318" y="1"/>
                    </a:moveTo>
                    <a:lnTo>
                      <a:pt x="4318" y="1"/>
                    </a:lnTo>
                    <a:cubicBezTo>
                      <a:pt x="2399" y="2295"/>
                      <a:pt x="1690" y="5361"/>
                      <a:pt x="1523" y="8323"/>
                    </a:cubicBezTo>
                    <a:cubicBezTo>
                      <a:pt x="1481" y="8698"/>
                      <a:pt x="1460" y="9074"/>
                      <a:pt x="1460" y="9470"/>
                    </a:cubicBezTo>
                    <a:lnTo>
                      <a:pt x="1460" y="9491"/>
                    </a:lnTo>
                    <a:cubicBezTo>
                      <a:pt x="1460" y="9720"/>
                      <a:pt x="1460" y="9971"/>
                      <a:pt x="1460" y="10221"/>
                    </a:cubicBezTo>
                    <a:lnTo>
                      <a:pt x="1460" y="11097"/>
                    </a:lnTo>
                    <a:cubicBezTo>
                      <a:pt x="1481" y="13141"/>
                      <a:pt x="1585" y="15206"/>
                      <a:pt x="1481" y="17250"/>
                    </a:cubicBezTo>
                    <a:cubicBezTo>
                      <a:pt x="1335" y="20107"/>
                      <a:pt x="772" y="22902"/>
                      <a:pt x="417" y="25739"/>
                    </a:cubicBezTo>
                    <a:cubicBezTo>
                      <a:pt x="0" y="28888"/>
                      <a:pt x="21" y="31954"/>
                      <a:pt x="167" y="35000"/>
                    </a:cubicBezTo>
                    <a:cubicBezTo>
                      <a:pt x="209" y="35813"/>
                      <a:pt x="250" y="36627"/>
                      <a:pt x="292" y="37419"/>
                    </a:cubicBezTo>
                    <a:cubicBezTo>
                      <a:pt x="313" y="37711"/>
                      <a:pt x="334" y="38003"/>
                      <a:pt x="355" y="38316"/>
                    </a:cubicBezTo>
                    <a:cubicBezTo>
                      <a:pt x="376" y="38837"/>
                      <a:pt x="417" y="39359"/>
                      <a:pt x="438" y="39880"/>
                    </a:cubicBezTo>
                    <a:cubicBezTo>
                      <a:pt x="459" y="40297"/>
                      <a:pt x="480" y="40715"/>
                      <a:pt x="501" y="41111"/>
                    </a:cubicBezTo>
                    <a:cubicBezTo>
                      <a:pt x="605" y="43009"/>
                      <a:pt x="668" y="44907"/>
                      <a:pt x="605" y="46826"/>
                    </a:cubicBezTo>
                    <a:lnTo>
                      <a:pt x="605" y="47222"/>
                    </a:lnTo>
                    <a:lnTo>
                      <a:pt x="605" y="47243"/>
                    </a:lnTo>
                    <a:lnTo>
                      <a:pt x="605" y="47827"/>
                    </a:lnTo>
                    <a:lnTo>
                      <a:pt x="626" y="48307"/>
                    </a:lnTo>
                    <a:cubicBezTo>
                      <a:pt x="730" y="50142"/>
                      <a:pt x="980" y="51957"/>
                      <a:pt x="1356" y="53751"/>
                    </a:cubicBezTo>
                    <a:cubicBezTo>
                      <a:pt x="1377" y="53813"/>
                      <a:pt x="1377" y="53876"/>
                      <a:pt x="1398" y="53959"/>
                    </a:cubicBezTo>
                    <a:cubicBezTo>
                      <a:pt x="1731" y="55649"/>
                      <a:pt x="2107" y="57338"/>
                      <a:pt x="2420" y="59048"/>
                    </a:cubicBezTo>
                    <a:lnTo>
                      <a:pt x="2420" y="59069"/>
                    </a:lnTo>
                    <a:cubicBezTo>
                      <a:pt x="2420" y="59111"/>
                      <a:pt x="2440" y="59174"/>
                      <a:pt x="2440" y="59215"/>
                    </a:cubicBezTo>
                    <a:cubicBezTo>
                      <a:pt x="2503" y="59632"/>
                      <a:pt x="2566" y="60029"/>
                      <a:pt x="2628" y="60425"/>
                    </a:cubicBezTo>
                    <a:cubicBezTo>
                      <a:pt x="2628" y="60446"/>
                      <a:pt x="2628" y="60446"/>
                      <a:pt x="2628" y="60446"/>
                    </a:cubicBezTo>
                    <a:cubicBezTo>
                      <a:pt x="2691" y="60863"/>
                      <a:pt x="2732" y="61280"/>
                      <a:pt x="2795" y="61697"/>
                    </a:cubicBezTo>
                    <a:cubicBezTo>
                      <a:pt x="2878" y="62511"/>
                      <a:pt x="2920" y="63345"/>
                      <a:pt x="2920" y="64158"/>
                    </a:cubicBezTo>
                    <a:lnTo>
                      <a:pt x="2920" y="65076"/>
                    </a:lnTo>
                    <a:lnTo>
                      <a:pt x="2920" y="65097"/>
                    </a:lnTo>
                    <a:lnTo>
                      <a:pt x="2920" y="65514"/>
                    </a:lnTo>
                    <a:lnTo>
                      <a:pt x="2920" y="65973"/>
                    </a:lnTo>
                    <a:cubicBezTo>
                      <a:pt x="2878" y="67204"/>
                      <a:pt x="2878" y="68413"/>
                      <a:pt x="2941" y="69623"/>
                    </a:cubicBezTo>
                    <a:cubicBezTo>
                      <a:pt x="2983" y="70186"/>
                      <a:pt x="3066" y="70749"/>
                      <a:pt x="3170" y="71292"/>
                    </a:cubicBezTo>
                    <a:cubicBezTo>
                      <a:pt x="3212" y="71417"/>
                      <a:pt x="3233" y="71521"/>
                      <a:pt x="3254" y="71625"/>
                    </a:cubicBezTo>
                    <a:cubicBezTo>
                      <a:pt x="3275" y="71730"/>
                      <a:pt x="3316" y="71834"/>
                      <a:pt x="3337" y="71917"/>
                    </a:cubicBezTo>
                    <a:cubicBezTo>
                      <a:pt x="3379" y="72063"/>
                      <a:pt x="3421" y="72209"/>
                      <a:pt x="3462" y="72355"/>
                    </a:cubicBezTo>
                    <a:cubicBezTo>
                      <a:pt x="3483" y="72418"/>
                      <a:pt x="3504" y="72501"/>
                      <a:pt x="3546" y="72564"/>
                    </a:cubicBezTo>
                    <a:cubicBezTo>
                      <a:pt x="3567" y="72627"/>
                      <a:pt x="3588" y="72668"/>
                      <a:pt x="3629" y="72731"/>
                    </a:cubicBezTo>
                    <a:cubicBezTo>
                      <a:pt x="3650" y="72773"/>
                      <a:pt x="3671" y="72814"/>
                      <a:pt x="3713" y="72856"/>
                    </a:cubicBezTo>
                    <a:cubicBezTo>
                      <a:pt x="3734" y="72898"/>
                      <a:pt x="3755" y="72919"/>
                      <a:pt x="3775" y="72939"/>
                    </a:cubicBezTo>
                    <a:cubicBezTo>
                      <a:pt x="3796" y="72960"/>
                      <a:pt x="3817" y="72981"/>
                      <a:pt x="3838" y="73002"/>
                    </a:cubicBezTo>
                    <a:lnTo>
                      <a:pt x="4881" y="73002"/>
                    </a:lnTo>
                    <a:lnTo>
                      <a:pt x="4943" y="72960"/>
                    </a:lnTo>
                    <a:cubicBezTo>
                      <a:pt x="5215" y="72731"/>
                      <a:pt x="5423" y="72460"/>
                      <a:pt x="5569" y="72147"/>
                    </a:cubicBezTo>
                    <a:cubicBezTo>
                      <a:pt x="5611" y="72063"/>
                      <a:pt x="5632" y="72001"/>
                      <a:pt x="5673" y="71917"/>
                    </a:cubicBezTo>
                    <a:cubicBezTo>
                      <a:pt x="5694" y="71834"/>
                      <a:pt x="5736" y="71751"/>
                      <a:pt x="5757" y="71667"/>
                    </a:cubicBezTo>
                    <a:cubicBezTo>
                      <a:pt x="5778" y="71605"/>
                      <a:pt x="5799" y="71542"/>
                      <a:pt x="5799" y="71500"/>
                    </a:cubicBezTo>
                    <a:cubicBezTo>
                      <a:pt x="5945" y="70916"/>
                      <a:pt x="6070" y="70311"/>
                      <a:pt x="6195" y="69707"/>
                    </a:cubicBezTo>
                    <a:cubicBezTo>
                      <a:pt x="6403" y="68559"/>
                      <a:pt x="6570" y="67371"/>
                      <a:pt x="6716" y="66202"/>
                    </a:cubicBezTo>
                    <a:cubicBezTo>
                      <a:pt x="6737" y="65973"/>
                      <a:pt x="6758" y="65744"/>
                      <a:pt x="6779" y="65535"/>
                    </a:cubicBezTo>
                    <a:cubicBezTo>
                      <a:pt x="6800" y="65347"/>
                      <a:pt x="6821" y="65160"/>
                      <a:pt x="6821" y="64972"/>
                    </a:cubicBezTo>
                    <a:lnTo>
                      <a:pt x="6821" y="64847"/>
                    </a:lnTo>
                    <a:cubicBezTo>
                      <a:pt x="6841" y="64638"/>
                      <a:pt x="6862" y="64430"/>
                      <a:pt x="6883" y="64242"/>
                    </a:cubicBezTo>
                    <a:cubicBezTo>
                      <a:pt x="6883" y="64096"/>
                      <a:pt x="6904" y="63950"/>
                      <a:pt x="6904" y="63804"/>
                    </a:cubicBezTo>
                    <a:cubicBezTo>
                      <a:pt x="6925" y="63616"/>
                      <a:pt x="6925" y="63408"/>
                      <a:pt x="6946" y="63241"/>
                    </a:cubicBezTo>
                    <a:cubicBezTo>
                      <a:pt x="6946" y="63074"/>
                      <a:pt x="6967" y="62928"/>
                      <a:pt x="6967" y="62761"/>
                    </a:cubicBezTo>
                    <a:lnTo>
                      <a:pt x="6967" y="62698"/>
                    </a:lnTo>
                    <a:lnTo>
                      <a:pt x="6967" y="62573"/>
                    </a:lnTo>
                    <a:lnTo>
                      <a:pt x="6967" y="62511"/>
                    </a:lnTo>
                    <a:cubicBezTo>
                      <a:pt x="6987" y="62156"/>
                      <a:pt x="7008" y="61822"/>
                      <a:pt x="7008" y="61489"/>
                    </a:cubicBezTo>
                    <a:lnTo>
                      <a:pt x="7008" y="61468"/>
                    </a:lnTo>
                    <a:cubicBezTo>
                      <a:pt x="7029" y="61072"/>
                      <a:pt x="7050" y="60675"/>
                      <a:pt x="7050" y="60300"/>
                    </a:cubicBezTo>
                    <a:lnTo>
                      <a:pt x="7050" y="59778"/>
                    </a:lnTo>
                    <a:lnTo>
                      <a:pt x="7050" y="59257"/>
                    </a:lnTo>
                    <a:cubicBezTo>
                      <a:pt x="7050" y="57964"/>
                      <a:pt x="7050" y="56671"/>
                      <a:pt x="7008" y="55357"/>
                    </a:cubicBezTo>
                    <a:lnTo>
                      <a:pt x="7008" y="54689"/>
                    </a:lnTo>
                    <a:cubicBezTo>
                      <a:pt x="7008" y="54501"/>
                      <a:pt x="7008" y="54293"/>
                      <a:pt x="7008" y="54084"/>
                    </a:cubicBezTo>
                    <a:lnTo>
                      <a:pt x="7008" y="54043"/>
                    </a:lnTo>
                    <a:lnTo>
                      <a:pt x="7008" y="53563"/>
                    </a:lnTo>
                    <a:lnTo>
                      <a:pt x="7008" y="53021"/>
                    </a:lnTo>
                    <a:cubicBezTo>
                      <a:pt x="7008" y="52770"/>
                      <a:pt x="6987" y="52520"/>
                      <a:pt x="6987" y="52270"/>
                    </a:cubicBezTo>
                    <a:cubicBezTo>
                      <a:pt x="6967" y="51331"/>
                      <a:pt x="6946" y="50393"/>
                      <a:pt x="6925" y="49454"/>
                    </a:cubicBezTo>
                    <a:lnTo>
                      <a:pt x="6925" y="49266"/>
                    </a:lnTo>
                    <a:cubicBezTo>
                      <a:pt x="6800" y="44386"/>
                      <a:pt x="6654" y="39484"/>
                      <a:pt x="6383" y="34603"/>
                    </a:cubicBezTo>
                    <a:cubicBezTo>
                      <a:pt x="6362" y="34520"/>
                      <a:pt x="6362" y="34457"/>
                      <a:pt x="6362" y="34395"/>
                    </a:cubicBezTo>
                    <a:cubicBezTo>
                      <a:pt x="6257" y="32476"/>
                      <a:pt x="6132" y="30578"/>
                      <a:pt x="5965" y="28659"/>
                    </a:cubicBezTo>
                    <a:cubicBezTo>
                      <a:pt x="5819" y="26740"/>
                      <a:pt x="5632" y="24821"/>
                      <a:pt x="5423" y="22902"/>
                    </a:cubicBezTo>
                    <a:cubicBezTo>
                      <a:pt x="5319" y="22026"/>
                      <a:pt x="5215" y="21171"/>
                      <a:pt x="5110" y="20295"/>
                    </a:cubicBezTo>
                    <a:cubicBezTo>
                      <a:pt x="5048" y="19920"/>
                      <a:pt x="5006" y="19523"/>
                      <a:pt x="4964" y="19127"/>
                    </a:cubicBezTo>
                    <a:cubicBezTo>
                      <a:pt x="4923" y="18731"/>
                      <a:pt x="4860" y="18355"/>
                      <a:pt x="4818" y="17959"/>
                    </a:cubicBezTo>
                    <a:cubicBezTo>
                      <a:pt x="4067" y="11973"/>
                      <a:pt x="3421" y="5945"/>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1"/>
              <p:cNvSpPr/>
              <p:nvPr/>
            </p:nvSpPr>
            <p:spPr>
              <a:xfrm>
                <a:off x="8610200" y="2749650"/>
                <a:ext cx="310275" cy="1383925"/>
              </a:xfrm>
              <a:custGeom>
                <a:rect b="b" l="l" r="r" t="t"/>
                <a:pathLst>
                  <a:path extrusionOk="0" h="55357" w="12411">
                    <a:moveTo>
                      <a:pt x="11013" y="1"/>
                    </a:moveTo>
                    <a:lnTo>
                      <a:pt x="11013" y="1"/>
                    </a:lnTo>
                    <a:cubicBezTo>
                      <a:pt x="11076" y="1502"/>
                      <a:pt x="10930" y="3004"/>
                      <a:pt x="10596" y="4464"/>
                    </a:cubicBezTo>
                    <a:cubicBezTo>
                      <a:pt x="10575" y="4527"/>
                      <a:pt x="10575" y="4568"/>
                      <a:pt x="10555" y="4631"/>
                    </a:cubicBezTo>
                    <a:cubicBezTo>
                      <a:pt x="9762" y="8073"/>
                      <a:pt x="8135" y="11389"/>
                      <a:pt x="6925" y="14789"/>
                    </a:cubicBezTo>
                    <a:cubicBezTo>
                      <a:pt x="6842" y="14997"/>
                      <a:pt x="6779" y="15206"/>
                      <a:pt x="6696" y="15456"/>
                    </a:cubicBezTo>
                    <a:cubicBezTo>
                      <a:pt x="6612" y="15686"/>
                      <a:pt x="6529" y="15936"/>
                      <a:pt x="6466" y="16165"/>
                    </a:cubicBezTo>
                    <a:cubicBezTo>
                      <a:pt x="6154" y="17146"/>
                      <a:pt x="5903" y="18147"/>
                      <a:pt x="5695" y="19148"/>
                    </a:cubicBezTo>
                    <a:cubicBezTo>
                      <a:pt x="4923" y="23340"/>
                      <a:pt x="5465" y="27699"/>
                      <a:pt x="4965" y="31954"/>
                    </a:cubicBezTo>
                    <a:cubicBezTo>
                      <a:pt x="4819" y="33102"/>
                      <a:pt x="4610" y="34249"/>
                      <a:pt x="4339" y="35375"/>
                    </a:cubicBezTo>
                    <a:lnTo>
                      <a:pt x="4172" y="36105"/>
                    </a:lnTo>
                    <a:cubicBezTo>
                      <a:pt x="4109" y="36314"/>
                      <a:pt x="4047" y="36543"/>
                      <a:pt x="4005" y="36752"/>
                    </a:cubicBezTo>
                    <a:cubicBezTo>
                      <a:pt x="3817" y="37377"/>
                      <a:pt x="3651" y="38024"/>
                      <a:pt x="3463" y="38650"/>
                    </a:cubicBezTo>
                    <a:cubicBezTo>
                      <a:pt x="3171" y="39630"/>
                      <a:pt x="2837" y="40610"/>
                      <a:pt x="2524" y="41591"/>
                    </a:cubicBezTo>
                    <a:cubicBezTo>
                      <a:pt x="2483" y="41757"/>
                      <a:pt x="2420" y="41924"/>
                      <a:pt x="2378" y="42091"/>
                    </a:cubicBezTo>
                    <a:cubicBezTo>
                      <a:pt x="2316" y="42279"/>
                      <a:pt x="2253" y="42446"/>
                      <a:pt x="2211" y="42613"/>
                    </a:cubicBezTo>
                    <a:cubicBezTo>
                      <a:pt x="1607" y="44511"/>
                      <a:pt x="1023" y="46388"/>
                      <a:pt x="605" y="48286"/>
                    </a:cubicBezTo>
                    <a:cubicBezTo>
                      <a:pt x="605" y="48327"/>
                      <a:pt x="605" y="48369"/>
                      <a:pt x="605" y="48390"/>
                    </a:cubicBezTo>
                    <a:cubicBezTo>
                      <a:pt x="585" y="48432"/>
                      <a:pt x="564" y="48494"/>
                      <a:pt x="564" y="48536"/>
                    </a:cubicBezTo>
                    <a:cubicBezTo>
                      <a:pt x="522" y="48745"/>
                      <a:pt x="480" y="48974"/>
                      <a:pt x="439" y="49183"/>
                    </a:cubicBezTo>
                    <a:cubicBezTo>
                      <a:pt x="439" y="49204"/>
                      <a:pt x="439" y="49204"/>
                      <a:pt x="439" y="49204"/>
                    </a:cubicBezTo>
                    <a:cubicBezTo>
                      <a:pt x="355" y="49621"/>
                      <a:pt x="293" y="50017"/>
                      <a:pt x="230" y="50413"/>
                    </a:cubicBezTo>
                    <a:cubicBezTo>
                      <a:pt x="230" y="50434"/>
                      <a:pt x="230" y="50434"/>
                      <a:pt x="230" y="50455"/>
                    </a:cubicBezTo>
                    <a:cubicBezTo>
                      <a:pt x="147" y="50976"/>
                      <a:pt x="105" y="51519"/>
                      <a:pt x="63" y="52040"/>
                    </a:cubicBezTo>
                    <a:cubicBezTo>
                      <a:pt x="42" y="52061"/>
                      <a:pt x="42" y="52082"/>
                      <a:pt x="63" y="52103"/>
                    </a:cubicBezTo>
                    <a:cubicBezTo>
                      <a:pt x="42" y="52290"/>
                      <a:pt x="21" y="52499"/>
                      <a:pt x="21" y="52708"/>
                    </a:cubicBezTo>
                    <a:cubicBezTo>
                      <a:pt x="1" y="52833"/>
                      <a:pt x="1" y="52979"/>
                      <a:pt x="1" y="53104"/>
                    </a:cubicBezTo>
                    <a:lnTo>
                      <a:pt x="1" y="53187"/>
                    </a:lnTo>
                    <a:lnTo>
                      <a:pt x="1" y="53813"/>
                    </a:lnTo>
                    <a:cubicBezTo>
                      <a:pt x="1" y="54084"/>
                      <a:pt x="1" y="54355"/>
                      <a:pt x="21" y="54626"/>
                    </a:cubicBezTo>
                    <a:cubicBezTo>
                      <a:pt x="21" y="54731"/>
                      <a:pt x="42" y="54856"/>
                      <a:pt x="42" y="54981"/>
                    </a:cubicBezTo>
                    <a:cubicBezTo>
                      <a:pt x="63" y="55064"/>
                      <a:pt x="84" y="55148"/>
                      <a:pt x="84" y="55252"/>
                    </a:cubicBezTo>
                    <a:cubicBezTo>
                      <a:pt x="105" y="55294"/>
                      <a:pt x="105" y="55336"/>
                      <a:pt x="105" y="55356"/>
                    </a:cubicBezTo>
                    <a:lnTo>
                      <a:pt x="439" y="55356"/>
                    </a:lnTo>
                    <a:cubicBezTo>
                      <a:pt x="668" y="55356"/>
                      <a:pt x="877" y="55336"/>
                      <a:pt x="1106" y="55336"/>
                    </a:cubicBezTo>
                    <a:lnTo>
                      <a:pt x="1607" y="55336"/>
                    </a:lnTo>
                    <a:cubicBezTo>
                      <a:pt x="2065" y="55315"/>
                      <a:pt x="2524" y="55294"/>
                      <a:pt x="2962" y="55273"/>
                    </a:cubicBezTo>
                    <a:lnTo>
                      <a:pt x="3087" y="55273"/>
                    </a:lnTo>
                    <a:lnTo>
                      <a:pt x="3233" y="55252"/>
                    </a:lnTo>
                    <a:lnTo>
                      <a:pt x="3651" y="55252"/>
                    </a:lnTo>
                    <a:lnTo>
                      <a:pt x="3651" y="55231"/>
                    </a:lnTo>
                    <a:cubicBezTo>
                      <a:pt x="3651" y="55231"/>
                      <a:pt x="3651" y="55210"/>
                      <a:pt x="3651" y="55210"/>
                    </a:cubicBezTo>
                    <a:lnTo>
                      <a:pt x="3651" y="54960"/>
                    </a:lnTo>
                    <a:cubicBezTo>
                      <a:pt x="3630" y="54856"/>
                      <a:pt x="3630" y="54731"/>
                      <a:pt x="3630" y="54626"/>
                    </a:cubicBezTo>
                    <a:cubicBezTo>
                      <a:pt x="3630" y="54314"/>
                      <a:pt x="3609" y="54042"/>
                      <a:pt x="3630" y="53792"/>
                    </a:cubicBezTo>
                    <a:cubicBezTo>
                      <a:pt x="3671" y="53292"/>
                      <a:pt x="3713" y="52791"/>
                      <a:pt x="3797" y="52270"/>
                    </a:cubicBezTo>
                    <a:cubicBezTo>
                      <a:pt x="3817" y="52103"/>
                      <a:pt x="3838" y="51915"/>
                      <a:pt x="3859" y="51748"/>
                    </a:cubicBezTo>
                    <a:cubicBezTo>
                      <a:pt x="3880" y="51665"/>
                      <a:pt x="3901" y="51602"/>
                      <a:pt x="3901" y="51540"/>
                    </a:cubicBezTo>
                    <a:cubicBezTo>
                      <a:pt x="3922" y="51435"/>
                      <a:pt x="3922" y="51331"/>
                      <a:pt x="3963" y="51227"/>
                    </a:cubicBezTo>
                    <a:cubicBezTo>
                      <a:pt x="4005" y="50976"/>
                      <a:pt x="4047" y="50705"/>
                      <a:pt x="4109" y="50455"/>
                    </a:cubicBezTo>
                    <a:cubicBezTo>
                      <a:pt x="4151" y="50226"/>
                      <a:pt x="4214" y="49996"/>
                      <a:pt x="4255" y="49788"/>
                    </a:cubicBezTo>
                    <a:cubicBezTo>
                      <a:pt x="4652" y="48056"/>
                      <a:pt x="5173" y="46325"/>
                      <a:pt x="5716" y="44615"/>
                    </a:cubicBezTo>
                    <a:cubicBezTo>
                      <a:pt x="5841" y="44239"/>
                      <a:pt x="5966" y="43822"/>
                      <a:pt x="6070" y="43468"/>
                    </a:cubicBezTo>
                    <a:cubicBezTo>
                      <a:pt x="6174" y="43113"/>
                      <a:pt x="6300" y="42759"/>
                      <a:pt x="6404" y="42425"/>
                    </a:cubicBezTo>
                    <a:cubicBezTo>
                      <a:pt x="6404" y="42404"/>
                      <a:pt x="6404" y="42404"/>
                      <a:pt x="6404" y="42404"/>
                    </a:cubicBezTo>
                    <a:cubicBezTo>
                      <a:pt x="6654" y="41570"/>
                      <a:pt x="6904" y="40756"/>
                      <a:pt x="7113" y="39943"/>
                    </a:cubicBezTo>
                    <a:lnTo>
                      <a:pt x="7134" y="39859"/>
                    </a:lnTo>
                    <a:cubicBezTo>
                      <a:pt x="7155" y="39797"/>
                      <a:pt x="7176" y="39755"/>
                      <a:pt x="7176" y="39713"/>
                    </a:cubicBezTo>
                    <a:cubicBezTo>
                      <a:pt x="8177" y="35980"/>
                      <a:pt x="9178" y="32226"/>
                      <a:pt x="9595" y="28409"/>
                    </a:cubicBezTo>
                    <a:cubicBezTo>
                      <a:pt x="9741" y="27178"/>
                      <a:pt x="9824" y="25947"/>
                      <a:pt x="9887" y="24696"/>
                    </a:cubicBezTo>
                    <a:cubicBezTo>
                      <a:pt x="9908" y="24300"/>
                      <a:pt x="9950" y="23924"/>
                      <a:pt x="9970" y="23528"/>
                    </a:cubicBezTo>
                    <a:cubicBezTo>
                      <a:pt x="9991" y="23111"/>
                      <a:pt x="10012" y="22694"/>
                      <a:pt x="10054" y="22297"/>
                    </a:cubicBezTo>
                    <a:cubicBezTo>
                      <a:pt x="10137" y="20858"/>
                      <a:pt x="10304" y="19440"/>
                      <a:pt x="10575" y="18042"/>
                    </a:cubicBezTo>
                    <a:cubicBezTo>
                      <a:pt x="10951" y="15998"/>
                      <a:pt x="11577" y="14017"/>
                      <a:pt x="11952" y="11994"/>
                    </a:cubicBezTo>
                    <a:cubicBezTo>
                      <a:pt x="12369" y="9616"/>
                      <a:pt x="12411" y="7197"/>
                      <a:pt x="12098" y="4819"/>
                    </a:cubicBezTo>
                    <a:cubicBezTo>
                      <a:pt x="12098" y="4631"/>
                      <a:pt x="12056" y="4464"/>
                      <a:pt x="12035" y="4297"/>
                    </a:cubicBezTo>
                    <a:cubicBezTo>
                      <a:pt x="12015" y="4110"/>
                      <a:pt x="11994" y="3922"/>
                      <a:pt x="11952" y="3755"/>
                    </a:cubicBezTo>
                    <a:cubicBezTo>
                      <a:pt x="11743" y="2483"/>
                      <a:pt x="11431" y="1231"/>
                      <a:pt x="1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1"/>
              <p:cNvSpPr/>
              <p:nvPr/>
            </p:nvSpPr>
            <p:spPr>
              <a:xfrm>
                <a:off x="8589875" y="2440450"/>
                <a:ext cx="360850" cy="1694175"/>
              </a:xfrm>
              <a:custGeom>
                <a:rect b="b" l="l" r="r" t="t"/>
                <a:pathLst>
                  <a:path extrusionOk="0" h="67767" w="14434">
                    <a:moveTo>
                      <a:pt x="14434" y="0"/>
                    </a:moveTo>
                    <a:lnTo>
                      <a:pt x="14434" y="0"/>
                    </a:lnTo>
                    <a:cubicBezTo>
                      <a:pt x="13808" y="1627"/>
                      <a:pt x="11430" y="2962"/>
                      <a:pt x="10387" y="4443"/>
                    </a:cubicBezTo>
                    <a:cubicBezTo>
                      <a:pt x="9782" y="5277"/>
                      <a:pt x="9282" y="6195"/>
                      <a:pt x="8885" y="7175"/>
                    </a:cubicBezTo>
                    <a:cubicBezTo>
                      <a:pt x="8844" y="7279"/>
                      <a:pt x="8823" y="7384"/>
                      <a:pt x="8760" y="7509"/>
                    </a:cubicBezTo>
                    <a:cubicBezTo>
                      <a:pt x="8719" y="7634"/>
                      <a:pt x="8677" y="7759"/>
                      <a:pt x="8635" y="7884"/>
                    </a:cubicBezTo>
                    <a:cubicBezTo>
                      <a:pt x="7530" y="11201"/>
                      <a:pt x="7884" y="14538"/>
                      <a:pt x="7321" y="18355"/>
                    </a:cubicBezTo>
                    <a:cubicBezTo>
                      <a:pt x="7029" y="20399"/>
                      <a:pt x="6278" y="22318"/>
                      <a:pt x="5757" y="24320"/>
                    </a:cubicBezTo>
                    <a:cubicBezTo>
                      <a:pt x="5715" y="24529"/>
                      <a:pt x="5653" y="24737"/>
                      <a:pt x="5611" y="24967"/>
                    </a:cubicBezTo>
                    <a:cubicBezTo>
                      <a:pt x="5548" y="25259"/>
                      <a:pt x="5506" y="25530"/>
                      <a:pt x="5444" y="25822"/>
                    </a:cubicBezTo>
                    <a:cubicBezTo>
                      <a:pt x="5444" y="25843"/>
                      <a:pt x="5444" y="25863"/>
                      <a:pt x="5444" y="25884"/>
                    </a:cubicBezTo>
                    <a:cubicBezTo>
                      <a:pt x="5444" y="25905"/>
                      <a:pt x="5444" y="25926"/>
                      <a:pt x="5444" y="25926"/>
                    </a:cubicBezTo>
                    <a:cubicBezTo>
                      <a:pt x="5381" y="26364"/>
                      <a:pt x="5340" y="26781"/>
                      <a:pt x="5319" y="27198"/>
                    </a:cubicBezTo>
                    <a:cubicBezTo>
                      <a:pt x="5256" y="28095"/>
                      <a:pt x="5235" y="29013"/>
                      <a:pt x="5256" y="29931"/>
                    </a:cubicBezTo>
                    <a:cubicBezTo>
                      <a:pt x="5277" y="30640"/>
                      <a:pt x="5319" y="31349"/>
                      <a:pt x="5319" y="32058"/>
                    </a:cubicBezTo>
                    <a:cubicBezTo>
                      <a:pt x="5340" y="32204"/>
                      <a:pt x="5340" y="32371"/>
                      <a:pt x="5340" y="32496"/>
                    </a:cubicBezTo>
                    <a:lnTo>
                      <a:pt x="5340" y="32913"/>
                    </a:lnTo>
                    <a:cubicBezTo>
                      <a:pt x="5360" y="34457"/>
                      <a:pt x="5298" y="36000"/>
                      <a:pt x="5173" y="37523"/>
                    </a:cubicBezTo>
                    <a:cubicBezTo>
                      <a:pt x="5027" y="39150"/>
                      <a:pt x="4818" y="40756"/>
                      <a:pt x="4568" y="42383"/>
                    </a:cubicBezTo>
                    <a:cubicBezTo>
                      <a:pt x="4213" y="44531"/>
                      <a:pt x="3796" y="46679"/>
                      <a:pt x="3316" y="48807"/>
                    </a:cubicBezTo>
                    <a:cubicBezTo>
                      <a:pt x="3275" y="49015"/>
                      <a:pt x="3233" y="49245"/>
                      <a:pt x="3191" y="49453"/>
                    </a:cubicBezTo>
                    <a:cubicBezTo>
                      <a:pt x="3129" y="49662"/>
                      <a:pt x="3087" y="49870"/>
                      <a:pt x="3045" y="50100"/>
                    </a:cubicBezTo>
                    <a:cubicBezTo>
                      <a:pt x="2816" y="51122"/>
                      <a:pt x="2586" y="52144"/>
                      <a:pt x="2357" y="53187"/>
                    </a:cubicBezTo>
                    <a:cubicBezTo>
                      <a:pt x="2336" y="53249"/>
                      <a:pt x="2315" y="53354"/>
                      <a:pt x="2294" y="53437"/>
                    </a:cubicBezTo>
                    <a:cubicBezTo>
                      <a:pt x="2044" y="54543"/>
                      <a:pt x="1815" y="55627"/>
                      <a:pt x="1564" y="56712"/>
                    </a:cubicBezTo>
                    <a:cubicBezTo>
                      <a:pt x="1564" y="56733"/>
                      <a:pt x="1564" y="56733"/>
                      <a:pt x="1564" y="56733"/>
                    </a:cubicBezTo>
                    <a:cubicBezTo>
                      <a:pt x="1564" y="56795"/>
                      <a:pt x="1544" y="56879"/>
                      <a:pt x="1523" y="56941"/>
                    </a:cubicBezTo>
                    <a:cubicBezTo>
                      <a:pt x="1481" y="57129"/>
                      <a:pt x="1439" y="57337"/>
                      <a:pt x="1398" y="57525"/>
                    </a:cubicBezTo>
                    <a:lnTo>
                      <a:pt x="1231" y="58339"/>
                    </a:lnTo>
                    <a:cubicBezTo>
                      <a:pt x="1231" y="58401"/>
                      <a:pt x="1210" y="58443"/>
                      <a:pt x="1210" y="58505"/>
                    </a:cubicBezTo>
                    <a:cubicBezTo>
                      <a:pt x="1168" y="58672"/>
                      <a:pt x="1147" y="58839"/>
                      <a:pt x="1106" y="59027"/>
                    </a:cubicBezTo>
                    <a:cubicBezTo>
                      <a:pt x="1106" y="59069"/>
                      <a:pt x="1085" y="59110"/>
                      <a:pt x="1085" y="59152"/>
                    </a:cubicBezTo>
                    <a:cubicBezTo>
                      <a:pt x="1064" y="59194"/>
                      <a:pt x="1064" y="59235"/>
                      <a:pt x="1064" y="59277"/>
                    </a:cubicBezTo>
                    <a:cubicBezTo>
                      <a:pt x="1022" y="59465"/>
                      <a:pt x="980" y="59632"/>
                      <a:pt x="960" y="59799"/>
                    </a:cubicBezTo>
                    <a:cubicBezTo>
                      <a:pt x="897" y="60049"/>
                      <a:pt x="855" y="60299"/>
                      <a:pt x="814" y="60570"/>
                    </a:cubicBezTo>
                    <a:cubicBezTo>
                      <a:pt x="605" y="61759"/>
                      <a:pt x="396" y="62948"/>
                      <a:pt x="250" y="64137"/>
                    </a:cubicBezTo>
                    <a:cubicBezTo>
                      <a:pt x="230" y="64220"/>
                      <a:pt x="230" y="64262"/>
                      <a:pt x="209" y="64387"/>
                    </a:cubicBezTo>
                    <a:cubicBezTo>
                      <a:pt x="188" y="64533"/>
                      <a:pt x="167" y="64700"/>
                      <a:pt x="167" y="64784"/>
                    </a:cubicBezTo>
                    <a:cubicBezTo>
                      <a:pt x="146" y="64888"/>
                      <a:pt x="125" y="64971"/>
                      <a:pt x="125" y="65076"/>
                    </a:cubicBezTo>
                    <a:cubicBezTo>
                      <a:pt x="104" y="65159"/>
                      <a:pt x="84" y="65263"/>
                      <a:pt x="84" y="65368"/>
                    </a:cubicBezTo>
                    <a:cubicBezTo>
                      <a:pt x="84" y="65368"/>
                      <a:pt x="84" y="65368"/>
                      <a:pt x="84" y="65388"/>
                    </a:cubicBezTo>
                    <a:cubicBezTo>
                      <a:pt x="63" y="65576"/>
                      <a:pt x="63" y="65743"/>
                      <a:pt x="42" y="65931"/>
                    </a:cubicBezTo>
                    <a:cubicBezTo>
                      <a:pt x="21" y="66139"/>
                      <a:pt x="21" y="66348"/>
                      <a:pt x="21" y="66536"/>
                    </a:cubicBezTo>
                    <a:cubicBezTo>
                      <a:pt x="0" y="66807"/>
                      <a:pt x="21" y="67078"/>
                      <a:pt x="63" y="67349"/>
                    </a:cubicBezTo>
                    <a:cubicBezTo>
                      <a:pt x="63" y="67370"/>
                      <a:pt x="63" y="67412"/>
                      <a:pt x="84" y="67432"/>
                    </a:cubicBezTo>
                    <a:cubicBezTo>
                      <a:pt x="84" y="67495"/>
                      <a:pt x="104" y="67558"/>
                      <a:pt x="125" y="67620"/>
                    </a:cubicBezTo>
                    <a:cubicBezTo>
                      <a:pt x="125" y="67641"/>
                      <a:pt x="125" y="67662"/>
                      <a:pt x="125" y="67704"/>
                    </a:cubicBezTo>
                    <a:cubicBezTo>
                      <a:pt x="146" y="67724"/>
                      <a:pt x="146" y="67745"/>
                      <a:pt x="146" y="67766"/>
                    </a:cubicBezTo>
                    <a:lnTo>
                      <a:pt x="1272" y="67766"/>
                    </a:lnTo>
                    <a:cubicBezTo>
                      <a:pt x="1481" y="67766"/>
                      <a:pt x="1710" y="67745"/>
                      <a:pt x="1919" y="67745"/>
                    </a:cubicBezTo>
                    <a:lnTo>
                      <a:pt x="2440" y="67745"/>
                    </a:lnTo>
                    <a:cubicBezTo>
                      <a:pt x="2899" y="67724"/>
                      <a:pt x="3337" y="67704"/>
                      <a:pt x="3775" y="67662"/>
                    </a:cubicBezTo>
                    <a:lnTo>
                      <a:pt x="4464" y="67662"/>
                    </a:lnTo>
                    <a:cubicBezTo>
                      <a:pt x="4464" y="67641"/>
                      <a:pt x="4464" y="67620"/>
                      <a:pt x="4464" y="67599"/>
                    </a:cubicBezTo>
                    <a:cubicBezTo>
                      <a:pt x="4484" y="67516"/>
                      <a:pt x="4526" y="67412"/>
                      <a:pt x="4547" y="67307"/>
                    </a:cubicBezTo>
                    <a:cubicBezTo>
                      <a:pt x="4568" y="67224"/>
                      <a:pt x="4589" y="67120"/>
                      <a:pt x="4610" y="67036"/>
                    </a:cubicBezTo>
                    <a:cubicBezTo>
                      <a:pt x="4756" y="66452"/>
                      <a:pt x="4881" y="65868"/>
                      <a:pt x="5027" y="65263"/>
                    </a:cubicBezTo>
                    <a:cubicBezTo>
                      <a:pt x="5068" y="65096"/>
                      <a:pt x="5110" y="64909"/>
                      <a:pt x="5131" y="64721"/>
                    </a:cubicBezTo>
                    <a:cubicBezTo>
                      <a:pt x="5173" y="64575"/>
                      <a:pt x="5194" y="64450"/>
                      <a:pt x="5235" y="64325"/>
                    </a:cubicBezTo>
                    <a:cubicBezTo>
                      <a:pt x="5256" y="64241"/>
                      <a:pt x="5277" y="64179"/>
                      <a:pt x="5277" y="64095"/>
                    </a:cubicBezTo>
                    <a:cubicBezTo>
                      <a:pt x="5653" y="62448"/>
                      <a:pt x="5986" y="60800"/>
                      <a:pt x="6299" y="59131"/>
                    </a:cubicBezTo>
                    <a:cubicBezTo>
                      <a:pt x="6299" y="59069"/>
                      <a:pt x="6320" y="59006"/>
                      <a:pt x="6341" y="58923"/>
                    </a:cubicBezTo>
                    <a:cubicBezTo>
                      <a:pt x="6466" y="58297"/>
                      <a:pt x="6570" y="57629"/>
                      <a:pt x="6695" y="56983"/>
                    </a:cubicBezTo>
                    <a:cubicBezTo>
                      <a:pt x="6758" y="56607"/>
                      <a:pt x="6821" y="56211"/>
                      <a:pt x="6883" y="55836"/>
                    </a:cubicBezTo>
                    <a:cubicBezTo>
                      <a:pt x="6946" y="55481"/>
                      <a:pt x="7008" y="55106"/>
                      <a:pt x="7071" y="54730"/>
                    </a:cubicBezTo>
                    <a:cubicBezTo>
                      <a:pt x="7530" y="51977"/>
                      <a:pt x="7905" y="49203"/>
                      <a:pt x="8218" y="46429"/>
                    </a:cubicBezTo>
                    <a:cubicBezTo>
                      <a:pt x="8260" y="46200"/>
                      <a:pt x="8260" y="45991"/>
                      <a:pt x="8301" y="45762"/>
                    </a:cubicBezTo>
                    <a:cubicBezTo>
                      <a:pt x="8322" y="45532"/>
                      <a:pt x="8343" y="45303"/>
                      <a:pt x="8385" y="45073"/>
                    </a:cubicBezTo>
                    <a:cubicBezTo>
                      <a:pt x="8656" y="42466"/>
                      <a:pt x="8865" y="39859"/>
                      <a:pt x="9031" y="37231"/>
                    </a:cubicBezTo>
                    <a:cubicBezTo>
                      <a:pt x="9323" y="32621"/>
                      <a:pt x="10345" y="28241"/>
                      <a:pt x="11326" y="23715"/>
                    </a:cubicBezTo>
                    <a:cubicBezTo>
                      <a:pt x="11785" y="21588"/>
                      <a:pt x="12431" y="19439"/>
                      <a:pt x="12807" y="17270"/>
                    </a:cubicBezTo>
                    <a:cubicBezTo>
                      <a:pt x="12848" y="17082"/>
                      <a:pt x="12869" y="16916"/>
                      <a:pt x="12890" y="16749"/>
                    </a:cubicBezTo>
                    <a:cubicBezTo>
                      <a:pt x="12911" y="16561"/>
                      <a:pt x="12953" y="16394"/>
                      <a:pt x="12974" y="16206"/>
                    </a:cubicBezTo>
                    <a:cubicBezTo>
                      <a:pt x="13140" y="14892"/>
                      <a:pt x="13140" y="13558"/>
                      <a:pt x="12974" y="12264"/>
                    </a:cubicBezTo>
                    <a:cubicBezTo>
                      <a:pt x="12348" y="8051"/>
                      <a:pt x="12911" y="4067"/>
                      <a:pt x="144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1"/>
              <p:cNvSpPr/>
              <p:nvPr/>
            </p:nvSpPr>
            <p:spPr>
              <a:xfrm>
                <a:off x="8588825" y="2417500"/>
                <a:ext cx="225800" cy="1718150"/>
              </a:xfrm>
              <a:custGeom>
                <a:rect b="b" l="l" r="r" t="t"/>
                <a:pathLst>
                  <a:path extrusionOk="0" h="68726" w="9032">
                    <a:moveTo>
                      <a:pt x="7572" y="0"/>
                    </a:moveTo>
                    <a:lnTo>
                      <a:pt x="7572" y="0"/>
                    </a:lnTo>
                    <a:cubicBezTo>
                      <a:pt x="7634" y="1460"/>
                      <a:pt x="7530" y="2900"/>
                      <a:pt x="7259" y="4318"/>
                    </a:cubicBezTo>
                    <a:cubicBezTo>
                      <a:pt x="6591" y="7759"/>
                      <a:pt x="5611" y="10909"/>
                      <a:pt x="5256" y="14350"/>
                    </a:cubicBezTo>
                    <a:cubicBezTo>
                      <a:pt x="5236" y="14601"/>
                      <a:pt x="5215" y="14830"/>
                      <a:pt x="5194" y="15080"/>
                    </a:cubicBezTo>
                    <a:cubicBezTo>
                      <a:pt x="5173" y="15393"/>
                      <a:pt x="5131" y="15685"/>
                      <a:pt x="5131" y="15998"/>
                    </a:cubicBezTo>
                    <a:lnTo>
                      <a:pt x="5131" y="16019"/>
                    </a:lnTo>
                    <a:cubicBezTo>
                      <a:pt x="5006" y="19648"/>
                      <a:pt x="5277" y="23277"/>
                      <a:pt x="5340" y="26907"/>
                    </a:cubicBezTo>
                    <a:cubicBezTo>
                      <a:pt x="5361" y="27324"/>
                      <a:pt x="5361" y="27720"/>
                      <a:pt x="5361" y="28158"/>
                    </a:cubicBezTo>
                    <a:cubicBezTo>
                      <a:pt x="5361" y="28617"/>
                      <a:pt x="5340" y="29013"/>
                      <a:pt x="5340" y="29493"/>
                    </a:cubicBezTo>
                    <a:cubicBezTo>
                      <a:pt x="5340" y="29952"/>
                      <a:pt x="5319" y="30432"/>
                      <a:pt x="5319" y="30890"/>
                    </a:cubicBezTo>
                    <a:cubicBezTo>
                      <a:pt x="5298" y="31766"/>
                      <a:pt x="5256" y="32622"/>
                      <a:pt x="5236" y="33498"/>
                    </a:cubicBezTo>
                    <a:cubicBezTo>
                      <a:pt x="5131" y="36376"/>
                      <a:pt x="4944" y="39275"/>
                      <a:pt x="4589" y="42133"/>
                    </a:cubicBezTo>
                    <a:cubicBezTo>
                      <a:pt x="4318" y="44239"/>
                      <a:pt x="3942" y="46325"/>
                      <a:pt x="3442" y="48369"/>
                    </a:cubicBezTo>
                    <a:cubicBezTo>
                      <a:pt x="3421" y="48494"/>
                      <a:pt x="3379" y="48619"/>
                      <a:pt x="3358" y="48744"/>
                    </a:cubicBezTo>
                    <a:cubicBezTo>
                      <a:pt x="3317" y="48911"/>
                      <a:pt x="3254" y="49099"/>
                      <a:pt x="3212" y="49266"/>
                    </a:cubicBezTo>
                    <a:cubicBezTo>
                      <a:pt x="3171" y="49454"/>
                      <a:pt x="3129" y="49620"/>
                      <a:pt x="3066" y="49787"/>
                    </a:cubicBezTo>
                    <a:cubicBezTo>
                      <a:pt x="2670" y="51226"/>
                      <a:pt x="2232" y="52666"/>
                      <a:pt x="1815" y="54084"/>
                    </a:cubicBezTo>
                    <a:cubicBezTo>
                      <a:pt x="1773" y="54167"/>
                      <a:pt x="1752" y="54272"/>
                      <a:pt x="1732" y="54355"/>
                    </a:cubicBezTo>
                    <a:cubicBezTo>
                      <a:pt x="1648" y="54626"/>
                      <a:pt x="1565" y="54918"/>
                      <a:pt x="1481" y="55210"/>
                    </a:cubicBezTo>
                    <a:cubicBezTo>
                      <a:pt x="1440" y="55315"/>
                      <a:pt x="1419" y="55440"/>
                      <a:pt x="1377" y="55586"/>
                    </a:cubicBezTo>
                    <a:cubicBezTo>
                      <a:pt x="1335" y="55711"/>
                      <a:pt x="1314" y="55857"/>
                      <a:pt x="1273" y="56003"/>
                    </a:cubicBezTo>
                    <a:cubicBezTo>
                      <a:pt x="1231" y="56149"/>
                      <a:pt x="1189" y="56274"/>
                      <a:pt x="1148" y="56420"/>
                    </a:cubicBezTo>
                    <a:cubicBezTo>
                      <a:pt x="1064" y="56712"/>
                      <a:pt x="1002" y="57025"/>
                      <a:pt x="918" y="57317"/>
                    </a:cubicBezTo>
                    <a:cubicBezTo>
                      <a:pt x="876" y="57463"/>
                      <a:pt x="856" y="57609"/>
                      <a:pt x="814" y="57776"/>
                    </a:cubicBezTo>
                    <a:cubicBezTo>
                      <a:pt x="772" y="57943"/>
                      <a:pt x="730" y="58089"/>
                      <a:pt x="710" y="58255"/>
                    </a:cubicBezTo>
                    <a:cubicBezTo>
                      <a:pt x="647" y="58485"/>
                      <a:pt x="605" y="58714"/>
                      <a:pt x="564" y="58944"/>
                    </a:cubicBezTo>
                    <a:cubicBezTo>
                      <a:pt x="146" y="60967"/>
                      <a:pt x="0" y="63053"/>
                      <a:pt x="167" y="65118"/>
                    </a:cubicBezTo>
                    <a:cubicBezTo>
                      <a:pt x="167" y="65201"/>
                      <a:pt x="188" y="65284"/>
                      <a:pt x="188" y="65368"/>
                    </a:cubicBezTo>
                    <a:cubicBezTo>
                      <a:pt x="188" y="65514"/>
                      <a:pt x="209" y="65639"/>
                      <a:pt x="230" y="65764"/>
                    </a:cubicBezTo>
                    <a:cubicBezTo>
                      <a:pt x="251" y="65973"/>
                      <a:pt x="272" y="66160"/>
                      <a:pt x="313" y="66348"/>
                    </a:cubicBezTo>
                    <a:cubicBezTo>
                      <a:pt x="355" y="66598"/>
                      <a:pt x="397" y="66828"/>
                      <a:pt x="438" y="67057"/>
                    </a:cubicBezTo>
                    <a:cubicBezTo>
                      <a:pt x="459" y="67162"/>
                      <a:pt x="480" y="67266"/>
                      <a:pt x="522" y="67370"/>
                    </a:cubicBezTo>
                    <a:cubicBezTo>
                      <a:pt x="522" y="67391"/>
                      <a:pt x="522" y="67412"/>
                      <a:pt x="522" y="67433"/>
                    </a:cubicBezTo>
                    <a:lnTo>
                      <a:pt x="584" y="67620"/>
                    </a:lnTo>
                    <a:cubicBezTo>
                      <a:pt x="584" y="67662"/>
                      <a:pt x="605" y="67704"/>
                      <a:pt x="605" y="67746"/>
                    </a:cubicBezTo>
                    <a:cubicBezTo>
                      <a:pt x="626" y="67787"/>
                      <a:pt x="626" y="67850"/>
                      <a:pt x="647" y="67892"/>
                    </a:cubicBezTo>
                    <a:cubicBezTo>
                      <a:pt x="689" y="68038"/>
                      <a:pt x="730" y="68204"/>
                      <a:pt x="793" y="68350"/>
                    </a:cubicBezTo>
                    <a:cubicBezTo>
                      <a:pt x="814" y="68455"/>
                      <a:pt x="856" y="68559"/>
                      <a:pt x="897" y="68663"/>
                    </a:cubicBezTo>
                    <a:cubicBezTo>
                      <a:pt x="897" y="68663"/>
                      <a:pt x="897" y="68684"/>
                      <a:pt x="897" y="68705"/>
                    </a:cubicBezTo>
                    <a:cubicBezTo>
                      <a:pt x="897" y="68705"/>
                      <a:pt x="897" y="68705"/>
                      <a:pt x="897" y="68726"/>
                    </a:cubicBezTo>
                    <a:lnTo>
                      <a:pt x="1314" y="68726"/>
                    </a:lnTo>
                    <a:cubicBezTo>
                      <a:pt x="1544" y="68705"/>
                      <a:pt x="1752" y="68705"/>
                      <a:pt x="1961" y="68705"/>
                    </a:cubicBezTo>
                    <a:lnTo>
                      <a:pt x="2482" y="68705"/>
                    </a:lnTo>
                    <a:cubicBezTo>
                      <a:pt x="2941" y="68684"/>
                      <a:pt x="3379" y="68642"/>
                      <a:pt x="3817" y="68622"/>
                    </a:cubicBezTo>
                    <a:lnTo>
                      <a:pt x="3963" y="68622"/>
                    </a:lnTo>
                    <a:lnTo>
                      <a:pt x="4109" y="68601"/>
                    </a:lnTo>
                    <a:cubicBezTo>
                      <a:pt x="4130" y="68580"/>
                      <a:pt x="4130" y="68538"/>
                      <a:pt x="4130" y="68496"/>
                    </a:cubicBezTo>
                    <a:cubicBezTo>
                      <a:pt x="4255" y="67537"/>
                      <a:pt x="4318" y="66557"/>
                      <a:pt x="4380" y="65576"/>
                    </a:cubicBezTo>
                    <a:cubicBezTo>
                      <a:pt x="4506" y="63762"/>
                      <a:pt x="4568" y="61947"/>
                      <a:pt x="4735" y="60153"/>
                    </a:cubicBezTo>
                    <a:cubicBezTo>
                      <a:pt x="4756" y="59799"/>
                      <a:pt x="4798" y="59444"/>
                      <a:pt x="4839" y="59090"/>
                    </a:cubicBezTo>
                    <a:cubicBezTo>
                      <a:pt x="4881" y="58714"/>
                      <a:pt x="4944" y="58318"/>
                      <a:pt x="4985" y="57922"/>
                    </a:cubicBezTo>
                    <a:cubicBezTo>
                      <a:pt x="5090" y="57213"/>
                      <a:pt x="5236" y="56503"/>
                      <a:pt x="5382" y="55794"/>
                    </a:cubicBezTo>
                    <a:cubicBezTo>
                      <a:pt x="5674" y="54564"/>
                      <a:pt x="6070" y="53333"/>
                      <a:pt x="6425" y="52102"/>
                    </a:cubicBezTo>
                    <a:cubicBezTo>
                      <a:pt x="6591" y="51602"/>
                      <a:pt x="6737" y="51101"/>
                      <a:pt x="6883" y="50580"/>
                    </a:cubicBezTo>
                    <a:cubicBezTo>
                      <a:pt x="6988" y="50204"/>
                      <a:pt x="7071" y="49808"/>
                      <a:pt x="7155" y="49433"/>
                    </a:cubicBezTo>
                    <a:cubicBezTo>
                      <a:pt x="7217" y="49245"/>
                      <a:pt x="7238" y="49057"/>
                      <a:pt x="7280" y="48849"/>
                    </a:cubicBezTo>
                    <a:cubicBezTo>
                      <a:pt x="8177" y="44114"/>
                      <a:pt x="7175" y="39254"/>
                      <a:pt x="7196" y="34436"/>
                    </a:cubicBezTo>
                    <a:cubicBezTo>
                      <a:pt x="7217" y="32809"/>
                      <a:pt x="7321" y="31203"/>
                      <a:pt x="7509" y="29576"/>
                    </a:cubicBezTo>
                    <a:cubicBezTo>
                      <a:pt x="7530" y="29326"/>
                      <a:pt x="7551" y="29055"/>
                      <a:pt x="7593" y="28826"/>
                    </a:cubicBezTo>
                    <a:cubicBezTo>
                      <a:pt x="7613" y="28596"/>
                      <a:pt x="7634" y="28367"/>
                      <a:pt x="7676" y="28137"/>
                    </a:cubicBezTo>
                    <a:cubicBezTo>
                      <a:pt x="7989" y="25613"/>
                      <a:pt x="8364" y="23069"/>
                      <a:pt x="8594" y="20524"/>
                    </a:cubicBezTo>
                    <a:cubicBezTo>
                      <a:pt x="8948" y="16645"/>
                      <a:pt x="9032" y="12765"/>
                      <a:pt x="8844" y="8865"/>
                    </a:cubicBezTo>
                    <a:cubicBezTo>
                      <a:pt x="8844" y="8740"/>
                      <a:pt x="8844" y="8594"/>
                      <a:pt x="8823" y="8469"/>
                    </a:cubicBezTo>
                    <a:cubicBezTo>
                      <a:pt x="8823" y="8343"/>
                      <a:pt x="8802" y="8218"/>
                      <a:pt x="8802" y="8114"/>
                    </a:cubicBezTo>
                    <a:cubicBezTo>
                      <a:pt x="8615" y="5382"/>
                      <a:pt x="8197" y="2670"/>
                      <a:pt x="7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1"/>
              <p:cNvSpPr/>
              <p:nvPr/>
            </p:nvSpPr>
            <p:spPr>
              <a:xfrm>
                <a:off x="8466800" y="2808050"/>
                <a:ext cx="155950" cy="1327600"/>
              </a:xfrm>
              <a:custGeom>
                <a:rect b="b" l="l" r="r" t="t"/>
                <a:pathLst>
                  <a:path extrusionOk="0" h="53104" w="6238">
                    <a:moveTo>
                      <a:pt x="3463" y="1"/>
                    </a:moveTo>
                    <a:lnTo>
                      <a:pt x="3463" y="42"/>
                    </a:lnTo>
                    <a:cubicBezTo>
                      <a:pt x="3463" y="293"/>
                      <a:pt x="3442" y="501"/>
                      <a:pt x="3442" y="793"/>
                    </a:cubicBezTo>
                    <a:cubicBezTo>
                      <a:pt x="3442" y="1085"/>
                      <a:pt x="3421" y="1377"/>
                      <a:pt x="3400" y="1648"/>
                    </a:cubicBezTo>
                    <a:cubicBezTo>
                      <a:pt x="3171" y="5924"/>
                      <a:pt x="2191" y="10137"/>
                      <a:pt x="1419" y="14351"/>
                    </a:cubicBezTo>
                    <a:cubicBezTo>
                      <a:pt x="1377" y="14580"/>
                      <a:pt x="1336" y="14810"/>
                      <a:pt x="1294" y="15039"/>
                    </a:cubicBezTo>
                    <a:cubicBezTo>
                      <a:pt x="1252" y="15268"/>
                      <a:pt x="1210" y="15498"/>
                      <a:pt x="1169" y="15727"/>
                    </a:cubicBezTo>
                    <a:cubicBezTo>
                      <a:pt x="1064" y="16290"/>
                      <a:pt x="960" y="16874"/>
                      <a:pt x="877" y="17458"/>
                    </a:cubicBezTo>
                    <a:cubicBezTo>
                      <a:pt x="564" y="19523"/>
                      <a:pt x="334" y="21588"/>
                      <a:pt x="209" y="23674"/>
                    </a:cubicBezTo>
                    <a:cubicBezTo>
                      <a:pt x="188" y="24008"/>
                      <a:pt x="168" y="24362"/>
                      <a:pt x="147" y="24675"/>
                    </a:cubicBezTo>
                    <a:cubicBezTo>
                      <a:pt x="126" y="24988"/>
                      <a:pt x="105" y="25322"/>
                      <a:pt x="105" y="25635"/>
                    </a:cubicBezTo>
                    <a:cubicBezTo>
                      <a:pt x="84" y="25760"/>
                      <a:pt x="84" y="25885"/>
                      <a:pt x="84" y="26010"/>
                    </a:cubicBezTo>
                    <a:lnTo>
                      <a:pt x="84" y="26344"/>
                    </a:lnTo>
                    <a:cubicBezTo>
                      <a:pt x="1" y="28638"/>
                      <a:pt x="22" y="30912"/>
                      <a:pt x="126" y="33206"/>
                    </a:cubicBezTo>
                    <a:cubicBezTo>
                      <a:pt x="126" y="33248"/>
                      <a:pt x="126" y="33289"/>
                      <a:pt x="126" y="33331"/>
                    </a:cubicBezTo>
                    <a:cubicBezTo>
                      <a:pt x="147" y="33623"/>
                      <a:pt x="147" y="33915"/>
                      <a:pt x="168" y="34186"/>
                    </a:cubicBezTo>
                    <a:cubicBezTo>
                      <a:pt x="188" y="34478"/>
                      <a:pt x="209" y="34749"/>
                      <a:pt x="230" y="35041"/>
                    </a:cubicBezTo>
                    <a:cubicBezTo>
                      <a:pt x="230" y="35146"/>
                      <a:pt x="230" y="35292"/>
                      <a:pt x="251" y="35375"/>
                    </a:cubicBezTo>
                    <a:cubicBezTo>
                      <a:pt x="251" y="35458"/>
                      <a:pt x="251" y="35542"/>
                      <a:pt x="251" y="35625"/>
                    </a:cubicBezTo>
                    <a:cubicBezTo>
                      <a:pt x="272" y="35876"/>
                      <a:pt x="293" y="36126"/>
                      <a:pt x="314" y="36355"/>
                    </a:cubicBezTo>
                    <a:cubicBezTo>
                      <a:pt x="334" y="36585"/>
                      <a:pt x="334" y="36814"/>
                      <a:pt x="355" y="37064"/>
                    </a:cubicBezTo>
                    <a:cubicBezTo>
                      <a:pt x="501" y="38817"/>
                      <a:pt x="689" y="40589"/>
                      <a:pt x="918" y="42341"/>
                    </a:cubicBezTo>
                    <a:cubicBezTo>
                      <a:pt x="981" y="42884"/>
                      <a:pt x="1044" y="43426"/>
                      <a:pt x="1127" y="43968"/>
                    </a:cubicBezTo>
                    <a:cubicBezTo>
                      <a:pt x="1210" y="44490"/>
                      <a:pt x="1273" y="45032"/>
                      <a:pt x="1356" y="45574"/>
                    </a:cubicBezTo>
                    <a:cubicBezTo>
                      <a:pt x="1398" y="45866"/>
                      <a:pt x="1461" y="46158"/>
                      <a:pt x="1502" y="46450"/>
                    </a:cubicBezTo>
                    <a:cubicBezTo>
                      <a:pt x="1586" y="46993"/>
                      <a:pt x="1711" y="48307"/>
                      <a:pt x="1940" y="49725"/>
                    </a:cubicBezTo>
                    <a:cubicBezTo>
                      <a:pt x="2003" y="50226"/>
                      <a:pt x="2107" y="50747"/>
                      <a:pt x="2212" y="51248"/>
                    </a:cubicBezTo>
                    <a:cubicBezTo>
                      <a:pt x="2337" y="51873"/>
                      <a:pt x="2504" y="52499"/>
                      <a:pt x="2712" y="53104"/>
                    </a:cubicBezTo>
                    <a:lnTo>
                      <a:pt x="5007" y="53104"/>
                    </a:lnTo>
                    <a:lnTo>
                      <a:pt x="5048" y="53020"/>
                    </a:lnTo>
                    <a:cubicBezTo>
                      <a:pt x="5048" y="53000"/>
                      <a:pt x="5069" y="52979"/>
                      <a:pt x="5069" y="52958"/>
                    </a:cubicBezTo>
                    <a:cubicBezTo>
                      <a:pt x="5111" y="52874"/>
                      <a:pt x="5153" y="52791"/>
                      <a:pt x="5173" y="52708"/>
                    </a:cubicBezTo>
                    <a:cubicBezTo>
                      <a:pt x="5194" y="52708"/>
                      <a:pt x="5194" y="52687"/>
                      <a:pt x="5194" y="52666"/>
                    </a:cubicBezTo>
                    <a:cubicBezTo>
                      <a:pt x="5215" y="52645"/>
                      <a:pt x="5236" y="52603"/>
                      <a:pt x="5236" y="52582"/>
                    </a:cubicBezTo>
                    <a:lnTo>
                      <a:pt x="5257" y="52520"/>
                    </a:lnTo>
                    <a:cubicBezTo>
                      <a:pt x="5278" y="52499"/>
                      <a:pt x="5278" y="52478"/>
                      <a:pt x="5278" y="52457"/>
                    </a:cubicBezTo>
                    <a:cubicBezTo>
                      <a:pt x="5319" y="52395"/>
                      <a:pt x="5340" y="52332"/>
                      <a:pt x="5361" y="52249"/>
                    </a:cubicBezTo>
                    <a:cubicBezTo>
                      <a:pt x="5361" y="52249"/>
                      <a:pt x="5361" y="52249"/>
                      <a:pt x="5361" y="52228"/>
                    </a:cubicBezTo>
                    <a:cubicBezTo>
                      <a:pt x="5403" y="52165"/>
                      <a:pt x="5424" y="52082"/>
                      <a:pt x="5445" y="51998"/>
                    </a:cubicBezTo>
                    <a:cubicBezTo>
                      <a:pt x="5486" y="51915"/>
                      <a:pt x="5528" y="51811"/>
                      <a:pt x="5549" y="51727"/>
                    </a:cubicBezTo>
                    <a:cubicBezTo>
                      <a:pt x="5570" y="51644"/>
                      <a:pt x="5591" y="51581"/>
                      <a:pt x="5611" y="51498"/>
                    </a:cubicBezTo>
                    <a:cubicBezTo>
                      <a:pt x="5611" y="51477"/>
                      <a:pt x="5611" y="51456"/>
                      <a:pt x="5632" y="51435"/>
                    </a:cubicBezTo>
                    <a:cubicBezTo>
                      <a:pt x="5674" y="51248"/>
                      <a:pt x="5737" y="51060"/>
                      <a:pt x="5778" y="50851"/>
                    </a:cubicBezTo>
                    <a:cubicBezTo>
                      <a:pt x="5862" y="50497"/>
                      <a:pt x="5924" y="50142"/>
                      <a:pt x="5987" y="49767"/>
                    </a:cubicBezTo>
                    <a:lnTo>
                      <a:pt x="5987" y="49725"/>
                    </a:lnTo>
                    <a:lnTo>
                      <a:pt x="5987" y="49704"/>
                    </a:lnTo>
                    <a:cubicBezTo>
                      <a:pt x="6049" y="49287"/>
                      <a:pt x="6091" y="48870"/>
                      <a:pt x="6133" y="48390"/>
                    </a:cubicBezTo>
                    <a:cubicBezTo>
                      <a:pt x="6175" y="47931"/>
                      <a:pt x="6195" y="47452"/>
                      <a:pt x="6195" y="46951"/>
                    </a:cubicBezTo>
                    <a:cubicBezTo>
                      <a:pt x="6216" y="46784"/>
                      <a:pt x="6216" y="46596"/>
                      <a:pt x="6216" y="46409"/>
                    </a:cubicBezTo>
                    <a:lnTo>
                      <a:pt x="6216" y="46283"/>
                    </a:lnTo>
                    <a:lnTo>
                      <a:pt x="6216" y="46137"/>
                    </a:lnTo>
                    <a:lnTo>
                      <a:pt x="6216" y="46054"/>
                    </a:lnTo>
                    <a:cubicBezTo>
                      <a:pt x="6216" y="45574"/>
                      <a:pt x="6216" y="45095"/>
                      <a:pt x="6237" y="44594"/>
                    </a:cubicBezTo>
                    <a:lnTo>
                      <a:pt x="6237" y="44344"/>
                    </a:lnTo>
                    <a:lnTo>
                      <a:pt x="6237" y="44323"/>
                    </a:lnTo>
                    <a:cubicBezTo>
                      <a:pt x="6216" y="44093"/>
                      <a:pt x="6216" y="43885"/>
                      <a:pt x="6216" y="43655"/>
                    </a:cubicBezTo>
                    <a:lnTo>
                      <a:pt x="6216" y="43384"/>
                    </a:lnTo>
                    <a:cubicBezTo>
                      <a:pt x="6195" y="43259"/>
                      <a:pt x="6195" y="43155"/>
                      <a:pt x="6195" y="43030"/>
                    </a:cubicBezTo>
                    <a:cubicBezTo>
                      <a:pt x="6154" y="42425"/>
                      <a:pt x="6133" y="41841"/>
                      <a:pt x="6091" y="41278"/>
                    </a:cubicBezTo>
                    <a:cubicBezTo>
                      <a:pt x="6091" y="41090"/>
                      <a:pt x="6091" y="40923"/>
                      <a:pt x="6070" y="40756"/>
                    </a:cubicBezTo>
                    <a:cubicBezTo>
                      <a:pt x="6070" y="40589"/>
                      <a:pt x="6049" y="40423"/>
                      <a:pt x="6049" y="40256"/>
                    </a:cubicBezTo>
                    <a:cubicBezTo>
                      <a:pt x="6029" y="39943"/>
                      <a:pt x="6008" y="39609"/>
                      <a:pt x="6008" y="39317"/>
                    </a:cubicBezTo>
                    <a:cubicBezTo>
                      <a:pt x="6008" y="39192"/>
                      <a:pt x="6008" y="39067"/>
                      <a:pt x="6008" y="38942"/>
                    </a:cubicBezTo>
                    <a:cubicBezTo>
                      <a:pt x="6008" y="38629"/>
                      <a:pt x="5987" y="38337"/>
                      <a:pt x="5987" y="38045"/>
                    </a:cubicBezTo>
                    <a:lnTo>
                      <a:pt x="5945" y="37190"/>
                    </a:lnTo>
                    <a:cubicBezTo>
                      <a:pt x="5862" y="34895"/>
                      <a:pt x="5737" y="32622"/>
                      <a:pt x="5653" y="30348"/>
                    </a:cubicBezTo>
                    <a:lnTo>
                      <a:pt x="5611" y="29556"/>
                    </a:lnTo>
                    <a:cubicBezTo>
                      <a:pt x="5591" y="28951"/>
                      <a:pt x="5570" y="28325"/>
                      <a:pt x="5549" y="27699"/>
                    </a:cubicBezTo>
                    <a:cubicBezTo>
                      <a:pt x="5549" y="27074"/>
                      <a:pt x="5528" y="26406"/>
                      <a:pt x="5528" y="25760"/>
                    </a:cubicBezTo>
                    <a:lnTo>
                      <a:pt x="5528" y="25739"/>
                    </a:lnTo>
                    <a:lnTo>
                      <a:pt x="5528" y="24988"/>
                    </a:lnTo>
                    <a:cubicBezTo>
                      <a:pt x="5507" y="24425"/>
                      <a:pt x="5528" y="23841"/>
                      <a:pt x="5528" y="23278"/>
                    </a:cubicBezTo>
                    <a:cubicBezTo>
                      <a:pt x="5549" y="21380"/>
                      <a:pt x="5653" y="19461"/>
                      <a:pt x="5737" y="17542"/>
                    </a:cubicBezTo>
                    <a:cubicBezTo>
                      <a:pt x="5820" y="15519"/>
                      <a:pt x="5883" y="13516"/>
                      <a:pt x="5820" y="11514"/>
                    </a:cubicBezTo>
                    <a:cubicBezTo>
                      <a:pt x="5820" y="10993"/>
                      <a:pt x="5799" y="10471"/>
                      <a:pt x="5757" y="9950"/>
                    </a:cubicBezTo>
                    <a:cubicBezTo>
                      <a:pt x="5737" y="9387"/>
                      <a:pt x="5695" y="8823"/>
                      <a:pt x="5632" y="8281"/>
                    </a:cubicBezTo>
                    <a:lnTo>
                      <a:pt x="5632" y="8260"/>
                    </a:lnTo>
                    <a:cubicBezTo>
                      <a:pt x="5507" y="6925"/>
                      <a:pt x="5278" y="5591"/>
                      <a:pt x="4965" y="4277"/>
                    </a:cubicBezTo>
                    <a:cubicBezTo>
                      <a:pt x="4944" y="4214"/>
                      <a:pt x="4944" y="4130"/>
                      <a:pt x="4923" y="4047"/>
                    </a:cubicBezTo>
                    <a:cubicBezTo>
                      <a:pt x="4881" y="3880"/>
                      <a:pt x="4819" y="3734"/>
                      <a:pt x="4777" y="3567"/>
                    </a:cubicBezTo>
                    <a:cubicBezTo>
                      <a:pt x="4735" y="3400"/>
                      <a:pt x="4694" y="3254"/>
                      <a:pt x="4652" y="3088"/>
                    </a:cubicBezTo>
                    <a:cubicBezTo>
                      <a:pt x="4631" y="3025"/>
                      <a:pt x="4610" y="2942"/>
                      <a:pt x="4568" y="2858"/>
                    </a:cubicBezTo>
                    <a:cubicBezTo>
                      <a:pt x="4527" y="2712"/>
                      <a:pt x="4485" y="2587"/>
                      <a:pt x="4443" y="2441"/>
                    </a:cubicBezTo>
                    <a:cubicBezTo>
                      <a:pt x="4381" y="2274"/>
                      <a:pt x="4318" y="2107"/>
                      <a:pt x="4256" y="1920"/>
                    </a:cubicBezTo>
                    <a:cubicBezTo>
                      <a:pt x="4235" y="1857"/>
                      <a:pt x="4214" y="1815"/>
                      <a:pt x="4193" y="1753"/>
                    </a:cubicBezTo>
                    <a:cubicBezTo>
                      <a:pt x="4110" y="1523"/>
                      <a:pt x="4026" y="1273"/>
                      <a:pt x="3922" y="1064"/>
                    </a:cubicBezTo>
                    <a:cubicBezTo>
                      <a:pt x="3880" y="918"/>
                      <a:pt x="3818" y="793"/>
                      <a:pt x="3755" y="668"/>
                    </a:cubicBezTo>
                    <a:cubicBezTo>
                      <a:pt x="3692" y="522"/>
                      <a:pt x="3651" y="397"/>
                      <a:pt x="3588" y="272"/>
                    </a:cubicBezTo>
                    <a:lnTo>
                      <a:pt x="34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1"/>
              <p:cNvSpPr/>
              <p:nvPr/>
            </p:nvSpPr>
            <p:spPr>
              <a:xfrm>
                <a:off x="8630525" y="2992125"/>
                <a:ext cx="364525" cy="1141450"/>
              </a:xfrm>
              <a:custGeom>
                <a:rect b="b" l="l" r="r" t="t"/>
                <a:pathLst>
                  <a:path extrusionOk="0" h="45658" w="14581">
                    <a:moveTo>
                      <a:pt x="14580" y="0"/>
                    </a:moveTo>
                    <a:cubicBezTo>
                      <a:pt x="11452" y="3442"/>
                      <a:pt x="10326" y="7968"/>
                      <a:pt x="9387" y="12577"/>
                    </a:cubicBezTo>
                    <a:cubicBezTo>
                      <a:pt x="9303" y="12974"/>
                      <a:pt x="9220" y="13370"/>
                      <a:pt x="9157" y="13766"/>
                    </a:cubicBezTo>
                    <a:cubicBezTo>
                      <a:pt x="9074" y="14163"/>
                      <a:pt x="8991" y="14559"/>
                      <a:pt x="8928" y="14955"/>
                    </a:cubicBezTo>
                    <a:cubicBezTo>
                      <a:pt x="8594" y="16666"/>
                      <a:pt x="8240" y="18397"/>
                      <a:pt x="7802" y="20044"/>
                    </a:cubicBezTo>
                    <a:cubicBezTo>
                      <a:pt x="7531" y="21046"/>
                      <a:pt x="7218" y="22026"/>
                      <a:pt x="6884" y="23006"/>
                    </a:cubicBezTo>
                    <a:cubicBezTo>
                      <a:pt x="6821" y="23215"/>
                      <a:pt x="6738" y="23444"/>
                      <a:pt x="6655" y="23653"/>
                    </a:cubicBezTo>
                    <a:cubicBezTo>
                      <a:pt x="6592" y="23861"/>
                      <a:pt x="6509" y="24070"/>
                      <a:pt x="6446" y="24279"/>
                    </a:cubicBezTo>
                    <a:cubicBezTo>
                      <a:pt x="6175" y="25009"/>
                      <a:pt x="5904" y="25718"/>
                      <a:pt x="5633" y="26448"/>
                    </a:cubicBezTo>
                    <a:cubicBezTo>
                      <a:pt x="5487" y="26802"/>
                      <a:pt x="5341" y="27178"/>
                      <a:pt x="5195" y="27553"/>
                    </a:cubicBezTo>
                    <a:cubicBezTo>
                      <a:pt x="5007" y="28033"/>
                      <a:pt x="4798" y="28533"/>
                      <a:pt x="4611" y="29034"/>
                    </a:cubicBezTo>
                    <a:cubicBezTo>
                      <a:pt x="4193" y="30077"/>
                      <a:pt x="3776" y="31120"/>
                      <a:pt x="3380" y="32184"/>
                    </a:cubicBezTo>
                    <a:lnTo>
                      <a:pt x="3213" y="32642"/>
                    </a:lnTo>
                    <a:cubicBezTo>
                      <a:pt x="3150" y="32788"/>
                      <a:pt x="3109" y="32934"/>
                      <a:pt x="3046" y="33080"/>
                    </a:cubicBezTo>
                    <a:cubicBezTo>
                      <a:pt x="2671" y="34123"/>
                      <a:pt x="2316" y="35166"/>
                      <a:pt x="1982" y="36230"/>
                    </a:cubicBezTo>
                    <a:cubicBezTo>
                      <a:pt x="1941" y="36376"/>
                      <a:pt x="1899" y="36522"/>
                      <a:pt x="1836" y="36668"/>
                    </a:cubicBezTo>
                    <a:cubicBezTo>
                      <a:pt x="1753" y="36981"/>
                      <a:pt x="1607" y="37335"/>
                      <a:pt x="1482" y="37690"/>
                    </a:cubicBezTo>
                    <a:cubicBezTo>
                      <a:pt x="1419" y="37878"/>
                      <a:pt x="1357" y="38044"/>
                      <a:pt x="1273" y="38253"/>
                    </a:cubicBezTo>
                    <a:cubicBezTo>
                      <a:pt x="1211" y="38441"/>
                      <a:pt x="1127" y="38649"/>
                      <a:pt x="1065" y="38858"/>
                    </a:cubicBezTo>
                    <a:cubicBezTo>
                      <a:pt x="627" y="40005"/>
                      <a:pt x="314" y="41194"/>
                      <a:pt x="105" y="42383"/>
                    </a:cubicBezTo>
                    <a:cubicBezTo>
                      <a:pt x="1" y="43050"/>
                      <a:pt x="1" y="43697"/>
                      <a:pt x="105" y="44343"/>
                    </a:cubicBezTo>
                    <a:cubicBezTo>
                      <a:pt x="126" y="44448"/>
                      <a:pt x="147" y="44552"/>
                      <a:pt x="168" y="44615"/>
                    </a:cubicBezTo>
                    <a:cubicBezTo>
                      <a:pt x="189" y="44698"/>
                      <a:pt x="210" y="44781"/>
                      <a:pt x="230" y="44844"/>
                    </a:cubicBezTo>
                    <a:cubicBezTo>
                      <a:pt x="272" y="45011"/>
                      <a:pt x="335" y="45157"/>
                      <a:pt x="418" y="45303"/>
                    </a:cubicBezTo>
                    <a:cubicBezTo>
                      <a:pt x="439" y="45386"/>
                      <a:pt x="481" y="45449"/>
                      <a:pt x="502" y="45491"/>
                    </a:cubicBezTo>
                    <a:cubicBezTo>
                      <a:pt x="543" y="45553"/>
                      <a:pt x="585" y="45616"/>
                      <a:pt x="627" y="45657"/>
                    </a:cubicBezTo>
                    <a:lnTo>
                      <a:pt x="794" y="45657"/>
                    </a:lnTo>
                    <a:cubicBezTo>
                      <a:pt x="1252" y="45637"/>
                      <a:pt x="1711" y="45616"/>
                      <a:pt x="2149" y="45595"/>
                    </a:cubicBezTo>
                    <a:lnTo>
                      <a:pt x="2274" y="45595"/>
                    </a:lnTo>
                    <a:lnTo>
                      <a:pt x="2441" y="45574"/>
                    </a:lnTo>
                    <a:lnTo>
                      <a:pt x="2984" y="45574"/>
                    </a:lnTo>
                    <a:cubicBezTo>
                      <a:pt x="4298" y="45491"/>
                      <a:pt x="5591" y="45324"/>
                      <a:pt x="6884" y="45094"/>
                    </a:cubicBezTo>
                    <a:cubicBezTo>
                      <a:pt x="6947" y="45094"/>
                      <a:pt x="7009" y="45073"/>
                      <a:pt x="7072" y="45053"/>
                    </a:cubicBezTo>
                    <a:cubicBezTo>
                      <a:pt x="7259" y="44469"/>
                      <a:pt x="7426" y="43843"/>
                      <a:pt x="7531" y="43217"/>
                    </a:cubicBezTo>
                    <a:cubicBezTo>
                      <a:pt x="7635" y="42779"/>
                      <a:pt x="7697" y="42341"/>
                      <a:pt x="7802" y="41924"/>
                    </a:cubicBezTo>
                    <a:cubicBezTo>
                      <a:pt x="10117" y="31454"/>
                      <a:pt x="11765" y="20858"/>
                      <a:pt x="12745" y="10179"/>
                    </a:cubicBezTo>
                    <a:cubicBezTo>
                      <a:pt x="13058" y="6737"/>
                      <a:pt x="13329" y="3212"/>
                      <a:pt x="145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1"/>
              <p:cNvSpPr/>
              <p:nvPr/>
            </p:nvSpPr>
            <p:spPr>
              <a:xfrm>
                <a:off x="8580475" y="2411250"/>
                <a:ext cx="151250" cy="1721800"/>
              </a:xfrm>
              <a:custGeom>
                <a:rect b="b" l="l" r="r" t="t"/>
                <a:pathLst>
                  <a:path extrusionOk="0" h="68872" w="6050">
                    <a:moveTo>
                      <a:pt x="4318" y="0"/>
                    </a:moveTo>
                    <a:cubicBezTo>
                      <a:pt x="1753" y="2920"/>
                      <a:pt x="1586" y="7154"/>
                      <a:pt x="1544" y="11034"/>
                    </a:cubicBezTo>
                    <a:cubicBezTo>
                      <a:pt x="1544" y="11972"/>
                      <a:pt x="1523" y="12911"/>
                      <a:pt x="1523" y="13870"/>
                    </a:cubicBezTo>
                    <a:lnTo>
                      <a:pt x="1523" y="13891"/>
                    </a:lnTo>
                    <a:lnTo>
                      <a:pt x="1523" y="15059"/>
                    </a:lnTo>
                    <a:lnTo>
                      <a:pt x="1523" y="15998"/>
                    </a:lnTo>
                    <a:lnTo>
                      <a:pt x="1523" y="16186"/>
                    </a:lnTo>
                    <a:cubicBezTo>
                      <a:pt x="1482" y="25113"/>
                      <a:pt x="1440" y="34019"/>
                      <a:pt x="1044" y="42925"/>
                    </a:cubicBezTo>
                    <a:cubicBezTo>
                      <a:pt x="1023" y="43133"/>
                      <a:pt x="1023" y="43363"/>
                      <a:pt x="1002" y="43571"/>
                    </a:cubicBezTo>
                    <a:cubicBezTo>
                      <a:pt x="981" y="44030"/>
                      <a:pt x="960" y="44510"/>
                      <a:pt x="939" y="44969"/>
                    </a:cubicBezTo>
                    <a:cubicBezTo>
                      <a:pt x="877" y="46074"/>
                      <a:pt x="814" y="47180"/>
                      <a:pt x="752" y="48264"/>
                    </a:cubicBezTo>
                    <a:lnTo>
                      <a:pt x="752" y="48285"/>
                    </a:lnTo>
                    <a:cubicBezTo>
                      <a:pt x="689" y="49307"/>
                      <a:pt x="626" y="50329"/>
                      <a:pt x="543" y="51351"/>
                    </a:cubicBezTo>
                    <a:lnTo>
                      <a:pt x="480" y="52060"/>
                    </a:lnTo>
                    <a:cubicBezTo>
                      <a:pt x="480" y="52165"/>
                      <a:pt x="460" y="52248"/>
                      <a:pt x="460" y="52352"/>
                    </a:cubicBezTo>
                    <a:cubicBezTo>
                      <a:pt x="460" y="52498"/>
                      <a:pt x="439" y="52644"/>
                      <a:pt x="439" y="52790"/>
                    </a:cubicBezTo>
                    <a:cubicBezTo>
                      <a:pt x="293" y="54480"/>
                      <a:pt x="105" y="56816"/>
                      <a:pt x="42" y="59256"/>
                    </a:cubicBezTo>
                    <a:cubicBezTo>
                      <a:pt x="21" y="59507"/>
                      <a:pt x="21" y="59778"/>
                      <a:pt x="21" y="60028"/>
                    </a:cubicBezTo>
                    <a:lnTo>
                      <a:pt x="21" y="61113"/>
                    </a:lnTo>
                    <a:lnTo>
                      <a:pt x="21" y="61133"/>
                    </a:lnTo>
                    <a:cubicBezTo>
                      <a:pt x="1" y="62301"/>
                      <a:pt x="42" y="63470"/>
                      <a:pt x="126" y="64554"/>
                    </a:cubicBezTo>
                    <a:lnTo>
                      <a:pt x="126" y="64658"/>
                    </a:lnTo>
                    <a:lnTo>
                      <a:pt x="126" y="64679"/>
                    </a:lnTo>
                    <a:cubicBezTo>
                      <a:pt x="147" y="64930"/>
                      <a:pt x="167" y="65180"/>
                      <a:pt x="209" y="65430"/>
                    </a:cubicBezTo>
                    <a:cubicBezTo>
                      <a:pt x="209" y="65472"/>
                      <a:pt x="209" y="65514"/>
                      <a:pt x="209" y="65555"/>
                    </a:cubicBezTo>
                    <a:cubicBezTo>
                      <a:pt x="230" y="65722"/>
                      <a:pt x="251" y="65868"/>
                      <a:pt x="272" y="66014"/>
                    </a:cubicBezTo>
                    <a:cubicBezTo>
                      <a:pt x="293" y="66202"/>
                      <a:pt x="334" y="66369"/>
                      <a:pt x="355" y="66536"/>
                    </a:cubicBezTo>
                    <a:cubicBezTo>
                      <a:pt x="376" y="66598"/>
                      <a:pt x="397" y="66661"/>
                      <a:pt x="397" y="66723"/>
                    </a:cubicBezTo>
                    <a:cubicBezTo>
                      <a:pt x="418" y="66848"/>
                      <a:pt x="439" y="66974"/>
                      <a:pt x="460" y="67099"/>
                    </a:cubicBezTo>
                    <a:cubicBezTo>
                      <a:pt x="501" y="67286"/>
                      <a:pt x="543" y="67474"/>
                      <a:pt x="585" y="67662"/>
                    </a:cubicBezTo>
                    <a:cubicBezTo>
                      <a:pt x="606" y="67745"/>
                      <a:pt x="626" y="67829"/>
                      <a:pt x="668" y="67912"/>
                    </a:cubicBezTo>
                    <a:cubicBezTo>
                      <a:pt x="668" y="67954"/>
                      <a:pt x="689" y="67975"/>
                      <a:pt x="689" y="68016"/>
                    </a:cubicBezTo>
                    <a:cubicBezTo>
                      <a:pt x="710" y="68079"/>
                      <a:pt x="731" y="68142"/>
                      <a:pt x="752" y="68204"/>
                    </a:cubicBezTo>
                    <a:cubicBezTo>
                      <a:pt x="752" y="68225"/>
                      <a:pt x="752" y="68225"/>
                      <a:pt x="772" y="68246"/>
                    </a:cubicBezTo>
                    <a:cubicBezTo>
                      <a:pt x="793" y="68308"/>
                      <a:pt x="814" y="68392"/>
                      <a:pt x="835" y="68454"/>
                    </a:cubicBezTo>
                    <a:cubicBezTo>
                      <a:pt x="856" y="68517"/>
                      <a:pt x="898" y="68580"/>
                      <a:pt x="918" y="68642"/>
                    </a:cubicBezTo>
                    <a:cubicBezTo>
                      <a:pt x="939" y="68726"/>
                      <a:pt x="1002" y="68809"/>
                      <a:pt x="1064" y="68872"/>
                    </a:cubicBezTo>
                    <a:lnTo>
                      <a:pt x="1690" y="68872"/>
                    </a:lnTo>
                    <a:cubicBezTo>
                      <a:pt x="1920" y="68872"/>
                      <a:pt x="2128" y="68851"/>
                      <a:pt x="2358" y="68851"/>
                    </a:cubicBezTo>
                    <a:lnTo>
                      <a:pt x="2858" y="68851"/>
                    </a:lnTo>
                    <a:cubicBezTo>
                      <a:pt x="3317" y="68830"/>
                      <a:pt x="3776" y="68809"/>
                      <a:pt x="4214" y="68788"/>
                    </a:cubicBezTo>
                    <a:lnTo>
                      <a:pt x="4339" y="68788"/>
                    </a:lnTo>
                    <a:lnTo>
                      <a:pt x="4485" y="68767"/>
                    </a:lnTo>
                    <a:lnTo>
                      <a:pt x="4652" y="68767"/>
                    </a:lnTo>
                    <a:cubicBezTo>
                      <a:pt x="4673" y="68746"/>
                      <a:pt x="4694" y="68726"/>
                      <a:pt x="4735" y="68705"/>
                    </a:cubicBezTo>
                    <a:cubicBezTo>
                      <a:pt x="4777" y="68621"/>
                      <a:pt x="4840" y="68559"/>
                      <a:pt x="4881" y="68475"/>
                    </a:cubicBezTo>
                    <a:cubicBezTo>
                      <a:pt x="4923" y="68350"/>
                      <a:pt x="4986" y="68225"/>
                      <a:pt x="5006" y="68100"/>
                    </a:cubicBezTo>
                    <a:cubicBezTo>
                      <a:pt x="5152" y="67516"/>
                      <a:pt x="5236" y="66932"/>
                      <a:pt x="5278" y="66348"/>
                    </a:cubicBezTo>
                    <a:cubicBezTo>
                      <a:pt x="5278" y="66160"/>
                      <a:pt x="5298" y="65952"/>
                      <a:pt x="5319" y="65806"/>
                    </a:cubicBezTo>
                    <a:cubicBezTo>
                      <a:pt x="5319" y="65639"/>
                      <a:pt x="5319" y="65472"/>
                      <a:pt x="5319" y="65305"/>
                    </a:cubicBezTo>
                    <a:lnTo>
                      <a:pt x="5319" y="65055"/>
                    </a:lnTo>
                    <a:lnTo>
                      <a:pt x="5319" y="64742"/>
                    </a:lnTo>
                    <a:lnTo>
                      <a:pt x="5319" y="63949"/>
                    </a:lnTo>
                    <a:lnTo>
                      <a:pt x="5319" y="63240"/>
                    </a:lnTo>
                    <a:cubicBezTo>
                      <a:pt x="5298" y="62239"/>
                      <a:pt x="5257" y="61238"/>
                      <a:pt x="5236" y="60403"/>
                    </a:cubicBezTo>
                    <a:lnTo>
                      <a:pt x="5236" y="60383"/>
                    </a:lnTo>
                    <a:cubicBezTo>
                      <a:pt x="5215" y="60070"/>
                      <a:pt x="5194" y="59799"/>
                      <a:pt x="5194" y="59527"/>
                    </a:cubicBezTo>
                    <a:lnTo>
                      <a:pt x="5194" y="59298"/>
                    </a:lnTo>
                    <a:lnTo>
                      <a:pt x="5194" y="59194"/>
                    </a:lnTo>
                    <a:lnTo>
                      <a:pt x="5194" y="59110"/>
                    </a:lnTo>
                    <a:lnTo>
                      <a:pt x="5194" y="58505"/>
                    </a:lnTo>
                    <a:lnTo>
                      <a:pt x="5194" y="58130"/>
                    </a:lnTo>
                    <a:cubicBezTo>
                      <a:pt x="5215" y="57546"/>
                      <a:pt x="5236" y="56962"/>
                      <a:pt x="5257" y="56378"/>
                    </a:cubicBezTo>
                    <a:cubicBezTo>
                      <a:pt x="5257" y="56211"/>
                      <a:pt x="5257" y="56065"/>
                      <a:pt x="5257" y="55898"/>
                    </a:cubicBezTo>
                    <a:lnTo>
                      <a:pt x="5257" y="55419"/>
                    </a:lnTo>
                    <a:cubicBezTo>
                      <a:pt x="5298" y="53750"/>
                      <a:pt x="5361" y="52060"/>
                      <a:pt x="5403" y="50371"/>
                    </a:cubicBezTo>
                    <a:cubicBezTo>
                      <a:pt x="5403" y="50142"/>
                      <a:pt x="5424" y="49954"/>
                      <a:pt x="5424" y="49704"/>
                    </a:cubicBezTo>
                    <a:cubicBezTo>
                      <a:pt x="5424" y="49453"/>
                      <a:pt x="5444" y="49224"/>
                      <a:pt x="5444" y="48974"/>
                    </a:cubicBezTo>
                    <a:cubicBezTo>
                      <a:pt x="5549" y="45553"/>
                      <a:pt x="5632" y="42111"/>
                      <a:pt x="5736" y="38691"/>
                    </a:cubicBezTo>
                    <a:cubicBezTo>
                      <a:pt x="5736" y="38691"/>
                      <a:pt x="5736" y="38670"/>
                      <a:pt x="5736" y="38670"/>
                    </a:cubicBezTo>
                    <a:cubicBezTo>
                      <a:pt x="5778" y="36876"/>
                      <a:pt x="5820" y="35082"/>
                      <a:pt x="5882" y="33289"/>
                    </a:cubicBezTo>
                    <a:lnTo>
                      <a:pt x="5882" y="33268"/>
                    </a:lnTo>
                    <a:lnTo>
                      <a:pt x="5882" y="33184"/>
                    </a:lnTo>
                    <a:cubicBezTo>
                      <a:pt x="5945" y="31120"/>
                      <a:pt x="6008" y="29076"/>
                      <a:pt x="6029" y="27031"/>
                    </a:cubicBezTo>
                    <a:cubicBezTo>
                      <a:pt x="6008" y="27011"/>
                      <a:pt x="6008" y="27011"/>
                      <a:pt x="6029" y="27011"/>
                    </a:cubicBezTo>
                    <a:lnTo>
                      <a:pt x="6029" y="26155"/>
                    </a:lnTo>
                    <a:lnTo>
                      <a:pt x="6029" y="25509"/>
                    </a:lnTo>
                    <a:cubicBezTo>
                      <a:pt x="6049" y="22422"/>
                      <a:pt x="5924" y="19335"/>
                      <a:pt x="5653" y="16248"/>
                    </a:cubicBezTo>
                    <a:cubicBezTo>
                      <a:pt x="5653" y="16165"/>
                      <a:pt x="5632" y="16081"/>
                      <a:pt x="5632" y="15998"/>
                    </a:cubicBezTo>
                    <a:cubicBezTo>
                      <a:pt x="5611" y="15768"/>
                      <a:pt x="5570" y="15539"/>
                      <a:pt x="5549" y="15310"/>
                    </a:cubicBezTo>
                    <a:cubicBezTo>
                      <a:pt x="5528" y="15080"/>
                      <a:pt x="5507" y="14830"/>
                      <a:pt x="5465" y="14600"/>
                    </a:cubicBezTo>
                    <a:cubicBezTo>
                      <a:pt x="4881" y="9720"/>
                      <a:pt x="3922" y="4860"/>
                      <a:pt x="4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1"/>
              <p:cNvSpPr/>
              <p:nvPr/>
            </p:nvSpPr>
            <p:spPr>
              <a:xfrm>
                <a:off x="8118475" y="3489575"/>
                <a:ext cx="340525" cy="645050"/>
              </a:xfrm>
              <a:custGeom>
                <a:rect b="b" l="l" r="r" t="t"/>
                <a:pathLst>
                  <a:path extrusionOk="0" h="25802" w="13621">
                    <a:moveTo>
                      <a:pt x="793" y="0"/>
                    </a:moveTo>
                    <a:lnTo>
                      <a:pt x="793" y="0"/>
                    </a:lnTo>
                    <a:cubicBezTo>
                      <a:pt x="1" y="3525"/>
                      <a:pt x="898" y="7259"/>
                      <a:pt x="2316" y="10617"/>
                    </a:cubicBezTo>
                    <a:cubicBezTo>
                      <a:pt x="3734" y="13954"/>
                      <a:pt x="5695" y="17041"/>
                      <a:pt x="7176" y="20378"/>
                    </a:cubicBezTo>
                    <a:cubicBezTo>
                      <a:pt x="7510" y="21150"/>
                      <a:pt x="7843" y="22151"/>
                      <a:pt x="8219" y="23173"/>
                    </a:cubicBezTo>
                    <a:cubicBezTo>
                      <a:pt x="8490" y="23924"/>
                      <a:pt x="8761" y="24696"/>
                      <a:pt x="9095" y="25405"/>
                    </a:cubicBezTo>
                    <a:lnTo>
                      <a:pt x="9282" y="25426"/>
                    </a:lnTo>
                    <a:cubicBezTo>
                      <a:pt x="9512" y="25467"/>
                      <a:pt x="9762" y="25509"/>
                      <a:pt x="10012" y="25530"/>
                    </a:cubicBezTo>
                    <a:cubicBezTo>
                      <a:pt x="10179" y="25551"/>
                      <a:pt x="10346" y="25572"/>
                      <a:pt x="10513" y="25593"/>
                    </a:cubicBezTo>
                    <a:cubicBezTo>
                      <a:pt x="11014" y="25634"/>
                      <a:pt x="11556" y="25676"/>
                      <a:pt x="12119" y="25718"/>
                    </a:cubicBezTo>
                    <a:lnTo>
                      <a:pt x="12286" y="25718"/>
                    </a:lnTo>
                    <a:lnTo>
                      <a:pt x="12453" y="25739"/>
                    </a:lnTo>
                    <a:lnTo>
                      <a:pt x="12870" y="25759"/>
                    </a:lnTo>
                    <a:cubicBezTo>
                      <a:pt x="12912" y="25770"/>
                      <a:pt x="12959" y="25770"/>
                      <a:pt x="13003" y="25770"/>
                    </a:cubicBezTo>
                    <a:cubicBezTo>
                      <a:pt x="13047" y="25770"/>
                      <a:pt x="13089" y="25770"/>
                      <a:pt x="13120" y="25780"/>
                    </a:cubicBezTo>
                    <a:cubicBezTo>
                      <a:pt x="13183" y="25801"/>
                      <a:pt x="13225" y="25801"/>
                      <a:pt x="13287" y="25801"/>
                    </a:cubicBezTo>
                    <a:lnTo>
                      <a:pt x="13621" y="25801"/>
                    </a:lnTo>
                    <a:cubicBezTo>
                      <a:pt x="13579" y="25572"/>
                      <a:pt x="13537" y="25363"/>
                      <a:pt x="13475" y="25175"/>
                    </a:cubicBezTo>
                    <a:cubicBezTo>
                      <a:pt x="13225" y="24341"/>
                      <a:pt x="12953" y="23507"/>
                      <a:pt x="12682" y="22693"/>
                    </a:cubicBezTo>
                    <a:cubicBezTo>
                      <a:pt x="12661" y="22652"/>
                      <a:pt x="12661" y="22610"/>
                      <a:pt x="12640" y="22568"/>
                    </a:cubicBezTo>
                    <a:cubicBezTo>
                      <a:pt x="12494" y="22172"/>
                      <a:pt x="12369" y="21797"/>
                      <a:pt x="12244" y="21421"/>
                    </a:cubicBezTo>
                    <a:cubicBezTo>
                      <a:pt x="12119" y="21108"/>
                      <a:pt x="11994" y="20795"/>
                      <a:pt x="11869" y="20483"/>
                    </a:cubicBezTo>
                    <a:cubicBezTo>
                      <a:pt x="11410" y="19314"/>
                      <a:pt x="10847" y="18167"/>
                      <a:pt x="10179" y="17083"/>
                    </a:cubicBezTo>
                    <a:cubicBezTo>
                      <a:pt x="10138" y="17020"/>
                      <a:pt x="10096" y="16978"/>
                      <a:pt x="10033" y="16853"/>
                    </a:cubicBezTo>
                    <a:cubicBezTo>
                      <a:pt x="9950" y="16749"/>
                      <a:pt x="9846" y="16603"/>
                      <a:pt x="9783" y="16499"/>
                    </a:cubicBezTo>
                    <a:cubicBezTo>
                      <a:pt x="9720" y="16394"/>
                      <a:pt x="9637" y="16290"/>
                      <a:pt x="9554" y="16165"/>
                    </a:cubicBezTo>
                    <a:cubicBezTo>
                      <a:pt x="7614" y="13433"/>
                      <a:pt x="5007" y="11138"/>
                      <a:pt x="3380" y="8197"/>
                    </a:cubicBezTo>
                    <a:cubicBezTo>
                      <a:pt x="1982" y="5674"/>
                      <a:pt x="1377" y="2816"/>
                      <a:pt x="7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1"/>
              <p:cNvSpPr/>
              <p:nvPr/>
            </p:nvSpPr>
            <p:spPr>
              <a:xfrm>
                <a:off x="8020975" y="3064075"/>
                <a:ext cx="492775" cy="1072100"/>
              </a:xfrm>
              <a:custGeom>
                <a:rect b="b" l="l" r="r" t="t"/>
                <a:pathLst>
                  <a:path extrusionOk="0" h="42884" w="19711">
                    <a:moveTo>
                      <a:pt x="981" y="1"/>
                    </a:moveTo>
                    <a:lnTo>
                      <a:pt x="981" y="1"/>
                    </a:lnTo>
                    <a:cubicBezTo>
                      <a:pt x="0" y="5737"/>
                      <a:pt x="2420" y="11514"/>
                      <a:pt x="5340" y="16582"/>
                    </a:cubicBezTo>
                    <a:cubicBezTo>
                      <a:pt x="8260" y="21630"/>
                      <a:pt x="11785" y="26469"/>
                      <a:pt x="13328" y="32100"/>
                    </a:cubicBezTo>
                    <a:cubicBezTo>
                      <a:pt x="13412" y="32455"/>
                      <a:pt x="13516" y="32810"/>
                      <a:pt x="13600" y="33185"/>
                    </a:cubicBezTo>
                    <a:cubicBezTo>
                      <a:pt x="13620" y="33310"/>
                      <a:pt x="13641" y="33435"/>
                      <a:pt x="13683" y="33581"/>
                    </a:cubicBezTo>
                    <a:cubicBezTo>
                      <a:pt x="13725" y="33706"/>
                      <a:pt x="13746" y="33852"/>
                      <a:pt x="13787" y="33998"/>
                    </a:cubicBezTo>
                    <a:cubicBezTo>
                      <a:pt x="13975" y="34854"/>
                      <a:pt x="14142" y="35709"/>
                      <a:pt x="14309" y="36585"/>
                    </a:cubicBezTo>
                    <a:cubicBezTo>
                      <a:pt x="14330" y="36647"/>
                      <a:pt x="14350" y="36731"/>
                      <a:pt x="14371" y="36793"/>
                    </a:cubicBezTo>
                    <a:cubicBezTo>
                      <a:pt x="14580" y="37836"/>
                      <a:pt x="14809" y="38858"/>
                      <a:pt x="15101" y="39859"/>
                    </a:cubicBezTo>
                    <a:cubicBezTo>
                      <a:pt x="15143" y="39964"/>
                      <a:pt x="15164" y="40068"/>
                      <a:pt x="15206" y="40172"/>
                    </a:cubicBezTo>
                    <a:cubicBezTo>
                      <a:pt x="15226" y="40235"/>
                      <a:pt x="15247" y="40297"/>
                      <a:pt x="15268" y="40360"/>
                    </a:cubicBezTo>
                    <a:cubicBezTo>
                      <a:pt x="15372" y="40694"/>
                      <a:pt x="15477" y="41007"/>
                      <a:pt x="15602" y="41340"/>
                    </a:cubicBezTo>
                    <a:cubicBezTo>
                      <a:pt x="15727" y="41695"/>
                      <a:pt x="15936" y="42237"/>
                      <a:pt x="16186" y="42821"/>
                    </a:cubicBezTo>
                    <a:lnTo>
                      <a:pt x="16353" y="42821"/>
                    </a:lnTo>
                    <a:lnTo>
                      <a:pt x="16770" y="42842"/>
                    </a:lnTo>
                    <a:cubicBezTo>
                      <a:pt x="16812" y="42852"/>
                      <a:pt x="16859" y="42852"/>
                      <a:pt x="16903" y="42852"/>
                    </a:cubicBezTo>
                    <a:cubicBezTo>
                      <a:pt x="16947" y="42852"/>
                      <a:pt x="16989" y="42852"/>
                      <a:pt x="17020" y="42863"/>
                    </a:cubicBezTo>
                    <a:cubicBezTo>
                      <a:pt x="17083" y="42884"/>
                      <a:pt x="17125" y="42884"/>
                      <a:pt x="17187" y="42884"/>
                    </a:cubicBezTo>
                    <a:lnTo>
                      <a:pt x="19690" y="42884"/>
                    </a:lnTo>
                    <a:cubicBezTo>
                      <a:pt x="19711" y="42717"/>
                      <a:pt x="19690" y="42550"/>
                      <a:pt x="19690" y="42383"/>
                    </a:cubicBezTo>
                    <a:cubicBezTo>
                      <a:pt x="19607" y="41465"/>
                      <a:pt x="19481" y="40548"/>
                      <a:pt x="19294" y="39630"/>
                    </a:cubicBezTo>
                    <a:cubicBezTo>
                      <a:pt x="19023" y="38274"/>
                      <a:pt x="18668" y="36939"/>
                      <a:pt x="18230" y="35625"/>
                    </a:cubicBezTo>
                    <a:cubicBezTo>
                      <a:pt x="18167" y="35417"/>
                      <a:pt x="18105" y="35208"/>
                      <a:pt x="18042" y="35000"/>
                    </a:cubicBezTo>
                    <a:cubicBezTo>
                      <a:pt x="17980" y="34812"/>
                      <a:pt x="17917" y="34603"/>
                      <a:pt x="17834" y="34395"/>
                    </a:cubicBezTo>
                    <a:lnTo>
                      <a:pt x="17792" y="34270"/>
                    </a:lnTo>
                    <a:cubicBezTo>
                      <a:pt x="17604" y="33727"/>
                      <a:pt x="17417" y="33206"/>
                      <a:pt x="17229" y="32684"/>
                    </a:cubicBezTo>
                    <a:lnTo>
                      <a:pt x="17125" y="32372"/>
                    </a:lnTo>
                    <a:cubicBezTo>
                      <a:pt x="16540" y="30766"/>
                      <a:pt x="15956" y="29180"/>
                      <a:pt x="15331" y="27595"/>
                    </a:cubicBezTo>
                    <a:cubicBezTo>
                      <a:pt x="15289" y="27491"/>
                      <a:pt x="15247" y="27366"/>
                      <a:pt x="15206" y="27261"/>
                    </a:cubicBezTo>
                    <a:cubicBezTo>
                      <a:pt x="15164" y="27178"/>
                      <a:pt x="15122" y="27074"/>
                      <a:pt x="15080" y="26990"/>
                    </a:cubicBezTo>
                    <a:cubicBezTo>
                      <a:pt x="14580" y="25718"/>
                      <a:pt x="14058" y="24467"/>
                      <a:pt x="13516" y="23236"/>
                    </a:cubicBezTo>
                    <a:cubicBezTo>
                      <a:pt x="13391" y="22965"/>
                      <a:pt x="13266" y="22715"/>
                      <a:pt x="13162" y="22485"/>
                    </a:cubicBezTo>
                    <a:cubicBezTo>
                      <a:pt x="13078" y="22256"/>
                      <a:pt x="12974" y="22026"/>
                      <a:pt x="12849" y="21797"/>
                    </a:cubicBezTo>
                    <a:cubicBezTo>
                      <a:pt x="12724" y="21526"/>
                      <a:pt x="12598" y="21234"/>
                      <a:pt x="12473" y="20983"/>
                    </a:cubicBezTo>
                    <a:cubicBezTo>
                      <a:pt x="12369" y="20775"/>
                      <a:pt x="12265" y="20566"/>
                      <a:pt x="12181" y="20399"/>
                    </a:cubicBezTo>
                    <a:cubicBezTo>
                      <a:pt x="12098" y="20212"/>
                      <a:pt x="12014" y="20024"/>
                      <a:pt x="11910" y="19857"/>
                    </a:cubicBezTo>
                    <a:cubicBezTo>
                      <a:pt x="11389" y="18793"/>
                      <a:pt x="10825" y="17750"/>
                      <a:pt x="10221" y="16728"/>
                    </a:cubicBezTo>
                    <a:cubicBezTo>
                      <a:pt x="7009" y="11201"/>
                      <a:pt x="2795" y="6133"/>
                      <a:pt x="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1"/>
              <p:cNvSpPr/>
              <p:nvPr/>
            </p:nvSpPr>
            <p:spPr>
              <a:xfrm>
                <a:off x="8362525" y="2410725"/>
                <a:ext cx="225275" cy="1725450"/>
              </a:xfrm>
              <a:custGeom>
                <a:rect b="b" l="l" r="r" t="t"/>
                <a:pathLst>
                  <a:path extrusionOk="0" h="69018" w="9011">
                    <a:moveTo>
                      <a:pt x="1481" y="0"/>
                    </a:moveTo>
                    <a:lnTo>
                      <a:pt x="1481" y="0"/>
                    </a:lnTo>
                    <a:cubicBezTo>
                      <a:pt x="834" y="2670"/>
                      <a:pt x="417" y="5402"/>
                      <a:pt x="230" y="8156"/>
                    </a:cubicBezTo>
                    <a:cubicBezTo>
                      <a:pt x="230" y="8260"/>
                      <a:pt x="209" y="8364"/>
                      <a:pt x="209" y="8468"/>
                    </a:cubicBezTo>
                    <a:cubicBezTo>
                      <a:pt x="209" y="8594"/>
                      <a:pt x="188" y="8740"/>
                      <a:pt x="188" y="8865"/>
                    </a:cubicBezTo>
                    <a:cubicBezTo>
                      <a:pt x="0" y="12744"/>
                      <a:pt x="84" y="16665"/>
                      <a:pt x="459" y="20545"/>
                    </a:cubicBezTo>
                    <a:cubicBezTo>
                      <a:pt x="709" y="23590"/>
                      <a:pt x="1210" y="26635"/>
                      <a:pt x="1544" y="29681"/>
                    </a:cubicBezTo>
                    <a:cubicBezTo>
                      <a:pt x="1564" y="29931"/>
                      <a:pt x="1585" y="30160"/>
                      <a:pt x="1627" y="30452"/>
                    </a:cubicBezTo>
                    <a:cubicBezTo>
                      <a:pt x="1648" y="30744"/>
                      <a:pt x="1669" y="31015"/>
                      <a:pt x="1690" y="31307"/>
                    </a:cubicBezTo>
                    <a:cubicBezTo>
                      <a:pt x="1773" y="32350"/>
                      <a:pt x="1836" y="33414"/>
                      <a:pt x="1836" y="34457"/>
                    </a:cubicBezTo>
                    <a:cubicBezTo>
                      <a:pt x="1856" y="39275"/>
                      <a:pt x="855" y="44135"/>
                      <a:pt x="1752" y="48869"/>
                    </a:cubicBezTo>
                    <a:cubicBezTo>
                      <a:pt x="2211" y="51226"/>
                      <a:pt x="3108" y="53479"/>
                      <a:pt x="3671" y="55815"/>
                    </a:cubicBezTo>
                    <a:cubicBezTo>
                      <a:pt x="4005" y="57338"/>
                      <a:pt x="4234" y="58881"/>
                      <a:pt x="4339" y="60445"/>
                    </a:cubicBezTo>
                    <a:lnTo>
                      <a:pt x="4339" y="60487"/>
                    </a:lnTo>
                    <a:cubicBezTo>
                      <a:pt x="4359" y="60675"/>
                      <a:pt x="4380" y="60862"/>
                      <a:pt x="4380" y="61071"/>
                    </a:cubicBezTo>
                    <a:cubicBezTo>
                      <a:pt x="4401" y="61154"/>
                      <a:pt x="4401" y="61238"/>
                      <a:pt x="4401" y="61363"/>
                    </a:cubicBezTo>
                    <a:cubicBezTo>
                      <a:pt x="4422" y="61467"/>
                      <a:pt x="4422" y="61551"/>
                      <a:pt x="4422" y="61697"/>
                    </a:cubicBezTo>
                    <a:cubicBezTo>
                      <a:pt x="4443" y="61864"/>
                      <a:pt x="4464" y="62010"/>
                      <a:pt x="4464" y="62176"/>
                    </a:cubicBezTo>
                    <a:cubicBezTo>
                      <a:pt x="4526" y="63345"/>
                      <a:pt x="4589" y="64533"/>
                      <a:pt x="4672" y="65722"/>
                    </a:cubicBezTo>
                    <a:cubicBezTo>
                      <a:pt x="4735" y="66807"/>
                      <a:pt x="4818" y="67912"/>
                      <a:pt x="4964" y="68997"/>
                    </a:cubicBezTo>
                    <a:lnTo>
                      <a:pt x="5131" y="68997"/>
                    </a:lnTo>
                    <a:lnTo>
                      <a:pt x="5507" y="69018"/>
                    </a:lnTo>
                    <a:lnTo>
                      <a:pt x="8072" y="69018"/>
                    </a:lnTo>
                    <a:cubicBezTo>
                      <a:pt x="8176" y="68747"/>
                      <a:pt x="8260" y="68455"/>
                      <a:pt x="8364" y="68183"/>
                    </a:cubicBezTo>
                    <a:cubicBezTo>
                      <a:pt x="8385" y="68100"/>
                      <a:pt x="8385" y="68037"/>
                      <a:pt x="8427" y="67933"/>
                    </a:cubicBezTo>
                    <a:cubicBezTo>
                      <a:pt x="8447" y="67829"/>
                      <a:pt x="8468" y="67725"/>
                      <a:pt x="8510" y="67641"/>
                    </a:cubicBezTo>
                    <a:cubicBezTo>
                      <a:pt x="8531" y="67537"/>
                      <a:pt x="8573" y="67412"/>
                      <a:pt x="8593" y="67307"/>
                    </a:cubicBezTo>
                    <a:cubicBezTo>
                      <a:pt x="8677" y="66932"/>
                      <a:pt x="8739" y="66577"/>
                      <a:pt x="8802" y="66202"/>
                    </a:cubicBezTo>
                    <a:cubicBezTo>
                      <a:pt x="8802" y="66160"/>
                      <a:pt x="8802" y="66139"/>
                      <a:pt x="8802" y="66119"/>
                    </a:cubicBezTo>
                    <a:cubicBezTo>
                      <a:pt x="8823" y="66014"/>
                      <a:pt x="8823" y="65889"/>
                      <a:pt x="8844" y="65785"/>
                    </a:cubicBezTo>
                    <a:cubicBezTo>
                      <a:pt x="8844" y="65743"/>
                      <a:pt x="8844" y="65681"/>
                      <a:pt x="8865" y="65639"/>
                    </a:cubicBezTo>
                    <a:cubicBezTo>
                      <a:pt x="8885" y="65597"/>
                      <a:pt x="8885" y="65555"/>
                      <a:pt x="8885" y="65514"/>
                    </a:cubicBezTo>
                    <a:lnTo>
                      <a:pt x="8885" y="65389"/>
                    </a:lnTo>
                    <a:cubicBezTo>
                      <a:pt x="8906" y="65138"/>
                      <a:pt x="8948" y="64867"/>
                      <a:pt x="8948" y="64617"/>
                    </a:cubicBezTo>
                    <a:cubicBezTo>
                      <a:pt x="9011" y="63470"/>
                      <a:pt x="8969" y="62343"/>
                      <a:pt x="8844" y="61217"/>
                    </a:cubicBezTo>
                    <a:cubicBezTo>
                      <a:pt x="8802" y="60842"/>
                      <a:pt x="8760" y="60466"/>
                      <a:pt x="8698" y="60112"/>
                    </a:cubicBezTo>
                    <a:cubicBezTo>
                      <a:pt x="8656" y="59840"/>
                      <a:pt x="8614" y="59590"/>
                      <a:pt x="8552" y="59319"/>
                    </a:cubicBezTo>
                    <a:cubicBezTo>
                      <a:pt x="8531" y="59194"/>
                      <a:pt x="8510" y="59069"/>
                      <a:pt x="8489" y="58944"/>
                    </a:cubicBezTo>
                    <a:cubicBezTo>
                      <a:pt x="8406" y="58485"/>
                      <a:pt x="8301" y="58047"/>
                      <a:pt x="8197" y="57630"/>
                    </a:cubicBezTo>
                    <a:cubicBezTo>
                      <a:pt x="8114" y="57233"/>
                      <a:pt x="8009" y="56816"/>
                      <a:pt x="7905" y="56420"/>
                    </a:cubicBezTo>
                    <a:cubicBezTo>
                      <a:pt x="7905" y="56420"/>
                      <a:pt x="7905" y="56399"/>
                      <a:pt x="7905" y="56399"/>
                    </a:cubicBezTo>
                    <a:cubicBezTo>
                      <a:pt x="7843" y="56170"/>
                      <a:pt x="7759" y="55898"/>
                      <a:pt x="7697" y="55648"/>
                    </a:cubicBezTo>
                    <a:cubicBezTo>
                      <a:pt x="7634" y="55440"/>
                      <a:pt x="7592" y="55252"/>
                      <a:pt x="7530" y="55064"/>
                    </a:cubicBezTo>
                    <a:cubicBezTo>
                      <a:pt x="6883" y="52832"/>
                      <a:pt x="6153" y="50601"/>
                      <a:pt x="5611" y="48348"/>
                    </a:cubicBezTo>
                    <a:cubicBezTo>
                      <a:pt x="5444" y="47743"/>
                      <a:pt x="5319" y="47138"/>
                      <a:pt x="5194" y="46533"/>
                    </a:cubicBezTo>
                    <a:lnTo>
                      <a:pt x="5131" y="46221"/>
                    </a:lnTo>
                    <a:cubicBezTo>
                      <a:pt x="5110" y="46116"/>
                      <a:pt x="5089" y="46012"/>
                      <a:pt x="5069" y="45908"/>
                    </a:cubicBezTo>
                    <a:cubicBezTo>
                      <a:pt x="4714" y="44135"/>
                      <a:pt x="4464" y="42362"/>
                      <a:pt x="4276" y="40589"/>
                    </a:cubicBezTo>
                    <a:cubicBezTo>
                      <a:pt x="4005" y="37878"/>
                      <a:pt x="3859" y="35145"/>
                      <a:pt x="3775" y="32413"/>
                    </a:cubicBezTo>
                    <a:cubicBezTo>
                      <a:pt x="3775" y="32058"/>
                      <a:pt x="3755" y="31725"/>
                      <a:pt x="3755" y="31391"/>
                    </a:cubicBezTo>
                    <a:lnTo>
                      <a:pt x="3755" y="31224"/>
                    </a:lnTo>
                    <a:cubicBezTo>
                      <a:pt x="3755" y="31203"/>
                      <a:pt x="3755" y="31182"/>
                      <a:pt x="3755" y="31161"/>
                    </a:cubicBezTo>
                    <a:lnTo>
                      <a:pt x="3755" y="31141"/>
                    </a:lnTo>
                    <a:lnTo>
                      <a:pt x="3755" y="30890"/>
                    </a:lnTo>
                    <a:cubicBezTo>
                      <a:pt x="3734" y="30411"/>
                      <a:pt x="3713" y="29889"/>
                      <a:pt x="3713" y="29472"/>
                    </a:cubicBezTo>
                    <a:lnTo>
                      <a:pt x="3713" y="28158"/>
                    </a:lnTo>
                    <a:lnTo>
                      <a:pt x="3713" y="27803"/>
                    </a:lnTo>
                    <a:lnTo>
                      <a:pt x="3713" y="27678"/>
                    </a:lnTo>
                    <a:cubicBezTo>
                      <a:pt x="3713" y="27616"/>
                      <a:pt x="3713" y="27574"/>
                      <a:pt x="3713" y="27532"/>
                    </a:cubicBezTo>
                    <a:lnTo>
                      <a:pt x="3713" y="27178"/>
                    </a:lnTo>
                    <a:cubicBezTo>
                      <a:pt x="3734" y="26531"/>
                      <a:pt x="3734" y="25905"/>
                      <a:pt x="3755" y="25280"/>
                    </a:cubicBezTo>
                    <a:lnTo>
                      <a:pt x="3755" y="25092"/>
                    </a:lnTo>
                    <a:cubicBezTo>
                      <a:pt x="3775" y="24320"/>
                      <a:pt x="3817" y="23528"/>
                      <a:pt x="3838" y="22756"/>
                    </a:cubicBezTo>
                    <a:lnTo>
                      <a:pt x="3838" y="22526"/>
                    </a:lnTo>
                    <a:cubicBezTo>
                      <a:pt x="3880" y="21546"/>
                      <a:pt x="3921" y="20566"/>
                      <a:pt x="3921" y="19585"/>
                    </a:cubicBezTo>
                    <a:lnTo>
                      <a:pt x="3921" y="19398"/>
                    </a:lnTo>
                    <a:cubicBezTo>
                      <a:pt x="3942" y="18271"/>
                      <a:pt x="3942" y="17124"/>
                      <a:pt x="3901" y="15998"/>
                    </a:cubicBezTo>
                    <a:cubicBezTo>
                      <a:pt x="3796" y="13161"/>
                      <a:pt x="3191" y="10596"/>
                      <a:pt x="2586" y="7947"/>
                    </a:cubicBezTo>
                    <a:cubicBezTo>
                      <a:pt x="2524" y="7738"/>
                      <a:pt x="2482" y="7509"/>
                      <a:pt x="2420" y="7280"/>
                    </a:cubicBezTo>
                    <a:cubicBezTo>
                      <a:pt x="2378" y="7071"/>
                      <a:pt x="2315" y="6842"/>
                      <a:pt x="2274" y="6612"/>
                    </a:cubicBezTo>
                    <a:cubicBezTo>
                      <a:pt x="2086" y="5861"/>
                      <a:pt x="1940" y="5090"/>
                      <a:pt x="1773" y="4318"/>
                    </a:cubicBezTo>
                    <a:cubicBezTo>
                      <a:pt x="1502" y="2879"/>
                      <a:pt x="1418" y="1439"/>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1"/>
              <p:cNvSpPr/>
              <p:nvPr/>
            </p:nvSpPr>
            <p:spPr>
              <a:xfrm>
                <a:off x="8414150" y="2180775"/>
                <a:ext cx="200250" cy="1955400"/>
              </a:xfrm>
              <a:custGeom>
                <a:rect b="b" l="l" r="r" t="t"/>
                <a:pathLst>
                  <a:path extrusionOk="0" h="78216" w="8010">
                    <a:moveTo>
                      <a:pt x="2420" y="0"/>
                    </a:moveTo>
                    <a:lnTo>
                      <a:pt x="2420" y="0"/>
                    </a:lnTo>
                    <a:cubicBezTo>
                      <a:pt x="563" y="1606"/>
                      <a:pt x="396" y="4380"/>
                      <a:pt x="375" y="6841"/>
                    </a:cubicBezTo>
                    <a:cubicBezTo>
                      <a:pt x="355" y="9824"/>
                      <a:pt x="375" y="12807"/>
                      <a:pt x="375" y="15789"/>
                    </a:cubicBezTo>
                    <a:lnTo>
                      <a:pt x="375" y="16478"/>
                    </a:lnTo>
                    <a:lnTo>
                      <a:pt x="375" y="17166"/>
                    </a:lnTo>
                    <a:cubicBezTo>
                      <a:pt x="375" y="21171"/>
                      <a:pt x="355" y="25175"/>
                      <a:pt x="250" y="29180"/>
                    </a:cubicBezTo>
                    <a:cubicBezTo>
                      <a:pt x="229" y="29680"/>
                      <a:pt x="209" y="30181"/>
                      <a:pt x="188" y="30682"/>
                    </a:cubicBezTo>
                    <a:cubicBezTo>
                      <a:pt x="188" y="30828"/>
                      <a:pt x="209" y="30953"/>
                      <a:pt x="188" y="31120"/>
                    </a:cubicBezTo>
                    <a:cubicBezTo>
                      <a:pt x="188" y="31266"/>
                      <a:pt x="188" y="31391"/>
                      <a:pt x="188" y="31516"/>
                    </a:cubicBezTo>
                    <a:cubicBezTo>
                      <a:pt x="83" y="34603"/>
                      <a:pt x="0" y="37669"/>
                      <a:pt x="21" y="40735"/>
                    </a:cubicBezTo>
                    <a:lnTo>
                      <a:pt x="21" y="41444"/>
                    </a:lnTo>
                    <a:cubicBezTo>
                      <a:pt x="42" y="41757"/>
                      <a:pt x="42" y="42049"/>
                      <a:pt x="42" y="42341"/>
                    </a:cubicBezTo>
                    <a:cubicBezTo>
                      <a:pt x="83" y="44677"/>
                      <a:pt x="209" y="46992"/>
                      <a:pt x="459" y="49307"/>
                    </a:cubicBezTo>
                    <a:cubicBezTo>
                      <a:pt x="521" y="49787"/>
                      <a:pt x="584" y="50308"/>
                      <a:pt x="626" y="50767"/>
                    </a:cubicBezTo>
                    <a:cubicBezTo>
                      <a:pt x="688" y="51226"/>
                      <a:pt x="751" y="51664"/>
                      <a:pt x="834" y="52123"/>
                    </a:cubicBezTo>
                    <a:cubicBezTo>
                      <a:pt x="939" y="52853"/>
                      <a:pt x="1064" y="53583"/>
                      <a:pt x="1189" y="54292"/>
                    </a:cubicBezTo>
                    <a:cubicBezTo>
                      <a:pt x="1481" y="55836"/>
                      <a:pt x="1836" y="57379"/>
                      <a:pt x="2148" y="58902"/>
                    </a:cubicBezTo>
                    <a:cubicBezTo>
                      <a:pt x="2190" y="59048"/>
                      <a:pt x="2211" y="59194"/>
                      <a:pt x="2232" y="59319"/>
                    </a:cubicBezTo>
                    <a:cubicBezTo>
                      <a:pt x="2253" y="59402"/>
                      <a:pt x="2274" y="59465"/>
                      <a:pt x="2274" y="59527"/>
                    </a:cubicBezTo>
                    <a:cubicBezTo>
                      <a:pt x="2336" y="59819"/>
                      <a:pt x="2399" y="60111"/>
                      <a:pt x="2440" y="60403"/>
                    </a:cubicBezTo>
                    <a:cubicBezTo>
                      <a:pt x="2545" y="60967"/>
                      <a:pt x="2649" y="61530"/>
                      <a:pt x="2732" y="62093"/>
                    </a:cubicBezTo>
                    <a:cubicBezTo>
                      <a:pt x="2774" y="62385"/>
                      <a:pt x="2816" y="62677"/>
                      <a:pt x="2837" y="62990"/>
                    </a:cubicBezTo>
                    <a:lnTo>
                      <a:pt x="2837" y="63011"/>
                    </a:lnTo>
                    <a:cubicBezTo>
                      <a:pt x="2878" y="63261"/>
                      <a:pt x="2899" y="63490"/>
                      <a:pt x="2920" y="63720"/>
                    </a:cubicBezTo>
                    <a:cubicBezTo>
                      <a:pt x="3045" y="65076"/>
                      <a:pt x="3087" y="66452"/>
                      <a:pt x="3150" y="67808"/>
                    </a:cubicBezTo>
                    <a:cubicBezTo>
                      <a:pt x="3170" y="68246"/>
                      <a:pt x="3170" y="68663"/>
                      <a:pt x="3191" y="69080"/>
                    </a:cubicBezTo>
                    <a:lnTo>
                      <a:pt x="3191" y="69226"/>
                    </a:lnTo>
                    <a:cubicBezTo>
                      <a:pt x="3212" y="69727"/>
                      <a:pt x="3233" y="70206"/>
                      <a:pt x="3275" y="70707"/>
                    </a:cubicBezTo>
                    <a:cubicBezTo>
                      <a:pt x="3337" y="72105"/>
                      <a:pt x="3504" y="73502"/>
                      <a:pt x="3754" y="74879"/>
                    </a:cubicBezTo>
                    <a:cubicBezTo>
                      <a:pt x="3859" y="75421"/>
                      <a:pt x="3984" y="75963"/>
                      <a:pt x="4151" y="76505"/>
                    </a:cubicBezTo>
                    <a:cubicBezTo>
                      <a:pt x="4318" y="77089"/>
                      <a:pt x="4526" y="77653"/>
                      <a:pt x="4776" y="78216"/>
                    </a:cubicBezTo>
                    <a:lnTo>
                      <a:pt x="7196" y="78216"/>
                    </a:lnTo>
                    <a:cubicBezTo>
                      <a:pt x="7196" y="78195"/>
                      <a:pt x="7196" y="78195"/>
                      <a:pt x="7196" y="78174"/>
                    </a:cubicBezTo>
                    <a:cubicBezTo>
                      <a:pt x="7238" y="78091"/>
                      <a:pt x="7259" y="77986"/>
                      <a:pt x="7279" y="77882"/>
                    </a:cubicBezTo>
                    <a:cubicBezTo>
                      <a:pt x="7279" y="77861"/>
                      <a:pt x="7300" y="77819"/>
                      <a:pt x="7300" y="77799"/>
                    </a:cubicBezTo>
                    <a:cubicBezTo>
                      <a:pt x="7300" y="77778"/>
                      <a:pt x="7321" y="77736"/>
                      <a:pt x="7321" y="77715"/>
                    </a:cubicBezTo>
                    <a:cubicBezTo>
                      <a:pt x="7321" y="77694"/>
                      <a:pt x="7321" y="77694"/>
                      <a:pt x="7321" y="77694"/>
                    </a:cubicBezTo>
                    <a:cubicBezTo>
                      <a:pt x="7342" y="77632"/>
                      <a:pt x="7342" y="77611"/>
                      <a:pt x="7363" y="77527"/>
                    </a:cubicBezTo>
                    <a:cubicBezTo>
                      <a:pt x="7384" y="77423"/>
                      <a:pt x="7405" y="77340"/>
                      <a:pt x="7425" y="77235"/>
                    </a:cubicBezTo>
                    <a:cubicBezTo>
                      <a:pt x="7446" y="77131"/>
                      <a:pt x="7467" y="77048"/>
                      <a:pt x="7488" y="76923"/>
                    </a:cubicBezTo>
                    <a:cubicBezTo>
                      <a:pt x="7509" y="76797"/>
                      <a:pt x="7551" y="76693"/>
                      <a:pt x="7571" y="76568"/>
                    </a:cubicBezTo>
                    <a:cubicBezTo>
                      <a:pt x="7634" y="76234"/>
                      <a:pt x="7676" y="75901"/>
                      <a:pt x="7717" y="75567"/>
                    </a:cubicBezTo>
                    <a:cubicBezTo>
                      <a:pt x="7759" y="75337"/>
                      <a:pt x="7801" y="75108"/>
                      <a:pt x="7822" y="74879"/>
                    </a:cubicBezTo>
                    <a:cubicBezTo>
                      <a:pt x="7884" y="74336"/>
                      <a:pt x="7926" y="73794"/>
                      <a:pt x="7968" y="73231"/>
                    </a:cubicBezTo>
                    <a:cubicBezTo>
                      <a:pt x="8009" y="72501"/>
                      <a:pt x="8009" y="71771"/>
                      <a:pt x="8009" y="71020"/>
                    </a:cubicBezTo>
                    <a:cubicBezTo>
                      <a:pt x="8009" y="70770"/>
                      <a:pt x="8009" y="70498"/>
                      <a:pt x="7989" y="70248"/>
                    </a:cubicBezTo>
                    <a:cubicBezTo>
                      <a:pt x="7989" y="70081"/>
                      <a:pt x="7968" y="69914"/>
                      <a:pt x="7968" y="69748"/>
                    </a:cubicBezTo>
                    <a:lnTo>
                      <a:pt x="7968" y="69560"/>
                    </a:lnTo>
                    <a:cubicBezTo>
                      <a:pt x="7968" y="69539"/>
                      <a:pt x="7968" y="69518"/>
                      <a:pt x="7968" y="69497"/>
                    </a:cubicBezTo>
                    <a:cubicBezTo>
                      <a:pt x="7926" y="68913"/>
                      <a:pt x="7905" y="68308"/>
                      <a:pt x="7843" y="67704"/>
                    </a:cubicBezTo>
                    <a:cubicBezTo>
                      <a:pt x="7822" y="67537"/>
                      <a:pt x="7801" y="67370"/>
                      <a:pt x="7801" y="67203"/>
                    </a:cubicBezTo>
                    <a:cubicBezTo>
                      <a:pt x="7780" y="67057"/>
                      <a:pt x="7780" y="66890"/>
                      <a:pt x="7759" y="66744"/>
                    </a:cubicBezTo>
                    <a:cubicBezTo>
                      <a:pt x="7613" y="65180"/>
                      <a:pt x="7405" y="63616"/>
                      <a:pt x="7196" y="62051"/>
                    </a:cubicBezTo>
                    <a:cubicBezTo>
                      <a:pt x="7175" y="61905"/>
                      <a:pt x="7154" y="61759"/>
                      <a:pt x="7133" y="61613"/>
                    </a:cubicBezTo>
                    <a:cubicBezTo>
                      <a:pt x="7113" y="61509"/>
                      <a:pt x="7092" y="61405"/>
                      <a:pt x="7092" y="61321"/>
                    </a:cubicBezTo>
                    <a:cubicBezTo>
                      <a:pt x="7050" y="61071"/>
                      <a:pt x="7029" y="60841"/>
                      <a:pt x="6987" y="60591"/>
                    </a:cubicBezTo>
                    <a:cubicBezTo>
                      <a:pt x="6841" y="59444"/>
                      <a:pt x="6695" y="58297"/>
                      <a:pt x="6570" y="57171"/>
                    </a:cubicBezTo>
                    <a:cubicBezTo>
                      <a:pt x="6362" y="55147"/>
                      <a:pt x="6216" y="53124"/>
                      <a:pt x="6111" y="51080"/>
                    </a:cubicBezTo>
                    <a:cubicBezTo>
                      <a:pt x="6090" y="50454"/>
                      <a:pt x="6070" y="49787"/>
                      <a:pt x="6049" y="49140"/>
                    </a:cubicBezTo>
                    <a:lnTo>
                      <a:pt x="6049" y="49015"/>
                    </a:lnTo>
                    <a:cubicBezTo>
                      <a:pt x="6007" y="47493"/>
                      <a:pt x="5986" y="45949"/>
                      <a:pt x="5986" y="44427"/>
                    </a:cubicBezTo>
                    <a:cubicBezTo>
                      <a:pt x="5965" y="42466"/>
                      <a:pt x="5986" y="40526"/>
                      <a:pt x="5986" y="38587"/>
                    </a:cubicBezTo>
                    <a:lnTo>
                      <a:pt x="5986" y="38441"/>
                    </a:lnTo>
                    <a:cubicBezTo>
                      <a:pt x="6007" y="36730"/>
                      <a:pt x="6007" y="35020"/>
                      <a:pt x="6007" y="33310"/>
                    </a:cubicBezTo>
                    <a:lnTo>
                      <a:pt x="6007" y="33226"/>
                    </a:lnTo>
                    <a:lnTo>
                      <a:pt x="6007" y="32705"/>
                    </a:lnTo>
                    <a:lnTo>
                      <a:pt x="6007" y="32058"/>
                    </a:lnTo>
                    <a:cubicBezTo>
                      <a:pt x="5986" y="31036"/>
                      <a:pt x="5986" y="29993"/>
                      <a:pt x="5944" y="28971"/>
                    </a:cubicBezTo>
                    <a:cubicBezTo>
                      <a:pt x="5944" y="28658"/>
                      <a:pt x="5924" y="28366"/>
                      <a:pt x="5924" y="28053"/>
                    </a:cubicBezTo>
                    <a:cubicBezTo>
                      <a:pt x="5924" y="27782"/>
                      <a:pt x="5903" y="27532"/>
                      <a:pt x="5903" y="27261"/>
                    </a:cubicBezTo>
                    <a:cubicBezTo>
                      <a:pt x="5882" y="26969"/>
                      <a:pt x="5882" y="26677"/>
                      <a:pt x="5861" y="26385"/>
                    </a:cubicBezTo>
                    <a:cubicBezTo>
                      <a:pt x="5861" y="26260"/>
                      <a:pt x="5861" y="26093"/>
                      <a:pt x="5840" y="26009"/>
                    </a:cubicBezTo>
                    <a:cubicBezTo>
                      <a:pt x="5819" y="25926"/>
                      <a:pt x="5819" y="25843"/>
                      <a:pt x="5819" y="25759"/>
                    </a:cubicBezTo>
                    <a:lnTo>
                      <a:pt x="5819" y="25592"/>
                    </a:lnTo>
                    <a:cubicBezTo>
                      <a:pt x="5673" y="22443"/>
                      <a:pt x="5340" y="19314"/>
                      <a:pt x="4818" y="16186"/>
                    </a:cubicBezTo>
                    <a:cubicBezTo>
                      <a:pt x="4756" y="15914"/>
                      <a:pt x="4714" y="15643"/>
                      <a:pt x="4651" y="15351"/>
                    </a:cubicBezTo>
                    <a:cubicBezTo>
                      <a:pt x="4610" y="15122"/>
                      <a:pt x="4568" y="14872"/>
                      <a:pt x="4505" y="14621"/>
                    </a:cubicBezTo>
                    <a:cubicBezTo>
                      <a:pt x="4338" y="13766"/>
                      <a:pt x="4151" y="12911"/>
                      <a:pt x="3942" y="12056"/>
                    </a:cubicBezTo>
                    <a:cubicBezTo>
                      <a:pt x="2941" y="8093"/>
                      <a:pt x="1481" y="3984"/>
                      <a:pt x="2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1"/>
              <p:cNvSpPr/>
              <p:nvPr/>
            </p:nvSpPr>
            <p:spPr>
              <a:xfrm>
                <a:off x="8411000" y="2170350"/>
                <a:ext cx="207050" cy="1966350"/>
              </a:xfrm>
              <a:custGeom>
                <a:rect b="b" l="l" r="r" t="t"/>
                <a:pathLst>
                  <a:path extrusionOk="0" h="78654" w="8282">
                    <a:moveTo>
                      <a:pt x="2796" y="0"/>
                    </a:moveTo>
                    <a:lnTo>
                      <a:pt x="2441" y="313"/>
                    </a:lnTo>
                    <a:cubicBezTo>
                      <a:pt x="1482" y="1126"/>
                      <a:pt x="960" y="2232"/>
                      <a:pt x="689" y="3462"/>
                    </a:cubicBezTo>
                    <a:cubicBezTo>
                      <a:pt x="439" y="4714"/>
                      <a:pt x="314" y="5986"/>
                      <a:pt x="335" y="7258"/>
                    </a:cubicBezTo>
                    <a:cubicBezTo>
                      <a:pt x="314" y="9949"/>
                      <a:pt x="314" y="12661"/>
                      <a:pt x="335" y="15309"/>
                    </a:cubicBezTo>
                    <a:lnTo>
                      <a:pt x="335" y="16227"/>
                    </a:lnTo>
                    <a:lnTo>
                      <a:pt x="335" y="16936"/>
                    </a:lnTo>
                    <a:cubicBezTo>
                      <a:pt x="335" y="21108"/>
                      <a:pt x="335" y="25384"/>
                      <a:pt x="209" y="29597"/>
                    </a:cubicBezTo>
                    <a:cubicBezTo>
                      <a:pt x="209" y="29910"/>
                      <a:pt x="189" y="30243"/>
                      <a:pt x="189" y="30556"/>
                    </a:cubicBezTo>
                    <a:lnTo>
                      <a:pt x="189" y="31036"/>
                    </a:lnTo>
                    <a:cubicBezTo>
                      <a:pt x="189" y="31203"/>
                      <a:pt x="189" y="31328"/>
                      <a:pt x="168" y="31474"/>
                    </a:cubicBezTo>
                    <a:lnTo>
                      <a:pt x="168" y="31641"/>
                    </a:lnTo>
                    <a:cubicBezTo>
                      <a:pt x="84" y="34665"/>
                      <a:pt x="1" y="37627"/>
                      <a:pt x="1" y="40547"/>
                    </a:cubicBezTo>
                    <a:lnTo>
                      <a:pt x="1" y="41152"/>
                    </a:lnTo>
                    <a:lnTo>
                      <a:pt x="1" y="41861"/>
                    </a:lnTo>
                    <a:cubicBezTo>
                      <a:pt x="1" y="41882"/>
                      <a:pt x="1" y="41903"/>
                      <a:pt x="1" y="41903"/>
                    </a:cubicBezTo>
                    <a:cubicBezTo>
                      <a:pt x="1" y="42779"/>
                      <a:pt x="22" y="43655"/>
                      <a:pt x="63" y="44510"/>
                    </a:cubicBezTo>
                    <a:cubicBezTo>
                      <a:pt x="147" y="46742"/>
                      <a:pt x="335" y="48973"/>
                      <a:pt x="606" y="51226"/>
                    </a:cubicBezTo>
                    <a:cubicBezTo>
                      <a:pt x="668" y="51664"/>
                      <a:pt x="731" y="52102"/>
                      <a:pt x="793" y="52561"/>
                    </a:cubicBezTo>
                    <a:cubicBezTo>
                      <a:pt x="867" y="52985"/>
                      <a:pt x="925" y="53410"/>
                      <a:pt x="1009" y="53834"/>
                    </a:cubicBezTo>
                    <a:lnTo>
                      <a:pt x="1009" y="53834"/>
                    </a:lnTo>
                    <a:cubicBezTo>
                      <a:pt x="1014" y="53890"/>
                      <a:pt x="1018" y="53945"/>
                      <a:pt x="1023" y="54000"/>
                    </a:cubicBezTo>
                    <a:cubicBezTo>
                      <a:pt x="1065" y="54271"/>
                      <a:pt x="1127" y="54501"/>
                      <a:pt x="1169" y="54751"/>
                    </a:cubicBezTo>
                    <a:cubicBezTo>
                      <a:pt x="1357" y="55690"/>
                      <a:pt x="1544" y="56649"/>
                      <a:pt x="1753" y="57567"/>
                    </a:cubicBezTo>
                    <a:cubicBezTo>
                      <a:pt x="1920" y="58359"/>
                      <a:pt x="2087" y="59152"/>
                      <a:pt x="2254" y="59965"/>
                    </a:cubicBezTo>
                    <a:cubicBezTo>
                      <a:pt x="2316" y="60257"/>
                      <a:pt x="2358" y="60570"/>
                      <a:pt x="2420" y="60862"/>
                    </a:cubicBezTo>
                    <a:cubicBezTo>
                      <a:pt x="2420" y="60883"/>
                      <a:pt x="2420" y="60904"/>
                      <a:pt x="2441" y="60925"/>
                    </a:cubicBezTo>
                    <a:cubicBezTo>
                      <a:pt x="2462" y="61092"/>
                      <a:pt x="2483" y="61258"/>
                      <a:pt x="2525" y="61425"/>
                    </a:cubicBezTo>
                    <a:cubicBezTo>
                      <a:pt x="2566" y="61634"/>
                      <a:pt x="2608" y="61863"/>
                      <a:pt x="2629" y="62072"/>
                    </a:cubicBezTo>
                    <a:cubicBezTo>
                      <a:pt x="2650" y="62239"/>
                      <a:pt x="2692" y="62385"/>
                      <a:pt x="2712" y="62552"/>
                    </a:cubicBezTo>
                    <a:cubicBezTo>
                      <a:pt x="2754" y="62844"/>
                      <a:pt x="2775" y="63136"/>
                      <a:pt x="2817" y="63428"/>
                    </a:cubicBezTo>
                    <a:lnTo>
                      <a:pt x="2817" y="63469"/>
                    </a:lnTo>
                    <a:cubicBezTo>
                      <a:pt x="2942" y="64471"/>
                      <a:pt x="3004" y="65513"/>
                      <a:pt x="3046" y="66535"/>
                    </a:cubicBezTo>
                    <a:cubicBezTo>
                      <a:pt x="3067" y="66994"/>
                      <a:pt x="3088" y="67432"/>
                      <a:pt x="3109" y="67870"/>
                    </a:cubicBezTo>
                    <a:cubicBezTo>
                      <a:pt x="3109" y="67995"/>
                      <a:pt x="3109" y="68100"/>
                      <a:pt x="3109" y="68225"/>
                    </a:cubicBezTo>
                    <a:lnTo>
                      <a:pt x="3109" y="68371"/>
                    </a:lnTo>
                    <a:cubicBezTo>
                      <a:pt x="3130" y="68809"/>
                      <a:pt x="3150" y="69226"/>
                      <a:pt x="3171" y="69664"/>
                    </a:cubicBezTo>
                    <a:cubicBezTo>
                      <a:pt x="3213" y="70915"/>
                      <a:pt x="3296" y="72188"/>
                      <a:pt x="3442" y="73439"/>
                    </a:cubicBezTo>
                    <a:cubicBezTo>
                      <a:pt x="3505" y="73856"/>
                      <a:pt x="3547" y="74274"/>
                      <a:pt x="3630" y="74691"/>
                    </a:cubicBezTo>
                    <a:cubicBezTo>
                      <a:pt x="3651" y="74878"/>
                      <a:pt x="3693" y="75087"/>
                      <a:pt x="3734" y="75275"/>
                    </a:cubicBezTo>
                    <a:cubicBezTo>
                      <a:pt x="3797" y="75650"/>
                      <a:pt x="3880" y="76026"/>
                      <a:pt x="3985" y="76401"/>
                    </a:cubicBezTo>
                    <a:cubicBezTo>
                      <a:pt x="3985" y="76422"/>
                      <a:pt x="3985" y="76422"/>
                      <a:pt x="3985" y="76422"/>
                    </a:cubicBezTo>
                    <a:cubicBezTo>
                      <a:pt x="4047" y="76630"/>
                      <a:pt x="4089" y="76818"/>
                      <a:pt x="4152" y="77027"/>
                    </a:cubicBezTo>
                    <a:cubicBezTo>
                      <a:pt x="4318" y="77569"/>
                      <a:pt x="4506" y="78111"/>
                      <a:pt x="4736" y="78633"/>
                    </a:cubicBezTo>
                    <a:lnTo>
                      <a:pt x="5048" y="78633"/>
                    </a:lnTo>
                    <a:cubicBezTo>
                      <a:pt x="4798" y="78028"/>
                      <a:pt x="4590" y="77423"/>
                      <a:pt x="4402" y="76797"/>
                    </a:cubicBezTo>
                    <a:cubicBezTo>
                      <a:pt x="4277" y="76297"/>
                      <a:pt x="4152" y="75796"/>
                      <a:pt x="4047" y="75275"/>
                    </a:cubicBezTo>
                    <a:cubicBezTo>
                      <a:pt x="3797" y="73898"/>
                      <a:pt x="3630" y="72501"/>
                      <a:pt x="3547" y="71103"/>
                    </a:cubicBezTo>
                    <a:cubicBezTo>
                      <a:pt x="3526" y="70623"/>
                      <a:pt x="3505" y="70123"/>
                      <a:pt x="3484" y="69643"/>
                    </a:cubicBezTo>
                    <a:cubicBezTo>
                      <a:pt x="3463" y="69205"/>
                      <a:pt x="3442" y="68788"/>
                      <a:pt x="3422" y="68350"/>
                    </a:cubicBezTo>
                    <a:cubicBezTo>
                      <a:pt x="3380" y="67182"/>
                      <a:pt x="3338" y="65993"/>
                      <a:pt x="3255" y="64804"/>
                    </a:cubicBezTo>
                    <a:cubicBezTo>
                      <a:pt x="3234" y="64575"/>
                      <a:pt x="3213" y="64345"/>
                      <a:pt x="3192" y="64116"/>
                    </a:cubicBezTo>
                    <a:cubicBezTo>
                      <a:pt x="3171" y="63887"/>
                      <a:pt x="3150" y="63657"/>
                      <a:pt x="3130" y="63407"/>
                    </a:cubicBezTo>
                    <a:cubicBezTo>
                      <a:pt x="3130" y="63386"/>
                      <a:pt x="3130" y="63365"/>
                      <a:pt x="3130" y="63344"/>
                    </a:cubicBezTo>
                    <a:cubicBezTo>
                      <a:pt x="2984" y="62197"/>
                      <a:pt x="2796" y="61050"/>
                      <a:pt x="2566" y="59924"/>
                    </a:cubicBezTo>
                    <a:cubicBezTo>
                      <a:pt x="2525" y="59715"/>
                      <a:pt x="2483" y="59506"/>
                      <a:pt x="2441" y="59319"/>
                    </a:cubicBezTo>
                    <a:cubicBezTo>
                      <a:pt x="2400" y="59110"/>
                      <a:pt x="2379" y="58964"/>
                      <a:pt x="2337" y="58797"/>
                    </a:cubicBezTo>
                    <a:cubicBezTo>
                      <a:pt x="2337" y="58776"/>
                      <a:pt x="2337" y="58756"/>
                      <a:pt x="2337" y="58735"/>
                    </a:cubicBezTo>
                    <a:cubicBezTo>
                      <a:pt x="2233" y="58318"/>
                      <a:pt x="2149" y="57900"/>
                      <a:pt x="2066" y="57483"/>
                    </a:cubicBezTo>
                    <a:cubicBezTo>
                      <a:pt x="1878" y="56566"/>
                      <a:pt x="1670" y="55627"/>
                      <a:pt x="1482" y="54688"/>
                    </a:cubicBezTo>
                    <a:cubicBezTo>
                      <a:pt x="1252" y="53499"/>
                      <a:pt x="1085" y="52331"/>
                      <a:pt x="919" y="51184"/>
                    </a:cubicBezTo>
                    <a:lnTo>
                      <a:pt x="919" y="51184"/>
                    </a:lnTo>
                    <a:cubicBezTo>
                      <a:pt x="919" y="51184"/>
                      <a:pt x="919" y="51184"/>
                      <a:pt x="919" y="51184"/>
                    </a:cubicBezTo>
                    <a:cubicBezTo>
                      <a:pt x="856" y="50684"/>
                      <a:pt x="793" y="50204"/>
                      <a:pt x="752" y="49703"/>
                    </a:cubicBezTo>
                    <a:cubicBezTo>
                      <a:pt x="689" y="49078"/>
                      <a:pt x="627" y="48452"/>
                      <a:pt x="585" y="47847"/>
                    </a:cubicBezTo>
                    <a:cubicBezTo>
                      <a:pt x="481" y="46596"/>
                      <a:pt x="418" y="45365"/>
                      <a:pt x="355" y="44114"/>
                    </a:cubicBezTo>
                    <a:cubicBezTo>
                      <a:pt x="355" y="43655"/>
                      <a:pt x="335" y="43175"/>
                      <a:pt x="335" y="42716"/>
                    </a:cubicBezTo>
                    <a:cubicBezTo>
                      <a:pt x="335" y="42424"/>
                      <a:pt x="314" y="42111"/>
                      <a:pt x="314" y="41819"/>
                    </a:cubicBezTo>
                    <a:cubicBezTo>
                      <a:pt x="272" y="38732"/>
                      <a:pt x="355" y="35604"/>
                      <a:pt x="460" y="32413"/>
                    </a:cubicBezTo>
                    <a:cubicBezTo>
                      <a:pt x="460" y="32267"/>
                      <a:pt x="460" y="32141"/>
                      <a:pt x="460" y="32016"/>
                    </a:cubicBezTo>
                    <a:cubicBezTo>
                      <a:pt x="481" y="31870"/>
                      <a:pt x="460" y="31766"/>
                      <a:pt x="460" y="31641"/>
                    </a:cubicBezTo>
                    <a:lnTo>
                      <a:pt x="460" y="31599"/>
                    </a:lnTo>
                    <a:cubicBezTo>
                      <a:pt x="481" y="30932"/>
                      <a:pt x="501" y="30264"/>
                      <a:pt x="522" y="29597"/>
                    </a:cubicBezTo>
                    <a:cubicBezTo>
                      <a:pt x="627" y="25822"/>
                      <a:pt x="647" y="22005"/>
                      <a:pt x="647" y="18229"/>
                    </a:cubicBezTo>
                    <a:lnTo>
                      <a:pt x="647" y="16895"/>
                    </a:lnTo>
                    <a:lnTo>
                      <a:pt x="647" y="15309"/>
                    </a:lnTo>
                    <a:lnTo>
                      <a:pt x="647" y="7258"/>
                    </a:lnTo>
                    <a:cubicBezTo>
                      <a:pt x="668" y="5006"/>
                      <a:pt x="814" y="2482"/>
                      <a:pt x="2295" y="876"/>
                    </a:cubicBezTo>
                    <a:lnTo>
                      <a:pt x="2295" y="876"/>
                    </a:lnTo>
                    <a:cubicBezTo>
                      <a:pt x="1670" y="4130"/>
                      <a:pt x="2546" y="7467"/>
                      <a:pt x="3422" y="10679"/>
                    </a:cubicBezTo>
                    <a:cubicBezTo>
                      <a:pt x="3588" y="11305"/>
                      <a:pt x="3755" y="11910"/>
                      <a:pt x="3901" y="12514"/>
                    </a:cubicBezTo>
                    <a:cubicBezTo>
                      <a:pt x="4152" y="13599"/>
                      <a:pt x="4423" y="14705"/>
                      <a:pt x="4610" y="15789"/>
                    </a:cubicBezTo>
                    <a:cubicBezTo>
                      <a:pt x="4673" y="16081"/>
                      <a:pt x="4715" y="16373"/>
                      <a:pt x="4777" y="16644"/>
                    </a:cubicBezTo>
                    <a:cubicBezTo>
                      <a:pt x="4840" y="16999"/>
                      <a:pt x="4882" y="17333"/>
                      <a:pt x="4944" y="17687"/>
                    </a:cubicBezTo>
                    <a:cubicBezTo>
                      <a:pt x="5320" y="20127"/>
                      <a:pt x="5570" y="22568"/>
                      <a:pt x="5737" y="25029"/>
                    </a:cubicBezTo>
                    <a:lnTo>
                      <a:pt x="5778" y="25801"/>
                    </a:lnTo>
                    <a:cubicBezTo>
                      <a:pt x="5778" y="25884"/>
                      <a:pt x="5778" y="25968"/>
                      <a:pt x="5778" y="26051"/>
                    </a:cubicBezTo>
                    <a:cubicBezTo>
                      <a:pt x="5778" y="26197"/>
                      <a:pt x="5799" y="26322"/>
                      <a:pt x="5799" y="26468"/>
                    </a:cubicBezTo>
                    <a:lnTo>
                      <a:pt x="5799" y="26614"/>
                    </a:lnTo>
                    <a:cubicBezTo>
                      <a:pt x="5820" y="26990"/>
                      <a:pt x="5841" y="27344"/>
                      <a:pt x="5862" y="27699"/>
                    </a:cubicBezTo>
                    <a:cubicBezTo>
                      <a:pt x="5862" y="27699"/>
                      <a:pt x="5862" y="27699"/>
                      <a:pt x="5862" y="27699"/>
                    </a:cubicBezTo>
                    <a:lnTo>
                      <a:pt x="5862" y="27699"/>
                    </a:lnTo>
                    <a:cubicBezTo>
                      <a:pt x="5862" y="27949"/>
                      <a:pt x="5883" y="28220"/>
                      <a:pt x="5883" y="28470"/>
                    </a:cubicBezTo>
                    <a:cubicBezTo>
                      <a:pt x="5945" y="30014"/>
                      <a:pt x="5966" y="31557"/>
                      <a:pt x="5966" y="33101"/>
                    </a:cubicBezTo>
                    <a:lnTo>
                      <a:pt x="5966" y="33601"/>
                    </a:lnTo>
                    <a:lnTo>
                      <a:pt x="5966" y="34039"/>
                    </a:lnTo>
                    <a:lnTo>
                      <a:pt x="5966" y="35771"/>
                    </a:lnTo>
                    <a:lnTo>
                      <a:pt x="5966" y="38837"/>
                    </a:lnTo>
                    <a:lnTo>
                      <a:pt x="5966" y="39024"/>
                    </a:lnTo>
                    <a:lnTo>
                      <a:pt x="5966" y="39275"/>
                    </a:lnTo>
                    <a:lnTo>
                      <a:pt x="5966" y="40943"/>
                    </a:lnTo>
                    <a:cubicBezTo>
                      <a:pt x="5945" y="43738"/>
                      <a:pt x="5945" y="46575"/>
                      <a:pt x="6029" y="49411"/>
                    </a:cubicBezTo>
                    <a:lnTo>
                      <a:pt x="6029" y="49599"/>
                    </a:lnTo>
                    <a:cubicBezTo>
                      <a:pt x="6070" y="50934"/>
                      <a:pt x="6133" y="52269"/>
                      <a:pt x="6216" y="53604"/>
                    </a:cubicBezTo>
                    <a:cubicBezTo>
                      <a:pt x="6300" y="54959"/>
                      <a:pt x="6404" y="56294"/>
                      <a:pt x="6550" y="57629"/>
                    </a:cubicBezTo>
                    <a:cubicBezTo>
                      <a:pt x="6696" y="59006"/>
                      <a:pt x="6884" y="60403"/>
                      <a:pt x="7072" y="61780"/>
                    </a:cubicBezTo>
                    <a:cubicBezTo>
                      <a:pt x="7072" y="61842"/>
                      <a:pt x="7072" y="61905"/>
                      <a:pt x="7093" y="61947"/>
                    </a:cubicBezTo>
                    <a:cubicBezTo>
                      <a:pt x="7113" y="62134"/>
                      <a:pt x="7134" y="62301"/>
                      <a:pt x="7155" y="62468"/>
                    </a:cubicBezTo>
                    <a:cubicBezTo>
                      <a:pt x="7197" y="62718"/>
                      <a:pt x="7218" y="62969"/>
                      <a:pt x="7259" y="63198"/>
                    </a:cubicBezTo>
                    <a:cubicBezTo>
                      <a:pt x="7447" y="64679"/>
                      <a:pt x="7635" y="66160"/>
                      <a:pt x="7781" y="67641"/>
                    </a:cubicBezTo>
                    <a:cubicBezTo>
                      <a:pt x="7781" y="67808"/>
                      <a:pt x="7802" y="67975"/>
                      <a:pt x="7823" y="68141"/>
                    </a:cubicBezTo>
                    <a:cubicBezTo>
                      <a:pt x="7843" y="68308"/>
                      <a:pt x="7843" y="68496"/>
                      <a:pt x="7864" y="68684"/>
                    </a:cubicBezTo>
                    <a:cubicBezTo>
                      <a:pt x="7885" y="69122"/>
                      <a:pt x="7927" y="69539"/>
                      <a:pt x="7948" y="69977"/>
                    </a:cubicBezTo>
                    <a:lnTo>
                      <a:pt x="7948" y="70248"/>
                    </a:lnTo>
                    <a:cubicBezTo>
                      <a:pt x="7948" y="70394"/>
                      <a:pt x="7948" y="70540"/>
                      <a:pt x="7948" y="70707"/>
                    </a:cubicBezTo>
                    <a:cubicBezTo>
                      <a:pt x="7948" y="70957"/>
                      <a:pt x="7969" y="71207"/>
                      <a:pt x="7969" y="71458"/>
                    </a:cubicBezTo>
                    <a:lnTo>
                      <a:pt x="7969" y="72334"/>
                    </a:lnTo>
                    <a:cubicBezTo>
                      <a:pt x="7948" y="73314"/>
                      <a:pt x="7885" y="74315"/>
                      <a:pt x="7781" y="75296"/>
                    </a:cubicBezTo>
                    <a:cubicBezTo>
                      <a:pt x="7739" y="75713"/>
                      <a:pt x="7677" y="76130"/>
                      <a:pt x="7593" y="76547"/>
                    </a:cubicBezTo>
                    <a:cubicBezTo>
                      <a:pt x="7572" y="76693"/>
                      <a:pt x="7551" y="76839"/>
                      <a:pt x="7531" y="76985"/>
                    </a:cubicBezTo>
                    <a:cubicBezTo>
                      <a:pt x="7489" y="77110"/>
                      <a:pt x="7489" y="77214"/>
                      <a:pt x="7447" y="77340"/>
                    </a:cubicBezTo>
                    <a:cubicBezTo>
                      <a:pt x="7426" y="77444"/>
                      <a:pt x="7405" y="77548"/>
                      <a:pt x="7385" y="77652"/>
                    </a:cubicBezTo>
                    <a:cubicBezTo>
                      <a:pt x="7364" y="77736"/>
                      <a:pt x="7343" y="77819"/>
                      <a:pt x="7343" y="77903"/>
                    </a:cubicBezTo>
                    <a:cubicBezTo>
                      <a:pt x="7322" y="77924"/>
                      <a:pt x="7322" y="77944"/>
                      <a:pt x="7322" y="77965"/>
                    </a:cubicBezTo>
                    <a:cubicBezTo>
                      <a:pt x="7322" y="78007"/>
                      <a:pt x="7301" y="78049"/>
                      <a:pt x="7280" y="78090"/>
                    </a:cubicBezTo>
                    <a:cubicBezTo>
                      <a:pt x="7280" y="78132"/>
                      <a:pt x="7259" y="78236"/>
                      <a:pt x="7239" y="78320"/>
                    </a:cubicBezTo>
                    <a:cubicBezTo>
                      <a:pt x="7218" y="78382"/>
                      <a:pt x="7197" y="78445"/>
                      <a:pt x="7176" y="78508"/>
                    </a:cubicBezTo>
                    <a:cubicBezTo>
                      <a:pt x="7155" y="78570"/>
                      <a:pt x="7155" y="78612"/>
                      <a:pt x="7134" y="78654"/>
                    </a:cubicBezTo>
                    <a:lnTo>
                      <a:pt x="7468" y="78654"/>
                    </a:lnTo>
                    <a:cubicBezTo>
                      <a:pt x="7468" y="78591"/>
                      <a:pt x="7489" y="78549"/>
                      <a:pt x="7510" y="78487"/>
                    </a:cubicBezTo>
                    <a:cubicBezTo>
                      <a:pt x="7510" y="78424"/>
                      <a:pt x="7551" y="78320"/>
                      <a:pt x="7572" y="78216"/>
                    </a:cubicBezTo>
                    <a:cubicBezTo>
                      <a:pt x="7572" y="78216"/>
                      <a:pt x="7572" y="78216"/>
                      <a:pt x="7572" y="78195"/>
                    </a:cubicBezTo>
                    <a:cubicBezTo>
                      <a:pt x="7593" y="78132"/>
                      <a:pt x="7614" y="78049"/>
                      <a:pt x="7614" y="77986"/>
                    </a:cubicBezTo>
                    <a:lnTo>
                      <a:pt x="7614" y="77944"/>
                    </a:lnTo>
                    <a:cubicBezTo>
                      <a:pt x="7635" y="77861"/>
                      <a:pt x="7656" y="77757"/>
                      <a:pt x="7677" y="77673"/>
                    </a:cubicBezTo>
                    <a:lnTo>
                      <a:pt x="7760" y="77340"/>
                    </a:lnTo>
                    <a:cubicBezTo>
                      <a:pt x="7781" y="77235"/>
                      <a:pt x="7802" y="77152"/>
                      <a:pt x="7802" y="77048"/>
                    </a:cubicBezTo>
                    <a:cubicBezTo>
                      <a:pt x="7802" y="77048"/>
                      <a:pt x="7802" y="77006"/>
                      <a:pt x="7823" y="76964"/>
                    </a:cubicBezTo>
                    <a:cubicBezTo>
                      <a:pt x="7885" y="76630"/>
                      <a:pt x="7948" y="76297"/>
                      <a:pt x="7989" y="75963"/>
                    </a:cubicBezTo>
                    <a:cubicBezTo>
                      <a:pt x="8031" y="75754"/>
                      <a:pt x="8052" y="75525"/>
                      <a:pt x="8073" y="75296"/>
                    </a:cubicBezTo>
                    <a:cubicBezTo>
                      <a:pt x="8135" y="74774"/>
                      <a:pt x="8177" y="74253"/>
                      <a:pt x="8219" y="73710"/>
                    </a:cubicBezTo>
                    <a:cubicBezTo>
                      <a:pt x="8219" y="73710"/>
                      <a:pt x="8219" y="73690"/>
                      <a:pt x="8219" y="73690"/>
                    </a:cubicBezTo>
                    <a:cubicBezTo>
                      <a:pt x="8219" y="73564"/>
                      <a:pt x="8219" y="73439"/>
                      <a:pt x="8219" y="73335"/>
                    </a:cubicBezTo>
                    <a:cubicBezTo>
                      <a:pt x="8240" y="73064"/>
                      <a:pt x="8240" y="72793"/>
                      <a:pt x="8261" y="72501"/>
                    </a:cubicBezTo>
                    <a:cubicBezTo>
                      <a:pt x="8281" y="71896"/>
                      <a:pt x="8281" y="71291"/>
                      <a:pt x="8261" y="70707"/>
                    </a:cubicBezTo>
                    <a:cubicBezTo>
                      <a:pt x="8261" y="70519"/>
                      <a:pt x="8261" y="70352"/>
                      <a:pt x="8240" y="70165"/>
                    </a:cubicBezTo>
                    <a:cubicBezTo>
                      <a:pt x="8240" y="70123"/>
                      <a:pt x="8240" y="70081"/>
                      <a:pt x="8240" y="70039"/>
                    </a:cubicBezTo>
                    <a:lnTo>
                      <a:pt x="8240" y="69914"/>
                    </a:lnTo>
                    <a:cubicBezTo>
                      <a:pt x="8240" y="69727"/>
                      <a:pt x="8219" y="69560"/>
                      <a:pt x="8219" y="69393"/>
                    </a:cubicBezTo>
                    <a:cubicBezTo>
                      <a:pt x="8177" y="68809"/>
                      <a:pt x="8135" y="68246"/>
                      <a:pt x="8094" y="67662"/>
                    </a:cubicBezTo>
                    <a:cubicBezTo>
                      <a:pt x="8073" y="67516"/>
                      <a:pt x="8052" y="67349"/>
                      <a:pt x="8031" y="67182"/>
                    </a:cubicBezTo>
                    <a:cubicBezTo>
                      <a:pt x="8031" y="67036"/>
                      <a:pt x="8010" y="66890"/>
                      <a:pt x="7989" y="66744"/>
                    </a:cubicBezTo>
                    <a:cubicBezTo>
                      <a:pt x="7843" y="65117"/>
                      <a:pt x="7614" y="63511"/>
                      <a:pt x="7405" y="61905"/>
                    </a:cubicBezTo>
                    <a:cubicBezTo>
                      <a:pt x="7405" y="61863"/>
                      <a:pt x="7385" y="61801"/>
                      <a:pt x="7385" y="61738"/>
                    </a:cubicBezTo>
                    <a:cubicBezTo>
                      <a:pt x="7343" y="61509"/>
                      <a:pt x="7322" y="61258"/>
                      <a:pt x="7280" y="61008"/>
                    </a:cubicBezTo>
                    <a:cubicBezTo>
                      <a:pt x="7239" y="60779"/>
                      <a:pt x="7218" y="60528"/>
                      <a:pt x="7176" y="60278"/>
                    </a:cubicBezTo>
                    <a:cubicBezTo>
                      <a:pt x="7072" y="59381"/>
                      <a:pt x="6946" y="58464"/>
                      <a:pt x="6863" y="57588"/>
                    </a:cubicBezTo>
                    <a:cubicBezTo>
                      <a:pt x="6196" y="51539"/>
                      <a:pt x="6237" y="45302"/>
                      <a:pt x="6279" y="39275"/>
                    </a:cubicBezTo>
                    <a:cubicBezTo>
                      <a:pt x="6300" y="37231"/>
                      <a:pt x="6300" y="35187"/>
                      <a:pt x="6300" y="33143"/>
                    </a:cubicBezTo>
                    <a:lnTo>
                      <a:pt x="6300" y="32538"/>
                    </a:lnTo>
                    <a:cubicBezTo>
                      <a:pt x="6300" y="32517"/>
                      <a:pt x="6300" y="32496"/>
                      <a:pt x="6300" y="32496"/>
                    </a:cubicBezTo>
                    <a:cubicBezTo>
                      <a:pt x="6300" y="31453"/>
                      <a:pt x="6258" y="30410"/>
                      <a:pt x="6237" y="29367"/>
                    </a:cubicBezTo>
                    <a:cubicBezTo>
                      <a:pt x="6237" y="29054"/>
                      <a:pt x="6216" y="28742"/>
                      <a:pt x="6216" y="28429"/>
                    </a:cubicBezTo>
                    <a:cubicBezTo>
                      <a:pt x="6196" y="27991"/>
                      <a:pt x="6175" y="27553"/>
                      <a:pt x="6154" y="27136"/>
                    </a:cubicBezTo>
                    <a:cubicBezTo>
                      <a:pt x="6154" y="27010"/>
                      <a:pt x="6154" y="26864"/>
                      <a:pt x="6133" y="26760"/>
                    </a:cubicBezTo>
                    <a:lnTo>
                      <a:pt x="6133" y="26593"/>
                    </a:lnTo>
                    <a:lnTo>
                      <a:pt x="6133" y="26406"/>
                    </a:lnTo>
                    <a:cubicBezTo>
                      <a:pt x="5987" y="22839"/>
                      <a:pt x="5591" y="19293"/>
                      <a:pt x="4944" y="15789"/>
                    </a:cubicBezTo>
                    <a:cubicBezTo>
                      <a:pt x="4902" y="15539"/>
                      <a:pt x="4861" y="15289"/>
                      <a:pt x="4798" y="15059"/>
                    </a:cubicBezTo>
                    <a:lnTo>
                      <a:pt x="4798" y="15038"/>
                    </a:lnTo>
                    <a:cubicBezTo>
                      <a:pt x="4756" y="14830"/>
                      <a:pt x="4715" y="14600"/>
                      <a:pt x="4673" y="14413"/>
                    </a:cubicBezTo>
                    <a:cubicBezTo>
                      <a:pt x="4527" y="13745"/>
                      <a:pt x="4381" y="13099"/>
                      <a:pt x="4214" y="12452"/>
                    </a:cubicBezTo>
                    <a:cubicBezTo>
                      <a:pt x="4068" y="11847"/>
                      <a:pt x="3901" y="11221"/>
                      <a:pt x="3734" y="10637"/>
                    </a:cubicBezTo>
                    <a:cubicBezTo>
                      <a:pt x="2838" y="7279"/>
                      <a:pt x="1920" y="3817"/>
                      <a:pt x="2712" y="480"/>
                    </a:cubicBezTo>
                    <a:lnTo>
                      <a:pt x="2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1"/>
              <p:cNvSpPr/>
              <p:nvPr/>
            </p:nvSpPr>
            <p:spPr>
              <a:xfrm>
                <a:off x="8494450" y="2310075"/>
                <a:ext cx="176275" cy="1825075"/>
              </a:xfrm>
              <a:custGeom>
                <a:rect b="b" l="l" r="r" t="t"/>
                <a:pathLst>
                  <a:path extrusionOk="0" h="73003" w="7051">
                    <a:moveTo>
                      <a:pt x="4318" y="1"/>
                    </a:moveTo>
                    <a:lnTo>
                      <a:pt x="4318" y="1"/>
                    </a:lnTo>
                    <a:cubicBezTo>
                      <a:pt x="2399" y="2295"/>
                      <a:pt x="1690" y="5361"/>
                      <a:pt x="1523" y="8323"/>
                    </a:cubicBezTo>
                    <a:cubicBezTo>
                      <a:pt x="1481" y="8698"/>
                      <a:pt x="1460" y="9074"/>
                      <a:pt x="1460" y="9470"/>
                    </a:cubicBezTo>
                    <a:lnTo>
                      <a:pt x="1460" y="9491"/>
                    </a:lnTo>
                    <a:cubicBezTo>
                      <a:pt x="1460" y="9720"/>
                      <a:pt x="1460" y="9971"/>
                      <a:pt x="1460" y="10221"/>
                    </a:cubicBezTo>
                    <a:lnTo>
                      <a:pt x="1460" y="11097"/>
                    </a:lnTo>
                    <a:cubicBezTo>
                      <a:pt x="1481" y="13141"/>
                      <a:pt x="1585" y="15206"/>
                      <a:pt x="1481" y="17250"/>
                    </a:cubicBezTo>
                    <a:cubicBezTo>
                      <a:pt x="1335" y="20107"/>
                      <a:pt x="772" y="22902"/>
                      <a:pt x="417" y="25739"/>
                    </a:cubicBezTo>
                    <a:cubicBezTo>
                      <a:pt x="0" y="28888"/>
                      <a:pt x="21" y="31954"/>
                      <a:pt x="167" y="35000"/>
                    </a:cubicBezTo>
                    <a:cubicBezTo>
                      <a:pt x="209" y="35813"/>
                      <a:pt x="250" y="36627"/>
                      <a:pt x="292" y="37419"/>
                    </a:cubicBezTo>
                    <a:cubicBezTo>
                      <a:pt x="313" y="37711"/>
                      <a:pt x="334" y="38003"/>
                      <a:pt x="355" y="38316"/>
                    </a:cubicBezTo>
                    <a:cubicBezTo>
                      <a:pt x="376" y="38837"/>
                      <a:pt x="417" y="39359"/>
                      <a:pt x="438" y="39880"/>
                    </a:cubicBezTo>
                    <a:cubicBezTo>
                      <a:pt x="459" y="40297"/>
                      <a:pt x="480" y="40715"/>
                      <a:pt x="501" y="41111"/>
                    </a:cubicBezTo>
                    <a:cubicBezTo>
                      <a:pt x="605" y="43009"/>
                      <a:pt x="668" y="44907"/>
                      <a:pt x="605" y="46826"/>
                    </a:cubicBezTo>
                    <a:lnTo>
                      <a:pt x="605" y="47222"/>
                    </a:lnTo>
                    <a:lnTo>
                      <a:pt x="605" y="47243"/>
                    </a:lnTo>
                    <a:lnTo>
                      <a:pt x="605" y="47827"/>
                    </a:lnTo>
                    <a:lnTo>
                      <a:pt x="626" y="48307"/>
                    </a:lnTo>
                    <a:cubicBezTo>
                      <a:pt x="730" y="50142"/>
                      <a:pt x="980" y="51957"/>
                      <a:pt x="1356" y="53751"/>
                    </a:cubicBezTo>
                    <a:cubicBezTo>
                      <a:pt x="1377" y="53813"/>
                      <a:pt x="1377" y="53876"/>
                      <a:pt x="1398" y="53959"/>
                    </a:cubicBezTo>
                    <a:cubicBezTo>
                      <a:pt x="1731" y="55649"/>
                      <a:pt x="2107" y="57338"/>
                      <a:pt x="2420" y="59048"/>
                    </a:cubicBezTo>
                    <a:lnTo>
                      <a:pt x="2420" y="59069"/>
                    </a:lnTo>
                    <a:cubicBezTo>
                      <a:pt x="2420" y="59111"/>
                      <a:pt x="2440" y="59174"/>
                      <a:pt x="2440" y="59215"/>
                    </a:cubicBezTo>
                    <a:cubicBezTo>
                      <a:pt x="2503" y="59632"/>
                      <a:pt x="2566" y="60029"/>
                      <a:pt x="2628" y="60425"/>
                    </a:cubicBezTo>
                    <a:cubicBezTo>
                      <a:pt x="2628" y="60446"/>
                      <a:pt x="2628" y="60446"/>
                      <a:pt x="2628" y="60446"/>
                    </a:cubicBezTo>
                    <a:cubicBezTo>
                      <a:pt x="2691" y="60863"/>
                      <a:pt x="2732" y="61280"/>
                      <a:pt x="2795" y="61697"/>
                    </a:cubicBezTo>
                    <a:cubicBezTo>
                      <a:pt x="2878" y="62511"/>
                      <a:pt x="2920" y="63345"/>
                      <a:pt x="2920" y="64158"/>
                    </a:cubicBezTo>
                    <a:lnTo>
                      <a:pt x="2920" y="65076"/>
                    </a:lnTo>
                    <a:lnTo>
                      <a:pt x="2920" y="65097"/>
                    </a:lnTo>
                    <a:lnTo>
                      <a:pt x="2920" y="65514"/>
                    </a:lnTo>
                    <a:lnTo>
                      <a:pt x="2920" y="65973"/>
                    </a:lnTo>
                    <a:cubicBezTo>
                      <a:pt x="2878" y="67204"/>
                      <a:pt x="2878" y="68413"/>
                      <a:pt x="2941" y="69623"/>
                    </a:cubicBezTo>
                    <a:cubicBezTo>
                      <a:pt x="2983" y="70186"/>
                      <a:pt x="3066" y="70749"/>
                      <a:pt x="3170" y="71292"/>
                    </a:cubicBezTo>
                    <a:cubicBezTo>
                      <a:pt x="3212" y="71417"/>
                      <a:pt x="3233" y="71521"/>
                      <a:pt x="3254" y="71625"/>
                    </a:cubicBezTo>
                    <a:cubicBezTo>
                      <a:pt x="3275" y="71730"/>
                      <a:pt x="3316" y="71834"/>
                      <a:pt x="3337" y="71917"/>
                    </a:cubicBezTo>
                    <a:cubicBezTo>
                      <a:pt x="3379" y="72063"/>
                      <a:pt x="3421" y="72209"/>
                      <a:pt x="3462" y="72355"/>
                    </a:cubicBezTo>
                    <a:cubicBezTo>
                      <a:pt x="3483" y="72418"/>
                      <a:pt x="3504" y="72501"/>
                      <a:pt x="3546" y="72564"/>
                    </a:cubicBezTo>
                    <a:cubicBezTo>
                      <a:pt x="3567" y="72627"/>
                      <a:pt x="3588" y="72668"/>
                      <a:pt x="3629" y="72731"/>
                    </a:cubicBezTo>
                    <a:cubicBezTo>
                      <a:pt x="3650" y="72773"/>
                      <a:pt x="3671" y="72814"/>
                      <a:pt x="3713" y="72856"/>
                    </a:cubicBezTo>
                    <a:cubicBezTo>
                      <a:pt x="3734" y="72898"/>
                      <a:pt x="3755" y="72919"/>
                      <a:pt x="3775" y="72939"/>
                    </a:cubicBezTo>
                    <a:cubicBezTo>
                      <a:pt x="3796" y="72960"/>
                      <a:pt x="3817" y="72981"/>
                      <a:pt x="3838" y="73002"/>
                    </a:cubicBezTo>
                    <a:lnTo>
                      <a:pt x="4881" y="73002"/>
                    </a:lnTo>
                    <a:lnTo>
                      <a:pt x="4943" y="72960"/>
                    </a:lnTo>
                    <a:cubicBezTo>
                      <a:pt x="5215" y="72731"/>
                      <a:pt x="5423" y="72460"/>
                      <a:pt x="5569" y="72147"/>
                    </a:cubicBezTo>
                    <a:cubicBezTo>
                      <a:pt x="5611" y="72063"/>
                      <a:pt x="5632" y="72001"/>
                      <a:pt x="5673" y="71917"/>
                    </a:cubicBezTo>
                    <a:cubicBezTo>
                      <a:pt x="5694" y="71834"/>
                      <a:pt x="5736" y="71751"/>
                      <a:pt x="5757" y="71667"/>
                    </a:cubicBezTo>
                    <a:cubicBezTo>
                      <a:pt x="5778" y="71605"/>
                      <a:pt x="5799" y="71542"/>
                      <a:pt x="5799" y="71500"/>
                    </a:cubicBezTo>
                    <a:cubicBezTo>
                      <a:pt x="5945" y="70916"/>
                      <a:pt x="6070" y="70311"/>
                      <a:pt x="6195" y="69707"/>
                    </a:cubicBezTo>
                    <a:cubicBezTo>
                      <a:pt x="6403" y="68559"/>
                      <a:pt x="6570" y="67371"/>
                      <a:pt x="6716" y="66202"/>
                    </a:cubicBezTo>
                    <a:cubicBezTo>
                      <a:pt x="6737" y="65973"/>
                      <a:pt x="6758" y="65744"/>
                      <a:pt x="6779" y="65535"/>
                    </a:cubicBezTo>
                    <a:cubicBezTo>
                      <a:pt x="6800" y="65347"/>
                      <a:pt x="6821" y="65160"/>
                      <a:pt x="6821" y="64972"/>
                    </a:cubicBezTo>
                    <a:lnTo>
                      <a:pt x="6821" y="64847"/>
                    </a:lnTo>
                    <a:cubicBezTo>
                      <a:pt x="6841" y="64638"/>
                      <a:pt x="6862" y="64430"/>
                      <a:pt x="6883" y="64242"/>
                    </a:cubicBezTo>
                    <a:cubicBezTo>
                      <a:pt x="6883" y="64096"/>
                      <a:pt x="6904" y="63950"/>
                      <a:pt x="6904" y="63804"/>
                    </a:cubicBezTo>
                    <a:cubicBezTo>
                      <a:pt x="6925" y="63616"/>
                      <a:pt x="6925" y="63408"/>
                      <a:pt x="6946" y="63241"/>
                    </a:cubicBezTo>
                    <a:cubicBezTo>
                      <a:pt x="6946" y="63074"/>
                      <a:pt x="6967" y="62928"/>
                      <a:pt x="6967" y="62761"/>
                    </a:cubicBezTo>
                    <a:lnTo>
                      <a:pt x="6967" y="62698"/>
                    </a:lnTo>
                    <a:lnTo>
                      <a:pt x="6967" y="62573"/>
                    </a:lnTo>
                    <a:lnTo>
                      <a:pt x="6967" y="62511"/>
                    </a:lnTo>
                    <a:cubicBezTo>
                      <a:pt x="6987" y="62156"/>
                      <a:pt x="7008" y="61822"/>
                      <a:pt x="7008" y="61489"/>
                    </a:cubicBezTo>
                    <a:lnTo>
                      <a:pt x="7008" y="61468"/>
                    </a:lnTo>
                    <a:cubicBezTo>
                      <a:pt x="7029" y="61072"/>
                      <a:pt x="7050" y="60675"/>
                      <a:pt x="7050" y="60300"/>
                    </a:cubicBezTo>
                    <a:lnTo>
                      <a:pt x="7050" y="59778"/>
                    </a:lnTo>
                    <a:lnTo>
                      <a:pt x="7050" y="59257"/>
                    </a:lnTo>
                    <a:cubicBezTo>
                      <a:pt x="7050" y="57964"/>
                      <a:pt x="7050" y="56671"/>
                      <a:pt x="7008" y="55357"/>
                    </a:cubicBezTo>
                    <a:lnTo>
                      <a:pt x="7008" y="54689"/>
                    </a:lnTo>
                    <a:cubicBezTo>
                      <a:pt x="7008" y="54501"/>
                      <a:pt x="7008" y="54293"/>
                      <a:pt x="7008" y="54084"/>
                    </a:cubicBezTo>
                    <a:lnTo>
                      <a:pt x="7008" y="54043"/>
                    </a:lnTo>
                    <a:lnTo>
                      <a:pt x="7008" y="53563"/>
                    </a:lnTo>
                    <a:lnTo>
                      <a:pt x="7008" y="53021"/>
                    </a:lnTo>
                    <a:cubicBezTo>
                      <a:pt x="7008" y="52770"/>
                      <a:pt x="6987" y="52520"/>
                      <a:pt x="6987" y="52270"/>
                    </a:cubicBezTo>
                    <a:cubicBezTo>
                      <a:pt x="6967" y="51331"/>
                      <a:pt x="6946" y="50393"/>
                      <a:pt x="6925" y="49454"/>
                    </a:cubicBezTo>
                    <a:lnTo>
                      <a:pt x="6925" y="49266"/>
                    </a:lnTo>
                    <a:cubicBezTo>
                      <a:pt x="6800" y="44386"/>
                      <a:pt x="6654" y="39484"/>
                      <a:pt x="6383" y="34603"/>
                    </a:cubicBezTo>
                    <a:cubicBezTo>
                      <a:pt x="6362" y="34520"/>
                      <a:pt x="6362" y="34457"/>
                      <a:pt x="6362" y="34395"/>
                    </a:cubicBezTo>
                    <a:cubicBezTo>
                      <a:pt x="6257" y="32476"/>
                      <a:pt x="6132" y="30578"/>
                      <a:pt x="5965" y="28659"/>
                    </a:cubicBezTo>
                    <a:cubicBezTo>
                      <a:pt x="5819" y="26740"/>
                      <a:pt x="5632" y="24821"/>
                      <a:pt x="5423" y="22902"/>
                    </a:cubicBezTo>
                    <a:cubicBezTo>
                      <a:pt x="5319" y="22026"/>
                      <a:pt x="5215" y="21171"/>
                      <a:pt x="5110" y="20295"/>
                    </a:cubicBezTo>
                    <a:cubicBezTo>
                      <a:pt x="5048" y="19920"/>
                      <a:pt x="5006" y="19523"/>
                      <a:pt x="4964" y="19127"/>
                    </a:cubicBezTo>
                    <a:cubicBezTo>
                      <a:pt x="4923" y="18731"/>
                      <a:pt x="4860" y="18355"/>
                      <a:pt x="4818" y="17959"/>
                    </a:cubicBezTo>
                    <a:cubicBezTo>
                      <a:pt x="4067" y="11973"/>
                      <a:pt x="3421" y="5945"/>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1"/>
              <p:cNvSpPr/>
              <p:nvPr/>
            </p:nvSpPr>
            <p:spPr>
              <a:xfrm>
                <a:off x="8610200" y="2749650"/>
                <a:ext cx="310275" cy="1383925"/>
              </a:xfrm>
              <a:custGeom>
                <a:rect b="b" l="l" r="r" t="t"/>
                <a:pathLst>
                  <a:path extrusionOk="0" h="55357" w="12411">
                    <a:moveTo>
                      <a:pt x="11013" y="1"/>
                    </a:moveTo>
                    <a:lnTo>
                      <a:pt x="11013" y="1"/>
                    </a:lnTo>
                    <a:cubicBezTo>
                      <a:pt x="11076" y="1502"/>
                      <a:pt x="10930" y="3004"/>
                      <a:pt x="10596" y="4464"/>
                    </a:cubicBezTo>
                    <a:cubicBezTo>
                      <a:pt x="10575" y="4527"/>
                      <a:pt x="10575" y="4568"/>
                      <a:pt x="10555" y="4631"/>
                    </a:cubicBezTo>
                    <a:cubicBezTo>
                      <a:pt x="9762" y="8073"/>
                      <a:pt x="8135" y="11389"/>
                      <a:pt x="6925" y="14789"/>
                    </a:cubicBezTo>
                    <a:cubicBezTo>
                      <a:pt x="6842" y="14997"/>
                      <a:pt x="6779" y="15206"/>
                      <a:pt x="6696" y="15456"/>
                    </a:cubicBezTo>
                    <a:cubicBezTo>
                      <a:pt x="6612" y="15686"/>
                      <a:pt x="6529" y="15936"/>
                      <a:pt x="6466" y="16165"/>
                    </a:cubicBezTo>
                    <a:cubicBezTo>
                      <a:pt x="6154" y="17146"/>
                      <a:pt x="5903" y="18147"/>
                      <a:pt x="5695" y="19148"/>
                    </a:cubicBezTo>
                    <a:cubicBezTo>
                      <a:pt x="4923" y="23340"/>
                      <a:pt x="5465" y="27699"/>
                      <a:pt x="4965" y="31954"/>
                    </a:cubicBezTo>
                    <a:cubicBezTo>
                      <a:pt x="4819" y="33102"/>
                      <a:pt x="4610" y="34249"/>
                      <a:pt x="4339" y="35375"/>
                    </a:cubicBezTo>
                    <a:lnTo>
                      <a:pt x="4172" y="36105"/>
                    </a:lnTo>
                    <a:cubicBezTo>
                      <a:pt x="4109" y="36314"/>
                      <a:pt x="4047" y="36543"/>
                      <a:pt x="4005" y="36752"/>
                    </a:cubicBezTo>
                    <a:cubicBezTo>
                      <a:pt x="3817" y="37377"/>
                      <a:pt x="3651" y="38024"/>
                      <a:pt x="3463" y="38650"/>
                    </a:cubicBezTo>
                    <a:cubicBezTo>
                      <a:pt x="3171" y="39630"/>
                      <a:pt x="2837" y="40610"/>
                      <a:pt x="2524" y="41591"/>
                    </a:cubicBezTo>
                    <a:cubicBezTo>
                      <a:pt x="2483" y="41757"/>
                      <a:pt x="2420" y="41924"/>
                      <a:pt x="2378" y="42091"/>
                    </a:cubicBezTo>
                    <a:cubicBezTo>
                      <a:pt x="2316" y="42279"/>
                      <a:pt x="2253" y="42446"/>
                      <a:pt x="2211" y="42613"/>
                    </a:cubicBezTo>
                    <a:cubicBezTo>
                      <a:pt x="1607" y="44511"/>
                      <a:pt x="1023" y="46388"/>
                      <a:pt x="605" y="48286"/>
                    </a:cubicBezTo>
                    <a:cubicBezTo>
                      <a:pt x="605" y="48327"/>
                      <a:pt x="605" y="48369"/>
                      <a:pt x="605" y="48390"/>
                    </a:cubicBezTo>
                    <a:cubicBezTo>
                      <a:pt x="585" y="48432"/>
                      <a:pt x="564" y="48494"/>
                      <a:pt x="564" y="48536"/>
                    </a:cubicBezTo>
                    <a:cubicBezTo>
                      <a:pt x="522" y="48745"/>
                      <a:pt x="480" y="48974"/>
                      <a:pt x="439" y="49183"/>
                    </a:cubicBezTo>
                    <a:cubicBezTo>
                      <a:pt x="439" y="49204"/>
                      <a:pt x="439" y="49204"/>
                      <a:pt x="439" y="49204"/>
                    </a:cubicBezTo>
                    <a:cubicBezTo>
                      <a:pt x="355" y="49621"/>
                      <a:pt x="293" y="50017"/>
                      <a:pt x="230" y="50413"/>
                    </a:cubicBezTo>
                    <a:cubicBezTo>
                      <a:pt x="230" y="50434"/>
                      <a:pt x="230" y="50434"/>
                      <a:pt x="230" y="50455"/>
                    </a:cubicBezTo>
                    <a:cubicBezTo>
                      <a:pt x="147" y="50976"/>
                      <a:pt x="105" y="51519"/>
                      <a:pt x="63" y="52040"/>
                    </a:cubicBezTo>
                    <a:cubicBezTo>
                      <a:pt x="42" y="52061"/>
                      <a:pt x="42" y="52082"/>
                      <a:pt x="63" y="52103"/>
                    </a:cubicBezTo>
                    <a:cubicBezTo>
                      <a:pt x="42" y="52290"/>
                      <a:pt x="21" y="52499"/>
                      <a:pt x="21" y="52708"/>
                    </a:cubicBezTo>
                    <a:cubicBezTo>
                      <a:pt x="1" y="52833"/>
                      <a:pt x="1" y="52979"/>
                      <a:pt x="1" y="53104"/>
                    </a:cubicBezTo>
                    <a:lnTo>
                      <a:pt x="1" y="53187"/>
                    </a:lnTo>
                    <a:lnTo>
                      <a:pt x="1" y="53813"/>
                    </a:lnTo>
                    <a:cubicBezTo>
                      <a:pt x="1" y="54084"/>
                      <a:pt x="1" y="54355"/>
                      <a:pt x="21" y="54626"/>
                    </a:cubicBezTo>
                    <a:cubicBezTo>
                      <a:pt x="21" y="54731"/>
                      <a:pt x="42" y="54856"/>
                      <a:pt x="42" y="54981"/>
                    </a:cubicBezTo>
                    <a:cubicBezTo>
                      <a:pt x="63" y="55064"/>
                      <a:pt x="84" y="55148"/>
                      <a:pt x="84" y="55252"/>
                    </a:cubicBezTo>
                    <a:cubicBezTo>
                      <a:pt x="105" y="55294"/>
                      <a:pt x="105" y="55336"/>
                      <a:pt x="105" y="55356"/>
                    </a:cubicBezTo>
                    <a:lnTo>
                      <a:pt x="439" y="55356"/>
                    </a:lnTo>
                    <a:cubicBezTo>
                      <a:pt x="668" y="55356"/>
                      <a:pt x="877" y="55336"/>
                      <a:pt x="1106" y="55336"/>
                    </a:cubicBezTo>
                    <a:lnTo>
                      <a:pt x="1607" y="55336"/>
                    </a:lnTo>
                    <a:cubicBezTo>
                      <a:pt x="2065" y="55315"/>
                      <a:pt x="2524" y="55294"/>
                      <a:pt x="2962" y="55273"/>
                    </a:cubicBezTo>
                    <a:lnTo>
                      <a:pt x="3087" y="55273"/>
                    </a:lnTo>
                    <a:lnTo>
                      <a:pt x="3233" y="55252"/>
                    </a:lnTo>
                    <a:lnTo>
                      <a:pt x="3651" y="55252"/>
                    </a:lnTo>
                    <a:lnTo>
                      <a:pt x="3651" y="55231"/>
                    </a:lnTo>
                    <a:cubicBezTo>
                      <a:pt x="3651" y="55231"/>
                      <a:pt x="3651" y="55210"/>
                      <a:pt x="3651" y="55210"/>
                    </a:cubicBezTo>
                    <a:lnTo>
                      <a:pt x="3651" y="54960"/>
                    </a:lnTo>
                    <a:cubicBezTo>
                      <a:pt x="3630" y="54856"/>
                      <a:pt x="3630" y="54731"/>
                      <a:pt x="3630" y="54626"/>
                    </a:cubicBezTo>
                    <a:cubicBezTo>
                      <a:pt x="3630" y="54314"/>
                      <a:pt x="3609" y="54042"/>
                      <a:pt x="3630" y="53792"/>
                    </a:cubicBezTo>
                    <a:cubicBezTo>
                      <a:pt x="3671" y="53292"/>
                      <a:pt x="3713" y="52791"/>
                      <a:pt x="3797" y="52270"/>
                    </a:cubicBezTo>
                    <a:cubicBezTo>
                      <a:pt x="3817" y="52103"/>
                      <a:pt x="3838" y="51915"/>
                      <a:pt x="3859" y="51748"/>
                    </a:cubicBezTo>
                    <a:cubicBezTo>
                      <a:pt x="3880" y="51665"/>
                      <a:pt x="3901" y="51602"/>
                      <a:pt x="3901" y="51540"/>
                    </a:cubicBezTo>
                    <a:cubicBezTo>
                      <a:pt x="3922" y="51435"/>
                      <a:pt x="3922" y="51331"/>
                      <a:pt x="3963" y="51227"/>
                    </a:cubicBezTo>
                    <a:cubicBezTo>
                      <a:pt x="4005" y="50976"/>
                      <a:pt x="4047" y="50705"/>
                      <a:pt x="4109" y="50455"/>
                    </a:cubicBezTo>
                    <a:cubicBezTo>
                      <a:pt x="4151" y="50226"/>
                      <a:pt x="4214" y="49996"/>
                      <a:pt x="4255" y="49788"/>
                    </a:cubicBezTo>
                    <a:cubicBezTo>
                      <a:pt x="4652" y="48056"/>
                      <a:pt x="5173" y="46325"/>
                      <a:pt x="5716" y="44615"/>
                    </a:cubicBezTo>
                    <a:cubicBezTo>
                      <a:pt x="5841" y="44239"/>
                      <a:pt x="5966" y="43822"/>
                      <a:pt x="6070" y="43468"/>
                    </a:cubicBezTo>
                    <a:cubicBezTo>
                      <a:pt x="6174" y="43113"/>
                      <a:pt x="6300" y="42759"/>
                      <a:pt x="6404" y="42425"/>
                    </a:cubicBezTo>
                    <a:cubicBezTo>
                      <a:pt x="6404" y="42404"/>
                      <a:pt x="6404" y="42404"/>
                      <a:pt x="6404" y="42404"/>
                    </a:cubicBezTo>
                    <a:cubicBezTo>
                      <a:pt x="6654" y="41570"/>
                      <a:pt x="6904" y="40756"/>
                      <a:pt x="7113" y="39943"/>
                    </a:cubicBezTo>
                    <a:lnTo>
                      <a:pt x="7134" y="39859"/>
                    </a:lnTo>
                    <a:cubicBezTo>
                      <a:pt x="7155" y="39797"/>
                      <a:pt x="7176" y="39755"/>
                      <a:pt x="7176" y="39713"/>
                    </a:cubicBezTo>
                    <a:cubicBezTo>
                      <a:pt x="8177" y="35980"/>
                      <a:pt x="9178" y="32226"/>
                      <a:pt x="9595" y="28409"/>
                    </a:cubicBezTo>
                    <a:cubicBezTo>
                      <a:pt x="9741" y="27178"/>
                      <a:pt x="9824" y="25947"/>
                      <a:pt x="9887" y="24696"/>
                    </a:cubicBezTo>
                    <a:cubicBezTo>
                      <a:pt x="9908" y="24300"/>
                      <a:pt x="9950" y="23924"/>
                      <a:pt x="9970" y="23528"/>
                    </a:cubicBezTo>
                    <a:cubicBezTo>
                      <a:pt x="9991" y="23111"/>
                      <a:pt x="10012" y="22694"/>
                      <a:pt x="10054" y="22297"/>
                    </a:cubicBezTo>
                    <a:cubicBezTo>
                      <a:pt x="10137" y="20858"/>
                      <a:pt x="10304" y="19440"/>
                      <a:pt x="10575" y="18042"/>
                    </a:cubicBezTo>
                    <a:cubicBezTo>
                      <a:pt x="10951" y="15998"/>
                      <a:pt x="11577" y="14017"/>
                      <a:pt x="11952" y="11994"/>
                    </a:cubicBezTo>
                    <a:cubicBezTo>
                      <a:pt x="12369" y="9616"/>
                      <a:pt x="12411" y="7197"/>
                      <a:pt x="12098" y="4819"/>
                    </a:cubicBezTo>
                    <a:cubicBezTo>
                      <a:pt x="12098" y="4631"/>
                      <a:pt x="12056" y="4464"/>
                      <a:pt x="12035" y="4297"/>
                    </a:cubicBezTo>
                    <a:cubicBezTo>
                      <a:pt x="12015" y="4110"/>
                      <a:pt x="11994" y="3922"/>
                      <a:pt x="11952" y="3755"/>
                    </a:cubicBezTo>
                    <a:cubicBezTo>
                      <a:pt x="11743" y="2483"/>
                      <a:pt x="11431" y="1231"/>
                      <a:pt x="1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1"/>
              <p:cNvSpPr/>
              <p:nvPr/>
            </p:nvSpPr>
            <p:spPr>
              <a:xfrm>
                <a:off x="8606550" y="2725150"/>
                <a:ext cx="318100" cy="1410500"/>
              </a:xfrm>
              <a:custGeom>
                <a:rect b="b" l="l" r="r" t="t"/>
                <a:pathLst>
                  <a:path extrusionOk="0" h="56420" w="12724">
                    <a:moveTo>
                      <a:pt x="552" y="51600"/>
                    </a:moveTo>
                    <a:lnTo>
                      <a:pt x="552" y="51600"/>
                    </a:lnTo>
                    <a:cubicBezTo>
                      <a:pt x="543" y="51642"/>
                      <a:pt x="543" y="51674"/>
                      <a:pt x="543" y="51706"/>
                    </a:cubicBezTo>
                    <a:cubicBezTo>
                      <a:pt x="546" y="51671"/>
                      <a:pt x="549" y="51635"/>
                      <a:pt x="552" y="51600"/>
                    </a:cubicBezTo>
                    <a:close/>
                    <a:moveTo>
                      <a:pt x="10993" y="0"/>
                    </a:moveTo>
                    <a:lnTo>
                      <a:pt x="11034" y="1085"/>
                    </a:lnTo>
                    <a:cubicBezTo>
                      <a:pt x="11222" y="5006"/>
                      <a:pt x="9720" y="8761"/>
                      <a:pt x="8281" y="12390"/>
                    </a:cubicBezTo>
                    <a:cubicBezTo>
                      <a:pt x="7906" y="13307"/>
                      <a:pt x="7530" y="14246"/>
                      <a:pt x="7176" y="15185"/>
                    </a:cubicBezTo>
                    <a:cubicBezTo>
                      <a:pt x="7113" y="15393"/>
                      <a:pt x="7030" y="15623"/>
                      <a:pt x="6946" y="15831"/>
                    </a:cubicBezTo>
                    <a:cubicBezTo>
                      <a:pt x="6884" y="16061"/>
                      <a:pt x="6779" y="16290"/>
                      <a:pt x="6717" y="16520"/>
                    </a:cubicBezTo>
                    <a:cubicBezTo>
                      <a:pt x="6300" y="17708"/>
                      <a:pt x="5966" y="18939"/>
                      <a:pt x="5716" y="20190"/>
                    </a:cubicBezTo>
                    <a:cubicBezTo>
                      <a:pt x="5278" y="22526"/>
                      <a:pt x="5257" y="24988"/>
                      <a:pt x="5236" y="27345"/>
                    </a:cubicBezTo>
                    <a:cubicBezTo>
                      <a:pt x="5257" y="29222"/>
                      <a:pt x="5173" y="31120"/>
                      <a:pt x="4986" y="32997"/>
                    </a:cubicBezTo>
                    <a:cubicBezTo>
                      <a:pt x="4881" y="33894"/>
                      <a:pt x="4735" y="34770"/>
                      <a:pt x="4547" y="35646"/>
                    </a:cubicBezTo>
                    <a:cubicBezTo>
                      <a:pt x="4485" y="35896"/>
                      <a:pt x="4422" y="36167"/>
                      <a:pt x="4360" y="36418"/>
                    </a:cubicBezTo>
                    <a:cubicBezTo>
                      <a:pt x="4318" y="36668"/>
                      <a:pt x="4255" y="36897"/>
                      <a:pt x="4193" y="37127"/>
                    </a:cubicBezTo>
                    <a:cubicBezTo>
                      <a:pt x="4026" y="37752"/>
                      <a:pt x="3859" y="38357"/>
                      <a:pt x="3692" y="38983"/>
                    </a:cubicBezTo>
                    <a:cubicBezTo>
                      <a:pt x="3379" y="40047"/>
                      <a:pt x="3046" y="41090"/>
                      <a:pt x="2712" y="42133"/>
                    </a:cubicBezTo>
                    <a:cubicBezTo>
                      <a:pt x="2670" y="42279"/>
                      <a:pt x="2608" y="42445"/>
                      <a:pt x="2566" y="42591"/>
                    </a:cubicBezTo>
                    <a:cubicBezTo>
                      <a:pt x="2566" y="42591"/>
                      <a:pt x="2545" y="42612"/>
                      <a:pt x="2545" y="42633"/>
                    </a:cubicBezTo>
                    <a:lnTo>
                      <a:pt x="2378" y="43134"/>
                    </a:lnTo>
                    <a:cubicBezTo>
                      <a:pt x="1815" y="44948"/>
                      <a:pt x="1231" y="46805"/>
                      <a:pt x="772" y="48703"/>
                    </a:cubicBezTo>
                    <a:cubicBezTo>
                      <a:pt x="731" y="48911"/>
                      <a:pt x="689" y="49141"/>
                      <a:pt x="626" y="49349"/>
                    </a:cubicBezTo>
                    <a:lnTo>
                      <a:pt x="605" y="49433"/>
                    </a:lnTo>
                    <a:lnTo>
                      <a:pt x="605" y="49453"/>
                    </a:lnTo>
                    <a:cubicBezTo>
                      <a:pt x="605" y="49495"/>
                      <a:pt x="585" y="49537"/>
                      <a:pt x="585" y="49579"/>
                    </a:cubicBezTo>
                    <a:cubicBezTo>
                      <a:pt x="543" y="49808"/>
                      <a:pt x="501" y="50017"/>
                      <a:pt x="459" y="50246"/>
                    </a:cubicBezTo>
                    <a:cubicBezTo>
                      <a:pt x="459" y="50267"/>
                      <a:pt x="459" y="50267"/>
                      <a:pt x="459" y="50288"/>
                    </a:cubicBezTo>
                    <a:cubicBezTo>
                      <a:pt x="376" y="50663"/>
                      <a:pt x="313" y="51060"/>
                      <a:pt x="251" y="51435"/>
                    </a:cubicBezTo>
                    <a:cubicBezTo>
                      <a:pt x="188" y="51977"/>
                      <a:pt x="126" y="52520"/>
                      <a:pt x="84" y="53083"/>
                    </a:cubicBezTo>
                    <a:cubicBezTo>
                      <a:pt x="63" y="53312"/>
                      <a:pt x="42" y="53542"/>
                      <a:pt x="21" y="53771"/>
                    </a:cubicBezTo>
                    <a:cubicBezTo>
                      <a:pt x="21" y="53917"/>
                      <a:pt x="21" y="54084"/>
                      <a:pt x="21" y="54230"/>
                    </a:cubicBezTo>
                    <a:lnTo>
                      <a:pt x="21" y="54814"/>
                    </a:lnTo>
                    <a:lnTo>
                      <a:pt x="21" y="54835"/>
                    </a:lnTo>
                    <a:lnTo>
                      <a:pt x="21" y="55314"/>
                    </a:lnTo>
                    <a:cubicBezTo>
                      <a:pt x="1" y="55335"/>
                      <a:pt x="1" y="55356"/>
                      <a:pt x="21" y="55377"/>
                    </a:cubicBezTo>
                    <a:lnTo>
                      <a:pt x="21" y="55669"/>
                    </a:lnTo>
                    <a:cubicBezTo>
                      <a:pt x="21" y="55773"/>
                      <a:pt x="21" y="55940"/>
                      <a:pt x="42" y="56065"/>
                    </a:cubicBezTo>
                    <a:cubicBezTo>
                      <a:pt x="63" y="56190"/>
                      <a:pt x="63" y="56253"/>
                      <a:pt x="84" y="56336"/>
                    </a:cubicBezTo>
                    <a:lnTo>
                      <a:pt x="84" y="56399"/>
                    </a:lnTo>
                    <a:cubicBezTo>
                      <a:pt x="84" y="56399"/>
                      <a:pt x="84" y="56420"/>
                      <a:pt x="84" y="56420"/>
                    </a:cubicBezTo>
                    <a:lnTo>
                      <a:pt x="397" y="56420"/>
                    </a:lnTo>
                    <a:cubicBezTo>
                      <a:pt x="397" y="56399"/>
                      <a:pt x="397" y="56399"/>
                      <a:pt x="397" y="56378"/>
                    </a:cubicBezTo>
                    <a:cubicBezTo>
                      <a:pt x="376" y="56316"/>
                      <a:pt x="376" y="56253"/>
                      <a:pt x="355" y="56190"/>
                    </a:cubicBezTo>
                    <a:cubicBezTo>
                      <a:pt x="334" y="56024"/>
                      <a:pt x="313" y="55836"/>
                      <a:pt x="313" y="55669"/>
                    </a:cubicBezTo>
                    <a:cubicBezTo>
                      <a:pt x="293" y="55210"/>
                      <a:pt x="293" y="54751"/>
                      <a:pt x="293" y="54292"/>
                    </a:cubicBezTo>
                    <a:cubicBezTo>
                      <a:pt x="293" y="53917"/>
                      <a:pt x="334" y="53562"/>
                      <a:pt x="355" y="53187"/>
                    </a:cubicBezTo>
                    <a:lnTo>
                      <a:pt x="355" y="53104"/>
                    </a:lnTo>
                    <a:lnTo>
                      <a:pt x="355" y="53041"/>
                    </a:lnTo>
                    <a:lnTo>
                      <a:pt x="355" y="53020"/>
                    </a:lnTo>
                    <a:cubicBezTo>
                      <a:pt x="397" y="52582"/>
                      <a:pt x="439" y="52144"/>
                      <a:pt x="501" y="51727"/>
                    </a:cubicBezTo>
                    <a:cubicBezTo>
                      <a:pt x="501" y="51664"/>
                      <a:pt x="501" y="51623"/>
                      <a:pt x="522" y="51581"/>
                    </a:cubicBezTo>
                    <a:cubicBezTo>
                      <a:pt x="546" y="51415"/>
                      <a:pt x="569" y="51253"/>
                      <a:pt x="594" y="51092"/>
                    </a:cubicBezTo>
                    <a:lnTo>
                      <a:pt x="594" y="51092"/>
                    </a:lnTo>
                    <a:cubicBezTo>
                      <a:pt x="582" y="51264"/>
                      <a:pt x="567" y="51433"/>
                      <a:pt x="552" y="51600"/>
                    </a:cubicBezTo>
                    <a:lnTo>
                      <a:pt x="552" y="51600"/>
                    </a:lnTo>
                    <a:cubicBezTo>
                      <a:pt x="555" y="51588"/>
                      <a:pt x="559" y="51574"/>
                      <a:pt x="564" y="51560"/>
                    </a:cubicBezTo>
                    <a:cubicBezTo>
                      <a:pt x="626" y="51143"/>
                      <a:pt x="689" y="50726"/>
                      <a:pt x="772" y="50288"/>
                    </a:cubicBezTo>
                    <a:cubicBezTo>
                      <a:pt x="814" y="50058"/>
                      <a:pt x="877" y="49829"/>
                      <a:pt x="918" y="49599"/>
                    </a:cubicBezTo>
                    <a:lnTo>
                      <a:pt x="877" y="49599"/>
                    </a:lnTo>
                    <a:cubicBezTo>
                      <a:pt x="897" y="49537"/>
                      <a:pt x="897" y="49453"/>
                      <a:pt x="918" y="49370"/>
                    </a:cubicBezTo>
                    <a:cubicBezTo>
                      <a:pt x="1294" y="47639"/>
                      <a:pt x="1815" y="45929"/>
                      <a:pt x="2337" y="44239"/>
                    </a:cubicBezTo>
                    <a:cubicBezTo>
                      <a:pt x="2399" y="44072"/>
                      <a:pt x="2441" y="43885"/>
                      <a:pt x="2503" y="43718"/>
                    </a:cubicBezTo>
                    <a:cubicBezTo>
                      <a:pt x="2566" y="43551"/>
                      <a:pt x="2608" y="43384"/>
                      <a:pt x="2670" y="43196"/>
                    </a:cubicBezTo>
                    <a:cubicBezTo>
                      <a:pt x="2733" y="43029"/>
                      <a:pt x="2775" y="42883"/>
                      <a:pt x="2837" y="42717"/>
                    </a:cubicBezTo>
                    <a:cubicBezTo>
                      <a:pt x="3067" y="41966"/>
                      <a:pt x="3317" y="41194"/>
                      <a:pt x="3546" y="40443"/>
                    </a:cubicBezTo>
                    <a:cubicBezTo>
                      <a:pt x="3755" y="39796"/>
                      <a:pt x="3943" y="39129"/>
                      <a:pt x="4130" y="38482"/>
                    </a:cubicBezTo>
                    <a:cubicBezTo>
                      <a:pt x="4193" y="38274"/>
                      <a:pt x="4235" y="38065"/>
                      <a:pt x="4297" y="37857"/>
                    </a:cubicBezTo>
                    <a:cubicBezTo>
                      <a:pt x="4360" y="37627"/>
                      <a:pt x="4422" y="37419"/>
                      <a:pt x="4464" y="37189"/>
                    </a:cubicBezTo>
                    <a:cubicBezTo>
                      <a:pt x="4819" y="35834"/>
                      <a:pt x="5069" y="34457"/>
                      <a:pt x="5257" y="33059"/>
                    </a:cubicBezTo>
                    <a:cubicBezTo>
                      <a:pt x="5444" y="31161"/>
                      <a:pt x="5528" y="29263"/>
                      <a:pt x="5507" y="27365"/>
                    </a:cubicBezTo>
                    <a:cubicBezTo>
                      <a:pt x="5528" y="25009"/>
                      <a:pt x="5549" y="22589"/>
                      <a:pt x="5987" y="20274"/>
                    </a:cubicBezTo>
                    <a:cubicBezTo>
                      <a:pt x="6133" y="19544"/>
                      <a:pt x="6300" y="18814"/>
                      <a:pt x="6508" y="18084"/>
                    </a:cubicBezTo>
                    <a:cubicBezTo>
                      <a:pt x="6592" y="17834"/>
                      <a:pt x="6654" y="17562"/>
                      <a:pt x="6758" y="17312"/>
                    </a:cubicBezTo>
                    <a:cubicBezTo>
                      <a:pt x="6842" y="17041"/>
                      <a:pt x="6904" y="16832"/>
                      <a:pt x="6988" y="16603"/>
                    </a:cubicBezTo>
                    <a:cubicBezTo>
                      <a:pt x="7447" y="15226"/>
                      <a:pt x="7989" y="13871"/>
                      <a:pt x="8531" y="12536"/>
                    </a:cubicBezTo>
                    <a:cubicBezTo>
                      <a:pt x="9407" y="10325"/>
                      <a:pt x="10304" y="8093"/>
                      <a:pt x="10826" y="5778"/>
                    </a:cubicBezTo>
                    <a:cubicBezTo>
                      <a:pt x="10847" y="5715"/>
                      <a:pt x="10867" y="5674"/>
                      <a:pt x="10867" y="5611"/>
                    </a:cubicBezTo>
                    <a:cubicBezTo>
                      <a:pt x="11139" y="4464"/>
                      <a:pt x="11285" y="3296"/>
                      <a:pt x="11326" y="2128"/>
                    </a:cubicBezTo>
                    <a:cubicBezTo>
                      <a:pt x="11639" y="3192"/>
                      <a:pt x="11869" y="4276"/>
                      <a:pt x="12015" y="5361"/>
                    </a:cubicBezTo>
                    <a:cubicBezTo>
                      <a:pt x="12056" y="5548"/>
                      <a:pt x="12077" y="5736"/>
                      <a:pt x="12098" y="5903"/>
                    </a:cubicBezTo>
                    <a:cubicBezTo>
                      <a:pt x="12119" y="6091"/>
                      <a:pt x="12140" y="6258"/>
                      <a:pt x="12161" y="6424"/>
                    </a:cubicBezTo>
                    <a:cubicBezTo>
                      <a:pt x="12369" y="8615"/>
                      <a:pt x="12286" y="10825"/>
                      <a:pt x="11889" y="12974"/>
                    </a:cubicBezTo>
                    <a:cubicBezTo>
                      <a:pt x="11702" y="14017"/>
                      <a:pt x="11451" y="15059"/>
                      <a:pt x="11201" y="16082"/>
                    </a:cubicBezTo>
                    <a:cubicBezTo>
                      <a:pt x="10951" y="17041"/>
                      <a:pt x="10701" y="18021"/>
                      <a:pt x="10513" y="19022"/>
                    </a:cubicBezTo>
                    <a:cubicBezTo>
                      <a:pt x="10200" y="20837"/>
                      <a:pt x="10012" y="22652"/>
                      <a:pt x="9929" y="24487"/>
                    </a:cubicBezTo>
                    <a:cubicBezTo>
                      <a:pt x="9908" y="24779"/>
                      <a:pt x="9887" y="25050"/>
                      <a:pt x="9866" y="25342"/>
                    </a:cubicBezTo>
                    <a:cubicBezTo>
                      <a:pt x="9866" y="25467"/>
                      <a:pt x="9845" y="25593"/>
                      <a:pt x="9845" y="25697"/>
                    </a:cubicBezTo>
                    <a:cubicBezTo>
                      <a:pt x="9824" y="26093"/>
                      <a:pt x="9804" y="26489"/>
                      <a:pt x="9783" y="26865"/>
                    </a:cubicBezTo>
                    <a:cubicBezTo>
                      <a:pt x="9720" y="27720"/>
                      <a:pt x="9658" y="28554"/>
                      <a:pt x="9553" y="29389"/>
                    </a:cubicBezTo>
                    <a:cubicBezTo>
                      <a:pt x="9115" y="33226"/>
                      <a:pt x="8114" y="37043"/>
                      <a:pt x="7134" y="40714"/>
                    </a:cubicBezTo>
                    <a:cubicBezTo>
                      <a:pt x="7134" y="40756"/>
                      <a:pt x="7113" y="40777"/>
                      <a:pt x="7092" y="40818"/>
                    </a:cubicBezTo>
                    <a:lnTo>
                      <a:pt x="7071" y="40944"/>
                    </a:lnTo>
                    <a:cubicBezTo>
                      <a:pt x="6946" y="41382"/>
                      <a:pt x="6821" y="41841"/>
                      <a:pt x="6675" y="42299"/>
                    </a:cubicBezTo>
                    <a:cubicBezTo>
                      <a:pt x="6571" y="42654"/>
                      <a:pt x="6466" y="43009"/>
                      <a:pt x="6362" y="43384"/>
                    </a:cubicBezTo>
                    <a:cubicBezTo>
                      <a:pt x="6237" y="43739"/>
                      <a:pt x="6133" y="44093"/>
                      <a:pt x="6028" y="44469"/>
                    </a:cubicBezTo>
                    <a:cubicBezTo>
                      <a:pt x="5987" y="44615"/>
                      <a:pt x="5924" y="44761"/>
                      <a:pt x="5882" y="44907"/>
                    </a:cubicBezTo>
                    <a:cubicBezTo>
                      <a:pt x="5340" y="46638"/>
                      <a:pt x="4777" y="48411"/>
                      <a:pt x="4339" y="50184"/>
                    </a:cubicBezTo>
                    <a:cubicBezTo>
                      <a:pt x="4297" y="50371"/>
                      <a:pt x="4255" y="50559"/>
                      <a:pt x="4214" y="50747"/>
                    </a:cubicBezTo>
                    <a:lnTo>
                      <a:pt x="4214" y="50768"/>
                    </a:lnTo>
                    <a:cubicBezTo>
                      <a:pt x="4151" y="50997"/>
                      <a:pt x="4109" y="51206"/>
                      <a:pt x="4068" y="51435"/>
                    </a:cubicBezTo>
                    <a:cubicBezTo>
                      <a:pt x="3963" y="51915"/>
                      <a:pt x="3880" y="52394"/>
                      <a:pt x="3797" y="52874"/>
                    </a:cubicBezTo>
                    <a:cubicBezTo>
                      <a:pt x="3776" y="53020"/>
                      <a:pt x="3755" y="53166"/>
                      <a:pt x="3734" y="53291"/>
                    </a:cubicBezTo>
                    <a:cubicBezTo>
                      <a:pt x="3671" y="53813"/>
                      <a:pt x="3609" y="54313"/>
                      <a:pt x="3567" y="54814"/>
                    </a:cubicBezTo>
                    <a:cubicBezTo>
                      <a:pt x="3567" y="55064"/>
                      <a:pt x="3567" y="55335"/>
                      <a:pt x="3567" y="55627"/>
                    </a:cubicBezTo>
                    <a:lnTo>
                      <a:pt x="3567" y="55732"/>
                    </a:lnTo>
                    <a:lnTo>
                      <a:pt x="3567" y="55982"/>
                    </a:lnTo>
                    <a:lnTo>
                      <a:pt x="3567" y="56211"/>
                    </a:lnTo>
                    <a:lnTo>
                      <a:pt x="3567" y="56232"/>
                    </a:lnTo>
                    <a:cubicBezTo>
                      <a:pt x="3588" y="56253"/>
                      <a:pt x="3588" y="56274"/>
                      <a:pt x="3567" y="56316"/>
                    </a:cubicBezTo>
                    <a:lnTo>
                      <a:pt x="3880" y="56316"/>
                    </a:lnTo>
                    <a:lnTo>
                      <a:pt x="3880" y="56274"/>
                    </a:lnTo>
                    <a:lnTo>
                      <a:pt x="3880" y="56044"/>
                    </a:lnTo>
                    <a:cubicBezTo>
                      <a:pt x="3880" y="55961"/>
                      <a:pt x="3880" y="55836"/>
                      <a:pt x="3859" y="55732"/>
                    </a:cubicBezTo>
                    <a:lnTo>
                      <a:pt x="3859" y="55690"/>
                    </a:lnTo>
                    <a:cubicBezTo>
                      <a:pt x="3859" y="55669"/>
                      <a:pt x="3859" y="55669"/>
                      <a:pt x="3859" y="55648"/>
                    </a:cubicBezTo>
                    <a:cubicBezTo>
                      <a:pt x="3859" y="55440"/>
                      <a:pt x="3838" y="55252"/>
                      <a:pt x="3859" y="55064"/>
                    </a:cubicBezTo>
                    <a:cubicBezTo>
                      <a:pt x="3859" y="55064"/>
                      <a:pt x="3859" y="55043"/>
                      <a:pt x="3859" y="55043"/>
                    </a:cubicBezTo>
                    <a:lnTo>
                      <a:pt x="3859" y="54856"/>
                    </a:lnTo>
                    <a:cubicBezTo>
                      <a:pt x="3901" y="54397"/>
                      <a:pt x="3943" y="53917"/>
                      <a:pt x="4005" y="53437"/>
                    </a:cubicBezTo>
                    <a:cubicBezTo>
                      <a:pt x="4005" y="53396"/>
                      <a:pt x="4005" y="53375"/>
                      <a:pt x="4026" y="53333"/>
                    </a:cubicBezTo>
                    <a:cubicBezTo>
                      <a:pt x="4047" y="53166"/>
                      <a:pt x="4068" y="52999"/>
                      <a:pt x="4089" y="52832"/>
                    </a:cubicBezTo>
                    <a:cubicBezTo>
                      <a:pt x="4089" y="52749"/>
                      <a:pt x="4109" y="52666"/>
                      <a:pt x="4130" y="52582"/>
                    </a:cubicBezTo>
                    <a:cubicBezTo>
                      <a:pt x="4151" y="52499"/>
                      <a:pt x="4172" y="52374"/>
                      <a:pt x="4193" y="52290"/>
                    </a:cubicBezTo>
                    <a:cubicBezTo>
                      <a:pt x="4235" y="52019"/>
                      <a:pt x="4276" y="51769"/>
                      <a:pt x="4339" y="51498"/>
                    </a:cubicBezTo>
                    <a:cubicBezTo>
                      <a:pt x="4589" y="50267"/>
                      <a:pt x="4923" y="49015"/>
                      <a:pt x="5298" y="47785"/>
                    </a:cubicBezTo>
                    <a:cubicBezTo>
                      <a:pt x="5319" y="47722"/>
                      <a:pt x="5340" y="47639"/>
                      <a:pt x="5361" y="47576"/>
                    </a:cubicBezTo>
                    <a:cubicBezTo>
                      <a:pt x="5424" y="47347"/>
                      <a:pt x="5507" y="47097"/>
                      <a:pt x="5570" y="46867"/>
                    </a:cubicBezTo>
                    <a:cubicBezTo>
                      <a:pt x="5695" y="46471"/>
                      <a:pt x="5820" y="46054"/>
                      <a:pt x="5945" y="45657"/>
                    </a:cubicBezTo>
                    <a:cubicBezTo>
                      <a:pt x="6008" y="45449"/>
                      <a:pt x="6070" y="45240"/>
                      <a:pt x="6133" y="45032"/>
                    </a:cubicBezTo>
                    <a:cubicBezTo>
                      <a:pt x="6195" y="44865"/>
                      <a:pt x="6237" y="44719"/>
                      <a:pt x="6279" y="44573"/>
                    </a:cubicBezTo>
                    <a:cubicBezTo>
                      <a:pt x="6675" y="43342"/>
                      <a:pt x="7030" y="42174"/>
                      <a:pt x="7342" y="41006"/>
                    </a:cubicBezTo>
                    <a:cubicBezTo>
                      <a:pt x="7342" y="40985"/>
                      <a:pt x="7363" y="40964"/>
                      <a:pt x="7363" y="40944"/>
                    </a:cubicBezTo>
                    <a:lnTo>
                      <a:pt x="7363" y="40902"/>
                    </a:lnTo>
                    <a:cubicBezTo>
                      <a:pt x="7384" y="40860"/>
                      <a:pt x="7384" y="40818"/>
                      <a:pt x="7405" y="40777"/>
                    </a:cubicBezTo>
                    <a:cubicBezTo>
                      <a:pt x="8385" y="37106"/>
                      <a:pt x="9386" y="33310"/>
                      <a:pt x="9824" y="29451"/>
                    </a:cubicBezTo>
                    <a:cubicBezTo>
                      <a:pt x="9970" y="28116"/>
                      <a:pt x="10054" y="26719"/>
                      <a:pt x="10137" y="25384"/>
                    </a:cubicBezTo>
                    <a:cubicBezTo>
                      <a:pt x="10137" y="25134"/>
                      <a:pt x="10158" y="24842"/>
                      <a:pt x="10179" y="24591"/>
                    </a:cubicBezTo>
                    <a:cubicBezTo>
                      <a:pt x="10200" y="24195"/>
                      <a:pt x="10221" y="23778"/>
                      <a:pt x="10262" y="23382"/>
                    </a:cubicBezTo>
                    <a:cubicBezTo>
                      <a:pt x="10283" y="22985"/>
                      <a:pt x="10325" y="22485"/>
                      <a:pt x="10367" y="22047"/>
                    </a:cubicBezTo>
                    <a:cubicBezTo>
                      <a:pt x="10471" y="21066"/>
                      <a:pt x="10596" y="20086"/>
                      <a:pt x="10763" y="19127"/>
                    </a:cubicBezTo>
                    <a:cubicBezTo>
                      <a:pt x="10951" y="18146"/>
                      <a:pt x="11201" y="17145"/>
                      <a:pt x="11451" y="16186"/>
                    </a:cubicBezTo>
                    <a:cubicBezTo>
                      <a:pt x="11702" y="15185"/>
                      <a:pt x="11973" y="14121"/>
                      <a:pt x="12140" y="13078"/>
                    </a:cubicBezTo>
                    <a:cubicBezTo>
                      <a:pt x="12640" y="10533"/>
                      <a:pt x="12724" y="7926"/>
                      <a:pt x="12390" y="5340"/>
                    </a:cubicBezTo>
                    <a:lnTo>
                      <a:pt x="12369" y="5340"/>
                    </a:lnTo>
                    <a:cubicBezTo>
                      <a:pt x="12348" y="5173"/>
                      <a:pt x="12327" y="4985"/>
                      <a:pt x="12286" y="4818"/>
                    </a:cubicBezTo>
                    <a:cubicBezTo>
                      <a:pt x="12265" y="4652"/>
                      <a:pt x="12223" y="4464"/>
                      <a:pt x="12202" y="4276"/>
                    </a:cubicBezTo>
                    <a:cubicBezTo>
                      <a:pt x="11973" y="3171"/>
                      <a:pt x="11702" y="2086"/>
                      <a:pt x="11347" y="1022"/>
                    </a:cubicBezTo>
                    <a:lnTo>
                      <a:pt x="109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1"/>
              <p:cNvSpPr/>
              <p:nvPr/>
            </p:nvSpPr>
            <p:spPr>
              <a:xfrm>
                <a:off x="8589875" y="2440450"/>
                <a:ext cx="360850" cy="1694175"/>
              </a:xfrm>
              <a:custGeom>
                <a:rect b="b" l="l" r="r" t="t"/>
                <a:pathLst>
                  <a:path extrusionOk="0" h="67767" w="14434">
                    <a:moveTo>
                      <a:pt x="14434" y="0"/>
                    </a:moveTo>
                    <a:lnTo>
                      <a:pt x="14434" y="0"/>
                    </a:lnTo>
                    <a:cubicBezTo>
                      <a:pt x="13808" y="1627"/>
                      <a:pt x="11430" y="2962"/>
                      <a:pt x="10387" y="4443"/>
                    </a:cubicBezTo>
                    <a:cubicBezTo>
                      <a:pt x="9782" y="5277"/>
                      <a:pt x="9282" y="6195"/>
                      <a:pt x="8885" y="7175"/>
                    </a:cubicBezTo>
                    <a:cubicBezTo>
                      <a:pt x="8844" y="7279"/>
                      <a:pt x="8823" y="7384"/>
                      <a:pt x="8760" y="7509"/>
                    </a:cubicBezTo>
                    <a:cubicBezTo>
                      <a:pt x="8719" y="7634"/>
                      <a:pt x="8677" y="7759"/>
                      <a:pt x="8635" y="7884"/>
                    </a:cubicBezTo>
                    <a:cubicBezTo>
                      <a:pt x="7530" y="11201"/>
                      <a:pt x="7884" y="14538"/>
                      <a:pt x="7321" y="18355"/>
                    </a:cubicBezTo>
                    <a:cubicBezTo>
                      <a:pt x="7029" y="20399"/>
                      <a:pt x="6278" y="22318"/>
                      <a:pt x="5757" y="24320"/>
                    </a:cubicBezTo>
                    <a:cubicBezTo>
                      <a:pt x="5715" y="24529"/>
                      <a:pt x="5653" y="24737"/>
                      <a:pt x="5611" y="24967"/>
                    </a:cubicBezTo>
                    <a:cubicBezTo>
                      <a:pt x="5548" y="25259"/>
                      <a:pt x="5506" y="25530"/>
                      <a:pt x="5444" y="25822"/>
                    </a:cubicBezTo>
                    <a:cubicBezTo>
                      <a:pt x="5444" y="25843"/>
                      <a:pt x="5444" y="25863"/>
                      <a:pt x="5444" y="25884"/>
                    </a:cubicBezTo>
                    <a:cubicBezTo>
                      <a:pt x="5444" y="25905"/>
                      <a:pt x="5444" y="25926"/>
                      <a:pt x="5444" y="25926"/>
                    </a:cubicBezTo>
                    <a:cubicBezTo>
                      <a:pt x="5381" y="26364"/>
                      <a:pt x="5340" y="26781"/>
                      <a:pt x="5319" y="27198"/>
                    </a:cubicBezTo>
                    <a:cubicBezTo>
                      <a:pt x="5256" y="28095"/>
                      <a:pt x="5235" y="29013"/>
                      <a:pt x="5256" y="29931"/>
                    </a:cubicBezTo>
                    <a:cubicBezTo>
                      <a:pt x="5277" y="30640"/>
                      <a:pt x="5319" y="31349"/>
                      <a:pt x="5319" y="32058"/>
                    </a:cubicBezTo>
                    <a:cubicBezTo>
                      <a:pt x="5340" y="32204"/>
                      <a:pt x="5340" y="32371"/>
                      <a:pt x="5340" y="32496"/>
                    </a:cubicBezTo>
                    <a:lnTo>
                      <a:pt x="5340" y="32913"/>
                    </a:lnTo>
                    <a:cubicBezTo>
                      <a:pt x="5360" y="34457"/>
                      <a:pt x="5298" y="36000"/>
                      <a:pt x="5173" y="37523"/>
                    </a:cubicBezTo>
                    <a:cubicBezTo>
                      <a:pt x="5027" y="39150"/>
                      <a:pt x="4818" y="40756"/>
                      <a:pt x="4568" y="42383"/>
                    </a:cubicBezTo>
                    <a:cubicBezTo>
                      <a:pt x="4213" y="44531"/>
                      <a:pt x="3796" y="46679"/>
                      <a:pt x="3316" y="48807"/>
                    </a:cubicBezTo>
                    <a:cubicBezTo>
                      <a:pt x="3275" y="49015"/>
                      <a:pt x="3233" y="49245"/>
                      <a:pt x="3191" y="49453"/>
                    </a:cubicBezTo>
                    <a:cubicBezTo>
                      <a:pt x="3129" y="49662"/>
                      <a:pt x="3087" y="49870"/>
                      <a:pt x="3045" y="50100"/>
                    </a:cubicBezTo>
                    <a:cubicBezTo>
                      <a:pt x="2816" y="51122"/>
                      <a:pt x="2586" y="52144"/>
                      <a:pt x="2357" y="53187"/>
                    </a:cubicBezTo>
                    <a:cubicBezTo>
                      <a:pt x="2336" y="53249"/>
                      <a:pt x="2315" y="53354"/>
                      <a:pt x="2294" y="53437"/>
                    </a:cubicBezTo>
                    <a:cubicBezTo>
                      <a:pt x="2044" y="54543"/>
                      <a:pt x="1815" y="55627"/>
                      <a:pt x="1564" y="56712"/>
                    </a:cubicBezTo>
                    <a:cubicBezTo>
                      <a:pt x="1564" y="56733"/>
                      <a:pt x="1564" y="56733"/>
                      <a:pt x="1564" y="56733"/>
                    </a:cubicBezTo>
                    <a:cubicBezTo>
                      <a:pt x="1564" y="56795"/>
                      <a:pt x="1544" y="56879"/>
                      <a:pt x="1523" y="56941"/>
                    </a:cubicBezTo>
                    <a:cubicBezTo>
                      <a:pt x="1481" y="57129"/>
                      <a:pt x="1439" y="57337"/>
                      <a:pt x="1398" y="57525"/>
                    </a:cubicBezTo>
                    <a:lnTo>
                      <a:pt x="1231" y="58339"/>
                    </a:lnTo>
                    <a:cubicBezTo>
                      <a:pt x="1231" y="58401"/>
                      <a:pt x="1210" y="58443"/>
                      <a:pt x="1210" y="58505"/>
                    </a:cubicBezTo>
                    <a:cubicBezTo>
                      <a:pt x="1168" y="58672"/>
                      <a:pt x="1147" y="58839"/>
                      <a:pt x="1106" y="59027"/>
                    </a:cubicBezTo>
                    <a:cubicBezTo>
                      <a:pt x="1106" y="59069"/>
                      <a:pt x="1085" y="59110"/>
                      <a:pt x="1085" y="59152"/>
                    </a:cubicBezTo>
                    <a:cubicBezTo>
                      <a:pt x="1064" y="59194"/>
                      <a:pt x="1064" y="59235"/>
                      <a:pt x="1064" y="59277"/>
                    </a:cubicBezTo>
                    <a:cubicBezTo>
                      <a:pt x="1022" y="59465"/>
                      <a:pt x="980" y="59632"/>
                      <a:pt x="960" y="59799"/>
                    </a:cubicBezTo>
                    <a:cubicBezTo>
                      <a:pt x="897" y="60049"/>
                      <a:pt x="855" y="60299"/>
                      <a:pt x="814" y="60570"/>
                    </a:cubicBezTo>
                    <a:cubicBezTo>
                      <a:pt x="605" y="61759"/>
                      <a:pt x="396" y="62948"/>
                      <a:pt x="250" y="64137"/>
                    </a:cubicBezTo>
                    <a:cubicBezTo>
                      <a:pt x="230" y="64220"/>
                      <a:pt x="230" y="64262"/>
                      <a:pt x="209" y="64387"/>
                    </a:cubicBezTo>
                    <a:cubicBezTo>
                      <a:pt x="188" y="64533"/>
                      <a:pt x="167" y="64700"/>
                      <a:pt x="167" y="64784"/>
                    </a:cubicBezTo>
                    <a:cubicBezTo>
                      <a:pt x="146" y="64888"/>
                      <a:pt x="125" y="64971"/>
                      <a:pt x="125" y="65076"/>
                    </a:cubicBezTo>
                    <a:cubicBezTo>
                      <a:pt x="104" y="65159"/>
                      <a:pt x="84" y="65263"/>
                      <a:pt x="84" y="65368"/>
                    </a:cubicBezTo>
                    <a:cubicBezTo>
                      <a:pt x="84" y="65368"/>
                      <a:pt x="84" y="65368"/>
                      <a:pt x="84" y="65388"/>
                    </a:cubicBezTo>
                    <a:cubicBezTo>
                      <a:pt x="63" y="65576"/>
                      <a:pt x="63" y="65743"/>
                      <a:pt x="42" y="65931"/>
                    </a:cubicBezTo>
                    <a:cubicBezTo>
                      <a:pt x="21" y="66139"/>
                      <a:pt x="21" y="66348"/>
                      <a:pt x="21" y="66536"/>
                    </a:cubicBezTo>
                    <a:cubicBezTo>
                      <a:pt x="0" y="66807"/>
                      <a:pt x="21" y="67078"/>
                      <a:pt x="63" y="67349"/>
                    </a:cubicBezTo>
                    <a:cubicBezTo>
                      <a:pt x="63" y="67370"/>
                      <a:pt x="63" y="67412"/>
                      <a:pt x="84" y="67432"/>
                    </a:cubicBezTo>
                    <a:cubicBezTo>
                      <a:pt x="84" y="67495"/>
                      <a:pt x="104" y="67558"/>
                      <a:pt x="125" y="67620"/>
                    </a:cubicBezTo>
                    <a:cubicBezTo>
                      <a:pt x="125" y="67641"/>
                      <a:pt x="125" y="67662"/>
                      <a:pt x="125" y="67704"/>
                    </a:cubicBezTo>
                    <a:cubicBezTo>
                      <a:pt x="146" y="67724"/>
                      <a:pt x="146" y="67745"/>
                      <a:pt x="146" y="67766"/>
                    </a:cubicBezTo>
                    <a:lnTo>
                      <a:pt x="1272" y="67766"/>
                    </a:lnTo>
                    <a:cubicBezTo>
                      <a:pt x="1481" y="67766"/>
                      <a:pt x="1710" y="67745"/>
                      <a:pt x="1919" y="67745"/>
                    </a:cubicBezTo>
                    <a:lnTo>
                      <a:pt x="2440" y="67745"/>
                    </a:lnTo>
                    <a:cubicBezTo>
                      <a:pt x="2899" y="67724"/>
                      <a:pt x="3337" y="67704"/>
                      <a:pt x="3775" y="67662"/>
                    </a:cubicBezTo>
                    <a:lnTo>
                      <a:pt x="4464" y="67662"/>
                    </a:lnTo>
                    <a:cubicBezTo>
                      <a:pt x="4464" y="67641"/>
                      <a:pt x="4464" y="67620"/>
                      <a:pt x="4464" y="67599"/>
                    </a:cubicBezTo>
                    <a:cubicBezTo>
                      <a:pt x="4484" y="67516"/>
                      <a:pt x="4526" y="67412"/>
                      <a:pt x="4547" y="67307"/>
                    </a:cubicBezTo>
                    <a:cubicBezTo>
                      <a:pt x="4568" y="67224"/>
                      <a:pt x="4589" y="67120"/>
                      <a:pt x="4610" y="67036"/>
                    </a:cubicBezTo>
                    <a:cubicBezTo>
                      <a:pt x="4756" y="66452"/>
                      <a:pt x="4881" y="65868"/>
                      <a:pt x="5027" y="65263"/>
                    </a:cubicBezTo>
                    <a:cubicBezTo>
                      <a:pt x="5068" y="65096"/>
                      <a:pt x="5110" y="64909"/>
                      <a:pt x="5131" y="64721"/>
                    </a:cubicBezTo>
                    <a:cubicBezTo>
                      <a:pt x="5173" y="64575"/>
                      <a:pt x="5194" y="64450"/>
                      <a:pt x="5235" y="64325"/>
                    </a:cubicBezTo>
                    <a:cubicBezTo>
                      <a:pt x="5256" y="64241"/>
                      <a:pt x="5277" y="64179"/>
                      <a:pt x="5277" y="64095"/>
                    </a:cubicBezTo>
                    <a:cubicBezTo>
                      <a:pt x="5653" y="62448"/>
                      <a:pt x="5986" y="60800"/>
                      <a:pt x="6299" y="59131"/>
                    </a:cubicBezTo>
                    <a:cubicBezTo>
                      <a:pt x="6299" y="59069"/>
                      <a:pt x="6320" y="59006"/>
                      <a:pt x="6341" y="58923"/>
                    </a:cubicBezTo>
                    <a:cubicBezTo>
                      <a:pt x="6466" y="58297"/>
                      <a:pt x="6570" y="57629"/>
                      <a:pt x="6695" y="56983"/>
                    </a:cubicBezTo>
                    <a:cubicBezTo>
                      <a:pt x="6758" y="56607"/>
                      <a:pt x="6821" y="56211"/>
                      <a:pt x="6883" y="55836"/>
                    </a:cubicBezTo>
                    <a:cubicBezTo>
                      <a:pt x="6946" y="55481"/>
                      <a:pt x="7008" y="55106"/>
                      <a:pt x="7071" y="54730"/>
                    </a:cubicBezTo>
                    <a:cubicBezTo>
                      <a:pt x="7530" y="51977"/>
                      <a:pt x="7905" y="49203"/>
                      <a:pt x="8218" y="46429"/>
                    </a:cubicBezTo>
                    <a:cubicBezTo>
                      <a:pt x="8260" y="46200"/>
                      <a:pt x="8260" y="45991"/>
                      <a:pt x="8301" y="45762"/>
                    </a:cubicBezTo>
                    <a:cubicBezTo>
                      <a:pt x="8322" y="45532"/>
                      <a:pt x="8343" y="45303"/>
                      <a:pt x="8385" y="45073"/>
                    </a:cubicBezTo>
                    <a:cubicBezTo>
                      <a:pt x="8656" y="42466"/>
                      <a:pt x="8865" y="39859"/>
                      <a:pt x="9031" y="37231"/>
                    </a:cubicBezTo>
                    <a:cubicBezTo>
                      <a:pt x="9323" y="32621"/>
                      <a:pt x="10345" y="28241"/>
                      <a:pt x="11326" y="23715"/>
                    </a:cubicBezTo>
                    <a:cubicBezTo>
                      <a:pt x="11785" y="21588"/>
                      <a:pt x="12431" y="19439"/>
                      <a:pt x="12807" y="17270"/>
                    </a:cubicBezTo>
                    <a:cubicBezTo>
                      <a:pt x="12848" y="17082"/>
                      <a:pt x="12869" y="16916"/>
                      <a:pt x="12890" y="16749"/>
                    </a:cubicBezTo>
                    <a:cubicBezTo>
                      <a:pt x="12911" y="16561"/>
                      <a:pt x="12953" y="16394"/>
                      <a:pt x="12974" y="16206"/>
                    </a:cubicBezTo>
                    <a:cubicBezTo>
                      <a:pt x="13140" y="14892"/>
                      <a:pt x="13140" y="13558"/>
                      <a:pt x="12974" y="12264"/>
                    </a:cubicBezTo>
                    <a:cubicBezTo>
                      <a:pt x="12348" y="8051"/>
                      <a:pt x="12911" y="4067"/>
                      <a:pt x="144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1"/>
              <p:cNvSpPr/>
              <p:nvPr/>
            </p:nvSpPr>
            <p:spPr>
              <a:xfrm>
                <a:off x="8588825" y="2417500"/>
                <a:ext cx="225800" cy="1718150"/>
              </a:xfrm>
              <a:custGeom>
                <a:rect b="b" l="l" r="r" t="t"/>
                <a:pathLst>
                  <a:path extrusionOk="0" h="68726" w="9032">
                    <a:moveTo>
                      <a:pt x="7572" y="0"/>
                    </a:moveTo>
                    <a:lnTo>
                      <a:pt x="7572" y="0"/>
                    </a:lnTo>
                    <a:cubicBezTo>
                      <a:pt x="7634" y="1460"/>
                      <a:pt x="7530" y="2900"/>
                      <a:pt x="7259" y="4318"/>
                    </a:cubicBezTo>
                    <a:cubicBezTo>
                      <a:pt x="6591" y="7759"/>
                      <a:pt x="5611" y="10909"/>
                      <a:pt x="5256" y="14350"/>
                    </a:cubicBezTo>
                    <a:cubicBezTo>
                      <a:pt x="5236" y="14601"/>
                      <a:pt x="5215" y="14830"/>
                      <a:pt x="5194" y="15080"/>
                    </a:cubicBezTo>
                    <a:cubicBezTo>
                      <a:pt x="5173" y="15393"/>
                      <a:pt x="5131" y="15685"/>
                      <a:pt x="5131" y="15998"/>
                    </a:cubicBezTo>
                    <a:lnTo>
                      <a:pt x="5131" y="16019"/>
                    </a:lnTo>
                    <a:cubicBezTo>
                      <a:pt x="5006" y="19648"/>
                      <a:pt x="5277" y="23277"/>
                      <a:pt x="5340" y="26907"/>
                    </a:cubicBezTo>
                    <a:cubicBezTo>
                      <a:pt x="5361" y="27324"/>
                      <a:pt x="5361" y="27720"/>
                      <a:pt x="5361" y="28158"/>
                    </a:cubicBezTo>
                    <a:cubicBezTo>
                      <a:pt x="5361" y="28617"/>
                      <a:pt x="5340" y="29013"/>
                      <a:pt x="5340" y="29493"/>
                    </a:cubicBezTo>
                    <a:cubicBezTo>
                      <a:pt x="5340" y="29952"/>
                      <a:pt x="5319" y="30432"/>
                      <a:pt x="5319" y="30890"/>
                    </a:cubicBezTo>
                    <a:cubicBezTo>
                      <a:pt x="5298" y="31766"/>
                      <a:pt x="5256" y="32622"/>
                      <a:pt x="5236" y="33498"/>
                    </a:cubicBezTo>
                    <a:cubicBezTo>
                      <a:pt x="5131" y="36376"/>
                      <a:pt x="4944" y="39275"/>
                      <a:pt x="4589" y="42133"/>
                    </a:cubicBezTo>
                    <a:cubicBezTo>
                      <a:pt x="4318" y="44239"/>
                      <a:pt x="3942" y="46325"/>
                      <a:pt x="3442" y="48369"/>
                    </a:cubicBezTo>
                    <a:cubicBezTo>
                      <a:pt x="3421" y="48494"/>
                      <a:pt x="3379" y="48619"/>
                      <a:pt x="3358" y="48744"/>
                    </a:cubicBezTo>
                    <a:cubicBezTo>
                      <a:pt x="3317" y="48911"/>
                      <a:pt x="3254" y="49099"/>
                      <a:pt x="3212" y="49266"/>
                    </a:cubicBezTo>
                    <a:cubicBezTo>
                      <a:pt x="3171" y="49454"/>
                      <a:pt x="3129" y="49620"/>
                      <a:pt x="3066" y="49787"/>
                    </a:cubicBezTo>
                    <a:cubicBezTo>
                      <a:pt x="2670" y="51226"/>
                      <a:pt x="2232" y="52666"/>
                      <a:pt x="1815" y="54084"/>
                    </a:cubicBezTo>
                    <a:cubicBezTo>
                      <a:pt x="1773" y="54167"/>
                      <a:pt x="1752" y="54272"/>
                      <a:pt x="1732" y="54355"/>
                    </a:cubicBezTo>
                    <a:cubicBezTo>
                      <a:pt x="1648" y="54626"/>
                      <a:pt x="1565" y="54918"/>
                      <a:pt x="1481" y="55210"/>
                    </a:cubicBezTo>
                    <a:cubicBezTo>
                      <a:pt x="1440" y="55315"/>
                      <a:pt x="1419" y="55440"/>
                      <a:pt x="1377" y="55586"/>
                    </a:cubicBezTo>
                    <a:cubicBezTo>
                      <a:pt x="1335" y="55711"/>
                      <a:pt x="1314" y="55857"/>
                      <a:pt x="1273" y="56003"/>
                    </a:cubicBezTo>
                    <a:cubicBezTo>
                      <a:pt x="1231" y="56149"/>
                      <a:pt x="1189" y="56274"/>
                      <a:pt x="1148" y="56420"/>
                    </a:cubicBezTo>
                    <a:cubicBezTo>
                      <a:pt x="1064" y="56712"/>
                      <a:pt x="1002" y="57025"/>
                      <a:pt x="918" y="57317"/>
                    </a:cubicBezTo>
                    <a:cubicBezTo>
                      <a:pt x="876" y="57463"/>
                      <a:pt x="856" y="57609"/>
                      <a:pt x="814" y="57776"/>
                    </a:cubicBezTo>
                    <a:cubicBezTo>
                      <a:pt x="772" y="57943"/>
                      <a:pt x="730" y="58089"/>
                      <a:pt x="710" y="58255"/>
                    </a:cubicBezTo>
                    <a:cubicBezTo>
                      <a:pt x="647" y="58485"/>
                      <a:pt x="605" y="58714"/>
                      <a:pt x="564" y="58944"/>
                    </a:cubicBezTo>
                    <a:cubicBezTo>
                      <a:pt x="146" y="60967"/>
                      <a:pt x="0" y="63053"/>
                      <a:pt x="167" y="65118"/>
                    </a:cubicBezTo>
                    <a:cubicBezTo>
                      <a:pt x="167" y="65201"/>
                      <a:pt x="188" y="65284"/>
                      <a:pt x="188" y="65368"/>
                    </a:cubicBezTo>
                    <a:cubicBezTo>
                      <a:pt x="188" y="65514"/>
                      <a:pt x="209" y="65639"/>
                      <a:pt x="230" y="65764"/>
                    </a:cubicBezTo>
                    <a:cubicBezTo>
                      <a:pt x="251" y="65973"/>
                      <a:pt x="272" y="66160"/>
                      <a:pt x="313" y="66348"/>
                    </a:cubicBezTo>
                    <a:cubicBezTo>
                      <a:pt x="355" y="66598"/>
                      <a:pt x="397" y="66828"/>
                      <a:pt x="438" y="67057"/>
                    </a:cubicBezTo>
                    <a:cubicBezTo>
                      <a:pt x="459" y="67162"/>
                      <a:pt x="480" y="67266"/>
                      <a:pt x="522" y="67370"/>
                    </a:cubicBezTo>
                    <a:cubicBezTo>
                      <a:pt x="522" y="67391"/>
                      <a:pt x="522" y="67412"/>
                      <a:pt x="522" y="67433"/>
                    </a:cubicBezTo>
                    <a:lnTo>
                      <a:pt x="584" y="67620"/>
                    </a:lnTo>
                    <a:cubicBezTo>
                      <a:pt x="584" y="67662"/>
                      <a:pt x="605" y="67704"/>
                      <a:pt x="605" y="67746"/>
                    </a:cubicBezTo>
                    <a:cubicBezTo>
                      <a:pt x="626" y="67787"/>
                      <a:pt x="626" y="67850"/>
                      <a:pt x="647" y="67892"/>
                    </a:cubicBezTo>
                    <a:cubicBezTo>
                      <a:pt x="689" y="68038"/>
                      <a:pt x="730" y="68204"/>
                      <a:pt x="793" y="68350"/>
                    </a:cubicBezTo>
                    <a:cubicBezTo>
                      <a:pt x="814" y="68455"/>
                      <a:pt x="856" y="68559"/>
                      <a:pt x="897" y="68663"/>
                    </a:cubicBezTo>
                    <a:cubicBezTo>
                      <a:pt x="897" y="68663"/>
                      <a:pt x="897" y="68684"/>
                      <a:pt x="897" y="68705"/>
                    </a:cubicBezTo>
                    <a:cubicBezTo>
                      <a:pt x="897" y="68705"/>
                      <a:pt x="897" y="68705"/>
                      <a:pt x="897" y="68726"/>
                    </a:cubicBezTo>
                    <a:lnTo>
                      <a:pt x="1314" y="68726"/>
                    </a:lnTo>
                    <a:cubicBezTo>
                      <a:pt x="1544" y="68705"/>
                      <a:pt x="1752" y="68705"/>
                      <a:pt x="1961" y="68705"/>
                    </a:cubicBezTo>
                    <a:lnTo>
                      <a:pt x="2482" y="68705"/>
                    </a:lnTo>
                    <a:cubicBezTo>
                      <a:pt x="2941" y="68684"/>
                      <a:pt x="3379" y="68642"/>
                      <a:pt x="3817" y="68622"/>
                    </a:cubicBezTo>
                    <a:lnTo>
                      <a:pt x="3963" y="68622"/>
                    </a:lnTo>
                    <a:lnTo>
                      <a:pt x="4109" y="68601"/>
                    </a:lnTo>
                    <a:cubicBezTo>
                      <a:pt x="4130" y="68580"/>
                      <a:pt x="4130" y="68538"/>
                      <a:pt x="4130" y="68496"/>
                    </a:cubicBezTo>
                    <a:cubicBezTo>
                      <a:pt x="4255" y="67537"/>
                      <a:pt x="4318" y="66557"/>
                      <a:pt x="4380" y="65576"/>
                    </a:cubicBezTo>
                    <a:cubicBezTo>
                      <a:pt x="4506" y="63762"/>
                      <a:pt x="4568" y="61947"/>
                      <a:pt x="4735" y="60153"/>
                    </a:cubicBezTo>
                    <a:cubicBezTo>
                      <a:pt x="4756" y="59799"/>
                      <a:pt x="4798" y="59444"/>
                      <a:pt x="4839" y="59090"/>
                    </a:cubicBezTo>
                    <a:cubicBezTo>
                      <a:pt x="4881" y="58714"/>
                      <a:pt x="4944" y="58318"/>
                      <a:pt x="4985" y="57922"/>
                    </a:cubicBezTo>
                    <a:cubicBezTo>
                      <a:pt x="5090" y="57213"/>
                      <a:pt x="5236" y="56503"/>
                      <a:pt x="5382" y="55794"/>
                    </a:cubicBezTo>
                    <a:cubicBezTo>
                      <a:pt x="5674" y="54564"/>
                      <a:pt x="6070" y="53333"/>
                      <a:pt x="6425" y="52102"/>
                    </a:cubicBezTo>
                    <a:cubicBezTo>
                      <a:pt x="6591" y="51602"/>
                      <a:pt x="6737" y="51101"/>
                      <a:pt x="6883" y="50580"/>
                    </a:cubicBezTo>
                    <a:cubicBezTo>
                      <a:pt x="6988" y="50204"/>
                      <a:pt x="7071" y="49808"/>
                      <a:pt x="7155" y="49433"/>
                    </a:cubicBezTo>
                    <a:cubicBezTo>
                      <a:pt x="7217" y="49245"/>
                      <a:pt x="7238" y="49057"/>
                      <a:pt x="7280" y="48849"/>
                    </a:cubicBezTo>
                    <a:cubicBezTo>
                      <a:pt x="8177" y="44114"/>
                      <a:pt x="7175" y="39254"/>
                      <a:pt x="7196" y="34436"/>
                    </a:cubicBezTo>
                    <a:cubicBezTo>
                      <a:pt x="7217" y="32809"/>
                      <a:pt x="7321" y="31203"/>
                      <a:pt x="7509" y="29576"/>
                    </a:cubicBezTo>
                    <a:cubicBezTo>
                      <a:pt x="7530" y="29326"/>
                      <a:pt x="7551" y="29055"/>
                      <a:pt x="7593" y="28826"/>
                    </a:cubicBezTo>
                    <a:cubicBezTo>
                      <a:pt x="7613" y="28596"/>
                      <a:pt x="7634" y="28367"/>
                      <a:pt x="7676" y="28137"/>
                    </a:cubicBezTo>
                    <a:cubicBezTo>
                      <a:pt x="7989" y="25613"/>
                      <a:pt x="8364" y="23069"/>
                      <a:pt x="8594" y="20524"/>
                    </a:cubicBezTo>
                    <a:cubicBezTo>
                      <a:pt x="8948" y="16645"/>
                      <a:pt x="9032" y="12765"/>
                      <a:pt x="8844" y="8865"/>
                    </a:cubicBezTo>
                    <a:cubicBezTo>
                      <a:pt x="8844" y="8740"/>
                      <a:pt x="8844" y="8594"/>
                      <a:pt x="8823" y="8469"/>
                    </a:cubicBezTo>
                    <a:cubicBezTo>
                      <a:pt x="8823" y="8343"/>
                      <a:pt x="8802" y="8218"/>
                      <a:pt x="8802" y="8114"/>
                    </a:cubicBezTo>
                    <a:cubicBezTo>
                      <a:pt x="8615" y="5382"/>
                      <a:pt x="8197" y="2670"/>
                      <a:pt x="7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1"/>
              <p:cNvSpPr/>
              <p:nvPr/>
            </p:nvSpPr>
            <p:spPr>
              <a:xfrm>
                <a:off x="8472025" y="2809625"/>
                <a:ext cx="154375" cy="1325525"/>
              </a:xfrm>
              <a:custGeom>
                <a:rect b="b" l="l" r="r" t="t"/>
                <a:pathLst>
                  <a:path extrusionOk="0" h="53021" w="6175">
                    <a:moveTo>
                      <a:pt x="3212" y="0"/>
                    </a:moveTo>
                    <a:cubicBezTo>
                      <a:pt x="3191" y="251"/>
                      <a:pt x="3191" y="501"/>
                      <a:pt x="3191" y="751"/>
                    </a:cubicBezTo>
                    <a:cubicBezTo>
                      <a:pt x="3233" y="1210"/>
                      <a:pt x="3317" y="1669"/>
                      <a:pt x="3421" y="2128"/>
                    </a:cubicBezTo>
                    <a:cubicBezTo>
                      <a:pt x="3483" y="2378"/>
                      <a:pt x="3546" y="2649"/>
                      <a:pt x="3609" y="2899"/>
                    </a:cubicBezTo>
                    <a:cubicBezTo>
                      <a:pt x="3671" y="3191"/>
                      <a:pt x="3755" y="3504"/>
                      <a:pt x="3796" y="3796"/>
                    </a:cubicBezTo>
                    <a:cubicBezTo>
                      <a:pt x="3796" y="3817"/>
                      <a:pt x="3796" y="3817"/>
                      <a:pt x="3796" y="3838"/>
                    </a:cubicBezTo>
                    <a:cubicBezTo>
                      <a:pt x="3963" y="4860"/>
                      <a:pt x="3984" y="5903"/>
                      <a:pt x="3838" y="6925"/>
                    </a:cubicBezTo>
                    <a:lnTo>
                      <a:pt x="3838" y="6946"/>
                    </a:lnTo>
                    <a:cubicBezTo>
                      <a:pt x="3796" y="7154"/>
                      <a:pt x="3734" y="7363"/>
                      <a:pt x="3692" y="7572"/>
                    </a:cubicBezTo>
                    <a:cubicBezTo>
                      <a:pt x="3650" y="7718"/>
                      <a:pt x="3588" y="7884"/>
                      <a:pt x="3546" y="8051"/>
                    </a:cubicBezTo>
                    <a:cubicBezTo>
                      <a:pt x="3254" y="8886"/>
                      <a:pt x="2879" y="9678"/>
                      <a:pt x="2566" y="10512"/>
                    </a:cubicBezTo>
                    <a:cubicBezTo>
                      <a:pt x="2003" y="12077"/>
                      <a:pt x="1669" y="13725"/>
                      <a:pt x="1606" y="15414"/>
                    </a:cubicBezTo>
                    <a:cubicBezTo>
                      <a:pt x="1544" y="16123"/>
                      <a:pt x="1419" y="16770"/>
                      <a:pt x="1314" y="17437"/>
                    </a:cubicBezTo>
                    <a:cubicBezTo>
                      <a:pt x="1273" y="17729"/>
                      <a:pt x="1231" y="18021"/>
                      <a:pt x="1210" y="18313"/>
                    </a:cubicBezTo>
                    <a:cubicBezTo>
                      <a:pt x="1189" y="18668"/>
                      <a:pt x="1210" y="19022"/>
                      <a:pt x="1231" y="19377"/>
                    </a:cubicBezTo>
                    <a:cubicBezTo>
                      <a:pt x="1252" y="19565"/>
                      <a:pt x="1273" y="19731"/>
                      <a:pt x="1314" y="19898"/>
                    </a:cubicBezTo>
                    <a:cubicBezTo>
                      <a:pt x="1377" y="20315"/>
                      <a:pt x="1439" y="20712"/>
                      <a:pt x="1523" y="21129"/>
                    </a:cubicBezTo>
                    <a:cubicBezTo>
                      <a:pt x="1752" y="22234"/>
                      <a:pt x="2003" y="23319"/>
                      <a:pt x="2023" y="24445"/>
                    </a:cubicBezTo>
                    <a:cubicBezTo>
                      <a:pt x="2003" y="25405"/>
                      <a:pt x="1877" y="26343"/>
                      <a:pt x="1627" y="27282"/>
                    </a:cubicBezTo>
                    <a:cubicBezTo>
                      <a:pt x="1585" y="27470"/>
                      <a:pt x="1523" y="27678"/>
                      <a:pt x="1481" y="27845"/>
                    </a:cubicBezTo>
                    <a:cubicBezTo>
                      <a:pt x="1439" y="27991"/>
                      <a:pt x="1398" y="28158"/>
                      <a:pt x="1356" y="28304"/>
                    </a:cubicBezTo>
                    <a:cubicBezTo>
                      <a:pt x="1189" y="28867"/>
                      <a:pt x="1001" y="29430"/>
                      <a:pt x="835" y="29973"/>
                    </a:cubicBezTo>
                    <a:cubicBezTo>
                      <a:pt x="793" y="30077"/>
                      <a:pt x="772" y="30202"/>
                      <a:pt x="730" y="30285"/>
                    </a:cubicBezTo>
                    <a:cubicBezTo>
                      <a:pt x="709" y="30369"/>
                      <a:pt x="689" y="30452"/>
                      <a:pt x="647" y="30536"/>
                    </a:cubicBezTo>
                    <a:cubicBezTo>
                      <a:pt x="647" y="30557"/>
                      <a:pt x="647" y="30577"/>
                      <a:pt x="647" y="30598"/>
                    </a:cubicBezTo>
                    <a:cubicBezTo>
                      <a:pt x="626" y="30619"/>
                      <a:pt x="626" y="30640"/>
                      <a:pt x="626" y="30640"/>
                    </a:cubicBezTo>
                    <a:cubicBezTo>
                      <a:pt x="626" y="30682"/>
                      <a:pt x="605" y="30703"/>
                      <a:pt x="605" y="30744"/>
                    </a:cubicBezTo>
                    <a:cubicBezTo>
                      <a:pt x="313" y="31704"/>
                      <a:pt x="125" y="32705"/>
                      <a:pt x="42" y="33685"/>
                    </a:cubicBezTo>
                    <a:cubicBezTo>
                      <a:pt x="21" y="33894"/>
                      <a:pt x="21" y="34102"/>
                      <a:pt x="21" y="34311"/>
                    </a:cubicBezTo>
                    <a:lnTo>
                      <a:pt x="21" y="34561"/>
                    </a:lnTo>
                    <a:lnTo>
                      <a:pt x="21" y="34978"/>
                    </a:lnTo>
                    <a:cubicBezTo>
                      <a:pt x="21" y="35062"/>
                      <a:pt x="0" y="35145"/>
                      <a:pt x="21" y="35229"/>
                    </a:cubicBezTo>
                    <a:cubicBezTo>
                      <a:pt x="42" y="35312"/>
                      <a:pt x="42" y="35395"/>
                      <a:pt x="42" y="35500"/>
                    </a:cubicBezTo>
                    <a:cubicBezTo>
                      <a:pt x="42" y="35708"/>
                      <a:pt x="42" y="35917"/>
                      <a:pt x="63" y="36125"/>
                    </a:cubicBezTo>
                    <a:cubicBezTo>
                      <a:pt x="63" y="36334"/>
                      <a:pt x="84" y="36563"/>
                      <a:pt x="105" y="36772"/>
                    </a:cubicBezTo>
                    <a:cubicBezTo>
                      <a:pt x="209" y="38712"/>
                      <a:pt x="459" y="40672"/>
                      <a:pt x="730" y="42612"/>
                    </a:cubicBezTo>
                    <a:cubicBezTo>
                      <a:pt x="793" y="43071"/>
                      <a:pt x="855" y="43551"/>
                      <a:pt x="939" y="44030"/>
                    </a:cubicBezTo>
                    <a:cubicBezTo>
                      <a:pt x="1001" y="44531"/>
                      <a:pt x="1085" y="45011"/>
                      <a:pt x="1168" y="45490"/>
                    </a:cubicBezTo>
                    <a:cubicBezTo>
                      <a:pt x="1210" y="45782"/>
                      <a:pt x="1252" y="46095"/>
                      <a:pt x="1293" y="46387"/>
                    </a:cubicBezTo>
                    <a:cubicBezTo>
                      <a:pt x="1377" y="46909"/>
                      <a:pt x="1523" y="48244"/>
                      <a:pt x="1731" y="49662"/>
                    </a:cubicBezTo>
                    <a:cubicBezTo>
                      <a:pt x="1815" y="50163"/>
                      <a:pt x="1898" y="50684"/>
                      <a:pt x="2003" y="51164"/>
                    </a:cubicBezTo>
                    <a:cubicBezTo>
                      <a:pt x="2128" y="51810"/>
                      <a:pt x="2295" y="52415"/>
                      <a:pt x="2503" y="53020"/>
                    </a:cubicBezTo>
                    <a:lnTo>
                      <a:pt x="4798" y="53020"/>
                    </a:lnTo>
                    <a:lnTo>
                      <a:pt x="4839" y="52937"/>
                    </a:lnTo>
                    <a:cubicBezTo>
                      <a:pt x="4860" y="52916"/>
                      <a:pt x="4860" y="52895"/>
                      <a:pt x="4860" y="52874"/>
                    </a:cubicBezTo>
                    <a:cubicBezTo>
                      <a:pt x="4902" y="52791"/>
                      <a:pt x="4944" y="52728"/>
                      <a:pt x="4985" y="52645"/>
                    </a:cubicBezTo>
                    <a:cubicBezTo>
                      <a:pt x="4985" y="52624"/>
                      <a:pt x="5006" y="52603"/>
                      <a:pt x="5006" y="52582"/>
                    </a:cubicBezTo>
                    <a:lnTo>
                      <a:pt x="5027" y="52519"/>
                    </a:lnTo>
                    <a:cubicBezTo>
                      <a:pt x="5048" y="52499"/>
                      <a:pt x="5048" y="52478"/>
                      <a:pt x="5069" y="52436"/>
                    </a:cubicBezTo>
                    <a:cubicBezTo>
                      <a:pt x="5069" y="52415"/>
                      <a:pt x="5069" y="52415"/>
                      <a:pt x="5090" y="52394"/>
                    </a:cubicBezTo>
                    <a:lnTo>
                      <a:pt x="5173" y="52186"/>
                    </a:lnTo>
                    <a:cubicBezTo>
                      <a:pt x="5173" y="52186"/>
                      <a:pt x="5173" y="52186"/>
                      <a:pt x="5173" y="52165"/>
                    </a:cubicBezTo>
                    <a:cubicBezTo>
                      <a:pt x="5194" y="52102"/>
                      <a:pt x="5215" y="52019"/>
                      <a:pt x="5256" y="51935"/>
                    </a:cubicBezTo>
                    <a:cubicBezTo>
                      <a:pt x="5277" y="51852"/>
                      <a:pt x="5319" y="51748"/>
                      <a:pt x="5340" y="51664"/>
                    </a:cubicBezTo>
                    <a:cubicBezTo>
                      <a:pt x="5361" y="51602"/>
                      <a:pt x="5402" y="51518"/>
                      <a:pt x="5423" y="51456"/>
                    </a:cubicBezTo>
                    <a:cubicBezTo>
                      <a:pt x="5465" y="51247"/>
                      <a:pt x="5528" y="51059"/>
                      <a:pt x="5569" y="50851"/>
                    </a:cubicBezTo>
                    <a:cubicBezTo>
                      <a:pt x="5653" y="50517"/>
                      <a:pt x="5736" y="50163"/>
                      <a:pt x="5778" y="49787"/>
                    </a:cubicBezTo>
                    <a:cubicBezTo>
                      <a:pt x="5799" y="49766"/>
                      <a:pt x="5799" y="49745"/>
                      <a:pt x="5799" y="49704"/>
                    </a:cubicBezTo>
                    <a:cubicBezTo>
                      <a:pt x="5882" y="49203"/>
                      <a:pt x="5924" y="48682"/>
                      <a:pt x="5966" y="48160"/>
                    </a:cubicBezTo>
                    <a:cubicBezTo>
                      <a:pt x="5986" y="47722"/>
                      <a:pt x="6007" y="47284"/>
                      <a:pt x="6028" y="46867"/>
                    </a:cubicBezTo>
                    <a:lnTo>
                      <a:pt x="6028" y="46325"/>
                    </a:lnTo>
                    <a:lnTo>
                      <a:pt x="6028" y="46200"/>
                    </a:lnTo>
                    <a:lnTo>
                      <a:pt x="6028" y="45970"/>
                    </a:lnTo>
                    <a:cubicBezTo>
                      <a:pt x="6028" y="45490"/>
                      <a:pt x="6049" y="45032"/>
                      <a:pt x="6070" y="44552"/>
                    </a:cubicBezTo>
                    <a:lnTo>
                      <a:pt x="6070" y="44322"/>
                    </a:lnTo>
                    <a:cubicBezTo>
                      <a:pt x="6070" y="44135"/>
                      <a:pt x="6091" y="43947"/>
                      <a:pt x="6091" y="43759"/>
                    </a:cubicBezTo>
                    <a:cubicBezTo>
                      <a:pt x="6112" y="43446"/>
                      <a:pt x="6132" y="43134"/>
                      <a:pt x="6132" y="42821"/>
                    </a:cubicBezTo>
                    <a:cubicBezTo>
                      <a:pt x="6153" y="42633"/>
                      <a:pt x="6153" y="42424"/>
                      <a:pt x="6153" y="42237"/>
                    </a:cubicBezTo>
                    <a:lnTo>
                      <a:pt x="6153" y="41986"/>
                    </a:lnTo>
                    <a:cubicBezTo>
                      <a:pt x="6174" y="41423"/>
                      <a:pt x="6153" y="40860"/>
                      <a:pt x="6112" y="40297"/>
                    </a:cubicBezTo>
                    <a:cubicBezTo>
                      <a:pt x="6091" y="40151"/>
                      <a:pt x="6070" y="40005"/>
                      <a:pt x="6070" y="39880"/>
                    </a:cubicBezTo>
                    <a:cubicBezTo>
                      <a:pt x="6049" y="39755"/>
                      <a:pt x="6028" y="39609"/>
                      <a:pt x="6028" y="39484"/>
                    </a:cubicBezTo>
                    <a:cubicBezTo>
                      <a:pt x="5986" y="39275"/>
                      <a:pt x="5966" y="39066"/>
                      <a:pt x="5924" y="38858"/>
                    </a:cubicBezTo>
                    <a:cubicBezTo>
                      <a:pt x="5861" y="38587"/>
                      <a:pt x="5799" y="38295"/>
                      <a:pt x="5736" y="38003"/>
                    </a:cubicBezTo>
                    <a:cubicBezTo>
                      <a:pt x="5528" y="37106"/>
                      <a:pt x="5361" y="36209"/>
                      <a:pt x="5236" y="35312"/>
                    </a:cubicBezTo>
                    <a:cubicBezTo>
                      <a:pt x="5173" y="34311"/>
                      <a:pt x="5152" y="33310"/>
                      <a:pt x="5215" y="32329"/>
                    </a:cubicBezTo>
                    <a:lnTo>
                      <a:pt x="5215" y="32142"/>
                    </a:lnTo>
                    <a:cubicBezTo>
                      <a:pt x="5256" y="31120"/>
                      <a:pt x="5256" y="30098"/>
                      <a:pt x="5256" y="29055"/>
                    </a:cubicBezTo>
                    <a:cubicBezTo>
                      <a:pt x="5236" y="28366"/>
                      <a:pt x="5215" y="27678"/>
                      <a:pt x="5194" y="26990"/>
                    </a:cubicBezTo>
                    <a:cubicBezTo>
                      <a:pt x="5131" y="25759"/>
                      <a:pt x="5048" y="24508"/>
                      <a:pt x="4923" y="23256"/>
                    </a:cubicBezTo>
                    <a:cubicBezTo>
                      <a:pt x="4902" y="22902"/>
                      <a:pt x="4860" y="22547"/>
                      <a:pt x="4818" y="22193"/>
                    </a:cubicBezTo>
                    <a:cubicBezTo>
                      <a:pt x="4652" y="20649"/>
                      <a:pt x="4443" y="19106"/>
                      <a:pt x="4505" y="17541"/>
                    </a:cubicBezTo>
                    <a:cubicBezTo>
                      <a:pt x="4652" y="14475"/>
                      <a:pt x="5465" y="11576"/>
                      <a:pt x="5402" y="8510"/>
                    </a:cubicBezTo>
                    <a:lnTo>
                      <a:pt x="5402" y="8218"/>
                    </a:lnTo>
                    <a:cubicBezTo>
                      <a:pt x="5298" y="6862"/>
                      <a:pt x="5090" y="5528"/>
                      <a:pt x="4735" y="4234"/>
                    </a:cubicBezTo>
                    <a:cubicBezTo>
                      <a:pt x="4714" y="4151"/>
                      <a:pt x="4693" y="4088"/>
                      <a:pt x="4672" y="4005"/>
                    </a:cubicBezTo>
                    <a:cubicBezTo>
                      <a:pt x="4631" y="3838"/>
                      <a:pt x="4589" y="3671"/>
                      <a:pt x="4547" y="3525"/>
                    </a:cubicBezTo>
                    <a:cubicBezTo>
                      <a:pt x="4505" y="3358"/>
                      <a:pt x="4464" y="3212"/>
                      <a:pt x="4401" y="3045"/>
                    </a:cubicBezTo>
                    <a:cubicBezTo>
                      <a:pt x="4380" y="2962"/>
                      <a:pt x="4359" y="2899"/>
                      <a:pt x="4339" y="2816"/>
                    </a:cubicBezTo>
                    <a:cubicBezTo>
                      <a:pt x="4297" y="2670"/>
                      <a:pt x="4255" y="2545"/>
                      <a:pt x="4213" y="2399"/>
                    </a:cubicBezTo>
                    <a:cubicBezTo>
                      <a:pt x="4151" y="2232"/>
                      <a:pt x="4088" y="2044"/>
                      <a:pt x="4026" y="1877"/>
                    </a:cubicBezTo>
                    <a:cubicBezTo>
                      <a:pt x="4005" y="1815"/>
                      <a:pt x="3984" y="1752"/>
                      <a:pt x="3942" y="1690"/>
                    </a:cubicBezTo>
                    <a:cubicBezTo>
                      <a:pt x="3880" y="1523"/>
                      <a:pt x="3775" y="1356"/>
                      <a:pt x="3692" y="1168"/>
                    </a:cubicBezTo>
                    <a:cubicBezTo>
                      <a:pt x="3629" y="1064"/>
                      <a:pt x="3567" y="981"/>
                      <a:pt x="3525" y="876"/>
                    </a:cubicBezTo>
                    <a:cubicBezTo>
                      <a:pt x="3463" y="751"/>
                      <a:pt x="3400" y="605"/>
                      <a:pt x="3358" y="480"/>
                    </a:cubicBezTo>
                    <a:cubicBezTo>
                      <a:pt x="3296" y="334"/>
                      <a:pt x="3254" y="167"/>
                      <a:pt x="3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1"/>
              <p:cNvSpPr/>
              <p:nvPr/>
            </p:nvSpPr>
            <p:spPr>
              <a:xfrm>
                <a:off x="8466800" y="2781450"/>
                <a:ext cx="163750" cy="1351609"/>
              </a:xfrm>
              <a:custGeom>
                <a:rect b="b" l="l" r="r" t="t"/>
                <a:pathLst>
                  <a:path extrusionOk="0" h="54189" w="6550">
                    <a:moveTo>
                      <a:pt x="3400" y="1"/>
                    </a:moveTo>
                    <a:lnTo>
                      <a:pt x="3275" y="1106"/>
                    </a:lnTo>
                    <a:cubicBezTo>
                      <a:pt x="3213" y="1649"/>
                      <a:pt x="3234" y="2212"/>
                      <a:pt x="3359" y="2733"/>
                    </a:cubicBezTo>
                    <a:cubicBezTo>
                      <a:pt x="3421" y="3067"/>
                      <a:pt x="3505" y="3380"/>
                      <a:pt x="3588" y="3693"/>
                    </a:cubicBezTo>
                    <a:cubicBezTo>
                      <a:pt x="3609" y="3797"/>
                      <a:pt x="3630" y="3922"/>
                      <a:pt x="3651" y="4026"/>
                    </a:cubicBezTo>
                    <a:cubicBezTo>
                      <a:pt x="3734" y="4339"/>
                      <a:pt x="3797" y="4631"/>
                      <a:pt x="3838" y="4923"/>
                    </a:cubicBezTo>
                    <a:lnTo>
                      <a:pt x="3838" y="4986"/>
                    </a:lnTo>
                    <a:cubicBezTo>
                      <a:pt x="4026" y="5987"/>
                      <a:pt x="4026" y="7009"/>
                      <a:pt x="3880" y="8031"/>
                    </a:cubicBezTo>
                    <a:cubicBezTo>
                      <a:pt x="3838" y="8240"/>
                      <a:pt x="3797" y="8448"/>
                      <a:pt x="3734" y="8657"/>
                    </a:cubicBezTo>
                    <a:cubicBezTo>
                      <a:pt x="3546" y="9283"/>
                      <a:pt x="3296" y="9929"/>
                      <a:pt x="3025" y="10534"/>
                    </a:cubicBezTo>
                    <a:cubicBezTo>
                      <a:pt x="2900" y="10868"/>
                      <a:pt x="2754" y="11222"/>
                      <a:pt x="2608" y="11577"/>
                    </a:cubicBezTo>
                    <a:cubicBezTo>
                      <a:pt x="2086" y="12974"/>
                      <a:pt x="1794" y="14497"/>
                      <a:pt x="1648" y="16541"/>
                    </a:cubicBezTo>
                    <a:cubicBezTo>
                      <a:pt x="1607" y="17000"/>
                      <a:pt x="1544" y="17438"/>
                      <a:pt x="1482" y="17876"/>
                    </a:cubicBezTo>
                    <a:cubicBezTo>
                      <a:pt x="1482" y="17918"/>
                      <a:pt x="1482" y="17959"/>
                      <a:pt x="1461" y="17980"/>
                    </a:cubicBezTo>
                    <a:cubicBezTo>
                      <a:pt x="1440" y="18189"/>
                      <a:pt x="1398" y="18376"/>
                      <a:pt x="1377" y="18564"/>
                    </a:cubicBezTo>
                    <a:cubicBezTo>
                      <a:pt x="1315" y="18877"/>
                      <a:pt x="1273" y="19190"/>
                      <a:pt x="1273" y="19503"/>
                    </a:cubicBezTo>
                    <a:cubicBezTo>
                      <a:pt x="1252" y="19857"/>
                      <a:pt x="1252" y="20191"/>
                      <a:pt x="1294" y="20525"/>
                    </a:cubicBezTo>
                    <a:cubicBezTo>
                      <a:pt x="1315" y="20712"/>
                      <a:pt x="1336" y="20879"/>
                      <a:pt x="1356" y="21046"/>
                    </a:cubicBezTo>
                    <a:cubicBezTo>
                      <a:pt x="1419" y="21442"/>
                      <a:pt x="1482" y="21860"/>
                      <a:pt x="1565" y="22235"/>
                    </a:cubicBezTo>
                    <a:cubicBezTo>
                      <a:pt x="1586" y="22360"/>
                      <a:pt x="1628" y="22485"/>
                      <a:pt x="1648" y="22611"/>
                    </a:cubicBezTo>
                    <a:cubicBezTo>
                      <a:pt x="1690" y="22819"/>
                      <a:pt x="1732" y="23007"/>
                      <a:pt x="1774" y="23215"/>
                    </a:cubicBezTo>
                    <a:cubicBezTo>
                      <a:pt x="1940" y="23987"/>
                      <a:pt x="2024" y="24759"/>
                      <a:pt x="2066" y="25531"/>
                    </a:cubicBezTo>
                    <a:cubicBezTo>
                      <a:pt x="2066" y="26240"/>
                      <a:pt x="1982" y="26928"/>
                      <a:pt x="1836" y="27616"/>
                    </a:cubicBezTo>
                    <a:cubicBezTo>
                      <a:pt x="1794" y="27867"/>
                      <a:pt x="1732" y="28096"/>
                      <a:pt x="1669" y="28346"/>
                    </a:cubicBezTo>
                    <a:cubicBezTo>
                      <a:pt x="1628" y="28534"/>
                      <a:pt x="1586" y="28722"/>
                      <a:pt x="1523" y="28909"/>
                    </a:cubicBezTo>
                    <a:cubicBezTo>
                      <a:pt x="1377" y="29473"/>
                      <a:pt x="1210" y="30015"/>
                      <a:pt x="1023" y="30536"/>
                    </a:cubicBezTo>
                    <a:cubicBezTo>
                      <a:pt x="1002" y="30620"/>
                      <a:pt x="981" y="30682"/>
                      <a:pt x="960" y="30766"/>
                    </a:cubicBezTo>
                    <a:cubicBezTo>
                      <a:pt x="960" y="30828"/>
                      <a:pt x="898" y="30954"/>
                      <a:pt x="877" y="31058"/>
                    </a:cubicBezTo>
                    <a:lnTo>
                      <a:pt x="793" y="31329"/>
                    </a:lnTo>
                    <a:lnTo>
                      <a:pt x="772" y="31371"/>
                    </a:lnTo>
                    <a:lnTo>
                      <a:pt x="752" y="31433"/>
                    </a:lnTo>
                    <a:cubicBezTo>
                      <a:pt x="752" y="31454"/>
                      <a:pt x="731" y="31496"/>
                      <a:pt x="731" y="31517"/>
                    </a:cubicBezTo>
                    <a:cubicBezTo>
                      <a:pt x="439" y="32455"/>
                      <a:pt x="209" y="33394"/>
                      <a:pt x="84" y="34353"/>
                    </a:cubicBezTo>
                    <a:cubicBezTo>
                      <a:pt x="84" y="34374"/>
                      <a:pt x="84" y="34395"/>
                      <a:pt x="84" y="34416"/>
                    </a:cubicBezTo>
                    <a:cubicBezTo>
                      <a:pt x="63" y="34562"/>
                      <a:pt x="42" y="34708"/>
                      <a:pt x="42" y="34854"/>
                    </a:cubicBezTo>
                    <a:cubicBezTo>
                      <a:pt x="22" y="35062"/>
                      <a:pt x="1" y="35292"/>
                      <a:pt x="1" y="35500"/>
                    </a:cubicBezTo>
                    <a:lnTo>
                      <a:pt x="1" y="35709"/>
                    </a:lnTo>
                    <a:lnTo>
                      <a:pt x="1" y="36043"/>
                    </a:lnTo>
                    <a:cubicBezTo>
                      <a:pt x="1" y="36251"/>
                      <a:pt x="1" y="36460"/>
                      <a:pt x="22" y="36668"/>
                    </a:cubicBezTo>
                    <a:cubicBezTo>
                      <a:pt x="42" y="36877"/>
                      <a:pt x="42" y="37086"/>
                      <a:pt x="42" y="37294"/>
                    </a:cubicBezTo>
                    <a:cubicBezTo>
                      <a:pt x="188" y="39985"/>
                      <a:pt x="543" y="42675"/>
                      <a:pt x="918" y="45199"/>
                    </a:cubicBezTo>
                    <a:cubicBezTo>
                      <a:pt x="981" y="45700"/>
                      <a:pt x="1064" y="46179"/>
                      <a:pt x="1148" y="46659"/>
                    </a:cubicBezTo>
                    <a:cubicBezTo>
                      <a:pt x="1190" y="46972"/>
                      <a:pt x="1231" y="47264"/>
                      <a:pt x="1294" y="47577"/>
                    </a:cubicBezTo>
                    <a:cubicBezTo>
                      <a:pt x="1315" y="47765"/>
                      <a:pt x="1356" y="48098"/>
                      <a:pt x="1398" y="48474"/>
                    </a:cubicBezTo>
                    <a:cubicBezTo>
                      <a:pt x="1502" y="49287"/>
                      <a:pt x="1607" y="50080"/>
                      <a:pt x="1732" y="50831"/>
                    </a:cubicBezTo>
                    <a:cubicBezTo>
                      <a:pt x="1815" y="51394"/>
                      <a:pt x="1920" y="51957"/>
                      <a:pt x="2024" y="52458"/>
                    </a:cubicBezTo>
                    <a:cubicBezTo>
                      <a:pt x="2149" y="53042"/>
                      <a:pt x="2295" y="53626"/>
                      <a:pt x="2483" y="54189"/>
                    </a:cubicBezTo>
                    <a:lnTo>
                      <a:pt x="2816" y="54189"/>
                    </a:lnTo>
                    <a:cubicBezTo>
                      <a:pt x="2462" y="53083"/>
                      <a:pt x="2191" y="51957"/>
                      <a:pt x="2045" y="50810"/>
                    </a:cubicBezTo>
                    <a:cubicBezTo>
                      <a:pt x="1878" y="49892"/>
                      <a:pt x="1774" y="49016"/>
                      <a:pt x="1711" y="48432"/>
                    </a:cubicBezTo>
                    <a:cubicBezTo>
                      <a:pt x="1648" y="48036"/>
                      <a:pt x="1628" y="47723"/>
                      <a:pt x="1586" y="47514"/>
                    </a:cubicBezTo>
                    <a:cubicBezTo>
                      <a:pt x="1461" y="46763"/>
                      <a:pt x="1356" y="45992"/>
                      <a:pt x="1231" y="45178"/>
                    </a:cubicBezTo>
                    <a:cubicBezTo>
                      <a:pt x="1148" y="44719"/>
                      <a:pt x="1085" y="44240"/>
                      <a:pt x="1023" y="43781"/>
                    </a:cubicBezTo>
                    <a:cubicBezTo>
                      <a:pt x="939" y="43218"/>
                      <a:pt x="856" y="42655"/>
                      <a:pt x="793" y="42091"/>
                    </a:cubicBezTo>
                    <a:cubicBezTo>
                      <a:pt x="647" y="40923"/>
                      <a:pt x="522" y="39755"/>
                      <a:pt x="439" y="38587"/>
                    </a:cubicBezTo>
                    <a:cubicBezTo>
                      <a:pt x="418" y="38358"/>
                      <a:pt x="397" y="38128"/>
                      <a:pt x="376" y="37920"/>
                    </a:cubicBezTo>
                    <a:lnTo>
                      <a:pt x="397" y="37628"/>
                    </a:lnTo>
                    <a:cubicBezTo>
                      <a:pt x="397" y="37503"/>
                      <a:pt x="376" y="37398"/>
                      <a:pt x="376" y="37273"/>
                    </a:cubicBezTo>
                    <a:cubicBezTo>
                      <a:pt x="355" y="36960"/>
                      <a:pt x="355" y="36668"/>
                      <a:pt x="334" y="36376"/>
                    </a:cubicBezTo>
                    <a:cubicBezTo>
                      <a:pt x="334" y="36168"/>
                      <a:pt x="334" y="35959"/>
                      <a:pt x="334" y="35730"/>
                    </a:cubicBezTo>
                    <a:lnTo>
                      <a:pt x="334" y="35500"/>
                    </a:lnTo>
                    <a:cubicBezTo>
                      <a:pt x="355" y="34374"/>
                      <a:pt x="543" y="33269"/>
                      <a:pt x="877" y="32205"/>
                    </a:cubicBezTo>
                    <a:cubicBezTo>
                      <a:pt x="877" y="32163"/>
                      <a:pt x="898" y="32142"/>
                      <a:pt x="918" y="32101"/>
                    </a:cubicBezTo>
                    <a:cubicBezTo>
                      <a:pt x="918" y="32080"/>
                      <a:pt x="918" y="32059"/>
                      <a:pt x="918" y="32038"/>
                    </a:cubicBezTo>
                    <a:cubicBezTo>
                      <a:pt x="918" y="32017"/>
                      <a:pt x="939" y="32017"/>
                      <a:pt x="939" y="31996"/>
                    </a:cubicBezTo>
                    <a:cubicBezTo>
                      <a:pt x="960" y="31913"/>
                      <a:pt x="1002" y="31809"/>
                      <a:pt x="1023" y="31725"/>
                    </a:cubicBezTo>
                    <a:cubicBezTo>
                      <a:pt x="1044" y="31663"/>
                      <a:pt x="1085" y="31538"/>
                      <a:pt x="1106" y="31433"/>
                    </a:cubicBezTo>
                    <a:cubicBezTo>
                      <a:pt x="1190" y="31162"/>
                      <a:pt x="1273" y="30933"/>
                      <a:pt x="1356" y="30682"/>
                    </a:cubicBezTo>
                    <a:cubicBezTo>
                      <a:pt x="1419" y="30432"/>
                      <a:pt x="1502" y="30161"/>
                      <a:pt x="1586" y="29890"/>
                    </a:cubicBezTo>
                    <a:cubicBezTo>
                      <a:pt x="1648" y="29765"/>
                      <a:pt x="1690" y="29619"/>
                      <a:pt x="1711" y="29473"/>
                    </a:cubicBezTo>
                    <a:cubicBezTo>
                      <a:pt x="1774" y="29327"/>
                      <a:pt x="1815" y="29160"/>
                      <a:pt x="1857" y="29014"/>
                    </a:cubicBezTo>
                    <a:cubicBezTo>
                      <a:pt x="2191" y="27887"/>
                      <a:pt x="2378" y="26740"/>
                      <a:pt x="2378" y="25572"/>
                    </a:cubicBezTo>
                    <a:cubicBezTo>
                      <a:pt x="2337" y="24571"/>
                      <a:pt x="2191" y="23570"/>
                      <a:pt x="1961" y="22590"/>
                    </a:cubicBezTo>
                    <a:cubicBezTo>
                      <a:pt x="1857" y="22068"/>
                      <a:pt x="1753" y="21547"/>
                      <a:pt x="1669" y="21025"/>
                    </a:cubicBezTo>
                    <a:cubicBezTo>
                      <a:pt x="1648" y="20858"/>
                      <a:pt x="1628" y="20671"/>
                      <a:pt x="1607" y="20504"/>
                    </a:cubicBezTo>
                    <a:cubicBezTo>
                      <a:pt x="1565" y="20170"/>
                      <a:pt x="1565" y="19836"/>
                      <a:pt x="1586" y="19503"/>
                    </a:cubicBezTo>
                    <a:cubicBezTo>
                      <a:pt x="1628" y="19002"/>
                      <a:pt x="1690" y="18522"/>
                      <a:pt x="1774" y="18043"/>
                    </a:cubicBezTo>
                    <a:cubicBezTo>
                      <a:pt x="1857" y="17542"/>
                      <a:pt x="1920" y="17062"/>
                      <a:pt x="1961" y="16562"/>
                    </a:cubicBezTo>
                    <a:cubicBezTo>
                      <a:pt x="2107" y="14560"/>
                      <a:pt x="2399" y="13079"/>
                      <a:pt x="2921" y="11702"/>
                    </a:cubicBezTo>
                    <a:cubicBezTo>
                      <a:pt x="3046" y="11347"/>
                      <a:pt x="3171" y="11014"/>
                      <a:pt x="3317" y="10680"/>
                    </a:cubicBezTo>
                    <a:cubicBezTo>
                      <a:pt x="3484" y="10346"/>
                      <a:pt x="3609" y="9992"/>
                      <a:pt x="3755" y="9637"/>
                    </a:cubicBezTo>
                    <a:cubicBezTo>
                      <a:pt x="3797" y="9491"/>
                      <a:pt x="3859" y="9345"/>
                      <a:pt x="3901" y="9220"/>
                    </a:cubicBezTo>
                    <a:cubicBezTo>
                      <a:pt x="3901" y="9199"/>
                      <a:pt x="3922" y="9178"/>
                      <a:pt x="3922" y="9157"/>
                    </a:cubicBezTo>
                    <a:cubicBezTo>
                      <a:pt x="3964" y="9011"/>
                      <a:pt x="4005" y="8865"/>
                      <a:pt x="4047" y="8719"/>
                    </a:cubicBezTo>
                    <a:cubicBezTo>
                      <a:pt x="4110" y="8532"/>
                      <a:pt x="4151" y="8323"/>
                      <a:pt x="4193" y="8115"/>
                    </a:cubicBezTo>
                    <a:cubicBezTo>
                      <a:pt x="4231" y="7889"/>
                      <a:pt x="4260" y="7660"/>
                      <a:pt x="4278" y="7430"/>
                    </a:cubicBezTo>
                    <a:lnTo>
                      <a:pt x="4278" y="7430"/>
                    </a:lnTo>
                    <a:cubicBezTo>
                      <a:pt x="4305" y="7142"/>
                      <a:pt x="4318" y="6853"/>
                      <a:pt x="4318" y="6571"/>
                    </a:cubicBezTo>
                    <a:cubicBezTo>
                      <a:pt x="4297" y="6029"/>
                      <a:pt x="4235" y="5487"/>
                      <a:pt x="4151" y="4944"/>
                    </a:cubicBezTo>
                    <a:cubicBezTo>
                      <a:pt x="4110" y="4631"/>
                      <a:pt x="4047" y="4298"/>
                      <a:pt x="3964" y="3985"/>
                    </a:cubicBezTo>
                    <a:cubicBezTo>
                      <a:pt x="3943" y="3860"/>
                      <a:pt x="3901" y="3755"/>
                      <a:pt x="3880" y="3630"/>
                    </a:cubicBezTo>
                    <a:cubicBezTo>
                      <a:pt x="3859" y="3505"/>
                      <a:pt x="3818" y="3359"/>
                      <a:pt x="3797" y="3255"/>
                    </a:cubicBezTo>
                    <a:cubicBezTo>
                      <a:pt x="3692" y="2900"/>
                      <a:pt x="3630" y="2546"/>
                      <a:pt x="3588" y="2191"/>
                    </a:cubicBezTo>
                    <a:lnTo>
                      <a:pt x="3588" y="2191"/>
                    </a:lnTo>
                    <a:cubicBezTo>
                      <a:pt x="3589" y="2205"/>
                      <a:pt x="3590" y="2219"/>
                      <a:pt x="3591" y="2232"/>
                    </a:cubicBezTo>
                    <a:lnTo>
                      <a:pt x="3591" y="2232"/>
                    </a:lnTo>
                    <a:cubicBezTo>
                      <a:pt x="3590" y="2226"/>
                      <a:pt x="3589" y="2219"/>
                      <a:pt x="3588" y="2212"/>
                    </a:cubicBezTo>
                    <a:lnTo>
                      <a:pt x="3571" y="2055"/>
                    </a:lnTo>
                    <a:lnTo>
                      <a:pt x="3571" y="2055"/>
                    </a:lnTo>
                    <a:cubicBezTo>
                      <a:pt x="3612" y="2176"/>
                      <a:pt x="3673" y="2277"/>
                      <a:pt x="3734" y="2379"/>
                    </a:cubicBezTo>
                    <a:cubicBezTo>
                      <a:pt x="3797" y="2483"/>
                      <a:pt x="3838" y="2587"/>
                      <a:pt x="3901" y="2692"/>
                    </a:cubicBezTo>
                    <a:cubicBezTo>
                      <a:pt x="3943" y="2796"/>
                      <a:pt x="4005" y="2942"/>
                      <a:pt x="4068" y="3067"/>
                    </a:cubicBezTo>
                    <a:cubicBezTo>
                      <a:pt x="4276" y="3672"/>
                      <a:pt x="4485" y="4298"/>
                      <a:pt x="4652" y="4965"/>
                    </a:cubicBezTo>
                    <a:cubicBezTo>
                      <a:pt x="4673" y="5028"/>
                      <a:pt x="4694" y="5111"/>
                      <a:pt x="4714" y="5174"/>
                    </a:cubicBezTo>
                    <a:cubicBezTo>
                      <a:pt x="5111" y="6634"/>
                      <a:pt x="5361" y="8135"/>
                      <a:pt x="5445" y="9658"/>
                    </a:cubicBezTo>
                    <a:cubicBezTo>
                      <a:pt x="5486" y="11368"/>
                      <a:pt x="5236" y="13079"/>
                      <a:pt x="4986" y="14726"/>
                    </a:cubicBezTo>
                    <a:cubicBezTo>
                      <a:pt x="4777" y="16020"/>
                      <a:pt x="4652" y="17334"/>
                      <a:pt x="4568" y="18668"/>
                    </a:cubicBezTo>
                    <a:cubicBezTo>
                      <a:pt x="4548" y="19982"/>
                      <a:pt x="4631" y="21317"/>
                      <a:pt x="4819" y="22652"/>
                    </a:cubicBezTo>
                    <a:cubicBezTo>
                      <a:pt x="4840" y="22882"/>
                      <a:pt x="4861" y="23111"/>
                      <a:pt x="4881" y="23341"/>
                    </a:cubicBezTo>
                    <a:cubicBezTo>
                      <a:pt x="4923" y="23695"/>
                      <a:pt x="4965" y="24050"/>
                      <a:pt x="5007" y="24404"/>
                    </a:cubicBezTo>
                    <a:cubicBezTo>
                      <a:pt x="5173" y="26323"/>
                      <a:pt x="5278" y="28263"/>
                      <a:pt x="5299" y="30203"/>
                    </a:cubicBezTo>
                    <a:cubicBezTo>
                      <a:pt x="5319" y="31225"/>
                      <a:pt x="5299" y="32268"/>
                      <a:pt x="5278" y="33290"/>
                    </a:cubicBezTo>
                    <a:lnTo>
                      <a:pt x="5278" y="33498"/>
                    </a:lnTo>
                    <a:lnTo>
                      <a:pt x="5278" y="33519"/>
                    </a:lnTo>
                    <a:lnTo>
                      <a:pt x="5278" y="33665"/>
                    </a:lnTo>
                    <a:cubicBezTo>
                      <a:pt x="5257" y="34416"/>
                      <a:pt x="5215" y="35188"/>
                      <a:pt x="5278" y="35959"/>
                    </a:cubicBezTo>
                    <a:cubicBezTo>
                      <a:pt x="5278" y="36126"/>
                      <a:pt x="5299" y="36293"/>
                      <a:pt x="5319" y="36460"/>
                    </a:cubicBezTo>
                    <a:cubicBezTo>
                      <a:pt x="5403" y="37252"/>
                      <a:pt x="5549" y="38066"/>
                      <a:pt x="5737" y="38838"/>
                    </a:cubicBezTo>
                    <a:cubicBezTo>
                      <a:pt x="5820" y="39234"/>
                      <a:pt x="5903" y="39630"/>
                      <a:pt x="6008" y="40027"/>
                    </a:cubicBezTo>
                    <a:cubicBezTo>
                      <a:pt x="6070" y="40360"/>
                      <a:pt x="6112" y="40673"/>
                      <a:pt x="6154" y="41007"/>
                    </a:cubicBezTo>
                    <a:cubicBezTo>
                      <a:pt x="6154" y="41132"/>
                      <a:pt x="6175" y="41278"/>
                      <a:pt x="6195" y="41424"/>
                    </a:cubicBezTo>
                    <a:cubicBezTo>
                      <a:pt x="6195" y="41570"/>
                      <a:pt x="6216" y="41737"/>
                      <a:pt x="6216" y="41904"/>
                    </a:cubicBezTo>
                    <a:cubicBezTo>
                      <a:pt x="6237" y="42300"/>
                      <a:pt x="6237" y="42717"/>
                      <a:pt x="6237" y="43113"/>
                    </a:cubicBezTo>
                    <a:lnTo>
                      <a:pt x="6237" y="43364"/>
                    </a:lnTo>
                    <a:cubicBezTo>
                      <a:pt x="6237" y="43572"/>
                      <a:pt x="6237" y="43760"/>
                      <a:pt x="6216" y="43969"/>
                    </a:cubicBezTo>
                    <a:cubicBezTo>
                      <a:pt x="6216" y="44156"/>
                      <a:pt x="6216" y="44323"/>
                      <a:pt x="6195" y="44490"/>
                    </a:cubicBezTo>
                    <a:cubicBezTo>
                      <a:pt x="6195" y="44657"/>
                      <a:pt x="6195" y="44782"/>
                      <a:pt x="6175" y="44907"/>
                    </a:cubicBezTo>
                    <a:lnTo>
                      <a:pt x="6175" y="45095"/>
                    </a:lnTo>
                    <a:cubicBezTo>
                      <a:pt x="6175" y="45199"/>
                      <a:pt x="6175" y="45324"/>
                      <a:pt x="6175" y="45449"/>
                    </a:cubicBezTo>
                    <a:cubicBezTo>
                      <a:pt x="6154" y="45554"/>
                      <a:pt x="6175" y="45616"/>
                      <a:pt x="6175" y="45700"/>
                    </a:cubicBezTo>
                    <a:lnTo>
                      <a:pt x="6175" y="45929"/>
                    </a:lnTo>
                    <a:cubicBezTo>
                      <a:pt x="6154" y="46346"/>
                      <a:pt x="6133" y="46763"/>
                      <a:pt x="6133" y="47201"/>
                    </a:cubicBezTo>
                    <a:lnTo>
                      <a:pt x="6133" y="47994"/>
                    </a:lnTo>
                    <a:cubicBezTo>
                      <a:pt x="6133" y="48265"/>
                      <a:pt x="6112" y="48578"/>
                      <a:pt x="6091" y="48870"/>
                    </a:cubicBezTo>
                    <a:cubicBezTo>
                      <a:pt x="6091" y="48995"/>
                      <a:pt x="6091" y="49100"/>
                      <a:pt x="6070" y="49225"/>
                    </a:cubicBezTo>
                    <a:cubicBezTo>
                      <a:pt x="6070" y="49225"/>
                      <a:pt x="6070" y="49246"/>
                      <a:pt x="6070" y="49266"/>
                    </a:cubicBezTo>
                    <a:cubicBezTo>
                      <a:pt x="6049" y="49788"/>
                      <a:pt x="5987" y="50309"/>
                      <a:pt x="5903" y="50852"/>
                    </a:cubicBezTo>
                    <a:cubicBezTo>
                      <a:pt x="5903" y="50872"/>
                      <a:pt x="5903" y="50893"/>
                      <a:pt x="5903" y="50914"/>
                    </a:cubicBezTo>
                    <a:cubicBezTo>
                      <a:pt x="5841" y="51269"/>
                      <a:pt x="5778" y="51623"/>
                      <a:pt x="5695" y="51978"/>
                    </a:cubicBezTo>
                    <a:cubicBezTo>
                      <a:pt x="5653" y="52166"/>
                      <a:pt x="5591" y="52332"/>
                      <a:pt x="5549" y="52520"/>
                    </a:cubicBezTo>
                    <a:cubicBezTo>
                      <a:pt x="5507" y="52624"/>
                      <a:pt x="5486" y="52708"/>
                      <a:pt x="5445" y="52812"/>
                    </a:cubicBezTo>
                    <a:cubicBezTo>
                      <a:pt x="5424" y="52916"/>
                      <a:pt x="5403" y="52979"/>
                      <a:pt x="5361" y="53062"/>
                    </a:cubicBezTo>
                    <a:cubicBezTo>
                      <a:pt x="5340" y="53146"/>
                      <a:pt x="5299" y="53229"/>
                      <a:pt x="5278" y="53313"/>
                    </a:cubicBezTo>
                    <a:cubicBezTo>
                      <a:pt x="5257" y="53375"/>
                      <a:pt x="5236" y="53438"/>
                      <a:pt x="5194" y="53500"/>
                    </a:cubicBezTo>
                    <a:cubicBezTo>
                      <a:pt x="5194" y="53500"/>
                      <a:pt x="5194" y="53521"/>
                      <a:pt x="5173" y="53521"/>
                    </a:cubicBezTo>
                    <a:cubicBezTo>
                      <a:pt x="5173" y="53563"/>
                      <a:pt x="5153" y="53584"/>
                      <a:pt x="5132" y="53626"/>
                    </a:cubicBezTo>
                    <a:cubicBezTo>
                      <a:pt x="5111" y="53688"/>
                      <a:pt x="5090" y="53730"/>
                      <a:pt x="5069" y="53772"/>
                    </a:cubicBezTo>
                    <a:cubicBezTo>
                      <a:pt x="5048" y="53834"/>
                      <a:pt x="5007" y="53918"/>
                      <a:pt x="4986" y="53980"/>
                    </a:cubicBezTo>
                    <a:cubicBezTo>
                      <a:pt x="4986" y="53980"/>
                      <a:pt x="4965" y="54001"/>
                      <a:pt x="4965" y="54022"/>
                    </a:cubicBezTo>
                    <a:lnTo>
                      <a:pt x="4965" y="54043"/>
                    </a:lnTo>
                    <a:cubicBezTo>
                      <a:pt x="4944" y="54064"/>
                      <a:pt x="4944" y="54084"/>
                      <a:pt x="4923" y="54126"/>
                    </a:cubicBezTo>
                    <a:cubicBezTo>
                      <a:pt x="4902" y="54147"/>
                      <a:pt x="4902" y="54168"/>
                      <a:pt x="4881" y="54189"/>
                    </a:cubicBezTo>
                    <a:lnTo>
                      <a:pt x="5236" y="54189"/>
                    </a:lnTo>
                    <a:cubicBezTo>
                      <a:pt x="5257" y="54147"/>
                      <a:pt x="5278" y="54105"/>
                      <a:pt x="5278" y="54064"/>
                    </a:cubicBezTo>
                    <a:cubicBezTo>
                      <a:pt x="5299" y="54022"/>
                      <a:pt x="5319" y="54001"/>
                      <a:pt x="5340" y="53959"/>
                    </a:cubicBezTo>
                    <a:cubicBezTo>
                      <a:pt x="5361" y="53938"/>
                      <a:pt x="5403" y="53834"/>
                      <a:pt x="5424" y="53772"/>
                    </a:cubicBezTo>
                    <a:cubicBezTo>
                      <a:pt x="5424" y="53751"/>
                      <a:pt x="5424" y="53751"/>
                      <a:pt x="5424" y="53751"/>
                    </a:cubicBezTo>
                    <a:cubicBezTo>
                      <a:pt x="5445" y="53688"/>
                      <a:pt x="5465" y="53646"/>
                      <a:pt x="5486" y="53584"/>
                    </a:cubicBezTo>
                    <a:cubicBezTo>
                      <a:pt x="5486" y="53584"/>
                      <a:pt x="5507" y="53563"/>
                      <a:pt x="5507" y="53563"/>
                    </a:cubicBezTo>
                    <a:cubicBezTo>
                      <a:pt x="5528" y="53480"/>
                      <a:pt x="5549" y="53417"/>
                      <a:pt x="5591" y="53354"/>
                    </a:cubicBezTo>
                    <a:cubicBezTo>
                      <a:pt x="5611" y="53292"/>
                      <a:pt x="5653" y="53188"/>
                      <a:pt x="5674" y="53104"/>
                    </a:cubicBezTo>
                    <a:cubicBezTo>
                      <a:pt x="5674" y="53083"/>
                      <a:pt x="5674" y="53083"/>
                      <a:pt x="5674" y="53083"/>
                    </a:cubicBezTo>
                    <a:cubicBezTo>
                      <a:pt x="5737" y="52937"/>
                      <a:pt x="5778" y="52770"/>
                      <a:pt x="5820" y="52624"/>
                    </a:cubicBezTo>
                    <a:cubicBezTo>
                      <a:pt x="5883" y="52437"/>
                      <a:pt x="5924" y="52228"/>
                      <a:pt x="5987" y="52020"/>
                    </a:cubicBezTo>
                    <a:cubicBezTo>
                      <a:pt x="6070" y="51644"/>
                      <a:pt x="6154" y="51248"/>
                      <a:pt x="6216" y="50852"/>
                    </a:cubicBezTo>
                    <a:cubicBezTo>
                      <a:pt x="6341" y="49913"/>
                      <a:pt x="6404" y="48974"/>
                      <a:pt x="6425" y="48036"/>
                    </a:cubicBezTo>
                    <a:cubicBezTo>
                      <a:pt x="6425" y="47806"/>
                      <a:pt x="6425" y="47577"/>
                      <a:pt x="6446" y="47347"/>
                    </a:cubicBezTo>
                    <a:lnTo>
                      <a:pt x="6446" y="47097"/>
                    </a:lnTo>
                    <a:lnTo>
                      <a:pt x="6446" y="46451"/>
                    </a:lnTo>
                    <a:cubicBezTo>
                      <a:pt x="6446" y="46221"/>
                      <a:pt x="6467" y="45929"/>
                      <a:pt x="6467" y="45679"/>
                    </a:cubicBezTo>
                    <a:lnTo>
                      <a:pt x="6467" y="45491"/>
                    </a:lnTo>
                    <a:cubicBezTo>
                      <a:pt x="6467" y="45366"/>
                      <a:pt x="6467" y="45220"/>
                      <a:pt x="6487" y="45095"/>
                    </a:cubicBezTo>
                    <a:cubicBezTo>
                      <a:pt x="6508" y="44719"/>
                      <a:pt x="6529" y="44365"/>
                      <a:pt x="6529" y="43989"/>
                    </a:cubicBezTo>
                    <a:cubicBezTo>
                      <a:pt x="6529" y="43781"/>
                      <a:pt x="6550" y="43572"/>
                      <a:pt x="6550" y="43364"/>
                    </a:cubicBezTo>
                    <a:lnTo>
                      <a:pt x="6550" y="43155"/>
                    </a:lnTo>
                    <a:cubicBezTo>
                      <a:pt x="6550" y="43155"/>
                      <a:pt x="6508" y="43134"/>
                      <a:pt x="6508" y="43134"/>
                    </a:cubicBezTo>
                    <a:lnTo>
                      <a:pt x="6508" y="42446"/>
                    </a:lnTo>
                    <a:cubicBezTo>
                      <a:pt x="6508" y="41987"/>
                      <a:pt x="6487" y="41507"/>
                      <a:pt x="6425" y="41028"/>
                    </a:cubicBezTo>
                    <a:cubicBezTo>
                      <a:pt x="6404" y="40903"/>
                      <a:pt x="6404" y="40777"/>
                      <a:pt x="6383" y="40631"/>
                    </a:cubicBezTo>
                    <a:cubicBezTo>
                      <a:pt x="6362" y="40506"/>
                      <a:pt x="6341" y="40402"/>
                      <a:pt x="6321" y="40277"/>
                    </a:cubicBezTo>
                    <a:cubicBezTo>
                      <a:pt x="6300" y="40152"/>
                      <a:pt x="6279" y="40068"/>
                      <a:pt x="6279" y="39985"/>
                    </a:cubicBezTo>
                    <a:cubicBezTo>
                      <a:pt x="6195" y="39568"/>
                      <a:pt x="6112" y="39171"/>
                      <a:pt x="6008" y="38775"/>
                    </a:cubicBezTo>
                    <a:cubicBezTo>
                      <a:pt x="5966" y="38608"/>
                      <a:pt x="5945" y="38441"/>
                      <a:pt x="5903" y="38274"/>
                    </a:cubicBezTo>
                    <a:cubicBezTo>
                      <a:pt x="5757" y="37670"/>
                      <a:pt x="5653" y="37044"/>
                      <a:pt x="5591" y="36439"/>
                    </a:cubicBezTo>
                    <a:cubicBezTo>
                      <a:pt x="5507" y="35521"/>
                      <a:pt x="5507" y="34604"/>
                      <a:pt x="5549" y="33686"/>
                    </a:cubicBezTo>
                    <a:lnTo>
                      <a:pt x="5570" y="33290"/>
                    </a:lnTo>
                    <a:cubicBezTo>
                      <a:pt x="5591" y="32685"/>
                      <a:pt x="5611" y="32059"/>
                      <a:pt x="5611" y="31454"/>
                    </a:cubicBezTo>
                    <a:lnTo>
                      <a:pt x="5611" y="31100"/>
                    </a:lnTo>
                    <a:lnTo>
                      <a:pt x="5611" y="30161"/>
                    </a:lnTo>
                    <a:cubicBezTo>
                      <a:pt x="5611" y="29493"/>
                      <a:pt x="5570" y="28805"/>
                      <a:pt x="5549" y="28138"/>
                    </a:cubicBezTo>
                    <a:cubicBezTo>
                      <a:pt x="5528" y="27700"/>
                      <a:pt x="5507" y="27283"/>
                      <a:pt x="5486" y="26865"/>
                    </a:cubicBezTo>
                    <a:lnTo>
                      <a:pt x="5486" y="26845"/>
                    </a:lnTo>
                    <a:cubicBezTo>
                      <a:pt x="5486" y="26740"/>
                      <a:pt x="5465" y="26636"/>
                      <a:pt x="5465" y="26532"/>
                    </a:cubicBezTo>
                    <a:cubicBezTo>
                      <a:pt x="5424" y="25823"/>
                      <a:pt x="5361" y="25093"/>
                      <a:pt x="5299" y="24383"/>
                    </a:cubicBezTo>
                    <a:cubicBezTo>
                      <a:pt x="5257" y="24029"/>
                      <a:pt x="5215" y="23674"/>
                      <a:pt x="5194" y="23299"/>
                    </a:cubicBezTo>
                    <a:cubicBezTo>
                      <a:pt x="5153" y="23069"/>
                      <a:pt x="5132" y="22840"/>
                      <a:pt x="5111" y="22611"/>
                    </a:cubicBezTo>
                    <a:cubicBezTo>
                      <a:pt x="4923" y="21317"/>
                      <a:pt x="4840" y="20003"/>
                      <a:pt x="4861" y="18668"/>
                    </a:cubicBezTo>
                    <a:cubicBezTo>
                      <a:pt x="4944" y="17354"/>
                      <a:pt x="5090" y="16061"/>
                      <a:pt x="5299" y="14747"/>
                    </a:cubicBezTo>
                    <a:cubicBezTo>
                      <a:pt x="5486" y="13537"/>
                      <a:pt x="5674" y="12307"/>
                      <a:pt x="5737" y="11055"/>
                    </a:cubicBezTo>
                    <a:cubicBezTo>
                      <a:pt x="5757" y="10576"/>
                      <a:pt x="5778" y="10117"/>
                      <a:pt x="5757" y="9637"/>
                    </a:cubicBezTo>
                    <a:cubicBezTo>
                      <a:pt x="5674" y="8094"/>
                      <a:pt x="5445" y="6571"/>
                      <a:pt x="5027" y="5090"/>
                    </a:cubicBezTo>
                    <a:cubicBezTo>
                      <a:pt x="4965" y="4861"/>
                      <a:pt x="4902" y="4610"/>
                      <a:pt x="4840" y="4381"/>
                    </a:cubicBezTo>
                    <a:cubicBezTo>
                      <a:pt x="4694" y="3880"/>
                      <a:pt x="4527" y="3422"/>
                      <a:pt x="4381" y="2963"/>
                    </a:cubicBezTo>
                    <a:cubicBezTo>
                      <a:pt x="4276" y="2692"/>
                      <a:pt x="4151" y="2441"/>
                      <a:pt x="4005" y="2212"/>
                    </a:cubicBezTo>
                    <a:cubicBezTo>
                      <a:pt x="3964" y="2128"/>
                      <a:pt x="3922" y="2045"/>
                      <a:pt x="3880" y="1941"/>
                    </a:cubicBezTo>
                    <a:cubicBezTo>
                      <a:pt x="3818" y="1816"/>
                      <a:pt x="3755" y="1711"/>
                      <a:pt x="3713" y="1586"/>
                    </a:cubicBezTo>
                    <a:cubicBezTo>
                      <a:pt x="3651" y="1419"/>
                      <a:pt x="3588" y="1252"/>
                      <a:pt x="3567" y="1106"/>
                    </a:cubicBezTo>
                    <a:lnTo>
                      <a:pt x="3505" y="585"/>
                    </a:lnTo>
                    <a:lnTo>
                      <a:pt x="340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1"/>
              <p:cNvSpPr/>
              <p:nvPr/>
            </p:nvSpPr>
            <p:spPr>
              <a:xfrm>
                <a:off x="8630525" y="2992125"/>
                <a:ext cx="364525" cy="1141450"/>
              </a:xfrm>
              <a:custGeom>
                <a:rect b="b" l="l" r="r" t="t"/>
                <a:pathLst>
                  <a:path extrusionOk="0" h="45658" w="14581">
                    <a:moveTo>
                      <a:pt x="14580" y="0"/>
                    </a:moveTo>
                    <a:cubicBezTo>
                      <a:pt x="11452" y="3442"/>
                      <a:pt x="10326" y="7968"/>
                      <a:pt x="9387" y="12577"/>
                    </a:cubicBezTo>
                    <a:cubicBezTo>
                      <a:pt x="9303" y="12974"/>
                      <a:pt x="9220" y="13370"/>
                      <a:pt x="9157" y="13766"/>
                    </a:cubicBezTo>
                    <a:cubicBezTo>
                      <a:pt x="9074" y="14163"/>
                      <a:pt x="8991" y="14559"/>
                      <a:pt x="8928" y="14955"/>
                    </a:cubicBezTo>
                    <a:cubicBezTo>
                      <a:pt x="8594" y="16666"/>
                      <a:pt x="8240" y="18397"/>
                      <a:pt x="7802" y="20044"/>
                    </a:cubicBezTo>
                    <a:cubicBezTo>
                      <a:pt x="7531" y="21046"/>
                      <a:pt x="7218" y="22026"/>
                      <a:pt x="6884" y="23006"/>
                    </a:cubicBezTo>
                    <a:cubicBezTo>
                      <a:pt x="6821" y="23215"/>
                      <a:pt x="6738" y="23444"/>
                      <a:pt x="6655" y="23653"/>
                    </a:cubicBezTo>
                    <a:cubicBezTo>
                      <a:pt x="6592" y="23861"/>
                      <a:pt x="6509" y="24070"/>
                      <a:pt x="6446" y="24279"/>
                    </a:cubicBezTo>
                    <a:cubicBezTo>
                      <a:pt x="6175" y="25009"/>
                      <a:pt x="5904" y="25718"/>
                      <a:pt x="5633" y="26448"/>
                    </a:cubicBezTo>
                    <a:cubicBezTo>
                      <a:pt x="5487" y="26802"/>
                      <a:pt x="5341" y="27178"/>
                      <a:pt x="5195" y="27553"/>
                    </a:cubicBezTo>
                    <a:cubicBezTo>
                      <a:pt x="5007" y="28033"/>
                      <a:pt x="4798" y="28533"/>
                      <a:pt x="4611" y="29034"/>
                    </a:cubicBezTo>
                    <a:cubicBezTo>
                      <a:pt x="4193" y="30077"/>
                      <a:pt x="3776" y="31120"/>
                      <a:pt x="3380" y="32184"/>
                    </a:cubicBezTo>
                    <a:lnTo>
                      <a:pt x="3213" y="32642"/>
                    </a:lnTo>
                    <a:cubicBezTo>
                      <a:pt x="3150" y="32788"/>
                      <a:pt x="3109" y="32934"/>
                      <a:pt x="3046" y="33080"/>
                    </a:cubicBezTo>
                    <a:cubicBezTo>
                      <a:pt x="2671" y="34123"/>
                      <a:pt x="2316" y="35166"/>
                      <a:pt x="1982" y="36230"/>
                    </a:cubicBezTo>
                    <a:cubicBezTo>
                      <a:pt x="1941" y="36376"/>
                      <a:pt x="1899" y="36522"/>
                      <a:pt x="1836" y="36668"/>
                    </a:cubicBezTo>
                    <a:cubicBezTo>
                      <a:pt x="1753" y="36981"/>
                      <a:pt x="1607" y="37335"/>
                      <a:pt x="1482" y="37690"/>
                    </a:cubicBezTo>
                    <a:cubicBezTo>
                      <a:pt x="1419" y="37878"/>
                      <a:pt x="1357" y="38044"/>
                      <a:pt x="1273" y="38253"/>
                    </a:cubicBezTo>
                    <a:cubicBezTo>
                      <a:pt x="1211" y="38441"/>
                      <a:pt x="1127" y="38649"/>
                      <a:pt x="1065" y="38858"/>
                    </a:cubicBezTo>
                    <a:cubicBezTo>
                      <a:pt x="627" y="40005"/>
                      <a:pt x="314" y="41194"/>
                      <a:pt x="105" y="42383"/>
                    </a:cubicBezTo>
                    <a:cubicBezTo>
                      <a:pt x="1" y="43050"/>
                      <a:pt x="1" y="43697"/>
                      <a:pt x="105" y="44343"/>
                    </a:cubicBezTo>
                    <a:cubicBezTo>
                      <a:pt x="126" y="44448"/>
                      <a:pt x="147" y="44552"/>
                      <a:pt x="168" y="44615"/>
                    </a:cubicBezTo>
                    <a:cubicBezTo>
                      <a:pt x="189" y="44698"/>
                      <a:pt x="210" y="44781"/>
                      <a:pt x="230" y="44844"/>
                    </a:cubicBezTo>
                    <a:cubicBezTo>
                      <a:pt x="272" y="45011"/>
                      <a:pt x="335" y="45157"/>
                      <a:pt x="418" y="45303"/>
                    </a:cubicBezTo>
                    <a:cubicBezTo>
                      <a:pt x="439" y="45386"/>
                      <a:pt x="481" y="45449"/>
                      <a:pt x="502" y="45491"/>
                    </a:cubicBezTo>
                    <a:cubicBezTo>
                      <a:pt x="543" y="45553"/>
                      <a:pt x="585" y="45616"/>
                      <a:pt x="627" y="45657"/>
                    </a:cubicBezTo>
                    <a:lnTo>
                      <a:pt x="794" y="45657"/>
                    </a:lnTo>
                    <a:cubicBezTo>
                      <a:pt x="1252" y="45637"/>
                      <a:pt x="1711" y="45616"/>
                      <a:pt x="2149" y="45595"/>
                    </a:cubicBezTo>
                    <a:lnTo>
                      <a:pt x="2274" y="45595"/>
                    </a:lnTo>
                    <a:lnTo>
                      <a:pt x="2441" y="45574"/>
                    </a:lnTo>
                    <a:lnTo>
                      <a:pt x="2984" y="45574"/>
                    </a:lnTo>
                    <a:cubicBezTo>
                      <a:pt x="4298" y="45491"/>
                      <a:pt x="5591" y="45324"/>
                      <a:pt x="6884" y="45094"/>
                    </a:cubicBezTo>
                    <a:cubicBezTo>
                      <a:pt x="6947" y="45094"/>
                      <a:pt x="7009" y="45073"/>
                      <a:pt x="7072" y="45053"/>
                    </a:cubicBezTo>
                    <a:cubicBezTo>
                      <a:pt x="7259" y="44469"/>
                      <a:pt x="7426" y="43843"/>
                      <a:pt x="7531" y="43217"/>
                    </a:cubicBezTo>
                    <a:cubicBezTo>
                      <a:pt x="7635" y="42779"/>
                      <a:pt x="7697" y="42341"/>
                      <a:pt x="7802" y="41924"/>
                    </a:cubicBezTo>
                    <a:cubicBezTo>
                      <a:pt x="10117" y="31454"/>
                      <a:pt x="11765" y="20858"/>
                      <a:pt x="12745" y="10179"/>
                    </a:cubicBezTo>
                    <a:cubicBezTo>
                      <a:pt x="13058" y="6737"/>
                      <a:pt x="13329" y="3212"/>
                      <a:pt x="1458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1"/>
              <p:cNvSpPr/>
              <p:nvPr/>
            </p:nvSpPr>
            <p:spPr>
              <a:xfrm>
                <a:off x="8580475" y="2411250"/>
                <a:ext cx="151250" cy="1721800"/>
              </a:xfrm>
              <a:custGeom>
                <a:rect b="b" l="l" r="r" t="t"/>
                <a:pathLst>
                  <a:path extrusionOk="0" h="68872" w="6050">
                    <a:moveTo>
                      <a:pt x="4318" y="0"/>
                    </a:moveTo>
                    <a:cubicBezTo>
                      <a:pt x="1753" y="2920"/>
                      <a:pt x="1586" y="7154"/>
                      <a:pt x="1544" y="11034"/>
                    </a:cubicBezTo>
                    <a:cubicBezTo>
                      <a:pt x="1544" y="11972"/>
                      <a:pt x="1523" y="12911"/>
                      <a:pt x="1523" y="13870"/>
                    </a:cubicBezTo>
                    <a:lnTo>
                      <a:pt x="1523" y="13891"/>
                    </a:lnTo>
                    <a:lnTo>
                      <a:pt x="1523" y="15059"/>
                    </a:lnTo>
                    <a:lnTo>
                      <a:pt x="1523" y="15998"/>
                    </a:lnTo>
                    <a:lnTo>
                      <a:pt x="1523" y="16186"/>
                    </a:lnTo>
                    <a:cubicBezTo>
                      <a:pt x="1482" y="25113"/>
                      <a:pt x="1440" y="34019"/>
                      <a:pt x="1044" y="42925"/>
                    </a:cubicBezTo>
                    <a:cubicBezTo>
                      <a:pt x="1023" y="43133"/>
                      <a:pt x="1023" y="43363"/>
                      <a:pt x="1002" y="43571"/>
                    </a:cubicBezTo>
                    <a:cubicBezTo>
                      <a:pt x="981" y="44030"/>
                      <a:pt x="960" y="44510"/>
                      <a:pt x="939" y="44969"/>
                    </a:cubicBezTo>
                    <a:cubicBezTo>
                      <a:pt x="877" y="46074"/>
                      <a:pt x="814" y="47180"/>
                      <a:pt x="752" y="48264"/>
                    </a:cubicBezTo>
                    <a:lnTo>
                      <a:pt x="752" y="48285"/>
                    </a:lnTo>
                    <a:cubicBezTo>
                      <a:pt x="689" y="49307"/>
                      <a:pt x="626" y="50329"/>
                      <a:pt x="543" y="51351"/>
                    </a:cubicBezTo>
                    <a:lnTo>
                      <a:pt x="480" y="52060"/>
                    </a:lnTo>
                    <a:cubicBezTo>
                      <a:pt x="480" y="52165"/>
                      <a:pt x="460" y="52248"/>
                      <a:pt x="460" y="52352"/>
                    </a:cubicBezTo>
                    <a:cubicBezTo>
                      <a:pt x="460" y="52498"/>
                      <a:pt x="439" y="52644"/>
                      <a:pt x="439" y="52790"/>
                    </a:cubicBezTo>
                    <a:cubicBezTo>
                      <a:pt x="293" y="54480"/>
                      <a:pt x="105" y="56816"/>
                      <a:pt x="42" y="59256"/>
                    </a:cubicBezTo>
                    <a:cubicBezTo>
                      <a:pt x="21" y="59507"/>
                      <a:pt x="21" y="59778"/>
                      <a:pt x="21" y="60028"/>
                    </a:cubicBezTo>
                    <a:lnTo>
                      <a:pt x="21" y="61113"/>
                    </a:lnTo>
                    <a:lnTo>
                      <a:pt x="21" y="61133"/>
                    </a:lnTo>
                    <a:cubicBezTo>
                      <a:pt x="1" y="62301"/>
                      <a:pt x="42" y="63470"/>
                      <a:pt x="126" y="64554"/>
                    </a:cubicBezTo>
                    <a:lnTo>
                      <a:pt x="126" y="64658"/>
                    </a:lnTo>
                    <a:lnTo>
                      <a:pt x="126" y="64679"/>
                    </a:lnTo>
                    <a:cubicBezTo>
                      <a:pt x="147" y="64930"/>
                      <a:pt x="167" y="65180"/>
                      <a:pt x="209" y="65430"/>
                    </a:cubicBezTo>
                    <a:cubicBezTo>
                      <a:pt x="209" y="65472"/>
                      <a:pt x="209" y="65514"/>
                      <a:pt x="209" y="65555"/>
                    </a:cubicBezTo>
                    <a:cubicBezTo>
                      <a:pt x="230" y="65722"/>
                      <a:pt x="251" y="65868"/>
                      <a:pt x="272" y="66014"/>
                    </a:cubicBezTo>
                    <a:cubicBezTo>
                      <a:pt x="293" y="66202"/>
                      <a:pt x="334" y="66369"/>
                      <a:pt x="355" y="66536"/>
                    </a:cubicBezTo>
                    <a:cubicBezTo>
                      <a:pt x="376" y="66598"/>
                      <a:pt x="397" y="66661"/>
                      <a:pt x="397" y="66723"/>
                    </a:cubicBezTo>
                    <a:cubicBezTo>
                      <a:pt x="418" y="66848"/>
                      <a:pt x="439" y="66974"/>
                      <a:pt x="460" y="67099"/>
                    </a:cubicBezTo>
                    <a:cubicBezTo>
                      <a:pt x="501" y="67286"/>
                      <a:pt x="543" y="67474"/>
                      <a:pt x="585" y="67662"/>
                    </a:cubicBezTo>
                    <a:cubicBezTo>
                      <a:pt x="606" y="67745"/>
                      <a:pt x="626" y="67829"/>
                      <a:pt x="668" y="67912"/>
                    </a:cubicBezTo>
                    <a:cubicBezTo>
                      <a:pt x="668" y="67954"/>
                      <a:pt x="689" y="67975"/>
                      <a:pt x="689" y="68016"/>
                    </a:cubicBezTo>
                    <a:cubicBezTo>
                      <a:pt x="710" y="68079"/>
                      <a:pt x="731" y="68142"/>
                      <a:pt x="752" y="68204"/>
                    </a:cubicBezTo>
                    <a:cubicBezTo>
                      <a:pt x="752" y="68225"/>
                      <a:pt x="752" y="68225"/>
                      <a:pt x="772" y="68246"/>
                    </a:cubicBezTo>
                    <a:cubicBezTo>
                      <a:pt x="793" y="68308"/>
                      <a:pt x="814" y="68392"/>
                      <a:pt x="835" y="68454"/>
                    </a:cubicBezTo>
                    <a:cubicBezTo>
                      <a:pt x="856" y="68517"/>
                      <a:pt x="898" y="68580"/>
                      <a:pt x="918" y="68642"/>
                    </a:cubicBezTo>
                    <a:cubicBezTo>
                      <a:pt x="939" y="68726"/>
                      <a:pt x="1002" y="68809"/>
                      <a:pt x="1064" y="68872"/>
                    </a:cubicBezTo>
                    <a:lnTo>
                      <a:pt x="1690" y="68872"/>
                    </a:lnTo>
                    <a:cubicBezTo>
                      <a:pt x="1920" y="68872"/>
                      <a:pt x="2128" y="68851"/>
                      <a:pt x="2358" y="68851"/>
                    </a:cubicBezTo>
                    <a:lnTo>
                      <a:pt x="2858" y="68851"/>
                    </a:lnTo>
                    <a:cubicBezTo>
                      <a:pt x="3317" y="68830"/>
                      <a:pt x="3776" y="68809"/>
                      <a:pt x="4214" y="68788"/>
                    </a:cubicBezTo>
                    <a:lnTo>
                      <a:pt x="4339" y="68788"/>
                    </a:lnTo>
                    <a:lnTo>
                      <a:pt x="4485" y="68767"/>
                    </a:lnTo>
                    <a:lnTo>
                      <a:pt x="4652" y="68767"/>
                    </a:lnTo>
                    <a:cubicBezTo>
                      <a:pt x="4673" y="68746"/>
                      <a:pt x="4694" y="68726"/>
                      <a:pt x="4735" y="68705"/>
                    </a:cubicBezTo>
                    <a:cubicBezTo>
                      <a:pt x="4777" y="68621"/>
                      <a:pt x="4840" y="68559"/>
                      <a:pt x="4881" y="68475"/>
                    </a:cubicBezTo>
                    <a:cubicBezTo>
                      <a:pt x="4923" y="68350"/>
                      <a:pt x="4986" y="68225"/>
                      <a:pt x="5006" y="68100"/>
                    </a:cubicBezTo>
                    <a:cubicBezTo>
                      <a:pt x="5152" y="67516"/>
                      <a:pt x="5236" y="66932"/>
                      <a:pt x="5278" y="66348"/>
                    </a:cubicBezTo>
                    <a:cubicBezTo>
                      <a:pt x="5278" y="66160"/>
                      <a:pt x="5298" y="65952"/>
                      <a:pt x="5319" y="65806"/>
                    </a:cubicBezTo>
                    <a:cubicBezTo>
                      <a:pt x="5319" y="65639"/>
                      <a:pt x="5319" y="65472"/>
                      <a:pt x="5319" y="65305"/>
                    </a:cubicBezTo>
                    <a:lnTo>
                      <a:pt x="5319" y="65055"/>
                    </a:lnTo>
                    <a:lnTo>
                      <a:pt x="5319" y="64742"/>
                    </a:lnTo>
                    <a:lnTo>
                      <a:pt x="5319" y="63949"/>
                    </a:lnTo>
                    <a:lnTo>
                      <a:pt x="5319" y="63240"/>
                    </a:lnTo>
                    <a:cubicBezTo>
                      <a:pt x="5298" y="62239"/>
                      <a:pt x="5257" y="61238"/>
                      <a:pt x="5236" y="60403"/>
                    </a:cubicBezTo>
                    <a:lnTo>
                      <a:pt x="5236" y="60383"/>
                    </a:lnTo>
                    <a:cubicBezTo>
                      <a:pt x="5215" y="60070"/>
                      <a:pt x="5194" y="59799"/>
                      <a:pt x="5194" y="59527"/>
                    </a:cubicBezTo>
                    <a:lnTo>
                      <a:pt x="5194" y="59298"/>
                    </a:lnTo>
                    <a:lnTo>
                      <a:pt x="5194" y="59194"/>
                    </a:lnTo>
                    <a:lnTo>
                      <a:pt x="5194" y="59110"/>
                    </a:lnTo>
                    <a:lnTo>
                      <a:pt x="5194" y="58505"/>
                    </a:lnTo>
                    <a:lnTo>
                      <a:pt x="5194" y="58130"/>
                    </a:lnTo>
                    <a:cubicBezTo>
                      <a:pt x="5215" y="57546"/>
                      <a:pt x="5236" y="56962"/>
                      <a:pt x="5257" y="56378"/>
                    </a:cubicBezTo>
                    <a:cubicBezTo>
                      <a:pt x="5257" y="56211"/>
                      <a:pt x="5257" y="56065"/>
                      <a:pt x="5257" y="55898"/>
                    </a:cubicBezTo>
                    <a:lnTo>
                      <a:pt x="5257" y="55419"/>
                    </a:lnTo>
                    <a:cubicBezTo>
                      <a:pt x="5298" y="53750"/>
                      <a:pt x="5361" y="52060"/>
                      <a:pt x="5403" y="50371"/>
                    </a:cubicBezTo>
                    <a:cubicBezTo>
                      <a:pt x="5403" y="50142"/>
                      <a:pt x="5424" y="49954"/>
                      <a:pt x="5424" y="49704"/>
                    </a:cubicBezTo>
                    <a:cubicBezTo>
                      <a:pt x="5424" y="49453"/>
                      <a:pt x="5444" y="49224"/>
                      <a:pt x="5444" y="48974"/>
                    </a:cubicBezTo>
                    <a:cubicBezTo>
                      <a:pt x="5549" y="45553"/>
                      <a:pt x="5632" y="42111"/>
                      <a:pt x="5736" y="38691"/>
                    </a:cubicBezTo>
                    <a:cubicBezTo>
                      <a:pt x="5736" y="38691"/>
                      <a:pt x="5736" y="38670"/>
                      <a:pt x="5736" y="38670"/>
                    </a:cubicBezTo>
                    <a:cubicBezTo>
                      <a:pt x="5778" y="36876"/>
                      <a:pt x="5820" y="35082"/>
                      <a:pt x="5882" y="33289"/>
                    </a:cubicBezTo>
                    <a:lnTo>
                      <a:pt x="5882" y="33268"/>
                    </a:lnTo>
                    <a:lnTo>
                      <a:pt x="5882" y="33184"/>
                    </a:lnTo>
                    <a:cubicBezTo>
                      <a:pt x="5945" y="31120"/>
                      <a:pt x="6008" y="29076"/>
                      <a:pt x="6029" y="27031"/>
                    </a:cubicBezTo>
                    <a:cubicBezTo>
                      <a:pt x="6008" y="27011"/>
                      <a:pt x="6008" y="27011"/>
                      <a:pt x="6029" y="27011"/>
                    </a:cubicBezTo>
                    <a:lnTo>
                      <a:pt x="6029" y="26155"/>
                    </a:lnTo>
                    <a:lnTo>
                      <a:pt x="6029" y="25509"/>
                    </a:lnTo>
                    <a:cubicBezTo>
                      <a:pt x="6049" y="22422"/>
                      <a:pt x="5924" y="19335"/>
                      <a:pt x="5653" y="16248"/>
                    </a:cubicBezTo>
                    <a:cubicBezTo>
                      <a:pt x="5653" y="16165"/>
                      <a:pt x="5632" y="16081"/>
                      <a:pt x="5632" y="15998"/>
                    </a:cubicBezTo>
                    <a:cubicBezTo>
                      <a:pt x="5611" y="15768"/>
                      <a:pt x="5570" y="15539"/>
                      <a:pt x="5549" y="15310"/>
                    </a:cubicBezTo>
                    <a:cubicBezTo>
                      <a:pt x="5528" y="15080"/>
                      <a:pt x="5507" y="14830"/>
                      <a:pt x="5465" y="14600"/>
                    </a:cubicBezTo>
                    <a:cubicBezTo>
                      <a:pt x="4881" y="9720"/>
                      <a:pt x="3922" y="4860"/>
                      <a:pt x="4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1"/>
              <p:cNvSpPr/>
              <p:nvPr/>
            </p:nvSpPr>
            <p:spPr>
              <a:xfrm>
                <a:off x="8118475" y="3489575"/>
                <a:ext cx="340525" cy="645050"/>
              </a:xfrm>
              <a:custGeom>
                <a:rect b="b" l="l" r="r" t="t"/>
                <a:pathLst>
                  <a:path extrusionOk="0" h="25802" w="13621">
                    <a:moveTo>
                      <a:pt x="793" y="0"/>
                    </a:moveTo>
                    <a:lnTo>
                      <a:pt x="793" y="0"/>
                    </a:lnTo>
                    <a:cubicBezTo>
                      <a:pt x="1" y="3525"/>
                      <a:pt x="898" y="7259"/>
                      <a:pt x="2316" y="10617"/>
                    </a:cubicBezTo>
                    <a:cubicBezTo>
                      <a:pt x="3734" y="13954"/>
                      <a:pt x="5695" y="17041"/>
                      <a:pt x="7176" y="20378"/>
                    </a:cubicBezTo>
                    <a:cubicBezTo>
                      <a:pt x="7510" y="21150"/>
                      <a:pt x="7843" y="22151"/>
                      <a:pt x="8219" y="23173"/>
                    </a:cubicBezTo>
                    <a:cubicBezTo>
                      <a:pt x="8490" y="23924"/>
                      <a:pt x="8761" y="24696"/>
                      <a:pt x="9095" y="25405"/>
                    </a:cubicBezTo>
                    <a:lnTo>
                      <a:pt x="9282" y="25426"/>
                    </a:lnTo>
                    <a:cubicBezTo>
                      <a:pt x="9512" y="25467"/>
                      <a:pt x="9762" y="25509"/>
                      <a:pt x="10012" y="25530"/>
                    </a:cubicBezTo>
                    <a:cubicBezTo>
                      <a:pt x="10179" y="25551"/>
                      <a:pt x="10346" y="25572"/>
                      <a:pt x="10513" y="25593"/>
                    </a:cubicBezTo>
                    <a:cubicBezTo>
                      <a:pt x="11014" y="25634"/>
                      <a:pt x="11556" y="25676"/>
                      <a:pt x="12119" y="25718"/>
                    </a:cubicBezTo>
                    <a:lnTo>
                      <a:pt x="12286" y="25718"/>
                    </a:lnTo>
                    <a:lnTo>
                      <a:pt x="12453" y="25739"/>
                    </a:lnTo>
                    <a:lnTo>
                      <a:pt x="12870" y="25759"/>
                    </a:lnTo>
                    <a:cubicBezTo>
                      <a:pt x="12912" y="25770"/>
                      <a:pt x="12959" y="25770"/>
                      <a:pt x="13003" y="25770"/>
                    </a:cubicBezTo>
                    <a:cubicBezTo>
                      <a:pt x="13047" y="25770"/>
                      <a:pt x="13089" y="25770"/>
                      <a:pt x="13120" y="25780"/>
                    </a:cubicBezTo>
                    <a:cubicBezTo>
                      <a:pt x="13183" y="25801"/>
                      <a:pt x="13225" y="25801"/>
                      <a:pt x="13287" y="25801"/>
                    </a:cubicBezTo>
                    <a:lnTo>
                      <a:pt x="13621" y="25801"/>
                    </a:lnTo>
                    <a:cubicBezTo>
                      <a:pt x="13579" y="25572"/>
                      <a:pt x="13537" y="25363"/>
                      <a:pt x="13475" y="25175"/>
                    </a:cubicBezTo>
                    <a:cubicBezTo>
                      <a:pt x="13225" y="24341"/>
                      <a:pt x="12953" y="23507"/>
                      <a:pt x="12682" y="22693"/>
                    </a:cubicBezTo>
                    <a:cubicBezTo>
                      <a:pt x="12661" y="22652"/>
                      <a:pt x="12661" y="22610"/>
                      <a:pt x="12640" y="22568"/>
                    </a:cubicBezTo>
                    <a:cubicBezTo>
                      <a:pt x="12494" y="22172"/>
                      <a:pt x="12369" y="21797"/>
                      <a:pt x="12244" y="21421"/>
                    </a:cubicBezTo>
                    <a:cubicBezTo>
                      <a:pt x="12119" y="21108"/>
                      <a:pt x="11994" y="20795"/>
                      <a:pt x="11869" y="20483"/>
                    </a:cubicBezTo>
                    <a:cubicBezTo>
                      <a:pt x="11410" y="19314"/>
                      <a:pt x="10847" y="18167"/>
                      <a:pt x="10179" y="17083"/>
                    </a:cubicBezTo>
                    <a:cubicBezTo>
                      <a:pt x="10138" y="17020"/>
                      <a:pt x="10096" y="16978"/>
                      <a:pt x="10033" y="16853"/>
                    </a:cubicBezTo>
                    <a:cubicBezTo>
                      <a:pt x="9950" y="16749"/>
                      <a:pt x="9846" y="16603"/>
                      <a:pt x="9783" y="16499"/>
                    </a:cubicBezTo>
                    <a:cubicBezTo>
                      <a:pt x="9720" y="16394"/>
                      <a:pt x="9637" y="16290"/>
                      <a:pt x="9554" y="16165"/>
                    </a:cubicBezTo>
                    <a:cubicBezTo>
                      <a:pt x="7614" y="13433"/>
                      <a:pt x="5007" y="11138"/>
                      <a:pt x="3380" y="8197"/>
                    </a:cubicBezTo>
                    <a:cubicBezTo>
                      <a:pt x="1982" y="5674"/>
                      <a:pt x="1377" y="2816"/>
                      <a:pt x="7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1"/>
              <p:cNvSpPr/>
              <p:nvPr/>
            </p:nvSpPr>
            <p:spPr>
              <a:xfrm>
                <a:off x="8621675" y="3499975"/>
                <a:ext cx="30775" cy="7350"/>
              </a:xfrm>
              <a:custGeom>
                <a:rect b="b" l="l" r="r" t="t"/>
                <a:pathLst>
                  <a:path extrusionOk="0" h="294" w="1231">
                    <a:moveTo>
                      <a:pt x="109" y="0"/>
                    </a:moveTo>
                    <a:cubicBezTo>
                      <a:pt x="1" y="0"/>
                      <a:pt x="6" y="189"/>
                      <a:pt x="126" y="189"/>
                    </a:cubicBezTo>
                    <a:lnTo>
                      <a:pt x="146" y="189"/>
                    </a:lnTo>
                    <a:cubicBezTo>
                      <a:pt x="480" y="252"/>
                      <a:pt x="814" y="294"/>
                      <a:pt x="1148" y="294"/>
                    </a:cubicBezTo>
                    <a:cubicBezTo>
                      <a:pt x="1210" y="273"/>
                      <a:pt x="1231" y="189"/>
                      <a:pt x="1168" y="168"/>
                    </a:cubicBezTo>
                    <a:cubicBezTo>
                      <a:pt x="835" y="85"/>
                      <a:pt x="480" y="22"/>
                      <a:pt x="126" y="2"/>
                    </a:cubicBezTo>
                    <a:cubicBezTo>
                      <a:pt x="120" y="1"/>
                      <a:pt x="114" y="0"/>
                      <a:pt x="1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1"/>
              <p:cNvSpPr/>
              <p:nvPr/>
            </p:nvSpPr>
            <p:spPr>
              <a:xfrm>
                <a:off x="8635225" y="3437100"/>
                <a:ext cx="21925" cy="4525"/>
              </a:xfrm>
              <a:custGeom>
                <a:rect b="b" l="l" r="r" t="t"/>
                <a:pathLst>
                  <a:path extrusionOk="0" h="181" w="877">
                    <a:moveTo>
                      <a:pt x="408" y="0"/>
                    </a:moveTo>
                    <a:cubicBezTo>
                      <a:pt x="309" y="0"/>
                      <a:pt x="209" y="5"/>
                      <a:pt x="105" y="14"/>
                    </a:cubicBezTo>
                    <a:cubicBezTo>
                      <a:pt x="1" y="14"/>
                      <a:pt x="1" y="181"/>
                      <a:pt x="105" y="181"/>
                    </a:cubicBezTo>
                    <a:cubicBezTo>
                      <a:pt x="355" y="181"/>
                      <a:pt x="585" y="181"/>
                      <a:pt x="835" y="139"/>
                    </a:cubicBezTo>
                    <a:cubicBezTo>
                      <a:pt x="877" y="118"/>
                      <a:pt x="877" y="55"/>
                      <a:pt x="835" y="35"/>
                    </a:cubicBezTo>
                    <a:cubicBezTo>
                      <a:pt x="688" y="10"/>
                      <a:pt x="549"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1"/>
              <p:cNvSpPr/>
              <p:nvPr/>
            </p:nvSpPr>
            <p:spPr>
              <a:xfrm>
                <a:off x="8670700" y="3375375"/>
                <a:ext cx="15125" cy="4725"/>
              </a:xfrm>
              <a:custGeom>
                <a:rect b="b" l="l" r="r" t="t"/>
                <a:pathLst>
                  <a:path extrusionOk="0" h="189" w="605">
                    <a:moveTo>
                      <a:pt x="104" y="1"/>
                    </a:moveTo>
                    <a:cubicBezTo>
                      <a:pt x="0" y="22"/>
                      <a:pt x="0" y="168"/>
                      <a:pt x="104" y="188"/>
                    </a:cubicBezTo>
                    <a:cubicBezTo>
                      <a:pt x="250" y="188"/>
                      <a:pt x="375" y="168"/>
                      <a:pt x="521" y="168"/>
                    </a:cubicBezTo>
                    <a:cubicBezTo>
                      <a:pt x="605" y="168"/>
                      <a:pt x="605" y="42"/>
                      <a:pt x="521" y="42"/>
                    </a:cubicBezTo>
                    <a:cubicBezTo>
                      <a:pt x="375" y="22"/>
                      <a:pt x="250" y="1"/>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1"/>
              <p:cNvSpPr/>
              <p:nvPr/>
            </p:nvSpPr>
            <p:spPr>
              <a:xfrm>
                <a:off x="8685800" y="3441400"/>
                <a:ext cx="17775" cy="5450"/>
              </a:xfrm>
              <a:custGeom>
                <a:rect b="b" l="l" r="r" t="t"/>
                <a:pathLst>
                  <a:path extrusionOk="0" h="218" w="711">
                    <a:moveTo>
                      <a:pt x="264" y="0"/>
                    </a:moveTo>
                    <a:cubicBezTo>
                      <a:pt x="217" y="0"/>
                      <a:pt x="171" y="3"/>
                      <a:pt x="126" y="9"/>
                    </a:cubicBezTo>
                    <a:cubicBezTo>
                      <a:pt x="1" y="29"/>
                      <a:pt x="1" y="196"/>
                      <a:pt x="126" y="217"/>
                    </a:cubicBezTo>
                    <a:cubicBezTo>
                      <a:pt x="293" y="217"/>
                      <a:pt x="481" y="217"/>
                      <a:pt x="647" y="175"/>
                    </a:cubicBezTo>
                    <a:cubicBezTo>
                      <a:pt x="710" y="155"/>
                      <a:pt x="710" y="71"/>
                      <a:pt x="647" y="50"/>
                    </a:cubicBezTo>
                    <a:cubicBezTo>
                      <a:pt x="525" y="20"/>
                      <a:pt x="392"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1"/>
              <p:cNvSpPr/>
              <p:nvPr/>
            </p:nvSpPr>
            <p:spPr>
              <a:xfrm>
                <a:off x="8664950" y="3540325"/>
                <a:ext cx="18800" cy="6625"/>
              </a:xfrm>
              <a:custGeom>
                <a:rect b="b" l="l" r="r" t="t"/>
                <a:pathLst>
                  <a:path extrusionOk="0" h="265" w="752">
                    <a:moveTo>
                      <a:pt x="355" y="1"/>
                    </a:moveTo>
                    <a:cubicBezTo>
                      <a:pt x="285" y="1"/>
                      <a:pt x="216" y="6"/>
                      <a:pt x="147" y="14"/>
                    </a:cubicBezTo>
                    <a:cubicBezTo>
                      <a:pt x="1" y="35"/>
                      <a:pt x="1" y="244"/>
                      <a:pt x="147" y="265"/>
                    </a:cubicBezTo>
                    <a:cubicBezTo>
                      <a:pt x="313" y="265"/>
                      <a:pt x="480" y="265"/>
                      <a:pt x="668" y="223"/>
                    </a:cubicBezTo>
                    <a:cubicBezTo>
                      <a:pt x="751" y="202"/>
                      <a:pt x="751" y="77"/>
                      <a:pt x="668" y="35"/>
                    </a:cubicBezTo>
                    <a:cubicBezTo>
                      <a:pt x="558" y="11"/>
                      <a:pt x="455"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1"/>
              <p:cNvSpPr/>
              <p:nvPr/>
            </p:nvSpPr>
            <p:spPr>
              <a:xfrm>
                <a:off x="8652425" y="3622550"/>
                <a:ext cx="13075" cy="5225"/>
              </a:xfrm>
              <a:custGeom>
                <a:rect b="b" l="l" r="r" t="t"/>
                <a:pathLst>
                  <a:path extrusionOk="0" h="209" w="523">
                    <a:moveTo>
                      <a:pt x="126" y="0"/>
                    </a:moveTo>
                    <a:cubicBezTo>
                      <a:pt x="1" y="0"/>
                      <a:pt x="1" y="209"/>
                      <a:pt x="126" y="209"/>
                    </a:cubicBezTo>
                    <a:cubicBezTo>
                      <a:pt x="230" y="209"/>
                      <a:pt x="356" y="188"/>
                      <a:pt x="460" y="167"/>
                    </a:cubicBezTo>
                    <a:cubicBezTo>
                      <a:pt x="522" y="167"/>
                      <a:pt x="522" y="63"/>
                      <a:pt x="460" y="42"/>
                    </a:cubicBezTo>
                    <a:cubicBezTo>
                      <a:pt x="356" y="21"/>
                      <a:pt x="230" y="0"/>
                      <a:pt x="1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1"/>
              <p:cNvSpPr/>
              <p:nvPr/>
            </p:nvSpPr>
            <p:spPr>
              <a:xfrm>
                <a:off x="8613850" y="3696575"/>
                <a:ext cx="18800" cy="7325"/>
              </a:xfrm>
              <a:custGeom>
                <a:rect b="b" l="l" r="r" t="t"/>
                <a:pathLst>
                  <a:path extrusionOk="0" h="293" w="752">
                    <a:moveTo>
                      <a:pt x="147" y="1"/>
                    </a:moveTo>
                    <a:cubicBezTo>
                      <a:pt x="1" y="1"/>
                      <a:pt x="1" y="209"/>
                      <a:pt x="147" y="230"/>
                    </a:cubicBezTo>
                    <a:cubicBezTo>
                      <a:pt x="251" y="230"/>
                      <a:pt x="355" y="251"/>
                      <a:pt x="459" y="251"/>
                    </a:cubicBezTo>
                    <a:lnTo>
                      <a:pt x="493" y="251"/>
                    </a:lnTo>
                    <a:cubicBezTo>
                      <a:pt x="501" y="275"/>
                      <a:pt x="519" y="293"/>
                      <a:pt x="543" y="293"/>
                    </a:cubicBezTo>
                    <a:cubicBezTo>
                      <a:pt x="626" y="272"/>
                      <a:pt x="710" y="293"/>
                      <a:pt x="731" y="209"/>
                    </a:cubicBezTo>
                    <a:cubicBezTo>
                      <a:pt x="751" y="147"/>
                      <a:pt x="689" y="126"/>
                      <a:pt x="647" y="105"/>
                    </a:cubicBezTo>
                    <a:cubicBezTo>
                      <a:pt x="480" y="43"/>
                      <a:pt x="313" y="22"/>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1"/>
              <p:cNvSpPr/>
              <p:nvPr/>
            </p:nvSpPr>
            <p:spPr>
              <a:xfrm>
                <a:off x="8628450" y="3769075"/>
                <a:ext cx="34450" cy="8900"/>
              </a:xfrm>
              <a:custGeom>
                <a:rect b="b" l="l" r="r" t="t"/>
                <a:pathLst>
                  <a:path extrusionOk="0" h="356" w="1378">
                    <a:moveTo>
                      <a:pt x="167" y="0"/>
                    </a:moveTo>
                    <a:cubicBezTo>
                      <a:pt x="1" y="0"/>
                      <a:pt x="1" y="271"/>
                      <a:pt x="167" y="292"/>
                    </a:cubicBezTo>
                    <a:cubicBezTo>
                      <a:pt x="410" y="332"/>
                      <a:pt x="661" y="355"/>
                      <a:pt x="910" y="355"/>
                    </a:cubicBezTo>
                    <a:cubicBezTo>
                      <a:pt x="1046" y="355"/>
                      <a:pt x="1182" y="349"/>
                      <a:pt x="1315" y="334"/>
                    </a:cubicBezTo>
                    <a:cubicBezTo>
                      <a:pt x="1356" y="313"/>
                      <a:pt x="1377" y="250"/>
                      <a:pt x="1335" y="209"/>
                    </a:cubicBezTo>
                    <a:cubicBezTo>
                      <a:pt x="960" y="84"/>
                      <a:pt x="564" y="21"/>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1"/>
              <p:cNvSpPr/>
              <p:nvPr/>
            </p:nvSpPr>
            <p:spPr>
              <a:xfrm>
                <a:off x="8618025" y="3859275"/>
                <a:ext cx="15150" cy="6800"/>
              </a:xfrm>
              <a:custGeom>
                <a:rect b="b" l="l" r="r" t="t"/>
                <a:pathLst>
                  <a:path extrusionOk="0" h="272" w="606">
                    <a:moveTo>
                      <a:pt x="188" y="0"/>
                    </a:moveTo>
                    <a:cubicBezTo>
                      <a:pt x="0" y="0"/>
                      <a:pt x="0" y="272"/>
                      <a:pt x="188" y="272"/>
                    </a:cubicBezTo>
                    <a:cubicBezTo>
                      <a:pt x="292" y="272"/>
                      <a:pt x="397" y="251"/>
                      <a:pt x="522" y="230"/>
                    </a:cubicBezTo>
                    <a:cubicBezTo>
                      <a:pt x="605" y="209"/>
                      <a:pt x="605" y="63"/>
                      <a:pt x="522" y="42"/>
                    </a:cubicBezTo>
                    <a:cubicBezTo>
                      <a:pt x="397" y="0"/>
                      <a:pt x="292"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1"/>
              <p:cNvSpPr/>
              <p:nvPr/>
            </p:nvSpPr>
            <p:spPr>
              <a:xfrm>
                <a:off x="8602650" y="3917650"/>
                <a:ext cx="27900" cy="9050"/>
              </a:xfrm>
              <a:custGeom>
                <a:rect b="b" l="l" r="r" t="t"/>
                <a:pathLst>
                  <a:path extrusionOk="0" h="362" w="1116">
                    <a:moveTo>
                      <a:pt x="669" y="0"/>
                    </a:moveTo>
                    <a:cubicBezTo>
                      <a:pt x="478" y="0"/>
                      <a:pt x="289" y="48"/>
                      <a:pt x="115" y="147"/>
                    </a:cubicBezTo>
                    <a:cubicBezTo>
                      <a:pt x="1" y="185"/>
                      <a:pt x="60" y="362"/>
                      <a:pt x="181" y="362"/>
                    </a:cubicBezTo>
                    <a:cubicBezTo>
                      <a:pt x="193" y="362"/>
                      <a:pt x="206" y="360"/>
                      <a:pt x="219" y="356"/>
                    </a:cubicBezTo>
                    <a:cubicBezTo>
                      <a:pt x="344" y="314"/>
                      <a:pt x="490" y="273"/>
                      <a:pt x="636" y="252"/>
                    </a:cubicBezTo>
                    <a:cubicBezTo>
                      <a:pt x="761" y="252"/>
                      <a:pt x="907" y="252"/>
                      <a:pt x="1012" y="231"/>
                    </a:cubicBezTo>
                    <a:cubicBezTo>
                      <a:pt x="1095" y="210"/>
                      <a:pt x="1116" y="106"/>
                      <a:pt x="1053" y="64"/>
                    </a:cubicBezTo>
                    <a:cubicBezTo>
                      <a:pt x="927" y="22"/>
                      <a:pt x="798" y="0"/>
                      <a:pt x="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1"/>
              <p:cNvSpPr/>
              <p:nvPr/>
            </p:nvSpPr>
            <p:spPr>
              <a:xfrm>
                <a:off x="8618550" y="3958875"/>
                <a:ext cx="21400" cy="6475"/>
              </a:xfrm>
              <a:custGeom>
                <a:rect b="b" l="l" r="r" t="t"/>
                <a:pathLst>
                  <a:path extrusionOk="0" h="259" w="856">
                    <a:moveTo>
                      <a:pt x="167" y="0"/>
                    </a:moveTo>
                    <a:cubicBezTo>
                      <a:pt x="0" y="0"/>
                      <a:pt x="0" y="250"/>
                      <a:pt x="167" y="250"/>
                    </a:cubicBezTo>
                    <a:cubicBezTo>
                      <a:pt x="223" y="256"/>
                      <a:pt x="279" y="259"/>
                      <a:pt x="335" y="259"/>
                    </a:cubicBezTo>
                    <a:cubicBezTo>
                      <a:pt x="487" y="259"/>
                      <a:pt x="640" y="239"/>
                      <a:pt x="793" y="209"/>
                    </a:cubicBezTo>
                    <a:cubicBezTo>
                      <a:pt x="855" y="188"/>
                      <a:pt x="855" y="84"/>
                      <a:pt x="793" y="42"/>
                    </a:cubicBezTo>
                    <a:cubicBezTo>
                      <a:pt x="584" y="21"/>
                      <a:pt x="376"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1"/>
              <p:cNvSpPr/>
              <p:nvPr/>
            </p:nvSpPr>
            <p:spPr>
              <a:xfrm>
                <a:off x="8680900" y="3299100"/>
                <a:ext cx="17450" cy="5900"/>
              </a:xfrm>
              <a:custGeom>
                <a:rect b="b" l="l" r="r" t="t"/>
                <a:pathLst>
                  <a:path extrusionOk="0" h="236" w="698">
                    <a:moveTo>
                      <a:pt x="100" y="0"/>
                    </a:moveTo>
                    <a:cubicBezTo>
                      <a:pt x="6" y="0"/>
                      <a:pt x="1" y="155"/>
                      <a:pt x="113" y="173"/>
                    </a:cubicBezTo>
                    <a:cubicBezTo>
                      <a:pt x="280" y="194"/>
                      <a:pt x="447" y="215"/>
                      <a:pt x="614" y="236"/>
                    </a:cubicBezTo>
                    <a:cubicBezTo>
                      <a:pt x="677" y="236"/>
                      <a:pt x="697" y="152"/>
                      <a:pt x="635" y="132"/>
                    </a:cubicBezTo>
                    <a:cubicBezTo>
                      <a:pt x="468" y="90"/>
                      <a:pt x="301" y="48"/>
                      <a:pt x="134" y="6"/>
                    </a:cubicBezTo>
                    <a:cubicBezTo>
                      <a:pt x="122" y="2"/>
                      <a:pt x="110" y="0"/>
                      <a:pt x="1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1"/>
              <p:cNvSpPr/>
              <p:nvPr/>
            </p:nvSpPr>
            <p:spPr>
              <a:xfrm>
                <a:off x="8676550" y="3237050"/>
                <a:ext cx="20750" cy="8725"/>
              </a:xfrm>
              <a:custGeom>
                <a:rect b="b" l="l" r="r" t="t"/>
                <a:pathLst>
                  <a:path extrusionOk="0" h="349" w="830">
                    <a:moveTo>
                      <a:pt x="178" y="1"/>
                    </a:moveTo>
                    <a:cubicBezTo>
                      <a:pt x="78" y="1"/>
                      <a:pt x="1" y="167"/>
                      <a:pt x="121" y="236"/>
                    </a:cubicBezTo>
                    <a:cubicBezTo>
                      <a:pt x="233" y="311"/>
                      <a:pt x="361" y="348"/>
                      <a:pt x="490" y="348"/>
                    </a:cubicBezTo>
                    <a:cubicBezTo>
                      <a:pt x="576" y="348"/>
                      <a:pt x="663" y="332"/>
                      <a:pt x="746" y="298"/>
                    </a:cubicBezTo>
                    <a:cubicBezTo>
                      <a:pt x="830" y="257"/>
                      <a:pt x="767" y="132"/>
                      <a:pt x="705" y="132"/>
                    </a:cubicBezTo>
                    <a:cubicBezTo>
                      <a:pt x="538" y="132"/>
                      <a:pt x="371" y="90"/>
                      <a:pt x="246" y="27"/>
                    </a:cubicBezTo>
                    <a:cubicBezTo>
                      <a:pt x="223" y="9"/>
                      <a:pt x="200" y="1"/>
                      <a:pt x="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1"/>
              <p:cNvSpPr/>
              <p:nvPr/>
            </p:nvSpPr>
            <p:spPr>
              <a:xfrm>
                <a:off x="8672250" y="3160325"/>
                <a:ext cx="21925" cy="6200"/>
              </a:xfrm>
              <a:custGeom>
                <a:rect b="b" l="l" r="r" t="t"/>
                <a:pathLst>
                  <a:path extrusionOk="0" h="248" w="877">
                    <a:moveTo>
                      <a:pt x="334" y="1"/>
                    </a:moveTo>
                    <a:cubicBezTo>
                      <a:pt x="271" y="1"/>
                      <a:pt x="208" y="3"/>
                      <a:pt x="147" y="9"/>
                    </a:cubicBezTo>
                    <a:cubicBezTo>
                      <a:pt x="1" y="9"/>
                      <a:pt x="1" y="239"/>
                      <a:pt x="147" y="239"/>
                    </a:cubicBezTo>
                    <a:cubicBezTo>
                      <a:pt x="208" y="245"/>
                      <a:pt x="271" y="247"/>
                      <a:pt x="334" y="247"/>
                    </a:cubicBezTo>
                    <a:cubicBezTo>
                      <a:pt x="488" y="247"/>
                      <a:pt x="646" y="233"/>
                      <a:pt x="793" y="218"/>
                    </a:cubicBezTo>
                    <a:cubicBezTo>
                      <a:pt x="877" y="176"/>
                      <a:pt x="877" y="72"/>
                      <a:pt x="793" y="30"/>
                    </a:cubicBezTo>
                    <a:cubicBezTo>
                      <a:pt x="646" y="15"/>
                      <a:pt x="488" y="1"/>
                      <a:pt x="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1"/>
              <p:cNvSpPr/>
              <p:nvPr/>
            </p:nvSpPr>
            <p:spPr>
              <a:xfrm>
                <a:off x="8631725" y="3167950"/>
                <a:ext cx="26775" cy="7425"/>
              </a:xfrm>
              <a:custGeom>
                <a:rect b="b" l="l" r="r" t="t"/>
                <a:pathLst>
                  <a:path extrusionOk="0" h="297" w="1071">
                    <a:moveTo>
                      <a:pt x="406" y="1"/>
                    </a:moveTo>
                    <a:cubicBezTo>
                      <a:pt x="311" y="1"/>
                      <a:pt x="215" y="13"/>
                      <a:pt x="120" y="38"/>
                    </a:cubicBezTo>
                    <a:cubicBezTo>
                      <a:pt x="1" y="58"/>
                      <a:pt x="33" y="248"/>
                      <a:pt x="162" y="248"/>
                    </a:cubicBezTo>
                    <a:cubicBezTo>
                      <a:pt x="169" y="248"/>
                      <a:pt x="175" y="248"/>
                      <a:pt x="182" y="247"/>
                    </a:cubicBezTo>
                    <a:cubicBezTo>
                      <a:pt x="271" y="232"/>
                      <a:pt x="362" y="225"/>
                      <a:pt x="454" y="225"/>
                    </a:cubicBezTo>
                    <a:cubicBezTo>
                      <a:pt x="622" y="225"/>
                      <a:pt x="793" y="248"/>
                      <a:pt x="954" y="288"/>
                    </a:cubicBezTo>
                    <a:cubicBezTo>
                      <a:pt x="966" y="294"/>
                      <a:pt x="977" y="297"/>
                      <a:pt x="986" y="297"/>
                    </a:cubicBezTo>
                    <a:cubicBezTo>
                      <a:pt x="1047" y="297"/>
                      <a:pt x="1071" y="199"/>
                      <a:pt x="1017" y="163"/>
                    </a:cubicBezTo>
                    <a:cubicBezTo>
                      <a:pt x="828" y="62"/>
                      <a:pt x="620" y="1"/>
                      <a:pt x="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1"/>
              <p:cNvSpPr/>
              <p:nvPr/>
            </p:nvSpPr>
            <p:spPr>
              <a:xfrm>
                <a:off x="8664425" y="3068550"/>
                <a:ext cx="25450" cy="9750"/>
              </a:xfrm>
              <a:custGeom>
                <a:rect b="b" l="l" r="r" t="t"/>
                <a:pathLst>
                  <a:path extrusionOk="0" h="390" w="1018">
                    <a:moveTo>
                      <a:pt x="282" y="0"/>
                    </a:moveTo>
                    <a:cubicBezTo>
                      <a:pt x="237" y="0"/>
                      <a:pt x="192" y="3"/>
                      <a:pt x="147" y="9"/>
                    </a:cubicBezTo>
                    <a:cubicBezTo>
                      <a:pt x="22" y="30"/>
                      <a:pt x="1" y="239"/>
                      <a:pt x="147" y="239"/>
                    </a:cubicBezTo>
                    <a:lnTo>
                      <a:pt x="168" y="239"/>
                    </a:lnTo>
                    <a:cubicBezTo>
                      <a:pt x="212" y="236"/>
                      <a:pt x="255" y="234"/>
                      <a:pt x="298" y="234"/>
                    </a:cubicBezTo>
                    <a:cubicBezTo>
                      <a:pt x="520" y="234"/>
                      <a:pt x="730" y="280"/>
                      <a:pt x="939" y="385"/>
                    </a:cubicBezTo>
                    <a:cubicBezTo>
                      <a:pt x="945" y="388"/>
                      <a:pt x="951" y="389"/>
                      <a:pt x="956" y="389"/>
                    </a:cubicBezTo>
                    <a:cubicBezTo>
                      <a:pt x="991" y="389"/>
                      <a:pt x="1017" y="337"/>
                      <a:pt x="981" y="301"/>
                    </a:cubicBezTo>
                    <a:cubicBezTo>
                      <a:pt x="803" y="105"/>
                      <a:pt x="548" y="0"/>
                      <a:pt x="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1"/>
              <p:cNvSpPr/>
              <p:nvPr/>
            </p:nvSpPr>
            <p:spPr>
              <a:xfrm>
                <a:off x="8655175" y="2952500"/>
                <a:ext cx="18150" cy="6825"/>
              </a:xfrm>
              <a:custGeom>
                <a:rect b="b" l="l" r="r" t="t"/>
                <a:pathLst>
                  <a:path extrusionOk="0" h="273" w="726">
                    <a:moveTo>
                      <a:pt x="642" y="0"/>
                    </a:moveTo>
                    <a:cubicBezTo>
                      <a:pt x="454" y="21"/>
                      <a:pt x="266" y="42"/>
                      <a:pt x="100" y="84"/>
                    </a:cubicBezTo>
                    <a:cubicBezTo>
                      <a:pt x="1" y="103"/>
                      <a:pt x="33" y="273"/>
                      <a:pt x="125" y="273"/>
                    </a:cubicBezTo>
                    <a:cubicBezTo>
                      <a:pt x="131" y="273"/>
                      <a:pt x="136" y="272"/>
                      <a:pt x="141" y="271"/>
                    </a:cubicBezTo>
                    <a:cubicBezTo>
                      <a:pt x="308" y="230"/>
                      <a:pt x="496" y="188"/>
                      <a:pt x="663" y="146"/>
                    </a:cubicBezTo>
                    <a:cubicBezTo>
                      <a:pt x="725" y="125"/>
                      <a:pt x="725" y="0"/>
                      <a:pt x="6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1"/>
              <p:cNvSpPr/>
              <p:nvPr/>
            </p:nvSpPr>
            <p:spPr>
              <a:xfrm>
                <a:off x="8845900" y="3581350"/>
                <a:ext cx="25575" cy="9925"/>
              </a:xfrm>
              <a:custGeom>
                <a:rect b="b" l="l" r="r" t="t"/>
                <a:pathLst>
                  <a:path extrusionOk="0" h="397" w="1023">
                    <a:moveTo>
                      <a:pt x="146" y="0"/>
                    </a:moveTo>
                    <a:cubicBezTo>
                      <a:pt x="0" y="21"/>
                      <a:pt x="0" y="230"/>
                      <a:pt x="146" y="251"/>
                    </a:cubicBezTo>
                    <a:cubicBezTo>
                      <a:pt x="438" y="251"/>
                      <a:pt x="688" y="376"/>
                      <a:pt x="960" y="397"/>
                    </a:cubicBezTo>
                    <a:cubicBezTo>
                      <a:pt x="1001" y="376"/>
                      <a:pt x="1022" y="334"/>
                      <a:pt x="1022" y="313"/>
                    </a:cubicBezTo>
                    <a:cubicBezTo>
                      <a:pt x="814" y="42"/>
                      <a:pt x="438" y="0"/>
                      <a:pt x="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1"/>
              <p:cNvSpPr/>
              <p:nvPr/>
            </p:nvSpPr>
            <p:spPr>
              <a:xfrm>
                <a:off x="8823475" y="3658000"/>
                <a:ext cx="13575" cy="6275"/>
              </a:xfrm>
              <a:custGeom>
                <a:rect b="b" l="l" r="r" t="t"/>
                <a:pathLst>
                  <a:path extrusionOk="0" h="251" w="543">
                    <a:moveTo>
                      <a:pt x="125" y="0"/>
                    </a:moveTo>
                    <a:cubicBezTo>
                      <a:pt x="0" y="42"/>
                      <a:pt x="0" y="230"/>
                      <a:pt x="125" y="251"/>
                    </a:cubicBezTo>
                    <a:lnTo>
                      <a:pt x="313" y="251"/>
                    </a:lnTo>
                    <a:cubicBezTo>
                      <a:pt x="355" y="251"/>
                      <a:pt x="397" y="230"/>
                      <a:pt x="459" y="209"/>
                    </a:cubicBezTo>
                    <a:cubicBezTo>
                      <a:pt x="543" y="188"/>
                      <a:pt x="543" y="63"/>
                      <a:pt x="459" y="42"/>
                    </a:cubicBezTo>
                    <a:cubicBezTo>
                      <a:pt x="397" y="42"/>
                      <a:pt x="35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1"/>
              <p:cNvSpPr/>
              <p:nvPr/>
            </p:nvSpPr>
            <p:spPr>
              <a:xfrm>
                <a:off x="8777050" y="3741775"/>
                <a:ext cx="28200" cy="8025"/>
              </a:xfrm>
              <a:custGeom>
                <a:rect b="b" l="l" r="r" t="t"/>
                <a:pathLst>
                  <a:path extrusionOk="0" h="321" w="1128">
                    <a:moveTo>
                      <a:pt x="407" y="0"/>
                    </a:moveTo>
                    <a:cubicBezTo>
                      <a:pt x="314" y="0"/>
                      <a:pt x="220" y="10"/>
                      <a:pt x="126" y="28"/>
                    </a:cubicBezTo>
                    <a:cubicBezTo>
                      <a:pt x="1" y="49"/>
                      <a:pt x="22" y="237"/>
                      <a:pt x="147" y="237"/>
                    </a:cubicBezTo>
                    <a:cubicBezTo>
                      <a:pt x="293" y="237"/>
                      <a:pt x="446" y="249"/>
                      <a:pt x="598" y="267"/>
                    </a:cubicBezTo>
                    <a:lnTo>
                      <a:pt x="598" y="267"/>
                    </a:lnTo>
                    <a:cubicBezTo>
                      <a:pt x="608" y="282"/>
                      <a:pt x="625" y="294"/>
                      <a:pt x="648" y="299"/>
                    </a:cubicBezTo>
                    <a:lnTo>
                      <a:pt x="968" y="318"/>
                    </a:lnTo>
                    <a:lnTo>
                      <a:pt x="968" y="318"/>
                    </a:lnTo>
                    <a:cubicBezTo>
                      <a:pt x="973" y="319"/>
                      <a:pt x="977" y="320"/>
                      <a:pt x="981" y="320"/>
                    </a:cubicBezTo>
                    <a:lnTo>
                      <a:pt x="981" y="319"/>
                    </a:lnTo>
                    <a:lnTo>
                      <a:pt x="981" y="319"/>
                    </a:lnTo>
                    <a:lnTo>
                      <a:pt x="1002" y="320"/>
                    </a:lnTo>
                    <a:cubicBezTo>
                      <a:pt x="1086" y="320"/>
                      <a:pt x="1127" y="195"/>
                      <a:pt x="1044" y="153"/>
                    </a:cubicBezTo>
                    <a:cubicBezTo>
                      <a:pt x="839" y="51"/>
                      <a:pt x="625"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1"/>
              <p:cNvSpPr/>
              <p:nvPr/>
            </p:nvSpPr>
            <p:spPr>
              <a:xfrm>
                <a:off x="8802250" y="3807225"/>
                <a:ext cx="30000" cy="10950"/>
              </a:xfrm>
              <a:custGeom>
                <a:rect b="b" l="l" r="r" t="t"/>
                <a:pathLst>
                  <a:path extrusionOk="0" h="438" w="1200">
                    <a:moveTo>
                      <a:pt x="490" y="0"/>
                    </a:moveTo>
                    <a:cubicBezTo>
                      <a:pt x="367" y="0"/>
                      <a:pt x="241" y="26"/>
                      <a:pt x="119" y="80"/>
                    </a:cubicBezTo>
                    <a:cubicBezTo>
                      <a:pt x="0" y="120"/>
                      <a:pt x="32" y="311"/>
                      <a:pt x="162" y="311"/>
                    </a:cubicBezTo>
                    <a:cubicBezTo>
                      <a:pt x="168" y="311"/>
                      <a:pt x="175" y="311"/>
                      <a:pt x="182" y="310"/>
                    </a:cubicBezTo>
                    <a:lnTo>
                      <a:pt x="203" y="310"/>
                    </a:lnTo>
                    <a:cubicBezTo>
                      <a:pt x="290" y="291"/>
                      <a:pt x="380" y="281"/>
                      <a:pt x="469" y="281"/>
                    </a:cubicBezTo>
                    <a:cubicBezTo>
                      <a:pt x="679" y="281"/>
                      <a:pt x="889" y="332"/>
                      <a:pt x="1079" y="435"/>
                    </a:cubicBezTo>
                    <a:cubicBezTo>
                      <a:pt x="1085" y="437"/>
                      <a:pt x="1092" y="438"/>
                      <a:pt x="1099" y="438"/>
                    </a:cubicBezTo>
                    <a:cubicBezTo>
                      <a:pt x="1153" y="438"/>
                      <a:pt x="1199" y="365"/>
                      <a:pt x="1162" y="310"/>
                    </a:cubicBezTo>
                    <a:cubicBezTo>
                      <a:pt x="993" y="112"/>
                      <a:pt x="747" y="0"/>
                      <a:pt x="4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1"/>
              <p:cNvSpPr/>
              <p:nvPr/>
            </p:nvSpPr>
            <p:spPr>
              <a:xfrm>
                <a:off x="8870575" y="3502575"/>
                <a:ext cx="30100" cy="12050"/>
              </a:xfrm>
              <a:custGeom>
                <a:rect b="b" l="l" r="r" t="t"/>
                <a:pathLst>
                  <a:path extrusionOk="0" h="482" w="1204">
                    <a:moveTo>
                      <a:pt x="203" y="0"/>
                    </a:moveTo>
                    <a:cubicBezTo>
                      <a:pt x="87" y="0"/>
                      <a:pt x="0" y="171"/>
                      <a:pt x="119" y="210"/>
                    </a:cubicBezTo>
                    <a:cubicBezTo>
                      <a:pt x="432" y="356"/>
                      <a:pt x="765" y="440"/>
                      <a:pt x="1120" y="482"/>
                    </a:cubicBezTo>
                    <a:cubicBezTo>
                      <a:pt x="1182" y="461"/>
                      <a:pt x="1203" y="377"/>
                      <a:pt x="1141" y="336"/>
                    </a:cubicBezTo>
                    <a:cubicBezTo>
                      <a:pt x="849" y="169"/>
                      <a:pt x="536" y="44"/>
                      <a:pt x="223" y="2"/>
                    </a:cubicBezTo>
                    <a:cubicBezTo>
                      <a:pt x="216" y="1"/>
                      <a:pt x="210" y="0"/>
                      <a:pt x="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1"/>
              <p:cNvSpPr/>
              <p:nvPr/>
            </p:nvSpPr>
            <p:spPr>
              <a:xfrm>
                <a:off x="8863575" y="3688950"/>
                <a:ext cx="16625" cy="9300"/>
              </a:xfrm>
              <a:custGeom>
                <a:rect b="b" l="l" r="r" t="t"/>
                <a:pathLst>
                  <a:path extrusionOk="0" h="372" w="665">
                    <a:moveTo>
                      <a:pt x="156" y="0"/>
                    </a:moveTo>
                    <a:cubicBezTo>
                      <a:pt x="59" y="0"/>
                      <a:pt x="1" y="128"/>
                      <a:pt x="107" y="181"/>
                    </a:cubicBezTo>
                    <a:cubicBezTo>
                      <a:pt x="253" y="264"/>
                      <a:pt x="399" y="327"/>
                      <a:pt x="545" y="368"/>
                    </a:cubicBezTo>
                    <a:cubicBezTo>
                      <a:pt x="552" y="370"/>
                      <a:pt x="559" y="371"/>
                      <a:pt x="566" y="371"/>
                    </a:cubicBezTo>
                    <a:cubicBezTo>
                      <a:pt x="635" y="371"/>
                      <a:pt x="664" y="281"/>
                      <a:pt x="607" y="243"/>
                    </a:cubicBezTo>
                    <a:cubicBezTo>
                      <a:pt x="482" y="160"/>
                      <a:pt x="357" y="76"/>
                      <a:pt x="211" y="14"/>
                    </a:cubicBezTo>
                    <a:cubicBezTo>
                      <a:pt x="192" y="4"/>
                      <a:pt x="173" y="0"/>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1"/>
              <p:cNvSpPr/>
              <p:nvPr/>
            </p:nvSpPr>
            <p:spPr>
              <a:xfrm>
                <a:off x="8739000" y="3913500"/>
                <a:ext cx="15675" cy="5775"/>
              </a:xfrm>
              <a:custGeom>
                <a:rect b="b" l="l" r="r" t="t"/>
                <a:pathLst>
                  <a:path extrusionOk="0" h="231" w="627">
                    <a:moveTo>
                      <a:pt x="146" y="1"/>
                    </a:moveTo>
                    <a:cubicBezTo>
                      <a:pt x="0" y="21"/>
                      <a:pt x="0" y="209"/>
                      <a:pt x="146" y="230"/>
                    </a:cubicBezTo>
                    <a:cubicBezTo>
                      <a:pt x="272" y="230"/>
                      <a:pt x="418" y="209"/>
                      <a:pt x="543" y="188"/>
                    </a:cubicBezTo>
                    <a:cubicBezTo>
                      <a:pt x="626" y="167"/>
                      <a:pt x="626" y="42"/>
                      <a:pt x="543" y="21"/>
                    </a:cubicBezTo>
                    <a:cubicBezTo>
                      <a:pt x="418" y="1"/>
                      <a:pt x="272" y="1"/>
                      <a:pt x="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1"/>
              <p:cNvSpPr/>
              <p:nvPr/>
            </p:nvSpPr>
            <p:spPr>
              <a:xfrm>
                <a:off x="8787125" y="4000025"/>
                <a:ext cx="25950" cy="7025"/>
              </a:xfrm>
              <a:custGeom>
                <a:rect b="b" l="l" r="r" t="t"/>
                <a:pathLst>
                  <a:path extrusionOk="0" h="281" w="1038">
                    <a:moveTo>
                      <a:pt x="165" y="0"/>
                    </a:moveTo>
                    <a:cubicBezTo>
                      <a:pt x="51" y="0"/>
                      <a:pt x="0" y="191"/>
                      <a:pt x="119" y="211"/>
                    </a:cubicBezTo>
                    <a:cubicBezTo>
                      <a:pt x="338" y="257"/>
                      <a:pt x="546" y="281"/>
                      <a:pt x="759" y="281"/>
                    </a:cubicBezTo>
                    <a:cubicBezTo>
                      <a:pt x="830" y="281"/>
                      <a:pt x="902" y="278"/>
                      <a:pt x="975" y="273"/>
                    </a:cubicBezTo>
                    <a:cubicBezTo>
                      <a:pt x="1016" y="273"/>
                      <a:pt x="1037" y="211"/>
                      <a:pt x="995" y="190"/>
                    </a:cubicBezTo>
                    <a:cubicBezTo>
                      <a:pt x="724" y="85"/>
                      <a:pt x="453" y="23"/>
                      <a:pt x="182" y="2"/>
                    </a:cubicBezTo>
                    <a:cubicBezTo>
                      <a:pt x="176" y="1"/>
                      <a:pt x="170"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1"/>
              <p:cNvSpPr/>
              <p:nvPr/>
            </p:nvSpPr>
            <p:spPr>
              <a:xfrm>
                <a:off x="8704725" y="4038100"/>
                <a:ext cx="27400" cy="14725"/>
              </a:xfrm>
              <a:custGeom>
                <a:rect b="b" l="l" r="r" t="t"/>
                <a:pathLst>
                  <a:path extrusionOk="0" h="589" w="1096">
                    <a:moveTo>
                      <a:pt x="205" y="0"/>
                    </a:moveTo>
                    <a:cubicBezTo>
                      <a:pt x="53" y="0"/>
                      <a:pt x="1" y="232"/>
                      <a:pt x="141" y="252"/>
                    </a:cubicBezTo>
                    <a:cubicBezTo>
                      <a:pt x="433" y="314"/>
                      <a:pt x="725" y="419"/>
                      <a:pt x="975" y="586"/>
                    </a:cubicBezTo>
                    <a:cubicBezTo>
                      <a:pt x="982" y="588"/>
                      <a:pt x="989" y="589"/>
                      <a:pt x="995" y="589"/>
                    </a:cubicBezTo>
                    <a:cubicBezTo>
                      <a:pt x="1050" y="589"/>
                      <a:pt x="1096" y="518"/>
                      <a:pt x="1059" y="481"/>
                    </a:cubicBezTo>
                    <a:cubicBezTo>
                      <a:pt x="829" y="231"/>
                      <a:pt x="537" y="64"/>
                      <a:pt x="224" y="2"/>
                    </a:cubicBezTo>
                    <a:cubicBezTo>
                      <a:pt x="218" y="1"/>
                      <a:pt x="211" y="0"/>
                      <a:pt x="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1"/>
              <p:cNvSpPr/>
              <p:nvPr/>
            </p:nvSpPr>
            <p:spPr>
              <a:xfrm>
                <a:off x="8342000" y="4037900"/>
                <a:ext cx="17925" cy="8950"/>
              </a:xfrm>
              <a:custGeom>
                <a:rect b="b" l="l" r="r" t="t"/>
                <a:pathLst>
                  <a:path extrusionOk="0" h="358" w="717">
                    <a:moveTo>
                      <a:pt x="479" y="1"/>
                    </a:moveTo>
                    <a:cubicBezTo>
                      <a:pt x="347" y="1"/>
                      <a:pt x="207" y="74"/>
                      <a:pt x="112" y="156"/>
                    </a:cubicBezTo>
                    <a:cubicBezTo>
                      <a:pt x="1" y="251"/>
                      <a:pt x="83" y="358"/>
                      <a:pt x="184" y="358"/>
                    </a:cubicBezTo>
                    <a:cubicBezTo>
                      <a:pt x="215" y="358"/>
                      <a:pt x="249" y="347"/>
                      <a:pt x="279" y="322"/>
                    </a:cubicBezTo>
                    <a:cubicBezTo>
                      <a:pt x="404" y="218"/>
                      <a:pt x="508" y="281"/>
                      <a:pt x="633" y="239"/>
                    </a:cubicBezTo>
                    <a:cubicBezTo>
                      <a:pt x="696" y="218"/>
                      <a:pt x="717" y="114"/>
                      <a:pt x="675" y="72"/>
                    </a:cubicBezTo>
                    <a:cubicBezTo>
                      <a:pt x="617" y="21"/>
                      <a:pt x="549" y="1"/>
                      <a:pt x="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1"/>
              <p:cNvSpPr/>
              <p:nvPr/>
            </p:nvSpPr>
            <p:spPr>
              <a:xfrm>
                <a:off x="8330075" y="3980675"/>
                <a:ext cx="16700" cy="17800"/>
              </a:xfrm>
              <a:custGeom>
                <a:rect b="b" l="l" r="r" t="t"/>
                <a:pathLst>
                  <a:path extrusionOk="0" h="712" w="668">
                    <a:moveTo>
                      <a:pt x="573" y="1"/>
                    </a:moveTo>
                    <a:cubicBezTo>
                      <a:pt x="565" y="1"/>
                      <a:pt x="556" y="2"/>
                      <a:pt x="547" y="4"/>
                    </a:cubicBezTo>
                    <a:cubicBezTo>
                      <a:pt x="276" y="67"/>
                      <a:pt x="68" y="275"/>
                      <a:pt x="26" y="547"/>
                    </a:cubicBezTo>
                    <a:cubicBezTo>
                      <a:pt x="0" y="649"/>
                      <a:pt x="84" y="712"/>
                      <a:pt x="163" y="712"/>
                    </a:cubicBezTo>
                    <a:cubicBezTo>
                      <a:pt x="212" y="712"/>
                      <a:pt x="260" y="687"/>
                      <a:pt x="276" y="630"/>
                    </a:cubicBezTo>
                    <a:cubicBezTo>
                      <a:pt x="360" y="442"/>
                      <a:pt x="464" y="255"/>
                      <a:pt x="631" y="129"/>
                    </a:cubicBezTo>
                    <a:cubicBezTo>
                      <a:pt x="668" y="73"/>
                      <a:pt x="639" y="1"/>
                      <a:pt x="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1"/>
              <p:cNvSpPr/>
              <p:nvPr/>
            </p:nvSpPr>
            <p:spPr>
              <a:xfrm>
                <a:off x="8295400" y="3922900"/>
                <a:ext cx="22825" cy="8925"/>
              </a:xfrm>
              <a:custGeom>
                <a:rect b="b" l="l" r="r" t="t"/>
                <a:pathLst>
                  <a:path extrusionOk="0" h="357" w="913">
                    <a:moveTo>
                      <a:pt x="829" y="0"/>
                    </a:moveTo>
                    <a:cubicBezTo>
                      <a:pt x="579" y="21"/>
                      <a:pt x="349" y="83"/>
                      <a:pt x="99" y="167"/>
                    </a:cubicBezTo>
                    <a:cubicBezTo>
                      <a:pt x="1" y="206"/>
                      <a:pt x="32" y="356"/>
                      <a:pt x="123" y="356"/>
                    </a:cubicBezTo>
                    <a:cubicBezTo>
                      <a:pt x="129" y="356"/>
                      <a:pt x="134" y="356"/>
                      <a:pt x="140" y="355"/>
                    </a:cubicBezTo>
                    <a:cubicBezTo>
                      <a:pt x="391" y="292"/>
                      <a:pt x="641" y="209"/>
                      <a:pt x="871" y="83"/>
                    </a:cubicBezTo>
                    <a:cubicBezTo>
                      <a:pt x="912" y="63"/>
                      <a:pt x="891" y="0"/>
                      <a:pt x="8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1"/>
              <p:cNvSpPr/>
              <p:nvPr/>
            </p:nvSpPr>
            <p:spPr>
              <a:xfrm>
                <a:off x="8371325" y="3975500"/>
                <a:ext cx="18325" cy="10300"/>
              </a:xfrm>
              <a:custGeom>
                <a:rect b="b" l="l" r="r" t="t"/>
                <a:pathLst>
                  <a:path extrusionOk="0" h="412" w="733">
                    <a:moveTo>
                      <a:pt x="508" y="0"/>
                    </a:moveTo>
                    <a:cubicBezTo>
                      <a:pt x="343" y="0"/>
                      <a:pt x="175" y="70"/>
                      <a:pt x="65" y="211"/>
                    </a:cubicBezTo>
                    <a:cubicBezTo>
                      <a:pt x="0" y="292"/>
                      <a:pt x="87" y="411"/>
                      <a:pt x="168" y="411"/>
                    </a:cubicBezTo>
                    <a:cubicBezTo>
                      <a:pt x="191" y="411"/>
                      <a:pt x="214" y="401"/>
                      <a:pt x="232" y="378"/>
                    </a:cubicBezTo>
                    <a:cubicBezTo>
                      <a:pt x="336" y="232"/>
                      <a:pt x="503" y="149"/>
                      <a:pt x="670" y="128"/>
                    </a:cubicBezTo>
                    <a:cubicBezTo>
                      <a:pt x="733" y="128"/>
                      <a:pt x="712" y="44"/>
                      <a:pt x="670" y="24"/>
                    </a:cubicBezTo>
                    <a:cubicBezTo>
                      <a:pt x="618" y="8"/>
                      <a:pt x="563" y="0"/>
                      <a:pt x="5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1"/>
              <p:cNvSpPr/>
              <p:nvPr/>
            </p:nvSpPr>
            <p:spPr>
              <a:xfrm>
                <a:off x="8394200" y="4059950"/>
                <a:ext cx="20900" cy="14000"/>
              </a:xfrm>
              <a:custGeom>
                <a:rect b="b" l="l" r="r" t="t"/>
                <a:pathLst>
                  <a:path extrusionOk="0" h="560" w="836">
                    <a:moveTo>
                      <a:pt x="755" y="0"/>
                    </a:moveTo>
                    <a:cubicBezTo>
                      <a:pt x="749" y="0"/>
                      <a:pt x="742" y="1"/>
                      <a:pt x="735" y="4"/>
                    </a:cubicBezTo>
                    <a:cubicBezTo>
                      <a:pt x="506" y="108"/>
                      <a:pt x="297" y="233"/>
                      <a:pt x="89" y="379"/>
                    </a:cubicBezTo>
                    <a:cubicBezTo>
                      <a:pt x="1" y="432"/>
                      <a:pt x="62" y="560"/>
                      <a:pt x="146" y="560"/>
                    </a:cubicBezTo>
                    <a:cubicBezTo>
                      <a:pt x="161" y="560"/>
                      <a:pt x="177" y="555"/>
                      <a:pt x="193" y="546"/>
                    </a:cubicBezTo>
                    <a:cubicBezTo>
                      <a:pt x="402" y="421"/>
                      <a:pt x="610" y="275"/>
                      <a:pt x="798" y="108"/>
                    </a:cubicBezTo>
                    <a:cubicBezTo>
                      <a:pt x="835" y="71"/>
                      <a:pt x="806" y="0"/>
                      <a:pt x="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1"/>
              <p:cNvSpPr/>
              <p:nvPr/>
            </p:nvSpPr>
            <p:spPr>
              <a:xfrm>
                <a:off x="8368775" y="4123650"/>
                <a:ext cx="17750" cy="4700"/>
              </a:xfrm>
              <a:custGeom>
                <a:rect b="b" l="l" r="r" t="t"/>
                <a:pathLst>
                  <a:path extrusionOk="0" h="188" w="710">
                    <a:moveTo>
                      <a:pt x="647" y="0"/>
                    </a:moveTo>
                    <a:cubicBezTo>
                      <a:pt x="418" y="21"/>
                      <a:pt x="209" y="63"/>
                      <a:pt x="0" y="146"/>
                    </a:cubicBezTo>
                    <a:cubicBezTo>
                      <a:pt x="167" y="167"/>
                      <a:pt x="313" y="167"/>
                      <a:pt x="501" y="188"/>
                    </a:cubicBezTo>
                    <a:cubicBezTo>
                      <a:pt x="543" y="167"/>
                      <a:pt x="605" y="125"/>
                      <a:pt x="668" y="104"/>
                    </a:cubicBezTo>
                    <a:cubicBezTo>
                      <a:pt x="710" y="63"/>
                      <a:pt x="689" y="0"/>
                      <a:pt x="6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1"/>
              <p:cNvSpPr/>
              <p:nvPr/>
            </p:nvSpPr>
            <p:spPr>
              <a:xfrm>
                <a:off x="8260700" y="3875575"/>
                <a:ext cx="22050" cy="10150"/>
              </a:xfrm>
              <a:custGeom>
                <a:rect b="b" l="l" r="r" t="t"/>
                <a:pathLst>
                  <a:path extrusionOk="0" h="406" w="882">
                    <a:moveTo>
                      <a:pt x="584" y="0"/>
                    </a:moveTo>
                    <a:cubicBezTo>
                      <a:pt x="397" y="0"/>
                      <a:pt x="222" y="71"/>
                      <a:pt x="89" y="204"/>
                    </a:cubicBezTo>
                    <a:cubicBezTo>
                      <a:pt x="1" y="274"/>
                      <a:pt x="92" y="405"/>
                      <a:pt x="186" y="405"/>
                    </a:cubicBezTo>
                    <a:cubicBezTo>
                      <a:pt x="203" y="405"/>
                      <a:pt x="219" y="401"/>
                      <a:pt x="235" y="391"/>
                    </a:cubicBezTo>
                    <a:cubicBezTo>
                      <a:pt x="402" y="287"/>
                      <a:pt x="611" y="204"/>
                      <a:pt x="819" y="162"/>
                    </a:cubicBezTo>
                    <a:cubicBezTo>
                      <a:pt x="882" y="141"/>
                      <a:pt x="882" y="58"/>
                      <a:pt x="819" y="37"/>
                    </a:cubicBezTo>
                    <a:cubicBezTo>
                      <a:pt x="740" y="12"/>
                      <a:pt x="661" y="0"/>
                      <a:pt x="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1"/>
              <p:cNvSpPr/>
              <p:nvPr/>
            </p:nvSpPr>
            <p:spPr>
              <a:xfrm>
                <a:off x="8217025" y="3812350"/>
                <a:ext cx="4200" cy="3675"/>
              </a:xfrm>
              <a:custGeom>
                <a:rect b="b" l="l" r="r" t="t"/>
                <a:pathLst>
                  <a:path extrusionOk="0" h="147" w="168">
                    <a:moveTo>
                      <a:pt x="84" y="0"/>
                    </a:moveTo>
                    <a:cubicBezTo>
                      <a:pt x="1" y="0"/>
                      <a:pt x="1" y="125"/>
                      <a:pt x="84" y="146"/>
                    </a:cubicBezTo>
                    <a:cubicBezTo>
                      <a:pt x="168" y="125"/>
                      <a:pt x="168" y="0"/>
                      <a:pt x="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1"/>
              <p:cNvSpPr/>
              <p:nvPr/>
            </p:nvSpPr>
            <p:spPr>
              <a:xfrm>
                <a:off x="8294275" y="3845200"/>
                <a:ext cx="16125" cy="9950"/>
              </a:xfrm>
              <a:custGeom>
                <a:rect b="b" l="l" r="r" t="t"/>
                <a:pathLst>
                  <a:path extrusionOk="0" h="398" w="645">
                    <a:moveTo>
                      <a:pt x="444" y="1"/>
                    </a:moveTo>
                    <a:cubicBezTo>
                      <a:pt x="286" y="1"/>
                      <a:pt x="142" y="84"/>
                      <a:pt x="60" y="230"/>
                    </a:cubicBezTo>
                    <a:cubicBezTo>
                      <a:pt x="1" y="319"/>
                      <a:pt x="90" y="398"/>
                      <a:pt x="168" y="398"/>
                    </a:cubicBezTo>
                    <a:cubicBezTo>
                      <a:pt x="200" y="398"/>
                      <a:pt x="230" y="385"/>
                      <a:pt x="248" y="355"/>
                    </a:cubicBezTo>
                    <a:lnTo>
                      <a:pt x="269" y="355"/>
                    </a:lnTo>
                    <a:cubicBezTo>
                      <a:pt x="332" y="230"/>
                      <a:pt x="457" y="146"/>
                      <a:pt x="582" y="146"/>
                    </a:cubicBezTo>
                    <a:cubicBezTo>
                      <a:pt x="644" y="146"/>
                      <a:pt x="644" y="42"/>
                      <a:pt x="582" y="21"/>
                    </a:cubicBezTo>
                    <a:cubicBezTo>
                      <a:pt x="536" y="7"/>
                      <a:pt x="489" y="1"/>
                      <a:pt x="4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1"/>
              <p:cNvSpPr/>
              <p:nvPr/>
            </p:nvSpPr>
            <p:spPr>
              <a:xfrm>
                <a:off x="8254225" y="3809225"/>
                <a:ext cx="8200" cy="5275"/>
              </a:xfrm>
              <a:custGeom>
                <a:rect b="b" l="l" r="r" t="t"/>
                <a:pathLst>
                  <a:path extrusionOk="0" h="211" w="328">
                    <a:moveTo>
                      <a:pt x="140" y="0"/>
                    </a:moveTo>
                    <a:cubicBezTo>
                      <a:pt x="1" y="20"/>
                      <a:pt x="13" y="210"/>
                      <a:pt x="141" y="210"/>
                    </a:cubicBezTo>
                    <a:cubicBezTo>
                      <a:pt x="147" y="210"/>
                      <a:pt x="154" y="210"/>
                      <a:pt x="161" y="209"/>
                    </a:cubicBezTo>
                    <a:lnTo>
                      <a:pt x="161" y="188"/>
                    </a:lnTo>
                    <a:cubicBezTo>
                      <a:pt x="202" y="188"/>
                      <a:pt x="244" y="167"/>
                      <a:pt x="265" y="146"/>
                    </a:cubicBezTo>
                    <a:cubicBezTo>
                      <a:pt x="327" y="104"/>
                      <a:pt x="327" y="21"/>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1"/>
              <p:cNvSpPr/>
              <p:nvPr/>
            </p:nvSpPr>
            <p:spPr>
              <a:xfrm>
                <a:off x="8169975" y="3426400"/>
                <a:ext cx="20500" cy="9925"/>
              </a:xfrm>
              <a:custGeom>
                <a:rect b="b" l="l" r="r" t="t"/>
                <a:pathLst>
                  <a:path extrusionOk="0" h="397" w="820">
                    <a:moveTo>
                      <a:pt x="552" y="1"/>
                    </a:moveTo>
                    <a:cubicBezTo>
                      <a:pt x="367" y="1"/>
                      <a:pt x="186" y="85"/>
                      <a:pt x="68" y="233"/>
                    </a:cubicBezTo>
                    <a:cubicBezTo>
                      <a:pt x="1" y="301"/>
                      <a:pt x="70" y="396"/>
                      <a:pt x="155" y="396"/>
                    </a:cubicBezTo>
                    <a:cubicBezTo>
                      <a:pt x="174" y="396"/>
                      <a:pt x="195" y="391"/>
                      <a:pt x="214" y="379"/>
                    </a:cubicBezTo>
                    <a:cubicBezTo>
                      <a:pt x="360" y="254"/>
                      <a:pt x="569" y="171"/>
                      <a:pt x="757" y="171"/>
                    </a:cubicBezTo>
                    <a:cubicBezTo>
                      <a:pt x="819" y="150"/>
                      <a:pt x="819" y="66"/>
                      <a:pt x="777" y="45"/>
                    </a:cubicBezTo>
                    <a:cubicBezTo>
                      <a:pt x="704" y="15"/>
                      <a:pt x="628" y="1"/>
                      <a:pt x="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1"/>
              <p:cNvSpPr/>
              <p:nvPr/>
            </p:nvSpPr>
            <p:spPr>
              <a:xfrm>
                <a:off x="8213525" y="3463375"/>
                <a:ext cx="7600" cy="5975"/>
              </a:xfrm>
              <a:custGeom>
                <a:rect b="b" l="l" r="r" t="t"/>
                <a:pathLst>
                  <a:path extrusionOk="0" h="239" w="304">
                    <a:moveTo>
                      <a:pt x="228" y="0"/>
                    </a:moveTo>
                    <a:cubicBezTo>
                      <a:pt x="219" y="0"/>
                      <a:pt x="211" y="2"/>
                      <a:pt x="203" y="6"/>
                    </a:cubicBezTo>
                    <a:lnTo>
                      <a:pt x="78" y="68"/>
                    </a:lnTo>
                    <a:cubicBezTo>
                      <a:pt x="1" y="130"/>
                      <a:pt x="62" y="238"/>
                      <a:pt x="132" y="238"/>
                    </a:cubicBezTo>
                    <a:cubicBezTo>
                      <a:pt x="156" y="238"/>
                      <a:pt x="182" y="225"/>
                      <a:pt x="203" y="193"/>
                    </a:cubicBezTo>
                    <a:lnTo>
                      <a:pt x="287" y="68"/>
                    </a:lnTo>
                    <a:cubicBezTo>
                      <a:pt x="304" y="34"/>
                      <a:pt x="265" y="0"/>
                      <a:pt x="2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1"/>
              <p:cNvSpPr/>
              <p:nvPr/>
            </p:nvSpPr>
            <p:spPr>
              <a:xfrm>
                <a:off x="8124500" y="3356000"/>
                <a:ext cx="17825" cy="8625"/>
              </a:xfrm>
              <a:custGeom>
                <a:rect b="b" l="l" r="r" t="t"/>
                <a:pathLst>
                  <a:path extrusionOk="0" h="345" w="713">
                    <a:moveTo>
                      <a:pt x="634" y="1"/>
                    </a:moveTo>
                    <a:cubicBezTo>
                      <a:pt x="628" y="1"/>
                      <a:pt x="622" y="2"/>
                      <a:pt x="615" y="4"/>
                    </a:cubicBezTo>
                    <a:cubicBezTo>
                      <a:pt x="448" y="46"/>
                      <a:pt x="281" y="108"/>
                      <a:pt x="93" y="192"/>
                    </a:cubicBezTo>
                    <a:cubicBezTo>
                      <a:pt x="1" y="210"/>
                      <a:pt x="40" y="344"/>
                      <a:pt x="109" y="344"/>
                    </a:cubicBezTo>
                    <a:cubicBezTo>
                      <a:pt x="117" y="344"/>
                      <a:pt x="126" y="342"/>
                      <a:pt x="135" y="338"/>
                    </a:cubicBezTo>
                    <a:cubicBezTo>
                      <a:pt x="323" y="275"/>
                      <a:pt x="490" y="192"/>
                      <a:pt x="657" y="108"/>
                    </a:cubicBezTo>
                    <a:cubicBezTo>
                      <a:pt x="712" y="71"/>
                      <a:pt x="685" y="1"/>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1"/>
              <p:cNvSpPr/>
              <p:nvPr/>
            </p:nvSpPr>
            <p:spPr>
              <a:xfrm>
                <a:off x="8188150" y="3496275"/>
                <a:ext cx="11000" cy="6550"/>
              </a:xfrm>
              <a:custGeom>
                <a:rect b="b" l="l" r="r" t="t"/>
                <a:pathLst>
                  <a:path extrusionOk="0" h="262" w="440">
                    <a:moveTo>
                      <a:pt x="341" y="0"/>
                    </a:moveTo>
                    <a:cubicBezTo>
                      <a:pt x="335" y="0"/>
                      <a:pt x="328" y="1"/>
                      <a:pt x="322" y="4"/>
                    </a:cubicBezTo>
                    <a:cubicBezTo>
                      <a:pt x="238" y="24"/>
                      <a:pt x="155" y="45"/>
                      <a:pt x="92" y="87"/>
                    </a:cubicBezTo>
                    <a:cubicBezTo>
                      <a:pt x="1" y="142"/>
                      <a:pt x="54" y="261"/>
                      <a:pt x="139" y="261"/>
                    </a:cubicBezTo>
                    <a:cubicBezTo>
                      <a:pt x="150" y="261"/>
                      <a:pt x="163" y="259"/>
                      <a:pt x="176" y="254"/>
                    </a:cubicBezTo>
                    <a:cubicBezTo>
                      <a:pt x="238" y="212"/>
                      <a:pt x="322" y="170"/>
                      <a:pt x="384" y="129"/>
                    </a:cubicBezTo>
                    <a:cubicBezTo>
                      <a:pt x="440" y="73"/>
                      <a:pt x="396" y="0"/>
                      <a:pt x="3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1"/>
              <p:cNvSpPr/>
              <p:nvPr/>
            </p:nvSpPr>
            <p:spPr>
              <a:xfrm>
                <a:off x="8247675" y="3567800"/>
                <a:ext cx="16825" cy="10475"/>
              </a:xfrm>
              <a:custGeom>
                <a:rect b="b" l="l" r="r" t="t"/>
                <a:pathLst>
                  <a:path extrusionOk="0" h="419" w="673">
                    <a:moveTo>
                      <a:pt x="589" y="0"/>
                    </a:moveTo>
                    <a:cubicBezTo>
                      <a:pt x="381" y="42"/>
                      <a:pt x="193" y="146"/>
                      <a:pt x="47" y="313"/>
                    </a:cubicBezTo>
                    <a:cubicBezTo>
                      <a:pt x="0" y="360"/>
                      <a:pt x="59" y="419"/>
                      <a:pt x="109" y="419"/>
                    </a:cubicBezTo>
                    <a:cubicBezTo>
                      <a:pt x="125" y="419"/>
                      <a:pt x="141" y="412"/>
                      <a:pt x="151" y="396"/>
                    </a:cubicBezTo>
                    <a:cubicBezTo>
                      <a:pt x="277" y="250"/>
                      <a:pt x="423" y="146"/>
                      <a:pt x="610" y="84"/>
                    </a:cubicBezTo>
                    <a:cubicBezTo>
                      <a:pt x="673" y="84"/>
                      <a:pt x="652" y="0"/>
                      <a:pt x="5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1"/>
              <p:cNvSpPr/>
              <p:nvPr/>
            </p:nvSpPr>
            <p:spPr>
              <a:xfrm>
                <a:off x="8292450" y="3593350"/>
                <a:ext cx="15350" cy="8550"/>
              </a:xfrm>
              <a:custGeom>
                <a:rect b="b" l="l" r="r" t="t"/>
                <a:pathLst>
                  <a:path extrusionOk="0" h="342" w="614">
                    <a:moveTo>
                      <a:pt x="530" y="0"/>
                    </a:moveTo>
                    <a:cubicBezTo>
                      <a:pt x="384" y="42"/>
                      <a:pt x="217" y="104"/>
                      <a:pt x="92" y="167"/>
                    </a:cubicBezTo>
                    <a:cubicBezTo>
                      <a:pt x="0" y="222"/>
                      <a:pt x="69" y="341"/>
                      <a:pt x="144" y="341"/>
                    </a:cubicBezTo>
                    <a:cubicBezTo>
                      <a:pt x="154" y="341"/>
                      <a:pt x="165" y="339"/>
                      <a:pt x="175" y="334"/>
                    </a:cubicBezTo>
                    <a:cubicBezTo>
                      <a:pt x="321" y="250"/>
                      <a:pt x="446" y="188"/>
                      <a:pt x="571" y="84"/>
                    </a:cubicBezTo>
                    <a:cubicBezTo>
                      <a:pt x="613" y="42"/>
                      <a:pt x="571" y="0"/>
                      <a:pt x="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1"/>
              <p:cNvSpPr/>
              <p:nvPr/>
            </p:nvSpPr>
            <p:spPr>
              <a:xfrm>
                <a:off x="8290300" y="3664775"/>
                <a:ext cx="14350" cy="8025"/>
              </a:xfrm>
              <a:custGeom>
                <a:rect b="b" l="l" r="r" t="t"/>
                <a:pathLst>
                  <a:path extrusionOk="0" h="321" w="574">
                    <a:moveTo>
                      <a:pt x="511" y="1"/>
                    </a:moveTo>
                    <a:cubicBezTo>
                      <a:pt x="365" y="42"/>
                      <a:pt x="219" y="105"/>
                      <a:pt x="73" y="167"/>
                    </a:cubicBezTo>
                    <a:cubicBezTo>
                      <a:pt x="0" y="204"/>
                      <a:pt x="55" y="321"/>
                      <a:pt x="126" y="321"/>
                    </a:cubicBezTo>
                    <a:cubicBezTo>
                      <a:pt x="136" y="321"/>
                      <a:pt x="147" y="319"/>
                      <a:pt x="157" y="313"/>
                    </a:cubicBezTo>
                    <a:cubicBezTo>
                      <a:pt x="303" y="251"/>
                      <a:pt x="428" y="167"/>
                      <a:pt x="553" y="63"/>
                    </a:cubicBezTo>
                    <a:cubicBezTo>
                      <a:pt x="574" y="21"/>
                      <a:pt x="553" y="1"/>
                      <a:pt x="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1"/>
              <p:cNvSpPr/>
              <p:nvPr/>
            </p:nvSpPr>
            <p:spPr>
              <a:xfrm>
                <a:off x="8318100" y="3707775"/>
                <a:ext cx="10450" cy="9275"/>
              </a:xfrm>
              <a:custGeom>
                <a:rect b="b" l="l" r="r" t="t"/>
                <a:pathLst>
                  <a:path extrusionOk="0" h="371" w="418">
                    <a:moveTo>
                      <a:pt x="332" y="0"/>
                    </a:moveTo>
                    <a:cubicBezTo>
                      <a:pt x="320" y="0"/>
                      <a:pt x="308" y="4"/>
                      <a:pt x="296" y="12"/>
                    </a:cubicBezTo>
                    <a:cubicBezTo>
                      <a:pt x="213" y="74"/>
                      <a:pt x="129" y="137"/>
                      <a:pt x="67" y="199"/>
                    </a:cubicBezTo>
                    <a:cubicBezTo>
                      <a:pt x="1" y="265"/>
                      <a:pt x="65" y="370"/>
                      <a:pt x="136" y="370"/>
                    </a:cubicBezTo>
                    <a:cubicBezTo>
                      <a:pt x="155" y="370"/>
                      <a:pt x="174" y="363"/>
                      <a:pt x="192" y="345"/>
                    </a:cubicBezTo>
                    <a:cubicBezTo>
                      <a:pt x="275" y="262"/>
                      <a:pt x="338" y="199"/>
                      <a:pt x="401" y="95"/>
                    </a:cubicBezTo>
                    <a:cubicBezTo>
                      <a:pt x="417" y="61"/>
                      <a:pt x="380"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1"/>
              <p:cNvSpPr/>
              <p:nvPr/>
            </p:nvSpPr>
            <p:spPr>
              <a:xfrm>
                <a:off x="8445425" y="2818475"/>
                <a:ext cx="10975" cy="5775"/>
              </a:xfrm>
              <a:custGeom>
                <a:rect b="b" l="l" r="r" t="t"/>
                <a:pathLst>
                  <a:path extrusionOk="0" h="231" w="439">
                    <a:moveTo>
                      <a:pt x="147" y="1"/>
                    </a:moveTo>
                    <a:cubicBezTo>
                      <a:pt x="1" y="22"/>
                      <a:pt x="1" y="230"/>
                      <a:pt x="147" y="230"/>
                    </a:cubicBezTo>
                    <a:cubicBezTo>
                      <a:pt x="209" y="230"/>
                      <a:pt x="293" y="230"/>
                      <a:pt x="376" y="209"/>
                    </a:cubicBezTo>
                    <a:cubicBezTo>
                      <a:pt x="439" y="168"/>
                      <a:pt x="439" y="63"/>
                      <a:pt x="376" y="43"/>
                    </a:cubicBezTo>
                    <a:cubicBezTo>
                      <a:pt x="293" y="22"/>
                      <a:pt x="209" y="1"/>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1"/>
              <p:cNvSpPr/>
              <p:nvPr/>
            </p:nvSpPr>
            <p:spPr>
              <a:xfrm>
                <a:off x="8477825" y="2756425"/>
                <a:ext cx="20800" cy="5250"/>
              </a:xfrm>
              <a:custGeom>
                <a:rect b="b" l="l" r="r" t="t"/>
                <a:pathLst>
                  <a:path extrusionOk="0" h="210" w="832">
                    <a:moveTo>
                      <a:pt x="790" y="1"/>
                    </a:moveTo>
                    <a:cubicBezTo>
                      <a:pt x="540" y="22"/>
                      <a:pt x="311" y="43"/>
                      <a:pt x="60" y="84"/>
                    </a:cubicBezTo>
                    <a:cubicBezTo>
                      <a:pt x="1" y="84"/>
                      <a:pt x="17" y="198"/>
                      <a:pt x="91" y="209"/>
                    </a:cubicBezTo>
                    <a:lnTo>
                      <a:pt x="91" y="209"/>
                    </a:lnTo>
                    <a:cubicBezTo>
                      <a:pt x="337" y="187"/>
                      <a:pt x="564" y="146"/>
                      <a:pt x="790" y="84"/>
                    </a:cubicBezTo>
                    <a:cubicBezTo>
                      <a:pt x="832" y="63"/>
                      <a:pt x="832" y="1"/>
                      <a:pt x="790" y="1"/>
                    </a:cubicBezTo>
                    <a:close/>
                    <a:moveTo>
                      <a:pt x="91" y="209"/>
                    </a:moveTo>
                    <a:cubicBezTo>
                      <a:pt x="87" y="209"/>
                      <a:pt x="84" y="209"/>
                      <a:pt x="81" y="209"/>
                    </a:cubicBezTo>
                    <a:lnTo>
                      <a:pt x="102" y="209"/>
                    </a:lnTo>
                    <a:cubicBezTo>
                      <a:pt x="98" y="209"/>
                      <a:pt x="94" y="209"/>
                      <a:pt x="91" y="20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1"/>
              <p:cNvSpPr/>
              <p:nvPr/>
            </p:nvSpPr>
            <p:spPr>
              <a:xfrm>
                <a:off x="8478550" y="2812700"/>
                <a:ext cx="13700" cy="6475"/>
              </a:xfrm>
              <a:custGeom>
                <a:rect b="b" l="l" r="r" t="t"/>
                <a:pathLst>
                  <a:path extrusionOk="0" h="259" w="548">
                    <a:moveTo>
                      <a:pt x="466" y="0"/>
                    </a:moveTo>
                    <a:cubicBezTo>
                      <a:pt x="461" y="0"/>
                      <a:pt x="455" y="1"/>
                      <a:pt x="448" y="2"/>
                    </a:cubicBezTo>
                    <a:cubicBezTo>
                      <a:pt x="344" y="2"/>
                      <a:pt x="219" y="23"/>
                      <a:pt x="115" y="65"/>
                    </a:cubicBezTo>
                    <a:cubicBezTo>
                      <a:pt x="1" y="84"/>
                      <a:pt x="42" y="258"/>
                      <a:pt x="145" y="258"/>
                    </a:cubicBezTo>
                    <a:cubicBezTo>
                      <a:pt x="155" y="258"/>
                      <a:pt x="166" y="256"/>
                      <a:pt x="177" y="253"/>
                    </a:cubicBezTo>
                    <a:cubicBezTo>
                      <a:pt x="282" y="211"/>
                      <a:pt x="386" y="169"/>
                      <a:pt x="490" y="128"/>
                    </a:cubicBezTo>
                    <a:cubicBezTo>
                      <a:pt x="548" y="108"/>
                      <a:pt x="535" y="0"/>
                      <a:pt x="4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1"/>
              <p:cNvSpPr/>
              <p:nvPr/>
            </p:nvSpPr>
            <p:spPr>
              <a:xfrm>
                <a:off x="8453775" y="2895650"/>
                <a:ext cx="14625" cy="4725"/>
              </a:xfrm>
              <a:custGeom>
                <a:rect b="b" l="l" r="r" t="t"/>
                <a:pathLst>
                  <a:path extrusionOk="0" h="189" w="585">
                    <a:moveTo>
                      <a:pt x="105" y="1"/>
                    </a:moveTo>
                    <a:cubicBezTo>
                      <a:pt x="0" y="1"/>
                      <a:pt x="0" y="168"/>
                      <a:pt x="105" y="188"/>
                    </a:cubicBezTo>
                    <a:cubicBezTo>
                      <a:pt x="251" y="188"/>
                      <a:pt x="376" y="168"/>
                      <a:pt x="522" y="147"/>
                    </a:cubicBezTo>
                    <a:cubicBezTo>
                      <a:pt x="584" y="147"/>
                      <a:pt x="584" y="42"/>
                      <a:pt x="522" y="22"/>
                    </a:cubicBezTo>
                    <a:cubicBezTo>
                      <a:pt x="376" y="1"/>
                      <a:pt x="251" y="1"/>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1"/>
              <p:cNvSpPr/>
              <p:nvPr/>
            </p:nvSpPr>
            <p:spPr>
              <a:xfrm>
                <a:off x="8436900" y="2973750"/>
                <a:ext cx="31500" cy="7975"/>
              </a:xfrm>
              <a:custGeom>
                <a:rect b="b" l="l" r="r" t="t"/>
                <a:pathLst>
                  <a:path extrusionOk="0" h="319" w="1260">
                    <a:moveTo>
                      <a:pt x="667" y="0"/>
                    </a:moveTo>
                    <a:cubicBezTo>
                      <a:pt x="482" y="0"/>
                      <a:pt x="300" y="37"/>
                      <a:pt x="133" y="110"/>
                    </a:cubicBezTo>
                    <a:cubicBezTo>
                      <a:pt x="0" y="129"/>
                      <a:pt x="40" y="303"/>
                      <a:pt x="158" y="303"/>
                    </a:cubicBezTo>
                    <a:cubicBezTo>
                      <a:pt x="170" y="303"/>
                      <a:pt x="182" y="301"/>
                      <a:pt x="195" y="297"/>
                    </a:cubicBezTo>
                    <a:lnTo>
                      <a:pt x="195" y="318"/>
                    </a:lnTo>
                    <a:cubicBezTo>
                      <a:pt x="529" y="235"/>
                      <a:pt x="863" y="256"/>
                      <a:pt x="1218" y="193"/>
                    </a:cubicBezTo>
                    <a:cubicBezTo>
                      <a:pt x="1259" y="172"/>
                      <a:pt x="1259" y="110"/>
                      <a:pt x="1218" y="110"/>
                    </a:cubicBezTo>
                    <a:cubicBezTo>
                      <a:pt x="1040" y="37"/>
                      <a:pt x="853" y="0"/>
                      <a:pt x="6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1"/>
              <p:cNvSpPr/>
              <p:nvPr/>
            </p:nvSpPr>
            <p:spPr>
              <a:xfrm>
                <a:off x="8451225" y="3036450"/>
                <a:ext cx="28125" cy="6325"/>
              </a:xfrm>
              <a:custGeom>
                <a:rect b="b" l="l" r="r" t="t"/>
                <a:pathLst>
                  <a:path extrusionOk="0" h="253" w="1125">
                    <a:moveTo>
                      <a:pt x="1041" y="0"/>
                    </a:moveTo>
                    <a:cubicBezTo>
                      <a:pt x="728" y="0"/>
                      <a:pt x="436" y="21"/>
                      <a:pt x="123" y="84"/>
                    </a:cubicBezTo>
                    <a:cubicBezTo>
                      <a:pt x="24" y="84"/>
                      <a:pt x="0" y="252"/>
                      <a:pt x="105" y="252"/>
                    </a:cubicBezTo>
                    <a:cubicBezTo>
                      <a:pt x="110" y="252"/>
                      <a:pt x="116" y="252"/>
                      <a:pt x="123" y="251"/>
                    </a:cubicBezTo>
                    <a:cubicBezTo>
                      <a:pt x="436" y="251"/>
                      <a:pt x="749" y="188"/>
                      <a:pt x="1041" y="125"/>
                    </a:cubicBezTo>
                    <a:cubicBezTo>
                      <a:pt x="1124" y="105"/>
                      <a:pt x="1124" y="0"/>
                      <a:pt x="10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1"/>
              <p:cNvSpPr/>
              <p:nvPr/>
            </p:nvSpPr>
            <p:spPr>
              <a:xfrm>
                <a:off x="8441500" y="3098975"/>
                <a:ext cx="18025" cy="7300"/>
              </a:xfrm>
              <a:custGeom>
                <a:rect b="b" l="l" r="r" t="t"/>
                <a:pathLst>
                  <a:path extrusionOk="0" h="292" w="721">
                    <a:moveTo>
                      <a:pt x="572" y="1"/>
                    </a:moveTo>
                    <a:cubicBezTo>
                      <a:pt x="457" y="1"/>
                      <a:pt x="322" y="107"/>
                      <a:pt x="223" y="107"/>
                    </a:cubicBezTo>
                    <a:cubicBezTo>
                      <a:pt x="199" y="107"/>
                      <a:pt x="177" y="101"/>
                      <a:pt x="158" y="86"/>
                    </a:cubicBezTo>
                    <a:cubicBezTo>
                      <a:pt x="144" y="79"/>
                      <a:pt x="131" y="76"/>
                      <a:pt x="118" y="76"/>
                    </a:cubicBezTo>
                    <a:cubicBezTo>
                      <a:pt x="51" y="76"/>
                      <a:pt x="1" y="158"/>
                      <a:pt x="53" y="211"/>
                    </a:cubicBezTo>
                    <a:cubicBezTo>
                      <a:pt x="99" y="241"/>
                      <a:pt x="156" y="261"/>
                      <a:pt x="216" y="261"/>
                    </a:cubicBezTo>
                    <a:cubicBezTo>
                      <a:pt x="238" y="261"/>
                      <a:pt x="260" y="258"/>
                      <a:pt x="283" y="252"/>
                    </a:cubicBezTo>
                    <a:cubicBezTo>
                      <a:pt x="320" y="252"/>
                      <a:pt x="417" y="201"/>
                      <a:pt x="493" y="176"/>
                    </a:cubicBezTo>
                    <a:lnTo>
                      <a:pt x="493" y="176"/>
                    </a:lnTo>
                    <a:cubicBezTo>
                      <a:pt x="492" y="180"/>
                      <a:pt x="491" y="185"/>
                      <a:pt x="491" y="190"/>
                    </a:cubicBezTo>
                    <a:cubicBezTo>
                      <a:pt x="500" y="262"/>
                      <a:pt x="544" y="291"/>
                      <a:pt x="591" y="291"/>
                    </a:cubicBezTo>
                    <a:cubicBezTo>
                      <a:pt x="653" y="291"/>
                      <a:pt x="721" y="240"/>
                      <a:pt x="721" y="169"/>
                    </a:cubicBezTo>
                    <a:cubicBezTo>
                      <a:pt x="721" y="86"/>
                      <a:pt x="679" y="23"/>
                      <a:pt x="596" y="2"/>
                    </a:cubicBezTo>
                    <a:cubicBezTo>
                      <a:pt x="588" y="1"/>
                      <a:pt x="580" y="1"/>
                      <a:pt x="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1"/>
              <p:cNvSpPr/>
              <p:nvPr/>
            </p:nvSpPr>
            <p:spPr>
              <a:xfrm>
                <a:off x="8430225" y="3155975"/>
                <a:ext cx="19400" cy="7075"/>
              </a:xfrm>
              <a:custGeom>
                <a:rect b="b" l="l" r="r" t="t"/>
                <a:pathLst>
                  <a:path extrusionOk="0" h="283" w="776">
                    <a:moveTo>
                      <a:pt x="531" y="1"/>
                    </a:moveTo>
                    <a:cubicBezTo>
                      <a:pt x="377" y="1"/>
                      <a:pt x="226" y="43"/>
                      <a:pt x="87" y="121"/>
                    </a:cubicBezTo>
                    <a:cubicBezTo>
                      <a:pt x="1" y="173"/>
                      <a:pt x="58" y="282"/>
                      <a:pt x="139" y="282"/>
                    </a:cubicBezTo>
                    <a:cubicBezTo>
                      <a:pt x="156" y="282"/>
                      <a:pt x="174" y="277"/>
                      <a:pt x="191" y="267"/>
                    </a:cubicBezTo>
                    <a:cubicBezTo>
                      <a:pt x="251" y="241"/>
                      <a:pt x="315" y="219"/>
                      <a:pt x="381" y="202"/>
                    </a:cubicBezTo>
                    <a:lnTo>
                      <a:pt x="381" y="202"/>
                    </a:lnTo>
                    <a:cubicBezTo>
                      <a:pt x="382" y="236"/>
                      <a:pt x="412" y="270"/>
                      <a:pt x="446" y="270"/>
                    </a:cubicBezTo>
                    <a:cubicBezTo>
                      <a:pt x="451" y="270"/>
                      <a:pt x="457" y="269"/>
                      <a:pt x="462" y="267"/>
                    </a:cubicBezTo>
                    <a:cubicBezTo>
                      <a:pt x="525" y="225"/>
                      <a:pt x="629" y="183"/>
                      <a:pt x="692" y="163"/>
                    </a:cubicBezTo>
                    <a:cubicBezTo>
                      <a:pt x="775" y="142"/>
                      <a:pt x="775" y="17"/>
                      <a:pt x="692" y="17"/>
                    </a:cubicBezTo>
                    <a:cubicBezTo>
                      <a:pt x="638" y="6"/>
                      <a:pt x="584" y="1"/>
                      <a:pt x="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1"/>
              <p:cNvSpPr/>
              <p:nvPr/>
            </p:nvSpPr>
            <p:spPr>
              <a:xfrm>
                <a:off x="8476700" y="3145600"/>
                <a:ext cx="17775" cy="4875"/>
              </a:xfrm>
              <a:custGeom>
                <a:rect b="b" l="l" r="r" t="t"/>
                <a:pathLst>
                  <a:path extrusionOk="0" h="195" w="711">
                    <a:moveTo>
                      <a:pt x="335" y="1"/>
                    </a:moveTo>
                    <a:cubicBezTo>
                      <a:pt x="264" y="1"/>
                      <a:pt x="195" y="6"/>
                      <a:pt x="126" y="14"/>
                    </a:cubicBezTo>
                    <a:cubicBezTo>
                      <a:pt x="1" y="14"/>
                      <a:pt x="1" y="181"/>
                      <a:pt x="126" y="181"/>
                    </a:cubicBezTo>
                    <a:cubicBezTo>
                      <a:pt x="195" y="190"/>
                      <a:pt x="264" y="195"/>
                      <a:pt x="335" y="195"/>
                    </a:cubicBezTo>
                    <a:cubicBezTo>
                      <a:pt x="435" y="195"/>
                      <a:pt x="538" y="185"/>
                      <a:pt x="648" y="160"/>
                    </a:cubicBezTo>
                    <a:cubicBezTo>
                      <a:pt x="710" y="140"/>
                      <a:pt x="710" y="56"/>
                      <a:pt x="648" y="35"/>
                    </a:cubicBezTo>
                    <a:cubicBezTo>
                      <a:pt x="538" y="11"/>
                      <a:pt x="435"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1"/>
              <p:cNvSpPr/>
              <p:nvPr/>
            </p:nvSpPr>
            <p:spPr>
              <a:xfrm>
                <a:off x="8449075" y="3189525"/>
                <a:ext cx="10975" cy="6500"/>
              </a:xfrm>
              <a:custGeom>
                <a:rect b="b" l="l" r="r" t="t"/>
                <a:pathLst>
                  <a:path extrusionOk="0" h="260" w="439">
                    <a:moveTo>
                      <a:pt x="306" y="0"/>
                    </a:moveTo>
                    <a:cubicBezTo>
                      <a:pt x="281" y="0"/>
                      <a:pt x="258" y="10"/>
                      <a:pt x="243" y="28"/>
                    </a:cubicBezTo>
                    <a:lnTo>
                      <a:pt x="243" y="28"/>
                    </a:lnTo>
                    <a:cubicBezTo>
                      <a:pt x="230" y="23"/>
                      <a:pt x="218" y="18"/>
                      <a:pt x="209" y="9"/>
                    </a:cubicBezTo>
                    <a:lnTo>
                      <a:pt x="105" y="9"/>
                    </a:lnTo>
                    <a:cubicBezTo>
                      <a:pt x="21" y="9"/>
                      <a:pt x="1" y="93"/>
                      <a:pt x="42" y="135"/>
                    </a:cubicBezTo>
                    <a:cubicBezTo>
                      <a:pt x="105" y="197"/>
                      <a:pt x="188" y="239"/>
                      <a:pt x="293" y="260"/>
                    </a:cubicBezTo>
                    <a:cubicBezTo>
                      <a:pt x="376" y="239"/>
                      <a:pt x="439" y="114"/>
                      <a:pt x="376" y="30"/>
                    </a:cubicBezTo>
                    <a:cubicBezTo>
                      <a:pt x="355" y="9"/>
                      <a:pt x="330" y="0"/>
                      <a:pt x="3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1"/>
              <p:cNvSpPr/>
              <p:nvPr/>
            </p:nvSpPr>
            <p:spPr>
              <a:xfrm>
                <a:off x="8426100" y="3245375"/>
                <a:ext cx="24500" cy="10275"/>
              </a:xfrm>
              <a:custGeom>
                <a:rect b="b" l="l" r="r" t="t"/>
                <a:pathLst>
                  <a:path extrusionOk="0" h="411" w="980">
                    <a:moveTo>
                      <a:pt x="602" y="1"/>
                    </a:moveTo>
                    <a:cubicBezTo>
                      <a:pt x="400" y="1"/>
                      <a:pt x="190" y="106"/>
                      <a:pt x="64" y="257"/>
                    </a:cubicBezTo>
                    <a:cubicBezTo>
                      <a:pt x="0" y="321"/>
                      <a:pt x="59" y="410"/>
                      <a:pt x="128" y="410"/>
                    </a:cubicBezTo>
                    <a:cubicBezTo>
                      <a:pt x="148" y="410"/>
                      <a:pt x="170" y="402"/>
                      <a:pt x="189" y="383"/>
                    </a:cubicBezTo>
                    <a:cubicBezTo>
                      <a:pt x="316" y="256"/>
                      <a:pt x="481" y="186"/>
                      <a:pt x="651" y="186"/>
                    </a:cubicBezTo>
                    <a:cubicBezTo>
                      <a:pt x="733" y="186"/>
                      <a:pt x="817" y="203"/>
                      <a:pt x="899" y="237"/>
                    </a:cubicBezTo>
                    <a:cubicBezTo>
                      <a:pt x="907" y="239"/>
                      <a:pt x="915" y="241"/>
                      <a:pt x="922" y="241"/>
                    </a:cubicBezTo>
                    <a:cubicBezTo>
                      <a:pt x="966" y="241"/>
                      <a:pt x="979" y="189"/>
                      <a:pt x="961" y="153"/>
                    </a:cubicBezTo>
                    <a:cubicBezTo>
                      <a:pt x="862" y="46"/>
                      <a:pt x="734" y="1"/>
                      <a:pt x="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1"/>
              <p:cNvSpPr/>
              <p:nvPr/>
            </p:nvSpPr>
            <p:spPr>
              <a:xfrm>
                <a:off x="8460850" y="2706900"/>
                <a:ext cx="15875" cy="6950"/>
              </a:xfrm>
              <a:custGeom>
                <a:rect b="b" l="l" r="r" t="t"/>
                <a:pathLst>
                  <a:path extrusionOk="0" h="278" w="635">
                    <a:moveTo>
                      <a:pt x="552" y="0"/>
                    </a:moveTo>
                    <a:cubicBezTo>
                      <a:pt x="385" y="21"/>
                      <a:pt x="260" y="63"/>
                      <a:pt x="114" y="105"/>
                    </a:cubicBezTo>
                    <a:cubicBezTo>
                      <a:pt x="1" y="123"/>
                      <a:pt x="40" y="278"/>
                      <a:pt x="126" y="278"/>
                    </a:cubicBezTo>
                    <a:cubicBezTo>
                      <a:pt x="135" y="278"/>
                      <a:pt x="145" y="276"/>
                      <a:pt x="155" y="272"/>
                    </a:cubicBezTo>
                    <a:cubicBezTo>
                      <a:pt x="301" y="251"/>
                      <a:pt x="447" y="209"/>
                      <a:pt x="572" y="146"/>
                    </a:cubicBezTo>
                    <a:cubicBezTo>
                      <a:pt x="635" y="105"/>
                      <a:pt x="614" y="21"/>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1"/>
              <p:cNvSpPr/>
              <p:nvPr/>
            </p:nvSpPr>
            <p:spPr>
              <a:xfrm>
                <a:off x="8483900" y="2630775"/>
                <a:ext cx="20450" cy="6625"/>
              </a:xfrm>
              <a:custGeom>
                <a:rect b="b" l="l" r="r" t="t"/>
                <a:pathLst>
                  <a:path extrusionOk="0" h="265" w="818">
                    <a:moveTo>
                      <a:pt x="539" y="1"/>
                    </a:moveTo>
                    <a:cubicBezTo>
                      <a:pt x="383" y="1"/>
                      <a:pt x="231" y="33"/>
                      <a:pt x="88" y="104"/>
                    </a:cubicBezTo>
                    <a:cubicBezTo>
                      <a:pt x="0" y="140"/>
                      <a:pt x="46" y="264"/>
                      <a:pt x="125" y="264"/>
                    </a:cubicBezTo>
                    <a:cubicBezTo>
                      <a:pt x="140" y="264"/>
                      <a:pt x="156" y="260"/>
                      <a:pt x="172" y="250"/>
                    </a:cubicBezTo>
                    <a:cubicBezTo>
                      <a:pt x="360" y="167"/>
                      <a:pt x="547" y="125"/>
                      <a:pt x="756" y="125"/>
                    </a:cubicBezTo>
                    <a:cubicBezTo>
                      <a:pt x="761" y="127"/>
                      <a:pt x="767" y="128"/>
                      <a:pt x="771" y="128"/>
                    </a:cubicBezTo>
                    <a:cubicBezTo>
                      <a:pt x="818" y="128"/>
                      <a:pt x="813" y="40"/>
                      <a:pt x="756" y="21"/>
                    </a:cubicBezTo>
                    <a:cubicBezTo>
                      <a:pt x="683" y="8"/>
                      <a:pt x="611" y="1"/>
                      <a:pt x="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1"/>
              <p:cNvSpPr/>
              <p:nvPr/>
            </p:nvSpPr>
            <p:spPr>
              <a:xfrm>
                <a:off x="8468900" y="2574375"/>
                <a:ext cx="25450" cy="7500"/>
              </a:xfrm>
              <a:custGeom>
                <a:rect b="b" l="l" r="r" t="t"/>
                <a:pathLst>
                  <a:path extrusionOk="0" h="300" w="1018">
                    <a:moveTo>
                      <a:pt x="943" y="0"/>
                    </a:moveTo>
                    <a:cubicBezTo>
                      <a:pt x="935" y="0"/>
                      <a:pt x="927" y="1"/>
                      <a:pt x="918" y="4"/>
                    </a:cubicBezTo>
                    <a:cubicBezTo>
                      <a:pt x="918" y="4"/>
                      <a:pt x="918" y="4"/>
                      <a:pt x="918" y="4"/>
                    </a:cubicBezTo>
                    <a:lnTo>
                      <a:pt x="918" y="4"/>
                    </a:lnTo>
                    <a:lnTo>
                      <a:pt x="626" y="45"/>
                    </a:lnTo>
                    <a:cubicBezTo>
                      <a:pt x="608" y="45"/>
                      <a:pt x="597" y="52"/>
                      <a:pt x="591" y="62"/>
                    </a:cubicBezTo>
                    <a:lnTo>
                      <a:pt x="591" y="62"/>
                    </a:lnTo>
                    <a:cubicBezTo>
                      <a:pt x="438" y="80"/>
                      <a:pt x="282" y="87"/>
                      <a:pt x="125" y="87"/>
                    </a:cubicBezTo>
                    <a:cubicBezTo>
                      <a:pt x="0" y="87"/>
                      <a:pt x="0" y="275"/>
                      <a:pt x="125" y="296"/>
                    </a:cubicBezTo>
                    <a:cubicBezTo>
                      <a:pt x="162" y="298"/>
                      <a:pt x="198" y="299"/>
                      <a:pt x="235" y="299"/>
                    </a:cubicBezTo>
                    <a:cubicBezTo>
                      <a:pt x="490" y="299"/>
                      <a:pt x="743" y="236"/>
                      <a:pt x="980" y="108"/>
                    </a:cubicBezTo>
                    <a:cubicBezTo>
                      <a:pt x="1018" y="71"/>
                      <a:pt x="1005" y="0"/>
                      <a:pt x="9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1"/>
              <p:cNvSpPr/>
              <p:nvPr/>
            </p:nvSpPr>
            <p:spPr>
              <a:xfrm>
                <a:off x="8423525" y="2592700"/>
                <a:ext cx="17225" cy="6275"/>
              </a:xfrm>
              <a:custGeom>
                <a:rect b="b" l="l" r="r" t="t"/>
                <a:pathLst>
                  <a:path extrusionOk="0" h="251" w="689">
                    <a:moveTo>
                      <a:pt x="605" y="1"/>
                    </a:moveTo>
                    <a:cubicBezTo>
                      <a:pt x="438" y="21"/>
                      <a:pt x="251" y="63"/>
                      <a:pt x="84" y="105"/>
                    </a:cubicBezTo>
                    <a:cubicBezTo>
                      <a:pt x="0" y="126"/>
                      <a:pt x="42" y="251"/>
                      <a:pt x="126" y="251"/>
                    </a:cubicBezTo>
                    <a:cubicBezTo>
                      <a:pt x="292" y="209"/>
                      <a:pt x="459" y="167"/>
                      <a:pt x="626" y="126"/>
                    </a:cubicBezTo>
                    <a:cubicBezTo>
                      <a:pt x="689" y="105"/>
                      <a:pt x="689"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1"/>
              <p:cNvSpPr/>
              <p:nvPr/>
            </p:nvSpPr>
            <p:spPr>
              <a:xfrm>
                <a:off x="8448725" y="2659825"/>
                <a:ext cx="19675" cy="5425"/>
              </a:xfrm>
              <a:custGeom>
                <a:rect b="b" l="l" r="r" t="t"/>
                <a:pathLst>
                  <a:path extrusionOk="0" h="217" w="787">
                    <a:moveTo>
                      <a:pt x="609" y="1"/>
                    </a:moveTo>
                    <a:cubicBezTo>
                      <a:pt x="439" y="1"/>
                      <a:pt x="268" y="35"/>
                      <a:pt x="98" y="69"/>
                    </a:cubicBezTo>
                    <a:cubicBezTo>
                      <a:pt x="1" y="88"/>
                      <a:pt x="30" y="217"/>
                      <a:pt x="120" y="217"/>
                    </a:cubicBezTo>
                    <a:cubicBezTo>
                      <a:pt x="126" y="217"/>
                      <a:pt x="133" y="216"/>
                      <a:pt x="140" y="215"/>
                    </a:cubicBezTo>
                    <a:cubicBezTo>
                      <a:pt x="348" y="194"/>
                      <a:pt x="557" y="152"/>
                      <a:pt x="745" y="69"/>
                    </a:cubicBezTo>
                    <a:cubicBezTo>
                      <a:pt x="786" y="48"/>
                      <a:pt x="765" y="6"/>
                      <a:pt x="724" y="6"/>
                    </a:cubicBezTo>
                    <a:cubicBezTo>
                      <a:pt x="685" y="2"/>
                      <a:pt x="64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1"/>
              <p:cNvSpPr/>
              <p:nvPr/>
            </p:nvSpPr>
            <p:spPr>
              <a:xfrm>
                <a:off x="8455500" y="2500025"/>
                <a:ext cx="18100" cy="6150"/>
              </a:xfrm>
              <a:custGeom>
                <a:rect b="b" l="l" r="r" t="t"/>
                <a:pathLst>
                  <a:path extrusionOk="0" h="246" w="724">
                    <a:moveTo>
                      <a:pt x="270" y="0"/>
                    </a:moveTo>
                    <a:cubicBezTo>
                      <a:pt x="220" y="0"/>
                      <a:pt x="170" y="6"/>
                      <a:pt x="119" y="16"/>
                    </a:cubicBezTo>
                    <a:cubicBezTo>
                      <a:pt x="0" y="36"/>
                      <a:pt x="50" y="205"/>
                      <a:pt x="162" y="205"/>
                    </a:cubicBezTo>
                    <a:cubicBezTo>
                      <a:pt x="169" y="205"/>
                      <a:pt x="175" y="205"/>
                      <a:pt x="182" y="204"/>
                    </a:cubicBezTo>
                    <a:cubicBezTo>
                      <a:pt x="233" y="189"/>
                      <a:pt x="288" y="182"/>
                      <a:pt x="343" y="182"/>
                    </a:cubicBezTo>
                    <a:cubicBezTo>
                      <a:pt x="443" y="182"/>
                      <a:pt x="546" y="205"/>
                      <a:pt x="640" y="245"/>
                    </a:cubicBezTo>
                    <a:cubicBezTo>
                      <a:pt x="682" y="245"/>
                      <a:pt x="724" y="204"/>
                      <a:pt x="682" y="162"/>
                    </a:cubicBezTo>
                    <a:cubicBezTo>
                      <a:pt x="572" y="51"/>
                      <a:pt x="425" y="0"/>
                      <a:pt x="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1"/>
              <p:cNvSpPr/>
              <p:nvPr/>
            </p:nvSpPr>
            <p:spPr>
              <a:xfrm>
                <a:off x="8879775" y="2706175"/>
                <a:ext cx="16200" cy="6475"/>
              </a:xfrm>
              <a:custGeom>
                <a:rect b="b" l="l" r="r" t="t"/>
                <a:pathLst>
                  <a:path extrusionOk="0" h="259" w="648">
                    <a:moveTo>
                      <a:pt x="243" y="0"/>
                    </a:moveTo>
                    <a:cubicBezTo>
                      <a:pt x="204" y="0"/>
                      <a:pt x="165" y="3"/>
                      <a:pt x="126" y="9"/>
                    </a:cubicBezTo>
                    <a:cubicBezTo>
                      <a:pt x="1" y="29"/>
                      <a:pt x="1" y="238"/>
                      <a:pt x="126" y="259"/>
                    </a:cubicBezTo>
                    <a:lnTo>
                      <a:pt x="126" y="238"/>
                    </a:lnTo>
                    <a:cubicBezTo>
                      <a:pt x="169" y="244"/>
                      <a:pt x="212" y="247"/>
                      <a:pt x="254" y="247"/>
                    </a:cubicBezTo>
                    <a:cubicBezTo>
                      <a:pt x="358" y="247"/>
                      <a:pt x="461" y="232"/>
                      <a:pt x="564" y="217"/>
                    </a:cubicBezTo>
                    <a:cubicBezTo>
                      <a:pt x="648" y="175"/>
                      <a:pt x="648" y="71"/>
                      <a:pt x="564" y="50"/>
                    </a:cubicBezTo>
                    <a:cubicBezTo>
                      <a:pt x="457" y="20"/>
                      <a:pt x="350"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1"/>
              <p:cNvSpPr/>
              <p:nvPr/>
            </p:nvSpPr>
            <p:spPr>
              <a:xfrm>
                <a:off x="8859450" y="2770300"/>
                <a:ext cx="17750" cy="5450"/>
              </a:xfrm>
              <a:custGeom>
                <a:rect b="b" l="l" r="r" t="t"/>
                <a:pathLst>
                  <a:path extrusionOk="0" h="218" w="710">
                    <a:moveTo>
                      <a:pt x="260" y="1"/>
                    </a:moveTo>
                    <a:cubicBezTo>
                      <a:pt x="215" y="1"/>
                      <a:pt x="170" y="3"/>
                      <a:pt x="126" y="9"/>
                    </a:cubicBezTo>
                    <a:cubicBezTo>
                      <a:pt x="0" y="30"/>
                      <a:pt x="0" y="197"/>
                      <a:pt x="126" y="218"/>
                    </a:cubicBezTo>
                    <a:cubicBezTo>
                      <a:pt x="292" y="218"/>
                      <a:pt x="459" y="197"/>
                      <a:pt x="647" y="176"/>
                    </a:cubicBezTo>
                    <a:cubicBezTo>
                      <a:pt x="710" y="155"/>
                      <a:pt x="710" y="72"/>
                      <a:pt x="647" y="51"/>
                    </a:cubicBezTo>
                    <a:cubicBezTo>
                      <a:pt x="510" y="20"/>
                      <a:pt x="383"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1"/>
              <p:cNvSpPr/>
              <p:nvPr/>
            </p:nvSpPr>
            <p:spPr>
              <a:xfrm>
                <a:off x="8833000" y="2854875"/>
                <a:ext cx="16575" cy="7475"/>
              </a:xfrm>
              <a:custGeom>
                <a:rect b="b" l="l" r="r" t="t"/>
                <a:pathLst>
                  <a:path extrusionOk="0" h="299" w="663">
                    <a:moveTo>
                      <a:pt x="174" y="1"/>
                    </a:moveTo>
                    <a:cubicBezTo>
                      <a:pt x="84" y="1"/>
                      <a:pt x="0" y="106"/>
                      <a:pt x="99" y="172"/>
                    </a:cubicBezTo>
                    <a:cubicBezTo>
                      <a:pt x="180" y="253"/>
                      <a:pt x="295" y="299"/>
                      <a:pt x="418" y="299"/>
                    </a:cubicBezTo>
                    <a:cubicBezTo>
                      <a:pt x="485" y="299"/>
                      <a:pt x="554" y="285"/>
                      <a:pt x="620" y="255"/>
                    </a:cubicBezTo>
                    <a:cubicBezTo>
                      <a:pt x="662" y="213"/>
                      <a:pt x="641" y="130"/>
                      <a:pt x="579" y="109"/>
                    </a:cubicBezTo>
                    <a:cubicBezTo>
                      <a:pt x="557" y="113"/>
                      <a:pt x="534" y="115"/>
                      <a:pt x="512" y="115"/>
                    </a:cubicBezTo>
                    <a:cubicBezTo>
                      <a:pt x="411" y="115"/>
                      <a:pt x="314" y="77"/>
                      <a:pt x="245" y="26"/>
                    </a:cubicBezTo>
                    <a:cubicBezTo>
                      <a:pt x="223" y="8"/>
                      <a:pt x="199"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1"/>
              <p:cNvSpPr/>
              <p:nvPr/>
            </p:nvSpPr>
            <p:spPr>
              <a:xfrm>
                <a:off x="8811500" y="2979675"/>
                <a:ext cx="12525" cy="7250"/>
              </a:xfrm>
              <a:custGeom>
                <a:rect b="b" l="l" r="r" t="t"/>
                <a:pathLst>
                  <a:path extrusionOk="0" h="290" w="501">
                    <a:moveTo>
                      <a:pt x="193" y="1"/>
                    </a:moveTo>
                    <a:cubicBezTo>
                      <a:pt x="87" y="1"/>
                      <a:pt x="1" y="171"/>
                      <a:pt x="125" y="206"/>
                    </a:cubicBezTo>
                    <a:lnTo>
                      <a:pt x="125" y="227"/>
                    </a:lnTo>
                    <a:cubicBezTo>
                      <a:pt x="208" y="269"/>
                      <a:pt x="292" y="290"/>
                      <a:pt x="396" y="290"/>
                    </a:cubicBezTo>
                    <a:cubicBezTo>
                      <a:pt x="458" y="290"/>
                      <a:pt x="500" y="206"/>
                      <a:pt x="458" y="165"/>
                    </a:cubicBezTo>
                    <a:cubicBezTo>
                      <a:pt x="396" y="102"/>
                      <a:pt x="333" y="60"/>
                      <a:pt x="250" y="19"/>
                    </a:cubicBezTo>
                    <a:cubicBezTo>
                      <a:pt x="231" y="6"/>
                      <a:pt x="211"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1"/>
              <p:cNvSpPr/>
              <p:nvPr/>
            </p:nvSpPr>
            <p:spPr>
              <a:xfrm>
                <a:off x="8830675" y="2764625"/>
                <a:ext cx="11025" cy="6025"/>
              </a:xfrm>
              <a:custGeom>
                <a:rect b="b" l="l" r="r" t="t"/>
                <a:pathLst>
                  <a:path extrusionOk="0" h="241" w="441">
                    <a:moveTo>
                      <a:pt x="233" y="1"/>
                    </a:moveTo>
                    <a:cubicBezTo>
                      <a:pt x="174" y="1"/>
                      <a:pt x="114" y="22"/>
                      <a:pt x="67" y="69"/>
                    </a:cubicBezTo>
                    <a:cubicBezTo>
                      <a:pt x="1" y="135"/>
                      <a:pt x="78" y="240"/>
                      <a:pt x="155" y="240"/>
                    </a:cubicBezTo>
                    <a:cubicBezTo>
                      <a:pt x="175" y="240"/>
                      <a:pt x="195" y="233"/>
                      <a:pt x="213" y="215"/>
                    </a:cubicBezTo>
                    <a:cubicBezTo>
                      <a:pt x="234" y="205"/>
                      <a:pt x="255" y="199"/>
                      <a:pt x="273" y="199"/>
                    </a:cubicBezTo>
                    <a:cubicBezTo>
                      <a:pt x="291" y="199"/>
                      <a:pt x="307" y="205"/>
                      <a:pt x="317" y="215"/>
                    </a:cubicBezTo>
                    <a:cubicBezTo>
                      <a:pt x="326" y="217"/>
                      <a:pt x="335" y="218"/>
                      <a:pt x="342" y="218"/>
                    </a:cubicBezTo>
                    <a:cubicBezTo>
                      <a:pt x="409" y="218"/>
                      <a:pt x="440" y="146"/>
                      <a:pt x="421" y="90"/>
                    </a:cubicBezTo>
                    <a:cubicBezTo>
                      <a:pt x="376" y="33"/>
                      <a:pt x="305"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1"/>
              <p:cNvSpPr/>
              <p:nvPr/>
            </p:nvSpPr>
            <p:spPr>
              <a:xfrm>
                <a:off x="8871750" y="2863175"/>
                <a:ext cx="13275" cy="6425"/>
              </a:xfrm>
              <a:custGeom>
                <a:rect b="b" l="l" r="r" t="t"/>
                <a:pathLst>
                  <a:path extrusionOk="0" h="257" w="531">
                    <a:moveTo>
                      <a:pt x="125" y="1"/>
                    </a:moveTo>
                    <a:cubicBezTo>
                      <a:pt x="40" y="1"/>
                      <a:pt x="1" y="157"/>
                      <a:pt x="113" y="194"/>
                    </a:cubicBezTo>
                    <a:cubicBezTo>
                      <a:pt x="197" y="236"/>
                      <a:pt x="322" y="257"/>
                      <a:pt x="426" y="257"/>
                    </a:cubicBezTo>
                    <a:cubicBezTo>
                      <a:pt x="489" y="257"/>
                      <a:pt x="531" y="194"/>
                      <a:pt x="468" y="153"/>
                    </a:cubicBezTo>
                    <a:cubicBezTo>
                      <a:pt x="385" y="90"/>
                      <a:pt x="259" y="48"/>
                      <a:pt x="155" y="7"/>
                    </a:cubicBezTo>
                    <a:cubicBezTo>
                      <a:pt x="145" y="2"/>
                      <a:pt x="135"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1"/>
              <p:cNvSpPr/>
              <p:nvPr/>
            </p:nvSpPr>
            <p:spPr>
              <a:xfrm>
                <a:off x="8833900" y="2671175"/>
                <a:ext cx="18200" cy="8725"/>
              </a:xfrm>
              <a:custGeom>
                <a:rect b="b" l="l" r="r" t="t"/>
                <a:pathLst>
                  <a:path extrusionOk="0" h="349" w="728">
                    <a:moveTo>
                      <a:pt x="233" y="1"/>
                    </a:moveTo>
                    <a:cubicBezTo>
                      <a:pt x="197" y="1"/>
                      <a:pt x="161" y="4"/>
                      <a:pt x="126" y="11"/>
                    </a:cubicBezTo>
                    <a:cubicBezTo>
                      <a:pt x="0" y="11"/>
                      <a:pt x="0" y="199"/>
                      <a:pt x="126" y="199"/>
                    </a:cubicBezTo>
                    <a:cubicBezTo>
                      <a:pt x="147" y="196"/>
                      <a:pt x="169" y="195"/>
                      <a:pt x="190" y="195"/>
                    </a:cubicBezTo>
                    <a:cubicBezTo>
                      <a:pt x="335" y="195"/>
                      <a:pt x="478" y="254"/>
                      <a:pt x="605" y="345"/>
                    </a:cubicBezTo>
                    <a:cubicBezTo>
                      <a:pt x="614" y="348"/>
                      <a:pt x="622" y="349"/>
                      <a:pt x="630" y="349"/>
                    </a:cubicBezTo>
                    <a:cubicBezTo>
                      <a:pt x="683" y="349"/>
                      <a:pt x="728" y="295"/>
                      <a:pt x="710" y="240"/>
                    </a:cubicBezTo>
                    <a:cubicBezTo>
                      <a:pt x="588" y="85"/>
                      <a:pt x="409"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1"/>
              <p:cNvSpPr/>
              <p:nvPr/>
            </p:nvSpPr>
            <p:spPr>
              <a:xfrm>
                <a:off x="8166550" y="2896150"/>
                <a:ext cx="6175" cy="3750"/>
              </a:xfrm>
              <a:custGeom>
                <a:rect b="b" l="l" r="r" t="t"/>
                <a:pathLst>
                  <a:path extrusionOk="0" h="150" w="247">
                    <a:moveTo>
                      <a:pt x="68" y="0"/>
                    </a:moveTo>
                    <a:cubicBezTo>
                      <a:pt x="1" y="0"/>
                      <a:pt x="1" y="149"/>
                      <a:pt x="68" y="149"/>
                    </a:cubicBezTo>
                    <a:cubicBezTo>
                      <a:pt x="72" y="149"/>
                      <a:pt x="76" y="149"/>
                      <a:pt x="80" y="148"/>
                    </a:cubicBezTo>
                    <a:lnTo>
                      <a:pt x="184" y="127"/>
                    </a:lnTo>
                    <a:cubicBezTo>
                      <a:pt x="247" y="106"/>
                      <a:pt x="247" y="43"/>
                      <a:pt x="184" y="22"/>
                    </a:cubicBezTo>
                    <a:lnTo>
                      <a:pt x="80" y="2"/>
                    </a:lnTo>
                    <a:cubicBezTo>
                      <a:pt x="76" y="1"/>
                      <a:pt x="72" y="0"/>
                      <a:pt x="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1"/>
              <p:cNvSpPr/>
              <p:nvPr/>
            </p:nvSpPr>
            <p:spPr>
              <a:xfrm>
                <a:off x="8162950" y="2912225"/>
                <a:ext cx="24650" cy="10650"/>
              </a:xfrm>
              <a:custGeom>
                <a:rect b="b" l="l" r="r" t="t"/>
                <a:pathLst>
                  <a:path extrusionOk="0" h="426" w="986">
                    <a:moveTo>
                      <a:pt x="842" y="0"/>
                    </a:moveTo>
                    <a:cubicBezTo>
                      <a:pt x="832" y="0"/>
                      <a:pt x="820" y="2"/>
                      <a:pt x="808" y="5"/>
                    </a:cubicBezTo>
                    <a:cubicBezTo>
                      <a:pt x="704" y="26"/>
                      <a:pt x="600" y="47"/>
                      <a:pt x="495" y="68"/>
                    </a:cubicBezTo>
                    <a:cubicBezTo>
                      <a:pt x="477" y="72"/>
                      <a:pt x="463" y="83"/>
                      <a:pt x="455" y="97"/>
                    </a:cubicBezTo>
                    <a:lnTo>
                      <a:pt x="455" y="97"/>
                    </a:lnTo>
                    <a:cubicBezTo>
                      <a:pt x="320" y="145"/>
                      <a:pt x="189" y="210"/>
                      <a:pt x="57" y="297"/>
                    </a:cubicBezTo>
                    <a:cubicBezTo>
                      <a:pt x="0" y="335"/>
                      <a:pt x="30" y="425"/>
                      <a:pt x="98" y="425"/>
                    </a:cubicBezTo>
                    <a:cubicBezTo>
                      <a:pt x="105" y="425"/>
                      <a:pt x="112" y="424"/>
                      <a:pt x="120" y="422"/>
                    </a:cubicBezTo>
                    <a:cubicBezTo>
                      <a:pt x="343" y="329"/>
                      <a:pt x="567" y="269"/>
                      <a:pt x="790" y="228"/>
                    </a:cubicBezTo>
                    <a:lnTo>
                      <a:pt x="790" y="228"/>
                    </a:lnTo>
                    <a:cubicBezTo>
                      <a:pt x="803" y="230"/>
                      <a:pt x="816" y="232"/>
                      <a:pt x="829" y="235"/>
                    </a:cubicBezTo>
                    <a:lnTo>
                      <a:pt x="829" y="221"/>
                    </a:lnTo>
                    <a:lnTo>
                      <a:pt x="829" y="221"/>
                    </a:lnTo>
                    <a:cubicBezTo>
                      <a:pt x="843" y="218"/>
                      <a:pt x="857" y="216"/>
                      <a:pt x="871" y="214"/>
                    </a:cubicBezTo>
                    <a:cubicBezTo>
                      <a:pt x="985" y="195"/>
                      <a:pt x="960" y="0"/>
                      <a:pt x="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1"/>
              <p:cNvSpPr/>
              <p:nvPr/>
            </p:nvSpPr>
            <p:spPr>
              <a:xfrm>
                <a:off x="8172650" y="2946775"/>
                <a:ext cx="16250" cy="9950"/>
              </a:xfrm>
              <a:custGeom>
                <a:rect b="b" l="l" r="r" t="t"/>
                <a:pathLst>
                  <a:path extrusionOk="0" h="398" w="650">
                    <a:moveTo>
                      <a:pt x="449" y="0"/>
                    </a:moveTo>
                    <a:cubicBezTo>
                      <a:pt x="284" y="0"/>
                      <a:pt x="126" y="87"/>
                      <a:pt x="45" y="250"/>
                    </a:cubicBezTo>
                    <a:cubicBezTo>
                      <a:pt x="0" y="324"/>
                      <a:pt x="71" y="398"/>
                      <a:pt x="145" y="398"/>
                    </a:cubicBezTo>
                    <a:cubicBezTo>
                      <a:pt x="176" y="398"/>
                      <a:pt x="208" y="385"/>
                      <a:pt x="232" y="354"/>
                    </a:cubicBezTo>
                    <a:cubicBezTo>
                      <a:pt x="316" y="208"/>
                      <a:pt x="420" y="208"/>
                      <a:pt x="566" y="167"/>
                    </a:cubicBezTo>
                    <a:cubicBezTo>
                      <a:pt x="629" y="146"/>
                      <a:pt x="650" y="42"/>
                      <a:pt x="587" y="21"/>
                    </a:cubicBezTo>
                    <a:cubicBezTo>
                      <a:pt x="542" y="7"/>
                      <a:pt x="495" y="0"/>
                      <a:pt x="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1"/>
              <p:cNvSpPr/>
              <p:nvPr/>
            </p:nvSpPr>
            <p:spPr>
              <a:xfrm>
                <a:off x="8220700" y="2941700"/>
                <a:ext cx="20875" cy="9875"/>
              </a:xfrm>
              <a:custGeom>
                <a:rect b="b" l="l" r="r" t="t"/>
                <a:pathLst>
                  <a:path extrusionOk="0" h="395" w="835">
                    <a:moveTo>
                      <a:pt x="572" y="0"/>
                    </a:moveTo>
                    <a:cubicBezTo>
                      <a:pt x="386" y="0"/>
                      <a:pt x="202" y="75"/>
                      <a:pt x="83" y="224"/>
                    </a:cubicBezTo>
                    <a:cubicBezTo>
                      <a:pt x="1" y="290"/>
                      <a:pt x="75" y="395"/>
                      <a:pt x="161" y="395"/>
                    </a:cubicBezTo>
                    <a:cubicBezTo>
                      <a:pt x="184" y="395"/>
                      <a:pt x="207" y="387"/>
                      <a:pt x="229" y="370"/>
                    </a:cubicBezTo>
                    <a:cubicBezTo>
                      <a:pt x="396" y="265"/>
                      <a:pt x="584" y="182"/>
                      <a:pt x="772" y="161"/>
                    </a:cubicBezTo>
                    <a:cubicBezTo>
                      <a:pt x="834" y="140"/>
                      <a:pt x="834" y="57"/>
                      <a:pt x="792" y="36"/>
                    </a:cubicBezTo>
                    <a:cubicBezTo>
                      <a:pt x="721" y="12"/>
                      <a:pt x="646" y="0"/>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1"/>
              <p:cNvSpPr/>
              <p:nvPr/>
            </p:nvSpPr>
            <p:spPr>
              <a:xfrm>
                <a:off x="8200725" y="2912350"/>
                <a:ext cx="13200" cy="6550"/>
              </a:xfrm>
              <a:custGeom>
                <a:rect b="b" l="l" r="r" t="t"/>
                <a:pathLst>
                  <a:path extrusionOk="0" h="262" w="528">
                    <a:moveTo>
                      <a:pt x="423" y="0"/>
                    </a:moveTo>
                    <a:lnTo>
                      <a:pt x="111" y="63"/>
                    </a:lnTo>
                    <a:cubicBezTo>
                      <a:pt x="0" y="81"/>
                      <a:pt x="36" y="261"/>
                      <a:pt x="145" y="261"/>
                    </a:cubicBezTo>
                    <a:cubicBezTo>
                      <a:pt x="160" y="261"/>
                      <a:pt x="177" y="258"/>
                      <a:pt x="194" y="251"/>
                    </a:cubicBezTo>
                    <a:lnTo>
                      <a:pt x="465" y="105"/>
                    </a:lnTo>
                    <a:cubicBezTo>
                      <a:pt x="528" y="84"/>
                      <a:pt x="486" y="0"/>
                      <a:pt x="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1"/>
              <p:cNvSpPr/>
              <p:nvPr/>
            </p:nvSpPr>
            <p:spPr>
              <a:xfrm>
                <a:off x="8188100" y="2996075"/>
                <a:ext cx="18750" cy="9250"/>
              </a:xfrm>
              <a:custGeom>
                <a:rect b="b" l="l" r="r" t="t"/>
                <a:pathLst>
                  <a:path extrusionOk="0" h="370" w="750">
                    <a:moveTo>
                      <a:pt x="649" y="1"/>
                    </a:moveTo>
                    <a:cubicBezTo>
                      <a:pt x="638" y="1"/>
                      <a:pt x="627" y="3"/>
                      <a:pt x="616" y="9"/>
                    </a:cubicBezTo>
                    <a:cubicBezTo>
                      <a:pt x="449" y="51"/>
                      <a:pt x="261" y="114"/>
                      <a:pt x="94" y="176"/>
                    </a:cubicBezTo>
                    <a:cubicBezTo>
                      <a:pt x="0" y="214"/>
                      <a:pt x="25" y="370"/>
                      <a:pt x="122" y="370"/>
                    </a:cubicBezTo>
                    <a:cubicBezTo>
                      <a:pt x="133" y="370"/>
                      <a:pt x="144" y="368"/>
                      <a:pt x="157" y="364"/>
                    </a:cubicBezTo>
                    <a:cubicBezTo>
                      <a:pt x="324" y="301"/>
                      <a:pt x="511" y="218"/>
                      <a:pt x="678" y="134"/>
                    </a:cubicBezTo>
                    <a:cubicBezTo>
                      <a:pt x="750" y="99"/>
                      <a:pt x="714" y="1"/>
                      <a:pt x="6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1"/>
              <p:cNvSpPr/>
              <p:nvPr/>
            </p:nvSpPr>
            <p:spPr>
              <a:xfrm>
                <a:off x="8190725" y="3062525"/>
                <a:ext cx="19550" cy="10650"/>
              </a:xfrm>
              <a:custGeom>
                <a:rect b="b" l="l" r="r" t="t"/>
                <a:pathLst>
                  <a:path extrusionOk="0" h="426" w="782">
                    <a:moveTo>
                      <a:pt x="719" y="0"/>
                    </a:moveTo>
                    <a:cubicBezTo>
                      <a:pt x="490" y="84"/>
                      <a:pt x="281" y="167"/>
                      <a:pt x="73" y="292"/>
                    </a:cubicBezTo>
                    <a:cubicBezTo>
                      <a:pt x="1" y="328"/>
                      <a:pt x="52" y="426"/>
                      <a:pt x="121" y="426"/>
                    </a:cubicBezTo>
                    <a:cubicBezTo>
                      <a:pt x="133" y="426"/>
                      <a:pt x="144" y="423"/>
                      <a:pt x="156" y="417"/>
                    </a:cubicBezTo>
                    <a:cubicBezTo>
                      <a:pt x="365" y="334"/>
                      <a:pt x="573" y="209"/>
                      <a:pt x="761" y="84"/>
                    </a:cubicBezTo>
                    <a:cubicBezTo>
                      <a:pt x="782" y="63"/>
                      <a:pt x="761" y="0"/>
                      <a:pt x="7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1"/>
              <p:cNvSpPr/>
              <p:nvPr/>
            </p:nvSpPr>
            <p:spPr>
              <a:xfrm>
                <a:off x="8219900" y="3031675"/>
                <a:ext cx="25175" cy="11225"/>
              </a:xfrm>
              <a:custGeom>
                <a:rect b="b" l="l" r="r" t="t"/>
                <a:pathLst>
                  <a:path extrusionOk="0" h="449" w="1007">
                    <a:moveTo>
                      <a:pt x="908" y="1"/>
                    </a:moveTo>
                    <a:cubicBezTo>
                      <a:pt x="902" y="1"/>
                      <a:pt x="894" y="2"/>
                      <a:pt x="887" y="4"/>
                    </a:cubicBezTo>
                    <a:cubicBezTo>
                      <a:pt x="595" y="66"/>
                      <a:pt x="324" y="170"/>
                      <a:pt x="74" y="296"/>
                    </a:cubicBezTo>
                    <a:cubicBezTo>
                      <a:pt x="0" y="332"/>
                      <a:pt x="7" y="449"/>
                      <a:pt x="81" y="449"/>
                    </a:cubicBezTo>
                    <a:cubicBezTo>
                      <a:pt x="91" y="449"/>
                      <a:pt x="102" y="447"/>
                      <a:pt x="115" y="442"/>
                    </a:cubicBezTo>
                    <a:cubicBezTo>
                      <a:pt x="386" y="379"/>
                      <a:pt x="678" y="275"/>
                      <a:pt x="950" y="129"/>
                    </a:cubicBezTo>
                    <a:cubicBezTo>
                      <a:pt x="1007" y="91"/>
                      <a:pt x="977" y="1"/>
                      <a:pt x="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1"/>
              <p:cNvSpPr/>
              <p:nvPr/>
            </p:nvSpPr>
            <p:spPr>
              <a:xfrm>
                <a:off x="8234225" y="3110750"/>
                <a:ext cx="17250" cy="8800"/>
              </a:xfrm>
              <a:custGeom>
                <a:rect b="b" l="l" r="r" t="t"/>
                <a:pathLst>
                  <a:path extrusionOk="0" h="352" w="690">
                    <a:moveTo>
                      <a:pt x="532" y="0"/>
                    </a:moveTo>
                    <a:cubicBezTo>
                      <a:pt x="349" y="0"/>
                      <a:pt x="185" y="81"/>
                      <a:pt x="64" y="219"/>
                    </a:cubicBezTo>
                    <a:cubicBezTo>
                      <a:pt x="0" y="267"/>
                      <a:pt x="58" y="352"/>
                      <a:pt x="126" y="352"/>
                    </a:cubicBezTo>
                    <a:cubicBezTo>
                      <a:pt x="147" y="352"/>
                      <a:pt x="169" y="343"/>
                      <a:pt x="189" y="324"/>
                    </a:cubicBezTo>
                    <a:cubicBezTo>
                      <a:pt x="314" y="219"/>
                      <a:pt x="481" y="157"/>
                      <a:pt x="648" y="115"/>
                    </a:cubicBezTo>
                    <a:cubicBezTo>
                      <a:pt x="689" y="94"/>
                      <a:pt x="689" y="32"/>
                      <a:pt x="648" y="11"/>
                    </a:cubicBezTo>
                    <a:cubicBezTo>
                      <a:pt x="608" y="4"/>
                      <a:pt x="570"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1"/>
              <p:cNvSpPr/>
              <p:nvPr/>
            </p:nvSpPr>
            <p:spPr>
              <a:xfrm>
                <a:off x="8236200" y="3164475"/>
                <a:ext cx="17550" cy="11575"/>
              </a:xfrm>
              <a:custGeom>
                <a:rect b="b" l="l" r="r" t="t"/>
                <a:pathLst>
                  <a:path extrusionOk="0" h="463" w="702">
                    <a:moveTo>
                      <a:pt x="587" y="1"/>
                    </a:moveTo>
                    <a:cubicBezTo>
                      <a:pt x="574" y="1"/>
                      <a:pt x="561" y="4"/>
                      <a:pt x="548" y="10"/>
                    </a:cubicBezTo>
                    <a:cubicBezTo>
                      <a:pt x="402" y="94"/>
                      <a:pt x="235" y="177"/>
                      <a:pt x="89" y="281"/>
                    </a:cubicBezTo>
                    <a:cubicBezTo>
                      <a:pt x="1" y="334"/>
                      <a:pt x="62" y="462"/>
                      <a:pt x="146" y="462"/>
                    </a:cubicBezTo>
                    <a:cubicBezTo>
                      <a:pt x="161" y="462"/>
                      <a:pt x="177" y="458"/>
                      <a:pt x="193" y="448"/>
                    </a:cubicBezTo>
                    <a:cubicBezTo>
                      <a:pt x="327" y="353"/>
                      <a:pt x="479" y="257"/>
                      <a:pt x="616" y="145"/>
                    </a:cubicBezTo>
                    <a:lnTo>
                      <a:pt x="616" y="145"/>
                    </a:lnTo>
                    <a:lnTo>
                      <a:pt x="631" y="135"/>
                    </a:lnTo>
                    <a:cubicBezTo>
                      <a:pt x="701" y="83"/>
                      <a:pt x="654" y="1"/>
                      <a:pt x="5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1"/>
              <p:cNvSpPr/>
              <p:nvPr/>
            </p:nvSpPr>
            <p:spPr>
              <a:xfrm>
                <a:off x="8165700" y="2842800"/>
                <a:ext cx="24775" cy="6075"/>
              </a:xfrm>
              <a:custGeom>
                <a:rect b="b" l="l" r="r" t="t"/>
                <a:pathLst>
                  <a:path extrusionOk="0" h="243" w="991">
                    <a:moveTo>
                      <a:pt x="703" y="0"/>
                    </a:moveTo>
                    <a:cubicBezTo>
                      <a:pt x="500" y="0"/>
                      <a:pt x="297" y="24"/>
                      <a:pt x="93" y="71"/>
                    </a:cubicBezTo>
                    <a:cubicBezTo>
                      <a:pt x="89" y="70"/>
                      <a:pt x="84" y="69"/>
                      <a:pt x="80" y="69"/>
                    </a:cubicBezTo>
                    <a:cubicBezTo>
                      <a:pt x="0" y="69"/>
                      <a:pt x="29" y="243"/>
                      <a:pt x="110" y="243"/>
                    </a:cubicBezTo>
                    <a:cubicBezTo>
                      <a:pt x="118" y="243"/>
                      <a:pt x="126" y="241"/>
                      <a:pt x="135" y="238"/>
                    </a:cubicBezTo>
                    <a:cubicBezTo>
                      <a:pt x="406" y="217"/>
                      <a:pt x="677" y="175"/>
                      <a:pt x="928" y="92"/>
                    </a:cubicBezTo>
                    <a:cubicBezTo>
                      <a:pt x="990" y="71"/>
                      <a:pt x="969" y="8"/>
                      <a:pt x="907" y="8"/>
                    </a:cubicBezTo>
                    <a:cubicBezTo>
                      <a:pt x="839" y="3"/>
                      <a:pt x="771" y="0"/>
                      <a:pt x="7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1"/>
              <p:cNvSpPr/>
              <p:nvPr/>
            </p:nvSpPr>
            <p:spPr>
              <a:xfrm>
                <a:off x="8176350" y="2873750"/>
                <a:ext cx="8900" cy="3150"/>
              </a:xfrm>
              <a:custGeom>
                <a:rect b="b" l="l" r="r" t="t"/>
                <a:pathLst>
                  <a:path extrusionOk="0" h="126" w="356">
                    <a:moveTo>
                      <a:pt x="84" y="1"/>
                    </a:moveTo>
                    <a:cubicBezTo>
                      <a:pt x="1" y="1"/>
                      <a:pt x="1" y="126"/>
                      <a:pt x="84" y="126"/>
                    </a:cubicBezTo>
                    <a:lnTo>
                      <a:pt x="293" y="105"/>
                    </a:lnTo>
                    <a:cubicBezTo>
                      <a:pt x="356" y="105"/>
                      <a:pt x="356" y="1"/>
                      <a:pt x="2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1"/>
              <p:cNvSpPr/>
              <p:nvPr/>
            </p:nvSpPr>
            <p:spPr>
              <a:xfrm>
                <a:off x="8545375" y="3206875"/>
                <a:ext cx="14800" cy="9350"/>
              </a:xfrm>
              <a:custGeom>
                <a:rect b="b" l="l" r="r" t="t"/>
                <a:pathLst>
                  <a:path extrusionOk="0" h="374" w="592">
                    <a:moveTo>
                      <a:pt x="272" y="1"/>
                    </a:moveTo>
                    <a:cubicBezTo>
                      <a:pt x="211" y="1"/>
                      <a:pt x="149" y="16"/>
                      <a:pt x="91" y="45"/>
                    </a:cubicBezTo>
                    <a:cubicBezTo>
                      <a:pt x="1" y="81"/>
                      <a:pt x="65" y="225"/>
                      <a:pt x="151" y="225"/>
                    </a:cubicBezTo>
                    <a:cubicBezTo>
                      <a:pt x="166" y="225"/>
                      <a:pt x="180" y="221"/>
                      <a:pt x="195" y="212"/>
                    </a:cubicBezTo>
                    <a:lnTo>
                      <a:pt x="195" y="233"/>
                    </a:lnTo>
                    <a:cubicBezTo>
                      <a:pt x="237" y="191"/>
                      <a:pt x="299" y="191"/>
                      <a:pt x="341" y="191"/>
                    </a:cubicBezTo>
                    <a:cubicBezTo>
                      <a:pt x="341" y="191"/>
                      <a:pt x="360" y="202"/>
                      <a:pt x="382" y="217"/>
                    </a:cubicBezTo>
                    <a:lnTo>
                      <a:pt x="382" y="217"/>
                    </a:lnTo>
                    <a:cubicBezTo>
                      <a:pt x="338" y="271"/>
                      <a:pt x="397" y="373"/>
                      <a:pt x="467" y="373"/>
                    </a:cubicBezTo>
                    <a:cubicBezTo>
                      <a:pt x="495" y="373"/>
                      <a:pt x="524" y="357"/>
                      <a:pt x="549" y="317"/>
                    </a:cubicBezTo>
                    <a:cubicBezTo>
                      <a:pt x="591" y="233"/>
                      <a:pt x="570" y="108"/>
                      <a:pt x="466" y="66"/>
                    </a:cubicBezTo>
                    <a:cubicBezTo>
                      <a:pt x="410" y="22"/>
                      <a:pt x="342" y="1"/>
                      <a:pt x="2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1"/>
              <p:cNvSpPr/>
              <p:nvPr/>
            </p:nvSpPr>
            <p:spPr>
              <a:xfrm>
                <a:off x="8551275" y="3140725"/>
                <a:ext cx="15150" cy="5775"/>
              </a:xfrm>
              <a:custGeom>
                <a:rect b="b" l="l" r="r" t="t"/>
                <a:pathLst>
                  <a:path extrusionOk="0" h="231" w="606">
                    <a:moveTo>
                      <a:pt x="147" y="1"/>
                    </a:moveTo>
                    <a:cubicBezTo>
                      <a:pt x="1" y="1"/>
                      <a:pt x="1" y="230"/>
                      <a:pt x="147" y="230"/>
                    </a:cubicBezTo>
                    <a:cubicBezTo>
                      <a:pt x="272" y="230"/>
                      <a:pt x="397" y="209"/>
                      <a:pt x="522" y="189"/>
                    </a:cubicBezTo>
                    <a:cubicBezTo>
                      <a:pt x="605" y="168"/>
                      <a:pt x="605" y="63"/>
                      <a:pt x="522" y="63"/>
                    </a:cubicBezTo>
                    <a:cubicBezTo>
                      <a:pt x="397" y="22"/>
                      <a:pt x="272" y="22"/>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1"/>
              <p:cNvSpPr/>
              <p:nvPr/>
            </p:nvSpPr>
            <p:spPr>
              <a:xfrm>
                <a:off x="8539425" y="3279950"/>
                <a:ext cx="9800" cy="7050"/>
              </a:xfrm>
              <a:custGeom>
                <a:rect b="b" l="l" r="r" t="t"/>
                <a:pathLst>
                  <a:path extrusionOk="0" h="282" w="392">
                    <a:moveTo>
                      <a:pt x="200" y="1"/>
                    </a:moveTo>
                    <a:cubicBezTo>
                      <a:pt x="141" y="1"/>
                      <a:pt x="85" y="29"/>
                      <a:pt x="57" y="84"/>
                    </a:cubicBezTo>
                    <a:cubicBezTo>
                      <a:pt x="1" y="169"/>
                      <a:pt x="79" y="245"/>
                      <a:pt x="155" y="245"/>
                    </a:cubicBezTo>
                    <a:cubicBezTo>
                      <a:pt x="190" y="245"/>
                      <a:pt x="225" y="228"/>
                      <a:pt x="245" y="188"/>
                    </a:cubicBezTo>
                    <a:lnTo>
                      <a:pt x="245" y="209"/>
                    </a:lnTo>
                    <a:cubicBezTo>
                      <a:pt x="245" y="209"/>
                      <a:pt x="245" y="209"/>
                      <a:pt x="245" y="209"/>
                    </a:cubicBezTo>
                    <a:lnTo>
                      <a:pt x="245" y="209"/>
                    </a:lnTo>
                    <a:cubicBezTo>
                      <a:pt x="229" y="225"/>
                      <a:pt x="226" y="229"/>
                      <a:pt x="243" y="230"/>
                    </a:cubicBezTo>
                    <a:lnTo>
                      <a:pt x="243" y="230"/>
                    </a:lnTo>
                    <a:cubicBezTo>
                      <a:pt x="246" y="260"/>
                      <a:pt x="278" y="282"/>
                      <a:pt x="312" y="282"/>
                    </a:cubicBezTo>
                    <a:cubicBezTo>
                      <a:pt x="334" y="282"/>
                      <a:pt x="356" y="273"/>
                      <a:pt x="370" y="251"/>
                    </a:cubicBezTo>
                    <a:cubicBezTo>
                      <a:pt x="391" y="209"/>
                      <a:pt x="391" y="168"/>
                      <a:pt x="370" y="126"/>
                    </a:cubicBezTo>
                    <a:cubicBezTo>
                      <a:pt x="370" y="63"/>
                      <a:pt x="329" y="22"/>
                      <a:pt x="287" y="22"/>
                    </a:cubicBezTo>
                    <a:cubicBezTo>
                      <a:pt x="259" y="8"/>
                      <a:pt x="229" y="1"/>
                      <a:pt x="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1"/>
              <p:cNvSpPr/>
              <p:nvPr/>
            </p:nvSpPr>
            <p:spPr>
              <a:xfrm>
                <a:off x="8546075" y="3404900"/>
                <a:ext cx="20875" cy="5650"/>
              </a:xfrm>
              <a:custGeom>
                <a:rect b="b" l="l" r="r" t="t"/>
                <a:pathLst>
                  <a:path extrusionOk="0" h="226" w="835">
                    <a:moveTo>
                      <a:pt x="293" y="0"/>
                    </a:moveTo>
                    <a:cubicBezTo>
                      <a:pt x="237" y="0"/>
                      <a:pt x="181" y="3"/>
                      <a:pt x="125" y="9"/>
                    </a:cubicBezTo>
                    <a:cubicBezTo>
                      <a:pt x="0" y="29"/>
                      <a:pt x="0" y="196"/>
                      <a:pt x="125" y="217"/>
                    </a:cubicBezTo>
                    <a:cubicBezTo>
                      <a:pt x="186" y="223"/>
                      <a:pt x="247" y="226"/>
                      <a:pt x="308" y="226"/>
                    </a:cubicBezTo>
                    <a:cubicBezTo>
                      <a:pt x="456" y="226"/>
                      <a:pt x="603" y="211"/>
                      <a:pt x="751" y="196"/>
                    </a:cubicBezTo>
                    <a:cubicBezTo>
                      <a:pt x="834" y="175"/>
                      <a:pt x="834" y="71"/>
                      <a:pt x="751" y="50"/>
                    </a:cubicBezTo>
                    <a:cubicBezTo>
                      <a:pt x="598" y="20"/>
                      <a:pt x="446" y="0"/>
                      <a:pt x="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1"/>
              <p:cNvSpPr/>
              <p:nvPr/>
            </p:nvSpPr>
            <p:spPr>
              <a:xfrm>
                <a:off x="8540575" y="3534600"/>
                <a:ext cx="20625" cy="6625"/>
              </a:xfrm>
              <a:custGeom>
                <a:rect b="b" l="l" r="r" t="t"/>
                <a:pathLst>
                  <a:path extrusionOk="0" h="265" w="825">
                    <a:moveTo>
                      <a:pt x="263" y="1"/>
                    </a:moveTo>
                    <a:cubicBezTo>
                      <a:pt x="214" y="1"/>
                      <a:pt x="165" y="5"/>
                      <a:pt x="116" y="14"/>
                    </a:cubicBezTo>
                    <a:cubicBezTo>
                      <a:pt x="0" y="14"/>
                      <a:pt x="9" y="227"/>
                      <a:pt x="110" y="227"/>
                    </a:cubicBezTo>
                    <a:cubicBezTo>
                      <a:pt x="118" y="227"/>
                      <a:pt x="127" y="226"/>
                      <a:pt x="137" y="223"/>
                    </a:cubicBezTo>
                    <a:lnTo>
                      <a:pt x="137" y="243"/>
                    </a:lnTo>
                    <a:cubicBezTo>
                      <a:pt x="223" y="235"/>
                      <a:pt x="306" y="230"/>
                      <a:pt x="387" y="230"/>
                    </a:cubicBezTo>
                    <a:cubicBezTo>
                      <a:pt x="408" y="230"/>
                      <a:pt x="430" y="230"/>
                      <a:pt x="451" y="231"/>
                    </a:cubicBezTo>
                    <a:lnTo>
                      <a:pt x="451" y="231"/>
                    </a:lnTo>
                    <a:cubicBezTo>
                      <a:pt x="459" y="246"/>
                      <a:pt x="472" y="258"/>
                      <a:pt x="491" y="264"/>
                    </a:cubicBezTo>
                    <a:lnTo>
                      <a:pt x="741" y="264"/>
                    </a:lnTo>
                    <a:cubicBezTo>
                      <a:pt x="804" y="243"/>
                      <a:pt x="825" y="181"/>
                      <a:pt x="783" y="139"/>
                    </a:cubicBezTo>
                    <a:cubicBezTo>
                      <a:pt x="619" y="57"/>
                      <a:pt x="442" y="1"/>
                      <a:pt x="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1"/>
              <p:cNvSpPr/>
              <p:nvPr/>
            </p:nvSpPr>
            <p:spPr>
              <a:xfrm>
                <a:off x="8517625" y="3653700"/>
                <a:ext cx="20125" cy="6400"/>
              </a:xfrm>
              <a:custGeom>
                <a:rect b="b" l="l" r="r" t="t"/>
                <a:pathLst>
                  <a:path extrusionOk="0" h="256" w="805">
                    <a:moveTo>
                      <a:pt x="219" y="0"/>
                    </a:moveTo>
                    <a:cubicBezTo>
                      <a:pt x="184" y="0"/>
                      <a:pt x="150" y="2"/>
                      <a:pt x="116" y="6"/>
                    </a:cubicBezTo>
                    <a:cubicBezTo>
                      <a:pt x="0" y="6"/>
                      <a:pt x="9" y="219"/>
                      <a:pt x="110" y="219"/>
                    </a:cubicBezTo>
                    <a:cubicBezTo>
                      <a:pt x="118" y="219"/>
                      <a:pt x="127" y="217"/>
                      <a:pt x="137" y="214"/>
                    </a:cubicBezTo>
                    <a:cubicBezTo>
                      <a:pt x="187" y="209"/>
                      <a:pt x="237" y="206"/>
                      <a:pt x="288" y="206"/>
                    </a:cubicBezTo>
                    <a:cubicBezTo>
                      <a:pt x="425" y="206"/>
                      <a:pt x="563" y="225"/>
                      <a:pt x="700" y="256"/>
                    </a:cubicBezTo>
                    <a:cubicBezTo>
                      <a:pt x="763" y="256"/>
                      <a:pt x="804" y="172"/>
                      <a:pt x="763" y="152"/>
                    </a:cubicBezTo>
                    <a:cubicBezTo>
                      <a:pt x="588" y="47"/>
                      <a:pt x="398" y="0"/>
                      <a:pt x="2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1"/>
              <p:cNvSpPr/>
              <p:nvPr/>
            </p:nvSpPr>
            <p:spPr>
              <a:xfrm>
                <a:off x="8498100" y="3753325"/>
                <a:ext cx="25575" cy="6900"/>
              </a:xfrm>
              <a:custGeom>
                <a:rect b="b" l="l" r="r" t="t"/>
                <a:pathLst>
                  <a:path extrusionOk="0" h="276" w="1023">
                    <a:moveTo>
                      <a:pt x="231" y="0"/>
                    </a:moveTo>
                    <a:cubicBezTo>
                      <a:pt x="196" y="0"/>
                      <a:pt x="160" y="2"/>
                      <a:pt x="125" y="4"/>
                    </a:cubicBezTo>
                    <a:cubicBezTo>
                      <a:pt x="0" y="4"/>
                      <a:pt x="0" y="213"/>
                      <a:pt x="125" y="213"/>
                    </a:cubicBezTo>
                    <a:cubicBezTo>
                      <a:pt x="280" y="213"/>
                      <a:pt x="428" y="220"/>
                      <a:pt x="577" y="233"/>
                    </a:cubicBezTo>
                    <a:lnTo>
                      <a:pt x="577" y="233"/>
                    </a:lnTo>
                    <a:cubicBezTo>
                      <a:pt x="579" y="234"/>
                      <a:pt x="580" y="234"/>
                      <a:pt x="581" y="234"/>
                    </a:cubicBezTo>
                    <a:lnTo>
                      <a:pt x="581" y="234"/>
                    </a:lnTo>
                    <a:cubicBezTo>
                      <a:pt x="692" y="244"/>
                      <a:pt x="803" y="258"/>
                      <a:pt x="918" y="275"/>
                    </a:cubicBezTo>
                    <a:cubicBezTo>
                      <a:pt x="980" y="275"/>
                      <a:pt x="1022" y="192"/>
                      <a:pt x="960" y="150"/>
                    </a:cubicBezTo>
                    <a:cubicBezTo>
                      <a:pt x="723" y="60"/>
                      <a:pt x="472" y="0"/>
                      <a:pt x="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1"/>
              <p:cNvSpPr/>
              <p:nvPr/>
            </p:nvSpPr>
            <p:spPr>
              <a:xfrm>
                <a:off x="8532700" y="3811625"/>
                <a:ext cx="19125" cy="6500"/>
              </a:xfrm>
              <a:custGeom>
                <a:rect b="b" l="l" r="r" t="t"/>
                <a:pathLst>
                  <a:path extrusionOk="0" h="260" w="765">
                    <a:moveTo>
                      <a:pt x="513" y="0"/>
                    </a:moveTo>
                    <a:cubicBezTo>
                      <a:pt x="382" y="0"/>
                      <a:pt x="255" y="20"/>
                      <a:pt x="118" y="50"/>
                    </a:cubicBezTo>
                    <a:cubicBezTo>
                      <a:pt x="113" y="49"/>
                      <a:pt x="108" y="49"/>
                      <a:pt x="104" y="49"/>
                    </a:cubicBezTo>
                    <a:cubicBezTo>
                      <a:pt x="1" y="49"/>
                      <a:pt x="36" y="260"/>
                      <a:pt x="145" y="260"/>
                    </a:cubicBezTo>
                    <a:cubicBezTo>
                      <a:pt x="150" y="260"/>
                      <a:pt x="155" y="260"/>
                      <a:pt x="160" y="259"/>
                    </a:cubicBezTo>
                    <a:cubicBezTo>
                      <a:pt x="326" y="238"/>
                      <a:pt x="514" y="196"/>
                      <a:pt x="681" y="134"/>
                    </a:cubicBezTo>
                    <a:cubicBezTo>
                      <a:pt x="764" y="92"/>
                      <a:pt x="723" y="8"/>
                      <a:pt x="660" y="8"/>
                    </a:cubicBezTo>
                    <a:cubicBezTo>
                      <a:pt x="610" y="3"/>
                      <a:pt x="561"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1"/>
              <p:cNvSpPr/>
              <p:nvPr/>
            </p:nvSpPr>
            <p:spPr>
              <a:xfrm>
                <a:off x="8515825" y="3885350"/>
                <a:ext cx="16700" cy="5225"/>
              </a:xfrm>
              <a:custGeom>
                <a:rect b="b" l="l" r="r" t="t"/>
                <a:pathLst>
                  <a:path extrusionOk="0" h="209" w="668">
                    <a:moveTo>
                      <a:pt x="105" y="0"/>
                    </a:moveTo>
                    <a:cubicBezTo>
                      <a:pt x="0" y="21"/>
                      <a:pt x="0" y="188"/>
                      <a:pt x="105" y="209"/>
                    </a:cubicBezTo>
                    <a:cubicBezTo>
                      <a:pt x="271" y="209"/>
                      <a:pt x="417" y="209"/>
                      <a:pt x="584" y="188"/>
                    </a:cubicBezTo>
                    <a:cubicBezTo>
                      <a:pt x="668" y="167"/>
                      <a:pt x="668" y="63"/>
                      <a:pt x="584" y="42"/>
                    </a:cubicBezTo>
                    <a:cubicBezTo>
                      <a:pt x="417" y="21"/>
                      <a:pt x="271" y="0"/>
                      <a:pt x="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1"/>
              <p:cNvSpPr/>
              <p:nvPr/>
            </p:nvSpPr>
            <p:spPr>
              <a:xfrm>
                <a:off x="8289525" y="4242200"/>
                <a:ext cx="543625" cy="38700"/>
              </a:xfrm>
              <a:custGeom>
                <a:rect b="b" l="l" r="r" t="t"/>
                <a:pathLst>
                  <a:path extrusionOk="0" h="1548" w="21745">
                    <a:moveTo>
                      <a:pt x="21362" y="0"/>
                    </a:moveTo>
                    <a:cubicBezTo>
                      <a:pt x="21335" y="0"/>
                      <a:pt x="21306" y="5"/>
                      <a:pt x="21275" y="14"/>
                    </a:cubicBezTo>
                    <a:cubicBezTo>
                      <a:pt x="18563" y="765"/>
                      <a:pt x="15768" y="827"/>
                      <a:pt x="12994" y="890"/>
                    </a:cubicBezTo>
                    <a:cubicBezTo>
                      <a:pt x="11618" y="911"/>
                      <a:pt x="10262" y="1015"/>
                      <a:pt x="8885" y="1036"/>
                    </a:cubicBezTo>
                    <a:cubicBezTo>
                      <a:pt x="7509" y="1036"/>
                      <a:pt x="6132" y="973"/>
                      <a:pt x="4776" y="806"/>
                    </a:cubicBezTo>
                    <a:cubicBezTo>
                      <a:pt x="3963" y="723"/>
                      <a:pt x="3170" y="598"/>
                      <a:pt x="2357" y="473"/>
                    </a:cubicBezTo>
                    <a:cubicBezTo>
                      <a:pt x="1627" y="368"/>
                      <a:pt x="855" y="118"/>
                      <a:pt x="104" y="97"/>
                    </a:cubicBezTo>
                    <a:cubicBezTo>
                      <a:pt x="21" y="97"/>
                      <a:pt x="0" y="222"/>
                      <a:pt x="63" y="264"/>
                    </a:cubicBezTo>
                    <a:cubicBezTo>
                      <a:pt x="647" y="577"/>
                      <a:pt x="1356" y="681"/>
                      <a:pt x="2002" y="806"/>
                    </a:cubicBezTo>
                    <a:cubicBezTo>
                      <a:pt x="2691" y="973"/>
                      <a:pt x="3400" y="1098"/>
                      <a:pt x="4088" y="1203"/>
                    </a:cubicBezTo>
                    <a:cubicBezTo>
                      <a:pt x="5465" y="1390"/>
                      <a:pt x="6862" y="1515"/>
                      <a:pt x="8260" y="1536"/>
                    </a:cubicBezTo>
                    <a:cubicBezTo>
                      <a:pt x="8531" y="1544"/>
                      <a:pt x="8801" y="1548"/>
                      <a:pt x="9072" y="1548"/>
                    </a:cubicBezTo>
                    <a:cubicBezTo>
                      <a:pt x="10219" y="1548"/>
                      <a:pt x="11363" y="1487"/>
                      <a:pt x="12494" y="1453"/>
                    </a:cubicBezTo>
                    <a:cubicBezTo>
                      <a:pt x="13912" y="1432"/>
                      <a:pt x="15330" y="1411"/>
                      <a:pt x="16749" y="1307"/>
                    </a:cubicBezTo>
                    <a:cubicBezTo>
                      <a:pt x="18334" y="1203"/>
                      <a:pt x="19898" y="952"/>
                      <a:pt x="21421" y="556"/>
                    </a:cubicBezTo>
                    <a:cubicBezTo>
                      <a:pt x="21745" y="461"/>
                      <a:pt x="21651" y="0"/>
                      <a:pt x="213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8" name="Google Shape;1658;p21"/>
          <p:cNvGrpSpPr/>
          <p:nvPr/>
        </p:nvGrpSpPr>
        <p:grpSpPr>
          <a:xfrm>
            <a:off x="-870994" y="2815406"/>
            <a:ext cx="1371803" cy="1955994"/>
            <a:chOff x="29206" y="2199506"/>
            <a:chExt cx="1371803" cy="1955994"/>
          </a:xfrm>
        </p:grpSpPr>
        <p:sp>
          <p:nvSpPr>
            <p:cNvPr id="1659" name="Google Shape;1659;p21"/>
            <p:cNvSpPr/>
            <p:nvPr/>
          </p:nvSpPr>
          <p:spPr>
            <a:xfrm>
              <a:off x="411425" y="40421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 name="Google Shape;1660;p21"/>
            <p:cNvGrpSpPr/>
            <p:nvPr/>
          </p:nvGrpSpPr>
          <p:grpSpPr>
            <a:xfrm>
              <a:off x="29206" y="2199506"/>
              <a:ext cx="1371803" cy="1916250"/>
              <a:chOff x="173975" y="1846850"/>
              <a:chExt cx="1630575" cy="2277725"/>
            </a:xfrm>
          </p:grpSpPr>
          <p:sp>
            <p:nvSpPr>
              <p:cNvPr id="1661" name="Google Shape;1661;p21"/>
              <p:cNvSpPr/>
              <p:nvPr/>
            </p:nvSpPr>
            <p:spPr>
              <a:xfrm>
                <a:off x="593225" y="1846850"/>
                <a:ext cx="549625" cy="700300"/>
              </a:xfrm>
              <a:custGeom>
                <a:rect b="b" l="l" r="r" t="t"/>
                <a:pathLst>
                  <a:path extrusionOk="0" h="28012" w="21985">
                    <a:moveTo>
                      <a:pt x="7413" y="1"/>
                    </a:moveTo>
                    <a:cubicBezTo>
                      <a:pt x="7250" y="1"/>
                      <a:pt x="7087" y="9"/>
                      <a:pt x="6925" y="25"/>
                    </a:cubicBezTo>
                    <a:cubicBezTo>
                      <a:pt x="5965" y="129"/>
                      <a:pt x="5048" y="463"/>
                      <a:pt x="4255" y="1005"/>
                    </a:cubicBezTo>
                    <a:cubicBezTo>
                      <a:pt x="939" y="3195"/>
                      <a:pt x="0" y="7888"/>
                      <a:pt x="1126" y="11684"/>
                    </a:cubicBezTo>
                    <a:cubicBezTo>
                      <a:pt x="2065" y="14792"/>
                      <a:pt x="3942" y="17629"/>
                      <a:pt x="5778" y="20236"/>
                    </a:cubicBezTo>
                    <a:cubicBezTo>
                      <a:pt x="7154" y="22197"/>
                      <a:pt x="8906" y="23865"/>
                      <a:pt x="10950" y="25137"/>
                    </a:cubicBezTo>
                    <a:cubicBezTo>
                      <a:pt x="11463" y="25441"/>
                      <a:pt x="16387" y="28011"/>
                      <a:pt x="17483" y="28011"/>
                    </a:cubicBezTo>
                    <a:cubicBezTo>
                      <a:pt x="17591" y="28011"/>
                      <a:pt x="17661" y="27986"/>
                      <a:pt x="17687" y="27932"/>
                    </a:cubicBezTo>
                    <a:cubicBezTo>
                      <a:pt x="21984" y="18880"/>
                      <a:pt x="20920" y="5135"/>
                      <a:pt x="10575" y="755"/>
                    </a:cubicBezTo>
                    <a:cubicBezTo>
                      <a:pt x="9561" y="339"/>
                      <a:pt x="8484" y="1"/>
                      <a:pt x="7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1"/>
              <p:cNvSpPr/>
              <p:nvPr/>
            </p:nvSpPr>
            <p:spPr>
              <a:xfrm>
                <a:off x="733475" y="1878750"/>
                <a:ext cx="78250" cy="230500"/>
              </a:xfrm>
              <a:custGeom>
                <a:rect b="b" l="l" r="r" t="t"/>
                <a:pathLst>
                  <a:path extrusionOk="0" h="9220" w="3130">
                    <a:moveTo>
                      <a:pt x="168" y="0"/>
                    </a:moveTo>
                    <a:cubicBezTo>
                      <a:pt x="168" y="42"/>
                      <a:pt x="22" y="84"/>
                      <a:pt x="22" y="126"/>
                    </a:cubicBezTo>
                    <a:cubicBezTo>
                      <a:pt x="1" y="1419"/>
                      <a:pt x="168" y="2691"/>
                      <a:pt x="501" y="3922"/>
                    </a:cubicBezTo>
                    <a:cubicBezTo>
                      <a:pt x="793" y="5152"/>
                      <a:pt x="1273" y="6320"/>
                      <a:pt x="1857" y="7447"/>
                    </a:cubicBezTo>
                    <a:cubicBezTo>
                      <a:pt x="2212" y="8072"/>
                      <a:pt x="2608" y="8656"/>
                      <a:pt x="3046" y="9220"/>
                    </a:cubicBezTo>
                    <a:cubicBezTo>
                      <a:pt x="3046" y="9220"/>
                      <a:pt x="3129" y="9178"/>
                      <a:pt x="3109" y="9157"/>
                    </a:cubicBezTo>
                    <a:lnTo>
                      <a:pt x="3129" y="9157"/>
                    </a:lnTo>
                    <a:cubicBezTo>
                      <a:pt x="1690" y="7071"/>
                      <a:pt x="731" y="4673"/>
                      <a:pt x="335" y="2149"/>
                    </a:cubicBezTo>
                    <a:cubicBezTo>
                      <a:pt x="230" y="1440"/>
                      <a:pt x="189" y="731"/>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1"/>
              <p:cNvSpPr/>
              <p:nvPr/>
            </p:nvSpPr>
            <p:spPr>
              <a:xfrm>
                <a:off x="811175" y="1883375"/>
                <a:ext cx="47475" cy="282425"/>
              </a:xfrm>
              <a:custGeom>
                <a:rect b="b" l="l" r="r" t="t"/>
                <a:pathLst>
                  <a:path extrusionOk="0" h="11297" w="1899">
                    <a:moveTo>
                      <a:pt x="1776" y="0"/>
                    </a:moveTo>
                    <a:cubicBezTo>
                      <a:pt x="1774" y="0"/>
                      <a:pt x="1773" y="1"/>
                      <a:pt x="1773" y="3"/>
                    </a:cubicBezTo>
                    <a:cubicBezTo>
                      <a:pt x="1356" y="3028"/>
                      <a:pt x="1" y="5989"/>
                      <a:pt x="418" y="9118"/>
                    </a:cubicBezTo>
                    <a:cubicBezTo>
                      <a:pt x="501" y="9848"/>
                      <a:pt x="751" y="10557"/>
                      <a:pt x="1127" y="11204"/>
                    </a:cubicBezTo>
                    <a:cubicBezTo>
                      <a:pt x="1127" y="11221"/>
                      <a:pt x="1214" y="11297"/>
                      <a:pt x="1219" y="11297"/>
                    </a:cubicBezTo>
                    <a:cubicBezTo>
                      <a:pt x="1220" y="11297"/>
                      <a:pt x="1217" y="11294"/>
                      <a:pt x="1210" y="11287"/>
                    </a:cubicBezTo>
                    <a:lnTo>
                      <a:pt x="1210" y="11266"/>
                    </a:lnTo>
                    <a:cubicBezTo>
                      <a:pt x="501" y="10077"/>
                      <a:pt x="418" y="8617"/>
                      <a:pt x="501" y="7262"/>
                    </a:cubicBezTo>
                    <a:cubicBezTo>
                      <a:pt x="605" y="5739"/>
                      <a:pt x="981" y="4258"/>
                      <a:pt x="1356" y="2798"/>
                    </a:cubicBezTo>
                    <a:cubicBezTo>
                      <a:pt x="1586" y="1922"/>
                      <a:pt x="1753" y="1025"/>
                      <a:pt x="1899" y="128"/>
                    </a:cubicBezTo>
                    <a:cubicBezTo>
                      <a:pt x="1899" y="90"/>
                      <a:pt x="1795" y="0"/>
                      <a:pt x="17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1"/>
              <p:cNvSpPr/>
              <p:nvPr/>
            </p:nvSpPr>
            <p:spPr>
              <a:xfrm>
                <a:off x="861450" y="1973650"/>
                <a:ext cx="137475" cy="249800"/>
              </a:xfrm>
              <a:custGeom>
                <a:rect b="b" l="l" r="r" t="t"/>
                <a:pathLst>
                  <a:path extrusionOk="0" h="9992" w="5499">
                    <a:moveTo>
                      <a:pt x="5436" y="1"/>
                    </a:moveTo>
                    <a:cubicBezTo>
                      <a:pt x="5436" y="1"/>
                      <a:pt x="5373" y="21"/>
                      <a:pt x="5373" y="42"/>
                    </a:cubicBezTo>
                    <a:cubicBezTo>
                      <a:pt x="5290" y="418"/>
                      <a:pt x="5206" y="814"/>
                      <a:pt x="5081" y="1169"/>
                    </a:cubicBezTo>
                    <a:cubicBezTo>
                      <a:pt x="4956" y="1481"/>
                      <a:pt x="4789" y="1794"/>
                      <a:pt x="4622" y="2065"/>
                    </a:cubicBezTo>
                    <a:cubicBezTo>
                      <a:pt x="4205" y="2649"/>
                      <a:pt x="3725" y="3192"/>
                      <a:pt x="3204" y="3692"/>
                    </a:cubicBezTo>
                    <a:cubicBezTo>
                      <a:pt x="2119" y="4798"/>
                      <a:pt x="993" y="5966"/>
                      <a:pt x="451" y="7468"/>
                    </a:cubicBezTo>
                    <a:cubicBezTo>
                      <a:pt x="117" y="8281"/>
                      <a:pt x="96" y="9178"/>
                      <a:pt x="367" y="9991"/>
                    </a:cubicBezTo>
                    <a:cubicBezTo>
                      <a:pt x="367" y="9991"/>
                      <a:pt x="455" y="9947"/>
                      <a:pt x="484" y="9921"/>
                    </a:cubicBezTo>
                    <a:lnTo>
                      <a:pt x="484" y="9921"/>
                    </a:lnTo>
                    <a:cubicBezTo>
                      <a:pt x="487" y="9930"/>
                      <a:pt x="489" y="9940"/>
                      <a:pt x="492" y="9950"/>
                    </a:cubicBezTo>
                    <a:lnTo>
                      <a:pt x="492" y="9908"/>
                    </a:lnTo>
                    <a:cubicBezTo>
                      <a:pt x="492" y="9911"/>
                      <a:pt x="489" y="9916"/>
                      <a:pt x="484" y="9921"/>
                    </a:cubicBezTo>
                    <a:lnTo>
                      <a:pt x="484" y="9921"/>
                    </a:lnTo>
                    <a:cubicBezTo>
                      <a:pt x="1" y="8345"/>
                      <a:pt x="728" y="6772"/>
                      <a:pt x="1661" y="5507"/>
                    </a:cubicBezTo>
                    <a:cubicBezTo>
                      <a:pt x="2140" y="4860"/>
                      <a:pt x="2683" y="4276"/>
                      <a:pt x="3246" y="3713"/>
                    </a:cubicBezTo>
                    <a:cubicBezTo>
                      <a:pt x="3767" y="3233"/>
                      <a:pt x="4226" y="2691"/>
                      <a:pt x="4643" y="2149"/>
                    </a:cubicBezTo>
                    <a:cubicBezTo>
                      <a:pt x="5081" y="1544"/>
                      <a:pt x="5498" y="751"/>
                      <a:pt x="5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1"/>
              <p:cNvSpPr/>
              <p:nvPr/>
            </p:nvSpPr>
            <p:spPr>
              <a:xfrm>
                <a:off x="919125" y="2106625"/>
                <a:ext cx="117850" cy="197650"/>
              </a:xfrm>
              <a:custGeom>
                <a:rect b="b" l="l" r="r" t="t"/>
                <a:pathLst>
                  <a:path extrusionOk="0" h="7906" w="4714">
                    <a:moveTo>
                      <a:pt x="4693" y="0"/>
                    </a:moveTo>
                    <a:cubicBezTo>
                      <a:pt x="4693" y="0"/>
                      <a:pt x="4589" y="21"/>
                      <a:pt x="4589" y="42"/>
                    </a:cubicBezTo>
                    <a:cubicBezTo>
                      <a:pt x="4485" y="334"/>
                      <a:pt x="4443" y="647"/>
                      <a:pt x="4359" y="939"/>
                    </a:cubicBezTo>
                    <a:cubicBezTo>
                      <a:pt x="4297" y="1231"/>
                      <a:pt x="4193" y="1544"/>
                      <a:pt x="4067" y="1836"/>
                    </a:cubicBezTo>
                    <a:cubicBezTo>
                      <a:pt x="3817" y="2378"/>
                      <a:pt x="3525" y="2899"/>
                      <a:pt x="3150" y="3379"/>
                    </a:cubicBezTo>
                    <a:cubicBezTo>
                      <a:pt x="2753" y="3859"/>
                      <a:pt x="2294" y="4297"/>
                      <a:pt x="1794" y="4672"/>
                    </a:cubicBezTo>
                    <a:cubicBezTo>
                      <a:pt x="1293" y="5048"/>
                      <a:pt x="876" y="5486"/>
                      <a:pt x="542" y="6007"/>
                    </a:cubicBezTo>
                    <a:cubicBezTo>
                      <a:pt x="188" y="6591"/>
                      <a:pt x="0" y="7238"/>
                      <a:pt x="0" y="7905"/>
                    </a:cubicBezTo>
                    <a:cubicBezTo>
                      <a:pt x="0" y="7905"/>
                      <a:pt x="125" y="7884"/>
                      <a:pt x="125" y="7863"/>
                    </a:cubicBezTo>
                    <a:lnTo>
                      <a:pt x="146" y="7863"/>
                    </a:lnTo>
                    <a:cubicBezTo>
                      <a:pt x="167" y="7217"/>
                      <a:pt x="355" y="6591"/>
                      <a:pt x="688" y="6049"/>
                    </a:cubicBezTo>
                    <a:cubicBezTo>
                      <a:pt x="1022" y="5486"/>
                      <a:pt x="1460" y="5006"/>
                      <a:pt x="1982" y="4610"/>
                    </a:cubicBezTo>
                    <a:cubicBezTo>
                      <a:pt x="2461" y="4255"/>
                      <a:pt x="2899" y="3838"/>
                      <a:pt x="3296" y="3379"/>
                    </a:cubicBezTo>
                    <a:cubicBezTo>
                      <a:pt x="3671" y="2920"/>
                      <a:pt x="3984" y="2420"/>
                      <a:pt x="4213" y="1877"/>
                    </a:cubicBezTo>
                    <a:cubicBezTo>
                      <a:pt x="4339" y="1585"/>
                      <a:pt x="4443" y="1293"/>
                      <a:pt x="4547" y="981"/>
                    </a:cubicBezTo>
                    <a:cubicBezTo>
                      <a:pt x="4651" y="668"/>
                      <a:pt x="4714" y="334"/>
                      <a:pt x="4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1"/>
              <p:cNvSpPr/>
              <p:nvPr/>
            </p:nvSpPr>
            <p:spPr>
              <a:xfrm>
                <a:off x="984825" y="2283900"/>
                <a:ext cx="57375" cy="129350"/>
              </a:xfrm>
              <a:custGeom>
                <a:rect b="b" l="l" r="r" t="t"/>
                <a:pathLst>
                  <a:path extrusionOk="0" h="5174" w="2295">
                    <a:moveTo>
                      <a:pt x="2295" y="1"/>
                    </a:moveTo>
                    <a:cubicBezTo>
                      <a:pt x="2253" y="1"/>
                      <a:pt x="2190" y="22"/>
                      <a:pt x="2149" y="42"/>
                    </a:cubicBezTo>
                    <a:cubicBezTo>
                      <a:pt x="1857" y="418"/>
                      <a:pt x="1585" y="814"/>
                      <a:pt x="1377" y="1231"/>
                    </a:cubicBezTo>
                    <a:cubicBezTo>
                      <a:pt x="1147" y="1649"/>
                      <a:pt x="939" y="2066"/>
                      <a:pt x="751" y="2504"/>
                    </a:cubicBezTo>
                    <a:cubicBezTo>
                      <a:pt x="396" y="3359"/>
                      <a:pt x="146" y="4256"/>
                      <a:pt x="0" y="5173"/>
                    </a:cubicBezTo>
                    <a:cubicBezTo>
                      <a:pt x="0" y="5173"/>
                      <a:pt x="146" y="5153"/>
                      <a:pt x="167" y="5111"/>
                    </a:cubicBezTo>
                    <a:lnTo>
                      <a:pt x="146" y="5111"/>
                    </a:lnTo>
                    <a:cubicBezTo>
                      <a:pt x="313" y="4172"/>
                      <a:pt x="584" y="3275"/>
                      <a:pt x="960" y="2399"/>
                    </a:cubicBezTo>
                    <a:cubicBezTo>
                      <a:pt x="1126" y="1982"/>
                      <a:pt x="1335" y="1565"/>
                      <a:pt x="1565" y="1190"/>
                    </a:cubicBezTo>
                    <a:cubicBezTo>
                      <a:pt x="1669" y="981"/>
                      <a:pt x="1794" y="793"/>
                      <a:pt x="1919" y="606"/>
                    </a:cubicBezTo>
                    <a:cubicBezTo>
                      <a:pt x="2023" y="397"/>
                      <a:pt x="2190" y="209"/>
                      <a:pt x="2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1"/>
              <p:cNvSpPr/>
              <p:nvPr/>
            </p:nvSpPr>
            <p:spPr>
              <a:xfrm>
                <a:off x="657350" y="1935575"/>
                <a:ext cx="156450" cy="183150"/>
              </a:xfrm>
              <a:custGeom>
                <a:rect b="b" l="l" r="r" t="t"/>
                <a:pathLst>
                  <a:path extrusionOk="0" h="7326" w="6258">
                    <a:moveTo>
                      <a:pt x="6257" y="7279"/>
                    </a:moveTo>
                    <a:cubicBezTo>
                      <a:pt x="6257" y="7280"/>
                      <a:pt x="6257" y="7280"/>
                      <a:pt x="6258" y="7280"/>
                    </a:cubicBezTo>
                    <a:cubicBezTo>
                      <a:pt x="6257" y="7280"/>
                      <a:pt x="6257" y="7280"/>
                      <a:pt x="6257" y="7279"/>
                    </a:cubicBezTo>
                    <a:close/>
                    <a:moveTo>
                      <a:pt x="188" y="1"/>
                    </a:moveTo>
                    <a:cubicBezTo>
                      <a:pt x="188" y="1"/>
                      <a:pt x="1" y="22"/>
                      <a:pt x="1" y="43"/>
                    </a:cubicBezTo>
                    <a:cubicBezTo>
                      <a:pt x="21" y="794"/>
                      <a:pt x="293" y="1503"/>
                      <a:pt x="731" y="2087"/>
                    </a:cubicBezTo>
                    <a:cubicBezTo>
                      <a:pt x="1148" y="2629"/>
                      <a:pt x="1607" y="3109"/>
                      <a:pt x="2149" y="3547"/>
                    </a:cubicBezTo>
                    <a:cubicBezTo>
                      <a:pt x="3046" y="4339"/>
                      <a:pt x="3880" y="5236"/>
                      <a:pt x="4756" y="6091"/>
                    </a:cubicBezTo>
                    <a:cubicBezTo>
                      <a:pt x="5173" y="6508"/>
                      <a:pt x="5611" y="6926"/>
                      <a:pt x="6070" y="7322"/>
                    </a:cubicBezTo>
                    <a:cubicBezTo>
                      <a:pt x="6075" y="7324"/>
                      <a:pt x="6081" y="7325"/>
                      <a:pt x="6087" y="7325"/>
                    </a:cubicBezTo>
                    <a:cubicBezTo>
                      <a:pt x="6132" y="7325"/>
                      <a:pt x="6215" y="7277"/>
                      <a:pt x="6247" y="7277"/>
                    </a:cubicBezTo>
                    <a:cubicBezTo>
                      <a:pt x="6251" y="7277"/>
                      <a:pt x="6254" y="7278"/>
                      <a:pt x="6257" y="7279"/>
                    </a:cubicBezTo>
                    <a:lnTo>
                      <a:pt x="6257" y="7279"/>
                    </a:lnTo>
                    <a:cubicBezTo>
                      <a:pt x="5360" y="6529"/>
                      <a:pt x="4568" y="5653"/>
                      <a:pt x="3734" y="4819"/>
                    </a:cubicBezTo>
                    <a:cubicBezTo>
                      <a:pt x="3317" y="4402"/>
                      <a:pt x="2900" y="3985"/>
                      <a:pt x="2483" y="3588"/>
                    </a:cubicBezTo>
                    <a:cubicBezTo>
                      <a:pt x="1982" y="3192"/>
                      <a:pt x="1523" y="2754"/>
                      <a:pt x="1106" y="2274"/>
                    </a:cubicBezTo>
                    <a:cubicBezTo>
                      <a:pt x="605" y="1628"/>
                      <a:pt x="272" y="835"/>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1"/>
              <p:cNvSpPr/>
              <p:nvPr/>
            </p:nvSpPr>
            <p:spPr>
              <a:xfrm>
                <a:off x="633200" y="2113450"/>
                <a:ext cx="265600" cy="166825"/>
              </a:xfrm>
              <a:custGeom>
                <a:rect b="b" l="l" r="r" t="t"/>
                <a:pathLst>
                  <a:path extrusionOk="0" h="6673" w="10624">
                    <a:moveTo>
                      <a:pt x="9" y="1"/>
                    </a:moveTo>
                    <a:cubicBezTo>
                      <a:pt x="2" y="1"/>
                      <a:pt x="0" y="5"/>
                      <a:pt x="7" y="19"/>
                    </a:cubicBezTo>
                    <a:cubicBezTo>
                      <a:pt x="800" y="645"/>
                      <a:pt x="1571" y="1271"/>
                      <a:pt x="2364" y="1896"/>
                    </a:cubicBezTo>
                    <a:cubicBezTo>
                      <a:pt x="3094" y="2501"/>
                      <a:pt x="3803" y="3106"/>
                      <a:pt x="4575" y="3648"/>
                    </a:cubicBezTo>
                    <a:cubicBezTo>
                      <a:pt x="5159" y="4086"/>
                      <a:pt x="5806" y="4420"/>
                      <a:pt x="6515" y="4650"/>
                    </a:cubicBezTo>
                    <a:cubicBezTo>
                      <a:pt x="7182" y="4858"/>
                      <a:pt x="7850" y="5025"/>
                      <a:pt x="8517" y="5234"/>
                    </a:cubicBezTo>
                    <a:cubicBezTo>
                      <a:pt x="9330" y="5505"/>
                      <a:pt x="10081" y="5880"/>
                      <a:pt x="10561" y="6631"/>
                    </a:cubicBezTo>
                    <a:cubicBezTo>
                      <a:pt x="10561" y="6645"/>
                      <a:pt x="10590" y="6650"/>
                      <a:pt x="10609" y="6658"/>
                    </a:cubicBezTo>
                    <a:lnTo>
                      <a:pt x="10609" y="6658"/>
                    </a:lnTo>
                    <a:lnTo>
                      <a:pt x="10603" y="6652"/>
                    </a:lnTo>
                    <a:cubicBezTo>
                      <a:pt x="9935" y="5546"/>
                      <a:pt x="8580" y="5171"/>
                      <a:pt x="7412" y="4837"/>
                    </a:cubicBezTo>
                    <a:cubicBezTo>
                      <a:pt x="6702" y="4670"/>
                      <a:pt x="6014" y="4420"/>
                      <a:pt x="5368" y="4128"/>
                    </a:cubicBezTo>
                    <a:cubicBezTo>
                      <a:pt x="4888" y="3857"/>
                      <a:pt x="4429" y="3544"/>
                      <a:pt x="4012" y="3190"/>
                    </a:cubicBezTo>
                    <a:cubicBezTo>
                      <a:pt x="3615" y="2877"/>
                      <a:pt x="3240" y="2564"/>
                      <a:pt x="2823" y="2230"/>
                    </a:cubicBezTo>
                    <a:cubicBezTo>
                      <a:pt x="1926" y="1521"/>
                      <a:pt x="1050" y="791"/>
                      <a:pt x="132" y="82"/>
                    </a:cubicBezTo>
                    <a:cubicBezTo>
                      <a:pt x="111" y="40"/>
                      <a:pt x="70" y="19"/>
                      <a:pt x="49" y="19"/>
                    </a:cubicBezTo>
                    <a:cubicBezTo>
                      <a:pt x="49" y="19"/>
                      <a:pt x="21" y="1"/>
                      <a:pt x="9" y="1"/>
                    </a:cubicBezTo>
                    <a:close/>
                    <a:moveTo>
                      <a:pt x="10609" y="6658"/>
                    </a:moveTo>
                    <a:lnTo>
                      <a:pt x="10624" y="6673"/>
                    </a:lnTo>
                    <a:cubicBezTo>
                      <a:pt x="10624" y="6666"/>
                      <a:pt x="10617" y="6662"/>
                      <a:pt x="10609" y="66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1"/>
              <p:cNvSpPr/>
              <p:nvPr/>
            </p:nvSpPr>
            <p:spPr>
              <a:xfrm>
                <a:off x="703850" y="2282625"/>
                <a:ext cx="260125" cy="90475"/>
              </a:xfrm>
              <a:custGeom>
                <a:rect b="b" l="l" r="r" t="t"/>
                <a:pathLst>
                  <a:path extrusionOk="0" h="3619" w="10405">
                    <a:moveTo>
                      <a:pt x="196" y="0"/>
                    </a:moveTo>
                    <a:cubicBezTo>
                      <a:pt x="129" y="0"/>
                      <a:pt x="0" y="76"/>
                      <a:pt x="18" y="93"/>
                    </a:cubicBezTo>
                    <a:cubicBezTo>
                      <a:pt x="748" y="1095"/>
                      <a:pt x="2124" y="1345"/>
                      <a:pt x="3251" y="1679"/>
                    </a:cubicBezTo>
                    <a:cubicBezTo>
                      <a:pt x="4752" y="2096"/>
                      <a:pt x="6233" y="2513"/>
                      <a:pt x="7735" y="2930"/>
                    </a:cubicBezTo>
                    <a:cubicBezTo>
                      <a:pt x="8590" y="3160"/>
                      <a:pt x="9445" y="3389"/>
                      <a:pt x="10301" y="3618"/>
                    </a:cubicBezTo>
                    <a:cubicBezTo>
                      <a:pt x="10342" y="3618"/>
                      <a:pt x="10363" y="3598"/>
                      <a:pt x="10405" y="3577"/>
                    </a:cubicBezTo>
                    <a:lnTo>
                      <a:pt x="10384" y="3577"/>
                    </a:lnTo>
                    <a:cubicBezTo>
                      <a:pt x="8924" y="3139"/>
                      <a:pt x="7464" y="2722"/>
                      <a:pt x="6004" y="2304"/>
                    </a:cubicBezTo>
                    <a:lnTo>
                      <a:pt x="3793" y="1679"/>
                    </a:lnTo>
                    <a:cubicBezTo>
                      <a:pt x="3146" y="1491"/>
                      <a:pt x="2500" y="1345"/>
                      <a:pt x="1874" y="1115"/>
                    </a:cubicBezTo>
                    <a:cubicBezTo>
                      <a:pt x="1227" y="907"/>
                      <a:pt x="664" y="531"/>
                      <a:pt x="226" y="10"/>
                    </a:cubicBezTo>
                    <a:cubicBezTo>
                      <a:pt x="219" y="3"/>
                      <a:pt x="209"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1"/>
              <p:cNvSpPr/>
              <p:nvPr/>
            </p:nvSpPr>
            <p:spPr>
              <a:xfrm>
                <a:off x="876350" y="2445550"/>
                <a:ext cx="131950" cy="25725"/>
              </a:xfrm>
              <a:custGeom>
                <a:rect b="b" l="l" r="r" t="t"/>
                <a:pathLst>
                  <a:path extrusionOk="0" h="1029" w="5278">
                    <a:moveTo>
                      <a:pt x="1" y="1"/>
                    </a:moveTo>
                    <a:cubicBezTo>
                      <a:pt x="63" y="84"/>
                      <a:pt x="147" y="126"/>
                      <a:pt x="230" y="167"/>
                    </a:cubicBezTo>
                    <a:cubicBezTo>
                      <a:pt x="355" y="230"/>
                      <a:pt x="460" y="293"/>
                      <a:pt x="585" y="334"/>
                    </a:cubicBezTo>
                    <a:cubicBezTo>
                      <a:pt x="814" y="439"/>
                      <a:pt x="1044" y="522"/>
                      <a:pt x="1273" y="605"/>
                    </a:cubicBezTo>
                    <a:cubicBezTo>
                      <a:pt x="1732" y="751"/>
                      <a:pt x="2191" y="877"/>
                      <a:pt x="2671" y="939"/>
                    </a:cubicBezTo>
                    <a:cubicBezTo>
                      <a:pt x="3077" y="997"/>
                      <a:pt x="3484" y="1028"/>
                      <a:pt x="3888" y="1028"/>
                    </a:cubicBezTo>
                    <a:cubicBezTo>
                      <a:pt x="4355" y="1028"/>
                      <a:pt x="4819" y="987"/>
                      <a:pt x="5278" y="897"/>
                    </a:cubicBezTo>
                    <a:lnTo>
                      <a:pt x="5236" y="897"/>
                    </a:lnTo>
                    <a:cubicBezTo>
                      <a:pt x="4808" y="974"/>
                      <a:pt x="4380" y="1011"/>
                      <a:pt x="3952" y="1011"/>
                    </a:cubicBezTo>
                    <a:cubicBezTo>
                      <a:pt x="3441" y="1011"/>
                      <a:pt x="2931" y="958"/>
                      <a:pt x="2420" y="856"/>
                    </a:cubicBezTo>
                    <a:cubicBezTo>
                      <a:pt x="2045" y="772"/>
                      <a:pt x="1669" y="668"/>
                      <a:pt x="1294" y="522"/>
                    </a:cubicBezTo>
                    <a:cubicBezTo>
                      <a:pt x="898" y="376"/>
                      <a:pt x="522" y="147"/>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1"/>
              <p:cNvSpPr/>
              <p:nvPr/>
            </p:nvSpPr>
            <p:spPr>
              <a:xfrm>
                <a:off x="173975" y="3082125"/>
                <a:ext cx="780625" cy="334425"/>
              </a:xfrm>
              <a:custGeom>
                <a:rect b="b" l="l" r="r" t="t"/>
                <a:pathLst>
                  <a:path extrusionOk="0" h="13377" w="31225">
                    <a:moveTo>
                      <a:pt x="31221" y="9950"/>
                    </a:moveTo>
                    <a:cubicBezTo>
                      <a:pt x="31222" y="9951"/>
                      <a:pt x="31223" y="9952"/>
                      <a:pt x="31224" y="9954"/>
                    </a:cubicBezTo>
                    <a:cubicBezTo>
                      <a:pt x="31223" y="9952"/>
                      <a:pt x="31222" y="9951"/>
                      <a:pt x="31221" y="9950"/>
                    </a:cubicBezTo>
                    <a:close/>
                    <a:moveTo>
                      <a:pt x="12160" y="1"/>
                    </a:moveTo>
                    <a:cubicBezTo>
                      <a:pt x="11118" y="1"/>
                      <a:pt x="10079" y="96"/>
                      <a:pt x="9053" y="297"/>
                    </a:cubicBezTo>
                    <a:cubicBezTo>
                      <a:pt x="7405" y="630"/>
                      <a:pt x="5757" y="1235"/>
                      <a:pt x="4506" y="2361"/>
                    </a:cubicBezTo>
                    <a:cubicBezTo>
                      <a:pt x="1" y="6387"/>
                      <a:pt x="4109" y="12039"/>
                      <a:pt x="8886" y="12769"/>
                    </a:cubicBezTo>
                    <a:cubicBezTo>
                      <a:pt x="11250" y="13140"/>
                      <a:pt x="13650" y="13376"/>
                      <a:pt x="16034" y="13376"/>
                    </a:cubicBezTo>
                    <a:cubicBezTo>
                      <a:pt x="19960" y="13376"/>
                      <a:pt x="23842" y="12735"/>
                      <a:pt x="27449" y="10996"/>
                    </a:cubicBezTo>
                    <a:cubicBezTo>
                      <a:pt x="27861" y="10791"/>
                      <a:pt x="29823" y="9796"/>
                      <a:pt x="30774" y="9796"/>
                    </a:cubicBezTo>
                    <a:cubicBezTo>
                      <a:pt x="30978" y="9796"/>
                      <a:pt x="31135" y="9841"/>
                      <a:pt x="31221" y="9950"/>
                    </a:cubicBezTo>
                    <a:lnTo>
                      <a:pt x="31221" y="9950"/>
                    </a:lnTo>
                    <a:cubicBezTo>
                      <a:pt x="29824" y="8158"/>
                      <a:pt x="27761" y="6761"/>
                      <a:pt x="25989" y="5344"/>
                    </a:cubicBezTo>
                    <a:cubicBezTo>
                      <a:pt x="24362" y="4051"/>
                      <a:pt x="22631" y="2945"/>
                      <a:pt x="20775" y="2049"/>
                    </a:cubicBezTo>
                    <a:cubicBezTo>
                      <a:pt x="18090" y="768"/>
                      <a:pt x="15120" y="1"/>
                      <a:pt x="12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1"/>
              <p:cNvSpPr/>
              <p:nvPr/>
            </p:nvSpPr>
            <p:spPr>
              <a:xfrm>
                <a:off x="678200" y="3273075"/>
                <a:ext cx="173150" cy="114225"/>
              </a:xfrm>
              <a:custGeom>
                <a:rect b="b" l="l" r="r" t="t"/>
                <a:pathLst>
                  <a:path extrusionOk="0" h="4569" w="6926">
                    <a:moveTo>
                      <a:pt x="6905" y="0"/>
                    </a:moveTo>
                    <a:cubicBezTo>
                      <a:pt x="5799" y="167"/>
                      <a:pt x="4736" y="522"/>
                      <a:pt x="3776" y="1043"/>
                    </a:cubicBezTo>
                    <a:cubicBezTo>
                      <a:pt x="2775" y="1586"/>
                      <a:pt x="1878" y="2274"/>
                      <a:pt x="1106" y="3087"/>
                    </a:cubicBezTo>
                    <a:cubicBezTo>
                      <a:pt x="877" y="3317"/>
                      <a:pt x="668" y="3546"/>
                      <a:pt x="481" y="3796"/>
                    </a:cubicBezTo>
                    <a:cubicBezTo>
                      <a:pt x="293" y="4026"/>
                      <a:pt x="126" y="4297"/>
                      <a:pt x="1" y="4568"/>
                    </a:cubicBezTo>
                    <a:cubicBezTo>
                      <a:pt x="43" y="4547"/>
                      <a:pt x="84" y="4547"/>
                      <a:pt x="105" y="4527"/>
                    </a:cubicBezTo>
                    <a:cubicBezTo>
                      <a:pt x="439" y="4088"/>
                      <a:pt x="752" y="3650"/>
                      <a:pt x="1106" y="3254"/>
                    </a:cubicBezTo>
                    <a:cubicBezTo>
                      <a:pt x="1461" y="2858"/>
                      <a:pt x="1836" y="2482"/>
                      <a:pt x="2253" y="2149"/>
                    </a:cubicBezTo>
                    <a:cubicBezTo>
                      <a:pt x="3067" y="1481"/>
                      <a:pt x="4006" y="960"/>
                      <a:pt x="4986" y="584"/>
                    </a:cubicBezTo>
                    <a:cubicBezTo>
                      <a:pt x="5570" y="376"/>
                      <a:pt x="6196" y="209"/>
                      <a:pt x="6800" y="84"/>
                    </a:cubicBezTo>
                    <a:cubicBezTo>
                      <a:pt x="6821" y="84"/>
                      <a:pt x="6926" y="21"/>
                      <a:pt x="6905" y="21"/>
                    </a:cubicBezTo>
                    <a:lnTo>
                      <a:pt x="6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1"/>
              <p:cNvSpPr/>
              <p:nvPr/>
            </p:nvSpPr>
            <p:spPr>
              <a:xfrm>
                <a:off x="396625" y="3216525"/>
                <a:ext cx="306125" cy="175450"/>
              </a:xfrm>
              <a:custGeom>
                <a:rect b="b" l="l" r="r" t="t"/>
                <a:pathLst>
                  <a:path extrusionOk="0" h="7018" w="12245">
                    <a:moveTo>
                      <a:pt x="11739" y="1"/>
                    </a:moveTo>
                    <a:cubicBezTo>
                      <a:pt x="10996" y="1"/>
                      <a:pt x="10282" y="318"/>
                      <a:pt x="9720" y="761"/>
                    </a:cubicBezTo>
                    <a:cubicBezTo>
                      <a:pt x="8865" y="1449"/>
                      <a:pt x="8281" y="2388"/>
                      <a:pt x="7509" y="3138"/>
                    </a:cubicBezTo>
                    <a:cubicBezTo>
                      <a:pt x="6133" y="4473"/>
                      <a:pt x="4214" y="4828"/>
                      <a:pt x="2483" y="5474"/>
                    </a:cubicBezTo>
                    <a:cubicBezTo>
                      <a:pt x="2003" y="5641"/>
                      <a:pt x="1544" y="5850"/>
                      <a:pt x="1106" y="6121"/>
                    </a:cubicBezTo>
                    <a:cubicBezTo>
                      <a:pt x="898" y="6225"/>
                      <a:pt x="710" y="6350"/>
                      <a:pt x="522" y="6496"/>
                    </a:cubicBezTo>
                    <a:cubicBezTo>
                      <a:pt x="355" y="6622"/>
                      <a:pt x="105" y="6789"/>
                      <a:pt x="1" y="7018"/>
                    </a:cubicBezTo>
                    <a:lnTo>
                      <a:pt x="230" y="7018"/>
                    </a:lnTo>
                    <a:cubicBezTo>
                      <a:pt x="418" y="6872"/>
                      <a:pt x="585" y="6747"/>
                      <a:pt x="752" y="6601"/>
                    </a:cubicBezTo>
                    <a:cubicBezTo>
                      <a:pt x="918" y="6455"/>
                      <a:pt x="1085" y="6330"/>
                      <a:pt x="1273" y="6225"/>
                    </a:cubicBezTo>
                    <a:cubicBezTo>
                      <a:pt x="1628" y="5996"/>
                      <a:pt x="2003" y="5808"/>
                      <a:pt x="2399" y="5662"/>
                    </a:cubicBezTo>
                    <a:cubicBezTo>
                      <a:pt x="3171" y="5328"/>
                      <a:pt x="4005" y="5099"/>
                      <a:pt x="4798" y="4828"/>
                    </a:cubicBezTo>
                    <a:cubicBezTo>
                      <a:pt x="5591" y="4578"/>
                      <a:pt x="6362" y="4223"/>
                      <a:pt x="7071" y="3764"/>
                    </a:cubicBezTo>
                    <a:cubicBezTo>
                      <a:pt x="7885" y="3201"/>
                      <a:pt x="8448" y="2408"/>
                      <a:pt x="9074" y="1678"/>
                    </a:cubicBezTo>
                    <a:cubicBezTo>
                      <a:pt x="9745" y="895"/>
                      <a:pt x="10683" y="12"/>
                      <a:pt x="11768" y="12"/>
                    </a:cubicBezTo>
                    <a:cubicBezTo>
                      <a:pt x="11897" y="12"/>
                      <a:pt x="12028" y="25"/>
                      <a:pt x="12161" y="52"/>
                    </a:cubicBezTo>
                    <a:lnTo>
                      <a:pt x="12244" y="52"/>
                    </a:lnTo>
                    <a:cubicBezTo>
                      <a:pt x="12075" y="17"/>
                      <a:pt x="11906" y="1"/>
                      <a:pt x="1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1"/>
              <p:cNvSpPr/>
              <p:nvPr/>
            </p:nvSpPr>
            <p:spPr>
              <a:xfrm>
                <a:off x="268875" y="3199025"/>
                <a:ext cx="251875" cy="109575"/>
              </a:xfrm>
              <a:custGeom>
                <a:rect b="b" l="l" r="r" t="t"/>
                <a:pathLst>
                  <a:path extrusionOk="0" h="4383" w="10075">
                    <a:moveTo>
                      <a:pt x="10033" y="1"/>
                    </a:moveTo>
                    <a:cubicBezTo>
                      <a:pt x="8698" y="564"/>
                      <a:pt x="7447" y="1294"/>
                      <a:pt x="6300" y="2149"/>
                    </a:cubicBezTo>
                    <a:cubicBezTo>
                      <a:pt x="5716" y="2608"/>
                      <a:pt x="5111" y="3025"/>
                      <a:pt x="4464" y="3400"/>
                    </a:cubicBezTo>
                    <a:cubicBezTo>
                      <a:pt x="3838" y="3713"/>
                      <a:pt x="3171" y="3943"/>
                      <a:pt x="2483" y="4068"/>
                    </a:cubicBezTo>
                    <a:cubicBezTo>
                      <a:pt x="2049" y="4115"/>
                      <a:pt x="1616" y="4142"/>
                      <a:pt x="1183" y="4142"/>
                    </a:cubicBezTo>
                    <a:cubicBezTo>
                      <a:pt x="844" y="4142"/>
                      <a:pt x="506" y="4125"/>
                      <a:pt x="167" y="4089"/>
                    </a:cubicBezTo>
                    <a:cubicBezTo>
                      <a:pt x="126" y="4089"/>
                      <a:pt x="1" y="4214"/>
                      <a:pt x="42" y="4235"/>
                    </a:cubicBezTo>
                    <a:cubicBezTo>
                      <a:pt x="188" y="4276"/>
                      <a:pt x="334" y="4318"/>
                      <a:pt x="480" y="4339"/>
                    </a:cubicBezTo>
                    <a:cubicBezTo>
                      <a:pt x="668" y="4360"/>
                      <a:pt x="835" y="4381"/>
                      <a:pt x="1043" y="4381"/>
                    </a:cubicBezTo>
                    <a:cubicBezTo>
                      <a:pt x="1086" y="4382"/>
                      <a:pt x="1129" y="4382"/>
                      <a:pt x="1172" y="4382"/>
                    </a:cubicBezTo>
                    <a:cubicBezTo>
                      <a:pt x="2151" y="4382"/>
                      <a:pt x="3128" y="4154"/>
                      <a:pt x="4047" y="3734"/>
                    </a:cubicBezTo>
                    <a:cubicBezTo>
                      <a:pt x="4673" y="3421"/>
                      <a:pt x="5257" y="3046"/>
                      <a:pt x="5820" y="2608"/>
                    </a:cubicBezTo>
                    <a:cubicBezTo>
                      <a:pt x="6404" y="2149"/>
                      <a:pt x="7050" y="1711"/>
                      <a:pt x="7697" y="1336"/>
                    </a:cubicBezTo>
                    <a:cubicBezTo>
                      <a:pt x="8427" y="877"/>
                      <a:pt x="9199" y="480"/>
                      <a:pt x="9971" y="105"/>
                    </a:cubicBezTo>
                    <a:cubicBezTo>
                      <a:pt x="9991" y="105"/>
                      <a:pt x="10075" y="1"/>
                      <a:pt x="10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1"/>
              <p:cNvSpPr/>
              <p:nvPr/>
            </p:nvSpPr>
            <p:spPr>
              <a:xfrm>
                <a:off x="249575" y="3178175"/>
                <a:ext cx="155950" cy="39125"/>
              </a:xfrm>
              <a:custGeom>
                <a:rect b="b" l="l" r="r" t="t"/>
                <a:pathLst>
                  <a:path extrusionOk="0" h="1565" w="6238">
                    <a:moveTo>
                      <a:pt x="1711" y="0"/>
                    </a:moveTo>
                    <a:cubicBezTo>
                      <a:pt x="1440" y="0"/>
                      <a:pt x="1169" y="0"/>
                      <a:pt x="898" y="42"/>
                    </a:cubicBezTo>
                    <a:cubicBezTo>
                      <a:pt x="627" y="42"/>
                      <a:pt x="355" y="84"/>
                      <a:pt x="105" y="188"/>
                    </a:cubicBezTo>
                    <a:cubicBezTo>
                      <a:pt x="105" y="188"/>
                      <a:pt x="1" y="272"/>
                      <a:pt x="22" y="272"/>
                    </a:cubicBezTo>
                    <a:cubicBezTo>
                      <a:pt x="58" y="278"/>
                      <a:pt x="97" y="280"/>
                      <a:pt x="136" y="280"/>
                    </a:cubicBezTo>
                    <a:cubicBezTo>
                      <a:pt x="231" y="280"/>
                      <a:pt x="330" y="265"/>
                      <a:pt x="418" y="251"/>
                    </a:cubicBezTo>
                    <a:cubicBezTo>
                      <a:pt x="543" y="230"/>
                      <a:pt x="689" y="209"/>
                      <a:pt x="793" y="209"/>
                    </a:cubicBezTo>
                    <a:cubicBezTo>
                      <a:pt x="1065" y="188"/>
                      <a:pt x="1336" y="167"/>
                      <a:pt x="1607" y="167"/>
                    </a:cubicBezTo>
                    <a:cubicBezTo>
                      <a:pt x="2128" y="188"/>
                      <a:pt x="2671" y="230"/>
                      <a:pt x="3192" y="355"/>
                    </a:cubicBezTo>
                    <a:cubicBezTo>
                      <a:pt x="3734" y="459"/>
                      <a:pt x="4256" y="626"/>
                      <a:pt x="4756" y="835"/>
                    </a:cubicBezTo>
                    <a:cubicBezTo>
                      <a:pt x="5007" y="939"/>
                      <a:pt x="5257" y="1064"/>
                      <a:pt x="5486" y="1189"/>
                    </a:cubicBezTo>
                    <a:cubicBezTo>
                      <a:pt x="5716" y="1335"/>
                      <a:pt x="5945" y="1440"/>
                      <a:pt x="6175" y="1565"/>
                    </a:cubicBezTo>
                    <a:cubicBezTo>
                      <a:pt x="6196" y="1565"/>
                      <a:pt x="6237" y="1502"/>
                      <a:pt x="6237" y="1502"/>
                    </a:cubicBezTo>
                    <a:lnTo>
                      <a:pt x="6216" y="1502"/>
                    </a:lnTo>
                    <a:cubicBezTo>
                      <a:pt x="6029" y="1294"/>
                      <a:pt x="5799" y="1127"/>
                      <a:pt x="5549" y="1022"/>
                    </a:cubicBezTo>
                    <a:cubicBezTo>
                      <a:pt x="5299" y="876"/>
                      <a:pt x="5069" y="772"/>
                      <a:pt x="4819" y="668"/>
                    </a:cubicBezTo>
                    <a:cubicBezTo>
                      <a:pt x="4318" y="459"/>
                      <a:pt x="3818" y="292"/>
                      <a:pt x="3317" y="188"/>
                    </a:cubicBezTo>
                    <a:cubicBezTo>
                      <a:pt x="2775" y="63"/>
                      <a:pt x="2253" y="21"/>
                      <a:pt x="1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1"/>
              <p:cNvSpPr/>
              <p:nvPr/>
            </p:nvSpPr>
            <p:spPr>
              <a:xfrm>
                <a:off x="352825" y="3106725"/>
                <a:ext cx="195575" cy="87625"/>
              </a:xfrm>
              <a:custGeom>
                <a:rect b="b" l="l" r="r" t="t"/>
                <a:pathLst>
                  <a:path extrusionOk="0" h="3505" w="7823">
                    <a:moveTo>
                      <a:pt x="1" y="1"/>
                    </a:moveTo>
                    <a:cubicBezTo>
                      <a:pt x="2" y="1"/>
                      <a:pt x="4" y="1"/>
                      <a:pt x="5" y="1"/>
                    </a:cubicBezTo>
                    <a:lnTo>
                      <a:pt x="5" y="1"/>
                    </a:lnTo>
                    <a:cubicBezTo>
                      <a:pt x="4" y="1"/>
                      <a:pt x="2" y="1"/>
                      <a:pt x="1" y="1"/>
                    </a:cubicBezTo>
                    <a:close/>
                    <a:moveTo>
                      <a:pt x="5" y="1"/>
                    </a:moveTo>
                    <a:cubicBezTo>
                      <a:pt x="27" y="7"/>
                      <a:pt x="66" y="43"/>
                      <a:pt x="105" y="43"/>
                    </a:cubicBezTo>
                    <a:cubicBezTo>
                      <a:pt x="731" y="251"/>
                      <a:pt x="1377" y="376"/>
                      <a:pt x="2024" y="564"/>
                    </a:cubicBezTo>
                    <a:cubicBezTo>
                      <a:pt x="2650" y="752"/>
                      <a:pt x="3234" y="856"/>
                      <a:pt x="3818" y="1023"/>
                    </a:cubicBezTo>
                    <a:cubicBezTo>
                      <a:pt x="4131" y="1085"/>
                      <a:pt x="4402" y="1211"/>
                      <a:pt x="4652" y="1398"/>
                    </a:cubicBezTo>
                    <a:cubicBezTo>
                      <a:pt x="4881" y="1586"/>
                      <a:pt x="5069" y="1795"/>
                      <a:pt x="5278" y="1982"/>
                    </a:cubicBezTo>
                    <a:cubicBezTo>
                      <a:pt x="5653" y="2337"/>
                      <a:pt x="6070" y="2650"/>
                      <a:pt x="6529" y="2921"/>
                    </a:cubicBezTo>
                    <a:cubicBezTo>
                      <a:pt x="6911" y="3142"/>
                      <a:pt x="7331" y="3343"/>
                      <a:pt x="7771" y="3488"/>
                    </a:cubicBezTo>
                    <a:lnTo>
                      <a:pt x="7771" y="3488"/>
                    </a:lnTo>
                    <a:cubicBezTo>
                      <a:pt x="7747" y="3474"/>
                      <a:pt x="7722" y="3455"/>
                      <a:pt x="7697" y="3442"/>
                    </a:cubicBezTo>
                    <a:cubicBezTo>
                      <a:pt x="7092" y="3234"/>
                      <a:pt x="6529" y="2942"/>
                      <a:pt x="6029" y="2566"/>
                    </a:cubicBezTo>
                    <a:cubicBezTo>
                      <a:pt x="5611" y="2233"/>
                      <a:pt x="5257" y="1815"/>
                      <a:pt x="4840" y="1482"/>
                    </a:cubicBezTo>
                    <a:cubicBezTo>
                      <a:pt x="4506" y="1231"/>
                      <a:pt x="4151" y="1065"/>
                      <a:pt x="3755" y="960"/>
                    </a:cubicBezTo>
                    <a:cubicBezTo>
                      <a:pt x="3171" y="793"/>
                      <a:pt x="2566" y="647"/>
                      <a:pt x="1982" y="501"/>
                    </a:cubicBezTo>
                    <a:lnTo>
                      <a:pt x="1002" y="230"/>
                    </a:lnTo>
                    <a:cubicBezTo>
                      <a:pt x="670" y="127"/>
                      <a:pt x="338" y="43"/>
                      <a:pt x="5" y="1"/>
                    </a:cubicBezTo>
                    <a:close/>
                    <a:moveTo>
                      <a:pt x="7771" y="3488"/>
                    </a:moveTo>
                    <a:lnTo>
                      <a:pt x="7771" y="3488"/>
                    </a:lnTo>
                    <a:cubicBezTo>
                      <a:pt x="7788" y="3498"/>
                      <a:pt x="7805" y="3505"/>
                      <a:pt x="7822" y="3505"/>
                    </a:cubicBezTo>
                    <a:cubicBezTo>
                      <a:pt x="7805" y="3500"/>
                      <a:pt x="7788" y="3494"/>
                      <a:pt x="7771" y="34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1"/>
              <p:cNvSpPr/>
              <p:nvPr/>
            </p:nvSpPr>
            <p:spPr>
              <a:xfrm>
                <a:off x="557225" y="3117175"/>
                <a:ext cx="148050" cy="105400"/>
              </a:xfrm>
              <a:custGeom>
                <a:rect b="b" l="l" r="r" t="t"/>
                <a:pathLst>
                  <a:path extrusionOk="0" h="4216" w="5922">
                    <a:moveTo>
                      <a:pt x="126" y="0"/>
                    </a:moveTo>
                    <a:cubicBezTo>
                      <a:pt x="105" y="0"/>
                      <a:pt x="1" y="104"/>
                      <a:pt x="22" y="104"/>
                    </a:cubicBezTo>
                    <a:cubicBezTo>
                      <a:pt x="293" y="229"/>
                      <a:pt x="564" y="355"/>
                      <a:pt x="835" y="438"/>
                    </a:cubicBezTo>
                    <a:cubicBezTo>
                      <a:pt x="1106" y="542"/>
                      <a:pt x="1357" y="647"/>
                      <a:pt x="1628" y="772"/>
                    </a:cubicBezTo>
                    <a:cubicBezTo>
                      <a:pt x="2149" y="1022"/>
                      <a:pt x="2650" y="1335"/>
                      <a:pt x="3109" y="1669"/>
                    </a:cubicBezTo>
                    <a:cubicBezTo>
                      <a:pt x="3609" y="2044"/>
                      <a:pt x="4068" y="2440"/>
                      <a:pt x="4485" y="2878"/>
                    </a:cubicBezTo>
                    <a:cubicBezTo>
                      <a:pt x="4923" y="3316"/>
                      <a:pt x="5320" y="3775"/>
                      <a:pt x="5758" y="4213"/>
                    </a:cubicBezTo>
                    <a:cubicBezTo>
                      <a:pt x="5761" y="4215"/>
                      <a:pt x="5764" y="4216"/>
                      <a:pt x="5769" y="4216"/>
                    </a:cubicBezTo>
                    <a:cubicBezTo>
                      <a:pt x="5817" y="4216"/>
                      <a:pt x="5921" y="4107"/>
                      <a:pt x="5883" y="4088"/>
                    </a:cubicBezTo>
                    <a:lnTo>
                      <a:pt x="5883" y="4067"/>
                    </a:lnTo>
                    <a:cubicBezTo>
                      <a:pt x="5486" y="3588"/>
                      <a:pt x="5069" y="3129"/>
                      <a:pt x="4631" y="2691"/>
                    </a:cubicBezTo>
                    <a:cubicBezTo>
                      <a:pt x="4214" y="2253"/>
                      <a:pt x="3734" y="1835"/>
                      <a:pt x="3255" y="1481"/>
                    </a:cubicBezTo>
                    <a:cubicBezTo>
                      <a:pt x="2775" y="1147"/>
                      <a:pt x="2274" y="834"/>
                      <a:pt x="1774" y="584"/>
                    </a:cubicBezTo>
                    <a:cubicBezTo>
                      <a:pt x="1252" y="292"/>
                      <a:pt x="689" y="104"/>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1"/>
              <p:cNvSpPr/>
              <p:nvPr/>
            </p:nvSpPr>
            <p:spPr>
              <a:xfrm>
                <a:off x="744425" y="3167225"/>
                <a:ext cx="67300" cy="82925"/>
              </a:xfrm>
              <a:custGeom>
                <a:rect b="b" l="l" r="r" t="t"/>
                <a:pathLst>
                  <a:path extrusionOk="0" h="3317" w="2692">
                    <a:moveTo>
                      <a:pt x="84" y="0"/>
                    </a:moveTo>
                    <a:cubicBezTo>
                      <a:pt x="63" y="21"/>
                      <a:pt x="22" y="63"/>
                      <a:pt x="1" y="84"/>
                    </a:cubicBezTo>
                    <a:cubicBezTo>
                      <a:pt x="230" y="334"/>
                      <a:pt x="481" y="584"/>
                      <a:pt x="752" y="814"/>
                    </a:cubicBezTo>
                    <a:cubicBezTo>
                      <a:pt x="1002" y="1064"/>
                      <a:pt x="1231" y="1314"/>
                      <a:pt x="1440" y="1586"/>
                    </a:cubicBezTo>
                    <a:cubicBezTo>
                      <a:pt x="1878" y="2128"/>
                      <a:pt x="2274" y="2712"/>
                      <a:pt x="2587" y="3317"/>
                    </a:cubicBezTo>
                    <a:cubicBezTo>
                      <a:pt x="2587" y="3317"/>
                      <a:pt x="2691" y="3254"/>
                      <a:pt x="2671" y="3233"/>
                    </a:cubicBezTo>
                    <a:lnTo>
                      <a:pt x="2671" y="3212"/>
                    </a:lnTo>
                    <a:cubicBezTo>
                      <a:pt x="2379" y="2566"/>
                      <a:pt x="2024" y="1961"/>
                      <a:pt x="1586" y="1419"/>
                    </a:cubicBezTo>
                    <a:cubicBezTo>
                      <a:pt x="1377" y="1168"/>
                      <a:pt x="1148" y="897"/>
                      <a:pt x="919" y="668"/>
                    </a:cubicBezTo>
                    <a:cubicBezTo>
                      <a:pt x="668" y="397"/>
                      <a:pt x="397" y="188"/>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1"/>
              <p:cNvSpPr/>
              <p:nvPr/>
            </p:nvSpPr>
            <p:spPr>
              <a:xfrm>
                <a:off x="1094325" y="3098000"/>
                <a:ext cx="659125" cy="352250"/>
              </a:xfrm>
              <a:custGeom>
                <a:rect b="b" l="l" r="r" t="t"/>
                <a:pathLst>
                  <a:path extrusionOk="0" h="14090" w="26365">
                    <a:moveTo>
                      <a:pt x="16734" y="0"/>
                    </a:moveTo>
                    <a:cubicBezTo>
                      <a:pt x="15615" y="0"/>
                      <a:pt x="14487" y="176"/>
                      <a:pt x="13391" y="538"/>
                    </a:cubicBezTo>
                    <a:cubicBezTo>
                      <a:pt x="12077" y="976"/>
                      <a:pt x="10888" y="1685"/>
                      <a:pt x="9720" y="2373"/>
                    </a:cubicBezTo>
                    <a:cubicBezTo>
                      <a:pt x="8030" y="3291"/>
                      <a:pt x="6424" y="4355"/>
                      <a:pt x="4902" y="5502"/>
                    </a:cubicBezTo>
                    <a:cubicBezTo>
                      <a:pt x="2962" y="6962"/>
                      <a:pt x="1419" y="8526"/>
                      <a:pt x="251" y="10653"/>
                    </a:cubicBezTo>
                    <a:cubicBezTo>
                      <a:pt x="105" y="10862"/>
                      <a:pt x="21" y="11112"/>
                      <a:pt x="0" y="11363"/>
                    </a:cubicBezTo>
                    <a:cubicBezTo>
                      <a:pt x="1669" y="11404"/>
                      <a:pt x="3171" y="12009"/>
                      <a:pt x="4714" y="12572"/>
                    </a:cubicBezTo>
                    <a:cubicBezTo>
                      <a:pt x="6737" y="13323"/>
                      <a:pt x="8865" y="13782"/>
                      <a:pt x="11013" y="13991"/>
                    </a:cubicBezTo>
                    <a:cubicBezTo>
                      <a:pt x="11778" y="14057"/>
                      <a:pt x="12547" y="14090"/>
                      <a:pt x="13317" y="14090"/>
                    </a:cubicBezTo>
                    <a:cubicBezTo>
                      <a:pt x="14962" y="14090"/>
                      <a:pt x="16610" y="13941"/>
                      <a:pt x="18230" y="13657"/>
                    </a:cubicBezTo>
                    <a:cubicBezTo>
                      <a:pt x="20191" y="13302"/>
                      <a:pt x="22172" y="12718"/>
                      <a:pt x="23736" y="11467"/>
                    </a:cubicBezTo>
                    <a:cubicBezTo>
                      <a:pt x="25301" y="10236"/>
                      <a:pt x="26364" y="8213"/>
                      <a:pt x="26031" y="6253"/>
                    </a:cubicBezTo>
                    <a:cubicBezTo>
                      <a:pt x="25822" y="4959"/>
                      <a:pt x="25029" y="3833"/>
                      <a:pt x="24091" y="2936"/>
                    </a:cubicBezTo>
                    <a:cubicBezTo>
                      <a:pt x="22072" y="1021"/>
                      <a:pt x="19429" y="0"/>
                      <a:pt x="16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1"/>
              <p:cNvSpPr/>
              <p:nvPr/>
            </p:nvSpPr>
            <p:spPr>
              <a:xfrm>
                <a:off x="1199650" y="3165650"/>
                <a:ext cx="133000" cy="151775"/>
              </a:xfrm>
              <a:custGeom>
                <a:rect b="b" l="l" r="r" t="t"/>
                <a:pathLst>
                  <a:path extrusionOk="0" h="6071" w="5320">
                    <a:moveTo>
                      <a:pt x="5257" y="1"/>
                    </a:moveTo>
                    <a:cubicBezTo>
                      <a:pt x="4819" y="230"/>
                      <a:pt x="4422" y="543"/>
                      <a:pt x="4089" y="898"/>
                    </a:cubicBezTo>
                    <a:cubicBezTo>
                      <a:pt x="3713" y="1294"/>
                      <a:pt x="3379" y="1711"/>
                      <a:pt x="3087" y="2170"/>
                    </a:cubicBezTo>
                    <a:cubicBezTo>
                      <a:pt x="2816" y="2608"/>
                      <a:pt x="2670" y="3088"/>
                      <a:pt x="2462" y="3526"/>
                    </a:cubicBezTo>
                    <a:cubicBezTo>
                      <a:pt x="2211" y="4026"/>
                      <a:pt x="1878" y="4485"/>
                      <a:pt x="1502" y="4881"/>
                    </a:cubicBezTo>
                    <a:cubicBezTo>
                      <a:pt x="1064" y="5340"/>
                      <a:pt x="564" y="5716"/>
                      <a:pt x="1" y="6008"/>
                    </a:cubicBezTo>
                    <a:cubicBezTo>
                      <a:pt x="1" y="6008"/>
                      <a:pt x="42" y="6070"/>
                      <a:pt x="63" y="6070"/>
                    </a:cubicBezTo>
                    <a:cubicBezTo>
                      <a:pt x="1085" y="5570"/>
                      <a:pt x="1919" y="4777"/>
                      <a:pt x="2462" y="3797"/>
                    </a:cubicBezTo>
                    <a:cubicBezTo>
                      <a:pt x="2712" y="3338"/>
                      <a:pt x="2837" y="2858"/>
                      <a:pt x="3108" y="2420"/>
                    </a:cubicBezTo>
                    <a:cubicBezTo>
                      <a:pt x="3359" y="1961"/>
                      <a:pt x="3692" y="1523"/>
                      <a:pt x="4047" y="1148"/>
                    </a:cubicBezTo>
                    <a:cubicBezTo>
                      <a:pt x="4422" y="731"/>
                      <a:pt x="4860" y="355"/>
                      <a:pt x="5319" y="63"/>
                    </a:cubicBezTo>
                    <a:cubicBezTo>
                      <a:pt x="5319" y="63"/>
                      <a:pt x="5278" y="1"/>
                      <a:pt x="5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1"/>
              <p:cNvSpPr/>
              <p:nvPr/>
            </p:nvSpPr>
            <p:spPr>
              <a:xfrm>
                <a:off x="1335400" y="3109650"/>
                <a:ext cx="135800" cy="162350"/>
              </a:xfrm>
              <a:custGeom>
                <a:rect b="b" l="l" r="r" t="t"/>
                <a:pathLst>
                  <a:path extrusionOk="0" h="6494" w="5432">
                    <a:moveTo>
                      <a:pt x="5413" y="0"/>
                    </a:moveTo>
                    <a:cubicBezTo>
                      <a:pt x="5408" y="0"/>
                      <a:pt x="5402" y="3"/>
                      <a:pt x="5396" y="9"/>
                    </a:cubicBezTo>
                    <a:cubicBezTo>
                      <a:pt x="4311" y="405"/>
                      <a:pt x="3393" y="1135"/>
                      <a:pt x="2726" y="2074"/>
                    </a:cubicBezTo>
                    <a:cubicBezTo>
                      <a:pt x="2079" y="2971"/>
                      <a:pt x="1704" y="4014"/>
                      <a:pt x="1162" y="4973"/>
                    </a:cubicBezTo>
                    <a:cubicBezTo>
                      <a:pt x="870" y="5536"/>
                      <a:pt x="473" y="6058"/>
                      <a:pt x="14" y="6475"/>
                    </a:cubicBezTo>
                    <a:cubicBezTo>
                      <a:pt x="0" y="6489"/>
                      <a:pt x="0" y="6493"/>
                      <a:pt x="7" y="6493"/>
                    </a:cubicBezTo>
                    <a:cubicBezTo>
                      <a:pt x="21" y="6493"/>
                      <a:pt x="63" y="6475"/>
                      <a:pt x="77" y="6475"/>
                    </a:cubicBezTo>
                    <a:cubicBezTo>
                      <a:pt x="890" y="5787"/>
                      <a:pt x="1370" y="4848"/>
                      <a:pt x="1850" y="3889"/>
                    </a:cubicBezTo>
                    <a:cubicBezTo>
                      <a:pt x="2350" y="2867"/>
                      <a:pt x="2872" y="1865"/>
                      <a:pt x="3727" y="1094"/>
                    </a:cubicBezTo>
                    <a:cubicBezTo>
                      <a:pt x="4228" y="656"/>
                      <a:pt x="4791" y="301"/>
                      <a:pt x="5417" y="30"/>
                    </a:cubicBezTo>
                    <a:cubicBezTo>
                      <a:pt x="5431" y="15"/>
                      <a:pt x="5425" y="0"/>
                      <a:pt x="5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1"/>
              <p:cNvSpPr/>
              <p:nvPr/>
            </p:nvSpPr>
            <p:spPr>
              <a:xfrm>
                <a:off x="1443300" y="3120300"/>
                <a:ext cx="169875" cy="138200"/>
              </a:xfrm>
              <a:custGeom>
                <a:rect b="b" l="l" r="r" t="t"/>
                <a:pathLst>
                  <a:path extrusionOk="0" h="5528" w="6795">
                    <a:moveTo>
                      <a:pt x="6670" y="0"/>
                    </a:moveTo>
                    <a:cubicBezTo>
                      <a:pt x="6378" y="63"/>
                      <a:pt x="6086" y="146"/>
                      <a:pt x="5793" y="250"/>
                    </a:cubicBezTo>
                    <a:cubicBezTo>
                      <a:pt x="5543" y="334"/>
                      <a:pt x="5272" y="417"/>
                      <a:pt x="5022" y="522"/>
                    </a:cubicBezTo>
                    <a:cubicBezTo>
                      <a:pt x="4500" y="688"/>
                      <a:pt x="4000" y="960"/>
                      <a:pt x="3562" y="1293"/>
                    </a:cubicBezTo>
                    <a:cubicBezTo>
                      <a:pt x="2581" y="2086"/>
                      <a:pt x="2206" y="3275"/>
                      <a:pt x="1518" y="4255"/>
                    </a:cubicBezTo>
                    <a:cubicBezTo>
                      <a:pt x="1163" y="4818"/>
                      <a:pt x="642" y="5256"/>
                      <a:pt x="37" y="5507"/>
                    </a:cubicBezTo>
                    <a:cubicBezTo>
                      <a:pt x="0" y="5507"/>
                      <a:pt x="76" y="5523"/>
                      <a:pt x="123" y="5527"/>
                    </a:cubicBezTo>
                    <a:lnTo>
                      <a:pt x="123" y="5527"/>
                    </a:lnTo>
                    <a:cubicBezTo>
                      <a:pt x="1268" y="5150"/>
                      <a:pt x="1873" y="4046"/>
                      <a:pt x="2415" y="3066"/>
                    </a:cubicBezTo>
                    <a:cubicBezTo>
                      <a:pt x="2707" y="2482"/>
                      <a:pt x="3082" y="1961"/>
                      <a:pt x="3541" y="1502"/>
                    </a:cubicBezTo>
                    <a:cubicBezTo>
                      <a:pt x="3958" y="1126"/>
                      <a:pt x="4438" y="834"/>
                      <a:pt x="4959" y="647"/>
                    </a:cubicBezTo>
                    <a:cubicBezTo>
                      <a:pt x="5251" y="522"/>
                      <a:pt x="5564" y="417"/>
                      <a:pt x="5898" y="313"/>
                    </a:cubicBezTo>
                    <a:cubicBezTo>
                      <a:pt x="6190" y="250"/>
                      <a:pt x="6503" y="146"/>
                      <a:pt x="6795" y="21"/>
                    </a:cubicBezTo>
                    <a:cubicBezTo>
                      <a:pt x="6753" y="0"/>
                      <a:pt x="6711" y="0"/>
                      <a:pt x="6670" y="0"/>
                    </a:cubicBezTo>
                    <a:close/>
                    <a:moveTo>
                      <a:pt x="123" y="5527"/>
                    </a:moveTo>
                    <a:lnTo>
                      <a:pt x="123" y="5527"/>
                    </a:lnTo>
                    <a:cubicBezTo>
                      <a:pt x="122" y="5527"/>
                      <a:pt x="121" y="5527"/>
                      <a:pt x="120" y="5527"/>
                    </a:cubicBezTo>
                    <a:lnTo>
                      <a:pt x="141" y="5527"/>
                    </a:lnTo>
                    <a:cubicBezTo>
                      <a:pt x="136" y="5527"/>
                      <a:pt x="130" y="5527"/>
                      <a:pt x="123" y="55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1"/>
              <p:cNvSpPr/>
              <p:nvPr/>
            </p:nvSpPr>
            <p:spPr>
              <a:xfrm>
                <a:off x="1519300" y="3258475"/>
                <a:ext cx="174175" cy="118250"/>
              </a:xfrm>
              <a:custGeom>
                <a:rect b="b" l="l" r="r" t="t"/>
                <a:pathLst>
                  <a:path extrusionOk="0" h="4730" w="6967">
                    <a:moveTo>
                      <a:pt x="125" y="0"/>
                    </a:moveTo>
                    <a:cubicBezTo>
                      <a:pt x="84" y="0"/>
                      <a:pt x="21" y="63"/>
                      <a:pt x="0" y="63"/>
                    </a:cubicBezTo>
                    <a:cubicBezTo>
                      <a:pt x="1168" y="84"/>
                      <a:pt x="2128" y="939"/>
                      <a:pt x="2858" y="1752"/>
                    </a:cubicBezTo>
                    <a:cubicBezTo>
                      <a:pt x="3588" y="2587"/>
                      <a:pt x="4172" y="3588"/>
                      <a:pt x="5110" y="4193"/>
                    </a:cubicBezTo>
                    <a:cubicBezTo>
                      <a:pt x="5531" y="4485"/>
                      <a:pt x="6095" y="4729"/>
                      <a:pt x="6607" y="4729"/>
                    </a:cubicBezTo>
                    <a:cubicBezTo>
                      <a:pt x="6680" y="4729"/>
                      <a:pt x="6751" y="4725"/>
                      <a:pt x="6821" y="4714"/>
                    </a:cubicBezTo>
                    <a:cubicBezTo>
                      <a:pt x="6883" y="4693"/>
                      <a:pt x="6925" y="4672"/>
                      <a:pt x="6967" y="4631"/>
                    </a:cubicBezTo>
                    <a:cubicBezTo>
                      <a:pt x="6862" y="4589"/>
                      <a:pt x="6758" y="4568"/>
                      <a:pt x="6654" y="4568"/>
                    </a:cubicBezTo>
                    <a:cubicBezTo>
                      <a:pt x="6487" y="4547"/>
                      <a:pt x="6341" y="4526"/>
                      <a:pt x="6174" y="4464"/>
                    </a:cubicBezTo>
                    <a:cubicBezTo>
                      <a:pt x="5945" y="4380"/>
                      <a:pt x="5715" y="4276"/>
                      <a:pt x="5507" y="4151"/>
                    </a:cubicBezTo>
                    <a:cubicBezTo>
                      <a:pt x="5048" y="3859"/>
                      <a:pt x="4652" y="3504"/>
                      <a:pt x="4318" y="3087"/>
                    </a:cubicBezTo>
                    <a:cubicBezTo>
                      <a:pt x="3546" y="2211"/>
                      <a:pt x="2899" y="1210"/>
                      <a:pt x="1919" y="543"/>
                    </a:cubicBezTo>
                    <a:cubicBezTo>
                      <a:pt x="1398" y="188"/>
                      <a:pt x="751"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1"/>
              <p:cNvSpPr/>
              <p:nvPr/>
            </p:nvSpPr>
            <p:spPr>
              <a:xfrm>
                <a:off x="1402025" y="3268300"/>
                <a:ext cx="169450" cy="144025"/>
              </a:xfrm>
              <a:custGeom>
                <a:rect b="b" l="l" r="r" t="t"/>
                <a:pathLst>
                  <a:path extrusionOk="0" h="5761" w="6778">
                    <a:moveTo>
                      <a:pt x="128" y="0"/>
                    </a:moveTo>
                    <a:cubicBezTo>
                      <a:pt x="81" y="0"/>
                      <a:pt x="1" y="66"/>
                      <a:pt x="19" y="66"/>
                    </a:cubicBezTo>
                    <a:lnTo>
                      <a:pt x="19" y="87"/>
                    </a:lnTo>
                    <a:cubicBezTo>
                      <a:pt x="2188" y="1130"/>
                      <a:pt x="3044" y="3633"/>
                      <a:pt x="4921" y="5010"/>
                    </a:cubicBezTo>
                    <a:cubicBezTo>
                      <a:pt x="5421" y="5406"/>
                      <a:pt x="6026" y="5656"/>
                      <a:pt x="6673" y="5760"/>
                    </a:cubicBezTo>
                    <a:cubicBezTo>
                      <a:pt x="6714" y="5740"/>
                      <a:pt x="6756" y="5719"/>
                      <a:pt x="6777" y="5677"/>
                    </a:cubicBezTo>
                    <a:cubicBezTo>
                      <a:pt x="6235" y="5552"/>
                      <a:pt x="5713" y="5322"/>
                      <a:pt x="5234" y="5010"/>
                    </a:cubicBezTo>
                    <a:cubicBezTo>
                      <a:pt x="4754" y="4676"/>
                      <a:pt x="4316" y="4279"/>
                      <a:pt x="3940" y="3821"/>
                    </a:cubicBezTo>
                    <a:cubicBezTo>
                      <a:pt x="3148" y="2945"/>
                      <a:pt x="2543" y="1943"/>
                      <a:pt x="1709" y="1109"/>
                    </a:cubicBezTo>
                    <a:cubicBezTo>
                      <a:pt x="1250" y="650"/>
                      <a:pt x="728" y="275"/>
                      <a:pt x="144" y="4"/>
                    </a:cubicBezTo>
                    <a:cubicBezTo>
                      <a:pt x="140" y="1"/>
                      <a:pt x="134"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1"/>
              <p:cNvSpPr/>
              <p:nvPr/>
            </p:nvSpPr>
            <p:spPr>
              <a:xfrm>
                <a:off x="1285175" y="3296200"/>
                <a:ext cx="141850" cy="139500"/>
              </a:xfrm>
              <a:custGeom>
                <a:rect b="b" l="l" r="r" t="t"/>
                <a:pathLst>
                  <a:path extrusionOk="0" h="5580" w="5674">
                    <a:moveTo>
                      <a:pt x="11" y="0"/>
                    </a:moveTo>
                    <a:cubicBezTo>
                      <a:pt x="1" y="0"/>
                      <a:pt x="14" y="10"/>
                      <a:pt x="63" y="35"/>
                    </a:cubicBezTo>
                    <a:lnTo>
                      <a:pt x="63" y="14"/>
                    </a:lnTo>
                    <a:cubicBezTo>
                      <a:pt x="37" y="5"/>
                      <a:pt x="18" y="0"/>
                      <a:pt x="11" y="0"/>
                    </a:cubicBezTo>
                    <a:close/>
                    <a:moveTo>
                      <a:pt x="63" y="14"/>
                    </a:moveTo>
                    <a:cubicBezTo>
                      <a:pt x="82" y="22"/>
                      <a:pt x="101" y="29"/>
                      <a:pt x="120" y="37"/>
                    </a:cubicBezTo>
                    <a:lnTo>
                      <a:pt x="120" y="37"/>
                    </a:lnTo>
                    <a:cubicBezTo>
                      <a:pt x="101" y="29"/>
                      <a:pt x="82" y="21"/>
                      <a:pt x="63" y="14"/>
                    </a:cubicBezTo>
                    <a:close/>
                    <a:moveTo>
                      <a:pt x="120" y="37"/>
                    </a:moveTo>
                    <a:cubicBezTo>
                      <a:pt x="1168" y="473"/>
                      <a:pt x="1740" y="1638"/>
                      <a:pt x="2211" y="2621"/>
                    </a:cubicBezTo>
                    <a:cubicBezTo>
                      <a:pt x="2670" y="3602"/>
                      <a:pt x="3191" y="4686"/>
                      <a:pt x="4213" y="5228"/>
                    </a:cubicBezTo>
                    <a:cubicBezTo>
                      <a:pt x="4553" y="5466"/>
                      <a:pt x="4962" y="5580"/>
                      <a:pt x="5384" y="5580"/>
                    </a:cubicBezTo>
                    <a:cubicBezTo>
                      <a:pt x="5480" y="5580"/>
                      <a:pt x="5577" y="5574"/>
                      <a:pt x="5673" y="5562"/>
                    </a:cubicBezTo>
                    <a:cubicBezTo>
                      <a:pt x="5673" y="5562"/>
                      <a:pt x="5597" y="5516"/>
                      <a:pt x="5562" y="5516"/>
                    </a:cubicBezTo>
                    <a:cubicBezTo>
                      <a:pt x="5556" y="5516"/>
                      <a:pt x="5551" y="5517"/>
                      <a:pt x="5548" y="5520"/>
                    </a:cubicBezTo>
                    <a:cubicBezTo>
                      <a:pt x="5496" y="5524"/>
                      <a:pt x="5444" y="5526"/>
                      <a:pt x="5392" y="5526"/>
                    </a:cubicBezTo>
                    <a:cubicBezTo>
                      <a:pt x="5132" y="5526"/>
                      <a:pt x="4874" y="5482"/>
                      <a:pt x="4631" y="5395"/>
                    </a:cubicBezTo>
                    <a:cubicBezTo>
                      <a:pt x="4339" y="5291"/>
                      <a:pt x="4088" y="5124"/>
                      <a:pt x="3880" y="4936"/>
                    </a:cubicBezTo>
                    <a:cubicBezTo>
                      <a:pt x="3463" y="4561"/>
                      <a:pt x="3129" y="4123"/>
                      <a:pt x="2879" y="3622"/>
                    </a:cubicBezTo>
                    <a:cubicBezTo>
                      <a:pt x="2378" y="2705"/>
                      <a:pt x="2023" y="1662"/>
                      <a:pt x="1293" y="869"/>
                    </a:cubicBezTo>
                    <a:cubicBezTo>
                      <a:pt x="973" y="489"/>
                      <a:pt x="576" y="224"/>
                      <a:pt x="120" y="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1"/>
              <p:cNvSpPr/>
              <p:nvPr/>
            </p:nvSpPr>
            <p:spPr>
              <a:xfrm>
                <a:off x="1173575" y="3328875"/>
                <a:ext cx="109525" cy="85525"/>
              </a:xfrm>
              <a:custGeom>
                <a:rect b="b" l="l" r="r" t="t"/>
                <a:pathLst>
                  <a:path extrusionOk="0" h="3421" w="4381">
                    <a:moveTo>
                      <a:pt x="84" y="0"/>
                    </a:moveTo>
                    <a:lnTo>
                      <a:pt x="1" y="104"/>
                    </a:lnTo>
                    <a:cubicBezTo>
                      <a:pt x="710" y="647"/>
                      <a:pt x="1440" y="1189"/>
                      <a:pt x="2149" y="1752"/>
                    </a:cubicBezTo>
                    <a:cubicBezTo>
                      <a:pt x="2504" y="2023"/>
                      <a:pt x="2858" y="2295"/>
                      <a:pt x="3213" y="2566"/>
                    </a:cubicBezTo>
                    <a:lnTo>
                      <a:pt x="3734" y="3004"/>
                    </a:lnTo>
                    <a:cubicBezTo>
                      <a:pt x="3901" y="3150"/>
                      <a:pt x="4089" y="3296"/>
                      <a:pt x="4276" y="3421"/>
                    </a:cubicBezTo>
                    <a:cubicBezTo>
                      <a:pt x="4276" y="3421"/>
                      <a:pt x="4381" y="3317"/>
                      <a:pt x="4381" y="3296"/>
                    </a:cubicBezTo>
                    <a:cubicBezTo>
                      <a:pt x="4235" y="3129"/>
                      <a:pt x="4068" y="2983"/>
                      <a:pt x="3880" y="2837"/>
                    </a:cubicBezTo>
                    <a:cubicBezTo>
                      <a:pt x="3692" y="2691"/>
                      <a:pt x="3526" y="2545"/>
                      <a:pt x="3338" y="2420"/>
                    </a:cubicBezTo>
                    <a:cubicBezTo>
                      <a:pt x="3004" y="2128"/>
                      <a:pt x="2650" y="1856"/>
                      <a:pt x="2295" y="1585"/>
                    </a:cubicBezTo>
                    <a:cubicBezTo>
                      <a:pt x="1586" y="1043"/>
                      <a:pt x="835" y="501"/>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1"/>
              <p:cNvSpPr/>
              <p:nvPr/>
            </p:nvSpPr>
            <p:spPr>
              <a:xfrm>
                <a:off x="911825" y="4045850"/>
                <a:ext cx="330600" cy="78725"/>
              </a:xfrm>
              <a:custGeom>
                <a:rect b="b" l="l" r="r" t="t"/>
                <a:pathLst>
                  <a:path extrusionOk="0" h="3149" w="13224">
                    <a:moveTo>
                      <a:pt x="13099" y="0"/>
                    </a:moveTo>
                    <a:lnTo>
                      <a:pt x="125" y="438"/>
                    </a:lnTo>
                    <a:cubicBezTo>
                      <a:pt x="146" y="1127"/>
                      <a:pt x="0" y="1711"/>
                      <a:pt x="146" y="2399"/>
                    </a:cubicBezTo>
                    <a:cubicBezTo>
                      <a:pt x="209" y="2628"/>
                      <a:pt x="2169" y="2879"/>
                      <a:pt x="2440" y="2920"/>
                    </a:cubicBezTo>
                    <a:cubicBezTo>
                      <a:pt x="3275" y="3045"/>
                      <a:pt x="4130" y="3129"/>
                      <a:pt x="4985" y="3129"/>
                    </a:cubicBezTo>
                    <a:cubicBezTo>
                      <a:pt x="5626" y="3139"/>
                      <a:pt x="6266" y="3148"/>
                      <a:pt x="6906" y="3148"/>
                    </a:cubicBezTo>
                    <a:cubicBezTo>
                      <a:pt x="8869" y="3148"/>
                      <a:pt x="10825" y="3063"/>
                      <a:pt x="12744" y="2670"/>
                    </a:cubicBezTo>
                    <a:cubicBezTo>
                      <a:pt x="13224" y="2587"/>
                      <a:pt x="13057" y="2128"/>
                      <a:pt x="13057" y="1752"/>
                    </a:cubicBezTo>
                    <a:cubicBezTo>
                      <a:pt x="13078" y="1168"/>
                      <a:pt x="13099" y="584"/>
                      <a:pt x="1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1"/>
              <p:cNvSpPr/>
              <p:nvPr/>
            </p:nvSpPr>
            <p:spPr>
              <a:xfrm>
                <a:off x="653700" y="3549450"/>
                <a:ext cx="850500" cy="551275"/>
              </a:xfrm>
              <a:custGeom>
                <a:rect b="b" l="l" r="r" t="t"/>
                <a:pathLst>
                  <a:path extrusionOk="0" h="22051" w="34020">
                    <a:moveTo>
                      <a:pt x="29583" y="0"/>
                    </a:moveTo>
                    <a:cubicBezTo>
                      <a:pt x="28943" y="0"/>
                      <a:pt x="28276" y="104"/>
                      <a:pt x="27720" y="104"/>
                    </a:cubicBezTo>
                    <a:lnTo>
                      <a:pt x="4589" y="125"/>
                    </a:lnTo>
                    <a:cubicBezTo>
                      <a:pt x="3943" y="125"/>
                      <a:pt x="3254" y="146"/>
                      <a:pt x="2754" y="542"/>
                    </a:cubicBezTo>
                    <a:cubicBezTo>
                      <a:pt x="1356" y="1668"/>
                      <a:pt x="3672" y="2315"/>
                      <a:pt x="3567" y="3379"/>
                    </a:cubicBezTo>
                    <a:cubicBezTo>
                      <a:pt x="3505" y="3921"/>
                      <a:pt x="2274" y="4922"/>
                      <a:pt x="1940" y="5423"/>
                    </a:cubicBezTo>
                    <a:cubicBezTo>
                      <a:pt x="918" y="6945"/>
                      <a:pt x="313" y="8697"/>
                      <a:pt x="167" y="10533"/>
                    </a:cubicBezTo>
                    <a:cubicBezTo>
                      <a:pt x="147" y="10637"/>
                      <a:pt x="147" y="10742"/>
                      <a:pt x="147" y="10846"/>
                    </a:cubicBezTo>
                    <a:cubicBezTo>
                      <a:pt x="1" y="15163"/>
                      <a:pt x="3004" y="18438"/>
                      <a:pt x="6821" y="20127"/>
                    </a:cubicBezTo>
                    <a:cubicBezTo>
                      <a:pt x="9866" y="21483"/>
                      <a:pt x="13349" y="22005"/>
                      <a:pt x="16666" y="22046"/>
                    </a:cubicBezTo>
                    <a:cubicBezTo>
                      <a:pt x="16841" y="22049"/>
                      <a:pt x="17018" y="22050"/>
                      <a:pt x="17199" y="22050"/>
                    </a:cubicBezTo>
                    <a:cubicBezTo>
                      <a:pt x="19840" y="22050"/>
                      <a:pt x="23061" y="21753"/>
                      <a:pt x="25989" y="20816"/>
                    </a:cubicBezTo>
                    <a:cubicBezTo>
                      <a:pt x="29639" y="19669"/>
                      <a:pt x="32810" y="17478"/>
                      <a:pt x="33748" y="13662"/>
                    </a:cubicBezTo>
                    <a:cubicBezTo>
                      <a:pt x="33936" y="12890"/>
                      <a:pt x="34019" y="12076"/>
                      <a:pt x="34019" y="11284"/>
                    </a:cubicBezTo>
                    <a:cubicBezTo>
                      <a:pt x="34019" y="9386"/>
                      <a:pt x="33498" y="7529"/>
                      <a:pt x="32518" y="5903"/>
                    </a:cubicBezTo>
                    <a:cubicBezTo>
                      <a:pt x="32121" y="5256"/>
                      <a:pt x="30390" y="3525"/>
                      <a:pt x="30640" y="2753"/>
                    </a:cubicBezTo>
                    <a:cubicBezTo>
                      <a:pt x="30912" y="1981"/>
                      <a:pt x="31934" y="2127"/>
                      <a:pt x="31746" y="1126"/>
                    </a:cubicBezTo>
                    <a:cubicBezTo>
                      <a:pt x="31662" y="542"/>
                      <a:pt x="31183" y="375"/>
                      <a:pt x="30703" y="167"/>
                    </a:cubicBezTo>
                    <a:cubicBezTo>
                      <a:pt x="30361" y="40"/>
                      <a:pt x="29977" y="0"/>
                      <a:pt x="2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1"/>
              <p:cNvSpPr/>
              <p:nvPr/>
            </p:nvSpPr>
            <p:spPr>
              <a:xfrm>
                <a:off x="656825" y="3549450"/>
                <a:ext cx="847375" cy="388125"/>
              </a:xfrm>
              <a:custGeom>
                <a:rect b="b" l="l" r="r" t="t"/>
                <a:pathLst>
                  <a:path extrusionOk="0" h="15525" w="33895">
                    <a:moveTo>
                      <a:pt x="29453" y="0"/>
                    </a:moveTo>
                    <a:cubicBezTo>
                      <a:pt x="28808" y="0"/>
                      <a:pt x="28138" y="104"/>
                      <a:pt x="27595" y="104"/>
                    </a:cubicBezTo>
                    <a:lnTo>
                      <a:pt x="4443" y="125"/>
                    </a:lnTo>
                    <a:cubicBezTo>
                      <a:pt x="3818" y="125"/>
                      <a:pt x="3129" y="146"/>
                      <a:pt x="2629" y="542"/>
                    </a:cubicBezTo>
                    <a:cubicBezTo>
                      <a:pt x="1210" y="1668"/>
                      <a:pt x="3547" y="2315"/>
                      <a:pt x="3421" y="3379"/>
                    </a:cubicBezTo>
                    <a:cubicBezTo>
                      <a:pt x="3380" y="3921"/>
                      <a:pt x="2149" y="4922"/>
                      <a:pt x="1815" y="5423"/>
                    </a:cubicBezTo>
                    <a:cubicBezTo>
                      <a:pt x="772" y="6945"/>
                      <a:pt x="168" y="8697"/>
                      <a:pt x="22" y="10533"/>
                    </a:cubicBezTo>
                    <a:cubicBezTo>
                      <a:pt x="1" y="10637"/>
                      <a:pt x="1" y="10742"/>
                      <a:pt x="1" y="10846"/>
                    </a:cubicBezTo>
                    <a:cubicBezTo>
                      <a:pt x="1148" y="11722"/>
                      <a:pt x="2378" y="12473"/>
                      <a:pt x="3693" y="13036"/>
                    </a:cubicBezTo>
                    <a:cubicBezTo>
                      <a:pt x="7655" y="14788"/>
                      <a:pt x="12119" y="15455"/>
                      <a:pt x="16416" y="15518"/>
                    </a:cubicBezTo>
                    <a:cubicBezTo>
                      <a:pt x="16667" y="15522"/>
                      <a:pt x="16924" y="15525"/>
                      <a:pt x="17185" y="15525"/>
                    </a:cubicBezTo>
                    <a:cubicBezTo>
                      <a:pt x="20561" y="15525"/>
                      <a:pt x="24693" y="15133"/>
                      <a:pt x="28430" y="13933"/>
                    </a:cubicBezTo>
                    <a:cubicBezTo>
                      <a:pt x="30369" y="13349"/>
                      <a:pt x="32226" y="12452"/>
                      <a:pt x="33894" y="11284"/>
                    </a:cubicBezTo>
                    <a:cubicBezTo>
                      <a:pt x="33894" y="9386"/>
                      <a:pt x="33373" y="7529"/>
                      <a:pt x="32393" y="5903"/>
                    </a:cubicBezTo>
                    <a:cubicBezTo>
                      <a:pt x="31996" y="5256"/>
                      <a:pt x="30244" y="3525"/>
                      <a:pt x="30515" y="2753"/>
                    </a:cubicBezTo>
                    <a:cubicBezTo>
                      <a:pt x="30766" y="1981"/>
                      <a:pt x="31788" y="2127"/>
                      <a:pt x="31621" y="1126"/>
                    </a:cubicBezTo>
                    <a:cubicBezTo>
                      <a:pt x="31517" y="542"/>
                      <a:pt x="31058" y="375"/>
                      <a:pt x="30578" y="167"/>
                    </a:cubicBezTo>
                    <a:cubicBezTo>
                      <a:pt x="30236" y="40"/>
                      <a:pt x="29849" y="0"/>
                      <a:pt x="294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1"/>
              <p:cNvSpPr/>
              <p:nvPr/>
            </p:nvSpPr>
            <p:spPr>
              <a:xfrm>
                <a:off x="690725" y="3549575"/>
                <a:ext cx="822325" cy="551150"/>
              </a:xfrm>
              <a:custGeom>
                <a:rect b="b" l="l" r="r" t="t"/>
                <a:pathLst>
                  <a:path extrusionOk="0" h="22046" w="32893">
                    <a:moveTo>
                      <a:pt x="28087" y="0"/>
                    </a:moveTo>
                    <a:cubicBezTo>
                      <a:pt x="27459" y="0"/>
                      <a:pt x="26803" y="99"/>
                      <a:pt x="26260" y="99"/>
                    </a:cubicBezTo>
                    <a:lnTo>
                      <a:pt x="24049" y="99"/>
                    </a:lnTo>
                    <a:cubicBezTo>
                      <a:pt x="24383" y="516"/>
                      <a:pt x="24717" y="913"/>
                      <a:pt x="24863" y="1142"/>
                    </a:cubicBezTo>
                    <a:cubicBezTo>
                      <a:pt x="26260" y="3457"/>
                      <a:pt x="26698" y="6252"/>
                      <a:pt x="26073" y="8901"/>
                    </a:cubicBezTo>
                    <a:cubicBezTo>
                      <a:pt x="25155" y="12718"/>
                      <a:pt x="21964" y="14887"/>
                      <a:pt x="18313" y="16055"/>
                    </a:cubicBezTo>
                    <a:cubicBezTo>
                      <a:pt x="15385" y="16992"/>
                      <a:pt x="12164" y="17290"/>
                      <a:pt x="9523" y="17290"/>
                    </a:cubicBezTo>
                    <a:cubicBezTo>
                      <a:pt x="9343" y="17290"/>
                      <a:pt x="9165" y="17288"/>
                      <a:pt x="8990" y="17286"/>
                    </a:cubicBezTo>
                    <a:cubicBezTo>
                      <a:pt x="5966" y="17223"/>
                      <a:pt x="2837" y="16785"/>
                      <a:pt x="0" y="15701"/>
                    </a:cubicBezTo>
                    <a:lnTo>
                      <a:pt x="0" y="15701"/>
                    </a:lnTo>
                    <a:cubicBezTo>
                      <a:pt x="1210" y="17640"/>
                      <a:pt x="3129" y="19142"/>
                      <a:pt x="5340" y="20102"/>
                    </a:cubicBezTo>
                    <a:cubicBezTo>
                      <a:pt x="8406" y="21457"/>
                      <a:pt x="11868" y="21979"/>
                      <a:pt x="15185" y="22041"/>
                    </a:cubicBezTo>
                    <a:cubicBezTo>
                      <a:pt x="15350" y="22044"/>
                      <a:pt x="15518" y="22045"/>
                      <a:pt x="15689" y="22045"/>
                    </a:cubicBezTo>
                    <a:cubicBezTo>
                      <a:pt x="18338" y="22045"/>
                      <a:pt x="21589" y="21732"/>
                      <a:pt x="24508" y="20811"/>
                    </a:cubicBezTo>
                    <a:cubicBezTo>
                      <a:pt x="28158" y="19643"/>
                      <a:pt x="31350" y="17473"/>
                      <a:pt x="32267" y="13657"/>
                    </a:cubicBezTo>
                    <a:cubicBezTo>
                      <a:pt x="32893" y="11008"/>
                      <a:pt x="32455" y="8234"/>
                      <a:pt x="31058" y="5898"/>
                    </a:cubicBezTo>
                    <a:cubicBezTo>
                      <a:pt x="30661" y="5251"/>
                      <a:pt x="28930" y="3541"/>
                      <a:pt x="29180" y="2769"/>
                    </a:cubicBezTo>
                    <a:cubicBezTo>
                      <a:pt x="29410" y="1976"/>
                      <a:pt x="30453" y="2122"/>
                      <a:pt x="30286" y="1121"/>
                    </a:cubicBezTo>
                    <a:cubicBezTo>
                      <a:pt x="30181" y="537"/>
                      <a:pt x="29702" y="370"/>
                      <a:pt x="29243" y="183"/>
                    </a:cubicBezTo>
                    <a:cubicBezTo>
                      <a:pt x="28897" y="42"/>
                      <a:pt x="28498" y="0"/>
                      <a:pt x="28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1"/>
              <p:cNvSpPr/>
              <p:nvPr/>
            </p:nvSpPr>
            <p:spPr>
              <a:xfrm>
                <a:off x="717100" y="3546300"/>
                <a:ext cx="540975" cy="31850"/>
              </a:xfrm>
              <a:custGeom>
                <a:rect b="b" l="l" r="r" t="t"/>
                <a:pathLst>
                  <a:path extrusionOk="0" h="1274" w="21639">
                    <a:moveTo>
                      <a:pt x="8477" y="1"/>
                    </a:moveTo>
                    <a:cubicBezTo>
                      <a:pt x="6830" y="1"/>
                      <a:pt x="5182" y="22"/>
                      <a:pt x="3555" y="42"/>
                    </a:cubicBezTo>
                    <a:cubicBezTo>
                      <a:pt x="3313" y="42"/>
                      <a:pt x="3059" y="37"/>
                      <a:pt x="2800" y="37"/>
                    </a:cubicBezTo>
                    <a:cubicBezTo>
                      <a:pt x="1828" y="37"/>
                      <a:pt x="789" y="115"/>
                      <a:pt x="113" y="856"/>
                    </a:cubicBezTo>
                    <a:cubicBezTo>
                      <a:pt x="0" y="969"/>
                      <a:pt x="100" y="1132"/>
                      <a:pt x="228" y="1132"/>
                    </a:cubicBezTo>
                    <a:cubicBezTo>
                      <a:pt x="266" y="1132"/>
                      <a:pt x="305" y="1118"/>
                      <a:pt x="343" y="1085"/>
                    </a:cubicBezTo>
                    <a:cubicBezTo>
                      <a:pt x="781" y="710"/>
                      <a:pt x="1386" y="647"/>
                      <a:pt x="1949" y="626"/>
                    </a:cubicBezTo>
                    <a:cubicBezTo>
                      <a:pt x="2056" y="623"/>
                      <a:pt x="2163" y="621"/>
                      <a:pt x="2270" y="621"/>
                    </a:cubicBezTo>
                    <a:cubicBezTo>
                      <a:pt x="2747" y="621"/>
                      <a:pt x="3224" y="655"/>
                      <a:pt x="3701" y="689"/>
                    </a:cubicBezTo>
                    <a:cubicBezTo>
                      <a:pt x="5161" y="731"/>
                      <a:pt x="6621" y="793"/>
                      <a:pt x="8102" y="856"/>
                    </a:cubicBezTo>
                    <a:cubicBezTo>
                      <a:pt x="11168" y="981"/>
                      <a:pt x="14213" y="1085"/>
                      <a:pt x="17279" y="1210"/>
                    </a:cubicBezTo>
                    <a:cubicBezTo>
                      <a:pt x="18030" y="1231"/>
                      <a:pt x="18802" y="1252"/>
                      <a:pt x="19553" y="1273"/>
                    </a:cubicBezTo>
                    <a:lnTo>
                      <a:pt x="20617" y="1273"/>
                    </a:lnTo>
                    <a:cubicBezTo>
                      <a:pt x="21013" y="1273"/>
                      <a:pt x="21472" y="1273"/>
                      <a:pt x="21597" y="793"/>
                    </a:cubicBezTo>
                    <a:cubicBezTo>
                      <a:pt x="21639" y="480"/>
                      <a:pt x="21451" y="168"/>
                      <a:pt x="21117" y="84"/>
                    </a:cubicBezTo>
                    <a:cubicBezTo>
                      <a:pt x="20973" y="42"/>
                      <a:pt x="20809" y="30"/>
                      <a:pt x="20639" y="30"/>
                    </a:cubicBezTo>
                    <a:cubicBezTo>
                      <a:pt x="20441" y="30"/>
                      <a:pt x="20235" y="46"/>
                      <a:pt x="20047" y="46"/>
                    </a:cubicBezTo>
                    <a:cubicBezTo>
                      <a:pt x="19999" y="46"/>
                      <a:pt x="19953" y="45"/>
                      <a:pt x="19907" y="42"/>
                    </a:cubicBezTo>
                    <a:cubicBezTo>
                      <a:pt x="19157" y="42"/>
                      <a:pt x="18385" y="22"/>
                      <a:pt x="17634" y="22"/>
                    </a:cubicBezTo>
                    <a:lnTo>
                      <a:pt x="8477" y="1"/>
                    </a:ln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1"/>
              <p:cNvSpPr/>
              <p:nvPr/>
            </p:nvSpPr>
            <p:spPr>
              <a:xfrm>
                <a:off x="1265875" y="3547875"/>
                <a:ext cx="59475" cy="26625"/>
              </a:xfrm>
              <a:custGeom>
                <a:rect b="b" l="l" r="r" t="t"/>
                <a:pathLst>
                  <a:path extrusionOk="0" h="1065" w="2379">
                    <a:moveTo>
                      <a:pt x="1857" y="0"/>
                    </a:moveTo>
                    <a:cubicBezTo>
                      <a:pt x="1732" y="0"/>
                      <a:pt x="1606" y="0"/>
                      <a:pt x="1481" y="21"/>
                    </a:cubicBezTo>
                    <a:lnTo>
                      <a:pt x="1148" y="63"/>
                    </a:lnTo>
                    <a:cubicBezTo>
                      <a:pt x="981" y="63"/>
                      <a:pt x="835" y="84"/>
                      <a:pt x="689" y="105"/>
                    </a:cubicBezTo>
                    <a:cubicBezTo>
                      <a:pt x="543" y="146"/>
                      <a:pt x="418" y="209"/>
                      <a:pt x="292" y="271"/>
                    </a:cubicBezTo>
                    <a:cubicBezTo>
                      <a:pt x="0" y="459"/>
                      <a:pt x="63" y="876"/>
                      <a:pt x="397" y="981"/>
                    </a:cubicBezTo>
                    <a:cubicBezTo>
                      <a:pt x="522" y="1022"/>
                      <a:pt x="668" y="1064"/>
                      <a:pt x="814" y="1064"/>
                    </a:cubicBezTo>
                    <a:cubicBezTo>
                      <a:pt x="939" y="1064"/>
                      <a:pt x="1043" y="1064"/>
                      <a:pt x="1168" y="1043"/>
                    </a:cubicBezTo>
                    <a:lnTo>
                      <a:pt x="1523" y="1022"/>
                    </a:lnTo>
                    <a:cubicBezTo>
                      <a:pt x="1669" y="1022"/>
                      <a:pt x="1836" y="1001"/>
                      <a:pt x="1982" y="960"/>
                    </a:cubicBezTo>
                    <a:cubicBezTo>
                      <a:pt x="2211" y="897"/>
                      <a:pt x="2378" y="668"/>
                      <a:pt x="2337" y="417"/>
                    </a:cubicBezTo>
                    <a:cubicBezTo>
                      <a:pt x="2295" y="188"/>
                      <a:pt x="2086" y="0"/>
                      <a:pt x="1857"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1"/>
              <p:cNvSpPr/>
              <p:nvPr/>
            </p:nvSpPr>
            <p:spPr>
              <a:xfrm>
                <a:off x="700804" y="3724050"/>
                <a:ext cx="74225" cy="236075"/>
              </a:xfrm>
              <a:custGeom>
                <a:rect b="b" l="l" r="r" t="t"/>
                <a:pathLst>
                  <a:path extrusionOk="0" h="9443" w="2969">
                    <a:moveTo>
                      <a:pt x="2240" y="1"/>
                    </a:moveTo>
                    <a:cubicBezTo>
                      <a:pt x="2159" y="1"/>
                      <a:pt x="2078" y="21"/>
                      <a:pt x="2003" y="66"/>
                    </a:cubicBezTo>
                    <a:cubicBezTo>
                      <a:pt x="1293" y="483"/>
                      <a:pt x="772" y="1317"/>
                      <a:pt x="480" y="2068"/>
                    </a:cubicBezTo>
                    <a:cubicBezTo>
                      <a:pt x="188" y="2819"/>
                      <a:pt x="21" y="3632"/>
                      <a:pt x="21" y="4467"/>
                    </a:cubicBezTo>
                    <a:cubicBezTo>
                      <a:pt x="0" y="5301"/>
                      <a:pt x="125" y="6135"/>
                      <a:pt x="355" y="6949"/>
                    </a:cubicBezTo>
                    <a:cubicBezTo>
                      <a:pt x="584" y="7762"/>
                      <a:pt x="960" y="8555"/>
                      <a:pt x="1502" y="9222"/>
                    </a:cubicBezTo>
                    <a:cubicBezTo>
                      <a:pt x="1638" y="9369"/>
                      <a:pt x="1822" y="9442"/>
                      <a:pt x="2009" y="9442"/>
                    </a:cubicBezTo>
                    <a:cubicBezTo>
                      <a:pt x="2168" y="9442"/>
                      <a:pt x="2328" y="9390"/>
                      <a:pt x="2462" y="9285"/>
                    </a:cubicBezTo>
                    <a:cubicBezTo>
                      <a:pt x="2754" y="9055"/>
                      <a:pt x="2837" y="8638"/>
                      <a:pt x="2670" y="8325"/>
                    </a:cubicBezTo>
                    <a:cubicBezTo>
                      <a:pt x="2503" y="8012"/>
                      <a:pt x="2316" y="7741"/>
                      <a:pt x="2169" y="7428"/>
                    </a:cubicBezTo>
                    <a:cubicBezTo>
                      <a:pt x="2044" y="7136"/>
                      <a:pt x="1919" y="6844"/>
                      <a:pt x="1836" y="6532"/>
                    </a:cubicBezTo>
                    <a:cubicBezTo>
                      <a:pt x="1627" y="5885"/>
                      <a:pt x="1502" y="5197"/>
                      <a:pt x="1460" y="4508"/>
                    </a:cubicBezTo>
                    <a:cubicBezTo>
                      <a:pt x="1419" y="3862"/>
                      <a:pt x="1502" y="3194"/>
                      <a:pt x="1690" y="2548"/>
                    </a:cubicBezTo>
                    <a:cubicBezTo>
                      <a:pt x="1773" y="2235"/>
                      <a:pt x="1919" y="1943"/>
                      <a:pt x="2065" y="1651"/>
                    </a:cubicBezTo>
                    <a:cubicBezTo>
                      <a:pt x="2253" y="1338"/>
                      <a:pt x="2503" y="1088"/>
                      <a:pt x="2712" y="775"/>
                    </a:cubicBezTo>
                    <a:cubicBezTo>
                      <a:pt x="2968" y="416"/>
                      <a:pt x="2608" y="1"/>
                      <a:pt x="2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1"/>
              <p:cNvSpPr/>
              <p:nvPr/>
            </p:nvSpPr>
            <p:spPr>
              <a:xfrm>
                <a:off x="714200" y="3528050"/>
                <a:ext cx="733675" cy="83450"/>
              </a:xfrm>
              <a:custGeom>
                <a:rect b="b" l="l" r="r" t="t"/>
                <a:pathLst>
                  <a:path extrusionOk="0" h="3338" w="29347">
                    <a:moveTo>
                      <a:pt x="12327" y="1"/>
                    </a:moveTo>
                    <a:lnTo>
                      <a:pt x="10950" y="42"/>
                    </a:lnTo>
                    <a:cubicBezTo>
                      <a:pt x="4651" y="230"/>
                      <a:pt x="0" y="856"/>
                      <a:pt x="0" y="1669"/>
                    </a:cubicBezTo>
                    <a:cubicBezTo>
                      <a:pt x="0" y="2483"/>
                      <a:pt x="5048" y="3150"/>
                      <a:pt x="11743" y="3317"/>
                    </a:cubicBezTo>
                    <a:lnTo>
                      <a:pt x="12828" y="3338"/>
                    </a:lnTo>
                    <a:lnTo>
                      <a:pt x="15852" y="3338"/>
                    </a:lnTo>
                    <a:cubicBezTo>
                      <a:pt x="16186" y="3338"/>
                      <a:pt x="16519" y="3317"/>
                      <a:pt x="16853" y="3317"/>
                    </a:cubicBezTo>
                    <a:lnTo>
                      <a:pt x="17437" y="3317"/>
                    </a:lnTo>
                    <a:cubicBezTo>
                      <a:pt x="24216" y="3171"/>
                      <a:pt x="29347" y="2483"/>
                      <a:pt x="29347" y="1669"/>
                    </a:cubicBezTo>
                    <a:cubicBezTo>
                      <a:pt x="29347" y="856"/>
                      <a:pt x="24299" y="188"/>
                      <a:pt x="17625" y="22"/>
                    </a:cubicBezTo>
                    <a:cubicBezTo>
                      <a:pt x="17395" y="22"/>
                      <a:pt x="17187" y="1"/>
                      <a:pt x="169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1"/>
              <p:cNvSpPr/>
              <p:nvPr/>
            </p:nvSpPr>
            <p:spPr>
              <a:xfrm>
                <a:off x="749350" y="3631275"/>
                <a:ext cx="657175" cy="43125"/>
              </a:xfrm>
              <a:custGeom>
                <a:rect b="b" l="l" r="r" t="t"/>
                <a:pathLst>
                  <a:path extrusionOk="0" h="1725" w="26287">
                    <a:moveTo>
                      <a:pt x="26083" y="1"/>
                    </a:moveTo>
                    <a:cubicBezTo>
                      <a:pt x="26077" y="1"/>
                      <a:pt x="26070" y="1"/>
                      <a:pt x="26064" y="2"/>
                    </a:cubicBezTo>
                    <a:cubicBezTo>
                      <a:pt x="25229" y="43"/>
                      <a:pt x="24416" y="210"/>
                      <a:pt x="23582" y="356"/>
                    </a:cubicBezTo>
                    <a:cubicBezTo>
                      <a:pt x="22768" y="481"/>
                      <a:pt x="21934" y="586"/>
                      <a:pt x="21099" y="690"/>
                    </a:cubicBezTo>
                    <a:cubicBezTo>
                      <a:pt x="19410" y="898"/>
                      <a:pt x="17741" y="1044"/>
                      <a:pt x="16052" y="1149"/>
                    </a:cubicBezTo>
                    <a:cubicBezTo>
                      <a:pt x="14417" y="1240"/>
                      <a:pt x="12777" y="1287"/>
                      <a:pt x="11137" y="1287"/>
                    </a:cubicBezTo>
                    <a:cubicBezTo>
                      <a:pt x="9409" y="1287"/>
                      <a:pt x="7680" y="1235"/>
                      <a:pt x="5957" y="1128"/>
                    </a:cubicBezTo>
                    <a:cubicBezTo>
                      <a:pt x="4080" y="1003"/>
                      <a:pt x="2182" y="815"/>
                      <a:pt x="388" y="168"/>
                    </a:cubicBezTo>
                    <a:cubicBezTo>
                      <a:pt x="358" y="158"/>
                      <a:pt x="331" y="153"/>
                      <a:pt x="305" y="153"/>
                    </a:cubicBezTo>
                    <a:cubicBezTo>
                      <a:pt x="75" y="153"/>
                      <a:pt x="0" y="533"/>
                      <a:pt x="263" y="627"/>
                    </a:cubicBezTo>
                    <a:lnTo>
                      <a:pt x="242" y="627"/>
                    </a:lnTo>
                    <a:cubicBezTo>
                      <a:pt x="1848" y="1149"/>
                      <a:pt x="3537" y="1441"/>
                      <a:pt x="5227" y="1524"/>
                    </a:cubicBezTo>
                    <a:cubicBezTo>
                      <a:pt x="6895" y="1628"/>
                      <a:pt x="8564" y="1691"/>
                      <a:pt x="10233" y="1712"/>
                    </a:cubicBezTo>
                    <a:cubicBezTo>
                      <a:pt x="10705" y="1720"/>
                      <a:pt x="11177" y="1725"/>
                      <a:pt x="11650" y="1725"/>
                    </a:cubicBezTo>
                    <a:cubicBezTo>
                      <a:pt x="14598" y="1725"/>
                      <a:pt x="17546" y="1559"/>
                      <a:pt x="20495" y="1253"/>
                    </a:cubicBezTo>
                    <a:cubicBezTo>
                      <a:pt x="21412" y="1149"/>
                      <a:pt x="22309" y="1044"/>
                      <a:pt x="23227" y="919"/>
                    </a:cubicBezTo>
                    <a:cubicBezTo>
                      <a:pt x="24207" y="815"/>
                      <a:pt x="25167" y="627"/>
                      <a:pt x="26105" y="356"/>
                    </a:cubicBezTo>
                    <a:cubicBezTo>
                      <a:pt x="26287" y="296"/>
                      <a:pt x="26273" y="1"/>
                      <a:pt x="260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1"/>
              <p:cNvSpPr/>
              <p:nvPr/>
            </p:nvSpPr>
            <p:spPr>
              <a:xfrm>
                <a:off x="1096400" y="2074550"/>
                <a:ext cx="486525" cy="542050"/>
              </a:xfrm>
              <a:custGeom>
                <a:rect b="b" l="l" r="r" t="t"/>
                <a:pathLst>
                  <a:path extrusionOk="0" h="21682" w="19461">
                    <a:moveTo>
                      <a:pt x="15156" y="0"/>
                    </a:moveTo>
                    <a:cubicBezTo>
                      <a:pt x="14416" y="0"/>
                      <a:pt x="13668" y="124"/>
                      <a:pt x="12953" y="303"/>
                    </a:cubicBezTo>
                    <a:cubicBezTo>
                      <a:pt x="8511" y="1429"/>
                      <a:pt x="4902" y="4892"/>
                      <a:pt x="2817" y="8980"/>
                    </a:cubicBezTo>
                    <a:cubicBezTo>
                      <a:pt x="1732" y="11128"/>
                      <a:pt x="939" y="13422"/>
                      <a:pt x="480" y="15800"/>
                    </a:cubicBezTo>
                    <a:cubicBezTo>
                      <a:pt x="335" y="16487"/>
                      <a:pt x="355" y="21452"/>
                      <a:pt x="3" y="21680"/>
                    </a:cubicBezTo>
                    <a:lnTo>
                      <a:pt x="3" y="21680"/>
                    </a:lnTo>
                    <a:cubicBezTo>
                      <a:pt x="1921" y="20493"/>
                      <a:pt x="3985" y="20305"/>
                      <a:pt x="6029" y="19492"/>
                    </a:cubicBezTo>
                    <a:cubicBezTo>
                      <a:pt x="8573" y="18532"/>
                      <a:pt x="10930" y="17177"/>
                      <a:pt x="13037" y="15466"/>
                    </a:cubicBezTo>
                    <a:cubicBezTo>
                      <a:pt x="16353" y="12692"/>
                      <a:pt x="18835" y="8750"/>
                      <a:pt x="19377" y="4454"/>
                    </a:cubicBezTo>
                    <a:cubicBezTo>
                      <a:pt x="19461" y="3932"/>
                      <a:pt x="19461" y="3432"/>
                      <a:pt x="19377" y="2910"/>
                    </a:cubicBezTo>
                    <a:cubicBezTo>
                      <a:pt x="19127" y="1638"/>
                      <a:pt x="18043" y="637"/>
                      <a:pt x="16791" y="240"/>
                    </a:cubicBezTo>
                    <a:cubicBezTo>
                      <a:pt x="16263" y="70"/>
                      <a:pt x="15712" y="0"/>
                      <a:pt x="15156" y="0"/>
                    </a:cubicBezTo>
                    <a:close/>
                    <a:moveTo>
                      <a:pt x="3" y="21680"/>
                    </a:moveTo>
                    <a:lnTo>
                      <a:pt x="3" y="21680"/>
                    </a:lnTo>
                    <a:cubicBezTo>
                      <a:pt x="2" y="21681"/>
                      <a:pt x="1" y="21681"/>
                      <a:pt x="1" y="21682"/>
                    </a:cubicBezTo>
                    <a:cubicBezTo>
                      <a:pt x="1" y="21681"/>
                      <a:pt x="2" y="21681"/>
                      <a:pt x="3" y="216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1"/>
              <p:cNvSpPr/>
              <p:nvPr/>
            </p:nvSpPr>
            <p:spPr>
              <a:xfrm>
                <a:off x="229775" y="2449725"/>
                <a:ext cx="699800" cy="368125"/>
              </a:xfrm>
              <a:custGeom>
                <a:rect b="b" l="l" r="r" t="t"/>
                <a:pathLst>
                  <a:path extrusionOk="0" h="14725" w="27992">
                    <a:moveTo>
                      <a:pt x="7679" y="1"/>
                    </a:moveTo>
                    <a:cubicBezTo>
                      <a:pt x="7050" y="1"/>
                      <a:pt x="6422" y="54"/>
                      <a:pt x="5799" y="167"/>
                    </a:cubicBezTo>
                    <a:cubicBezTo>
                      <a:pt x="3525" y="564"/>
                      <a:pt x="1252" y="1982"/>
                      <a:pt x="605" y="4193"/>
                    </a:cubicBezTo>
                    <a:cubicBezTo>
                      <a:pt x="0" y="6258"/>
                      <a:pt x="960" y="8531"/>
                      <a:pt x="2503" y="10012"/>
                    </a:cubicBezTo>
                    <a:cubicBezTo>
                      <a:pt x="4047" y="11493"/>
                      <a:pt x="6091" y="12327"/>
                      <a:pt x="8135" y="13016"/>
                    </a:cubicBezTo>
                    <a:cubicBezTo>
                      <a:pt x="11222" y="14058"/>
                      <a:pt x="14642" y="14392"/>
                      <a:pt x="17875" y="14601"/>
                    </a:cubicBezTo>
                    <a:cubicBezTo>
                      <a:pt x="19097" y="14688"/>
                      <a:pt x="20308" y="14725"/>
                      <a:pt x="21517" y="14725"/>
                    </a:cubicBezTo>
                    <a:cubicBezTo>
                      <a:pt x="22041" y="14725"/>
                      <a:pt x="22566" y="14718"/>
                      <a:pt x="23090" y="14705"/>
                    </a:cubicBezTo>
                    <a:cubicBezTo>
                      <a:pt x="23522" y="14688"/>
                      <a:pt x="26492" y="14269"/>
                      <a:pt x="27590" y="14269"/>
                    </a:cubicBezTo>
                    <a:cubicBezTo>
                      <a:pt x="27816" y="14269"/>
                      <a:pt x="27963" y="14287"/>
                      <a:pt x="27991" y="14330"/>
                    </a:cubicBezTo>
                    <a:cubicBezTo>
                      <a:pt x="26302" y="11764"/>
                      <a:pt x="24091" y="9845"/>
                      <a:pt x="21880" y="7718"/>
                    </a:cubicBezTo>
                    <a:cubicBezTo>
                      <a:pt x="19648" y="5549"/>
                      <a:pt x="17291" y="3442"/>
                      <a:pt x="14538" y="1919"/>
                    </a:cubicBezTo>
                    <a:cubicBezTo>
                      <a:pt x="12442" y="764"/>
                      <a:pt x="10060" y="1"/>
                      <a:pt x="7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1"/>
              <p:cNvSpPr/>
              <p:nvPr/>
            </p:nvSpPr>
            <p:spPr>
              <a:xfrm>
                <a:off x="1159500" y="2583400"/>
                <a:ext cx="645050" cy="442075"/>
              </a:xfrm>
              <a:custGeom>
                <a:rect b="b" l="l" r="r" t="t"/>
                <a:pathLst>
                  <a:path extrusionOk="0" h="17683" w="25802">
                    <a:moveTo>
                      <a:pt x="18524" y="0"/>
                    </a:moveTo>
                    <a:cubicBezTo>
                      <a:pt x="14916" y="0"/>
                      <a:pt x="11301" y="1644"/>
                      <a:pt x="8552" y="4060"/>
                    </a:cubicBezTo>
                    <a:cubicBezTo>
                      <a:pt x="6863" y="5583"/>
                      <a:pt x="5382" y="7335"/>
                      <a:pt x="4172" y="9254"/>
                    </a:cubicBezTo>
                    <a:cubicBezTo>
                      <a:pt x="2858" y="11339"/>
                      <a:pt x="1440" y="13342"/>
                      <a:pt x="0" y="15344"/>
                    </a:cubicBezTo>
                    <a:cubicBezTo>
                      <a:pt x="2211" y="15886"/>
                      <a:pt x="4276" y="16721"/>
                      <a:pt x="6446" y="17242"/>
                    </a:cubicBezTo>
                    <a:cubicBezTo>
                      <a:pt x="7666" y="17536"/>
                      <a:pt x="8916" y="17683"/>
                      <a:pt x="10168" y="17683"/>
                    </a:cubicBezTo>
                    <a:cubicBezTo>
                      <a:pt x="11227" y="17683"/>
                      <a:pt x="12287" y="17578"/>
                      <a:pt x="13329" y="17367"/>
                    </a:cubicBezTo>
                    <a:cubicBezTo>
                      <a:pt x="17354" y="16512"/>
                      <a:pt x="21004" y="14072"/>
                      <a:pt x="23486" y="10776"/>
                    </a:cubicBezTo>
                    <a:cubicBezTo>
                      <a:pt x="24446" y="9504"/>
                      <a:pt x="25238" y="8107"/>
                      <a:pt x="25509" y="6542"/>
                    </a:cubicBezTo>
                    <a:cubicBezTo>
                      <a:pt x="25801" y="4999"/>
                      <a:pt x="25489" y="3288"/>
                      <a:pt x="24446" y="2100"/>
                    </a:cubicBezTo>
                    <a:cubicBezTo>
                      <a:pt x="23632" y="1161"/>
                      <a:pt x="22443" y="640"/>
                      <a:pt x="21234" y="327"/>
                    </a:cubicBezTo>
                    <a:cubicBezTo>
                      <a:pt x="20340" y="104"/>
                      <a:pt x="19432" y="0"/>
                      <a:pt x="18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1"/>
              <p:cNvSpPr/>
              <p:nvPr/>
            </p:nvSpPr>
            <p:spPr>
              <a:xfrm>
                <a:off x="785750" y="2075125"/>
                <a:ext cx="303900" cy="1536375"/>
              </a:xfrm>
              <a:custGeom>
                <a:rect b="b" l="l" r="r" t="t"/>
                <a:pathLst>
                  <a:path extrusionOk="0" h="61455" w="12156">
                    <a:moveTo>
                      <a:pt x="290" y="0"/>
                    </a:moveTo>
                    <a:cubicBezTo>
                      <a:pt x="143" y="0"/>
                      <a:pt x="0" y="151"/>
                      <a:pt x="100" y="322"/>
                    </a:cubicBezTo>
                    <a:cubicBezTo>
                      <a:pt x="1789" y="3367"/>
                      <a:pt x="3208" y="6579"/>
                      <a:pt x="4918" y="9624"/>
                    </a:cubicBezTo>
                    <a:cubicBezTo>
                      <a:pt x="6503" y="12440"/>
                      <a:pt x="8193" y="15130"/>
                      <a:pt x="9277" y="18176"/>
                    </a:cubicBezTo>
                    <a:cubicBezTo>
                      <a:pt x="10341" y="21263"/>
                      <a:pt x="10988" y="24495"/>
                      <a:pt x="11154" y="27749"/>
                    </a:cubicBezTo>
                    <a:cubicBezTo>
                      <a:pt x="11551" y="34027"/>
                      <a:pt x="10487" y="40305"/>
                      <a:pt x="10153" y="46563"/>
                    </a:cubicBezTo>
                    <a:cubicBezTo>
                      <a:pt x="9966" y="49733"/>
                      <a:pt x="9903" y="52924"/>
                      <a:pt x="10195" y="56115"/>
                    </a:cubicBezTo>
                    <a:cubicBezTo>
                      <a:pt x="10258" y="56762"/>
                      <a:pt x="10320" y="57429"/>
                      <a:pt x="10404" y="58118"/>
                    </a:cubicBezTo>
                    <a:cubicBezTo>
                      <a:pt x="10529" y="59244"/>
                      <a:pt x="10716" y="60349"/>
                      <a:pt x="10967" y="61455"/>
                    </a:cubicBezTo>
                    <a:lnTo>
                      <a:pt x="11947" y="61455"/>
                    </a:lnTo>
                    <a:cubicBezTo>
                      <a:pt x="11759" y="60349"/>
                      <a:pt x="11572" y="59223"/>
                      <a:pt x="11405" y="58118"/>
                    </a:cubicBezTo>
                    <a:cubicBezTo>
                      <a:pt x="11217" y="56783"/>
                      <a:pt x="11092" y="55427"/>
                      <a:pt x="11029" y="54071"/>
                    </a:cubicBezTo>
                    <a:cubicBezTo>
                      <a:pt x="10946" y="50880"/>
                      <a:pt x="11092" y="47689"/>
                      <a:pt x="11321" y="44498"/>
                    </a:cubicBezTo>
                    <a:cubicBezTo>
                      <a:pt x="11759" y="38178"/>
                      <a:pt x="12156" y="31775"/>
                      <a:pt x="11467" y="25455"/>
                    </a:cubicBezTo>
                    <a:cubicBezTo>
                      <a:pt x="11134" y="22493"/>
                      <a:pt x="10570" y="19531"/>
                      <a:pt x="9486" y="16757"/>
                    </a:cubicBezTo>
                    <a:cubicBezTo>
                      <a:pt x="8443" y="14108"/>
                      <a:pt x="6962" y="11731"/>
                      <a:pt x="5502" y="9290"/>
                    </a:cubicBezTo>
                    <a:cubicBezTo>
                      <a:pt x="3729" y="6287"/>
                      <a:pt x="2332" y="3054"/>
                      <a:pt x="475" y="113"/>
                    </a:cubicBezTo>
                    <a:cubicBezTo>
                      <a:pt x="429" y="33"/>
                      <a:pt x="35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1"/>
              <p:cNvSpPr/>
              <p:nvPr/>
            </p:nvSpPr>
            <p:spPr>
              <a:xfrm>
                <a:off x="1160550" y="2302450"/>
                <a:ext cx="20875" cy="217850"/>
              </a:xfrm>
              <a:custGeom>
                <a:rect b="b" l="l" r="r" t="t"/>
                <a:pathLst>
                  <a:path extrusionOk="0" h="8714" w="835">
                    <a:moveTo>
                      <a:pt x="684" y="0"/>
                    </a:moveTo>
                    <a:cubicBezTo>
                      <a:pt x="675" y="0"/>
                      <a:pt x="668" y="3"/>
                      <a:pt x="668" y="10"/>
                    </a:cubicBezTo>
                    <a:cubicBezTo>
                      <a:pt x="188" y="1178"/>
                      <a:pt x="292" y="2450"/>
                      <a:pt x="376" y="3660"/>
                    </a:cubicBezTo>
                    <a:cubicBezTo>
                      <a:pt x="417" y="4244"/>
                      <a:pt x="459" y="4828"/>
                      <a:pt x="522" y="5412"/>
                    </a:cubicBezTo>
                    <a:cubicBezTo>
                      <a:pt x="584" y="5954"/>
                      <a:pt x="584" y="6496"/>
                      <a:pt x="543" y="7039"/>
                    </a:cubicBezTo>
                    <a:cubicBezTo>
                      <a:pt x="480" y="7623"/>
                      <a:pt x="292" y="8186"/>
                      <a:pt x="0" y="8686"/>
                    </a:cubicBezTo>
                    <a:cubicBezTo>
                      <a:pt x="0" y="8686"/>
                      <a:pt x="40" y="8713"/>
                      <a:pt x="67" y="8713"/>
                    </a:cubicBezTo>
                    <a:cubicBezTo>
                      <a:pt x="74" y="8713"/>
                      <a:pt x="79" y="8711"/>
                      <a:pt x="84" y="8707"/>
                    </a:cubicBezTo>
                    <a:cubicBezTo>
                      <a:pt x="835" y="7935"/>
                      <a:pt x="793" y="6684"/>
                      <a:pt x="730" y="5683"/>
                    </a:cubicBezTo>
                    <a:cubicBezTo>
                      <a:pt x="626" y="4494"/>
                      <a:pt x="501" y="3284"/>
                      <a:pt x="501" y="2095"/>
                    </a:cubicBezTo>
                    <a:cubicBezTo>
                      <a:pt x="480" y="1386"/>
                      <a:pt x="563" y="698"/>
                      <a:pt x="730" y="10"/>
                    </a:cubicBezTo>
                    <a:cubicBezTo>
                      <a:pt x="730" y="10"/>
                      <a:pt x="702"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1"/>
              <p:cNvSpPr/>
              <p:nvPr/>
            </p:nvSpPr>
            <p:spPr>
              <a:xfrm>
                <a:off x="1234575" y="2150425"/>
                <a:ext cx="53750" cy="252925"/>
              </a:xfrm>
              <a:custGeom>
                <a:rect b="b" l="l" r="r" t="t"/>
                <a:pathLst>
                  <a:path extrusionOk="0" h="10117" w="2150">
                    <a:moveTo>
                      <a:pt x="2066" y="0"/>
                    </a:moveTo>
                    <a:cubicBezTo>
                      <a:pt x="1023" y="647"/>
                      <a:pt x="648" y="1919"/>
                      <a:pt x="585" y="3087"/>
                    </a:cubicBezTo>
                    <a:cubicBezTo>
                      <a:pt x="502" y="4568"/>
                      <a:pt x="960" y="5965"/>
                      <a:pt x="1232" y="7405"/>
                    </a:cubicBezTo>
                    <a:cubicBezTo>
                      <a:pt x="1419" y="8302"/>
                      <a:pt x="1440" y="9219"/>
                      <a:pt x="1294" y="10116"/>
                    </a:cubicBezTo>
                    <a:lnTo>
                      <a:pt x="1378" y="10116"/>
                    </a:lnTo>
                    <a:cubicBezTo>
                      <a:pt x="1982" y="7238"/>
                      <a:pt x="1" y="4422"/>
                      <a:pt x="1023" y="1585"/>
                    </a:cubicBezTo>
                    <a:cubicBezTo>
                      <a:pt x="1232" y="960"/>
                      <a:pt x="1628" y="417"/>
                      <a:pt x="2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1"/>
              <p:cNvSpPr/>
              <p:nvPr/>
            </p:nvSpPr>
            <p:spPr>
              <a:xfrm>
                <a:off x="1337300" y="2096625"/>
                <a:ext cx="75650" cy="229550"/>
              </a:xfrm>
              <a:custGeom>
                <a:rect b="b" l="l" r="r" t="t"/>
                <a:pathLst>
                  <a:path extrusionOk="0" h="9182" w="3026">
                    <a:moveTo>
                      <a:pt x="3022" y="1"/>
                    </a:moveTo>
                    <a:cubicBezTo>
                      <a:pt x="3019" y="1"/>
                      <a:pt x="3012" y="5"/>
                      <a:pt x="3003" y="11"/>
                    </a:cubicBezTo>
                    <a:lnTo>
                      <a:pt x="3003" y="11"/>
                    </a:lnTo>
                    <a:cubicBezTo>
                      <a:pt x="3010" y="8"/>
                      <a:pt x="3018" y="6"/>
                      <a:pt x="3025" y="4"/>
                    </a:cubicBezTo>
                    <a:cubicBezTo>
                      <a:pt x="3025" y="2"/>
                      <a:pt x="3024" y="1"/>
                      <a:pt x="3022" y="1"/>
                    </a:cubicBezTo>
                    <a:close/>
                    <a:moveTo>
                      <a:pt x="3003" y="11"/>
                    </a:moveTo>
                    <a:lnTo>
                      <a:pt x="3003" y="11"/>
                    </a:lnTo>
                    <a:cubicBezTo>
                      <a:pt x="1911" y="352"/>
                      <a:pt x="1229" y="1388"/>
                      <a:pt x="877" y="2423"/>
                    </a:cubicBezTo>
                    <a:cubicBezTo>
                      <a:pt x="439" y="3779"/>
                      <a:pt x="585" y="5197"/>
                      <a:pt x="543" y="6616"/>
                    </a:cubicBezTo>
                    <a:cubicBezTo>
                      <a:pt x="543" y="7492"/>
                      <a:pt x="356" y="8368"/>
                      <a:pt x="1" y="9181"/>
                    </a:cubicBezTo>
                    <a:cubicBezTo>
                      <a:pt x="1" y="9181"/>
                      <a:pt x="22" y="9181"/>
                      <a:pt x="43" y="9140"/>
                    </a:cubicBezTo>
                    <a:cubicBezTo>
                      <a:pt x="731" y="7825"/>
                      <a:pt x="668" y="6345"/>
                      <a:pt x="689" y="4926"/>
                    </a:cubicBezTo>
                    <a:cubicBezTo>
                      <a:pt x="689" y="3717"/>
                      <a:pt x="814" y="2486"/>
                      <a:pt x="1419" y="1401"/>
                    </a:cubicBezTo>
                    <a:cubicBezTo>
                      <a:pt x="1732" y="797"/>
                      <a:pt x="2274" y="317"/>
                      <a:pt x="2921" y="66"/>
                    </a:cubicBezTo>
                    <a:cubicBezTo>
                      <a:pt x="2935" y="66"/>
                      <a:pt x="2977" y="29"/>
                      <a:pt x="3003"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1"/>
              <p:cNvSpPr/>
              <p:nvPr/>
            </p:nvSpPr>
            <p:spPr>
              <a:xfrm>
                <a:off x="1356075" y="2107075"/>
                <a:ext cx="129350" cy="204500"/>
              </a:xfrm>
              <a:custGeom>
                <a:rect b="b" l="l" r="r" t="t"/>
                <a:pathLst>
                  <a:path extrusionOk="0" h="8180" w="5174">
                    <a:moveTo>
                      <a:pt x="5038" y="1"/>
                    </a:moveTo>
                    <a:cubicBezTo>
                      <a:pt x="5034" y="1"/>
                      <a:pt x="5031" y="1"/>
                      <a:pt x="5028" y="3"/>
                    </a:cubicBezTo>
                    <a:cubicBezTo>
                      <a:pt x="4882" y="45"/>
                      <a:pt x="4756" y="87"/>
                      <a:pt x="4610" y="149"/>
                    </a:cubicBezTo>
                    <a:cubicBezTo>
                      <a:pt x="4485" y="212"/>
                      <a:pt x="4339" y="295"/>
                      <a:pt x="4214" y="379"/>
                    </a:cubicBezTo>
                    <a:cubicBezTo>
                      <a:pt x="3985" y="525"/>
                      <a:pt x="3776" y="712"/>
                      <a:pt x="3567" y="921"/>
                    </a:cubicBezTo>
                    <a:cubicBezTo>
                      <a:pt x="3150" y="1338"/>
                      <a:pt x="2796" y="1818"/>
                      <a:pt x="2525" y="2360"/>
                    </a:cubicBezTo>
                    <a:cubicBezTo>
                      <a:pt x="2253" y="2902"/>
                      <a:pt x="2003" y="3465"/>
                      <a:pt x="1815" y="4070"/>
                    </a:cubicBezTo>
                    <a:cubicBezTo>
                      <a:pt x="1565" y="4717"/>
                      <a:pt x="1315" y="5363"/>
                      <a:pt x="1023" y="6010"/>
                    </a:cubicBezTo>
                    <a:cubicBezTo>
                      <a:pt x="877" y="6365"/>
                      <a:pt x="710" y="6719"/>
                      <a:pt x="543" y="7053"/>
                    </a:cubicBezTo>
                    <a:cubicBezTo>
                      <a:pt x="376" y="7407"/>
                      <a:pt x="189" y="7783"/>
                      <a:pt x="1" y="8117"/>
                    </a:cubicBezTo>
                    <a:cubicBezTo>
                      <a:pt x="1" y="8117"/>
                      <a:pt x="63" y="8179"/>
                      <a:pt x="84" y="8179"/>
                    </a:cubicBezTo>
                    <a:lnTo>
                      <a:pt x="105" y="8179"/>
                    </a:lnTo>
                    <a:cubicBezTo>
                      <a:pt x="293" y="7908"/>
                      <a:pt x="501" y="7616"/>
                      <a:pt x="668" y="7303"/>
                    </a:cubicBezTo>
                    <a:cubicBezTo>
                      <a:pt x="835" y="7011"/>
                      <a:pt x="981" y="6698"/>
                      <a:pt x="1127" y="6385"/>
                    </a:cubicBezTo>
                    <a:cubicBezTo>
                      <a:pt x="1419" y="5739"/>
                      <a:pt x="1669" y="5092"/>
                      <a:pt x="1920" y="4446"/>
                    </a:cubicBezTo>
                    <a:cubicBezTo>
                      <a:pt x="2358" y="3299"/>
                      <a:pt x="2775" y="2131"/>
                      <a:pt x="3630" y="1213"/>
                    </a:cubicBezTo>
                    <a:cubicBezTo>
                      <a:pt x="3839" y="983"/>
                      <a:pt x="4068" y="775"/>
                      <a:pt x="4318" y="587"/>
                    </a:cubicBezTo>
                    <a:cubicBezTo>
                      <a:pt x="4464" y="504"/>
                      <a:pt x="4590" y="420"/>
                      <a:pt x="4736" y="337"/>
                    </a:cubicBezTo>
                    <a:cubicBezTo>
                      <a:pt x="4882" y="253"/>
                      <a:pt x="5028" y="170"/>
                      <a:pt x="5174" y="107"/>
                    </a:cubicBezTo>
                    <a:cubicBezTo>
                      <a:pt x="5174" y="107"/>
                      <a:pt x="5085" y="1"/>
                      <a:pt x="5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1"/>
              <p:cNvSpPr/>
              <p:nvPr/>
            </p:nvSpPr>
            <p:spPr>
              <a:xfrm>
                <a:off x="1291950" y="2292550"/>
                <a:ext cx="239375" cy="96700"/>
              </a:xfrm>
              <a:custGeom>
                <a:rect b="b" l="l" r="r" t="t"/>
                <a:pathLst>
                  <a:path extrusionOk="0" h="3868" w="9575">
                    <a:moveTo>
                      <a:pt x="1" y="3846"/>
                    </a:moveTo>
                    <a:cubicBezTo>
                      <a:pt x="1" y="3846"/>
                      <a:pt x="1" y="3847"/>
                      <a:pt x="0" y="3847"/>
                    </a:cubicBezTo>
                    <a:cubicBezTo>
                      <a:pt x="1" y="3847"/>
                      <a:pt x="1" y="3847"/>
                      <a:pt x="1" y="3846"/>
                    </a:cubicBezTo>
                    <a:close/>
                    <a:moveTo>
                      <a:pt x="9435" y="0"/>
                    </a:moveTo>
                    <a:cubicBezTo>
                      <a:pt x="9407" y="0"/>
                      <a:pt x="9386" y="2"/>
                      <a:pt x="9386" y="9"/>
                    </a:cubicBezTo>
                    <a:cubicBezTo>
                      <a:pt x="9157" y="593"/>
                      <a:pt x="8761" y="1094"/>
                      <a:pt x="8239" y="1469"/>
                    </a:cubicBezTo>
                    <a:cubicBezTo>
                      <a:pt x="7697" y="1845"/>
                      <a:pt x="7092" y="2116"/>
                      <a:pt x="6445" y="2262"/>
                    </a:cubicBezTo>
                    <a:cubicBezTo>
                      <a:pt x="5048" y="2617"/>
                      <a:pt x="3567" y="2512"/>
                      <a:pt x="2170" y="2804"/>
                    </a:cubicBezTo>
                    <a:cubicBezTo>
                      <a:pt x="1357" y="2950"/>
                      <a:pt x="606" y="3304"/>
                      <a:pt x="1" y="3846"/>
                    </a:cubicBezTo>
                    <a:lnTo>
                      <a:pt x="1" y="3846"/>
                    </a:lnTo>
                    <a:cubicBezTo>
                      <a:pt x="4" y="3844"/>
                      <a:pt x="9" y="3843"/>
                      <a:pt x="14" y="3843"/>
                    </a:cubicBezTo>
                    <a:cubicBezTo>
                      <a:pt x="35" y="3843"/>
                      <a:pt x="72" y="3862"/>
                      <a:pt x="99" y="3862"/>
                    </a:cubicBezTo>
                    <a:cubicBezTo>
                      <a:pt x="104" y="3862"/>
                      <a:pt x="109" y="3861"/>
                      <a:pt x="114" y="3859"/>
                    </a:cubicBezTo>
                    <a:lnTo>
                      <a:pt x="114" y="3859"/>
                    </a:lnTo>
                    <a:lnTo>
                      <a:pt x="105" y="3868"/>
                    </a:lnTo>
                    <a:cubicBezTo>
                      <a:pt x="109" y="3864"/>
                      <a:pt x="114" y="3860"/>
                      <a:pt x="118" y="3856"/>
                    </a:cubicBezTo>
                    <a:lnTo>
                      <a:pt x="118" y="3856"/>
                    </a:lnTo>
                    <a:cubicBezTo>
                      <a:pt x="119" y="3856"/>
                      <a:pt x="120" y="3855"/>
                      <a:pt x="120" y="3854"/>
                    </a:cubicBezTo>
                    <a:lnTo>
                      <a:pt x="120" y="3854"/>
                    </a:lnTo>
                    <a:cubicBezTo>
                      <a:pt x="1287" y="2845"/>
                      <a:pt x="2906" y="2699"/>
                      <a:pt x="4380" y="2575"/>
                    </a:cubicBezTo>
                    <a:cubicBezTo>
                      <a:pt x="5715" y="2471"/>
                      <a:pt x="7113" y="2345"/>
                      <a:pt x="8302" y="1615"/>
                    </a:cubicBezTo>
                    <a:cubicBezTo>
                      <a:pt x="8886" y="1261"/>
                      <a:pt x="9428" y="698"/>
                      <a:pt x="9574" y="9"/>
                    </a:cubicBezTo>
                    <a:cubicBezTo>
                      <a:pt x="9574" y="9"/>
                      <a:pt x="9491" y="0"/>
                      <a:pt x="9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1"/>
              <p:cNvSpPr/>
              <p:nvPr/>
            </p:nvSpPr>
            <p:spPr>
              <a:xfrm>
                <a:off x="1213725" y="2455925"/>
                <a:ext cx="203400" cy="20975"/>
              </a:xfrm>
              <a:custGeom>
                <a:rect b="b" l="l" r="r" t="t"/>
                <a:pathLst>
                  <a:path extrusionOk="0" h="839" w="8136">
                    <a:moveTo>
                      <a:pt x="7953" y="1"/>
                    </a:moveTo>
                    <a:cubicBezTo>
                      <a:pt x="7951" y="1"/>
                      <a:pt x="7949" y="1"/>
                      <a:pt x="7947" y="3"/>
                    </a:cubicBezTo>
                    <a:cubicBezTo>
                      <a:pt x="7359" y="507"/>
                      <a:pt x="6720" y="675"/>
                      <a:pt x="6054" y="675"/>
                    </a:cubicBezTo>
                    <a:cubicBezTo>
                      <a:pt x="4737" y="675"/>
                      <a:pt x="3319" y="17"/>
                      <a:pt x="2003" y="3"/>
                    </a:cubicBezTo>
                    <a:cubicBezTo>
                      <a:pt x="1336" y="44"/>
                      <a:pt x="668" y="128"/>
                      <a:pt x="1" y="253"/>
                    </a:cubicBezTo>
                    <a:cubicBezTo>
                      <a:pt x="22" y="253"/>
                      <a:pt x="63" y="316"/>
                      <a:pt x="84" y="316"/>
                    </a:cubicBezTo>
                    <a:cubicBezTo>
                      <a:pt x="689" y="232"/>
                      <a:pt x="1315" y="170"/>
                      <a:pt x="1940" y="149"/>
                    </a:cubicBezTo>
                    <a:cubicBezTo>
                      <a:pt x="2524" y="149"/>
                      <a:pt x="3108" y="211"/>
                      <a:pt x="3692" y="357"/>
                    </a:cubicBezTo>
                    <a:cubicBezTo>
                      <a:pt x="4514" y="563"/>
                      <a:pt x="5350" y="838"/>
                      <a:pt x="6200" y="838"/>
                    </a:cubicBezTo>
                    <a:cubicBezTo>
                      <a:pt x="6385" y="838"/>
                      <a:pt x="6572" y="825"/>
                      <a:pt x="6759" y="795"/>
                    </a:cubicBezTo>
                    <a:cubicBezTo>
                      <a:pt x="7280" y="754"/>
                      <a:pt x="7781" y="524"/>
                      <a:pt x="8135" y="128"/>
                    </a:cubicBezTo>
                    <a:cubicBezTo>
                      <a:pt x="8135" y="128"/>
                      <a:pt x="7990" y="1"/>
                      <a:pt x="7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1"/>
              <p:cNvSpPr/>
              <p:nvPr/>
            </p:nvSpPr>
            <p:spPr>
              <a:xfrm>
                <a:off x="1155775" y="2519025"/>
                <a:ext cx="116900" cy="16750"/>
              </a:xfrm>
              <a:custGeom>
                <a:rect b="b" l="l" r="r" t="t"/>
                <a:pathLst>
                  <a:path extrusionOk="0" h="670" w="4676">
                    <a:moveTo>
                      <a:pt x="2216" y="0"/>
                    </a:moveTo>
                    <a:cubicBezTo>
                      <a:pt x="1497" y="0"/>
                      <a:pt x="765" y="128"/>
                      <a:pt x="87" y="399"/>
                    </a:cubicBezTo>
                    <a:cubicBezTo>
                      <a:pt x="68" y="399"/>
                      <a:pt x="0" y="465"/>
                      <a:pt x="15" y="465"/>
                    </a:cubicBezTo>
                    <a:cubicBezTo>
                      <a:pt x="17" y="465"/>
                      <a:pt x="20" y="464"/>
                      <a:pt x="24" y="461"/>
                    </a:cubicBezTo>
                    <a:cubicBezTo>
                      <a:pt x="668" y="247"/>
                      <a:pt x="1327" y="140"/>
                      <a:pt x="1988" y="140"/>
                    </a:cubicBezTo>
                    <a:cubicBezTo>
                      <a:pt x="2098" y="140"/>
                      <a:pt x="2208" y="143"/>
                      <a:pt x="2319" y="148"/>
                    </a:cubicBezTo>
                    <a:cubicBezTo>
                      <a:pt x="2673" y="169"/>
                      <a:pt x="3049" y="211"/>
                      <a:pt x="3403" y="315"/>
                    </a:cubicBezTo>
                    <a:cubicBezTo>
                      <a:pt x="3591" y="357"/>
                      <a:pt x="3779" y="399"/>
                      <a:pt x="3946" y="461"/>
                    </a:cubicBezTo>
                    <a:cubicBezTo>
                      <a:pt x="4133" y="545"/>
                      <a:pt x="4321" y="607"/>
                      <a:pt x="4509" y="670"/>
                    </a:cubicBezTo>
                    <a:cubicBezTo>
                      <a:pt x="4550" y="670"/>
                      <a:pt x="4676" y="587"/>
                      <a:pt x="4634" y="566"/>
                    </a:cubicBezTo>
                    <a:cubicBezTo>
                      <a:pt x="4488" y="461"/>
                      <a:pt x="4321" y="378"/>
                      <a:pt x="4133" y="315"/>
                    </a:cubicBezTo>
                    <a:cubicBezTo>
                      <a:pt x="3966" y="253"/>
                      <a:pt x="3779" y="211"/>
                      <a:pt x="3570" y="169"/>
                    </a:cubicBezTo>
                    <a:cubicBezTo>
                      <a:pt x="3195" y="65"/>
                      <a:pt x="2798" y="2"/>
                      <a:pt x="2381" y="2"/>
                    </a:cubicBezTo>
                    <a:cubicBezTo>
                      <a:pt x="2326" y="1"/>
                      <a:pt x="2271"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1"/>
              <p:cNvSpPr/>
              <p:nvPr/>
            </p:nvSpPr>
            <p:spPr>
              <a:xfrm>
                <a:off x="1369650" y="2226025"/>
                <a:ext cx="141325" cy="67300"/>
              </a:xfrm>
              <a:custGeom>
                <a:rect b="b" l="l" r="r" t="t"/>
                <a:pathLst>
                  <a:path extrusionOk="0" h="2692" w="5653">
                    <a:moveTo>
                      <a:pt x="5590" y="1"/>
                    </a:moveTo>
                    <a:cubicBezTo>
                      <a:pt x="4797" y="63"/>
                      <a:pt x="4026" y="230"/>
                      <a:pt x="3275" y="522"/>
                    </a:cubicBezTo>
                    <a:cubicBezTo>
                      <a:pt x="2461" y="835"/>
                      <a:pt x="1690" y="1231"/>
                      <a:pt x="1001" y="1753"/>
                    </a:cubicBezTo>
                    <a:cubicBezTo>
                      <a:pt x="626" y="2024"/>
                      <a:pt x="292" y="2337"/>
                      <a:pt x="0" y="2691"/>
                    </a:cubicBezTo>
                    <a:lnTo>
                      <a:pt x="146" y="2691"/>
                    </a:lnTo>
                    <a:lnTo>
                      <a:pt x="146" y="2670"/>
                    </a:lnTo>
                    <a:cubicBezTo>
                      <a:pt x="855" y="1940"/>
                      <a:pt x="1690" y="1335"/>
                      <a:pt x="2628" y="897"/>
                    </a:cubicBezTo>
                    <a:cubicBezTo>
                      <a:pt x="3546" y="439"/>
                      <a:pt x="4547" y="147"/>
                      <a:pt x="5590" y="21"/>
                    </a:cubicBezTo>
                    <a:cubicBezTo>
                      <a:pt x="5611" y="21"/>
                      <a:pt x="5653" y="1"/>
                      <a:pt x="5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1"/>
              <p:cNvSpPr/>
              <p:nvPr/>
            </p:nvSpPr>
            <p:spPr>
              <a:xfrm>
                <a:off x="1060375" y="2265975"/>
                <a:ext cx="323025" cy="417200"/>
              </a:xfrm>
              <a:custGeom>
                <a:rect b="b" l="l" r="r" t="t"/>
                <a:pathLst>
                  <a:path extrusionOk="0" h="16688" w="12921">
                    <a:moveTo>
                      <a:pt x="12741" y="1"/>
                    </a:moveTo>
                    <a:cubicBezTo>
                      <a:pt x="12695" y="1"/>
                      <a:pt x="12650" y="22"/>
                      <a:pt x="12621" y="71"/>
                    </a:cubicBezTo>
                    <a:cubicBezTo>
                      <a:pt x="12058" y="1239"/>
                      <a:pt x="11328" y="2324"/>
                      <a:pt x="10452" y="3283"/>
                    </a:cubicBezTo>
                    <a:cubicBezTo>
                      <a:pt x="9576" y="4222"/>
                      <a:pt x="8638" y="5077"/>
                      <a:pt x="7678" y="5953"/>
                    </a:cubicBezTo>
                    <a:cubicBezTo>
                      <a:pt x="5613" y="7851"/>
                      <a:pt x="3819" y="9999"/>
                      <a:pt x="2318" y="12356"/>
                    </a:cubicBezTo>
                    <a:cubicBezTo>
                      <a:pt x="1483" y="13733"/>
                      <a:pt x="733" y="15130"/>
                      <a:pt x="44" y="16569"/>
                    </a:cubicBezTo>
                    <a:cubicBezTo>
                      <a:pt x="0" y="16628"/>
                      <a:pt x="60" y="16687"/>
                      <a:pt x="114" y="16687"/>
                    </a:cubicBezTo>
                    <a:cubicBezTo>
                      <a:pt x="136" y="16687"/>
                      <a:pt x="157" y="16677"/>
                      <a:pt x="169" y="16653"/>
                    </a:cubicBezTo>
                    <a:cubicBezTo>
                      <a:pt x="774" y="15360"/>
                      <a:pt x="1504" y="14129"/>
                      <a:pt x="2318" y="12940"/>
                    </a:cubicBezTo>
                    <a:cubicBezTo>
                      <a:pt x="3110" y="11731"/>
                      <a:pt x="3986" y="10583"/>
                      <a:pt x="4925" y="9478"/>
                    </a:cubicBezTo>
                    <a:cubicBezTo>
                      <a:pt x="5822" y="8414"/>
                      <a:pt x="6781" y="7392"/>
                      <a:pt x="7803" y="6433"/>
                    </a:cubicBezTo>
                    <a:cubicBezTo>
                      <a:pt x="8763" y="5557"/>
                      <a:pt x="9743" y="4702"/>
                      <a:pt x="10619" y="3763"/>
                    </a:cubicBezTo>
                    <a:cubicBezTo>
                      <a:pt x="11579" y="2762"/>
                      <a:pt x="12559" y="1552"/>
                      <a:pt x="12893" y="175"/>
                    </a:cubicBezTo>
                    <a:cubicBezTo>
                      <a:pt x="12920" y="79"/>
                      <a:pt x="12829" y="1"/>
                      <a:pt x="1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1"/>
              <p:cNvSpPr/>
              <p:nvPr/>
            </p:nvSpPr>
            <p:spPr>
              <a:xfrm>
                <a:off x="1053350" y="2679325"/>
                <a:ext cx="647275" cy="421000"/>
              </a:xfrm>
              <a:custGeom>
                <a:rect b="b" l="l" r="r" t="t"/>
                <a:pathLst>
                  <a:path extrusionOk="0" h="16840" w="25891">
                    <a:moveTo>
                      <a:pt x="25775" y="1"/>
                    </a:moveTo>
                    <a:cubicBezTo>
                      <a:pt x="25751" y="1"/>
                      <a:pt x="25727" y="11"/>
                      <a:pt x="25709" y="35"/>
                    </a:cubicBezTo>
                    <a:cubicBezTo>
                      <a:pt x="24770" y="1600"/>
                      <a:pt x="23185" y="2538"/>
                      <a:pt x="21558" y="3289"/>
                    </a:cubicBezTo>
                    <a:cubicBezTo>
                      <a:pt x="20599" y="3727"/>
                      <a:pt x="19598" y="4144"/>
                      <a:pt x="18617" y="4582"/>
                    </a:cubicBezTo>
                    <a:lnTo>
                      <a:pt x="15405" y="5980"/>
                    </a:lnTo>
                    <a:lnTo>
                      <a:pt x="8939" y="8796"/>
                    </a:lnTo>
                    <a:cubicBezTo>
                      <a:pt x="7021" y="9630"/>
                      <a:pt x="5081" y="10485"/>
                      <a:pt x="3412" y="11778"/>
                    </a:cubicBezTo>
                    <a:cubicBezTo>
                      <a:pt x="1973" y="12905"/>
                      <a:pt x="742" y="14385"/>
                      <a:pt x="158" y="16137"/>
                    </a:cubicBezTo>
                    <a:cubicBezTo>
                      <a:pt x="96" y="16346"/>
                      <a:pt x="33" y="16575"/>
                      <a:pt x="12" y="16805"/>
                    </a:cubicBezTo>
                    <a:cubicBezTo>
                      <a:pt x="0" y="16829"/>
                      <a:pt x="17" y="16839"/>
                      <a:pt x="32" y="16839"/>
                    </a:cubicBezTo>
                    <a:cubicBezTo>
                      <a:pt x="43" y="16839"/>
                      <a:pt x="54" y="16834"/>
                      <a:pt x="54" y="16826"/>
                    </a:cubicBezTo>
                    <a:cubicBezTo>
                      <a:pt x="304" y="15929"/>
                      <a:pt x="722" y="15074"/>
                      <a:pt x="1243" y="14302"/>
                    </a:cubicBezTo>
                    <a:cubicBezTo>
                      <a:pt x="1785" y="13551"/>
                      <a:pt x="2432" y="12863"/>
                      <a:pt x="3162" y="12258"/>
                    </a:cubicBezTo>
                    <a:cubicBezTo>
                      <a:pt x="4789" y="10944"/>
                      <a:pt x="6729" y="10047"/>
                      <a:pt x="8647" y="9213"/>
                    </a:cubicBezTo>
                    <a:cubicBezTo>
                      <a:pt x="10775" y="8295"/>
                      <a:pt x="12902" y="7356"/>
                      <a:pt x="15030" y="6439"/>
                    </a:cubicBezTo>
                    <a:cubicBezTo>
                      <a:pt x="17116" y="5542"/>
                      <a:pt x="19201" y="4645"/>
                      <a:pt x="21287" y="3727"/>
                    </a:cubicBezTo>
                    <a:cubicBezTo>
                      <a:pt x="22872" y="3018"/>
                      <a:pt x="24541" y="2163"/>
                      <a:pt x="25542" y="703"/>
                    </a:cubicBezTo>
                    <a:cubicBezTo>
                      <a:pt x="25667" y="515"/>
                      <a:pt x="25772" y="327"/>
                      <a:pt x="25876" y="119"/>
                    </a:cubicBezTo>
                    <a:cubicBezTo>
                      <a:pt x="25891" y="60"/>
                      <a:pt x="25832" y="1"/>
                      <a:pt x="2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1"/>
              <p:cNvSpPr/>
              <p:nvPr/>
            </p:nvSpPr>
            <p:spPr>
              <a:xfrm>
                <a:off x="286375" y="2552900"/>
                <a:ext cx="783300" cy="399950"/>
              </a:xfrm>
              <a:custGeom>
                <a:rect b="b" l="l" r="r" t="t"/>
                <a:pathLst>
                  <a:path extrusionOk="0" h="15998" w="31332">
                    <a:moveTo>
                      <a:pt x="4173" y="1"/>
                    </a:moveTo>
                    <a:cubicBezTo>
                      <a:pt x="3147" y="1"/>
                      <a:pt x="2122" y="125"/>
                      <a:pt x="1115" y="358"/>
                    </a:cubicBezTo>
                    <a:cubicBezTo>
                      <a:pt x="802" y="441"/>
                      <a:pt x="489" y="525"/>
                      <a:pt x="156" y="608"/>
                    </a:cubicBezTo>
                    <a:cubicBezTo>
                      <a:pt x="1" y="647"/>
                      <a:pt x="44" y="884"/>
                      <a:pt x="201" y="884"/>
                    </a:cubicBezTo>
                    <a:cubicBezTo>
                      <a:pt x="213" y="884"/>
                      <a:pt x="226" y="882"/>
                      <a:pt x="239" y="879"/>
                    </a:cubicBezTo>
                    <a:cubicBezTo>
                      <a:pt x="1366" y="546"/>
                      <a:pt x="2513" y="337"/>
                      <a:pt x="3702" y="295"/>
                    </a:cubicBezTo>
                    <a:cubicBezTo>
                      <a:pt x="3868" y="288"/>
                      <a:pt x="4036" y="285"/>
                      <a:pt x="4204" y="285"/>
                    </a:cubicBezTo>
                    <a:cubicBezTo>
                      <a:pt x="5043" y="285"/>
                      <a:pt x="5892" y="372"/>
                      <a:pt x="6726" y="546"/>
                    </a:cubicBezTo>
                    <a:cubicBezTo>
                      <a:pt x="7831" y="796"/>
                      <a:pt x="8916" y="1109"/>
                      <a:pt x="9959" y="1505"/>
                    </a:cubicBezTo>
                    <a:cubicBezTo>
                      <a:pt x="11148" y="1901"/>
                      <a:pt x="12316" y="2339"/>
                      <a:pt x="13442" y="2861"/>
                    </a:cubicBezTo>
                    <a:cubicBezTo>
                      <a:pt x="15695" y="3883"/>
                      <a:pt x="17864" y="5092"/>
                      <a:pt x="19950" y="6448"/>
                    </a:cubicBezTo>
                    <a:cubicBezTo>
                      <a:pt x="21952" y="7741"/>
                      <a:pt x="23934" y="9055"/>
                      <a:pt x="25832" y="10495"/>
                    </a:cubicBezTo>
                    <a:cubicBezTo>
                      <a:pt x="27646" y="11892"/>
                      <a:pt x="29398" y="13477"/>
                      <a:pt x="30754" y="15333"/>
                    </a:cubicBezTo>
                    <a:cubicBezTo>
                      <a:pt x="30921" y="15563"/>
                      <a:pt x="31088" y="15771"/>
                      <a:pt x="31255" y="15980"/>
                    </a:cubicBezTo>
                    <a:cubicBezTo>
                      <a:pt x="31261" y="15992"/>
                      <a:pt x="31270" y="15997"/>
                      <a:pt x="31280" y="15997"/>
                    </a:cubicBezTo>
                    <a:cubicBezTo>
                      <a:pt x="31305" y="15997"/>
                      <a:pt x="31332" y="15968"/>
                      <a:pt x="31317" y="15938"/>
                    </a:cubicBezTo>
                    <a:cubicBezTo>
                      <a:pt x="31025" y="15438"/>
                      <a:pt x="30712" y="14958"/>
                      <a:pt x="30337" y="14520"/>
                    </a:cubicBezTo>
                    <a:cubicBezTo>
                      <a:pt x="29982" y="14061"/>
                      <a:pt x="29607" y="13623"/>
                      <a:pt x="29210" y="13206"/>
                    </a:cubicBezTo>
                    <a:cubicBezTo>
                      <a:pt x="28397" y="12372"/>
                      <a:pt x="27542" y="11600"/>
                      <a:pt x="26624" y="10870"/>
                    </a:cubicBezTo>
                    <a:cubicBezTo>
                      <a:pt x="24747" y="9389"/>
                      <a:pt x="22807" y="8013"/>
                      <a:pt x="20784" y="6719"/>
                    </a:cubicBezTo>
                    <a:cubicBezTo>
                      <a:pt x="18719" y="5343"/>
                      <a:pt x="16550" y="4091"/>
                      <a:pt x="14297" y="2986"/>
                    </a:cubicBezTo>
                    <a:cubicBezTo>
                      <a:pt x="13171" y="2444"/>
                      <a:pt x="12024" y="1964"/>
                      <a:pt x="10856" y="1547"/>
                    </a:cubicBezTo>
                    <a:cubicBezTo>
                      <a:pt x="9729" y="1150"/>
                      <a:pt x="8603" y="754"/>
                      <a:pt x="7456" y="462"/>
                    </a:cubicBezTo>
                    <a:cubicBezTo>
                      <a:pt x="6455" y="191"/>
                      <a:pt x="5433" y="45"/>
                      <a:pt x="4411" y="3"/>
                    </a:cubicBezTo>
                    <a:cubicBezTo>
                      <a:pt x="4331" y="2"/>
                      <a:pt x="4252" y="1"/>
                      <a:pt x="4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1"/>
              <p:cNvSpPr/>
              <p:nvPr/>
            </p:nvSpPr>
            <p:spPr>
              <a:xfrm>
                <a:off x="312675" y="3194300"/>
                <a:ext cx="738925" cy="219450"/>
              </a:xfrm>
              <a:custGeom>
                <a:rect b="b" l="l" r="r" t="t"/>
                <a:pathLst>
                  <a:path extrusionOk="0" h="8778" w="29557">
                    <a:moveTo>
                      <a:pt x="9031" y="0"/>
                    </a:moveTo>
                    <a:cubicBezTo>
                      <a:pt x="8315" y="0"/>
                      <a:pt x="7599" y="28"/>
                      <a:pt x="6884" y="85"/>
                    </a:cubicBezTo>
                    <a:cubicBezTo>
                      <a:pt x="5799" y="169"/>
                      <a:pt x="4735" y="336"/>
                      <a:pt x="3672" y="565"/>
                    </a:cubicBezTo>
                    <a:cubicBezTo>
                      <a:pt x="2608" y="795"/>
                      <a:pt x="1586" y="1212"/>
                      <a:pt x="668" y="1817"/>
                    </a:cubicBezTo>
                    <a:cubicBezTo>
                      <a:pt x="564" y="1879"/>
                      <a:pt x="439" y="1963"/>
                      <a:pt x="334" y="2046"/>
                    </a:cubicBezTo>
                    <a:cubicBezTo>
                      <a:pt x="230" y="2150"/>
                      <a:pt x="147" y="2255"/>
                      <a:pt x="63" y="2380"/>
                    </a:cubicBezTo>
                    <a:cubicBezTo>
                      <a:pt x="1" y="2484"/>
                      <a:pt x="22" y="2588"/>
                      <a:pt x="105" y="2672"/>
                    </a:cubicBezTo>
                    <a:cubicBezTo>
                      <a:pt x="142" y="2721"/>
                      <a:pt x="200" y="2741"/>
                      <a:pt x="258" y="2741"/>
                    </a:cubicBezTo>
                    <a:cubicBezTo>
                      <a:pt x="300" y="2741"/>
                      <a:pt x="342" y="2731"/>
                      <a:pt x="376" y="2713"/>
                    </a:cubicBezTo>
                    <a:cubicBezTo>
                      <a:pt x="501" y="2672"/>
                      <a:pt x="626" y="2609"/>
                      <a:pt x="731" y="2547"/>
                    </a:cubicBezTo>
                    <a:cubicBezTo>
                      <a:pt x="856" y="2484"/>
                      <a:pt x="981" y="2401"/>
                      <a:pt x="1106" y="2317"/>
                    </a:cubicBezTo>
                    <a:cubicBezTo>
                      <a:pt x="1336" y="2192"/>
                      <a:pt x="1544" y="2067"/>
                      <a:pt x="1794" y="1963"/>
                    </a:cubicBezTo>
                    <a:cubicBezTo>
                      <a:pt x="2253" y="1733"/>
                      <a:pt x="2733" y="1545"/>
                      <a:pt x="3234" y="1399"/>
                    </a:cubicBezTo>
                    <a:cubicBezTo>
                      <a:pt x="4256" y="1107"/>
                      <a:pt x="5278" y="899"/>
                      <a:pt x="6341" y="795"/>
                    </a:cubicBezTo>
                    <a:cubicBezTo>
                      <a:pt x="7353" y="680"/>
                      <a:pt x="8370" y="622"/>
                      <a:pt x="9387" y="622"/>
                    </a:cubicBezTo>
                    <a:cubicBezTo>
                      <a:pt x="10403" y="622"/>
                      <a:pt x="11420" y="680"/>
                      <a:pt x="12432" y="795"/>
                    </a:cubicBezTo>
                    <a:cubicBezTo>
                      <a:pt x="14434" y="1024"/>
                      <a:pt x="16395" y="1483"/>
                      <a:pt x="18314" y="2129"/>
                    </a:cubicBezTo>
                    <a:cubicBezTo>
                      <a:pt x="20233" y="2776"/>
                      <a:pt x="22089" y="3631"/>
                      <a:pt x="23841" y="4674"/>
                    </a:cubicBezTo>
                    <a:cubicBezTo>
                      <a:pt x="24717" y="5175"/>
                      <a:pt x="25572" y="5759"/>
                      <a:pt x="26386" y="6363"/>
                    </a:cubicBezTo>
                    <a:cubicBezTo>
                      <a:pt x="27220" y="6968"/>
                      <a:pt x="27971" y="7636"/>
                      <a:pt x="28784" y="8262"/>
                    </a:cubicBezTo>
                    <a:cubicBezTo>
                      <a:pt x="28972" y="8428"/>
                      <a:pt x="29181" y="8574"/>
                      <a:pt x="29368" y="8741"/>
                    </a:cubicBezTo>
                    <a:cubicBezTo>
                      <a:pt x="29389" y="8767"/>
                      <a:pt x="29412" y="8777"/>
                      <a:pt x="29434" y="8777"/>
                    </a:cubicBezTo>
                    <a:cubicBezTo>
                      <a:pt x="29501" y="8777"/>
                      <a:pt x="29556" y="8679"/>
                      <a:pt x="29493" y="8616"/>
                    </a:cubicBezTo>
                    <a:cubicBezTo>
                      <a:pt x="29139" y="8241"/>
                      <a:pt x="28805" y="7844"/>
                      <a:pt x="28451" y="7469"/>
                    </a:cubicBezTo>
                    <a:cubicBezTo>
                      <a:pt x="28075" y="7114"/>
                      <a:pt x="27658" y="6781"/>
                      <a:pt x="27262" y="6468"/>
                    </a:cubicBezTo>
                    <a:cubicBezTo>
                      <a:pt x="26448" y="5800"/>
                      <a:pt x="25614" y="5195"/>
                      <a:pt x="24738" y="4632"/>
                    </a:cubicBezTo>
                    <a:cubicBezTo>
                      <a:pt x="21213" y="2380"/>
                      <a:pt x="17271" y="899"/>
                      <a:pt x="13141" y="294"/>
                    </a:cubicBezTo>
                    <a:cubicBezTo>
                      <a:pt x="11771" y="102"/>
                      <a:pt x="10401" y="0"/>
                      <a:pt x="90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1"/>
              <p:cNvSpPr/>
              <p:nvPr/>
            </p:nvSpPr>
            <p:spPr>
              <a:xfrm>
                <a:off x="1042700" y="3243875"/>
                <a:ext cx="584025" cy="238725"/>
              </a:xfrm>
              <a:custGeom>
                <a:rect b="b" l="l" r="r" t="t"/>
                <a:pathLst>
                  <a:path extrusionOk="0" h="9549" w="23361">
                    <a:moveTo>
                      <a:pt x="21776" y="0"/>
                    </a:moveTo>
                    <a:cubicBezTo>
                      <a:pt x="21296" y="21"/>
                      <a:pt x="20837" y="42"/>
                      <a:pt x="20378" y="63"/>
                    </a:cubicBezTo>
                    <a:cubicBezTo>
                      <a:pt x="19461" y="105"/>
                      <a:pt x="18543" y="167"/>
                      <a:pt x="17625" y="251"/>
                    </a:cubicBezTo>
                    <a:cubicBezTo>
                      <a:pt x="15790" y="418"/>
                      <a:pt x="13954" y="689"/>
                      <a:pt x="12140" y="1085"/>
                    </a:cubicBezTo>
                    <a:cubicBezTo>
                      <a:pt x="10346" y="1440"/>
                      <a:pt x="8573" y="1982"/>
                      <a:pt x="6883" y="2670"/>
                    </a:cubicBezTo>
                    <a:cubicBezTo>
                      <a:pt x="5298" y="3275"/>
                      <a:pt x="3817" y="4109"/>
                      <a:pt x="2482" y="5131"/>
                    </a:cubicBezTo>
                    <a:cubicBezTo>
                      <a:pt x="1794" y="5674"/>
                      <a:pt x="1231" y="6320"/>
                      <a:pt x="772" y="7050"/>
                    </a:cubicBezTo>
                    <a:cubicBezTo>
                      <a:pt x="272" y="7739"/>
                      <a:pt x="21" y="8573"/>
                      <a:pt x="0" y="9428"/>
                    </a:cubicBezTo>
                    <a:cubicBezTo>
                      <a:pt x="0" y="9506"/>
                      <a:pt x="60" y="9548"/>
                      <a:pt x="119" y="9548"/>
                    </a:cubicBezTo>
                    <a:cubicBezTo>
                      <a:pt x="170" y="9548"/>
                      <a:pt x="220" y="9517"/>
                      <a:pt x="230" y="9449"/>
                    </a:cubicBezTo>
                    <a:cubicBezTo>
                      <a:pt x="397" y="8740"/>
                      <a:pt x="668" y="8051"/>
                      <a:pt x="1043" y="7426"/>
                    </a:cubicBezTo>
                    <a:cubicBezTo>
                      <a:pt x="1460" y="6800"/>
                      <a:pt x="1961" y="6258"/>
                      <a:pt x="2524" y="5799"/>
                    </a:cubicBezTo>
                    <a:cubicBezTo>
                      <a:pt x="3776" y="4818"/>
                      <a:pt x="5173" y="4026"/>
                      <a:pt x="6675" y="3463"/>
                    </a:cubicBezTo>
                    <a:cubicBezTo>
                      <a:pt x="9991" y="2086"/>
                      <a:pt x="13537" y="1356"/>
                      <a:pt x="17104" y="981"/>
                    </a:cubicBezTo>
                    <a:cubicBezTo>
                      <a:pt x="18126" y="897"/>
                      <a:pt x="19127" y="814"/>
                      <a:pt x="20128" y="751"/>
                    </a:cubicBezTo>
                    <a:cubicBezTo>
                      <a:pt x="20649" y="730"/>
                      <a:pt x="21171" y="689"/>
                      <a:pt x="21671" y="668"/>
                    </a:cubicBezTo>
                    <a:cubicBezTo>
                      <a:pt x="21943" y="668"/>
                      <a:pt x="22193" y="647"/>
                      <a:pt x="22443" y="626"/>
                    </a:cubicBezTo>
                    <a:cubicBezTo>
                      <a:pt x="22568" y="626"/>
                      <a:pt x="22694" y="605"/>
                      <a:pt x="22819" y="605"/>
                    </a:cubicBezTo>
                    <a:cubicBezTo>
                      <a:pt x="22944" y="564"/>
                      <a:pt x="23090" y="522"/>
                      <a:pt x="23194" y="459"/>
                    </a:cubicBezTo>
                    <a:cubicBezTo>
                      <a:pt x="23361" y="397"/>
                      <a:pt x="23298" y="167"/>
                      <a:pt x="23152" y="105"/>
                    </a:cubicBezTo>
                    <a:cubicBezTo>
                      <a:pt x="22944" y="42"/>
                      <a:pt x="22694" y="0"/>
                      <a:pt x="22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1"/>
              <p:cNvSpPr/>
              <p:nvPr/>
            </p:nvSpPr>
            <p:spPr>
              <a:xfrm>
                <a:off x="503000" y="2638475"/>
                <a:ext cx="536050" cy="476950"/>
              </a:xfrm>
              <a:custGeom>
                <a:rect b="b" l="l" r="r" t="t"/>
                <a:pathLst>
                  <a:path extrusionOk="0" h="19078" w="21442">
                    <a:moveTo>
                      <a:pt x="7113" y="1"/>
                    </a:moveTo>
                    <a:cubicBezTo>
                      <a:pt x="5403" y="1"/>
                      <a:pt x="3630" y="439"/>
                      <a:pt x="2274" y="1482"/>
                    </a:cubicBezTo>
                    <a:cubicBezTo>
                      <a:pt x="918" y="2525"/>
                      <a:pt x="1" y="4214"/>
                      <a:pt x="105" y="5924"/>
                    </a:cubicBezTo>
                    <a:cubicBezTo>
                      <a:pt x="188" y="7718"/>
                      <a:pt x="1294" y="9282"/>
                      <a:pt x="2524" y="10596"/>
                    </a:cubicBezTo>
                    <a:cubicBezTo>
                      <a:pt x="5591" y="13788"/>
                      <a:pt x="9554" y="15915"/>
                      <a:pt x="13683" y="17375"/>
                    </a:cubicBezTo>
                    <a:cubicBezTo>
                      <a:pt x="15853" y="18147"/>
                      <a:pt x="18084" y="18710"/>
                      <a:pt x="20379" y="19044"/>
                    </a:cubicBezTo>
                    <a:cubicBezTo>
                      <a:pt x="20535" y="19066"/>
                      <a:pt x="20662" y="19077"/>
                      <a:pt x="20767" y="19077"/>
                    </a:cubicBezTo>
                    <a:cubicBezTo>
                      <a:pt x="21441" y="19077"/>
                      <a:pt x="21118" y="18610"/>
                      <a:pt x="21046" y="17688"/>
                    </a:cubicBezTo>
                    <a:cubicBezTo>
                      <a:pt x="20942" y="16478"/>
                      <a:pt x="20775" y="15289"/>
                      <a:pt x="20545" y="14101"/>
                    </a:cubicBezTo>
                    <a:cubicBezTo>
                      <a:pt x="20045" y="11514"/>
                      <a:pt x="19211" y="8970"/>
                      <a:pt x="17834" y="6717"/>
                    </a:cubicBezTo>
                    <a:cubicBezTo>
                      <a:pt x="15540" y="2942"/>
                      <a:pt x="11514" y="22"/>
                      <a:pt x="7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1"/>
              <p:cNvSpPr/>
              <p:nvPr/>
            </p:nvSpPr>
            <p:spPr>
              <a:xfrm>
                <a:off x="588625" y="2721925"/>
                <a:ext cx="478600" cy="513825"/>
              </a:xfrm>
              <a:custGeom>
                <a:rect b="b" l="l" r="r" t="t"/>
                <a:pathLst>
                  <a:path extrusionOk="0" h="20553" w="19144">
                    <a:moveTo>
                      <a:pt x="205" y="1"/>
                    </a:moveTo>
                    <a:cubicBezTo>
                      <a:pt x="42" y="1"/>
                      <a:pt x="0" y="264"/>
                      <a:pt x="163" y="355"/>
                    </a:cubicBezTo>
                    <a:cubicBezTo>
                      <a:pt x="977" y="855"/>
                      <a:pt x="1874" y="1272"/>
                      <a:pt x="2729" y="1731"/>
                    </a:cubicBezTo>
                    <a:cubicBezTo>
                      <a:pt x="3563" y="2190"/>
                      <a:pt x="4418" y="2670"/>
                      <a:pt x="5252" y="3170"/>
                    </a:cubicBezTo>
                    <a:cubicBezTo>
                      <a:pt x="6921" y="4151"/>
                      <a:pt x="8506" y="5235"/>
                      <a:pt x="10029" y="6445"/>
                    </a:cubicBezTo>
                    <a:cubicBezTo>
                      <a:pt x="11489" y="7592"/>
                      <a:pt x="12824" y="8906"/>
                      <a:pt x="14034" y="10304"/>
                    </a:cubicBezTo>
                    <a:cubicBezTo>
                      <a:pt x="15202" y="11680"/>
                      <a:pt x="16203" y="13182"/>
                      <a:pt x="17016" y="14788"/>
                    </a:cubicBezTo>
                    <a:cubicBezTo>
                      <a:pt x="17809" y="16373"/>
                      <a:pt x="18393" y="18063"/>
                      <a:pt x="18706" y="19815"/>
                    </a:cubicBezTo>
                    <a:cubicBezTo>
                      <a:pt x="18747" y="20023"/>
                      <a:pt x="18810" y="20253"/>
                      <a:pt x="18873" y="20461"/>
                    </a:cubicBezTo>
                    <a:cubicBezTo>
                      <a:pt x="18890" y="20524"/>
                      <a:pt x="18943" y="20552"/>
                      <a:pt x="18997" y="20552"/>
                    </a:cubicBezTo>
                    <a:cubicBezTo>
                      <a:pt x="19069" y="20552"/>
                      <a:pt x="19144" y="20503"/>
                      <a:pt x="19144" y="20420"/>
                    </a:cubicBezTo>
                    <a:cubicBezTo>
                      <a:pt x="19144" y="19961"/>
                      <a:pt x="19081" y="19523"/>
                      <a:pt x="18977" y="19085"/>
                    </a:cubicBezTo>
                    <a:cubicBezTo>
                      <a:pt x="18893" y="18647"/>
                      <a:pt x="18768" y="18188"/>
                      <a:pt x="18643" y="17750"/>
                    </a:cubicBezTo>
                    <a:cubicBezTo>
                      <a:pt x="18393" y="16895"/>
                      <a:pt x="18080" y="16060"/>
                      <a:pt x="17705" y="15247"/>
                    </a:cubicBezTo>
                    <a:cubicBezTo>
                      <a:pt x="16933" y="13578"/>
                      <a:pt x="15973" y="12014"/>
                      <a:pt x="14826" y="10596"/>
                    </a:cubicBezTo>
                    <a:cubicBezTo>
                      <a:pt x="13658" y="9136"/>
                      <a:pt x="12344" y="7801"/>
                      <a:pt x="10926" y="6612"/>
                    </a:cubicBezTo>
                    <a:cubicBezTo>
                      <a:pt x="9403" y="5340"/>
                      <a:pt x="7818" y="4192"/>
                      <a:pt x="6129" y="3170"/>
                    </a:cubicBezTo>
                    <a:cubicBezTo>
                      <a:pt x="4460" y="2128"/>
                      <a:pt x="2729" y="1210"/>
                      <a:pt x="977" y="313"/>
                    </a:cubicBezTo>
                    <a:cubicBezTo>
                      <a:pt x="747" y="188"/>
                      <a:pt x="518" y="104"/>
                      <a:pt x="288" y="21"/>
                    </a:cubicBezTo>
                    <a:cubicBezTo>
                      <a:pt x="258" y="7"/>
                      <a:pt x="230"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1"/>
              <p:cNvSpPr/>
              <p:nvPr/>
            </p:nvSpPr>
            <p:spPr>
              <a:xfrm>
                <a:off x="1370150" y="2612925"/>
                <a:ext cx="186725" cy="247350"/>
              </a:xfrm>
              <a:custGeom>
                <a:rect b="b" l="l" r="r" t="t"/>
                <a:pathLst>
                  <a:path extrusionOk="0" h="9894" w="7469">
                    <a:moveTo>
                      <a:pt x="4" y="9885"/>
                    </a:moveTo>
                    <a:cubicBezTo>
                      <a:pt x="3" y="9886"/>
                      <a:pt x="2" y="9887"/>
                      <a:pt x="1" y="9887"/>
                    </a:cubicBezTo>
                    <a:cubicBezTo>
                      <a:pt x="2" y="9887"/>
                      <a:pt x="3" y="9886"/>
                      <a:pt x="4" y="9885"/>
                    </a:cubicBezTo>
                    <a:close/>
                    <a:moveTo>
                      <a:pt x="7405" y="1"/>
                    </a:moveTo>
                    <a:cubicBezTo>
                      <a:pt x="6634" y="209"/>
                      <a:pt x="6842" y="1336"/>
                      <a:pt x="6738" y="1920"/>
                    </a:cubicBezTo>
                    <a:cubicBezTo>
                      <a:pt x="6550" y="2837"/>
                      <a:pt x="5925" y="3547"/>
                      <a:pt x="5257" y="4151"/>
                    </a:cubicBezTo>
                    <a:cubicBezTo>
                      <a:pt x="4569" y="4735"/>
                      <a:pt x="3714" y="5236"/>
                      <a:pt x="2984" y="5820"/>
                    </a:cubicBezTo>
                    <a:cubicBezTo>
                      <a:pt x="2629" y="6112"/>
                      <a:pt x="2316" y="6446"/>
                      <a:pt x="2045" y="6800"/>
                    </a:cubicBezTo>
                    <a:cubicBezTo>
                      <a:pt x="1836" y="7113"/>
                      <a:pt x="1628" y="7426"/>
                      <a:pt x="1461" y="7781"/>
                    </a:cubicBezTo>
                    <a:cubicBezTo>
                      <a:pt x="1252" y="8177"/>
                      <a:pt x="1023" y="8594"/>
                      <a:pt x="773" y="8970"/>
                    </a:cubicBezTo>
                    <a:cubicBezTo>
                      <a:pt x="586" y="9323"/>
                      <a:pt x="315" y="9635"/>
                      <a:pt x="4" y="9885"/>
                    </a:cubicBezTo>
                    <a:lnTo>
                      <a:pt x="4" y="9885"/>
                    </a:lnTo>
                    <a:cubicBezTo>
                      <a:pt x="8" y="9882"/>
                      <a:pt x="14" y="9881"/>
                      <a:pt x="21" y="9881"/>
                    </a:cubicBezTo>
                    <a:cubicBezTo>
                      <a:pt x="46" y="9881"/>
                      <a:pt x="82" y="9893"/>
                      <a:pt x="106" y="9893"/>
                    </a:cubicBezTo>
                    <a:cubicBezTo>
                      <a:pt x="115" y="9893"/>
                      <a:pt x="122" y="9892"/>
                      <a:pt x="126" y="9887"/>
                    </a:cubicBezTo>
                    <a:cubicBezTo>
                      <a:pt x="418" y="9679"/>
                      <a:pt x="668" y="9428"/>
                      <a:pt x="856" y="9116"/>
                    </a:cubicBezTo>
                    <a:cubicBezTo>
                      <a:pt x="1086" y="8761"/>
                      <a:pt x="1315" y="8406"/>
                      <a:pt x="1503" y="8052"/>
                    </a:cubicBezTo>
                    <a:cubicBezTo>
                      <a:pt x="1690" y="7718"/>
                      <a:pt x="1857" y="7384"/>
                      <a:pt x="2045" y="7072"/>
                    </a:cubicBezTo>
                    <a:cubicBezTo>
                      <a:pt x="2295" y="6696"/>
                      <a:pt x="2587" y="6342"/>
                      <a:pt x="2921" y="6050"/>
                    </a:cubicBezTo>
                    <a:cubicBezTo>
                      <a:pt x="4235" y="4861"/>
                      <a:pt x="6217" y="4089"/>
                      <a:pt x="6780" y="2253"/>
                    </a:cubicBezTo>
                    <a:cubicBezTo>
                      <a:pt x="6884" y="1815"/>
                      <a:pt x="6947" y="1377"/>
                      <a:pt x="6947" y="919"/>
                    </a:cubicBezTo>
                    <a:cubicBezTo>
                      <a:pt x="6988" y="564"/>
                      <a:pt x="7093" y="147"/>
                      <a:pt x="7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1"/>
              <p:cNvSpPr/>
              <p:nvPr/>
            </p:nvSpPr>
            <p:spPr>
              <a:xfrm>
                <a:off x="1585525" y="2611900"/>
                <a:ext cx="72500" cy="160100"/>
              </a:xfrm>
              <a:custGeom>
                <a:rect b="b" l="l" r="r" t="t"/>
                <a:pathLst>
                  <a:path extrusionOk="0" h="6404" w="2900">
                    <a:moveTo>
                      <a:pt x="2461" y="0"/>
                    </a:moveTo>
                    <a:cubicBezTo>
                      <a:pt x="2461" y="0"/>
                      <a:pt x="2378" y="84"/>
                      <a:pt x="2399" y="104"/>
                    </a:cubicBezTo>
                    <a:cubicBezTo>
                      <a:pt x="2503" y="292"/>
                      <a:pt x="2587" y="501"/>
                      <a:pt x="2670" y="688"/>
                    </a:cubicBezTo>
                    <a:cubicBezTo>
                      <a:pt x="2733" y="918"/>
                      <a:pt x="2753" y="1147"/>
                      <a:pt x="2733" y="1377"/>
                    </a:cubicBezTo>
                    <a:cubicBezTo>
                      <a:pt x="2691" y="1877"/>
                      <a:pt x="2545" y="2336"/>
                      <a:pt x="2315" y="2774"/>
                    </a:cubicBezTo>
                    <a:cubicBezTo>
                      <a:pt x="1857" y="3608"/>
                      <a:pt x="1106" y="4276"/>
                      <a:pt x="584" y="5068"/>
                    </a:cubicBezTo>
                    <a:cubicBezTo>
                      <a:pt x="292" y="5465"/>
                      <a:pt x="104" y="5924"/>
                      <a:pt x="0" y="6403"/>
                    </a:cubicBezTo>
                    <a:cubicBezTo>
                      <a:pt x="0" y="6403"/>
                      <a:pt x="63" y="6362"/>
                      <a:pt x="84" y="6341"/>
                    </a:cubicBezTo>
                    <a:cubicBezTo>
                      <a:pt x="292" y="5319"/>
                      <a:pt x="1022" y="4547"/>
                      <a:pt x="1648" y="3754"/>
                    </a:cubicBezTo>
                    <a:cubicBezTo>
                      <a:pt x="2211" y="3066"/>
                      <a:pt x="2733" y="2294"/>
                      <a:pt x="2837" y="1377"/>
                    </a:cubicBezTo>
                    <a:cubicBezTo>
                      <a:pt x="2899" y="939"/>
                      <a:pt x="2837" y="334"/>
                      <a:pt x="2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1"/>
              <p:cNvSpPr/>
              <p:nvPr/>
            </p:nvSpPr>
            <p:spPr>
              <a:xfrm>
                <a:off x="1524000" y="2786650"/>
                <a:ext cx="219025" cy="34550"/>
              </a:xfrm>
              <a:custGeom>
                <a:rect b="b" l="l" r="r" t="t"/>
                <a:pathLst>
                  <a:path extrusionOk="0" h="1382" w="8761">
                    <a:moveTo>
                      <a:pt x="42" y="252"/>
                    </a:moveTo>
                    <a:cubicBezTo>
                      <a:pt x="28" y="257"/>
                      <a:pt x="14" y="263"/>
                      <a:pt x="0" y="269"/>
                    </a:cubicBezTo>
                    <a:lnTo>
                      <a:pt x="0" y="289"/>
                    </a:lnTo>
                    <a:cubicBezTo>
                      <a:pt x="16" y="281"/>
                      <a:pt x="29" y="267"/>
                      <a:pt x="42" y="252"/>
                    </a:cubicBezTo>
                    <a:close/>
                    <a:moveTo>
                      <a:pt x="1246" y="0"/>
                    </a:moveTo>
                    <a:cubicBezTo>
                      <a:pt x="859" y="0"/>
                      <a:pt x="475" y="70"/>
                      <a:pt x="104" y="206"/>
                    </a:cubicBezTo>
                    <a:cubicBezTo>
                      <a:pt x="79" y="206"/>
                      <a:pt x="61" y="229"/>
                      <a:pt x="42" y="252"/>
                    </a:cubicBezTo>
                    <a:lnTo>
                      <a:pt x="42" y="252"/>
                    </a:lnTo>
                    <a:cubicBezTo>
                      <a:pt x="344" y="137"/>
                      <a:pt x="652" y="89"/>
                      <a:pt x="960" y="89"/>
                    </a:cubicBezTo>
                    <a:cubicBezTo>
                      <a:pt x="1853" y="89"/>
                      <a:pt x="2755" y="489"/>
                      <a:pt x="3567" y="811"/>
                    </a:cubicBezTo>
                    <a:cubicBezTo>
                      <a:pt x="4151" y="1082"/>
                      <a:pt x="4776" y="1270"/>
                      <a:pt x="5402" y="1353"/>
                    </a:cubicBezTo>
                    <a:cubicBezTo>
                      <a:pt x="5537" y="1372"/>
                      <a:pt x="5672" y="1382"/>
                      <a:pt x="5807" y="1382"/>
                    </a:cubicBezTo>
                    <a:cubicBezTo>
                      <a:pt x="6254" y="1382"/>
                      <a:pt x="6696" y="1279"/>
                      <a:pt x="7112" y="1103"/>
                    </a:cubicBezTo>
                    <a:cubicBezTo>
                      <a:pt x="7676" y="832"/>
                      <a:pt x="8197" y="477"/>
                      <a:pt x="8698" y="81"/>
                    </a:cubicBezTo>
                    <a:cubicBezTo>
                      <a:pt x="8719" y="60"/>
                      <a:pt x="8739" y="39"/>
                      <a:pt x="8760" y="18"/>
                    </a:cubicBezTo>
                    <a:lnTo>
                      <a:pt x="8760" y="18"/>
                    </a:lnTo>
                    <a:cubicBezTo>
                      <a:pt x="8301" y="373"/>
                      <a:pt x="7822" y="686"/>
                      <a:pt x="7300" y="957"/>
                    </a:cubicBezTo>
                    <a:cubicBezTo>
                      <a:pt x="6865" y="1150"/>
                      <a:pt x="6406" y="1256"/>
                      <a:pt x="5941" y="1256"/>
                    </a:cubicBezTo>
                    <a:cubicBezTo>
                      <a:pt x="5803" y="1256"/>
                      <a:pt x="5665" y="1247"/>
                      <a:pt x="5527" y="1228"/>
                    </a:cubicBezTo>
                    <a:cubicBezTo>
                      <a:pt x="4297" y="1082"/>
                      <a:pt x="3233" y="394"/>
                      <a:pt x="2044" y="102"/>
                    </a:cubicBezTo>
                    <a:cubicBezTo>
                      <a:pt x="1780" y="34"/>
                      <a:pt x="1513" y="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1"/>
              <p:cNvSpPr/>
              <p:nvPr/>
            </p:nvSpPr>
            <p:spPr>
              <a:xfrm>
                <a:off x="1444475" y="2839275"/>
                <a:ext cx="209900" cy="65450"/>
              </a:xfrm>
              <a:custGeom>
                <a:rect b="b" l="l" r="r" t="t"/>
                <a:pathLst>
                  <a:path extrusionOk="0" h="2618" w="8396">
                    <a:moveTo>
                      <a:pt x="871" y="1"/>
                    </a:moveTo>
                    <a:cubicBezTo>
                      <a:pt x="586" y="1"/>
                      <a:pt x="300" y="64"/>
                      <a:pt x="31" y="187"/>
                    </a:cubicBezTo>
                    <a:cubicBezTo>
                      <a:pt x="5" y="204"/>
                      <a:pt x="1" y="211"/>
                      <a:pt x="8" y="211"/>
                    </a:cubicBezTo>
                    <a:cubicBezTo>
                      <a:pt x="18" y="211"/>
                      <a:pt x="49" y="199"/>
                      <a:pt x="73" y="187"/>
                    </a:cubicBezTo>
                    <a:lnTo>
                      <a:pt x="73" y="208"/>
                    </a:lnTo>
                    <a:cubicBezTo>
                      <a:pt x="263" y="105"/>
                      <a:pt x="464" y="64"/>
                      <a:pt x="666" y="64"/>
                    </a:cubicBezTo>
                    <a:cubicBezTo>
                      <a:pt x="1041" y="64"/>
                      <a:pt x="1424" y="205"/>
                      <a:pt x="1763" y="354"/>
                    </a:cubicBezTo>
                    <a:cubicBezTo>
                      <a:pt x="2284" y="583"/>
                      <a:pt x="2806" y="854"/>
                      <a:pt x="3306" y="1146"/>
                    </a:cubicBezTo>
                    <a:cubicBezTo>
                      <a:pt x="4307" y="1688"/>
                      <a:pt x="5308" y="2272"/>
                      <a:pt x="6456" y="2502"/>
                    </a:cubicBezTo>
                    <a:cubicBezTo>
                      <a:pt x="6772" y="2581"/>
                      <a:pt x="7095" y="2617"/>
                      <a:pt x="7420" y="2617"/>
                    </a:cubicBezTo>
                    <a:cubicBezTo>
                      <a:pt x="7695" y="2617"/>
                      <a:pt x="7972" y="2591"/>
                      <a:pt x="8249" y="2544"/>
                    </a:cubicBezTo>
                    <a:cubicBezTo>
                      <a:pt x="8270" y="2544"/>
                      <a:pt x="8395" y="2460"/>
                      <a:pt x="8333" y="2460"/>
                    </a:cubicBezTo>
                    <a:cubicBezTo>
                      <a:pt x="8092" y="2492"/>
                      <a:pt x="7854" y="2509"/>
                      <a:pt x="7618" y="2509"/>
                    </a:cubicBezTo>
                    <a:cubicBezTo>
                      <a:pt x="7241" y="2509"/>
                      <a:pt x="6869" y="2467"/>
                      <a:pt x="6497" y="2377"/>
                    </a:cubicBezTo>
                    <a:cubicBezTo>
                      <a:pt x="5913" y="2231"/>
                      <a:pt x="5329" y="2022"/>
                      <a:pt x="4808" y="1751"/>
                    </a:cubicBezTo>
                    <a:cubicBezTo>
                      <a:pt x="4266" y="1501"/>
                      <a:pt x="3744" y="1188"/>
                      <a:pt x="3223" y="917"/>
                    </a:cubicBezTo>
                    <a:cubicBezTo>
                      <a:pt x="2701" y="604"/>
                      <a:pt x="2159" y="354"/>
                      <a:pt x="1596" y="145"/>
                    </a:cubicBezTo>
                    <a:cubicBezTo>
                      <a:pt x="1363" y="48"/>
                      <a:pt x="1117" y="1"/>
                      <a:pt x="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1"/>
              <p:cNvSpPr/>
              <p:nvPr/>
            </p:nvSpPr>
            <p:spPr>
              <a:xfrm>
                <a:off x="1306725" y="2882175"/>
                <a:ext cx="246975" cy="95000"/>
              </a:xfrm>
              <a:custGeom>
                <a:rect b="b" l="l" r="r" t="t"/>
                <a:pathLst>
                  <a:path extrusionOk="0" h="3800" w="9879">
                    <a:moveTo>
                      <a:pt x="1233" y="0"/>
                    </a:moveTo>
                    <a:cubicBezTo>
                      <a:pt x="844" y="0"/>
                      <a:pt x="454" y="69"/>
                      <a:pt x="77" y="202"/>
                    </a:cubicBezTo>
                    <a:cubicBezTo>
                      <a:pt x="77" y="202"/>
                      <a:pt x="0" y="248"/>
                      <a:pt x="5" y="248"/>
                    </a:cubicBezTo>
                    <a:cubicBezTo>
                      <a:pt x="5" y="248"/>
                      <a:pt x="8" y="247"/>
                      <a:pt x="14" y="244"/>
                    </a:cubicBezTo>
                    <a:lnTo>
                      <a:pt x="14" y="264"/>
                    </a:lnTo>
                    <a:cubicBezTo>
                      <a:pt x="348" y="150"/>
                      <a:pt x="692" y="92"/>
                      <a:pt x="1036" y="92"/>
                    </a:cubicBezTo>
                    <a:cubicBezTo>
                      <a:pt x="1380" y="92"/>
                      <a:pt x="1725" y="150"/>
                      <a:pt x="2058" y="264"/>
                    </a:cubicBezTo>
                    <a:cubicBezTo>
                      <a:pt x="2726" y="536"/>
                      <a:pt x="3351" y="911"/>
                      <a:pt x="3915" y="1370"/>
                    </a:cubicBezTo>
                    <a:cubicBezTo>
                      <a:pt x="5062" y="2246"/>
                      <a:pt x="6146" y="3247"/>
                      <a:pt x="7565" y="3643"/>
                    </a:cubicBezTo>
                    <a:cubicBezTo>
                      <a:pt x="7893" y="3747"/>
                      <a:pt x="8234" y="3799"/>
                      <a:pt x="8577" y="3799"/>
                    </a:cubicBezTo>
                    <a:cubicBezTo>
                      <a:pt x="8995" y="3799"/>
                      <a:pt x="9416" y="3721"/>
                      <a:pt x="9817" y="3560"/>
                    </a:cubicBezTo>
                    <a:cubicBezTo>
                      <a:pt x="9817" y="3560"/>
                      <a:pt x="9879" y="3514"/>
                      <a:pt x="9870" y="3514"/>
                    </a:cubicBezTo>
                    <a:cubicBezTo>
                      <a:pt x="9868" y="3514"/>
                      <a:pt x="9865" y="3515"/>
                      <a:pt x="9859" y="3518"/>
                    </a:cubicBezTo>
                    <a:cubicBezTo>
                      <a:pt x="9517" y="3634"/>
                      <a:pt x="9173" y="3685"/>
                      <a:pt x="8831" y="3685"/>
                    </a:cubicBezTo>
                    <a:cubicBezTo>
                      <a:pt x="7754" y="3685"/>
                      <a:pt x="6699" y="3176"/>
                      <a:pt x="5813" y="2559"/>
                    </a:cubicBezTo>
                    <a:cubicBezTo>
                      <a:pt x="4665" y="1745"/>
                      <a:pt x="3602" y="640"/>
                      <a:pt x="2246" y="160"/>
                    </a:cubicBezTo>
                    <a:cubicBezTo>
                      <a:pt x="1914" y="53"/>
                      <a:pt x="1574" y="0"/>
                      <a:pt x="1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1"/>
              <p:cNvSpPr/>
              <p:nvPr/>
            </p:nvSpPr>
            <p:spPr>
              <a:xfrm>
                <a:off x="1292475" y="2690100"/>
                <a:ext cx="80325" cy="204950"/>
              </a:xfrm>
              <a:custGeom>
                <a:rect b="b" l="l" r="r" t="t"/>
                <a:pathLst>
                  <a:path extrusionOk="0" h="8198" w="3213">
                    <a:moveTo>
                      <a:pt x="3108" y="1"/>
                    </a:moveTo>
                    <a:cubicBezTo>
                      <a:pt x="2649" y="293"/>
                      <a:pt x="2274" y="731"/>
                      <a:pt x="2065" y="1231"/>
                    </a:cubicBezTo>
                    <a:cubicBezTo>
                      <a:pt x="1857" y="1815"/>
                      <a:pt x="1794" y="2462"/>
                      <a:pt x="1919" y="3067"/>
                    </a:cubicBezTo>
                    <a:cubicBezTo>
                      <a:pt x="2023" y="3672"/>
                      <a:pt x="2003" y="4297"/>
                      <a:pt x="1877" y="4902"/>
                    </a:cubicBezTo>
                    <a:cubicBezTo>
                      <a:pt x="1731" y="5486"/>
                      <a:pt x="1502" y="6049"/>
                      <a:pt x="1189" y="6571"/>
                    </a:cubicBezTo>
                    <a:cubicBezTo>
                      <a:pt x="855" y="7155"/>
                      <a:pt x="459" y="7697"/>
                      <a:pt x="0" y="8198"/>
                    </a:cubicBezTo>
                    <a:cubicBezTo>
                      <a:pt x="11" y="8187"/>
                      <a:pt x="37" y="8187"/>
                      <a:pt x="63" y="8187"/>
                    </a:cubicBezTo>
                    <a:cubicBezTo>
                      <a:pt x="89" y="8187"/>
                      <a:pt x="115" y="8187"/>
                      <a:pt x="125" y="8177"/>
                    </a:cubicBezTo>
                    <a:cubicBezTo>
                      <a:pt x="960" y="7322"/>
                      <a:pt x="1606" y="6279"/>
                      <a:pt x="1982" y="5153"/>
                    </a:cubicBezTo>
                    <a:cubicBezTo>
                      <a:pt x="2169" y="4589"/>
                      <a:pt x="2211" y="3985"/>
                      <a:pt x="2149" y="3401"/>
                    </a:cubicBezTo>
                    <a:cubicBezTo>
                      <a:pt x="2086" y="2754"/>
                      <a:pt x="1982" y="2128"/>
                      <a:pt x="2149" y="1502"/>
                    </a:cubicBezTo>
                    <a:cubicBezTo>
                      <a:pt x="2336" y="898"/>
                      <a:pt x="2691" y="355"/>
                      <a:pt x="3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1"/>
              <p:cNvSpPr/>
              <p:nvPr/>
            </p:nvSpPr>
            <p:spPr>
              <a:xfrm>
                <a:off x="1241900" y="2912450"/>
                <a:ext cx="194500" cy="98375"/>
              </a:xfrm>
              <a:custGeom>
                <a:rect b="b" l="l" r="r" t="t"/>
                <a:pathLst>
                  <a:path extrusionOk="0" h="3935" w="7780">
                    <a:moveTo>
                      <a:pt x="615" y="1"/>
                    </a:moveTo>
                    <a:cubicBezTo>
                      <a:pt x="407" y="1"/>
                      <a:pt x="200" y="42"/>
                      <a:pt x="0" y="138"/>
                    </a:cubicBezTo>
                    <a:cubicBezTo>
                      <a:pt x="0" y="138"/>
                      <a:pt x="63" y="242"/>
                      <a:pt x="83" y="242"/>
                    </a:cubicBezTo>
                    <a:lnTo>
                      <a:pt x="83" y="221"/>
                    </a:lnTo>
                    <a:cubicBezTo>
                      <a:pt x="277" y="171"/>
                      <a:pt x="473" y="146"/>
                      <a:pt x="669" y="146"/>
                    </a:cubicBezTo>
                    <a:cubicBezTo>
                      <a:pt x="1041" y="146"/>
                      <a:pt x="1410" y="239"/>
                      <a:pt x="1752" y="430"/>
                    </a:cubicBezTo>
                    <a:cubicBezTo>
                      <a:pt x="2336" y="722"/>
                      <a:pt x="2774" y="1223"/>
                      <a:pt x="3212" y="1723"/>
                    </a:cubicBezTo>
                    <a:cubicBezTo>
                      <a:pt x="3546" y="2140"/>
                      <a:pt x="3963" y="2516"/>
                      <a:pt x="4401" y="2850"/>
                    </a:cubicBezTo>
                    <a:cubicBezTo>
                      <a:pt x="4860" y="3183"/>
                      <a:pt x="5381" y="3434"/>
                      <a:pt x="5924" y="3621"/>
                    </a:cubicBezTo>
                    <a:cubicBezTo>
                      <a:pt x="6528" y="3809"/>
                      <a:pt x="7154" y="3934"/>
                      <a:pt x="7780" y="3934"/>
                    </a:cubicBezTo>
                    <a:cubicBezTo>
                      <a:pt x="7759" y="3934"/>
                      <a:pt x="7738" y="3872"/>
                      <a:pt x="7717" y="3872"/>
                    </a:cubicBezTo>
                    <a:cubicBezTo>
                      <a:pt x="6528" y="3684"/>
                      <a:pt x="5360" y="3434"/>
                      <a:pt x="4359" y="2766"/>
                    </a:cubicBezTo>
                    <a:cubicBezTo>
                      <a:pt x="3337" y="2078"/>
                      <a:pt x="2774" y="931"/>
                      <a:pt x="1710" y="326"/>
                    </a:cubicBezTo>
                    <a:cubicBezTo>
                      <a:pt x="1374" y="137"/>
                      <a:pt x="994" y="1"/>
                      <a:pt x="6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1"/>
              <p:cNvSpPr/>
              <p:nvPr/>
            </p:nvSpPr>
            <p:spPr>
              <a:xfrm>
                <a:off x="616150" y="2643000"/>
                <a:ext cx="102225" cy="148225"/>
              </a:xfrm>
              <a:custGeom>
                <a:rect b="b" l="l" r="r" t="t"/>
                <a:pathLst>
                  <a:path extrusionOk="0" h="5929" w="4089">
                    <a:moveTo>
                      <a:pt x="146" y="1"/>
                    </a:moveTo>
                    <a:cubicBezTo>
                      <a:pt x="84" y="1"/>
                      <a:pt x="1" y="28"/>
                      <a:pt x="1" y="28"/>
                    </a:cubicBezTo>
                    <a:cubicBezTo>
                      <a:pt x="189" y="404"/>
                      <a:pt x="647" y="466"/>
                      <a:pt x="981" y="633"/>
                    </a:cubicBezTo>
                    <a:cubicBezTo>
                      <a:pt x="1377" y="842"/>
                      <a:pt x="1669" y="1217"/>
                      <a:pt x="1815" y="1655"/>
                    </a:cubicBezTo>
                    <a:cubicBezTo>
                      <a:pt x="1982" y="2072"/>
                      <a:pt x="2087" y="2531"/>
                      <a:pt x="2212" y="2990"/>
                    </a:cubicBezTo>
                    <a:cubicBezTo>
                      <a:pt x="2358" y="3491"/>
                      <a:pt x="2566" y="3991"/>
                      <a:pt x="2837" y="4471"/>
                    </a:cubicBezTo>
                    <a:cubicBezTo>
                      <a:pt x="3129" y="4993"/>
                      <a:pt x="3484" y="5493"/>
                      <a:pt x="3922" y="5910"/>
                    </a:cubicBezTo>
                    <a:cubicBezTo>
                      <a:pt x="3929" y="5924"/>
                      <a:pt x="3950" y="5929"/>
                      <a:pt x="3974" y="5929"/>
                    </a:cubicBezTo>
                    <a:cubicBezTo>
                      <a:pt x="4022" y="5929"/>
                      <a:pt x="4082" y="5910"/>
                      <a:pt x="4068" y="5910"/>
                    </a:cubicBezTo>
                    <a:lnTo>
                      <a:pt x="4089" y="5889"/>
                    </a:lnTo>
                    <a:cubicBezTo>
                      <a:pt x="3713" y="5493"/>
                      <a:pt x="3380" y="5034"/>
                      <a:pt x="3109" y="4575"/>
                    </a:cubicBezTo>
                    <a:cubicBezTo>
                      <a:pt x="2837" y="4117"/>
                      <a:pt x="2608" y="3616"/>
                      <a:pt x="2441" y="3115"/>
                    </a:cubicBezTo>
                    <a:cubicBezTo>
                      <a:pt x="2191" y="2323"/>
                      <a:pt x="2128" y="1280"/>
                      <a:pt x="1398" y="758"/>
                    </a:cubicBezTo>
                    <a:cubicBezTo>
                      <a:pt x="1044" y="487"/>
                      <a:pt x="418" y="466"/>
                      <a:pt x="209" y="28"/>
                    </a:cubicBezTo>
                    <a:cubicBezTo>
                      <a:pt x="202" y="8"/>
                      <a:pt x="177"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1"/>
              <p:cNvSpPr/>
              <p:nvPr/>
            </p:nvSpPr>
            <p:spPr>
              <a:xfrm>
                <a:off x="742175" y="2654950"/>
                <a:ext cx="60675" cy="189225"/>
              </a:xfrm>
              <a:custGeom>
                <a:rect b="b" l="l" r="r" t="t"/>
                <a:pathLst>
                  <a:path extrusionOk="0" h="7569" w="2427">
                    <a:moveTo>
                      <a:pt x="20" y="0"/>
                    </a:moveTo>
                    <a:cubicBezTo>
                      <a:pt x="7" y="0"/>
                      <a:pt x="0" y="2"/>
                      <a:pt x="7" y="9"/>
                    </a:cubicBezTo>
                    <a:cubicBezTo>
                      <a:pt x="153" y="197"/>
                      <a:pt x="341" y="343"/>
                      <a:pt x="487" y="531"/>
                    </a:cubicBezTo>
                    <a:cubicBezTo>
                      <a:pt x="633" y="739"/>
                      <a:pt x="758" y="948"/>
                      <a:pt x="863" y="1177"/>
                    </a:cubicBezTo>
                    <a:cubicBezTo>
                      <a:pt x="1050" y="1678"/>
                      <a:pt x="1196" y="2178"/>
                      <a:pt x="1238" y="2721"/>
                    </a:cubicBezTo>
                    <a:cubicBezTo>
                      <a:pt x="1405" y="3785"/>
                      <a:pt x="1301" y="4890"/>
                      <a:pt x="1551" y="5975"/>
                    </a:cubicBezTo>
                    <a:cubicBezTo>
                      <a:pt x="1655" y="6559"/>
                      <a:pt x="1926" y="7101"/>
                      <a:pt x="2323" y="7560"/>
                    </a:cubicBezTo>
                    <a:cubicBezTo>
                      <a:pt x="2330" y="7567"/>
                      <a:pt x="2343" y="7569"/>
                      <a:pt x="2359" y="7569"/>
                    </a:cubicBezTo>
                    <a:cubicBezTo>
                      <a:pt x="2390" y="7569"/>
                      <a:pt x="2427" y="7560"/>
                      <a:pt x="2427" y="7560"/>
                    </a:cubicBezTo>
                    <a:cubicBezTo>
                      <a:pt x="988" y="5787"/>
                      <a:pt x="1905" y="3326"/>
                      <a:pt x="1113" y="1323"/>
                    </a:cubicBezTo>
                    <a:cubicBezTo>
                      <a:pt x="946" y="781"/>
                      <a:pt x="591" y="322"/>
                      <a:pt x="112" y="9"/>
                    </a:cubicBezTo>
                    <a:cubicBezTo>
                      <a:pt x="98" y="9"/>
                      <a:pt x="4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1"/>
              <p:cNvSpPr/>
              <p:nvPr/>
            </p:nvSpPr>
            <p:spPr>
              <a:xfrm>
                <a:off x="854450" y="2752675"/>
                <a:ext cx="32350" cy="160625"/>
              </a:xfrm>
              <a:custGeom>
                <a:rect b="b" l="l" r="r" t="t"/>
                <a:pathLst>
                  <a:path extrusionOk="0" h="6425" w="1294">
                    <a:moveTo>
                      <a:pt x="1" y="1"/>
                    </a:moveTo>
                    <a:cubicBezTo>
                      <a:pt x="22" y="543"/>
                      <a:pt x="84" y="1064"/>
                      <a:pt x="209" y="1586"/>
                    </a:cubicBezTo>
                    <a:cubicBezTo>
                      <a:pt x="293" y="2128"/>
                      <a:pt x="376" y="2670"/>
                      <a:pt x="460" y="3192"/>
                    </a:cubicBezTo>
                    <a:cubicBezTo>
                      <a:pt x="647" y="4256"/>
                      <a:pt x="835" y="5340"/>
                      <a:pt x="1106" y="6383"/>
                    </a:cubicBezTo>
                    <a:cubicBezTo>
                      <a:pt x="1106" y="6407"/>
                      <a:pt x="1163" y="6418"/>
                      <a:pt x="1211" y="6418"/>
                    </a:cubicBezTo>
                    <a:cubicBezTo>
                      <a:pt x="1244" y="6418"/>
                      <a:pt x="1273" y="6413"/>
                      <a:pt x="1273" y="6404"/>
                    </a:cubicBezTo>
                    <a:lnTo>
                      <a:pt x="1294" y="6425"/>
                    </a:lnTo>
                    <a:cubicBezTo>
                      <a:pt x="1106" y="5361"/>
                      <a:pt x="856" y="4297"/>
                      <a:pt x="668" y="3234"/>
                    </a:cubicBezTo>
                    <a:cubicBezTo>
                      <a:pt x="564" y="2712"/>
                      <a:pt x="480" y="2191"/>
                      <a:pt x="397" y="1648"/>
                    </a:cubicBezTo>
                    <a:cubicBezTo>
                      <a:pt x="334" y="1106"/>
                      <a:pt x="251" y="564"/>
                      <a:pt x="126" y="22"/>
                    </a:cubicBezTo>
                    <a:cubicBezTo>
                      <a:pt x="126"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1"/>
              <p:cNvSpPr/>
              <p:nvPr/>
            </p:nvSpPr>
            <p:spPr>
              <a:xfrm>
                <a:off x="937375" y="2835875"/>
                <a:ext cx="24525" cy="155650"/>
              </a:xfrm>
              <a:custGeom>
                <a:rect b="b" l="l" r="r" t="t"/>
                <a:pathLst>
                  <a:path extrusionOk="0" h="6226" w="981">
                    <a:moveTo>
                      <a:pt x="740" y="1"/>
                    </a:moveTo>
                    <a:cubicBezTo>
                      <a:pt x="728" y="1"/>
                      <a:pt x="716" y="3"/>
                      <a:pt x="709" y="10"/>
                    </a:cubicBezTo>
                    <a:cubicBezTo>
                      <a:pt x="0" y="1991"/>
                      <a:pt x="146" y="4265"/>
                      <a:pt x="876" y="6205"/>
                    </a:cubicBezTo>
                    <a:cubicBezTo>
                      <a:pt x="876" y="6215"/>
                      <a:pt x="902" y="6220"/>
                      <a:pt x="928" y="6220"/>
                    </a:cubicBezTo>
                    <a:cubicBezTo>
                      <a:pt x="948" y="6220"/>
                      <a:pt x="967" y="6217"/>
                      <a:pt x="976" y="6211"/>
                    </a:cubicBezTo>
                    <a:lnTo>
                      <a:pt x="976" y="6211"/>
                    </a:lnTo>
                    <a:cubicBezTo>
                      <a:pt x="977" y="6216"/>
                      <a:pt x="979" y="6221"/>
                      <a:pt x="980" y="6225"/>
                    </a:cubicBezTo>
                    <a:lnTo>
                      <a:pt x="980" y="6205"/>
                    </a:lnTo>
                    <a:cubicBezTo>
                      <a:pt x="980" y="6207"/>
                      <a:pt x="979" y="6209"/>
                      <a:pt x="976" y="6211"/>
                    </a:cubicBezTo>
                    <a:lnTo>
                      <a:pt x="976" y="6211"/>
                    </a:lnTo>
                    <a:cubicBezTo>
                      <a:pt x="645" y="5215"/>
                      <a:pt x="480" y="4177"/>
                      <a:pt x="459" y="3138"/>
                    </a:cubicBezTo>
                    <a:cubicBezTo>
                      <a:pt x="438" y="2075"/>
                      <a:pt x="542" y="1032"/>
                      <a:pt x="793" y="10"/>
                    </a:cubicBezTo>
                    <a:cubicBezTo>
                      <a:pt x="793" y="10"/>
                      <a:pt x="765"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1"/>
              <p:cNvSpPr/>
              <p:nvPr/>
            </p:nvSpPr>
            <p:spPr>
              <a:xfrm>
                <a:off x="530650" y="2752025"/>
                <a:ext cx="127250" cy="14225"/>
              </a:xfrm>
              <a:custGeom>
                <a:rect b="b" l="l" r="r" t="t"/>
                <a:pathLst>
                  <a:path extrusionOk="0" h="569" w="5090">
                    <a:moveTo>
                      <a:pt x="2272" y="0"/>
                    </a:moveTo>
                    <a:cubicBezTo>
                      <a:pt x="1917" y="0"/>
                      <a:pt x="1570" y="38"/>
                      <a:pt x="1210" y="89"/>
                    </a:cubicBezTo>
                    <a:cubicBezTo>
                      <a:pt x="1001" y="131"/>
                      <a:pt x="814" y="173"/>
                      <a:pt x="605" y="214"/>
                    </a:cubicBezTo>
                    <a:cubicBezTo>
                      <a:pt x="396" y="256"/>
                      <a:pt x="209" y="319"/>
                      <a:pt x="42" y="444"/>
                    </a:cubicBezTo>
                    <a:cubicBezTo>
                      <a:pt x="0" y="465"/>
                      <a:pt x="125" y="569"/>
                      <a:pt x="146" y="569"/>
                    </a:cubicBezTo>
                    <a:cubicBezTo>
                      <a:pt x="355" y="527"/>
                      <a:pt x="584" y="486"/>
                      <a:pt x="793" y="402"/>
                    </a:cubicBezTo>
                    <a:cubicBezTo>
                      <a:pt x="980" y="360"/>
                      <a:pt x="1168" y="319"/>
                      <a:pt x="1356" y="298"/>
                    </a:cubicBezTo>
                    <a:cubicBezTo>
                      <a:pt x="1773" y="214"/>
                      <a:pt x="2190" y="173"/>
                      <a:pt x="2607" y="173"/>
                    </a:cubicBezTo>
                    <a:cubicBezTo>
                      <a:pt x="3442" y="173"/>
                      <a:pt x="4276" y="298"/>
                      <a:pt x="5069" y="548"/>
                    </a:cubicBezTo>
                    <a:cubicBezTo>
                      <a:pt x="5089" y="548"/>
                      <a:pt x="5027" y="465"/>
                      <a:pt x="5006" y="465"/>
                    </a:cubicBezTo>
                    <a:lnTo>
                      <a:pt x="5006" y="444"/>
                    </a:lnTo>
                    <a:cubicBezTo>
                      <a:pt x="4213" y="152"/>
                      <a:pt x="3358" y="6"/>
                      <a:pt x="2503" y="6"/>
                    </a:cubicBezTo>
                    <a:cubicBezTo>
                      <a:pt x="2425" y="2"/>
                      <a:pt x="2349" y="0"/>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1"/>
              <p:cNvSpPr/>
              <p:nvPr/>
            </p:nvSpPr>
            <p:spPr>
              <a:xfrm>
                <a:off x="535325" y="2810550"/>
                <a:ext cx="221125" cy="41750"/>
              </a:xfrm>
              <a:custGeom>
                <a:rect b="b" l="l" r="r" t="t"/>
                <a:pathLst>
                  <a:path extrusionOk="0" h="1670" w="8845">
                    <a:moveTo>
                      <a:pt x="8830" y="579"/>
                    </a:moveTo>
                    <a:lnTo>
                      <a:pt x="8830" y="579"/>
                    </a:lnTo>
                    <a:cubicBezTo>
                      <a:pt x="8835" y="583"/>
                      <a:pt x="8840" y="585"/>
                      <a:pt x="8845" y="585"/>
                    </a:cubicBezTo>
                    <a:cubicBezTo>
                      <a:pt x="8840" y="583"/>
                      <a:pt x="8835" y="581"/>
                      <a:pt x="8830" y="579"/>
                    </a:cubicBezTo>
                    <a:close/>
                    <a:moveTo>
                      <a:pt x="1" y="1106"/>
                    </a:moveTo>
                    <a:cubicBezTo>
                      <a:pt x="2" y="1106"/>
                      <a:pt x="4" y="1107"/>
                      <a:pt x="5" y="1107"/>
                    </a:cubicBezTo>
                    <a:lnTo>
                      <a:pt x="5" y="1107"/>
                    </a:lnTo>
                    <a:cubicBezTo>
                      <a:pt x="4" y="1107"/>
                      <a:pt x="2" y="1106"/>
                      <a:pt x="1" y="1106"/>
                    </a:cubicBezTo>
                    <a:close/>
                    <a:moveTo>
                      <a:pt x="6926" y="1"/>
                    </a:moveTo>
                    <a:cubicBezTo>
                      <a:pt x="6300" y="1"/>
                      <a:pt x="5820" y="293"/>
                      <a:pt x="5340" y="647"/>
                    </a:cubicBezTo>
                    <a:cubicBezTo>
                      <a:pt x="4882" y="1002"/>
                      <a:pt x="4360" y="1252"/>
                      <a:pt x="3818" y="1419"/>
                    </a:cubicBezTo>
                    <a:cubicBezTo>
                      <a:pt x="3427" y="1500"/>
                      <a:pt x="3028" y="1546"/>
                      <a:pt x="2631" y="1546"/>
                    </a:cubicBezTo>
                    <a:cubicBezTo>
                      <a:pt x="2414" y="1546"/>
                      <a:pt x="2197" y="1532"/>
                      <a:pt x="1982" y="1503"/>
                    </a:cubicBezTo>
                    <a:cubicBezTo>
                      <a:pt x="1316" y="1419"/>
                      <a:pt x="671" y="1211"/>
                      <a:pt x="5" y="1107"/>
                    </a:cubicBezTo>
                    <a:lnTo>
                      <a:pt x="5" y="1107"/>
                    </a:lnTo>
                    <a:cubicBezTo>
                      <a:pt x="29" y="1114"/>
                      <a:pt x="86" y="1170"/>
                      <a:pt x="105" y="1190"/>
                    </a:cubicBezTo>
                    <a:cubicBezTo>
                      <a:pt x="710" y="1377"/>
                      <a:pt x="1315" y="1523"/>
                      <a:pt x="1941" y="1607"/>
                    </a:cubicBezTo>
                    <a:cubicBezTo>
                      <a:pt x="2222" y="1649"/>
                      <a:pt x="2504" y="1669"/>
                      <a:pt x="2788" y="1669"/>
                    </a:cubicBezTo>
                    <a:cubicBezTo>
                      <a:pt x="3072" y="1669"/>
                      <a:pt x="3359" y="1649"/>
                      <a:pt x="3651" y="1607"/>
                    </a:cubicBezTo>
                    <a:cubicBezTo>
                      <a:pt x="4214" y="1523"/>
                      <a:pt x="4736" y="1294"/>
                      <a:pt x="5215" y="960"/>
                    </a:cubicBezTo>
                    <a:cubicBezTo>
                      <a:pt x="5674" y="627"/>
                      <a:pt x="6133" y="251"/>
                      <a:pt x="6696" y="147"/>
                    </a:cubicBezTo>
                    <a:cubicBezTo>
                      <a:pt x="6819" y="126"/>
                      <a:pt x="6942" y="117"/>
                      <a:pt x="7064" y="117"/>
                    </a:cubicBezTo>
                    <a:cubicBezTo>
                      <a:pt x="7680" y="117"/>
                      <a:pt x="8276" y="354"/>
                      <a:pt x="8830" y="579"/>
                    </a:cubicBezTo>
                    <a:lnTo>
                      <a:pt x="8830" y="579"/>
                    </a:lnTo>
                    <a:cubicBezTo>
                      <a:pt x="8814" y="567"/>
                      <a:pt x="8798" y="538"/>
                      <a:pt x="8782" y="522"/>
                    </a:cubicBezTo>
                    <a:cubicBezTo>
                      <a:pt x="8198" y="209"/>
                      <a:pt x="7572" y="43"/>
                      <a:pt x="6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1"/>
              <p:cNvSpPr/>
              <p:nvPr/>
            </p:nvSpPr>
            <p:spPr>
              <a:xfrm>
                <a:off x="624500" y="2878025"/>
                <a:ext cx="226850" cy="58625"/>
              </a:xfrm>
              <a:custGeom>
                <a:rect b="b" l="l" r="r" t="t"/>
                <a:pathLst>
                  <a:path extrusionOk="0" h="2345" w="9074">
                    <a:moveTo>
                      <a:pt x="7100" y="1"/>
                    </a:moveTo>
                    <a:cubicBezTo>
                      <a:pt x="6562" y="1"/>
                      <a:pt x="6023" y="80"/>
                      <a:pt x="5507" y="243"/>
                    </a:cubicBezTo>
                    <a:cubicBezTo>
                      <a:pt x="4923" y="451"/>
                      <a:pt x="4360" y="743"/>
                      <a:pt x="3838" y="1098"/>
                    </a:cubicBezTo>
                    <a:cubicBezTo>
                      <a:pt x="3296" y="1452"/>
                      <a:pt x="2712" y="1744"/>
                      <a:pt x="2107" y="1953"/>
                    </a:cubicBezTo>
                    <a:cubicBezTo>
                      <a:pt x="1753" y="2057"/>
                      <a:pt x="1398" y="2141"/>
                      <a:pt x="1043" y="2203"/>
                    </a:cubicBezTo>
                    <a:cubicBezTo>
                      <a:pt x="689" y="2245"/>
                      <a:pt x="355" y="2287"/>
                      <a:pt x="1" y="2287"/>
                    </a:cubicBezTo>
                    <a:cubicBezTo>
                      <a:pt x="1" y="2287"/>
                      <a:pt x="63" y="2328"/>
                      <a:pt x="84" y="2328"/>
                    </a:cubicBezTo>
                    <a:cubicBezTo>
                      <a:pt x="251" y="2339"/>
                      <a:pt x="418" y="2344"/>
                      <a:pt x="582" y="2344"/>
                    </a:cubicBezTo>
                    <a:cubicBezTo>
                      <a:pt x="746" y="2344"/>
                      <a:pt x="908" y="2339"/>
                      <a:pt x="1064" y="2328"/>
                    </a:cubicBezTo>
                    <a:cubicBezTo>
                      <a:pt x="1377" y="2287"/>
                      <a:pt x="1690" y="2245"/>
                      <a:pt x="1982" y="2162"/>
                    </a:cubicBezTo>
                    <a:cubicBezTo>
                      <a:pt x="2566" y="1995"/>
                      <a:pt x="3129" y="1765"/>
                      <a:pt x="3651" y="1452"/>
                    </a:cubicBezTo>
                    <a:cubicBezTo>
                      <a:pt x="4172" y="1098"/>
                      <a:pt x="4714" y="785"/>
                      <a:pt x="5278" y="514"/>
                    </a:cubicBezTo>
                    <a:cubicBezTo>
                      <a:pt x="5937" y="241"/>
                      <a:pt x="6634" y="104"/>
                      <a:pt x="7335" y="104"/>
                    </a:cubicBezTo>
                    <a:cubicBezTo>
                      <a:pt x="7919" y="104"/>
                      <a:pt x="8505" y="199"/>
                      <a:pt x="9074" y="389"/>
                    </a:cubicBezTo>
                    <a:cubicBezTo>
                      <a:pt x="9032" y="368"/>
                      <a:pt x="8990" y="347"/>
                      <a:pt x="8948" y="326"/>
                    </a:cubicBezTo>
                    <a:lnTo>
                      <a:pt x="8969" y="326"/>
                    </a:lnTo>
                    <a:cubicBezTo>
                      <a:pt x="8371" y="112"/>
                      <a:pt x="7735" y="1"/>
                      <a:pt x="7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1"/>
              <p:cNvSpPr/>
              <p:nvPr/>
            </p:nvSpPr>
            <p:spPr>
              <a:xfrm>
                <a:off x="746525" y="2958550"/>
                <a:ext cx="189300" cy="53375"/>
              </a:xfrm>
              <a:custGeom>
                <a:rect b="b" l="l" r="r" t="t"/>
                <a:pathLst>
                  <a:path extrusionOk="0" h="2135" w="7572">
                    <a:moveTo>
                      <a:pt x="7551" y="255"/>
                    </a:moveTo>
                    <a:cubicBezTo>
                      <a:pt x="7551" y="255"/>
                      <a:pt x="7547" y="257"/>
                      <a:pt x="7541" y="261"/>
                    </a:cubicBezTo>
                    <a:lnTo>
                      <a:pt x="7541" y="261"/>
                    </a:lnTo>
                    <a:cubicBezTo>
                      <a:pt x="7551" y="266"/>
                      <a:pt x="7562" y="270"/>
                      <a:pt x="7572" y="276"/>
                    </a:cubicBezTo>
                    <a:lnTo>
                      <a:pt x="7551" y="255"/>
                    </a:lnTo>
                    <a:close/>
                    <a:moveTo>
                      <a:pt x="6354" y="1"/>
                    </a:moveTo>
                    <a:cubicBezTo>
                      <a:pt x="5838" y="1"/>
                      <a:pt x="5315" y="123"/>
                      <a:pt x="4818" y="296"/>
                    </a:cubicBezTo>
                    <a:cubicBezTo>
                      <a:pt x="3859" y="630"/>
                      <a:pt x="3004" y="1193"/>
                      <a:pt x="2065" y="1610"/>
                    </a:cubicBezTo>
                    <a:cubicBezTo>
                      <a:pt x="1481" y="1882"/>
                      <a:pt x="855" y="2028"/>
                      <a:pt x="209" y="2048"/>
                    </a:cubicBezTo>
                    <a:cubicBezTo>
                      <a:pt x="167" y="2048"/>
                      <a:pt x="125" y="2069"/>
                      <a:pt x="84" y="2090"/>
                    </a:cubicBezTo>
                    <a:cubicBezTo>
                      <a:pt x="84" y="2090"/>
                      <a:pt x="0" y="2132"/>
                      <a:pt x="21" y="2132"/>
                    </a:cubicBezTo>
                    <a:cubicBezTo>
                      <a:pt x="64" y="2134"/>
                      <a:pt x="107" y="2135"/>
                      <a:pt x="149" y="2135"/>
                    </a:cubicBezTo>
                    <a:cubicBezTo>
                      <a:pt x="1028" y="2135"/>
                      <a:pt x="1935" y="1737"/>
                      <a:pt x="2691" y="1339"/>
                    </a:cubicBezTo>
                    <a:cubicBezTo>
                      <a:pt x="3692" y="860"/>
                      <a:pt x="4651" y="234"/>
                      <a:pt x="5757" y="88"/>
                    </a:cubicBezTo>
                    <a:cubicBezTo>
                      <a:pt x="5925" y="58"/>
                      <a:pt x="6094" y="43"/>
                      <a:pt x="6262" y="43"/>
                    </a:cubicBezTo>
                    <a:cubicBezTo>
                      <a:pt x="6681" y="43"/>
                      <a:pt x="7095" y="133"/>
                      <a:pt x="7467" y="296"/>
                    </a:cubicBezTo>
                    <a:cubicBezTo>
                      <a:pt x="7483" y="296"/>
                      <a:pt x="7523" y="272"/>
                      <a:pt x="7541" y="261"/>
                    </a:cubicBezTo>
                    <a:lnTo>
                      <a:pt x="7541" y="261"/>
                    </a:lnTo>
                    <a:cubicBezTo>
                      <a:pt x="7160" y="76"/>
                      <a:pt x="6759" y="1"/>
                      <a:pt x="6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1"/>
              <p:cNvSpPr/>
              <p:nvPr/>
            </p:nvSpPr>
            <p:spPr>
              <a:xfrm>
                <a:off x="298075" y="2487275"/>
                <a:ext cx="123000" cy="71500"/>
              </a:xfrm>
              <a:custGeom>
                <a:rect b="b" l="l" r="r" t="t"/>
                <a:pathLst>
                  <a:path extrusionOk="0" h="2860" w="4920">
                    <a:moveTo>
                      <a:pt x="63" y="0"/>
                    </a:moveTo>
                    <a:cubicBezTo>
                      <a:pt x="1" y="0"/>
                      <a:pt x="147" y="84"/>
                      <a:pt x="167" y="104"/>
                    </a:cubicBezTo>
                    <a:cubicBezTo>
                      <a:pt x="606" y="250"/>
                      <a:pt x="1023" y="355"/>
                      <a:pt x="1440" y="542"/>
                    </a:cubicBezTo>
                    <a:cubicBezTo>
                      <a:pt x="1857" y="709"/>
                      <a:pt x="2253" y="918"/>
                      <a:pt x="2650" y="1147"/>
                    </a:cubicBezTo>
                    <a:cubicBezTo>
                      <a:pt x="3421" y="1606"/>
                      <a:pt x="4151" y="2149"/>
                      <a:pt x="4777" y="2795"/>
                    </a:cubicBezTo>
                    <a:cubicBezTo>
                      <a:pt x="4792" y="2810"/>
                      <a:pt x="4887" y="2860"/>
                      <a:pt x="4911" y="2860"/>
                    </a:cubicBezTo>
                    <a:cubicBezTo>
                      <a:pt x="4919" y="2860"/>
                      <a:pt x="4919" y="2853"/>
                      <a:pt x="4902" y="2837"/>
                    </a:cubicBezTo>
                    <a:cubicBezTo>
                      <a:pt x="4235" y="2149"/>
                      <a:pt x="3484" y="1564"/>
                      <a:pt x="2650" y="1085"/>
                    </a:cubicBezTo>
                    <a:cubicBezTo>
                      <a:pt x="2253" y="834"/>
                      <a:pt x="1815" y="626"/>
                      <a:pt x="1398" y="459"/>
                    </a:cubicBezTo>
                    <a:cubicBezTo>
                      <a:pt x="960" y="250"/>
                      <a:pt x="522" y="104"/>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1"/>
              <p:cNvSpPr/>
              <p:nvPr/>
            </p:nvSpPr>
            <p:spPr>
              <a:xfrm>
                <a:off x="409675" y="2457025"/>
                <a:ext cx="118300" cy="128400"/>
              </a:xfrm>
              <a:custGeom>
                <a:rect b="b" l="l" r="r" t="t"/>
                <a:pathLst>
                  <a:path extrusionOk="0" h="5136" w="4732">
                    <a:moveTo>
                      <a:pt x="63" y="0"/>
                    </a:moveTo>
                    <a:cubicBezTo>
                      <a:pt x="63" y="0"/>
                      <a:pt x="0" y="21"/>
                      <a:pt x="0" y="42"/>
                    </a:cubicBezTo>
                    <a:cubicBezTo>
                      <a:pt x="334" y="501"/>
                      <a:pt x="709" y="939"/>
                      <a:pt x="1126" y="1335"/>
                    </a:cubicBezTo>
                    <a:lnTo>
                      <a:pt x="2274" y="2608"/>
                    </a:lnTo>
                    <a:lnTo>
                      <a:pt x="3400" y="3838"/>
                    </a:lnTo>
                    <a:cubicBezTo>
                      <a:pt x="3796" y="4276"/>
                      <a:pt x="4193" y="4735"/>
                      <a:pt x="4589" y="5131"/>
                    </a:cubicBezTo>
                    <a:cubicBezTo>
                      <a:pt x="4592" y="5134"/>
                      <a:pt x="4597" y="5136"/>
                      <a:pt x="4603" y="5136"/>
                    </a:cubicBezTo>
                    <a:cubicBezTo>
                      <a:pt x="4642" y="5136"/>
                      <a:pt x="4732" y="5087"/>
                      <a:pt x="4714" y="5069"/>
                    </a:cubicBezTo>
                    <a:cubicBezTo>
                      <a:pt x="4359" y="4610"/>
                      <a:pt x="3942" y="4193"/>
                      <a:pt x="3567" y="3776"/>
                    </a:cubicBezTo>
                    <a:lnTo>
                      <a:pt x="2441" y="2524"/>
                    </a:lnTo>
                    <a:lnTo>
                      <a:pt x="1293" y="1273"/>
                    </a:lnTo>
                    <a:cubicBezTo>
                      <a:pt x="918" y="814"/>
                      <a:pt x="501" y="397"/>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1"/>
              <p:cNvSpPr/>
              <p:nvPr/>
            </p:nvSpPr>
            <p:spPr>
              <a:xfrm>
                <a:off x="525950" y="2474750"/>
                <a:ext cx="82925" cy="135075"/>
              </a:xfrm>
              <a:custGeom>
                <a:rect b="b" l="l" r="r" t="t"/>
                <a:pathLst>
                  <a:path extrusionOk="0" h="5403" w="3317">
                    <a:moveTo>
                      <a:pt x="0" y="1"/>
                    </a:moveTo>
                    <a:lnTo>
                      <a:pt x="0" y="1"/>
                    </a:lnTo>
                    <a:cubicBezTo>
                      <a:pt x="21" y="21"/>
                      <a:pt x="42" y="63"/>
                      <a:pt x="84" y="84"/>
                    </a:cubicBezTo>
                    <a:cubicBezTo>
                      <a:pt x="1586" y="1481"/>
                      <a:pt x="2670" y="3296"/>
                      <a:pt x="3213" y="5298"/>
                    </a:cubicBezTo>
                    <a:cubicBezTo>
                      <a:pt x="3213" y="5340"/>
                      <a:pt x="3296" y="5361"/>
                      <a:pt x="3317" y="5403"/>
                    </a:cubicBezTo>
                    <a:lnTo>
                      <a:pt x="3317" y="5382"/>
                    </a:lnTo>
                    <a:cubicBezTo>
                      <a:pt x="2879" y="3692"/>
                      <a:pt x="2024" y="2128"/>
                      <a:pt x="856" y="856"/>
                    </a:cubicBezTo>
                    <a:cubicBezTo>
                      <a:pt x="584" y="543"/>
                      <a:pt x="292" y="2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1"/>
              <p:cNvSpPr/>
              <p:nvPr/>
            </p:nvSpPr>
            <p:spPr>
              <a:xfrm>
                <a:off x="281475" y="2565800"/>
                <a:ext cx="191800" cy="66600"/>
              </a:xfrm>
              <a:custGeom>
                <a:rect b="b" l="l" r="r" t="t"/>
                <a:pathLst>
                  <a:path extrusionOk="0" h="2664" w="7672">
                    <a:moveTo>
                      <a:pt x="6709" y="1"/>
                    </a:moveTo>
                    <a:cubicBezTo>
                      <a:pt x="6095" y="1"/>
                      <a:pt x="5463" y="269"/>
                      <a:pt x="4899" y="509"/>
                    </a:cubicBezTo>
                    <a:cubicBezTo>
                      <a:pt x="3856" y="926"/>
                      <a:pt x="2834" y="1323"/>
                      <a:pt x="1812" y="1761"/>
                    </a:cubicBezTo>
                    <a:lnTo>
                      <a:pt x="39" y="2470"/>
                    </a:lnTo>
                    <a:cubicBezTo>
                      <a:pt x="1" y="2489"/>
                      <a:pt x="153" y="2663"/>
                      <a:pt x="228" y="2663"/>
                    </a:cubicBezTo>
                    <a:cubicBezTo>
                      <a:pt x="235" y="2663"/>
                      <a:pt x="242" y="2661"/>
                      <a:pt x="247" y="2658"/>
                    </a:cubicBezTo>
                    <a:cubicBezTo>
                      <a:pt x="1520" y="2136"/>
                      <a:pt x="2792" y="1615"/>
                      <a:pt x="4044" y="1093"/>
                    </a:cubicBezTo>
                    <a:cubicBezTo>
                      <a:pt x="4648" y="843"/>
                      <a:pt x="5253" y="572"/>
                      <a:pt x="5858" y="363"/>
                    </a:cubicBezTo>
                    <a:cubicBezTo>
                      <a:pt x="6196" y="251"/>
                      <a:pt x="6557" y="161"/>
                      <a:pt x="6912" y="161"/>
                    </a:cubicBezTo>
                    <a:cubicBezTo>
                      <a:pt x="7150" y="161"/>
                      <a:pt x="7385" y="201"/>
                      <a:pt x="7610" y="301"/>
                    </a:cubicBezTo>
                    <a:cubicBezTo>
                      <a:pt x="7619" y="303"/>
                      <a:pt x="7626" y="304"/>
                      <a:pt x="7631" y="304"/>
                    </a:cubicBezTo>
                    <a:cubicBezTo>
                      <a:pt x="7672" y="304"/>
                      <a:pt x="7587" y="236"/>
                      <a:pt x="7569" y="217"/>
                    </a:cubicBezTo>
                    <a:cubicBezTo>
                      <a:pt x="7292" y="62"/>
                      <a:pt x="7002" y="1"/>
                      <a:pt x="6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1"/>
              <p:cNvSpPr/>
              <p:nvPr/>
            </p:nvSpPr>
            <p:spPr>
              <a:xfrm>
                <a:off x="352825" y="2602450"/>
                <a:ext cx="196625" cy="88725"/>
              </a:xfrm>
              <a:custGeom>
                <a:rect b="b" l="l" r="r" t="t"/>
                <a:pathLst>
                  <a:path extrusionOk="0" h="3549" w="7865">
                    <a:moveTo>
                      <a:pt x="7310" y="1"/>
                    </a:moveTo>
                    <a:cubicBezTo>
                      <a:pt x="6457" y="1"/>
                      <a:pt x="5626" y="433"/>
                      <a:pt x="4923" y="879"/>
                    </a:cubicBezTo>
                    <a:cubicBezTo>
                      <a:pt x="3964" y="1484"/>
                      <a:pt x="3129" y="2318"/>
                      <a:pt x="2128" y="2860"/>
                    </a:cubicBezTo>
                    <a:cubicBezTo>
                      <a:pt x="1565" y="3194"/>
                      <a:pt x="918" y="3382"/>
                      <a:pt x="251" y="3382"/>
                    </a:cubicBezTo>
                    <a:cubicBezTo>
                      <a:pt x="209" y="3382"/>
                      <a:pt x="147" y="3444"/>
                      <a:pt x="105" y="3465"/>
                    </a:cubicBezTo>
                    <a:cubicBezTo>
                      <a:pt x="63" y="3507"/>
                      <a:pt x="1" y="3548"/>
                      <a:pt x="22" y="3548"/>
                    </a:cubicBezTo>
                    <a:cubicBezTo>
                      <a:pt x="1085" y="3548"/>
                      <a:pt x="2024" y="3027"/>
                      <a:pt x="2879" y="2422"/>
                    </a:cubicBezTo>
                    <a:cubicBezTo>
                      <a:pt x="3859" y="1755"/>
                      <a:pt x="4715" y="900"/>
                      <a:pt x="5820" y="420"/>
                    </a:cubicBezTo>
                    <a:cubicBezTo>
                      <a:pt x="6339" y="195"/>
                      <a:pt x="6902" y="70"/>
                      <a:pt x="7460" y="70"/>
                    </a:cubicBezTo>
                    <a:cubicBezTo>
                      <a:pt x="7574" y="70"/>
                      <a:pt x="7688" y="75"/>
                      <a:pt x="7801" y="86"/>
                    </a:cubicBezTo>
                    <a:cubicBezTo>
                      <a:pt x="7813" y="86"/>
                      <a:pt x="7832" y="73"/>
                      <a:pt x="7846" y="61"/>
                    </a:cubicBezTo>
                    <a:lnTo>
                      <a:pt x="7846" y="61"/>
                    </a:lnTo>
                    <a:cubicBezTo>
                      <a:pt x="7852" y="62"/>
                      <a:pt x="7858" y="64"/>
                      <a:pt x="7864" y="65"/>
                    </a:cubicBezTo>
                    <a:lnTo>
                      <a:pt x="7864" y="44"/>
                    </a:lnTo>
                    <a:cubicBezTo>
                      <a:pt x="7864" y="44"/>
                      <a:pt x="7856" y="52"/>
                      <a:pt x="7846" y="61"/>
                    </a:cubicBezTo>
                    <a:lnTo>
                      <a:pt x="7846" y="61"/>
                    </a:lnTo>
                    <a:cubicBezTo>
                      <a:pt x="7667" y="20"/>
                      <a:pt x="7488" y="1"/>
                      <a:pt x="7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1"/>
              <p:cNvSpPr/>
              <p:nvPr/>
            </p:nvSpPr>
            <p:spPr>
              <a:xfrm>
                <a:off x="450850" y="2627525"/>
                <a:ext cx="150725" cy="122050"/>
              </a:xfrm>
              <a:custGeom>
                <a:rect b="b" l="l" r="r" t="t"/>
                <a:pathLst>
                  <a:path extrusionOk="0" h="4882" w="6029">
                    <a:moveTo>
                      <a:pt x="6029" y="1"/>
                    </a:moveTo>
                    <a:cubicBezTo>
                      <a:pt x="6027" y="1"/>
                      <a:pt x="6026" y="1"/>
                      <a:pt x="6024" y="2"/>
                    </a:cubicBezTo>
                    <a:lnTo>
                      <a:pt x="6024" y="2"/>
                    </a:lnTo>
                    <a:cubicBezTo>
                      <a:pt x="6026" y="2"/>
                      <a:pt x="6027" y="1"/>
                      <a:pt x="6029" y="1"/>
                    </a:cubicBezTo>
                    <a:close/>
                    <a:moveTo>
                      <a:pt x="6024" y="2"/>
                    </a:moveTo>
                    <a:lnTo>
                      <a:pt x="6024" y="2"/>
                    </a:lnTo>
                    <a:cubicBezTo>
                      <a:pt x="4003" y="504"/>
                      <a:pt x="2440" y="2004"/>
                      <a:pt x="1106" y="3547"/>
                    </a:cubicBezTo>
                    <a:cubicBezTo>
                      <a:pt x="919" y="3755"/>
                      <a:pt x="731" y="3985"/>
                      <a:pt x="543" y="4214"/>
                    </a:cubicBezTo>
                    <a:cubicBezTo>
                      <a:pt x="360" y="4418"/>
                      <a:pt x="176" y="4642"/>
                      <a:pt x="12" y="4867"/>
                    </a:cubicBezTo>
                    <a:lnTo>
                      <a:pt x="12" y="4867"/>
                    </a:lnTo>
                    <a:cubicBezTo>
                      <a:pt x="43" y="4839"/>
                      <a:pt x="134" y="4791"/>
                      <a:pt x="168" y="4756"/>
                    </a:cubicBezTo>
                    <a:cubicBezTo>
                      <a:pt x="481" y="4402"/>
                      <a:pt x="773" y="4026"/>
                      <a:pt x="1086" y="3651"/>
                    </a:cubicBezTo>
                    <a:cubicBezTo>
                      <a:pt x="1398" y="3296"/>
                      <a:pt x="1732" y="2900"/>
                      <a:pt x="2066" y="2566"/>
                    </a:cubicBezTo>
                    <a:cubicBezTo>
                      <a:pt x="2754" y="1836"/>
                      <a:pt x="3526" y="1211"/>
                      <a:pt x="4402" y="710"/>
                    </a:cubicBezTo>
                    <a:cubicBezTo>
                      <a:pt x="4882" y="439"/>
                      <a:pt x="5403" y="230"/>
                      <a:pt x="5925" y="84"/>
                    </a:cubicBezTo>
                    <a:cubicBezTo>
                      <a:pt x="5963" y="84"/>
                      <a:pt x="6002" y="12"/>
                      <a:pt x="6024" y="2"/>
                    </a:cubicBezTo>
                    <a:close/>
                    <a:moveTo>
                      <a:pt x="12" y="4867"/>
                    </a:moveTo>
                    <a:lnTo>
                      <a:pt x="12" y="4867"/>
                    </a:lnTo>
                    <a:cubicBezTo>
                      <a:pt x="5" y="4873"/>
                      <a:pt x="1" y="4878"/>
                      <a:pt x="1" y="4882"/>
                    </a:cubicBezTo>
                    <a:cubicBezTo>
                      <a:pt x="5" y="4877"/>
                      <a:pt x="8" y="4872"/>
                      <a:pt x="12" y="48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1"/>
              <p:cNvSpPr/>
              <p:nvPr/>
            </p:nvSpPr>
            <p:spPr>
              <a:xfrm>
                <a:off x="637025" y="2539925"/>
                <a:ext cx="29800" cy="81375"/>
              </a:xfrm>
              <a:custGeom>
                <a:rect b="b" l="l" r="r" t="t"/>
                <a:pathLst>
                  <a:path extrusionOk="0" h="3255" w="1192">
                    <a:moveTo>
                      <a:pt x="1189" y="3150"/>
                    </a:moveTo>
                    <a:lnTo>
                      <a:pt x="1189" y="3162"/>
                    </a:lnTo>
                    <a:lnTo>
                      <a:pt x="1189" y="3162"/>
                    </a:lnTo>
                    <a:cubicBezTo>
                      <a:pt x="1192" y="3157"/>
                      <a:pt x="1192" y="3153"/>
                      <a:pt x="1189" y="3150"/>
                    </a:cubicBezTo>
                    <a:close/>
                    <a:moveTo>
                      <a:pt x="167" y="1"/>
                    </a:moveTo>
                    <a:cubicBezTo>
                      <a:pt x="167" y="1"/>
                      <a:pt x="0" y="84"/>
                      <a:pt x="0" y="126"/>
                    </a:cubicBezTo>
                    <a:cubicBezTo>
                      <a:pt x="0" y="418"/>
                      <a:pt x="42" y="689"/>
                      <a:pt x="125" y="981"/>
                    </a:cubicBezTo>
                    <a:cubicBezTo>
                      <a:pt x="188" y="1231"/>
                      <a:pt x="271" y="1503"/>
                      <a:pt x="355" y="1753"/>
                    </a:cubicBezTo>
                    <a:cubicBezTo>
                      <a:pt x="522" y="2295"/>
                      <a:pt x="751" y="2796"/>
                      <a:pt x="1064" y="3255"/>
                    </a:cubicBezTo>
                    <a:cubicBezTo>
                      <a:pt x="1064" y="3255"/>
                      <a:pt x="1165" y="3197"/>
                      <a:pt x="1187" y="3166"/>
                    </a:cubicBezTo>
                    <a:lnTo>
                      <a:pt x="1187" y="3166"/>
                    </a:lnTo>
                    <a:cubicBezTo>
                      <a:pt x="1188" y="3167"/>
                      <a:pt x="1188" y="3169"/>
                      <a:pt x="1189" y="3171"/>
                    </a:cubicBezTo>
                    <a:lnTo>
                      <a:pt x="1189" y="3162"/>
                    </a:lnTo>
                    <a:lnTo>
                      <a:pt x="1189" y="3162"/>
                    </a:lnTo>
                    <a:cubicBezTo>
                      <a:pt x="1188" y="3163"/>
                      <a:pt x="1188" y="3164"/>
                      <a:pt x="1187" y="3166"/>
                    </a:cubicBezTo>
                    <a:lnTo>
                      <a:pt x="1187" y="3166"/>
                    </a:lnTo>
                    <a:cubicBezTo>
                      <a:pt x="979" y="2646"/>
                      <a:pt x="730" y="2126"/>
                      <a:pt x="563" y="1607"/>
                    </a:cubicBezTo>
                    <a:cubicBezTo>
                      <a:pt x="480" y="1336"/>
                      <a:pt x="396" y="1085"/>
                      <a:pt x="334" y="814"/>
                    </a:cubicBezTo>
                    <a:cubicBezTo>
                      <a:pt x="271" y="564"/>
                      <a:pt x="250" y="25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37" name="Google Shape;1737;p2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
    <p:spTree>
      <p:nvGrpSpPr>
        <p:cNvPr id="1738" name="Shape 1738"/>
        <p:cNvGrpSpPr/>
        <p:nvPr/>
      </p:nvGrpSpPr>
      <p:grpSpPr>
        <a:xfrm>
          <a:off x="0" y="0"/>
          <a:ext cx="0" cy="0"/>
          <a:chOff x="0" y="0"/>
          <a:chExt cx="0" cy="0"/>
        </a:xfrm>
      </p:grpSpPr>
      <p:sp>
        <p:nvSpPr>
          <p:cNvPr id="1739" name="Google Shape;1739;p22"/>
          <p:cNvSpPr txBox="1"/>
          <p:nvPr>
            <p:ph idx="1" type="subTitle"/>
          </p:nvPr>
        </p:nvSpPr>
        <p:spPr>
          <a:xfrm>
            <a:off x="720000" y="1137500"/>
            <a:ext cx="7704000" cy="826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0" name="Google Shape;1740;p22"/>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2"/>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2"/>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743" name="Google Shape;1743;p22"/>
          <p:cNvGrpSpPr/>
          <p:nvPr/>
        </p:nvGrpSpPr>
        <p:grpSpPr>
          <a:xfrm>
            <a:off x="2936544" y="-329546"/>
            <a:ext cx="2934233" cy="708308"/>
            <a:chOff x="2375925" y="3297600"/>
            <a:chExt cx="735950" cy="177650"/>
          </a:xfrm>
        </p:grpSpPr>
        <p:sp>
          <p:nvSpPr>
            <p:cNvPr id="1744" name="Google Shape;1744;p22"/>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2"/>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2"/>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2"/>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2"/>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2"/>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 name="Google Shape;1750;p22"/>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751" name="Shape 1751"/>
        <p:cNvGrpSpPr/>
        <p:nvPr/>
      </p:nvGrpSpPr>
      <p:grpSpPr>
        <a:xfrm>
          <a:off x="0" y="0"/>
          <a:ext cx="0" cy="0"/>
          <a:chOff x="0" y="0"/>
          <a:chExt cx="0" cy="0"/>
        </a:xfrm>
      </p:grpSpPr>
      <p:sp>
        <p:nvSpPr>
          <p:cNvPr id="1752" name="Google Shape;1752;p23"/>
          <p:cNvSpPr txBox="1"/>
          <p:nvPr>
            <p:ph idx="1" type="subTitle"/>
          </p:nvPr>
        </p:nvSpPr>
        <p:spPr>
          <a:xfrm>
            <a:off x="4723988" y="1570525"/>
            <a:ext cx="1862700" cy="241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753" name="Google Shape;1753;p23"/>
          <p:cNvSpPr txBox="1"/>
          <p:nvPr>
            <p:ph idx="2" type="subTitle"/>
          </p:nvPr>
        </p:nvSpPr>
        <p:spPr>
          <a:xfrm>
            <a:off x="4723913" y="3062813"/>
            <a:ext cx="1862700" cy="241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754" name="Google Shape;1754;p23"/>
          <p:cNvSpPr txBox="1"/>
          <p:nvPr>
            <p:ph idx="3" type="subTitle"/>
          </p:nvPr>
        </p:nvSpPr>
        <p:spPr>
          <a:xfrm>
            <a:off x="4558775" y="1921875"/>
            <a:ext cx="2193000" cy="487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755" name="Google Shape;1755;p23"/>
          <p:cNvSpPr txBox="1"/>
          <p:nvPr>
            <p:ph idx="4" type="subTitle"/>
          </p:nvPr>
        </p:nvSpPr>
        <p:spPr>
          <a:xfrm>
            <a:off x="4558775" y="3414213"/>
            <a:ext cx="2193000" cy="487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756" name="Google Shape;1756;p23"/>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3"/>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3"/>
          <p:cNvSpPr/>
          <p:nvPr/>
        </p:nvSpPr>
        <p:spPr>
          <a:xfrm>
            <a:off x="-14437"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759" name="Google Shape;1759;p23"/>
          <p:cNvGrpSpPr/>
          <p:nvPr/>
        </p:nvGrpSpPr>
        <p:grpSpPr>
          <a:xfrm>
            <a:off x="2936544" y="-329546"/>
            <a:ext cx="2934233" cy="708308"/>
            <a:chOff x="2375925" y="3297600"/>
            <a:chExt cx="735950" cy="177650"/>
          </a:xfrm>
        </p:grpSpPr>
        <p:sp>
          <p:nvSpPr>
            <p:cNvPr id="1760" name="Google Shape;1760;p23"/>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3"/>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3"/>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3"/>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3"/>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3"/>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23"/>
          <p:cNvGrpSpPr/>
          <p:nvPr/>
        </p:nvGrpSpPr>
        <p:grpSpPr>
          <a:xfrm>
            <a:off x="-2091650" y="2423224"/>
            <a:ext cx="3071647" cy="2604520"/>
            <a:chOff x="-875775" y="2423224"/>
            <a:chExt cx="3071647" cy="2604520"/>
          </a:xfrm>
        </p:grpSpPr>
        <p:grpSp>
          <p:nvGrpSpPr>
            <p:cNvPr id="1767" name="Google Shape;1767;p23"/>
            <p:cNvGrpSpPr/>
            <p:nvPr/>
          </p:nvGrpSpPr>
          <p:grpSpPr>
            <a:xfrm>
              <a:off x="-875775" y="2801416"/>
              <a:ext cx="3071647" cy="2226327"/>
              <a:chOff x="0" y="2801416"/>
              <a:chExt cx="3071647" cy="2226327"/>
            </a:xfrm>
          </p:grpSpPr>
          <p:grpSp>
            <p:nvGrpSpPr>
              <p:cNvPr id="1768" name="Google Shape;1768;p23"/>
              <p:cNvGrpSpPr/>
              <p:nvPr/>
            </p:nvGrpSpPr>
            <p:grpSpPr>
              <a:xfrm>
                <a:off x="0" y="2801416"/>
                <a:ext cx="3071647" cy="2226327"/>
                <a:chOff x="6701325" y="2327691"/>
                <a:chExt cx="3071647" cy="2226327"/>
              </a:xfrm>
            </p:grpSpPr>
            <p:sp>
              <p:nvSpPr>
                <p:cNvPr id="1769" name="Google Shape;1769;p23"/>
                <p:cNvSpPr/>
                <p:nvPr/>
              </p:nvSpPr>
              <p:spPr>
                <a:xfrm>
                  <a:off x="6701325" y="4243499"/>
                  <a:ext cx="3071647" cy="310519"/>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3"/>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3"/>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3"/>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3"/>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3"/>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3"/>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3"/>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3"/>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3"/>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3"/>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3"/>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3"/>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3"/>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3"/>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3"/>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3"/>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3"/>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3"/>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3"/>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3"/>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3"/>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3"/>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3"/>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3"/>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3"/>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3"/>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3"/>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3"/>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3"/>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3"/>
                <p:cNvSpPr/>
                <p:nvPr/>
              </p:nvSpPr>
              <p:spPr>
                <a:xfrm>
                  <a:off x="6834175" y="28393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3"/>
                <p:cNvSpPr/>
                <p:nvPr/>
              </p:nvSpPr>
              <p:spPr>
                <a:xfrm>
                  <a:off x="6780375" y="27904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3"/>
                <p:cNvSpPr/>
                <p:nvPr/>
              </p:nvSpPr>
              <p:spPr>
                <a:xfrm>
                  <a:off x="7532125" y="28197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3"/>
                <p:cNvSpPr/>
                <p:nvPr/>
              </p:nvSpPr>
              <p:spPr>
                <a:xfrm>
                  <a:off x="7532125" y="2905275"/>
                  <a:ext cx="2140970" cy="560036"/>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3"/>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3"/>
                <p:cNvSpPr/>
                <p:nvPr/>
              </p:nvSpPr>
              <p:spPr>
                <a:xfrm>
                  <a:off x="6834175" y="2858926"/>
                  <a:ext cx="702146"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5" name="Google Shape;1805;p23"/>
              <p:cNvSpPr/>
              <p:nvPr/>
            </p:nvSpPr>
            <p:spPr>
              <a:xfrm flipH="1">
                <a:off x="2819026" y="3390025"/>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 name="Google Shape;1806;p23"/>
            <p:cNvGrpSpPr/>
            <p:nvPr/>
          </p:nvGrpSpPr>
          <p:grpSpPr>
            <a:xfrm>
              <a:off x="934288" y="2423224"/>
              <a:ext cx="1055511" cy="870920"/>
              <a:chOff x="3580800" y="2978725"/>
              <a:chExt cx="3009725" cy="2483375"/>
            </a:xfrm>
          </p:grpSpPr>
          <p:sp>
            <p:nvSpPr>
              <p:cNvPr id="1807" name="Google Shape;1807;p23"/>
              <p:cNvSpPr/>
              <p:nvPr/>
            </p:nvSpPr>
            <p:spPr>
              <a:xfrm>
                <a:off x="4656475" y="4997800"/>
                <a:ext cx="859100" cy="464300"/>
              </a:xfrm>
              <a:custGeom>
                <a:rect b="b" l="l" r="r" t="t"/>
                <a:pathLst>
                  <a:path extrusionOk="0" h="18572" w="34364">
                    <a:moveTo>
                      <a:pt x="16916" y="0"/>
                    </a:moveTo>
                    <a:lnTo>
                      <a:pt x="16916" y="148"/>
                    </a:lnTo>
                    <a:lnTo>
                      <a:pt x="5472" y="3637"/>
                    </a:lnTo>
                    <a:lnTo>
                      <a:pt x="4318" y="14106"/>
                    </a:lnTo>
                    <a:lnTo>
                      <a:pt x="1" y="15082"/>
                    </a:lnTo>
                    <a:lnTo>
                      <a:pt x="1" y="18572"/>
                    </a:lnTo>
                    <a:lnTo>
                      <a:pt x="34364" y="18572"/>
                    </a:lnTo>
                    <a:lnTo>
                      <a:pt x="34364" y="15082"/>
                    </a:lnTo>
                    <a:lnTo>
                      <a:pt x="30046" y="14106"/>
                    </a:lnTo>
                    <a:lnTo>
                      <a:pt x="28863" y="3637"/>
                    </a:lnTo>
                    <a:lnTo>
                      <a:pt x="17419" y="148"/>
                    </a:lnTo>
                    <a:lnTo>
                      <a:pt x="17419" y="0"/>
                    </a:lnTo>
                    <a:lnTo>
                      <a:pt x="17182" y="59"/>
                    </a:lnTo>
                    <a:lnTo>
                      <a:pt x="16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3"/>
              <p:cNvSpPr/>
              <p:nvPr/>
            </p:nvSpPr>
            <p:spPr>
              <a:xfrm>
                <a:off x="3580800" y="2998700"/>
                <a:ext cx="3005300" cy="2169150"/>
              </a:xfrm>
              <a:custGeom>
                <a:rect b="b" l="l" r="r" t="t"/>
                <a:pathLst>
                  <a:path extrusionOk="0" h="86766" w="120212">
                    <a:moveTo>
                      <a:pt x="3312" y="0"/>
                    </a:moveTo>
                    <a:cubicBezTo>
                      <a:pt x="1479" y="0"/>
                      <a:pt x="0" y="1479"/>
                      <a:pt x="30" y="3283"/>
                    </a:cubicBezTo>
                    <a:lnTo>
                      <a:pt x="30" y="83454"/>
                    </a:lnTo>
                    <a:cubicBezTo>
                      <a:pt x="0" y="85287"/>
                      <a:pt x="1479" y="86736"/>
                      <a:pt x="3312" y="86766"/>
                    </a:cubicBezTo>
                    <a:lnTo>
                      <a:pt x="116929" y="86766"/>
                    </a:lnTo>
                    <a:cubicBezTo>
                      <a:pt x="118733" y="86736"/>
                      <a:pt x="120212" y="85287"/>
                      <a:pt x="120212" y="83454"/>
                    </a:cubicBezTo>
                    <a:lnTo>
                      <a:pt x="120212" y="3283"/>
                    </a:lnTo>
                    <a:cubicBezTo>
                      <a:pt x="120212" y="1479"/>
                      <a:pt x="118733" y="0"/>
                      <a:pt x="11692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3"/>
              <p:cNvSpPr/>
              <p:nvPr/>
            </p:nvSpPr>
            <p:spPr>
              <a:xfrm>
                <a:off x="3633275" y="3031225"/>
                <a:ext cx="2905500" cy="1968800"/>
              </a:xfrm>
              <a:custGeom>
                <a:rect b="b" l="l" r="r" t="t"/>
                <a:pathLst>
                  <a:path extrusionOk="0" h="78752" w="116220">
                    <a:moveTo>
                      <a:pt x="1213" y="1"/>
                    </a:moveTo>
                    <a:cubicBezTo>
                      <a:pt x="622" y="1"/>
                      <a:pt x="1" y="858"/>
                      <a:pt x="1" y="1982"/>
                    </a:cubicBezTo>
                    <a:lnTo>
                      <a:pt x="1" y="78752"/>
                    </a:lnTo>
                    <a:lnTo>
                      <a:pt x="116220" y="78752"/>
                    </a:lnTo>
                    <a:lnTo>
                      <a:pt x="116220" y="1982"/>
                    </a:lnTo>
                    <a:cubicBezTo>
                      <a:pt x="116220" y="858"/>
                      <a:pt x="115569" y="1"/>
                      <a:pt x="115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3"/>
              <p:cNvSpPr/>
              <p:nvPr/>
            </p:nvSpPr>
            <p:spPr>
              <a:xfrm>
                <a:off x="3581525" y="2978725"/>
                <a:ext cx="3009000" cy="2073800"/>
              </a:xfrm>
              <a:custGeom>
                <a:rect b="b" l="l" r="r" t="t"/>
                <a:pathLst>
                  <a:path extrusionOk="0" h="82952" w="120360">
                    <a:moveTo>
                      <a:pt x="116190" y="4200"/>
                    </a:moveTo>
                    <a:lnTo>
                      <a:pt x="116190" y="78752"/>
                    </a:lnTo>
                    <a:lnTo>
                      <a:pt x="4170" y="78752"/>
                    </a:lnTo>
                    <a:lnTo>
                      <a:pt x="4170" y="4200"/>
                    </a:lnTo>
                    <a:close/>
                    <a:moveTo>
                      <a:pt x="3283" y="1"/>
                    </a:moveTo>
                    <a:cubicBezTo>
                      <a:pt x="1450" y="1"/>
                      <a:pt x="1" y="1834"/>
                      <a:pt x="1" y="4082"/>
                    </a:cubicBezTo>
                    <a:lnTo>
                      <a:pt x="1" y="82951"/>
                    </a:lnTo>
                    <a:lnTo>
                      <a:pt x="120360" y="82951"/>
                    </a:lnTo>
                    <a:lnTo>
                      <a:pt x="120360" y="4082"/>
                    </a:lnTo>
                    <a:cubicBezTo>
                      <a:pt x="120360" y="1834"/>
                      <a:pt x="118881" y="30"/>
                      <a:pt x="117077" y="30"/>
                    </a:cubicBezTo>
                    <a:lnTo>
                      <a:pt x="1170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3"/>
              <p:cNvSpPr/>
              <p:nvPr/>
            </p:nvSpPr>
            <p:spPr>
              <a:xfrm>
                <a:off x="3685025" y="3082250"/>
                <a:ext cx="2801275" cy="1871950"/>
              </a:xfrm>
              <a:custGeom>
                <a:rect b="b" l="l" r="r" t="t"/>
                <a:pathLst>
                  <a:path extrusionOk="0" h="74878" w="112051">
                    <a:moveTo>
                      <a:pt x="1" y="0"/>
                    </a:moveTo>
                    <a:lnTo>
                      <a:pt x="1" y="74877"/>
                    </a:lnTo>
                    <a:lnTo>
                      <a:pt x="112050" y="74877"/>
                    </a:lnTo>
                    <a:lnTo>
                      <a:pt x="112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3"/>
              <p:cNvSpPr/>
              <p:nvPr/>
            </p:nvSpPr>
            <p:spPr>
              <a:xfrm>
                <a:off x="3668025" y="3079275"/>
                <a:ext cx="2158075" cy="1877875"/>
              </a:xfrm>
              <a:custGeom>
                <a:rect b="b" l="l" r="r" t="t"/>
                <a:pathLst>
                  <a:path extrusionOk="0" h="75115" w="86323">
                    <a:moveTo>
                      <a:pt x="2987" y="1"/>
                    </a:moveTo>
                    <a:cubicBezTo>
                      <a:pt x="1331" y="1"/>
                      <a:pt x="1" y="1657"/>
                      <a:pt x="1" y="3697"/>
                    </a:cubicBezTo>
                    <a:lnTo>
                      <a:pt x="1" y="75115"/>
                    </a:lnTo>
                    <a:lnTo>
                      <a:pt x="86322" y="75115"/>
                    </a:lnTo>
                    <a:lnTo>
                      <a:pt x="412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23"/>
            <p:cNvGrpSpPr/>
            <p:nvPr/>
          </p:nvGrpSpPr>
          <p:grpSpPr>
            <a:xfrm flipH="1">
              <a:off x="495117" y="2962465"/>
              <a:ext cx="329857" cy="331694"/>
              <a:chOff x="7482936" y="3488783"/>
              <a:chExt cx="450871" cy="483379"/>
            </a:xfrm>
          </p:grpSpPr>
          <p:sp>
            <p:nvSpPr>
              <p:cNvPr id="1814" name="Google Shape;1814;p23"/>
              <p:cNvSpPr/>
              <p:nvPr/>
            </p:nvSpPr>
            <p:spPr>
              <a:xfrm>
                <a:off x="7482936" y="3620184"/>
                <a:ext cx="450871" cy="351978"/>
              </a:xfrm>
              <a:custGeom>
                <a:rect b="b" l="l" r="r" t="t"/>
                <a:pathLst>
                  <a:path extrusionOk="0" h="2826" w="3620">
                    <a:moveTo>
                      <a:pt x="2354" y="0"/>
                    </a:moveTo>
                    <a:cubicBezTo>
                      <a:pt x="2124" y="0"/>
                      <a:pt x="1897" y="66"/>
                      <a:pt x="1691" y="187"/>
                    </a:cubicBezTo>
                    <a:cubicBezTo>
                      <a:pt x="1691" y="187"/>
                      <a:pt x="1383" y="38"/>
                      <a:pt x="1031" y="38"/>
                    </a:cubicBezTo>
                    <a:cubicBezTo>
                      <a:pt x="719" y="38"/>
                      <a:pt x="371" y="155"/>
                      <a:pt x="172" y="596"/>
                    </a:cubicBezTo>
                    <a:cubicBezTo>
                      <a:pt x="1" y="966"/>
                      <a:pt x="14" y="1402"/>
                      <a:pt x="185" y="1771"/>
                    </a:cubicBezTo>
                    <a:cubicBezTo>
                      <a:pt x="344" y="2115"/>
                      <a:pt x="568" y="2419"/>
                      <a:pt x="833" y="2683"/>
                    </a:cubicBezTo>
                    <a:cubicBezTo>
                      <a:pt x="833" y="2683"/>
                      <a:pt x="1189" y="2825"/>
                      <a:pt x="1626" y="2825"/>
                    </a:cubicBezTo>
                    <a:cubicBezTo>
                      <a:pt x="1917" y="2825"/>
                      <a:pt x="2243" y="2762"/>
                      <a:pt x="2523" y="2551"/>
                    </a:cubicBezTo>
                    <a:cubicBezTo>
                      <a:pt x="3619" y="1719"/>
                      <a:pt x="3553" y="913"/>
                      <a:pt x="3131" y="372"/>
                    </a:cubicBezTo>
                    <a:cubicBezTo>
                      <a:pt x="2959" y="147"/>
                      <a:pt x="2708" y="2"/>
                      <a:pt x="2417" y="2"/>
                    </a:cubicBezTo>
                    <a:cubicBezTo>
                      <a:pt x="2396" y="1"/>
                      <a:pt x="2375" y="0"/>
                      <a:pt x="2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3"/>
              <p:cNvSpPr/>
              <p:nvPr/>
            </p:nvSpPr>
            <p:spPr>
              <a:xfrm>
                <a:off x="7505978" y="3620308"/>
                <a:ext cx="427829" cy="351854"/>
              </a:xfrm>
              <a:custGeom>
                <a:rect b="b" l="l" r="r" t="t"/>
                <a:pathLst>
                  <a:path extrusionOk="0" h="2825" w="3435">
                    <a:moveTo>
                      <a:pt x="2232" y="1"/>
                    </a:moveTo>
                    <a:cubicBezTo>
                      <a:pt x="2206" y="14"/>
                      <a:pt x="2166" y="40"/>
                      <a:pt x="2166" y="40"/>
                    </a:cubicBezTo>
                    <a:cubicBezTo>
                      <a:pt x="2166" y="40"/>
                      <a:pt x="2774" y="1044"/>
                      <a:pt x="1942" y="1757"/>
                    </a:cubicBezTo>
                    <a:cubicBezTo>
                      <a:pt x="1678" y="1979"/>
                      <a:pt x="1373" y="2055"/>
                      <a:pt x="1078" y="2055"/>
                    </a:cubicBezTo>
                    <a:cubicBezTo>
                      <a:pt x="634" y="2055"/>
                      <a:pt x="215" y="1882"/>
                      <a:pt x="0" y="1770"/>
                    </a:cubicBezTo>
                    <a:lnTo>
                      <a:pt x="0" y="1770"/>
                    </a:lnTo>
                    <a:cubicBezTo>
                      <a:pt x="159" y="2114"/>
                      <a:pt x="383" y="2418"/>
                      <a:pt x="648" y="2682"/>
                    </a:cubicBezTo>
                    <a:cubicBezTo>
                      <a:pt x="648" y="2682"/>
                      <a:pt x="1004" y="2824"/>
                      <a:pt x="1441" y="2824"/>
                    </a:cubicBezTo>
                    <a:cubicBezTo>
                      <a:pt x="1732" y="2824"/>
                      <a:pt x="2058" y="2761"/>
                      <a:pt x="2338" y="2550"/>
                    </a:cubicBezTo>
                    <a:cubicBezTo>
                      <a:pt x="3434" y="1718"/>
                      <a:pt x="3368" y="912"/>
                      <a:pt x="2946" y="371"/>
                    </a:cubicBezTo>
                    <a:cubicBezTo>
                      <a:pt x="2774" y="146"/>
                      <a:pt x="2523"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3"/>
              <p:cNvSpPr/>
              <p:nvPr/>
            </p:nvSpPr>
            <p:spPr>
              <a:xfrm>
                <a:off x="7570121" y="3488783"/>
                <a:ext cx="123429" cy="167893"/>
              </a:xfrm>
              <a:custGeom>
                <a:rect b="b" l="l" r="r" t="t"/>
                <a:pathLst>
                  <a:path extrusionOk="0" h="1348" w="991">
                    <a:moveTo>
                      <a:pt x="212" y="0"/>
                    </a:moveTo>
                    <a:lnTo>
                      <a:pt x="1" y="119"/>
                    </a:lnTo>
                    <a:cubicBezTo>
                      <a:pt x="344" y="489"/>
                      <a:pt x="634" y="885"/>
                      <a:pt x="859" y="1334"/>
                    </a:cubicBezTo>
                    <a:lnTo>
                      <a:pt x="991" y="1347"/>
                    </a:lnTo>
                    <a:cubicBezTo>
                      <a:pt x="951" y="793"/>
                      <a:pt x="212" y="0"/>
                      <a:pt x="2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7" name="Google Shape;1817;p23"/>
          <p:cNvGrpSpPr/>
          <p:nvPr/>
        </p:nvGrpSpPr>
        <p:grpSpPr>
          <a:xfrm>
            <a:off x="8083638" y="1137488"/>
            <a:ext cx="1178613" cy="886450"/>
            <a:chOff x="-787" y="1042538"/>
            <a:chExt cx="1178613" cy="886450"/>
          </a:xfrm>
        </p:grpSpPr>
        <p:sp>
          <p:nvSpPr>
            <p:cNvPr id="1818" name="Google Shape;1818;p23"/>
            <p:cNvSpPr/>
            <p:nvPr/>
          </p:nvSpPr>
          <p:spPr>
            <a:xfrm>
              <a:off x="-175" y="1151288"/>
              <a:ext cx="1178000" cy="777700"/>
            </a:xfrm>
            <a:custGeom>
              <a:rect b="b" l="l" r="r" t="t"/>
              <a:pathLst>
                <a:path extrusionOk="0" h="31108" w="47120">
                  <a:moveTo>
                    <a:pt x="1" y="0"/>
                  </a:moveTo>
                  <a:lnTo>
                    <a:pt x="1" y="31107"/>
                  </a:lnTo>
                  <a:lnTo>
                    <a:pt x="47119" y="31107"/>
                  </a:lnTo>
                  <a:lnTo>
                    <a:pt x="471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3"/>
            <p:cNvSpPr/>
            <p:nvPr/>
          </p:nvSpPr>
          <p:spPr>
            <a:xfrm>
              <a:off x="-787" y="1042538"/>
              <a:ext cx="1178000" cy="110925"/>
            </a:xfrm>
            <a:custGeom>
              <a:rect b="b" l="l" r="r" t="t"/>
              <a:pathLst>
                <a:path extrusionOk="0" h="4437" w="47120">
                  <a:moveTo>
                    <a:pt x="1" y="0"/>
                  </a:moveTo>
                  <a:lnTo>
                    <a:pt x="1" y="4437"/>
                  </a:lnTo>
                  <a:lnTo>
                    <a:pt x="47119" y="4437"/>
                  </a:lnTo>
                  <a:lnTo>
                    <a:pt x="471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3"/>
            <p:cNvSpPr/>
            <p:nvPr/>
          </p:nvSpPr>
          <p:spPr>
            <a:xfrm>
              <a:off x="413375" y="1081363"/>
              <a:ext cx="349675" cy="36175"/>
            </a:xfrm>
            <a:custGeom>
              <a:rect b="b" l="l" r="r" t="t"/>
              <a:pathLst>
                <a:path extrusionOk="0" h="1447" w="13987">
                  <a:moveTo>
                    <a:pt x="1" y="0"/>
                  </a:moveTo>
                  <a:lnTo>
                    <a:pt x="1" y="1447"/>
                  </a:lnTo>
                  <a:lnTo>
                    <a:pt x="13987" y="1447"/>
                  </a:lnTo>
                  <a:lnTo>
                    <a:pt x="1398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3"/>
            <p:cNvSpPr/>
            <p:nvPr/>
          </p:nvSpPr>
          <p:spPr>
            <a:xfrm>
              <a:off x="99900" y="1251363"/>
              <a:ext cx="129025" cy="123000"/>
            </a:xfrm>
            <a:custGeom>
              <a:rect b="b" l="l" r="r" t="t"/>
              <a:pathLst>
                <a:path extrusionOk="0" h="4920" w="5161">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3"/>
            <p:cNvSpPr/>
            <p:nvPr/>
          </p:nvSpPr>
          <p:spPr>
            <a:xfrm>
              <a:off x="269900" y="1251363"/>
              <a:ext cx="127825" cy="123000"/>
            </a:xfrm>
            <a:custGeom>
              <a:rect b="b" l="l" r="r" t="t"/>
              <a:pathLst>
                <a:path extrusionOk="0" h="4920" w="5113">
                  <a:moveTo>
                    <a:pt x="1" y="0"/>
                  </a:moveTo>
                  <a:lnTo>
                    <a:pt x="1" y="4919"/>
                  </a:lnTo>
                  <a:lnTo>
                    <a:pt x="5113" y="4919"/>
                  </a:lnTo>
                  <a:lnTo>
                    <a:pt x="5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3"/>
            <p:cNvSpPr/>
            <p:nvPr/>
          </p:nvSpPr>
          <p:spPr>
            <a:xfrm>
              <a:off x="438700" y="1251363"/>
              <a:ext cx="129025" cy="123000"/>
            </a:xfrm>
            <a:custGeom>
              <a:rect b="b" l="l" r="r" t="t"/>
              <a:pathLst>
                <a:path extrusionOk="0" h="4920" w="5161">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3"/>
            <p:cNvSpPr/>
            <p:nvPr/>
          </p:nvSpPr>
          <p:spPr>
            <a:xfrm>
              <a:off x="60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3"/>
            <p:cNvSpPr/>
            <p:nvPr/>
          </p:nvSpPr>
          <p:spPr>
            <a:xfrm>
              <a:off x="77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3"/>
            <p:cNvSpPr/>
            <p:nvPr/>
          </p:nvSpPr>
          <p:spPr>
            <a:xfrm>
              <a:off x="99900" y="1403263"/>
              <a:ext cx="129025" cy="123025"/>
            </a:xfrm>
            <a:custGeom>
              <a:rect b="b" l="l" r="r" t="t"/>
              <a:pathLst>
                <a:path extrusionOk="0" h="4921" w="5161">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3"/>
            <p:cNvSpPr/>
            <p:nvPr/>
          </p:nvSpPr>
          <p:spPr>
            <a:xfrm>
              <a:off x="269900" y="1403263"/>
              <a:ext cx="127825" cy="123025"/>
            </a:xfrm>
            <a:custGeom>
              <a:rect b="b" l="l" r="r" t="t"/>
              <a:pathLst>
                <a:path extrusionOk="0" h="4921" w="5113">
                  <a:moveTo>
                    <a:pt x="1" y="1"/>
                  </a:moveTo>
                  <a:lnTo>
                    <a:pt x="1" y="4920"/>
                  </a:lnTo>
                  <a:lnTo>
                    <a:pt x="5113" y="4920"/>
                  </a:lnTo>
                  <a:lnTo>
                    <a:pt x="51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3"/>
            <p:cNvSpPr/>
            <p:nvPr/>
          </p:nvSpPr>
          <p:spPr>
            <a:xfrm>
              <a:off x="438700" y="1403263"/>
              <a:ext cx="129025" cy="123025"/>
            </a:xfrm>
            <a:custGeom>
              <a:rect b="b" l="l" r="r" t="t"/>
              <a:pathLst>
                <a:path extrusionOk="0" h="4921" w="5161">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3"/>
            <p:cNvSpPr/>
            <p:nvPr/>
          </p:nvSpPr>
          <p:spPr>
            <a:xfrm>
              <a:off x="60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3"/>
            <p:cNvSpPr/>
            <p:nvPr/>
          </p:nvSpPr>
          <p:spPr>
            <a:xfrm>
              <a:off x="77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3"/>
            <p:cNvSpPr/>
            <p:nvPr/>
          </p:nvSpPr>
          <p:spPr>
            <a:xfrm>
              <a:off x="99900" y="1555188"/>
              <a:ext cx="129025" cy="121800"/>
            </a:xfrm>
            <a:custGeom>
              <a:rect b="b" l="l" r="r" t="t"/>
              <a:pathLst>
                <a:path extrusionOk="0" h="4872" w="5161">
                  <a:moveTo>
                    <a:pt x="1" y="1"/>
                  </a:moveTo>
                  <a:lnTo>
                    <a:pt x="1" y="4872"/>
                  </a:lnTo>
                  <a:lnTo>
                    <a:pt x="5161" y="4872"/>
                  </a:lnTo>
                  <a:lnTo>
                    <a:pt x="51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3"/>
            <p:cNvSpPr/>
            <p:nvPr/>
          </p:nvSpPr>
          <p:spPr>
            <a:xfrm>
              <a:off x="269900" y="1555188"/>
              <a:ext cx="127825" cy="121800"/>
            </a:xfrm>
            <a:custGeom>
              <a:rect b="b" l="l" r="r" t="t"/>
              <a:pathLst>
                <a:path extrusionOk="0" h="4872" w="5113">
                  <a:moveTo>
                    <a:pt x="1" y="1"/>
                  </a:moveTo>
                  <a:lnTo>
                    <a:pt x="1" y="4872"/>
                  </a:lnTo>
                  <a:lnTo>
                    <a:pt x="5113" y="4872"/>
                  </a:lnTo>
                  <a:lnTo>
                    <a:pt x="51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3"/>
            <p:cNvSpPr/>
            <p:nvPr/>
          </p:nvSpPr>
          <p:spPr>
            <a:xfrm>
              <a:off x="438700" y="1555188"/>
              <a:ext cx="129025" cy="121800"/>
            </a:xfrm>
            <a:custGeom>
              <a:rect b="b" l="l" r="r" t="t"/>
              <a:pathLst>
                <a:path extrusionOk="0" h="4872" w="5161">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3"/>
            <p:cNvSpPr/>
            <p:nvPr/>
          </p:nvSpPr>
          <p:spPr>
            <a:xfrm>
              <a:off x="60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3"/>
            <p:cNvSpPr/>
            <p:nvPr/>
          </p:nvSpPr>
          <p:spPr>
            <a:xfrm>
              <a:off x="77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3"/>
            <p:cNvSpPr/>
            <p:nvPr/>
          </p:nvSpPr>
          <p:spPr>
            <a:xfrm>
              <a:off x="99900" y="1707113"/>
              <a:ext cx="129025" cy="121800"/>
            </a:xfrm>
            <a:custGeom>
              <a:rect b="b" l="l" r="r" t="t"/>
              <a:pathLst>
                <a:path extrusionOk="0" h="4872" w="5161">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3"/>
            <p:cNvSpPr/>
            <p:nvPr/>
          </p:nvSpPr>
          <p:spPr>
            <a:xfrm>
              <a:off x="269900" y="1707113"/>
              <a:ext cx="127825" cy="121800"/>
            </a:xfrm>
            <a:custGeom>
              <a:rect b="b" l="l" r="r" t="t"/>
              <a:pathLst>
                <a:path extrusionOk="0" h="4872" w="5113">
                  <a:moveTo>
                    <a:pt x="1" y="0"/>
                  </a:moveTo>
                  <a:lnTo>
                    <a:pt x="1" y="4871"/>
                  </a:lnTo>
                  <a:lnTo>
                    <a:pt x="5113" y="4871"/>
                  </a:lnTo>
                  <a:lnTo>
                    <a:pt x="5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3"/>
            <p:cNvSpPr/>
            <p:nvPr/>
          </p:nvSpPr>
          <p:spPr>
            <a:xfrm>
              <a:off x="438700" y="1707113"/>
              <a:ext cx="129025" cy="121800"/>
            </a:xfrm>
            <a:custGeom>
              <a:rect b="b" l="l" r="r" t="t"/>
              <a:pathLst>
                <a:path extrusionOk="0" h="4872" w="5161">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3"/>
            <p:cNvSpPr/>
            <p:nvPr/>
          </p:nvSpPr>
          <p:spPr>
            <a:xfrm>
              <a:off x="60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3"/>
            <p:cNvSpPr/>
            <p:nvPr/>
          </p:nvSpPr>
          <p:spPr>
            <a:xfrm>
              <a:off x="77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3"/>
            <p:cNvSpPr/>
            <p:nvPr/>
          </p:nvSpPr>
          <p:spPr>
            <a:xfrm>
              <a:off x="823325" y="1293563"/>
              <a:ext cx="39800" cy="38600"/>
            </a:xfrm>
            <a:custGeom>
              <a:rect b="b" l="l" r="r" t="t"/>
              <a:pathLst>
                <a:path extrusionOk="0" h="1544" w="1592">
                  <a:moveTo>
                    <a:pt x="772" y="0"/>
                  </a:moveTo>
                  <a:cubicBezTo>
                    <a:pt x="386" y="0"/>
                    <a:pt x="0" y="338"/>
                    <a:pt x="0" y="772"/>
                  </a:cubicBezTo>
                  <a:cubicBezTo>
                    <a:pt x="0" y="1206"/>
                    <a:pt x="386" y="1543"/>
                    <a:pt x="772" y="1543"/>
                  </a:cubicBezTo>
                  <a:cubicBezTo>
                    <a:pt x="1206" y="1543"/>
                    <a:pt x="1592" y="1206"/>
                    <a:pt x="1592" y="772"/>
                  </a:cubicBezTo>
                  <a:cubicBezTo>
                    <a:pt x="1592" y="338"/>
                    <a:pt x="1206" y="0"/>
                    <a:pt x="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3"/>
            <p:cNvSpPr/>
            <p:nvPr/>
          </p:nvSpPr>
          <p:spPr>
            <a:xfrm>
              <a:off x="817300" y="1445463"/>
              <a:ext cx="45825" cy="38800"/>
            </a:xfrm>
            <a:custGeom>
              <a:rect b="b" l="l" r="r" t="t"/>
              <a:pathLst>
                <a:path extrusionOk="0" h="1552" w="1833">
                  <a:moveTo>
                    <a:pt x="1061" y="1"/>
                  </a:moveTo>
                  <a:cubicBezTo>
                    <a:pt x="338" y="1"/>
                    <a:pt x="0" y="821"/>
                    <a:pt x="482" y="1303"/>
                  </a:cubicBezTo>
                  <a:cubicBezTo>
                    <a:pt x="655" y="1476"/>
                    <a:pt x="859" y="1551"/>
                    <a:pt x="1055" y="1551"/>
                  </a:cubicBezTo>
                  <a:cubicBezTo>
                    <a:pt x="1460" y="1551"/>
                    <a:pt x="1833" y="1228"/>
                    <a:pt x="1833" y="773"/>
                  </a:cubicBezTo>
                  <a:cubicBezTo>
                    <a:pt x="1833" y="338"/>
                    <a:pt x="1495"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3"/>
            <p:cNvSpPr/>
            <p:nvPr/>
          </p:nvSpPr>
          <p:spPr>
            <a:xfrm>
              <a:off x="817300" y="1597388"/>
              <a:ext cx="45825" cy="38800"/>
            </a:xfrm>
            <a:custGeom>
              <a:rect b="b" l="l" r="r" t="t"/>
              <a:pathLst>
                <a:path extrusionOk="0" h="1552" w="1833">
                  <a:moveTo>
                    <a:pt x="1061" y="1"/>
                  </a:moveTo>
                  <a:cubicBezTo>
                    <a:pt x="338" y="1"/>
                    <a:pt x="0" y="820"/>
                    <a:pt x="482" y="1303"/>
                  </a:cubicBezTo>
                  <a:cubicBezTo>
                    <a:pt x="639" y="1476"/>
                    <a:pt x="838" y="1551"/>
                    <a:pt x="1033" y="1551"/>
                  </a:cubicBezTo>
                  <a:cubicBezTo>
                    <a:pt x="1438" y="1551"/>
                    <a:pt x="1833" y="1227"/>
                    <a:pt x="1833" y="772"/>
                  </a:cubicBezTo>
                  <a:cubicBezTo>
                    <a:pt x="1833" y="338"/>
                    <a:pt x="1495"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3"/>
            <p:cNvSpPr/>
            <p:nvPr/>
          </p:nvSpPr>
          <p:spPr>
            <a:xfrm>
              <a:off x="817300" y="1749213"/>
              <a:ext cx="45825" cy="38875"/>
            </a:xfrm>
            <a:custGeom>
              <a:rect b="b" l="l" r="r" t="t"/>
              <a:pathLst>
                <a:path extrusionOk="0" h="1555" w="1833">
                  <a:moveTo>
                    <a:pt x="1134" y="0"/>
                  </a:moveTo>
                  <a:cubicBezTo>
                    <a:pt x="1110" y="0"/>
                    <a:pt x="1086" y="2"/>
                    <a:pt x="1061" y="4"/>
                  </a:cubicBezTo>
                  <a:cubicBezTo>
                    <a:pt x="338" y="4"/>
                    <a:pt x="0" y="824"/>
                    <a:pt x="482" y="1306"/>
                  </a:cubicBezTo>
                  <a:cubicBezTo>
                    <a:pt x="655" y="1479"/>
                    <a:pt x="859" y="1555"/>
                    <a:pt x="1055" y="1555"/>
                  </a:cubicBezTo>
                  <a:cubicBezTo>
                    <a:pt x="1460" y="1555"/>
                    <a:pt x="1833" y="1231"/>
                    <a:pt x="1833" y="776"/>
                  </a:cubicBezTo>
                  <a:cubicBezTo>
                    <a:pt x="1833" y="367"/>
                    <a:pt x="1533" y="0"/>
                    <a:pt x="11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3"/>
            <p:cNvSpPr/>
            <p:nvPr/>
          </p:nvSpPr>
          <p:spPr>
            <a:xfrm>
              <a:off x="94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3"/>
            <p:cNvSpPr/>
            <p:nvPr/>
          </p:nvSpPr>
          <p:spPr>
            <a:xfrm>
              <a:off x="94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3"/>
            <p:cNvSpPr/>
            <p:nvPr/>
          </p:nvSpPr>
          <p:spPr>
            <a:xfrm>
              <a:off x="94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3"/>
            <p:cNvSpPr/>
            <p:nvPr/>
          </p:nvSpPr>
          <p:spPr>
            <a:xfrm>
              <a:off x="94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3"/>
            <p:cNvSpPr/>
            <p:nvPr/>
          </p:nvSpPr>
          <p:spPr>
            <a:xfrm>
              <a:off x="993325" y="1293563"/>
              <a:ext cx="39800" cy="38600"/>
            </a:xfrm>
            <a:custGeom>
              <a:rect b="b" l="l" r="r" t="t"/>
              <a:pathLst>
                <a:path extrusionOk="0" h="1544" w="1592">
                  <a:moveTo>
                    <a:pt x="772" y="0"/>
                  </a:moveTo>
                  <a:cubicBezTo>
                    <a:pt x="338" y="0"/>
                    <a:pt x="0" y="338"/>
                    <a:pt x="0" y="772"/>
                  </a:cubicBezTo>
                  <a:cubicBezTo>
                    <a:pt x="0" y="1206"/>
                    <a:pt x="338" y="1543"/>
                    <a:pt x="772" y="1543"/>
                  </a:cubicBezTo>
                  <a:cubicBezTo>
                    <a:pt x="1206" y="1543"/>
                    <a:pt x="1592" y="1206"/>
                    <a:pt x="1592" y="772"/>
                  </a:cubicBezTo>
                  <a:cubicBezTo>
                    <a:pt x="1592" y="338"/>
                    <a:pt x="1206" y="0"/>
                    <a:pt x="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3"/>
            <p:cNvSpPr/>
            <p:nvPr/>
          </p:nvSpPr>
          <p:spPr>
            <a:xfrm>
              <a:off x="987300" y="1445463"/>
              <a:ext cx="45825" cy="38800"/>
            </a:xfrm>
            <a:custGeom>
              <a:rect b="b" l="l" r="r" t="t"/>
              <a:pathLst>
                <a:path extrusionOk="0" h="1552" w="1833">
                  <a:moveTo>
                    <a:pt x="1013" y="1"/>
                  </a:moveTo>
                  <a:cubicBezTo>
                    <a:pt x="338" y="1"/>
                    <a:pt x="0" y="821"/>
                    <a:pt x="482" y="1303"/>
                  </a:cubicBezTo>
                  <a:cubicBezTo>
                    <a:pt x="640" y="1476"/>
                    <a:pt x="838" y="1551"/>
                    <a:pt x="1033" y="1551"/>
                  </a:cubicBezTo>
                  <a:cubicBezTo>
                    <a:pt x="1438" y="1551"/>
                    <a:pt x="1833" y="1228"/>
                    <a:pt x="1833" y="773"/>
                  </a:cubicBezTo>
                  <a:cubicBezTo>
                    <a:pt x="1833" y="338"/>
                    <a:pt x="14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3"/>
            <p:cNvSpPr/>
            <p:nvPr/>
          </p:nvSpPr>
          <p:spPr>
            <a:xfrm>
              <a:off x="987300" y="1597388"/>
              <a:ext cx="45825" cy="38800"/>
            </a:xfrm>
            <a:custGeom>
              <a:rect b="b" l="l" r="r" t="t"/>
              <a:pathLst>
                <a:path extrusionOk="0" h="1552" w="1833">
                  <a:moveTo>
                    <a:pt x="1013" y="1"/>
                  </a:moveTo>
                  <a:cubicBezTo>
                    <a:pt x="338" y="1"/>
                    <a:pt x="0" y="820"/>
                    <a:pt x="482" y="1303"/>
                  </a:cubicBezTo>
                  <a:cubicBezTo>
                    <a:pt x="640" y="1476"/>
                    <a:pt x="838" y="1551"/>
                    <a:pt x="1033" y="1551"/>
                  </a:cubicBezTo>
                  <a:cubicBezTo>
                    <a:pt x="1438" y="1551"/>
                    <a:pt x="1833" y="1227"/>
                    <a:pt x="1833" y="772"/>
                  </a:cubicBezTo>
                  <a:cubicBezTo>
                    <a:pt x="1833" y="338"/>
                    <a:pt x="14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3"/>
            <p:cNvSpPr/>
            <p:nvPr/>
          </p:nvSpPr>
          <p:spPr>
            <a:xfrm>
              <a:off x="987300" y="1749213"/>
              <a:ext cx="45825" cy="38875"/>
            </a:xfrm>
            <a:custGeom>
              <a:rect b="b" l="l" r="r" t="t"/>
              <a:pathLst>
                <a:path extrusionOk="0" h="1555" w="1833">
                  <a:moveTo>
                    <a:pt x="1087" y="0"/>
                  </a:moveTo>
                  <a:cubicBezTo>
                    <a:pt x="1062" y="0"/>
                    <a:pt x="1038" y="2"/>
                    <a:pt x="1013" y="4"/>
                  </a:cubicBezTo>
                  <a:cubicBezTo>
                    <a:pt x="338" y="4"/>
                    <a:pt x="0" y="824"/>
                    <a:pt x="482" y="1306"/>
                  </a:cubicBezTo>
                  <a:cubicBezTo>
                    <a:pt x="640" y="1479"/>
                    <a:pt x="838" y="1555"/>
                    <a:pt x="1033" y="1555"/>
                  </a:cubicBezTo>
                  <a:cubicBezTo>
                    <a:pt x="1438" y="1555"/>
                    <a:pt x="1833" y="1231"/>
                    <a:pt x="1833" y="776"/>
                  </a:cubicBezTo>
                  <a:cubicBezTo>
                    <a:pt x="1833" y="367"/>
                    <a:pt x="1490" y="0"/>
                    <a:pt x="10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3"/>
            <p:cNvSpPr/>
            <p:nvPr/>
          </p:nvSpPr>
          <p:spPr>
            <a:xfrm>
              <a:off x="647275" y="1293563"/>
              <a:ext cx="45850" cy="38775"/>
            </a:xfrm>
            <a:custGeom>
              <a:rect b="b" l="l" r="r" t="t"/>
              <a:pathLst>
                <a:path extrusionOk="0" h="1551" w="1834">
                  <a:moveTo>
                    <a:pt x="1062" y="0"/>
                  </a:moveTo>
                  <a:cubicBezTo>
                    <a:pt x="339" y="0"/>
                    <a:pt x="1" y="820"/>
                    <a:pt x="483" y="1302"/>
                  </a:cubicBezTo>
                  <a:cubicBezTo>
                    <a:pt x="640" y="1475"/>
                    <a:pt x="838" y="1551"/>
                    <a:pt x="1034" y="1551"/>
                  </a:cubicBezTo>
                  <a:cubicBezTo>
                    <a:pt x="1439" y="1551"/>
                    <a:pt x="1834" y="1227"/>
                    <a:pt x="1834" y="772"/>
                  </a:cubicBezTo>
                  <a:cubicBezTo>
                    <a:pt x="1834"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3"/>
            <p:cNvSpPr/>
            <p:nvPr/>
          </p:nvSpPr>
          <p:spPr>
            <a:xfrm>
              <a:off x="647275" y="1445463"/>
              <a:ext cx="45850" cy="38800"/>
            </a:xfrm>
            <a:custGeom>
              <a:rect b="b" l="l" r="r" t="t"/>
              <a:pathLst>
                <a:path extrusionOk="0" h="1552" w="1834">
                  <a:moveTo>
                    <a:pt x="1062" y="1"/>
                  </a:moveTo>
                  <a:cubicBezTo>
                    <a:pt x="339" y="1"/>
                    <a:pt x="1" y="821"/>
                    <a:pt x="483" y="1303"/>
                  </a:cubicBezTo>
                  <a:cubicBezTo>
                    <a:pt x="640" y="1476"/>
                    <a:pt x="838" y="1551"/>
                    <a:pt x="1034" y="1551"/>
                  </a:cubicBezTo>
                  <a:cubicBezTo>
                    <a:pt x="1439" y="1551"/>
                    <a:pt x="1834" y="1228"/>
                    <a:pt x="1834" y="773"/>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3"/>
            <p:cNvSpPr/>
            <p:nvPr/>
          </p:nvSpPr>
          <p:spPr>
            <a:xfrm>
              <a:off x="647275" y="1597388"/>
              <a:ext cx="45850" cy="38800"/>
            </a:xfrm>
            <a:custGeom>
              <a:rect b="b" l="l" r="r" t="t"/>
              <a:pathLst>
                <a:path extrusionOk="0" h="1552" w="1834">
                  <a:moveTo>
                    <a:pt x="1062" y="1"/>
                  </a:moveTo>
                  <a:cubicBezTo>
                    <a:pt x="339" y="1"/>
                    <a:pt x="1" y="820"/>
                    <a:pt x="483" y="1303"/>
                  </a:cubicBezTo>
                  <a:cubicBezTo>
                    <a:pt x="640" y="1476"/>
                    <a:pt x="838" y="1551"/>
                    <a:pt x="1034" y="1551"/>
                  </a:cubicBezTo>
                  <a:cubicBezTo>
                    <a:pt x="1439" y="1551"/>
                    <a:pt x="1834" y="1227"/>
                    <a:pt x="1834" y="772"/>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3"/>
            <p:cNvSpPr/>
            <p:nvPr/>
          </p:nvSpPr>
          <p:spPr>
            <a:xfrm>
              <a:off x="647275" y="1749213"/>
              <a:ext cx="45850" cy="38875"/>
            </a:xfrm>
            <a:custGeom>
              <a:rect b="b" l="l" r="r" t="t"/>
              <a:pathLst>
                <a:path extrusionOk="0" h="1555" w="1834">
                  <a:moveTo>
                    <a:pt x="1135" y="0"/>
                  </a:moveTo>
                  <a:cubicBezTo>
                    <a:pt x="1111" y="0"/>
                    <a:pt x="1087" y="2"/>
                    <a:pt x="1062" y="4"/>
                  </a:cubicBezTo>
                  <a:cubicBezTo>
                    <a:pt x="339" y="4"/>
                    <a:pt x="1" y="824"/>
                    <a:pt x="483" y="1306"/>
                  </a:cubicBezTo>
                  <a:cubicBezTo>
                    <a:pt x="640" y="1479"/>
                    <a:pt x="838" y="1555"/>
                    <a:pt x="1034" y="1555"/>
                  </a:cubicBezTo>
                  <a:cubicBezTo>
                    <a:pt x="1439" y="1555"/>
                    <a:pt x="1834" y="1231"/>
                    <a:pt x="1834" y="776"/>
                  </a:cubicBezTo>
                  <a:cubicBezTo>
                    <a:pt x="1834"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3"/>
            <p:cNvSpPr/>
            <p:nvPr/>
          </p:nvSpPr>
          <p:spPr>
            <a:xfrm>
              <a:off x="477275" y="1293563"/>
              <a:ext cx="45850" cy="38775"/>
            </a:xfrm>
            <a:custGeom>
              <a:rect b="b" l="l" r="r" t="t"/>
              <a:pathLst>
                <a:path extrusionOk="0" h="1551" w="1834">
                  <a:moveTo>
                    <a:pt x="1062" y="0"/>
                  </a:moveTo>
                  <a:cubicBezTo>
                    <a:pt x="338" y="0"/>
                    <a:pt x="1" y="820"/>
                    <a:pt x="483" y="1302"/>
                  </a:cubicBezTo>
                  <a:cubicBezTo>
                    <a:pt x="640" y="1475"/>
                    <a:pt x="838" y="1551"/>
                    <a:pt x="1034" y="1551"/>
                  </a:cubicBezTo>
                  <a:cubicBezTo>
                    <a:pt x="1439" y="1551"/>
                    <a:pt x="1834" y="1227"/>
                    <a:pt x="1834" y="772"/>
                  </a:cubicBezTo>
                  <a:cubicBezTo>
                    <a:pt x="1834"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3"/>
            <p:cNvSpPr/>
            <p:nvPr/>
          </p:nvSpPr>
          <p:spPr>
            <a:xfrm>
              <a:off x="477275" y="1445463"/>
              <a:ext cx="45850" cy="38800"/>
            </a:xfrm>
            <a:custGeom>
              <a:rect b="b" l="l" r="r" t="t"/>
              <a:pathLst>
                <a:path extrusionOk="0" h="1552" w="1834">
                  <a:moveTo>
                    <a:pt x="1062" y="1"/>
                  </a:moveTo>
                  <a:cubicBezTo>
                    <a:pt x="338" y="1"/>
                    <a:pt x="1" y="821"/>
                    <a:pt x="483" y="1303"/>
                  </a:cubicBezTo>
                  <a:cubicBezTo>
                    <a:pt x="656" y="1476"/>
                    <a:pt x="860" y="1551"/>
                    <a:pt x="1055" y="1551"/>
                  </a:cubicBezTo>
                  <a:cubicBezTo>
                    <a:pt x="1461" y="1551"/>
                    <a:pt x="1834" y="1228"/>
                    <a:pt x="1834" y="773"/>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3"/>
            <p:cNvSpPr/>
            <p:nvPr/>
          </p:nvSpPr>
          <p:spPr>
            <a:xfrm>
              <a:off x="477275" y="1597388"/>
              <a:ext cx="45850" cy="38800"/>
            </a:xfrm>
            <a:custGeom>
              <a:rect b="b" l="l" r="r" t="t"/>
              <a:pathLst>
                <a:path extrusionOk="0" h="1552" w="1834">
                  <a:moveTo>
                    <a:pt x="1062" y="1"/>
                  </a:moveTo>
                  <a:cubicBezTo>
                    <a:pt x="338" y="1"/>
                    <a:pt x="1" y="820"/>
                    <a:pt x="483" y="1303"/>
                  </a:cubicBezTo>
                  <a:cubicBezTo>
                    <a:pt x="640" y="1476"/>
                    <a:pt x="838" y="1551"/>
                    <a:pt x="1034" y="1551"/>
                  </a:cubicBezTo>
                  <a:cubicBezTo>
                    <a:pt x="1439" y="1551"/>
                    <a:pt x="1834" y="1227"/>
                    <a:pt x="1834" y="772"/>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3"/>
            <p:cNvSpPr/>
            <p:nvPr/>
          </p:nvSpPr>
          <p:spPr>
            <a:xfrm>
              <a:off x="477275" y="1749213"/>
              <a:ext cx="45850" cy="38875"/>
            </a:xfrm>
            <a:custGeom>
              <a:rect b="b" l="l" r="r" t="t"/>
              <a:pathLst>
                <a:path extrusionOk="0" h="1555" w="1834">
                  <a:moveTo>
                    <a:pt x="1135" y="0"/>
                  </a:moveTo>
                  <a:cubicBezTo>
                    <a:pt x="1111" y="0"/>
                    <a:pt x="1087" y="2"/>
                    <a:pt x="1062" y="4"/>
                  </a:cubicBezTo>
                  <a:cubicBezTo>
                    <a:pt x="338" y="4"/>
                    <a:pt x="1" y="824"/>
                    <a:pt x="483" y="1306"/>
                  </a:cubicBezTo>
                  <a:cubicBezTo>
                    <a:pt x="656" y="1479"/>
                    <a:pt x="860" y="1555"/>
                    <a:pt x="1055" y="1555"/>
                  </a:cubicBezTo>
                  <a:cubicBezTo>
                    <a:pt x="1461" y="1555"/>
                    <a:pt x="1834" y="1231"/>
                    <a:pt x="1834" y="776"/>
                  </a:cubicBezTo>
                  <a:cubicBezTo>
                    <a:pt x="1834"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3"/>
            <p:cNvSpPr/>
            <p:nvPr/>
          </p:nvSpPr>
          <p:spPr>
            <a:xfrm>
              <a:off x="307275" y="1293563"/>
              <a:ext cx="45850" cy="38775"/>
            </a:xfrm>
            <a:custGeom>
              <a:rect b="b" l="l" r="r" t="t"/>
              <a:pathLst>
                <a:path extrusionOk="0" h="1551" w="1834">
                  <a:moveTo>
                    <a:pt x="1062" y="0"/>
                  </a:moveTo>
                  <a:cubicBezTo>
                    <a:pt x="338" y="0"/>
                    <a:pt x="1" y="820"/>
                    <a:pt x="483" y="1302"/>
                  </a:cubicBezTo>
                  <a:cubicBezTo>
                    <a:pt x="656" y="1475"/>
                    <a:pt x="859" y="1551"/>
                    <a:pt x="1055" y="1551"/>
                  </a:cubicBezTo>
                  <a:cubicBezTo>
                    <a:pt x="1461" y="1551"/>
                    <a:pt x="1833" y="1227"/>
                    <a:pt x="1833" y="772"/>
                  </a:cubicBezTo>
                  <a:cubicBezTo>
                    <a:pt x="1833"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3"/>
            <p:cNvSpPr/>
            <p:nvPr/>
          </p:nvSpPr>
          <p:spPr>
            <a:xfrm>
              <a:off x="307275" y="1445463"/>
              <a:ext cx="45850" cy="38800"/>
            </a:xfrm>
            <a:custGeom>
              <a:rect b="b" l="l" r="r" t="t"/>
              <a:pathLst>
                <a:path extrusionOk="0" h="1552" w="1834">
                  <a:moveTo>
                    <a:pt x="1062" y="1"/>
                  </a:moveTo>
                  <a:cubicBezTo>
                    <a:pt x="338" y="1"/>
                    <a:pt x="1" y="821"/>
                    <a:pt x="483" y="1303"/>
                  </a:cubicBezTo>
                  <a:cubicBezTo>
                    <a:pt x="656" y="1476"/>
                    <a:pt x="859" y="1551"/>
                    <a:pt x="1055" y="1551"/>
                  </a:cubicBezTo>
                  <a:cubicBezTo>
                    <a:pt x="1461" y="1551"/>
                    <a:pt x="1833" y="1228"/>
                    <a:pt x="1833" y="773"/>
                  </a:cubicBezTo>
                  <a:cubicBezTo>
                    <a:pt x="1833"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3"/>
            <p:cNvSpPr/>
            <p:nvPr/>
          </p:nvSpPr>
          <p:spPr>
            <a:xfrm>
              <a:off x="307275" y="1597388"/>
              <a:ext cx="45850" cy="38800"/>
            </a:xfrm>
            <a:custGeom>
              <a:rect b="b" l="l" r="r" t="t"/>
              <a:pathLst>
                <a:path extrusionOk="0" h="1552" w="1834">
                  <a:moveTo>
                    <a:pt x="1062" y="1"/>
                  </a:moveTo>
                  <a:cubicBezTo>
                    <a:pt x="338" y="1"/>
                    <a:pt x="1" y="820"/>
                    <a:pt x="483" y="1303"/>
                  </a:cubicBezTo>
                  <a:cubicBezTo>
                    <a:pt x="656" y="1476"/>
                    <a:pt x="859" y="1551"/>
                    <a:pt x="1055" y="1551"/>
                  </a:cubicBezTo>
                  <a:cubicBezTo>
                    <a:pt x="1461" y="1551"/>
                    <a:pt x="1833" y="1227"/>
                    <a:pt x="1833" y="772"/>
                  </a:cubicBezTo>
                  <a:cubicBezTo>
                    <a:pt x="1833" y="338"/>
                    <a:pt x="1496"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3"/>
            <p:cNvSpPr/>
            <p:nvPr/>
          </p:nvSpPr>
          <p:spPr>
            <a:xfrm>
              <a:off x="307275" y="1749213"/>
              <a:ext cx="45850" cy="38875"/>
            </a:xfrm>
            <a:custGeom>
              <a:rect b="b" l="l" r="r" t="t"/>
              <a:pathLst>
                <a:path extrusionOk="0" h="1555" w="1834">
                  <a:moveTo>
                    <a:pt x="1135" y="0"/>
                  </a:moveTo>
                  <a:cubicBezTo>
                    <a:pt x="1111" y="0"/>
                    <a:pt x="1087" y="2"/>
                    <a:pt x="1062" y="4"/>
                  </a:cubicBezTo>
                  <a:cubicBezTo>
                    <a:pt x="338" y="4"/>
                    <a:pt x="1" y="824"/>
                    <a:pt x="483" y="1306"/>
                  </a:cubicBezTo>
                  <a:cubicBezTo>
                    <a:pt x="656" y="1479"/>
                    <a:pt x="859" y="1555"/>
                    <a:pt x="1055" y="1555"/>
                  </a:cubicBezTo>
                  <a:cubicBezTo>
                    <a:pt x="1461" y="1555"/>
                    <a:pt x="1833" y="1231"/>
                    <a:pt x="1833" y="776"/>
                  </a:cubicBezTo>
                  <a:cubicBezTo>
                    <a:pt x="1833"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3"/>
            <p:cNvSpPr/>
            <p:nvPr/>
          </p:nvSpPr>
          <p:spPr>
            <a:xfrm>
              <a:off x="137275" y="1293563"/>
              <a:ext cx="45850" cy="38775"/>
            </a:xfrm>
            <a:custGeom>
              <a:rect b="b" l="l" r="r" t="t"/>
              <a:pathLst>
                <a:path extrusionOk="0" h="1551" w="1834">
                  <a:moveTo>
                    <a:pt x="1062" y="0"/>
                  </a:moveTo>
                  <a:cubicBezTo>
                    <a:pt x="387" y="0"/>
                    <a:pt x="1" y="820"/>
                    <a:pt x="531" y="1302"/>
                  </a:cubicBezTo>
                  <a:cubicBezTo>
                    <a:pt x="688" y="1475"/>
                    <a:pt x="881" y="1551"/>
                    <a:pt x="1070" y="1551"/>
                  </a:cubicBezTo>
                  <a:cubicBezTo>
                    <a:pt x="1461" y="1551"/>
                    <a:pt x="1833" y="1227"/>
                    <a:pt x="1833" y="772"/>
                  </a:cubicBezTo>
                  <a:cubicBezTo>
                    <a:pt x="1833"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3"/>
            <p:cNvSpPr/>
            <p:nvPr/>
          </p:nvSpPr>
          <p:spPr>
            <a:xfrm>
              <a:off x="137275" y="1445463"/>
              <a:ext cx="45850" cy="38800"/>
            </a:xfrm>
            <a:custGeom>
              <a:rect b="b" l="l" r="r" t="t"/>
              <a:pathLst>
                <a:path extrusionOk="0" h="1552" w="1834">
                  <a:moveTo>
                    <a:pt x="1062" y="1"/>
                  </a:moveTo>
                  <a:cubicBezTo>
                    <a:pt x="338" y="1"/>
                    <a:pt x="1" y="821"/>
                    <a:pt x="531" y="1303"/>
                  </a:cubicBezTo>
                  <a:cubicBezTo>
                    <a:pt x="688" y="1476"/>
                    <a:pt x="881" y="1551"/>
                    <a:pt x="1070" y="1551"/>
                  </a:cubicBezTo>
                  <a:cubicBezTo>
                    <a:pt x="1461" y="1551"/>
                    <a:pt x="1833" y="1228"/>
                    <a:pt x="1833" y="773"/>
                  </a:cubicBezTo>
                  <a:cubicBezTo>
                    <a:pt x="1833"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3"/>
            <p:cNvSpPr/>
            <p:nvPr/>
          </p:nvSpPr>
          <p:spPr>
            <a:xfrm>
              <a:off x="137275" y="1597388"/>
              <a:ext cx="45850" cy="38800"/>
            </a:xfrm>
            <a:custGeom>
              <a:rect b="b" l="l" r="r" t="t"/>
              <a:pathLst>
                <a:path extrusionOk="0" h="1552" w="1834">
                  <a:moveTo>
                    <a:pt x="1062" y="1"/>
                  </a:moveTo>
                  <a:cubicBezTo>
                    <a:pt x="387" y="1"/>
                    <a:pt x="1" y="820"/>
                    <a:pt x="531" y="1303"/>
                  </a:cubicBezTo>
                  <a:cubicBezTo>
                    <a:pt x="688" y="1476"/>
                    <a:pt x="881" y="1551"/>
                    <a:pt x="1070" y="1551"/>
                  </a:cubicBezTo>
                  <a:cubicBezTo>
                    <a:pt x="1461" y="1551"/>
                    <a:pt x="1833" y="1227"/>
                    <a:pt x="1833" y="772"/>
                  </a:cubicBezTo>
                  <a:cubicBezTo>
                    <a:pt x="1833" y="338"/>
                    <a:pt x="1496"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3"/>
            <p:cNvSpPr/>
            <p:nvPr/>
          </p:nvSpPr>
          <p:spPr>
            <a:xfrm>
              <a:off x="137275" y="1749213"/>
              <a:ext cx="45850" cy="38875"/>
            </a:xfrm>
            <a:custGeom>
              <a:rect b="b" l="l" r="r" t="t"/>
              <a:pathLst>
                <a:path extrusionOk="0" h="1555" w="1834">
                  <a:moveTo>
                    <a:pt x="1135" y="0"/>
                  </a:moveTo>
                  <a:cubicBezTo>
                    <a:pt x="1111" y="0"/>
                    <a:pt x="1086" y="2"/>
                    <a:pt x="1062" y="4"/>
                  </a:cubicBezTo>
                  <a:cubicBezTo>
                    <a:pt x="338" y="4"/>
                    <a:pt x="1" y="824"/>
                    <a:pt x="531" y="1306"/>
                  </a:cubicBezTo>
                  <a:cubicBezTo>
                    <a:pt x="688" y="1479"/>
                    <a:pt x="881" y="1555"/>
                    <a:pt x="1070" y="1555"/>
                  </a:cubicBezTo>
                  <a:cubicBezTo>
                    <a:pt x="1461" y="1555"/>
                    <a:pt x="1833" y="1231"/>
                    <a:pt x="1833" y="776"/>
                  </a:cubicBezTo>
                  <a:cubicBezTo>
                    <a:pt x="1833"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3"/>
            <p:cNvSpPr/>
            <p:nvPr/>
          </p:nvSpPr>
          <p:spPr>
            <a:xfrm>
              <a:off x="993325" y="1089788"/>
              <a:ext cx="133850" cy="18125"/>
            </a:xfrm>
            <a:custGeom>
              <a:rect b="b" l="l" r="r" t="t"/>
              <a:pathLst>
                <a:path extrusionOk="0" h="725" w="5354">
                  <a:moveTo>
                    <a:pt x="0" y="1"/>
                  </a:moveTo>
                  <a:lnTo>
                    <a:pt x="0" y="724"/>
                  </a:lnTo>
                  <a:lnTo>
                    <a:pt x="5354" y="724"/>
                  </a:lnTo>
                  <a:lnTo>
                    <a:pt x="53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3"/>
            <p:cNvSpPr/>
            <p:nvPr/>
          </p:nvSpPr>
          <p:spPr>
            <a:xfrm>
              <a:off x="49275" y="1089788"/>
              <a:ext cx="133850" cy="18125"/>
            </a:xfrm>
            <a:custGeom>
              <a:rect b="b" l="l" r="r" t="t"/>
              <a:pathLst>
                <a:path extrusionOk="0" h="725" w="5354">
                  <a:moveTo>
                    <a:pt x="0" y="1"/>
                  </a:moveTo>
                  <a:lnTo>
                    <a:pt x="0" y="724"/>
                  </a:lnTo>
                  <a:lnTo>
                    <a:pt x="5353" y="724"/>
                  </a:lnTo>
                  <a:lnTo>
                    <a:pt x="53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1" name="Google Shape;1871;p2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872" name="Shape 1872"/>
        <p:cNvGrpSpPr/>
        <p:nvPr/>
      </p:nvGrpSpPr>
      <p:grpSpPr>
        <a:xfrm>
          <a:off x="0" y="0"/>
          <a:ext cx="0" cy="0"/>
          <a:chOff x="0" y="0"/>
          <a:chExt cx="0" cy="0"/>
        </a:xfrm>
      </p:grpSpPr>
      <p:sp>
        <p:nvSpPr>
          <p:cNvPr id="1873" name="Google Shape;1873;p24"/>
          <p:cNvSpPr txBox="1"/>
          <p:nvPr>
            <p:ph idx="1" type="subTitle"/>
          </p:nvPr>
        </p:nvSpPr>
        <p:spPr>
          <a:xfrm>
            <a:off x="2020950" y="3377125"/>
            <a:ext cx="1904400" cy="24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874" name="Google Shape;1874;p24"/>
          <p:cNvSpPr txBox="1"/>
          <p:nvPr>
            <p:ph idx="2" type="subTitle"/>
          </p:nvPr>
        </p:nvSpPr>
        <p:spPr>
          <a:xfrm>
            <a:off x="5218650" y="3377125"/>
            <a:ext cx="1904400" cy="24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875" name="Google Shape;1875;p24"/>
          <p:cNvSpPr txBox="1"/>
          <p:nvPr>
            <p:ph idx="3" type="subTitle"/>
          </p:nvPr>
        </p:nvSpPr>
        <p:spPr>
          <a:xfrm>
            <a:off x="1685250" y="3749500"/>
            <a:ext cx="257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876" name="Google Shape;1876;p24"/>
          <p:cNvSpPr txBox="1"/>
          <p:nvPr>
            <p:ph idx="4" type="subTitle"/>
          </p:nvPr>
        </p:nvSpPr>
        <p:spPr>
          <a:xfrm>
            <a:off x="4882950" y="3749500"/>
            <a:ext cx="2575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877" name="Google Shape;1877;p24"/>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4"/>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4"/>
          <p:cNvSpPr/>
          <p:nvPr/>
        </p:nvSpPr>
        <p:spPr>
          <a:xfrm>
            <a:off x="0"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880" name="Google Shape;1880;p24"/>
          <p:cNvGrpSpPr/>
          <p:nvPr/>
        </p:nvGrpSpPr>
        <p:grpSpPr>
          <a:xfrm>
            <a:off x="2936544" y="-329546"/>
            <a:ext cx="2934233" cy="708308"/>
            <a:chOff x="2375925" y="3297600"/>
            <a:chExt cx="735950" cy="177650"/>
          </a:xfrm>
        </p:grpSpPr>
        <p:sp>
          <p:nvSpPr>
            <p:cNvPr id="1881" name="Google Shape;1881;p24"/>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4"/>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4"/>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4"/>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4"/>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4"/>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24"/>
          <p:cNvGrpSpPr/>
          <p:nvPr/>
        </p:nvGrpSpPr>
        <p:grpSpPr>
          <a:xfrm>
            <a:off x="8711573" y="1286525"/>
            <a:ext cx="1312334" cy="3322151"/>
            <a:chOff x="-221497" y="1179358"/>
            <a:chExt cx="1179732" cy="2866889"/>
          </a:xfrm>
        </p:grpSpPr>
        <p:grpSp>
          <p:nvGrpSpPr>
            <p:cNvPr id="1888" name="Google Shape;1888;p24"/>
            <p:cNvGrpSpPr/>
            <p:nvPr/>
          </p:nvGrpSpPr>
          <p:grpSpPr>
            <a:xfrm>
              <a:off x="-221497" y="1179358"/>
              <a:ext cx="1179732" cy="2866889"/>
              <a:chOff x="-221497" y="1179358"/>
              <a:chExt cx="1179732" cy="2866889"/>
            </a:xfrm>
          </p:grpSpPr>
          <p:grpSp>
            <p:nvGrpSpPr>
              <p:cNvPr id="1889" name="Google Shape;1889;p24"/>
              <p:cNvGrpSpPr/>
              <p:nvPr/>
            </p:nvGrpSpPr>
            <p:grpSpPr>
              <a:xfrm>
                <a:off x="-221497" y="1179358"/>
                <a:ext cx="1179732" cy="2866889"/>
                <a:chOff x="-221497" y="1179358"/>
                <a:chExt cx="1179732" cy="2866889"/>
              </a:xfrm>
            </p:grpSpPr>
            <p:sp>
              <p:nvSpPr>
                <p:cNvPr id="1890" name="Google Shape;1890;p24"/>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4"/>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4"/>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4"/>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4"/>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4"/>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4"/>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4"/>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8" name="Google Shape;1898;p24"/>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24"/>
            <p:cNvGrpSpPr/>
            <p:nvPr/>
          </p:nvGrpSpPr>
          <p:grpSpPr>
            <a:xfrm>
              <a:off x="-93016" y="3230957"/>
              <a:ext cx="501676" cy="471172"/>
              <a:chOff x="-93016" y="3230957"/>
              <a:chExt cx="501676" cy="471172"/>
            </a:xfrm>
          </p:grpSpPr>
          <p:sp>
            <p:nvSpPr>
              <p:cNvPr id="1900" name="Google Shape;1900;p24"/>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4"/>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4"/>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4"/>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 name="Google Shape;1904;p24"/>
            <p:cNvGrpSpPr/>
            <p:nvPr/>
          </p:nvGrpSpPr>
          <p:grpSpPr>
            <a:xfrm>
              <a:off x="-84300" y="2373940"/>
              <a:ext cx="506786" cy="503866"/>
              <a:chOff x="-84300" y="1516940"/>
              <a:chExt cx="506786" cy="503866"/>
            </a:xfrm>
          </p:grpSpPr>
          <p:sp>
            <p:nvSpPr>
              <p:cNvPr id="1905" name="Google Shape;1905;p24"/>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4"/>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4"/>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4"/>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9" name="Google Shape;1909;p24"/>
              <p:cNvGrpSpPr/>
              <p:nvPr/>
            </p:nvGrpSpPr>
            <p:grpSpPr>
              <a:xfrm>
                <a:off x="-84300" y="1516940"/>
                <a:ext cx="130702" cy="503866"/>
                <a:chOff x="-84300" y="1516940"/>
                <a:chExt cx="130702" cy="503866"/>
              </a:xfrm>
            </p:grpSpPr>
            <p:sp>
              <p:nvSpPr>
                <p:cNvPr id="1910" name="Google Shape;1910;p24"/>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4"/>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2" name="Google Shape;1912;p24"/>
            <p:cNvGrpSpPr/>
            <p:nvPr/>
          </p:nvGrpSpPr>
          <p:grpSpPr>
            <a:xfrm>
              <a:off x="-93016" y="1549632"/>
              <a:ext cx="501676" cy="471172"/>
              <a:chOff x="-93016" y="3230957"/>
              <a:chExt cx="501676" cy="471172"/>
            </a:xfrm>
          </p:grpSpPr>
          <p:sp>
            <p:nvSpPr>
              <p:cNvPr id="1913" name="Google Shape;1913;p24"/>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4"/>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4"/>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4"/>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7" name="Google Shape;1917;p24"/>
          <p:cNvGrpSpPr/>
          <p:nvPr/>
        </p:nvGrpSpPr>
        <p:grpSpPr>
          <a:xfrm>
            <a:off x="200251" y="3826053"/>
            <a:ext cx="1079326" cy="928537"/>
            <a:chOff x="717241" y="3868426"/>
            <a:chExt cx="1024515" cy="881299"/>
          </a:xfrm>
        </p:grpSpPr>
        <p:sp>
          <p:nvSpPr>
            <p:cNvPr id="1918" name="Google Shape;1918;p24"/>
            <p:cNvSpPr/>
            <p:nvPr/>
          </p:nvSpPr>
          <p:spPr>
            <a:xfrm>
              <a:off x="717250" y="4648925"/>
              <a:ext cx="1024500" cy="100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9" name="Google Shape;1919;p24"/>
            <p:cNvGrpSpPr/>
            <p:nvPr/>
          </p:nvGrpSpPr>
          <p:grpSpPr>
            <a:xfrm rot="-120611">
              <a:off x="731136" y="3885658"/>
              <a:ext cx="996726" cy="809720"/>
              <a:chOff x="7760931" y="2997007"/>
              <a:chExt cx="1235411" cy="1003624"/>
            </a:xfrm>
          </p:grpSpPr>
          <p:sp>
            <p:nvSpPr>
              <p:cNvPr id="1920" name="Google Shape;1920;p24"/>
              <p:cNvSpPr/>
              <p:nvPr/>
            </p:nvSpPr>
            <p:spPr>
              <a:xfrm>
                <a:off x="7765913" y="3161537"/>
                <a:ext cx="1230429" cy="839093"/>
              </a:xfrm>
              <a:custGeom>
                <a:rect b="b" l="l" r="r" t="t"/>
                <a:pathLst>
                  <a:path extrusionOk="0" h="6737" w="9879">
                    <a:moveTo>
                      <a:pt x="8703" y="1"/>
                    </a:moveTo>
                    <a:lnTo>
                      <a:pt x="1585" y="106"/>
                    </a:lnTo>
                    <a:cubicBezTo>
                      <a:pt x="1577" y="106"/>
                      <a:pt x="1569" y="106"/>
                      <a:pt x="1560" y="106"/>
                    </a:cubicBezTo>
                    <a:cubicBezTo>
                      <a:pt x="1004" y="106"/>
                      <a:pt x="555" y="550"/>
                      <a:pt x="542" y="1110"/>
                    </a:cubicBezTo>
                    <a:lnTo>
                      <a:pt x="13" y="5178"/>
                    </a:lnTo>
                    <a:cubicBezTo>
                      <a:pt x="0" y="5746"/>
                      <a:pt x="819" y="6512"/>
                      <a:pt x="1400" y="6525"/>
                    </a:cubicBezTo>
                    <a:lnTo>
                      <a:pt x="8664" y="6736"/>
                    </a:lnTo>
                    <a:cubicBezTo>
                      <a:pt x="8672" y="6736"/>
                      <a:pt x="8680" y="6736"/>
                      <a:pt x="8688" y="6736"/>
                    </a:cubicBezTo>
                    <a:cubicBezTo>
                      <a:pt x="9245" y="6736"/>
                      <a:pt x="9707" y="6292"/>
                      <a:pt x="9720" y="5732"/>
                    </a:cubicBezTo>
                    <a:lnTo>
                      <a:pt x="9865" y="1374"/>
                    </a:lnTo>
                    <a:cubicBezTo>
                      <a:pt x="9879" y="806"/>
                      <a:pt x="9271" y="14"/>
                      <a:pt x="8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4"/>
              <p:cNvSpPr/>
              <p:nvPr/>
            </p:nvSpPr>
            <p:spPr>
              <a:xfrm>
                <a:off x="7760931" y="3125418"/>
                <a:ext cx="1184471" cy="825891"/>
              </a:xfrm>
              <a:custGeom>
                <a:rect b="b" l="l" r="r" t="t"/>
                <a:pathLst>
                  <a:path extrusionOk="0" h="6631" w="9510">
                    <a:moveTo>
                      <a:pt x="1191" y="0"/>
                    </a:moveTo>
                    <a:cubicBezTo>
                      <a:pt x="634" y="0"/>
                      <a:pt x="185" y="444"/>
                      <a:pt x="172" y="1004"/>
                    </a:cubicBezTo>
                    <a:lnTo>
                      <a:pt x="14" y="5362"/>
                    </a:lnTo>
                    <a:cubicBezTo>
                      <a:pt x="0" y="5930"/>
                      <a:pt x="449" y="6392"/>
                      <a:pt x="1031" y="6405"/>
                    </a:cubicBezTo>
                    <a:lnTo>
                      <a:pt x="8294" y="6630"/>
                    </a:lnTo>
                    <a:cubicBezTo>
                      <a:pt x="8302" y="6630"/>
                      <a:pt x="8310" y="6630"/>
                      <a:pt x="8319" y="6630"/>
                    </a:cubicBezTo>
                    <a:cubicBezTo>
                      <a:pt x="8875" y="6630"/>
                      <a:pt x="9324" y="6186"/>
                      <a:pt x="9337" y="5626"/>
                    </a:cubicBezTo>
                    <a:lnTo>
                      <a:pt x="9496" y="1268"/>
                    </a:lnTo>
                    <a:cubicBezTo>
                      <a:pt x="9509" y="700"/>
                      <a:pt x="9060" y="225"/>
                      <a:pt x="8479" y="212"/>
                    </a:cubicBezTo>
                    <a:lnTo>
                      <a:pt x="1215" y="0"/>
                    </a:lnTo>
                    <a:cubicBezTo>
                      <a:pt x="1207" y="0"/>
                      <a:pt x="1199"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4"/>
              <p:cNvSpPr/>
              <p:nvPr/>
            </p:nvSpPr>
            <p:spPr>
              <a:xfrm>
                <a:off x="7775753" y="3125418"/>
                <a:ext cx="1169649" cy="516758"/>
              </a:xfrm>
              <a:custGeom>
                <a:rect b="b" l="l" r="r" t="t"/>
                <a:pathLst>
                  <a:path extrusionOk="0" h="4149" w="9391">
                    <a:moveTo>
                      <a:pt x="1090" y="0"/>
                    </a:moveTo>
                    <a:cubicBezTo>
                      <a:pt x="530" y="0"/>
                      <a:pt x="53" y="550"/>
                      <a:pt x="40" y="1255"/>
                    </a:cubicBezTo>
                    <a:lnTo>
                      <a:pt x="14" y="2615"/>
                    </a:lnTo>
                    <a:cubicBezTo>
                      <a:pt x="0" y="3328"/>
                      <a:pt x="436" y="3909"/>
                      <a:pt x="1017" y="3923"/>
                    </a:cubicBezTo>
                    <a:lnTo>
                      <a:pt x="8281" y="4147"/>
                    </a:lnTo>
                    <a:cubicBezTo>
                      <a:pt x="8294" y="4148"/>
                      <a:pt x="8306" y="4148"/>
                      <a:pt x="8319" y="4148"/>
                    </a:cubicBezTo>
                    <a:cubicBezTo>
                      <a:pt x="8870" y="4148"/>
                      <a:pt x="9324" y="3590"/>
                      <a:pt x="9337" y="2893"/>
                    </a:cubicBezTo>
                    <a:lnTo>
                      <a:pt x="9364" y="1532"/>
                    </a:lnTo>
                    <a:cubicBezTo>
                      <a:pt x="9390" y="819"/>
                      <a:pt x="8941" y="238"/>
                      <a:pt x="8373" y="225"/>
                    </a:cubicBezTo>
                    <a:lnTo>
                      <a:pt x="1110" y="0"/>
                    </a:lnTo>
                    <a:cubicBezTo>
                      <a:pt x="1103" y="0"/>
                      <a:pt x="1096" y="0"/>
                      <a:pt x="1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4"/>
              <p:cNvSpPr/>
              <p:nvPr/>
            </p:nvSpPr>
            <p:spPr>
              <a:xfrm>
                <a:off x="8201714" y="2997007"/>
                <a:ext cx="350484" cy="176238"/>
              </a:xfrm>
              <a:custGeom>
                <a:rect b="b" l="l" r="r" t="t"/>
                <a:pathLst>
                  <a:path extrusionOk="0" h="1415" w="2814">
                    <a:moveTo>
                      <a:pt x="1403" y="1"/>
                    </a:moveTo>
                    <a:cubicBezTo>
                      <a:pt x="635" y="1"/>
                      <a:pt x="14" y="617"/>
                      <a:pt x="1" y="1388"/>
                    </a:cubicBezTo>
                    <a:lnTo>
                      <a:pt x="582" y="1414"/>
                    </a:lnTo>
                    <a:cubicBezTo>
                      <a:pt x="569" y="960"/>
                      <a:pt x="939" y="582"/>
                      <a:pt x="1391" y="582"/>
                    </a:cubicBezTo>
                    <a:cubicBezTo>
                      <a:pt x="1398" y="582"/>
                      <a:pt x="1406" y="582"/>
                      <a:pt x="1414" y="582"/>
                    </a:cubicBezTo>
                    <a:cubicBezTo>
                      <a:pt x="1876" y="582"/>
                      <a:pt x="2246" y="965"/>
                      <a:pt x="2246" y="1414"/>
                    </a:cubicBezTo>
                    <a:lnTo>
                      <a:pt x="2814" y="1414"/>
                    </a:lnTo>
                    <a:cubicBezTo>
                      <a:pt x="2814" y="648"/>
                      <a:pt x="2193" y="14"/>
                      <a:pt x="1427" y="1"/>
                    </a:cubicBezTo>
                    <a:cubicBezTo>
                      <a:pt x="1419" y="1"/>
                      <a:pt x="1411" y="1"/>
                      <a:pt x="1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4"/>
              <p:cNvSpPr/>
              <p:nvPr/>
            </p:nvSpPr>
            <p:spPr>
              <a:xfrm>
                <a:off x="8226375" y="3319218"/>
                <a:ext cx="309382" cy="120440"/>
              </a:xfrm>
              <a:custGeom>
                <a:rect b="b" l="l" r="r" t="t"/>
                <a:pathLst>
                  <a:path extrusionOk="0" h="967" w="2484">
                    <a:moveTo>
                      <a:pt x="288" y="1"/>
                    </a:moveTo>
                    <a:cubicBezTo>
                      <a:pt x="136" y="1"/>
                      <a:pt x="14" y="64"/>
                      <a:pt x="14" y="161"/>
                    </a:cubicBezTo>
                    <a:lnTo>
                      <a:pt x="1" y="716"/>
                    </a:lnTo>
                    <a:cubicBezTo>
                      <a:pt x="1" y="821"/>
                      <a:pt x="133" y="901"/>
                      <a:pt x="305" y="901"/>
                    </a:cubicBezTo>
                    <a:lnTo>
                      <a:pt x="2154" y="967"/>
                    </a:lnTo>
                    <a:cubicBezTo>
                      <a:pt x="2325" y="967"/>
                      <a:pt x="2457" y="888"/>
                      <a:pt x="2471" y="795"/>
                    </a:cubicBezTo>
                    <a:lnTo>
                      <a:pt x="2484" y="240"/>
                    </a:lnTo>
                    <a:cubicBezTo>
                      <a:pt x="2484" y="148"/>
                      <a:pt x="2352" y="55"/>
                      <a:pt x="2180" y="55"/>
                    </a:cubicBezTo>
                    <a:lnTo>
                      <a:pt x="331" y="3"/>
                    </a:lnTo>
                    <a:cubicBezTo>
                      <a:pt x="316" y="2"/>
                      <a:pt x="30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4"/>
              <p:cNvSpPr/>
              <p:nvPr/>
            </p:nvSpPr>
            <p:spPr>
              <a:xfrm>
                <a:off x="7936921" y="3122055"/>
                <a:ext cx="90548" cy="635080"/>
              </a:xfrm>
              <a:custGeom>
                <a:rect b="b" l="l" r="r" t="t"/>
                <a:pathLst>
                  <a:path extrusionOk="0" h="5099" w="727">
                    <a:moveTo>
                      <a:pt x="384" y="1"/>
                    </a:moveTo>
                    <a:cubicBezTo>
                      <a:pt x="251" y="1"/>
                      <a:pt x="146" y="107"/>
                      <a:pt x="146" y="239"/>
                    </a:cubicBezTo>
                    <a:lnTo>
                      <a:pt x="14" y="4861"/>
                    </a:lnTo>
                    <a:cubicBezTo>
                      <a:pt x="1" y="4980"/>
                      <a:pt x="106" y="5085"/>
                      <a:pt x="238" y="5099"/>
                    </a:cubicBezTo>
                    <a:lnTo>
                      <a:pt x="357" y="5099"/>
                    </a:lnTo>
                    <a:cubicBezTo>
                      <a:pt x="476" y="5099"/>
                      <a:pt x="582" y="4993"/>
                      <a:pt x="595" y="4861"/>
                    </a:cubicBezTo>
                    <a:lnTo>
                      <a:pt x="714" y="239"/>
                    </a:lnTo>
                    <a:cubicBezTo>
                      <a:pt x="727" y="120"/>
                      <a:pt x="621" y="14"/>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4"/>
              <p:cNvSpPr/>
              <p:nvPr/>
            </p:nvSpPr>
            <p:spPr>
              <a:xfrm>
                <a:off x="8739645" y="3143477"/>
                <a:ext cx="88929" cy="633586"/>
              </a:xfrm>
              <a:custGeom>
                <a:rect b="b" l="l" r="r" t="t"/>
                <a:pathLst>
                  <a:path extrusionOk="0" h="5087" w="714">
                    <a:moveTo>
                      <a:pt x="370" y="1"/>
                    </a:moveTo>
                    <a:cubicBezTo>
                      <a:pt x="238" y="1"/>
                      <a:pt x="132" y="93"/>
                      <a:pt x="132" y="225"/>
                    </a:cubicBezTo>
                    <a:lnTo>
                      <a:pt x="0" y="4847"/>
                    </a:lnTo>
                    <a:cubicBezTo>
                      <a:pt x="0" y="4979"/>
                      <a:pt x="93" y="5085"/>
                      <a:pt x="225" y="5085"/>
                    </a:cubicBezTo>
                    <a:lnTo>
                      <a:pt x="344" y="5085"/>
                    </a:lnTo>
                    <a:cubicBezTo>
                      <a:pt x="351" y="5086"/>
                      <a:pt x="359" y="5086"/>
                      <a:pt x="366" y="5086"/>
                    </a:cubicBezTo>
                    <a:cubicBezTo>
                      <a:pt x="487" y="5086"/>
                      <a:pt x="581" y="4985"/>
                      <a:pt x="581" y="4861"/>
                    </a:cubicBezTo>
                    <a:lnTo>
                      <a:pt x="714" y="238"/>
                    </a:lnTo>
                    <a:cubicBezTo>
                      <a:pt x="714" y="106"/>
                      <a:pt x="621"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4"/>
              <p:cNvSpPr/>
              <p:nvPr/>
            </p:nvSpPr>
            <p:spPr>
              <a:xfrm>
                <a:off x="7920480" y="3608796"/>
                <a:ext cx="123429" cy="39731"/>
              </a:xfrm>
              <a:custGeom>
                <a:rect b="b" l="l" r="r" t="t"/>
                <a:pathLst>
                  <a:path extrusionOk="0" h="319" w="991">
                    <a:moveTo>
                      <a:pt x="141" y="1"/>
                    </a:moveTo>
                    <a:cubicBezTo>
                      <a:pt x="68" y="1"/>
                      <a:pt x="0" y="74"/>
                      <a:pt x="0" y="147"/>
                    </a:cubicBezTo>
                    <a:cubicBezTo>
                      <a:pt x="0" y="227"/>
                      <a:pt x="67" y="306"/>
                      <a:pt x="159" y="306"/>
                    </a:cubicBezTo>
                    <a:lnTo>
                      <a:pt x="833" y="319"/>
                    </a:lnTo>
                    <a:cubicBezTo>
                      <a:pt x="925" y="319"/>
                      <a:pt x="991" y="253"/>
                      <a:pt x="991" y="160"/>
                    </a:cubicBezTo>
                    <a:cubicBezTo>
                      <a:pt x="991" y="81"/>
                      <a:pt x="925" y="15"/>
                      <a:pt x="846" y="15"/>
                    </a:cubicBezTo>
                    <a:lnTo>
                      <a:pt x="159" y="2"/>
                    </a:lnTo>
                    <a:cubicBezTo>
                      <a:pt x="153" y="1"/>
                      <a:pt x="147"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4"/>
              <p:cNvSpPr/>
              <p:nvPr/>
            </p:nvSpPr>
            <p:spPr>
              <a:xfrm>
                <a:off x="8714984" y="3640183"/>
                <a:ext cx="123429" cy="39607"/>
              </a:xfrm>
              <a:custGeom>
                <a:rect b="b" l="l" r="r" t="t"/>
                <a:pathLst>
                  <a:path extrusionOk="0" h="318" w="991">
                    <a:moveTo>
                      <a:pt x="159" y="1"/>
                    </a:moveTo>
                    <a:cubicBezTo>
                      <a:pt x="66" y="1"/>
                      <a:pt x="0" y="67"/>
                      <a:pt x="0" y="146"/>
                    </a:cubicBezTo>
                    <a:cubicBezTo>
                      <a:pt x="0" y="225"/>
                      <a:pt x="66" y="305"/>
                      <a:pt x="146" y="305"/>
                    </a:cubicBezTo>
                    <a:lnTo>
                      <a:pt x="832" y="318"/>
                    </a:lnTo>
                    <a:cubicBezTo>
                      <a:pt x="925" y="318"/>
                      <a:pt x="991" y="252"/>
                      <a:pt x="991" y="173"/>
                    </a:cubicBezTo>
                    <a:cubicBezTo>
                      <a:pt x="991" y="80"/>
                      <a:pt x="925" y="14"/>
                      <a:pt x="845" y="14"/>
                    </a:cubicBezTo>
                    <a:lnTo>
                      <a:pt x="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4"/>
              <p:cNvSpPr/>
              <p:nvPr/>
            </p:nvSpPr>
            <p:spPr>
              <a:xfrm>
                <a:off x="8303720" y="3556236"/>
                <a:ext cx="174495" cy="146720"/>
              </a:xfrm>
              <a:custGeom>
                <a:rect b="b" l="l" r="r" t="t"/>
                <a:pathLst>
                  <a:path extrusionOk="0" h="1178" w="1401">
                    <a:moveTo>
                      <a:pt x="412" y="1"/>
                    </a:moveTo>
                    <a:cubicBezTo>
                      <a:pt x="199" y="1"/>
                      <a:pt x="27" y="168"/>
                      <a:pt x="14" y="371"/>
                    </a:cubicBezTo>
                    <a:lnTo>
                      <a:pt x="1" y="741"/>
                    </a:lnTo>
                    <a:cubicBezTo>
                      <a:pt x="1" y="952"/>
                      <a:pt x="159" y="1137"/>
                      <a:pt x="384" y="1150"/>
                    </a:cubicBezTo>
                    <a:lnTo>
                      <a:pt x="965" y="1177"/>
                    </a:lnTo>
                    <a:cubicBezTo>
                      <a:pt x="972" y="1177"/>
                      <a:pt x="980" y="1177"/>
                      <a:pt x="988" y="1177"/>
                    </a:cubicBezTo>
                    <a:cubicBezTo>
                      <a:pt x="1189" y="1177"/>
                      <a:pt x="1361" y="1010"/>
                      <a:pt x="1374" y="794"/>
                    </a:cubicBezTo>
                    <a:lnTo>
                      <a:pt x="1387" y="424"/>
                    </a:lnTo>
                    <a:cubicBezTo>
                      <a:pt x="1401" y="213"/>
                      <a:pt x="1229" y="28"/>
                      <a:pt x="1004" y="15"/>
                    </a:cubicBezTo>
                    <a:lnTo>
                      <a:pt x="436" y="1"/>
                    </a:lnTo>
                    <a:cubicBezTo>
                      <a:pt x="428" y="1"/>
                      <a:pt x="420" y="1"/>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30" name="Google Shape;1930;p2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1931" name="Shape 1931"/>
        <p:cNvGrpSpPr/>
        <p:nvPr/>
      </p:nvGrpSpPr>
      <p:grpSpPr>
        <a:xfrm>
          <a:off x="0" y="0"/>
          <a:ext cx="0" cy="0"/>
          <a:chOff x="0" y="0"/>
          <a:chExt cx="0" cy="0"/>
        </a:xfrm>
      </p:grpSpPr>
      <p:sp>
        <p:nvSpPr>
          <p:cNvPr id="1932" name="Google Shape;1932;p25"/>
          <p:cNvSpPr txBox="1"/>
          <p:nvPr>
            <p:ph idx="1" type="subTitle"/>
          </p:nvPr>
        </p:nvSpPr>
        <p:spPr>
          <a:xfrm>
            <a:off x="2366775" y="1457775"/>
            <a:ext cx="2474400" cy="241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933" name="Google Shape;1933;p25"/>
          <p:cNvSpPr txBox="1"/>
          <p:nvPr>
            <p:ph idx="2" type="subTitle"/>
          </p:nvPr>
        </p:nvSpPr>
        <p:spPr>
          <a:xfrm>
            <a:off x="2366775" y="3077550"/>
            <a:ext cx="2474400" cy="241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934" name="Google Shape;1934;p25"/>
          <p:cNvSpPr txBox="1"/>
          <p:nvPr>
            <p:ph idx="3" type="subTitle"/>
          </p:nvPr>
        </p:nvSpPr>
        <p:spPr>
          <a:xfrm>
            <a:off x="2366775" y="1830150"/>
            <a:ext cx="26409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935" name="Google Shape;1935;p25"/>
          <p:cNvSpPr txBox="1"/>
          <p:nvPr>
            <p:ph idx="4" type="subTitle"/>
          </p:nvPr>
        </p:nvSpPr>
        <p:spPr>
          <a:xfrm>
            <a:off x="2366775" y="3449925"/>
            <a:ext cx="26409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936" name="Google Shape;1936;p25"/>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5"/>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5"/>
          <p:cNvSpPr/>
          <p:nvPr/>
        </p:nvSpPr>
        <p:spPr>
          <a:xfrm>
            <a:off x="-14437"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939" name="Google Shape;1939;p25"/>
          <p:cNvGrpSpPr/>
          <p:nvPr/>
        </p:nvGrpSpPr>
        <p:grpSpPr>
          <a:xfrm>
            <a:off x="2936544" y="-329546"/>
            <a:ext cx="2934233" cy="708308"/>
            <a:chOff x="2375925" y="3297600"/>
            <a:chExt cx="735950" cy="177650"/>
          </a:xfrm>
        </p:grpSpPr>
        <p:sp>
          <p:nvSpPr>
            <p:cNvPr id="1940" name="Google Shape;1940;p25"/>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5"/>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5"/>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5"/>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5"/>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5"/>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6" name="Google Shape;1946;p25"/>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947" name="Google Shape;1947;p25"/>
          <p:cNvGrpSpPr/>
          <p:nvPr/>
        </p:nvGrpSpPr>
        <p:grpSpPr>
          <a:xfrm>
            <a:off x="8187620" y="1763427"/>
            <a:ext cx="1128650" cy="2856855"/>
            <a:chOff x="-221497" y="1179358"/>
            <a:chExt cx="1179732" cy="2866889"/>
          </a:xfrm>
        </p:grpSpPr>
        <p:grpSp>
          <p:nvGrpSpPr>
            <p:cNvPr id="1948" name="Google Shape;1948;p25"/>
            <p:cNvGrpSpPr/>
            <p:nvPr/>
          </p:nvGrpSpPr>
          <p:grpSpPr>
            <a:xfrm>
              <a:off x="-221497" y="1179358"/>
              <a:ext cx="1179732" cy="2866889"/>
              <a:chOff x="-221497" y="1179358"/>
              <a:chExt cx="1179732" cy="2866889"/>
            </a:xfrm>
          </p:grpSpPr>
          <p:grpSp>
            <p:nvGrpSpPr>
              <p:cNvPr id="1949" name="Google Shape;1949;p25"/>
              <p:cNvGrpSpPr/>
              <p:nvPr/>
            </p:nvGrpSpPr>
            <p:grpSpPr>
              <a:xfrm>
                <a:off x="-221497" y="1179358"/>
                <a:ext cx="1179732" cy="2866889"/>
                <a:chOff x="-221497" y="1179358"/>
                <a:chExt cx="1179732" cy="2866889"/>
              </a:xfrm>
            </p:grpSpPr>
            <p:sp>
              <p:nvSpPr>
                <p:cNvPr id="1950" name="Google Shape;1950;p25"/>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5"/>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5"/>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5"/>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5"/>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5"/>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5"/>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5"/>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8" name="Google Shape;1958;p25"/>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 name="Google Shape;1959;p25"/>
            <p:cNvGrpSpPr/>
            <p:nvPr/>
          </p:nvGrpSpPr>
          <p:grpSpPr>
            <a:xfrm>
              <a:off x="-93016" y="3230957"/>
              <a:ext cx="501676" cy="471172"/>
              <a:chOff x="-93016" y="3230957"/>
              <a:chExt cx="501676" cy="471172"/>
            </a:xfrm>
          </p:grpSpPr>
          <p:sp>
            <p:nvSpPr>
              <p:cNvPr id="1960" name="Google Shape;1960;p25"/>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5"/>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5"/>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5"/>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25"/>
            <p:cNvGrpSpPr/>
            <p:nvPr/>
          </p:nvGrpSpPr>
          <p:grpSpPr>
            <a:xfrm>
              <a:off x="-84300" y="2373940"/>
              <a:ext cx="506786" cy="503866"/>
              <a:chOff x="-84300" y="1516940"/>
              <a:chExt cx="506786" cy="503866"/>
            </a:xfrm>
          </p:grpSpPr>
          <p:sp>
            <p:nvSpPr>
              <p:cNvPr id="1965" name="Google Shape;1965;p25"/>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5"/>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5"/>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5"/>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9" name="Google Shape;1969;p25"/>
              <p:cNvGrpSpPr/>
              <p:nvPr/>
            </p:nvGrpSpPr>
            <p:grpSpPr>
              <a:xfrm>
                <a:off x="-84300" y="1516940"/>
                <a:ext cx="130702" cy="503866"/>
                <a:chOff x="-84300" y="1516940"/>
                <a:chExt cx="130702" cy="503866"/>
              </a:xfrm>
            </p:grpSpPr>
            <p:sp>
              <p:nvSpPr>
                <p:cNvPr id="1970" name="Google Shape;1970;p25"/>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5"/>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2" name="Google Shape;1972;p25"/>
            <p:cNvGrpSpPr/>
            <p:nvPr/>
          </p:nvGrpSpPr>
          <p:grpSpPr>
            <a:xfrm>
              <a:off x="-93016" y="1549632"/>
              <a:ext cx="501676" cy="471172"/>
              <a:chOff x="-93016" y="3230957"/>
              <a:chExt cx="501676" cy="471172"/>
            </a:xfrm>
          </p:grpSpPr>
          <p:sp>
            <p:nvSpPr>
              <p:cNvPr id="1973" name="Google Shape;1973;p25"/>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5"/>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5"/>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5"/>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977" name="Shape 1977"/>
        <p:cNvGrpSpPr/>
        <p:nvPr/>
      </p:nvGrpSpPr>
      <p:grpSpPr>
        <a:xfrm>
          <a:off x="0" y="0"/>
          <a:ext cx="0" cy="0"/>
          <a:chOff x="0" y="0"/>
          <a:chExt cx="0" cy="0"/>
        </a:xfrm>
      </p:grpSpPr>
      <p:sp>
        <p:nvSpPr>
          <p:cNvPr id="1978" name="Google Shape;1978;p26"/>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6"/>
          <p:cNvSpPr txBox="1"/>
          <p:nvPr>
            <p:ph idx="1" type="subTitle"/>
          </p:nvPr>
        </p:nvSpPr>
        <p:spPr>
          <a:xfrm>
            <a:off x="982125" y="2934250"/>
            <a:ext cx="1812300" cy="247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980" name="Google Shape;1980;p26"/>
          <p:cNvSpPr txBox="1"/>
          <p:nvPr>
            <p:ph idx="2" type="subTitle"/>
          </p:nvPr>
        </p:nvSpPr>
        <p:spPr>
          <a:xfrm>
            <a:off x="720075" y="3380678"/>
            <a:ext cx="2336400" cy="61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981" name="Google Shape;1981;p26"/>
          <p:cNvSpPr txBox="1"/>
          <p:nvPr>
            <p:ph idx="3" type="subTitle"/>
          </p:nvPr>
        </p:nvSpPr>
        <p:spPr>
          <a:xfrm>
            <a:off x="3403800" y="3380678"/>
            <a:ext cx="2336400" cy="61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982" name="Google Shape;1982;p26"/>
          <p:cNvSpPr txBox="1"/>
          <p:nvPr>
            <p:ph idx="4" type="subTitle"/>
          </p:nvPr>
        </p:nvSpPr>
        <p:spPr>
          <a:xfrm>
            <a:off x="6087675" y="3380678"/>
            <a:ext cx="2336400" cy="619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1983" name="Google Shape;1983;p26"/>
          <p:cNvSpPr txBox="1"/>
          <p:nvPr>
            <p:ph idx="5" type="subTitle"/>
          </p:nvPr>
        </p:nvSpPr>
        <p:spPr>
          <a:xfrm>
            <a:off x="3665925" y="2934250"/>
            <a:ext cx="1812300" cy="247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984" name="Google Shape;1984;p26"/>
          <p:cNvSpPr txBox="1"/>
          <p:nvPr>
            <p:ph idx="6" type="subTitle"/>
          </p:nvPr>
        </p:nvSpPr>
        <p:spPr>
          <a:xfrm>
            <a:off x="6349725" y="2934250"/>
            <a:ext cx="1812300" cy="247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1985" name="Google Shape;1985;p26"/>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6"/>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1987" name="Google Shape;1987;p26"/>
          <p:cNvGrpSpPr/>
          <p:nvPr/>
        </p:nvGrpSpPr>
        <p:grpSpPr>
          <a:xfrm>
            <a:off x="2936544" y="-329546"/>
            <a:ext cx="2934233" cy="708308"/>
            <a:chOff x="2375925" y="3297600"/>
            <a:chExt cx="735950" cy="177650"/>
          </a:xfrm>
        </p:grpSpPr>
        <p:sp>
          <p:nvSpPr>
            <p:cNvPr id="1988" name="Google Shape;1988;p26"/>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6"/>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6"/>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6"/>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6"/>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6"/>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26"/>
          <p:cNvGrpSpPr/>
          <p:nvPr/>
        </p:nvGrpSpPr>
        <p:grpSpPr>
          <a:xfrm>
            <a:off x="412065" y="4665202"/>
            <a:ext cx="308013" cy="233671"/>
            <a:chOff x="745065" y="4677252"/>
            <a:chExt cx="308013" cy="233671"/>
          </a:xfrm>
        </p:grpSpPr>
        <p:sp>
          <p:nvSpPr>
            <p:cNvPr id="1995" name="Google Shape;1995;p26"/>
            <p:cNvSpPr/>
            <p:nvPr/>
          </p:nvSpPr>
          <p:spPr>
            <a:xfrm>
              <a:off x="830523" y="4844100"/>
              <a:ext cx="222556" cy="65676"/>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6" name="Google Shape;1996;p26"/>
            <p:cNvGrpSpPr/>
            <p:nvPr/>
          </p:nvGrpSpPr>
          <p:grpSpPr>
            <a:xfrm>
              <a:off x="745065" y="4677252"/>
              <a:ext cx="244411" cy="233671"/>
              <a:chOff x="745065" y="4677252"/>
              <a:chExt cx="244411" cy="233671"/>
            </a:xfrm>
          </p:grpSpPr>
          <p:sp>
            <p:nvSpPr>
              <p:cNvPr id="1997" name="Google Shape;1997;p26"/>
              <p:cNvSpPr/>
              <p:nvPr/>
            </p:nvSpPr>
            <p:spPr>
              <a:xfrm>
                <a:off x="745065" y="4677252"/>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6"/>
              <p:cNvSpPr/>
              <p:nvPr/>
            </p:nvSpPr>
            <p:spPr>
              <a:xfrm>
                <a:off x="762128" y="4709611"/>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6"/>
              <p:cNvSpPr/>
              <p:nvPr/>
            </p:nvSpPr>
            <p:spPr>
              <a:xfrm>
                <a:off x="802577" y="4801248"/>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6"/>
              <p:cNvSpPr/>
              <p:nvPr/>
            </p:nvSpPr>
            <p:spPr>
              <a:xfrm>
                <a:off x="835819" y="4687155"/>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6"/>
              <p:cNvSpPr/>
              <p:nvPr/>
            </p:nvSpPr>
            <p:spPr>
              <a:xfrm>
                <a:off x="904070" y="4724861"/>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6"/>
              <p:cNvSpPr/>
              <p:nvPr/>
            </p:nvSpPr>
            <p:spPr>
              <a:xfrm>
                <a:off x="874454" y="4729370"/>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03" name="Google Shape;2003;p26"/>
          <p:cNvGrpSpPr/>
          <p:nvPr/>
        </p:nvGrpSpPr>
        <p:grpSpPr>
          <a:xfrm>
            <a:off x="8218750" y="4074110"/>
            <a:ext cx="741900" cy="704490"/>
            <a:chOff x="8218750" y="4074110"/>
            <a:chExt cx="741900" cy="704490"/>
          </a:xfrm>
        </p:grpSpPr>
        <p:sp>
          <p:nvSpPr>
            <p:cNvPr id="2004" name="Google Shape;2004;p26"/>
            <p:cNvSpPr/>
            <p:nvPr/>
          </p:nvSpPr>
          <p:spPr>
            <a:xfrm>
              <a:off x="8218750" y="4665200"/>
              <a:ext cx="7419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5" name="Google Shape;2005;p26"/>
            <p:cNvGrpSpPr/>
            <p:nvPr/>
          </p:nvGrpSpPr>
          <p:grpSpPr>
            <a:xfrm>
              <a:off x="8352385" y="4074110"/>
              <a:ext cx="474643" cy="655339"/>
              <a:chOff x="2305875" y="238125"/>
              <a:chExt cx="646300" cy="892225"/>
            </a:xfrm>
          </p:grpSpPr>
          <p:sp>
            <p:nvSpPr>
              <p:cNvPr id="2006" name="Google Shape;2006;p26"/>
              <p:cNvSpPr/>
              <p:nvPr/>
            </p:nvSpPr>
            <p:spPr>
              <a:xfrm>
                <a:off x="2896675" y="302025"/>
                <a:ext cx="55500" cy="125400"/>
              </a:xfrm>
              <a:custGeom>
                <a:rect b="b" l="l" r="r" t="t"/>
                <a:pathLst>
                  <a:path extrusionOk="0" h="5016" w="2220">
                    <a:moveTo>
                      <a:pt x="1" y="0"/>
                    </a:moveTo>
                    <a:lnTo>
                      <a:pt x="1" y="5016"/>
                    </a:lnTo>
                    <a:lnTo>
                      <a:pt x="1833" y="5016"/>
                    </a:lnTo>
                    <a:cubicBezTo>
                      <a:pt x="2026" y="5016"/>
                      <a:pt x="2219" y="4871"/>
                      <a:pt x="2219" y="4678"/>
                    </a:cubicBezTo>
                    <a:lnTo>
                      <a:pt x="2219" y="386"/>
                    </a:lnTo>
                    <a:cubicBezTo>
                      <a:pt x="2219" y="145"/>
                      <a:pt x="2074" y="0"/>
                      <a:pt x="1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6"/>
              <p:cNvSpPr/>
              <p:nvPr/>
            </p:nvSpPr>
            <p:spPr>
              <a:xfrm>
                <a:off x="2896675" y="524875"/>
                <a:ext cx="55500" cy="125600"/>
              </a:xfrm>
              <a:custGeom>
                <a:rect b="b" l="l" r="r" t="t"/>
                <a:pathLst>
                  <a:path extrusionOk="0" h="5024" w="2220">
                    <a:moveTo>
                      <a:pt x="1906" y="1"/>
                    </a:moveTo>
                    <a:cubicBezTo>
                      <a:pt x="1883" y="1"/>
                      <a:pt x="1859" y="3"/>
                      <a:pt x="1833" y="8"/>
                    </a:cubicBezTo>
                    <a:lnTo>
                      <a:pt x="1" y="8"/>
                    </a:lnTo>
                    <a:lnTo>
                      <a:pt x="1" y="5024"/>
                    </a:lnTo>
                    <a:lnTo>
                      <a:pt x="1833" y="5024"/>
                    </a:lnTo>
                    <a:cubicBezTo>
                      <a:pt x="2074" y="5024"/>
                      <a:pt x="2219" y="4831"/>
                      <a:pt x="2219" y="4638"/>
                    </a:cubicBezTo>
                    <a:lnTo>
                      <a:pt x="2219" y="346"/>
                    </a:lnTo>
                    <a:cubicBezTo>
                      <a:pt x="2219" y="173"/>
                      <a:pt x="2103" y="1"/>
                      <a:pt x="19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6"/>
              <p:cNvSpPr/>
              <p:nvPr/>
            </p:nvSpPr>
            <p:spPr>
              <a:xfrm>
                <a:off x="2896675" y="446500"/>
                <a:ext cx="55500" cy="125625"/>
              </a:xfrm>
              <a:custGeom>
                <a:rect b="b" l="l" r="r" t="t"/>
                <a:pathLst>
                  <a:path extrusionOk="0" h="5025" w="2220">
                    <a:moveTo>
                      <a:pt x="1906" y="1"/>
                    </a:moveTo>
                    <a:cubicBezTo>
                      <a:pt x="1883" y="1"/>
                      <a:pt x="1859" y="3"/>
                      <a:pt x="1833" y="8"/>
                    </a:cubicBezTo>
                    <a:lnTo>
                      <a:pt x="1" y="8"/>
                    </a:lnTo>
                    <a:lnTo>
                      <a:pt x="1" y="5024"/>
                    </a:lnTo>
                    <a:lnTo>
                      <a:pt x="1833" y="5024"/>
                    </a:lnTo>
                    <a:cubicBezTo>
                      <a:pt x="2074" y="5024"/>
                      <a:pt x="2219" y="4831"/>
                      <a:pt x="2219" y="4638"/>
                    </a:cubicBezTo>
                    <a:lnTo>
                      <a:pt x="2219" y="346"/>
                    </a:lnTo>
                    <a:cubicBezTo>
                      <a:pt x="2219" y="173"/>
                      <a:pt x="2103" y="1"/>
                      <a:pt x="1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6"/>
              <p:cNvSpPr/>
              <p:nvPr/>
            </p:nvSpPr>
            <p:spPr>
              <a:xfrm>
                <a:off x="2896675" y="880750"/>
                <a:ext cx="55500" cy="125425"/>
              </a:xfrm>
              <a:custGeom>
                <a:rect b="b" l="l" r="r" t="t"/>
                <a:pathLst>
                  <a:path extrusionOk="0" h="5017" w="2220">
                    <a:moveTo>
                      <a:pt x="1" y="0"/>
                    </a:moveTo>
                    <a:lnTo>
                      <a:pt x="1" y="5016"/>
                    </a:lnTo>
                    <a:lnTo>
                      <a:pt x="1833" y="5016"/>
                    </a:lnTo>
                    <a:cubicBezTo>
                      <a:pt x="2074" y="5016"/>
                      <a:pt x="2219" y="4823"/>
                      <a:pt x="2219" y="4630"/>
                    </a:cubicBezTo>
                    <a:lnTo>
                      <a:pt x="2219" y="338"/>
                    </a:lnTo>
                    <a:cubicBezTo>
                      <a:pt x="2219" y="145"/>
                      <a:pt x="2074" y="0"/>
                      <a:pt x="18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6"/>
              <p:cNvSpPr/>
              <p:nvPr/>
            </p:nvSpPr>
            <p:spPr>
              <a:xfrm>
                <a:off x="2896675" y="691450"/>
                <a:ext cx="55500" cy="125425"/>
              </a:xfrm>
              <a:custGeom>
                <a:rect b="b" l="l" r="r" t="t"/>
                <a:pathLst>
                  <a:path extrusionOk="0" h="5017" w="2220">
                    <a:moveTo>
                      <a:pt x="1" y="1"/>
                    </a:moveTo>
                    <a:lnTo>
                      <a:pt x="1" y="5016"/>
                    </a:lnTo>
                    <a:lnTo>
                      <a:pt x="1833" y="5016"/>
                    </a:lnTo>
                    <a:cubicBezTo>
                      <a:pt x="2074" y="5016"/>
                      <a:pt x="2219" y="4872"/>
                      <a:pt x="2219" y="4631"/>
                    </a:cubicBezTo>
                    <a:lnTo>
                      <a:pt x="2219" y="338"/>
                    </a:lnTo>
                    <a:cubicBezTo>
                      <a:pt x="2219" y="145"/>
                      <a:pt x="2074" y="1"/>
                      <a:pt x="18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6"/>
              <p:cNvSpPr/>
              <p:nvPr/>
            </p:nvSpPr>
            <p:spPr>
              <a:xfrm>
                <a:off x="2305875" y="238125"/>
                <a:ext cx="624575" cy="892225"/>
              </a:xfrm>
              <a:custGeom>
                <a:rect b="b" l="l" r="r" t="t"/>
                <a:pathLst>
                  <a:path extrusionOk="0" h="35689" w="24983">
                    <a:moveTo>
                      <a:pt x="1" y="0"/>
                    </a:moveTo>
                    <a:lnTo>
                      <a:pt x="1" y="35689"/>
                    </a:lnTo>
                    <a:lnTo>
                      <a:pt x="23633" y="35689"/>
                    </a:lnTo>
                    <a:cubicBezTo>
                      <a:pt x="24404" y="35689"/>
                      <a:pt x="24983" y="35062"/>
                      <a:pt x="24983" y="34338"/>
                    </a:cubicBezTo>
                    <a:lnTo>
                      <a:pt x="24983" y="1350"/>
                    </a:lnTo>
                    <a:cubicBezTo>
                      <a:pt x="24983" y="579"/>
                      <a:pt x="24404" y="0"/>
                      <a:pt x="236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6"/>
              <p:cNvSpPr/>
              <p:nvPr/>
            </p:nvSpPr>
            <p:spPr>
              <a:xfrm>
                <a:off x="2387875" y="238125"/>
                <a:ext cx="50675" cy="891025"/>
              </a:xfrm>
              <a:custGeom>
                <a:rect b="b" l="l" r="r" t="t"/>
                <a:pathLst>
                  <a:path extrusionOk="0" h="35641" w="2027">
                    <a:moveTo>
                      <a:pt x="0" y="0"/>
                    </a:moveTo>
                    <a:lnTo>
                      <a:pt x="0" y="35640"/>
                    </a:lnTo>
                    <a:lnTo>
                      <a:pt x="2026" y="35640"/>
                    </a:lnTo>
                    <a:lnTo>
                      <a:pt x="2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6"/>
              <p:cNvSpPr/>
              <p:nvPr/>
            </p:nvSpPr>
            <p:spPr>
              <a:xfrm>
                <a:off x="2490350" y="375550"/>
                <a:ext cx="262875" cy="37425"/>
              </a:xfrm>
              <a:custGeom>
                <a:rect b="b" l="l" r="r" t="t"/>
                <a:pathLst>
                  <a:path extrusionOk="0" h="1497" w="10515">
                    <a:moveTo>
                      <a:pt x="1" y="1"/>
                    </a:moveTo>
                    <a:lnTo>
                      <a:pt x="1" y="1496"/>
                    </a:lnTo>
                    <a:lnTo>
                      <a:pt x="10514" y="1496"/>
                    </a:lnTo>
                    <a:lnTo>
                      <a:pt x="105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14" name="Google Shape;2014;p2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2015" name="Shape 2015"/>
        <p:cNvGrpSpPr/>
        <p:nvPr/>
      </p:nvGrpSpPr>
      <p:grpSpPr>
        <a:xfrm>
          <a:off x="0" y="0"/>
          <a:ext cx="0" cy="0"/>
          <a:chOff x="0" y="0"/>
          <a:chExt cx="0" cy="0"/>
        </a:xfrm>
      </p:grpSpPr>
      <p:grpSp>
        <p:nvGrpSpPr>
          <p:cNvPr id="2016" name="Google Shape;2016;p27"/>
          <p:cNvGrpSpPr/>
          <p:nvPr/>
        </p:nvGrpSpPr>
        <p:grpSpPr>
          <a:xfrm>
            <a:off x="-417335" y="1471357"/>
            <a:ext cx="1658342" cy="3137156"/>
            <a:chOff x="-985285" y="1471357"/>
            <a:chExt cx="1658342" cy="3137156"/>
          </a:xfrm>
        </p:grpSpPr>
        <p:grpSp>
          <p:nvGrpSpPr>
            <p:cNvPr id="2017" name="Google Shape;2017;p27"/>
            <p:cNvGrpSpPr/>
            <p:nvPr/>
          </p:nvGrpSpPr>
          <p:grpSpPr>
            <a:xfrm flipH="1">
              <a:off x="-985285" y="1471357"/>
              <a:ext cx="1658342" cy="3137156"/>
              <a:chOff x="6265575" y="1978274"/>
              <a:chExt cx="1536925" cy="2057017"/>
            </a:xfrm>
          </p:grpSpPr>
          <p:sp>
            <p:nvSpPr>
              <p:cNvPr id="2018" name="Google Shape;2018;p27"/>
              <p:cNvSpPr/>
              <p:nvPr/>
            </p:nvSpPr>
            <p:spPr>
              <a:xfrm>
                <a:off x="7369046" y="1978274"/>
                <a:ext cx="433454" cy="2057017"/>
              </a:xfrm>
              <a:custGeom>
                <a:rect b="b" l="l" r="r" t="t"/>
                <a:pathLst>
                  <a:path extrusionOk="0" h="76313" w="11538">
                    <a:moveTo>
                      <a:pt x="2029" y="1"/>
                    </a:moveTo>
                    <a:lnTo>
                      <a:pt x="0" y="2725"/>
                    </a:lnTo>
                    <a:lnTo>
                      <a:pt x="0" y="76312"/>
                    </a:lnTo>
                    <a:lnTo>
                      <a:pt x="11537" y="76312"/>
                    </a:lnTo>
                    <a:lnTo>
                      <a:pt x="2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27"/>
              <p:cNvGrpSpPr/>
              <p:nvPr/>
            </p:nvGrpSpPr>
            <p:grpSpPr>
              <a:xfrm>
                <a:off x="6265575" y="1978281"/>
                <a:ext cx="1179732" cy="2056993"/>
                <a:chOff x="-221497" y="1179358"/>
                <a:chExt cx="1179732" cy="2866889"/>
              </a:xfrm>
            </p:grpSpPr>
            <p:grpSp>
              <p:nvGrpSpPr>
                <p:cNvPr id="2020" name="Google Shape;2020;p27"/>
                <p:cNvGrpSpPr/>
                <p:nvPr/>
              </p:nvGrpSpPr>
              <p:grpSpPr>
                <a:xfrm>
                  <a:off x="-221497" y="1179358"/>
                  <a:ext cx="1179732" cy="2866889"/>
                  <a:chOff x="-221497" y="1179358"/>
                  <a:chExt cx="1179732" cy="2866889"/>
                </a:xfrm>
              </p:grpSpPr>
              <p:sp>
                <p:nvSpPr>
                  <p:cNvPr id="2021" name="Google Shape;2021;p27"/>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7"/>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7"/>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7"/>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7"/>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7"/>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7"/>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7"/>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9" name="Google Shape;2029;p27"/>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0" name="Google Shape;2030;p27"/>
            <p:cNvGrpSpPr/>
            <p:nvPr/>
          </p:nvGrpSpPr>
          <p:grpSpPr>
            <a:xfrm flipH="1">
              <a:off x="-117908" y="1761968"/>
              <a:ext cx="701573" cy="635200"/>
              <a:chOff x="791550" y="2156375"/>
              <a:chExt cx="1145425" cy="1118900"/>
            </a:xfrm>
          </p:grpSpPr>
          <p:sp>
            <p:nvSpPr>
              <p:cNvPr id="2031" name="Google Shape;2031;p27"/>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7"/>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7"/>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7"/>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7"/>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7"/>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7"/>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7"/>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7"/>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7"/>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7"/>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7"/>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7"/>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7"/>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7"/>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27"/>
            <p:cNvGrpSpPr/>
            <p:nvPr/>
          </p:nvGrpSpPr>
          <p:grpSpPr>
            <a:xfrm flipH="1">
              <a:off x="-117908" y="2676904"/>
              <a:ext cx="701573" cy="635200"/>
              <a:chOff x="791550" y="2156375"/>
              <a:chExt cx="1145425" cy="1118900"/>
            </a:xfrm>
          </p:grpSpPr>
          <p:sp>
            <p:nvSpPr>
              <p:cNvPr id="2047" name="Google Shape;2047;p27"/>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7"/>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7"/>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7"/>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7"/>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7"/>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7"/>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7"/>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7"/>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7"/>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7"/>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7"/>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7"/>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7"/>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27"/>
            <p:cNvGrpSpPr/>
            <p:nvPr/>
          </p:nvGrpSpPr>
          <p:grpSpPr>
            <a:xfrm flipH="1">
              <a:off x="-117865" y="3596586"/>
              <a:ext cx="701505" cy="635200"/>
              <a:chOff x="8817561" y="3596620"/>
              <a:chExt cx="650143" cy="635200"/>
            </a:xfrm>
          </p:grpSpPr>
          <p:grpSp>
            <p:nvGrpSpPr>
              <p:cNvPr id="2062" name="Google Shape;2062;p27"/>
              <p:cNvGrpSpPr/>
              <p:nvPr/>
            </p:nvGrpSpPr>
            <p:grpSpPr>
              <a:xfrm>
                <a:off x="8817561" y="3596620"/>
                <a:ext cx="650143" cy="635200"/>
                <a:chOff x="791550" y="2156375"/>
                <a:chExt cx="1145425" cy="1118900"/>
              </a:xfrm>
            </p:grpSpPr>
            <p:sp>
              <p:nvSpPr>
                <p:cNvPr id="2063" name="Google Shape;2063;p27"/>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7"/>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7"/>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7"/>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7"/>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7"/>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7"/>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7"/>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7"/>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7"/>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7"/>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7"/>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7"/>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 name="Google Shape;2076;p27"/>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7"/>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78" name="Google Shape;2078;p27"/>
          <p:cNvSpPr txBox="1"/>
          <p:nvPr>
            <p:ph idx="1" type="subTitle"/>
          </p:nvPr>
        </p:nvSpPr>
        <p:spPr>
          <a:xfrm>
            <a:off x="4258925" y="1261509"/>
            <a:ext cx="1829700" cy="314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079" name="Google Shape;2079;p27"/>
          <p:cNvSpPr txBox="1"/>
          <p:nvPr>
            <p:ph idx="2" type="subTitle"/>
          </p:nvPr>
        </p:nvSpPr>
        <p:spPr>
          <a:xfrm>
            <a:off x="4005625" y="1622522"/>
            <a:ext cx="3350100" cy="529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080" name="Google Shape;2080;p27"/>
          <p:cNvSpPr txBox="1"/>
          <p:nvPr>
            <p:ph idx="3" type="subTitle"/>
          </p:nvPr>
        </p:nvSpPr>
        <p:spPr>
          <a:xfrm>
            <a:off x="4005575" y="2637425"/>
            <a:ext cx="3350100" cy="529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081" name="Google Shape;2081;p27"/>
          <p:cNvSpPr txBox="1"/>
          <p:nvPr>
            <p:ph idx="4" type="subTitle"/>
          </p:nvPr>
        </p:nvSpPr>
        <p:spPr>
          <a:xfrm>
            <a:off x="4005625" y="3651650"/>
            <a:ext cx="3350100" cy="529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082" name="Google Shape;2082;p27"/>
          <p:cNvSpPr txBox="1"/>
          <p:nvPr>
            <p:ph idx="5" type="subTitle"/>
          </p:nvPr>
        </p:nvSpPr>
        <p:spPr>
          <a:xfrm>
            <a:off x="4258913" y="2275650"/>
            <a:ext cx="1829700" cy="314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083" name="Google Shape;2083;p27"/>
          <p:cNvSpPr txBox="1"/>
          <p:nvPr>
            <p:ph idx="6" type="subTitle"/>
          </p:nvPr>
        </p:nvSpPr>
        <p:spPr>
          <a:xfrm>
            <a:off x="4258950" y="3289875"/>
            <a:ext cx="1829700" cy="314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084" name="Google Shape;2084;p27"/>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7"/>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7"/>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087" name="Google Shape;2087;p27"/>
          <p:cNvGrpSpPr/>
          <p:nvPr/>
        </p:nvGrpSpPr>
        <p:grpSpPr>
          <a:xfrm>
            <a:off x="2936544" y="-329546"/>
            <a:ext cx="2934233" cy="708308"/>
            <a:chOff x="2375925" y="3297600"/>
            <a:chExt cx="735950" cy="177650"/>
          </a:xfrm>
        </p:grpSpPr>
        <p:sp>
          <p:nvSpPr>
            <p:cNvPr id="2088" name="Google Shape;2088;p27"/>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7"/>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7"/>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7"/>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7"/>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7"/>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4" name="Google Shape;2094;p2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095" name="Google Shape;2095;p27"/>
          <p:cNvGrpSpPr/>
          <p:nvPr/>
        </p:nvGrpSpPr>
        <p:grpSpPr>
          <a:xfrm>
            <a:off x="7605780" y="2513555"/>
            <a:ext cx="1386940" cy="2226857"/>
            <a:chOff x="4897905" y="2970697"/>
            <a:chExt cx="1133491" cy="1819922"/>
          </a:xfrm>
        </p:grpSpPr>
        <p:sp>
          <p:nvSpPr>
            <p:cNvPr id="2096" name="Google Shape;2096;p27"/>
            <p:cNvSpPr/>
            <p:nvPr/>
          </p:nvSpPr>
          <p:spPr>
            <a:xfrm>
              <a:off x="5411805" y="4695356"/>
              <a:ext cx="561583" cy="95263"/>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 name="Google Shape;2097;p27"/>
            <p:cNvGrpSpPr/>
            <p:nvPr/>
          </p:nvGrpSpPr>
          <p:grpSpPr>
            <a:xfrm>
              <a:off x="4897905" y="2970697"/>
              <a:ext cx="1133491" cy="1819920"/>
              <a:chOff x="4627075" y="1583225"/>
              <a:chExt cx="1587300" cy="2548550"/>
            </a:xfrm>
          </p:grpSpPr>
          <p:sp>
            <p:nvSpPr>
              <p:cNvPr id="2098" name="Google Shape;2098;p27"/>
              <p:cNvSpPr/>
              <p:nvPr/>
            </p:nvSpPr>
            <p:spPr>
              <a:xfrm>
                <a:off x="5084400" y="3145300"/>
                <a:ext cx="650775" cy="986475"/>
              </a:xfrm>
              <a:custGeom>
                <a:rect b="b" l="l" r="r" t="t"/>
                <a:pathLst>
                  <a:path extrusionOk="0" h="39459" w="26031">
                    <a:moveTo>
                      <a:pt x="22533" y="0"/>
                    </a:moveTo>
                    <a:cubicBezTo>
                      <a:pt x="21602" y="0"/>
                      <a:pt x="20662" y="189"/>
                      <a:pt x="19731" y="189"/>
                    </a:cubicBezTo>
                    <a:lnTo>
                      <a:pt x="6216" y="189"/>
                    </a:lnTo>
                    <a:cubicBezTo>
                      <a:pt x="5778" y="189"/>
                      <a:pt x="5131" y="252"/>
                      <a:pt x="4693" y="272"/>
                    </a:cubicBezTo>
                    <a:cubicBezTo>
                      <a:pt x="4642" y="275"/>
                      <a:pt x="4590" y="276"/>
                      <a:pt x="4537" y="276"/>
                    </a:cubicBezTo>
                    <a:cubicBezTo>
                      <a:pt x="4001" y="276"/>
                      <a:pt x="3352" y="166"/>
                      <a:pt x="2718" y="166"/>
                    </a:cubicBezTo>
                    <a:cubicBezTo>
                      <a:pt x="1763" y="166"/>
                      <a:pt x="843" y="416"/>
                      <a:pt x="396" y="1670"/>
                    </a:cubicBezTo>
                    <a:cubicBezTo>
                      <a:pt x="0" y="2817"/>
                      <a:pt x="188" y="4799"/>
                      <a:pt x="188" y="6050"/>
                    </a:cubicBezTo>
                    <a:cubicBezTo>
                      <a:pt x="167" y="7447"/>
                      <a:pt x="167" y="8845"/>
                      <a:pt x="209" y="10242"/>
                    </a:cubicBezTo>
                    <a:cubicBezTo>
                      <a:pt x="230" y="10597"/>
                      <a:pt x="250" y="10952"/>
                      <a:pt x="250" y="11327"/>
                    </a:cubicBezTo>
                    <a:cubicBezTo>
                      <a:pt x="376" y="15624"/>
                      <a:pt x="772" y="19920"/>
                      <a:pt x="1418" y="24175"/>
                    </a:cubicBezTo>
                    <a:cubicBezTo>
                      <a:pt x="2002" y="28055"/>
                      <a:pt x="2795" y="32038"/>
                      <a:pt x="4693" y="35125"/>
                    </a:cubicBezTo>
                    <a:cubicBezTo>
                      <a:pt x="5569" y="36544"/>
                      <a:pt x="6695" y="37691"/>
                      <a:pt x="7968" y="38275"/>
                    </a:cubicBezTo>
                    <a:cubicBezTo>
                      <a:pt x="8510" y="38525"/>
                      <a:pt x="8948" y="38901"/>
                      <a:pt x="9532" y="39067"/>
                    </a:cubicBezTo>
                    <a:cubicBezTo>
                      <a:pt x="10262" y="39255"/>
                      <a:pt x="10992" y="39380"/>
                      <a:pt x="11743" y="39422"/>
                    </a:cubicBezTo>
                    <a:cubicBezTo>
                      <a:pt x="12187" y="39446"/>
                      <a:pt x="12633" y="39458"/>
                      <a:pt x="13080" y="39458"/>
                    </a:cubicBezTo>
                    <a:cubicBezTo>
                      <a:pt x="14165" y="39458"/>
                      <a:pt x="15253" y="39388"/>
                      <a:pt x="16332" y="39255"/>
                    </a:cubicBezTo>
                    <a:cubicBezTo>
                      <a:pt x="17959" y="39088"/>
                      <a:pt x="19231" y="38755"/>
                      <a:pt x="20503" y="37232"/>
                    </a:cubicBezTo>
                    <a:cubicBezTo>
                      <a:pt x="21171" y="36419"/>
                      <a:pt x="21546" y="35522"/>
                      <a:pt x="22005" y="34750"/>
                    </a:cubicBezTo>
                    <a:cubicBezTo>
                      <a:pt x="22818" y="33352"/>
                      <a:pt x="23402" y="31600"/>
                      <a:pt x="23861" y="29932"/>
                    </a:cubicBezTo>
                    <a:cubicBezTo>
                      <a:pt x="24800" y="26532"/>
                      <a:pt x="25238" y="22903"/>
                      <a:pt x="25488" y="19295"/>
                    </a:cubicBezTo>
                    <a:cubicBezTo>
                      <a:pt x="25676" y="16228"/>
                      <a:pt x="25759" y="13162"/>
                      <a:pt x="25738" y="10117"/>
                    </a:cubicBezTo>
                    <a:cubicBezTo>
                      <a:pt x="25738" y="9012"/>
                      <a:pt x="25697" y="7906"/>
                      <a:pt x="25655" y="6801"/>
                    </a:cubicBezTo>
                    <a:cubicBezTo>
                      <a:pt x="25572" y="4381"/>
                      <a:pt x="26031" y="856"/>
                      <a:pt x="23986" y="210"/>
                    </a:cubicBezTo>
                    <a:cubicBezTo>
                      <a:pt x="23506" y="52"/>
                      <a:pt x="23021" y="0"/>
                      <a:pt x="225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7"/>
              <p:cNvSpPr/>
              <p:nvPr/>
            </p:nvSpPr>
            <p:spPr>
              <a:xfrm>
                <a:off x="5083875" y="3145300"/>
                <a:ext cx="650775" cy="318500"/>
              </a:xfrm>
              <a:custGeom>
                <a:rect b="b" l="l" r="r" t="t"/>
                <a:pathLst>
                  <a:path extrusionOk="0" h="12740" w="26031">
                    <a:moveTo>
                      <a:pt x="22533" y="0"/>
                    </a:moveTo>
                    <a:cubicBezTo>
                      <a:pt x="21602" y="0"/>
                      <a:pt x="20662" y="189"/>
                      <a:pt x="19732" y="189"/>
                    </a:cubicBezTo>
                    <a:lnTo>
                      <a:pt x="6216" y="189"/>
                    </a:lnTo>
                    <a:cubicBezTo>
                      <a:pt x="5778" y="189"/>
                      <a:pt x="5131" y="252"/>
                      <a:pt x="4693" y="272"/>
                    </a:cubicBezTo>
                    <a:cubicBezTo>
                      <a:pt x="4641" y="275"/>
                      <a:pt x="4588" y="276"/>
                      <a:pt x="4533" y="276"/>
                    </a:cubicBezTo>
                    <a:cubicBezTo>
                      <a:pt x="4004" y="276"/>
                      <a:pt x="3365" y="172"/>
                      <a:pt x="2740" y="172"/>
                    </a:cubicBezTo>
                    <a:cubicBezTo>
                      <a:pt x="1777" y="172"/>
                      <a:pt x="846" y="418"/>
                      <a:pt x="397" y="1670"/>
                    </a:cubicBezTo>
                    <a:cubicBezTo>
                      <a:pt x="0" y="2817"/>
                      <a:pt x="188" y="4799"/>
                      <a:pt x="188" y="6050"/>
                    </a:cubicBezTo>
                    <a:cubicBezTo>
                      <a:pt x="167" y="7447"/>
                      <a:pt x="167" y="8845"/>
                      <a:pt x="209" y="10242"/>
                    </a:cubicBezTo>
                    <a:lnTo>
                      <a:pt x="355" y="10326"/>
                    </a:lnTo>
                    <a:cubicBezTo>
                      <a:pt x="3953" y="12229"/>
                      <a:pt x="8298" y="12740"/>
                      <a:pt x="12281" y="12740"/>
                    </a:cubicBezTo>
                    <a:cubicBezTo>
                      <a:pt x="13101" y="12740"/>
                      <a:pt x="13905" y="12718"/>
                      <a:pt x="14684" y="12683"/>
                    </a:cubicBezTo>
                    <a:cubicBezTo>
                      <a:pt x="17479" y="12537"/>
                      <a:pt x="20253" y="12078"/>
                      <a:pt x="22944" y="11285"/>
                    </a:cubicBezTo>
                    <a:cubicBezTo>
                      <a:pt x="23924" y="10993"/>
                      <a:pt x="24863" y="10597"/>
                      <a:pt x="25759" y="10096"/>
                    </a:cubicBezTo>
                    <a:cubicBezTo>
                      <a:pt x="25739" y="9012"/>
                      <a:pt x="25697" y="7906"/>
                      <a:pt x="25655" y="6801"/>
                    </a:cubicBezTo>
                    <a:cubicBezTo>
                      <a:pt x="25572" y="4381"/>
                      <a:pt x="26031" y="877"/>
                      <a:pt x="23987" y="210"/>
                    </a:cubicBezTo>
                    <a:cubicBezTo>
                      <a:pt x="23506" y="52"/>
                      <a:pt x="23021" y="0"/>
                      <a:pt x="225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7"/>
              <p:cNvSpPr/>
              <p:nvPr/>
            </p:nvSpPr>
            <p:spPr>
              <a:xfrm>
                <a:off x="5533875" y="3157325"/>
                <a:ext cx="53725" cy="26075"/>
              </a:xfrm>
              <a:custGeom>
                <a:rect b="b" l="l" r="r" t="t"/>
                <a:pathLst>
                  <a:path extrusionOk="0" h="1043" w="2149">
                    <a:moveTo>
                      <a:pt x="1481" y="0"/>
                    </a:moveTo>
                    <a:cubicBezTo>
                      <a:pt x="1377" y="0"/>
                      <a:pt x="1294" y="0"/>
                      <a:pt x="1189" y="21"/>
                    </a:cubicBezTo>
                    <a:lnTo>
                      <a:pt x="918" y="63"/>
                    </a:lnTo>
                    <a:lnTo>
                      <a:pt x="772" y="83"/>
                    </a:lnTo>
                    <a:cubicBezTo>
                      <a:pt x="689" y="83"/>
                      <a:pt x="605" y="104"/>
                      <a:pt x="522" y="125"/>
                    </a:cubicBezTo>
                    <a:cubicBezTo>
                      <a:pt x="397" y="146"/>
                      <a:pt x="292" y="209"/>
                      <a:pt x="188" y="292"/>
                    </a:cubicBezTo>
                    <a:cubicBezTo>
                      <a:pt x="63" y="355"/>
                      <a:pt x="0" y="501"/>
                      <a:pt x="21" y="647"/>
                    </a:cubicBezTo>
                    <a:cubicBezTo>
                      <a:pt x="42" y="793"/>
                      <a:pt x="146" y="918"/>
                      <a:pt x="292" y="960"/>
                    </a:cubicBezTo>
                    <a:cubicBezTo>
                      <a:pt x="397" y="1001"/>
                      <a:pt x="522" y="1043"/>
                      <a:pt x="647" y="1043"/>
                    </a:cubicBezTo>
                    <a:cubicBezTo>
                      <a:pt x="751" y="1043"/>
                      <a:pt x="835" y="1022"/>
                      <a:pt x="939" y="1001"/>
                    </a:cubicBezTo>
                    <a:lnTo>
                      <a:pt x="1210" y="980"/>
                    </a:lnTo>
                    <a:cubicBezTo>
                      <a:pt x="1335" y="980"/>
                      <a:pt x="1481" y="960"/>
                      <a:pt x="1606" y="918"/>
                    </a:cubicBezTo>
                    <a:cubicBezTo>
                      <a:pt x="2149" y="793"/>
                      <a:pt x="2044" y="0"/>
                      <a:pt x="1481"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7"/>
              <p:cNvSpPr/>
              <p:nvPr/>
            </p:nvSpPr>
            <p:spPr>
              <a:xfrm>
                <a:off x="5100550" y="3113525"/>
                <a:ext cx="616375" cy="130900"/>
              </a:xfrm>
              <a:custGeom>
                <a:rect b="b" l="l" r="r" t="t"/>
                <a:pathLst>
                  <a:path extrusionOk="0" h="5236" w="24655">
                    <a:moveTo>
                      <a:pt x="12328" y="0"/>
                    </a:moveTo>
                    <a:cubicBezTo>
                      <a:pt x="5528" y="0"/>
                      <a:pt x="1" y="1168"/>
                      <a:pt x="1" y="2607"/>
                    </a:cubicBezTo>
                    <a:cubicBezTo>
                      <a:pt x="1" y="4067"/>
                      <a:pt x="5528" y="5235"/>
                      <a:pt x="12328" y="5235"/>
                    </a:cubicBezTo>
                    <a:cubicBezTo>
                      <a:pt x="19127" y="5235"/>
                      <a:pt x="24654" y="4067"/>
                      <a:pt x="24654" y="2607"/>
                    </a:cubicBezTo>
                    <a:cubicBezTo>
                      <a:pt x="24654" y="1168"/>
                      <a:pt x="19127" y="0"/>
                      <a:pt x="12328" y="0"/>
                    </a:cubicBezTo>
                    <a:close/>
                  </a:path>
                </a:pathLst>
              </a:custGeom>
              <a:solidFill>
                <a:srgbClr val="9965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7"/>
              <p:cNvSpPr/>
              <p:nvPr/>
            </p:nvSpPr>
            <p:spPr>
              <a:xfrm>
                <a:off x="5100550" y="3114025"/>
                <a:ext cx="616375" cy="129875"/>
              </a:xfrm>
              <a:custGeom>
                <a:rect b="b" l="l" r="r" t="t"/>
                <a:pathLst>
                  <a:path extrusionOk="0" h="5195" w="24655">
                    <a:moveTo>
                      <a:pt x="11681" y="1"/>
                    </a:moveTo>
                    <a:cubicBezTo>
                      <a:pt x="11306" y="1"/>
                      <a:pt x="10909" y="22"/>
                      <a:pt x="10555" y="22"/>
                    </a:cubicBezTo>
                    <a:cubicBezTo>
                      <a:pt x="10523" y="11"/>
                      <a:pt x="10492" y="6"/>
                      <a:pt x="10461" y="6"/>
                    </a:cubicBezTo>
                    <a:cubicBezTo>
                      <a:pt x="10430" y="6"/>
                      <a:pt x="10398" y="11"/>
                      <a:pt x="10367" y="22"/>
                    </a:cubicBezTo>
                    <a:cubicBezTo>
                      <a:pt x="9971" y="22"/>
                      <a:pt x="9574" y="43"/>
                      <a:pt x="9199" y="63"/>
                    </a:cubicBezTo>
                    <a:cubicBezTo>
                      <a:pt x="8844" y="84"/>
                      <a:pt x="8469" y="105"/>
                      <a:pt x="8114" y="126"/>
                    </a:cubicBezTo>
                    <a:cubicBezTo>
                      <a:pt x="7655" y="168"/>
                      <a:pt x="7197" y="209"/>
                      <a:pt x="6759" y="251"/>
                    </a:cubicBezTo>
                    <a:cubicBezTo>
                      <a:pt x="2754" y="689"/>
                      <a:pt x="1" y="1586"/>
                      <a:pt x="1" y="2608"/>
                    </a:cubicBezTo>
                    <a:cubicBezTo>
                      <a:pt x="1" y="3672"/>
                      <a:pt x="3046" y="4590"/>
                      <a:pt x="7405" y="5007"/>
                    </a:cubicBezTo>
                    <a:cubicBezTo>
                      <a:pt x="7864" y="5048"/>
                      <a:pt x="8323" y="5090"/>
                      <a:pt x="8803" y="5111"/>
                    </a:cubicBezTo>
                    <a:lnTo>
                      <a:pt x="9866" y="5174"/>
                    </a:lnTo>
                    <a:lnTo>
                      <a:pt x="10784" y="5194"/>
                    </a:lnTo>
                    <a:lnTo>
                      <a:pt x="14163" y="5194"/>
                    </a:lnTo>
                    <a:lnTo>
                      <a:pt x="14664" y="5174"/>
                    </a:lnTo>
                    <a:cubicBezTo>
                      <a:pt x="20358" y="4944"/>
                      <a:pt x="24654" y="3880"/>
                      <a:pt x="24654" y="2587"/>
                    </a:cubicBezTo>
                    <a:cubicBezTo>
                      <a:pt x="24654" y="1357"/>
                      <a:pt x="20420" y="272"/>
                      <a:pt x="14789" y="22"/>
                    </a:cubicBezTo>
                    <a:cubicBezTo>
                      <a:pt x="14622" y="22"/>
                      <a:pt x="14434" y="1"/>
                      <a:pt x="142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7"/>
              <p:cNvSpPr/>
              <p:nvPr/>
            </p:nvSpPr>
            <p:spPr>
              <a:xfrm>
                <a:off x="5326925" y="1670750"/>
                <a:ext cx="262775" cy="1572625"/>
              </a:xfrm>
              <a:custGeom>
                <a:rect b="b" l="l" r="r" t="t"/>
                <a:pathLst>
                  <a:path extrusionOk="0" h="62905" w="10511">
                    <a:moveTo>
                      <a:pt x="4235" y="0"/>
                    </a:moveTo>
                    <a:cubicBezTo>
                      <a:pt x="2610" y="0"/>
                      <a:pt x="1007" y="987"/>
                      <a:pt x="144" y="2960"/>
                    </a:cubicBezTo>
                    <a:cubicBezTo>
                      <a:pt x="1" y="3289"/>
                      <a:pt x="290" y="3599"/>
                      <a:pt x="560" y="3599"/>
                    </a:cubicBezTo>
                    <a:cubicBezTo>
                      <a:pt x="683" y="3599"/>
                      <a:pt x="802" y="3534"/>
                      <a:pt x="874" y="3377"/>
                    </a:cubicBezTo>
                    <a:cubicBezTo>
                      <a:pt x="1488" y="2037"/>
                      <a:pt x="2683" y="797"/>
                      <a:pt x="4208" y="797"/>
                    </a:cubicBezTo>
                    <a:cubicBezTo>
                      <a:pt x="4392" y="797"/>
                      <a:pt x="4581" y="815"/>
                      <a:pt x="4774" y="854"/>
                    </a:cubicBezTo>
                    <a:cubicBezTo>
                      <a:pt x="6339" y="1166"/>
                      <a:pt x="7340" y="2689"/>
                      <a:pt x="7840" y="4086"/>
                    </a:cubicBezTo>
                    <a:cubicBezTo>
                      <a:pt x="8862" y="6860"/>
                      <a:pt x="8487" y="10114"/>
                      <a:pt x="7840" y="12930"/>
                    </a:cubicBezTo>
                    <a:cubicBezTo>
                      <a:pt x="6506" y="18728"/>
                      <a:pt x="3648" y="24026"/>
                      <a:pt x="2626" y="29950"/>
                    </a:cubicBezTo>
                    <a:cubicBezTo>
                      <a:pt x="1917" y="34371"/>
                      <a:pt x="1583" y="38835"/>
                      <a:pt x="1646" y="43319"/>
                    </a:cubicBezTo>
                    <a:lnTo>
                      <a:pt x="1646" y="44195"/>
                    </a:lnTo>
                    <a:cubicBezTo>
                      <a:pt x="1708" y="49389"/>
                      <a:pt x="2105" y="54603"/>
                      <a:pt x="2438" y="59776"/>
                    </a:cubicBezTo>
                    <a:cubicBezTo>
                      <a:pt x="2480" y="60631"/>
                      <a:pt x="2543" y="61465"/>
                      <a:pt x="2584" y="62321"/>
                    </a:cubicBezTo>
                    <a:cubicBezTo>
                      <a:pt x="2605" y="62508"/>
                      <a:pt x="2626" y="62717"/>
                      <a:pt x="2626" y="62905"/>
                    </a:cubicBezTo>
                    <a:lnTo>
                      <a:pt x="3481" y="62905"/>
                    </a:lnTo>
                    <a:cubicBezTo>
                      <a:pt x="3439" y="61841"/>
                      <a:pt x="3419" y="60798"/>
                      <a:pt x="3398" y="59755"/>
                    </a:cubicBezTo>
                    <a:cubicBezTo>
                      <a:pt x="3273" y="56001"/>
                      <a:pt x="3189" y="52246"/>
                      <a:pt x="3043" y="48492"/>
                    </a:cubicBezTo>
                    <a:cubicBezTo>
                      <a:pt x="3001" y="47428"/>
                      <a:pt x="2960" y="46365"/>
                      <a:pt x="2939" y="45301"/>
                    </a:cubicBezTo>
                    <a:cubicBezTo>
                      <a:pt x="2918" y="44925"/>
                      <a:pt x="2918" y="44529"/>
                      <a:pt x="2918" y="44154"/>
                    </a:cubicBezTo>
                    <a:cubicBezTo>
                      <a:pt x="2835" y="40045"/>
                      <a:pt x="2918" y="35915"/>
                      <a:pt x="3481" y="31827"/>
                    </a:cubicBezTo>
                    <a:cubicBezTo>
                      <a:pt x="4253" y="26300"/>
                      <a:pt x="6443" y="21315"/>
                      <a:pt x="8112" y="16038"/>
                    </a:cubicBezTo>
                    <a:cubicBezTo>
                      <a:pt x="9405" y="11908"/>
                      <a:pt x="10510" y="6589"/>
                      <a:pt x="8258" y="2585"/>
                    </a:cubicBezTo>
                    <a:cubicBezTo>
                      <a:pt x="7290" y="862"/>
                      <a:pt x="5754" y="0"/>
                      <a:pt x="4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7"/>
              <p:cNvSpPr/>
              <p:nvPr/>
            </p:nvSpPr>
            <p:spPr>
              <a:xfrm>
                <a:off x="5446275" y="2178125"/>
                <a:ext cx="212575" cy="1064725"/>
              </a:xfrm>
              <a:custGeom>
                <a:rect b="b" l="l" r="r" t="t"/>
                <a:pathLst>
                  <a:path extrusionOk="0" h="42589" w="8503">
                    <a:moveTo>
                      <a:pt x="7477" y="1"/>
                    </a:moveTo>
                    <a:cubicBezTo>
                      <a:pt x="3669" y="1"/>
                      <a:pt x="1465" y="17195"/>
                      <a:pt x="1210" y="19604"/>
                    </a:cubicBezTo>
                    <a:cubicBezTo>
                      <a:pt x="939" y="22545"/>
                      <a:pt x="751" y="25506"/>
                      <a:pt x="605" y="28468"/>
                    </a:cubicBezTo>
                    <a:cubicBezTo>
                      <a:pt x="522" y="29970"/>
                      <a:pt x="459" y="31451"/>
                      <a:pt x="418" y="32953"/>
                    </a:cubicBezTo>
                    <a:cubicBezTo>
                      <a:pt x="334" y="35017"/>
                      <a:pt x="251" y="37082"/>
                      <a:pt x="167" y="39126"/>
                    </a:cubicBezTo>
                    <a:lnTo>
                      <a:pt x="167" y="39439"/>
                    </a:lnTo>
                    <a:cubicBezTo>
                      <a:pt x="126" y="40482"/>
                      <a:pt x="42" y="41546"/>
                      <a:pt x="0" y="42589"/>
                    </a:cubicBezTo>
                    <a:lnTo>
                      <a:pt x="1127" y="42589"/>
                    </a:lnTo>
                    <a:cubicBezTo>
                      <a:pt x="1210" y="41567"/>
                      <a:pt x="1231" y="40524"/>
                      <a:pt x="1231" y="39481"/>
                    </a:cubicBezTo>
                    <a:cubicBezTo>
                      <a:pt x="1252" y="38167"/>
                      <a:pt x="1252" y="36853"/>
                      <a:pt x="1294" y="35581"/>
                    </a:cubicBezTo>
                    <a:cubicBezTo>
                      <a:pt x="1440" y="31951"/>
                      <a:pt x="1586" y="28322"/>
                      <a:pt x="1794" y="24693"/>
                    </a:cubicBezTo>
                    <a:cubicBezTo>
                      <a:pt x="1982" y="20709"/>
                      <a:pt x="2399" y="16767"/>
                      <a:pt x="3046" y="12846"/>
                    </a:cubicBezTo>
                    <a:cubicBezTo>
                      <a:pt x="3326" y="11284"/>
                      <a:pt x="5316" y="712"/>
                      <a:pt x="7725" y="712"/>
                    </a:cubicBezTo>
                    <a:cubicBezTo>
                      <a:pt x="7826" y="712"/>
                      <a:pt x="7928" y="731"/>
                      <a:pt x="8031" y="769"/>
                    </a:cubicBezTo>
                    <a:cubicBezTo>
                      <a:pt x="8061" y="779"/>
                      <a:pt x="8090" y="784"/>
                      <a:pt x="8117" y="784"/>
                    </a:cubicBezTo>
                    <a:cubicBezTo>
                      <a:pt x="8375" y="784"/>
                      <a:pt x="8503" y="378"/>
                      <a:pt x="8239" y="227"/>
                    </a:cubicBezTo>
                    <a:cubicBezTo>
                      <a:pt x="7978" y="73"/>
                      <a:pt x="7724" y="1"/>
                      <a:pt x="7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7"/>
              <p:cNvSpPr/>
              <p:nvPr/>
            </p:nvSpPr>
            <p:spPr>
              <a:xfrm>
                <a:off x="4997475" y="2780325"/>
                <a:ext cx="353400" cy="461475"/>
              </a:xfrm>
              <a:custGeom>
                <a:rect b="b" l="l" r="r" t="t"/>
                <a:pathLst>
                  <a:path extrusionOk="0" h="18459" w="14136">
                    <a:moveTo>
                      <a:pt x="4270" y="0"/>
                    </a:moveTo>
                    <a:cubicBezTo>
                      <a:pt x="2539" y="104"/>
                      <a:pt x="912" y="939"/>
                      <a:pt x="77" y="2795"/>
                    </a:cubicBezTo>
                    <a:cubicBezTo>
                      <a:pt x="1" y="2963"/>
                      <a:pt x="149" y="3109"/>
                      <a:pt x="299" y="3109"/>
                    </a:cubicBezTo>
                    <a:cubicBezTo>
                      <a:pt x="353" y="3109"/>
                      <a:pt x="408" y="3090"/>
                      <a:pt x="453" y="3045"/>
                    </a:cubicBezTo>
                    <a:cubicBezTo>
                      <a:pt x="1621" y="1940"/>
                      <a:pt x="2997" y="1043"/>
                      <a:pt x="4499" y="876"/>
                    </a:cubicBezTo>
                    <a:cubicBezTo>
                      <a:pt x="4656" y="855"/>
                      <a:pt x="4812" y="845"/>
                      <a:pt x="4968" y="845"/>
                    </a:cubicBezTo>
                    <a:cubicBezTo>
                      <a:pt x="5125" y="845"/>
                      <a:pt x="5281" y="855"/>
                      <a:pt x="5438" y="876"/>
                    </a:cubicBezTo>
                    <a:cubicBezTo>
                      <a:pt x="5792" y="918"/>
                      <a:pt x="6147" y="980"/>
                      <a:pt x="6481" y="1106"/>
                    </a:cubicBezTo>
                    <a:cubicBezTo>
                      <a:pt x="6585" y="1126"/>
                      <a:pt x="6689" y="1168"/>
                      <a:pt x="6794" y="1210"/>
                    </a:cubicBezTo>
                    <a:cubicBezTo>
                      <a:pt x="7232" y="1398"/>
                      <a:pt x="7628" y="1627"/>
                      <a:pt x="7982" y="1919"/>
                    </a:cubicBezTo>
                    <a:cubicBezTo>
                      <a:pt x="9422" y="3087"/>
                      <a:pt x="10193" y="4985"/>
                      <a:pt x="10694" y="6737"/>
                    </a:cubicBezTo>
                    <a:cubicBezTo>
                      <a:pt x="11507" y="9595"/>
                      <a:pt x="11924" y="12577"/>
                      <a:pt x="12425" y="15539"/>
                    </a:cubicBezTo>
                    <a:cubicBezTo>
                      <a:pt x="12425" y="15601"/>
                      <a:pt x="12446" y="15664"/>
                      <a:pt x="12446" y="15748"/>
                    </a:cubicBezTo>
                    <a:cubicBezTo>
                      <a:pt x="12613" y="16624"/>
                      <a:pt x="12780" y="17520"/>
                      <a:pt x="12967" y="18396"/>
                    </a:cubicBezTo>
                    <a:cubicBezTo>
                      <a:pt x="13343" y="18417"/>
                      <a:pt x="13739" y="18438"/>
                      <a:pt x="14135" y="18459"/>
                    </a:cubicBezTo>
                    <a:cubicBezTo>
                      <a:pt x="13969" y="17479"/>
                      <a:pt x="13781" y="16498"/>
                      <a:pt x="13572" y="15497"/>
                    </a:cubicBezTo>
                    <a:cubicBezTo>
                      <a:pt x="13572" y="15497"/>
                      <a:pt x="13572" y="15476"/>
                      <a:pt x="13572" y="15455"/>
                    </a:cubicBezTo>
                    <a:cubicBezTo>
                      <a:pt x="13239" y="13808"/>
                      <a:pt x="12863" y="12181"/>
                      <a:pt x="12550" y="10554"/>
                    </a:cubicBezTo>
                    <a:cubicBezTo>
                      <a:pt x="12175" y="8635"/>
                      <a:pt x="11862" y="6633"/>
                      <a:pt x="11111" y="4797"/>
                    </a:cubicBezTo>
                    <a:cubicBezTo>
                      <a:pt x="10840" y="4088"/>
                      <a:pt x="10485" y="3421"/>
                      <a:pt x="10047" y="2795"/>
                    </a:cubicBezTo>
                    <a:cubicBezTo>
                      <a:pt x="9442" y="1961"/>
                      <a:pt x="8650" y="1252"/>
                      <a:pt x="7732" y="793"/>
                    </a:cubicBezTo>
                    <a:cubicBezTo>
                      <a:pt x="7273" y="563"/>
                      <a:pt x="6794" y="376"/>
                      <a:pt x="6314" y="230"/>
                    </a:cubicBezTo>
                    <a:cubicBezTo>
                      <a:pt x="5938" y="146"/>
                      <a:pt x="5584" y="63"/>
                      <a:pt x="5208" y="42"/>
                    </a:cubicBezTo>
                    <a:cubicBezTo>
                      <a:pt x="4895" y="0"/>
                      <a:pt x="4583" y="0"/>
                      <a:pt x="42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7"/>
              <p:cNvSpPr/>
              <p:nvPr/>
            </p:nvSpPr>
            <p:spPr>
              <a:xfrm>
                <a:off x="5105175" y="2187225"/>
                <a:ext cx="287925" cy="1056150"/>
              </a:xfrm>
              <a:custGeom>
                <a:rect b="b" l="l" r="r" t="t"/>
                <a:pathLst>
                  <a:path extrusionOk="0" h="42246" w="11517">
                    <a:moveTo>
                      <a:pt x="2711" y="0"/>
                    </a:moveTo>
                    <a:cubicBezTo>
                      <a:pt x="1873" y="0"/>
                      <a:pt x="1022" y="177"/>
                      <a:pt x="212" y="551"/>
                    </a:cubicBezTo>
                    <a:cubicBezTo>
                      <a:pt x="0" y="648"/>
                      <a:pt x="109" y="976"/>
                      <a:pt x="324" y="976"/>
                    </a:cubicBezTo>
                    <a:cubicBezTo>
                      <a:pt x="341" y="976"/>
                      <a:pt x="360" y="973"/>
                      <a:pt x="379" y="969"/>
                    </a:cubicBezTo>
                    <a:cubicBezTo>
                      <a:pt x="1021" y="759"/>
                      <a:pt x="1692" y="652"/>
                      <a:pt x="2358" y="652"/>
                    </a:cubicBezTo>
                    <a:cubicBezTo>
                      <a:pt x="4008" y="652"/>
                      <a:pt x="5629" y="1306"/>
                      <a:pt x="6699" y="2658"/>
                    </a:cubicBezTo>
                    <a:cubicBezTo>
                      <a:pt x="8075" y="4410"/>
                      <a:pt x="8201" y="6746"/>
                      <a:pt x="8221" y="8894"/>
                    </a:cubicBezTo>
                    <a:cubicBezTo>
                      <a:pt x="8263" y="12690"/>
                      <a:pt x="8305" y="16487"/>
                      <a:pt x="8493" y="20283"/>
                    </a:cubicBezTo>
                    <a:cubicBezTo>
                      <a:pt x="8513" y="20867"/>
                      <a:pt x="8534" y="21430"/>
                      <a:pt x="8576" y="21993"/>
                    </a:cubicBezTo>
                    <a:lnTo>
                      <a:pt x="8639" y="22890"/>
                    </a:lnTo>
                    <a:cubicBezTo>
                      <a:pt x="8805" y="26123"/>
                      <a:pt x="9077" y="29335"/>
                      <a:pt x="9410" y="32568"/>
                    </a:cubicBezTo>
                    <a:cubicBezTo>
                      <a:pt x="9640" y="34737"/>
                      <a:pt x="9848" y="36948"/>
                      <a:pt x="10161" y="39138"/>
                    </a:cubicBezTo>
                    <a:cubicBezTo>
                      <a:pt x="10328" y="40181"/>
                      <a:pt x="10516" y="41203"/>
                      <a:pt x="10724" y="42225"/>
                    </a:cubicBezTo>
                    <a:lnTo>
                      <a:pt x="11496" y="42246"/>
                    </a:lnTo>
                    <a:lnTo>
                      <a:pt x="11517" y="42246"/>
                    </a:lnTo>
                    <a:cubicBezTo>
                      <a:pt x="11496" y="42037"/>
                      <a:pt x="11475" y="41849"/>
                      <a:pt x="11475" y="41641"/>
                    </a:cubicBezTo>
                    <a:cubicBezTo>
                      <a:pt x="11371" y="40786"/>
                      <a:pt x="11267" y="39951"/>
                      <a:pt x="11141" y="39117"/>
                    </a:cubicBezTo>
                    <a:cubicBezTo>
                      <a:pt x="10766" y="36134"/>
                      <a:pt x="10328" y="33173"/>
                      <a:pt x="10057" y="30190"/>
                    </a:cubicBezTo>
                    <a:cubicBezTo>
                      <a:pt x="9848" y="27812"/>
                      <a:pt x="9681" y="25455"/>
                      <a:pt x="9535" y="23078"/>
                    </a:cubicBezTo>
                    <a:cubicBezTo>
                      <a:pt x="9515" y="22786"/>
                      <a:pt x="9494" y="22514"/>
                      <a:pt x="9494" y="22222"/>
                    </a:cubicBezTo>
                    <a:cubicBezTo>
                      <a:pt x="9369" y="20032"/>
                      <a:pt x="9285" y="17842"/>
                      <a:pt x="9223" y="15652"/>
                    </a:cubicBezTo>
                    <a:cubicBezTo>
                      <a:pt x="9118" y="11835"/>
                      <a:pt x="9869" y="7101"/>
                      <a:pt x="8201" y="3534"/>
                    </a:cubicBezTo>
                    <a:cubicBezTo>
                      <a:pt x="7193" y="1320"/>
                      <a:pt x="5000" y="0"/>
                      <a:pt x="2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7"/>
              <p:cNvSpPr/>
              <p:nvPr/>
            </p:nvSpPr>
            <p:spPr>
              <a:xfrm>
                <a:off x="4627075" y="2064850"/>
                <a:ext cx="633075" cy="586950"/>
              </a:xfrm>
              <a:custGeom>
                <a:rect b="b" l="l" r="r" t="t"/>
                <a:pathLst>
                  <a:path extrusionOk="0" h="23478" w="25323">
                    <a:moveTo>
                      <a:pt x="11524" y="1"/>
                    </a:moveTo>
                    <a:cubicBezTo>
                      <a:pt x="11297" y="1"/>
                      <a:pt x="11077" y="15"/>
                      <a:pt x="10868" y="44"/>
                    </a:cubicBezTo>
                    <a:cubicBezTo>
                      <a:pt x="8886" y="274"/>
                      <a:pt x="7030" y="1066"/>
                      <a:pt x="5487" y="2339"/>
                    </a:cubicBezTo>
                    <a:cubicBezTo>
                      <a:pt x="5636" y="2325"/>
                      <a:pt x="5785" y="2318"/>
                      <a:pt x="5933" y="2318"/>
                    </a:cubicBezTo>
                    <a:cubicBezTo>
                      <a:pt x="6673" y="2318"/>
                      <a:pt x="7392" y="2492"/>
                      <a:pt x="8052" y="2839"/>
                    </a:cubicBezTo>
                    <a:cubicBezTo>
                      <a:pt x="7813" y="2829"/>
                      <a:pt x="7573" y="2819"/>
                      <a:pt x="7333" y="2819"/>
                    </a:cubicBezTo>
                    <a:cubicBezTo>
                      <a:pt x="6632" y="2819"/>
                      <a:pt x="5936" y="2899"/>
                      <a:pt x="5299" y="3256"/>
                    </a:cubicBezTo>
                    <a:cubicBezTo>
                      <a:pt x="4569" y="3674"/>
                      <a:pt x="4026" y="4445"/>
                      <a:pt x="3526" y="5092"/>
                    </a:cubicBezTo>
                    <a:cubicBezTo>
                      <a:pt x="1711" y="7428"/>
                      <a:pt x="585" y="10223"/>
                      <a:pt x="293" y="13164"/>
                    </a:cubicBezTo>
                    <a:cubicBezTo>
                      <a:pt x="585" y="12872"/>
                      <a:pt x="940" y="12621"/>
                      <a:pt x="1315" y="12434"/>
                    </a:cubicBezTo>
                    <a:cubicBezTo>
                      <a:pt x="1628" y="12309"/>
                      <a:pt x="2274" y="12329"/>
                      <a:pt x="2525" y="12142"/>
                    </a:cubicBezTo>
                    <a:lnTo>
                      <a:pt x="2525" y="12142"/>
                    </a:lnTo>
                    <a:cubicBezTo>
                      <a:pt x="1816" y="12684"/>
                      <a:pt x="1211" y="13331"/>
                      <a:pt x="773" y="14102"/>
                    </a:cubicBezTo>
                    <a:cubicBezTo>
                      <a:pt x="272" y="14937"/>
                      <a:pt x="189" y="15667"/>
                      <a:pt x="105" y="16605"/>
                    </a:cubicBezTo>
                    <a:cubicBezTo>
                      <a:pt x="1" y="17919"/>
                      <a:pt x="189" y="18941"/>
                      <a:pt x="481" y="20214"/>
                    </a:cubicBezTo>
                    <a:cubicBezTo>
                      <a:pt x="668" y="21048"/>
                      <a:pt x="960" y="22362"/>
                      <a:pt x="1482" y="23071"/>
                    </a:cubicBezTo>
                    <a:cubicBezTo>
                      <a:pt x="1691" y="23361"/>
                      <a:pt x="1847" y="23477"/>
                      <a:pt x="1976" y="23477"/>
                    </a:cubicBezTo>
                    <a:cubicBezTo>
                      <a:pt x="2310" y="23477"/>
                      <a:pt x="2464" y="22701"/>
                      <a:pt x="2900" y="22174"/>
                    </a:cubicBezTo>
                    <a:cubicBezTo>
                      <a:pt x="3547" y="21361"/>
                      <a:pt x="4256" y="20610"/>
                      <a:pt x="5049" y="19922"/>
                    </a:cubicBezTo>
                    <a:cubicBezTo>
                      <a:pt x="5424" y="19567"/>
                      <a:pt x="5820" y="19254"/>
                      <a:pt x="6237" y="18941"/>
                    </a:cubicBezTo>
                    <a:cubicBezTo>
                      <a:pt x="6655" y="18628"/>
                      <a:pt x="6759" y="18211"/>
                      <a:pt x="6967" y="17711"/>
                    </a:cubicBezTo>
                    <a:cubicBezTo>
                      <a:pt x="7218" y="17001"/>
                      <a:pt x="7551" y="16355"/>
                      <a:pt x="7989" y="15750"/>
                    </a:cubicBezTo>
                    <a:lnTo>
                      <a:pt x="7989" y="15750"/>
                    </a:lnTo>
                    <a:lnTo>
                      <a:pt x="7489" y="18858"/>
                    </a:lnTo>
                    <a:cubicBezTo>
                      <a:pt x="8198" y="18357"/>
                      <a:pt x="8970" y="17919"/>
                      <a:pt x="9783" y="17585"/>
                    </a:cubicBezTo>
                    <a:cubicBezTo>
                      <a:pt x="10242" y="17419"/>
                      <a:pt x="10701" y="17273"/>
                      <a:pt x="11181" y="17127"/>
                    </a:cubicBezTo>
                    <a:cubicBezTo>
                      <a:pt x="11556" y="17022"/>
                      <a:pt x="12098" y="16751"/>
                      <a:pt x="12474" y="16751"/>
                    </a:cubicBezTo>
                    <a:cubicBezTo>
                      <a:pt x="13558" y="16438"/>
                      <a:pt x="14685" y="16230"/>
                      <a:pt x="15707" y="15729"/>
                    </a:cubicBezTo>
                    <a:cubicBezTo>
                      <a:pt x="16666" y="15249"/>
                      <a:pt x="17000" y="13727"/>
                      <a:pt x="17104" y="12747"/>
                    </a:cubicBezTo>
                    <a:lnTo>
                      <a:pt x="17104" y="12747"/>
                    </a:lnTo>
                    <a:cubicBezTo>
                      <a:pt x="17083" y="13039"/>
                      <a:pt x="17292" y="13456"/>
                      <a:pt x="17292" y="13748"/>
                    </a:cubicBezTo>
                    <a:cubicBezTo>
                      <a:pt x="17313" y="14165"/>
                      <a:pt x="17250" y="14561"/>
                      <a:pt x="17104" y="14937"/>
                    </a:cubicBezTo>
                    <a:cubicBezTo>
                      <a:pt x="16896" y="15521"/>
                      <a:pt x="16312" y="15771"/>
                      <a:pt x="15999" y="16313"/>
                    </a:cubicBezTo>
                    <a:cubicBezTo>
                      <a:pt x="16875" y="16313"/>
                      <a:pt x="17772" y="16251"/>
                      <a:pt x="18648" y="16105"/>
                    </a:cubicBezTo>
                    <a:cubicBezTo>
                      <a:pt x="19649" y="16000"/>
                      <a:pt x="20629" y="15750"/>
                      <a:pt x="21547" y="15354"/>
                    </a:cubicBezTo>
                    <a:cubicBezTo>
                      <a:pt x="22214" y="14999"/>
                      <a:pt x="22798" y="14561"/>
                      <a:pt x="23320" y="14040"/>
                    </a:cubicBezTo>
                    <a:cubicBezTo>
                      <a:pt x="24425" y="12955"/>
                      <a:pt x="25322" y="11537"/>
                      <a:pt x="25322" y="9993"/>
                    </a:cubicBezTo>
                    <a:cubicBezTo>
                      <a:pt x="25301" y="8429"/>
                      <a:pt x="24154" y="6865"/>
                      <a:pt x="22590" y="6823"/>
                    </a:cubicBezTo>
                    <a:cubicBezTo>
                      <a:pt x="22131" y="6823"/>
                      <a:pt x="21672" y="6906"/>
                      <a:pt x="21234" y="7073"/>
                    </a:cubicBezTo>
                    <a:cubicBezTo>
                      <a:pt x="20066" y="7511"/>
                      <a:pt x="19002" y="8200"/>
                      <a:pt x="18126" y="9096"/>
                    </a:cubicBezTo>
                    <a:cubicBezTo>
                      <a:pt x="18189" y="6260"/>
                      <a:pt x="17897" y="2985"/>
                      <a:pt x="15603" y="1275"/>
                    </a:cubicBezTo>
                    <a:cubicBezTo>
                      <a:pt x="14563" y="522"/>
                      <a:pt x="12909" y="1"/>
                      <a:pt x="115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7"/>
              <p:cNvSpPr/>
              <p:nvPr/>
            </p:nvSpPr>
            <p:spPr>
              <a:xfrm>
                <a:off x="4667250" y="2289650"/>
                <a:ext cx="404650" cy="300375"/>
              </a:xfrm>
              <a:custGeom>
                <a:rect b="b" l="l" r="r" t="t"/>
                <a:pathLst>
                  <a:path extrusionOk="0" h="12015" w="16186">
                    <a:moveTo>
                      <a:pt x="15977" y="0"/>
                    </a:moveTo>
                    <a:cubicBezTo>
                      <a:pt x="15622" y="0"/>
                      <a:pt x="15268" y="0"/>
                      <a:pt x="14934" y="42"/>
                    </a:cubicBezTo>
                    <a:cubicBezTo>
                      <a:pt x="14600" y="84"/>
                      <a:pt x="14267" y="125"/>
                      <a:pt x="13954" y="167"/>
                    </a:cubicBezTo>
                    <a:cubicBezTo>
                      <a:pt x="13307" y="292"/>
                      <a:pt x="12681" y="438"/>
                      <a:pt x="12077" y="626"/>
                    </a:cubicBezTo>
                    <a:cubicBezTo>
                      <a:pt x="10825" y="1001"/>
                      <a:pt x="9636" y="1544"/>
                      <a:pt x="8510" y="2190"/>
                    </a:cubicBezTo>
                    <a:cubicBezTo>
                      <a:pt x="6257" y="3504"/>
                      <a:pt x="4276" y="5235"/>
                      <a:pt x="2712" y="7342"/>
                    </a:cubicBezTo>
                    <a:cubicBezTo>
                      <a:pt x="1669" y="8739"/>
                      <a:pt x="772" y="10220"/>
                      <a:pt x="0" y="11806"/>
                    </a:cubicBezTo>
                    <a:cubicBezTo>
                      <a:pt x="104" y="11889"/>
                      <a:pt x="229" y="11952"/>
                      <a:pt x="334" y="12014"/>
                    </a:cubicBezTo>
                    <a:cubicBezTo>
                      <a:pt x="1189" y="10700"/>
                      <a:pt x="1940" y="9303"/>
                      <a:pt x="2858" y="8030"/>
                    </a:cubicBezTo>
                    <a:cubicBezTo>
                      <a:pt x="3608" y="6946"/>
                      <a:pt x="4484" y="5965"/>
                      <a:pt x="5465" y="5069"/>
                    </a:cubicBezTo>
                    <a:cubicBezTo>
                      <a:pt x="7342" y="3275"/>
                      <a:pt x="9574" y="1898"/>
                      <a:pt x="12035" y="1022"/>
                    </a:cubicBezTo>
                    <a:cubicBezTo>
                      <a:pt x="12702" y="793"/>
                      <a:pt x="13411" y="605"/>
                      <a:pt x="14100" y="459"/>
                    </a:cubicBezTo>
                    <a:cubicBezTo>
                      <a:pt x="14454" y="376"/>
                      <a:pt x="14809" y="313"/>
                      <a:pt x="15143" y="271"/>
                    </a:cubicBezTo>
                    <a:cubicBezTo>
                      <a:pt x="15497" y="209"/>
                      <a:pt x="15831" y="146"/>
                      <a:pt x="16186" y="125"/>
                    </a:cubicBezTo>
                    <a:cubicBezTo>
                      <a:pt x="16123" y="125"/>
                      <a:pt x="16060" y="0"/>
                      <a:pt x="159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7"/>
              <p:cNvSpPr/>
              <p:nvPr/>
            </p:nvSpPr>
            <p:spPr>
              <a:xfrm>
                <a:off x="5049450" y="2286525"/>
                <a:ext cx="43300" cy="163950"/>
              </a:xfrm>
              <a:custGeom>
                <a:rect b="b" l="l" r="r" t="t"/>
                <a:pathLst>
                  <a:path extrusionOk="0" h="6558" w="1732">
                    <a:moveTo>
                      <a:pt x="42" y="0"/>
                    </a:moveTo>
                    <a:cubicBezTo>
                      <a:pt x="1" y="0"/>
                      <a:pt x="1" y="0"/>
                      <a:pt x="22" y="42"/>
                    </a:cubicBezTo>
                    <a:cubicBezTo>
                      <a:pt x="1315" y="1377"/>
                      <a:pt x="1690" y="3337"/>
                      <a:pt x="1002" y="5068"/>
                    </a:cubicBezTo>
                    <a:cubicBezTo>
                      <a:pt x="898" y="5298"/>
                      <a:pt x="793" y="5527"/>
                      <a:pt x="647" y="5757"/>
                    </a:cubicBezTo>
                    <a:cubicBezTo>
                      <a:pt x="585" y="5861"/>
                      <a:pt x="522" y="5965"/>
                      <a:pt x="439" y="6070"/>
                    </a:cubicBezTo>
                    <a:cubicBezTo>
                      <a:pt x="355" y="6174"/>
                      <a:pt x="272" y="6278"/>
                      <a:pt x="209" y="6403"/>
                    </a:cubicBezTo>
                    <a:cubicBezTo>
                      <a:pt x="191" y="6457"/>
                      <a:pt x="359" y="6558"/>
                      <a:pt x="433" y="6558"/>
                    </a:cubicBezTo>
                    <a:cubicBezTo>
                      <a:pt x="444" y="6558"/>
                      <a:pt x="454" y="6555"/>
                      <a:pt x="460" y="6549"/>
                    </a:cubicBezTo>
                    <a:cubicBezTo>
                      <a:pt x="647" y="6403"/>
                      <a:pt x="793" y="6216"/>
                      <a:pt x="898" y="6007"/>
                    </a:cubicBezTo>
                    <a:cubicBezTo>
                      <a:pt x="1044" y="5819"/>
                      <a:pt x="1148" y="5590"/>
                      <a:pt x="1252" y="5381"/>
                    </a:cubicBezTo>
                    <a:cubicBezTo>
                      <a:pt x="1440" y="4943"/>
                      <a:pt x="1565" y="4484"/>
                      <a:pt x="1628" y="4005"/>
                    </a:cubicBezTo>
                    <a:cubicBezTo>
                      <a:pt x="1732" y="3108"/>
                      <a:pt x="1565" y="2169"/>
                      <a:pt x="1148" y="1356"/>
                    </a:cubicBezTo>
                    <a:cubicBezTo>
                      <a:pt x="898" y="876"/>
                      <a:pt x="564" y="459"/>
                      <a:pt x="188" y="83"/>
                    </a:cubicBezTo>
                    <a:cubicBezTo>
                      <a:pt x="168" y="63"/>
                      <a:pt x="105" y="0"/>
                      <a:pt x="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7"/>
              <p:cNvSpPr/>
              <p:nvPr/>
            </p:nvSpPr>
            <p:spPr>
              <a:xfrm>
                <a:off x="4818450" y="2330825"/>
                <a:ext cx="91800" cy="187750"/>
              </a:xfrm>
              <a:custGeom>
                <a:rect b="b" l="l" r="r" t="t"/>
                <a:pathLst>
                  <a:path extrusionOk="0" h="7510" w="3672">
                    <a:moveTo>
                      <a:pt x="3484" y="1"/>
                    </a:moveTo>
                    <a:cubicBezTo>
                      <a:pt x="3484" y="19"/>
                      <a:pt x="3500" y="37"/>
                      <a:pt x="3522" y="55"/>
                    </a:cubicBezTo>
                    <a:lnTo>
                      <a:pt x="3522" y="55"/>
                    </a:lnTo>
                    <a:cubicBezTo>
                      <a:pt x="3523" y="44"/>
                      <a:pt x="3524" y="33"/>
                      <a:pt x="3526" y="22"/>
                    </a:cubicBezTo>
                    <a:lnTo>
                      <a:pt x="3484" y="1"/>
                    </a:lnTo>
                    <a:close/>
                    <a:moveTo>
                      <a:pt x="3522" y="55"/>
                    </a:moveTo>
                    <a:cubicBezTo>
                      <a:pt x="3460" y="565"/>
                      <a:pt x="3377" y="1076"/>
                      <a:pt x="3255" y="1586"/>
                    </a:cubicBezTo>
                    <a:cubicBezTo>
                      <a:pt x="3129" y="2128"/>
                      <a:pt x="2983" y="2650"/>
                      <a:pt x="2796" y="3150"/>
                    </a:cubicBezTo>
                    <a:cubicBezTo>
                      <a:pt x="2399" y="4172"/>
                      <a:pt x="1878" y="5111"/>
                      <a:pt x="1210" y="5966"/>
                    </a:cubicBezTo>
                    <a:cubicBezTo>
                      <a:pt x="1023" y="6196"/>
                      <a:pt x="814" y="6425"/>
                      <a:pt x="606" y="6654"/>
                    </a:cubicBezTo>
                    <a:cubicBezTo>
                      <a:pt x="397" y="6884"/>
                      <a:pt x="209" y="7113"/>
                      <a:pt x="1" y="7364"/>
                    </a:cubicBezTo>
                    <a:cubicBezTo>
                      <a:pt x="42" y="7426"/>
                      <a:pt x="84" y="7468"/>
                      <a:pt x="126" y="7510"/>
                    </a:cubicBezTo>
                    <a:cubicBezTo>
                      <a:pt x="376" y="7364"/>
                      <a:pt x="585" y="7197"/>
                      <a:pt x="793" y="6988"/>
                    </a:cubicBezTo>
                    <a:cubicBezTo>
                      <a:pt x="981" y="6800"/>
                      <a:pt x="1148" y="6592"/>
                      <a:pt x="1315" y="6383"/>
                    </a:cubicBezTo>
                    <a:cubicBezTo>
                      <a:pt x="2337" y="5132"/>
                      <a:pt x="3088" y="3651"/>
                      <a:pt x="3442" y="2066"/>
                    </a:cubicBezTo>
                    <a:cubicBezTo>
                      <a:pt x="3526" y="1753"/>
                      <a:pt x="3567" y="1461"/>
                      <a:pt x="3609" y="1169"/>
                    </a:cubicBezTo>
                    <a:cubicBezTo>
                      <a:pt x="3651" y="835"/>
                      <a:pt x="3672" y="522"/>
                      <a:pt x="3672" y="189"/>
                    </a:cubicBezTo>
                    <a:cubicBezTo>
                      <a:pt x="3672" y="144"/>
                      <a:pt x="3576" y="100"/>
                      <a:pt x="3522" y="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7"/>
              <p:cNvSpPr/>
              <p:nvPr/>
            </p:nvSpPr>
            <p:spPr>
              <a:xfrm>
                <a:off x="4787700" y="2125775"/>
                <a:ext cx="239875" cy="164350"/>
              </a:xfrm>
              <a:custGeom>
                <a:rect b="b" l="l" r="r" t="t"/>
                <a:pathLst>
                  <a:path extrusionOk="0" h="6574" w="9595">
                    <a:moveTo>
                      <a:pt x="1874" y="1"/>
                    </a:moveTo>
                    <a:cubicBezTo>
                      <a:pt x="1792" y="1"/>
                      <a:pt x="1709" y="2"/>
                      <a:pt x="1627" y="6"/>
                    </a:cubicBezTo>
                    <a:cubicBezTo>
                      <a:pt x="1147" y="6"/>
                      <a:pt x="668" y="48"/>
                      <a:pt x="188" y="152"/>
                    </a:cubicBezTo>
                    <a:cubicBezTo>
                      <a:pt x="0" y="215"/>
                      <a:pt x="250" y="235"/>
                      <a:pt x="334" y="235"/>
                    </a:cubicBezTo>
                    <a:cubicBezTo>
                      <a:pt x="751" y="152"/>
                      <a:pt x="1168" y="110"/>
                      <a:pt x="1585" y="110"/>
                    </a:cubicBezTo>
                    <a:cubicBezTo>
                      <a:pt x="1684" y="105"/>
                      <a:pt x="1782" y="103"/>
                      <a:pt x="1881" y="103"/>
                    </a:cubicBezTo>
                    <a:cubicBezTo>
                      <a:pt x="2199" y="103"/>
                      <a:pt x="2518" y="130"/>
                      <a:pt x="2837" y="194"/>
                    </a:cubicBezTo>
                    <a:cubicBezTo>
                      <a:pt x="3650" y="298"/>
                      <a:pt x="4464" y="569"/>
                      <a:pt x="5194" y="945"/>
                    </a:cubicBezTo>
                    <a:cubicBezTo>
                      <a:pt x="6612" y="1654"/>
                      <a:pt x="7759" y="2780"/>
                      <a:pt x="8531" y="4157"/>
                    </a:cubicBezTo>
                    <a:cubicBezTo>
                      <a:pt x="8948" y="4907"/>
                      <a:pt x="9282" y="5721"/>
                      <a:pt x="9470" y="6555"/>
                    </a:cubicBezTo>
                    <a:cubicBezTo>
                      <a:pt x="9470" y="6569"/>
                      <a:pt x="9483" y="6574"/>
                      <a:pt x="9502" y="6574"/>
                    </a:cubicBezTo>
                    <a:cubicBezTo>
                      <a:pt x="9539" y="6574"/>
                      <a:pt x="9595" y="6555"/>
                      <a:pt x="9595" y="6555"/>
                    </a:cubicBezTo>
                    <a:cubicBezTo>
                      <a:pt x="9490" y="5763"/>
                      <a:pt x="9240" y="4970"/>
                      <a:pt x="8885" y="4240"/>
                    </a:cubicBezTo>
                    <a:cubicBezTo>
                      <a:pt x="8531" y="3531"/>
                      <a:pt x="8051" y="2884"/>
                      <a:pt x="7488" y="2321"/>
                    </a:cubicBezTo>
                    <a:cubicBezTo>
                      <a:pt x="6278" y="1132"/>
                      <a:pt x="4735" y="340"/>
                      <a:pt x="3045" y="110"/>
                    </a:cubicBezTo>
                    <a:cubicBezTo>
                      <a:pt x="2665" y="41"/>
                      <a:pt x="2271" y="1"/>
                      <a:pt x="1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27"/>
              <p:cNvSpPr/>
              <p:nvPr/>
            </p:nvSpPr>
            <p:spPr>
              <a:xfrm>
                <a:off x="4642200" y="2320850"/>
                <a:ext cx="228425" cy="62350"/>
              </a:xfrm>
              <a:custGeom>
                <a:rect b="b" l="l" r="r" t="t"/>
                <a:pathLst>
                  <a:path extrusionOk="0" h="2494" w="9137">
                    <a:moveTo>
                      <a:pt x="5514" y="1"/>
                    </a:moveTo>
                    <a:cubicBezTo>
                      <a:pt x="5449" y="1"/>
                      <a:pt x="5384" y="2"/>
                      <a:pt x="5320" y="4"/>
                    </a:cubicBezTo>
                    <a:cubicBezTo>
                      <a:pt x="5277" y="3"/>
                      <a:pt x="5235" y="3"/>
                      <a:pt x="5192" y="3"/>
                    </a:cubicBezTo>
                    <a:cubicBezTo>
                      <a:pt x="3880" y="3"/>
                      <a:pt x="2591" y="315"/>
                      <a:pt x="1419" y="921"/>
                    </a:cubicBezTo>
                    <a:cubicBezTo>
                      <a:pt x="1085" y="1088"/>
                      <a:pt x="793" y="1297"/>
                      <a:pt x="543" y="1547"/>
                    </a:cubicBezTo>
                    <a:cubicBezTo>
                      <a:pt x="314" y="1756"/>
                      <a:pt x="1" y="2089"/>
                      <a:pt x="43" y="2423"/>
                    </a:cubicBezTo>
                    <a:cubicBezTo>
                      <a:pt x="43" y="2470"/>
                      <a:pt x="160" y="2494"/>
                      <a:pt x="236" y="2494"/>
                    </a:cubicBezTo>
                    <a:cubicBezTo>
                      <a:pt x="262" y="2494"/>
                      <a:pt x="282" y="2491"/>
                      <a:pt x="293" y="2486"/>
                    </a:cubicBezTo>
                    <a:cubicBezTo>
                      <a:pt x="522" y="2277"/>
                      <a:pt x="647" y="2006"/>
                      <a:pt x="856" y="1777"/>
                    </a:cubicBezTo>
                    <a:cubicBezTo>
                      <a:pt x="1065" y="1568"/>
                      <a:pt x="1294" y="1380"/>
                      <a:pt x="1544" y="1234"/>
                    </a:cubicBezTo>
                    <a:cubicBezTo>
                      <a:pt x="2045" y="901"/>
                      <a:pt x="2608" y="671"/>
                      <a:pt x="3192" y="504"/>
                    </a:cubicBezTo>
                    <a:cubicBezTo>
                      <a:pt x="3953" y="268"/>
                      <a:pt x="4738" y="148"/>
                      <a:pt x="5522" y="148"/>
                    </a:cubicBezTo>
                    <a:cubicBezTo>
                      <a:pt x="5985" y="148"/>
                      <a:pt x="6448" y="190"/>
                      <a:pt x="6905" y="275"/>
                    </a:cubicBezTo>
                    <a:cubicBezTo>
                      <a:pt x="7614" y="442"/>
                      <a:pt x="8302" y="713"/>
                      <a:pt x="8928" y="1130"/>
                    </a:cubicBezTo>
                    <a:cubicBezTo>
                      <a:pt x="8949" y="1140"/>
                      <a:pt x="9006" y="1146"/>
                      <a:pt x="9053" y="1146"/>
                    </a:cubicBezTo>
                    <a:cubicBezTo>
                      <a:pt x="9100" y="1146"/>
                      <a:pt x="9136" y="1140"/>
                      <a:pt x="9116" y="1130"/>
                    </a:cubicBezTo>
                    <a:cubicBezTo>
                      <a:pt x="8063" y="395"/>
                      <a:pt x="6802" y="1"/>
                      <a:pt x="5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27"/>
              <p:cNvSpPr/>
              <p:nvPr/>
            </p:nvSpPr>
            <p:spPr>
              <a:xfrm>
                <a:off x="4788525" y="2219800"/>
                <a:ext cx="155100" cy="96975"/>
              </a:xfrm>
              <a:custGeom>
                <a:rect b="b" l="l" r="r" t="t"/>
                <a:pathLst>
                  <a:path extrusionOk="0" h="3879" w="6204">
                    <a:moveTo>
                      <a:pt x="1406" y="1"/>
                    </a:moveTo>
                    <a:cubicBezTo>
                      <a:pt x="980" y="1"/>
                      <a:pt x="547" y="65"/>
                      <a:pt x="134" y="208"/>
                    </a:cubicBezTo>
                    <a:cubicBezTo>
                      <a:pt x="95" y="208"/>
                      <a:pt x="0" y="356"/>
                      <a:pt x="6" y="356"/>
                    </a:cubicBezTo>
                    <a:cubicBezTo>
                      <a:pt x="7" y="356"/>
                      <a:pt x="8" y="355"/>
                      <a:pt x="9" y="354"/>
                    </a:cubicBezTo>
                    <a:cubicBezTo>
                      <a:pt x="330" y="303"/>
                      <a:pt x="653" y="277"/>
                      <a:pt x="974" y="277"/>
                    </a:cubicBezTo>
                    <a:cubicBezTo>
                      <a:pt x="1698" y="277"/>
                      <a:pt x="2417" y="407"/>
                      <a:pt x="3096" y="667"/>
                    </a:cubicBezTo>
                    <a:cubicBezTo>
                      <a:pt x="3993" y="1042"/>
                      <a:pt x="4764" y="1647"/>
                      <a:pt x="5328" y="2440"/>
                    </a:cubicBezTo>
                    <a:cubicBezTo>
                      <a:pt x="5640" y="2878"/>
                      <a:pt x="5870" y="3378"/>
                      <a:pt x="6058" y="3879"/>
                    </a:cubicBezTo>
                    <a:cubicBezTo>
                      <a:pt x="6058" y="3879"/>
                      <a:pt x="6204" y="3774"/>
                      <a:pt x="6204" y="3733"/>
                    </a:cubicBezTo>
                    <a:cubicBezTo>
                      <a:pt x="5682" y="1751"/>
                      <a:pt x="4014" y="291"/>
                      <a:pt x="1990" y="41"/>
                    </a:cubicBezTo>
                    <a:cubicBezTo>
                      <a:pt x="1799" y="15"/>
                      <a:pt x="1603" y="1"/>
                      <a:pt x="1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7"/>
              <p:cNvSpPr/>
              <p:nvPr/>
            </p:nvSpPr>
            <p:spPr>
              <a:xfrm>
                <a:off x="5090650" y="2292250"/>
                <a:ext cx="85550" cy="105875"/>
              </a:xfrm>
              <a:custGeom>
                <a:rect b="b" l="l" r="r" t="t"/>
                <a:pathLst>
                  <a:path extrusionOk="0" h="4235" w="3422">
                    <a:moveTo>
                      <a:pt x="0" y="0"/>
                    </a:moveTo>
                    <a:cubicBezTo>
                      <a:pt x="1" y="1"/>
                      <a:pt x="2" y="1"/>
                      <a:pt x="3" y="1"/>
                    </a:cubicBezTo>
                    <a:lnTo>
                      <a:pt x="3" y="1"/>
                    </a:lnTo>
                    <a:cubicBezTo>
                      <a:pt x="2" y="1"/>
                      <a:pt x="1" y="0"/>
                      <a:pt x="0" y="0"/>
                    </a:cubicBezTo>
                    <a:close/>
                    <a:moveTo>
                      <a:pt x="3" y="1"/>
                    </a:moveTo>
                    <a:cubicBezTo>
                      <a:pt x="64" y="6"/>
                      <a:pt x="106" y="188"/>
                      <a:pt x="167" y="188"/>
                    </a:cubicBezTo>
                    <a:cubicBezTo>
                      <a:pt x="647" y="230"/>
                      <a:pt x="1127" y="376"/>
                      <a:pt x="1586" y="564"/>
                    </a:cubicBezTo>
                    <a:cubicBezTo>
                      <a:pt x="1794" y="668"/>
                      <a:pt x="2003" y="772"/>
                      <a:pt x="2211" y="918"/>
                    </a:cubicBezTo>
                    <a:cubicBezTo>
                      <a:pt x="2316" y="1002"/>
                      <a:pt x="2420" y="1085"/>
                      <a:pt x="2503" y="1169"/>
                    </a:cubicBezTo>
                    <a:cubicBezTo>
                      <a:pt x="2608" y="1252"/>
                      <a:pt x="2670" y="1335"/>
                      <a:pt x="2733" y="1419"/>
                    </a:cubicBezTo>
                    <a:cubicBezTo>
                      <a:pt x="3004" y="1815"/>
                      <a:pt x="3171" y="2274"/>
                      <a:pt x="3213" y="2754"/>
                    </a:cubicBezTo>
                    <a:cubicBezTo>
                      <a:pt x="3233" y="3233"/>
                      <a:pt x="3150" y="3692"/>
                      <a:pt x="2941" y="4130"/>
                    </a:cubicBezTo>
                    <a:cubicBezTo>
                      <a:pt x="2941" y="4130"/>
                      <a:pt x="3046" y="4235"/>
                      <a:pt x="3046" y="4235"/>
                    </a:cubicBezTo>
                    <a:cubicBezTo>
                      <a:pt x="3296" y="3901"/>
                      <a:pt x="3421" y="3505"/>
                      <a:pt x="3400" y="3087"/>
                    </a:cubicBezTo>
                    <a:cubicBezTo>
                      <a:pt x="3400" y="2670"/>
                      <a:pt x="3296" y="2274"/>
                      <a:pt x="3087" y="1899"/>
                    </a:cubicBezTo>
                    <a:cubicBezTo>
                      <a:pt x="2712" y="1210"/>
                      <a:pt x="2128" y="668"/>
                      <a:pt x="1419" y="334"/>
                    </a:cubicBezTo>
                    <a:cubicBezTo>
                      <a:pt x="982" y="147"/>
                      <a:pt x="503" y="22"/>
                      <a:pt x="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7"/>
              <p:cNvSpPr/>
              <p:nvPr/>
            </p:nvSpPr>
            <p:spPr>
              <a:xfrm>
                <a:off x="5140700" y="2406300"/>
                <a:ext cx="20800" cy="22600"/>
              </a:xfrm>
              <a:custGeom>
                <a:rect b="b" l="l" r="r" t="t"/>
                <a:pathLst>
                  <a:path extrusionOk="0" h="904" w="832">
                    <a:moveTo>
                      <a:pt x="794" y="1"/>
                    </a:moveTo>
                    <a:cubicBezTo>
                      <a:pt x="788" y="1"/>
                      <a:pt x="780" y="2"/>
                      <a:pt x="773" y="6"/>
                    </a:cubicBezTo>
                    <a:cubicBezTo>
                      <a:pt x="710" y="27"/>
                      <a:pt x="668" y="69"/>
                      <a:pt x="626" y="131"/>
                    </a:cubicBezTo>
                    <a:cubicBezTo>
                      <a:pt x="585" y="194"/>
                      <a:pt x="543" y="257"/>
                      <a:pt x="480" y="340"/>
                    </a:cubicBezTo>
                    <a:lnTo>
                      <a:pt x="418" y="423"/>
                    </a:lnTo>
                    <a:lnTo>
                      <a:pt x="397" y="444"/>
                    </a:lnTo>
                    <a:lnTo>
                      <a:pt x="355" y="486"/>
                    </a:lnTo>
                    <a:lnTo>
                      <a:pt x="209" y="674"/>
                    </a:lnTo>
                    <a:cubicBezTo>
                      <a:pt x="168" y="695"/>
                      <a:pt x="147" y="736"/>
                      <a:pt x="126" y="757"/>
                    </a:cubicBezTo>
                    <a:cubicBezTo>
                      <a:pt x="105" y="778"/>
                      <a:pt x="105" y="778"/>
                      <a:pt x="84" y="799"/>
                    </a:cubicBezTo>
                    <a:cubicBezTo>
                      <a:pt x="84" y="799"/>
                      <a:pt x="63" y="841"/>
                      <a:pt x="42" y="841"/>
                    </a:cubicBezTo>
                    <a:cubicBezTo>
                      <a:pt x="42" y="841"/>
                      <a:pt x="1" y="882"/>
                      <a:pt x="22" y="903"/>
                    </a:cubicBezTo>
                    <a:cubicBezTo>
                      <a:pt x="42" y="903"/>
                      <a:pt x="63" y="882"/>
                      <a:pt x="84" y="882"/>
                    </a:cubicBezTo>
                    <a:cubicBezTo>
                      <a:pt x="230" y="757"/>
                      <a:pt x="355" y="632"/>
                      <a:pt x="480" y="507"/>
                    </a:cubicBezTo>
                    <a:cubicBezTo>
                      <a:pt x="606" y="361"/>
                      <a:pt x="710" y="215"/>
                      <a:pt x="814" y="48"/>
                    </a:cubicBezTo>
                    <a:cubicBezTo>
                      <a:pt x="831" y="31"/>
                      <a:pt x="821" y="1"/>
                      <a:pt x="7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7"/>
              <p:cNvSpPr/>
              <p:nvPr/>
            </p:nvSpPr>
            <p:spPr>
              <a:xfrm>
                <a:off x="4858600" y="2142075"/>
                <a:ext cx="153325" cy="131425"/>
              </a:xfrm>
              <a:custGeom>
                <a:rect b="b" l="l" r="r" t="t"/>
                <a:pathLst>
                  <a:path extrusionOk="0" h="5257" w="6133">
                    <a:moveTo>
                      <a:pt x="1" y="1"/>
                    </a:moveTo>
                    <a:cubicBezTo>
                      <a:pt x="3" y="1"/>
                      <a:pt x="6" y="1"/>
                      <a:pt x="9" y="2"/>
                    </a:cubicBezTo>
                    <a:lnTo>
                      <a:pt x="9" y="2"/>
                    </a:lnTo>
                    <a:cubicBezTo>
                      <a:pt x="6" y="1"/>
                      <a:pt x="3" y="1"/>
                      <a:pt x="1" y="1"/>
                    </a:cubicBezTo>
                    <a:close/>
                    <a:moveTo>
                      <a:pt x="9" y="2"/>
                    </a:moveTo>
                    <a:cubicBezTo>
                      <a:pt x="50" y="13"/>
                      <a:pt x="109" y="106"/>
                      <a:pt x="168" y="126"/>
                    </a:cubicBezTo>
                    <a:cubicBezTo>
                      <a:pt x="647" y="293"/>
                      <a:pt x="1148" y="418"/>
                      <a:pt x="1628" y="626"/>
                    </a:cubicBezTo>
                    <a:cubicBezTo>
                      <a:pt x="2107" y="835"/>
                      <a:pt x="2566" y="1085"/>
                      <a:pt x="2983" y="1377"/>
                    </a:cubicBezTo>
                    <a:cubicBezTo>
                      <a:pt x="3880" y="2003"/>
                      <a:pt x="4631" y="2775"/>
                      <a:pt x="5236" y="3692"/>
                    </a:cubicBezTo>
                    <a:cubicBezTo>
                      <a:pt x="5549" y="4151"/>
                      <a:pt x="5820" y="4673"/>
                      <a:pt x="6049" y="5194"/>
                    </a:cubicBezTo>
                    <a:cubicBezTo>
                      <a:pt x="6049" y="5215"/>
                      <a:pt x="6112" y="5236"/>
                      <a:pt x="6133" y="5257"/>
                    </a:cubicBezTo>
                    <a:cubicBezTo>
                      <a:pt x="5278" y="3213"/>
                      <a:pt x="3713" y="1565"/>
                      <a:pt x="1732" y="605"/>
                    </a:cubicBezTo>
                    <a:cubicBezTo>
                      <a:pt x="1461" y="480"/>
                      <a:pt x="1169" y="355"/>
                      <a:pt x="877" y="251"/>
                    </a:cubicBezTo>
                    <a:cubicBezTo>
                      <a:pt x="608" y="127"/>
                      <a:pt x="298" y="44"/>
                      <a:pt x="9"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7"/>
              <p:cNvSpPr/>
              <p:nvPr/>
            </p:nvSpPr>
            <p:spPr>
              <a:xfrm>
                <a:off x="4825750" y="2135825"/>
                <a:ext cx="19950" cy="6375"/>
              </a:xfrm>
              <a:custGeom>
                <a:rect b="b" l="l" r="r" t="t"/>
                <a:pathLst>
                  <a:path extrusionOk="0" h="255" w="798">
                    <a:moveTo>
                      <a:pt x="147" y="0"/>
                    </a:moveTo>
                    <a:cubicBezTo>
                      <a:pt x="105" y="0"/>
                      <a:pt x="84" y="21"/>
                      <a:pt x="63" y="21"/>
                    </a:cubicBezTo>
                    <a:lnTo>
                      <a:pt x="22" y="42"/>
                    </a:lnTo>
                    <a:cubicBezTo>
                      <a:pt x="1" y="42"/>
                      <a:pt x="1" y="42"/>
                      <a:pt x="1" y="63"/>
                    </a:cubicBezTo>
                    <a:cubicBezTo>
                      <a:pt x="1" y="105"/>
                      <a:pt x="42" y="125"/>
                      <a:pt x="42" y="125"/>
                    </a:cubicBezTo>
                    <a:cubicBezTo>
                      <a:pt x="63" y="146"/>
                      <a:pt x="84" y="167"/>
                      <a:pt x="105" y="188"/>
                    </a:cubicBezTo>
                    <a:lnTo>
                      <a:pt x="460" y="188"/>
                    </a:lnTo>
                    <a:cubicBezTo>
                      <a:pt x="564" y="188"/>
                      <a:pt x="668" y="209"/>
                      <a:pt x="752" y="251"/>
                    </a:cubicBezTo>
                    <a:cubicBezTo>
                      <a:pt x="761" y="254"/>
                      <a:pt x="767" y="255"/>
                      <a:pt x="771" y="255"/>
                    </a:cubicBezTo>
                    <a:cubicBezTo>
                      <a:pt x="798" y="255"/>
                      <a:pt x="752" y="209"/>
                      <a:pt x="752" y="209"/>
                    </a:cubicBezTo>
                    <a:cubicBezTo>
                      <a:pt x="752" y="167"/>
                      <a:pt x="731" y="146"/>
                      <a:pt x="710" y="125"/>
                    </a:cubicBezTo>
                    <a:cubicBezTo>
                      <a:pt x="689" y="105"/>
                      <a:pt x="668" y="105"/>
                      <a:pt x="647" y="84"/>
                    </a:cubicBezTo>
                    <a:lnTo>
                      <a:pt x="647" y="105"/>
                    </a:lnTo>
                    <a:cubicBezTo>
                      <a:pt x="543" y="42"/>
                      <a:pt x="418" y="21"/>
                      <a:pt x="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7"/>
              <p:cNvSpPr/>
              <p:nvPr/>
            </p:nvSpPr>
            <p:spPr>
              <a:xfrm>
                <a:off x="5050500" y="2361600"/>
                <a:ext cx="22975" cy="75625"/>
              </a:xfrm>
              <a:custGeom>
                <a:rect b="b" l="l" r="r" t="t"/>
                <a:pathLst>
                  <a:path extrusionOk="0" h="3025" w="919">
                    <a:moveTo>
                      <a:pt x="584" y="1"/>
                    </a:moveTo>
                    <a:cubicBezTo>
                      <a:pt x="564" y="1"/>
                      <a:pt x="459" y="63"/>
                      <a:pt x="459" y="84"/>
                    </a:cubicBezTo>
                    <a:cubicBezTo>
                      <a:pt x="480" y="209"/>
                      <a:pt x="501" y="334"/>
                      <a:pt x="543" y="459"/>
                    </a:cubicBezTo>
                    <a:cubicBezTo>
                      <a:pt x="564" y="585"/>
                      <a:pt x="584" y="689"/>
                      <a:pt x="605" y="814"/>
                    </a:cubicBezTo>
                    <a:cubicBezTo>
                      <a:pt x="626" y="1043"/>
                      <a:pt x="626" y="1294"/>
                      <a:pt x="564" y="1523"/>
                    </a:cubicBezTo>
                    <a:cubicBezTo>
                      <a:pt x="439" y="2043"/>
                      <a:pt x="252" y="2542"/>
                      <a:pt x="3" y="3020"/>
                    </a:cubicBezTo>
                    <a:lnTo>
                      <a:pt x="3" y="3020"/>
                    </a:lnTo>
                    <a:cubicBezTo>
                      <a:pt x="24" y="2998"/>
                      <a:pt x="170" y="2959"/>
                      <a:pt x="209" y="2921"/>
                    </a:cubicBezTo>
                    <a:cubicBezTo>
                      <a:pt x="480" y="2441"/>
                      <a:pt x="710" y="1940"/>
                      <a:pt x="856" y="1419"/>
                    </a:cubicBezTo>
                    <a:cubicBezTo>
                      <a:pt x="897" y="1169"/>
                      <a:pt x="918" y="918"/>
                      <a:pt x="897" y="689"/>
                    </a:cubicBezTo>
                    <a:cubicBezTo>
                      <a:pt x="897" y="418"/>
                      <a:pt x="772" y="167"/>
                      <a:pt x="584" y="1"/>
                    </a:cubicBezTo>
                    <a:close/>
                    <a:moveTo>
                      <a:pt x="3" y="3020"/>
                    </a:moveTo>
                    <a:lnTo>
                      <a:pt x="3" y="3020"/>
                    </a:lnTo>
                    <a:cubicBezTo>
                      <a:pt x="1" y="3022"/>
                      <a:pt x="0" y="3023"/>
                      <a:pt x="0" y="3025"/>
                    </a:cubicBezTo>
                    <a:cubicBezTo>
                      <a:pt x="1" y="3023"/>
                      <a:pt x="2" y="3022"/>
                      <a:pt x="3" y="30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7"/>
              <p:cNvSpPr/>
              <p:nvPr/>
            </p:nvSpPr>
            <p:spPr>
              <a:xfrm>
                <a:off x="5131850" y="2295900"/>
                <a:ext cx="56850" cy="59625"/>
              </a:xfrm>
              <a:custGeom>
                <a:rect b="b" l="l" r="r" t="t"/>
                <a:pathLst>
                  <a:path extrusionOk="0" h="2385" w="2274">
                    <a:moveTo>
                      <a:pt x="209" y="0"/>
                    </a:moveTo>
                    <a:cubicBezTo>
                      <a:pt x="167" y="0"/>
                      <a:pt x="0" y="146"/>
                      <a:pt x="21" y="188"/>
                    </a:cubicBezTo>
                    <a:cubicBezTo>
                      <a:pt x="230" y="376"/>
                      <a:pt x="459" y="522"/>
                      <a:pt x="709" y="647"/>
                    </a:cubicBezTo>
                    <a:cubicBezTo>
                      <a:pt x="939" y="814"/>
                      <a:pt x="1168" y="960"/>
                      <a:pt x="1398" y="1148"/>
                    </a:cubicBezTo>
                    <a:cubicBezTo>
                      <a:pt x="1773" y="1440"/>
                      <a:pt x="2190" y="1857"/>
                      <a:pt x="2086" y="2378"/>
                    </a:cubicBezTo>
                    <a:cubicBezTo>
                      <a:pt x="2086" y="2382"/>
                      <a:pt x="2088" y="2384"/>
                      <a:pt x="2092" y="2384"/>
                    </a:cubicBezTo>
                    <a:cubicBezTo>
                      <a:pt x="2108" y="2384"/>
                      <a:pt x="2149" y="2357"/>
                      <a:pt x="2149" y="2357"/>
                    </a:cubicBezTo>
                    <a:cubicBezTo>
                      <a:pt x="2169" y="2337"/>
                      <a:pt x="2190" y="2295"/>
                      <a:pt x="2211" y="2274"/>
                    </a:cubicBezTo>
                    <a:cubicBezTo>
                      <a:pt x="2274" y="2003"/>
                      <a:pt x="2253" y="1732"/>
                      <a:pt x="2149" y="1502"/>
                    </a:cubicBezTo>
                    <a:cubicBezTo>
                      <a:pt x="2023" y="1273"/>
                      <a:pt x="1857" y="1064"/>
                      <a:pt x="1669" y="918"/>
                    </a:cubicBezTo>
                    <a:cubicBezTo>
                      <a:pt x="1439" y="730"/>
                      <a:pt x="1231" y="564"/>
                      <a:pt x="1001" y="418"/>
                    </a:cubicBezTo>
                    <a:cubicBezTo>
                      <a:pt x="772" y="209"/>
                      <a:pt x="501" y="84"/>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7"/>
              <p:cNvSpPr/>
              <p:nvPr/>
            </p:nvSpPr>
            <p:spPr>
              <a:xfrm>
                <a:off x="4776225" y="2306025"/>
                <a:ext cx="74075" cy="18625"/>
              </a:xfrm>
              <a:custGeom>
                <a:rect b="b" l="l" r="r" t="t"/>
                <a:pathLst>
                  <a:path extrusionOk="0" h="745" w="2963">
                    <a:moveTo>
                      <a:pt x="1016" y="1"/>
                    </a:moveTo>
                    <a:cubicBezTo>
                      <a:pt x="747" y="1"/>
                      <a:pt x="476" y="32"/>
                      <a:pt x="209" y="96"/>
                    </a:cubicBezTo>
                    <a:cubicBezTo>
                      <a:pt x="146" y="117"/>
                      <a:pt x="63" y="179"/>
                      <a:pt x="0" y="179"/>
                    </a:cubicBezTo>
                    <a:cubicBezTo>
                      <a:pt x="167" y="179"/>
                      <a:pt x="334" y="153"/>
                      <a:pt x="501" y="153"/>
                    </a:cubicBezTo>
                    <a:cubicBezTo>
                      <a:pt x="543" y="153"/>
                      <a:pt x="584" y="154"/>
                      <a:pt x="626" y="159"/>
                    </a:cubicBezTo>
                    <a:cubicBezTo>
                      <a:pt x="855" y="159"/>
                      <a:pt x="1085" y="179"/>
                      <a:pt x="1314" y="221"/>
                    </a:cubicBezTo>
                    <a:cubicBezTo>
                      <a:pt x="1815" y="305"/>
                      <a:pt x="2274" y="492"/>
                      <a:pt x="2691" y="743"/>
                    </a:cubicBezTo>
                    <a:cubicBezTo>
                      <a:pt x="2694" y="744"/>
                      <a:pt x="2697" y="745"/>
                      <a:pt x="2701" y="745"/>
                    </a:cubicBezTo>
                    <a:cubicBezTo>
                      <a:pt x="2751" y="745"/>
                      <a:pt x="2883" y="636"/>
                      <a:pt x="2948" y="636"/>
                    </a:cubicBezTo>
                    <a:cubicBezTo>
                      <a:pt x="2953" y="636"/>
                      <a:pt x="2958" y="637"/>
                      <a:pt x="2962" y="638"/>
                    </a:cubicBezTo>
                    <a:lnTo>
                      <a:pt x="2962" y="618"/>
                    </a:lnTo>
                    <a:cubicBezTo>
                      <a:pt x="2391" y="211"/>
                      <a:pt x="1710" y="1"/>
                      <a:pt x="1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7"/>
              <p:cNvSpPr/>
              <p:nvPr/>
            </p:nvSpPr>
            <p:spPr>
              <a:xfrm>
                <a:off x="4861225" y="2382250"/>
                <a:ext cx="54775" cy="108325"/>
              </a:xfrm>
              <a:custGeom>
                <a:rect b="b" l="l" r="r" t="t"/>
                <a:pathLst>
                  <a:path extrusionOk="0" h="4333" w="2191">
                    <a:moveTo>
                      <a:pt x="2107" y="0"/>
                    </a:moveTo>
                    <a:cubicBezTo>
                      <a:pt x="2095" y="0"/>
                      <a:pt x="2086" y="3"/>
                      <a:pt x="2086" y="9"/>
                    </a:cubicBezTo>
                    <a:cubicBezTo>
                      <a:pt x="1961" y="801"/>
                      <a:pt x="1710" y="1594"/>
                      <a:pt x="1377" y="2324"/>
                    </a:cubicBezTo>
                    <a:cubicBezTo>
                      <a:pt x="1189" y="2679"/>
                      <a:pt x="980" y="3033"/>
                      <a:pt x="751" y="3367"/>
                    </a:cubicBezTo>
                    <a:cubicBezTo>
                      <a:pt x="522" y="3701"/>
                      <a:pt x="250" y="3993"/>
                      <a:pt x="0" y="4305"/>
                    </a:cubicBezTo>
                    <a:cubicBezTo>
                      <a:pt x="0" y="4305"/>
                      <a:pt x="40" y="4332"/>
                      <a:pt x="67" y="4332"/>
                    </a:cubicBezTo>
                    <a:cubicBezTo>
                      <a:pt x="73" y="4332"/>
                      <a:pt x="79" y="4331"/>
                      <a:pt x="83" y="4326"/>
                    </a:cubicBezTo>
                    <a:cubicBezTo>
                      <a:pt x="709" y="3805"/>
                      <a:pt x="1189" y="3137"/>
                      <a:pt x="1544" y="2387"/>
                    </a:cubicBezTo>
                    <a:cubicBezTo>
                      <a:pt x="1898" y="1657"/>
                      <a:pt x="2128" y="843"/>
                      <a:pt x="2190" y="30"/>
                    </a:cubicBezTo>
                    <a:cubicBezTo>
                      <a:pt x="2190" y="15"/>
                      <a:pt x="2138" y="0"/>
                      <a:pt x="2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7"/>
              <p:cNvSpPr/>
              <p:nvPr/>
            </p:nvSpPr>
            <p:spPr>
              <a:xfrm>
                <a:off x="4864875" y="2222900"/>
                <a:ext cx="70400" cy="49550"/>
              </a:xfrm>
              <a:custGeom>
                <a:rect b="b" l="l" r="r" t="t"/>
                <a:pathLst>
                  <a:path extrusionOk="0" h="1982" w="2816">
                    <a:moveTo>
                      <a:pt x="125" y="0"/>
                    </a:moveTo>
                    <a:cubicBezTo>
                      <a:pt x="104" y="0"/>
                      <a:pt x="0" y="84"/>
                      <a:pt x="0" y="84"/>
                    </a:cubicBezTo>
                    <a:cubicBezTo>
                      <a:pt x="250" y="209"/>
                      <a:pt x="522" y="251"/>
                      <a:pt x="793" y="355"/>
                    </a:cubicBezTo>
                    <a:cubicBezTo>
                      <a:pt x="1043" y="459"/>
                      <a:pt x="1293" y="584"/>
                      <a:pt x="1544" y="751"/>
                    </a:cubicBezTo>
                    <a:cubicBezTo>
                      <a:pt x="2002" y="1085"/>
                      <a:pt x="2399" y="1502"/>
                      <a:pt x="2691" y="1982"/>
                    </a:cubicBezTo>
                    <a:cubicBezTo>
                      <a:pt x="2691" y="1982"/>
                      <a:pt x="2816" y="1940"/>
                      <a:pt x="2816" y="1919"/>
                    </a:cubicBezTo>
                    <a:lnTo>
                      <a:pt x="2795" y="1919"/>
                    </a:lnTo>
                    <a:cubicBezTo>
                      <a:pt x="2524" y="1419"/>
                      <a:pt x="2148" y="981"/>
                      <a:pt x="1690" y="647"/>
                    </a:cubicBezTo>
                    <a:cubicBezTo>
                      <a:pt x="1231" y="272"/>
                      <a:pt x="688" y="63"/>
                      <a:pt x="1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7"/>
              <p:cNvSpPr/>
              <p:nvPr/>
            </p:nvSpPr>
            <p:spPr>
              <a:xfrm>
                <a:off x="5029650" y="2122250"/>
                <a:ext cx="30775" cy="60000"/>
              </a:xfrm>
              <a:custGeom>
                <a:rect b="b" l="l" r="r" t="t"/>
                <a:pathLst>
                  <a:path extrusionOk="0" h="2400" w="1231">
                    <a:moveTo>
                      <a:pt x="146" y="1"/>
                    </a:moveTo>
                    <a:cubicBezTo>
                      <a:pt x="125" y="1"/>
                      <a:pt x="0" y="22"/>
                      <a:pt x="0" y="43"/>
                    </a:cubicBezTo>
                    <a:cubicBezTo>
                      <a:pt x="63" y="126"/>
                      <a:pt x="125" y="210"/>
                      <a:pt x="209" y="293"/>
                    </a:cubicBezTo>
                    <a:cubicBezTo>
                      <a:pt x="271" y="376"/>
                      <a:pt x="334" y="460"/>
                      <a:pt x="396" y="543"/>
                    </a:cubicBezTo>
                    <a:cubicBezTo>
                      <a:pt x="522" y="731"/>
                      <a:pt x="647" y="919"/>
                      <a:pt x="730" y="1127"/>
                    </a:cubicBezTo>
                    <a:cubicBezTo>
                      <a:pt x="918" y="1524"/>
                      <a:pt x="1022" y="1962"/>
                      <a:pt x="1022" y="2400"/>
                    </a:cubicBezTo>
                    <a:cubicBezTo>
                      <a:pt x="1022" y="2400"/>
                      <a:pt x="1189" y="2400"/>
                      <a:pt x="1210" y="2358"/>
                    </a:cubicBezTo>
                    <a:lnTo>
                      <a:pt x="1210" y="2337"/>
                    </a:lnTo>
                    <a:cubicBezTo>
                      <a:pt x="1231" y="1899"/>
                      <a:pt x="1147" y="1440"/>
                      <a:pt x="980" y="1023"/>
                    </a:cubicBezTo>
                    <a:cubicBezTo>
                      <a:pt x="814" y="606"/>
                      <a:pt x="522" y="230"/>
                      <a:pt x="146" y="1"/>
                    </a:cubicBezTo>
                    <a:close/>
                  </a:path>
                </a:pathLst>
              </a:custGeom>
              <a:solidFill>
                <a:srgbClr val="7483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7"/>
              <p:cNvSpPr/>
              <p:nvPr/>
            </p:nvSpPr>
            <p:spPr>
              <a:xfrm>
                <a:off x="5222575" y="2269300"/>
                <a:ext cx="32350" cy="86600"/>
              </a:xfrm>
              <a:custGeom>
                <a:rect b="b" l="l" r="r" t="t"/>
                <a:pathLst>
                  <a:path extrusionOk="0" h="3464" w="1294">
                    <a:moveTo>
                      <a:pt x="146" y="1"/>
                    </a:moveTo>
                    <a:cubicBezTo>
                      <a:pt x="105" y="1"/>
                      <a:pt x="0" y="63"/>
                      <a:pt x="0" y="63"/>
                    </a:cubicBezTo>
                    <a:cubicBezTo>
                      <a:pt x="251" y="168"/>
                      <a:pt x="438" y="355"/>
                      <a:pt x="584" y="606"/>
                    </a:cubicBezTo>
                    <a:cubicBezTo>
                      <a:pt x="730" y="835"/>
                      <a:pt x="814" y="1127"/>
                      <a:pt x="856" y="1398"/>
                    </a:cubicBezTo>
                    <a:cubicBezTo>
                      <a:pt x="918" y="1753"/>
                      <a:pt x="918" y="2107"/>
                      <a:pt x="856" y="2441"/>
                    </a:cubicBezTo>
                    <a:cubicBezTo>
                      <a:pt x="793" y="2796"/>
                      <a:pt x="689" y="3129"/>
                      <a:pt x="584" y="3463"/>
                    </a:cubicBezTo>
                    <a:cubicBezTo>
                      <a:pt x="584" y="3463"/>
                      <a:pt x="730" y="3442"/>
                      <a:pt x="751" y="3421"/>
                    </a:cubicBezTo>
                    <a:cubicBezTo>
                      <a:pt x="1148" y="2796"/>
                      <a:pt x="1294" y="2024"/>
                      <a:pt x="1168" y="1294"/>
                    </a:cubicBezTo>
                    <a:cubicBezTo>
                      <a:pt x="1127" y="1002"/>
                      <a:pt x="1022" y="731"/>
                      <a:pt x="856" y="501"/>
                    </a:cubicBezTo>
                    <a:cubicBezTo>
                      <a:pt x="689" y="251"/>
                      <a:pt x="438" y="84"/>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7"/>
              <p:cNvSpPr/>
              <p:nvPr/>
            </p:nvSpPr>
            <p:spPr>
              <a:xfrm>
                <a:off x="5405075" y="1904850"/>
                <a:ext cx="809300" cy="774375"/>
              </a:xfrm>
              <a:custGeom>
                <a:rect b="b" l="l" r="r" t="t"/>
                <a:pathLst>
                  <a:path extrusionOk="0" h="30975" w="32372">
                    <a:moveTo>
                      <a:pt x="18236" y="0"/>
                    </a:moveTo>
                    <a:cubicBezTo>
                      <a:pt x="16526" y="0"/>
                      <a:pt x="14554" y="548"/>
                      <a:pt x="13266" y="1418"/>
                    </a:cubicBezTo>
                    <a:cubicBezTo>
                      <a:pt x="10179" y="3462"/>
                      <a:pt x="9595" y="7675"/>
                      <a:pt x="9491" y="11367"/>
                    </a:cubicBezTo>
                    <a:cubicBezTo>
                      <a:pt x="8406" y="10136"/>
                      <a:pt x="7092" y="9156"/>
                      <a:pt x="5590" y="8530"/>
                    </a:cubicBezTo>
                    <a:cubicBezTo>
                      <a:pt x="5048" y="8280"/>
                      <a:pt x="4443" y="8134"/>
                      <a:pt x="3838" y="8113"/>
                    </a:cubicBezTo>
                    <a:cubicBezTo>
                      <a:pt x="3818" y="8113"/>
                      <a:pt x="3797" y="8112"/>
                      <a:pt x="3777" y="8112"/>
                    </a:cubicBezTo>
                    <a:cubicBezTo>
                      <a:pt x="1803" y="8112"/>
                      <a:pt x="229" y="10094"/>
                      <a:pt x="105" y="12076"/>
                    </a:cubicBezTo>
                    <a:cubicBezTo>
                      <a:pt x="1" y="14078"/>
                      <a:pt x="1085" y="15976"/>
                      <a:pt x="2441" y="17436"/>
                    </a:cubicBezTo>
                    <a:cubicBezTo>
                      <a:pt x="3088" y="18145"/>
                      <a:pt x="3818" y="18750"/>
                      <a:pt x="4652" y="19230"/>
                    </a:cubicBezTo>
                    <a:cubicBezTo>
                      <a:pt x="5778" y="19856"/>
                      <a:pt x="7071" y="20148"/>
                      <a:pt x="8365" y="20377"/>
                    </a:cubicBezTo>
                    <a:cubicBezTo>
                      <a:pt x="9309" y="20547"/>
                      <a:pt x="10391" y="20803"/>
                      <a:pt x="11377" y="20803"/>
                    </a:cubicBezTo>
                    <a:cubicBezTo>
                      <a:pt x="11480" y="20803"/>
                      <a:pt x="11581" y="20800"/>
                      <a:pt x="11681" y="20794"/>
                    </a:cubicBezTo>
                    <a:cubicBezTo>
                      <a:pt x="11472" y="20294"/>
                      <a:pt x="10555" y="19835"/>
                      <a:pt x="10158" y="19334"/>
                    </a:cubicBezTo>
                    <a:cubicBezTo>
                      <a:pt x="9679" y="18709"/>
                      <a:pt x="9324" y="17979"/>
                      <a:pt x="9178" y="17207"/>
                    </a:cubicBezTo>
                    <a:lnTo>
                      <a:pt x="9178" y="17207"/>
                    </a:lnTo>
                    <a:cubicBezTo>
                      <a:pt x="10263" y="19856"/>
                      <a:pt x="13892" y="20794"/>
                      <a:pt x="16290" y="21608"/>
                    </a:cubicBezTo>
                    <a:cubicBezTo>
                      <a:pt x="18647" y="22379"/>
                      <a:pt x="20900" y="23401"/>
                      <a:pt x="23027" y="24653"/>
                    </a:cubicBezTo>
                    <a:cubicBezTo>
                      <a:pt x="22861" y="23589"/>
                      <a:pt x="22110" y="22400"/>
                      <a:pt x="21672" y="21399"/>
                    </a:cubicBezTo>
                    <a:lnTo>
                      <a:pt x="21672" y="21399"/>
                    </a:lnTo>
                    <a:cubicBezTo>
                      <a:pt x="22339" y="21879"/>
                      <a:pt x="22944" y="22442"/>
                      <a:pt x="23465" y="23089"/>
                    </a:cubicBezTo>
                    <a:cubicBezTo>
                      <a:pt x="23757" y="23485"/>
                      <a:pt x="24049" y="23902"/>
                      <a:pt x="24321" y="24319"/>
                    </a:cubicBezTo>
                    <a:cubicBezTo>
                      <a:pt x="24926" y="25237"/>
                      <a:pt x="25447" y="26342"/>
                      <a:pt x="26302" y="27072"/>
                    </a:cubicBezTo>
                    <a:cubicBezTo>
                      <a:pt x="27074" y="27698"/>
                      <a:pt x="27762" y="28428"/>
                      <a:pt x="28346" y="29221"/>
                    </a:cubicBezTo>
                    <a:cubicBezTo>
                      <a:pt x="28892" y="29949"/>
                      <a:pt x="29041" y="30975"/>
                      <a:pt x="29483" y="30975"/>
                    </a:cubicBezTo>
                    <a:cubicBezTo>
                      <a:pt x="29649" y="30975"/>
                      <a:pt x="29856" y="30831"/>
                      <a:pt x="30140" y="30472"/>
                    </a:cubicBezTo>
                    <a:cubicBezTo>
                      <a:pt x="30849" y="29575"/>
                      <a:pt x="31308" y="27907"/>
                      <a:pt x="31600" y="26822"/>
                    </a:cubicBezTo>
                    <a:cubicBezTo>
                      <a:pt x="32059" y="25216"/>
                      <a:pt x="32372" y="23902"/>
                      <a:pt x="32309" y="22192"/>
                    </a:cubicBezTo>
                    <a:cubicBezTo>
                      <a:pt x="32267" y="20773"/>
                      <a:pt x="32267" y="19313"/>
                      <a:pt x="31433" y="18145"/>
                    </a:cubicBezTo>
                    <a:cubicBezTo>
                      <a:pt x="30557" y="16873"/>
                      <a:pt x="29493" y="15726"/>
                      <a:pt x="28304" y="14746"/>
                    </a:cubicBezTo>
                    <a:lnTo>
                      <a:pt x="28304" y="14746"/>
                    </a:lnTo>
                    <a:cubicBezTo>
                      <a:pt x="29764" y="15580"/>
                      <a:pt x="31266" y="16456"/>
                      <a:pt x="32205" y="17833"/>
                    </a:cubicBezTo>
                    <a:cubicBezTo>
                      <a:pt x="31996" y="13932"/>
                      <a:pt x="30912" y="10303"/>
                      <a:pt x="28638" y="7091"/>
                    </a:cubicBezTo>
                    <a:cubicBezTo>
                      <a:pt x="28033" y="6215"/>
                      <a:pt x="27595" y="5422"/>
                      <a:pt x="26615" y="4922"/>
                    </a:cubicBezTo>
                    <a:cubicBezTo>
                      <a:pt x="25927" y="4588"/>
                      <a:pt x="25218" y="4359"/>
                      <a:pt x="24467" y="4233"/>
                    </a:cubicBezTo>
                    <a:cubicBezTo>
                      <a:pt x="23653" y="4087"/>
                      <a:pt x="22861" y="3941"/>
                      <a:pt x="22047" y="3858"/>
                    </a:cubicBezTo>
                    <a:cubicBezTo>
                      <a:pt x="22722" y="3602"/>
                      <a:pt x="23430" y="3475"/>
                      <a:pt x="24141" y="3475"/>
                    </a:cubicBezTo>
                    <a:cubicBezTo>
                      <a:pt x="24242" y="3475"/>
                      <a:pt x="24344" y="3477"/>
                      <a:pt x="24446" y="3483"/>
                    </a:cubicBezTo>
                    <a:cubicBezTo>
                      <a:pt x="24834" y="3509"/>
                      <a:pt x="25205" y="3622"/>
                      <a:pt x="25576" y="3622"/>
                    </a:cubicBezTo>
                    <a:cubicBezTo>
                      <a:pt x="25782" y="3622"/>
                      <a:pt x="25989" y="3587"/>
                      <a:pt x="26198" y="3483"/>
                    </a:cubicBezTo>
                    <a:cubicBezTo>
                      <a:pt x="24446" y="1564"/>
                      <a:pt x="21943" y="583"/>
                      <a:pt x="19440" y="104"/>
                    </a:cubicBezTo>
                    <a:cubicBezTo>
                      <a:pt x="19064" y="33"/>
                      <a:pt x="18658" y="0"/>
                      <a:pt x="182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7"/>
              <p:cNvSpPr/>
              <p:nvPr/>
            </p:nvSpPr>
            <p:spPr>
              <a:xfrm>
                <a:off x="5637125" y="2222825"/>
                <a:ext cx="37550" cy="133075"/>
              </a:xfrm>
              <a:custGeom>
                <a:rect b="b" l="l" r="r" t="t"/>
                <a:pathLst>
                  <a:path extrusionOk="0" h="5323" w="1502">
                    <a:moveTo>
                      <a:pt x="958" y="1"/>
                    </a:moveTo>
                    <a:cubicBezTo>
                      <a:pt x="954" y="1"/>
                      <a:pt x="946" y="8"/>
                      <a:pt x="936" y="18"/>
                    </a:cubicBezTo>
                    <a:lnTo>
                      <a:pt x="936" y="18"/>
                    </a:lnTo>
                    <a:cubicBezTo>
                      <a:pt x="944" y="13"/>
                      <a:pt x="952" y="8"/>
                      <a:pt x="960" y="3"/>
                    </a:cubicBezTo>
                    <a:cubicBezTo>
                      <a:pt x="960" y="2"/>
                      <a:pt x="959" y="1"/>
                      <a:pt x="958" y="1"/>
                    </a:cubicBezTo>
                    <a:close/>
                    <a:moveTo>
                      <a:pt x="936" y="18"/>
                    </a:moveTo>
                    <a:cubicBezTo>
                      <a:pt x="633" y="206"/>
                      <a:pt x="372" y="492"/>
                      <a:pt x="230" y="817"/>
                    </a:cubicBezTo>
                    <a:cubicBezTo>
                      <a:pt x="42" y="1297"/>
                      <a:pt x="0" y="1839"/>
                      <a:pt x="146" y="2339"/>
                    </a:cubicBezTo>
                    <a:cubicBezTo>
                      <a:pt x="251" y="2882"/>
                      <a:pt x="438" y="3382"/>
                      <a:pt x="668" y="3883"/>
                    </a:cubicBezTo>
                    <a:cubicBezTo>
                      <a:pt x="855" y="4404"/>
                      <a:pt x="1127" y="4884"/>
                      <a:pt x="1439" y="5322"/>
                    </a:cubicBezTo>
                    <a:cubicBezTo>
                      <a:pt x="1439" y="5322"/>
                      <a:pt x="1502" y="5280"/>
                      <a:pt x="1481" y="5280"/>
                    </a:cubicBezTo>
                    <a:cubicBezTo>
                      <a:pt x="1022" y="4509"/>
                      <a:pt x="647" y="3674"/>
                      <a:pt x="397" y="2819"/>
                    </a:cubicBezTo>
                    <a:cubicBezTo>
                      <a:pt x="251" y="2339"/>
                      <a:pt x="188" y="1860"/>
                      <a:pt x="209" y="1359"/>
                    </a:cubicBezTo>
                    <a:cubicBezTo>
                      <a:pt x="230" y="859"/>
                      <a:pt x="459" y="400"/>
                      <a:pt x="855" y="108"/>
                    </a:cubicBezTo>
                    <a:cubicBezTo>
                      <a:pt x="869" y="94"/>
                      <a:pt x="910" y="45"/>
                      <a:pt x="936"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7"/>
              <p:cNvSpPr/>
              <p:nvPr/>
            </p:nvSpPr>
            <p:spPr>
              <a:xfrm>
                <a:off x="5485375" y="2213350"/>
                <a:ext cx="145500" cy="139050"/>
              </a:xfrm>
              <a:custGeom>
                <a:rect b="b" l="l" r="r" t="t"/>
                <a:pathLst>
                  <a:path extrusionOk="0" h="5562" w="5820">
                    <a:moveTo>
                      <a:pt x="5182" y="1"/>
                    </a:moveTo>
                    <a:cubicBezTo>
                      <a:pt x="4043" y="1"/>
                      <a:pt x="2926" y="318"/>
                      <a:pt x="1961" y="925"/>
                    </a:cubicBezTo>
                    <a:cubicBezTo>
                      <a:pt x="981" y="1530"/>
                      <a:pt x="126" y="2531"/>
                      <a:pt x="63" y="3740"/>
                    </a:cubicBezTo>
                    <a:cubicBezTo>
                      <a:pt x="1" y="4387"/>
                      <a:pt x="230" y="5034"/>
                      <a:pt x="668" y="5513"/>
                    </a:cubicBezTo>
                    <a:cubicBezTo>
                      <a:pt x="668" y="5528"/>
                      <a:pt x="727" y="5561"/>
                      <a:pt x="750" y="5561"/>
                    </a:cubicBezTo>
                    <a:cubicBezTo>
                      <a:pt x="761" y="5561"/>
                      <a:pt x="765" y="5554"/>
                      <a:pt x="752" y="5534"/>
                    </a:cubicBezTo>
                    <a:cubicBezTo>
                      <a:pt x="42" y="4596"/>
                      <a:pt x="188" y="3302"/>
                      <a:pt x="814" y="2364"/>
                    </a:cubicBezTo>
                    <a:cubicBezTo>
                      <a:pt x="1544" y="1363"/>
                      <a:pt x="2566" y="654"/>
                      <a:pt x="3755" y="362"/>
                    </a:cubicBezTo>
                    <a:cubicBezTo>
                      <a:pt x="4356" y="174"/>
                      <a:pt x="4975" y="87"/>
                      <a:pt x="5610" y="87"/>
                    </a:cubicBezTo>
                    <a:cubicBezTo>
                      <a:pt x="5680" y="87"/>
                      <a:pt x="5750" y="88"/>
                      <a:pt x="5820" y="90"/>
                    </a:cubicBezTo>
                    <a:cubicBezTo>
                      <a:pt x="5820" y="90"/>
                      <a:pt x="5778" y="28"/>
                      <a:pt x="5757" y="28"/>
                    </a:cubicBezTo>
                    <a:cubicBezTo>
                      <a:pt x="5565" y="10"/>
                      <a:pt x="5373" y="1"/>
                      <a:pt x="51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7"/>
              <p:cNvSpPr/>
              <p:nvPr/>
            </p:nvSpPr>
            <p:spPr>
              <a:xfrm>
                <a:off x="5696575" y="2125400"/>
                <a:ext cx="302450" cy="66350"/>
              </a:xfrm>
              <a:custGeom>
                <a:rect b="b" l="l" r="r" t="t"/>
                <a:pathLst>
                  <a:path extrusionOk="0" h="2654" w="12098">
                    <a:moveTo>
                      <a:pt x="7321" y="0"/>
                    </a:moveTo>
                    <a:cubicBezTo>
                      <a:pt x="5611" y="0"/>
                      <a:pt x="3900" y="355"/>
                      <a:pt x="2357" y="1085"/>
                    </a:cubicBezTo>
                    <a:cubicBezTo>
                      <a:pt x="1481" y="1460"/>
                      <a:pt x="688" y="1982"/>
                      <a:pt x="0" y="2607"/>
                    </a:cubicBezTo>
                    <a:cubicBezTo>
                      <a:pt x="0" y="2607"/>
                      <a:pt x="77" y="2653"/>
                      <a:pt x="112" y="2653"/>
                    </a:cubicBezTo>
                    <a:cubicBezTo>
                      <a:pt x="118" y="2653"/>
                      <a:pt x="122" y="2652"/>
                      <a:pt x="125" y="2649"/>
                    </a:cubicBezTo>
                    <a:cubicBezTo>
                      <a:pt x="793" y="2190"/>
                      <a:pt x="1481" y="1752"/>
                      <a:pt x="2190" y="1377"/>
                    </a:cubicBezTo>
                    <a:cubicBezTo>
                      <a:pt x="2920" y="1001"/>
                      <a:pt x="3671" y="730"/>
                      <a:pt x="4443" y="501"/>
                    </a:cubicBezTo>
                    <a:cubicBezTo>
                      <a:pt x="5430" y="234"/>
                      <a:pt x="6451" y="95"/>
                      <a:pt x="7473" y="95"/>
                    </a:cubicBezTo>
                    <a:cubicBezTo>
                      <a:pt x="8050" y="95"/>
                      <a:pt x="8627" y="139"/>
                      <a:pt x="9198" y="230"/>
                    </a:cubicBezTo>
                    <a:cubicBezTo>
                      <a:pt x="10199" y="355"/>
                      <a:pt x="11159" y="751"/>
                      <a:pt x="11972" y="1356"/>
                    </a:cubicBezTo>
                    <a:cubicBezTo>
                      <a:pt x="11993" y="1377"/>
                      <a:pt x="12097" y="1377"/>
                      <a:pt x="12097" y="1377"/>
                    </a:cubicBezTo>
                    <a:cubicBezTo>
                      <a:pt x="11451" y="855"/>
                      <a:pt x="10679" y="480"/>
                      <a:pt x="9866" y="313"/>
                    </a:cubicBezTo>
                    <a:cubicBezTo>
                      <a:pt x="9031" y="104"/>
                      <a:pt x="8176" y="0"/>
                      <a:pt x="7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7"/>
              <p:cNvSpPr/>
              <p:nvPr/>
            </p:nvSpPr>
            <p:spPr>
              <a:xfrm>
                <a:off x="5693425" y="1967400"/>
                <a:ext cx="218000" cy="201825"/>
              </a:xfrm>
              <a:custGeom>
                <a:rect b="b" l="l" r="r" t="t"/>
                <a:pathLst>
                  <a:path extrusionOk="0" h="8073" w="8720">
                    <a:moveTo>
                      <a:pt x="8573" y="0"/>
                    </a:moveTo>
                    <a:cubicBezTo>
                      <a:pt x="8115" y="84"/>
                      <a:pt x="7656" y="188"/>
                      <a:pt x="7197" y="334"/>
                    </a:cubicBezTo>
                    <a:lnTo>
                      <a:pt x="5841" y="709"/>
                    </a:lnTo>
                    <a:cubicBezTo>
                      <a:pt x="5069" y="897"/>
                      <a:pt x="4318" y="1168"/>
                      <a:pt x="3588" y="1502"/>
                    </a:cubicBezTo>
                    <a:cubicBezTo>
                      <a:pt x="2858" y="1857"/>
                      <a:pt x="2254" y="2420"/>
                      <a:pt x="1795" y="3087"/>
                    </a:cubicBezTo>
                    <a:cubicBezTo>
                      <a:pt x="1336" y="3775"/>
                      <a:pt x="919" y="4505"/>
                      <a:pt x="585" y="5256"/>
                    </a:cubicBezTo>
                    <a:cubicBezTo>
                      <a:pt x="189" y="6112"/>
                      <a:pt x="1" y="7071"/>
                      <a:pt x="22" y="8010"/>
                    </a:cubicBezTo>
                    <a:cubicBezTo>
                      <a:pt x="22" y="8030"/>
                      <a:pt x="147" y="8072"/>
                      <a:pt x="147" y="8072"/>
                    </a:cubicBezTo>
                    <a:cubicBezTo>
                      <a:pt x="209" y="6404"/>
                      <a:pt x="981" y="4839"/>
                      <a:pt x="1878" y="3463"/>
                    </a:cubicBezTo>
                    <a:cubicBezTo>
                      <a:pt x="2316" y="2774"/>
                      <a:pt x="2879" y="2190"/>
                      <a:pt x="3588" y="1773"/>
                    </a:cubicBezTo>
                    <a:cubicBezTo>
                      <a:pt x="4277" y="1419"/>
                      <a:pt x="5028" y="1127"/>
                      <a:pt x="5799" y="939"/>
                    </a:cubicBezTo>
                    <a:lnTo>
                      <a:pt x="7239" y="543"/>
                    </a:lnTo>
                    <a:cubicBezTo>
                      <a:pt x="7489" y="480"/>
                      <a:pt x="7739" y="397"/>
                      <a:pt x="7969" y="334"/>
                    </a:cubicBezTo>
                    <a:cubicBezTo>
                      <a:pt x="8219" y="271"/>
                      <a:pt x="8469" y="167"/>
                      <a:pt x="8719" y="63"/>
                    </a:cubicBezTo>
                    <a:cubicBezTo>
                      <a:pt x="8699" y="63"/>
                      <a:pt x="8615" y="0"/>
                      <a:pt x="85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7"/>
              <p:cNvSpPr/>
              <p:nvPr/>
            </p:nvSpPr>
            <p:spPr>
              <a:xfrm>
                <a:off x="5667375" y="2207250"/>
                <a:ext cx="382225" cy="218500"/>
              </a:xfrm>
              <a:custGeom>
                <a:rect b="b" l="l" r="r" t="t"/>
                <a:pathLst>
                  <a:path extrusionOk="0" h="8740" w="15289">
                    <a:moveTo>
                      <a:pt x="83" y="1"/>
                    </a:moveTo>
                    <a:cubicBezTo>
                      <a:pt x="63" y="1"/>
                      <a:pt x="0" y="84"/>
                      <a:pt x="0" y="84"/>
                    </a:cubicBezTo>
                    <a:cubicBezTo>
                      <a:pt x="480" y="418"/>
                      <a:pt x="1043" y="647"/>
                      <a:pt x="1627" y="752"/>
                    </a:cubicBezTo>
                    <a:cubicBezTo>
                      <a:pt x="2211" y="898"/>
                      <a:pt x="2816" y="1002"/>
                      <a:pt x="3421" y="1106"/>
                    </a:cubicBezTo>
                    <a:cubicBezTo>
                      <a:pt x="4610" y="1315"/>
                      <a:pt x="5757" y="1648"/>
                      <a:pt x="6862" y="2086"/>
                    </a:cubicBezTo>
                    <a:cubicBezTo>
                      <a:pt x="9073" y="2921"/>
                      <a:pt x="11138" y="4151"/>
                      <a:pt x="12932" y="5716"/>
                    </a:cubicBezTo>
                    <a:cubicBezTo>
                      <a:pt x="13891" y="6550"/>
                      <a:pt x="14726" y="7530"/>
                      <a:pt x="15143" y="8740"/>
                    </a:cubicBezTo>
                    <a:cubicBezTo>
                      <a:pt x="15143" y="8740"/>
                      <a:pt x="15289" y="8657"/>
                      <a:pt x="15289" y="8636"/>
                    </a:cubicBezTo>
                    <a:cubicBezTo>
                      <a:pt x="14934" y="7551"/>
                      <a:pt x="14204" y="6654"/>
                      <a:pt x="13411" y="5883"/>
                    </a:cubicBezTo>
                    <a:cubicBezTo>
                      <a:pt x="12535" y="5069"/>
                      <a:pt x="11597" y="4360"/>
                      <a:pt x="10596" y="3734"/>
                    </a:cubicBezTo>
                    <a:cubicBezTo>
                      <a:pt x="8573" y="2483"/>
                      <a:pt x="6341" y="1586"/>
                      <a:pt x="4005" y="1085"/>
                    </a:cubicBezTo>
                    <a:cubicBezTo>
                      <a:pt x="3337" y="960"/>
                      <a:pt x="2691" y="835"/>
                      <a:pt x="2023" y="689"/>
                    </a:cubicBezTo>
                    <a:cubicBezTo>
                      <a:pt x="1356" y="501"/>
                      <a:pt x="709" y="272"/>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7"/>
              <p:cNvSpPr/>
              <p:nvPr/>
            </p:nvSpPr>
            <p:spPr>
              <a:xfrm>
                <a:off x="5425425" y="2143200"/>
                <a:ext cx="68325" cy="27050"/>
              </a:xfrm>
              <a:custGeom>
                <a:rect b="b" l="l" r="r" t="t"/>
                <a:pathLst>
                  <a:path extrusionOk="0" h="1082" w="2733">
                    <a:moveTo>
                      <a:pt x="2730" y="122"/>
                    </a:moveTo>
                    <a:cubicBezTo>
                      <a:pt x="2731" y="122"/>
                      <a:pt x="2731" y="122"/>
                      <a:pt x="2732" y="122"/>
                    </a:cubicBezTo>
                    <a:cubicBezTo>
                      <a:pt x="2731" y="122"/>
                      <a:pt x="2731" y="122"/>
                      <a:pt x="2730" y="122"/>
                    </a:cubicBezTo>
                    <a:close/>
                    <a:moveTo>
                      <a:pt x="2041" y="0"/>
                    </a:moveTo>
                    <a:cubicBezTo>
                      <a:pt x="1751" y="0"/>
                      <a:pt x="1463" y="48"/>
                      <a:pt x="1189" y="143"/>
                    </a:cubicBezTo>
                    <a:cubicBezTo>
                      <a:pt x="709" y="310"/>
                      <a:pt x="313" y="602"/>
                      <a:pt x="0" y="998"/>
                    </a:cubicBezTo>
                    <a:lnTo>
                      <a:pt x="83" y="1061"/>
                    </a:lnTo>
                    <a:lnTo>
                      <a:pt x="83" y="1082"/>
                    </a:lnTo>
                    <a:cubicBezTo>
                      <a:pt x="417" y="706"/>
                      <a:pt x="855" y="435"/>
                      <a:pt x="1335" y="289"/>
                    </a:cubicBezTo>
                    <a:cubicBezTo>
                      <a:pt x="1684" y="173"/>
                      <a:pt x="2059" y="110"/>
                      <a:pt x="2439" y="110"/>
                    </a:cubicBezTo>
                    <a:cubicBezTo>
                      <a:pt x="2536" y="110"/>
                      <a:pt x="2633" y="114"/>
                      <a:pt x="2730" y="122"/>
                    </a:cubicBezTo>
                    <a:lnTo>
                      <a:pt x="2730" y="122"/>
                    </a:lnTo>
                    <a:cubicBezTo>
                      <a:pt x="2710" y="119"/>
                      <a:pt x="2691" y="81"/>
                      <a:pt x="2691" y="81"/>
                    </a:cubicBezTo>
                    <a:cubicBezTo>
                      <a:pt x="2476" y="27"/>
                      <a:pt x="2258" y="0"/>
                      <a:pt x="2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7"/>
              <p:cNvSpPr/>
              <p:nvPr/>
            </p:nvSpPr>
            <p:spPr>
              <a:xfrm>
                <a:off x="5701775" y="2239075"/>
                <a:ext cx="300900" cy="140875"/>
              </a:xfrm>
              <a:custGeom>
                <a:rect b="b" l="l" r="r" t="t"/>
                <a:pathLst>
                  <a:path extrusionOk="0" h="5635" w="12036">
                    <a:moveTo>
                      <a:pt x="105" y="0"/>
                    </a:moveTo>
                    <a:cubicBezTo>
                      <a:pt x="84" y="0"/>
                      <a:pt x="1" y="63"/>
                      <a:pt x="21" y="83"/>
                    </a:cubicBezTo>
                    <a:cubicBezTo>
                      <a:pt x="1857" y="605"/>
                      <a:pt x="3755" y="939"/>
                      <a:pt x="5570" y="1523"/>
                    </a:cubicBezTo>
                    <a:cubicBezTo>
                      <a:pt x="7134" y="2023"/>
                      <a:pt x="8594" y="2774"/>
                      <a:pt x="9866" y="3775"/>
                    </a:cubicBezTo>
                    <a:cubicBezTo>
                      <a:pt x="10596" y="4338"/>
                      <a:pt x="11264" y="4964"/>
                      <a:pt x="11889" y="5632"/>
                    </a:cubicBezTo>
                    <a:cubicBezTo>
                      <a:pt x="11892" y="5634"/>
                      <a:pt x="11895" y="5635"/>
                      <a:pt x="11900" y="5635"/>
                    </a:cubicBezTo>
                    <a:cubicBezTo>
                      <a:pt x="11936" y="5635"/>
                      <a:pt x="12035" y="5567"/>
                      <a:pt x="12035" y="5548"/>
                    </a:cubicBezTo>
                    <a:cubicBezTo>
                      <a:pt x="11013" y="4297"/>
                      <a:pt x="9741" y="3254"/>
                      <a:pt x="8323" y="2482"/>
                    </a:cubicBezTo>
                    <a:cubicBezTo>
                      <a:pt x="7614" y="2086"/>
                      <a:pt x="6884" y="1752"/>
                      <a:pt x="6112" y="1502"/>
                    </a:cubicBezTo>
                    <a:cubicBezTo>
                      <a:pt x="5215" y="1189"/>
                      <a:pt x="4276" y="980"/>
                      <a:pt x="3359" y="751"/>
                    </a:cubicBezTo>
                    <a:cubicBezTo>
                      <a:pt x="2274" y="501"/>
                      <a:pt x="1190" y="229"/>
                      <a:pt x="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7"/>
              <p:cNvSpPr/>
              <p:nvPr/>
            </p:nvSpPr>
            <p:spPr>
              <a:xfrm>
                <a:off x="5614175" y="2222375"/>
                <a:ext cx="54250" cy="149150"/>
              </a:xfrm>
              <a:custGeom>
                <a:rect b="b" l="l" r="r" t="t"/>
                <a:pathLst>
                  <a:path extrusionOk="0" h="5966" w="2170">
                    <a:moveTo>
                      <a:pt x="1023" y="1"/>
                    </a:moveTo>
                    <a:cubicBezTo>
                      <a:pt x="1002" y="21"/>
                      <a:pt x="897" y="21"/>
                      <a:pt x="856" y="63"/>
                    </a:cubicBezTo>
                    <a:cubicBezTo>
                      <a:pt x="293" y="647"/>
                      <a:pt x="1" y="1461"/>
                      <a:pt x="63" y="2274"/>
                    </a:cubicBezTo>
                    <a:cubicBezTo>
                      <a:pt x="126" y="3150"/>
                      <a:pt x="418" y="4005"/>
                      <a:pt x="960" y="4735"/>
                    </a:cubicBezTo>
                    <a:cubicBezTo>
                      <a:pt x="1106" y="4965"/>
                      <a:pt x="1273" y="5173"/>
                      <a:pt x="1440" y="5382"/>
                    </a:cubicBezTo>
                    <a:cubicBezTo>
                      <a:pt x="1607" y="5611"/>
                      <a:pt x="1794" y="5799"/>
                      <a:pt x="2024" y="5966"/>
                    </a:cubicBezTo>
                    <a:cubicBezTo>
                      <a:pt x="2086" y="5966"/>
                      <a:pt x="2128" y="5945"/>
                      <a:pt x="2170" y="5924"/>
                    </a:cubicBezTo>
                    <a:cubicBezTo>
                      <a:pt x="2107" y="5778"/>
                      <a:pt x="2024" y="5653"/>
                      <a:pt x="1919" y="5570"/>
                    </a:cubicBezTo>
                    <a:lnTo>
                      <a:pt x="1648" y="5215"/>
                    </a:lnTo>
                    <a:cubicBezTo>
                      <a:pt x="1481" y="4965"/>
                      <a:pt x="1294" y="4735"/>
                      <a:pt x="1127" y="4485"/>
                    </a:cubicBezTo>
                    <a:cubicBezTo>
                      <a:pt x="814" y="4005"/>
                      <a:pt x="564" y="3463"/>
                      <a:pt x="418" y="2900"/>
                    </a:cubicBezTo>
                    <a:cubicBezTo>
                      <a:pt x="188" y="1919"/>
                      <a:pt x="293" y="772"/>
                      <a:pt x="10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7"/>
              <p:cNvSpPr/>
              <p:nvPr/>
            </p:nvSpPr>
            <p:spPr>
              <a:xfrm>
                <a:off x="5466075" y="2180475"/>
                <a:ext cx="130400" cy="113800"/>
              </a:xfrm>
              <a:custGeom>
                <a:rect b="b" l="l" r="r" t="t"/>
                <a:pathLst>
                  <a:path extrusionOk="0" h="4552" w="5216">
                    <a:moveTo>
                      <a:pt x="4798" y="0"/>
                    </a:moveTo>
                    <a:cubicBezTo>
                      <a:pt x="4493" y="0"/>
                      <a:pt x="4169" y="132"/>
                      <a:pt x="3901" y="217"/>
                    </a:cubicBezTo>
                    <a:cubicBezTo>
                      <a:pt x="3401" y="363"/>
                      <a:pt x="2921" y="571"/>
                      <a:pt x="2462" y="821"/>
                    </a:cubicBezTo>
                    <a:cubicBezTo>
                      <a:pt x="1544" y="1280"/>
                      <a:pt x="814" y="2010"/>
                      <a:pt x="376" y="2928"/>
                    </a:cubicBezTo>
                    <a:cubicBezTo>
                      <a:pt x="168" y="3429"/>
                      <a:pt x="1" y="4033"/>
                      <a:pt x="210" y="4534"/>
                    </a:cubicBezTo>
                    <a:cubicBezTo>
                      <a:pt x="216" y="4546"/>
                      <a:pt x="238" y="4551"/>
                      <a:pt x="266" y="4551"/>
                    </a:cubicBezTo>
                    <a:cubicBezTo>
                      <a:pt x="335" y="4551"/>
                      <a:pt x="439" y="4522"/>
                      <a:pt x="439" y="4492"/>
                    </a:cubicBezTo>
                    <a:cubicBezTo>
                      <a:pt x="460" y="4221"/>
                      <a:pt x="460" y="3950"/>
                      <a:pt x="481" y="3658"/>
                    </a:cubicBezTo>
                    <a:cubicBezTo>
                      <a:pt x="543" y="3387"/>
                      <a:pt x="606" y="3095"/>
                      <a:pt x="731" y="2845"/>
                    </a:cubicBezTo>
                    <a:cubicBezTo>
                      <a:pt x="960" y="2344"/>
                      <a:pt x="1273" y="1906"/>
                      <a:pt x="1670" y="1531"/>
                    </a:cubicBezTo>
                    <a:cubicBezTo>
                      <a:pt x="2128" y="1155"/>
                      <a:pt x="2629" y="821"/>
                      <a:pt x="3171" y="592"/>
                    </a:cubicBezTo>
                    <a:cubicBezTo>
                      <a:pt x="3422" y="467"/>
                      <a:pt x="3714" y="363"/>
                      <a:pt x="4006" y="258"/>
                    </a:cubicBezTo>
                    <a:cubicBezTo>
                      <a:pt x="4239" y="171"/>
                      <a:pt x="4482" y="63"/>
                      <a:pt x="4722" y="63"/>
                    </a:cubicBezTo>
                    <a:cubicBezTo>
                      <a:pt x="4825" y="63"/>
                      <a:pt x="4927" y="83"/>
                      <a:pt x="5028" y="133"/>
                    </a:cubicBezTo>
                    <a:cubicBezTo>
                      <a:pt x="5044" y="139"/>
                      <a:pt x="5061" y="141"/>
                      <a:pt x="5078" y="141"/>
                    </a:cubicBezTo>
                    <a:cubicBezTo>
                      <a:pt x="5120" y="141"/>
                      <a:pt x="5159" y="124"/>
                      <a:pt x="5189" y="97"/>
                    </a:cubicBezTo>
                    <a:lnTo>
                      <a:pt x="5189" y="97"/>
                    </a:lnTo>
                    <a:cubicBezTo>
                      <a:pt x="5198" y="102"/>
                      <a:pt x="5207" y="107"/>
                      <a:pt x="5215" y="112"/>
                    </a:cubicBezTo>
                    <a:lnTo>
                      <a:pt x="5195" y="91"/>
                    </a:lnTo>
                    <a:cubicBezTo>
                      <a:pt x="5193" y="93"/>
                      <a:pt x="5191" y="95"/>
                      <a:pt x="5189" y="97"/>
                    </a:cubicBezTo>
                    <a:lnTo>
                      <a:pt x="5189" y="97"/>
                    </a:lnTo>
                    <a:cubicBezTo>
                      <a:pt x="5067" y="27"/>
                      <a:pt x="4934" y="0"/>
                      <a:pt x="4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7"/>
              <p:cNvSpPr/>
              <p:nvPr/>
            </p:nvSpPr>
            <p:spPr>
              <a:xfrm>
                <a:off x="5753400" y="2094725"/>
                <a:ext cx="273775" cy="46950"/>
              </a:xfrm>
              <a:custGeom>
                <a:rect b="b" l="l" r="r" t="t"/>
                <a:pathLst>
                  <a:path extrusionOk="0" h="1878" w="10951">
                    <a:moveTo>
                      <a:pt x="5908" y="0"/>
                    </a:moveTo>
                    <a:cubicBezTo>
                      <a:pt x="4791" y="0"/>
                      <a:pt x="3683" y="168"/>
                      <a:pt x="2608" y="497"/>
                    </a:cubicBezTo>
                    <a:cubicBezTo>
                      <a:pt x="1732" y="727"/>
                      <a:pt x="856" y="1039"/>
                      <a:pt x="21" y="1415"/>
                    </a:cubicBezTo>
                    <a:cubicBezTo>
                      <a:pt x="1" y="1422"/>
                      <a:pt x="1" y="1424"/>
                      <a:pt x="11" y="1424"/>
                    </a:cubicBezTo>
                    <a:cubicBezTo>
                      <a:pt x="31" y="1424"/>
                      <a:pt x="91" y="1415"/>
                      <a:pt x="105" y="1415"/>
                    </a:cubicBezTo>
                    <a:cubicBezTo>
                      <a:pt x="1607" y="873"/>
                      <a:pt x="3129" y="309"/>
                      <a:pt x="4714" y="142"/>
                    </a:cubicBezTo>
                    <a:cubicBezTo>
                      <a:pt x="5048" y="103"/>
                      <a:pt x="5381" y="83"/>
                      <a:pt x="5713" y="83"/>
                    </a:cubicBezTo>
                    <a:cubicBezTo>
                      <a:pt x="6773" y="83"/>
                      <a:pt x="7818" y="283"/>
                      <a:pt x="8802" y="664"/>
                    </a:cubicBezTo>
                    <a:cubicBezTo>
                      <a:pt x="9157" y="810"/>
                      <a:pt x="9491" y="998"/>
                      <a:pt x="9804" y="1185"/>
                    </a:cubicBezTo>
                    <a:cubicBezTo>
                      <a:pt x="10137" y="1394"/>
                      <a:pt x="10429" y="1644"/>
                      <a:pt x="10742" y="1874"/>
                    </a:cubicBezTo>
                    <a:cubicBezTo>
                      <a:pt x="10745" y="1877"/>
                      <a:pt x="10752" y="1878"/>
                      <a:pt x="10760" y="1878"/>
                    </a:cubicBezTo>
                    <a:cubicBezTo>
                      <a:pt x="10813" y="1878"/>
                      <a:pt x="10951" y="1832"/>
                      <a:pt x="10951" y="1832"/>
                    </a:cubicBezTo>
                    <a:cubicBezTo>
                      <a:pt x="10721" y="1561"/>
                      <a:pt x="10471" y="1352"/>
                      <a:pt x="10179" y="1165"/>
                    </a:cubicBezTo>
                    <a:cubicBezTo>
                      <a:pt x="9887" y="956"/>
                      <a:pt x="9574" y="789"/>
                      <a:pt x="9240" y="643"/>
                    </a:cubicBezTo>
                    <a:cubicBezTo>
                      <a:pt x="8594" y="351"/>
                      <a:pt x="7926" y="163"/>
                      <a:pt x="7238" y="80"/>
                    </a:cubicBezTo>
                    <a:cubicBezTo>
                      <a:pt x="6794" y="27"/>
                      <a:pt x="6350" y="0"/>
                      <a:pt x="5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7"/>
              <p:cNvSpPr/>
              <p:nvPr/>
            </p:nvSpPr>
            <p:spPr>
              <a:xfrm>
                <a:off x="5745700" y="1942350"/>
                <a:ext cx="182400" cy="72175"/>
              </a:xfrm>
              <a:custGeom>
                <a:rect b="b" l="l" r="r" t="t"/>
                <a:pathLst>
                  <a:path extrusionOk="0" h="2887" w="7296">
                    <a:moveTo>
                      <a:pt x="6434" y="0"/>
                    </a:moveTo>
                    <a:cubicBezTo>
                      <a:pt x="5693" y="0"/>
                      <a:pt x="4940" y="167"/>
                      <a:pt x="4251" y="377"/>
                    </a:cubicBezTo>
                    <a:cubicBezTo>
                      <a:pt x="3229" y="648"/>
                      <a:pt x="2290" y="1107"/>
                      <a:pt x="1414" y="1691"/>
                    </a:cubicBezTo>
                    <a:cubicBezTo>
                      <a:pt x="955" y="2024"/>
                      <a:pt x="496" y="2379"/>
                      <a:pt x="79" y="2796"/>
                    </a:cubicBezTo>
                    <a:cubicBezTo>
                      <a:pt x="63" y="2812"/>
                      <a:pt x="0" y="2887"/>
                      <a:pt x="6" y="2887"/>
                    </a:cubicBezTo>
                    <a:cubicBezTo>
                      <a:pt x="8" y="2887"/>
                      <a:pt x="17" y="2879"/>
                      <a:pt x="37" y="2859"/>
                    </a:cubicBezTo>
                    <a:cubicBezTo>
                      <a:pt x="1518" y="1461"/>
                      <a:pt x="3416" y="585"/>
                      <a:pt x="5419" y="335"/>
                    </a:cubicBezTo>
                    <a:cubicBezTo>
                      <a:pt x="6003" y="251"/>
                      <a:pt x="6587" y="231"/>
                      <a:pt x="7171" y="189"/>
                    </a:cubicBezTo>
                    <a:cubicBezTo>
                      <a:pt x="7208" y="189"/>
                      <a:pt x="7261" y="91"/>
                      <a:pt x="7287" y="83"/>
                    </a:cubicBezTo>
                    <a:lnTo>
                      <a:pt x="7287" y="83"/>
                    </a:lnTo>
                    <a:cubicBezTo>
                      <a:pt x="7290" y="83"/>
                      <a:pt x="7293" y="84"/>
                      <a:pt x="7296" y="85"/>
                    </a:cubicBezTo>
                    <a:cubicBezTo>
                      <a:pt x="7294" y="83"/>
                      <a:pt x="7292" y="82"/>
                      <a:pt x="7290" y="82"/>
                    </a:cubicBezTo>
                    <a:cubicBezTo>
                      <a:pt x="7289" y="82"/>
                      <a:pt x="7288" y="82"/>
                      <a:pt x="7287" y="83"/>
                    </a:cubicBezTo>
                    <a:lnTo>
                      <a:pt x="7287" y="83"/>
                    </a:lnTo>
                    <a:cubicBezTo>
                      <a:pt x="7008" y="25"/>
                      <a:pt x="6722" y="0"/>
                      <a:pt x="6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7"/>
              <p:cNvSpPr/>
              <p:nvPr/>
            </p:nvSpPr>
            <p:spPr>
              <a:xfrm>
                <a:off x="5468700" y="2122775"/>
                <a:ext cx="78750" cy="22450"/>
              </a:xfrm>
              <a:custGeom>
                <a:rect b="b" l="l" r="r" t="t"/>
                <a:pathLst>
                  <a:path extrusionOk="0" h="898" w="3150">
                    <a:moveTo>
                      <a:pt x="851" y="0"/>
                    </a:moveTo>
                    <a:cubicBezTo>
                      <a:pt x="602" y="0"/>
                      <a:pt x="353" y="27"/>
                      <a:pt x="105" y="84"/>
                    </a:cubicBezTo>
                    <a:cubicBezTo>
                      <a:pt x="84" y="84"/>
                      <a:pt x="0" y="189"/>
                      <a:pt x="21" y="189"/>
                    </a:cubicBezTo>
                    <a:cubicBezTo>
                      <a:pt x="522" y="189"/>
                      <a:pt x="1001" y="230"/>
                      <a:pt x="1502" y="335"/>
                    </a:cubicBezTo>
                    <a:cubicBezTo>
                      <a:pt x="1752" y="376"/>
                      <a:pt x="2023" y="460"/>
                      <a:pt x="2253" y="585"/>
                    </a:cubicBezTo>
                    <a:cubicBezTo>
                      <a:pt x="2503" y="668"/>
                      <a:pt x="2712" y="835"/>
                      <a:pt x="2962" y="898"/>
                    </a:cubicBezTo>
                    <a:cubicBezTo>
                      <a:pt x="3004" y="898"/>
                      <a:pt x="3150" y="793"/>
                      <a:pt x="3129" y="773"/>
                    </a:cubicBezTo>
                    <a:cubicBezTo>
                      <a:pt x="2941" y="564"/>
                      <a:pt x="2712" y="439"/>
                      <a:pt x="2441" y="355"/>
                    </a:cubicBezTo>
                    <a:cubicBezTo>
                      <a:pt x="2211" y="251"/>
                      <a:pt x="1961" y="168"/>
                      <a:pt x="1731" y="105"/>
                    </a:cubicBezTo>
                    <a:cubicBezTo>
                      <a:pt x="1438" y="37"/>
                      <a:pt x="1144" y="0"/>
                      <a:pt x="8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7"/>
              <p:cNvSpPr/>
              <p:nvPr/>
            </p:nvSpPr>
            <p:spPr>
              <a:xfrm>
                <a:off x="5835800" y="2242725"/>
                <a:ext cx="314975" cy="428125"/>
              </a:xfrm>
              <a:custGeom>
                <a:rect b="b" l="l" r="r" t="t"/>
                <a:pathLst>
                  <a:path extrusionOk="0" h="17125" w="12599">
                    <a:moveTo>
                      <a:pt x="0" y="0"/>
                    </a:moveTo>
                    <a:cubicBezTo>
                      <a:pt x="3" y="0"/>
                      <a:pt x="6" y="1"/>
                      <a:pt x="8" y="1"/>
                    </a:cubicBezTo>
                    <a:lnTo>
                      <a:pt x="8" y="1"/>
                    </a:lnTo>
                    <a:cubicBezTo>
                      <a:pt x="6" y="1"/>
                      <a:pt x="3" y="0"/>
                      <a:pt x="0" y="0"/>
                    </a:cubicBezTo>
                    <a:close/>
                    <a:moveTo>
                      <a:pt x="8" y="1"/>
                    </a:moveTo>
                    <a:lnTo>
                      <a:pt x="8" y="1"/>
                    </a:lnTo>
                    <a:cubicBezTo>
                      <a:pt x="45" y="14"/>
                      <a:pt x="66" y="104"/>
                      <a:pt x="104" y="104"/>
                    </a:cubicBezTo>
                    <a:cubicBezTo>
                      <a:pt x="1460" y="438"/>
                      <a:pt x="2858" y="688"/>
                      <a:pt x="4130" y="1293"/>
                    </a:cubicBezTo>
                    <a:cubicBezTo>
                      <a:pt x="5465" y="1919"/>
                      <a:pt x="6528" y="2941"/>
                      <a:pt x="7488" y="4046"/>
                    </a:cubicBezTo>
                    <a:cubicBezTo>
                      <a:pt x="8447" y="5110"/>
                      <a:pt x="9261" y="6299"/>
                      <a:pt x="9907" y="7571"/>
                    </a:cubicBezTo>
                    <a:cubicBezTo>
                      <a:pt x="10575" y="8927"/>
                      <a:pt x="10950" y="10408"/>
                      <a:pt x="11367" y="11847"/>
                    </a:cubicBezTo>
                    <a:cubicBezTo>
                      <a:pt x="11597" y="12681"/>
                      <a:pt x="11826" y="13516"/>
                      <a:pt x="12014" y="14350"/>
                    </a:cubicBezTo>
                    <a:cubicBezTo>
                      <a:pt x="12223" y="15247"/>
                      <a:pt x="12348" y="16123"/>
                      <a:pt x="12494" y="17020"/>
                    </a:cubicBezTo>
                    <a:cubicBezTo>
                      <a:pt x="12494" y="17061"/>
                      <a:pt x="12596" y="17102"/>
                      <a:pt x="12598" y="17123"/>
                    </a:cubicBezTo>
                    <a:lnTo>
                      <a:pt x="12598" y="17123"/>
                    </a:lnTo>
                    <a:cubicBezTo>
                      <a:pt x="12556" y="16310"/>
                      <a:pt x="12431" y="15518"/>
                      <a:pt x="12243" y="14725"/>
                    </a:cubicBezTo>
                    <a:cubicBezTo>
                      <a:pt x="12056" y="13912"/>
                      <a:pt x="11847" y="13119"/>
                      <a:pt x="11618" y="12306"/>
                    </a:cubicBezTo>
                    <a:cubicBezTo>
                      <a:pt x="11201" y="10783"/>
                      <a:pt x="10804" y="9219"/>
                      <a:pt x="10095" y="7801"/>
                    </a:cubicBezTo>
                    <a:cubicBezTo>
                      <a:pt x="9469" y="6549"/>
                      <a:pt x="8698" y="5381"/>
                      <a:pt x="7759" y="4338"/>
                    </a:cubicBezTo>
                    <a:cubicBezTo>
                      <a:pt x="7321" y="3817"/>
                      <a:pt x="6841" y="3296"/>
                      <a:pt x="6341" y="2816"/>
                    </a:cubicBezTo>
                    <a:cubicBezTo>
                      <a:pt x="5819" y="2294"/>
                      <a:pt x="5256" y="1835"/>
                      <a:pt x="4630" y="1439"/>
                    </a:cubicBezTo>
                    <a:cubicBezTo>
                      <a:pt x="3235" y="627"/>
                      <a:pt x="1591" y="272"/>
                      <a:pt x="8" y="1"/>
                    </a:cubicBezTo>
                    <a:close/>
                    <a:moveTo>
                      <a:pt x="12598" y="17123"/>
                    </a:moveTo>
                    <a:cubicBezTo>
                      <a:pt x="12598" y="17124"/>
                      <a:pt x="12598" y="17124"/>
                      <a:pt x="12598" y="17124"/>
                    </a:cubicBezTo>
                    <a:cubicBezTo>
                      <a:pt x="12598" y="17124"/>
                      <a:pt x="12598" y="17124"/>
                      <a:pt x="12598" y="1712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7"/>
              <p:cNvSpPr/>
              <p:nvPr/>
            </p:nvSpPr>
            <p:spPr>
              <a:xfrm>
                <a:off x="5396225" y="2466600"/>
                <a:ext cx="587150" cy="766875"/>
              </a:xfrm>
              <a:custGeom>
                <a:rect b="b" l="l" r="r" t="t"/>
                <a:pathLst>
                  <a:path extrusionOk="0" h="30675" w="23486">
                    <a:moveTo>
                      <a:pt x="8844" y="21329"/>
                    </a:moveTo>
                    <a:lnTo>
                      <a:pt x="8844" y="21329"/>
                    </a:lnTo>
                    <a:cubicBezTo>
                      <a:pt x="8844" y="21329"/>
                      <a:pt x="8844" y="21330"/>
                      <a:pt x="8844" y="21330"/>
                    </a:cubicBezTo>
                    <a:cubicBezTo>
                      <a:pt x="8844" y="21330"/>
                      <a:pt x="8844" y="21329"/>
                      <a:pt x="8844" y="21329"/>
                    </a:cubicBezTo>
                    <a:close/>
                    <a:moveTo>
                      <a:pt x="11846" y="1"/>
                    </a:moveTo>
                    <a:cubicBezTo>
                      <a:pt x="11573" y="1"/>
                      <a:pt x="11337" y="13"/>
                      <a:pt x="11159" y="35"/>
                    </a:cubicBezTo>
                    <a:cubicBezTo>
                      <a:pt x="10867" y="55"/>
                      <a:pt x="10596" y="139"/>
                      <a:pt x="10325" y="222"/>
                    </a:cubicBezTo>
                    <a:cubicBezTo>
                      <a:pt x="8990" y="723"/>
                      <a:pt x="8135" y="1286"/>
                      <a:pt x="7571" y="2684"/>
                    </a:cubicBezTo>
                    <a:cubicBezTo>
                      <a:pt x="7321" y="3247"/>
                      <a:pt x="6654" y="6104"/>
                      <a:pt x="7488" y="6480"/>
                    </a:cubicBezTo>
                    <a:cubicBezTo>
                      <a:pt x="7121" y="6321"/>
                      <a:pt x="6658" y="6255"/>
                      <a:pt x="6157" y="6255"/>
                    </a:cubicBezTo>
                    <a:cubicBezTo>
                      <a:pt x="4946" y="6255"/>
                      <a:pt x="3510" y="6638"/>
                      <a:pt x="2670" y="7022"/>
                    </a:cubicBezTo>
                    <a:cubicBezTo>
                      <a:pt x="1502" y="7564"/>
                      <a:pt x="584" y="8544"/>
                      <a:pt x="313" y="9838"/>
                    </a:cubicBezTo>
                    <a:cubicBezTo>
                      <a:pt x="125" y="10901"/>
                      <a:pt x="0" y="12403"/>
                      <a:pt x="897" y="13154"/>
                    </a:cubicBezTo>
                    <a:cubicBezTo>
                      <a:pt x="1272" y="12403"/>
                      <a:pt x="1794" y="11757"/>
                      <a:pt x="2399" y="11193"/>
                    </a:cubicBezTo>
                    <a:lnTo>
                      <a:pt x="2399" y="11193"/>
                    </a:lnTo>
                    <a:cubicBezTo>
                      <a:pt x="2128" y="11882"/>
                      <a:pt x="1919" y="12591"/>
                      <a:pt x="1752" y="13321"/>
                    </a:cubicBezTo>
                    <a:cubicBezTo>
                      <a:pt x="1564" y="14197"/>
                      <a:pt x="1502" y="15240"/>
                      <a:pt x="2128" y="15886"/>
                    </a:cubicBezTo>
                    <a:cubicBezTo>
                      <a:pt x="3004" y="16825"/>
                      <a:pt x="4172" y="17659"/>
                      <a:pt x="5110" y="18556"/>
                    </a:cubicBezTo>
                    <a:cubicBezTo>
                      <a:pt x="5673" y="19119"/>
                      <a:pt x="6278" y="19620"/>
                      <a:pt x="6904" y="20100"/>
                    </a:cubicBezTo>
                    <a:cubicBezTo>
                      <a:pt x="7112" y="20266"/>
                      <a:pt x="8833" y="21179"/>
                      <a:pt x="8844" y="21329"/>
                    </a:cubicBezTo>
                    <a:lnTo>
                      <a:pt x="8844" y="21329"/>
                    </a:lnTo>
                    <a:cubicBezTo>
                      <a:pt x="8781" y="19577"/>
                      <a:pt x="8823" y="18326"/>
                      <a:pt x="9824" y="16741"/>
                    </a:cubicBezTo>
                    <a:lnTo>
                      <a:pt x="9824" y="16741"/>
                    </a:lnTo>
                    <a:cubicBezTo>
                      <a:pt x="9407" y="17805"/>
                      <a:pt x="9177" y="18952"/>
                      <a:pt x="9094" y="20100"/>
                    </a:cubicBezTo>
                    <a:cubicBezTo>
                      <a:pt x="9052" y="20454"/>
                      <a:pt x="9094" y="20809"/>
                      <a:pt x="9240" y="21142"/>
                    </a:cubicBezTo>
                    <a:cubicBezTo>
                      <a:pt x="9386" y="21351"/>
                      <a:pt x="9553" y="21518"/>
                      <a:pt x="9741" y="21664"/>
                    </a:cubicBezTo>
                    <a:cubicBezTo>
                      <a:pt x="10742" y="22456"/>
                      <a:pt x="11785" y="23145"/>
                      <a:pt x="12911" y="23750"/>
                    </a:cubicBezTo>
                    <a:cubicBezTo>
                      <a:pt x="13280" y="23963"/>
                      <a:pt x="14842" y="25189"/>
                      <a:pt x="15359" y="25189"/>
                    </a:cubicBezTo>
                    <a:cubicBezTo>
                      <a:pt x="15397" y="25189"/>
                      <a:pt x="15430" y="25182"/>
                      <a:pt x="15456" y="25168"/>
                    </a:cubicBezTo>
                    <a:cubicBezTo>
                      <a:pt x="15581" y="25084"/>
                      <a:pt x="15685" y="24959"/>
                      <a:pt x="15727" y="24813"/>
                    </a:cubicBezTo>
                    <a:cubicBezTo>
                      <a:pt x="15873" y="24396"/>
                      <a:pt x="15998" y="23958"/>
                      <a:pt x="16081" y="23520"/>
                    </a:cubicBezTo>
                    <a:lnTo>
                      <a:pt x="16415" y="21998"/>
                    </a:lnTo>
                    <a:cubicBezTo>
                      <a:pt x="16415" y="23270"/>
                      <a:pt x="16540" y="24500"/>
                      <a:pt x="16478" y="25814"/>
                    </a:cubicBezTo>
                    <a:cubicBezTo>
                      <a:pt x="16394" y="26148"/>
                      <a:pt x="16582" y="26482"/>
                      <a:pt x="16916" y="26586"/>
                    </a:cubicBezTo>
                    <a:cubicBezTo>
                      <a:pt x="18770" y="27566"/>
                      <a:pt x="20334" y="28670"/>
                      <a:pt x="21231" y="30669"/>
                    </a:cubicBezTo>
                    <a:lnTo>
                      <a:pt x="21231" y="30669"/>
                    </a:lnTo>
                    <a:cubicBezTo>
                      <a:pt x="21008" y="30162"/>
                      <a:pt x="21734" y="28336"/>
                      <a:pt x="21859" y="27775"/>
                    </a:cubicBezTo>
                    <a:cubicBezTo>
                      <a:pt x="22213" y="26086"/>
                      <a:pt x="22318" y="24438"/>
                      <a:pt x="21859" y="22769"/>
                    </a:cubicBezTo>
                    <a:cubicBezTo>
                      <a:pt x="21546" y="21539"/>
                      <a:pt x="21045" y="20350"/>
                      <a:pt x="20733" y="19119"/>
                    </a:cubicBezTo>
                    <a:lnTo>
                      <a:pt x="20733" y="19119"/>
                    </a:lnTo>
                    <a:cubicBezTo>
                      <a:pt x="21483" y="19787"/>
                      <a:pt x="22109" y="20579"/>
                      <a:pt x="22589" y="21455"/>
                    </a:cubicBezTo>
                    <a:cubicBezTo>
                      <a:pt x="23486" y="18848"/>
                      <a:pt x="23131" y="15657"/>
                      <a:pt x="22485" y="13029"/>
                    </a:cubicBezTo>
                    <a:cubicBezTo>
                      <a:pt x="22213" y="11965"/>
                      <a:pt x="22047" y="11506"/>
                      <a:pt x="21129" y="10880"/>
                    </a:cubicBezTo>
                    <a:cubicBezTo>
                      <a:pt x="20378" y="10338"/>
                      <a:pt x="19565" y="9921"/>
                      <a:pt x="18688" y="9608"/>
                    </a:cubicBezTo>
                    <a:lnTo>
                      <a:pt x="18688" y="9608"/>
                    </a:lnTo>
                    <a:cubicBezTo>
                      <a:pt x="20107" y="9671"/>
                      <a:pt x="21483" y="9942"/>
                      <a:pt x="22818" y="10380"/>
                    </a:cubicBezTo>
                    <a:cubicBezTo>
                      <a:pt x="22193" y="9379"/>
                      <a:pt x="22067" y="8190"/>
                      <a:pt x="21567" y="7147"/>
                    </a:cubicBezTo>
                    <a:cubicBezTo>
                      <a:pt x="20649" y="5291"/>
                      <a:pt x="19189" y="2600"/>
                      <a:pt x="16957" y="2266"/>
                    </a:cubicBezTo>
                    <a:cubicBezTo>
                      <a:pt x="16446" y="2193"/>
                      <a:pt x="15930" y="2188"/>
                      <a:pt x="15414" y="2188"/>
                    </a:cubicBezTo>
                    <a:cubicBezTo>
                      <a:pt x="15328" y="2188"/>
                      <a:pt x="15242" y="2188"/>
                      <a:pt x="15156" y="2188"/>
                    </a:cubicBezTo>
                    <a:cubicBezTo>
                      <a:pt x="14726" y="2188"/>
                      <a:pt x="14296" y="2185"/>
                      <a:pt x="13870" y="2141"/>
                    </a:cubicBezTo>
                    <a:cubicBezTo>
                      <a:pt x="14434" y="1724"/>
                      <a:pt x="15038" y="1390"/>
                      <a:pt x="15685" y="1140"/>
                    </a:cubicBezTo>
                    <a:cubicBezTo>
                      <a:pt x="15254" y="278"/>
                      <a:pt x="13143" y="1"/>
                      <a:pt x="11846" y="1"/>
                    </a:cubicBezTo>
                    <a:close/>
                    <a:moveTo>
                      <a:pt x="21231" y="30669"/>
                    </a:moveTo>
                    <a:cubicBezTo>
                      <a:pt x="21232" y="30671"/>
                      <a:pt x="21232" y="30673"/>
                      <a:pt x="21233" y="30674"/>
                    </a:cubicBezTo>
                    <a:cubicBezTo>
                      <a:pt x="21232" y="30673"/>
                      <a:pt x="21232" y="30671"/>
                      <a:pt x="21231" y="306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7"/>
              <p:cNvSpPr/>
              <p:nvPr/>
            </p:nvSpPr>
            <p:spPr>
              <a:xfrm>
                <a:off x="5591225" y="2632600"/>
                <a:ext cx="333750" cy="550800"/>
              </a:xfrm>
              <a:custGeom>
                <a:rect b="b" l="l" r="r" t="t"/>
                <a:pathLst>
                  <a:path extrusionOk="0" h="22032" w="13350">
                    <a:moveTo>
                      <a:pt x="88" y="1"/>
                    </a:moveTo>
                    <a:cubicBezTo>
                      <a:pt x="61" y="1"/>
                      <a:pt x="17" y="27"/>
                      <a:pt x="1" y="27"/>
                    </a:cubicBezTo>
                    <a:cubicBezTo>
                      <a:pt x="1211" y="841"/>
                      <a:pt x="2316" y="1800"/>
                      <a:pt x="3275" y="2885"/>
                    </a:cubicBezTo>
                    <a:cubicBezTo>
                      <a:pt x="4402" y="4094"/>
                      <a:pt x="5445" y="5388"/>
                      <a:pt x="6383" y="6764"/>
                    </a:cubicBezTo>
                    <a:cubicBezTo>
                      <a:pt x="7322" y="8099"/>
                      <a:pt x="8177" y="9497"/>
                      <a:pt x="8949" y="10936"/>
                    </a:cubicBezTo>
                    <a:cubicBezTo>
                      <a:pt x="9720" y="12396"/>
                      <a:pt x="10409" y="13918"/>
                      <a:pt x="10993" y="15462"/>
                    </a:cubicBezTo>
                    <a:cubicBezTo>
                      <a:pt x="11848" y="17610"/>
                      <a:pt x="12620" y="19800"/>
                      <a:pt x="13245" y="22032"/>
                    </a:cubicBezTo>
                    <a:lnTo>
                      <a:pt x="13350" y="22032"/>
                    </a:lnTo>
                    <a:cubicBezTo>
                      <a:pt x="12787" y="20030"/>
                      <a:pt x="12140" y="18069"/>
                      <a:pt x="11431" y="16129"/>
                    </a:cubicBezTo>
                    <a:cubicBezTo>
                      <a:pt x="10826" y="14523"/>
                      <a:pt x="10158" y="12938"/>
                      <a:pt x="9387" y="11395"/>
                    </a:cubicBezTo>
                    <a:cubicBezTo>
                      <a:pt x="7906" y="8454"/>
                      <a:pt x="6070" y="5742"/>
                      <a:pt x="3901" y="3281"/>
                    </a:cubicBezTo>
                    <a:cubicBezTo>
                      <a:pt x="2817" y="2009"/>
                      <a:pt x="1523" y="903"/>
                      <a:pt x="105" y="6"/>
                    </a:cubicBezTo>
                    <a:cubicBezTo>
                      <a:pt x="101" y="2"/>
                      <a:pt x="95" y="1"/>
                      <a:pt x="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7"/>
              <p:cNvSpPr/>
              <p:nvPr/>
            </p:nvSpPr>
            <p:spPr>
              <a:xfrm>
                <a:off x="5579250" y="2735475"/>
                <a:ext cx="46425" cy="227375"/>
              </a:xfrm>
              <a:custGeom>
                <a:rect b="b" l="l" r="r" t="t"/>
                <a:pathLst>
                  <a:path extrusionOk="0" h="9095" w="1857">
                    <a:moveTo>
                      <a:pt x="1794" y="0"/>
                    </a:moveTo>
                    <a:cubicBezTo>
                      <a:pt x="1544" y="543"/>
                      <a:pt x="1252" y="1064"/>
                      <a:pt x="897" y="1565"/>
                    </a:cubicBezTo>
                    <a:cubicBezTo>
                      <a:pt x="563" y="2044"/>
                      <a:pt x="313" y="2608"/>
                      <a:pt x="167" y="3192"/>
                    </a:cubicBezTo>
                    <a:cubicBezTo>
                      <a:pt x="21" y="3796"/>
                      <a:pt x="0" y="4401"/>
                      <a:pt x="125" y="5027"/>
                    </a:cubicBezTo>
                    <a:cubicBezTo>
                      <a:pt x="167" y="5319"/>
                      <a:pt x="250" y="5611"/>
                      <a:pt x="355" y="5882"/>
                    </a:cubicBezTo>
                    <a:cubicBezTo>
                      <a:pt x="480" y="6195"/>
                      <a:pt x="626" y="6487"/>
                      <a:pt x="751" y="6800"/>
                    </a:cubicBezTo>
                    <a:cubicBezTo>
                      <a:pt x="1022" y="7530"/>
                      <a:pt x="897" y="8260"/>
                      <a:pt x="814" y="9011"/>
                    </a:cubicBezTo>
                    <a:cubicBezTo>
                      <a:pt x="814" y="9053"/>
                      <a:pt x="980" y="9094"/>
                      <a:pt x="980" y="9094"/>
                    </a:cubicBezTo>
                    <a:cubicBezTo>
                      <a:pt x="1106" y="8448"/>
                      <a:pt x="1085" y="7759"/>
                      <a:pt x="939" y="7113"/>
                    </a:cubicBezTo>
                    <a:cubicBezTo>
                      <a:pt x="772" y="6487"/>
                      <a:pt x="417" y="5945"/>
                      <a:pt x="271" y="5319"/>
                    </a:cubicBezTo>
                    <a:cubicBezTo>
                      <a:pt x="0" y="4109"/>
                      <a:pt x="209" y="2858"/>
                      <a:pt x="855" y="1815"/>
                    </a:cubicBezTo>
                    <a:cubicBezTo>
                      <a:pt x="1210" y="1231"/>
                      <a:pt x="1627" y="689"/>
                      <a:pt x="1856" y="42"/>
                    </a:cubicBezTo>
                    <a:cubicBezTo>
                      <a:pt x="1856" y="42"/>
                      <a:pt x="1794" y="0"/>
                      <a:pt x="1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7"/>
              <p:cNvSpPr/>
              <p:nvPr/>
            </p:nvSpPr>
            <p:spPr>
              <a:xfrm>
                <a:off x="5682475" y="2662350"/>
                <a:ext cx="230000" cy="36125"/>
              </a:xfrm>
              <a:custGeom>
                <a:rect b="b" l="l" r="r" t="t"/>
                <a:pathLst>
                  <a:path extrusionOk="0" h="1445" w="9200">
                    <a:moveTo>
                      <a:pt x="4927" y="0"/>
                    </a:moveTo>
                    <a:cubicBezTo>
                      <a:pt x="3976" y="0"/>
                      <a:pt x="3025" y="160"/>
                      <a:pt x="2128" y="464"/>
                    </a:cubicBezTo>
                    <a:cubicBezTo>
                      <a:pt x="1398" y="714"/>
                      <a:pt x="689" y="1027"/>
                      <a:pt x="1" y="1424"/>
                    </a:cubicBezTo>
                    <a:cubicBezTo>
                      <a:pt x="1" y="1424"/>
                      <a:pt x="43" y="1444"/>
                      <a:pt x="63" y="1444"/>
                    </a:cubicBezTo>
                    <a:lnTo>
                      <a:pt x="84" y="1444"/>
                    </a:lnTo>
                    <a:cubicBezTo>
                      <a:pt x="1610" y="645"/>
                      <a:pt x="3349" y="58"/>
                      <a:pt x="5082" y="58"/>
                    </a:cubicBezTo>
                    <a:cubicBezTo>
                      <a:pt x="5836" y="58"/>
                      <a:pt x="6588" y="170"/>
                      <a:pt x="7322" y="422"/>
                    </a:cubicBezTo>
                    <a:cubicBezTo>
                      <a:pt x="7989" y="673"/>
                      <a:pt x="8594" y="1006"/>
                      <a:pt x="9137" y="1424"/>
                    </a:cubicBezTo>
                    <a:cubicBezTo>
                      <a:pt x="9137" y="1424"/>
                      <a:pt x="9162" y="1424"/>
                      <a:pt x="9181" y="1429"/>
                    </a:cubicBezTo>
                    <a:lnTo>
                      <a:pt x="9181" y="1429"/>
                    </a:lnTo>
                    <a:cubicBezTo>
                      <a:pt x="8267" y="667"/>
                      <a:pt x="7168" y="213"/>
                      <a:pt x="5987" y="68"/>
                    </a:cubicBezTo>
                    <a:cubicBezTo>
                      <a:pt x="5636" y="23"/>
                      <a:pt x="5282" y="0"/>
                      <a:pt x="4927" y="0"/>
                    </a:cubicBezTo>
                    <a:close/>
                    <a:moveTo>
                      <a:pt x="9181" y="1429"/>
                    </a:moveTo>
                    <a:cubicBezTo>
                      <a:pt x="9187" y="1434"/>
                      <a:pt x="9193" y="1439"/>
                      <a:pt x="9199" y="1444"/>
                    </a:cubicBezTo>
                    <a:cubicBezTo>
                      <a:pt x="9199" y="1437"/>
                      <a:pt x="9191" y="1432"/>
                      <a:pt x="9181" y="14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7"/>
              <p:cNvSpPr/>
              <p:nvPr/>
            </p:nvSpPr>
            <p:spPr>
              <a:xfrm>
                <a:off x="5774775" y="2826200"/>
                <a:ext cx="168975" cy="165325"/>
              </a:xfrm>
              <a:custGeom>
                <a:rect b="b" l="l" r="r" t="t"/>
                <a:pathLst>
                  <a:path extrusionOk="0" h="6613" w="6759">
                    <a:moveTo>
                      <a:pt x="1" y="1"/>
                    </a:moveTo>
                    <a:cubicBezTo>
                      <a:pt x="1" y="1"/>
                      <a:pt x="22" y="21"/>
                      <a:pt x="22" y="21"/>
                    </a:cubicBezTo>
                    <a:cubicBezTo>
                      <a:pt x="1252" y="251"/>
                      <a:pt x="2420" y="793"/>
                      <a:pt x="3380" y="1607"/>
                    </a:cubicBezTo>
                    <a:cubicBezTo>
                      <a:pt x="4360" y="2441"/>
                      <a:pt x="5153" y="3463"/>
                      <a:pt x="5757" y="4589"/>
                    </a:cubicBezTo>
                    <a:cubicBezTo>
                      <a:pt x="6112" y="5236"/>
                      <a:pt x="6425" y="5903"/>
                      <a:pt x="6717" y="6592"/>
                    </a:cubicBezTo>
                    <a:lnTo>
                      <a:pt x="6759" y="6612"/>
                    </a:lnTo>
                    <a:cubicBezTo>
                      <a:pt x="5883" y="4193"/>
                      <a:pt x="4318" y="1836"/>
                      <a:pt x="1982" y="647"/>
                    </a:cubicBezTo>
                    <a:cubicBezTo>
                      <a:pt x="1356" y="313"/>
                      <a:pt x="689" y="10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7"/>
              <p:cNvSpPr/>
              <p:nvPr/>
            </p:nvSpPr>
            <p:spPr>
              <a:xfrm>
                <a:off x="5815975" y="2923200"/>
                <a:ext cx="16200" cy="165825"/>
              </a:xfrm>
              <a:custGeom>
                <a:rect b="b" l="l" r="r" t="t"/>
                <a:pathLst>
                  <a:path extrusionOk="0" h="6633" w="648">
                    <a:moveTo>
                      <a:pt x="397" y="0"/>
                    </a:moveTo>
                    <a:cubicBezTo>
                      <a:pt x="397" y="0"/>
                      <a:pt x="334" y="42"/>
                      <a:pt x="334" y="63"/>
                    </a:cubicBezTo>
                    <a:cubicBezTo>
                      <a:pt x="626" y="2232"/>
                      <a:pt x="376" y="4484"/>
                      <a:pt x="0" y="6633"/>
                    </a:cubicBezTo>
                    <a:cubicBezTo>
                      <a:pt x="0" y="6633"/>
                      <a:pt x="42" y="6612"/>
                      <a:pt x="42" y="6591"/>
                    </a:cubicBezTo>
                    <a:cubicBezTo>
                      <a:pt x="292" y="5506"/>
                      <a:pt x="459" y="4401"/>
                      <a:pt x="564" y="3275"/>
                    </a:cubicBezTo>
                    <a:cubicBezTo>
                      <a:pt x="647" y="2190"/>
                      <a:pt x="584" y="1085"/>
                      <a:pt x="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7"/>
              <p:cNvSpPr/>
              <p:nvPr/>
            </p:nvSpPr>
            <p:spPr>
              <a:xfrm>
                <a:off x="5707525" y="2777700"/>
                <a:ext cx="31300" cy="247725"/>
              </a:xfrm>
              <a:custGeom>
                <a:rect b="b" l="l" r="r" t="t"/>
                <a:pathLst>
                  <a:path extrusionOk="0" h="9909" w="1252">
                    <a:moveTo>
                      <a:pt x="521" y="1"/>
                    </a:moveTo>
                    <a:cubicBezTo>
                      <a:pt x="167" y="1273"/>
                      <a:pt x="0" y="2587"/>
                      <a:pt x="0" y="3922"/>
                    </a:cubicBezTo>
                    <a:cubicBezTo>
                      <a:pt x="0" y="5215"/>
                      <a:pt x="146" y="6529"/>
                      <a:pt x="459" y="7802"/>
                    </a:cubicBezTo>
                    <a:cubicBezTo>
                      <a:pt x="542" y="8156"/>
                      <a:pt x="647" y="8511"/>
                      <a:pt x="772" y="8865"/>
                    </a:cubicBezTo>
                    <a:cubicBezTo>
                      <a:pt x="897" y="9220"/>
                      <a:pt x="1043" y="9574"/>
                      <a:pt x="1210" y="9908"/>
                    </a:cubicBezTo>
                    <a:lnTo>
                      <a:pt x="1252" y="9908"/>
                    </a:lnTo>
                    <a:cubicBezTo>
                      <a:pt x="1147" y="9595"/>
                      <a:pt x="1022" y="9282"/>
                      <a:pt x="918" y="8970"/>
                    </a:cubicBezTo>
                    <a:cubicBezTo>
                      <a:pt x="834" y="8657"/>
                      <a:pt x="730" y="8344"/>
                      <a:pt x="647" y="8031"/>
                    </a:cubicBezTo>
                    <a:cubicBezTo>
                      <a:pt x="459" y="7384"/>
                      <a:pt x="334" y="6738"/>
                      <a:pt x="229" y="6091"/>
                    </a:cubicBezTo>
                    <a:cubicBezTo>
                      <a:pt x="42" y="4798"/>
                      <a:pt x="21" y="3484"/>
                      <a:pt x="188" y="2191"/>
                    </a:cubicBezTo>
                    <a:cubicBezTo>
                      <a:pt x="271" y="1440"/>
                      <a:pt x="396" y="710"/>
                      <a:pt x="584" y="1"/>
                    </a:cubicBezTo>
                    <a:lnTo>
                      <a:pt x="584" y="1"/>
                    </a:lnTo>
                    <a:cubicBezTo>
                      <a:pt x="584" y="1"/>
                      <a:pt x="521" y="1"/>
                      <a:pt x="521" y="22"/>
                    </a:cubicBezTo>
                    <a:lnTo>
                      <a:pt x="5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7"/>
              <p:cNvSpPr/>
              <p:nvPr/>
            </p:nvSpPr>
            <p:spPr>
              <a:xfrm>
                <a:off x="5459825" y="2716175"/>
                <a:ext cx="119950" cy="113700"/>
              </a:xfrm>
              <a:custGeom>
                <a:rect b="b" l="l" r="r" t="t"/>
                <a:pathLst>
                  <a:path extrusionOk="0" h="4548" w="4798">
                    <a:moveTo>
                      <a:pt x="4798" y="1"/>
                    </a:moveTo>
                    <a:lnTo>
                      <a:pt x="4798" y="1"/>
                    </a:lnTo>
                    <a:cubicBezTo>
                      <a:pt x="4381" y="84"/>
                      <a:pt x="3964" y="230"/>
                      <a:pt x="3588" y="418"/>
                    </a:cubicBezTo>
                    <a:cubicBezTo>
                      <a:pt x="3150" y="626"/>
                      <a:pt x="2712" y="835"/>
                      <a:pt x="2295" y="1085"/>
                    </a:cubicBezTo>
                    <a:cubicBezTo>
                      <a:pt x="1461" y="1544"/>
                      <a:pt x="668" y="2149"/>
                      <a:pt x="272" y="3025"/>
                    </a:cubicBezTo>
                    <a:cubicBezTo>
                      <a:pt x="168" y="3275"/>
                      <a:pt x="84" y="3526"/>
                      <a:pt x="63" y="3776"/>
                    </a:cubicBezTo>
                    <a:cubicBezTo>
                      <a:pt x="1" y="4026"/>
                      <a:pt x="42" y="4297"/>
                      <a:pt x="147" y="4548"/>
                    </a:cubicBezTo>
                    <a:cubicBezTo>
                      <a:pt x="209" y="4527"/>
                      <a:pt x="293" y="4485"/>
                      <a:pt x="355" y="4464"/>
                    </a:cubicBezTo>
                    <a:cubicBezTo>
                      <a:pt x="376" y="4193"/>
                      <a:pt x="355" y="3943"/>
                      <a:pt x="397" y="3651"/>
                    </a:cubicBezTo>
                    <a:cubicBezTo>
                      <a:pt x="439" y="3421"/>
                      <a:pt x="501" y="3192"/>
                      <a:pt x="606" y="2962"/>
                    </a:cubicBezTo>
                    <a:cubicBezTo>
                      <a:pt x="814" y="2483"/>
                      <a:pt x="1127" y="2045"/>
                      <a:pt x="1523" y="1690"/>
                    </a:cubicBezTo>
                    <a:cubicBezTo>
                      <a:pt x="1940" y="1356"/>
                      <a:pt x="2399" y="1043"/>
                      <a:pt x="2879" y="814"/>
                    </a:cubicBezTo>
                    <a:cubicBezTo>
                      <a:pt x="3108" y="689"/>
                      <a:pt x="3338" y="564"/>
                      <a:pt x="3567" y="459"/>
                    </a:cubicBezTo>
                    <a:cubicBezTo>
                      <a:pt x="3922" y="272"/>
                      <a:pt x="4318" y="126"/>
                      <a:pt x="4694" y="42"/>
                    </a:cubicBezTo>
                    <a:cubicBezTo>
                      <a:pt x="4735" y="42"/>
                      <a:pt x="4777" y="21"/>
                      <a:pt x="47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7"/>
              <p:cNvSpPr/>
              <p:nvPr/>
            </p:nvSpPr>
            <p:spPr>
              <a:xfrm>
                <a:off x="5675700" y="2541575"/>
                <a:ext cx="127725" cy="82850"/>
              </a:xfrm>
              <a:custGeom>
                <a:rect b="b" l="l" r="r" t="t"/>
                <a:pathLst>
                  <a:path extrusionOk="0" h="3314" w="5109">
                    <a:moveTo>
                      <a:pt x="4714" y="0"/>
                    </a:moveTo>
                    <a:cubicBezTo>
                      <a:pt x="4628" y="0"/>
                      <a:pt x="4540" y="11"/>
                      <a:pt x="4464" y="18"/>
                    </a:cubicBezTo>
                    <a:cubicBezTo>
                      <a:pt x="4214" y="81"/>
                      <a:pt x="3964" y="164"/>
                      <a:pt x="3713" y="289"/>
                    </a:cubicBezTo>
                    <a:cubicBezTo>
                      <a:pt x="3213" y="519"/>
                      <a:pt x="2754" y="790"/>
                      <a:pt x="2295" y="1082"/>
                    </a:cubicBezTo>
                    <a:cubicBezTo>
                      <a:pt x="1419" y="1687"/>
                      <a:pt x="626" y="2459"/>
                      <a:pt x="1" y="3314"/>
                    </a:cubicBezTo>
                    <a:cubicBezTo>
                      <a:pt x="1" y="3314"/>
                      <a:pt x="84" y="3314"/>
                      <a:pt x="84" y="3293"/>
                    </a:cubicBezTo>
                    <a:lnTo>
                      <a:pt x="105" y="3293"/>
                    </a:lnTo>
                    <a:cubicBezTo>
                      <a:pt x="710" y="2521"/>
                      <a:pt x="1440" y="1833"/>
                      <a:pt x="2253" y="1249"/>
                    </a:cubicBezTo>
                    <a:cubicBezTo>
                      <a:pt x="2629" y="978"/>
                      <a:pt x="3046" y="727"/>
                      <a:pt x="3463" y="519"/>
                    </a:cubicBezTo>
                    <a:cubicBezTo>
                      <a:pt x="3672" y="394"/>
                      <a:pt x="3880" y="289"/>
                      <a:pt x="4110" y="206"/>
                    </a:cubicBezTo>
                    <a:cubicBezTo>
                      <a:pt x="4214" y="171"/>
                      <a:pt x="4322" y="154"/>
                      <a:pt x="4431" y="154"/>
                    </a:cubicBezTo>
                    <a:cubicBezTo>
                      <a:pt x="4583" y="154"/>
                      <a:pt x="4736" y="187"/>
                      <a:pt x="4881" y="248"/>
                    </a:cubicBezTo>
                    <a:cubicBezTo>
                      <a:pt x="4884" y="250"/>
                      <a:pt x="4888" y="251"/>
                      <a:pt x="4894" y="251"/>
                    </a:cubicBezTo>
                    <a:cubicBezTo>
                      <a:pt x="4945" y="251"/>
                      <a:pt x="5109" y="183"/>
                      <a:pt x="5090" y="164"/>
                    </a:cubicBezTo>
                    <a:cubicBezTo>
                      <a:pt x="5011" y="32"/>
                      <a:pt x="4864" y="0"/>
                      <a:pt x="4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7"/>
              <p:cNvSpPr/>
              <p:nvPr/>
            </p:nvSpPr>
            <p:spPr>
              <a:xfrm>
                <a:off x="5722125" y="2678125"/>
                <a:ext cx="139750" cy="19825"/>
              </a:xfrm>
              <a:custGeom>
                <a:rect b="b" l="l" r="r" t="t"/>
                <a:pathLst>
                  <a:path extrusionOk="0" h="793" w="5590">
                    <a:moveTo>
                      <a:pt x="222" y="570"/>
                    </a:moveTo>
                    <a:lnTo>
                      <a:pt x="222" y="570"/>
                    </a:lnTo>
                    <a:cubicBezTo>
                      <a:pt x="148" y="601"/>
                      <a:pt x="74" y="633"/>
                      <a:pt x="0" y="667"/>
                    </a:cubicBezTo>
                    <a:cubicBezTo>
                      <a:pt x="21" y="667"/>
                      <a:pt x="42" y="647"/>
                      <a:pt x="63" y="647"/>
                    </a:cubicBezTo>
                    <a:cubicBezTo>
                      <a:pt x="115" y="620"/>
                      <a:pt x="169" y="595"/>
                      <a:pt x="222" y="570"/>
                    </a:cubicBezTo>
                    <a:close/>
                    <a:moveTo>
                      <a:pt x="5587" y="706"/>
                    </a:moveTo>
                    <a:cubicBezTo>
                      <a:pt x="5587" y="706"/>
                      <a:pt x="5587" y="706"/>
                      <a:pt x="5586" y="706"/>
                    </a:cubicBezTo>
                    <a:lnTo>
                      <a:pt x="5586" y="706"/>
                    </a:lnTo>
                    <a:cubicBezTo>
                      <a:pt x="5588" y="707"/>
                      <a:pt x="5589" y="708"/>
                      <a:pt x="5590" y="709"/>
                    </a:cubicBezTo>
                    <a:cubicBezTo>
                      <a:pt x="5590" y="707"/>
                      <a:pt x="5589" y="706"/>
                      <a:pt x="5587" y="706"/>
                    </a:cubicBezTo>
                    <a:close/>
                    <a:moveTo>
                      <a:pt x="2858" y="0"/>
                    </a:moveTo>
                    <a:cubicBezTo>
                      <a:pt x="1956" y="0"/>
                      <a:pt x="1054" y="184"/>
                      <a:pt x="222" y="570"/>
                    </a:cubicBezTo>
                    <a:lnTo>
                      <a:pt x="222" y="570"/>
                    </a:lnTo>
                    <a:cubicBezTo>
                      <a:pt x="970" y="258"/>
                      <a:pt x="1762" y="103"/>
                      <a:pt x="2571" y="103"/>
                    </a:cubicBezTo>
                    <a:cubicBezTo>
                      <a:pt x="2618" y="103"/>
                      <a:pt x="2665" y="103"/>
                      <a:pt x="2712" y="104"/>
                    </a:cubicBezTo>
                    <a:cubicBezTo>
                      <a:pt x="3170" y="125"/>
                      <a:pt x="3629" y="188"/>
                      <a:pt x="4088" y="313"/>
                    </a:cubicBezTo>
                    <a:cubicBezTo>
                      <a:pt x="4297" y="355"/>
                      <a:pt x="4526" y="438"/>
                      <a:pt x="4735" y="521"/>
                    </a:cubicBezTo>
                    <a:cubicBezTo>
                      <a:pt x="4964" y="605"/>
                      <a:pt x="5194" y="709"/>
                      <a:pt x="5444" y="793"/>
                    </a:cubicBezTo>
                    <a:cubicBezTo>
                      <a:pt x="5463" y="793"/>
                      <a:pt x="5566" y="708"/>
                      <a:pt x="5586" y="706"/>
                    </a:cubicBezTo>
                    <a:lnTo>
                      <a:pt x="5586" y="706"/>
                    </a:lnTo>
                    <a:cubicBezTo>
                      <a:pt x="5400" y="562"/>
                      <a:pt x="5192" y="438"/>
                      <a:pt x="4964" y="375"/>
                    </a:cubicBezTo>
                    <a:cubicBezTo>
                      <a:pt x="4735" y="292"/>
                      <a:pt x="4505" y="229"/>
                      <a:pt x="4297" y="167"/>
                    </a:cubicBezTo>
                    <a:cubicBezTo>
                      <a:pt x="3817" y="63"/>
                      <a:pt x="3337"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7"/>
              <p:cNvSpPr/>
              <p:nvPr/>
            </p:nvSpPr>
            <p:spPr>
              <a:xfrm>
                <a:off x="5590700" y="2798950"/>
                <a:ext cx="21425" cy="152950"/>
              </a:xfrm>
              <a:custGeom>
                <a:rect b="b" l="l" r="r" t="t"/>
                <a:pathLst>
                  <a:path extrusionOk="0" h="6118" w="857">
                    <a:moveTo>
                      <a:pt x="387" y="0"/>
                    </a:moveTo>
                    <a:cubicBezTo>
                      <a:pt x="381" y="0"/>
                      <a:pt x="376" y="2"/>
                      <a:pt x="376" y="6"/>
                    </a:cubicBezTo>
                    <a:cubicBezTo>
                      <a:pt x="272" y="235"/>
                      <a:pt x="189" y="486"/>
                      <a:pt x="147" y="757"/>
                    </a:cubicBezTo>
                    <a:cubicBezTo>
                      <a:pt x="84" y="1007"/>
                      <a:pt x="64" y="1257"/>
                      <a:pt x="43" y="1508"/>
                    </a:cubicBezTo>
                    <a:cubicBezTo>
                      <a:pt x="1" y="2008"/>
                      <a:pt x="1" y="2530"/>
                      <a:pt x="64" y="3030"/>
                    </a:cubicBezTo>
                    <a:cubicBezTo>
                      <a:pt x="126" y="3531"/>
                      <a:pt x="210" y="4052"/>
                      <a:pt x="314" y="4553"/>
                    </a:cubicBezTo>
                    <a:cubicBezTo>
                      <a:pt x="397" y="5074"/>
                      <a:pt x="522" y="5596"/>
                      <a:pt x="689" y="6096"/>
                    </a:cubicBezTo>
                    <a:cubicBezTo>
                      <a:pt x="689" y="6117"/>
                      <a:pt x="856" y="6117"/>
                      <a:pt x="856" y="6117"/>
                    </a:cubicBezTo>
                    <a:cubicBezTo>
                      <a:pt x="794" y="5596"/>
                      <a:pt x="627" y="5095"/>
                      <a:pt x="522" y="4595"/>
                    </a:cubicBezTo>
                    <a:cubicBezTo>
                      <a:pt x="418" y="4094"/>
                      <a:pt x="335" y="3573"/>
                      <a:pt x="272" y="3072"/>
                    </a:cubicBezTo>
                    <a:cubicBezTo>
                      <a:pt x="230" y="2551"/>
                      <a:pt x="210" y="2050"/>
                      <a:pt x="251" y="1549"/>
                    </a:cubicBezTo>
                    <a:cubicBezTo>
                      <a:pt x="272" y="1278"/>
                      <a:pt x="293" y="1028"/>
                      <a:pt x="335" y="778"/>
                    </a:cubicBezTo>
                    <a:cubicBezTo>
                      <a:pt x="397" y="527"/>
                      <a:pt x="418" y="277"/>
                      <a:pt x="481" y="27"/>
                    </a:cubicBezTo>
                    <a:cubicBezTo>
                      <a:pt x="481" y="27"/>
                      <a:pt x="414"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7"/>
              <p:cNvSpPr/>
              <p:nvPr/>
            </p:nvSpPr>
            <p:spPr>
              <a:xfrm>
                <a:off x="5807100" y="2827250"/>
                <a:ext cx="2650" cy="550"/>
              </a:xfrm>
              <a:custGeom>
                <a:rect b="b" l="l" r="r" t="t"/>
                <a:pathLst>
                  <a:path extrusionOk="0" h="22" w="106">
                    <a:moveTo>
                      <a:pt x="43" y="0"/>
                    </a:moveTo>
                    <a:cubicBezTo>
                      <a:pt x="1" y="0"/>
                      <a:pt x="1" y="21"/>
                      <a:pt x="43" y="21"/>
                    </a:cubicBezTo>
                    <a:cubicBezTo>
                      <a:pt x="63" y="21"/>
                      <a:pt x="105" y="0"/>
                      <a:pt x="43" y="0"/>
                    </a:cubicBezTo>
                    <a:close/>
                  </a:path>
                </a:pathLst>
              </a:custGeom>
              <a:solidFill>
                <a:srgbClr val="8AB2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7"/>
              <p:cNvSpPr/>
              <p:nvPr/>
            </p:nvSpPr>
            <p:spPr>
              <a:xfrm>
                <a:off x="5809900" y="2844225"/>
                <a:ext cx="133850" cy="161375"/>
              </a:xfrm>
              <a:custGeom>
                <a:rect b="b" l="l" r="r" t="t"/>
                <a:pathLst>
                  <a:path extrusionOk="0" h="6455" w="5354">
                    <a:moveTo>
                      <a:pt x="7" y="0"/>
                    </a:moveTo>
                    <a:cubicBezTo>
                      <a:pt x="0" y="0"/>
                      <a:pt x="0" y="3"/>
                      <a:pt x="14" y="10"/>
                    </a:cubicBezTo>
                    <a:cubicBezTo>
                      <a:pt x="953" y="385"/>
                      <a:pt x="1662" y="1136"/>
                      <a:pt x="2267" y="1928"/>
                    </a:cubicBezTo>
                    <a:cubicBezTo>
                      <a:pt x="2934" y="2825"/>
                      <a:pt x="3581" y="3764"/>
                      <a:pt x="4165" y="4723"/>
                    </a:cubicBezTo>
                    <a:cubicBezTo>
                      <a:pt x="4498" y="5287"/>
                      <a:pt x="4811" y="5871"/>
                      <a:pt x="5166" y="6434"/>
                    </a:cubicBezTo>
                    <a:cubicBezTo>
                      <a:pt x="5187" y="6455"/>
                      <a:pt x="5354" y="6455"/>
                      <a:pt x="5354" y="6455"/>
                    </a:cubicBezTo>
                    <a:cubicBezTo>
                      <a:pt x="5082" y="5912"/>
                      <a:pt x="4790" y="5391"/>
                      <a:pt x="4457" y="4911"/>
                    </a:cubicBezTo>
                    <a:cubicBezTo>
                      <a:pt x="4165" y="4410"/>
                      <a:pt x="3831" y="3910"/>
                      <a:pt x="3497" y="3409"/>
                    </a:cubicBezTo>
                    <a:cubicBezTo>
                      <a:pt x="2892" y="2512"/>
                      <a:pt x="2267" y="1595"/>
                      <a:pt x="1474" y="865"/>
                    </a:cubicBezTo>
                    <a:cubicBezTo>
                      <a:pt x="1057" y="489"/>
                      <a:pt x="598" y="197"/>
                      <a:pt x="77" y="10"/>
                    </a:cubicBezTo>
                    <a:cubicBezTo>
                      <a:pt x="63" y="10"/>
                      <a:pt x="21"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7"/>
              <p:cNvSpPr/>
              <p:nvPr/>
            </p:nvSpPr>
            <p:spPr>
              <a:xfrm>
                <a:off x="5711175" y="2831825"/>
                <a:ext cx="25650" cy="167250"/>
              </a:xfrm>
              <a:custGeom>
                <a:rect b="b" l="l" r="r" t="t"/>
                <a:pathLst>
                  <a:path extrusionOk="0" h="6690" w="1026">
                    <a:moveTo>
                      <a:pt x="297" y="1"/>
                    </a:moveTo>
                    <a:cubicBezTo>
                      <a:pt x="294" y="1"/>
                      <a:pt x="292" y="2"/>
                      <a:pt x="292" y="5"/>
                    </a:cubicBezTo>
                    <a:cubicBezTo>
                      <a:pt x="63" y="1090"/>
                      <a:pt x="0" y="2216"/>
                      <a:pt x="125" y="3342"/>
                    </a:cubicBezTo>
                    <a:cubicBezTo>
                      <a:pt x="209" y="4468"/>
                      <a:pt x="480" y="5553"/>
                      <a:pt x="897" y="6596"/>
                    </a:cubicBezTo>
                    <a:cubicBezTo>
                      <a:pt x="914" y="6613"/>
                      <a:pt x="1005" y="6689"/>
                      <a:pt x="1022" y="6689"/>
                    </a:cubicBezTo>
                    <a:cubicBezTo>
                      <a:pt x="1025" y="6689"/>
                      <a:pt x="1025" y="6686"/>
                      <a:pt x="1022" y="6679"/>
                    </a:cubicBezTo>
                    <a:cubicBezTo>
                      <a:pt x="855" y="6158"/>
                      <a:pt x="688" y="5616"/>
                      <a:pt x="563" y="5052"/>
                    </a:cubicBezTo>
                    <a:cubicBezTo>
                      <a:pt x="438" y="4531"/>
                      <a:pt x="334" y="3968"/>
                      <a:pt x="292" y="3426"/>
                    </a:cubicBezTo>
                    <a:cubicBezTo>
                      <a:pt x="209" y="2299"/>
                      <a:pt x="229" y="1194"/>
                      <a:pt x="396" y="88"/>
                    </a:cubicBezTo>
                    <a:cubicBezTo>
                      <a:pt x="396" y="52"/>
                      <a:pt x="319" y="1"/>
                      <a:pt x="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7"/>
              <p:cNvSpPr/>
              <p:nvPr/>
            </p:nvSpPr>
            <p:spPr>
              <a:xfrm>
                <a:off x="5818575" y="2992025"/>
                <a:ext cx="20900" cy="129850"/>
              </a:xfrm>
              <a:custGeom>
                <a:rect b="b" l="l" r="r" t="t"/>
                <a:pathLst>
                  <a:path extrusionOk="0" h="5194" w="836">
                    <a:moveTo>
                      <a:pt x="668" y="0"/>
                    </a:moveTo>
                    <a:cubicBezTo>
                      <a:pt x="668" y="835"/>
                      <a:pt x="606" y="1690"/>
                      <a:pt x="480" y="2524"/>
                    </a:cubicBezTo>
                    <a:cubicBezTo>
                      <a:pt x="418" y="2941"/>
                      <a:pt x="355" y="3358"/>
                      <a:pt x="272" y="3775"/>
                    </a:cubicBezTo>
                    <a:cubicBezTo>
                      <a:pt x="147" y="4193"/>
                      <a:pt x="63" y="4651"/>
                      <a:pt x="1" y="5110"/>
                    </a:cubicBezTo>
                    <a:cubicBezTo>
                      <a:pt x="1" y="5110"/>
                      <a:pt x="98" y="5175"/>
                      <a:pt x="107" y="5191"/>
                    </a:cubicBezTo>
                    <a:lnTo>
                      <a:pt x="107" y="5191"/>
                    </a:lnTo>
                    <a:cubicBezTo>
                      <a:pt x="314" y="4816"/>
                      <a:pt x="439" y="4400"/>
                      <a:pt x="501" y="3984"/>
                    </a:cubicBezTo>
                    <a:cubicBezTo>
                      <a:pt x="585" y="3567"/>
                      <a:pt x="668" y="3129"/>
                      <a:pt x="710" y="2712"/>
                    </a:cubicBezTo>
                    <a:cubicBezTo>
                      <a:pt x="814" y="1836"/>
                      <a:pt x="835" y="939"/>
                      <a:pt x="772" y="63"/>
                    </a:cubicBezTo>
                    <a:cubicBezTo>
                      <a:pt x="772" y="42"/>
                      <a:pt x="668" y="21"/>
                      <a:pt x="668" y="0"/>
                    </a:cubicBezTo>
                    <a:close/>
                    <a:moveTo>
                      <a:pt x="107" y="5191"/>
                    </a:moveTo>
                    <a:lnTo>
                      <a:pt x="107" y="5191"/>
                    </a:lnTo>
                    <a:cubicBezTo>
                      <a:pt x="106" y="5192"/>
                      <a:pt x="106" y="5193"/>
                      <a:pt x="105" y="5194"/>
                    </a:cubicBezTo>
                    <a:cubicBezTo>
                      <a:pt x="107" y="5194"/>
                      <a:pt x="108" y="5193"/>
                      <a:pt x="107" y="51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7"/>
              <p:cNvSpPr/>
              <p:nvPr/>
            </p:nvSpPr>
            <p:spPr>
              <a:xfrm>
                <a:off x="5845175" y="2928250"/>
                <a:ext cx="82925" cy="259325"/>
              </a:xfrm>
              <a:custGeom>
                <a:rect b="b" l="l" r="r" t="t"/>
                <a:pathLst>
                  <a:path extrusionOk="0" h="10373" w="3317">
                    <a:moveTo>
                      <a:pt x="95" y="1"/>
                    </a:moveTo>
                    <a:cubicBezTo>
                      <a:pt x="69" y="1"/>
                      <a:pt x="4" y="31"/>
                      <a:pt x="21" y="48"/>
                    </a:cubicBezTo>
                    <a:lnTo>
                      <a:pt x="0" y="48"/>
                    </a:lnTo>
                    <a:cubicBezTo>
                      <a:pt x="1169" y="2635"/>
                      <a:pt x="2107" y="5284"/>
                      <a:pt x="2816" y="8037"/>
                    </a:cubicBezTo>
                    <a:cubicBezTo>
                      <a:pt x="3004" y="8808"/>
                      <a:pt x="3150" y="9601"/>
                      <a:pt x="3296" y="10373"/>
                    </a:cubicBezTo>
                    <a:cubicBezTo>
                      <a:pt x="3296" y="10373"/>
                      <a:pt x="3317" y="10373"/>
                      <a:pt x="3317" y="10352"/>
                    </a:cubicBezTo>
                    <a:cubicBezTo>
                      <a:pt x="2837" y="7557"/>
                      <a:pt x="2086" y="4825"/>
                      <a:pt x="1085" y="2176"/>
                    </a:cubicBezTo>
                    <a:cubicBezTo>
                      <a:pt x="793" y="1446"/>
                      <a:pt x="459" y="716"/>
                      <a:pt x="105" y="7"/>
                    </a:cubicBezTo>
                    <a:cubicBezTo>
                      <a:pt x="105" y="3"/>
                      <a:pt x="101" y="1"/>
                      <a:pt x="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7"/>
              <p:cNvSpPr/>
              <p:nvPr/>
            </p:nvSpPr>
            <p:spPr>
              <a:xfrm>
                <a:off x="5660575" y="2676550"/>
                <a:ext cx="123100" cy="150425"/>
              </a:xfrm>
              <a:custGeom>
                <a:rect b="b" l="l" r="r" t="t"/>
                <a:pathLst>
                  <a:path extrusionOk="0" h="6017" w="4924">
                    <a:moveTo>
                      <a:pt x="1" y="0"/>
                    </a:moveTo>
                    <a:cubicBezTo>
                      <a:pt x="1398" y="1419"/>
                      <a:pt x="2671" y="2962"/>
                      <a:pt x="3797" y="4589"/>
                    </a:cubicBezTo>
                    <a:cubicBezTo>
                      <a:pt x="3943" y="4819"/>
                      <a:pt x="4110" y="5048"/>
                      <a:pt x="4256" y="5277"/>
                    </a:cubicBezTo>
                    <a:cubicBezTo>
                      <a:pt x="4402" y="5549"/>
                      <a:pt x="4590" y="5778"/>
                      <a:pt x="4798" y="6007"/>
                    </a:cubicBezTo>
                    <a:cubicBezTo>
                      <a:pt x="4798" y="6007"/>
                      <a:pt x="4854" y="6017"/>
                      <a:pt x="4891" y="6017"/>
                    </a:cubicBezTo>
                    <a:cubicBezTo>
                      <a:pt x="4909" y="6017"/>
                      <a:pt x="4923" y="6014"/>
                      <a:pt x="4923" y="6007"/>
                    </a:cubicBezTo>
                    <a:cubicBezTo>
                      <a:pt x="4840" y="5799"/>
                      <a:pt x="4736" y="5590"/>
                      <a:pt x="4590" y="5403"/>
                    </a:cubicBezTo>
                    <a:cubicBezTo>
                      <a:pt x="4444" y="5215"/>
                      <a:pt x="4298" y="5006"/>
                      <a:pt x="4172" y="4798"/>
                    </a:cubicBezTo>
                    <a:cubicBezTo>
                      <a:pt x="3860" y="4381"/>
                      <a:pt x="3547" y="3963"/>
                      <a:pt x="3234" y="3567"/>
                    </a:cubicBezTo>
                    <a:cubicBezTo>
                      <a:pt x="2608" y="2775"/>
                      <a:pt x="1941" y="2003"/>
                      <a:pt x="1252" y="1273"/>
                    </a:cubicBezTo>
                    <a:cubicBezTo>
                      <a:pt x="856" y="835"/>
                      <a:pt x="439" y="418"/>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7"/>
              <p:cNvSpPr/>
              <p:nvPr/>
            </p:nvSpPr>
            <p:spPr>
              <a:xfrm>
                <a:off x="5794600" y="2765275"/>
                <a:ext cx="150875" cy="67350"/>
              </a:xfrm>
              <a:custGeom>
                <a:rect b="b" l="l" r="r" t="t"/>
                <a:pathLst>
                  <a:path extrusionOk="0" h="2694" w="6035">
                    <a:moveTo>
                      <a:pt x="715" y="0"/>
                    </a:moveTo>
                    <a:cubicBezTo>
                      <a:pt x="478" y="0"/>
                      <a:pt x="239" y="13"/>
                      <a:pt x="0" y="39"/>
                    </a:cubicBezTo>
                    <a:cubicBezTo>
                      <a:pt x="0" y="39"/>
                      <a:pt x="21" y="102"/>
                      <a:pt x="42" y="102"/>
                    </a:cubicBezTo>
                    <a:cubicBezTo>
                      <a:pt x="135" y="98"/>
                      <a:pt x="228" y="96"/>
                      <a:pt x="321" y="96"/>
                    </a:cubicBezTo>
                    <a:cubicBezTo>
                      <a:pt x="2494" y="96"/>
                      <a:pt x="4566" y="1027"/>
                      <a:pt x="5986" y="2667"/>
                    </a:cubicBezTo>
                    <a:cubicBezTo>
                      <a:pt x="6005" y="2686"/>
                      <a:pt x="6017" y="2693"/>
                      <a:pt x="6022" y="2693"/>
                    </a:cubicBezTo>
                    <a:cubicBezTo>
                      <a:pt x="6034" y="2693"/>
                      <a:pt x="6015" y="2654"/>
                      <a:pt x="5986" y="2625"/>
                    </a:cubicBezTo>
                    <a:cubicBezTo>
                      <a:pt x="4733" y="961"/>
                      <a:pt x="2776" y="0"/>
                      <a:pt x="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7"/>
              <p:cNvSpPr/>
              <p:nvPr/>
            </p:nvSpPr>
            <p:spPr>
              <a:xfrm>
                <a:off x="4875300" y="1583225"/>
                <a:ext cx="661725" cy="800825"/>
              </a:xfrm>
              <a:custGeom>
                <a:rect b="b" l="l" r="r" t="t"/>
                <a:pathLst>
                  <a:path extrusionOk="0" h="32033" w="26469">
                    <a:moveTo>
                      <a:pt x="1" y="13949"/>
                    </a:moveTo>
                    <a:cubicBezTo>
                      <a:pt x="0" y="13949"/>
                      <a:pt x="0" y="13949"/>
                      <a:pt x="0" y="13949"/>
                    </a:cubicBezTo>
                    <a:cubicBezTo>
                      <a:pt x="0" y="13949"/>
                      <a:pt x="0" y="13949"/>
                      <a:pt x="1" y="13949"/>
                    </a:cubicBezTo>
                    <a:close/>
                    <a:moveTo>
                      <a:pt x="11631" y="1"/>
                    </a:moveTo>
                    <a:cubicBezTo>
                      <a:pt x="11208" y="1"/>
                      <a:pt x="10783" y="28"/>
                      <a:pt x="10366" y="79"/>
                    </a:cubicBezTo>
                    <a:cubicBezTo>
                      <a:pt x="10033" y="120"/>
                      <a:pt x="9699" y="225"/>
                      <a:pt x="9365" y="225"/>
                    </a:cubicBezTo>
                    <a:cubicBezTo>
                      <a:pt x="9308" y="221"/>
                      <a:pt x="9251" y="219"/>
                      <a:pt x="9194" y="219"/>
                    </a:cubicBezTo>
                    <a:cubicBezTo>
                      <a:pt x="8917" y="219"/>
                      <a:pt x="8641" y="260"/>
                      <a:pt x="8364" y="329"/>
                    </a:cubicBezTo>
                    <a:cubicBezTo>
                      <a:pt x="8030" y="454"/>
                      <a:pt x="7718" y="600"/>
                      <a:pt x="7384" y="704"/>
                    </a:cubicBezTo>
                    <a:cubicBezTo>
                      <a:pt x="7050" y="746"/>
                      <a:pt x="6758" y="892"/>
                      <a:pt x="6487" y="1080"/>
                    </a:cubicBezTo>
                    <a:cubicBezTo>
                      <a:pt x="6643" y="1064"/>
                      <a:pt x="6801" y="1056"/>
                      <a:pt x="6960" y="1056"/>
                    </a:cubicBezTo>
                    <a:cubicBezTo>
                      <a:pt x="7435" y="1056"/>
                      <a:pt x="7916" y="1127"/>
                      <a:pt x="8385" y="1268"/>
                    </a:cubicBezTo>
                    <a:cubicBezTo>
                      <a:pt x="8698" y="1351"/>
                      <a:pt x="8990" y="1476"/>
                      <a:pt x="9282" y="1664"/>
                    </a:cubicBezTo>
                    <a:cubicBezTo>
                      <a:pt x="9449" y="1789"/>
                      <a:pt x="9574" y="2060"/>
                      <a:pt x="9741" y="2164"/>
                    </a:cubicBezTo>
                    <a:cubicBezTo>
                      <a:pt x="9428" y="1998"/>
                      <a:pt x="9073" y="1893"/>
                      <a:pt x="8698" y="1893"/>
                    </a:cubicBezTo>
                    <a:cubicBezTo>
                      <a:pt x="8209" y="1863"/>
                      <a:pt x="7721" y="1843"/>
                      <a:pt x="7232" y="1843"/>
                    </a:cubicBezTo>
                    <a:cubicBezTo>
                      <a:pt x="7053" y="1843"/>
                      <a:pt x="6874" y="1846"/>
                      <a:pt x="6696" y="1852"/>
                    </a:cubicBezTo>
                    <a:lnTo>
                      <a:pt x="6591" y="1852"/>
                    </a:lnTo>
                    <a:cubicBezTo>
                      <a:pt x="4255" y="1893"/>
                      <a:pt x="2545" y="4980"/>
                      <a:pt x="1690" y="6857"/>
                    </a:cubicBezTo>
                    <a:cubicBezTo>
                      <a:pt x="1189" y="7984"/>
                      <a:pt x="793" y="9152"/>
                      <a:pt x="522" y="10361"/>
                    </a:cubicBezTo>
                    <a:cubicBezTo>
                      <a:pt x="397" y="10966"/>
                      <a:pt x="292" y="11571"/>
                      <a:pt x="188" y="12197"/>
                    </a:cubicBezTo>
                    <a:cubicBezTo>
                      <a:pt x="167" y="12447"/>
                      <a:pt x="167" y="13822"/>
                      <a:pt x="1" y="13949"/>
                    </a:cubicBezTo>
                    <a:lnTo>
                      <a:pt x="1" y="13949"/>
                    </a:lnTo>
                    <a:cubicBezTo>
                      <a:pt x="689" y="13427"/>
                      <a:pt x="1377" y="12969"/>
                      <a:pt x="2107" y="12531"/>
                    </a:cubicBezTo>
                    <a:cubicBezTo>
                      <a:pt x="2482" y="12259"/>
                      <a:pt x="2899" y="12072"/>
                      <a:pt x="3358" y="12009"/>
                    </a:cubicBezTo>
                    <a:lnTo>
                      <a:pt x="3358" y="12009"/>
                    </a:lnTo>
                    <a:cubicBezTo>
                      <a:pt x="2774" y="12489"/>
                      <a:pt x="2253" y="13052"/>
                      <a:pt x="1773" y="13636"/>
                    </a:cubicBezTo>
                    <a:cubicBezTo>
                      <a:pt x="230" y="15597"/>
                      <a:pt x="84" y="18725"/>
                      <a:pt x="251" y="21103"/>
                    </a:cubicBezTo>
                    <a:cubicBezTo>
                      <a:pt x="999" y="20562"/>
                      <a:pt x="1810" y="20001"/>
                      <a:pt x="2725" y="19832"/>
                    </a:cubicBezTo>
                    <a:lnTo>
                      <a:pt x="2725" y="19832"/>
                    </a:lnTo>
                    <a:cubicBezTo>
                      <a:pt x="2017" y="19966"/>
                      <a:pt x="1209" y="21355"/>
                      <a:pt x="918" y="21917"/>
                    </a:cubicBezTo>
                    <a:cubicBezTo>
                      <a:pt x="459" y="22772"/>
                      <a:pt x="209" y="23710"/>
                      <a:pt x="188" y="24691"/>
                    </a:cubicBezTo>
                    <a:cubicBezTo>
                      <a:pt x="146" y="25608"/>
                      <a:pt x="397" y="26484"/>
                      <a:pt x="397" y="27381"/>
                    </a:cubicBezTo>
                    <a:cubicBezTo>
                      <a:pt x="459" y="28758"/>
                      <a:pt x="584" y="30134"/>
                      <a:pt x="814" y="31469"/>
                    </a:cubicBezTo>
                    <a:cubicBezTo>
                      <a:pt x="814" y="31532"/>
                      <a:pt x="897" y="32032"/>
                      <a:pt x="897" y="32032"/>
                    </a:cubicBezTo>
                    <a:cubicBezTo>
                      <a:pt x="3212" y="31740"/>
                      <a:pt x="5423" y="30948"/>
                      <a:pt x="7405" y="29738"/>
                    </a:cubicBezTo>
                    <a:cubicBezTo>
                      <a:pt x="8302" y="29196"/>
                      <a:pt x="9428" y="28528"/>
                      <a:pt x="10074" y="27715"/>
                    </a:cubicBezTo>
                    <a:cubicBezTo>
                      <a:pt x="10909" y="26714"/>
                      <a:pt x="10930" y="25483"/>
                      <a:pt x="11117" y="24273"/>
                    </a:cubicBezTo>
                    <a:lnTo>
                      <a:pt x="11117" y="24273"/>
                    </a:lnTo>
                    <a:cubicBezTo>
                      <a:pt x="11639" y="25754"/>
                      <a:pt x="11117" y="27757"/>
                      <a:pt x="10450" y="29112"/>
                    </a:cubicBezTo>
                    <a:cubicBezTo>
                      <a:pt x="10575" y="28862"/>
                      <a:pt x="11576" y="28737"/>
                      <a:pt x="11827" y="28653"/>
                    </a:cubicBezTo>
                    <a:cubicBezTo>
                      <a:pt x="12327" y="28487"/>
                      <a:pt x="12828" y="28361"/>
                      <a:pt x="13328" y="28174"/>
                    </a:cubicBezTo>
                    <a:cubicBezTo>
                      <a:pt x="14309" y="27798"/>
                      <a:pt x="15226" y="27339"/>
                      <a:pt x="16102" y="26776"/>
                    </a:cubicBezTo>
                    <a:cubicBezTo>
                      <a:pt x="17187" y="26088"/>
                      <a:pt x="18876" y="25024"/>
                      <a:pt x="19356" y="23794"/>
                    </a:cubicBezTo>
                    <a:cubicBezTo>
                      <a:pt x="19961" y="22292"/>
                      <a:pt x="20003" y="20602"/>
                      <a:pt x="19460" y="19059"/>
                    </a:cubicBezTo>
                    <a:cubicBezTo>
                      <a:pt x="19335" y="18746"/>
                      <a:pt x="19210" y="18412"/>
                      <a:pt x="19127" y="18079"/>
                    </a:cubicBezTo>
                    <a:cubicBezTo>
                      <a:pt x="19043" y="17745"/>
                      <a:pt x="19085" y="17370"/>
                      <a:pt x="19252" y="17078"/>
                    </a:cubicBezTo>
                    <a:lnTo>
                      <a:pt x="19252" y="17078"/>
                    </a:lnTo>
                    <a:cubicBezTo>
                      <a:pt x="19148" y="17662"/>
                      <a:pt x="19419" y="18225"/>
                      <a:pt x="19627" y="18788"/>
                    </a:cubicBezTo>
                    <a:cubicBezTo>
                      <a:pt x="20065" y="19852"/>
                      <a:pt x="20357" y="20957"/>
                      <a:pt x="20524" y="22083"/>
                    </a:cubicBezTo>
                    <a:cubicBezTo>
                      <a:pt x="20592" y="22598"/>
                      <a:pt x="20703" y="22980"/>
                      <a:pt x="20962" y="22980"/>
                    </a:cubicBezTo>
                    <a:cubicBezTo>
                      <a:pt x="21101" y="22980"/>
                      <a:pt x="21284" y="22868"/>
                      <a:pt x="21525" y="22605"/>
                    </a:cubicBezTo>
                    <a:cubicBezTo>
                      <a:pt x="22798" y="21249"/>
                      <a:pt x="23966" y="19914"/>
                      <a:pt x="24800" y="18225"/>
                    </a:cubicBezTo>
                    <a:cubicBezTo>
                      <a:pt x="25551" y="16702"/>
                      <a:pt x="26260" y="14783"/>
                      <a:pt x="26260" y="13052"/>
                    </a:cubicBezTo>
                    <a:cubicBezTo>
                      <a:pt x="26469" y="10883"/>
                      <a:pt x="26114" y="8526"/>
                      <a:pt x="24633" y="6920"/>
                    </a:cubicBezTo>
                    <a:cubicBezTo>
                      <a:pt x="23878" y="6097"/>
                      <a:pt x="22793" y="5786"/>
                      <a:pt x="21685" y="5786"/>
                    </a:cubicBezTo>
                    <a:cubicBezTo>
                      <a:pt x="20744" y="5786"/>
                      <a:pt x="19787" y="6010"/>
                      <a:pt x="19002" y="6336"/>
                    </a:cubicBezTo>
                    <a:cubicBezTo>
                      <a:pt x="19106" y="4897"/>
                      <a:pt x="17521" y="2269"/>
                      <a:pt x="16353" y="1455"/>
                    </a:cubicBezTo>
                    <a:cubicBezTo>
                      <a:pt x="15205" y="642"/>
                      <a:pt x="13850" y="141"/>
                      <a:pt x="12452" y="37"/>
                    </a:cubicBezTo>
                    <a:cubicBezTo>
                      <a:pt x="12181" y="12"/>
                      <a:pt x="11906" y="1"/>
                      <a:pt x="116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7"/>
              <p:cNvSpPr/>
              <p:nvPr/>
            </p:nvSpPr>
            <p:spPr>
              <a:xfrm>
                <a:off x="4952475" y="1754125"/>
                <a:ext cx="376500" cy="489125"/>
              </a:xfrm>
              <a:custGeom>
                <a:rect b="b" l="l" r="r" t="t"/>
                <a:pathLst>
                  <a:path extrusionOk="0" h="19565" w="15060">
                    <a:moveTo>
                      <a:pt x="15059" y="21"/>
                    </a:moveTo>
                    <a:lnTo>
                      <a:pt x="15059" y="21"/>
                    </a:lnTo>
                    <a:cubicBezTo>
                      <a:pt x="15057" y="23"/>
                      <a:pt x="15055" y="24"/>
                      <a:pt x="15054" y="25"/>
                    </a:cubicBezTo>
                    <a:lnTo>
                      <a:pt x="15054" y="25"/>
                    </a:lnTo>
                    <a:cubicBezTo>
                      <a:pt x="15056" y="24"/>
                      <a:pt x="15058" y="23"/>
                      <a:pt x="15059" y="21"/>
                    </a:cubicBezTo>
                    <a:close/>
                    <a:moveTo>
                      <a:pt x="14913" y="1"/>
                    </a:moveTo>
                    <a:cubicBezTo>
                      <a:pt x="14517" y="209"/>
                      <a:pt x="14121" y="397"/>
                      <a:pt x="13745" y="626"/>
                    </a:cubicBezTo>
                    <a:cubicBezTo>
                      <a:pt x="13349" y="856"/>
                      <a:pt x="13036" y="1064"/>
                      <a:pt x="12702" y="1294"/>
                    </a:cubicBezTo>
                    <a:cubicBezTo>
                      <a:pt x="12014" y="1773"/>
                      <a:pt x="11347" y="2253"/>
                      <a:pt x="10700" y="2775"/>
                    </a:cubicBezTo>
                    <a:cubicBezTo>
                      <a:pt x="9428" y="3797"/>
                      <a:pt x="8239" y="4923"/>
                      <a:pt x="7133" y="6154"/>
                    </a:cubicBezTo>
                    <a:cubicBezTo>
                      <a:pt x="4923" y="8573"/>
                      <a:pt x="3129" y="11347"/>
                      <a:pt x="1773" y="14351"/>
                    </a:cubicBezTo>
                    <a:cubicBezTo>
                      <a:pt x="1001" y="16019"/>
                      <a:pt x="417" y="17771"/>
                      <a:pt x="0" y="19565"/>
                    </a:cubicBezTo>
                    <a:lnTo>
                      <a:pt x="63" y="19565"/>
                    </a:lnTo>
                    <a:cubicBezTo>
                      <a:pt x="501" y="17959"/>
                      <a:pt x="1043" y="16395"/>
                      <a:pt x="1690" y="14872"/>
                    </a:cubicBezTo>
                    <a:cubicBezTo>
                      <a:pt x="2357" y="13349"/>
                      <a:pt x="3150" y="11910"/>
                      <a:pt x="4047" y="10513"/>
                    </a:cubicBezTo>
                    <a:cubicBezTo>
                      <a:pt x="5819" y="7739"/>
                      <a:pt x="8051" y="5257"/>
                      <a:pt x="10596" y="3150"/>
                    </a:cubicBezTo>
                    <a:cubicBezTo>
                      <a:pt x="11305" y="2587"/>
                      <a:pt x="12035" y="2024"/>
                      <a:pt x="12786" y="1502"/>
                    </a:cubicBezTo>
                    <a:cubicBezTo>
                      <a:pt x="13182" y="1252"/>
                      <a:pt x="13578" y="981"/>
                      <a:pt x="13954" y="751"/>
                    </a:cubicBezTo>
                    <a:cubicBezTo>
                      <a:pt x="14348" y="502"/>
                      <a:pt x="14680" y="274"/>
                      <a:pt x="15054" y="25"/>
                    </a:cubicBezTo>
                    <a:lnTo>
                      <a:pt x="15054" y="25"/>
                    </a:lnTo>
                    <a:cubicBezTo>
                      <a:pt x="15050" y="27"/>
                      <a:pt x="15046" y="27"/>
                      <a:pt x="15041" y="27"/>
                    </a:cubicBezTo>
                    <a:cubicBezTo>
                      <a:pt x="15021" y="27"/>
                      <a:pt x="14990" y="15"/>
                      <a:pt x="14963" y="15"/>
                    </a:cubicBezTo>
                    <a:cubicBezTo>
                      <a:pt x="14953" y="15"/>
                      <a:pt x="14943" y="17"/>
                      <a:pt x="14934" y="21"/>
                    </a:cubicBezTo>
                    <a:lnTo>
                      <a:pt x="149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7"/>
              <p:cNvSpPr/>
              <p:nvPr/>
            </p:nvSpPr>
            <p:spPr>
              <a:xfrm>
                <a:off x="4941000" y="2289650"/>
                <a:ext cx="1575" cy="25"/>
              </a:xfrm>
              <a:custGeom>
                <a:rect b="b" l="l" r="r" t="t"/>
                <a:pathLst>
                  <a:path extrusionOk="0" h="1" w="63">
                    <a:moveTo>
                      <a:pt x="63" y="0"/>
                    </a:moveTo>
                    <a:lnTo>
                      <a:pt x="0" y="0"/>
                    </a:lnTo>
                    <a:close/>
                  </a:path>
                </a:pathLst>
              </a:custGeom>
              <a:solidFill>
                <a:srgbClr val="607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7"/>
              <p:cNvSpPr/>
              <p:nvPr/>
            </p:nvSpPr>
            <p:spPr>
              <a:xfrm>
                <a:off x="5126625" y="1898225"/>
                <a:ext cx="68325" cy="363800"/>
              </a:xfrm>
              <a:custGeom>
                <a:rect b="b" l="l" r="r" t="t"/>
                <a:pathLst>
                  <a:path extrusionOk="0" h="14552" w="2733">
                    <a:moveTo>
                      <a:pt x="1578" y="0"/>
                    </a:moveTo>
                    <a:cubicBezTo>
                      <a:pt x="1574" y="0"/>
                      <a:pt x="1576" y="4"/>
                      <a:pt x="1586" y="14"/>
                    </a:cubicBezTo>
                    <a:cubicBezTo>
                      <a:pt x="2003" y="661"/>
                      <a:pt x="2316" y="1391"/>
                      <a:pt x="2441" y="2162"/>
                    </a:cubicBezTo>
                    <a:cubicBezTo>
                      <a:pt x="2545" y="3059"/>
                      <a:pt x="2545" y="3956"/>
                      <a:pt x="2441" y="4853"/>
                    </a:cubicBezTo>
                    <a:cubicBezTo>
                      <a:pt x="2295" y="6980"/>
                      <a:pt x="1878" y="9087"/>
                      <a:pt x="1252" y="11131"/>
                    </a:cubicBezTo>
                    <a:cubicBezTo>
                      <a:pt x="897" y="12278"/>
                      <a:pt x="480" y="13405"/>
                      <a:pt x="1" y="14489"/>
                    </a:cubicBezTo>
                    <a:cubicBezTo>
                      <a:pt x="1" y="14510"/>
                      <a:pt x="63" y="14552"/>
                      <a:pt x="63" y="14552"/>
                    </a:cubicBezTo>
                    <a:cubicBezTo>
                      <a:pt x="522" y="13592"/>
                      <a:pt x="939" y="12591"/>
                      <a:pt x="1315" y="11590"/>
                    </a:cubicBezTo>
                    <a:cubicBezTo>
                      <a:pt x="1648" y="10568"/>
                      <a:pt x="1920" y="9567"/>
                      <a:pt x="2128" y="8524"/>
                    </a:cubicBezTo>
                    <a:cubicBezTo>
                      <a:pt x="2358" y="7460"/>
                      <a:pt x="2504" y="6396"/>
                      <a:pt x="2608" y="5333"/>
                    </a:cubicBezTo>
                    <a:cubicBezTo>
                      <a:pt x="2712" y="4373"/>
                      <a:pt x="2733" y="3414"/>
                      <a:pt x="2650" y="2454"/>
                    </a:cubicBezTo>
                    <a:cubicBezTo>
                      <a:pt x="2524" y="1578"/>
                      <a:pt x="2128" y="807"/>
                      <a:pt x="1648" y="56"/>
                    </a:cubicBezTo>
                    <a:cubicBezTo>
                      <a:pt x="1648" y="40"/>
                      <a:pt x="1588" y="0"/>
                      <a:pt x="1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7"/>
              <p:cNvSpPr/>
              <p:nvPr/>
            </p:nvSpPr>
            <p:spPr>
              <a:xfrm>
                <a:off x="5326350" y="1862075"/>
                <a:ext cx="45375" cy="279500"/>
              </a:xfrm>
              <a:custGeom>
                <a:rect b="b" l="l" r="r" t="t"/>
                <a:pathLst>
                  <a:path extrusionOk="0" h="11180" w="1815">
                    <a:moveTo>
                      <a:pt x="0" y="0"/>
                    </a:moveTo>
                    <a:cubicBezTo>
                      <a:pt x="605" y="1335"/>
                      <a:pt x="1043" y="2753"/>
                      <a:pt x="1293" y="4192"/>
                    </a:cubicBezTo>
                    <a:cubicBezTo>
                      <a:pt x="1544" y="5652"/>
                      <a:pt x="1690" y="7133"/>
                      <a:pt x="1731" y="8635"/>
                    </a:cubicBezTo>
                    <a:cubicBezTo>
                      <a:pt x="1752" y="9469"/>
                      <a:pt x="1752" y="10325"/>
                      <a:pt x="1752" y="11180"/>
                    </a:cubicBezTo>
                    <a:lnTo>
                      <a:pt x="1815" y="11180"/>
                    </a:lnTo>
                    <a:cubicBezTo>
                      <a:pt x="1815" y="9699"/>
                      <a:pt x="1815" y="8197"/>
                      <a:pt x="1731" y="6716"/>
                    </a:cubicBezTo>
                    <a:cubicBezTo>
                      <a:pt x="1669" y="5256"/>
                      <a:pt x="1460" y="3796"/>
                      <a:pt x="1085" y="2357"/>
                    </a:cubicBezTo>
                    <a:cubicBezTo>
                      <a:pt x="855" y="1564"/>
                      <a:pt x="542" y="772"/>
                      <a:pt x="167" y="21"/>
                    </a:cubicBezTo>
                    <a:cubicBezTo>
                      <a:pt x="159" y="6"/>
                      <a:pt x="137" y="1"/>
                      <a:pt x="112" y="1"/>
                    </a:cubicBezTo>
                    <a:cubicBezTo>
                      <a:pt x="84" y="1"/>
                      <a:pt x="51" y="6"/>
                      <a:pt x="28" y="6"/>
                    </a:cubicBezTo>
                    <a:cubicBezTo>
                      <a:pt x="15" y="6"/>
                      <a:pt x="5" y="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7"/>
              <p:cNvSpPr/>
              <p:nvPr/>
            </p:nvSpPr>
            <p:spPr>
              <a:xfrm>
                <a:off x="4927425" y="1794775"/>
                <a:ext cx="275875" cy="100775"/>
              </a:xfrm>
              <a:custGeom>
                <a:rect b="b" l="l" r="r" t="t"/>
                <a:pathLst>
                  <a:path extrusionOk="0" h="4031" w="11035">
                    <a:moveTo>
                      <a:pt x="9174" y="1"/>
                    </a:moveTo>
                    <a:cubicBezTo>
                      <a:pt x="8133" y="1"/>
                      <a:pt x="7091" y="154"/>
                      <a:pt x="6091" y="460"/>
                    </a:cubicBezTo>
                    <a:cubicBezTo>
                      <a:pt x="4694" y="982"/>
                      <a:pt x="3338" y="1649"/>
                      <a:pt x="2087" y="2463"/>
                    </a:cubicBezTo>
                    <a:cubicBezTo>
                      <a:pt x="1357" y="2921"/>
                      <a:pt x="606" y="3339"/>
                      <a:pt x="1" y="3964"/>
                    </a:cubicBezTo>
                    <a:cubicBezTo>
                      <a:pt x="1" y="3964"/>
                      <a:pt x="50" y="4030"/>
                      <a:pt x="76" y="4030"/>
                    </a:cubicBezTo>
                    <a:cubicBezTo>
                      <a:pt x="79" y="4030"/>
                      <a:pt x="82" y="4029"/>
                      <a:pt x="84" y="4027"/>
                    </a:cubicBezTo>
                    <a:lnTo>
                      <a:pt x="105" y="4027"/>
                    </a:lnTo>
                    <a:cubicBezTo>
                      <a:pt x="668" y="3526"/>
                      <a:pt x="1273" y="3109"/>
                      <a:pt x="1941" y="2755"/>
                    </a:cubicBezTo>
                    <a:cubicBezTo>
                      <a:pt x="2608" y="2358"/>
                      <a:pt x="3276" y="1962"/>
                      <a:pt x="3964" y="1587"/>
                    </a:cubicBezTo>
                    <a:cubicBezTo>
                      <a:pt x="5299" y="857"/>
                      <a:pt x="6738" y="377"/>
                      <a:pt x="8240" y="189"/>
                    </a:cubicBezTo>
                    <a:cubicBezTo>
                      <a:pt x="8521" y="165"/>
                      <a:pt x="8795" y="155"/>
                      <a:pt x="9066" y="155"/>
                    </a:cubicBezTo>
                    <a:cubicBezTo>
                      <a:pt x="9257" y="155"/>
                      <a:pt x="9447" y="160"/>
                      <a:pt x="9637" y="168"/>
                    </a:cubicBezTo>
                    <a:cubicBezTo>
                      <a:pt x="10096" y="189"/>
                      <a:pt x="10555" y="231"/>
                      <a:pt x="11014" y="231"/>
                    </a:cubicBezTo>
                    <a:cubicBezTo>
                      <a:pt x="11035" y="231"/>
                      <a:pt x="10951" y="147"/>
                      <a:pt x="10930" y="147"/>
                    </a:cubicBezTo>
                    <a:cubicBezTo>
                      <a:pt x="10350" y="50"/>
                      <a:pt x="9762" y="1"/>
                      <a:pt x="9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7"/>
              <p:cNvSpPr/>
              <p:nvPr/>
            </p:nvSpPr>
            <p:spPr>
              <a:xfrm>
                <a:off x="4936650" y="1913175"/>
                <a:ext cx="184275" cy="125075"/>
              </a:xfrm>
              <a:custGeom>
                <a:rect b="b" l="l" r="r" t="t"/>
                <a:pathLst>
                  <a:path extrusionOk="0" h="5003" w="7371">
                    <a:moveTo>
                      <a:pt x="7370" y="0"/>
                    </a:moveTo>
                    <a:cubicBezTo>
                      <a:pt x="5055" y="542"/>
                      <a:pt x="2927" y="1731"/>
                      <a:pt x="1280" y="3462"/>
                    </a:cubicBezTo>
                    <a:cubicBezTo>
                      <a:pt x="821" y="3921"/>
                      <a:pt x="383" y="4443"/>
                      <a:pt x="7" y="4985"/>
                    </a:cubicBezTo>
                    <a:cubicBezTo>
                      <a:pt x="1" y="4998"/>
                      <a:pt x="3" y="5003"/>
                      <a:pt x="8" y="5003"/>
                    </a:cubicBezTo>
                    <a:cubicBezTo>
                      <a:pt x="19" y="5003"/>
                      <a:pt x="49" y="4979"/>
                      <a:pt x="49" y="4964"/>
                    </a:cubicBezTo>
                    <a:cubicBezTo>
                      <a:pt x="1426" y="3066"/>
                      <a:pt x="3282" y="1585"/>
                      <a:pt x="5430" y="688"/>
                    </a:cubicBezTo>
                    <a:cubicBezTo>
                      <a:pt x="6035" y="438"/>
                      <a:pt x="6661" y="250"/>
                      <a:pt x="7287" y="84"/>
                    </a:cubicBezTo>
                    <a:cubicBezTo>
                      <a:pt x="7328" y="84"/>
                      <a:pt x="7370" y="0"/>
                      <a:pt x="7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7"/>
              <p:cNvSpPr/>
              <p:nvPr/>
            </p:nvSpPr>
            <p:spPr>
              <a:xfrm>
                <a:off x="5362850" y="1771550"/>
                <a:ext cx="108475" cy="59775"/>
              </a:xfrm>
              <a:custGeom>
                <a:rect b="b" l="l" r="r" t="t"/>
                <a:pathLst>
                  <a:path extrusionOk="0" h="2391" w="4339">
                    <a:moveTo>
                      <a:pt x="806" y="1"/>
                    </a:moveTo>
                    <a:cubicBezTo>
                      <a:pt x="562" y="1"/>
                      <a:pt x="320" y="25"/>
                      <a:pt x="84" y="75"/>
                    </a:cubicBezTo>
                    <a:cubicBezTo>
                      <a:pt x="42" y="75"/>
                      <a:pt x="0" y="159"/>
                      <a:pt x="0" y="159"/>
                    </a:cubicBezTo>
                    <a:cubicBezTo>
                      <a:pt x="140" y="145"/>
                      <a:pt x="281" y="138"/>
                      <a:pt x="421" y="138"/>
                    </a:cubicBezTo>
                    <a:cubicBezTo>
                      <a:pt x="1119" y="138"/>
                      <a:pt x="1816" y="309"/>
                      <a:pt x="2440" y="638"/>
                    </a:cubicBezTo>
                    <a:cubicBezTo>
                      <a:pt x="3191" y="1056"/>
                      <a:pt x="3796" y="1660"/>
                      <a:pt x="4234" y="2390"/>
                    </a:cubicBezTo>
                    <a:cubicBezTo>
                      <a:pt x="4234" y="2390"/>
                      <a:pt x="4339" y="2349"/>
                      <a:pt x="4318" y="2307"/>
                    </a:cubicBezTo>
                    <a:cubicBezTo>
                      <a:pt x="3816" y="893"/>
                      <a:pt x="2285"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7"/>
              <p:cNvSpPr/>
              <p:nvPr/>
            </p:nvSpPr>
            <p:spPr>
              <a:xfrm>
                <a:off x="5117250" y="1688525"/>
                <a:ext cx="140575" cy="62850"/>
              </a:xfrm>
              <a:custGeom>
                <a:rect b="b" l="l" r="r" t="t"/>
                <a:pathLst>
                  <a:path extrusionOk="0" h="2514" w="5623">
                    <a:moveTo>
                      <a:pt x="385" y="1"/>
                    </a:moveTo>
                    <a:cubicBezTo>
                      <a:pt x="257" y="1"/>
                      <a:pt x="129" y="6"/>
                      <a:pt x="0" y="17"/>
                    </a:cubicBezTo>
                    <a:cubicBezTo>
                      <a:pt x="0" y="17"/>
                      <a:pt x="63" y="80"/>
                      <a:pt x="104" y="80"/>
                    </a:cubicBezTo>
                    <a:cubicBezTo>
                      <a:pt x="605" y="80"/>
                      <a:pt x="1126" y="122"/>
                      <a:pt x="1627" y="226"/>
                    </a:cubicBezTo>
                    <a:cubicBezTo>
                      <a:pt x="2128" y="309"/>
                      <a:pt x="2607" y="455"/>
                      <a:pt x="3066" y="664"/>
                    </a:cubicBezTo>
                    <a:cubicBezTo>
                      <a:pt x="4005" y="1081"/>
                      <a:pt x="4860" y="1686"/>
                      <a:pt x="5527" y="2458"/>
                    </a:cubicBezTo>
                    <a:cubicBezTo>
                      <a:pt x="5543" y="2474"/>
                      <a:pt x="5607" y="2513"/>
                      <a:pt x="5619" y="2513"/>
                    </a:cubicBezTo>
                    <a:cubicBezTo>
                      <a:pt x="5623" y="2513"/>
                      <a:pt x="5621" y="2509"/>
                      <a:pt x="5611" y="2499"/>
                    </a:cubicBezTo>
                    <a:cubicBezTo>
                      <a:pt x="4526" y="1227"/>
                      <a:pt x="3045" y="393"/>
                      <a:pt x="1418" y="101"/>
                    </a:cubicBezTo>
                    <a:cubicBezTo>
                      <a:pt x="1083" y="40"/>
                      <a:pt x="735" y="1"/>
                      <a:pt x="3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7"/>
              <p:cNvSpPr/>
              <p:nvPr/>
            </p:nvSpPr>
            <p:spPr>
              <a:xfrm>
                <a:off x="5139675" y="1944450"/>
                <a:ext cx="37025" cy="185325"/>
              </a:xfrm>
              <a:custGeom>
                <a:rect b="b" l="l" r="r" t="t"/>
                <a:pathLst>
                  <a:path extrusionOk="0" h="7413" w="1481">
                    <a:moveTo>
                      <a:pt x="918" y="1"/>
                    </a:moveTo>
                    <a:lnTo>
                      <a:pt x="918" y="1"/>
                    </a:lnTo>
                    <a:cubicBezTo>
                      <a:pt x="1231" y="1189"/>
                      <a:pt x="1272" y="2441"/>
                      <a:pt x="1022" y="3671"/>
                    </a:cubicBezTo>
                    <a:cubicBezTo>
                      <a:pt x="897" y="4276"/>
                      <a:pt x="751" y="4881"/>
                      <a:pt x="563" y="5465"/>
                    </a:cubicBezTo>
                    <a:cubicBezTo>
                      <a:pt x="480" y="5778"/>
                      <a:pt x="375" y="6070"/>
                      <a:pt x="271" y="6362"/>
                    </a:cubicBezTo>
                    <a:cubicBezTo>
                      <a:pt x="229" y="6508"/>
                      <a:pt x="167" y="6675"/>
                      <a:pt x="125" y="6821"/>
                    </a:cubicBezTo>
                    <a:cubicBezTo>
                      <a:pt x="63" y="6967"/>
                      <a:pt x="21" y="7113"/>
                      <a:pt x="0" y="7259"/>
                    </a:cubicBezTo>
                    <a:cubicBezTo>
                      <a:pt x="0" y="7296"/>
                      <a:pt x="128" y="7412"/>
                      <a:pt x="174" y="7412"/>
                    </a:cubicBezTo>
                    <a:cubicBezTo>
                      <a:pt x="180" y="7412"/>
                      <a:pt x="185" y="7410"/>
                      <a:pt x="188" y="7405"/>
                    </a:cubicBezTo>
                    <a:cubicBezTo>
                      <a:pt x="271" y="7280"/>
                      <a:pt x="334" y="7113"/>
                      <a:pt x="375" y="6967"/>
                    </a:cubicBezTo>
                    <a:cubicBezTo>
                      <a:pt x="417" y="6800"/>
                      <a:pt x="480" y="6654"/>
                      <a:pt x="521" y="6487"/>
                    </a:cubicBezTo>
                    <a:cubicBezTo>
                      <a:pt x="626" y="6195"/>
                      <a:pt x="730" y="5903"/>
                      <a:pt x="814" y="5590"/>
                    </a:cubicBezTo>
                    <a:cubicBezTo>
                      <a:pt x="1001" y="4985"/>
                      <a:pt x="1147" y="4381"/>
                      <a:pt x="1252" y="3755"/>
                    </a:cubicBezTo>
                    <a:cubicBezTo>
                      <a:pt x="1481" y="2545"/>
                      <a:pt x="1418" y="1315"/>
                      <a:pt x="1085" y="126"/>
                    </a:cubicBezTo>
                    <a:cubicBezTo>
                      <a:pt x="1064" y="63"/>
                      <a:pt x="918" y="1"/>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7"/>
              <p:cNvSpPr/>
              <p:nvPr/>
            </p:nvSpPr>
            <p:spPr>
              <a:xfrm>
                <a:off x="5299225" y="1837275"/>
                <a:ext cx="53725" cy="340425"/>
              </a:xfrm>
              <a:custGeom>
                <a:rect b="b" l="l" r="r" t="t"/>
                <a:pathLst>
                  <a:path extrusionOk="0" h="13617" w="2149">
                    <a:moveTo>
                      <a:pt x="239" y="1"/>
                    </a:moveTo>
                    <a:cubicBezTo>
                      <a:pt x="166" y="1"/>
                      <a:pt x="0" y="65"/>
                      <a:pt x="0" y="116"/>
                    </a:cubicBezTo>
                    <a:lnTo>
                      <a:pt x="21" y="116"/>
                    </a:lnTo>
                    <a:cubicBezTo>
                      <a:pt x="251" y="992"/>
                      <a:pt x="501" y="1847"/>
                      <a:pt x="731" y="2723"/>
                    </a:cubicBezTo>
                    <a:cubicBezTo>
                      <a:pt x="960" y="3599"/>
                      <a:pt x="1127" y="4454"/>
                      <a:pt x="1294" y="5330"/>
                    </a:cubicBezTo>
                    <a:cubicBezTo>
                      <a:pt x="1586" y="7082"/>
                      <a:pt x="1753" y="8876"/>
                      <a:pt x="1794" y="10649"/>
                    </a:cubicBezTo>
                    <a:lnTo>
                      <a:pt x="1794" y="12109"/>
                    </a:lnTo>
                    <a:cubicBezTo>
                      <a:pt x="1794" y="12359"/>
                      <a:pt x="1773" y="12610"/>
                      <a:pt x="1773" y="12860"/>
                    </a:cubicBezTo>
                    <a:cubicBezTo>
                      <a:pt x="1732" y="13110"/>
                      <a:pt x="1753" y="13361"/>
                      <a:pt x="1815" y="13611"/>
                    </a:cubicBezTo>
                    <a:cubicBezTo>
                      <a:pt x="1815" y="13615"/>
                      <a:pt x="1820" y="13616"/>
                      <a:pt x="1828" y="13616"/>
                    </a:cubicBezTo>
                    <a:cubicBezTo>
                      <a:pt x="1864" y="13616"/>
                      <a:pt x="1961" y="13582"/>
                      <a:pt x="1961" y="13548"/>
                    </a:cubicBezTo>
                    <a:cubicBezTo>
                      <a:pt x="2086" y="13131"/>
                      <a:pt x="2149" y="12672"/>
                      <a:pt x="2128" y="12234"/>
                    </a:cubicBezTo>
                    <a:cubicBezTo>
                      <a:pt x="2149" y="11775"/>
                      <a:pt x="2149" y="11337"/>
                      <a:pt x="2149" y="10879"/>
                    </a:cubicBezTo>
                    <a:cubicBezTo>
                      <a:pt x="2149" y="9982"/>
                      <a:pt x="2107" y="9085"/>
                      <a:pt x="2045" y="8188"/>
                    </a:cubicBezTo>
                    <a:cubicBezTo>
                      <a:pt x="1899" y="6415"/>
                      <a:pt x="1607" y="4642"/>
                      <a:pt x="1189" y="2911"/>
                    </a:cubicBezTo>
                    <a:cubicBezTo>
                      <a:pt x="939" y="1910"/>
                      <a:pt x="647" y="950"/>
                      <a:pt x="272" y="12"/>
                    </a:cubicBezTo>
                    <a:cubicBezTo>
                      <a:pt x="268" y="4"/>
                      <a:pt x="256" y="1"/>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7"/>
              <p:cNvSpPr/>
              <p:nvPr/>
            </p:nvSpPr>
            <p:spPr>
              <a:xfrm>
                <a:off x="5352175" y="1784575"/>
                <a:ext cx="124375" cy="140425"/>
              </a:xfrm>
              <a:custGeom>
                <a:rect b="b" l="l" r="r" t="t"/>
                <a:pathLst>
                  <a:path extrusionOk="0" h="5617" w="4975">
                    <a:moveTo>
                      <a:pt x="77" y="1"/>
                    </a:moveTo>
                    <a:cubicBezTo>
                      <a:pt x="26" y="1"/>
                      <a:pt x="1" y="15"/>
                      <a:pt x="93" y="55"/>
                    </a:cubicBezTo>
                    <a:lnTo>
                      <a:pt x="114" y="55"/>
                    </a:lnTo>
                    <a:cubicBezTo>
                      <a:pt x="1866" y="847"/>
                      <a:pt x="3285" y="2245"/>
                      <a:pt x="4119" y="3997"/>
                    </a:cubicBezTo>
                    <a:cubicBezTo>
                      <a:pt x="4244" y="4247"/>
                      <a:pt x="4348" y="4477"/>
                      <a:pt x="4453" y="4727"/>
                    </a:cubicBezTo>
                    <a:cubicBezTo>
                      <a:pt x="4536" y="4977"/>
                      <a:pt x="4661" y="5290"/>
                      <a:pt x="4766" y="5540"/>
                    </a:cubicBezTo>
                    <a:cubicBezTo>
                      <a:pt x="4782" y="5572"/>
                      <a:pt x="4896" y="5617"/>
                      <a:pt x="4948" y="5617"/>
                    </a:cubicBezTo>
                    <a:cubicBezTo>
                      <a:pt x="4964" y="5617"/>
                      <a:pt x="4974" y="5613"/>
                      <a:pt x="4974" y="5603"/>
                    </a:cubicBezTo>
                    <a:cubicBezTo>
                      <a:pt x="4953" y="5374"/>
                      <a:pt x="4912" y="5144"/>
                      <a:pt x="4849" y="4936"/>
                    </a:cubicBezTo>
                    <a:cubicBezTo>
                      <a:pt x="4766" y="4685"/>
                      <a:pt x="4682" y="4456"/>
                      <a:pt x="4578" y="4247"/>
                    </a:cubicBezTo>
                    <a:cubicBezTo>
                      <a:pt x="4369" y="3788"/>
                      <a:pt x="4119" y="3350"/>
                      <a:pt x="3827" y="2933"/>
                    </a:cubicBezTo>
                    <a:cubicBezTo>
                      <a:pt x="3243" y="2099"/>
                      <a:pt x="2513" y="1390"/>
                      <a:pt x="1679" y="827"/>
                    </a:cubicBezTo>
                    <a:cubicBezTo>
                      <a:pt x="1220" y="514"/>
                      <a:pt x="698" y="243"/>
                      <a:pt x="177" y="13"/>
                    </a:cubicBezTo>
                    <a:cubicBezTo>
                      <a:pt x="146" y="6"/>
                      <a:pt x="107" y="1"/>
                      <a:pt x="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7"/>
              <p:cNvSpPr/>
              <p:nvPr/>
            </p:nvSpPr>
            <p:spPr>
              <a:xfrm>
                <a:off x="5148575" y="1805175"/>
                <a:ext cx="140725" cy="104375"/>
              </a:xfrm>
              <a:custGeom>
                <a:rect b="b" l="l" r="r" t="t"/>
                <a:pathLst>
                  <a:path extrusionOk="0" h="4175" w="5629">
                    <a:moveTo>
                      <a:pt x="5473" y="1"/>
                    </a:moveTo>
                    <a:cubicBezTo>
                      <a:pt x="5469" y="1"/>
                      <a:pt x="5466" y="1"/>
                      <a:pt x="5463" y="3"/>
                    </a:cubicBezTo>
                    <a:cubicBezTo>
                      <a:pt x="5192" y="107"/>
                      <a:pt x="4942" y="253"/>
                      <a:pt x="4692" y="420"/>
                    </a:cubicBezTo>
                    <a:cubicBezTo>
                      <a:pt x="4462" y="566"/>
                      <a:pt x="4233" y="733"/>
                      <a:pt x="3982" y="899"/>
                    </a:cubicBezTo>
                    <a:cubicBezTo>
                      <a:pt x="3524" y="1212"/>
                      <a:pt x="3065" y="1546"/>
                      <a:pt x="2627" y="1880"/>
                    </a:cubicBezTo>
                    <a:cubicBezTo>
                      <a:pt x="1709" y="2547"/>
                      <a:pt x="833" y="3277"/>
                      <a:pt x="19" y="4028"/>
                    </a:cubicBezTo>
                    <a:cubicBezTo>
                      <a:pt x="0" y="4047"/>
                      <a:pt x="88" y="4156"/>
                      <a:pt x="118" y="4156"/>
                    </a:cubicBezTo>
                    <a:cubicBezTo>
                      <a:pt x="120" y="4156"/>
                      <a:pt x="122" y="4155"/>
                      <a:pt x="124" y="4153"/>
                    </a:cubicBezTo>
                    <a:lnTo>
                      <a:pt x="124" y="4153"/>
                    </a:lnTo>
                    <a:lnTo>
                      <a:pt x="103" y="4174"/>
                    </a:lnTo>
                    <a:cubicBezTo>
                      <a:pt x="1021" y="3486"/>
                      <a:pt x="1938" y="2818"/>
                      <a:pt x="2835" y="2151"/>
                    </a:cubicBezTo>
                    <a:cubicBezTo>
                      <a:pt x="3294" y="1817"/>
                      <a:pt x="3753" y="1483"/>
                      <a:pt x="4212" y="1171"/>
                    </a:cubicBezTo>
                    <a:cubicBezTo>
                      <a:pt x="4462" y="1004"/>
                      <a:pt x="4692" y="858"/>
                      <a:pt x="4921" y="691"/>
                    </a:cubicBezTo>
                    <a:cubicBezTo>
                      <a:pt x="5171" y="545"/>
                      <a:pt x="5401" y="357"/>
                      <a:pt x="5609" y="169"/>
                    </a:cubicBezTo>
                    <a:cubicBezTo>
                      <a:pt x="5629" y="130"/>
                      <a:pt x="5521" y="1"/>
                      <a:pt x="54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7"/>
              <p:cNvSpPr/>
              <p:nvPr/>
            </p:nvSpPr>
            <p:spPr>
              <a:xfrm>
                <a:off x="4896675" y="2041450"/>
                <a:ext cx="66775" cy="80325"/>
              </a:xfrm>
              <a:custGeom>
                <a:rect b="b" l="l" r="r" t="t"/>
                <a:pathLst>
                  <a:path extrusionOk="0" h="3213" w="2671">
                    <a:moveTo>
                      <a:pt x="2670" y="0"/>
                    </a:moveTo>
                    <a:cubicBezTo>
                      <a:pt x="2664" y="0"/>
                      <a:pt x="2657" y="2"/>
                      <a:pt x="2650" y="6"/>
                    </a:cubicBezTo>
                    <a:lnTo>
                      <a:pt x="2650" y="6"/>
                    </a:lnTo>
                    <a:cubicBezTo>
                      <a:pt x="2656" y="4"/>
                      <a:pt x="2663" y="2"/>
                      <a:pt x="2670" y="0"/>
                    </a:cubicBezTo>
                    <a:close/>
                    <a:moveTo>
                      <a:pt x="2650" y="6"/>
                    </a:moveTo>
                    <a:lnTo>
                      <a:pt x="2650" y="6"/>
                    </a:lnTo>
                    <a:cubicBezTo>
                      <a:pt x="2511" y="48"/>
                      <a:pt x="2372" y="108"/>
                      <a:pt x="2253" y="188"/>
                    </a:cubicBezTo>
                    <a:cubicBezTo>
                      <a:pt x="2086" y="271"/>
                      <a:pt x="1940" y="355"/>
                      <a:pt x="1794" y="480"/>
                    </a:cubicBezTo>
                    <a:cubicBezTo>
                      <a:pt x="1481" y="688"/>
                      <a:pt x="1189" y="959"/>
                      <a:pt x="939" y="1231"/>
                    </a:cubicBezTo>
                    <a:cubicBezTo>
                      <a:pt x="419" y="1771"/>
                      <a:pt x="86" y="2457"/>
                      <a:pt x="1" y="3205"/>
                    </a:cubicBezTo>
                    <a:lnTo>
                      <a:pt x="1" y="3205"/>
                    </a:lnTo>
                    <a:cubicBezTo>
                      <a:pt x="14" y="3146"/>
                      <a:pt x="189" y="3105"/>
                      <a:pt x="209" y="3045"/>
                    </a:cubicBezTo>
                    <a:lnTo>
                      <a:pt x="209" y="3066"/>
                    </a:lnTo>
                    <a:cubicBezTo>
                      <a:pt x="355" y="2440"/>
                      <a:pt x="605" y="1856"/>
                      <a:pt x="960" y="1356"/>
                    </a:cubicBezTo>
                    <a:cubicBezTo>
                      <a:pt x="1148" y="1085"/>
                      <a:pt x="1356" y="855"/>
                      <a:pt x="1606" y="647"/>
                    </a:cubicBezTo>
                    <a:cubicBezTo>
                      <a:pt x="1878" y="438"/>
                      <a:pt x="2190" y="271"/>
                      <a:pt x="2503" y="125"/>
                    </a:cubicBezTo>
                    <a:cubicBezTo>
                      <a:pt x="2539" y="107"/>
                      <a:pt x="2605" y="28"/>
                      <a:pt x="2650" y="6"/>
                    </a:cubicBezTo>
                    <a:close/>
                    <a:moveTo>
                      <a:pt x="1" y="3205"/>
                    </a:moveTo>
                    <a:cubicBezTo>
                      <a:pt x="1" y="3207"/>
                      <a:pt x="0" y="3210"/>
                      <a:pt x="0" y="3212"/>
                    </a:cubicBezTo>
                    <a:cubicBezTo>
                      <a:pt x="1" y="3210"/>
                      <a:pt x="1" y="3207"/>
                      <a:pt x="1" y="320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7"/>
              <p:cNvSpPr/>
              <p:nvPr/>
            </p:nvSpPr>
            <p:spPr>
              <a:xfrm>
                <a:off x="4918575" y="1846550"/>
                <a:ext cx="194000" cy="91525"/>
              </a:xfrm>
              <a:custGeom>
                <a:rect b="b" l="l" r="r" t="t"/>
                <a:pathLst>
                  <a:path extrusionOk="0" h="3661" w="7760">
                    <a:moveTo>
                      <a:pt x="1" y="3643"/>
                    </a:moveTo>
                    <a:lnTo>
                      <a:pt x="1" y="3643"/>
                    </a:lnTo>
                    <a:cubicBezTo>
                      <a:pt x="1" y="3644"/>
                      <a:pt x="0" y="3645"/>
                      <a:pt x="0" y="3645"/>
                    </a:cubicBezTo>
                    <a:cubicBezTo>
                      <a:pt x="1" y="3645"/>
                      <a:pt x="1" y="3644"/>
                      <a:pt x="1" y="3643"/>
                    </a:cubicBezTo>
                    <a:close/>
                    <a:moveTo>
                      <a:pt x="7561" y="1"/>
                    </a:moveTo>
                    <a:cubicBezTo>
                      <a:pt x="7514" y="1"/>
                      <a:pt x="7467" y="6"/>
                      <a:pt x="7426" y="16"/>
                    </a:cubicBezTo>
                    <a:cubicBezTo>
                      <a:pt x="6279" y="141"/>
                      <a:pt x="5152" y="454"/>
                      <a:pt x="4109" y="955"/>
                    </a:cubicBezTo>
                    <a:cubicBezTo>
                      <a:pt x="3567" y="1184"/>
                      <a:pt x="3046" y="1455"/>
                      <a:pt x="2524" y="1726"/>
                    </a:cubicBezTo>
                    <a:cubicBezTo>
                      <a:pt x="2044" y="1998"/>
                      <a:pt x="1565" y="2227"/>
                      <a:pt x="1106" y="2519"/>
                    </a:cubicBezTo>
                    <a:cubicBezTo>
                      <a:pt x="627" y="2769"/>
                      <a:pt x="231" y="3164"/>
                      <a:pt x="1" y="3643"/>
                    </a:cubicBezTo>
                    <a:lnTo>
                      <a:pt x="1" y="3643"/>
                    </a:lnTo>
                    <a:cubicBezTo>
                      <a:pt x="3" y="3642"/>
                      <a:pt x="7" y="3641"/>
                      <a:pt x="13" y="3641"/>
                    </a:cubicBezTo>
                    <a:cubicBezTo>
                      <a:pt x="45" y="3641"/>
                      <a:pt x="128" y="3660"/>
                      <a:pt x="182" y="3660"/>
                    </a:cubicBezTo>
                    <a:cubicBezTo>
                      <a:pt x="206" y="3660"/>
                      <a:pt x="224" y="3656"/>
                      <a:pt x="230" y="3645"/>
                    </a:cubicBezTo>
                    <a:cubicBezTo>
                      <a:pt x="751" y="2749"/>
                      <a:pt x="1794" y="2311"/>
                      <a:pt x="2670" y="1852"/>
                    </a:cubicBezTo>
                    <a:cubicBezTo>
                      <a:pt x="3650" y="1288"/>
                      <a:pt x="4693" y="830"/>
                      <a:pt x="5778" y="454"/>
                    </a:cubicBezTo>
                    <a:cubicBezTo>
                      <a:pt x="6404" y="246"/>
                      <a:pt x="7029" y="100"/>
                      <a:pt x="7697" y="37"/>
                    </a:cubicBezTo>
                    <a:cubicBezTo>
                      <a:pt x="7759" y="37"/>
                      <a:pt x="7739" y="37"/>
                      <a:pt x="7697" y="16"/>
                    </a:cubicBezTo>
                    <a:cubicBezTo>
                      <a:pt x="7655" y="6"/>
                      <a:pt x="7608" y="1"/>
                      <a:pt x="75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7"/>
              <p:cNvSpPr/>
              <p:nvPr/>
            </p:nvSpPr>
            <p:spPr>
              <a:xfrm>
                <a:off x="4788200" y="2776000"/>
                <a:ext cx="363475" cy="539850"/>
              </a:xfrm>
              <a:custGeom>
                <a:rect b="b" l="l" r="r" t="t"/>
                <a:pathLst>
                  <a:path extrusionOk="0" h="21594" w="14539">
                    <a:moveTo>
                      <a:pt x="5685" y="0"/>
                    </a:moveTo>
                    <a:cubicBezTo>
                      <a:pt x="5600" y="0"/>
                      <a:pt x="5513" y="2"/>
                      <a:pt x="5424" y="6"/>
                    </a:cubicBezTo>
                    <a:cubicBezTo>
                      <a:pt x="5236" y="6"/>
                      <a:pt x="5049" y="27"/>
                      <a:pt x="4861" y="90"/>
                    </a:cubicBezTo>
                    <a:cubicBezTo>
                      <a:pt x="3192" y="507"/>
                      <a:pt x="1607" y="2447"/>
                      <a:pt x="940" y="3823"/>
                    </a:cubicBezTo>
                    <a:cubicBezTo>
                      <a:pt x="481" y="4845"/>
                      <a:pt x="189" y="5930"/>
                      <a:pt x="105" y="7035"/>
                    </a:cubicBezTo>
                    <a:cubicBezTo>
                      <a:pt x="22" y="7807"/>
                      <a:pt x="1" y="8579"/>
                      <a:pt x="64" y="9350"/>
                    </a:cubicBezTo>
                    <a:lnTo>
                      <a:pt x="1770" y="8580"/>
                    </a:lnTo>
                    <a:lnTo>
                      <a:pt x="1770" y="8580"/>
                    </a:lnTo>
                    <a:cubicBezTo>
                      <a:pt x="1396" y="8752"/>
                      <a:pt x="1064" y="9727"/>
                      <a:pt x="940" y="10080"/>
                    </a:cubicBezTo>
                    <a:cubicBezTo>
                      <a:pt x="418" y="11770"/>
                      <a:pt x="1190" y="13730"/>
                      <a:pt x="1982" y="15190"/>
                    </a:cubicBezTo>
                    <a:cubicBezTo>
                      <a:pt x="2400" y="14314"/>
                      <a:pt x="2963" y="13501"/>
                      <a:pt x="3630" y="12813"/>
                    </a:cubicBezTo>
                    <a:lnTo>
                      <a:pt x="3630" y="12813"/>
                    </a:lnTo>
                    <a:lnTo>
                      <a:pt x="3025" y="14565"/>
                    </a:lnTo>
                    <a:cubicBezTo>
                      <a:pt x="2671" y="15524"/>
                      <a:pt x="2358" y="16651"/>
                      <a:pt x="2921" y="17506"/>
                    </a:cubicBezTo>
                    <a:cubicBezTo>
                      <a:pt x="3150" y="17819"/>
                      <a:pt x="3422" y="18090"/>
                      <a:pt x="3735" y="18361"/>
                    </a:cubicBezTo>
                    <a:cubicBezTo>
                      <a:pt x="4631" y="19237"/>
                      <a:pt x="5341" y="20530"/>
                      <a:pt x="6050" y="21594"/>
                    </a:cubicBezTo>
                    <a:cubicBezTo>
                      <a:pt x="5779" y="21177"/>
                      <a:pt x="6467" y="19758"/>
                      <a:pt x="6634" y="19362"/>
                    </a:cubicBezTo>
                    <a:cubicBezTo>
                      <a:pt x="7030" y="18549"/>
                      <a:pt x="7176" y="18131"/>
                      <a:pt x="6842" y="17214"/>
                    </a:cubicBezTo>
                    <a:lnTo>
                      <a:pt x="6175" y="15316"/>
                    </a:lnTo>
                    <a:lnTo>
                      <a:pt x="6175" y="15316"/>
                    </a:lnTo>
                    <a:cubicBezTo>
                      <a:pt x="6696" y="16025"/>
                      <a:pt x="7280" y="16671"/>
                      <a:pt x="7906" y="17297"/>
                    </a:cubicBezTo>
                    <a:cubicBezTo>
                      <a:pt x="7927" y="17318"/>
                      <a:pt x="7948" y="17318"/>
                      <a:pt x="7989" y="17339"/>
                    </a:cubicBezTo>
                    <a:cubicBezTo>
                      <a:pt x="8031" y="17339"/>
                      <a:pt x="8052" y="17318"/>
                      <a:pt x="8094" y="17297"/>
                    </a:cubicBezTo>
                    <a:cubicBezTo>
                      <a:pt x="8553" y="16838"/>
                      <a:pt x="8761" y="16192"/>
                      <a:pt x="9178" y="15691"/>
                    </a:cubicBezTo>
                    <a:cubicBezTo>
                      <a:pt x="9721" y="15065"/>
                      <a:pt x="10159" y="14377"/>
                      <a:pt x="10513" y="13647"/>
                    </a:cubicBezTo>
                    <a:cubicBezTo>
                      <a:pt x="11035" y="12375"/>
                      <a:pt x="9784" y="11437"/>
                      <a:pt x="9637" y="10227"/>
                    </a:cubicBezTo>
                    <a:lnTo>
                      <a:pt x="9637" y="10227"/>
                    </a:lnTo>
                    <a:cubicBezTo>
                      <a:pt x="9662" y="10417"/>
                      <a:pt x="10743" y="11061"/>
                      <a:pt x="10910" y="11311"/>
                    </a:cubicBezTo>
                    <a:cubicBezTo>
                      <a:pt x="11202" y="11749"/>
                      <a:pt x="11327" y="12187"/>
                      <a:pt x="11723" y="12562"/>
                    </a:cubicBezTo>
                    <a:cubicBezTo>
                      <a:pt x="12432" y="11958"/>
                      <a:pt x="12662" y="11040"/>
                      <a:pt x="13058" y="10206"/>
                    </a:cubicBezTo>
                    <a:cubicBezTo>
                      <a:pt x="13579" y="9121"/>
                      <a:pt x="13976" y="7974"/>
                      <a:pt x="14226" y="6785"/>
                    </a:cubicBezTo>
                    <a:cubicBezTo>
                      <a:pt x="14434" y="5888"/>
                      <a:pt x="14539" y="4908"/>
                      <a:pt x="14226" y="4032"/>
                    </a:cubicBezTo>
                    <a:cubicBezTo>
                      <a:pt x="13871" y="2989"/>
                      <a:pt x="12933" y="2426"/>
                      <a:pt x="11848" y="2363"/>
                    </a:cubicBezTo>
                    <a:cubicBezTo>
                      <a:pt x="11762" y="2357"/>
                      <a:pt x="11668" y="2354"/>
                      <a:pt x="11569" y="2354"/>
                    </a:cubicBezTo>
                    <a:cubicBezTo>
                      <a:pt x="10664" y="2354"/>
                      <a:pt x="9302" y="2615"/>
                      <a:pt x="8719" y="3197"/>
                    </a:cubicBezTo>
                    <a:cubicBezTo>
                      <a:pt x="9158" y="2759"/>
                      <a:pt x="8031" y="1133"/>
                      <a:pt x="7739" y="841"/>
                    </a:cubicBezTo>
                    <a:cubicBezTo>
                      <a:pt x="7115" y="197"/>
                      <a:pt x="6508"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7"/>
              <p:cNvSpPr/>
              <p:nvPr/>
            </p:nvSpPr>
            <p:spPr>
              <a:xfrm>
                <a:off x="4923275" y="2862075"/>
                <a:ext cx="80325" cy="422650"/>
              </a:xfrm>
              <a:custGeom>
                <a:rect b="b" l="l" r="r" t="t"/>
                <a:pathLst>
                  <a:path extrusionOk="0" h="16906" w="3213">
                    <a:moveTo>
                      <a:pt x="3160" y="0"/>
                    </a:moveTo>
                    <a:cubicBezTo>
                      <a:pt x="3156" y="0"/>
                      <a:pt x="3153" y="2"/>
                      <a:pt x="3150" y="5"/>
                    </a:cubicBezTo>
                    <a:cubicBezTo>
                      <a:pt x="1898" y="1590"/>
                      <a:pt x="1252" y="3613"/>
                      <a:pt x="772" y="5553"/>
                    </a:cubicBezTo>
                    <a:cubicBezTo>
                      <a:pt x="522" y="6596"/>
                      <a:pt x="313" y="7659"/>
                      <a:pt x="188" y="8723"/>
                    </a:cubicBezTo>
                    <a:cubicBezTo>
                      <a:pt x="42" y="9829"/>
                      <a:pt x="0" y="10913"/>
                      <a:pt x="0" y="12019"/>
                    </a:cubicBezTo>
                    <a:cubicBezTo>
                      <a:pt x="0" y="13646"/>
                      <a:pt x="63" y="15252"/>
                      <a:pt x="230" y="16878"/>
                    </a:cubicBezTo>
                    <a:cubicBezTo>
                      <a:pt x="230" y="16878"/>
                      <a:pt x="256" y="16905"/>
                      <a:pt x="267" y="16905"/>
                    </a:cubicBezTo>
                    <a:cubicBezTo>
                      <a:pt x="270" y="16905"/>
                      <a:pt x="271" y="16903"/>
                      <a:pt x="271" y="16899"/>
                    </a:cubicBezTo>
                    <a:cubicBezTo>
                      <a:pt x="146" y="15481"/>
                      <a:pt x="84" y="14063"/>
                      <a:pt x="84" y="12624"/>
                    </a:cubicBezTo>
                    <a:cubicBezTo>
                      <a:pt x="63" y="11476"/>
                      <a:pt x="104" y="10329"/>
                      <a:pt x="230" y="9182"/>
                    </a:cubicBezTo>
                    <a:cubicBezTo>
                      <a:pt x="459" y="7055"/>
                      <a:pt x="960" y="4948"/>
                      <a:pt x="1731" y="2925"/>
                    </a:cubicBezTo>
                    <a:cubicBezTo>
                      <a:pt x="2107" y="1903"/>
                      <a:pt x="2586" y="943"/>
                      <a:pt x="3212" y="46"/>
                    </a:cubicBezTo>
                    <a:cubicBezTo>
                      <a:pt x="3212" y="46"/>
                      <a:pt x="3182" y="0"/>
                      <a:pt x="3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7"/>
              <p:cNvSpPr/>
              <p:nvPr/>
            </p:nvSpPr>
            <p:spPr>
              <a:xfrm>
                <a:off x="5006175" y="2933100"/>
                <a:ext cx="71450" cy="135600"/>
              </a:xfrm>
              <a:custGeom>
                <a:rect b="b" l="l" r="r" t="t"/>
                <a:pathLst>
                  <a:path extrusionOk="0" h="5424" w="2858">
                    <a:moveTo>
                      <a:pt x="0" y="0"/>
                    </a:moveTo>
                    <a:cubicBezTo>
                      <a:pt x="334" y="376"/>
                      <a:pt x="793" y="626"/>
                      <a:pt x="1189" y="939"/>
                    </a:cubicBezTo>
                    <a:cubicBezTo>
                      <a:pt x="1815" y="1460"/>
                      <a:pt x="2211" y="2190"/>
                      <a:pt x="2274" y="3004"/>
                    </a:cubicBezTo>
                    <a:cubicBezTo>
                      <a:pt x="2295" y="3254"/>
                      <a:pt x="2295" y="3525"/>
                      <a:pt x="2274" y="3776"/>
                    </a:cubicBezTo>
                    <a:cubicBezTo>
                      <a:pt x="2274" y="4339"/>
                      <a:pt x="2441" y="4902"/>
                      <a:pt x="2754" y="5382"/>
                    </a:cubicBezTo>
                    <a:cubicBezTo>
                      <a:pt x="2775" y="5402"/>
                      <a:pt x="2858" y="5423"/>
                      <a:pt x="2858" y="5423"/>
                    </a:cubicBezTo>
                    <a:cubicBezTo>
                      <a:pt x="2712" y="5173"/>
                      <a:pt x="2587" y="4902"/>
                      <a:pt x="2462" y="4652"/>
                    </a:cubicBezTo>
                    <a:cubicBezTo>
                      <a:pt x="2378" y="4339"/>
                      <a:pt x="2337" y="4026"/>
                      <a:pt x="2357" y="3713"/>
                    </a:cubicBezTo>
                    <a:cubicBezTo>
                      <a:pt x="2399" y="3192"/>
                      <a:pt x="2337" y="2691"/>
                      <a:pt x="2149" y="2211"/>
                    </a:cubicBezTo>
                    <a:cubicBezTo>
                      <a:pt x="1961" y="1752"/>
                      <a:pt x="1690" y="1356"/>
                      <a:pt x="1315" y="1043"/>
                    </a:cubicBezTo>
                    <a:cubicBezTo>
                      <a:pt x="918" y="689"/>
                      <a:pt x="418" y="438"/>
                      <a:pt x="42" y="21"/>
                    </a:cubicBezTo>
                    <a:cubicBezTo>
                      <a:pt x="42" y="21"/>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7"/>
              <p:cNvSpPr/>
              <p:nvPr/>
            </p:nvSpPr>
            <p:spPr>
              <a:xfrm>
                <a:off x="4818450" y="2921050"/>
                <a:ext cx="142900" cy="59000"/>
              </a:xfrm>
              <a:custGeom>
                <a:rect b="b" l="l" r="r" t="t"/>
                <a:pathLst>
                  <a:path extrusionOk="0" h="2360" w="5716">
                    <a:moveTo>
                      <a:pt x="4593" y="0"/>
                    </a:moveTo>
                    <a:cubicBezTo>
                      <a:pt x="3775" y="0"/>
                      <a:pt x="2958" y="145"/>
                      <a:pt x="2191" y="420"/>
                    </a:cubicBezTo>
                    <a:cubicBezTo>
                      <a:pt x="1231" y="753"/>
                      <a:pt x="460" y="1442"/>
                      <a:pt x="1" y="2318"/>
                    </a:cubicBezTo>
                    <a:lnTo>
                      <a:pt x="42" y="2360"/>
                    </a:lnTo>
                    <a:cubicBezTo>
                      <a:pt x="585" y="1525"/>
                      <a:pt x="1377" y="879"/>
                      <a:pt x="2295" y="503"/>
                    </a:cubicBezTo>
                    <a:cubicBezTo>
                      <a:pt x="3082" y="216"/>
                      <a:pt x="3924" y="60"/>
                      <a:pt x="4766" y="60"/>
                    </a:cubicBezTo>
                    <a:cubicBezTo>
                      <a:pt x="5084" y="60"/>
                      <a:pt x="5401" y="82"/>
                      <a:pt x="5716" y="128"/>
                    </a:cubicBezTo>
                    <a:cubicBezTo>
                      <a:pt x="5716" y="128"/>
                      <a:pt x="5695" y="107"/>
                      <a:pt x="5674" y="86"/>
                    </a:cubicBezTo>
                    <a:cubicBezTo>
                      <a:pt x="5316" y="29"/>
                      <a:pt x="4955" y="0"/>
                      <a:pt x="45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7"/>
              <p:cNvSpPr/>
              <p:nvPr/>
            </p:nvSpPr>
            <p:spPr>
              <a:xfrm>
                <a:off x="4868000" y="3025900"/>
                <a:ext cx="67800" cy="143425"/>
              </a:xfrm>
              <a:custGeom>
                <a:rect b="b" l="l" r="r" t="t"/>
                <a:pathLst>
                  <a:path extrusionOk="0" h="5737" w="2712">
                    <a:moveTo>
                      <a:pt x="2691" y="1"/>
                    </a:moveTo>
                    <a:cubicBezTo>
                      <a:pt x="709" y="1148"/>
                      <a:pt x="0" y="3588"/>
                      <a:pt x="104" y="5737"/>
                    </a:cubicBezTo>
                    <a:lnTo>
                      <a:pt x="125" y="5737"/>
                    </a:lnTo>
                    <a:cubicBezTo>
                      <a:pt x="188" y="4548"/>
                      <a:pt x="292" y="3359"/>
                      <a:pt x="793" y="2274"/>
                    </a:cubicBezTo>
                    <a:cubicBezTo>
                      <a:pt x="1189" y="1336"/>
                      <a:pt x="1857" y="543"/>
                      <a:pt x="27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7"/>
              <p:cNvSpPr/>
              <p:nvPr/>
            </p:nvSpPr>
            <p:spPr>
              <a:xfrm>
                <a:off x="4927425" y="3098175"/>
                <a:ext cx="46450" cy="101100"/>
              </a:xfrm>
              <a:custGeom>
                <a:rect b="b" l="l" r="r" t="t"/>
                <a:pathLst>
                  <a:path extrusionOk="0" h="4044" w="1858">
                    <a:moveTo>
                      <a:pt x="10" y="1"/>
                    </a:moveTo>
                    <a:cubicBezTo>
                      <a:pt x="5" y="1"/>
                      <a:pt x="1" y="3"/>
                      <a:pt x="1" y="9"/>
                    </a:cubicBezTo>
                    <a:cubicBezTo>
                      <a:pt x="314" y="1469"/>
                      <a:pt x="1023" y="2783"/>
                      <a:pt x="1836" y="4035"/>
                    </a:cubicBezTo>
                    <a:cubicBezTo>
                      <a:pt x="1836" y="4035"/>
                      <a:pt x="1846" y="4044"/>
                      <a:pt x="1852" y="4044"/>
                    </a:cubicBezTo>
                    <a:cubicBezTo>
                      <a:pt x="1855" y="4044"/>
                      <a:pt x="1857" y="4042"/>
                      <a:pt x="1857" y="4035"/>
                    </a:cubicBezTo>
                    <a:cubicBezTo>
                      <a:pt x="1065" y="2783"/>
                      <a:pt x="376" y="1469"/>
                      <a:pt x="43" y="30"/>
                    </a:cubicBezTo>
                    <a:cubicBezTo>
                      <a:pt x="43" y="15"/>
                      <a:pt x="22"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7"/>
              <p:cNvSpPr/>
              <p:nvPr/>
            </p:nvSpPr>
            <p:spPr>
              <a:xfrm>
                <a:off x="4956125" y="2982625"/>
                <a:ext cx="51650" cy="158025"/>
              </a:xfrm>
              <a:custGeom>
                <a:rect b="b" l="l" r="r" t="t"/>
                <a:pathLst>
                  <a:path extrusionOk="0" h="6321" w="2066">
                    <a:moveTo>
                      <a:pt x="0" y="1"/>
                    </a:moveTo>
                    <a:cubicBezTo>
                      <a:pt x="668" y="919"/>
                      <a:pt x="1189" y="1941"/>
                      <a:pt x="1523" y="3025"/>
                    </a:cubicBezTo>
                    <a:cubicBezTo>
                      <a:pt x="1690" y="3547"/>
                      <a:pt x="1815" y="4089"/>
                      <a:pt x="1877" y="4631"/>
                    </a:cubicBezTo>
                    <a:cubicBezTo>
                      <a:pt x="1919" y="4923"/>
                      <a:pt x="1940" y="5194"/>
                      <a:pt x="1961" y="5465"/>
                    </a:cubicBezTo>
                    <a:cubicBezTo>
                      <a:pt x="1982" y="5737"/>
                      <a:pt x="1982" y="6049"/>
                      <a:pt x="2002" y="6321"/>
                    </a:cubicBezTo>
                    <a:lnTo>
                      <a:pt x="2023" y="6321"/>
                    </a:lnTo>
                    <a:cubicBezTo>
                      <a:pt x="2065" y="6029"/>
                      <a:pt x="2065" y="5737"/>
                      <a:pt x="2023" y="5445"/>
                    </a:cubicBezTo>
                    <a:cubicBezTo>
                      <a:pt x="2023" y="5173"/>
                      <a:pt x="1982" y="4881"/>
                      <a:pt x="1940" y="4610"/>
                    </a:cubicBezTo>
                    <a:cubicBezTo>
                      <a:pt x="1856" y="4047"/>
                      <a:pt x="1710" y="3505"/>
                      <a:pt x="1544" y="2963"/>
                    </a:cubicBezTo>
                    <a:cubicBezTo>
                      <a:pt x="1210" y="1899"/>
                      <a:pt x="709" y="898"/>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7"/>
              <p:cNvSpPr/>
              <p:nvPr/>
            </p:nvSpPr>
            <p:spPr>
              <a:xfrm>
                <a:off x="5029950" y="2908425"/>
                <a:ext cx="100350" cy="44650"/>
              </a:xfrm>
              <a:custGeom>
                <a:rect b="b" l="l" r="r" t="t"/>
                <a:pathLst>
                  <a:path extrusionOk="0" h="1786" w="4014">
                    <a:moveTo>
                      <a:pt x="69" y="66"/>
                    </a:moveTo>
                    <a:cubicBezTo>
                      <a:pt x="56" y="67"/>
                      <a:pt x="43" y="68"/>
                      <a:pt x="30" y="70"/>
                    </a:cubicBezTo>
                    <a:lnTo>
                      <a:pt x="30" y="74"/>
                    </a:lnTo>
                    <a:lnTo>
                      <a:pt x="30" y="74"/>
                    </a:lnTo>
                    <a:cubicBezTo>
                      <a:pt x="37" y="71"/>
                      <a:pt x="45" y="70"/>
                      <a:pt x="51" y="70"/>
                    </a:cubicBezTo>
                    <a:cubicBezTo>
                      <a:pt x="57" y="68"/>
                      <a:pt x="63" y="67"/>
                      <a:pt x="69" y="66"/>
                    </a:cubicBezTo>
                    <a:close/>
                    <a:moveTo>
                      <a:pt x="30" y="74"/>
                    </a:moveTo>
                    <a:cubicBezTo>
                      <a:pt x="13" y="80"/>
                      <a:pt x="0" y="90"/>
                      <a:pt x="30" y="90"/>
                    </a:cubicBezTo>
                    <a:lnTo>
                      <a:pt x="30" y="74"/>
                    </a:lnTo>
                    <a:close/>
                    <a:moveTo>
                      <a:pt x="797" y="0"/>
                    </a:moveTo>
                    <a:cubicBezTo>
                      <a:pt x="553" y="0"/>
                      <a:pt x="308" y="20"/>
                      <a:pt x="69" y="66"/>
                    </a:cubicBezTo>
                    <a:lnTo>
                      <a:pt x="69" y="66"/>
                    </a:lnTo>
                    <a:cubicBezTo>
                      <a:pt x="237" y="51"/>
                      <a:pt x="406" y="42"/>
                      <a:pt x="573" y="42"/>
                    </a:cubicBezTo>
                    <a:cubicBezTo>
                      <a:pt x="827" y="42"/>
                      <a:pt x="1079" y="62"/>
                      <a:pt x="1323" y="111"/>
                    </a:cubicBezTo>
                    <a:cubicBezTo>
                      <a:pt x="1719" y="153"/>
                      <a:pt x="2116" y="236"/>
                      <a:pt x="2491" y="382"/>
                    </a:cubicBezTo>
                    <a:cubicBezTo>
                      <a:pt x="2804" y="487"/>
                      <a:pt x="3096" y="674"/>
                      <a:pt x="3346" y="925"/>
                    </a:cubicBezTo>
                    <a:cubicBezTo>
                      <a:pt x="3471" y="1050"/>
                      <a:pt x="3576" y="1175"/>
                      <a:pt x="3659" y="1321"/>
                    </a:cubicBezTo>
                    <a:cubicBezTo>
                      <a:pt x="3742" y="1467"/>
                      <a:pt x="3784" y="1634"/>
                      <a:pt x="3868" y="1780"/>
                    </a:cubicBezTo>
                    <a:cubicBezTo>
                      <a:pt x="3868" y="1784"/>
                      <a:pt x="3873" y="1786"/>
                      <a:pt x="3882" y="1786"/>
                    </a:cubicBezTo>
                    <a:cubicBezTo>
                      <a:pt x="3918" y="1786"/>
                      <a:pt x="4014" y="1755"/>
                      <a:pt x="4014" y="1738"/>
                    </a:cubicBezTo>
                    <a:cubicBezTo>
                      <a:pt x="3993" y="1363"/>
                      <a:pt x="3826" y="1008"/>
                      <a:pt x="3534" y="779"/>
                    </a:cubicBezTo>
                    <a:cubicBezTo>
                      <a:pt x="3263" y="528"/>
                      <a:pt x="2929" y="341"/>
                      <a:pt x="2595" y="236"/>
                    </a:cubicBezTo>
                    <a:cubicBezTo>
                      <a:pt x="2178" y="132"/>
                      <a:pt x="1761" y="49"/>
                      <a:pt x="1323" y="28"/>
                    </a:cubicBezTo>
                    <a:cubicBezTo>
                      <a:pt x="1150" y="11"/>
                      <a:pt x="974" y="0"/>
                      <a:pt x="7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7"/>
              <p:cNvSpPr/>
              <p:nvPr/>
            </p:nvSpPr>
            <p:spPr>
              <a:xfrm>
                <a:off x="4850275" y="2849925"/>
                <a:ext cx="97525" cy="27400"/>
              </a:xfrm>
              <a:custGeom>
                <a:rect b="b" l="l" r="r" t="t"/>
                <a:pathLst>
                  <a:path extrusionOk="0" h="1096" w="3901">
                    <a:moveTo>
                      <a:pt x="524" y="0"/>
                    </a:moveTo>
                    <a:cubicBezTo>
                      <a:pt x="307" y="0"/>
                      <a:pt x="62" y="45"/>
                      <a:pt x="0" y="261"/>
                    </a:cubicBezTo>
                    <a:cubicBezTo>
                      <a:pt x="0" y="299"/>
                      <a:pt x="69" y="389"/>
                      <a:pt x="97" y="389"/>
                    </a:cubicBezTo>
                    <a:cubicBezTo>
                      <a:pt x="100" y="389"/>
                      <a:pt x="102" y="388"/>
                      <a:pt x="104" y="386"/>
                    </a:cubicBezTo>
                    <a:cubicBezTo>
                      <a:pt x="209" y="324"/>
                      <a:pt x="313" y="261"/>
                      <a:pt x="438" y="220"/>
                    </a:cubicBezTo>
                    <a:cubicBezTo>
                      <a:pt x="524" y="195"/>
                      <a:pt x="616" y="185"/>
                      <a:pt x="712" y="185"/>
                    </a:cubicBezTo>
                    <a:cubicBezTo>
                      <a:pt x="780" y="185"/>
                      <a:pt x="849" y="190"/>
                      <a:pt x="918" y="199"/>
                    </a:cubicBezTo>
                    <a:cubicBezTo>
                      <a:pt x="1252" y="220"/>
                      <a:pt x="1606" y="261"/>
                      <a:pt x="1961" y="345"/>
                    </a:cubicBezTo>
                    <a:cubicBezTo>
                      <a:pt x="2628" y="491"/>
                      <a:pt x="3296" y="741"/>
                      <a:pt x="3900" y="1096"/>
                    </a:cubicBezTo>
                    <a:cubicBezTo>
                      <a:pt x="3900" y="1096"/>
                      <a:pt x="3880" y="1054"/>
                      <a:pt x="3859" y="1033"/>
                    </a:cubicBezTo>
                    <a:cubicBezTo>
                      <a:pt x="3233" y="637"/>
                      <a:pt x="2545" y="345"/>
                      <a:pt x="1815" y="178"/>
                    </a:cubicBezTo>
                    <a:cubicBezTo>
                      <a:pt x="1460" y="74"/>
                      <a:pt x="1106" y="32"/>
                      <a:pt x="730" y="11"/>
                    </a:cubicBezTo>
                    <a:cubicBezTo>
                      <a:pt x="671" y="6"/>
                      <a:pt x="599" y="0"/>
                      <a:pt x="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7"/>
              <p:cNvSpPr/>
              <p:nvPr/>
            </p:nvSpPr>
            <p:spPr>
              <a:xfrm>
                <a:off x="4849225" y="2930500"/>
                <a:ext cx="86575" cy="36000"/>
              </a:xfrm>
              <a:custGeom>
                <a:rect b="b" l="l" r="r" t="t"/>
                <a:pathLst>
                  <a:path extrusionOk="0" h="1440" w="3463">
                    <a:moveTo>
                      <a:pt x="3421" y="0"/>
                    </a:moveTo>
                    <a:lnTo>
                      <a:pt x="3421" y="21"/>
                    </a:lnTo>
                    <a:cubicBezTo>
                      <a:pt x="3287" y="8"/>
                      <a:pt x="3152" y="1"/>
                      <a:pt x="3016" y="1"/>
                    </a:cubicBezTo>
                    <a:cubicBezTo>
                      <a:pt x="2520" y="1"/>
                      <a:pt x="2019" y="91"/>
                      <a:pt x="1544" y="271"/>
                    </a:cubicBezTo>
                    <a:cubicBezTo>
                      <a:pt x="1252" y="396"/>
                      <a:pt x="960" y="542"/>
                      <a:pt x="709" y="730"/>
                    </a:cubicBezTo>
                    <a:cubicBezTo>
                      <a:pt x="417" y="897"/>
                      <a:pt x="188" y="1126"/>
                      <a:pt x="0" y="1398"/>
                    </a:cubicBezTo>
                    <a:cubicBezTo>
                      <a:pt x="0" y="1398"/>
                      <a:pt x="105" y="1439"/>
                      <a:pt x="105" y="1439"/>
                    </a:cubicBezTo>
                    <a:cubicBezTo>
                      <a:pt x="376" y="1252"/>
                      <a:pt x="584" y="1001"/>
                      <a:pt x="835" y="813"/>
                    </a:cubicBezTo>
                    <a:cubicBezTo>
                      <a:pt x="1085" y="626"/>
                      <a:pt x="1356" y="480"/>
                      <a:pt x="1648" y="355"/>
                    </a:cubicBezTo>
                    <a:cubicBezTo>
                      <a:pt x="2131" y="140"/>
                      <a:pt x="2659" y="33"/>
                      <a:pt x="3195" y="33"/>
                    </a:cubicBezTo>
                    <a:cubicBezTo>
                      <a:pt x="3284" y="33"/>
                      <a:pt x="3373" y="36"/>
                      <a:pt x="3463" y="42"/>
                    </a:cubicBezTo>
                    <a:cubicBezTo>
                      <a:pt x="3463" y="42"/>
                      <a:pt x="3442" y="21"/>
                      <a:pt x="34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7"/>
              <p:cNvSpPr/>
              <p:nvPr/>
            </p:nvSpPr>
            <p:spPr>
              <a:xfrm>
                <a:off x="5035725" y="2966225"/>
                <a:ext cx="34100" cy="97775"/>
              </a:xfrm>
              <a:custGeom>
                <a:rect b="b" l="l" r="r" t="t"/>
                <a:pathLst>
                  <a:path extrusionOk="0" h="3911" w="1364">
                    <a:moveTo>
                      <a:pt x="14" y="1"/>
                    </a:moveTo>
                    <a:cubicBezTo>
                      <a:pt x="5" y="1"/>
                      <a:pt x="0" y="3"/>
                      <a:pt x="7" y="10"/>
                    </a:cubicBezTo>
                    <a:lnTo>
                      <a:pt x="7" y="31"/>
                    </a:lnTo>
                    <a:cubicBezTo>
                      <a:pt x="404" y="573"/>
                      <a:pt x="696" y="1178"/>
                      <a:pt x="883" y="1846"/>
                    </a:cubicBezTo>
                    <a:cubicBezTo>
                      <a:pt x="967" y="2159"/>
                      <a:pt x="1029" y="2492"/>
                      <a:pt x="1092" y="2826"/>
                    </a:cubicBezTo>
                    <a:cubicBezTo>
                      <a:pt x="1155" y="3181"/>
                      <a:pt x="1175" y="3535"/>
                      <a:pt x="1259" y="3869"/>
                    </a:cubicBezTo>
                    <a:cubicBezTo>
                      <a:pt x="1259" y="3890"/>
                      <a:pt x="1363" y="3911"/>
                      <a:pt x="1363" y="3911"/>
                    </a:cubicBezTo>
                    <a:cubicBezTo>
                      <a:pt x="1342" y="3556"/>
                      <a:pt x="1301" y="3243"/>
                      <a:pt x="1238" y="2909"/>
                    </a:cubicBezTo>
                    <a:cubicBezTo>
                      <a:pt x="1175" y="2555"/>
                      <a:pt x="1092" y="2200"/>
                      <a:pt x="1009" y="1846"/>
                    </a:cubicBezTo>
                    <a:cubicBezTo>
                      <a:pt x="842" y="1178"/>
                      <a:pt x="508" y="553"/>
                      <a:pt x="70" y="10"/>
                    </a:cubicBezTo>
                    <a:cubicBezTo>
                      <a:pt x="70" y="10"/>
                      <a:pt x="33" y="1"/>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7"/>
              <p:cNvSpPr/>
              <p:nvPr/>
            </p:nvSpPr>
            <p:spPr>
              <a:xfrm>
                <a:off x="4914400" y="3034775"/>
                <a:ext cx="550" cy="25"/>
              </a:xfrm>
              <a:custGeom>
                <a:rect b="b" l="l" r="r" t="t"/>
                <a:pathLst>
                  <a:path extrusionOk="0" h="1" w="22">
                    <a:moveTo>
                      <a:pt x="21" y="1"/>
                    </a:moveTo>
                    <a:lnTo>
                      <a:pt x="1" y="1"/>
                    </a:lnTo>
                    <a:close/>
                  </a:path>
                </a:pathLst>
              </a:custGeom>
              <a:solidFill>
                <a:srgbClr val="8AB2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7"/>
              <p:cNvSpPr/>
              <p:nvPr/>
            </p:nvSpPr>
            <p:spPr>
              <a:xfrm>
                <a:off x="4873200" y="3045725"/>
                <a:ext cx="44350" cy="132475"/>
              </a:xfrm>
              <a:custGeom>
                <a:rect b="b" l="l" r="r" t="t"/>
                <a:pathLst>
                  <a:path extrusionOk="0" h="5299" w="1774">
                    <a:moveTo>
                      <a:pt x="1732" y="1"/>
                    </a:moveTo>
                    <a:cubicBezTo>
                      <a:pt x="1065" y="564"/>
                      <a:pt x="814" y="1440"/>
                      <a:pt x="606" y="2253"/>
                    </a:cubicBezTo>
                    <a:cubicBezTo>
                      <a:pt x="481" y="2733"/>
                      <a:pt x="355" y="3233"/>
                      <a:pt x="272" y="3734"/>
                    </a:cubicBezTo>
                    <a:cubicBezTo>
                      <a:pt x="147" y="4235"/>
                      <a:pt x="43" y="4756"/>
                      <a:pt x="1" y="5298"/>
                    </a:cubicBezTo>
                    <a:lnTo>
                      <a:pt x="147" y="5298"/>
                    </a:lnTo>
                    <a:cubicBezTo>
                      <a:pt x="251" y="4798"/>
                      <a:pt x="293" y="4297"/>
                      <a:pt x="376" y="3797"/>
                    </a:cubicBezTo>
                    <a:cubicBezTo>
                      <a:pt x="481" y="3296"/>
                      <a:pt x="585" y="2816"/>
                      <a:pt x="710" y="2316"/>
                    </a:cubicBezTo>
                    <a:cubicBezTo>
                      <a:pt x="919" y="1502"/>
                      <a:pt x="1148" y="647"/>
                      <a:pt x="1774" y="21"/>
                    </a:cubicBezTo>
                    <a:lnTo>
                      <a:pt x="1711" y="21"/>
                    </a:lnTo>
                    <a:lnTo>
                      <a:pt x="1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7"/>
              <p:cNvSpPr/>
              <p:nvPr/>
            </p:nvSpPr>
            <p:spPr>
              <a:xfrm>
                <a:off x="4970100" y="3015900"/>
                <a:ext cx="32975" cy="108175"/>
              </a:xfrm>
              <a:custGeom>
                <a:rect b="b" l="l" r="r" t="t"/>
                <a:pathLst>
                  <a:path extrusionOk="0" h="4327" w="1319">
                    <a:moveTo>
                      <a:pt x="1" y="0"/>
                    </a:moveTo>
                    <a:cubicBezTo>
                      <a:pt x="0" y="0"/>
                      <a:pt x="1" y="2"/>
                      <a:pt x="4" y="5"/>
                    </a:cubicBezTo>
                    <a:cubicBezTo>
                      <a:pt x="380" y="651"/>
                      <a:pt x="672" y="1319"/>
                      <a:pt x="880" y="2028"/>
                    </a:cubicBezTo>
                    <a:cubicBezTo>
                      <a:pt x="964" y="2382"/>
                      <a:pt x="1047" y="2716"/>
                      <a:pt x="1110" y="3071"/>
                    </a:cubicBezTo>
                    <a:cubicBezTo>
                      <a:pt x="1151" y="3467"/>
                      <a:pt x="1172" y="3863"/>
                      <a:pt x="1214" y="4260"/>
                    </a:cubicBezTo>
                    <a:cubicBezTo>
                      <a:pt x="1214" y="4278"/>
                      <a:pt x="1276" y="4326"/>
                      <a:pt x="1293" y="4326"/>
                    </a:cubicBezTo>
                    <a:cubicBezTo>
                      <a:pt x="1296" y="4326"/>
                      <a:pt x="1297" y="4325"/>
                      <a:pt x="1297" y="4322"/>
                    </a:cubicBezTo>
                    <a:cubicBezTo>
                      <a:pt x="1318" y="3571"/>
                      <a:pt x="1214" y="2800"/>
                      <a:pt x="985" y="2090"/>
                    </a:cubicBezTo>
                    <a:cubicBezTo>
                      <a:pt x="776" y="1360"/>
                      <a:pt x="463" y="672"/>
                      <a:pt x="67" y="46"/>
                    </a:cubicBezTo>
                    <a:cubicBezTo>
                      <a:pt x="67" y="46"/>
                      <a:pt x="6"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7"/>
              <p:cNvSpPr/>
              <p:nvPr/>
            </p:nvSpPr>
            <p:spPr>
              <a:xfrm>
                <a:off x="4936300" y="3143750"/>
                <a:ext cx="43825" cy="76675"/>
              </a:xfrm>
              <a:custGeom>
                <a:rect b="b" l="l" r="r" t="t"/>
                <a:pathLst>
                  <a:path extrusionOk="0" h="3067" w="1753">
                    <a:moveTo>
                      <a:pt x="1" y="1"/>
                    </a:moveTo>
                    <a:lnTo>
                      <a:pt x="1" y="1"/>
                    </a:lnTo>
                    <a:cubicBezTo>
                      <a:pt x="188" y="543"/>
                      <a:pt x="418" y="1064"/>
                      <a:pt x="689" y="1565"/>
                    </a:cubicBezTo>
                    <a:cubicBezTo>
                      <a:pt x="960" y="2087"/>
                      <a:pt x="1273" y="2587"/>
                      <a:pt x="1669" y="3025"/>
                    </a:cubicBezTo>
                    <a:cubicBezTo>
                      <a:pt x="1690" y="3046"/>
                      <a:pt x="1732" y="3046"/>
                      <a:pt x="1753" y="3067"/>
                    </a:cubicBezTo>
                    <a:cubicBezTo>
                      <a:pt x="1607" y="2858"/>
                      <a:pt x="1461" y="2650"/>
                      <a:pt x="1315" y="2441"/>
                    </a:cubicBezTo>
                    <a:cubicBezTo>
                      <a:pt x="1148" y="2191"/>
                      <a:pt x="981" y="1920"/>
                      <a:pt x="835" y="1649"/>
                    </a:cubicBezTo>
                    <a:cubicBezTo>
                      <a:pt x="543" y="1127"/>
                      <a:pt x="293" y="606"/>
                      <a:pt x="84" y="42"/>
                    </a:cubicBezTo>
                    <a:cubicBezTo>
                      <a:pt x="84" y="22"/>
                      <a:pt x="21" y="2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7"/>
              <p:cNvSpPr/>
              <p:nvPr/>
            </p:nvSpPr>
            <p:spPr>
              <a:xfrm>
                <a:off x="4910750" y="3106725"/>
                <a:ext cx="17750" cy="180975"/>
              </a:xfrm>
              <a:custGeom>
                <a:rect b="b" l="l" r="r" t="t"/>
                <a:pathLst>
                  <a:path extrusionOk="0" h="7239" w="710">
                    <a:moveTo>
                      <a:pt x="167" y="1"/>
                    </a:moveTo>
                    <a:lnTo>
                      <a:pt x="167" y="1"/>
                    </a:lnTo>
                    <a:cubicBezTo>
                      <a:pt x="1" y="2420"/>
                      <a:pt x="188" y="4861"/>
                      <a:pt x="689" y="7238"/>
                    </a:cubicBezTo>
                    <a:lnTo>
                      <a:pt x="710" y="7238"/>
                    </a:lnTo>
                    <a:cubicBezTo>
                      <a:pt x="251" y="4861"/>
                      <a:pt x="84" y="2441"/>
                      <a:pt x="230" y="22"/>
                    </a:cubicBezTo>
                    <a:cubicBezTo>
                      <a:pt x="230" y="1"/>
                      <a:pt x="167" y="1"/>
                      <a:pt x="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7"/>
              <p:cNvSpPr/>
              <p:nvPr/>
            </p:nvSpPr>
            <p:spPr>
              <a:xfrm>
                <a:off x="4924300" y="2906500"/>
                <a:ext cx="54775" cy="119950"/>
              </a:xfrm>
              <a:custGeom>
                <a:rect b="b" l="l" r="r" t="t"/>
                <a:pathLst>
                  <a:path extrusionOk="0" h="4798" w="2191">
                    <a:moveTo>
                      <a:pt x="2191" y="1"/>
                    </a:moveTo>
                    <a:cubicBezTo>
                      <a:pt x="1586" y="668"/>
                      <a:pt x="1106" y="1440"/>
                      <a:pt x="773" y="2274"/>
                    </a:cubicBezTo>
                    <a:cubicBezTo>
                      <a:pt x="606" y="2691"/>
                      <a:pt x="460" y="3129"/>
                      <a:pt x="335" y="3546"/>
                    </a:cubicBezTo>
                    <a:cubicBezTo>
                      <a:pt x="272" y="3734"/>
                      <a:pt x="209" y="3943"/>
                      <a:pt x="147" y="4130"/>
                    </a:cubicBezTo>
                    <a:cubicBezTo>
                      <a:pt x="63" y="4339"/>
                      <a:pt x="22" y="4568"/>
                      <a:pt x="1" y="4798"/>
                    </a:cubicBezTo>
                    <a:lnTo>
                      <a:pt x="84" y="4798"/>
                    </a:lnTo>
                    <a:cubicBezTo>
                      <a:pt x="168" y="4589"/>
                      <a:pt x="251" y="4381"/>
                      <a:pt x="293" y="4172"/>
                    </a:cubicBezTo>
                    <a:cubicBezTo>
                      <a:pt x="355" y="3964"/>
                      <a:pt x="418" y="3755"/>
                      <a:pt x="460" y="3567"/>
                    </a:cubicBezTo>
                    <a:cubicBezTo>
                      <a:pt x="585" y="3129"/>
                      <a:pt x="731" y="2691"/>
                      <a:pt x="898" y="2253"/>
                    </a:cubicBezTo>
                    <a:cubicBezTo>
                      <a:pt x="1169" y="1419"/>
                      <a:pt x="1607" y="668"/>
                      <a:pt x="2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7"/>
              <p:cNvSpPr/>
              <p:nvPr/>
            </p:nvSpPr>
            <p:spPr>
              <a:xfrm>
                <a:off x="4829925" y="2993575"/>
                <a:ext cx="78775" cy="77200"/>
              </a:xfrm>
              <a:custGeom>
                <a:rect b="b" l="l" r="r" t="t"/>
                <a:pathLst>
                  <a:path extrusionOk="0" h="3088" w="3151">
                    <a:moveTo>
                      <a:pt x="3108" y="1"/>
                    </a:moveTo>
                    <a:cubicBezTo>
                      <a:pt x="1669" y="418"/>
                      <a:pt x="355" y="1523"/>
                      <a:pt x="1" y="3046"/>
                    </a:cubicBezTo>
                    <a:cubicBezTo>
                      <a:pt x="1" y="3046"/>
                      <a:pt x="105" y="3088"/>
                      <a:pt x="105" y="3088"/>
                    </a:cubicBezTo>
                    <a:cubicBezTo>
                      <a:pt x="689" y="1732"/>
                      <a:pt x="1711" y="522"/>
                      <a:pt x="3150" y="22"/>
                    </a:cubicBezTo>
                    <a:cubicBezTo>
                      <a:pt x="3150" y="22"/>
                      <a:pt x="3129" y="1"/>
                      <a:pt x="31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7"/>
              <p:cNvSpPr/>
              <p:nvPr/>
            </p:nvSpPr>
            <p:spPr>
              <a:xfrm>
                <a:off x="5108975" y="3220750"/>
                <a:ext cx="430125" cy="61475"/>
              </a:xfrm>
              <a:custGeom>
                <a:rect b="b" l="l" r="r" t="t"/>
                <a:pathLst>
                  <a:path extrusionOk="0" h="2459" w="17205">
                    <a:moveTo>
                      <a:pt x="206" y="0"/>
                    </a:moveTo>
                    <a:cubicBezTo>
                      <a:pt x="91" y="0"/>
                      <a:pt x="0" y="157"/>
                      <a:pt x="102" y="258"/>
                    </a:cubicBezTo>
                    <a:cubicBezTo>
                      <a:pt x="477" y="592"/>
                      <a:pt x="915" y="863"/>
                      <a:pt x="1395" y="1009"/>
                    </a:cubicBezTo>
                    <a:cubicBezTo>
                      <a:pt x="1916" y="1217"/>
                      <a:pt x="2459" y="1405"/>
                      <a:pt x="2980" y="1551"/>
                    </a:cubicBezTo>
                    <a:cubicBezTo>
                      <a:pt x="4065" y="1864"/>
                      <a:pt x="5149" y="2073"/>
                      <a:pt x="6255" y="2219"/>
                    </a:cubicBezTo>
                    <a:cubicBezTo>
                      <a:pt x="7586" y="2379"/>
                      <a:pt x="8924" y="2459"/>
                      <a:pt x="10261" y="2459"/>
                    </a:cubicBezTo>
                    <a:cubicBezTo>
                      <a:pt x="11187" y="2459"/>
                      <a:pt x="12112" y="2421"/>
                      <a:pt x="13033" y="2344"/>
                    </a:cubicBezTo>
                    <a:cubicBezTo>
                      <a:pt x="14327" y="2260"/>
                      <a:pt x="15620" y="2156"/>
                      <a:pt x="16892" y="2010"/>
                    </a:cubicBezTo>
                    <a:cubicBezTo>
                      <a:pt x="17193" y="1990"/>
                      <a:pt x="17205" y="1528"/>
                      <a:pt x="16928" y="1528"/>
                    </a:cubicBezTo>
                    <a:cubicBezTo>
                      <a:pt x="16917" y="1528"/>
                      <a:pt x="16905" y="1529"/>
                      <a:pt x="16892" y="1530"/>
                    </a:cubicBezTo>
                    <a:cubicBezTo>
                      <a:pt x="14534" y="1733"/>
                      <a:pt x="12152" y="1967"/>
                      <a:pt x="9781" y="1967"/>
                    </a:cubicBezTo>
                    <a:cubicBezTo>
                      <a:pt x="7769" y="1967"/>
                      <a:pt x="5766" y="1799"/>
                      <a:pt x="3794" y="1301"/>
                    </a:cubicBezTo>
                    <a:cubicBezTo>
                      <a:pt x="2584" y="1030"/>
                      <a:pt x="1395" y="592"/>
                      <a:pt x="289" y="29"/>
                    </a:cubicBezTo>
                    <a:cubicBezTo>
                      <a:pt x="262" y="9"/>
                      <a:pt x="233" y="0"/>
                      <a:pt x="2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7"/>
              <p:cNvSpPr/>
              <p:nvPr/>
            </p:nvSpPr>
            <p:spPr>
              <a:xfrm>
                <a:off x="5554725" y="3219375"/>
                <a:ext cx="159075" cy="44850"/>
              </a:xfrm>
              <a:custGeom>
                <a:rect b="b" l="l" r="r" t="t"/>
                <a:pathLst>
                  <a:path extrusionOk="0" h="1794" w="6363">
                    <a:moveTo>
                      <a:pt x="6154" y="0"/>
                    </a:moveTo>
                    <a:cubicBezTo>
                      <a:pt x="5924" y="21"/>
                      <a:pt x="5716" y="104"/>
                      <a:pt x="5570" y="271"/>
                    </a:cubicBezTo>
                    <a:cubicBezTo>
                      <a:pt x="5340" y="417"/>
                      <a:pt x="5132" y="563"/>
                      <a:pt x="4902" y="688"/>
                    </a:cubicBezTo>
                    <a:cubicBezTo>
                      <a:pt x="4443" y="960"/>
                      <a:pt x="3964" y="1147"/>
                      <a:pt x="3442" y="1231"/>
                    </a:cubicBezTo>
                    <a:cubicBezTo>
                      <a:pt x="2358" y="1418"/>
                      <a:pt x="1252" y="1523"/>
                      <a:pt x="147" y="1585"/>
                    </a:cubicBezTo>
                    <a:cubicBezTo>
                      <a:pt x="1" y="1585"/>
                      <a:pt x="1" y="1794"/>
                      <a:pt x="147" y="1794"/>
                    </a:cubicBezTo>
                    <a:cubicBezTo>
                      <a:pt x="1273" y="1794"/>
                      <a:pt x="2399" y="1710"/>
                      <a:pt x="3526" y="1564"/>
                    </a:cubicBezTo>
                    <a:cubicBezTo>
                      <a:pt x="4047" y="1481"/>
                      <a:pt x="4548" y="1335"/>
                      <a:pt x="5027" y="1106"/>
                    </a:cubicBezTo>
                    <a:cubicBezTo>
                      <a:pt x="5257" y="1001"/>
                      <a:pt x="5486" y="876"/>
                      <a:pt x="5716" y="751"/>
                    </a:cubicBezTo>
                    <a:cubicBezTo>
                      <a:pt x="5924" y="605"/>
                      <a:pt x="6216" y="501"/>
                      <a:pt x="6300" y="250"/>
                    </a:cubicBezTo>
                    <a:cubicBezTo>
                      <a:pt x="6362" y="125"/>
                      <a:pt x="6279" y="0"/>
                      <a:pt x="61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7"/>
              <p:cNvSpPr/>
              <p:nvPr/>
            </p:nvSpPr>
            <p:spPr>
              <a:xfrm>
                <a:off x="5266550" y="4058975"/>
                <a:ext cx="311675" cy="41225"/>
              </a:xfrm>
              <a:custGeom>
                <a:rect b="b" l="l" r="r" t="t"/>
                <a:pathLst>
                  <a:path extrusionOk="0" h="1649" w="12467">
                    <a:moveTo>
                      <a:pt x="12095" y="1"/>
                    </a:moveTo>
                    <a:cubicBezTo>
                      <a:pt x="11900" y="1"/>
                      <a:pt x="11749" y="99"/>
                      <a:pt x="11528" y="184"/>
                    </a:cubicBezTo>
                    <a:cubicBezTo>
                      <a:pt x="11277" y="289"/>
                      <a:pt x="11090" y="351"/>
                      <a:pt x="10881" y="435"/>
                    </a:cubicBezTo>
                    <a:cubicBezTo>
                      <a:pt x="10401" y="602"/>
                      <a:pt x="9922" y="706"/>
                      <a:pt x="9421" y="810"/>
                    </a:cubicBezTo>
                    <a:cubicBezTo>
                      <a:pt x="8637" y="944"/>
                      <a:pt x="7826" y="1010"/>
                      <a:pt x="7020" y="1010"/>
                    </a:cubicBezTo>
                    <a:cubicBezTo>
                      <a:pt x="6819" y="1010"/>
                      <a:pt x="6618" y="1006"/>
                      <a:pt x="6418" y="998"/>
                    </a:cubicBezTo>
                    <a:cubicBezTo>
                      <a:pt x="5416" y="956"/>
                      <a:pt x="4415" y="852"/>
                      <a:pt x="3435" y="727"/>
                    </a:cubicBezTo>
                    <a:cubicBezTo>
                      <a:pt x="2392" y="602"/>
                      <a:pt x="1287" y="560"/>
                      <a:pt x="244" y="351"/>
                    </a:cubicBezTo>
                    <a:cubicBezTo>
                      <a:pt x="237" y="350"/>
                      <a:pt x="230" y="350"/>
                      <a:pt x="223" y="350"/>
                    </a:cubicBezTo>
                    <a:cubicBezTo>
                      <a:pt x="88" y="350"/>
                      <a:pt x="0" y="542"/>
                      <a:pt x="139" y="602"/>
                    </a:cubicBezTo>
                    <a:cubicBezTo>
                      <a:pt x="1141" y="1040"/>
                      <a:pt x="2225" y="1206"/>
                      <a:pt x="3310" y="1352"/>
                    </a:cubicBezTo>
                    <a:cubicBezTo>
                      <a:pt x="4353" y="1498"/>
                      <a:pt x="5375" y="1582"/>
                      <a:pt x="6418" y="1644"/>
                    </a:cubicBezTo>
                    <a:cubicBezTo>
                      <a:pt x="6543" y="1647"/>
                      <a:pt x="6670" y="1648"/>
                      <a:pt x="6796" y="1648"/>
                    </a:cubicBezTo>
                    <a:cubicBezTo>
                      <a:pt x="7696" y="1648"/>
                      <a:pt x="8606" y="1582"/>
                      <a:pt x="9484" y="1436"/>
                    </a:cubicBezTo>
                    <a:cubicBezTo>
                      <a:pt x="10005" y="1352"/>
                      <a:pt x="10547" y="1227"/>
                      <a:pt x="11048" y="1060"/>
                    </a:cubicBezTo>
                    <a:cubicBezTo>
                      <a:pt x="11319" y="977"/>
                      <a:pt x="11569" y="873"/>
                      <a:pt x="11820" y="768"/>
                    </a:cubicBezTo>
                    <a:cubicBezTo>
                      <a:pt x="12070" y="664"/>
                      <a:pt x="12258" y="622"/>
                      <a:pt x="12383" y="393"/>
                    </a:cubicBezTo>
                    <a:cubicBezTo>
                      <a:pt x="12466" y="247"/>
                      <a:pt x="12383" y="59"/>
                      <a:pt x="12237" y="18"/>
                    </a:cubicBezTo>
                    <a:cubicBezTo>
                      <a:pt x="12187" y="6"/>
                      <a:pt x="12140" y="1"/>
                      <a:pt x="120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7"/>
              <p:cNvSpPr/>
              <p:nvPr/>
            </p:nvSpPr>
            <p:spPr>
              <a:xfrm>
                <a:off x="5141225" y="3415425"/>
                <a:ext cx="512375" cy="58275"/>
              </a:xfrm>
              <a:custGeom>
                <a:rect b="b" l="l" r="r" t="t"/>
                <a:pathLst>
                  <a:path extrusionOk="0" h="2331" w="20495">
                    <a:moveTo>
                      <a:pt x="251" y="1"/>
                    </a:moveTo>
                    <a:cubicBezTo>
                      <a:pt x="84" y="1"/>
                      <a:pt x="1" y="209"/>
                      <a:pt x="126" y="313"/>
                    </a:cubicBezTo>
                    <a:cubicBezTo>
                      <a:pt x="355" y="501"/>
                      <a:pt x="605" y="626"/>
                      <a:pt x="877" y="689"/>
                    </a:cubicBezTo>
                    <a:cubicBezTo>
                      <a:pt x="1231" y="814"/>
                      <a:pt x="1565" y="939"/>
                      <a:pt x="1920" y="1043"/>
                    </a:cubicBezTo>
                    <a:cubicBezTo>
                      <a:pt x="2566" y="1231"/>
                      <a:pt x="3234" y="1419"/>
                      <a:pt x="3901" y="1586"/>
                    </a:cubicBezTo>
                    <a:cubicBezTo>
                      <a:pt x="6067" y="2084"/>
                      <a:pt x="8277" y="2331"/>
                      <a:pt x="10490" y="2331"/>
                    </a:cubicBezTo>
                    <a:cubicBezTo>
                      <a:pt x="12263" y="2331"/>
                      <a:pt x="14037" y="2172"/>
                      <a:pt x="15790" y="1857"/>
                    </a:cubicBezTo>
                    <a:cubicBezTo>
                      <a:pt x="17292" y="1586"/>
                      <a:pt x="18773" y="1189"/>
                      <a:pt x="20212" y="647"/>
                    </a:cubicBezTo>
                    <a:cubicBezTo>
                      <a:pt x="20494" y="553"/>
                      <a:pt x="20420" y="153"/>
                      <a:pt x="20172" y="153"/>
                    </a:cubicBezTo>
                    <a:cubicBezTo>
                      <a:pt x="20145" y="153"/>
                      <a:pt x="20117" y="157"/>
                      <a:pt x="20087" y="167"/>
                    </a:cubicBezTo>
                    <a:cubicBezTo>
                      <a:pt x="17563" y="1002"/>
                      <a:pt x="14976" y="1544"/>
                      <a:pt x="12328" y="1753"/>
                    </a:cubicBezTo>
                    <a:cubicBezTo>
                      <a:pt x="11713" y="1792"/>
                      <a:pt x="11099" y="1811"/>
                      <a:pt x="10486" y="1811"/>
                    </a:cubicBezTo>
                    <a:cubicBezTo>
                      <a:pt x="8475" y="1811"/>
                      <a:pt x="6472" y="1600"/>
                      <a:pt x="4506" y="1169"/>
                    </a:cubicBezTo>
                    <a:cubicBezTo>
                      <a:pt x="3797" y="1023"/>
                      <a:pt x="3088" y="835"/>
                      <a:pt x="2399" y="626"/>
                    </a:cubicBezTo>
                    <a:cubicBezTo>
                      <a:pt x="2024" y="522"/>
                      <a:pt x="1669" y="418"/>
                      <a:pt x="1294" y="293"/>
                    </a:cubicBezTo>
                    <a:cubicBezTo>
                      <a:pt x="960" y="147"/>
                      <a:pt x="626" y="42"/>
                      <a:pt x="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7"/>
              <p:cNvSpPr/>
              <p:nvPr/>
            </p:nvSpPr>
            <p:spPr>
              <a:xfrm>
                <a:off x="5117775" y="3486900"/>
                <a:ext cx="26600" cy="118750"/>
              </a:xfrm>
              <a:custGeom>
                <a:rect b="b" l="l" r="r" t="t"/>
                <a:pathLst>
                  <a:path extrusionOk="0" h="4750" w="1064">
                    <a:moveTo>
                      <a:pt x="552" y="0"/>
                    </a:moveTo>
                    <a:cubicBezTo>
                      <a:pt x="482" y="0"/>
                      <a:pt x="410" y="27"/>
                      <a:pt x="355" y="82"/>
                    </a:cubicBezTo>
                    <a:cubicBezTo>
                      <a:pt x="229" y="228"/>
                      <a:pt x="125" y="395"/>
                      <a:pt x="83" y="562"/>
                    </a:cubicBezTo>
                    <a:cubicBezTo>
                      <a:pt x="21" y="771"/>
                      <a:pt x="0" y="979"/>
                      <a:pt x="21" y="1188"/>
                    </a:cubicBezTo>
                    <a:cubicBezTo>
                      <a:pt x="0" y="1584"/>
                      <a:pt x="0" y="1980"/>
                      <a:pt x="0" y="2377"/>
                    </a:cubicBezTo>
                    <a:cubicBezTo>
                      <a:pt x="0" y="2794"/>
                      <a:pt x="42" y="3190"/>
                      <a:pt x="83" y="3586"/>
                    </a:cubicBezTo>
                    <a:cubicBezTo>
                      <a:pt x="125" y="3774"/>
                      <a:pt x="167" y="3962"/>
                      <a:pt x="229" y="4150"/>
                    </a:cubicBezTo>
                    <a:cubicBezTo>
                      <a:pt x="250" y="4337"/>
                      <a:pt x="313" y="4525"/>
                      <a:pt x="459" y="4671"/>
                    </a:cubicBezTo>
                    <a:cubicBezTo>
                      <a:pt x="511" y="4723"/>
                      <a:pt x="579" y="4749"/>
                      <a:pt x="647" y="4749"/>
                    </a:cubicBezTo>
                    <a:cubicBezTo>
                      <a:pt x="714" y="4749"/>
                      <a:pt x="782" y="4723"/>
                      <a:pt x="834" y="4671"/>
                    </a:cubicBezTo>
                    <a:cubicBezTo>
                      <a:pt x="939" y="4525"/>
                      <a:pt x="980" y="4337"/>
                      <a:pt x="980" y="4150"/>
                    </a:cubicBezTo>
                    <a:cubicBezTo>
                      <a:pt x="1001" y="3962"/>
                      <a:pt x="1043" y="3774"/>
                      <a:pt x="1043" y="3586"/>
                    </a:cubicBezTo>
                    <a:cubicBezTo>
                      <a:pt x="1064" y="3190"/>
                      <a:pt x="1064" y="2815"/>
                      <a:pt x="1043" y="2418"/>
                    </a:cubicBezTo>
                    <a:cubicBezTo>
                      <a:pt x="1022" y="2043"/>
                      <a:pt x="1022" y="1647"/>
                      <a:pt x="1022" y="1271"/>
                    </a:cubicBezTo>
                    <a:cubicBezTo>
                      <a:pt x="1022" y="875"/>
                      <a:pt x="1022" y="500"/>
                      <a:pt x="772" y="124"/>
                    </a:cubicBezTo>
                    <a:cubicBezTo>
                      <a:pt x="725" y="43"/>
                      <a:pt x="640" y="0"/>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7"/>
              <p:cNvSpPr/>
              <p:nvPr/>
            </p:nvSpPr>
            <p:spPr>
              <a:xfrm>
                <a:off x="5127150" y="3640650"/>
                <a:ext cx="81375" cy="295325"/>
              </a:xfrm>
              <a:custGeom>
                <a:rect b="b" l="l" r="r" t="t"/>
                <a:pathLst>
                  <a:path extrusionOk="0" h="11813" w="3255">
                    <a:moveTo>
                      <a:pt x="502" y="1"/>
                    </a:moveTo>
                    <a:cubicBezTo>
                      <a:pt x="381" y="1"/>
                      <a:pt x="267" y="56"/>
                      <a:pt x="209" y="190"/>
                    </a:cubicBezTo>
                    <a:cubicBezTo>
                      <a:pt x="0" y="669"/>
                      <a:pt x="42" y="1191"/>
                      <a:pt x="105" y="1733"/>
                    </a:cubicBezTo>
                    <a:cubicBezTo>
                      <a:pt x="167" y="2255"/>
                      <a:pt x="230" y="2713"/>
                      <a:pt x="292" y="3214"/>
                    </a:cubicBezTo>
                    <a:cubicBezTo>
                      <a:pt x="438" y="4215"/>
                      <a:pt x="605" y="5237"/>
                      <a:pt x="814" y="6217"/>
                    </a:cubicBezTo>
                    <a:cubicBezTo>
                      <a:pt x="1022" y="7219"/>
                      <a:pt x="1273" y="8199"/>
                      <a:pt x="1544" y="9138"/>
                    </a:cubicBezTo>
                    <a:cubicBezTo>
                      <a:pt x="1815" y="10076"/>
                      <a:pt x="2086" y="11015"/>
                      <a:pt x="2775" y="11745"/>
                    </a:cubicBezTo>
                    <a:cubicBezTo>
                      <a:pt x="2822" y="11792"/>
                      <a:pt x="2879" y="11813"/>
                      <a:pt x="2936" y="11813"/>
                    </a:cubicBezTo>
                    <a:cubicBezTo>
                      <a:pt x="3056" y="11813"/>
                      <a:pt x="3171" y="11719"/>
                      <a:pt x="3171" y="11578"/>
                    </a:cubicBezTo>
                    <a:cubicBezTo>
                      <a:pt x="3254" y="10639"/>
                      <a:pt x="2941" y="9742"/>
                      <a:pt x="2670" y="8846"/>
                    </a:cubicBezTo>
                    <a:cubicBezTo>
                      <a:pt x="2420" y="7886"/>
                      <a:pt x="2170" y="6927"/>
                      <a:pt x="1961" y="5967"/>
                    </a:cubicBezTo>
                    <a:cubicBezTo>
                      <a:pt x="1753" y="5008"/>
                      <a:pt x="1586" y="4048"/>
                      <a:pt x="1440" y="3110"/>
                    </a:cubicBezTo>
                    <a:cubicBezTo>
                      <a:pt x="1356" y="2630"/>
                      <a:pt x="1294" y="2150"/>
                      <a:pt x="1231" y="1671"/>
                    </a:cubicBezTo>
                    <a:cubicBezTo>
                      <a:pt x="1168" y="1170"/>
                      <a:pt x="1168" y="628"/>
                      <a:pt x="876" y="190"/>
                    </a:cubicBezTo>
                    <a:cubicBezTo>
                      <a:pt x="798" y="77"/>
                      <a:pt x="645" y="1"/>
                      <a:pt x="5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6" name="Google Shape;2196;p27"/>
          <p:cNvGrpSpPr/>
          <p:nvPr/>
        </p:nvGrpSpPr>
        <p:grpSpPr>
          <a:xfrm>
            <a:off x="8477676" y="3811853"/>
            <a:ext cx="1079326" cy="928537"/>
            <a:chOff x="717241" y="3868426"/>
            <a:chExt cx="1024515" cy="881299"/>
          </a:xfrm>
        </p:grpSpPr>
        <p:sp>
          <p:nvSpPr>
            <p:cNvPr id="2197" name="Google Shape;2197;p27"/>
            <p:cNvSpPr/>
            <p:nvPr/>
          </p:nvSpPr>
          <p:spPr>
            <a:xfrm>
              <a:off x="717250" y="4648925"/>
              <a:ext cx="1024500" cy="100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8" name="Google Shape;2198;p27"/>
            <p:cNvGrpSpPr/>
            <p:nvPr/>
          </p:nvGrpSpPr>
          <p:grpSpPr>
            <a:xfrm rot="-120611">
              <a:off x="731136" y="3885658"/>
              <a:ext cx="996726" cy="809720"/>
              <a:chOff x="7760931" y="2997007"/>
              <a:chExt cx="1235411" cy="1003624"/>
            </a:xfrm>
          </p:grpSpPr>
          <p:sp>
            <p:nvSpPr>
              <p:cNvPr id="2199" name="Google Shape;2199;p27"/>
              <p:cNvSpPr/>
              <p:nvPr/>
            </p:nvSpPr>
            <p:spPr>
              <a:xfrm>
                <a:off x="7765913" y="3161537"/>
                <a:ext cx="1230429" cy="839093"/>
              </a:xfrm>
              <a:custGeom>
                <a:rect b="b" l="l" r="r" t="t"/>
                <a:pathLst>
                  <a:path extrusionOk="0" h="6737" w="9879">
                    <a:moveTo>
                      <a:pt x="8703" y="1"/>
                    </a:moveTo>
                    <a:lnTo>
                      <a:pt x="1585" y="106"/>
                    </a:lnTo>
                    <a:cubicBezTo>
                      <a:pt x="1577" y="106"/>
                      <a:pt x="1569" y="106"/>
                      <a:pt x="1560" y="106"/>
                    </a:cubicBezTo>
                    <a:cubicBezTo>
                      <a:pt x="1004" y="106"/>
                      <a:pt x="555" y="550"/>
                      <a:pt x="542" y="1110"/>
                    </a:cubicBezTo>
                    <a:lnTo>
                      <a:pt x="13" y="5178"/>
                    </a:lnTo>
                    <a:cubicBezTo>
                      <a:pt x="0" y="5746"/>
                      <a:pt x="819" y="6512"/>
                      <a:pt x="1400" y="6525"/>
                    </a:cubicBezTo>
                    <a:lnTo>
                      <a:pt x="8664" y="6736"/>
                    </a:lnTo>
                    <a:cubicBezTo>
                      <a:pt x="8672" y="6736"/>
                      <a:pt x="8680" y="6736"/>
                      <a:pt x="8688" y="6736"/>
                    </a:cubicBezTo>
                    <a:cubicBezTo>
                      <a:pt x="9245" y="6736"/>
                      <a:pt x="9707" y="6292"/>
                      <a:pt x="9720" y="5732"/>
                    </a:cubicBezTo>
                    <a:lnTo>
                      <a:pt x="9865" y="1374"/>
                    </a:lnTo>
                    <a:cubicBezTo>
                      <a:pt x="9879" y="806"/>
                      <a:pt x="9271" y="14"/>
                      <a:pt x="8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7"/>
              <p:cNvSpPr/>
              <p:nvPr/>
            </p:nvSpPr>
            <p:spPr>
              <a:xfrm>
                <a:off x="7760931" y="3125418"/>
                <a:ext cx="1184471" cy="825891"/>
              </a:xfrm>
              <a:custGeom>
                <a:rect b="b" l="l" r="r" t="t"/>
                <a:pathLst>
                  <a:path extrusionOk="0" h="6631" w="9510">
                    <a:moveTo>
                      <a:pt x="1191" y="0"/>
                    </a:moveTo>
                    <a:cubicBezTo>
                      <a:pt x="634" y="0"/>
                      <a:pt x="185" y="444"/>
                      <a:pt x="172" y="1004"/>
                    </a:cubicBezTo>
                    <a:lnTo>
                      <a:pt x="14" y="5362"/>
                    </a:lnTo>
                    <a:cubicBezTo>
                      <a:pt x="0" y="5930"/>
                      <a:pt x="449" y="6392"/>
                      <a:pt x="1031" y="6405"/>
                    </a:cubicBezTo>
                    <a:lnTo>
                      <a:pt x="8294" y="6630"/>
                    </a:lnTo>
                    <a:cubicBezTo>
                      <a:pt x="8302" y="6630"/>
                      <a:pt x="8310" y="6630"/>
                      <a:pt x="8319" y="6630"/>
                    </a:cubicBezTo>
                    <a:cubicBezTo>
                      <a:pt x="8875" y="6630"/>
                      <a:pt x="9324" y="6186"/>
                      <a:pt x="9337" y="5626"/>
                    </a:cubicBezTo>
                    <a:lnTo>
                      <a:pt x="9496" y="1268"/>
                    </a:lnTo>
                    <a:cubicBezTo>
                      <a:pt x="9509" y="700"/>
                      <a:pt x="9060" y="225"/>
                      <a:pt x="8479" y="212"/>
                    </a:cubicBezTo>
                    <a:lnTo>
                      <a:pt x="1215" y="0"/>
                    </a:lnTo>
                    <a:cubicBezTo>
                      <a:pt x="1207" y="0"/>
                      <a:pt x="1199"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7"/>
              <p:cNvSpPr/>
              <p:nvPr/>
            </p:nvSpPr>
            <p:spPr>
              <a:xfrm>
                <a:off x="7775753" y="3125418"/>
                <a:ext cx="1169649" cy="516758"/>
              </a:xfrm>
              <a:custGeom>
                <a:rect b="b" l="l" r="r" t="t"/>
                <a:pathLst>
                  <a:path extrusionOk="0" h="4149" w="9391">
                    <a:moveTo>
                      <a:pt x="1090" y="0"/>
                    </a:moveTo>
                    <a:cubicBezTo>
                      <a:pt x="530" y="0"/>
                      <a:pt x="53" y="550"/>
                      <a:pt x="40" y="1255"/>
                    </a:cubicBezTo>
                    <a:lnTo>
                      <a:pt x="14" y="2615"/>
                    </a:lnTo>
                    <a:cubicBezTo>
                      <a:pt x="0" y="3328"/>
                      <a:pt x="436" y="3909"/>
                      <a:pt x="1017" y="3923"/>
                    </a:cubicBezTo>
                    <a:lnTo>
                      <a:pt x="8281" y="4147"/>
                    </a:lnTo>
                    <a:cubicBezTo>
                      <a:pt x="8294" y="4148"/>
                      <a:pt x="8306" y="4148"/>
                      <a:pt x="8319" y="4148"/>
                    </a:cubicBezTo>
                    <a:cubicBezTo>
                      <a:pt x="8870" y="4148"/>
                      <a:pt x="9324" y="3590"/>
                      <a:pt x="9337" y="2893"/>
                    </a:cubicBezTo>
                    <a:lnTo>
                      <a:pt x="9364" y="1532"/>
                    </a:lnTo>
                    <a:cubicBezTo>
                      <a:pt x="9390" y="819"/>
                      <a:pt x="8941" y="238"/>
                      <a:pt x="8373" y="225"/>
                    </a:cubicBezTo>
                    <a:lnTo>
                      <a:pt x="1110" y="0"/>
                    </a:lnTo>
                    <a:cubicBezTo>
                      <a:pt x="1103" y="0"/>
                      <a:pt x="1096" y="0"/>
                      <a:pt x="1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7"/>
              <p:cNvSpPr/>
              <p:nvPr/>
            </p:nvSpPr>
            <p:spPr>
              <a:xfrm>
                <a:off x="8201714" y="2997007"/>
                <a:ext cx="350484" cy="176238"/>
              </a:xfrm>
              <a:custGeom>
                <a:rect b="b" l="l" r="r" t="t"/>
                <a:pathLst>
                  <a:path extrusionOk="0" h="1415" w="2814">
                    <a:moveTo>
                      <a:pt x="1403" y="1"/>
                    </a:moveTo>
                    <a:cubicBezTo>
                      <a:pt x="635" y="1"/>
                      <a:pt x="14" y="617"/>
                      <a:pt x="1" y="1388"/>
                    </a:cubicBezTo>
                    <a:lnTo>
                      <a:pt x="582" y="1414"/>
                    </a:lnTo>
                    <a:cubicBezTo>
                      <a:pt x="569" y="960"/>
                      <a:pt x="939" y="582"/>
                      <a:pt x="1391" y="582"/>
                    </a:cubicBezTo>
                    <a:cubicBezTo>
                      <a:pt x="1398" y="582"/>
                      <a:pt x="1406" y="582"/>
                      <a:pt x="1414" y="582"/>
                    </a:cubicBezTo>
                    <a:cubicBezTo>
                      <a:pt x="1876" y="582"/>
                      <a:pt x="2246" y="965"/>
                      <a:pt x="2246" y="1414"/>
                    </a:cubicBezTo>
                    <a:lnTo>
                      <a:pt x="2814" y="1414"/>
                    </a:lnTo>
                    <a:cubicBezTo>
                      <a:pt x="2814" y="648"/>
                      <a:pt x="2193" y="14"/>
                      <a:pt x="1427" y="1"/>
                    </a:cubicBezTo>
                    <a:cubicBezTo>
                      <a:pt x="1419" y="1"/>
                      <a:pt x="1411" y="1"/>
                      <a:pt x="1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7"/>
              <p:cNvSpPr/>
              <p:nvPr/>
            </p:nvSpPr>
            <p:spPr>
              <a:xfrm>
                <a:off x="8226375" y="3319218"/>
                <a:ext cx="309382" cy="120440"/>
              </a:xfrm>
              <a:custGeom>
                <a:rect b="b" l="l" r="r" t="t"/>
                <a:pathLst>
                  <a:path extrusionOk="0" h="967" w="2484">
                    <a:moveTo>
                      <a:pt x="288" y="1"/>
                    </a:moveTo>
                    <a:cubicBezTo>
                      <a:pt x="136" y="1"/>
                      <a:pt x="14" y="64"/>
                      <a:pt x="14" y="161"/>
                    </a:cubicBezTo>
                    <a:lnTo>
                      <a:pt x="1" y="716"/>
                    </a:lnTo>
                    <a:cubicBezTo>
                      <a:pt x="1" y="821"/>
                      <a:pt x="133" y="901"/>
                      <a:pt x="305" y="901"/>
                    </a:cubicBezTo>
                    <a:lnTo>
                      <a:pt x="2154" y="967"/>
                    </a:lnTo>
                    <a:cubicBezTo>
                      <a:pt x="2325" y="967"/>
                      <a:pt x="2457" y="888"/>
                      <a:pt x="2471" y="795"/>
                    </a:cubicBezTo>
                    <a:lnTo>
                      <a:pt x="2484" y="240"/>
                    </a:lnTo>
                    <a:cubicBezTo>
                      <a:pt x="2484" y="148"/>
                      <a:pt x="2352" y="55"/>
                      <a:pt x="2180" y="55"/>
                    </a:cubicBezTo>
                    <a:lnTo>
                      <a:pt x="331" y="3"/>
                    </a:lnTo>
                    <a:cubicBezTo>
                      <a:pt x="316" y="2"/>
                      <a:pt x="30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7"/>
              <p:cNvSpPr/>
              <p:nvPr/>
            </p:nvSpPr>
            <p:spPr>
              <a:xfrm>
                <a:off x="7936921" y="3122055"/>
                <a:ext cx="90548" cy="635080"/>
              </a:xfrm>
              <a:custGeom>
                <a:rect b="b" l="l" r="r" t="t"/>
                <a:pathLst>
                  <a:path extrusionOk="0" h="5099" w="727">
                    <a:moveTo>
                      <a:pt x="384" y="1"/>
                    </a:moveTo>
                    <a:cubicBezTo>
                      <a:pt x="251" y="1"/>
                      <a:pt x="146" y="107"/>
                      <a:pt x="146" y="239"/>
                    </a:cubicBezTo>
                    <a:lnTo>
                      <a:pt x="14" y="4861"/>
                    </a:lnTo>
                    <a:cubicBezTo>
                      <a:pt x="1" y="4980"/>
                      <a:pt x="106" y="5085"/>
                      <a:pt x="238" y="5099"/>
                    </a:cubicBezTo>
                    <a:lnTo>
                      <a:pt x="357" y="5099"/>
                    </a:lnTo>
                    <a:cubicBezTo>
                      <a:pt x="476" y="5099"/>
                      <a:pt x="582" y="4993"/>
                      <a:pt x="595" y="4861"/>
                    </a:cubicBezTo>
                    <a:lnTo>
                      <a:pt x="714" y="239"/>
                    </a:lnTo>
                    <a:cubicBezTo>
                      <a:pt x="727" y="120"/>
                      <a:pt x="621" y="14"/>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7"/>
              <p:cNvSpPr/>
              <p:nvPr/>
            </p:nvSpPr>
            <p:spPr>
              <a:xfrm>
                <a:off x="8739645" y="3143477"/>
                <a:ext cx="88929" cy="633586"/>
              </a:xfrm>
              <a:custGeom>
                <a:rect b="b" l="l" r="r" t="t"/>
                <a:pathLst>
                  <a:path extrusionOk="0" h="5087" w="714">
                    <a:moveTo>
                      <a:pt x="370" y="1"/>
                    </a:moveTo>
                    <a:cubicBezTo>
                      <a:pt x="238" y="1"/>
                      <a:pt x="132" y="93"/>
                      <a:pt x="132" y="225"/>
                    </a:cubicBezTo>
                    <a:lnTo>
                      <a:pt x="0" y="4847"/>
                    </a:lnTo>
                    <a:cubicBezTo>
                      <a:pt x="0" y="4979"/>
                      <a:pt x="93" y="5085"/>
                      <a:pt x="225" y="5085"/>
                    </a:cubicBezTo>
                    <a:lnTo>
                      <a:pt x="344" y="5085"/>
                    </a:lnTo>
                    <a:cubicBezTo>
                      <a:pt x="351" y="5086"/>
                      <a:pt x="359" y="5086"/>
                      <a:pt x="366" y="5086"/>
                    </a:cubicBezTo>
                    <a:cubicBezTo>
                      <a:pt x="487" y="5086"/>
                      <a:pt x="581" y="4985"/>
                      <a:pt x="581" y="4861"/>
                    </a:cubicBezTo>
                    <a:lnTo>
                      <a:pt x="714" y="238"/>
                    </a:lnTo>
                    <a:cubicBezTo>
                      <a:pt x="714" y="106"/>
                      <a:pt x="621"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7"/>
              <p:cNvSpPr/>
              <p:nvPr/>
            </p:nvSpPr>
            <p:spPr>
              <a:xfrm>
                <a:off x="7920480" y="3608796"/>
                <a:ext cx="123429" cy="39731"/>
              </a:xfrm>
              <a:custGeom>
                <a:rect b="b" l="l" r="r" t="t"/>
                <a:pathLst>
                  <a:path extrusionOk="0" h="319" w="991">
                    <a:moveTo>
                      <a:pt x="141" y="1"/>
                    </a:moveTo>
                    <a:cubicBezTo>
                      <a:pt x="68" y="1"/>
                      <a:pt x="0" y="74"/>
                      <a:pt x="0" y="147"/>
                    </a:cubicBezTo>
                    <a:cubicBezTo>
                      <a:pt x="0" y="227"/>
                      <a:pt x="67" y="306"/>
                      <a:pt x="159" y="306"/>
                    </a:cubicBezTo>
                    <a:lnTo>
                      <a:pt x="833" y="319"/>
                    </a:lnTo>
                    <a:cubicBezTo>
                      <a:pt x="925" y="319"/>
                      <a:pt x="991" y="253"/>
                      <a:pt x="991" y="160"/>
                    </a:cubicBezTo>
                    <a:cubicBezTo>
                      <a:pt x="991" y="81"/>
                      <a:pt x="925" y="15"/>
                      <a:pt x="846" y="15"/>
                    </a:cubicBezTo>
                    <a:lnTo>
                      <a:pt x="159" y="2"/>
                    </a:lnTo>
                    <a:cubicBezTo>
                      <a:pt x="153" y="1"/>
                      <a:pt x="147"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7"/>
              <p:cNvSpPr/>
              <p:nvPr/>
            </p:nvSpPr>
            <p:spPr>
              <a:xfrm>
                <a:off x="8714984" y="3640183"/>
                <a:ext cx="123429" cy="39607"/>
              </a:xfrm>
              <a:custGeom>
                <a:rect b="b" l="l" r="r" t="t"/>
                <a:pathLst>
                  <a:path extrusionOk="0" h="318" w="991">
                    <a:moveTo>
                      <a:pt x="159" y="1"/>
                    </a:moveTo>
                    <a:cubicBezTo>
                      <a:pt x="66" y="1"/>
                      <a:pt x="0" y="67"/>
                      <a:pt x="0" y="146"/>
                    </a:cubicBezTo>
                    <a:cubicBezTo>
                      <a:pt x="0" y="225"/>
                      <a:pt x="66" y="305"/>
                      <a:pt x="146" y="305"/>
                    </a:cubicBezTo>
                    <a:lnTo>
                      <a:pt x="832" y="318"/>
                    </a:lnTo>
                    <a:cubicBezTo>
                      <a:pt x="925" y="318"/>
                      <a:pt x="991" y="252"/>
                      <a:pt x="991" y="173"/>
                    </a:cubicBezTo>
                    <a:cubicBezTo>
                      <a:pt x="991" y="80"/>
                      <a:pt x="925" y="14"/>
                      <a:pt x="845" y="14"/>
                    </a:cubicBezTo>
                    <a:lnTo>
                      <a:pt x="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7"/>
              <p:cNvSpPr/>
              <p:nvPr/>
            </p:nvSpPr>
            <p:spPr>
              <a:xfrm>
                <a:off x="8303720" y="3556236"/>
                <a:ext cx="174495" cy="146720"/>
              </a:xfrm>
              <a:custGeom>
                <a:rect b="b" l="l" r="r" t="t"/>
                <a:pathLst>
                  <a:path extrusionOk="0" h="1178" w="1401">
                    <a:moveTo>
                      <a:pt x="412" y="1"/>
                    </a:moveTo>
                    <a:cubicBezTo>
                      <a:pt x="199" y="1"/>
                      <a:pt x="27" y="168"/>
                      <a:pt x="14" y="371"/>
                    </a:cubicBezTo>
                    <a:lnTo>
                      <a:pt x="1" y="741"/>
                    </a:lnTo>
                    <a:cubicBezTo>
                      <a:pt x="1" y="952"/>
                      <a:pt x="159" y="1137"/>
                      <a:pt x="384" y="1150"/>
                    </a:cubicBezTo>
                    <a:lnTo>
                      <a:pt x="965" y="1177"/>
                    </a:lnTo>
                    <a:cubicBezTo>
                      <a:pt x="972" y="1177"/>
                      <a:pt x="980" y="1177"/>
                      <a:pt x="988" y="1177"/>
                    </a:cubicBezTo>
                    <a:cubicBezTo>
                      <a:pt x="1189" y="1177"/>
                      <a:pt x="1361" y="1010"/>
                      <a:pt x="1374" y="794"/>
                    </a:cubicBezTo>
                    <a:lnTo>
                      <a:pt x="1387" y="424"/>
                    </a:lnTo>
                    <a:cubicBezTo>
                      <a:pt x="1401" y="213"/>
                      <a:pt x="1229" y="28"/>
                      <a:pt x="1004" y="15"/>
                    </a:cubicBezTo>
                    <a:lnTo>
                      <a:pt x="436" y="1"/>
                    </a:lnTo>
                    <a:cubicBezTo>
                      <a:pt x="428" y="1"/>
                      <a:pt x="420" y="1"/>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BLANK_1_1_1_2_1_1">
    <p:spTree>
      <p:nvGrpSpPr>
        <p:cNvPr id="2209" name="Shape 2209"/>
        <p:cNvGrpSpPr/>
        <p:nvPr/>
      </p:nvGrpSpPr>
      <p:grpSpPr>
        <a:xfrm>
          <a:off x="0" y="0"/>
          <a:ext cx="0" cy="0"/>
          <a:chOff x="0" y="0"/>
          <a:chExt cx="0" cy="0"/>
        </a:xfrm>
      </p:grpSpPr>
      <p:sp>
        <p:nvSpPr>
          <p:cNvPr id="2210" name="Google Shape;2210;p28"/>
          <p:cNvSpPr txBox="1"/>
          <p:nvPr>
            <p:ph idx="1" type="subTitle"/>
          </p:nvPr>
        </p:nvSpPr>
        <p:spPr>
          <a:xfrm>
            <a:off x="6052859" y="3760732"/>
            <a:ext cx="2373600" cy="219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211" name="Google Shape;2211;p28"/>
          <p:cNvSpPr txBox="1"/>
          <p:nvPr>
            <p:ph idx="2" type="subTitle"/>
          </p:nvPr>
        </p:nvSpPr>
        <p:spPr>
          <a:xfrm>
            <a:off x="6052859" y="4183833"/>
            <a:ext cx="2373600" cy="3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12" name="Google Shape;2212;p28"/>
          <p:cNvSpPr txBox="1"/>
          <p:nvPr>
            <p:ph idx="3" type="subTitle"/>
          </p:nvPr>
        </p:nvSpPr>
        <p:spPr>
          <a:xfrm>
            <a:off x="3385200" y="3560829"/>
            <a:ext cx="2373600" cy="3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13" name="Google Shape;2213;p28"/>
          <p:cNvSpPr txBox="1"/>
          <p:nvPr>
            <p:ph idx="4" type="subTitle"/>
          </p:nvPr>
        </p:nvSpPr>
        <p:spPr>
          <a:xfrm>
            <a:off x="717541" y="2937292"/>
            <a:ext cx="2373600" cy="3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14" name="Google Shape;2214;p28"/>
          <p:cNvSpPr txBox="1"/>
          <p:nvPr>
            <p:ph idx="5" type="subTitle"/>
          </p:nvPr>
        </p:nvSpPr>
        <p:spPr>
          <a:xfrm>
            <a:off x="3385200" y="3137198"/>
            <a:ext cx="2373600" cy="219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215" name="Google Shape;2215;p28"/>
          <p:cNvSpPr txBox="1"/>
          <p:nvPr>
            <p:ph idx="6" type="subTitle"/>
          </p:nvPr>
        </p:nvSpPr>
        <p:spPr>
          <a:xfrm>
            <a:off x="717541" y="2513663"/>
            <a:ext cx="2373600" cy="219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800"/>
              <a:buFont typeface="Balsamiq Sans"/>
              <a:buNone/>
              <a:defRPr b="1" sz="1800">
                <a:solidFill>
                  <a:schemeClr val="lt1"/>
                </a:solidFill>
                <a:latin typeface="Balsamiq Sans"/>
                <a:ea typeface="Balsamiq Sans"/>
                <a:cs typeface="Balsamiq Sans"/>
                <a:sym typeface="Balsamiq Sans"/>
              </a:defRPr>
            </a:lvl1pPr>
            <a:lvl2pPr lvl="1"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2pPr>
            <a:lvl3pPr lvl="2"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3pPr>
            <a:lvl4pPr lvl="3"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4pPr>
            <a:lvl5pPr lvl="4"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5pPr>
            <a:lvl6pPr lvl="5"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6pPr>
            <a:lvl7pPr lvl="6"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7pPr>
            <a:lvl8pPr lvl="7"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8pPr>
            <a:lvl9pPr lvl="8" rtl="0">
              <a:lnSpc>
                <a:spcPct val="100000"/>
              </a:lnSpc>
              <a:spcBef>
                <a:spcPts val="0"/>
              </a:spcBef>
              <a:spcAft>
                <a:spcPts val="0"/>
              </a:spcAft>
              <a:buClr>
                <a:schemeClr val="lt2"/>
              </a:buClr>
              <a:buSzPts val="1800"/>
              <a:buFont typeface="Balsamiq Sans"/>
              <a:buNone/>
              <a:defRPr b="1" sz="1800">
                <a:solidFill>
                  <a:schemeClr val="lt2"/>
                </a:solidFill>
                <a:latin typeface="Balsamiq Sans"/>
                <a:ea typeface="Balsamiq Sans"/>
                <a:cs typeface="Balsamiq Sans"/>
                <a:sym typeface="Balsamiq Sans"/>
              </a:defRPr>
            </a:lvl9pPr>
          </a:lstStyle>
          <a:p/>
        </p:txBody>
      </p:sp>
      <p:sp>
        <p:nvSpPr>
          <p:cNvPr id="2216" name="Google Shape;2216;p28"/>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8"/>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8"/>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219" name="Google Shape;2219;p28"/>
          <p:cNvGrpSpPr/>
          <p:nvPr/>
        </p:nvGrpSpPr>
        <p:grpSpPr>
          <a:xfrm>
            <a:off x="2936544" y="-329546"/>
            <a:ext cx="2934233" cy="708308"/>
            <a:chOff x="2375925" y="3297600"/>
            <a:chExt cx="735950" cy="177650"/>
          </a:xfrm>
        </p:grpSpPr>
        <p:sp>
          <p:nvSpPr>
            <p:cNvPr id="2220" name="Google Shape;2220;p28"/>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8"/>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8"/>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8"/>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8"/>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8"/>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6" name="Google Shape;2226;p2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227" name="Shape 2227"/>
        <p:cNvGrpSpPr/>
        <p:nvPr/>
      </p:nvGrpSpPr>
      <p:grpSpPr>
        <a:xfrm>
          <a:off x="0" y="0"/>
          <a:ext cx="0" cy="0"/>
          <a:chOff x="0" y="0"/>
          <a:chExt cx="0" cy="0"/>
        </a:xfrm>
      </p:grpSpPr>
      <p:sp>
        <p:nvSpPr>
          <p:cNvPr id="2228" name="Google Shape;2228;p29"/>
          <p:cNvSpPr txBox="1"/>
          <p:nvPr>
            <p:ph idx="1" type="subTitle"/>
          </p:nvPr>
        </p:nvSpPr>
        <p:spPr>
          <a:xfrm>
            <a:off x="1926306" y="1770575"/>
            <a:ext cx="1930800" cy="314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229" name="Google Shape;2229;p29"/>
          <p:cNvSpPr txBox="1"/>
          <p:nvPr>
            <p:ph idx="2" type="subTitle"/>
          </p:nvPr>
        </p:nvSpPr>
        <p:spPr>
          <a:xfrm>
            <a:off x="1795212" y="21318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30" name="Google Shape;2230;p29"/>
          <p:cNvSpPr txBox="1"/>
          <p:nvPr>
            <p:ph idx="3" type="subTitle"/>
          </p:nvPr>
        </p:nvSpPr>
        <p:spPr>
          <a:xfrm>
            <a:off x="5155788" y="21318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31" name="Google Shape;2231;p29"/>
          <p:cNvSpPr txBox="1"/>
          <p:nvPr>
            <p:ph idx="4" type="subTitle"/>
          </p:nvPr>
        </p:nvSpPr>
        <p:spPr>
          <a:xfrm>
            <a:off x="1795212" y="38033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32" name="Google Shape;2232;p29"/>
          <p:cNvSpPr txBox="1"/>
          <p:nvPr>
            <p:ph idx="5" type="subTitle"/>
          </p:nvPr>
        </p:nvSpPr>
        <p:spPr>
          <a:xfrm>
            <a:off x="5155788" y="38033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233" name="Google Shape;2233;p29"/>
          <p:cNvSpPr txBox="1"/>
          <p:nvPr>
            <p:ph idx="6" type="subTitle"/>
          </p:nvPr>
        </p:nvSpPr>
        <p:spPr>
          <a:xfrm>
            <a:off x="1926306" y="3442025"/>
            <a:ext cx="1930800" cy="314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234" name="Google Shape;2234;p29"/>
          <p:cNvSpPr txBox="1"/>
          <p:nvPr>
            <p:ph idx="7" type="subTitle"/>
          </p:nvPr>
        </p:nvSpPr>
        <p:spPr>
          <a:xfrm>
            <a:off x="5286881" y="1770575"/>
            <a:ext cx="1930800" cy="314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235" name="Google Shape;2235;p29"/>
          <p:cNvSpPr txBox="1"/>
          <p:nvPr>
            <p:ph idx="8" type="subTitle"/>
          </p:nvPr>
        </p:nvSpPr>
        <p:spPr>
          <a:xfrm>
            <a:off x="5286881" y="3442025"/>
            <a:ext cx="1930800" cy="314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236" name="Google Shape;2236;p29"/>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9"/>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9"/>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239" name="Google Shape;2239;p29"/>
          <p:cNvGrpSpPr/>
          <p:nvPr/>
        </p:nvGrpSpPr>
        <p:grpSpPr>
          <a:xfrm>
            <a:off x="2936544" y="-329546"/>
            <a:ext cx="2934233" cy="708308"/>
            <a:chOff x="2375925" y="3297600"/>
            <a:chExt cx="735950" cy="177650"/>
          </a:xfrm>
        </p:grpSpPr>
        <p:sp>
          <p:nvSpPr>
            <p:cNvPr id="2240" name="Google Shape;2240;p29"/>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9"/>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9"/>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9"/>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9"/>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9"/>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29"/>
          <p:cNvGrpSpPr/>
          <p:nvPr/>
        </p:nvGrpSpPr>
        <p:grpSpPr>
          <a:xfrm>
            <a:off x="-320175" y="3043400"/>
            <a:ext cx="1437100" cy="1833900"/>
            <a:chOff x="-783050" y="3043400"/>
            <a:chExt cx="1437100" cy="1833900"/>
          </a:xfrm>
        </p:grpSpPr>
        <p:sp>
          <p:nvSpPr>
            <p:cNvPr id="2247" name="Google Shape;2247;p29"/>
            <p:cNvSpPr/>
            <p:nvPr/>
          </p:nvSpPr>
          <p:spPr>
            <a:xfrm>
              <a:off x="-531425" y="460850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8" name="Google Shape;2248;p29"/>
            <p:cNvGrpSpPr/>
            <p:nvPr/>
          </p:nvGrpSpPr>
          <p:grpSpPr>
            <a:xfrm>
              <a:off x="-783050" y="3043400"/>
              <a:ext cx="1437100" cy="1722150"/>
              <a:chOff x="-783050" y="3043400"/>
              <a:chExt cx="1437100" cy="1722150"/>
            </a:xfrm>
          </p:grpSpPr>
          <p:sp>
            <p:nvSpPr>
              <p:cNvPr id="2249" name="Google Shape;2249;p29"/>
              <p:cNvSpPr/>
              <p:nvPr/>
            </p:nvSpPr>
            <p:spPr>
              <a:xfrm>
                <a:off x="-783050" y="4042950"/>
                <a:ext cx="275350" cy="163875"/>
              </a:xfrm>
              <a:custGeom>
                <a:rect b="b" l="l" r="r" t="t"/>
                <a:pathLst>
                  <a:path extrusionOk="0" h="6555" w="11014">
                    <a:moveTo>
                      <a:pt x="6914" y="1"/>
                    </a:moveTo>
                    <a:cubicBezTo>
                      <a:pt x="6547" y="1"/>
                      <a:pt x="6180" y="51"/>
                      <a:pt x="5819" y="154"/>
                    </a:cubicBezTo>
                    <a:cubicBezTo>
                      <a:pt x="4631" y="446"/>
                      <a:pt x="3546" y="1072"/>
                      <a:pt x="2691" y="1969"/>
                    </a:cubicBezTo>
                    <a:cubicBezTo>
                      <a:pt x="1711" y="3053"/>
                      <a:pt x="1106" y="4471"/>
                      <a:pt x="0" y="5452"/>
                    </a:cubicBezTo>
                    <a:cubicBezTo>
                      <a:pt x="1022" y="5869"/>
                      <a:pt x="2107" y="6203"/>
                      <a:pt x="3191" y="6432"/>
                    </a:cubicBezTo>
                    <a:cubicBezTo>
                      <a:pt x="3683" y="6514"/>
                      <a:pt x="4177" y="6555"/>
                      <a:pt x="4669" y="6555"/>
                    </a:cubicBezTo>
                    <a:cubicBezTo>
                      <a:pt x="6305" y="6555"/>
                      <a:pt x="7917" y="6104"/>
                      <a:pt x="9344" y="5222"/>
                    </a:cubicBezTo>
                    <a:cubicBezTo>
                      <a:pt x="9866" y="4909"/>
                      <a:pt x="10387" y="4492"/>
                      <a:pt x="10596" y="3929"/>
                    </a:cubicBezTo>
                    <a:cubicBezTo>
                      <a:pt x="11013" y="2845"/>
                      <a:pt x="9386" y="738"/>
                      <a:pt x="8468" y="300"/>
                    </a:cubicBezTo>
                    <a:cubicBezTo>
                      <a:pt x="7965" y="103"/>
                      <a:pt x="7440" y="1"/>
                      <a:pt x="69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9"/>
              <p:cNvSpPr/>
              <p:nvPr/>
            </p:nvSpPr>
            <p:spPr>
              <a:xfrm>
                <a:off x="-176625" y="4674600"/>
                <a:ext cx="345225" cy="90950"/>
              </a:xfrm>
              <a:custGeom>
                <a:rect b="b" l="l" r="r" t="t"/>
                <a:pathLst>
                  <a:path extrusionOk="0" h="3638" w="13809">
                    <a:moveTo>
                      <a:pt x="13662" y="0"/>
                    </a:moveTo>
                    <a:lnTo>
                      <a:pt x="147" y="522"/>
                    </a:lnTo>
                    <a:cubicBezTo>
                      <a:pt x="147" y="1314"/>
                      <a:pt x="1" y="1982"/>
                      <a:pt x="188" y="2795"/>
                    </a:cubicBezTo>
                    <a:cubicBezTo>
                      <a:pt x="230" y="3046"/>
                      <a:pt x="2295" y="3338"/>
                      <a:pt x="2566" y="3379"/>
                    </a:cubicBezTo>
                    <a:cubicBezTo>
                      <a:pt x="3442" y="3525"/>
                      <a:pt x="4318" y="3609"/>
                      <a:pt x="5215" y="3630"/>
                    </a:cubicBezTo>
                    <a:cubicBezTo>
                      <a:pt x="5724" y="3633"/>
                      <a:pt x="6234" y="3637"/>
                      <a:pt x="6744" y="3637"/>
                    </a:cubicBezTo>
                    <a:cubicBezTo>
                      <a:pt x="8936" y="3637"/>
                      <a:pt x="11143" y="3565"/>
                      <a:pt x="13308" y="3108"/>
                    </a:cubicBezTo>
                    <a:cubicBezTo>
                      <a:pt x="13808" y="2983"/>
                      <a:pt x="13621" y="2462"/>
                      <a:pt x="13621" y="2024"/>
                    </a:cubicBezTo>
                    <a:cubicBezTo>
                      <a:pt x="13621" y="1356"/>
                      <a:pt x="13662" y="668"/>
                      <a:pt x="136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9"/>
              <p:cNvSpPr/>
              <p:nvPr/>
            </p:nvSpPr>
            <p:spPr>
              <a:xfrm>
                <a:off x="-444650" y="4099125"/>
                <a:ext cx="885950" cy="639200"/>
              </a:xfrm>
              <a:custGeom>
                <a:rect b="b" l="l" r="r" t="t"/>
                <a:pathLst>
                  <a:path extrusionOk="0" h="25568" w="35438">
                    <a:moveTo>
                      <a:pt x="30810" y="1"/>
                    </a:moveTo>
                    <a:cubicBezTo>
                      <a:pt x="30145" y="1"/>
                      <a:pt x="29451" y="118"/>
                      <a:pt x="28889" y="118"/>
                    </a:cubicBezTo>
                    <a:cubicBezTo>
                      <a:pt x="20858" y="118"/>
                      <a:pt x="12807" y="118"/>
                      <a:pt x="4777" y="139"/>
                    </a:cubicBezTo>
                    <a:cubicBezTo>
                      <a:pt x="4110" y="139"/>
                      <a:pt x="3401" y="160"/>
                      <a:pt x="2879" y="618"/>
                    </a:cubicBezTo>
                    <a:cubicBezTo>
                      <a:pt x="1398" y="1932"/>
                      <a:pt x="3839" y="2683"/>
                      <a:pt x="3713" y="3914"/>
                    </a:cubicBezTo>
                    <a:cubicBezTo>
                      <a:pt x="3651" y="4560"/>
                      <a:pt x="2379" y="5708"/>
                      <a:pt x="2024" y="6292"/>
                    </a:cubicBezTo>
                    <a:cubicBezTo>
                      <a:pt x="939" y="8085"/>
                      <a:pt x="293" y="10129"/>
                      <a:pt x="168" y="12215"/>
                    </a:cubicBezTo>
                    <a:cubicBezTo>
                      <a:pt x="147" y="12340"/>
                      <a:pt x="147" y="12465"/>
                      <a:pt x="147" y="12570"/>
                    </a:cubicBezTo>
                    <a:cubicBezTo>
                      <a:pt x="1" y="17596"/>
                      <a:pt x="3129" y="21372"/>
                      <a:pt x="7092" y="23332"/>
                    </a:cubicBezTo>
                    <a:cubicBezTo>
                      <a:pt x="10284" y="24897"/>
                      <a:pt x="13892" y="25501"/>
                      <a:pt x="17354" y="25564"/>
                    </a:cubicBezTo>
                    <a:cubicBezTo>
                      <a:pt x="17515" y="25566"/>
                      <a:pt x="17678" y="25568"/>
                      <a:pt x="17844" y="25568"/>
                    </a:cubicBezTo>
                    <a:cubicBezTo>
                      <a:pt x="20601" y="25568"/>
                      <a:pt x="24005" y="25228"/>
                      <a:pt x="27074" y="24146"/>
                    </a:cubicBezTo>
                    <a:cubicBezTo>
                      <a:pt x="30870" y="22790"/>
                      <a:pt x="34187" y="20266"/>
                      <a:pt x="35146" y="15844"/>
                    </a:cubicBezTo>
                    <a:cubicBezTo>
                      <a:pt x="35334" y="14927"/>
                      <a:pt x="35438" y="14009"/>
                      <a:pt x="35417" y="13070"/>
                    </a:cubicBezTo>
                    <a:cubicBezTo>
                      <a:pt x="35438" y="10901"/>
                      <a:pt x="34917" y="8774"/>
                      <a:pt x="33895" y="6855"/>
                    </a:cubicBezTo>
                    <a:cubicBezTo>
                      <a:pt x="33477" y="6083"/>
                      <a:pt x="31663" y="4102"/>
                      <a:pt x="31934" y="3205"/>
                    </a:cubicBezTo>
                    <a:cubicBezTo>
                      <a:pt x="32205" y="2308"/>
                      <a:pt x="33269" y="2454"/>
                      <a:pt x="33081" y="1307"/>
                    </a:cubicBezTo>
                    <a:cubicBezTo>
                      <a:pt x="32977" y="639"/>
                      <a:pt x="32497" y="431"/>
                      <a:pt x="31996" y="201"/>
                    </a:cubicBezTo>
                    <a:cubicBezTo>
                      <a:pt x="31641" y="48"/>
                      <a:pt x="31231" y="1"/>
                      <a:pt x="308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9"/>
              <p:cNvSpPr/>
              <p:nvPr/>
            </p:nvSpPr>
            <p:spPr>
              <a:xfrm>
                <a:off x="-407100" y="4098725"/>
                <a:ext cx="856750" cy="639600"/>
              </a:xfrm>
              <a:custGeom>
                <a:rect b="b" l="l" r="r" t="t"/>
                <a:pathLst>
                  <a:path extrusionOk="0" h="25584" w="34270">
                    <a:moveTo>
                      <a:pt x="29254" y="0"/>
                    </a:moveTo>
                    <a:cubicBezTo>
                      <a:pt x="28605" y="0"/>
                      <a:pt x="27929" y="113"/>
                      <a:pt x="27366" y="113"/>
                    </a:cubicBezTo>
                    <a:lnTo>
                      <a:pt x="25071" y="113"/>
                    </a:lnTo>
                    <a:cubicBezTo>
                      <a:pt x="25426" y="614"/>
                      <a:pt x="25760" y="1052"/>
                      <a:pt x="25906" y="1344"/>
                    </a:cubicBezTo>
                    <a:cubicBezTo>
                      <a:pt x="27387" y="4097"/>
                      <a:pt x="27825" y="7288"/>
                      <a:pt x="27178" y="10333"/>
                    </a:cubicBezTo>
                    <a:cubicBezTo>
                      <a:pt x="26219" y="14776"/>
                      <a:pt x="22902" y="17279"/>
                      <a:pt x="19085" y="18634"/>
                    </a:cubicBezTo>
                    <a:cubicBezTo>
                      <a:pt x="16016" y="19717"/>
                      <a:pt x="12631" y="20056"/>
                      <a:pt x="9876" y="20056"/>
                    </a:cubicBezTo>
                    <a:cubicBezTo>
                      <a:pt x="9710" y="20056"/>
                      <a:pt x="9547" y="20055"/>
                      <a:pt x="9387" y="20053"/>
                    </a:cubicBezTo>
                    <a:cubicBezTo>
                      <a:pt x="6237" y="20011"/>
                      <a:pt x="2962" y="19490"/>
                      <a:pt x="1" y="18238"/>
                    </a:cubicBezTo>
                    <a:lnTo>
                      <a:pt x="1" y="18238"/>
                    </a:lnTo>
                    <a:cubicBezTo>
                      <a:pt x="1294" y="20449"/>
                      <a:pt x="3234" y="22243"/>
                      <a:pt x="5570" y="23348"/>
                    </a:cubicBezTo>
                    <a:cubicBezTo>
                      <a:pt x="8761" y="24913"/>
                      <a:pt x="12369" y="25517"/>
                      <a:pt x="15832" y="25580"/>
                    </a:cubicBezTo>
                    <a:cubicBezTo>
                      <a:pt x="15992" y="25582"/>
                      <a:pt x="16155" y="25584"/>
                      <a:pt x="16320" y="25584"/>
                    </a:cubicBezTo>
                    <a:cubicBezTo>
                      <a:pt x="19078" y="25584"/>
                      <a:pt x="22480" y="25243"/>
                      <a:pt x="25530" y="24141"/>
                    </a:cubicBezTo>
                    <a:cubicBezTo>
                      <a:pt x="29347" y="22785"/>
                      <a:pt x="32664" y="20282"/>
                      <a:pt x="33623" y="15860"/>
                    </a:cubicBezTo>
                    <a:cubicBezTo>
                      <a:pt x="34270" y="12794"/>
                      <a:pt x="33832" y="9624"/>
                      <a:pt x="32372" y="6871"/>
                    </a:cubicBezTo>
                    <a:cubicBezTo>
                      <a:pt x="31955" y="6099"/>
                      <a:pt x="30161" y="4118"/>
                      <a:pt x="30411" y="3221"/>
                    </a:cubicBezTo>
                    <a:cubicBezTo>
                      <a:pt x="30661" y="2303"/>
                      <a:pt x="31767" y="2470"/>
                      <a:pt x="31579" y="1302"/>
                    </a:cubicBezTo>
                    <a:cubicBezTo>
                      <a:pt x="31454" y="634"/>
                      <a:pt x="30974" y="426"/>
                      <a:pt x="30474" y="217"/>
                    </a:cubicBezTo>
                    <a:cubicBezTo>
                      <a:pt x="30107" y="50"/>
                      <a:pt x="29686" y="0"/>
                      <a:pt x="292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9"/>
              <p:cNvSpPr/>
              <p:nvPr/>
            </p:nvSpPr>
            <p:spPr>
              <a:xfrm>
                <a:off x="-379400" y="4096850"/>
                <a:ext cx="567825" cy="34950"/>
              </a:xfrm>
              <a:custGeom>
                <a:rect b="b" l="l" r="r" t="t"/>
                <a:pathLst>
                  <a:path extrusionOk="0" h="1398" w="22713">
                    <a:moveTo>
                      <a:pt x="12719" y="0"/>
                    </a:moveTo>
                    <a:cubicBezTo>
                      <a:pt x="9671" y="0"/>
                      <a:pt x="6620" y="11"/>
                      <a:pt x="3565" y="21"/>
                    </a:cubicBezTo>
                    <a:cubicBezTo>
                      <a:pt x="3367" y="21"/>
                      <a:pt x="3160" y="18"/>
                      <a:pt x="2950" y="18"/>
                    </a:cubicBezTo>
                    <a:cubicBezTo>
                      <a:pt x="1920" y="18"/>
                      <a:pt x="795" y="90"/>
                      <a:pt x="102" y="939"/>
                    </a:cubicBezTo>
                    <a:cubicBezTo>
                      <a:pt x="1" y="1075"/>
                      <a:pt x="120" y="1238"/>
                      <a:pt x="257" y="1238"/>
                    </a:cubicBezTo>
                    <a:cubicBezTo>
                      <a:pt x="289" y="1238"/>
                      <a:pt x="322" y="1229"/>
                      <a:pt x="353" y="1210"/>
                    </a:cubicBezTo>
                    <a:lnTo>
                      <a:pt x="373" y="1210"/>
                    </a:lnTo>
                    <a:cubicBezTo>
                      <a:pt x="874" y="736"/>
                      <a:pt x="1586" y="632"/>
                      <a:pt x="2294" y="632"/>
                    </a:cubicBezTo>
                    <a:cubicBezTo>
                      <a:pt x="2737" y="632"/>
                      <a:pt x="3179" y="672"/>
                      <a:pt x="3565" y="689"/>
                    </a:cubicBezTo>
                    <a:cubicBezTo>
                      <a:pt x="5004" y="772"/>
                      <a:pt x="6464" y="814"/>
                      <a:pt x="7903" y="876"/>
                    </a:cubicBezTo>
                    <a:cubicBezTo>
                      <a:pt x="10886" y="1022"/>
                      <a:pt x="13868" y="1147"/>
                      <a:pt x="16830" y="1252"/>
                    </a:cubicBezTo>
                    <a:cubicBezTo>
                      <a:pt x="18520" y="1335"/>
                      <a:pt x="20188" y="1356"/>
                      <a:pt x="21857" y="1398"/>
                    </a:cubicBezTo>
                    <a:cubicBezTo>
                      <a:pt x="22378" y="1398"/>
                      <a:pt x="22712" y="835"/>
                      <a:pt x="22441" y="376"/>
                    </a:cubicBezTo>
                    <a:cubicBezTo>
                      <a:pt x="22337" y="167"/>
                      <a:pt x="22107" y="42"/>
                      <a:pt x="21857" y="42"/>
                    </a:cubicBezTo>
                    <a:cubicBezTo>
                      <a:pt x="18812" y="11"/>
                      <a:pt x="15766" y="0"/>
                      <a:pt x="12719"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9"/>
              <p:cNvSpPr/>
              <p:nvPr/>
            </p:nvSpPr>
            <p:spPr>
              <a:xfrm>
                <a:off x="-421175" y="4252575"/>
                <a:ext cx="101525" cy="278400"/>
              </a:xfrm>
              <a:custGeom>
                <a:rect b="b" l="l" r="r" t="t"/>
                <a:pathLst>
                  <a:path extrusionOk="0" h="11136" w="4061">
                    <a:moveTo>
                      <a:pt x="3127" y="0"/>
                    </a:moveTo>
                    <a:cubicBezTo>
                      <a:pt x="3020" y="0"/>
                      <a:pt x="2907" y="28"/>
                      <a:pt x="2795" y="91"/>
                    </a:cubicBezTo>
                    <a:cubicBezTo>
                      <a:pt x="2316" y="341"/>
                      <a:pt x="1878" y="696"/>
                      <a:pt x="1544" y="1134"/>
                    </a:cubicBezTo>
                    <a:cubicBezTo>
                      <a:pt x="1210" y="1489"/>
                      <a:pt x="918" y="1906"/>
                      <a:pt x="689" y="2365"/>
                    </a:cubicBezTo>
                    <a:cubicBezTo>
                      <a:pt x="272" y="3282"/>
                      <a:pt x="42" y="4283"/>
                      <a:pt x="21" y="5285"/>
                    </a:cubicBezTo>
                    <a:cubicBezTo>
                      <a:pt x="0" y="6307"/>
                      <a:pt x="188" y="7308"/>
                      <a:pt x="543" y="8267"/>
                    </a:cubicBezTo>
                    <a:cubicBezTo>
                      <a:pt x="751" y="8747"/>
                      <a:pt x="981" y="9227"/>
                      <a:pt x="1252" y="9686"/>
                    </a:cubicBezTo>
                    <a:cubicBezTo>
                      <a:pt x="1586" y="10228"/>
                      <a:pt x="1961" y="10874"/>
                      <a:pt x="2587" y="11104"/>
                    </a:cubicBezTo>
                    <a:cubicBezTo>
                      <a:pt x="2670" y="11125"/>
                      <a:pt x="2754" y="11135"/>
                      <a:pt x="2835" y="11135"/>
                    </a:cubicBezTo>
                    <a:cubicBezTo>
                      <a:pt x="3081" y="11135"/>
                      <a:pt x="3312" y="11041"/>
                      <a:pt x="3484" y="10854"/>
                    </a:cubicBezTo>
                    <a:cubicBezTo>
                      <a:pt x="3713" y="10624"/>
                      <a:pt x="3797" y="10290"/>
                      <a:pt x="3713" y="9978"/>
                    </a:cubicBezTo>
                    <a:cubicBezTo>
                      <a:pt x="3651" y="9686"/>
                      <a:pt x="3505" y="9435"/>
                      <a:pt x="3296" y="9227"/>
                    </a:cubicBezTo>
                    <a:cubicBezTo>
                      <a:pt x="3171" y="9060"/>
                      <a:pt x="3067" y="8872"/>
                      <a:pt x="2962" y="8705"/>
                    </a:cubicBezTo>
                    <a:cubicBezTo>
                      <a:pt x="2837" y="8518"/>
                      <a:pt x="2754" y="8330"/>
                      <a:pt x="2649" y="8163"/>
                    </a:cubicBezTo>
                    <a:cubicBezTo>
                      <a:pt x="2608" y="8038"/>
                      <a:pt x="2545" y="7933"/>
                      <a:pt x="2503" y="7829"/>
                    </a:cubicBezTo>
                    <a:cubicBezTo>
                      <a:pt x="2482" y="7787"/>
                      <a:pt x="2462" y="7725"/>
                      <a:pt x="2441" y="7683"/>
                    </a:cubicBezTo>
                    <a:cubicBezTo>
                      <a:pt x="2295" y="7287"/>
                      <a:pt x="2149" y="6891"/>
                      <a:pt x="2044" y="6473"/>
                    </a:cubicBezTo>
                    <a:cubicBezTo>
                      <a:pt x="1940" y="6098"/>
                      <a:pt x="1878" y="5723"/>
                      <a:pt x="1878" y="5326"/>
                    </a:cubicBezTo>
                    <a:cubicBezTo>
                      <a:pt x="1794" y="4575"/>
                      <a:pt x="1919" y="3804"/>
                      <a:pt x="2211" y="3095"/>
                    </a:cubicBezTo>
                    <a:cubicBezTo>
                      <a:pt x="2357" y="2740"/>
                      <a:pt x="2545" y="2406"/>
                      <a:pt x="2754" y="2073"/>
                    </a:cubicBezTo>
                    <a:cubicBezTo>
                      <a:pt x="3004" y="1739"/>
                      <a:pt x="3338" y="1468"/>
                      <a:pt x="3609" y="1155"/>
                    </a:cubicBezTo>
                    <a:cubicBezTo>
                      <a:pt x="4060" y="686"/>
                      <a:pt x="3659" y="0"/>
                      <a:pt x="31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9"/>
              <p:cNvSpPr/>
              <p:nvPr/>
            </p:nvSpPr>
            <p:spPr>
              <a:xfrm>
                <a:off x="-382600" y="4074425"/>
                <a:ext cx="764475" cy="96500"/>
              </a:xfrm>
              <a:custGeom>
                <a:rect b="b" l="l" r="r" t="t"/>
                <a:pathLst>
                  <a:path extrusionOk="0" h="3860" w="30579">
                    <a:moveTo>
                      <a:pt x="13830" y="0"/>
                    </a:moveTo>
                    <a:lnTo>
                      <a:pt x="13079" y="21"/>
                    </a:lnTo>
                    <a:lnTo>
                      <a:pt x="12849" y="21"/>
                    </a:lnTo>
                    <a:cubicBezTo>
                      <a:pt x="12369" y="21"/>
                      <a:pt x="11890" y="42"/>
                      <a:pt x="11431" y="42"/>
                    </a:cubicBezTo>
                    <a:cubicBezTo>
                      <a:pt x="4861" y="272"/>
                      <a:pt x="1" y="981"/>
                      <a:pt x="1" y="1940"/>
                    </a:cubicBezTo>
                    <a:cubicBezTo>
                      <a:pt x="1" y="2879"/>
                      <a:pt x="5257" y="3650"/>
                      <a:pt x="12244" y="3838"/>
                    </a:cubicBezTo>
                    <a:lnTo>
                      <a:pt x="13371" y="3859"/>
                    </a:lnTo>
                    <a:lnTo>
                      <a:pt x="17584" y="3859"/>
                    </a:lnTo>
                    <a:lnTo>
                      <a:pt x="18189" y="3838"/>
                    </a:lnTo>
                    <a:cubicBezTo>
                      <a:pt x="25239" y="3671"/>
                      <a:pt x="30578" y="2879"/>
                      <a:pt x="30578" y="1919"/>
                    </a:cubicBezTo>
                    <a:cubicBezTo>
                      <a:pt x="30578" y="1002"/>
                      <a:pt x="25343" y="209"/>
                      <a:pt x="18376" y="21"/>
                    </a:cubicBezTo>
                    <a:lnTo>
                      <a:pt x="17709" y="21"/>
                    </a:lnTo>
                    <a:lnTo>
                      <a:pt x="16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9"/>
              <p:cNvSpPr/>
              <p:nvPr/>
            </p:nvSpPr>
            <p:spPr>
              <a:xfrm>
                <a:off x="-344775" y="4194850"/>
                <a:ext cx="683725" cy="48325"/>
              </a:xfrm>
              <a:custGeom>
                <a:rect b="b" l="l" r="r" t="t"/>
                <a:pathLst>
                  <a:path extrusionOk="0" h="1933" w="27349">
                    <a:moveTo>
                      <a:pt x="27145" y="0"/>
                    </a:moveTo>
                    <a:cubicBezTo>
                      <a:pt x="27139" y="0"/>
                      <a:pt x="27132" y="1"/>
                      <a:pt x="27125" y="1"/>
                    </a:cubicBezTo>
                    <a:cubicBezTo>
                      <a:pt x="26249" y="64"/>
                      <a:pt x="25394" y="273"/>
                      <a:pt x="24539" y="419"/>
                    </a:cubicBezTo>
                    <a:cubicBezTo>
                      <a:pt x="23684" y="565"/>
                      <a:pt x="22829" y="690"/>
                      <a:pt x="21974" y="815"/>
                    </a:cubicBezTo>
                    <a:cubicBezTo>
                      <a:pt x="20201" y="1065"/>
                      <a:pt x="18428" y="1232"/>
                      <a:pt x="16634" y="1336"/>
                    </a:cubicBezTo>
                    <a:cubicBezTo>
                      <a:pt x="14996" y="1444"/>
                      <a:pt x="13354" y="1496"/>
                      <a:pt x="11711" y="1496"/>
                    </a:cubicBezTo>
                    <a:cubicBezTo>
                      <a:pt x="9839" y="1496"/>
                      <a:pt x="7967" y="1428"/>
                      <a:pt x="6101" y="1295"/>
                    </a:cubicBezTo>
                    <a:cubicBezTo>
                      <a:pt x="4161" y="1169"/>
                      <a:pt x="2201" y="940"/>
                      <a:pt x="365" y="210"/>
                    </a:cubicBezTo>
                    <a:cubicBezTo>
                      <a:pt x="333" y="195"/>
                      <a:pt x="303" y="189"/>
                      <a:pt x="276" y="189"/>
                    </a:cubicBezTo>
                    <a:cubicBezTo>
                      <a:pt x="70" y="189"/>
                      <a:pt x="1" y="559"/>
                      <a:pt x="240" y="669"/>
                    </a:cubicBezTo>
                    <a:lnTo>
                      <a:pt x="240" y="648"/>
                    </a:lnTo>
                    <a:cubicBezTo>
                      <a:pt x="1867" y="1295"/>
                      <a:pt x="3598" y="1545"/>
                      <a:pt x="5329" y="1691"/>
                    </a:cubicBezTo>
                    <a:cubicBezTo>
                      <a:pt x="7060" y="1816"/>
                      <a:pt x="8812" y="1899"/>
                      <a:pt x="10564" y="1920"/>
                    </a:cubicBezTo>
                    <a:cubicBezTo>
                      <a:pt x="11015" y="1928"/>
                      <a:pt x="11466" y="1932"/>
                      <a:pt x="11917" y="1932"/>
                    </a:cubicBezTo>
                    <a:cubicBezTo>
                      <a:pt x="15053" y="1932"/>
                      <a:pt x="18188" y="1743"/>
                      <a:pt x="21306" y="1378"/>
                    </a:cubicBezTo>
                    <a:cubicBezTo>
                      <a:pt x="22266" y="1253"/>
                      <a:pt x="23225" y="1128"/>
                      <a:pt x="24185" y="961"/>
                    </a:cubicBezTo>
                    <a:cubicBezTo>
                      <a:pt x="25186" y="836"/>
                      <a:pt x="26187" y="648"/>
                      <a:pt x="27167" y="356"/>
                    </a:cubicBezTo>
                    <a:cubicBezTo>
                      <a:pt x="27349" y="295"/>
                      <a:pt x="27335" y="0"/>
                      <a:pt x="271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9"/>
              <p:cNvSpPr/>
              <p:nvPr/>
            </p:nvSpPr>
            <p:spPr>
              <a:xfrm>
                <a:off x="-87975" y="3048225"/>
                <a:ext cx="299850" cy="395975"/>
              </a:xfrm>
              <a:custGeom>
                <a:rect b="b" l="l" r="r" t="t"/>
                <a:pathLst>
                  <a:path extrusionOk="0" h="15839" w="11994">
                    <a:moveTo>
                      <a:pt x="7488" y="1"/>
                    </a:moveTo>
                    <a:cubicBezTo>
                      <a:pt x="5319" y="1544"/>
                      <a:pt x="3463" y="3442"/>
                      <a:pt x="1982" y="5653"/>
                    </a:cubicBezTo>
                    <a:cubicBezTo>
                      <a:pt x="1189" y="6863"/>
                      <a:pt x="480" y="8177"/>
                      <a:pt x="251" y="9616"/>
                    </a:cubicBezTo>
                    <a:cubicBezTo>
                      <a:pt x="0" y="11055"/>
                      <a:pt x="230" y="12620"/>
                      <a:pt x="1127" y="13746"/>
                    </a:cubicBezTo>
                    <a:cubicBezTo>
                      <a:pt x="2087" y="14976"/>
                      <a:pt x="4954" y="15839"/>
                      <a:pt x="6977" y="15839"/>
                    </a:cubicBezTo>
                    <a:cubicBezTo>
                      <a:pt x="7457" y="15839"/>
                      <a:pt x="7891" y="15790"/>
                      <a:pt x="8239" y="15686"/>
                    </a:cubicBezTo>
                    <a:cubicBezTo>
                      <a:pt x="9386" y="15352"/>
                      <a:pt x="10596" y="14935"/>
                      <a:pt x="11243" y="13934"/>
                    </a:cubicBezTo>
                    <a:cubicBezTo>
                      <a:pt x="11994" y="12745"/>
                      <a:pt x="11702" y="11222"/>
                      <a:pt x="11284" y="9887"/>
                    </a:cubicBezTo>
                    <a:cubicBezTo>
                      <a:pt x="10784" y="8219"/>
                      <a:pt x="10116" y="6592"/>
                      <a:pt x="9303" y="5027"/>
                    </a:cubicBezTo>
                    <a:cubicBezTo>
                      <a:pt x="8469" y="3442"/>
                      <a:pt x="7488" y="1815"/>
                      <a:pt x="7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9"/>
              <p:cNvSpPr/>
              <p:nvPr/>
            </p:nvSpPr>
            <p:spPr>
              <a:xfrm>
                <a:off x="-362775" y="3280550"/>
                <a:ext cx="388500" cy="269400"/>
              </a:xfrm>
              <a:custGeom>
                <a:rect b="b" l="l" r="r" t="t"/>
                <a:pathLst>
                  <a:path extrusionOk="0" h="10776" w="15540">
                    <a:moveTo>
                      <a:pt x="8469" y="1"/>
                    </a:moveTo>
                    <a:cubicBezTo>
                      <a:pt x="6698" y="1"/>
                      <a:pt x="4925" y="592"/>
                      <a:pt x="3296" y="1366"/>
                    </a:cubicBezTo>
                    <a:cubicBezTo>
                      <a:pt x="2232" y="1887"/>
                      <a:pt x="1169" y="2492"/>
                      <a:pt x="0" y="2722"/>
                    </a:cubicBezTo>
                    <a:cubicBezTo>
                      <a:pt x="1648" y="3473"/>
                      <a:pt x="2754" y="5037"/>
                      <a:pt x="3797" y="6518"/>
                    </a:cubicBezTo>
                    <a:cubicBezTo>
                      <a:pt x="5100" y="8400"/>
                      <a:pt x="7509" y="10776"/>
                      <a:pt x="9880" y="10776"/>
                    </a:cubicBezTo>
                    <a:cubicBezTo>
                      <a:pt x="10846" y="10776"/>
                      <a:pt x="11806" y="10381"/>
                      <a:pt x="12682" y="9396"/>
                    </a:cubicBezTo>
                    <a:cubicBezTo>
                      <a:pt x="15539" y="6184"/>
                      <a:pt x="14184" y="991"/>
                      <a:pt x="9887" y="135"/>
                    </a:cubicBezTo>
                    <a:cubicBezTo>
                      <a:pt x="9416" y="43"/>
                      <a:pt x="8943" y="1"/>
                      <a:pt x="8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9"/>
              <p:cNvSpPr/>
              <p:nvPr/>
            </p:nvSpPr>
            <p:spPr>
              <a:xfrm>
                <a:off x="115375" y="3427800"/>
                <a:ext cx="342625" cy="242025"/>
              </a:xfrm>
              <a:custGeom>
                <a:rect b="b" l="l" r="r" t="t"/>
                <a:pathLst>
                  <a:path extrusionOk="0" h="9681" w="13705">
                    <a:moveTo>
                      <a:pt x="5521" y="0"/>
                    </a:moveTo>
                    <a:cubicBezTo>
                      <a:pt x="3879" y="0"/>
                      <a:pt x="2201" y="648"/>
                      <a:pt x="1190" y="1963"/>
                    </a:cubicBezTo>
                    <a:cubicBezTo>
                      <a:pt x="1" y="3485"/>
                      <a:pt x="105" y="7386"/>
                      <a:pt x="1628" y="8700"/>
                    </a:cubicBezTo>
                    <a:cubicBezTo>
                      <a:pt x="2149" y="9096"/>
                      <a:pt x="2754" y="9367"/>
                      <a:pt x="3401" y="9492"/>
                    </a:cubicBezTo>
                    <a:cubicBezTo>
                      <a:pt x="3876" y="9600"/>
                      <a:pt x="4379" y="9680"/>
                      <a:pt x="4869" y="9680"/>
                    </a:cubicBezTo>
                    <a:cubicBezTo>
                      <a:pt x="5326" y="9680"/>
                      <a:pt x="5772" y="9611"/>
                      <a:pt x="6175" y="9430"/>
                    </a:cubicBezTo>
                    <a:cubicBezTo>
                      <a:pt x="7030" y="9054"/>
                      <a:pt x="7614" y="8262"/>
                      <a:pt x="8198" y="7552"/>
                    </a:cubicBezTo>
                    <a:cubicBezTo>
                      <a:pt x="9741" y="5696"/>
                      <a:pt x="11598" y="4132"/>
                      <a:pt x="13704" y="2943"/>
                    </a:cubicBezTo>
                    <a:lnTo>
                      <a:pt x="13704" y="2943"/>
                    </a:lnTo>
                    <a:cubicBezTo>
                      <a:pt x="13689" y="2943"/>
                      <a:pt x="13673" y="2943"/>
                      <a:pt x="13657" y="2943"/>
                    </a:cubicBezTo>
                    <a:cubicBezTo>
                      <a:pt x="12488" y="2943"/>
                      <a:pt x="11459" y="2184"/>
                      <a:pt x="10451" y="1566"/>
                    </a:cubicBezTo>
                    <a:cubicBezTo>
                      <a:pt x="9011" y="690"/>
                      <a:pt x="7364" y="23"/>
                      <a:pt x="5674" y="2"/>
                    </a:cubicBezTo>
                    <a:cubicBezTo>
                      <a:pt x="5623" y="1"/>
                      <a:pt x="5572" y="0"/>
                      <a:pt x="55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9"/>
              <p:cNvSpPr/>
              <p:nvPr/>
            </p:nvSpPr>
            <p:spPr>
              <a:xfrm>
                <a:off x="-599000" y="3372050"/>
                <a:ext cx="280575" cy="358800"/>
              </a:xfrm>
              <a:custGeom>
                <a:rect b="b" l="l" r="r" t="t"/>
                <a:pathLst>
                  <a:path extrusionOk="0" h="14352" w="11223">
                    <a:moveTo>
                      <a:pt x="6738" y="0"/>
                    </a:moveTo>
                    <a:cubicBezTo>
                      <a:pt x="5799" y="2503"/>
                      <a:pt x="3401" y="4130"/>
                      <a:pt x="1628" y="6153"/>
                    </a:cubicBezTo>
                    <a:cubicBezTo>
                      <a:pt x="1065" y="6779"/>
                      <a:pt x="543" y="7509"/>
                      <a:pt x="335" y="8343"/>
                    </a:cubicBezTo>
                    <a:cubicBezTo>
                      <a:pt x="1" y="9720"/>
                      <a:pt x="627" y="11222"/>
                      <a:pt x="1690" y="12160"/>
                    </a:cubicBezTo>
                    <a:cubicBezTo>
                      <a:pt x="2805" y="13135"/>
                      <a:pt x="5700" y="14352"/>
                      <a:pt x="7843" y="14352"/>
                    </a:cubicBezTo>
                    <a:cubicBezTo>
                      <a:pt x="8588" y="14352"/>
                      <a:pt x="9243" y="14205"/>
                      <a:pt x="9700" y="13850"/>
                    </a:cubicBezTo>
                    <a:cubicBezTo>
                      <a:pt x="10159" y="13453"/>
                      <a:pt x="10492" y="12932"/>
                      <a:pt x="10680" y="12369"/>
                    </a:cubicBezTo>
                    <a:cubicBezTo>
                      <a:pt x="11222" y="10888"/>
                      <a:pt x="11097" y="9219"/>
                      <a:pt x="10638" y="7697"/>
                    </a:cubicBezTo>
                    <a:cubicBezTo>
                      <a:pt x="10180" y="6195"/>
                      <a:pt x="9408" y="4798"/>
                      <a:pt x="8636" y="3400"/>
                    </a:cubicBezTo>
                    <a:lnTo>
                      <a:pt x="673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9"/>
              <p:cNvSpPr/>
              <p:nvPr/>
            </p:nvSpPr>
            <p:spPr>
              <a:xfrm>
                <a:off x="-774725" y="3756400"/>
                <a:ext cx="404150" cy="240475"/>
              </a:xfrm>
              <a:custGeom>
                <a:rect b="b" l="l" r="r" t="t"/>
                <a:pathLst>
                  <a:path extrusionOk="0" h="9619" w="16166">
                    <a:moveTo>
                      <a:pt x="7254" y="0"/>
                    </a:moveTo>
                    <a:cubicBezTo>
                      <a:pt x="6812" y="0"/>
                      <a:pt x="6370" y="63"/>
                      <a:pt x="5945" y="186"/>
                    </a:cubicBezTo>
                    <a:cubicBezTo>
                      <a:pt x="3150" y="1166"/>
                      <a:pt x="2775" y="5505"/>
                      <a:pt x="1" y="6527"/>
                    </a:cubicBezTo>
                    <a:cubicBezTo>
                      <a:pt x="1878" y="7674"/>
                      <a:pt x="3797" y="8842"/>
                      <a:pt x="5945" y="9363"/>
                    </a:cubicBezTo>
                    <a:cubicBezTo>
                      <a:pt x="6626" y="9528"/>
                      <a:pt x="7337" y="9618"/>
                      <a:pt x="8045" y="9618"/>
                    </a:cubicBezTo>
                    <a:cubicBezTo>
                      <a:pt x="9575" y="9618"/>
                      <a:pt x="11090" y="9200"/>
                      <a:pt x="12244" y="8216"/>
                    </a:cubicBezTo>
                    <a:cubicBezTo>
                      <a:pt x="16166" y="4900"/>
                      <a:pt x="11973" y="958"/>
                      <a:pt x="8386" y="144"/>
                    </a:cubicBezTo>
                    <a:cubicBezTo>
                      <a:pt x="8018" y="47"/>
                      <a:pt x="7636" y="0"/>
                      <a:pt x="72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9"/>
              <p:cNvSpPr/>
              <p:nvPr/>
            </p:nvSpPr>
            <p:spPr>
              <a:xfrm>
                <a:off x="-363300" y="3801175"/>
                <a:ext cx="288900" cy="172000"/>
              </a:xfrm>
              <a:custGeom>
                <a:rect b="b" l="l" r="r" t="t"/>
                <a:pathLst>
                  <a:path extrusionOk="0" h="6880" w="11556">
                    <a:moveTo>
                      <a:pt x="6380" y="1"/>
                    </a:moveTo>
                    <a:cubicBezTo>
                      <a:pt x="6107" y="1"/>
                      <a:pt x="5834" y="37"/>
                      <a:pt x="5570" y="105"/>
                    </a:cubicBezTo>
                    <a:cubicBezTo>
                      <a:pt x="3004" y="668"/>
                      <a:pt x="1" y="3505"/>
                      <a:pt x="2816" y="5883"/>
                    </a:cubicBezTo>
                    <a:cubicBezTo>
                      <a:pt x="3628" y="6581"/>
                      <a:pt x="4712" y="6880"/>
                      <a:pt x="5803" y="6880"/>
                    </a:cubicBezTo>
                    <a:cubicBezTo>
                      <a:pt x="6310" y="6880"/>
                      <a:pt x="6818" y="6815"/>
                      <a:pt x="7301" y="6696"/>
                    </a:cubicBezTo>
                    <a:cubicBezTo>
                      <a:pt x="8844" y="6321"/>
                      <a:pt x="10221" y="5487"/>
                      <a:pt x="11556" y="4652"/>
                    </a:cubicBezTo>
                    <a:cubicBezTo>
                      <a:pt x="9574" y="3943"/>
                      <a:pt x="9303" y="835"/>
                      <a:pt x="7301" y="147"/>
                    </a:cubicBezTo>
                    <a:cubicBezTo>
                      <a:pt x="7002" y="47"/>
                      <a:pt x="6691" y="1"/>
                      <a:pt x="63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9"/>
              <p:cNvSpPr/>
              <p:nvPr/>
            </p:nvSpPr>
            <p:spPr>
              <a:xfrm>
                <a:off x="310400" y="3783750"/>
                <a:ext cx="343650" cy="333975"/>
              </a:xfrm>
              <a:custGeom>
                <a:rect b="b" l="l" r="r" t="t"/>
                <a:pathLst>
                  <a:path extrusionOk="0" h="13359" w="13746">
                    <a:moveTo>
                      <a:pt x="9293" y="1"/>
                    </a:moveTo>
                    <a:cubicBezTo>
                      <a:pt x="9101" y="1"/>
                      <a:pt x="8909" y="11"/>
                      <a:pt x="8719" y="31"/>
                    </a:cubicBezTo>
                    <a:cubicBezTo>
                      <a:pt x="8344" y="51"/>
                      <a:pt x="5465" y="1428"/>
                      <a:pt x="6237" y="1699"/>
                    </a:cubicBezTo>
                    <a:cubicBezTo>
                      <a:pt x="5261" y="1359"/>
                      <a:pt x="4280" y="1014"/>
                      <a:pt x="3356" y="1014"/>
                    </a:cubicBezTo>
                    <a:cubicBezTo>
                      <a:pt x="2523" y="1014"/>
                      <a:pt x="1736" y="1295"/>
                      <a:pt x="1044" y="2116"/>
                    </a:cubicBezTo>
                    <a:cubicBezTo>
                      <a:pt x="1" y="3368"/>
                      <a:pt x="42" y="4932"/>
                      <a:pt x="710" y="6350"/>
                    </a:cubicBezTo>
                    <a:cubicBezTo>
                      <a:pt x="1440" y="7873"/>
                      <a:pt x="2754" y="8999"/>
                      <a:pt x="4089" y="10000"/>
                    </a:cubicBezTo>
                    <a:cubicBezTo>
                      <a:pt x="5445" y="11002"/>
                      <a:pt x="6842" y="12003"/>
                      <a:pt x="7822" y="13359"/>
                    </a:cubicBezTo>
                    <a:cubicBezTo>
                      <a:pt x="8698" y="11273"/>
                      <a:pt x="10430" y="9708"/>
                      <a:pt x="11702" y="7852"/>
                    </a:cubicBezTo>
                    <a:cubicBezTo>
                      <a:pt x="12974" y="5975"/>
                      <a:pt x="13746" y="3389"/>
                      <a:pt x="12494" y="1511"/>
                    </a:cubicBezTo>
                    <a:cubicBezTo>
                      <a:pt x="11772" y="428"/>
                      <a:pt x="10533" y="1"/>
                      <a:pt x="92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9"/>
              <p:cNvSpPr/>
              <p:nvPr/>
            </p:nvSpPr>
            <p:spPr>
              <a:xfrm>
                <a:off x="246275" y="4135325"/>
                <a:ext cx="361900" cy="338025"/>
              </a:xfrm>
              <a:custGeom>
                <a:rect b="b" l="l" r="r" t="t"/>
                <a:pathLst>
                  <a:path extrusionOk="0" h="13521" w="14476">
                    <a:moveTo>
                      <a:pt x="8206" y="1"/>
                    </a:moveTo>
                    <a:cubicBezTo>
                      <a:pt x="6708" y="1"/>
                      <a:pt x="5273" y="326"/>
                      <a:pt x="4359" y="964"/>
                    </a:cubicBezTo>
                    <a:cubicBezTo>
                      <a:pt x="0" y="4051"/>
                      <a:pt x="6779" y="8807"/>
                      <a:pt x="9073" y="10308"/>
                    </a:cubicBezTo>
                    <a:cubicBezTo>
                      <a:pt x="10429" y="11184"/>
                      <a:pt x="11618" y="12269"/>
                      <a:pt x="12640" y="13520"/>
                    </a:cubicBezTo>
                    <a:cubicBezTo>
                      <a:pt x="12473" y="12019"/>
                      <a:pt x="13203" y="10579"/>
                      <a:pt x="13662" y="9140"/>
                    </a:cubicBezTo>
                    <a:cubicBezTo>
                      <a:pt x="14267" y="7347"/>
                      <a:pt x="14475" y="5428"/>
                      <a:pt x="14288" y="3530"/>
                    </a:cubicBezTo>
                    <a:cubicBezTo>
                      <a:pt x="14056" y="1148"/>
                      <a:pt x="11019" y="1"/>
                      <a:pt x="8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9"/>
              <p:cNvSpPr/>
              <p:nvPr/>
            </p:nvSpPr>
            <p:spPr>
              <a:xfrm>
                <a:off x="82525" y="3734450"/>
                <a:ext cx="209650" cy="273450"/>
              </a:xfrm>
              <a:custGeom>
                <a:rect b="b" l="l" r="r" t="t"/>
                <a:pathLst>
                  <a:path extrusionOk="0" h="10938" w="8386">
                    <a:moveTo>
                      <a:pt x="4423" y="0"/>
                    </a:moveTo>
                    <a:cubicBezTo>
                      <a:pt x="3755" y="2065"/>
                      <a:pt x="1857" y="3442"/>
                      <a:pt x="689" y="5277"/>
                    </a:cubicBezTo>
                    <a:cubicBezTo>
                      <a:pt x="272" y="5861"/>
                      <a:pt x="22" y="6570"/>
                      <a:pt x="1" y="7300"/>
                    </a:cubicBezTo>
                    <a:cubicBezTo>
                      <a:pt x="43" y="8343"/>
                      <a:pt x="773" y="9282"/>
                      <a:pt x="1670" y="9824"/>
                    </a:cubicBezTo>
                    <a:cubicBezTo>
                      <a:pt x="2600" y="10389"/>
                      <a:pt x="4096" y="10937"/>
                      <a:pt x="5426" y="10937"/>
                    </a:cubicBezTo>
                    <a:cubicBezTo>
                      <a:pt x="6749" y="10937"/>
                      <a:pt x="7907" y="10394"/>
                      <a:pt x="8177" y="8781"/>
                    </a:cubicBezTo>
                    <a:cubicBezTo>
                      <a:pt x="8386" y="7634"/>
                      <a:pt x="7823" y="6508"/>
                      <a:pt x="7280" y="5465"/>
                    </a:cubicBezTo>
                    <a:lnTo>
                      <a:pt x="44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9"/>
              <p:cNvSpPr/>
              <p:nvPr/>
            </p:nvSpPr>
            <p:spPr>
              <a:xfrm>
                <a:off x="-193825" y="3651200"/>
                <a:ext cx="207700" cy="200600"/>
              </a:xfrm>
              <a:custGeom>
                <a:rect b="b" l="l" r="r" t="t"/>
                <a:pathLst>
                  <a:path extrusionOk="0" h="8024" w="8308">
                    <a:moveTo>
                      <a:pt x="2994" y="0"/>
                    </a:moveTo>
                    <a:cubicBezTo>
                      <a:pt x="2629" y="0"/>
                      <a:pt x="2262" y="81"/>
                      <a:pt x="1919" y="243"/>
                    </a:cubicBezTo>
                    <a:cubicBezTo>
                      <a:pt x="605" y="890"/>
                      <a:pt x="0" y="2454"/>
                      <a:pt x="84" y="3914"/>
                    </a:cubicBezTo>
                    <a:cubicBezTo>
                      <a:pt x="167" y="5353"/>
                      <a:pt x="772" y="6730"/>
                      <a:pt x="1398" y="8023"/>
                    </a:cubicBezTo>
                    <a:lnTo>
                      <a:pt x="5257" y="6063"/>
                    </a:lnTo>
                    <a:cubicBezTo>
                      <a:pt x="6320" y="5520"/>
                      <a:pt x="7488" y="4895"/>
                      <a:pt x="7905" y="3789"/>
                    </a:cubicBezTo>
                    <a:cubicBezTo>
                      <a:pt x="8308" y="2755"/>
                      <a:pt x="7602" y="1334"/>
                      <a:pt x="6580" y="1334"/>
                    </a:cubicBezTo>
                    <a:cubicBezTo>
                      <a:pt x="6489" y="1334"/>
                      <a:pt x="6395" y="1346"/>
                      <a:pt x="6299" y="1370"/>
                    </a:cubicBezTo>
                    <a:cubicBezTo>
                      <a:pt x="6028" y="1432"/>
                      <a:pt x="5757" y="1641"/>
                      <a:pt x="5486" y="1683"/>
                    </a:cubicBezTo>
                    <a:cubicBezTo>
                      <a:pt x="5422" y="1691"/>
                      <a:pt x="5374" y="1696"/>
                      <a:pt x="5337" y="1696"/>
                    </a:cubicBezTo>
                    <a:cubicBezTo>
                      <a:pt x="5192" y="1696"/>
                      <a:pt x="5219" y="1619"/>
                      <a:pt x="5152" y="1370"/>
                    </a:cubicBezTo>
                    <a:cubicBezTo>
                      <a:pt x="5006" y="973"/>
                      <a:pt x="4735" y="640"/>
                      <a:pt x="4360" y="410"/>
                    </a:cubicBezTo>
                    <a:cubicBezTo>
                      <a:pt x="3946" y="138"/>
                      <a:pt x="3471" y="0"/>
                      <a:pt x="2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9"/>
              <p:cNvSpPr/>
              <p:nvPr/>
            </p:nvSpPr>
            <p:spPr>
              <a:xfrm>
                <a:off x="-481675" y="3417400"/>
                <a:ext cx="204700" cy="740350"/>
              </a:xfrm>
              <a:custGeom>
                <a:rect b="b" l="l" r="r" t="t"/>
                <a:pathLst>
                  <a:path extrusionOk="0" h="29614" w="8188">
                    <a:moveTo>
                      <a:pt x="2006" y="1"/>
                    </a:moveTo>
                    <a:cubicBezTo>
                      <a:pt x="1977" y="1"/>
                      <a:pt x="1951" y="22"/>
                      <a:pt x="1962" y="64"/>
                    </a:cubicBezTo>
                    <a:cubicBezTo>
                      <a:pt x="1982" y="543"/>
                      <a:pt x="1982" y="1023"/>
                      <a:pt x="1941" y="1503"/>
                    </a:cubicBezTo>
                    <a:cubicBezTo>
                      <a:pt x="1899" y="1982"/>
                      <a:pt x="1836" y="2462"/>
                      <a:pt x="1732" y="2942"/>
                    </a:cubicBezTo>
                    <a:cubicBezTo>
                      <a:pt x="1565" y="3901"/>
                      <a:pt x="1294" y="4840"/>
                      <a:pt x="1044" y="5799"/>
                    </a:cubicBezTo>
                    <a:cubicBezTo>
                      <a:pt x="522" y="7656"/>
                      <a:pt x="1" y="9575"/>
                      <a:pt x="230" y="11514"/>
                    </a:cubicBezTo>
                    <a:cubicBezTo>
                      <a:pt x="376" y="12515"/>
                      <a:pt x="648" y="13496"/>
                      <a:pt x="1065" y="14434"/>
                    </a:cubicBezTo>
                    <a:cubicBezTo>
                      <a:pt x="1273" y="14893"/>
                      <a:pt x="1503" y="15373"/>
                      <a:pt x="1732" y="15832"/>
                    </a:cubicBezTo>
                    <a:cubicBezTo>
                      <a:pt x="1982" y="16291"/>
                      <a:pt x="2254" y="16750"/>
                      <a:pt x="2462" y="17208"/>
                    </a:cubicBezTo>
                    <a:cubicBezTo>
                      <a:pt x="2566" y="17438"/>
                      <a:pt x="2692" y="17667"/>
                      <a:pt x="2838" y="17897"/>
                    </a:cubicBezTo>
                    <a:cubicBezTo>
                      <a:pt x="2984" y="18105"/>
                      <a:pt x="3150" y="18314"/>
                      <a:pt x="3296" y="18522"/>
                    </a:cubicBezTo>
                    <a:cubicBezTo>
                      <a:pt x="3609" y="18960"/>
                      <a:pt x="3901" y="19398"/>
                      <a:pt x="4193" y="19836"/>
                    </a:cubicBezTo>
                    <a:cubicBezTo>
                      <a:pt x="4777" y="20733"/>
                      <a:pt x="5299" y="21651"/>
                      <a:pt x="5799" y="22590"/>
                    </a:cubicBezTo>
                    <a:cubicBezTo>
                      <a:pt x="6801" y="24488"/>
                      <a:pt x="7468" y="26553"/>
                      <a:pt x="7781" y="28680"/>
                    </a:cubicBezTo>
                    <a:cubicBezTo>
                      <a:pt x="7823" y="28951"/>
                      <a:pt x="7843" y="29201"/>
                      <a:pt x="7885" y="29473"/>
                    </a:cubicBezTo>
                    <a:cubicBezTo>
                      <a:pt x="7896" y="29566"/>
                      <a:pt x="7974" y="29613"/>
                      <a:pt x="8047" y="29613"/>
                    </a:cubicBezTo>
                    <a:cubicBezTo>
                      <a:pt x="8120" y="29613"/>
                      <a:pt x="8188" y="29566"/>
                      <a:pt x="8177" y="29473"/>
                    </a:cubicBezTo>
                    <a:cubicBezTo>
                      <a:pt x="8135" y="28409"/>
                      <a:pt x="7948" y="27366"/>
                      <a:pt x="7635" y="26344"/>
                    </a:cubicBezTo>
                    <a:cubicBezTo>
                      <a:pt x="7364" y="25322"/>
                      <a:pt x="6988" y="24342"/>
                      <a:pt x="6550" y="23382"/>
                    </a:cubicBezTo>
                    <a:cubicBezTo>
                      <a:pt x="5633" y="21442"/>
                      <a:pt x="4527" y="19607"/>
                      <a:pt x="3255" y="17897"/>
                    </a:cubicBezTo>
                    <a:cubicBezTo>
                      <a:pt x="2984" y="17459"/>
                      <a:pt x="2712" y="17021"/>
                      <a:pt x="2504" y="16562"/>
                    </a:cubicBezTo>
                    <a:cubicBezTo>
                      <a:pt x="2233" y="16103"/>
                      <a:pt x="2003" y="15644"/>
                      <a:pt x="1753" y="15185"/>
                    </a:cubicBezTo>
                    <a:cubicBezTo>
                      <a:pt x="1273" y="14267"/>
                      <a:pt x="898" y="13287"/>
                      <a:pt x="668" y="12265"/>
                    </a:cubicBezTo>
                    <a:cubicBezTo>
                      <a:pt x="230" y="10325"/>
                      <a:pt x="648" y="8365"/>
                      <a:pt x="1148" y="6488"/>
                    </a:cubicBezTo>
                    <a:cubicBezTo>
                      <a:pt x="1419" y="5528"/>
                      <a:pt x="1670" y="4590"/>
                      <a:pt x="1878" y="3630"/>
                    </a:cubicBezTo>
                    <a:cubicBezTo>
                      <a:pt x="2087" y="2671"/>
                      <a:pt x="2254" y="1711"/>
                      <a:pt x="2128" y="773"/>
                    </a:cubicBezTo>
                    <a:cubicBezTo>
                      <a:pt x="2108" y="522"/>
                      <a:pt x="2108" y="293"/>
                      <a:pt x="2066" y="64"/>
                    </a:cubicBezTo>
                    <a:cubicBezTo>
                      <a:pt x="2066" y="22"/>
                      <a:pt x="2035" y="1"/>
                      <a:pt x="2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9"/>
              <p:cNvSpPr/>
              <p:nvPr/>
            </p:nvSpPr>
            <p:spPr>
              <a:xfrm>
                <a:off x="-743825" y="3843750"/>
                <a:ext cx="332575" cy="85025"/>
              </a:xfrm>
              <a:custGeom>
                <a:rect b="b" l="l" r="r" t="t"/>
                <a:pathLst>
                  <a:path extrusionOk="0" h="3401" w="13303">
                    <a:moveTo>
                      <a:pt x="12764" y="1"/>
                    </a:moveTo>
                    <a:cubicBezTo>
                      <a:pt x="11983" y="1"/>
                      <a:pt x="11221" y="133"/>
                      <a:pt x="10508" y="426"/>
                    </a:cubicBezTo>
                    <a:cubicBezTo>
                      <a:pt x="9694" y="738"/>
                      <a:pt x="8902" y="1093"/>
                      <a:pt x="8130" y="1510"/>
                    </a:cubicBezTo>
                    <a:cubicBezTo>
                      <a:pt x="6566" y="2365"/>
                      <a:pt x="4835" y="2887"/>
                      <a:pt x="3062" y="3054"/>
                    </a:cubicBezTo>
                    <a:cubicBezTo>
                      <a:pt x="2877" y="3066"/>
                      <a:pt x="2692" y="3071"/>
                      <a:pt x="2507" y="3071"/>
                    </a:cubicBezTo>
                    <a:cubicBezTo>
                      <a:pt x="1726" y="3071"/>
                      <a:pt x="938" y="2968"/>
                      <a:pt x="162" y="2782"/>
                    </a:cubicBezTo>
                    <a:cubicBezTo>
                      <a:pt x="156" y="2781"/>
                      <a:pt x="150" y="2781"/>
                      <a:pt x="143" y="2781"/>
                    </a:cubicBezTo>
                    <a:cubicBezTo>
                      <a:pt x="33" y="2781"/>
                      <a:pt x="1" y="2951"/>
                      <a:pt x="100" y="2991"/>
                    </a:cubicBezTo>
                    <a:cubicBezTo>
                      <a:pt x="861" y="3280"/>
                      <a:pt x="1672" y="3400"/>
                      <a:pt x="2488" y="3400"/>
                    </a:cubicBezTo>
                    <a:cubicBezTo>
                      <a:pt x="3438" y="3400"/>
                      <a:pt x="4396" y="3238"/>
                      <a:pt x="5293" y="2991"/>
                    </a:cubicBezTo>
                    <a:cubicBezTo>
                      <a:pt x="6149" y="2762"/>
                      <a:pt x="6962" y="2449"/>
                      <a:pt x="7755" y="2073"/>
                    </a:cubicBezTo>
                    <a:cubicBezTo>
                      <a:pt x="8568" y="1677"/>
                      <a:pt x="9319" y="1239"/>
                      <a:pt x="10153" y="905"/>
                    </a:cubicBezTo>
                    <a:cubicBezTo>
                      <a:pt x="10994" y="542"/>
                      <a:pt x="11904" y="337"/>
                      <a:pt x="12836" y="337"/>
                    </a:cubicBezTo>
                    <a:cubicBezTo>
                      <a:pt x="12922" y="337"/>
                      <a:pt x="13008" y="339"/>
                      <a:pt x="13094" y="342"/>
                    </a:cubicBezTo>
                    <a:cubicBezTo>
                      <a:pt x="13100" y="343"/>
                      <a:pt x="13107" y="343"/>
                      <a:pt x="13113" y="343"/>
                    </a:cubicBezTo>
                    <a:cubicBezTo>
                      <a:pt x="13303" y="343"/>
                      <a:pt x="13296" y="29"/>
                      <a:pt x="13094" y="8"/>
                    </a:cubicBezTo>
                    <a:cubicBezTo>
                      <a:pt x="12984" y="3"/>
                      <a:pt x="12874" y="1"/>
                      <a:pt x="127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9"/>
              <p:cNvSpPr/>
              <p:nvPr/>
            </p:nvSpPr>
            <p:spPr>
              <a:xfrm>
                <a:off x="-650100" y="3961650"/>
                <a:ext cx="312400" cy="168075"/>
              </a:xfrm>
              <a:custGeom>
                <a:rect b="b" l="l" r="r" t="t"/>
                <a:pathLst>
                  <a:path extrusionOk="0" h="6723" w="12496">
                    <a:moveTo>
                      <a:pt x="12360" y="1"/>
                    </a:moveTo>
                    <a:cubicBezTo>
                      <a:pt x="12326" y="1"/>
                      <a:pt x="12292" y="15"/>
                      <a:pt x="12265" y="48"/>
                    </a:cubicBezTo>
                    <a:cubicBezTo>
                      <a:pt x="11785" y="736"/>
                      <a:pt x="11389" y="1487"/>
                      <a:pt x="10909" y="2175"/>
                    </a:cubicBezTo>
                    <a:cubicBezTo>
                      <a:pt x="10430" y="2864"/>
                      <a:pt x="9846" y="3448"/>
                      <a:pt x="9178" y="3948"/>
                    </a:cubicBezTo>
                    <a:cubicBezTo>
                      <a:pt x="8386" y="4470"/>
                      <a:pt x="7510" y="4824"/>
                      <a:pt x="6592" y="4991"/>
                    </a:cubicBezTo>
                    <a:cubicBezTo>
                      <a:pt x="5591" y="5241"/>
                      <a:pt x="4569" y="5450"/>
                      <a:pt x="3568" y="5659"/>
                    </a:cubicBezTo>
                    <a:lnTo>
                      <a:pt x="1857" y="6034"/>
                    </a:lnTo>
                    <a:lnTo>
                      <a:pt x="981" y="6222"/>
                    </a:lnTo>
                    <a:cubicBezTo>
                      <a:pt x="689" y="6263"/>
                      <a:pt x="397" y="6347"/>
                      <a:pt x="126" y="6472"/>
                    </a:cubicBezTo>
                    <a:cubicBezTo>
                      <a:pt x="1" y="6535"/>
                      <a:pt x="84" y="6701"/>
                      <a:pt x="209" y="6722"/>
                    </a:cubicBezTo>
                    <a:cubicBezTo>
                      <a:pt x="460" y="6722"/>
                      <a:pt x="731" y="6681"/>
                      <a:pt x="981" y="6618"/>
                    </a:cubicBezTo>
                    <a:lnTo>
                      <a:pt x="1774" y="6430"/>
                    </a:lnTo>
                    <a:lnTo>
                      <a:pt x="3338" y="6097"/>
                    </a:lnTo>
                    <a:cubicBezTo>
                      <a:pt x="4381" y="5867"/>
                      <a:pt x="5424" y="5638"/>
                      <a:pt x="6467" y="5408"/>
                    </a:cubicBezTo>
                    <a:cubicBezTo>
                      <a:pt x="7426" y="5241"/>
                      <a:pt x="8344" y="4887"/>
                      <a:pt x="9178" y="4386"/>
                    </a:cubicBezTo>
                    <a:cubicBezTo>
                      <a:pt x="9867" y="3907"/>
                      <a:pt x="10471" y="3323"/>
                      <a:pt x="10972" y="2655"/>
                    </a:cubicBezTo>
                    <a:cubicBezTo>
                      <a:pt x="11556" y="1883"/>
                      <a:pt x="12057" y="1028"/>
                      <a:pt x="12453" y="152"/>
                    </a:cubicBezTo>
                    <a:cubicBezTo>
                      <a:pt x="12496" y="67"/>
                      <a:pt x="12431" y="1"/>
                      <a:pt x="1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9"/>
              <p:cNvSpPr/>
              <p:nvPr/>
            </p:nvSpPr>
            <p:spPr>
              <a:xfrm>
                <a:off x="-61900" y="3043400"/>
                <a:ext cx="157450" cy="1130375"/>
              </a:xfrm>
              <a:custGeom>
                <a:rect b="b" l="l" r="r" t="t"/>
                <a:pathLst>
                  <a:path extrusionOk="0" h="45215" w="6298">
                    <a:moveTo>
                      <a:pt x="6132" y="0"/>
                    </a:moveTo>
                    <a:cubicBezTo>
                      <a:pt x="6102" y="0"/>
                      <a:pt x="6072" y="14"/>
                      <a:pt x="6049" y="48"/>
                    </a:cubicBezTo>
                    <a:lnTo>
                      <a:pt x="6049" y="27"/>
                    </a:lnTo>
                    <a:cubicBezTo>
                      <a:pt x="4360" y="2175"/>
                      <a:pt x="3546" y="4866"/>
                      <a:pt x="3275" y="7536"/>
                    </a:cubicBezTo>
                    <a:cubicBezTo>
                      <a:pt x="2920" y="10706"/>
                      <a:pt x="3338" y="13897"/>
                      <a:pt x="3755" y="17026"/>
                    </a:cubicBezTo>
                    <a:cubicBezTo>
                      <a:pt x="3963" y="18611"/>
                      <a:pt x="4172" y="20196"/>
                      <a:pt x="4380" y="21802"/>
                    </a:cubicBezTo>
                    <a:cubicBezTo>
                      <a:pt x="4589" y="23387"/>
                      <a:pt x="4818" y="24973"/>
                      <a:pt x="4944" y="26558"/>
                    </a:cubicBezTo>
                    <a:cubicBezTo>
                      <a:pt x="5110" y="28143"/>
                      <a:pt x="5048" y="29749"/>
                      <a:pt x="4756" y="31334"/>
                    </a:cubicBezTo>
                    <a:cubicBezTo>
                      <a:pt x="4506" y="32836"/>
                      <a:pt x="4026" y="34296"/>
                      <a:pt x="3379" y="35693"/>
                    </a:cubicBezTo>
                    <a:cubicBezTo>
                      <a:pt x="2691" y="37049"/>
                      <a:pt x="1836" y="38321"/>
                      <a:pt x="1231" y="39719"/>
                    </a:cubicBezTo>
                    <a:cubicBezTo>
                      <a:pt x="626" y="41137"/>
                      <a:pt x="84" y="42535"/>
                      <a:pt x="21" y="44057"/>
                    </a:cubicBezTo>
                    <a:cubicBezTo>
                      <a:pt x="0" y="44391"/>
                      <a:pt x="0" y="44725"/>
                      <a:pt x="21" y="45058"/>
                    </a:cubicBezTo>
                    <a:cubicBezTo>
                      <a:pt x="32" y="45163"/>
                      <a:pt x="120" y="45215"/>
                      <a:pt x="204" y="45215"/>
                    </a:cubicBezTo>
                    <a:cubicBezTo>
                      <a:pt x="287" y="45215"/>
                      <a:pt x="365" y="45163"/>
                      <a:pt x="355" y="45058"/>
                    </a:cubicBezTo>
                    <a:cubicBezTo>
                      <a:pt x="334" y="44725"/>
                      <a:pt x="334" y="44391"/>
                      <a:pt x="355" y="44057"/>
                    </a:cubicBezTo>
                    <a:cubicBezTo>
                      <a:pt x="376" y="43661"/>
                      <a:pt x="418" y="43285"/>
                      <a:pt x="501" y="42910"/>
                    </a:cubicBezTo>
                    <a:cubicBezTo>
                      <a:pt x="668" y="42159"/>
                      <a:pt x="897" y="41450"/>
                      <a:pt x="1189" y="40741"/>
                    </a:cubicBezTo>
                    <a:cubicBezTo>
                      <a:pt x="1460" y="40011"/>
                      <a:pt x="1794" y="39302"/>
                      <a:pt x="2149" y="38613"/>
                    </a:cubicBezTo>
                    <a:cubicBezTo>
                      <a:pt x="2503" y="37946"/>
                      <a:pt x="2900" y="37299"/>
                      <a:pt x="3275" y="36632"/>
                    </a:cubicBezTo>
                    <a:cubicBezTo>
                      <a:pt x="3630" y="35985"/>
                      <a:pt x="3942" y="35339"/>
                      <a:pt x="4214" y="34671"/>
                    </a:cubicBezTo>
                    <a:cubicBezTo>
                      <a:pt x="4485" y="33941"/>
                      <a:pt x="4693" y="33211"/>
                      <a:pt x="4860" y="32481"/>
                    </a:cubicBezTo>
                    <a:cubicBezTo>
                      <a:pt x="5256" y="30979"/>
                      <a:pt x="5423" y="29457"/>
                      <a:pt x="5382" y="27913"/>
                    </a:cubicBezTo>
                    <a:cubicBezTo>
                      <a:pt x="5319" y="26349"/>
                      <a:pt x="5173" y="24785"/>
                      <a:pt x="4923" y="23221"/>
                    </a:cubicBezTo>
                    <a:cubicBezTo>
                      <a:pt x="4714" y="21656"/>
                      <a:pt x="4506" y="20071"/>
                      <a:pt x="4297" y="18507"/>
                    </a:cubicBezTo>
                    <a:cubicBezTo>
                      <a:pt x="3880" y="15336"/>
                      <a:pt x="3379" y="12166"/>
                      <a:pt x="3484" y="8975"/>
                    </a:cubicBezTo>
                    <a:cubicBezTo>
                      <a:pt x="3588" y="6222"/>
                      <a:pt x="4193" y="3406"/>
                      <a:pt x="5674" y="1028"/>
                    </a:cubicBezTo>
                    <a:cubicBezTo>
                      <a:pt x="5841" y="736"/>
                      <a:pt x="6028" y="465"/>
                      <a:pt x="6237" y="194"/>
                    </a:cubicBezTo>
                    <a:cubicBezTo>
                      <a:pt x="6298" y="102"/>
                      <a:pt x="6214" y="0"/>
                      <a:pt x="6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9"/>
              <p:cNvSpPr/>
              <p:nvPr/>
            </p:nvSpPr>
            <p:spPr>
              <a:xfrm>
                <a:off x="-355475" y="3349550"/>
                <a:ext cx="421625" cy="345050"/>
              </a:xfrm>
              <a:custGeom>
                <a:rect b="b" l="l" r="r" t="t"/>
                <a:pathLst>
                  <a:path extrusionOk="0" h="13802" w="16865">
                    <a:moveTo>
                      <a:pt x="394" y="0"/>
                    </a:moveTo>
                    <a:cubicBezTo>
                      <a:pt x="304" y="0"/>
                      <a:pt x="215" y="1"/>
                      <a:pt x="126" y="3"/>
                    </a:cubicBezTo>
                    <a:cubicBezTo>
                      <a:pt x="0" y="24"/>
                      <a:pt x="0" y="212"/>
                      <a:pt x="126" y="233"/>
                    </a:cubicBezTo>
                    <a:lnTo>
                      <a:pt x="126" y="212"/>
                    </a:lnTo>
                    <a:cubicBezTo>
                      <a:pt x="897" y="275"/>
                      <a:pt x="1669" y="337"/>
                      <a:pt x="2441" y="483"/>
                    </a:cubicBezTo>
                    <a:cubicBezTo>
                      <a:pt x="3171" y="608"/>
                      <a:pt x="3901" y="775"/>
                      <a:pt x="4631" y="984"/>
                    </a:cubicBezTo>
                    <a:cubicBezTo>
                      <a:pt x="9783" y="2506"/>
                      <a:pt x="13933" y="6365"/>
                      <a:pt x="15873" y="11392"/>
                    </a:cubicBezTo>
                    <a:cubicBezTo>
                      <a:pt x="15998" y="11767"/>
                      <a:pt x="16123" y="12143"/>
                      <a:pt x="16249" y="12518"/>
                    </a:cubicBezTo>
                    <a:cubicBezTo>
                      <a:pt x="16374" y="12914"/>
                      <a:pt x="16478" y="13331"/>
                      <a:pt x="16624" y="13728"/>
                    </a:cubicBezTo>
                    <a:cubicBezTo>
                      <a:pt x="16643" y="13775"/>
                      <a:pt x="16697" y="13801"/>
                      <a:pt x="16748" y="13801"/>
                    </a:cubicBezTo>
                    <a:cubicBezTo>
                      <a:pt x="16809" y="13801"/>
                      <a:pt x="16865" y="13765"/>
                      <a:pt x="16853" y="13686"/>
                    </a:cubicBezTo>
                    <a:cubicBezTo>
                      <a:pt x="16770" y="12956"/>
                      <a:pt x="16561" y="12226"/>
                      <a:pt x="16290" y="11538"/>
                    </a:cubicBezTo>
                    <a:cubicBezTo>
                      <a:pt x="16019" y="10849"/>
                      <a:pt x="15727" y="10161"/>
                      <a:pt x="15393" y="9514"/>
                    </a:cubicBezTo>
                    <a:cubicBezTo>
                      <a:pt x="14705" y="8180"/>
                      <a:pt x="13871" y="6949"/>
                      <a:pt x="12891" y="5844"/>
                    </a:cubicBezTo>
                    <a:cubicBezTo>
                      <a:pt x="10826" y="3528"/>
                      <a:pt x="8218" y="1818"/>
                      <a:pt x="5298" y="859"/>
                    </a:cubicBezTo>
                    <a:cubicBezTo>
                      <a:pt x="4464" y="567"/>
                      <a:pt x="3609" y="358"/>
                      <a:pt x="2733" y="212"/>
                    </a:cubicBezTo>
                    <a:cubicBezTo>
                      <a:pt x="1965" y="81"/>
                      <a:pt x="1180"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9"/>
              <p:cNvSpPr/>
              <p:nvPr/>
            </p:nvSpPr>
            <p:spPr>
              <a:xfrm>
                <a:off x="63975" y="3496975"/>
                <a:ext cx="367425" cy="214350"/>
              </a:xfrm>
              <a:custGeom>
                <a:rect b="b" l="l" r="r" t="t"/>
                <a:pathLst>
                  <a:path extrusionOk="0" h="8574" w="14697">
                    <a:moveTo>
                      <a:pt x="11676" y="1"/>
                    </a:moveTo>
                    <a:cubicBezTo>
                      <a:pt x="11321" y="1"/>
                      <a:pt x="10965" y="16"/>
                      <a:pt x="10609" y="51"/>
                    </a:cubicBezTo>
                    <a:cubicBezTo>
                      <a:pt x="9295" y="113"/>
                      <a:pt x="8001" y="385"/>
                      <a:pt x="6771" y="823"/>
                    </a:cubicBezTo>
                    <a:cubicBezTo>
                      <a:pt x="4581" y="1594"/>
                      <a:pt x="2683" y="3054"/>
                      <a:pt x="1369" y="4973"/>
                    </a:cubicBezTo>
                    <a:cubicBezTo>
                      <a:pt x="1014" y="5495"/>
                      <a:pt x="722" y="6037"/>
                      <a:pt x="493" y="6642"/>
                    </a:cubicBezTo>
                    <a:cubicBezTo>
                      <a:pt x="242" y="7226"/>
                      <a:pt x="96" y="7831"/>
                      <a:pt x="13" y="8456"/>
                    </a:cubicBezTo>
                    <a:cubicBezTo>
                      <a:pt x="1" y="8529"/>
                      <a:pt x="52" y="8574"/>
                      <a:pt x="101" y="8574"/>
                    </a:cubicBezTo>
                    <a:cubicBezTo>
                      <a:pt x="137" y="8574"/>
                      <a:pt x="171" y="8551"/>
                      <a:pt x="180" y="8498"/>
                    </a:cubicBezTo>
                    <a:cubicBezTo>
                      <a:pt x="660" y="6350"/>
                      <a:pt x="1848" y="4431"/>
                      <a:pt x="3538" y="3033"/>
                    </a:cubicBezTo>
                    <a:cubicBezTo>
                      <a:pt x="5415" y="1469"/>
                      <a:pt x="7772" y="656"/>
                      <a:pt x="10171" y="405"/>
                    </a:cubicBezTo>
                    <a:cubicBezTo>
                      <a:pt x="10718" y="358"/>
                      <a:pt x="11254" y="335"/>
                      <a:pt x="11787" y="335"/>
                    </a:cubicBezTo>
                    <a:cubicBezTo>
                      <a:pt x="11964" y="335"/>
                      <a:pt x="12142" y="338"/>
                      <a:pt x="12319" y="343"/>
                    </a:cubicBezTo>
                    <a:cubicBezTo>
                      <a:pt x="12694" y="364"/>
                      <a:pt x="13049" y="385"/>
                      <a:pt x="13424" y="426"/>
                    </a:cubicBezTo>
                    <a:cubicBezTo>
                      <a:pt x="13779" y="447"/>
                      <a:pt x="14134" y="510"/>
                      <a:pt x="14488" y="531"/>
                    </a:cubicBezTo>
                    <a:cubicBezTo>
                      <a:pt x="14676" y="531"/>
                      <a:pt x="14697" y="280"/>
                      <a:pt x="14530" y="239"/>
                    </a:cubicBezTo>
                    <a:cubicBezTo>
                      <a:pt x="13883" y="93"/>
                      <a:pt x="13216" y="30"/>
                      <a:pt x="12548" y="30"/>
                    </a:cubicBezTo>
                    <a:cubicBezTo>
                      <a:pt x="12258" y="11"/>
                      <a:pt x="11967" y="1"/>
                      <a:pt x="11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9"/>
              <p:cNvSpPr/>
              <p:nvPr/>
            </p:nvSpPr>
            <p:spPr>
              <a:xfrm>
                <a:off x="177450" y="3749675"/>
                <a:ext cx="41725" cy="250950"/>
              </a:xfrm>
              <a:custGeom>
                <a:rect b="b" l="l" r="r" t="t"/>
                <a:pathLst>
                  <a:path extrusionOk="0" h="10038" w="1669">
                    <a:moveTo>
                      <a:pt x="688" y="0"/>
                    </a:moveTo>
                    <a:cubicBezTo>
                      <a:pt x="646" y="0"/>
                      <a:pt x="605" y="23"/>
                      <a:pt x="584" y="80"/>
                    </a:cubicBezTo>
                    <a:cubicBezTo>
                      <a:pt x="459" y="372"/>
                      <a:pt x="459" y="705"/>
                      <a:pt x="563" y="997"/>
                    </a:cubicBezTo>
                    <a:cubicBezTo>
                      <a:pt x="647" y="1352"/>
                      <a:pt x="730" y="1686"/>
                      <a:pt x="813" y="2040"/>
                    </a:cubicBezTo>
                    <a:cubicBezTo>
                      <a:pt x="980" y="2749"/>
                      <a:pt x="1105" y="3479"/>
                      <a:pt x="1210" y="4209"/>
                    </a:cubicBezTo>
                    <a:cubicBezTo>
                      <a:pt x="1397" y="5523"/>
                      <a:pt x="1314" y="6837"/>
                      <a:pt x="918" y="8089"/>
                    </a:cubicBezTo>
                    <a:cubicBezTo>
                      <a:pt x="813" y="8423"/>
                      <a:pt x="688" y="8735"/>
                      <a:pt x="521" y="9048"/>
                    </a:cubicBezTo>
                    <a:cubicBezTo>
                      <a:pt x="438" y="9173"/>
                      <a:pt x="355" y="9340"/>
                      <a:pt x="313" y="9486"/>
                    </a:cubicBezTo>
                    <a:cubicBezTo>
                      <a:pt x="229" y="9674"/>
                      <a:pt x="125" y="9862"/>
                      <a:pt x="0" y="10008"/>
                    </a:cubicBezTo>
                    <a:cubicBezTo>
                      <a:pt x="0" y="10023"/>
                      <a:pt x="0" y="10037"/>
                      <a:pt x="7" y="10037"/>
                    </a:cubicBezTo>
                    <a:cubicBezTo>
                      <a:pt x="10" y="10037"/>
                      <a:pt x="15" y="10035"/>
                      <a:pt x="21" y="10029"/>
                    </a:cubicBezTo>
                    <a:lnTo>
                      <a:pt x="334" y="9695"/>
                    </a:lnTo>
                    <a:cubicBezTo>
                      <a:pt x="459" y="9591"/>
                      <a:pt x="563" y="9486"/>
                      <a:pt x="647" y="9361"/>
                    </a:cubicBezTo>
                    <a:cubicBezTo>
                      <a:pt x="813" y="9111"/>
                      <a:pt x="939" y="8840"/>
                      <a:pt x="1064" y="8569"/>
                    </a:cubicBezTo>
                    <a:cubicBezTo>
                      <a:pt x="1293" y="8005"/>
                      <a:pt x="1439" y="7401"/>
                      <a:pt x="1523" y="6775"/>
                    </a:cubicBezTo>
                    <a:cubicBezTo>
                      <a:pt x="1669" y="5377"/>
                      <a:pt x="1564" y="3980"/>
                      <a:pt x="1251" y="2603"/>
                    </a:cubicBezTo>
                    <a:cubicBezTo>
                      <a:pt x="1147" y="2186"/>
                      <a:pt x="1064" y="1790"/>
                      <a:pt x="959" y="1373"/>
                    </a:cubicBezTo>
                    <a:cubicBezTo>
                      <a:pt x="855" y="956"/>
                      <a:pt x="730" y="580"/>
                      <a:pt x="834" y="184"/>
                    </a:cubicBezTo>
                    <a:cubicBezTo>
                      <a:pt x="862" y="87"/>
                      <a:pt x="771" y="0"/>
                      <a:pt x="6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9"/>
              <p:cNvSpPr/>
              <p:nvPr/>
            </p:nvSpPr>
            <p:spPr>
              <a:xfrm>
                <a:off x="-512950" y="4153750"/>
                <a:ext cx="154375" cy="150125"/>
              </a:xfrm>
              <a:custGeom>
                <a:rect b="b" l="l" r="r" t="t"/>
                <a:pathLst>
                  <a:path extrusionOk="0" h="6005" w="6175">
                    <a:moveTo>
                      <a:pt x="2554" y="1"/>
                    </a:moveTo>
                    <a:cubicBezTo>
                      <a:pt x="2377" y="1"/>
                      <a:pt x="2199" y="27"/>
                      <a:pt x="2024" y="81"/>
                    </a:cubicBezTo>
                    <a:cubicBezTo>
                      <a:pt x="772" y="477"/>
                      <a:pt x="42" y="1708"/>
                      <a:pt x="21" y="2980"/>
                    </a:cubicBezTo>
                    <a:cubicBezTo>
                      <a:pt x="0" y="4023"/>
                      <a:pt x="355" y="5024"/>
                      <a:pt x="730" y="6005"/>
                    </a:cubicBezTo>
                    <a:cubicBezTo>
                      <a:pt x="1002" y="5671"/>
                      <a:pt x="1377" y="5442"/>
                      <a:pt x="1794" y="5358"/>
                    </a:cubicBezTo>
                    <a:cubicBezTo>
                      <a:pt x="2211" y="5254"/>
                      <a:pt x="2629" y="5212"/>
                      <a:pt x="3046" y="5129"/>
                    </a:cubicBezTo>
                    <a:cubicBezTo>
                      <a:pt x="4089" y="4920"/>
                      <a:pt x="5027" y="4357"/>
                      <a:pt x="5715" y="3543"/>
                    </a:cubicBezTo>
                    <a:cubicBezTo>
                      <a:pt x="6049" y="3210"/>
                      <a:pt x="6174" y="2688"/>
                      <a:pt x="6049" y="2229"/>
                    </a:cubicBezTo>
                    <a:cubicBezTo>
                      <a:pt x="5930" y="1791"/>
                      <a:pt x="5581" y="1372"/>
                      <a:pt x="5114" y="1372"/>
                    </a:cubicBezTo>
                    <a:cubicBezTo>
                      <a:pt x="5092" y="1372"/>
                      <a:pt x="5070" y="1372"/>
                      <a:pt x="5048" y="1374"/>
                    </a:cubicBezTo>
                    <a:cubicBezTo>
                      <a:pt x="4839" y="1395"/>
                      <a:pt x="4631" y="1499"/>
                      <a:pt x="4422" y="1499"/>
                    </a:cubicBezTo>
                    <a:cubicBezTo>
                      <a:pt x="4214" y="1499"/>
                      <a:pt x="4235" y="1479"/>
                      <a:pt x="4214" y="1249"/>
                    </a:cubicBezTo>
                    <a:cubicBezTo>
                      <a:pt x="4151" y="936"/>
                      <a:pt x="4005" y="665"/>
                      <a:pt x="3755" y="457"/>
                    </a:cubicBezTo>
                    <a:cubicBezTo>
                      <a:pt x="3414" y="160"/>
                      <a:pt x="2988" y="1"/>
                      <a:pt x="25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9"/>
              <p:cNvSpPr/>
              <p:nvPr/>
            </p:nvSpPr>
            <p:spPr>
              <a:xfrm>
                <a:off x="-497825" y="4127800"/>
                <a:ext cx="183750" cy="171800"/>
              </a:xfrm>
              <a:custGeom>
                <a:rect b="b" l="l" r="r" t="t"/>
                <a:pathLst>
                  <a:path extrusionOk="0" h="6872" w="7350">
                    <a:moveTo>
                      <a:pt x="6296" y="0"/>
                    </a:moveTo>
                    <a:cubicBezTo>
                      <a:pt x="6208" y="0"/>
                      <a:pt x="6118" y="11"/>
                      <a:pt x="6028" y="35"/>
                    </a:cubicBezTo>
                    <a:cubicBezTo>
                      <a:pt x="5361" y="201"/>
                      <a:pt x="4777" y="577"/>
                      <a:pt x="4360" y="1119"/>
                    </a:cubicBezTo>
                    <a:cubicBezTo>
                      <a:pt x="3880" y="1682"/>
                      <a:pt x="3588" y="2371"/>
                      <a:pt x="3150" y="2996"/>
                    </a:cubicBezTo>
                    <a:cubicBezTo>
                      <a:pt x="2712" y="3664"/>
                      <a:pt x="2170" y="4289"/>
                      <a:pt x="1565" y="4832"/>
                    </a:cubicBezTo>
                    <a:cubicBezTo>
                      <a:pt x="1231" y="5124"/>
                      <a:pt x="918" y="5416"/>
                      <a:pt x="626" y="5729"/>
                    </a:cubicBezTo>
                    <a:cubicBezTo>
                      <a:pt x="397" y="5979"/>
                      <a:pt x="0" y="6417"/>
                      <a:pt x="84" y="6813"/>
                    </a:cubicBezTo>
                    <a:cubicBezTo>
                      <a:pt x="96" y="6850"/>
                      <a:pt x="136" y="6872"/>
                      <a:pt x="176" y="6872"/>
                    </a:cubicBezTo>
                    <a:cubicBezTo>
                      <a:pt x="205" y="6872"/>
                      <a:pt x="233" y="6860"/>
                      <a:pt x="251" y="6834"/>
                    </a:cubicBezTo>
                    <a:cubicBezTo>
                      <a:pt x="397" y="6500"/>
                      <a:pt x="584" y="6188"/>
                      <a:pt x="814" y="5916"/>
                    </a:cubicBezTo>
                    <a:cubicBezTo>
                      <a:pt x="1064" y="5666"/>
                      <a:pt x="1314" y="5416"/>
                      <a:pt x="1565" y="5186"/>
                    </a:cubicBezTo>
                    <a:cubicBezTo>
                      <a:pt x="2128" y="4707"/>
                      <a:pt x="2628" y="4164"/>
                      <a:pt x="3066" y="3601"/>
                    </a:cubicBezTo>
                    <a:cubicBezTo>
                      <a:pt x="3880" y="2517"/>
                      <a:pt x="4339" y="1057"/>
                      <a:pt x="5632" y="452"/>
                    </a:cubicBezTo>
                    <a:cubicBezTo>
                      <a:pt x="5831" y="336"/>
                      <a:pt x="6057" y="272"/>
                      <a:pt x="6288" y="272"/>
                    </a:cubicBezTo>
                    <a:cubicBezTo>
                      <a:pt x="6347" y="272"/>
                      <a:pt x="6407" y="276"/>
                      <a:pt x="6466" y="285"/>
                    </a:cubicBezTo>
                    <a:cubicBezTo>
                      <a:pt x="6779" y="347"/>
                      <a:pt x="7029" y="577"/>
                      <a:pt x="7155" y="869"/>
                    </a:cubicBezTo>
                    <a:cubicBezTo>
                      <a:pt x="7175" y="896"/>
                      <a:pt x="7204" y="908"/>
                      <a:pt x="7232" y="908"/>
                    </a:cubicBezTo>
                    <a:cubicBezTo>
                      <a:pt x="7292" y="908"/>
                      <a:pt x="7350" y="856"/>
                      <a:pt x="7321" y="785"/>
                    </a:cubicBezTo>
                    <a:cubicBezTo>
                      <a:pt x="7199" y="312"/>
                      <a:pt x="6766" y="0"/>
                      <a:pt x="6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9"/>
              <p:cNvSpPr/>
              <p:nvPr/>
            </p:nvSpPr>
            <p:spPr>
              <a:xfrm>
                <a:off x="397775" y="4137825"/>
                <a:ext cx="160550" cy="319900"/>
              </a:xfrm>
              <a:custGeom>
                <a:rect b="b" l="l" r="r" t="t"/>
                <a:pathLst>
                  <a:path extrusionOk="0" h="12796" w="6422">
                    <a:moveTo>
                      <a:pt x="102" y="1"/>
                    </a:moveTo>
                    <a:cubicBezTo>
                      <a:pt x="37" y="1"/>
                      <a:pt x="1" y="98"/>
                      <a:pt x="72" y="134"/>
                    </a:cubicBezTo>
                    <a:cubicBezTo>
                      <a:pt x="823" y="635"/>
                      <a:pt x="1491" y="1198"/>
                      <a:pt x="2075" y="1865"/>
                    </a:cubicBezTo>
                    <a:cubicBezTo>
                      <a:pt x="2659" y="2554"/>
                      <a:pt x="3138" y="3304"/>
                      <a:pt x="3535" y="4118"/>
                    </a:cubicBezTo>
                    <a:cubicBezTo>
                      <a:pt x="3931" y="4911"/>
                      <a:pt x="4244" y="5766"/>
                      <a:pt x="4473" y="6642"/>
                    </a:cubicBezTo>
                    <a:cubicBezTo>
                      <a:pt x="4724" y="7580"/>
                      <a:pt x="4891" y="8540"/>
                      <a:pt x="5078" y="9499"/>
                    </a:cubicBezTo>
                    <a:cubicBezTo>
                      <a:pt x="5308" y="10605"/>
                      <a:pt x="5558" y="11793"/>
                      <a:pt x="6163" y="12753"/>
                    </a:cubicBezTo>
                    <a:cubicBezTo>
                      <a:pt x="6193" y="12783"/>
                      <a:pt x="6228" y="12796"/>
                      <a:pt x="6262" y="12796"/>
                    </a:cubicBezTo>
                    <a:cubicBezTo>
                      <a:pt x="6346" y="12796"/>
                      <a:pt x="6422" y="12717"/>
                      <a:pt x="6392" y="12628"/>
                    </a:cubicBezTo>
                    <a:cubicBezTo>
                      <a:pt x="5913" y="11689"/>
                      <a:pt x="5579" y="10709"/>
                      <a:pt x="5391" y="9687"/>
                    </a:cubicBezTo>
                    <a:cubicBezTo>
                      <a:pt x="5203" y="8686"/>
                      <a:pt x="5037" y="7705"/>
                      <a:pt x="4786" y="6725"/>
                    </a:cubicBezTo>
                    <a:cubicBezTo>
                      <a:pt x="4348" y="4973"/>
                      <a:pt x="3556" y="3325"/>
                      <a:pt x="2429" y="1907"/>
                    </a:cubicBezTo>
                    <a:cubicBezTo>
                      <a:pt x="1824" y="1114"/>
                      <a:pt x="1032" y="468"/>
                      <a:pt x="135" y="9"/>
                    </a:cubicBezTo>
                    <a:cubicBezTo>
                      <a:pt x="123" y="3"/>
                      <a:pt x="112" y="1"/>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9"/>
              <p:cNvSpPr/>
              <p:nvPr/>
            </p:nvSpPr>
            <p:spPr>
              <a:xfrm>
                <a:off x="84625" y="3769250"/>
                <a:ext cx="412800" cy="398525"/>
              </a:xfrm>
              <a:custGeom>
                <a:rect b="b" l="l" r="r" t="t"/>
                <a:pathLst>
                  <a:path extrusionOk="0" h="15941" w="16512">
                    <a:moveTo>
                      <a:pt x="10897" y="1"/>
                    </a:moveTo>
                    <a:cubicBezTo>
                      <a:pt x="8943" y="1"/>
                      <a:pt x="7091" y="1024"/>
                      <a:pt x="5695" y="2363"/>
                    </a:cubicBezTo>
                    <a:cubicBezTo>
                      <a:pt x="4860" y="3197"/>
                      <a:pt x="4130" y="4136"/>
                      <a:pt x="3525" y="5137"/>
                    </a:cubicBezTo>
                    <a:cubicBezTo>
                      <a:pt x="2879" y="6138"/>
                      <a:pt x="2295" y="7181"/>
                      <a:pt x="1773" y="8265"/>
                    </a:cubicBezTo>
                    <a:cubicBezTo>
                      <a:pt x="772" y="10351"/>
                      <a:pt x="0" y="12687"/>
                      <a:pt x="397" y="15044"/>
                    </a:cubicBezTo>
                    <a:cubicBezTo>
                      <a:pt x="438" y="15315"/>
                      <a:pt x="501" y="15586"/>
                      <a:pt x="584" y="15857"/>
                    </a:cubicBezTo>
                    <a:cubicBezTo>
                      <a:pt x="609" y="15915"/>
                      <a:pt x="657" y="15941"/>
                      <a:pt x="705" y="15941"/>
                    </a:cubicBezTo>
                    <a:cubicBezTo>
                      <a:pt x="776" y="15941"/>
                      <a:pt x="847" y="15883"/>
                      <a:pt x="835" y="15795"/>
                    </a:cubicBezTo>
                    <a:lnTo>
                      <a:pt x="835" y="15795"/>
                    </a:lnTo>
                    <a:lnTo>
                      <a:pt x="835" y="15816"/>
                    </a:lnTo>
                    <a:cubicBezTo>
                      <a:pt x="209" y="13584"/>
                      <a:pt x="793" y="11248"/>
                      <a:pt x="1711" y="9183"/>
                    </a:cubicBezTo>
                    <a:cubicBezTo>
                      <a:pt x="2190" y="8119"/>
                      <a:pt x="2733" y="7097"/>
                      <a:pt x="3317" y="6096"/>
                    </a:cubicBezTo>
                    <a:cubicBezTo>
                      <a:pt x="3880" y="5116"/>
                      <a:pt x="4547" y="4177"/>
                      <a:pt x="5277" y="3301"/>
                    </a:cubicBezTo>
                    <a:cubicBezTo>
                      <a:pt x="6654" y="1737"/>
                      <a:pt x="8552" y="402"/>
                      <a:pt x="10700" y="319"/>
                    </a:cubicBezTo>
                    <a:cubicBezTo>
                      <a:pt x="10774" y="315"/>
                      <a:pt x="10848" y="314"/>
                      <a:pt x="10922" y="314"/>
                    </a:cubicBezTo>
                    <a:cubicBezTo>
                      <a:pt x="11807" y="314"/>
                      <a:pt x="12684" y="543"/>
                      <a:pt x="13454" y="986"/>
                    </a:cubicBezTo>
                    <a:cubicBezTo>
                      <a:pt x="13871" y="1215"/>
                      <a:pt x="14225" y="1507"/>
                      <a:pt x="14538" y="1862"/>
                    </a:cubicBezTo>
                    <a:cubicBezTo>
                      <a:pt x="14726" y="2050"/>
                      <a:pt x="14872" y="2279"/>
                      <a:pt x="14955" y="2509"/>
                    </a:cubicBezTo>
                    <a:cubicBezTo>
                      <a:pt x="15039" y="2738"/>
                      <a:pt x="15101" y="2988"/>
                      <a:pt x="15143" y="3239"/>
                    </a:cubicBezTo>
                    <a:cubicBezTo>
                      <a:pt x="15185" y="3489"/>
                      <a:pt x="15289" y="3760"/>
                      <a:pt x="15352" y="4031"/>
                    </a:cubicBezTo>
                    <a:cubicBezTo>
                      <a:pt x="15414" y="4302"/>
                      <a:pt x="15477" y="4594"/>
                      <a:pt x="15539" y="4886"/>
                    </a:cubicBezTo>
                    <a:cubicBezTo>
                      <a:pt x="15623" y="5470"/>
                      <a:pt x="15685" y="6054"/>
                      <a:pt x="15727" y="6638"/>
                    </a:cubicBezTo>
                    <a:cubicBezTo>
                      <a:pt x="15769" y="7806"/>
                      <a:pt x="15873" y="8974"/>
                      <a:pt x="16040" y="10122"/>
                    </a:cubicBezTo>
                    <a:cubicBezTo>
                      <a:pt x="16082" y="10414"/>
                      <a:pt x="16165" y="10706"/>
                      <a:pt x="16269" y="10977"/>
                    </a:cubicBezTo>
                    <a:cubicBezTo>
                      <a:pt x="16293" y="11025"/>
                      <a:pt x="16335" y="11045"/>
                      <a:pt x="16377" y="11045"/>
                    </a:cubicBezTo>
                    <a:cubicBezTo>
                      <a:pt x="16445" y="11045"/>
                      <a:pt x="16512" y="10992"/>
                      <a:pt x="16499" y="10914"/>
                    </a:cubicBezTo>
                    <a:cubicBezTo>
                      <a:pt x="16415" y="10309"/>
                      <a:pt x="16269" y="9704"/>
                      <a:pt x="16207" y="9100"/>
                    </a:cubicBezTo>
                    <a:cubicBezTo>
                      <a:pt x="16144" y="8474"/>
                      <a:pt x="16123" y="7890"/>
                      <a:pt x="16082" y="7285"/>
                    </a:cubicBezTo>
                    <a:cubicBezTo>
                      <a:pt x="16061" y="6075"/>
                      <a:pt x="15894" y="4866"/>
                      <a:pt x="15602" y="3698"/>
                    </a:cubicBezTo>
                    <a:cubicBezTo>
                      <a:pt x="15518" y="3426"/>
                      <a:pt x="15456" y="3155"/>
                      <a:pt x="15393" y="2884"/>
                    </a:cubicBezTo>
                    <a:cubicBezTo>
                      <a:pt x="15352" y="2634"/>
                      <a:pt x="15268" y="2383"/>
                      <a:pt x="15143" y="2154"/>
                    </a:cubicBezTo>
                    <a:cubicBezTo>
                      <a:pt x="14893" y="1737"/>
                      <a:pt x="14559" y="1361"/>
                      <a:pt x="14142" y="1069"/>
                    </a:cubicBezTo>
                    <a:cubicBezTo>
                      <a:pt x="13370" y="485"/>
                      <a:pt x="12411" y="110"/>
                      <a:pt x="11430" y="27"/>
                    </a:cubicBezTo>
                    <a:cubicBezTo>
                      <a:pt x="11252" y="9"/>
                      <a:pt x="11074" y="1"/>
                      <a:pt x="108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9"/>
              <p:cNvSpPr/>
              <p:nvPr/>
            </p:nvSpPr>
            <p:spPr>
              <a:xfrm>
                <a:off x="262150" y="4105825"/>
                <a:ext cx="143075" cy="52850"/>
              </a:xfrm>
              <a:custGeom>
                <a:rect b="b" l="l" r="r" t="t"/>
                <a:pathLst>
                  <a:path extrusionOk="0" h="2114" w="5723">
                    <a:moveTo>
                      <a:pt x="2495" y="1"/>
                    </a:moveTo>
                    <a:cubicBezTo>
                      <a:pt x="1847" y="1"/>
                      <a:pt x="1216" y="246"/>
                      <a:pt x="742" y="705"/>
                    </a:cubicBezTo>
                    <a:cubicBezTo>
                      <a:pt x="346" y="1039"/>
                      <a:pt x="95" y="1498"/>
                      <a:pt x="12" y="1998"/>
                    </a:cubicBezTo>
                    <a:cubicBezTo>
                      <a:pt x="1" y="2077"/>
                      <a:pt x="57" y="2114"/>
                      <a:pt x="120" y="2114"/>
                    </a:cubicBezTo>
                    <a:cubicBezTo>
                      <a:pt x="174" y="2114"/>
                      <a:pt x="233" y="2088"/>
                      <a:pt x="262" y="2040"/>
                    </a:cubicBezTo>
                    <a:cubicBezTo>
                      <a:pt x="387" y="1644"/>
                      <a:pt x="596" y="1289"/>
                      <a:pt x="867" y="997"/>
                    </a:cubicBezTo>
                    <a:cubicBezTo>
                      <a:pt x="1159" y="705"/>
                      <a:pt x="1514" y="476"/>
                      <a:pt x="1910" y="371"/>
                    </a:cubicBezTo>
                    <a:cubicBezTo>
                      <a:pt x="2104" y="313"/>
                      <a:pt x="2301" y="287"/>
                      <a:pt x="2498" y="287"/>
                    </a:cubicBezTo>
                    <a:cubicBezTo>
                      <a:pt x="3146" y="287"/>
                      <a:pt x="3795" y="563"/>
                      <a:pt x="4371" y="851"/>
                    </a:cubicBezTo>
                    <a:cubicBezTo>
                      <a:pt x="4580" y="955"/>
                      <a:pt x="4809" y="1080"/>
                      <a:pt x="5018" y="1206"/>
                    </a:cubicBezTo>
                    <a:lnTo>
                      <a:pt x="5331" y="1393"/>
                    </a:lnTo>
                    <a:cubicBezTo>
                      <a:pt x="5435" y="1456"/>
                      <a:pt x="5539" y="1477"/>
                      <a:pt x="5664" y="1518"/>
                    </a:cubicBezTo>
                    <a:cubicBezTo>
                      <a:pt x="5668" y="1522"/>
                      <a:pt x="5673" y="1524"/>
                      <a:pt x="5677" y="1524"/>
                    </a:cubicBezTo>
                    <a:cubicBezTo>
                      <a:pt x="5698" y="1524"/>
                      <a:pt x="5723" y="1490"/>
                      <a:pt x="5706" y="1456"/>
                    </a:cubicBezTo>
                    <a:cubicBezTo>
                      <a:pt x="5643" y="1393"/>
                      <a:pt x="5581" y="1310"/>
                      <a:pt x="5518" y="1247"/>
                    </a:cubicBezTo>
                    <a:cubicBezTo>
                      <a:pt x="5414" y="1185"/>
                      <a:pt x="5310" y="1101"/>
                      <a:pt x="5205" y="1039"/>
                    </a:cubicBezTo>
                    <a:cubicBezTo>
                      <a:pt x="4997" y="914"/>
                      <a:pt x="4767" y="788"/>
                      <a:pt x="4559" y="663"/>
                    </a:cubicBezTo>
                    <a:cubicBezTo>
                      <a:pt x="4121" y="413"/>
                      <a:pt x="3662" y="225"/>
                      <a:pt x="3203" y="100"/>
                    </a:cubicBezTo>
                    <a:cubicBezTo>
                      <a:pt x="2969" y="33"/>
                      <a:pt x="2731" y="1"/>
                      <a:pt x="24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9"/>
              <p:cNvSpPr/>
              <p:nvPr/>
            </p:nvSpPr>
            <p:spPr>
              <a:xfrm>
                <a:off x="-355475" y="4154925"/>
                <a:ext cx="247200" cy="230825"/>
              </a:xfrm>
              <a:custGeom>
                <a:rect b="b" l="l" r="r" t="t"/>
                <a:pathLst>
                  <a:path extrusionOk="0" h="9233" w="9888">
                    <a:moveTo>
                      <a:pt x="4272" y="0"/>
                    </a:moveTo>
                    <a:cubicBezTo>
                      <a:pt x="2355" y="0"/>
                      <a:pt x="289" y="781"/>
                      <a:pt x="126" y="2412"/>
                    </a:cubicBezTo>
                    <a:cubicBezTo>
                      <a:pt x="0" y="3705"/>
                      <a:pt x="146" y="5019"/>
                      <a:pt x="564" y="6250"/>
                    </a:cubicBezTo>
                    <a:cubicBezTo>
                      <a:pt x="877" y="7230"/>
                      <a:pt x="1377" y="8210"/>
                      <a:pt x="1252" y="9232"/>
                    </a:cubicBezTo>
                    <a:cubicBezTo>
                      <a:pt x="1961" y="8377"/>
                      <a:pt x="2775" y="7626"/>
                      <a:pt x="3692" y="7042"/>
                    </a:cubicBezTo>
                    <a:cubicBezTo>
                      <a:pt x="5257" y="6020"/>
                      <a:pt x="9887" y="2766"/>
                      <a:pt x="6904" y="660"/>
                    </a:cubicBezTo>
                    <a:cubicBezTo>
                      <a:pt x="6279" y="224"/>
                      <a:pt x="5297" y="0"/>
                      <a:pt x="42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9"/>
              <p:cNvSpPr/>
              <p:nvPr/>
            </p:nvSpPr>
            <p:spPr>
              <a:xfrm>
                <a:off x="-321275" y="4156700"/>
                <a:ext cx="109075" cy="218425"/>
              </a:xfrm>
              <a:custGeom>
                <a:rect b="b" l="l" r="r" t="t"/>
                <a:pathLst>
                  <a:path extrusionOk="0" h="8737" w="4363">
                    <a:moveTo>
                      <a:pt x="4302" y="1"/>
                    </a:moveTo>
                    <a:cubicBezTo>
                      <a:pt x="4296" y="1"/>
                      <a:pt x="4291" y="2"/>
                      <a:pt x="4285" y="5"/>
                    </a:cubicBezTo>
                    <a:cubicBezTo>
                      <a:pt x="3179" y="505"/>
                      <a:pt x="2387" y="1590"/>
                      <a:pt x="1845" y="2633"/>
                    </a:cubicBezTo>
                    <a:cubicBezTo>
                      <a:pt x="1573" y="3175"/>
                      <a:pt x="1344" y="3759"/>
                      <a:pt x="1177" y="4343"/>
                    </a:cubicBezTo>
                    <a:cubicBezTo>
                      <a:pt x="989" y="4990"/>
                      <a:pt x="885" y="5636"/>
                      <a:pt x="760" y="6283"/>
                    </a:cubicBezTo>
                    <a:cubicBezTo>
                      <a:pt x="635" y="7096"/>
                      <a:pt x="385" y="7889"/>
                      <a:pt x="30" y="8619"/>
                    </a:cubicBezTo>
                    <a:cubicBezTo>
                      <a:pt x="0" y="8678"/>
                      <a:pt x="54" y="8737"/>
                      <a:pt x="111" y="8737"/>
                    </a:cubicBezTo>
                    <a:cubicBezTo>
                      <a:pt x="134" y="8737"/>
                      <a:pt x="158" y="8727"/>
                      <a:pt x="176" y="8702"/>
                    </a:cubicBezTo>
                    <a:cubicBezTo>
                      <a:pt x="885" y="7555"/>
                      <a:pt x="927" y="6095"/>
                      <a:pt x="1261" y="4802"/>
                    </a:cubicBezTo>
                    <a:cubicBezTo>
                      <a:pt x="1532" y="3592"/>
                      <a:pt x="2053" y="2445"/>
                      <a:pt x="2804" y="1465"/>
                    </a:cubicBezTo>
                    <a:cubicBezTo>
                      <a:pt x="3242" y="923"/>
                      <a:pt x="3763" y="464"/>
                      <a:pt x="4327" y="88"/>
                    </a:cubicBezTo>
                    <a:cubicBezTo>
                      <a:pt x="4363" y="52"/>
                      <a:pt x="4336" y="1"/>
                      <a:pt x="4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9"/>
              <p:cNvSpPr/>
              <p:nvPr/>
            </p:nvSpPr>
            <p:spPr>
              <a:xfrm>
                <a:off x="-216625" y="4134900"/>
                <a:ext cx="97375" cy="36100"/>
              </a:xfrm>
              <a:custGeom>
                <a:rect b="b" l="l" r="r" t="t"/>
                <a:pathLst>
                  <a:path extrusionOk="0" h="1444" w="3895">
                    <a:moveTo>
                      <a:pt x="2268" y="1"/>
                    </a:moveTo>
                    <a:cubicBezTo>
                      <a:pt x="1851" y="1"/>
                      <a:pt x="1434" y="105"/>
                      <a:pt x="1058" y="314"/>
                    </a:cubicBezTo>
                    <a:cubicBezTo>
                      <a:pt x="871" y="397"/>
                      <a:pt x="683" y="501"/>
                      <a:pt x="495" y="627"/>
                    </a:cubicBezTo>
                    <a:cubicBezTo>
                      <a:pt x="391" y="668"/>
                      <a:pt x="307" y="731"/>
                      <a:pt x="203" y="793"/>
                    </a:cubicBezTo>
                    <a:cubicBezTo>
                      <a:pt x="141" y="856"/>
                      <a:pt x="78" y="919"/>
                      <a:pt x="15" y="1002"/>
                    </a:cubicBezTo>
                    <a:cubicBezTo>
                      <a:pt x="1" y="1017"/>
                      <a:pt x="7" y="1032"/>
                      <a:pt x="19" y="1032"/>
                    </a:cubicBezTo>
                    <a:cubicBezTo>
                      <a:pt x="24" y="1032"/>
                      <a:pt x="30" y="1029"/>
                      <a:pt x="36" y="1023"/>
                    </a:cubicBezTo>
                    <a:cubicBezTo>
                      <a:pt x="120" y="1002"/>
                      <a:pt x="203" y="960"/>
                      <a:pt x="287" y="939"/>
                    </a:cubicBezTo>
                    <a:cubicBezTo>
                      <a:pt x="370" y="877"/>
                      <a:pt x="454" y="835"/>
                      <a:pt x="537" y="793"/>
                    </a:cubicBezTo>
                    <a:cubicBezTo>
                      <a:pt x="683" y="689"/>
                      <a:pt x="850" y="606"/>
                      <a:pt x="1017" y="522"/>
                    </a:cubicBezTo>
                    <a:cubicBezTo>
                      <a:pt x="1371" y="335"/>
                      <a:pt x="1747" y="230"/>
                      <a:pt x="2143" y="189"/>
                    </a:cubicBezTo>
                    <a:cubicBezTo>
                      <a:pt x="2498" y="189"/>
                      <a:pt x="2852" y="293"/>
                      <a:pt x="3144" y="522"/>
                    </a:cubicBezTo>
                    <a:cubicBezTo>
                      <a:pt x="3415" y="752"/>
                      <a:pt x="3624" y="1065"/>
                      <a:pt x="3728" y="1398"/>
                    </a:cubicBezTo>
                    <a:cubicBezTo>
                      <a:pt x="3744" y="1430"/>
                      <a:pt x="3772" y="1444"/>
                      <a:pt x="3801" y="1444"/>
                    </a:cubicBezTo>
                    <a:cubicBezTo>
                      <a:pt x="3847" y="1444"/>
                      <a:pt x="3895" y="1408"/>
                      <a:pt x="3895" y="1357"/>
                    </a:cubicBezTo>
                    <a:cubicBezTo>
                      <a:pt x="3791" y="585"/>
                      <a:pt x="2998" y="1"/>
                      <a:pt x="2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9"/>
              <p:cNvSpPr/>
              <p:nvPr/>
            </p:nvSpPr>
            <p:spPr>
              <a:xfrm>
                <a:off x="-122200" y="3992825"/>
                <a:ext cx="306600" cy="177025"/>
              </a:xfrm>
              <a:custGeom>
                <a:rect b="b" l="l" r="r" t="t"/>
                <a:pathLst>
                  <a:path extrusionOk="0" h="7081" w="12264">
                    <a:moveTo>
                      <a:pt x="12153" y="11"/>
                    </a:moveTo>
                    <a:lnTo>
                      <a:pt x="12152" y="12"/>
                    </a:lnTo>
                    <a:lnTo>
                      <a:pt x="12152" y="12"/>
                    </a:lnTo>
                    <a:cubicBezTo>
                      <a:pt x="12152" y="11"/>
                      <a:pt x="12152" y="11"/>
                      <a:pt x="12153" y="11"/>
                    </a:cubicBezTo>
                    <a:lnTo>
                      <a:pt x="12153" y="11"/>
                    </a:lnTo>
                    <a:cubicBezTo>
                      <a:pt x="12153" y="11"/>
                      <a:pt x="12153" y="11"/>
                      <a:pt x="12153" y="11"/>
                    </a:cubicBezTo>
                    <a:close/>
                    <a:moveTo>
                      <a:pt x="12152" y="12"/>
                    </a:moveTo>
                    <a:cubicBezTo>
                      <a:pt x="12145" y="16"/>
                      <a:pt x="12138" y="23"/>
                      <a:pt x="12132" y="31"/>
                    </a:cubicBezTo>
                    <a:lnTo>
                      <a:pt x="12152" y="12"/>
                    </a:lnTo>
                    <a:close/>
                    <a:moveTo>
                      <a:pt x="12190" y="1"/>
                    </a:moveTo>
                    <a:cubicBezTo>
                      <a:pt x="12177" y="1"/>
                      <a:pt x="12164" y="4"/>
                      <a:pt x="12153" y="11"/>
                    </a:cubicBezTo>
                    <a:lnTo>
                      <a:pt x="12153" y="11"/>
                    </a:lnTo>
                    <a:cubicBezTo>
                      <a:pt x="11652" y="762"/>
                      <a:pt x="10964" y="1366"/>
                      <a:pt x="10171" y="1804"/>
                    </a:cubicBezTo>
                    <a:cubicBezTo>
                      <a:pt x="9358" y="2222"/>
                      <a:pt x="8482" y="2514"/>
                      <a:pt x="7564" y="2680"/>
                    </a:cubicBezTo>
                    <a:cubicBezTo>
                      <a:pt x="6521" y="2910"/>
                      <a:pt x="5478" y="3056"/>
                      <a:pt x="4436" y="3348"/>
                    </a:cubicBezTo>
                    <a:cubicBezTo>
                      <a:pt x="3497" y="3598"/>
                      <a:pt x="2579" y="4036"/>
                      <a:pt x="1787" y="4620"/>
                    </a:cubicBezTo>
                    <a:cubicBezTo>
                      <a:pt x="1390" y="4912"/>
                      <a:pt x="1057" y="5246"/>
                      <a:pt x="744" y="5621"/>
                    </a:cubicBezTo>
                    <a:cubicBezTo>
                      <a:pt x="410" y="5997"/>
                      <a:pt x="160" y="6456"/>
                      <a:pt x="14" y="6935"/>
                    </a:cubicBezTo>
                    <a:cubicBezTo>
                      <a:pt x="0" y="7017"/>
                      <a:pt x="75" y="7081"/>
                      <a:pt x="152" y="7081"/>
                    </a:cubicBezTo>
                    <a:cubicBezTo>
                      <a:pt x="193" y="7081"/>
                      <a:pt x="235" y="7062"/>
                      <a:pt x="264" y="7019"/>
                    </a:cubicBezTo>
                    <a:cubicBezTo>
                      <a:pt x="389" y="6831"/>
                      <a:pt x="473" y="6622"/>
                      <a:pt x="577" y="6414"/>
                    </a:cubicBezTo>
                    <a:cubicBezTo>
                      <a:pt x="681" y="6226"/>
                      <a:pt x="806" y="6038"/>
                      <a:pt x="952" y="5872"/>
                    </a:cubicBezTo>
                    <a:cubicBezTo>
                      <a:pt x="1223" y="5517"/>
                      <a:pt x="1515" y="5225"/>
                      <a:pt x="1870" y="4954"/>
                    </a:cubicBezTo>
                    <a:cubicBezTo>
                      <a:pt x="2663" y="4349"/>
                      <a:pt x="3560" y="3911"/>
                      <a:pt x="4519" y="3640"/>
                    </a:cubicBezTo>
                    <a:cubicBezTo>
                      <a:pt x="6417" y="3098"/>
                      <a:pt x="8440" y="2993"/>
                      <a:pt x="10213" y="2076"/>
                    </a:cubicBezTo>
                    <a:cubicBezTo>
                      <a:pt x="11047" y="1637"/>
                      <a:pt x="11903" y="991"/>
                      <a:pt x="12236" y="73"/>
                    </a:cubicBezTo>
                    <a:cubicBezTo>
                      <a:pt x="12263" y="32"/>
                      <a:pt x="12229" y="1"/>
                      <a:pt x="12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9"/>
              <p:cNvSpPr/>
              <p:nvPr/>
            </p:nvSpPr>
            <p:spPr>
              <a:xfrm>
                <a:off x="244025" y="4069550"/>
                <a:ext cx="407275" cy="89525"/>
              </a:xfrm>
              <a:custGeom>
                <a:rect b="b" l="l" r="r" t="t"/>
                <a:pathLst>
                  <a:path extrusionOk="0" h="3581" w="16291">
                    <a:moveTo>
                      <a:pt x="8576" y="1"/>
                    </a:moveTo>
                    <a:cubicBezTo>
                      <a:pt x="6510" y="1"/>
                      <a:pt x="4366" y="200"/>
                      <a:pt x="2510" y="1176"/>
                    </a:cubicBezTo>
                    <a:cubicBezTo>
                      <a:pt x="2009" y="1426"/>
                      <a:pt x="1550" y="1739"/>
                      <a:pt x="1112" y="2114"/>
                    </a:cubicBezTo>
                    <a:cubicBezTo>
                      <a:pt x="904" y="2302"/>
                      <a:pt x="695" y="2490"/>
                      <a:pt x="507" y="2719"/>
                    </a:cubicBezTo>
                    <a:cubicBezTo>
                      <a:pt x="320" y="2928"/>
                      <a:pt x="174" y="3157"/>
                      <a:pt x="49" y="3407"/>
                    </a:cubicBezTo>
                    <a:cubicBezTo>
                      <a:pt x="0" y="3488"/>
                      <a:pt x="76" y="3581"/>
                      <a:pt x="152" y="3581"/>
                    </a:cubicBezTo>
                    <a:cubicBezTo>
                      <a:pt x="174" y="3581"/>
                      <a:pt x="196" y="3573"/>
                      <a:pt x="215" y="3553"/>
                    </a:cubicBezTo>
                    <a:cubicBezTo>
                      <a:pt x="820" y="2782"/>
                      <a:pt x="1550" y="2135"/>
                      <a:pt x="2405" y="1614"/>
                    </a:cubicBezTo>
                    <a:cubicBezTo>
                      <a:pt x="3302" y="1113"/>
                      <a:pt x="4262" y="759"/>
                      <a:pt x="5284" y="571"/>
                    </a:cubicBezTo>
                    <a:cubicBezTo>
                      <a:pt x="6354" y="402"/>
                      <a:pt x="7441" y="317"/>
                      <a:pt x="8544" y="317"/>
                    </a:cubicBezTo>
                    <a:cubicBezTo>
                      <a:pt x="8667" y="317"/>
                      <a:pt x="8790" y="318"/>
                      <a:pt x="8913" y="321"/>
                    </a:cubicBezTo>
                    <a:cubicBezTo>
                      <a:pt x="9333" y="313"/>
                      <a:pt x="9753" y="308"/>
                      <a:pt x="10174" y="308"/>
                    </a:cubicBezTo>
                    <a:cubicBezTo>
                      <a:pt x="10903" y="308"/>
                      <a:pt x="11635" y="323"/>
                      <a:pt x="12375" y="362"/>
                    </a:cubicBezTo>
                    <a:cubicBezTo>
                      <a:pt x="13648" y="446"/>
                      <a:pt x="14920" y="696"/>
                      <a:pt x="16151" y="1113"/>
                    </a:cubicBezTo>
                    <a:cubicBezTo>
                      <a:pt x="16159" y="1115"/>
                      <a:pt x="16166" y="1115"/>
                      <a:pt x="16173" y="1115"/>
                    </a:cubicBezTo>
                    <a:cubicBezTo>
                      <a:pt x="16261" y="1115"/>
                      <a:pt x="16290" y="1004"/>
                      <a:pt x="16213" y="946"/>
                    </a:cubicBezTo>
                    <a:cubicBezTo>
                      <a:pt x="15149" y="467"/>
                      <a:pt x="14023" y="195"/>
                      <a:pt x="12855" y="112"/>
                    </a:cubicBezTo>
                    <a:cubicBezTo>
                      <a:pt x="11666" y="8"/>
                      <a:pt x="10477" y="29"/>
                      <a:pt x="9268" y="8"/>
                    </a:cubicBezTo>
                    <a:cubicBezTo>
                      <a:pt x="9038" y="3"/>
                      <a:pt x="8808" y="1"/>
                      <a:pt x="8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9"/>
              <p:cNvSpPr/>
              <p:nvPr/>
            </p:nvSpPr>
            <p:spPr>
              <a:xfrm>
                <a:off x="-111300" y="3669175"/>
                <a:ext cx="180300" cy="94500"/>
              </a:xfrm>
              <a:custGeom>
                <a:rect b="b" l="l" r="r" t="t"/>
                <a:pathLst>
                  <a:path extrusionOk="0" h="3780" w="7212">
                    <a:moveTo>
                      <a:pt x="4182" y="0"/>
                    </a:moveTo>
                    <a:cubicBezTo>
                      <a:pt x="3918" y="0"/>
                      <a:pt x="3653" y="36"/>
                      <a:pt x="3395" y="108"/>
                    </a:cubicBezTo>
                    <a:cubicBezTo>
                      <a:pt x="2686" y="338"/>
                      <a:pt x="2102" y="776"/>
                      <a:pt x="1663" y="1360"/>
                    </a:cubicBezTo>
                    <a:cubicBezTo>
                      <a:pt x="1392" y="1714"/>
                      <a:pt x="1142" y="2090"/>
                      <a:pt x="892" y="2444"/>
                    </a:cubicBezTo>
                    <a:lnTo>
                      <a:pt x="433" y="3070"/>
                    </a:lnTo>
                    <a:cubicBezTo>
                      <a:pt x="287" y="3279"/>
                      <a:pt x="183" y="3508"/>
                      <a:pt x="16" y="3717"/>
                    </a:cubicBezTo>
                    <a:cubicBezTo>
                      <a:pt x="1" y="3746"/>
                      <a:pt x="28" y="3776"/>
                      <a:pt x="60" y="3776"/>
                    </a:cubicBezTo>
                    <a:cubicBezTo>
                      <a:pt x="69" y="3776"/>
                      <a:pt x="78" y="3773"/>
                      <a:pt x="87" y="3768"/>
                    </a:cubicBezTo>
                    <a:lnTo>
                      <a:pt x="87" y="3768"/>
                    </a:lnTo>
                    <a:cubicBezTo>
                      <a:pt x="84" y="3772"/>
                      <a:pt x="81" y="3776"/>
                      <a:pt x="78" y="3779"/>
                    </a:cubicBezTo>
                    <a:lnTo>
                      <a:pt x="99" y="3758"/>
                    </a:lnTo>
                    <a:lnTo>
                      <a:pt x="99" y="3758"/>
                    </a:lnTo>
                    <a:cubicBezTo>
                      <a:pt x="95" y="3762"/>
                      <a:pt x="91" y="3766"/>
                      <a:pt x="87" y="3768"/>
                    </a:cubicBezTo>
                    <a:lnTo>
                      <a:pt x="87" y="3768"/>
                    </a:lnTo>
                    <a:cubicBezTo>
                      <a:pt x="210" y="3607"/>
                      <a:pt x="352" y="3484"/>
                      <a:pt x="454" y="3341"/>
                    </a:cubicBezTo>
                    <a:cubicBezTo>
                      <a:pt x="579" y="3195"/>
                      <a:pt x="704" y="3028"/>
                      <a:pt x="829" y="2862"/>
                    </a:cubicBezTo>
                    <a:cubicBezTo>
                      <a:pt x="1059" y="2549"/>
                      <a:pt x="1288" y="2215"/>
                      <a:pt x="1538" y="1902"/>
                    </a:cubicBezTo>
                    <a:cubicBezTo>
                      <a:pt x="1956" y="1339"/>
                      <a:pt x="2414" y="755"/>
                      <a:pt x="3082" y="484"/>
                    </a:cubicBezTo>
                    <a:cubicBezTo>
                      <a:pt x="3424" y="336"/>
                      <a:pt x="3783" y="266"/>
                      <a:pt x="4138" y="266"/>
                    </a:cubicBezTo>
                    <a:cubicBezTo>
                      <a:pt x="5036" y="266"/>
                      <a:pt x="5905" y="719"/>
                      <a:pt x="6398" y="1527"/>
                    </a:cubicBezTo>
                    <a:cubicBezTo>
                      <a:pt x="6586" y="1819"/>
                      <a:pt x="6711" y="2152"/>
                      <a:pt x="6774" y="2486"/>
                    </a:cubicBezTo>
                    <a:cubicBezTo>
                      <a:pt x="6815" y="2653"/>
                      <a:pt x="6836" y="2820"/>
                      <a:pt x="6836" y="3008"/>
                    </a:cubicBezTo>
                    <a:cubicBezTo>
                      <a:pt x="6815" y="3174"/>
                      <a:pt x="6815" y="3341"/>
                      <a:pt x="6857" y="3508"/>
                    </a:cubicBezTo>
                    <a:cubicBezTo>
                      <a:pt x="6868" y="3553"/>
                      <a:pt x="6903" y="3574"/>
                      <a:pt x="6940" y="3574"/>
                    </a:cubicBezTo>
                    <a:cubicBezTo>
                      <a:pt x="6972" y="3574"/>
                      <a:pt x="7005" y="3558"/>
                      <a:pt x="7024" y="3529"/>
                    </a:cubicBezTo>
                    <a:cubicBezTo>
                      <a:pt x="7212" y="3279"/>
                      <a:pt x="7149" y="2862"/>
                      <a:pt x="7107" y="2570"/>
                    </a:cubicBezTo>
                    <a:cubicBezTo>
                      <a:pt x="7045" y="2236"/>
                      <a:pt x="6961" y="1923"/>
                      <a:pt x="6815" y="1631"/>
                    </a:cubicBezTo>
                    <a:cubicBezTo>
                      <a:pt x="6523" y="1026"/>
                      <a:pt x="6023" y="526"/>
                      <a:pt x="5397" y="254"/>
                    </a:cubicBezTo>
                    <a:cubicBezTo>
                      <a:pt x="5014" y="88"/>
                      <a:pt x="4599" y="0"/>
                      <a:pt x="4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9"/>
              <p:cNvSpPr/>
              <p:nvPr/>
            </p:nvSpPr>
            <p:spPr>
              <a:xfrm>
                <a:off x="-390650" y="3865550"/>
                <a:ext cx="302175" cy="65575"/>
              </a:xfrm>
              <a:custGeom>
                <a:rect b="b" l="l" r="r" t="t"/>
                <a:pathLst>
                  <a:path extrusionOk="0" h="2623" w="12087">
                    <a:moveTo>
                      <a:pt x="2430" y="1"/>
                    </a:moveTo>
                    <a:cubicBezTo>
                      <a:pt x="2327" y="1"/>
                      <a:pt x="2222" y="5"/>
                      <a:pt x="2117" y="12"/>
                    </a:cubicBezTo>
                    <a:cubicBezTo>
                      <a:pt x="1366" y="75"/>
                      <a:pt x="511" y="367"/>
                      <a:pt x="31" y="993"/>
                    </a:cubicBezTo>
                    <a:cubicBezTo>
                      <a:pt x="1" y="1038"/>
                      <a:pt x="47" y="1072"/>
                      <a:pt x="90" y="1072"/>
                    </a:cubicBezTo>
                    <a:cubicBezTo>
                      <a:pt x="107" y="1072"/>
                      <a:pt x="124" y="1067"/>
                      <a:pt x="135" y="1055"/>
                    </a:cubicBezTo>
                    <a:cubicBezTo>
                      <a:pt x="677" y="576"/>
                      <a:pt x="1387" y="284"/>
                      <a:pt x="2117" y="242"/>
                    </a:cubicBezTo>
                    <a:cubicBezTo>
                      <a:pt x="2205" y="237"/>
                      <a:pt x="2294" y="235"/>
                      <a:pt x="2382" y="235"/>
                    </a:cubicBezTo>
                    <a:cubicBezTo>
                      <a:pt x="3085" y="235"/>
                      <a:pt x="3781" y="381"/>
                      <a:pt x="4411" y="659"/>
                    </a:cubicBezTo>
                    <a:cubicBezTo>
                      <a:pt x="6017" y="1264"/>
                      <a:pt x="7435" y="2348"/>
                      <a:pt x="9167" y="2578"/>
                    </a:cubicBezTo>
                    <a:cubicBezTo>
                      <a:pt x="9389" y="2607"/>
                      <a:pt x="9607" y="2622"/>
                      <a:pt x="9823" y="2622"/>
                    </a:cubicBezTo>
                    <a:cubicBezTo>
                      <a:pt x="10072" y="2622"/>
                      <a:pt x="10318" y="2602"/>
                      <a:pt x="10564" y="2557"/>
                    </a:cubicBezTo>
                    <a:cubicBezTo>
                      <a:pt x="10814" y="2515"/>
                      <a:pt x="11065" y="2474"/>
                      <a:pt x="11294" y="2432"/>
                    </a:cubicBezTo>
                    <a:cubicBezTo>
                      <a:pt x="11544" y="2411"/>
                      <a:pt x="11795" y="2348"/>
                      <a:pt x="12024" y="2265"/>
                    </a:cubicBezTo>
                    <a:cubicBezTo>
                      <a:pt x="12087" y="2223"/>
                      <a:pt x="12066" y="2161"/>
                      <a:pt x="12003" y="2140"/>
                    </a:cubicBezTo>
                    <a:cubicBezTo>
                      <a:pt x="11937" y="2125"/>
                      <a:pt x="11868" y="2118"/>
                      <a:pt x="11798" y="2118"/>
                    </a:cubicBezTo>
                    <a:cubicBezTo>
                      <a:pt x="11670" y="2118"/>
                      <a:pt x="11540" y="2141"/>
                      <a:pt x="11419" y="2182"/>
                    </a:cubicBezTo>
                    <a:cubicBezTo>
                      <a:pt x="11169" y="2223"/>
                      <a:pt x="10939" y="2265"/>
                      <a:pt x="10689" y="2307"/>
                    </a:cubicBezTo>
                    <a:cubicBezTo>
                      <a:pt x="10397" y="2362"/>
                      <a:pt x="10096" y="2390"/>
                      <a:pt x="9798" y="2390"/>
                    </a:cubicBezTo>
                    <a:cubicBezTo>
                      <a:pt x="9649" y="2390"/>
                      <a:pt x="9500" y="2383"/>
                      <a:pt x="9354" y="2369"/>
                    </a:cubicBezTo>
                    <a:cubicBezTo>
                      <a:pt x="8457" y="2244"/>
                      <a:pt x="7581" y="1952"/>
                      <a:pt x="6768" y="1514"/>
                    </a:cubicBezTo>
                    <a:cubicBezTo>
                      <a:pt x="5399" y="849"/>
                      <a:pt x="3993" y="1"/>
                      <a:pt x="2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6" name="Google Shape;2286;p29"/>
          <p:cNvGrpSpPr/>
          <p:nvPr/>
        </p:nvGrpSpPr>
        <p:grpSpPr>
          <a:xfrm>
            <a:off x="8191348" y="1286525"/>
            <a:ext cx="1312334" cy="3322151"/>
            <a:chOff x="-221497" y="1179358"/>
            <a:chExt cx="1179732" cy="2866889"/>
          </a:xfrm>
        </p:grpSpPr>
        <p:grpSp>
          <p:nvGrpSpPr>
            <p:cNvPr id="2287" name="Google Shape;2287;p29"/>
            <p:cNvGrpSpPr/>
            <p:nvPr/>
          </p:nvGrpSpPr>
          <p:grpSpPr>
            <a:xfrm>
              <a:off x="-221497" y="1179358"/>
              <a:ext cx="1179732" cy="2866889"/>
              <a:chOff x="-221497" y="1179358"/>
              <a:chExt cx="1179732" cy="2866889"/>
            </a:xfrm>
          </p:grpSpPr>
          <p:grpSp>
            <p:nvGrpSpPr>
              <p:cNvPr id="2288" name="Google Shape;2288;p29"/>
              <p:cNvGrpSpPr/>
              <p:nvPr/>
            </p:nvGrpSpPr>
            <p:grpSpPr>
              <a:xfrm>
                <a:off x="-221497" y="1179358"/>
                <a:ext cx="1179732" cy="2866889"/>
                <a:chOff x="-221497" y="1179358"/>
                <a:chExt cx="1179732" cy="2866889"/>
              </a:xfrm>
            </p:grpSpPr>
            <p:sp>
              <p:nvSpPr>
                <p:cNvPr id="2289" name="Google Shape;2289;p29"/>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9"/>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9"/>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9"/>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9"/>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9"/>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29"/>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29"/>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7" name="Google Shape;2297;p29"/>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 name="Google Shape;2298;p29"/>
            <p:cNvGrpSpPr/>
            <p:nvPr/>
          </p:nvGrpSpPr>
          <p:grpSpPr>
            <a:xfrm>
              <a:off x="-93016" y="3230957"/>
              <a:ext cx="501676" cy="471172"/>
              <a:chOff x="-93016" y="3230957"/>
              <a:chExt cx="501676" cy="471172"/>
            </a:xfrm>
          </p:grpSpPr>
          <p:sp>
            <p:nvSpPr>
              <p:cNvPr id="2299" name="Google Shape;2299;p29"/>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9"/>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9"/>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9"/>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29"/>
            <p:cNvGrpSpPr/>
            <p:nvPr/>
          </p:nvGrpSpPr>
          <p:grpSpPr>
            <a:xfrm>
              <a:off x="-84300" y="2373940"/>
              <a:ext cx="506786" cy="503866"/>
              <a:chOff x="-84300" y="1516940"/>
              <a:chExt cx="506786" cy="503866"/>
            </a:xfrm>
          </p:grpSpPr>
          <p:sp>
            <p:nvSpPr>
              <p:cNvPr id="2304" name="Google Shape;2304;p29"/>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9"/>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9"/>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9"/>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8" name="Google Shape;2308;p29"/>
              <p:cNvGrpSpPr/>
              <p:nvPr/>
            </p:nvGrpSpPr>
            <p:grpSpPr>
              <a:xfrm>
                <a:off x="-84300" y="1516940"/>
                <a:ext cx="130702" cy="503866"/>
                <a:chOff x="-84300" y="1516940"/>
                <a:chExt cx="130702" cy="503866"/>
              </a:xfrm>
            </p:grpSpPr>
            <p:sp>
              <p:nvSpPr>
                <p:cNvPr id="2309" name="Google Shape;2309;p29"/>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9"/>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11" name="Google Shape;2311;p29"/>
            <p:cNvGrpSpPr/>
            <p:nvPr/>
          </p:nvGrpSpPr>
          <p:grpSpPr>
            <a:xfrm>
              <a:off x="-93016" y="1549632"/>
              <a:ext cx="501676" cy="471172"/>
              <a:chOff x="-93016" y="3230957"/>
              <a:chExt cx="501676" cy="471172"/>
            </a:xfrm>
          </p:grpSpPr>
          <p:sp>
            <p:nvSpPr>
              <p:cNvPr id="2312" name="Google Shape;2312;p29"/>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9"/>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9"/>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9"/>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16" name="Google Shape;2316;p29"/>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2317" name="Shape 2317"/>
        <p:cNvGrpSpPr/>
        <p:nvPr/>
      </p:nvGrpSpPr>
      <p:grpSpPr>
        <a:xfrm>
          <a:off x="0" y="0"/>
          <a:ext cx="0" cy="0"/>
          <a:chOff x="0" y="0"/>
          <a:chExt cx="0" cy="0"/>
        </a:xfrm>
      </p:grpSpPr>
      <p:sp>
        <p:nvSpPr>
          <p:cNvPr id="2318" name="Google Shape;2318;p30"/>
          <p:cNvSpPr txBox="1"/>
          <p:nvPr>
            <p:ph idx="1" type="subTitle"/>
          </p:nvPr>
        </p:nvSpPr>
        <p:spPr>
          <a:xfrm>
            <a:off x="2827522" y="3139000"/>
            <a:ext cx="1544100" cy="256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19" name="Google Shape;2319;p30"/>
          <p:cNvSpPr txBox="1"/>
          <p:nvPr>
            <p:ph idx="2" type="subTitle"/>
          </p:nvPr>
        </p:nvSpPr>
        <p:spPr>
          <a:xfrm>
            <a:off x="2703300" y="3548375"/>
            <a:ext cx="1792500" cy="528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20" name="Google Shape;2320;p30"/>
          <p:cNvSpPr txBox="1"/>
          <p:nvPr>
            <p:ph idx="3" type="subTitle"/>
          </p:nvPr>
        </p:nvSpPr>
        <p:spPr>
          <a:xfrm>
            <a:off x="4648188" y="3548376"/>
            <a:ext cx="1792500" cy="528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21" name="Google Shape;2321;p30"/>
          <p:cNvSpPr txBox="1"/>
          <p:nvPr>
            <p:ph idx="4" type="subTitle"/>
          </p:nvPr>
        </p:nvSpPr>
        <p:spPr>
          <a:xfrm>
            <a:off x="758400" y="3548375"/>
            <a:ext cx="1792500" cy="528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22" name="Google Shape;2322;p30"/>
          <p:cNvSpPr txBox="1"/>
          <p:nvPr>
            <p:ph idx="5" type="subTitle"/>
          </p:nvPr>
        </p:nvSpPr>
        <p:spPr>
          <a:xfrm>
            <a:off x="6593088" y="3548379"/>
            <a:ext cx="1792500" cy="528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23" name="Google Shape;2323;p30"/>
          <p:cNvSpPr txBox="1"/>
          <p:nvPr>
            <p:ph idx="6" type="subTitle"/>
          </p:nvPr>
        </p:nvSpPr>
        <p:spPr>
          <a:xfrm>
            <a:off x="882600" y="3139025"/>
            <a:ext cx="1544100" cy="256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24" name="Google Shape;2324;p30"/>
          <p:cNvSpPr txBox="1"/>
          <p:nvPr>
            <p:ph idx="7" type="subTitle"/>
          </p:nvPr>
        </p:nvSpPr>
        <p:spPr>
          <a:xfrm>
            <a:off x="4772407" y="3139025"/>
            <a:ext cx="1544100" cy="256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25" name="Google Shape;2325;p30"/>
          <p:cNvSpPr txBox="1"/>
          <p:nvPr>
            <p:ph idx="8" type="subTitle"/>
          </p:nvPr>
        </p:nvSpPr>
        <p:spPr>
          <a:xfrm>
            <a:off x="6717308" y="3139149"/>
            <a:ext cx="1544100" cy="256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26" name="Google Shape;2326;p30"/>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0"/>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0"/>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329" name="Google Shape;2329;p30"/>
          <p:cNvGrpSpPr/>
          <p:nvPr/>
        </p:nvGrpSpPr>
        <p:grpSpPr>
          <a:xfrm>
            <a:off x="2936544" y="-329546"/>
            <a:ext cx="2934233" cy="708308"/>
            <a:chOff x="2375925" y="3297600"/>
            <a:chExt cx="735950" cy="177650"/>
          </a:xfrm>
        </p:grpSpPr>
        <p:sp>
          <p:nvSpPr>
            <p:cNvPr id="2330" name="Google Shape;2330;p30"/>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0"/>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0"/>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0"/>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0"/>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0"/>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6" name="Google Shape;2336;p3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337" name="Google Shape;2337;p30"/>
          <p:cNvGrpSpPr/>
          <p:nvPr/>
        </p:nvGrpSpPr>
        <p:grpSpPr>
          <a:xfrm>
            <a:off x="-18775" y="-228600"/>
            <a:ext cx="916550" cy="1960450"/>
            <a:chOff x="759850" y="637700"/>
            <a:chExt cx="916550" cy="1960450"/>
          </a:xfrm>
        </p:grpSpPr>
        <p:sp>
          <p:nvSpPr>
            <p:cNvPr id="2338" name="Google Shape;2338;p30"/>
            <p:cNvSpPr/>
            <p:nvPr/>
          </p:nvSpPr>
          <p:spPr>
            <a:xfrm>
              <a:off x="759850" y="1750350"/>
              <a:ext cx="208075" cy="482100"/>
            </a:xfrm>
            <a:custGeom>
              <a:rect b="b" l="l" r="r" t="t"/>
              <a:pathLst>
                <a:path extrusionOk="0" h="19284" w="8323">
                  <a:moveTo>
                    <a:pt x="1" y="0"/>
                  </a:moveTo>
                  <a:lnTo>
                    <a:pt x="1" y="19284"/>
                  </a:lnTo>
                  <a:lnTo>
                    <a:pt x="8323" y="19284"/>
                  </a:lnTo>
                  <a:lnTo>
                    <a:pt x="83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0"/>
            <p:cNvSpPr/>
            <p:nvPr/>
          </p:nvSpPr>
          <p:spPr>
            <a:xfrm>
              <a:off x="766275" y="1750350"/>
              <a:ext cx="109100" cy="482100"/>
            </a:xfrm>
            <a:custGeom>
              <a:rect b="b" l="l" r="r" t="t"/>
              <a:pathLst>
                <a:path extrusionOk="0" h="19284" w="4364">
                  <a:moveTo>
                    <a:pt x="0" y="0"/>
                  </a:moveTo>
                  <a:lnTo>
                    <a:pt x="0" y="19284"/>
                  </a:lnTo>
                  <a:lnTo>
                    <a:pt x="4363" y="19284"/>
                  </a:lnTo>
                  <a:lnTo>
                    <a:pt x="43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0"/>
            <p:cNvSpPr/>
            <p:nvPr/>
          </p:nvSpPr>
          <p:spPr>
            <a:xfrm>
              <a:off x="778200" y="1750350"/>
              <a:ext cx="44925" cy="482100"/>
            </a:xfrm>
            <a:custGeom>
              <a:rect b="b" l="l" r="r" t="t"/>
              <a:pathLst>
                <a:path extrusionOk="0" h="19284" w="1797">
                  <a:moveTo>
                    <a:pt x="0" y="0"/>
                  </a:moveTo>
                  <a:lnTo>
                    <a:pt x="0" y="19284"/>
                  </a:lnTo>
                  <a:lnTo>
                    <a:pt x="1796" y="19284"/>
                  </a:lnTo>
                  <a:lnTo>
                    <a:pt x="17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0"/>
            <p:cNvSpPr/>
            <p:nvPr/>
          </p:nvSpPr>
          <p:spPr>
            <a:xfrm>
              <a:off x="759850" y="1693525"/>
              <a:ext cx="208075" cy="56850"/>
            </a:xfrm>
            <a:custGeom>
              <a:rect b="b" l="l" r="r" t="t"/>
              <a:pathLst>
                <a:path extrusionOk="0" h="2274" w="8323">
                  <a:moveTo>
                    <a:pt x="3740" y="0"/>
                  </a:moveTo>
                  <a:lnTo>
                    <a:pt x="1" y="2273"/>
                  </a:lnTo>
                  <a:lnTo>
                    <a:pt x="8323" y="2273"/>
                  </a:lnTo>
                  <a:lnTo>
                    <a:pt x="458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0"/>
            <p:cNvSpPr/>
            <p:nvPr/>
          </p:nvSpPr>
          <p:spPr>
            <a:xfrm>
              <a:off x="766275" y="1693525"/>
              <a:ext cx="108175" cy="56850"/>
            </a:xfrm>
            <a:custGeom>
              <a:rect b="b" l="l" r="r" t="t"/>
              <a:pathLst>
                <a:path extrusionOk="0" h="2274" w="4327">
                  <a:moveTo>
                    <a:pt x="3520" y="0"/>
                  </a:moveTo>
                  <a:lnTo>
                    <a:pt x="0" y="2273"/>
                  </a:lnTo>
                  <a:lnTo>
                    <a:pt x="4326" y="2273"/>
                  </a:lnTo>
                  <a:lnTo>
                    <a:pt x="39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0"/>
            <p:cNvSpPr/>
            <p:nvPr/>
          </p:nvSpPr>
          <p:spPr>
            <a:xfrm>
              <a:off x="779100" y="1693525"/>
              <a:ext cx="80675" cy="56850"/>
            </a:xfrm>
            <a:custGeom>
              <a:rect b="b" l="l" r="r" t="t"/>
              <a:pathLst>
                <a:path extrusionOk="0" h="2274" w="3227">
                  <a:moveTo>
                    <a:pt x="3043" y="0"/>
                  </a:moveTo>
                  <a:lnTo>
                    <a:pt x="1" y="2273"/>
                  </a:lnTo>
                  <a:lnTo>
                    <a:pt x="1760" y="2273"/>
                  </a:lnTo>
                  <a:lnTo>
                    <a:pt x="322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0"/>
            <p:cNvSpPr/>
            <p:nvPr/>
          </p:nvSpPr>
          <p:spPr>
            <a:xfrm>
              <a:off x="853350" y="637700"/>
              <a:ext cx="21100" cy="1055850"/>
            </a:xfrm>
            <a:custGeom>
              <a:rect b="b" l="l" r="r" t="t"/>
              <a:pathLst>
                <a:path extrusionOk="0" h="42234" w="844">
                  <a:moveTo>
                    <a:pt x="0" y="1"/>
                  </a:moveTo>
                  <a:lnTo>
                    <a:pt x="0" y="42233"/>
                  </a:lnTo>
                  <a:lnTo>
                    <a:pt x="843" y="42233"/>
                  </a:lnTo>
                  <a:lnTo>
                    <a:pt x="8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0"/>
            <p:cNvSpPr/>
            <p:nvPr/>
          </p:nvSpPr>
          <p:spPr>
            <a:xfrm>
              <a:off x="1114550" y="2116025"/>
              <a:ext cx="207150" cy="482125"/>
            </a:xfrm>
            <a:custGeom>
              <a:rect b="b" l="l" r="r" t="t"/>
              <a:pathLst>
                <a:path extrusionOk="0" h="19285" w="8286">
                  <a:moveTo>
                    <a:pt x="0" y="1"/>
                  </a:moveTo>
                  <a:lnTo>
                    <a:pt x="0" y="19284"/>
                  </a:lnTo>
                  <a:lnTo>
                    <a:pt x="8286" y="19284"/>
                  </a:lnTo>
                  <a:lnTo>
                    <a:pt x="82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0"/>
            <p:cNvSpPr/>
            <p:nvPr/>
          </p:nvSpPr>
          <p:spPr>
            <a:xfrm>
              <a:off x="1120050" y="2116025"/>
              <a:ext cx="109075" cy="482125"/>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0"/>
            <p:cNvSpPr/>
            <p:nvPr/>
          </p:nvSpPr>
          <p:spPr>
            <a:xfrm>
              <a:off x="1131950" y="2116025"/>
              <a:ext cx="45850" cy="482125"/>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0"/>
            <p:cNvSpPr/>
            <p:nvPr/>
          </p:nvSpPr>
          <p:spPr>
            <a:xfrm>
              <a:off x="1114550" y="2058300"/>
              <a:ext cx="207150" cy="57750"/>
            </a:xfrm>
            <a:custGeom>
              <a:rect b="b" l="l" r="r" t="t"/>
              <a:pathLst>
                <a:path extrusionOk="0" h="2310" w="8286">
                  <a:moveTo>
                    <a:pt x="3740" y="0"/>
                  </a:moveTo>
                  <a:lnTo>
                    <a:pt x="0" y="2310"/>
                  </a:lnTo>
                  <a:lnTo>
                    <a:pt x="8286" y="2310"/>
                  </a:lnTo>
                  <a:lnTo>
                    <a:pt x="45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0"/>
            <p:cNvSpPr/>
            <p:nvPr/>
          </p:nvSpPr>
          <p:spPr>
            <a:xfrm>
              <a:off x="1120050" y="2058300"/>
              <a:ext cx="108175" cy="57750"/>
            </a:xfrm>
            <a:custGeom>
              <a:rect b="b" l="l" r="r" t="t"/>
              <a:pathLst>
                <a:path extrusionOk="0" h="2310" w="4327">
                  <a:moveTo>
                    <a:pt x="3520" y="0"/>
                  </a:moveTo>
                  <a:lnTo>
                    <a:pt x="0" y="2310"/>
                  </a:lnTo>
                  <a:lnTo>
                    <a:pt x="4326" y="2310"/>
                  </a:lnTo>
                  <a:lnTo>
                    <a:pt x="39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0"/>
            <p:cNvSpPr/>
            <p:nvPr/>
          </p:nvSpPr>
          <p:spPr>
            <a:xfrm>
              <a:off x="1133800" y="2058300"/>
              <a:ext cx="80675" cy="57750"/>
            </a:xfrm>
            <a:custGeom>
              <a:rect b="b" l="l" r="r" t="t"/>
              <a:pathLst>
                <a:path extrusionOk="0" h="2310" w="3227">
                  <a:moveTo>
                    <a:pt x="3043" y="0"/>
                  </a:moveTo>
                  <a:lnTo>
                    <a:pt x="0" y="2310"/>
                  </a:lnTo>
                  <a:lnTo>
                    <a:pt x="1760" y="2310"/>
                  </a:lnTo>
                  <a:lnTo>
                    <a:pt x="32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0"/>
            <p:cNvSpPr/>
            <p:nvPr/>
          </p:nvSpPr>
          <p:spPr>
            <a:xfrm>
              <a:off x="1208025" y="637700"/>
              <a:ext cx="20200" cy="1420625"/>
            </a:xfrm>
            <a:custGeom>
              <a:rect b="b" l="l" r="r" t="t"/>
              <a:pathLst>
                <a:path extrusionOk="0" h="56825" w="808">
                  <a:moveTo>
                    <a:pt x="1" y="1"/>
                  </a:moveTo>
                  <a:lnTo>
                    <a:pt x="1" y="56824"/>
                  </a:lnTo>
                  <a:lnTo>
                    <a:pt x="807" y="56824"/>
                  </a:lnTo>
                  <a:lnTo>
                    <a:pt x="8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0"/>
            <p:cNvSpPr/>
            <p:nvPr/>
          </p:nvSpPr>
          <p:spPr>
            <a:xfrm>
              <a:off x="1468325" y="1509300"/>
              <a:ext cx="208075" cy="482125"/>
            </a:xfrm>
            <a:custGeom>
              <a:rect b="b" l="l" r="r" t="t"/>
              <a:pathLst>
                <a:path extrusionOk="0" h="19285" w="8323">
                  <a:moveTo>
                    <a:pt x="0" y="1"/>
                  </a:moveTo>
                  <a:lnTo>
                    <a:pt x="0" y="19284"/>
                  </a:lnTo>
                  <a:lnTo>
                    <a:pt x="8322" y="19284"/>
                  </a:lnTo>
                  <a:lnTo>
                    <a:pt x="8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0"/>
            <p:cNvSpPr/>
            <p:nvPr/>
          </p:nvSpPr>
          <p:spPr>
            <a:xfrm>
              <a:off x="1473825" y="1509300"/>
              <a:ext cx="109075" cy="482125"/>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0"/>
            <p:cNvSpPr/>
            <p:nvPr/>
          </p:nvSpPr>
          <p:spPr>
            <a:xfrm>
              <a:off x="1485725" y="1509300"/>
              <a:ext cx="45850" cy="482125"/>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0"/>
            <p:cNvSpPr/>
            <p:nvPr/>
          </p:nvSpPr>
          <p:spPr>
            <a:xfrm>
              <a:off x="1468325" y="1452475"/>
              <a:ext cx="208075" cy="56850"/>
            </a:xfrm>
            <a:custGeom>
              <a:rect b="b" l="l" r="r" t="t"/>
              <a:pathLst>
                <a:path extrusionOk="0" h="2274" w="8323">
                  <a:moveTo>
                    <a:pt x="3740" y="1"/>
                  </a:moveTo>
                  <a:lnTo>
                    <a:pt x="0" y="2274"/>
                  </a:lnTo>
                  <a:lnTo>
                    <a:pt x="8322" y="2274"/>
                  </a:lnTo>
                  <a:lnTo>
                    <a:pt x="45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0"/>
            <p:cNvSpPr/>
            <p:nvPr/>
          </p:nvSpPr>
          <p:spPr>
            <a:xfrm>
              <a:off x="1473825" y="1452475"/>
              <a:ext cx="109075" cy="56850"/>
            </a:xfrm>
            <a:custGeom>
              <a:rect b="b" l="l" r="r" t="t"/>
              <a:pathLst>
                <a:path extrusionOk="0" h="2274" w="4363">
                  <a:moveTo>
                    <a:pt x="3556" y="1"/>
                  </a:moveTo>
                  <a:lnTo>
                    <a:pt x="0" y="2274"/>
                  </a:lnTo>
                  <a:lnTo>
                    <a:pt x="4363" y="2274"/>
                  </a:lnTo>
                  <a:lnTo>
                    <a:pt x="3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0"/>
            <p:cNvSpPr/>
            <p:nvPr/>
          </p:nvSpPr>
          <p:spPr>
            <a:xfrm>
              <a:off x="1487575" y="1452475"/>
              <a:ext cx="80675" cy="56850"/>
            </a:xfrm>
            <a:custGeom>
              <a:rect b="b" l="l" r="r" t="t"/>
              <a:pathLst>
                <a:path extrusionOk="0" h="2274" w="3227">
                  <a:moveTo>
                    <a:pt x="3043" y="1"/>
                  </a:moveTo>
                  <a:lnTo>
                    <a:pt x="0" y="2274"/>
                  </a:lnTo>
                  <a:lnTo>
                    <a:pt x="1760" y="2274"/>
                  </a:lnTo>
                  <a:lnTo>
                    <a:pt x="32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0"/>
            <p:cNvSpPr/>
            <p:nvPr/>
          </p:nvSpPr>
          <p:spPr>
            <a:xfrm>
              <a:off x="1561800" y="637700"/>
              <a:ext cx="21100" cy="814800"/>
            </a:xfrm>
            <a:custGeom>
              <a:rect b="b" l="l" r="r" t="t"/>
              <a:pathLst>
                <a:path extrusionOk="0" h="32592" w="844">
                  <a:moveTo>
                    <a:pt x="1" y="1"/>
                  </a:moveTo>
                  <a:lnTo>
                    <a:pt x="1" y="32592"/>
                  </a:lnTo>
                  <a:lnTo>
                    <a:pt x="844" y="32592"/>
                  </a:lnTo>
                  <a:lnTo>
                    <a:pt x="8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30"/>
          <p:cNvGrpSpPr/>
          <p:nvPr/>
        </p:nvGrpSpPr>
        <p:grpSpPr>
          <a:xfrm>
            <a:off x="8385508" y="3395797"/>
            <a:ext cx="1694780" cy="1702546"/>
            <a:chOff x="2324025" y="922550"/>
            <a:chExt cx="2073125" cy="2082625"/>
          </a:xfrm>
        </p:grpSpPr>
        <p:sp>
          <p:nvSpPr>
            <p:cNvPr id="2360" name="Google Shape;2360;p30"/>
            <p:cNvSpPr/>
            <p:nvPr/>
          </p:nvSpPr>
          <p:spPr>
            <a:xfrm>
              <a:off x="2960850" y="2738900"/>
              <a:ext cx="953525" cy="266275"/>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0"/>
            <p:cNvSpPr/>
            <p:nvPr/>
          </p:nvSpPr>
          <p:spPr>
            <a:xfrm>
              <a:off x="2972925" y="2191525"/>
              <a:ext cx="913775" cy="717000"/>
            </a:xfrm>
            <a:custGeom>
              <a:rect b="b" l="l" r="r" t="t"/>
              <a:pathLst>
                <a:path extrusionOk="0" h="28680" w="36551">
                  <a:moveTo>
                    <a:pt x="36550" y="0"/>
                  </a:moveTo>
                  <a:cubicBezTo>
                    <a:pt x="35301" y="1222"/>
                    <a:pt x="28116" y="2159"/>
                    <a:pt x="19255" y="2244"/>
                  </a:cubicBezTo>
                  <a:lnTo>
                    <a:pt x="18261" y="2244"/>
                  </a:lnTo>
                  <a:cubicBezTo>
                    <a:pt x="9032" y="2244"/>
                    <a:pt x="1392" y="1278"/>
                    <a:pt x="1" y="29"/>
                  </a:cubicBezTo>
                  <a:lnTo>
                    <a:pt x="1" y="29"/>
                  </a:lnTo>
                  <a:cubicBezTo>
                    <a:pt x="1" y="86"/>
                    <a:pt x="1" y="171"/>
                    <a:pt x="29" y="228"/>
                  </a:cubicBezTo>
                  <a:cubicBezTo>
                    <a:pt x="171" y="796"/>
                    <a:pt x="256" y="1335"/>
                    <a:pt x="398" y="1903"/>
                  </a:cubicBezTo>
                  <a:cubicBezTo>
                    <a:pt x="1250" y="5226"/>
                    <a:pt x="2074" y="8577"/>
                    <a:pt x="2926" y="11899"/>
                  </a:cubicBezTo>
                  <a:cubicBezTo>
                    <a:pt x="3863" y="15563"/>
                    <a:pt x="4828" y="19226"/>
                    <a:pt x="5794" y="22861"/>
                  </a:cubicBezTo>
                  <a:cubicBezTo>
                    <a:pt x="6021" y="23685"/>
                    <a:pt x="6163" y="24537"/>
                    <a:pt x="6476" y="25361"/>
                  </a:cubicBezTo>
                  <a:cubicBezTo>
                    <a:pt x="6561" y="25645"/>
                    <a:pt x="6760" y="25900"/>
                    <a:pt x="7015" y="26071"/>
                  </a:cubicBezTo>
                  <a:cubicBezTo>
                    <a:pt x="7583" y="26411"/>
                    <a:pt x="8180" y="26667"/>
                    <a:pt x="8833" y="26809"/>
                  </a:cubicBezTo>
                  <a:cubicBezTo>
                    <a:pt x="8956" y="26933"/>
                    <a:pt x="9145" y="27013"/>
                    <a:pt x="9341" y="27013"/>
                  </a:cubicBezTo>
                  <a:cubicBezTo>
                    <a:pt x="9370" y="27013"/>
                    <a:pt x="9400" y="27011"/>
                    <a:pt x="9429" y="27008"/>
                  </a:cubicBezTo>
                  <a:cubicBezTo>
                    <a:pt x="10309" y="27348"/>
                    <a:pt x="11247" y="27604"/>
                    <a:pt x="12212" y="27718"/>
                  </a:cubicBezTo>
                  <a:cubicBezTo>
                    <a:pt x="12328" y="27814"/>
                    <a:pt x="12470" y="27871"/>
                    <a:pt x="12611" y="27871"/>
                  </a:cubicBezTo>
                  <a:cubicBezTo>
                    <a:pt x="12678" y="27871"/>
                    <a:pt x="12745" y="27859"/>
                    <a:pt x="12809" y="27831"/>
                  </a:cubicBezTo>
                  <a:cubicBezTo>
                    <a:pt x="13803" y="28172"/>
                    <a:pt x="14825" y="28371"/>
                    <a:pt x="15876" y="28371"/>
                  </a:cubicBezTo>
                  <a:cubicBezTo>
                    <a:pt x="15972" y="28467"/>
                    <a:pt x="16108" y="28524"/>
                    <a:pt x="16247" y="28524"/>
                  </a:cubicBezTo>
                  <a:cubicBezTo>
                    <a:pt x="16313" y="28524"/>
                    <a:pt x="16380" y="28512"/>
                    <a:pt x="16444" y="28484"/>
                  </a:cubicBezTo>
                  <a:cubicBezTo>
                    <a:pt x="17019" y="28548"/>
                    <a:pt x="17594" y="28580"/>
                    <a:pt x="18169" y="28580"/>
                  </a:cubicBezTo>
                  <a:cubicBezTo>
                    <a:pt x="18361" y="28580"/>
                    <a:pt x="18552" y="28577"/>
                    <a:pt x="18744" y="28570"/>
                  </a:cubicBezTo>
                  <a:cubicBezTo>
                    <a:pt x="18834" y="28645"/>
                    <a:pt x="18948" y="28680"/>
                    <a:pt x="19064" y="28680"/>
                  </a:cubicBezTo>
                  <a:cubicBezTo>
                    <a:pt x="19168" y="28680"/>
                    <a:pt x="19275" y="28652"/>
                    <a:pt x="19369" y="28598"/>
                  </a:cubicBezTo>
                  <a:cubicBezTo>
                    <a:pt x="19568" y="28626"/>
                    <a:pt x="19738" y="28655"/>
                    <a:pt x="19937" y="28655"/>
                  </a:cubicBezTo>
                  <a:cubicBezTo>
                    <a:pt x="20083" y="28660"/>
                    <a:pt x="20228" y="28662"/>
                    <a:pt x="20373" y="28662"/>
                  </a:cubicBezTo>
                  <a:cubicBezTo>
                    <a:pt x="21072" y="28662"/>
                    <a:pt x="21758" y="28607"/>
                    <a:pt x="22464" y="28513"/>
                  </a:cubicBezTo>
                  <a:cubicBezTo>
                    <a:pt x="22529" y="28535"/>
                    <a:pt x="22599" y="28544"/>
                    <a:pt x="22669" y="28544"/>
                  </a:cubicBezTo>
                  <a:cubicBezTo>
                    <a:pt x="22782" y="28544"/>
                    <a:pt x="22898" y="28520"/>
                    <a:pt x="23004" y="28484"/>
                  </a:cubicBezTo>
                  <a:cubicBezTo>
                    <a:pt x="23515" y="28428"/>
                    <a:pt x="24026" y="28399"/>
                    <a:pt x="24509" y="28314"/>
                  </a:cubicBezTo>
                  <a:cubicBezTo>
                    <a:pt x="24935" y="28286"/>
                    <a:pt x="25333" y="28172"/>
                    <a:pt x="25730" y="28002"/>
                  </a:cubicBezTo>
                  <a:cubicBezTo>
                    <a:pt x="25773" y="28014"/>
                    <a:pt x="25815" y="28019"/>
                    <a:pt x="25857" y="28019"/>
                  </a:cubicBezTo>
                  <a:cubicBezTo>
                    <a:pt x="26011" y="28019"/>
                    <a:pt x="26158" y="27943"/>
                    <a:pt x="26270" y="27831"/>
                  </a:cubicBezTo>
                  <a:cubicBezTo>
                    <a:pt x="26980" y="27746"/>
                    <a:pt x="27633" y="27547"/>
                    <a:pt x="28229" y="27178"/>
                  </a:cubicBezTo>
                  <a:cubicBezTo>
                    <a:pt x="28258" y="27182"/>
                    <a:pt x="28287" y="27183"/>
                    <a:pt x="28316" y="27183"/>
                  </a:cubicBezTo>
                  <a:cubicBezTo>
                    <a:pt x="28513" y="27183"/>
                    <a:pt x="28702" y="27100"/>
                    <a:pt x="28826" y="26951"/>
                  </a:cubicBezTo>
                  <a:cubicBezTo>
                    <a:pt x="29621" y="26667"/>
                    <a:pt x="30388" y="26241"/>
                    <a:pt x="31012" y="25673"/>
                  </a:cubicBezTo>
                  <a:cubicBezTo>
                    <a:pt x="31325" y="25389"/>
                    <a:pt x="31552" y="24991"/>
                    <a:pt x="31609" y="24565"/>
                  </a:cubicBezTo>
                  <a:cubicBezTo>
                    <a:pt x="31978" y="22663"/>
                    <a:pt x="32375" y="20760"/>
                    <a:pt x="32773" y="18857"/>
                  </a:cubicBezTo>
                  <a:cubicBezTo>
                    <a:pt x="33227" y="16756"/>
                    <a:pt x="33653" y="14654"/>
                    <a:pt x="34108" y="12553"/>
                  </a:cubicBezTo>
                  <a:cubicBezTo>
                    <a:pt x="34704" y="9656"/>
                    <a:pt x="35329" y="6788"/>
                    <a:pt x="35925" y="3891"/>
                  </a:cubicBezTo>
                  <a:cubicBezTo>
                    <a:pt x="36124" y="2954"/>
                    <a:pt x="36323" y="1988"/>
                    <a:pt x="36493" y="1023"/>
                  </a:cubicBezTo>
                  <a:cubicBezTo>
                    <a:pt x="36522" y="682"/>
                    <a:pt x="36550" y="341"/>
                    <a:pt x="36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0"/>
            <p:cNvSpPr/>
            <p:nvPr/>
          </p:nvSpPr>
          <p:spPr>
            <a:xfrm>
              <a:off x="3052450" y="2508875"/>
              <a:ext cx="772475" cy="399850"/>
            </a:xfrm>
            <a:custGeom>
              <a:rect b="b" l="l" r="r" t="t"/>
              <a:pathLst>
                <a:path extrusionOk="0" h="15994" w="30899">
                  <a:moveTo>
                    <a:pt x="30898" y="1"/>
                  </a:moveTo>
                  <a:cubicBezTo>
                    <a:pt x="29961" y="995"/>
                    <a:pt x="24736" y="3721"/>
                    <a:pt x="15109" y="3721"/>
                  </a:cubicBezTo>
                  <a:cubicBezTo>
                    <a:pt x="6646" y="3721"/>
                    <a:pt x="796" y="881"/>
                    <a:pt x="0" y="171"/>
                  </a:cubicBezTo>
                  <a:lnTo>
                    <a:pt x="0" y="171"/>
                  </a:lnTo>
                  <a:cubicBezTo>
                    <a:pt x="852" y="3494"/>
                    <a:pt x="1733" y="6845"/>
                    <a:pt x="2613" y="10196"/>
                  </a:cubicBezTo>
                  <a:cubicBezTo>
                    <a:pt x="2840" y="11019"/>
                    <a:pt x="2982" y="11871"/>
                    <a:pt x="3295" y="12667"/>
                  </a:cubicBezTo>
                  <a:cubicBezTo>
                    <a:pt x="3380" y="12951"/>
                    <a:pt x="3579" y="13206"/>
                    <a:pt x="3834" y="13377"/>
                  </a:cubicBezTo>
                  <a:cubicBezTo>
                    <a:pt x="4402" y="13746"/>
                    <a:pt x="4999" y="14001"/>
                    <a:pt x="5652" y="14115"/>
                  </a:cubicBezTo>
                  <a:cubicBezTo>
                    <a:pt x="5771" y="14258"/>
                    <a:pt x="5949" y="14321"/>
                    <a:pt x="6138" y="14321"/>
                  </a:cubicBezTo>
                  <a:cubicBezTo>
                    <a:pt x="6174" y="14321"/>
                    <a:pt x="6211" y="14318"/>
                    <a:pt x="6248" y="14314"/>
                  </a:cubicBezTo>
                  <a:cubicBezTo>
                    <a:pt x="7128" y="14683"/>
                    <a:pt x="8066" y="14910"/>
                    <a:pt x="9031" y="15024"/>
                  </a:cubicBezTo>
                  <a:cubicBezTo>
                    <a:pt x="9150" y="15142"/>
                    <a:pt x="9296" y="15192"/>
                    <a:pt x="9442" y="15192"/>
                  </a:cubicBezTo>
                  <a:cubicBezTo>
                    <a:pt x="9505" y="15192"/>
                    <a:pt x="9567" y="15183"/>
                    <a:pt x="9628" y="15166"/>
                  </a:cubicBezTo>
                  <a:cubicBezTo>
                    <a:pt x="10622" y="15506"/>
                    <a:pt x="11644" y="15677"/>
                    <a:pt x="12695" y="15705"/>
                  </a:cubicBezTo>
                  <a:cubicBezTo>
                    <a:pt x="13110" y="15788"/>
                    <a:pt x="13100" y="15841"/>
                    <a:pt x="13154" y="15841"/>
                  </a:cubicBezTo>
                  <a:cubicBezTo>
                    <a:pt x="13174" y="15841"/>
                    <a:pt x="13202" y="15834"/>
                    <a:pt x="13263" y="15819"/>
                  </a:cubicBezTo>
                  <a:cubicBezTo>
                    <a:pt x="13838" y="15883"/>
                    <a:pt x="14413" y="15915"/>
                    <a:pt x="14988" y="15915"/>
                  </a:cubicBezTo>
                  <a:cubicBezTo>
                    <a:pt x="15180" y="15915"/>
                    <a:pt x="15371" y="15911"/>
                    <a:pt x="15563" y="15904"/>
                  </a:cubicBezTo>
                  <a:cubicBezTo>
                    <a:pt x="15654" y="15965"/>
                    <a:pt x="15770" y="15993"/>
                    <a:pt x="15888" y="15993"/>
                  </a:cubicBezTo>
                  <a:cubicBezTo>
                    <a:pt x="15991" y="15993"/>
                    <a:pt x="16095" y="15972"/>
                    <a:pt x="16188" y="15932"/>
                  </a:cubicBezTo>
                  <a:cubicBezTo>
                    <a:pt x="16387" y="15932"/>
                    <a:pt x="16557" y="15989"/>
                    <a:pt x="16756" y="15989"/>
                  </a:cubicBezTo>
                  <a:cubicBezTo>
                    <a:pt x="17608" y="15989"/>
                    <a:pt x="18431" y="15932"/>
                    <a:pt x="19283" y="15819"/>
                  </a:cubicBezTo>
                  <a:cubicBezTo>
                    <a:pt x="19360" y="15844"/>
                    <a:pt x="19442" y="15858"/>
                    <a:pt x="19525" y="15858"/>
                  </a:cubicBezTo>
                  <a:cubicBezTo>
                    <a:pt x="19627" y="15858"/>
                    <a:pt x="19729" y="15837"/>
                    <a:pt x="19823" y="15790"/>
                  </a:cubicBezTo>
                  <a:cubicBezTo>
                    <a:pt x="20334" y="15734"/>
                    <a:pt x="20845" y="15705"/>
                    <a:pt x="21328" y="15648"/>
                  </a:cubicBezTo>
                  <a:cubicBezTo>
                    <a:pt x="21754" y="15592"/>
                    <a:pt x="22152" y="15478"/>
                    <a:pt x="22549" y="15336"/>
                  </a:cubicBezTo>
                  <a:cubicBezTo>
                    <a:pt x="22947" y="15308"/>
                    <a:pt x="22947" y="15308"/>
                    <a:pt x="23089" y="15166"/>
                  </a:cubicBezTo>
                  <a:cubicBezTo>
                    <a:pt x="23770" y="15052"/>
                    <a:pt x="24452" y="14825"/>
                    <a:pt x="25048" y="14512"/>
                  </a:cubicBezTo>
                  <a:cubicBezTo>
                    <a:pt x="25077" y="14516"/>
                    <a:pt x="25106" y="14518"/>
                    <a:pt x="25135" y="14518"/>
                  </a:cubicBezTo>
                  <a:cubicBezTo>
                    <a:pt x="25332" y="14518"/>
                    <a:pt x="25521" y="14434"/>
                    <a:pt x="25645" y="14285"/>
                  </a:cubicBezTo>
                  <a:cubicBezTo>
                    <a:pt x="26440" y="14001"/>
                    <a:pt x="27207" y="13547"/>
                    <a:pt x="27831" y="12979"/>
                  </a:cubicBezTo>
                  <a:cubicBezTo>
                    <a:pt x="28144" y="12695"/>
                    <a:pt x="28371" y="12326"/>
                    <a:pt x="28428" y="11900"/>
                  </a:cubicBezTo>
                  <a:cubicBezTo>
                    <a:pt x="28797" y="9969"/>
                    <a:pt x="29194" y="8066"/>
                    <a:pt x="29592" y="6163"/>
                  </a:cubicBezTo>
                  <a:cubicBezTo>
                    <a:pt x="30018" y="4118"/>
                    <a:pt x="30472" y="2045"/>
                    <a:pt x="308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0"/>
            <p:cNvSpPr/>
            <p:nvPr/>
          </p:nvSpPr>
          <p:spPr>
            <a:xfrm>
              <a:off x="2967250" y="2116975"/>
              <a:ext cx="925125" cy="130650"/>
            </a:xfrm>
            <a:custGeom>
              <a:rect b="b" l="l" r="r" t="t"/>
              <a:pathLst>
                <a:path extrusionOk="0" h="5226" w="37005">
                  <a:moveTo>
                    <a:pt x="18488" y="0"/>
                  </a:moveTo>
                  <a:cubicBezTo>
                    <a:pt x="8265" y="0"/>
                    <a:pt x="0" y="1165"/>
                    <a:pt x="0" y="2613"/>
                  </a:cubicBezTo>
                  <a:cubicBezTo>
                    <a:pt x="0" y="4062"/>
                    <a:pt x="8265" y="5226"/>
                    <a:pt x="18488" y="5226"/>
                  </a:cubicBezTo>
                  <a:cubicBezTo>
                    <a:pt x="28712" y="5226"/>
                    <a:pt x="37004" y="4062"/>
                    <a:pt x="37004" y="2613"/>
                  </a:cubicBezTo>
                  <a:cubicBezTo>
                    <a:pt x="37004" y="1165"/>
                    <a:pt x="28712" y="0"/>
                    <a:pt x="18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0"/>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0"/>
            <p:cNvSpPr/>
            <p:nvPr/>
          </p:nvSpPr>
          <p:spPr>
            <a:xfrm>
              <a:off x="3359875" y="2795000"/>
              <a:ext cx="6400" cy="106525"/>
            </a:xfrm>
            <a:custGeom>
              <a:rect b="b" l="l" r="r" t="t"/>
              <a:pathLst>
                <a:path extrusionOk="0" h="4261" w="256">
                  <a:moveTo>
                    <a:pt x="0" y="0"/>
                  </a:moveTo>
                  <a:cubicBezTo>
                    <a:pt x="85" y="1420"/>
                    <a:pt x="170" y="2840"/>
                    <a:pt x="256" y="4260"/>
                  </a:cubicBezTo>
                  <a:lnTo>
                    <a:pt x="256" y="4260"/>
                  </a:lnTo>
                  <a:cubicBezTo>
                    <a:pt x="170" y="2840"/>
                    <a:pt x="85" y="1420"/>
                    <a:pt x="0"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0"/>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0"/>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0"/>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0"/>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0"/>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0"/>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0"/>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0"/>
            <p:cNvSpPr/>
            <p:nvPr/>
          </p:nvSpPr>
          <p:spPr>
            <a:xfrm>
              <a:off x="3115625" y="2748150"/>
              <a:ext cx="659600" cy="113625"/>
            </a:xfrm>
            <a:custGeom>
              <a:rect b="b" l="l" r="r" t="t"/>
              <a:pathLst>
                <a:path extrusionOk="0" h="4545" w="26384">
                  <a:moveTo>
                    <a:pt x="26383" y="0"/>
                  </a:moveTo>
                  <a:lnTo>
                    <a:pt x="26383" y="0"/>
                  </a:lnTo>
                  <a:cubicBezTo>
                    <a:pt x="23913" y="1136"/>
                    <a:pt x="19312" y="2471"/>
                    <a:pt x="12582" y="2471"/>
                  </a:cubicBezTo>
                  <a:cubicBezTo>
                    <a:pt x="11673" y="2471"/>
                    <a:pt x="10821" y="2442"/>
                    <a:pt x="9969" y="2386"/>
                  </a:cubicBezTo>
                  <a:cubicBezTo>
                    <a:pt x="6561" y="2158"/>
                    <a:pt x="3182" y="1420"/>
                    <a:pt x="1" y="199"/>
                  </a:cubicBezTo>
                  <a:lnTo>
                    <a:pt x="1" y="199"/>
                  </a:lnTo>
                  <a:lnTo>
                    <a:pt x="86" y="596"/>
                  </a:lnTo>
                  <a:cubicBezTo>
                    <a:pt x="285" y="1250"/>
                    <a:pt x="398" y="1874"/>
                    <a:pt x="569" y="2499"/>
                  </a:cubicBezTo>
                  <a:cubicBezTo>
                    <a:pt x="4354" y="3863"/>
                    <a:pt x="8330" y="4545"/>
                    <a:pt x="12336" y="4545"/>
                  </a:cubicBezTo>
                  <a:cubicBezTo>
                    <a:pt x="12418" y="4545"/>
                    <a:pt x="12500" y="4544"/>
                    <a:pt x="12582" y="4544"/>
                  </a:cubicBezTo>
                  <a:cubicBezTo>
                    <a:pt x="14087" y="4544"/>
                    <a:pt x="15507" y="4487"/>
                    <a:pt x="16813" y="4374"/>
                  </a:cubicBezTo>
                  <a:cubicBezTo>
                    <a:pt x="18006" y="4260"/>
                    <a:pt x="19142" y="4090"/>
                    <a:pt x="20164" y="3919"/>
                  </a:cubicBezTo>
                  <a:cubicBezTo>
                    <a:pt x="21101" y="3749"/>
                    <a:pt x="21982" y="3578"/>
                    <a:pt x="22777" y="3351"/>
                  </a:cubicBezTo>
                  <a:cubicBezTo>
                    <a:pt x="22890" y="2670"/>
                    <a:pt x="23004" y="1988"/>
                    <a:pt x="23146" y="1306"/>
                  </a:cubicBezTo>
                  <a:lnTo>
                    <a:pt x="23146" y="1306"/>
                  </a:lnTo>
                  <a:lnTo>
                    <a:pt x="22777" y="3351"/>
                  </a:lnTo>
                  <a:cubicBezTo>
                    <a:pt x="23856" y="3067"/>
                    <a:pt x="24907" y="2698"/>
                    <a:pt x="25901" y="2272"/>
                  </a:cubicBezTo>
                  <a:cubicBezTo>
                    <a:pt x="26071" y="1505"/>
                    <a:pt x="26213" y="767"/>
                    <a:pt x="26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0"/>
            <p:cNvSpPr/>
            <p:nvPr/>
          </p:nvSpPr>
          <p:spPr>
            <a:xfrm>
              <a:off x="3005600" y="2169500"/>
              <a:ext cx="847725" cy="78125"/>
            </a:xfrm>
            <a:custGeom>
              <a:rect b="b" l="l" r="r" t="t"/>
              <a:pathLst>
                <a:path extrusionOk="0" h="3125" w="33909">
                  <a:moveTo>
                    <a:pt x="16954" y="1"/>
                  </a:moveTo>
                  <a:cubicBezTo>
                    <a:pt x="9372" y="1"/>
                    <a:pt x="2868" y="626"/>
                    <a:pt x="0" y="1563"/>
                  </a:cubicBezTo>
                  <a:cubicBezTo>
                    <a:pt x="2868" y="2472"/>
                    <a:pt x="9372" y="3125"/>
                    <a:pt x="16954" y="3125"/>
                  </a:cubicBezTo>
                  <a:cubicBezTo>
                    <a:pt x="24537" y="3125"/>
                    <a:pt x="31040" y="2472"/>
                    <a:pt x="33908" y="1563"/>
                  </a:cubicBezTo>
                  <a:cubicBezTo>
                    <a:pt x="31040" y="626"/>
                    <a:pt x="24537" y="1"/>
                    <a:pt x="169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0"/>
            <p:cNvSpPr/>
            <p:nvPr/>
          </p:nvSpPr>
          <p:spPr>
            <a:xfrm>
              <a:off x="2914000" y="1192475"/>
              <a:ext cx="874000" cy="1053025"/>
            </a:xfrm>
            <a:custGeom>
              <a:rect b="b" l="l" r="r" t="t"/>
              <a:pathLst>
                <a:path extrusionOk="0" h="42121" w="34960">
                  <a:moveTo>
                    <a:pt x="12245" y="1"/>
                  </a:moveTo>
                  <a:cubicBezTo>
                    <a:pt x="12207" y="1"/>
                    <a:pt x="12172" y="17"/>
                    <a:pt x="12155" y="34"/>
                  </a:cubicBezTo>
                  <a:cubicBezTo>
                    <a:pt x="12099" y="90"/>
                    <a:pt x="12042" y="147"/>
                    <a:pt x="12042" y="204"/>
                  </a:cubicBezTo>
                  <a:cubicBezTo>
                    <a:pt x="12042" y="318"/>
                    <a:pt x="12070" y="403"/>
                    <a:pt x="12127" y="488"/>
                  </a:cubicBezTo>
                  <a:cubicBezTo>
                    <a:pt x="12240" y="687"/>
                    <a:pt x="12382" y="857"/>
                    <a:pt x="12524" y="1056"/>
                  </a:cubicBezTo>
                  <a:cubicBezTo>
                    <a:pt x="13320" y="2107"/>
                    <a:pt x="14030" y="3214"/>
                    <a:pt x="14626" y="4350"/>
                  </a:cubicBezTo>
                  <a:cubicBezTo>
                    <a:pt x="16472" y="7815"/>
                    <a:pt x="17892" y="11450"/>
                    <a:pt x="18886" y="15227"/>
                  </a:cubicBezTo>
                  <a:cubicBezTo>
                    <a:pt x="19539" y="17698"/>
                    <a:pt x="20079" y="20197"/>
                    <a:pt x="20448" y="22696"/>
                  </a:cubicBezTo>
                  <a:cubicBezTo>
                    <a:pt x="20675" y="24286"/>
                    <a:pt x="20817" y="25877"/>
                    <a:pt x="20874" y="27467"/>
                  </a:cubicBezTo>
                  <a:cubicBezTo>
                    <a:pt x="21044" y="30420"/>
                    <a:pt x="21129" y="33402"/>
                    <a:pt x="21101" y="36356"/>
                  </a:cubicBezTo>
                  <a:cubicBezTo>
                    <a:pt x="21101" y="36498"/>
                    <a:pt x="21073" y="36640"/>
                    <a:pt x="21073" y="36782"/>
                  </a:cubicBezTo>
                  <a:cubicBezTo>
                    <a:pt x="21044" y="36838"/>
                    <a:pt x="21016" y="36867"/>
                    <a:pt x="20987" y="36867"/>
                  </a:cubicBezTo>
                  <a:cubicBezTo>
                    <a:pt x="20931" y="36867"/>
                    <a:pt x="20874" y="36838"/>
                    <a:pt x="20874" y="36782"/>
                  </a:cubicBezTo>
                  <a:cubicBezTo>
                    <a:pt x="20817" y="36611"/>
                    <a:pt x="20760" y="36441"/>
                    <a:pt x="20732" y="36242"/>
                  </a:cubicBezTo>
                  <a:cubicBezTo>
                    <a:pt x="20391" y="34311"/>
                    <a:pt x="19937" y="32408"/>
                    <a:pt x="19425" y="30506"/>
                  </a:cubicBezTo>
                  <a:cubicBezTo>
                    <a:pt x="18545" y="27069"/>
                    <a:pt x="16955" y="23832"/>
                    <a:pt x="14796" y="20992"/>
                  </a:cubicBezTo>
                  <a:cubicBezTo>
                    <a:pt x="13291" y="19061"/>
                    <a:pt x="11389" y="17499"/>
                    <a:pt x="9173" y="16448"/>
                  </a:cubicBezTo>
                  <a:cubicBezTo>
                    <a:pt x="7276" y="15461"/>
                    <a:pt x="5176" y="14948"/>
                    <a:pt x="3054" y="14948"/>
                  </a:cubicBezTo>
                  <a:cubicBezTo>
                    <a:pt x="2794" y="14948"/>
                    <a:pt x="2533" y="14956"/>
                    <a:pt x="2272" y="14971"/>
                  </a:cubicBezTo>
                  <a:cubicBezTo>
                    <a:pt x="1676" y="15000"/>
                    <a:pt x="1108" y="15085"/>
                    <a:pt x="540" y="15227"/>
                  </a:cubicBezTo>
                  <a:cubicBezTo>
                    <a:pt x="370" y="15284"/>
                    <a:pt x="228" y="15341"/>
                    <a:pt x="86" y="15426"/>
                  </a:cubicBezTo>
                  <a:cubicBezTo>
                    <a:pt x="29" y="15454"/>
                    <a:pt x="1" y="15511"/>
                    <a:pt x="1" y="15596"/>
                  </a:cubicBezTo>
                  <a:cubicBezTo>
                    <a:pt x="1" y="15681"/>
                    <a:pt x="86" y="15767"/>
                    <a:pt x="171" y="15767"/>
                  </a:cubicBezTo>
                  <a:lnTo>
                    <a:pt x="398" y="15767"/>
                  </a:lnTo>
                  <a:cubicBezTo>
                    <a:pt x="995" y="15681"/>
                    <a:pt x="1591" y="15625"/>
                    <a:pt x="2216" y="15625"/>
                  </a:cubicBezTo>
                  <a:cubicBezTo>
                    <a:pt x="2478" y="15603"/>
                    <a:pt x="2743" y="15593"/>
                    <a:pt x="3008" y="15593"/>
                  </a:cubicBezTo>
                  <a:cubicBezTo>
                    <a:pt x="3804" y="15593"/>
                    <a:pt x="4608" y="15688"/>
                    <a:pt x="5396" y="15880"/>
                  </a:cubicBezTo>
                  <a:cubicBezTo>
                    <a:pt x="8804" y="16618"/>
                    <a:pt x="11871" y="18521"/>
                    <a:pt x="14030" y="21276"/>
                  </a:cubicBezTo>
                  <a:cubicBezTo>
                    <a:pt x="15762" y="23434"/>
                    <a:pt x="17125" y="25905"/>
                    <a:pt x="18005" y="28546"/>
                  </a:cubicBezTo>
                  <a:cubicBezTo>
                    <a:pt x="19141" y="31812"/>
                    <a:pt x="19795" y="35191"/>
                    <a:pt x="20391" y="38571"/>
                  </a:cubicBezTo>
                  <a:cubicBezTo>
                    <a:pt x="20561" y="39451"/>
                    <a:pt x="20675" y="40332"/>
                    <a:pt x="20817" y="41212"/>
                  </a:cubicBezTo>
                  <a:cubicBezTo>
                    <a:pt x="20845" y="41439"/>
                    <a:pt x="20902" y="41695"/>
                    <a:pt x="20987" y="41950"/>
                  </a:cubicBezTo>
                  <a:cubicBezTo>
                    <a:pt x="21044" y="42064"/>
                    <a:pt x="21158" y="42121"/>
                    <a:pt x="21271" y="42121"/>
                  </a:cubicBezTo>
                  <a:cubicBezTo>
                    <a:pt x="21385" y="42121"/>
                    <a:pt x="21499" y="42035"/>
                    <a:pt x="21555" y="41950"/>
                  </a:cubicBezTo>
                  <a:cubicBezTo>
                    <a:pt x="21641" y="41780"/>
                    <a:pt x="21669" y="41581"/>
                    <a:pt x="21669" y="41382"/>
                  </a:cubicBezTo>
                  <a:cubicBezTo>
                    <a:pt x="21754" y="40076"/>
                    <a:pt x="21925" y="38770"/>
                    <a:pt x="22180" y="37492"/>
                  </a:cubicBezTo>
                  <a:cubicBezTo>
                    <a:pt x="22407" y="36185"/>
                    <a:pt x="22691" y="34879"/>
                    <a:pt x="22947" y="33573"/>
                  </a:cubicBezTo>
                  <a:cubicBezTo>
                    <a:pt x="23430" y="31074"/>
                    <a:pt x="23884" y="28546"/>
                    <a:pt x="24367" y="26047"/>
                  </a:cubicBezTo>
                  <a:cubicBezTo>
                    <a:pt x="24793" y="23775"/>
                    <a:pt x="25361" y="21531"/>
                    <a:pt x="26042" y="19345"/>
                  </a:cubicBezTo>
                  <a:cubicBezTo>
                    <a:pt x="26696" y="17300"/>
                    <a:pt x="27604" y="15369"/>
                    <a:pt x="28769" y="13580"/>
                  </a:cubicBezTo>
                  <a:cubicBezTo>
                    <a:pt x="29166" y="12983"/>
                    <a:pt x="29621" y="12415"/>
                    <a:pt x="30103" y="11876"/>
                  </a:cubicBezTo>
                  <a:cubicBezTo>
                    <a:pt x="30700" y="11223"/>
                    <a:pt x="31410" y="10655"/>
                    <a:pt x="32205" y="10257"/>
                  </a:cubicBezTo>
                  <a:cubicBezTo>
                    <a:pt x="32605" y="10031"/>
                    <a:pt x="33048" y="9911"/>
                    <a:pt x="33487" y="9911"/>
                  </a:cubicBezTo>
                  <a:cubicBezTo>
                    <a:pt x="33765" y="9911"/>
                    <a:pt x="34042" y="9959"/>
                    <a:pt x="34306" y="10058"/>
                  </a:cubicBezTo>
                  <a:cubicBezTo>
                    <a:pt x="34448" y="10087"/>
                    <a:pt x="34590" y="10144"/>
                    <a:pt x="34732" y="10144"/>
                  </a:cubicBezTo>
                  <a:cubicBezTo>
                    <a:pt x="34789" y="10144"/>
                    <a:pt x="34846" y="10115"/>
                    <a:pt x="34903" y="10058"/>
                  </a:cubicBezTo>
                  <a:cubicBezTo>
                    <a:pt x="34960" y="9973"/>
                    <a:pt x="34931" y="9860"/>
                    <a:pt x="34846" y="9803"/>
                  </a:cubicBezTo>
                  <a:cubicBezTo>
                    <a:pt x="34505" y="9519"/>
                    <a:pt x="34079" y="9348"/>
                    <a:pt x="33653" y="9320"/>
                  </a:cubicBezTo>
                  <a:cubicBezTo>
                    <a:pt x="33564" y="9313"/>
                    <a:pt x="33474" y="9309"/>
                    <a:pt x="33385" y="9309"/>
                  </a:cubicBezTo>
                  <a:cubicBezTo>
                    <a:pt x="32766" y="9309"/>
                    <a:pt x="32158" y="9480"/>
                    <a:pt x="31637" y="9803"/>
                  </a:cubicBezTo>
                  <a:cubicBezTo>
                    <a:pt x="30529" y="10399"/>
                    <a:pt x="29592" y="11223"/>
                    <a:pt x="28854" y="12245"/>
                  </a:cubicBezTo>
                  <a:cubicBezTo>
                    <a:pt x="27690" y="13722"/>
                    <a:pt x="26752" y="15397"/>
                    <a:pt x="26042" y="17158"/>
                  </a:cubicBezTo>
                  <a:cubicBezTo>
                    <a:pt x="25276" y="19089"/>
                    <a:pt x="24679" y="21077"/>
                    <a:pt x="24225" y="23093"/>
                  </a:cubicBezTo>
                  <a:cubicBezTo>
                    <a:pt x="23600" y="25735"/>
                    <a:pt x="23174" y="28376"/>
                    <a:pt x="22663" y="31017"/>
                  </a:cubicBezTo>
                  <a:cubicBezTo>
                    <a:pt x="22464" y="32039"/>
                    <a:pt x="22294" y="33090"/>
                    <a:pt x="22095" y="34112"/>
                  </a:cubicBezTo>
                  <a:cubicBezTo>
                    <a:pt x="22067" y="34254"/>
                    <a:pt x="22038" y="34396"/>
                    <a:pt x="21839" y="34453"/>
                  </a:cubicBezTo>
                  <a:cubicBezTo>
                    <a:pt x="21839" y="34339"/>
                    <a:pt x="21839" y="34226"/>
                    <a:pt x="21811" y="34112"/>
                  </a:cubicBezTo>
                  <a:cubicBezTo>
                    <a:pt x="21783" y="31528"/>
                    <a:pt x="21697" y="28972"/>
                    <a:pt x="21555" y="26388"/>
                  </a:cubicBezTo>
                  <a:cubicBezTo>
                    <a:pt x="21470" y="24883"/>
                    <a:pt x="21328" y="23349"/>
                    <a:pt x="21073" y="21844"/>
                  </a:cubicBezTo>
                  <a:cubicBezTo>
                    <a:pt x="20618" y="19004"/>
                    <a:pt x="19993" y="16221"/>
                    <a:pt x="19170" y="13466"/>
                  </a:cubicBezTo>
                  <a:cubicBezTo>
                    <a:pt x="18119" y="9916"/>
                    <a:pt x="16671" y="6508"/>
                    <a:pt x="14825" y="3299"/>
                  </a:cubicBezTo>
                  <a:cubicBezTo>
                    <a:pt x="14200" y="2192"/>
                    <a:pt x="13433" y="1141"/>
                    <a:pt x="12524" y="204"/>
                  </a:cubicBezTo>
                  <a:cubicBezTo>
                    <a:pt x="12468" y="147"/>
                    <a:pt x="12411" y="90"/>
                    <a:pt x="12326" y="34"/>
                  </a:cubicBezTo>
                  <a:cubicBezTo>
                    <a:pt x="12302" y="10"/>
                    <a:pt x="12273" y="1"/>
                    <a:pt x="12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0"/>
            <p:cNvSpPr/>
            <p:nvPr/>
          </p:nvSpPr>
          <p:spPr>
            <a:xfrm>
              <a:off x="2324025" y="1335600"/>
              <a:ext cx="926525" cy="1083000"/>
            </a:xfrm>
            <a:custGeom>
              <a:rect b="b" l="l" r="r" t="t"/>
              <a:pathLst>
                <a:path extrusionOk="0" h="43320" w="37061">
                  <a:moveTo>
                    <a:pt x="12337" y="10412"/>
                  </a:moveTo>
                  <a:cubicBezTo>
                    <a:pt x="12796" y="10412"/>
                    <a:pt x="13258" y="10459"/>
                    <a:pt x="13717" y="10553"/>
                  </a:cubicBezTo>
                  <a:cubicBezTo>
                    <a:pt x="14058" y="10638"/>
                    <a:pt x="14370" y="10780"/>
                    <a:pt x="14682" y="10950"/>
                  </a:cubicBezTo>
                  <a:cubicBezTo>
                    <a:pt x="14966" y="11121"/>
                    <a:pt x="15193" y="11376"/>
                    <a:pt x="15335" y="11660"/>
                  </a:cubicBezTo>
                  <a:cubicBezTo>
                    <a:pt x="15506" y="11973"/>
                    <a:pt x="15534" y="12313"/>
                    <a:pt x="15392" y="12626"/>
                  </a:cubicBezTo>
                  <a:cubicBezTo>
                    <a:pt x="15165" y="13194"/>
                    <a:pt x="14654" y="13620"/>
                    <a:pt x="14029" y="13648"/>
                  </a:cubicBezTo>
                  <a:cubicBezTo>
                    <a:pt x="13291" y="13733"/>
                    <a:pt x="12581" y="13790"/>
                    <a:pt x="11871" y="13790"/>
                  </a:cubicBezTo>
                  <a:cubicBezTo>
                    <a:pt x="11274" y="13819"/>
                    <a:pt x="10706" y="13904"/>
                    <a:pt x="10252" y="13932"/>
                  </a:cubicBezTo>
                  <a:cubicBezTo>
                    <a:pt x="10044" y="13932"/>
                    <a:pt x="9873" y="13945"/>
                    <a:pt x="9716" y="13945"/>
                  </a:cubicBezTo>
                  <a:cubicBezTo>
                    <a:pt x="9637" y="13945"/>
                    <a:pt x="9561" y="13942"/>
                    <a:pt x="9485" y="13932"/>
                  </a:cubicBezTo>
                  <a:cubicBezTo>
                    <a:pt x="8520" y="13819"/>
                    <a:pt x="8037" y="12711"/>
                    <a:pt x="8577" y="11916"/>
                  </a:cubicBezTo>
                  <a:cubicBezTo>
                    <a:pt x="8832" y="11518"/>
                    <a:pt x="9201" y="11206"/>
                    <a:pt x="9627" y="11007"/>
                  </a:cubicBezTo>
                  <a:cubicBezTo>
                    <a:pt x="10484" y="10607"/>
                    <a:pt x="11404" y="10412"/>
                    <a:pt x="12337" y="10412"/>
                  </a:cubicBezTo>
                  <a:close/>
                  <a:moveTo>
                    <a:pt x="23344" y="13468"/>
                  </a:moveTo>
                  <a:cubicBezTo>
                    <a:pt x="23677" y="13468"/>
                    <a:pt x="24010" y="13491"/>
                    <a:pt x="24338" y="13535"/>
                  </a:cubicBezTo>
                  <a:cubicBezTo>
                    <a:pt x="24963" y="13620"/>
                    <a:pt x="25559" y="13790"/>
                    <a:pt x="26127" y="14074"/>
                  </a:cubicBezTo>
                  <a:cubicBezTo>
                    <a:pt x="26411" y="14159"/>
                    <a:pt x="26638" y="14330"/>
                    <a:pt x="26809" y="14557"/>
                  </a:cubicBezTo>
                  <a:cubicBezTo>
                    <a:pt x="27036" y="14756"/>
                    <a:pt x="27121" y="15097"/>
                    <a:pt x="27036" y="15380"/>
                  </a:cubicBezTo>
                  <a:cubicBezTo>
                    <a:pt x="26922" y="15693"/>
                    <a:pt x="26667" y="15892"/>
                    <a:pt x="26326" y="15892"/>
                  </a:cubicBezTo>
                  <a:cubicBezTo>
                    <a:pt x="26241" y="15920"/>
                    <a:pt x="26155" y="15920"/>
                    <a:pt x="26070" y="15920"/>
                  </a:cubicBezTo>
                  <a:cubicBezTo>
                    <a:pt x="25587" y="15920"/>
                    <a:pt x="25105" y="15835"/>
                    <a:pt x="24622" y="15693"/>
                  </a:cubicBezTo>
                  <a:cubicBezTo>
                    <a:pt x="23656" y="15409"/>
                    <a:pt x="22662" y="15239"/>
                    <a:pt x="21668" y="15153"/>
                  </a:cubicBezTo>
                  <a:cubicBezTo>
                    <a:pt x="21470" y="15153"/>
                    <a:pt x="21242" y="15125"/>
                    <a:pt x="21044" y="15040"/>
                  </a:cubicBezTo>
                  <a:cubicBezTo>
                    <a:pt x="20646" y="14926"/>
                    <a:pt x="20532" y="14415"/>
                    <a:pt x="20845" y="14131"/>
                  </a:cubicBezTo>
                  <a:cubicBezTo>
                    <a:pt x="21100" y="13875"/>
                    <a:pt x="21413" y="13705"/>
                    <a:pt x="21754" y="13648"/>
                  </a:cubicBezTo>
                  <a:cubicBezTo>
                    <a:pt x="22277" y="13526"/>
                    <a:pt x="22812" y="13468"/>
                    <a:pt x="23344" y="13468"/>
                  </a:cubicBezTo>
                  <a:close/>
                  <a:moveTo>
                    <a:pt x="5751" y="17638"/>
                  </a:moveTo>
                  <a:cubicBezTo>
                    <a:pt x="5843" y="17638"/>
                    <a:pt x="5935" y="17652"/>
                    <a:pt x="6021" y="17681"/>
                  </a:cubicBezTo>
                  <a:cubicBezTo>
                    <a:pt x="6390" y="17794"/>
                    <a:pt x="6560" y="18164"/>
                    <a:pt x="6447" y="18504"/>
                  </a:cubicBezTo>
                  <a:cubicBezTo>
                    <a:pt x="6390" y="18646"/>
                    <a:pt x="6333" y="18760"/>
                    <a:pt x="6248" y="18874"/>
                  </a:cubicBezTo>
                  <a:cubicBezTo>
                    <a:pt x="5822" y="19413"/>
                    <a:pt x="5197" y="19782"/>
                    <a:pt x="4515" y="19924"/>
                  </a:cubicBezTo>
                  <a:cubicBezTo>
                    <a:pt x="4459" y="19953"/>
                    <a:pt x="4402" y="19953"/>
                    <a:pt x="4345" y="19953"/>
                  </a:cubicBezTo>
                  <a:cubicBezTo>
                    <a:pt x="4332" y="19954"/>
                    <a:pt x="4318" y="19954"/>
                    <a:pt x="4305" y="19954"/>
                  </a:cubicBezTo>
                  <a:cubicBezTo>
                    <a:pt x="3869" y="19954"/>
                    <a:pt x="3527" y="19514"/>
                    <a:pt x="3692" y="19101"/>
                  </a:cubicBezTo>
                  <a:cubicBezTo>
                    <a:pt x="3720" y="19016"/>
                    <a:pt x="3749" y="18930"/>
                    <a:pt x="3806" y="18845"/>
                  </a:cubicBezTo>
                  <a:cubicBezTo>
                    <a:pt x="4231" y="18277"/>
                    <a:pt x="4799" y="17880"/>
                    <a:pt x="5481" y="17681"/>
                  </a:cubicBezTo>
                  <a:cubicBezTo>
                    <a:pt x="5566" y="17652"/>
                    <a:pt x="5659" y="17638"/>
                    <a:pt x="5751" y="17638"/>
                  </a:cubicBezTo>
                  <a:close/>
                  <a:moveTo>
                    <a:pt x="17210" y="22480"/>
                  </a:moveTo>
                  <a:cubicBezTo>
                    <a:pt x="17522" y="22480"/>
                    <a:pt x="17863" y="22565"/>
                    <a:pt x="18147" y="22707"/>
                  </a:cubicBezTo>
                  <a:cubicBezTo>
                    <a:pt x="18289" y="22764"/>
                    <a:pt x="18403" y="22849"/>
                    <a:pt x="18516" y="22906"/>
                  </a:cubicBezTo>
                  <a:cubicBezTo>
                    <a:pt x="20277" y="24099"/>
                    <a:pt x="21754" y="25519"/>
                    <a:pt x="22634" y="27507"/>
                  </a:cubicBezTo>
                  <a:cubicBezTo>
                    <a:pt x="22890" y="28046"/>
                    <a:pt x="23060" y="28643"/>
                    <a:pt x="23174" y="29239"/>
                  </a:cubicBezTo>
                  <a:cubicBezTo>
                    <a:pt x="23259" y="29665"/>
                    <a:pt x="23202" y="30091"/>
                    <a:pt x="23032" y="30460"/>
                  </a:cubicBezTo>
                  <a:cubicBezTo>
                    <a:pt x="22930" y="30786"/>
                    <a:pt x="22623" y="30981"/>
                    <a:pt x="22311" y="30981"/>
                  </a:cubicBezTo>
                  <a:cubicBezTo>
                    <a:pt x="22189" y="30981"/>
                    <a:pt x="22065" y="30950"/>
                    <a:pt x="21952" y="30886"/>
                  </a:cubicBezTo>
                  <a:cubicBezTo>
                    <a:pt x="21725" y="30773"/>
                    <a:pt x="21555" y="30631"/>
                    <a:pt x="21413" y="30432"/>
                  </a:cubicBezTo>
                  <a:cubicBezTo>
                    <a:pt x="21129" y="30120"/>
                    <a:pt x="20902" y="29779"/>
                    <a:pt x="20703" y="29381"/>
                  </a:cubicBezTo>
                  <a:cubicBezTo>
                    <a:pt x="20106" y="28330"/>
                    <a:pt x="19340" y="27365"/>
                    <a:pt x="18488" y="26513"/>
                  </a:cubicBezTo>
                  <a:cubicBezTo>
                    <a:pt x="18033" y="26058"/>
                    <a:pt x="17551" y="25576"/>
                    <a:pt x="17096" y="25121"/>
                  </a:cubicBezTo>
                  <a:cubicBezTo>
                    <a:pt x="16812" y="24809"/>
                    <a:pt x="16528" y="24497"/>
                    <a:pt x="16301" y="24127"/>
                  </a:cubicBezTo>
                  <a:cubicBezTo>
                    <a:pt x="16187" y="23929"/>
                    <a:pt x="16102" y="23701"/>
                    <a:pt x="16102" y="23474"/>
                  </a:cubicBezTo>
                  <a:cubicBezTo>
                    <a:pt x="16074" y="22878"/>
                    <a:pt x="16528" y="22480"/>
                    <a:pt x="17210" y="22480"/>
                  </a:cubicBezTo>
                  <a:close/>
                  <a:moveTo>
                    <a:pt x="12747" y="34444"/>
                  </a:moveTo>
                  <a:cubicBezTo>
                    <a:pt x="12809" y="34444"/>
                    <a:pt x="12877" y="34460"/>
                    <a:pt x="12950" y="34493"/>
                  </a:cubicBezTo>
                  <a:cubicBezTo>
                    <a:pt x="13456" y="34718"/>
                    <a:pt x="13545" y="35165"/>
                    <a:pt x="13601" y="35725"/>
                  </a:cubicBezTo>
                  <a:lnTo>
                    <a:pt x="13601" y="35725"/>
                  </a:lnTo>
                  <a:cubicBezTo>
                    <a:pt x="13574" y="35890"/>
                    <a:pt x="13545" y="36030"/>
                    <a:pt x="13490" y="36197"/>
                  </a:cubicBezTo>
                  <a:cubicBezTo>
                    <a:pt x="13461" y="36367"/>
                    <a:pt x="13291" y="36509"/>
                    <a:pt x="13092" y="36538"/>
                  </a:cubicBezTo>
                  <a:cubicBezTo>
                    <a:pt x="13074" y="36541"/>
                    <a:pt x="13056" y="36542"/>
                    <a:pt x="13038" y="36542"/>
                  </a:cubicBezTo>
                  <a:cubicBezTo>
                    <a:pt x="12881" y="36542"/>
                    <a:pt x="12714" y="36438"/>
                    <a:pt x="12638" y="36310"/>
                  </a:cubicBezTo>
                  <a:cubicBezTo>
                    <a:pt x="12552" y="36197"/>
                    <a:pt x="12524" y="36083"/>
                    <a:pt x="12467" y="35998"/>
                  </a:cubicBezTo>
                  <a:cubicBezTo>
                    <a:pt x="12325" y="35600"/>
                    <a:pt x="12325" y="35146"/>
                    <a:pt x="12439" y="34749"/>
                  </a:cubicBezTo>
                  <a:cubicBezTo>
                    <a:pt x="12479" y="34546"/>
                    <a:pt x="12592" y="34444"/>
                    <a:pt x="12747" y="34444"/>
                  </a:cubicBezTo>
                  <a:close/>
                  <a:moveTo>
                    <a:pt x="20887" y="9566"/>
                  </a:moveTo>
                  <a:cubicBezTo>
                    <a:pt x="20923" y="9566"/>
                    <a:pt x="20958" y="9573"/>
                    <a:pt x="20987" y="9587"/>
                  </a:cubicBezTo>
                  <a:cubicBezTo>
                    <a:pt x="21044" y="9616"/>
                    <a:pt x="21072" y="9701"/>
                    <a:pt x="21072" y="9758"/>
                  </a:cubicBezTo>
                  <a:cubicBezTo>
                    <a:pt x="20987" y="9928"/>
                    <a:pt x="20902" y="10098"/>
                    <a:pt x="20788" y="10240"/>
                  </a:cubicBezTo>
                  <a:cubicBezTo>
                    <a:pt x="20248" y="11064"/>
                    <a:pt x="19709" y="11887"/>
                    <a:pt x="19169" y="12711"/>
                  </a:cubicBezTo>
                  <a:cubicBezTo>
                    <a:pt x="18516" y="13733"/>
                    <a:pt x="17863" y="14727"/>
                    <a:pt x="17210" y="15778"/>
                  </a:cubicBezTo>
                  <a:cubicBezTo>
                    <a:pt x="16897" y="16261"/>
                    <a:pt x="16642" y="16800"/>
                    <a:pt x="16358" y="17283"/>
                  </a:cubicBezTo>
                  <a:cubicBezTo>
                    <a:pt x="14966" y="19726"/>
                    <a:pt x="13774" y="22281"/>
                    <a:pt x="12780" y="24894"/>
                  </a:cubicBezTo>
                  <a:cubicBezTo>
                    <a:pt x="12240" y="26257"/>
                    <a:pt x="11842" y="27649"/>
                    <a:pt x="11445" y="29040"/>
                  </a:cubicBezTo>
                  <a:cubicBezTo>
                    <a:pt x="10990" y="30545"/>
                    <a:pt x="10621" y="32107"/>
                    <a:pt x="10280" y="33641"/>
                  </a:cubicBezTo>
                  <a:cubicBezTo>
                    <a:pt x="9940" y="35004"/>
                    <a:pt x="9656" y="36367"/>
                    <a:pt x="9457" y="37759"/>
                  </a:cubicBezTo>
                  <a:cubicBezTo>
                    <a:pt x="9286" y="38810"/>
                    <a:pt x="9145" y="39889"/>
                    <a:pt x="9031" y="40939"/>
                  </a:cubicBezTo>
                  <a:cubicBezTo>
                    <a:pt x="9031" y="41138"/>
                    <a:pt x="8974" y="41309"/>
                    <a:pt x="8861" y="41479"/>
                  </a:cubicBezTo>
                  <a:cubicBezTo>
                    <a:pt x="8832" y="41536"/>
                    <a:pt x="8775" y="41564"/>
                    <a:pt x="8690" y="41564"/>
                  </a:cubicBezTo>
                  <a:cubicBezTo>
                    <a:pt x="8605" y="41564"/>
                    <a:pt x="8520" y="41479"/>
                    <a:pt x="8520" y="41394"/>
                  </a:cubicBezTo>
                  <a:cubicBezTo>
                    <a:pt x="8491" y="41280"/>
                    <a:pt x="8491" y="41110"/>
                    <a:pt x="8491" y="40911"/>
                  </a:cubicBezTo>
                  <a:lnTo>
                    <a:pt x="8520" y="40911"/>
                  </a:lnTo>
                  <a:cubicBezTo>
                    <a:pt x="8605" y="40457"/>
                    <a:pt x="8605" y="39889"/>
                    <a:pt x="8662" y="39378"/>
                  </a:cubicBezTo>
                  <a:cubicBezTo>
                    <a:pt x="8861" y="38100"/>
                    <a:pt x="9059" y="36793"/>
                    <a:pt x="9315" y="35515"/>
                  </a:cubicBezTo>
                  <a:cubicBezTo>
                    <a:pt x="9741" y="33499"/>
                    <a:pt x="10195" y="31511"/>
                    <a:pt x="10735" y="29523"/>
                  </a:cubicBezTo>
                  <a:cubicBezTo>
                    <a:pt x="11132" y="28046"/>
                    <a:pt x="11615" y="26570"/>
                    <a:pt x="12126" y="25121"/>
                  </a:cubicBezTo>
                  <a:cubicBezTo>
                    <a:pt x="12524" y="23985"/>
                    <a:pt x="12978" y="22849"/>
                    <a:pt x="13490" y="21742"/>
                  </a:cubicBezTo>
                  <a:cubicBezTo>
                    <a:pt x="14086" y="20492"/>
                    <a:pt x="14682" y="19271"/>
                    <a:pt x="15335" y="18050"/>
                  </a:cubicBezTo>
                  <a:cubicBezTo>
                    <a:pt x="16045" y="16658"/>
                    <a:pt x="16841" y="15295"/>
                    <a:pt x="17721" y="13989"/>
                  </a:cubicBezTo>
                  <a:cubicBezTo>
                    <a:pt x="18658" y="12654"/>
                    <a:pt x="19510" y="11206"/>
                    <a:pt x="20532" y="9900"/>
                  </a:cubicBezTo>
                  <a:cubicBezTo>
                    <a:pt x="20618" y="9786"/>
                    <a:pt x="20646" y="9644"/>
                    <a:pt x="20788" y="9587"/>
                  </a:cubicBezTo>
                  <a:cubicBezTo>
                    <a:pt x="20816" y="9573"/>
                    <a:pt x="20852" y="9566"/>
                    <a:pt x="20887" y="9566"/>
                  </a:cubicBezTo>
                  <a:close/>
                  <a:moveTo>
                    <a:pt x="11592" y="0"/>
                  </a:moveTo>
                  <a:cubicBezTo>
                    <a:pt x="10313" y="0"/>
                    <a:pt x="9063" y="388"/>
                    <a:pt x="8009" y="1124"/>
                  </a:cubicBezTo>
                  <a:cubicBezTo>
                    <a:pt x="6418" y="2118"/>
                    <a:pt x="5027" y="3396"/>
                    <a:pt x="3862" y="4873"/>
                  </a:cubicBezTo>
                  <a:cubicBezTo>
                    <a:pt x="3806" y="4930"/>
                    <a:pt x="3664" y="5015"/>
                    <a:pt x="3749" y="5157"/>
                  </a:cubicBezTo>
                  <a:cubicBezTo>
                    <a:pt x="4856" y="4731"/>
                    <a:pt x="6021" y="4390"/>
                    <a:pt x="7185" y="4163"/>
                  </a:cubicBezTo>
                  <a:cubicBezTo>
                    <a:pt x="7989" y="3982"/>
                    <a:pt x="8808" y="3886"/>
                    <a:pt x="9641" y="3886"/>
                  </a:cubicBezTo>
                  <a:cubicBezTo>
                    <a:pt x="9984" y="3886"/>
                    <a:pt x="10330" y="3903"/>
                    <a:pt x="10678" y="3936"/>
                  </a:cubicBezTo>
                  <a:cubicBezTo>
                    <a:pt x="11757" y="3993"/>
                    <a:pt x="12780" y="4504"/>
                    <a:pt x="13518" y="5299"/>
                  </a:cubicBezTo>
                  <a:cubicBezTo>
                    <a:pt x="13859" y="5668"/>
                    <a:pt x="14114" y="6151"/>
                    <a:pt x="14228" y="6662"/>
                  </a:cubicBezTo>
                  <a:cubicBezTo>
                    <a:pt x="14370" y="7344"/>
                    <a:pt x="14228" y="7855"/>
                    <a:pt x="13291" y="8224"/>
                  </a:cubicBezTo>
                  <a:cubicBezTo>
                    <a:pt x="13165" y="8278"/>
                    <a:pt x="13016" y="8298"/>
                    <a:pt x="12866" y="8298"/>
                  </a:cubicBezTo>
                  <a:cubicBezTo>
                    <a:pt x="12779" y="8298"/>
                    <a:pt x="12692" y="8291"/>
                    <a:pt x="12609" y="8281"/>
                  </a:cubicBezTo>
                  <a:cubicBezTo>
                    <a:pt x="12183" y="8252"/>
                    <a:pt x="11786" y="8196"/>
                    <a:pt x="11360" y="8139"/>
                  </a:cubicBezTo>
                  <a:cubicBezTo>
                    <a:pt x="10337" y="7914"/>
                    <a:pt x="9300" y="7807"/>
                    <a:pt x="8259" y="7807"/>
                  </a:cubicBezTo>
                  <a:cubicBezTo>
                    <a:pt x="7854" y="7807"/>
                    <a:pt x="7449" y="7823"/>
                    <a:pt x="7043" y="7855"/>
                  </a:cubicBezTo>
                  <a:cubicBezTo>
                    <a:pt x="4572" y="7968"/>
                    <a:pt x="2300" y="9133"/>
                    <a:pt x="795" y="11064"/>
                  </a:cubicBezTo>
                  <a:cubicBezTo>
                    <a:pt x="625" y="11291"/>
                    <a:pt x="511" y="11547"/>
                    <a:pt x="454" y="11802"/>
                  </a:cubicBezTo>
                  <a:cubicBezTo>
                    <a:pt x="312" y="12796"/>
                    <a:pt x="227" y="13762"/>
                    <a:pt x="170" y="14756"/>
                  </a:cubicBezTo>
                  <a:cubicBezTo>
                    <a:pt x="0" y="16744"/>
                    <a:pt x="170" y="18760"/>
                    <a:pt x="596" y="20748"/>
                  </a:cubicBezTo>
                  <a:cubicBezTo>
                    <a:pt x="1051" y="22963"/>
                    <a:pt x="1761" y="25121"/>
                    <a:pt x="2357" y="27308"/>
                  </a:cubicBezTo>
                  <a:lnTo>
                    <a:pt x="2386" y="27365"/>
                  </a:lnTo>
                  <a:cubicBezTo>
                    <a:pt x="2404" y="27441"/>
                    <a:pt x="2461" y="27478"/>
                    <a:pt x="2522" y="27478"/>
                  </a:cubicBezTo>
                  <a:cubicBezTo>
                    <a:pt x="2553" y="27478"/>
                    <a:pt x="2584" y="27469"/>
                    <a:pt x="2613" y="27450"/>
                  </a:cubicBezTo>
                  <a:cubicBezTo>
                    <a:pt x="2726" y="27308"/>
                    <a:pt x="2868" y="27166"/>
                    <a:pt x="2982" y="27024"/>
                  </a:cubicBezTo>
                  <a:cubicBezTo>
                    <a:pt x="3607" y="26342"/>
                    <a:pt x="4260" y="25661"/>
                    <a:pt x="4885" y="24979"/>
                  </a:cubicBezTo>
                  <a:cubicBezTo>
                    <a:pt x="5424" y="24383"/>
                    <a:pt x="6021" y="23843"/>
                    <a:pt x="6674" y="23389"/>
                  </a:cubicBezTo>
                  <a:cubicBezTo>
                    <a:pt x="6986" y="23190"/>
                    <a:pt x="7299" y="22991"/>
                    <a:pt x="7639" y="22849"/>
                  </a:cubicBezTo>
                  <a:cubicBezTo>
                    <a:pt x="7923" y="22736"/>
                    <a:pt x="8236" y="22679"/>
                    <a:pt x="8548" y="22679"/>
                  </a:cubicBezTo>
                  <a:cubicBezTo>
                    <a:pt x="8561" y="22678"/>
                    <a:pt x="8574" y="22678"/>
                    <a:pt x="8587" y="22678"/>
                  </a:cubicBezTo>
                  <a:cubicBezTo>
                    <a:pt x="9164" y="22678"/>
                    <a:pt x="9594" y="23288"/>
                    <a:pt x="9372" y="23843"/>
                  </a:cubicBezTo>
                  <a:cubicBezTo>
                    <a:pt x="9286" y="24156"/>
                    <a:pt x="9145" y="24411"/>
                    <a:pt x="8946" y="24639"/>
                  </a:cubicBezTo>
                  <a:cubicBezTo>
                    <a:pt x="8548" y="25121"/>
                    <a:pt x="8122" y="25519"/>
                    <a:pt x="7639" y="25888"/>
                  </a:cubicBezTo>
                  <a:cubicBezTo>
                    <a:pt x="6958" y="26399"/>
                    <a:pt x="6276" y="26910"/>
                    <a:pt x="5595" y="27393"/>
                  </a:cubicBezTo>
                  <a:cubicBezTo>
                    <a:pt x="4771" y="28018"/>
                    <a:pt x="4004" y="28728"/>
                    <a:pt x="3380" y="29523"/>
                  </a:cubicBezTo>
                  <a:cubicBezTo>
                    <a:pt x="3152" y="29750"/>
                    <a:pt x="3096" y="30063"/>
                    <a:pt x="3181" y="30375"/>
                  </a:cubicBezTo>
                  <a:cubicBezTo>
                    <a:pt x="3607" y="31738"/>
                    <a:pt x="4004" y="33101"/>
                    <a:pt x="4487" y="34493"/>
                  </a:cubicBezTo>
                  <a:cubicBezTo>
                    <a:pt x="4714" y="34323"/>
                    <a:pt x="4856" y="34124"/>
                    <a:pt x="4970" y="33868"/>
                  </a:cubicBezTo>
                  <a:cubicBezTo>
                    <a:pt x="5623" y="32931"/>
                    <a:pt x="6361" y="32051"/>
                    <a:pt x="7157" y="31227"/>
                  </a:cubicBezTo>
                  <a:cubicBezTo>
                    <a:pt x="7327" y="31057"/>
                    <a:pt x="7497" y="30915"/>
                    <a:pt x="7725" y="30829"/>
                  </a:cubicBezTo>
                  <a:cubicBezTo>
                    <a:pt x="7776" y="30804"/>
                    <a:pt x="7827" y="30790"/>
                    <a:pt x="7875" y="30790"/>
                  </a:cubicBezTo>
                  <a:cubicBezTo>
                    <a:pt x="7935" y="30790"/>
                    <a:pt x="7990" y="30811"/>
                    <a:pt x="8037" y="30858"/>
                  </a:cubicBezTo>
                  <a:cubicBezTo>
                    <a:pt x="8151" y="30943"/>
                    <a:pt x="8179" y="31085"/>
                    <a:pt x="8122" y="31199"/>
                  </a:cubicBezTo>
                  <a:cubicBezTo>
                    <a:pt x="8094" y="31312"/>
                    <a:pt x="8037" y="31454"/>
                    <a:pt x="7952" y="31568"/>
                  </a:cubicBezTo>
                  <a:cubicBezTo>
                    <a:pt x="7696" y="32079"/>
                    <a:pt x="7441" y="32562"/>
                    <a:pt x="7157" y="33045"/>
                  </a:cubicBezTo>
                  <a:cubicBezTo>
                    <a:pt x="6532" y="34124"/>
                    <a:pt x="6021" y="35260"/>
                    <a:pt x="5509" y="36367"/>
                  </a:cubicBezTo>
                  <a:cubicBezTo>
                    <a:pt x="5339" y="36651"/>
                    <a:pt x="5339" y="37020"/>
                    <a:pt x="5481" y="37304"/>
                  </a:cubicBezTo>
                  <a:cubicBezTo>
                    <a:pt x="5822" y="38128"/>
                    <a:pt x="6106" y="38980"/>
                    <a:pt x="6447" y="39804"/>
                  </a:cubicBezTo>
                  <a:cubicBezTo>
                    <a:pt x="6787" y="40684"/>
                    <a:pt x="7213" y="41564"/>
                    <a:pt x="7668" y="42388"/>
                  </a:cubicBezTo>
                  <a:cubicBezTo>
                    <a:pt x="7781" y="42615"/>
                    <a:pt x="7923" y="42842"/>
                    <a:pt x="8094" y="43041"/>
                  </a:cubicBezTo>
                  <a:cubicBezTo>
                    <a:pt x="8233" y="43227"/>
                    <a:pt x="8356" y="43320"/>
                    <a:pt x="8498" y="43320"/>
                  </a:cubicBezTo>
                  <a:cubicBezTo>
                    <a:pt x="8617" y="43320"/>
                    <a:pt x="8750" y="43255"/>
                    <a:pt x="8917" y="43126"/>
                  </a:cubicBezTo>
                  <a:cubicBezTo>
                    <a:pt x="9230" y="42927"/>
                    <a:pt x="9485" y="42643"/>
                    <a:pt x="9712" y="42359"/>
                  </a:cubicBezTo>
                  <a:cubicBezTo>
                    <a:pt x="10110" y="41820"/>
                    <a:pt x="10564" y="41365"/>
                    <a:pt x="11104" y="40968"/>
                  </a:cubicBezTo>
                  <a:cubicBezTo>
                    <a:pt x="11445" y="40712"/>
                    <a:pt x="11757" y="40457"/>
                    <a:pt x="12070" y="40173"/>
                  </a:cubicBezTo>
                  <a:cubicBezTo>
                    <a:pt x="12893" y="39491"/>
                    <a:pt x="13745" y="38866"/>
                    <a:pt x="14654" y="38355"/>
                  </a:cubicBezTo>
                  <a:cubicBezTo>
                    <a:pt x="15250" y="37986"/>
                    <a:pt x="15847" y="37645"/>
                    <a:pt x="16471" y="37276"/>
                  </a:cubicBezTo>
                  <a:cubicBezTo>
                    <a:pt x="16670" y="37191"/>
                    <a:pt x="16784" y="36992"/>
                    <a:pt x="16784" y="36793"/>
                  </a:cubicBezTo>
                  <a:cubicBezTo>
                    <a:pt x="16755" y="35913"/>
                    <a:pt x="16699" y="35061"/>
                    <a:pt x="16585" y="34209"/>
                  </a:cubicBezTo>
                  <a:cubicBezTo>
                    <a:pt x="16358" y="32789"/>
                    <a:pt x="15847" y="31426"/>
                    <a:pt x="15080" y="30205"/>
                  </a:cubicBezTo>
                  <a:cubicBezTo>
                    <a:pt x="14796" y="29779"/>
                    <a:pt x="14569" y="29324"/>
                    <a:pt x="14370" y="28842"/>
                  </a:cubicBezTo>
                  <a:cubicBezTo>
                    <a:pt x="14285" y="28671"/>
                    <a:pt x="14228" y="28444"/>
                    <a:pt x="14228" y="28245"/>
                  </a:cubicBezTo>
                  <a:cubicBezTo>
                    <a:pt x="14200" y="27848"/>
                    <a:pt x="14512" y="27507"/>
                    <a:pt x="14909" y="27507"/>
                  </a:cubicBezTo>
                  <a:cubicBezTo>
                    <a:pt x="14948" y="27502"/>
                    <a:pt x="14988" y="27500"/>
                    <a:pt x="15029" y="27500"/>
                  </a:cubicBezTo>
                  <a:cubicBezTo>
                    <a:pt x="15223" y="27500"/>
                    <a:pt x="15426" y="27555"/>
                    <a:pt x="15591" y="27649"/>
                  </a:cubicBezTo>
                  <a:cubicBezTo>
                    <a:pt x="16159" y="27933"/>
                    <a:pt x="16670" y="28330"/>
                    <a:pt x="17039" y="28842"/>
                  </a:cubicBezTo>
                  <a:cubicBezTo>
                    <a:pt x="17352" y="29239"/>
                    <a:pt x="17636" y="29665"/>
                    <a:pt x="17863" y="30148"/>
                  </a:cubicBezTo>
                  <a:cubicBezTo>
                    <a:pt x="18658" y="31710"/>
                    <a:pt x="19255" y="33357"/>
                    <a:pt x="19652" y="35089"/>
                  </a:cubicBezTo>
                  <a:cubicBezTo>
                    <a:pt x="19681" y="35231"/>
                    <a:pt x="19652" y="35402"/>
                    <a:pt x="19851" y="35515"/>
                  </a:cubicBezTo>
                  <a:cubicBezTo>
                    <a:pt x="21697" y="34692"/>
                    <a:pt x="23628" y="34010"/>
                    <a:pt x="25502" y="33272"/>
                  </a:cubicBezTo>
                  <a:cubicBezTo>
                    <a:pt x="26496" y="32874"/>
                    <a:pt x="27490" y="32391"/>
                    <a:pt x="28456" y="31965"/>
                  </a:cubicBezTo>
                  <a:cubicBezTo>
                    <a:pt x="28711" y="31880"/>
                    <a:pt x="28882" y="31653"/>
                    <a:pt x="28853" y="31397"/>
                  </a:cubicBezTo>
                  <a:cubicBezTo>
                    <a:pt x="28882" y="30915"/>
                    <a:pt x="28939" y="30460"/>
                    <a:pt x="28967" y="29978"/>
                  </a:cubicBezTo>
                  <a:cubicBezTo>
                    <a:pt x="28995" y="29324"/>
                    <a:pt x="28939" y="28671"/>
                    <a:pt x="28768" y="28046"/>
                  </a:cubicBezTo>
                  <a:cubicBezTo>
                    <a:pt x="28427" y="26626"/>
                    <a:pt x="27604" y="25349"/>
                    <a:pt x="26468" y="24440"/>
                  </a:cubicBezTo>
                  <a:cubicBezTo>
                    <a:pt x="25815" y="23900"/>
                    <a:pt x="25133" y="23417"/>
                    <a:pt x="24395" y="22991"/>
                  </a:cubicBezTo>
                  <a:cubicBezTo>
                    <a:pt x="23855" y="22707"/>
                    <a:pt x="23287" y="22395"/>
                    <a:pt x="22748" y="22054"/>
                  </a:cubicBezTo>
                  <a:cubicBezTo>
                    <a:pt x="22435" y="21884"/>
                    <a:pt x="22180" y="21657"/>
                    <a:pt x="21924" y="21401"/>
                  </a:cubicBezTo>
                  <a:cubicBezTo>
                    <a:pt x="21612" y="21060"/>
                    <a:pt x="21555" y="20577"/>
                    <a:pt x="21754" y="20152"/>
                  </a:cubicBezTo>
                  <a:cubicBezTo>
                    <a:pt x="21867" y="19896"/>
                    <a:pt x="22009" y="19669"/>
                    <a:pt x="22236" y="19470"/>
                  </a:cubicBezTo>
                  <a:cubicBezTo>
                    <a:pt x="22492" y="19214"/>
                    <a:pt x="22804" y="19016"/>
                    <a:pt x="23174" y="18874"/>
                  </a:cubicBezTo>
                  <a:cubicBezTo>
                    <a:pt x="24058" y="18515"/>
                    <a:pt x="24942" y="18324"/>
                    <a:pt x="25818" y="18324"/>
                  </a:cubicBezTo>
                  <a:cubicBezTo>
                    <a:pt x="26884" y="18324"/>
                    <a:pt x="27938" y="18606"/>
                    <a:pt x="28967" y="19214"/>
                  </a:cubicBezTo>
                  <a:cubicBezTo>
                    <a:pt x="29677" y="19640"/>
                    <a:pt x="30330" y="20208"/>
                    <a:pt x="30898" y="20833"/>
                  </a:cubicBezTo>
                  <a:cubicBezTo>
                    <a:pt x="31835" y="21912"/>
                    <a:pt x="32574" y="23162"/>
                    <a:pt x="33056" y="24497"/>
                  </a:cubicBezTo>
                  <a:cubicBezTo>
                    <a:pt x="33397" y="25320"/>
                    <a:pt x="33653" y="26172"/>
                    <a:pt x="33823" y="27052"/>
                  </a:cubicBezTo>
                  <a:cubicBezTo>
                    <a:pt x="33823" y="27109"/>
                    <a:pt x="33823" y="27194"/>
                    <a:pt x="33908" y="27194"/>
                  </a:cubicBezTo>
                  <a:cubicBezTo>
                    <a:pt x="33965" y="27166"/>
                    <a:pt x="34050" y="27138"/>
                    <a:pt x="34079" y="27109"/>
                  </a:cubicBezTo>
                  <a:cubicBezTo>
                    <a:pt x="34136" y="27052"/>
                    <a:pt x="34164" y="26996"/>
                    <a:pt x="34221" y="26939"/>
                  </a:cubicBezTo>
                  <a:cubicBezTo>
                    <a:pt x="35754" y="24894"/>
                    <a:pt x="36549" y="22537"/>
                    <a:pt x="37004" y="20038"/>
                  </a:cubicBezTo>
                  <a:cubicBezTo>
                    <a:pt x="37061" y="19754"/>
                    <a:pt x="37004" y="19470"/>
                    <a:pt x="36862" y="19243"/>
                  </a:cubicBezTo>
                  <a:cubicBezTo>
                    <a:pt x="36578" y="18732"/>
                    <a:pt x="36322" y="18192"/>
                    <a:pt x="36010" y="17709"/>
                  </a:cubicBezTo>
                  <a:cubicBezTo>
                    <a:pt x="35101" y="16261"/>
                    <a:pt x="33738" y="15097"/>
                    <a:pt x="32176" y="14443"/>
                  </a:cubicBezTo>
                  <a:cubicBezTo>
                    <a:pt x="31296" y="14074"/>
                    <a:pt x="30415" y="13790"/>
                    <a:pt x="29535" y="13506"/>
                  </a:cubicBezTo>
                  <a:cubicBezTo>
                    <a:pt x="29052" y="13364"/>
                    <a:pt x="28598" y="13194"/>
                    <a:pt x="28143" y="13023"/>
                  </a:cubicBezTo>
                  <a:cubicBezTo>
                    <a:pt x="27888" y="12938"/>
                    <a:pt x="27661" y="12796"/>
                    <a:pt x="27462" y="12626"/>
                  </a:cubicBezTo>
                  <a:cubicBezTo>
                    <a:pt x="27007" y="12200"/>
                    <a:pt x="27093" y="11717"/>
                    <a:pt x="27689" y="11490"/>
                  </a:cubicBezTo>
                  <a:cubicBezTo>
                    <a:pt x="28030" y="11348"/>
                    <a:pt x="28427" y="11263"/>
                    <a:pt x="28825" y="11263"/>
                  </a:cubicBezTo>
                  <a:cubicBezTo>
                    <a:pt x="28904" y="11259"/>
                    <a:pt x="28984" y="11257"/>
                    <a:pt x="29063" y="11257"/>
                  </a:cubicBezTo>
                  <a:cubicBezTo>
                    <a:pt x="29608" y="11257"/>
                    <a:pt x="30154" y="11341"/>
                    <a:pt x="30699" y="11490"/>
                  </a:cubicBezTo>
                  <a:cubicBezTo>
                    <a:pt x="32744" y="11973"/>
                    <a:pt x="34675" y="12881"/>
                    <a:pt x="36322" y="14216"/>
                  </a:cubicBezTo>
                  <a:cubicBezTo>
                    <a:pt x="36493" y="14387"/>
                    <a:pt x="36720" y="14557"/>
                    <a:pt x="36947" y="14671"/>
                  </a:cubicBezTo>
                  <a:cubicBezTo>
                    <a:pt x="36890" y="14301"/>
                    <a:pt x="36805" y="13961"/>
                    <a:pt x="36663" y="13620"/>
                  </a:cubicBezTo>
                  <a:cubicBezTo>
                    <a:pt x="36180" y="12427"/>
                    <a:pt x="35556" y="11291"/>
                    <a:pt x="34817" y="10240"/>
                  </a:cubicBezTo>
                  <a:cubicBezTo>
                    <a:pt x="34505" y="9814"/>
                    <a:pt x="34164" y="9445"/>
                    <a:pt x="33766" y="9133"/>
                  </a:cubicBezTo>
                  <a:cubicBezTo>
                    <a:pt x="33170" y="8650"/>
                    <a:pt x="32545" y="8252"/>
                    <a:pt x="31864" y="7940"/>
                  </a:cubicBezTo>
                  <a:cubicBezTo>
                    <a:pt x="30675" y="7368"/>
                    <a:pt x="29384" y="7068"/>
                    <a:pt x="28084" y="7068"/>
                  </a:cubicBezTo>
                  <a:cubicBezTo>
                    <a:pt x="27706" y="7068"/>
                    <a:pt x="27328" y="7094"/>
                    <a:pt x="26951" y="7145"/>
                  </a:cubicBezTo>
                  <a:cubicBezTo>
                    <a:pt x="25985" y="7258"/>
                    <a:pt x="25048" y="7457"/>
                    <a:pt x="24111" y="7656"/>
                  </a:cubicBezTo>
                  <a:cubicBezTo>
                    <a:pt x="23287" y="7855"/>
                    <a:pt x="22464" y="8082"/>
                    <a:pt x="21697" y="8394"/>
                  </a:cubicBezTo>
                  <a:cubicBezTo>
                    <a:pt x="21562" y="8436"/>
                    <a:pt x="21472" y="8462"/>
                    <a:pt x="21408" y="8462"/>
                  </a:cubicBezTo>
                  <a:cubicBezTo>
                    <a:pt x="21295" y="8462"/>
                    <a:pt x="21258" y="8383"/>
                    <a:pt x="21186" y="8167"/>
                  </a:cubicBezTo>
                  <a:cubicBezTo>
                    <a:pt x="21015" y="7542"/>
                    <a:pt x="20760" y="6974"/>
                    <a:pt x="20447" y="6435"/>
                  </a:cubicBezTo>
                  <a:cubicBezTo>
                    <a:pt x="19169" y="4475"/>
                    <a:pt x="17749" y="2658"/>
                    <a:pt x="15761" y="1351"/>
                  </a:cubicBezTo>
                  <a:cubicBezTo>
                    <a:pt x="14995" y="840"/>
                    <a:pt x="14114" y="443"/>
                    <a:pt x="13234" y="215"/>
                  </a:cubicBezTo>
                  <a:cubicBezTo>
                    <a:pt x="12690" y="71"/>
                    <a:pt x="12138" y="0"/>
                    <a:pt x="11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0"/>
            <p:cNvSpPr/>
            <p:nvPr/>
          </p:nvSpPr>
          <p:spPr>
            <a:xfrm>
              <a:off x="2537000" y="1574725"/>
              <a:ext cx="314550" cy="800000"/>
            </a:xfrm>
            <a:custGeom>
              <a:rect b="b" l="l" r="r" t="t"/>
              <a:pathLst>
                <a:path extrusionOk="0" h="32000" w="12582">
                  <a:moveTo>
                    <a:pt x="12397" y="1"/>
                  </a:moveTo>
                  <a:cubicBezTo>
                    <a:pt x="12361" y="1"/>
                    <a:pt x="12326" y="8"/>
                    <a:pt x="12297" y="22"/>
                  </a:cubicBezTo>
                  <a:cubicBezTo>
                    <a:pt x="12155" y="79"/>
                    <a:pt x="12127" y="221"/>
                    <a:pt x="12042" y="335"/>
                  </a:cubicBezTo>
                  <a:cubicBezTo>
                    <a:pt x="11020" y="1641"/>
                    <a:pt x="10168" y="3061"/>
                    <a:pt x="9230" y="4424"/>
                  </a:cubicBezTo>
                  <a:cubicBezTo>
                    <a:pt x="8350" y="5730"/>
                    <a:pt x="7555" y="7093"/>
                    <a:pt x="6845" y="8485"/>
                  </a:cubicBezTo>
                  <a:cubicBezTo>
                    <a:pt x="6192" y="9706"/>
                    <a:pt x="5595" y="10927"/>
                    <a:pt x="4999" y="12177"/>
                  </a:cubicBezTo>
                  <a:cubicBezTo>
                    <a:pt x="4488" y="13284"/>
                    <a:pt x="4005" y="14392"/>
                    <a:pt x="3607" y="15556"/>
                  </a:cubicBezTo>
                  <a:cubicBezTo>
                    <a:pt x="3096" y="17005"/>
                    <a:pt x="2642" y="18481"/>
                    <a:pt x="2244" y="19958"/>
                  </a:cubicBezTo>
                  <a:cubicBezTo>
                    <a:pt x="1705" y="21946"/>
                    <a:pt x="1250" y="23934"/>
                    <a:pt x="824" y="25950"/>
                  </a:cubicBezTo>
                  <a:cubicBezTo>
                    <a:pt x="540" y="27228"/>
                    <a:pt x="342" y="28506"/>
                    <a:pt x="171" y="29813"/>
                  </a:cubicBezTo>
                  <a:cubicBezTo>
                    <a:pt x="86" y="30324"/>
                    <a:pt x="86" y="30892"/>
                    <a:pt x="1" y="31346"/>
                  </a:cubicBezTo>
                  <a:cubicBezTo>
                    <a:pt x="1" y="31545"/>
                    <a:pt x="1" y="31687"/>
                    <a:pt x="29" y="31829"/>
                  </a:cubicBezTo>
                  <a:cubicBezTo>
                    <a:pt x="29" y="31914"/>
                    <a:pt x="114" y="31999"/>
                    <a:pt x="200" y="31999"/>
                  </a:cubicBezTo>
                  <a:cubicBezTo>
                    <a:pt x="285" y="31999"/>
                    <a:pt x="342" y="31971"/>
                    <a:pt x="370" y="31914"/>
                  </a:cubicBezTo>
                  <a:cubicBezTo>
                    <a:pt x="484" y="31744"/>
                    <a:pt x="540" y="31573"/>
                    <a:pt x="540" y="31374"/>
                  </a:cubicBezTo>
                  <a:cubicBezTo>
                    <a:pt x="654" y="30324"/>
                    <a:pt x="796" y="29245"/>
                    <a:pt x="966" y="28194"/>
                  </a:cubicBezTo>
                  <a:cubicBezTo>
                    <a:pt x="1165" y="26802"/>
                    <a:pt x="1449" y="25439"/>
                    <a:pt x="1790" y="24076"/>
                  </a:cubicBezTo>
                  <a:cubicBezTo>
                    <a:pt x="2131" y="22514"/>
                    <a:pt x="2500" y="20980"/>
                    <a:pt x="2954" y="19475"/>
                  </a:cubicBezTo>
                  <a:cubicBezTo>
                    <a:pt x="3352" y="18084"/>
                    <a:pt x="3749" y="16692"/>
                    <a:pt x="4289" y="15329"/>
                  </a:cubicBezTo>
                  <a:cubicBezTo>
                    <a:pt x="5283" y="12716"/>
                    <a:pt x="6476" y="10161"/>
                    <a:pt x="7867" y="7718"/>
                  </a:cubicBezTo>
                  <a:cubicBezTo>
                    <a:pt x="8151" y="7207"/>
                    <a:pt x="8407" y="6696"/>
                    <a:pt x="8719" y="6213"/>
                  </a:cubicBezTo>
                  <a:cubicBezTo>
                    <a:pt x="9372" y="5162"/>
                    <a:pt x="10026" y="4168"/>
                    <a:pt x="10679" y="3146"/>
                  </a:cubicBezTo>
                  <a:cubicBezTo>
                    <a:pt x="11218" y="2322"/>
                    <a:pt x="11758" y="1499"/>
                    <a:pt x="12297" y="675"/>
                  </a:cubicBezTo>
                  <a:cubicBezTo>
                    <a:pt x="12411" y="533"/>
                    <a:pt x="12496" y="363"/>
                    <a:pt x="12581" y="193"/>
                  </a:cubicBezTo>
                  <a:cubicBezTo>
                    <a:pt x="12581" y="136"/>
                    <a:pt x="12553" y="51"/>
                    <a:pt x="12496" y="22"/>
                  </a:cubicBezTo>
                  <a:cubicBezTo>
                    <a:pt x="12468" y="8"/>
                    <a:pt x="12432" y="1"/>
                    <a:pt x="12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0"/>
            <p:cNvSpPr/>
            <p:nvPr/>
          </p:nvSpPr>
          <p:spPr>
            <a:xfrm>
              <a:off x="2537000" y="1512575"/>
              <a:ext cx="712850" cy="906150"/>
            </a:xfrm>
            <a:custGeom>
              <a:rect b="b" l="l" r="r" t="t"/>
              <a:pathLst>
                <a:path extrusionOk="0" h="36246" w="28514">
                  <a:moveTo>
                    <a:pt x="14743" y="6395"/>
                  </a:moveTo>
                  <a:cubicBezTo>
                    <a:pt x="15104" y="6395"/>
                    <a:pt x="15464" y="6425"/>
                    <a:pt x="15819" y="6484"/>
                  </a:cubicBezTo>
                  <a:cubicBezTo>
                    <a:pt x="16444" y="6569"/>
                    <a:pt x="17040" y="6740"/>
                    <a:pt x="17636" y="6995"/>
                  </a:cubicBezTo>
                  <a:cubicBezTo>
                    <a:pt x="17892" y="7109"/>
                    <a:pt x="18119" y="7279"/>
                    <a:pt x="18290" y="7478"/>
                  </a:cubicBezTo>
                  <a:cubicBezTo>
                    <a:pt x="18517" y="7705"/>
                    <a:pt x="18602" y="8018"/>
                    <a:pt x="18517" y="8330"/>
                  </a:cubicBezTo>
                  <a:cubicBezTo>
                    <a:pt x="18403" y="8614"/>
                    <a:pt x="18148" y="8813"/>
                    <a:pt x="17835" y="8841"/>
                  </a:cubicBezTo>
                  <a:cubicBezTo>
                    <a:pt x="17722" y="8841"/>
                    <a:pt x="17636" y="8869"/>
                    <a:pt x="17551" y="8869"/>
                  </a:cubicBezTo>
                  <a:cubicBezTo>
                    <a:pt x="17068" y="8841"/>
                    <a:pt x="16586" y="8756"/>
                    <a:pt x="16103" y="8614"/>
                  </a:cubicBezTo>
                  <a:cubicBezTo>
                    <a:pt x="15137" y="8330"/>
                    <a:pt x="14143" y="8160"/>
                    <a:pt x="13149" y="8103"/>
                  </a:cubicBezTo>
                  <a:cubicBezTo>
                    <a:pt x="12951" y="8103"/>
                    <a:pt x="12723" y="8046"/>
                    <a:pt x="12525" y="7989"/>
                  </a:cubicBezTo>
                  <a:cubicBezTo>
                    <a:pt x="12127" y="7876"/>
                    <a:pt x="12013" y="7364"/>
                    <a:pt x="12354" y="7080"/>
                  </a:cubicBezTo>
                  <a:cubicBezTo>
                    <a:pt x="12581" y="6825"/>
                    <a:pt x="12894" y="6626"/>
                    <a:pt x="13235" y="6569"/>
                  </a:cubicBezTo>
                  <a:cubicBezTo>
                    <a:pt x="13732" y="6453"/>
                    <a:pt x="14238" y="6395"/>
                    <a:pt x="14743" y="6395"/>
                  </a:cubicBezTo>
                  <a:close/>
                  <a:moveTo>
                    <a:pt x="8662" y="15401"/>
                  </a:moveTo>
                  <a:cubicBezTo>
                    <a:pt x="9003" y="15401"/>
                    <a:pt x="9316" y="15486"/>
                    <a:pt x="9628" y="15628"/>
                  </a:cubicBezTo>
                  <a:cubicBezTo>
                    <a:pt x="9742" y="15685"/>
                    <a:pt x="9855" y="15770"/>
                    <a:pt x="9997" y="15827"/>
                  </a:cubicBezTo>
                  <a:cubicBezTo>
                    <a:pt x="11729" y="17020"/>
                    <a:pt x="13235" y="18440"/>
                    <a:pt x="14115" y="20428"/>
                  </a:cubicBezTo>
                  <a:cubicBezTo>
                    <a:pt x="14371" y="20967"/>
                    <a:pt x="14541" y="21564"/>
                    <a:pt x="14655" y="22160"/>
                  </a:cubicBezTo>
                  <a:cubicBezTo>
                    <a:pt x="14740" y="22558"/>
                    <a:pt x="14683" y="23012"/>
                    <a:pt x="14513" y="23381"/>
                  </a:cubicBezTo>
                  <a:cubicBezTo>
                    <a:pt x="14411" y="23707"/>
                    <a:pt x="14104" y="23902"/>
                    <a:pt x="13782" y="23902"/>
                  </a:cubicBezTo>
                  <a:cubicBezTo>
                    <a:pt x="13655" y="23902"/>
                    <a:pt x="13525" y="23871"/>
                    <a:pt x="13405" y="23807"/>
                  </a:cubicBezTo>
                  <a:cubicBezTo>
                    <a:pt x="13206" y="23694"/>
                    <a:pt x="13007" y="23552"/>
                    <a:pt x="12865" y="23353"/>
                  </a:cubicBezTo>
                  <a:cubicBezTo>
                    <a:pt x="12610" y="23041"/>
                    <a:pt x="12354" y="22671"/>
                    <a:pt x="12155" y="22302"/>
                  </a:cubicBezTo>
                  <a:cubicBezTo>
                    <a:pt x="11559" y="21251"/>
                    <a:pt x="10821" y="20286"/>
                    <a:pt x="9940" y="19434"/>
                  </a:cubicBezTo>
                  <a:cubicBezTo>
                    <a:pt x="9486" y="18951"/>
                    <a:pt x="9032" y="18497"/>
                    <a:pt x="8577" y="18042"/>
                  </a:cubicBezTo>
                  <a:cubicBezTo>
                    <a:pt x="8265" y="17730"/>
                    <a:pt x="8009" y="17389"/>
                    <a:pt x="7782" y="17048"/>
                  </a:cubicBezTo>
                  <a:cubicBezTo>
                    <a:pt x="7640" y="16850"/>
                    <a:pt x="7583" y="16622"/>
                    <a:pt x="7555" y="16395"/>
                  </a:cubicBezTo>
                  <a:cubicBezTo>
                    <a:pt x="7555" y="15799"/>
                    <a:pt x="8009" y="15401"/>
                    <a:pt x="8662" y="15401"/>
                  </a:cubicBezTo>
                  <a:close/>
                  <a:moveTo>
                    <a:pt x="4214" y="27387"/>
                  </a:moveTo>
                  <a:cubicBezTo>
                    <a:pt x="4278" y="27387"/>
                    <a:pt x="4350" y="27406"/>
                    <a:pt x="4431" y="27442"/>
                  </a:cubicBezTo>
                  <a:cubicBezTo>
                    <a:pt x="4942" y="27670"/>
                    <a:pt x="5056" y="28096"/>
                    <a:pt x="5084" y="28663"/>
                  </a:cubicBezTo>
                  <a:cubicBezTo>
                    <a:pt x="5056" y="28805"/>
                    <a:pt x="5027" y="28976"/>
                    <a:pt x="4999" y="29118"/>
                  </a:cubicBezTo>
                  <a:cubicBezTo>
                    <a:pt x="4942" y="29317"/>
                    <a:pt x="4800" y="29459"/>
                    <a:pt x="4601" y="29487"/>
                  </a:cubicBezTo>
                  <a:cubicBezTo>
                    <a:pt x="4403" y="29487"/>
                    <a:pt x="4204" y="29402"/>
                    <a:pt x="4119" y="29231"/>
                  </a:cubicBezTo>
                  <a:cubicBezTo>
                    <a:pt x="4062" y="29146"/>
                    <a:pt x="4005" y="29033"/>
                    <a:pt x="3977" y="28919"/>
                  </a:cubicBezTo>
                  <a:cubicBezTo>
                    <a:pt x="3835" y="28521"/>
                    <a:pt x="3806" y="28096"/>
                    <a:pt x="3920" y="27670"/>
                  </a:cubicBezTo>
                  <a:cubicBezTo>
                    <a:pt x="3978" y="27475"/>
                    <a:pt x="4076" y="27387"/>
                    <a:pt x="4214" y="27387"/>
                  </a:cubicBezTo>
                  <a:close/>
                  <a:moveTo>
                    <a:pt x="19554" y="1"/>
                  </a:moveTo>
                  <a:cubicBezTo>
                    <a:pt x="19189" y="1"/>
                    <a:pt x="18824" y="23"/>
                    <a:pt x="18460" y="66"/>
                  </a:cubicBezTo>
                  <a:cubicBezTo>
                    <a:pt x="17494" y="208"/>
                    <a:pt x="16557" y="378"/>
                    <a:pt x="15620" y="605"/>
                  </a:cubicBezTo>
                  <a:cubicBezTo>
                    <a:pt x="14797" y="776"/>
                    <a:pt x="13973" y="1031"/>
                    <a:pt x="13206" y="1315"/>
                  </a:cubicBezTo>
                  <a:cubicBezTo>
                    <a:pt x="13073" y="1367"/>
                    <a:pt x="12984" y="1396"/>
                    <a:pt x="12919" y="1396"/>
                  </a:cubicBezTo>
                  <a:cubicBezTo>
                    <a:pt x="12805" y="1396"/>
                    <a:pt x="12768" y="1306"/>
                    <a:pt x="12695" y="1088"/>
                  </a:cubicBezTo>
                  <a:lnTo>
                    <a:pt x="12297" y="2508"/>
                  </a:lnTo>
                  <a:cubicBezTo>
                    <a:pt x="12326" y="2494"/>
                    <a:pt x="12354" y="2487"/>
                    <a:pt x="12386" y="2487"/>
                  </a:cubicBezTo>
                  <a:cubicBezTo>
                    <a:pt x="12418" y="2487"/>
                    <a:pt x="12454" y="2494"/>
                    <a:pt x="12496" y="2508"/>
                  </a:cubicBezTo>
                  <a:cubicBezTo>
                    <a:pt x="12525" y="2565"/>
                    <a:pt x="12553" y="2622"/>
                    <a:pt x="12553" y="2679"/>
                  </a:cubicBezTo>
                  <a:cubicBezTo>
                    <a:pt x="12496" y="2849"/>
                    <a:pt x="12383" y="3019"/>
                    <a:pt x="12297" y="3161"/>
                  </a:cubicBezTo>
                  <a:cubicBezTo>
                    <a:pt x="11758" y="3985"/>
                    <a:pt x="11190" y="4808"/>
                    <a:pt x="10679" y="5632"/>
                  </a:cubicBezTo>
                  <a:cubicBezTo>
                    <a:pt x="9997" y="6654"/>
                    <a:pt x="9344" y="7677"/>
                    <a:pt x="8719" y="8699"/>
                  </a:cubicBezTo>
                  <a:cubicBezTo>
                    <a:pt x="8407" y="9182"/>
                    <a:pt x="8123" y="9721"/>
                    <a:pt x="7839" y="10233"/>
                  </a:cubicBezTo>
                  <a:cubicBezTo>
                    <a:pt x="6476" y="12675"/>
                    <a:pt x="5283" y="15202"/>
                    <a:pt x="4261" y="17815"/>
                  </a:cubicBezTo>
                  <a:cubicBezTo>
                    <a:pt x="3749" y="19178"/>
                    <a:pt x="3352" y="20570"/>
                    <a:pt x="2926" y="21961"/>
                  </a:cubicBezTo>
                  <a:cubicBezTo>
                    <a:pt x="2500" y="23466"/>
                    <a:pt x="2131" y="25028"/>
                    <a:pt x="1761" y="26562"/>
                  </a:cubicBezTo>
                  <a:cubicBezTo>
                    <a:pt x="1449" y="27925"/>
                    <a:pt x="1165" y="29288"/>
                    <a:pt x="938" y="30680"/>
                  </a:cubicBezTo>
                  <a:cubicBezTo>
                    <a:pt x="767" y="31759"/>
                    <a:pt x="626" y="32810"/>
                    <a:pt x="540" y="33889"/>
                  </a:cubicBezTo>
                  <a:cubicBezTo>
                    <a:pt x="512" y="34059"/>
                    <a:pt x="455" y="34230"/>
                    <a:pt x="370" y="34400"/>
                  </a:cubicBezTo>
                  <a:cubicBezTo>
                    <a:pt x="313" y="34457"/>
                    <a:pt x="256" y="34485"/>
                    <a:pt x="200" y="34485"/>
                  </a:cubicBezTo>
                  <a:lnTo>
                    <a:pt x="171" y="34485"/>
                  </a:lnTo>
                  <a:cubicBezTo>
                    <a:pt x="114" y="35053"/>
                    <a:pt x="58" y="35650"/>
                    <a:pt x="1" y="36246"/>
                  </a:cubicBezTo>
                  <a:cubicBezTo>
                    <a:pt x="143" y="36218"/>
                    <a:pt x="285" y="36161"/>
                    <a:pt x="398" y="36076"/>
                  </a:cubicBezTo>
                  <a:cubicBezTo>
                    <a:pt x="711" y="35848"/>
                    <a:pt x="966" y="35564"/>
                    <a:pt x="1193" y="35280"/>
                  </a:cubicBezTo>
                  <a:cubicBezTo>
                    <a:pt x="1591" y="34741"/>
                    <a:pt x="2045" y="34286"/>
                    <a:pt x="2585" y="33889"/>
                  </a:cubicBezTo>
                  <a:cubicBezTo>
                    <a:pt x="2926" y="33633"/>
                    <a:pt x="3238" y="33378"/>
                    <a:pt x="3551" y="33094"/>
                  </a:cubicBezTo>
                  <a:cubicBezTo>
                    <a:pt x="4374" y="32412"/>
                    <a:pt x="5226" y="31816"/>
                    <a:pt x="6135" y="31276"/>
                  </a:cubicBezTo>
                  <a:cubicBezTo>
                    <a:pt x="6731" y="30907"/>
                    <a:pt x="7328" y="30566"/>
                    <a:pt x="7952" y="30197"/>
                  </a:cubicBezTo>
                  <a:cubicBezTo>
                    <a:pt x="8151" y="30112"/>
                    <a:pt x="8265" y="29913"/>
                    <a:pt x="8265" y="29714"/>
                  </a:cubicBezTo>
                  <a:cubicBezTo>
                    <a:pt x="8236" y="28834"/>
                    <a:pt x="8180" y="27982"/>
                    <a:pt x="8066" y="27130"/>
                  </a:cubicBezTo>
                  <a:cubicBezTo>
                    <a:pt x="7839" y="25710"/>
                    <a:pt x="7328" y="24347"/>
                    <a:pt x="6561" y="23154"/>
                  </a:cubicBezTo>
                  <a:cubicBezTo>
                    <a:pt x="6277" y="22728"/>
                    <a:pt x="6021" y="22274"/>
                    <a:pt x="5851" y="21791"/>
                  </a:cubicBezTo>
                  <a:cubicBezTo>
                    <a:pt x="5766" y="21592"/>
                    <a:pt x="5709" y="21393"/>
                    <a:pt x="5709" y="21166"/>
                  </a:cubicBezTo>
                  <a:cubicBezTo>
                    <a:pt x="5681" y="20769"/>
                    <a:pt x="5993" y="20456"/>
                    <a:pt x="6390" y="20428"/>
                  </a:cubicBezTo>
                  <a:cubicBezTo>
                    <a:pt x="6618" y="20428"/>
                    <a:pt x="6845" y="20485"/>
                    <a:pt x="7072" y="20598"/>
                  </a:cubicBezTo>
                  <a:cubicBezTo>
                    <a:pt x="7640" y="20854"/>
                    <a:pt x="8123" y="21251"/>
                    <a:pt x="8520" y="21763"/>
                  </a:cubicBezTo>
                  <a:cubicBezTo>
                    <a:pt x="8833" y="22189"/>
                    <a:pt x="9088" y="22615"/>
                    <a:pt x="9344" y="23069"/>
                  </a:cubicBezTo>
                  <a:cubicBezTo>
                    <a:pt x="10139" y="24631"/>
                    <a:pt x="10736" y="26306"/>
                    <a:pt x="11105" y="28010"/>
                  </a:cubicBezTo>
                  <a:cubicBezTo>
                    <a:pt x="11133" y="28152"/>
                    <a:pt x="11133" y="28351"/>
                    <a:pt x="11332" y="28436"/>
                  </a:cubicBezTo>
                  <a:cubicBezTo>
                    <a:pt x="13178" y="27613"/>
                    <a:pt x="15081" y="26931"/>
                    <a:pt x="16983" y="26193"/>
                  </a:cubicBezTo>
                  <a:cubicBezTo>
                    <a:pt x="17977" y="25795"/>
                    <a:pt x="18943" y="25341"/>
                    <a:pt x="19937" y="24915"/>
                  </a:cubicBezTo>
                  <a:cubicBezTo>
                    <a:pt x="20192" y="24830"/>
                    <a:pt x="20334" y="24574"/>
                    <a:pt x="20334" y="24318"/>
                  </a:cubicBezTo>
                  <a:cubicBezTo>
                    <a:pt x="20334" y="23864"/>
                    <a:pt x="20391" y="23381"/>
                    <a:pt x="20420" y="22927"/>
                  </a:cubicBezTo>
                  <a:cubicBezTo>
                    <a:pt x="20476" y="22274"/>
                    <a:pt x="20420" y="21621"/>
                    <a:pt x="20249" y="20967"/>
                  </a:cubicBezTo>
                  <a:cubicBezTo>
                    <a:pt x="19880" y="19547"/>
                    <a:pt x="19085" y="18298"/>
                    <a:pt x="17949" y="17389"/>
                  </a:cubicBezTo>
                  <a:cubicBezTo>
                    <a:pt x="17296" y="16821"/>
                    <a:pt x="16586" y="16338"/>
                    <a:pt x="15876" y="15941"/>
                  </a:cubicBezTo>
                  <a:cubicBezTo>
                    <a:pt x="15308" y="15628"/>
                    <a:pt x="14768" y="15316"/>
                    <a:pt x="14229" y="15004"/>
                  </a:cubicBezTo>
                  <a:cubicBezTo>
                    <a:pt x="13916" y="14833"/>
                    <a:pt x="13632" y="14606"/>
                    <a:pt x="13405" y="14350"/>
                  </a:cubicBezTo>
                  <a:cubicBezTo>
                    <a:pt x="13093" y="14010"/>
                    <a:pt x="13007" y="13498"/>
                    <a:pt x="13206" y="13101"/>
                  </a:cubicBezTo>
                  <a:cubicBezTo>
                    <a:pt x="13320" y="12845"/>
                    <a:pt x="13490" y="12590"/>
                    <a:pt x="13689" y="12419"/>
                  </a:cubicBezTo>
                  <a:cubicBezTo>
                    <a:pt x="13973" y="12164"/>
                    <a:pt x="14285" y="11937"/>
                    <a:pt x="14626" y="11795"/>
                  </a:cubicBezTo>
                  <a:cubicBezTo>
                    <a:pt x="15523" y="11449"/>
                    <a:pt x="16408" y="11259"/>
                    <a:pt x="17281" y="11259"/>
                  </a:cubicBezTo>
                  <a:cubicBezTo>
                    <a:pt x="18345" y="11259"/>
                    <a:pt x="19391" y="11540"/>
                    <a:pt x="20420" y="12164"/>
                  </a:cubicBezTo>
                  <a:cubicBezTo>
                    <a:pt x="21158" y="12590"/>
                    <a:pt x="21811" y="13129"/>
                    <a:pt x="22351" y="13782"/>
                  </a:cubicBezTo>
                  <a:cubicBezTo>
                    <a:pt x="23288" y="14833"/>
                    <a:pt x="24026" y="16083"/>
                    <a:pt x="24537" y="17418"/>
                  </a:cubicBezTo>
                  <a:cubicBezTo>
                    <a:pt x="24850" y="18241"/>
                    <a:pt x="25105" y="19121"/>
                    <a:pt x="25276" y="19973"/>
                  </a:cubicBezTo>
                  <a:cubicBezTo>
                    <a:pt x="25276" y="20059"/>
                    <a:pt x="25276" y="20144"/>
                    <a:pt x="25389" y="20144"/>
                  </a:cubicBezTo>
                  <a:cubicBezTo>
                    <a:pt x="25446" y="20115"/>
                    <a:pt x="25503" y="20059"/>
                    <a:pt x="25560" y="20030"/>
                  </a:cubicBezTo>
                  <a:cubicBezTo>
                    <a:pt x="25588" y="19973"/>
                    <a:pt x="25645" y="19917"/>
                    <a:pt x="25673" y="19860"/>
                  </a:cubicBezTo>
                  <a:cubicBezTo>
                    <a:pt x="27207" y="17787"/>
                    <a:pt x="28002" y="15458"/>
                    <a:pt x="28456" y="12959"/>
                  </a:cubicBezTo>
                  <a:cubicBezTo>
                    <a:pt x="28513" y="12675"/>
                    <a:pt x="28485" y="12391"/>
                    <a:pt x="28343" y="12135"/>
                  </a:cubicBezTo>
                  <a:cubicBezTo>
                    <a:pt x="28059" y="11624"/>
                    <a:pt x="27803" y="11113"/>
                    <a:pt x="27462" y="10630"/>
                  </a:cubicBezTo>
                  <a:cubicBezTo>
                    <a:pt x="26554" y="9153"/>
                    <a:pt x="25219" y="8018"/>
                    <a:pt x="23629" y="7364"/>
                  </a:cubicBezTo>
                  <a:cubicBezTo>
                    <a:pt x="22748" y="6995"/>
                    <a:pt x="21868" y="6683"/>
                    <a:pt x="20988" y="6427"/>
                  </a:cubicBezTo>
                  <a:cubicBezTo>
                    <a:pt x="20505" y="6257"/>
                    <a:pt x="20050" y="6115"/>
                    <a:pt x="19596" y="5944"/>
                  </a:cubicBezTo>
                  <a:cubicBezTo>
                    <a:pt x="19340" y="5859"/>
                    <a:pt x="19113" y="5717"/>
                    <a:pt x="18943" y="5547"/>
                  </a:cubicBezTo>
                  <a:cubicBezTo>
                    <a:pt x="18488" y="5121"/>
                    <a:pt x="18574" y="4638"/>
                    <a:pt x="19170" y="4411"/>
                  </a:cubicBezTo>
                  <a:cubicBezTo>
                    <a:pt x="19539" y="4269"/>
                    <a:pt x="19908" y="4184"/>
                    <a:pt x="20306" y="4155"/>
                  </a:cubicBezTo>
                  <a:cubicBezTo>
                    <a:pt x="20959" y="4155"/>
                    <a:pt x="21584" y="4212"/>
                    <a:pt x="22209" y="4382"/>
                  </a:cubicBezTo>
                  <a:cubicBezTo>
                    <a:pt x="24253" y="4865"/>
                    <a:pt x="26185" y="5802"/>
                    <a:pt x="27832" y="7137"/>
                  </a:cubicBezTo>
                  <a:cubicBezTo>
                    <a:pt x="28002" y="7336"/>
                    <a:pt x="28201" y="7478"/>
                    <a:pt x="28456" y="7592"/>
                  </a:cubicBezTo>
                  <a:cubicBezTo>
                    <a:pt x="28400" y="7251"/>
                    <a:pt x="28286" y="6882"/>
                    <a:pt x="28144" y="6569"/>
                  </a:cubicBezTo>
                  <a:cubicBezTo>
                    <a:pt x="27690" y="5348"/>
                    <a:pt x="27065" y="4212"/>
                    <a:pt x="26327" y="3161"/>
                  </a:cubicBezTo>
                  <a:cubicBezTo>
                    <a:pt x="26014" y="2764"/>
                    <a:pt x="25645" y="2395"/>
                    <a:pt x="25247" y="2054"/>
                  </a:cubicBezTo>
                  <a:cubicBezTo>
                    <a:pt x="24679" y="1571"/>
                    <a:pt x="24026" y="1173"/>
                    <a:pt x="23345" y="861"/>
                  </a:cubicBezTo>
                  <a:cubicBezTo>
                    <a:pt x="22167" y="283"/>
                    <a:pt x="20867" y="1"/>
                    <a:pt x="195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0"/>
            <p:cNvSpPr/>
            <p:nvPr/>
          </p:nvSpPr>
          <p:spPr>
            <a:xfrm>
              <a:off x="2784075" y="1613600"/>
              <a:ext cx="31275" cy="46875"/>
            </a:xfrm>
            <a:custGeom>
              <a:rect b="b" l="l" r="r" t="t"/>
              <a:pathLst>
                <a:path extrusionOk="0" h="1875" w="1251">
                  <a:moveTo>
                    <a:pt x="1250" y="1"/>
                  </a:moveTo>
                  <a:lnTo>
                    <a:pt x="1250" y="1"/>
                  </a:lnTo>
                  <a:cubicBezTo>
                    <a:pt x="1117" y="195"/>
                    <a:pt x="987" y="390"/>
                    <a:pt x="858" y="585"/>
                  </a:cubicBezTo>
                  <a:lnTo>
                    <a:pt x="858" y="585"/>
                  </a:lnTo>
                  <a:cubicBezTo>
                    <a:pt x="999" y="376"/>
                    <a:pt x="1130" y="181"/>
                    <a:pt x="1250" y="1"/>
                  </a:cubicBezTo>
                  <a:close/>
                  <a:moveTo>
                    <a:pt x="858" y="585"/>
                  </a:moveTo>
                  <a:cubicBezTo>
                    <a:pt x="601" y="968"/>
                    <a:pt x="313" y="1398"/>
                    <a:pt x="1" y="1875"/>
                  </a:cubicBezTo>
                  <a:cubicBezTo>
                    <a:pt x="294" y="1445"/>
                    <a:pt x="573" y="1015"/>
                    <a:pt x="858" y="585"/>
                  </a:cubicBezTo>
                  <a:close/>
                </a:path>
              </a:pathLst>
            </a:custGeom>
            <a:solidFill>
              <a:srgbClr val="578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0"/>
            <p:cNvSpPr/>
            <p:nvPr/>
          </p:nvSpPr>
          <p:spPr>
            <a:xfrm>
              <a:off x="3592025" y="1198950"/>
              <a:ext cx="805125" cy="796950"/>
            </a:xfrm>
            <a:custGeom>
              <a:rect b="b" l="l" r="r" t="t"/>
              <a:pathLst>
                <a:path extrusionOk="0" h="31878" w="32205">
                  <a:moveTo>
                    <a:pt x="13973" y="5284"/>
                  </a:moveTo>
                  <a:cubicBezTo>
                    <a:pt x="14172" y="5312"/>
                    <a:pt x="14342" y="5511"/>
                    <a:pt x="14342" y="5710"/>
                  </a:cubicBezTo>
                  <a:cubicBezTo>
                    <a:pt x="14370" y="5965"/>
                    <a:pt x="14200" y="6164"/>
                    <a:pt x="13944" y="6193"/>
                  </a:cubicBezTo>
                  <a:cubicBezTo>
                    <a:pt x="13717" y="6164"/>
                    <a:pt x="13575" y="5994"/>
                    <a:pt x="13575" y="5767"/>
                  </a:cubicBezTo>
                  <a:cubicBezTo>
                    <a:pt x="13547" y="5539"/>
                    <a:pt x="13717" y="5312"/>
                    <a:pt x="13973" y="5284"/>
                  </a:cubicBezTo>
                  <a:close/>
                  <a:moveTo>
                    <a:pt x="19114" y="8755"/>
                  </a:moveTo>
                  <a:cubicBezTo>
                    <a:pt x="19269" y="8755"/>
                    <a:pt x="19426" y="8791"/>
                    <a:pt x="19567" y="8862"/>
                  </a:cubicBezTo>
                  <a:cubicBezTo>
                    <a:pt x="19766" y="8947"/>
                    <a:pt x="19908" y="9175"/>
                    <a:pt x="19880" y="9430"/>
                  </a:cubicBezTo>
                  <a:cubicBezTo>
                    <a:pt x="19851" y="9657"/>
                    <a:pt x="19653" y="9856"/>
                    <a:pt x="19425" y="9885"/>
                  </a:cubicBezTo>
                  <a:cubicBezTo>
                    <a:pt x="19312" y="9913"/>
                    <a:pt x="19227" y="9913"/>
                    <a:pt x="19170" y="9913"/>
                  </a:cubicBezTo>
                  <a:cubicBezTo>
                    <a:pt x="18801" y="9913"/>
                    <a:pt x="18488" y="9657"/>
                    <a:pt x="18403" y="9288"/>
                  </a:cubicBezTo>
                  <a:cubicBezTo>
                    <a:pt x="18375" y="9175"/>
                    <a:pt x="18431" y="9061"/>
                    <a:pt x="18517" y="8976"/>
                  </a:cubicBezTo>
                  <a:cubicBezTo>
                    <a:pt x="18682" y="8827"/>
                    <a:pt x="18897" y="8755"/>
                    <a:pt x="19114" y="8755"/>
                  </a:cubicBezTo>
                  <a:close/>
                  <a:moveTo>
                    <a:pt x="10403" y="8920"/>
                  </a:moveTo>
                  <a:cubicBezTo>
                    <a:pt x="10579" y="8920"/>
                    <a:pt x="10707" y="9075"/>
                    <a:pt x="10707" y="9317"/>
                  </a:cubicBezTo>
                  <a:cubicBezTo>
                    <a:pt x="10650" y="9941"/>
                    <a:pt x="10309" y="10481"/>
                    <a:pt x="9770" y="10793"/>
                  </a:cubicBezTo>
                  <a:cubicBezTo>
                    <a:pt x="9714" y="10814"/>
                    <a:pt x="9658" y="10823"/>
                    <a:pt x="9604" y="10823"/>
                  </a:cubicBezTo>
                  <a:cubicBezTo>
                    <a:pt x="9356" y="10823"/>
                    <a:pt x="9145" y="10624"/>
                    <a:pt x="9145" y="10367"/>
                  </a:cubicBezTo>
                  <a:cubicBezTo>
                    <a:pt x="9145" y="10254"/>
                    <a:pt x="9173" y="10169"/>
                    <a:pt x="9202" y="10083"/>
                  </a:cubicBezTo>
                  <a:cubicBezTo>
                    <a:pt x="9429" y="9629"/>
                    <a:pt x="9741" y="9260"/>
                    <a:pt x="10167" y="9004"/>
                  </a:cubicBezTo>
                  <a:cubicBezTo>
                    <a:pt x="10250" y="8946"/>
                    <a:pt x="10331" y="8920"/>
                    <a:pt x="10403" y="8920"/>
                  </a:cubicBezTo>
                  <a:close/>
                  <a:moveTo>
                    <a:pt x="24452" y="13633"/>
                  </a:moveTo>
                  <a:cubicBezTo>
                    <a:pt x="25304" y="13662"/>
                    <a:pt x="26156" y="13974"/>
                    <a:pt x="26809" y="14542"/>
                  </a:cubicBezTo>
                  <a:cubicBezTo>
                    <a:pt x="26951" y="14656"/>
                    <a:pt x="27093" y="14798"/>
                    <a:pt x="27178" y="14968"/>
                  </a:cubicBezTo>
                  <a:cubicBezTo>
                    <a:pt x="27377" y="15337"/>
                    <a:pt x="27122" y="15791"/>
                    <a:pt x="26724" y="15791"/>
                  </a:cubicBezTo>
                  <a:cubicBezTo>
                    <a:pt x="26582" y="15791"/>
                    <a:pt x="26440" y="15791"/>
                    <a:pt x="26298" y="15763"/>
                  </a:cubicBezTo>
                  <a:cubicBezTo>
                    <a:pt x="25588" y="15621"/>
                    <a:pt x="24878" y="15366"/>
                    <a:pt x="24253" y="14996"/>
                  </a:cubicBezTo>
                  <a:cubicBezTo>
                    <a:pt x="24054" y="14883"/>
                    <a:pt x="23884" y="14712"/>
                    <a:pt x="23742" y="14542"/>
                  </a:cubicBezTo>
                  <a:cubicBezTo>
                    <a:pt x="23515" y="14201"/>
                    <a:pt x="23685" y="13718"/>
                    <a:pt x="24111" y="13662"/>
                  </a:cubicBezTo>
                  <a:cubicBezTo>
                    <a:pt x="24225" y="13633"/>
                    <a:pt x="24338" y="13633"/>
                    <a:pt x="24452" y="13633"/>
                  </a:cubicBezTo>
                  <a:close/>
                  <a:moveTo>
                    <a:pt x="15374" y="13555"/>
                  </a:moveTo>
                  <a:cubicBezTo>
                    <a:pt x="15595" y="13555"/>
                    <a:pt x="15817" y="13674"/>
                    <a:pt x="15932" y="13889"/>
                  </a:cubicBezTo>
                  <a:cubicBezTo>
                    <a:pt x="16074" y="14116"/>
                    <a:pt x="16131" y="14400"/>
                    <a:pt x="16103" y="14684"/>
                  </a:cubicBezTo>
                  <a:cubicBezTo>
                    <a:pt x="16074" y="14940"/>
                    <a:pt x="16018" y="15195"/>
                    <a:pt x="15961" y="15451"/>
                  </a:cubicBezTo>
                  <a:cubicBezTo>
                    <a:pt x="15790" y="16104"/>
                    <a:pt x="15620" y="16757"/>
                    <a:pt x="15450" y="17410"/>
                  </a:cubicBezTo>
                  <a:cubicBezTo>
                    <a:pt x="15364" y="17666"/>
                    <a:pt x="15279" y="17921"/>
                    <a:pt x="15166" y="18177"/>
                  </a:cubicBezTo>
                  <a:cubicBezTo>
                    <a:pt x="15088" y="18359"/>
                    <a:pt x="14915" y="18493"/>
                    <a:pt x="14712" y="18493"/>
                  </a:cubicBezTo>
                  <a:cubicBezTo>
                    <a:pt x="14693" y="18493"/>
                    <a:pt x="14674" y="18492"/>
                    <a:pt x="14654" y="18489"/>
                  </a:cubicBezTo>
                  <a:cubicBezTo>
                    <a:pt x="14456" y="18489"/>
                    <a:pt x="14257" y="18347"/>
                    <a:pt x="14200" y="18149"/>
                  </a:cubicBezTo>
                  <a:cubicBezTo>
                    <a:pt x="14115" y="17978"/>
                    <a:pt x="14086" y="17836"/>
                    <a:pt x="14058" y="17666"/>
                  </a:cubicBezTo>
                  <a:cubicBezTo>
                    <a:pt x="14001" y="17353"/>
                    <a:pt x="14001" y="17041"/>
                    <a:pt x="13973" y="16814"/>
                  </a:cubicBezTo>
                  <a:lnTo>
                    <a:pt x="13944" y="16814"/>
                  </a:lnTo>
                  <a:cubicBezTo>
                    <a:pt x="13888" y="15905"/>
                    <a:pt x="14086" y="15025"/>
                    <a:pt x="14541" y="14230"/>
                  </a:cubicBezTo>
                  <a:cubicBezTo>
                    <a:pt x="14654" y="14059"/>
                    <a:pt x="14796" y="13889"/>
                    <a:pt x="14938" y="13747"/>
                  </a:cubicBezTo>
                  <a:cubicBezTo>
                    <a:pt x="15057" y="13616"/>
                    <a:pt x="15215" y="13555"/>
                    <a:pt x="15374" y="13555"/>
                  </a:cubicBezTo>
                  <a:close/>
                  <a:moveTo>
                    <a:pt x="18899" y="15354"/>
                  </a:moveTo>
                  <a:cubicBezTo>
                    <a:pt x="19146" y="15354"/>
                    <a:pt x="19385" y="15530"/>
                    <a:pt x="19425" y="15791"/>
                  </a:cubicBezTo>
                  <a:cubicBezTo>
                    <a:pt x="19454" y="15990"/>
                    <a:pt x="19454" y="16161"/>
                    <a:pt x="19425" y="16359"/>
                  </a:cubicBezTo>
                  <a:cubicBezTo>
                    <a:pt x="19369" y="17013"/>
                    <a:pt x="19227" y="17694"/>
                    <a:pt x="19056" y="18347"/>
                  </a:cubicBezTo>
                  <a:cubicBezTo>
                    <a:pt x="18801" y="19228"/>
                    <a:pt x="18687" y="20137"/>
                    <a:pt x="18687" y="21045"/>
                  </a:cubicBezTo>
                  <a:cubicBezTo>
                    <a:pt x="18715" y="21500"/>
                    <a:pt x="18659" y="21954"/>
                    <a:pt x="18573" y="22437"/>
                  </a:cubicBezTo>
                  <a:cubicBezTo>
                    <a:pt x="18488" y="22806"/>
                    <a:pt x="18346" y="22976"/>
                    <a:pt x="18119" y="22976"/>
                  </a:cubicBezTo>
                  <a:cubicBezTo>
                    <a:pt x="17807" y="22976"/>
                    <a:pt x="17665" y="22749"/>
                    <a:pt x="17551" y="22522"/>
                  </a:cubicBezTo>
                  <a:cubicBezTo>
                    <a:pt x="17324" y="22011"/>
                    <a:pt x="17182" y="21471"/>
                    <a:pt x="17153" y="20903"/>
                  </a:cubicBezTo>
                  <a:cubicBezTo>
                    <a:pt x="17153" y="20648"/>
                    <a:pt x="17153" y="20392"/>
                    <a:pt x="17153" y="20137"/>
                  </a:cubicBezTo>
                  <a:cubicBezTo>
                    <a:pt x="17153" y="18887"/>
                    <a:pt x="17381" y="17666"/>
                    <a:pt x="17863" y="16501"/>
                  </a:cubicBezTo>
                  <a:cubicBezTo>
                    <a:pt x="17949" y="16274"/>
                    <a:pt x="18091" y="16047"/>
                    <a:pt x="18204" y="15848"/>
                  </a:cubicBezTo>
                  <a:cubicBezTo>
                    <a:pt x="18318" y="15678"/>
                    <a:pt x="18431" y="15536"/>
                    <a:pt x="18602" y="15451"/>
                  </a:cubicBezTo>
                  <a:cubicBezTo>
                    <a:pt x="18693" y="15384"/>
                    <a:pt x="18797" y="15354"/>
                    <a:pt x="18899" y="15354"/>
                  </a:cubicBezTo>
                  <a:close/>
                  <a:moveTo>
                    <a:pt x="10490" y="5681"/>
                  </a:moveTo>
                  <a:cubicBezTo>
                    <a:pt x="10542" y="5681"/>
                    <a:pt x="10596" y="5690"/>
                    <a:pt x="10650" y="5710"/>
                  </a:cubicBezTo>
                  <a:cubicBezTo>
                    <a:pt x="11218" y="5880"/>
                    <a:pt x="11786" y="6136"/>
                    <a:pt x="12326" y="6420"/>
                  </a:cubicBezTo>
                  <a:cubicBezTo>
                    <a:pt x="13206" y="6959"/>
                    <a:pt x="14086" y="7527"/>
                    <a:pt x="14938" y="8181"/>
                  </a:cubicBezTo>
                  <a:cubicBezTo>
                    <a:pt x="15734" y="8749"/>
                    <a:pt x="16500" y="9345"/>
                    <a:pt x="17267" y="9941"/>
                  </a:cubicBezTo>
                  <a:cubicBezTo>
                    <a:pt x="17636" y="10225"/>
                    <a:pt x="17977" y="10566"/>
                    <a:pt x="18318" y="10878"/>
                  </a:cubicBezTo>
                  <a:cubicBezTo>
                    <a:pt x="19653" y="11986"/>
                    <a:pt x="20902" y="13179"/>
                    <a:pt x="22067" y="14457"/>
                  </a:cubicBezTo>
                  <a:cubicBezTo>
                    <a:pt x="23259" y="15763"/>
                    <a:pt x="24338" y="17183"/>
                    <a:pt x="25276" y="18688"/>
                  </a:cubicBezTo>
                  <a:cubicBezTo>
                    <a:pt x="26355" y="20364"/>
                    <a:pt x="27406" y="22039"/>
                    <a:pt x="28343" y="23800"/>
                  </a:cubicBezTo>
                  <a:cubicBezTo>
                    <a:pt x="28740" y="24510"/>
                    <a:pt x="29138" y="25220"/>
                    <a:pt x="29479" y="25958"/>
                  </a:cubicBezTo>
                  <a:cubicBezTo>
                    <a:pt x="29564" y="26072"/>
                    <a:pt x="29621" y="26214"/>
                    <a:pt x="29621" y="26356"/>
                  </a:cubicBezTo>
                  <a:cubicBezTo>
                    <a:pt x="29597" y="26499"/>
                    <a:pt x="29533" y="26562"/>
                    <a:pt x="29446" y="26562"/>
                  </a:cubicBezTo>
                  <a:cubicBezTo>
                    <a:pt x="29430" y="26562"/>
                    <a:pt x="29412" y="26559"/>
                    <a:pt x="29393" y="26555"/>
                  </a:cubicBezTo>
                  <a:cubicBezTo>
                    <a:pt x="29308" y="26526"/>
                    <a:pt x="29223" y="26469"/>
                    <a:pt x="29166" y="26413"/>
                  </a:cubicBezTo>
                  <a:cubicBezTo>
                    <a:pt x="29024" y="26242"/>
                    <a:pt x="28911" y="26072"/>
                    <a:pt x="28797" y="25901"/>
                  </a:cubicBezTo>
                  <a:cubicBezTo>
                    <a:pt x="28513" y="25362"/>
                    <a:pt x="28229" y="24822"/>
                    <a:pt x="27945" y="24283"/>
                  </a:cubicBezTo>
                  <a:cubicBezTo>
                    <a:pt x="27406" y="23204"/>
                    <a:pt x="26724" y="22181"/>
                    <a:pt x="26099" y="21159"/>
                  </a:cubicBezTo>
                  <a:cubicBezTo>
                    <a:pt x="25702" y="20477"/>
                    <a:pt x="25276" y="19796"/>
                    <a:pt x="24850" y="19114"/>
                  </a:cubicBezTo>
                  <a:cubicBezTo>
                    <a:pt x="24225" y="18149"/>
                    <a:pt x="23543" y="17240"/>
                    <a:pt x="22833" y="16331"/>
                  </a:cubicBezTo>
                  <a:cubicBezTo>
                    <a:pt x="21896" y="15138"/>
                    <a:pt x="20845" y="14002"/>
                    <a:pt x="19709" y="12952"/>
                  </a:cubicBezTo>
                  <a:cubicBezTo>
                    <a:pt x="18687" y="11986"/>
                    <a:pt x="17693" y="11077"/>
                    <a:pt x="16557" y="10169"/>
                  </a:cubicBezTo>
                  <a:cubicBezTo>
                    <a:pt x="15450" y="9231"/>
                    <a:pt x="14257" y="8408"/>
                    <a:pt x="13092" y="7584"/>
                  </a:cubicBezTo>
                  <a:cubicBezTo>
                    <a:pt x="12269" y="6988"/>
                    <a:pt x="11389" y="6505"/>
                    <a:pt x="10451" y="6164"/>
                  </a:cubicBezTo>
                  <a:cubicBezTo>
                    <a:pt x="10309" y="6136"/>
                    <a:pt x="10167" y="6051"/>
                    <a:pt x="10167" y="5880"/>
                  </a:cubicBezTo>
                  <a:cubicBezTo>
                    <a:pt x="10189" y="5772"/>
                    <a:pt x="10326" y="5681"/>
                    <a:pt x="10490" y="5681"/>
                  </a:cubicBezTo>
                  <a:close/>
                  <a:moveTo>
                    <a:pt x="16250" y="0"/>
                  </a:moveTo>
                  <a:cubicBezTo>
                    <a:pt x="15965" y="0"/>
                    <a:pt x="15679" y="30"/>
                    <a:pt x="15393" y="87"/>
                  </a:cubicBezTo>
                  <a:cubicBezTo>
                    <a:pt x="13007" y="428"/>
                    <a:pt x="10963" y="1904"/>
                    <a:pt x="9827" y="4006"/>
                  </a:cubicBezTo>
                  <a:cubicBezTo>
                    <a:pt x="9543" y="4602"/>
                    <a:pt x="9031" y="5000"/>
                    <a:pt x="8407" y="5142"/>
                  </a:cubicBezTo>
                  <a:cubicBezTo>
                    <a:pt x="7981" y="5256"/>
                    <a:pt x="7555" y="5369"/>
                    <a:pt x="7129" y="5511"/>
                  </a:cubicBezTo>
                  <a:cubicBezTo>
                    <a:pt x="6021" y="5823"/>
                    <a:pt x="4999" y="6335"/>
                    <a:pt x="4090" y="7016"/>
                  </a:cubicBezTo>
                  <a:cubicBezTo>
                    <a:pt x="2358" y="8379"/>
                    <a:pt x="1023" y="10169"/>
                    <a:pt x="256" y="12213"/>
                  </a:cubicBezTo>
                  <a:cubicBezTo>
                    <a:pt x="199" y="12270"/>
                    <a:pt x="199" y="12384"/>
                    <a:pt x="256" y="12469"/>
                  </a:cubicBezTo>
                  <a:lnTo>
                    <a:pt x="313" y="12469"/>
                  </a:lnTo>
                  <a:cubicBezTo>
                    <a:pt x="427" y="12355"/>
                    <a:pt x="540" y="12242"/>
                    <a:pt x="654" y="12128"/>
                  </a:cubicBezTo>
                  <a:cubicBezTo>
                    <a:pt x="1676" y="11191"/>
                    <a:pt x="2784" y="10367"/>
                    <a:pt x="4005" y="9686"/>
                  </a:cubicBezTo>
                  <a:cubicBezTo>
                    <a:pt x="4601" y="9345"/>
                    <a:pt x="5226" y="9033"/>
                    <a:pt x="5908" y="8834"/>
                  </a:cubicBezTo>
                  <a:cubicBezTo>
                    <a:pt x="6121" y="8737"/>
                    <a:pt x="6334" y="8693"/>
                    <a:pt x="6557" y="8693"/>
                  </a:cubicBezTo>
                  <a:cubicBezTo>
                    <a:pt x="6660" y="8693"/>
                    <a:pt x="6765" y="8702"/>
                    <a:pt x="6873" y="8720"/>
                  </a:cubicBezTo>
                  <a:cubicBezTo>
                    <a:pt x="7157" y="8720"/>
                    <a:pt x="7384" y="9004"/>
                    <a:pt x="7327" y="9288"/>
                  </a:cubicBezTo>
                  <a:cubicBezTo>
                    <a:pt x="7327" y="9601"/>
                    <a:pt x="7185" y="9913"/>
                    <a:pt x="6987" y="10112"/>
                  </a:cubicBezTo>
                  <a:cubicBezTo>
                    <a:pt x="6703" y="10424"/>
                    <a:pt x="6447" y="10708"/>
                    <a:pt x="6135" y="10964"/>
                  </a:cubicBezTo>
                  <a:cubicBezTo>
                    <a:pt x="5538" y="11475"/>
                    <a:pt x="4885" y="12014"/>
                    <a:pt x="4260" y="12554"/>
                  </a:cubicBezTo>
                  <a:cubicBezTo>
                    <a:pt x="3550" y="13150"/>
                    <a:pt x="2869" y="13804"/>
                    <a:pt x="2244" y="14485"/>
                  </a:cubicBezTo>
                  <a:cubicBezTo>
                    <a:pt x="1335" y="15479"/>
                    <a:pt x="625" y="16615"/>
                    <a:pt x="114" y="17865"/>
                  </a:cubicBezTo>
                  <a:cubicBezTo>
                    <a:pt x="1" y="18120"/>
                    <a:pt x="1" y="18461"/>
                    <a:pt x="114" y="18717"/>
                  </a:cubicBezTo>
                  <a:cubicBezTo>
                    <a:pt x="427" y="19483"/>
                    <a:pt x="881" y="20193"/>
                    <a:pt x="1449" y="20790"/>
                  </a:cubicBezTo>
                  <a:cubicBezTo>
                    <a:pt x="2187" y="21528"/>
                    <a:pt x="3039" y="22153"/>
                    <a:pt x="3976" y="22607"/>
                  </a:cubicBezTo>
                  <a:cubicBezTo>
                    <a:pt x="4942" y="23118"/>
                    <a:pt x="5964" y="23516"/>
                    <a:pt x="7043" y="23800"/>
                  </a:cubicBezTo>
                  <a:cubicBezTo>
                    <a:pt x="7111" y="23834"/>
                    <a:pt x="7179" y="23878"/>
                    <a:pt x="7264" y="23878"/>
                  </a:cubicBezTo>
                  <a:cubicBezTo>
                    <a:pt x="7323" y="23878"/>
                    <a:pt x="7389" y="23857"/>
                    <a:pt x="7469" y="23800"/>
                  </a:cubicBezTo>
                  <a:lnTo>
                    <a:pt x="7469" y="23147"/>
                  </a:lnTo>
                  <a:cubicBezTo>
                    <a:pt x="7469" y="22096"/>
                    <a:pt x="7469" y="21074"/>
                    <a:pt x="7498" y="20051"/>
                  </a:cubicBezTo>
                  <a:cubicBezTo>
                    <a:pt x="7498" y="18830"/>
                    <a:pt x="7697" y="17609"/>
                    <a:pt x="8037" y="16445"/>
                  </a:cubicBezTo>
                  <a:cubicBezTo>
                    <a:pt x="8236" y="15735"/>
                    <a:pt x="8492" y="15053"/>
                    <a:pt x="8833" y="14400"/>
                  </a:cubicBezTo>
                  <a:cubicBezTo>
                    <a:pt x="9060" y="13974"/>
                    <a:pt x="9344" y="13576"/>
                    <a:pt x="9685" y="13207"/>
                  </a:cubicBezTo>
                  <a:cubicBezTo>
                    <a:pt x="9912" y="12980"/>
                    <a:pt x="10196" y="12810"/>
                    <a:pt x="10508" y="12724"/>
                  </a:cubicBezTo>
                  <a:cubicBezTo>
                    <a:pt x="10589" y="12692"/>
                    <a:pt x="10670" y="12677"/>
                    <a:pt x="10750" y="12677"/>
                  </a:cubicBezTo>
                  <a:cubicBezTo>
                    <a:pt x="11091" y="12677"/>
                    <a:pt x="11394" y="12952"/>
                    <a:pt x="11417" y="13321"/>
                  </a:cubicBezTo>
                  <a:cubicBezTo>
                    <a:pt x="11445" y="13662"/>
                    <a:pt x="11417" y="13974"/>
                    <a:pt x="11332" y="14286"/>
                  </a:cubicBezTo>
                  <a:cubicBezTo>
                    <a:pt x="11247" y="14684"/>
                    <a:pt x="11161" y="15082"/>
                    <a:pt x="11048" y="15451"/>
                  </a:cubicBezTo>
                  <a:cubicBezTo>
                    <a:pt x="10480" y="17495"/>
                    <a:pt x="10423" y="19625"/>
                    <a:pt x="10849" y="21698"/>
                  </a:cubicBezTo>
                  <a:cubicBezTo>
                    <a:pt x="11019" y="22579"/>
                    <a:pt x="11275" y="23431"/>
                    <a:pt x="11531" y="24283"/>
                  </a:cubicBezTo>
                  <a:cubicBezTo>
                    <a:pt x="11557" y="24522"/>
                    <a:pt x="11783" y="24711"/>
                    <a:pt x="12021" y="24711"/>
                  </a:cubicBezTo>
                  <a:cubicBezTo>
                    <a:pt x="12037" y="24711"/>
                    <a:pt x="12054" y="24711"/>
                    <a:pt x="12070" y="24709"/>
                  </a:cubicBezTo>
                  <a:lnTo>
                    <a:pt x="12212" y="24709"/>
                  </a:lnTo>
                  <a:lnTo>
                    <a:pt x="15137" y="24993"/>
                  </a:lnTo>
                  <a:cubicBezTo>
                    <a:pt x="17324" y="25192"/>
                    <a:pt x="19482" y="25618"/>
                    <a:pt x="21612" y="26214"/>
                  </a:cubicBezTo>
                  <a:cubicBezTo>
                    <a:pt x="21680" y="26248"/>
                    <a:pt x="21757" y="26292"/>
                    <a:pt x="21839" y="26292"/>
                  </a:cubicBezTo>
                  <a:cubicBezTo>
                    <a:pt x="21895" y="26292"/>
                    <a:pt x="21952" y="26271"/>
                    <a:pt x="22010" y="26214"/>
                  </a:cubicBezTo>
                  <a:cubicBezTo>
                    <a:pt x="21811" y="24624"/>
                    <a:pt x="21499" y="23033"/>
                    <a:pt x="21016" y="21500"/>
                  </a:cubicBezTo>
                  <a:cubicBezTo>
                    <a:pt x="20931" y="21216"/>
                    <a:pt x="20874" y="20903"/>
                    <a:pt x="20817" y="20619"/>
                  </a:cubicBezTo>
                  <a:cubicBezTo>
                    <a:pt x="20760" y="20392"/>
                    <a:pt x="20789" y="20137"/>
                    <a:pt x="20845" y="19909"/>
                  </a:cubicBezTo>
                  <a:cubicBezTo>
                    <a:pt x="20919" y="19689"/>
                    <a:pt x="21123" y="19551"/>
                    <a:pt x="21328" y="19551"/>
                  </a:cubicBezTo>
                  <a:cubicBezTo>
                    <a:pt x="21439" y="19551"/>
                    <a:pt x="21550" y="19592"/>
                    <a:pt x="21641" y="19682"/>
                  </a:cubicBezTo>
                  <a:cubicBezTo>
                    <a:pt x="21783" y="19796"/>
                    <a:pt x="21896" y="19938"/>
                    <a:pt x="22010" y="20108"/>
                  </a:cubicBezTo>
                  <a:cubicBezTo>
                    <a:pt x="22180" y="20421"/>
                    <a:pt x="22322" y="20733"/>
                    <a:pt x="22464" y="21045"/>
                  </a:cubicBezTo>
                  <a:cubicBezTo>
                    <a:pt x="23231" y="22863"/>
                    <a:pt x="23742" y="24766"/>
                    <a:pt x="24026" y="26725"/>
                  </a:cubicBezTo>
                  <a:cubicBezTo>
                    <a:pt x="24026" y="26952"/>
                    <a:pt x="24168" y="27179"/>
                    <a:pt x="24395" y="27236"/>
                  </a:cubicBezTo>
                  <a:cubicBezTo>
                    <a:pt x="25276" y="27549"/>
                    <a:pt x="26099" y="27918"/>
                    <a:pt x="26894" y="28372"/>
                  </a:cubicBezTo>
                  <a:lnTo>
                    <a:pt x="27036" y="28372"/>
                  </a:lnTo>
                  <a:cubicBezTo>
                    <a:pt x="27150" y="28202"/>
                    <a:pt x="27093" y="28003"/>
                    <a:pt x="27065" y="27833"/>
                  </a:cubicBezTo>
                  <a:cubicBezTo>
                    <a:pt x="27036" y="27435"/>
                    <a:pt x="26980" y="27009"/>
                    <a:pt x="26923" y="26583"/>
                  </a:cubicBezTo>
                  <a:cubicBezTo>
                    <a:pt x="26894" y="26413"/>
                    <a:pt x="26923" y="26271"/>
                    <a:pt x="26980" y="26100"/>
                  </a:cubicBezTo>
                  <a:cubicBezTo>
                    <a:pt x="27018" y="26004"/>
                    <a:pt x="27122" y="25947"/>
                    <a:pt x="27230" y="25947"/>
                  </a:cubicBezTo>
                  <a:cubicBezTo>
                    <a:pt x="27280" y="25947"/>
                    <a:pt x="27332" y="25959"/>
                    <a:pt x="27377" y="25987"/>
                  </a:cubicBezTo>
                  <a:cubicBezTo>
                    <a:pt x="27519" y="26043"/>
                    <a:pt x="27604" y="26157"/>
                    <a:pt x="27661" y="26299"/>
                  </a:cubicBezTo>
                  <a:cubicBezTo>
                    <a:pt x="27775" y="26583"/>
                    <a:pt x="27888" y="26867"/>
                    <a:pt x="27973" y="27151"/>
                  </a:cubicBezTo>
                  <a:cubicBezTo>
                    <a:pt x="28144" y="27747"/>
                    <a:pt x="28257" y="28344"/>
                    <a:pt x="28428" y="28912"/>
                  </a:cubicBezTo>
                  <a:cubicBezTo>
                    <a:pt x="28485" y="29196"/>
                    <a:pt x="28627" y="29423"/>
                    <a:pt x="28882" y="29593"/>
                  </a:cubicBezTo>
                  <a:cubicBezTo>
                    <a:pt x="29706" y="30133"/>
                    <a:pt x="30444" y="30758"/>
                    <a:pt x="31154" y="31468"/>
                  </a:cubicBezTo>
                  <a:cubicBezTo>
                    <a:pt x="31268" y="31581"/>
                    <a:pt x="31410" y="31695"/>
                    <a:pt x="31580" y="31808"/>
                  </a:cubicBezTo>
                  <a:cubicBezTo>
                    <a:pt x="31646" y="31856"/>
                    <a:pt x="31722" y="31878"/>
                    <a:pt x="31797" y="31878"/>
                  </a:cubicBezTo>
                  <a:cubicBezTo>
                    <a:pt x="31946" y="31878"/>
                    <a:pt x="32091" y="31790"/>
                    <a:pt x="32148" y="31638"/>
                  </a:cubicBezTo>
                  <a:cubicBezTo>
                    <a:pt x="32177" y="31553"/>
                    <a:pt x="32205" y="31496"/>
                    <a:pt x="32205" y="31411"/>
                  </a:cubicBezTo>
                  <a:lnTo>
                    <a:pt x="32205" y="30786"/>
                  </a:lnTo>
                  <a:cubicBezTo>
                    <a:pt x="32177" y="30076"/>
                    <a:pt x="31978" y="29423"/>
                    <a:pt x="31921" y="28713"/>
                  </a:cubicBezTo>
                  <a:cubicBezTo>
                    <a:pt x="31722" y="26867"/>
                    <a:pt x="31467" y="25050"/>
                    <a:pt x="31211" y="23232"/>
                  </a:cubicBezTo>
                  <a:cubicBezTo>
                    <a:pt x="31183" y="22891"/>
                    <a:pt x="31012" y="22579"/>
                    <a:pt x="30757" y="22380"/>
                  </a:cubicBezTo>
                  <a:cubicBezTo>
                    <a:pt x="30132" y="21926"/>
                    <a:pt x="29535" y="21443"/>
                    <a:pt x="28939" y="20932"/>
                  </a:cubicBezTo>
                  <a:cubicBezTo>
                    <a:pt x="28627" y="20705"/>
                    <a:pt x="28314" y="20449"/>
                    <a:pt x="28030" y="20165"/>
                  </a:cubicBezTo>
                  <a:cubicBezTo>
                    <a:pt x="27860" y="20023"/>
                    <a:pt x="27718" y="19824"/>
                    <a:pt x="27604" y="19625"/>
                  </a:cubicBezTo>
                  <a:cubicBezTo>
                    <a:pt x="27434" y="19370"/>
                    <a:pt x="27576" y="19029"/>
                    <a:pt x="27888" y="19001"/>
                  </a:cubicBezTo>
                  <a:cubicBezTo>
                    <a:pt x="28059" y="18944"/>
                    <a:pt x="28201" y="18944"/>
                    <a:pt x="28371" y="18944"/>
                  </a:cubicBezTo>
                  <a:cubicBezTo>
                    <a:pt x="28712" y="18972"/>
                    <a:pt x="29053" y="19029"/>
                    <a:pt x="29365" y="19057"/>
                  </a:cubicBezTo>
                  <a:cubicBezTo>
                    <a:pt x="29649" y="19114"/>
                    <a:pt x="29961" y="19171"/>
                    <a:pt x="30245" y="19228"/>
                  </a:cubicBezTo>
                  <a:cubicBezTo>
                    <a:pt x="30331" y="19228"/>
                    <a:pt x="30387" y="19171"/>
                    <a:pt x="30387" y="19086"/>
                  </a:cubicBezTo>
                  <a:cubicBezTo>
                    <a:pt x="30359" y="18915"/>
                    <a:pt x="30331" y="18773"/>
                    <a:pt x="30302" y="18603"/>
                  </a:cubicBezTo>
                  <a:cubicBezTo>
                    <a:pt x="29791" y="16672"/>
                    <a:pt x="29166" y="14741"/>
                    <a:pt x="28428" y="12895"/>
                  </a:cubicBezTo>
                  <a:cubicBezTo>
                    <a:pt x="28314" y="12582"/>
                    <a:pt x="28059" y="12327"/>
                    <a:pt x="27746" y="12242"/>
                  </a:cubicBezTo>
                  <a:cubicBezTo>
                    <a:pt x="26355" y="11844"/>
                    <a:pt x="24963" y="11503"/>
                    <a:pt x="23515" y="11248"/>
                  </a:cubicBezTo>
                  <a:cubicBezTo>
                    <a:pt x="23089" y="11191"/>
                    <a:pt x="22663" y="11077"/>
                    <a:pt x="22237" y="10907"/>
                  </a:cubicBezTo>
                  <a:cubicBezTo>
                    <a:pt x="22010" y="10822"/>
                    <a:pt x="21868" y="10623"/>
                    <a:pt x="21868" y="10367"/>
                  </a:cubicBezTo>
                  <a:cubicBezTo>
                    <a:pt x="21896" y="10140"/>
                    <a:pt x="22067" y="9941"/>
                    <a:pt x="22322" y="9885"/>
                  </a:cubicBezTo>
                  <a:cubicBezTo>
                    <a:pt x="22350" y="9856"/>
                    <a:pt x="22407" y="9856"/>
                    <a:pt x="22436" y="9828"/>
                  </a:cubicBezTo>
                  <a:cubicBezTo>
                    <a:pt x="22918" y="9743"/>
                    <a:pt x="23401" y="9657"/>
                    <a:pt x="23884" y="9572"/>
                  </a:cubicBezTo>
                  <a:cubicBezTo>
                    <a:pt x="24249" y="9511"/>
                    <a:pt x="24615" y="9483"/>
                    <a:pt x="24980" y="9483"/>
                  </a:cubicBezTo>
                  <a:cubicBezTo>
                    <a:pt x="25296" y="9483"/>
                    <a:pt x="25612" y="9504"/>
                    <a:pt x="25929" y="9544"/>
                  </a:cubicBezTo>
                  <a:cubicBezTo>
                    <a:pt x="26130" y="9564"/>
                    <a:pt x="26330" y="9584"/>
                    <a:pt x="26531" y="9584"/>
                  </a:cubicBezTo>
                  <a:cubicBezTo>
                    <a:pt x="26614" y="9584"/>
                    <a:pt x="26698" y="9580"/>
                    <a:pt x="26781" y="9572"/>
                  </a:cubicBezTo>
                  <a:cubicBezTo>
                    <a:pt x="26838" y="9430"/>
                    <a:pt x="26781" y="9345"/>
                    <a:pt x="26724" y="9288"/>
                  </a:cubicBezTo>
                  <a:cubicBezTo>
                    <a:pt x="26184" y="8323"/>
                    <a:pt x="25588" y="7414"/>
                    <a:pt x="24963" y="6505"/>
                  </a:cubicBezTo>
                  <a:cubicBezTo>
                    <a:pt x="24807" y="6297"/>
                    <a:pt x="24580" y="6161"/>
                    <a:pt x="24325" y="6161"/>
                  </a:cubicBezTo>
                  <a:cubicBezTo>
                    <a:pt x="24301" y="6161"/>
                    <a:pt x="24277" y="6162"/>
                    <a:pt x="24253" y="6164"/>
                  </a:cubicBezTo>
                  <a:cubicBezTo>
                    <a:pt x="24144" y="6162"/>
                    <a:pt x="24034" y="6161"/>
                    <a:pt x="23925" y="6161"/>
                  </a:cubicBezTo>
                  <a:cubicBezTo>
                    <a:pt x="22505" y="6161"/>
                    <a:pt x="21109" y="6333"/>
                    <a:pt x="19738" y="6675"/>
                  </a:cubicBezTo>
                  <a:cubicBezTo>
                    <a:pt x="19141" y="6846"/>
                    <a:pt x="18545" y="6988"/>
                    <a:pt x="17949" y="7101"/>
                  </a:cubicBezTo>
                  <a:cubicBezTo>
                    <a:pt x="17782" y="7143"/>
                    <a:pt x="17616" y="7169"/>
                    <a:pt x="17439" y="7169"/>
                  </a:cubicBezTo>
                  <a:cubicBezTo>
                    <a:pt x="17374" y="7169"/>
                    <a:pt x="17307" y="7166"/>
                    <a:pt x="17239" y="7158"/>
                  </a:cubicBezTo>
                  <a:cubicBezTo>
                    <a:pt x="17216" y="7160"/>
                    <a:pt x="17193" y="7161"/>
                    <a:pt x="17171" y="7161"/>
                  </a:cubicBezTo>
                  <a:cubicBezTo>
                    <a:pt x="16885" y="7161"/>
                    <a:pt x="16630" y="6998"/>
                    <a:pt x="16472" y="6761"/>
                  </a:cubicBezTo>
                  <a:cubicBezTo>
                    <a:pt x="16358" y="6448"/>
                    <a:pt x="16444" y="6136"/>
                    <a:pt x="16671" y="5909"/>
                  </a:cubicBezTo>
                  <a:cubicBezTo>
                    <a:pt x="16841" y="5653"/>
                    <a:pt x="17068" y="5454"/>
                    <a:pt x="17324" y="5284"/>
                  </a:cubicBezTo>
                  <a:cubicBezTo>
                    <a:pt x="18034" y="4858"/>
                    <a:pt x="18801" y="4546"/>
                    <a:pt x="19596" y="4375"/>
                  </a:cubicBezTo>
                  <a:cubicBezTo>
                    <a:pt x="20302" y="4257"/>
                    <a:pt x="21008" y="4194"/>
                    <a:pt x="21713" y="4194"/>
                  </a:cubicBezTo>
                  <a:cubicBezTo>
                    <a:pt x="22030" y="4194"/>
                    <a:pt x="22346" y="4207"/>
                    <a:pt x="22663" y="4233"/>
                  </a:cubicBezTo>
                  <a:cubicBezTo>
                    <a:pt x="22724" y="4248"/>
                    <a:pt x="22800" y="4280"/>
                    <a:pt x="22876" y="4280"/>
                  </a:cubicBezTo>
                  <a:cubicBezTo>
                    <a:pt x="22942" y="4280"/>
                    <a:pt x="23008" y="4256"/>
                    <a:pt x="23060" y="4176"/>
                  </a:cubicBezTo>
                  <a:cubicBezTo>
                    <a:pt x="22265" y="3239"/>
                    <a:pt x="21385" y="2387"/>
                    <a:pt x="20448" y="1620"/>
                  </a:cubicBezTo>
                  <a:cubicBezTo>
                    <a:pt x="20238" y="1432"/>
                    <a:pt x="19952" y="1321"/>
                    <a:pt x="19668" y="1321"/>
                  </a:cubicBezTo>
                  <a:cubicBezTo>
                    <a:pt x="19567" y="1321"/>
                    <a:pt x="19466" y="1335"/>
                    <a:pt x="19369" y="1365"/>
                  </a:cubicBezTo>
                  <a:cubicBezTo>
                    <a:pt x="17835" y="1706"/>
                    <a:pt x="16330" y="2330"/>
                    <a:pt x="14995" y="3211"/>
                  </a:cubicBezTo>
                  <a:cubicBezTo>
                    <a:pt x="14740" y="3381"/>
                    <a:pt x="14456" y="3552"/>
                    <a:pt x="14172" y="3694"/>
                  </a:cubicBezTo>
                  <a:cubicBezTo>
                    <a:pt x="14001" y="3779"/>
                    <a:pt x="13831" y="3864"/>
                    <a:pt x="13632" y="3892"/>
                  </a:cubicBezTo>
                  <a:cubicBezTo>
                    <a:pt x="13617" y="3894"/>
                    <a:pt x="13603" y="3895"/>
                    <a:pt x="13588" y="3895"/>
                  </a:cubicBezTo>
                  <a:cubicBezTo>
                    <a:pt x="13377" y="3895"/>
                    <a:pt x="13178" y="3707"/>
                    <a:pt x="13178" y="3495"/>
                  </a:cubicBezTo>
                  <a:cubicBezTo>
                    <a:pt x="13178" y="3296"/>
                    <a:pt x="13263" y="3126"/>
                    <a:pt x="13376" y="2955"/>
                  </a:cubicBezTo>
                  <a:cubicBezTo>
                    <a:pt x="13547" y="2671"/>
                    <a:pt x="13802" y="2416"/>
                    <a:pt x="14086" y="2217"/>
                  </a:cubicBezTo>
                  <a:cubicBezTo>
                    <a:pt x="14967" y="1478"/>
                    <a:pt x="15961" y="882"/>
                    <a:pt x="17011" y="456"/>
                  </a:cubicBezTo>
                  <a:cubicBezTo>
                    <a:pt x="17210" y="428"/>
                    <a:pt x="17381" y="314"/>
                    <a:pt x="17494" y="201"/>
                  </a:cubicBezTo>
                  <a:cubicBezTo>
                    <a:pt x="17087" y="65"/>
                    <a:pt x="16671" y="0"/>
                    <a:pt x="162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0"/>
            <p:cNvSpPr/>
            <p:nvPr/>
          </p:nvSpPr>
          <p:spPr>
            <a:xfrm>
              <a:off x="3846200" y="1341175"/>
              <a:ext cx="486350" cy="521825"/>
            </a:xfrm>
            <a:custGeom>
              <a:rect b="b" l="l" r="r" t="t"/>
              <a:pathLst>
                <a:path extrusionOk="0" h="20873" w="19454">
                  <a:moveTo>
                    <a:pt x="321" y="0"/>
                  </a:moveTo>
                  <a:cubicBezTo>
                    <a:pt x="159" y="0"/>
                    <a:pt x="29" y="69"/>
                    <a:pt x="29" y="220"/>
                  </a:cubicBezTo>
                  <a:cubicBezTo>
                    <a:pt x="0" y="390"/>
                    <a:pt x="142" y="447"/>
                    <a:pt x="284" y="475"/>
                  </a:cubicBezTo>
                  <a:cubicBezTo>
                    <a:pt x="1222" y="844"/>
                    <a:pt x="2102" y="1299"/>
                    <a:pt x="2925" y="1895"/>
                  </a:cubicBezTo>
                  <a:cubicBezTo>
                    <a:pt x="4118" y="2719"/>
                    <a:pt x="5339" y="3599"/>
                    <a:pt x="6419" y="4480"/>
                  </a:cubicBezTo>
                  <a:cubicBezTo>
                    <a:pt x="7498" y="5388"/>
                    <a:pt x="8548" y="6297"/>
                    <a:pt x="9571" y="7263"/>
                  </a:cubicBezTo>
                  <a:cubicBezTo>
                    <a:pt x="10678" y="8313"/>
                    <a:pt x="11729" y="9449"/>
                    <a:pt x="12695" y="10670"/>
                  </a:cubicBezTo>
                  <a:cubicBezTo>
                    <a:pt x="13376" y="11551"/>
                    <a:pt x="14058" y="12488"/>
                    <a:pt x="14683" y="13454"/>
                  </a:cubicBezTo>
                  <a:cubicBezTo>
                    <a:pt x="15109" y="14107"/>
                    <a:pt x="15535" y="14788"/>
                    <a:pt x="15932" y="15470"/>
                  </a:cubicBezTo>
                  <a:cubicBezTo>
                    <a:pt x="16557" y="16492"/>
                    <a:pt x="17239" y="17515"/>
                    <a:pt x="17778" y="18622"/>
                  </a:cubicBezTo>
                  <a:cubicBezTo>
                    <a:pt x="18062" y="19162"/>
                    <a:pt x="18346" y="19673"/>
                    <a:pt x="18658" y="20212"/>
                  </a:cubicBezTo>
                  <a:cubicBezTo>
                    <a:pt x="18744" y="20383"/>
                    <a:pt x="18886" y="20582"/>
                    <a:pt x="18999" y="20724"/>
                  </a:cubicBezTo>
                  <a:cubicBezTo>
                    <a:pt x="19056" y="20809"/>
                    <a:pt x="19141" y="20837"/>
                    <a:pt x="19226" y="20866"/>
                  </a:cubicBezTo>
                  <a:cubicBezTo>
                    <a:pt x="19245" y="20870"/>
                    <a:pt x="19263" y="20873"/>
                    <a:pt x="19279" y="20873"/>
                  </a:cubicBezTo>
                  <a:cubicBezTo>
                    <a:pt x="19366" y="20873"/>
                    <a:pt x="19430" y="20810"/>
                    <a:pt x="19454" y="20667"/>
                  </a:cubicBezTo>
                  <a:cubicBezTo>
                    <a:pt x="19454" y="20525"/>
                    <a:pt x="19397" y="20383"/>
                    <a:pt x="19312" y="20269"/>
                  </a:cubicBezTo>
                  <a:cubicBezTo>
                    <a:pt x="18942" y="19531"/>
                    <a:pt x="18573" y="18821"/>
                    <a:pt x="18176" y="18111"/>
                  </a:cubicBezTo>
                  <a:cubicBezTo>
                    <a:pt x="17239" y="16350"/>
                    <a:pt x="16188" y="14675"/>
                    <a:pt x="15109" y="12999"/>
                  </a:cubicBezTo>
                  <a:cubicBezTo>
                    <a:pt x="14171" y="11494"/>
                    <a:pt x="13092" y="10074"/>
                    <a:pt x="11900" y="8768"/>
                  </a:cubicBezTo>
                  <a:cubicBezTo>
                    <a:pt x="10735" y="7490"/>
                    <a:pt x="9486" y="6269"/>
                    <a:pt x="8179" y="5161"/>
                  </a:cubicBezTo>
                  <a:cubicBezTo>
                    <a:pt x="7810" y="4877"/>
                    <a:pt x="7469" y="4536"/>
                    <a:pt x="7100" y="4252"/>
                  </a:cubicBezTo>
                  <a:cubicBezTo>
                    <a:pt x="6333" y="3656"/>
                    <a:pt x="5567" y="3031"/>
                    <a:pt x="4771" y="2463"/>
                  </a:cubicBezTo>
                  <a:cubicBezTo>
                    <a:pt x="3919" y="1838"/>
                    <a:pt x="3067" y="1270"/>
                    <a:pt x="2159" y="731"/>
                  </a:cubicBezTo>
                  <a:cubicBezTo>
                    <a:pt x="1619" y="447"/>
                    <a:pt x="1051" y="220"/>
                    <a:pt x="483" y="21"/>
                  </a:cubicBezTo>
                  <a:cubicBezTo>
                    <a:pt x="428" y="7"/>
                    <a:pt x="373"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0"/>
            <p:cNvSpPr/>
            <p:nvPr/>
          </p:nvSpPr>
          <p:spPr>
            <a:xfrm>
              <a:off x="3802175" y="1198950"/>
              <a:ext cx="594975" cy="795925"/>
            </a:xfrm>
            <a:custGeom>
              <a:rect b="b" l="l" r="r" t="t"/>
              <a:pathLst>
                <a:path extrusionOk="0" h="31837" w="23799">
                  <a:moveTo>
                    <a:pt x="5567" y="5284"/>
                  </a:moveTo>
                  <a:lnTo>
                    <a:pt x="5567" y="5284"/>
                  </a:lnTo>
                  <a:cubicBezTo>
                    <a:pt x="6078" y="5369"/>
                    <a:pt x="6078" y="6136"/>
                    <a:pt x="5538" y="6193"/>
                  </a:cubicBezTo>
                  <a:cubicBezTo>
                    <a:pt x="5311" y="6164"/>
                    <a:pt x="5169" y="5994"/>
                    <a:pt x="5169" y="5767"/>
                  </a:cubicBezTo>
                  <a:cubicBezTo>
                    <a:pt x="5141" y="5511"/>
                    <a:pt x="5311" y="5312"/>
                    <a:pt x="5567" y="5284"/>
                  </a:cubicBezTo>
                  <a:close/>
                  <a:moveTo>
                    <a:pt x="10708" y="8755"/>
                  </a:moveTo>
                  <a:cubicBezTo>
                    <a:pt x="10863" y="8755"/>
                    <a:pt x="11020" y="8791"/>
                    <a:pt x="11161" y="8862"/>
                  </a:cubicBezTo>
                  <a:cubicBezTo>
                    <a:pt x="11360" y="8947"/>
                    <a:pt x="11502" y="9175"/>
                    <a:pt x="11474" y="9430"/>
                  </a:cubicBezTo>
                  <a:cubicBezTo>
                    <a:pt x="11445" y="9657"/>
                    <a:pt x="11247" y="9856"/>
                    <a:pt x="11019" y="9885"/>
                  </a:cubicBezTo>
                  <a:cubicBezTo>
                    <a:pt x="10906" y="9885"/>
                    <a:pt x="10821" y="9913"/>
                    <a:pt x="10764" y="9913"/>
                  </a:cubicBezTo>
                  <a:cubicBezTo>
                    <a:pt x="10395" y="9913"/>
                    <a:pt x="10082" y="9657"/>
                    <a:pt x="9997" y="9288"/>
                  </a:cubicBezTo>
                  <a:cubicBezTo>
                    <a:pt x="9969" y="9175"/>
                    <a:pt x="10025" y="9061"/>
                    <a:pt x="10111" y="8976"/>
                  </a:cubicBezTo>
                  <a:cubicBezTo>
                    <a:pt x="10276" y="8827"/>
                    <a:pt x="10491" y="8755"/>
                    <a:pt x="10708" y="8755"/>
                  </a:cubicBezTo>
                  <a:close/>
                  <a:moveTo>
                    <a:pt x="16074" y="13633"/>
                  </a:moveTo>
                  <a:cubicBezTo>
                    <a:pt x="16926" y="13662"/>
                    <a:pt x="17778" y="13974"/>
                    <a:pt x="18432" y="14542"/>
                  </a:cubicBezTo>
                  <a:cubicBezTo>
                    <a:pt x="18574" y="14656"/>
                    <a:pt x="18687" y="14798"/>
                    <a:pt x="18772" y="14968"/>
                  </a:cubicBezTo>
                  <a:cubicBezTo>
                    <a:pt x="18993" y="15327"/>
                    <a:pt x="18731" y="15793"/>
                    <a:pt x="18325" y="15793"/>
                  </a:cubicBezTo>
                  <a:cubicBezTo>
                    <a:pt x="18313" y="15793"/>
                    <a:pt x="18302" y="15792"/>
                    <a:pt x="18290" y="15791"/>
                  </a:cubicBezTo>
                  <a:cubicBezTo>
                    <a:pt x="18148" y="15791"/>
                    <a:pt x="18006" y="15791"/>
                    <a:pt x="17864" y="15763"/>
                  </a:cubicBezTo>
                  <a:cubicBezTo>
                    <a:pt x="17154" y="15621"/>
                    <a:pt x="16500" y="15366"/>
                    <a:pt x="15876" y="14996"/>
                  </a:cubicBezTo>
                  <a:cubicBezTo>
                    <a:pt x="15677" y="14883"/>
                    <a:pt x="15478" y="14712"/>
                    <a:pt x="15364" y="14542"/>
                  </a:cubicBezTo>
                  <a:cubicBezTo>
                    <a:pt x="15109" y="14201"/>
                    <a:pt x="15308" y="13718"/>
                    <a:pt x="15705" y="13662"/>
                  </a:cubicBezTo>
                  <a:cubicBezTo>
                    <a:pt x="15819" y="13633"/>
                    <a:pt x="15961" y="13633"/>
                    <a:pt x="16074" y="13633"/>
                  </a:cubicBezTo>
                  <a:close/>
                  <a:moveTo>
                    <a:pt x="7831" y="0"/>
                  </a:moveTo>
                  <a:cubicBezTo>
                    <a:pt x="7546" y="0"/>
                    <a:pt x="7262" y="30"/>
                    <a:pt x="6987" y="87"/>
                  </a:cubicBezTo>
                  <a:cubicBezTo>
                    <a:pt x="4601" y="428"/>
                    <a:pt x="2528" y="1904"/>
                    <a:pt x="1421" y="4034"/>
                  </a:cubicBezTo>
                  <a:cubicBezTo>
                    <a:pt x="1137" y="4602"/>
                    <a:pt x="597" y="5000"/>
                    <a:pt x="1" y="5142"/>
                  </a:cubicBezTo>
                  <a:cubicBezTo>
                    <a:pt x="597" y="5341"/>
                    <a:pt x="1193" y="5568"/>
                    <a:pt x="1790" y="5852"/>
                  </a:cubicBezTo>
                  <a:cubicBezTo>
                    <a:pt x="1849" y="5734"/>
                    <a:pt x="1962" y="5671"/>
                    <a:pt x="2082" y="5671"/>
                  </a:cubicBezTo>
                  <a:cubicBezTo>
                    <a:pt x="2136" y="5671"/>
                    <a:pt x="2191" y="5684"/>
                    <a:pt x="2244" y="5710"/>
                  </a:cubicBezTo>
                  <a:cubicBezTo>
                    <a:pt x="2812" y="5880"/>
                    <a:pt x="3380" y="6136"/>
                    <a:pt x="3920" y="6420"/>
                  </a:cubicBezTo>
                  <a:cubicBezTo>
                    <a:pt x="4828" y="6959"/>
                    <a:pt x="5680" y="7527"/>
                    <a:pt x="6532" y="8152"/>
                  </a:cubicBezTo>
                  <a:cubicBezTo>
                    <a:pt x="7328" y="8720"/>
                    <a:pt x="8094" y="9345"/>
                    <a:pt x="8861" y="9941"/>
                  </a:cubicBezTo>
                  <a:cubicBezTo>
                    <a:pt x="9230" y="10225"/>
                    <a:pt x="9571" y="10566"/>
                    <a:pt x="9940" y="10850"/>
                  </a:cubicBezTo>
                  <a:cubicBezTo>
                    <a:pt x="11247" y="11958"/>
                    <a:pt x="12496" y="13179"/>
                    <a:pt x="13661" y="14457"/>
                  </a:cubicBezTo>
                  <a:cubicBezTo>
                    <a:pt x="14853" y="15763"/>
                    <a:pt x="15932" y="17183"/>
                    <a:pt x="16870" y="18688"/>
                  </a:cubicBezTo>
                  <a:cubicBezTo>
                    <a:pt x="17949" y="20364"/>
                    <a:pt x="19000" y="22039"/>
                    <a:pt x="19937" y="23800"/>
                  </a:cubicBezTo>
                  <a:cubicBezTo>
                    <a:pt x="20334" y="24510"/>
                    <a:pt x="20703" y="25220"/>
                    <a:pt x="21073" y="25958"/>
                  </a:cubicBezTo>
                  <a:cubicBezTo>
                    <a:pt x="21158" y="26072"/>
                    <a:pt x="21215" y="26214"/>
                    <a:pt x="21215" y="26356"/>
                  </a:cubicBezTo>
                  <a:cubicBezTo>
                    <a:pt x="21215" y="26384"/>
                    <a:pt x="21215" y="26413"/>
                    <a:pt x="21186" y="26441"/>
                  </a:cubicBezTo>
                  <a:cubicBezTo>
                    <a:pt x="22010" y="28088"/>
                    <a:pt x="22805" y="29906"/>
                    <a:pt x="23572" y="31837"/>
                  </a:cubicBezTo>
                  <a:cubicBezTo>
                    <a:pt x="23629" y="31780"/>
                    <a:pt x="23685" y="31723"/>
                    <a:pt x="23742" y="31638"/>
                  </a:cubicBezTo>
                  <a:cubicBezTo>
                    <a:pt x="23771" y="31553"/>
                    <a:pt x="23771" y="31496"/>
                    <a:pt x="23799" y="31439"/>
                  </a:cubicBezTo>
                  <a:cubicBezTo>
                    <a:pt x="23799" y="31212"/>
                    <a:pt x="23799" y="31013"/>
                    <a:pt x="23799" y="30786"/>
                  </a:cubicBezTo>
                  <a:cubicBezTo>
                    <a:pt x="23771" y="30076"/>
                    <a:pt x="23572" y="29423"/>
                    <a:pt x="23487" y="28713"/>
                  </a:cubicBezTo>
                  <a:cubicBezTo>
                    <a:pt x="23316" y="26867"/>
                    <a:pt x="23089" y="25050"/>
                    <a:pt x="22805" y="23232"/>
                  </a:cubicBezTo>
                  <a:cubicBezTo>
                    <a:pt x="22777" y="22891"/>
                    <a:pt x="22606" y="22579"/>
                    <a:pt x="22351" y="22380"/>
                  </a:cubicBezTo>
                  <a:cubicBezTo>
                    <a:pt x="21726" y="21926"/>
                    <a:pt x="21129" y="21443"/>
                    <a:pt x="20533" y="20960"/>
                  </a:cubicBezTo>
                  <a:cubicBezTo>
                    <a:pt x="20221" y="20705"/>
                    <a:pt x="19908" y="20449"/>
                    <a:pt x="19624" y="20165"/>
                  </a:cubicBezTo>
                  <a:cubicBezTo>
                    <a:pt x="19454" y="19995"/>
                    <a:pt x="19312" y="19824"/>
                    <a:pt x="19198" y="19625"/>
                  </a:cubicBezTo>
                  <a:cubicBezTo>
                    <a:pt x="19000" y="19370"/>
                    <a:pt x="19170" y="19029"/>
                    <a:pt x="19482" y="19001"/>
                  </a:cubicBezTo>
                  <a:cubicBezTo>
                    <a:pt x="19653" y="18944"/>
                    <a:pt x="19795" y="18944"/>
                    <a:pt x="19965" y="18944"/>
                  </a:cubicBezTo>
                  <a:cubicBezTo>
                    <a:pt x="20306" y="18972"/>
                    <a:pt x="20618" y="19029"/>
                    <a:pt x="20931" y="19057"/>
                  </a:cubicBezTo>
                  <a:cubicBezTo>
                    <a:pt x="21271" y="19114"/>
                    <a:pt x="21555" y="19171"/>
                    <a:pt x="21839" y="19228"/>
                  </a:cubicBezTo>
                  <a:cubicBezTo>
                    <a:pt x="21925" y="19228"/>
                    <a:pt x="21981" y="19171"/>
                    <a:pt x="21981" y="19086"/>
                  </a:cubicBezTo>
                  <a:cubicBezTo>
                    <a:pt x="21953" y="18915"/>
                    <a:pt x="21925" y="18773"/>
                    <a:pt x="21896" y="18603"/>
                  </a:cubicBezTo>
                  <a:cubicBezTo>
                    <a:pt x="21385" y="16672"/>
                    <a:pt x="20760" y="14741"/>
                    <a:pt x="20022" y="12895"/>
                  </a:cubicBezTo>
                  <a:cubicBezTo>
                    <a:pt x="19908" y="12582"/>
                    <a:pt x="19653" y="12355"/>
                    <a:pt x="19340" y="12270"/>
                  </a:cubicBezTo>
                  <a:cubicBezTo>
                    <a:pt x="17949" y="11844"/>
                    <a:pt x="16529" y="11503"/>
                    <a:pt x="15109" y="11276"/>
                  </a:cubicBezTo>
                  <a:cubicBezTo>
                    <a:pt x="14654" y="11191"/>
                    <a:pt x="14228" y="11077"/>
                    <a:pt x="13831" y="10907"/>
                  </a:cubicBezTo>
                  <a:cubicBezTo>
                    <a:pt x="13604" y="10822"/>
                    <a:pt x="13433" y="10623"/>
                    <a:pt x="13433" y="10367"/>
                  </a:cubicBezTo>
                  <a:cubicBezTo>
                    <a:pt x="13490" y="10140"/>
                    <a:pt x="13661" y="9941"/>
                    <a:pt x="13888" y="9885"/>
                  </a:cubicBezTo>
                  <a:cubicBezTo>
                    <a:pt x="13944" y="9856"/>
                    <a:pt x="13973" y="9856"/>
                    <a:pt x="14030" y="9856"/>
                  </a:cubicBezTo>
                  <a:cubicBezTo>
                    <a:pt x="14512" y="9743"/>
                    <a:pt x="14995" y="9657"/>
                    <a:pt x="15478" y="9572"/>
                  </a:cubicBezTo>
                  <a:cubicBezTo>
                    <a:pt x="15874" y="9523"/>
                    <a:pt x="16270" y="9492"/>
                    <a:pt x="16661" y="9492"/>
                  </a:cubicBezTo>
                  <a:cubicBezTo>
                    <a:pt x="16942" y="9492"/>
                    <a:pt x="17221" y="9508"/>
                    <a:pt x="17494" y="9544"/>
                  </a:cubicBezTo>
                  <a:cubicBezTo>
                    <a:pt x="17661" y="9577"/>
                    <a:pt x="17837" y="9591"/>
                    <a:pt x="18011" y="9591"/>
                  </a:cubicBezTo>
                  <a:cubicBezTo>
                    <a:pt x="18135" y="9591"/>
                    <a:pt x="18257" y="9584"/>
                    <a:pt x="18375" y="9572"/>
                  </a:cubicBezTo>
                  <a:cubicBezTo>
                    <a:pt x="18432" y="9430"/>
                    <a:pt x="18346" y="9373"/>
                    <a:pt x="18318" y="9288"/>
                  </a:cubicBezTo>
                  <a:cubicBezTo>
                    <a:pt x="17778" y="8323"/>
                    <a:pt x="17182" y="7414"/>
                    <a:pt x="16529" y="6533"/>
                  </a:cubicBezTo>
                  <a:cubicBezTo>
                    <a:pt x="16399" y="6299"/>
                    <a:pt x="16150" y="6161"/>
                    <a:pt x="15891" y="6161"/>
                  </a:cubicBezTo>
                  <a:cubicBezTo>
                    <a:pt x="15867" y="6161"/>
                    <a:pt x="15843" y="6162"/>
                    <a:pt x="15819" y="6164"/>
                  </a:cubicBezTo>
                  <a:cubicBezTo>
                    <a:pt x="15724" y="6162"/>
                    <a:pt x="15629" y="6162"/>
                    <a:pt x="15534" y="6162"/>
                  </a:cubicBezTo>
                  <a:cubicBezTo>
                    <a:pt x="14121" y="6162"/>
                    <a:pt x="12687" y="6358"/>
                    <a:pt x="11303" y="6704"/>
                  </a:cubicBezTo>
                  <a:cubicBezTo>
                    <a:pt x="10707" y="6846"/>
                    <a:pt x="10139" y="6988"/>
                    <a:pt x="9543" y="7101"/>
                  </a:cubicBezTo>
                  <a:cubicBezTo>
                    <a:pt x="9356" y="7143"/>
                    <a:pt x="9184" y="7169"/>
                    <a:pt x="9016" y="7169"/>
                  </a:cubicBezTo>
                  <a:cubicBezTo>
                    <a:pt x="8954" y="7169"/>
                    <a:pt x="8894" y="7166"/>
                    <a:pt x="8833" y="7158"/>
                  </a:cubicBezTo>
                  <a:cubicBezTo>
                    <a:pt x="8806" y="7161"/>
                    <a:pt x="8780" y="7162"/>
                    <a:pt x="8754" y="7162"/>
                  </a:cubicBezTo>
                  <a:cubicBezTo>
                    <a:pt x="8469" y="7162"/>
                    <a:pt x="8196" y="7021"/>
                    <a:pt x="8066" y="6761"/>
                  </a:cubicBezTo>
                  <a:cubicBezTo>
                    <a:pt x="7952" y="6477"/>
                    <a:pt x="8009" y="6136"/>
                    <a:pt x="8236" y="5909"/>
                  </a:cubicBezTo>
                  <a:cubicBezTo>
                    <a:pt x="8435" y="5681"/>
                    <a:pt x="8662" y="5454"/>
                    <a:pt x="8918" y="5312"/>
                  </a:cubicBezTo>
                  <a:cubicBezTo>
                    <a:pt x="9599" y="4858"/>
                    <a:pt x="10366" y="4546"/>
                    <a:pt x="11161" y="4375"/>
                  </a:cubicBezTo>
                  <a:cubicBezTo>
                    <a:pt x="11817" y="4266"/>
                    <a:pt x="12472" y="4215"/>
                    <a:pt x="13135" y="4215"/>
                  </a:cubicBezTo>
                  <a:cubicBezTo>
                    <a:pt x="13506" y="4215"/>
                    <a:pt x="13880" y="4231"/>
                    <a:pt x="14257" y="4262"/>
                  </a:cubicBezTo>
                  <a:cubicBezTo>
                    <a:pt x="14314" y="4262"/>
                    <a:pt x="14378" y="4283"/>
                    <a:pt x="14441" y="4283"/>
                  </a:cubicBezTo>
                  <a:cubicBezTo>
                    <a:pt x="14505" y="4283"/>
                    <a:pt x="14569" y="4262"/>
                    <a:pt x="14626" y="4176"/>
                  </a:cubicBezTo>
                  <a:cubicBezTo>
                    <a:pt x="13831" y="3239"/>
                    <a:pt x="12979" y="2387"/>
                    <a:pt x="12013" y="1620"/>
                  </a:cubicBezTo>
                  <a:cubicBezTo>
                    <a:pt x="11804" y="1432"/>
                    <a:pt x="11533" y="1321"/>
                    <a:pt x="11257" y="1321"/>
                  </a:cubicBezTo>
                  <a:cubicBezTo>
                    <a:pt x="11159" y="1321"/>
                    <a:pt x="11060" y="1335"/>
                    <a:pt x="10963" y="1365"/>
                  </a:cubicBezTo>
                  <a:cubicBezTo>
                    <a:pt x="9401" y="1706"/>
                    <a:pt x="7924" y="2330"/>
                    <a:pt x="6589" y="3211"/>
                  </a:cubicBezTo>
                  <a:cubicBezTo>
                    <a:pt x="6305" y="3381"/>
                    <a:pt x="6021" y="3552"/>
                    <a:pt x="5737" y="3694"/>
                  </a:cubicBezTo>
                  <a:cubicBezTo>
                    <a:pt x="5595" y="3779"/>
                    <a:pt x="5396" y="3864"/>
                    <a:pt x="5226" y="3892"/>
                  </a:cubicBezTo>
                  <a:cubicBezTo>
                    <a:pt x="5196" y="3899"/>
                    <a:pt x="5167" y="3902"/>
                    <a:pt x="5138" y="3902"/>
                  </a:cubicBezTo>
                  <a:cubicBezTo>
                    <a:pt x="4921" y="3902"/>
                    <a:pt x="4747" y="3721"/>
                    <a:pt x="4772" y="3495"/>
                  </a:cubicBezTo>
                  <a:cubicBezTo>
                    <a:pt x="4772" y="3296"/>
                    <a:pt x="4828" y="3126"/>
                    <a:pt x="4942" y="2955"/>
                  </a:cubicBezTo>
                  <a:cubicBezTo>
                    <a:pt x="5141" y="2671"/>
                    <a:pt x="5368" y="2416"/>
                    <a:pt x="5652" y="2217"/>
                  </a:cubicBezTo>
                  <a:cubicBezTo>
                    <a:pt x="6532" y="1478"/>
                    <a:pt x="7526" y="882"/>
                    <a:pt x="8605" y="456"/>
                  </a:cubicBezTo>
                  <a:cubicBezTo>
                    <a:pt x="8776" y="428"/>
                    <a:pt x="8946" y="314"/>
                    <a:pt x="9088" y="201"/>
                  </a:cubicBezTo>
                  <a:cubicBezTo>
                    <a:pt x="8681" y="65"/>
                    <a:pt x="8254" y="0"/>
                    <a:pt x="78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0"/>
            <p:cNvSpPr/>
            <p:nvPr/>
          </p:nvSpPr>
          <p:spPr>
            <a:xfrm>
              <a:off x="2657000" y="922550"/>
              <a:ext cx="818625" cy="540575"/>
            </a:xfrm>
            <a:custGeom>
              <a:rect b="b" l="l" r="r" t="t"/>
              <a:pathLst>
                <a:path extrusionOk="0" h="21623" w="32745">
                  <a:moveTo>
                    <a:pt x="8832" y="1516"/>
                  </a:moveTo>
                  <a:cubicBezTo>
                    <a:pt x="9031" y="1516"/>
                    <a:pt x="9201" y="1686"/>
                    <a:pt x="9201" y="1885"/>
                  </a:cubicBezTo>
                  <a:cubicBezTo>
                    <a:pt x="9201" y="2084"/>
                    <a:pt x="9031" y="2226"/>
                    <a:pt x="8832" y="2226"/>
                  </a:cubicBezTo>
                  <a:lnTo>
                    <a:pt x="8832" y="2254"/>
                  </a:lnTo>
                  <a:cubicBezTo>
                    <a:pt x="8633" y="2226"/>
                    <a:pt x="8463" y="2027"/>
                    <a:pt x="8520" y="1828"/>
                  </a:cubicBezTo>
                  <a:cubicBezTo>
                    <a:pt x="8520" y="1658"/>
                    <a:pt x="8662" y="1516"/>
                    <a:pt x="8832" y="1516"/>
                  </a:cubicBezTo>
                  <a:close/>
                  <a:moveTo>
                    <a:pt x="13998" y="2391"/>
                  </a:moveTo>
                  <a:cubicBezTo>
                    <a:pt x="14120" y="2391"/>
                    <a:pt x="14232" y="2474"/>
                    <a:pt x="14256" y="2623"/>
                  </a:cubicBezTo>
                  <a:cubicBezTo>
                    <a:pt x="14256" y="2765"/>
                    <a:pt x="14143" y="2879"/>
                    <a:pt x="14001" y="2907"/>
                  </a:cubicBezTo>
                  <a:cubicBezTo>
                    <a:pt x="13887" y="2907"/>
                    <a:pt x="13774" y="2822"/>
                    <a:pt x="13745" y="2708"/>
                  </a:cubicBezTo>
                  <a:cubicBezTo>
                    <a:pt x="13717" y="2566"/>
                    <a:pt x="13802" y="2424"/>
                    <a:pt x="13944" y="2396"/>
                  </a:cubicBezTo>
                  <a:cubicBezTo>
                    <a:pt x="13962" y="2392"/>
                    <a:pt x="13980" y="2391"/>
                    <a:pt x="13998" y="2391"/>
                  </a:cubicBezTo>
                  <a:close/>
                  <a:moveTo>
                    <a:pt x="18019" y="3246"/>
                  </a:moveTo>
                  <a:cubicBezTo>
                    <a:pt x="18033" y="3246"/>
                    <a:pt x="18047" y="3246"/>
                    <a:pt x="18062" y="3248"/>
                  </a:cubicBezTo>
                  <a:cubicBezTo>
                    <a:pt x="18346" y="3248"/>
                    <a:pt x="18545" y="3475"/>
                    <a:pt x="18545" y="3731"/>
                  </a:cubicBezTo>
                  <a:lnTo>
                    <a:pt x="18545" y="3759"/>
                  </a:lnTo>
                  <a:cubicBezTo>
                    <a:pt x="18516" y="4015"/>
                    <a:pt x="18289" y="4214"/>
                    <a:pt x="18033" y="4214"/>
                  </a:cubicBezTo>
                  <a:cubicBezTo>
                    <a:pt x="17778" y="4214"/>
                    <a:pt x="17551" y="3986"/>
                    <a:pt x="17551" y="3731"/>
                  </a:cubicBezTo>
                  <a:cubicBezTo>
                    <a:pt x="17577" y="3463"/>
                    <a:pt x="17781" y="3246"/>
                    <a:pt x="18019" y="3246"/>
                  </a:cubicBezTo>
                  <a:close/>
                  <a:moveTo>
                    <a:pt x="27065" y="4904"/>
                  </a:moveTo>
                  <a:cubicBezTo>
                    <a:pt x="27131" y="4904"/>
                    <a:pt x="27199" y="4920"/>
                    <a:pt x="27263" y="4952"/>
                  </a:cubicBezTo>
                  <a:cubicBezTo>
                    <a:pt x="27434" y="5037"/>
                    <a:pt x="27519" y="5236"/>
                    <a:pt x="27490" y="5406"/>
                  </a:cubicBezTo>
                  <a:cubicBezTo>
                    <a:pt x="27434" y="5634"/>
                    <a:pt x="27320" y="5832"/>
                    <a:pt x="27150" y="6003"/>
                  </a:cubicBezTo>
                  <a:cubicBezTo>
                    <a:pt x="27074" y="6048"/>
                    <a:pt x="26981" y="6078"/>
                    <a:pt x="26890" y="6078"/>
                  </a:cubicBezTo>
                  <a:cubicBezTo>
                    <a:pt x="26811" y="6078"/>
                    <a:pt x="26733" y="6056"/>
                    <a:pt x="26667" y="6003"/>
                  </a:cubicBezTo>
                  <a:cubicBezTo>
                    <a:pt x="26556" y="5947"/>
                    <a:pt x="26499" y="5838"/>
                    <a:pt x="26523" y="5700"/>
                  </a:cubicBezTo>
                  <a:lnTo>
                    <a:pt x="26523" y="5700"/>
                  </a:lnTo>
                  <a:cubicBezTo>
                    <a:pt x="26523" y="5706"/>
                    <a:pt x="26524" y="5713"/>
                    <a:pt x="26525" y="5719"/>
                  </a:cubicBezTo>
                  <a:lnTo>
                    <a:pt x="26525" y="5690"/>
                  </a:lnTo>
                  <a:lnTo>
                    <a:pt x="26525" y="5690"/>
                  </a:lnTo>
                  <a:cubicBezTo>
                    <a:pt x="26524" y="5694"/>
                    <a:pt x="26523" y="5697"/>
                    <a:pt x="26523" y="5700"/>
                  </a:cubicBezTo>
                  <a:lnTo>
                    <a:pt x="26523" y="5700"/>
                  </a:lnTo>
                  <a:cubicBezTo>
                    <a:pt x="26501" y="5451"/>
                    <a:pt x="26586" y="5203"/>
                    <a:pt x="26780" y="5037"/>
                  </a:cubicBezTo>
                  <a:cubicBezTo>
                    <a:pt x="26851" y="4948"/>
                    <a:pt x="26956" y="4904"/>
                    <a:pt x="27065" y="4904"/>
                  </a:cubicBezTo>
                  <a:close/>
                  <a:moveTo>
                    <a:pt x="12158" y="6054"/>
                  </a:moveTo>
                  <a:cubicBezTo>
                    <a:pt x="12205" y="6054"/>
                    <a:pt x="12251" y="6056"/>
                    <a:pt x="12297" y="6060"/>
                  </a:cubicBezTo>
                  <a:lnTo>
                    <a:pt x="12382" y="6060"/>
                  </a:lnTo>
                  <a:cubicBezTo>
                    <a:pt x="12422" y="6060"/>
                    <a:pt x="12463" y="6058"/>
                    <a:pt x="12503" y="6058"/>
                  </a:cubicBezTo>
                  <a:cubicBezTo>
                    <a:pt x="12665" y="6058"/>
                    <a:pt x="12819" y="6077"/>
                    <a:pt x="12865" y="6258"/>
                  </a:cubicBezTo>
                  <a:cubicBezTo>
                    <a:pt x="12950" y="6514"/>
                    <a:pt x="12865" y="6798"/>
                    <a:pt x="12694" y="6968"/>
                  </a:cubicBezTo>
                  <a:cubicBezTo>
                    <a:pt x="12442" y="7153"/>
                    <a:pt x="12141" y="7248"/>
                    <a:pt x="11836" y="7248"/>
                  </a:cubicBezTo>
                  <a:cubicBezTo>
                    <a:pt x="11626" y="7248"/>
                    <a:pt x="11415" y="7203"/>
                    <a:pt x="11218" y="7110"/>
                  </a:cubicBezTo>
                  <a:cubicBezTo>
                    <a:pt x="10905" y="6940"/>
                    <a:pt x="10905" y="6485"/>
                    <a:pt x="11218" y="6315"/>
                  </a:cubicBezTo>
                  <a:cubicBezTo>
                    <a:pt x="11516" y="6141"/>
                    <a:pt x="11836" y="6054"/>
                    <a:pt x="12158" y="6054"/>
                  </a:cubicBezTo>
                  <a:close/>
                  <a:moveTo>
                    <a:pt x="24477" y="3323"/>
                  </a:moveTo>
                  <a:cubicBezTo>
                    <a:pt x="24640" y="3323"/>
                    <a:pt x="24799" y="3421"/>
                    <a:pt x="24849" y="3589"/>
                  </a:cubicBezTo>
                  <a:cubicBezTo>
                    <a:pt x="24934" y="3873"/>
                    <a:pt x="24991" y="4185"/>
                    <a:pt x="25020" y="4469"/>
                  </a:cubicBezTo>
                  <a:cubicBezTo>
                    <a:pt x="24934" y="5548"/>
                    <a:pt x="24452" y="6571"/>
                    <a:pt x="23685" y="7366"/>
                  </a:cubicBezTo>
                  <a:cubicBezTo>
                    <a:pt x="23543" y="7508"/>
                    <a:pt x="23344" y="7593"/>
                    <a:pt x="23145" y="7650"/>
                  </a:cubicBezTo>
                  <a:cubicBezTo>
                    <a:pt x="23096" y="7662"/>
                    <a:pt x="23047" y="7668"/>
                    <a:pt x="22999" y="7668"/>
                  </a:cubicBezTo>
                  <a:cubicBezTo>
                    <a:pt x="22712" y="7668"/>
                    <a:pt x="22451" y="7463"/>
                    <a:pt x="22379" y="7195"/>
                  </a:cubicBezTo>
                  <a:cubicBezTo>
                    <a:pt x="22322" y="6883"/>
                    <a:pt x="22350" y="6571"/>
                    <a:pt x="22492" y="6287"/>
                  </a:cubicBezTo>
                  <a:cubicBezTo>
                    <a:pt x="22606" y="6060"/>
                    <a:pt x="22719" y="5832"/>
                    <a:pt x="22890" y="5634"/>
                  </a:cubicBezTo>
                  <a:cubicBezTo>
                    <a:pt x="23259" y="5094"/>
                    <a:pt x="23628" y="4498"/>
                    <a:pt x="23912" y="3901"/>
                  </a:cubicBezTo>
                  <a:cubicBezTo>
                    <a:pt x="23997" y="3731"/>
                    <a:pt x="24082" y="3589"/>
                    <a:pt x="24168" y="3475"/>
                  </a:cubicBezTo>
                  <a:cubicBezTo>
                    <a:pt x="24249" y="3370"/>
                    <a:pt x="24364" y="3323"/>
                    <a:pt x="24477" y="3323"/>
                  </a:cubicBezTo>
                  <a:close/>
                  <a:moveTo>
                    <a:pt x="5545" y="3087"/>
                  </a:moveTo>
                  <a:cubicBezTo>
                    <a:pt x="5704" y="3087"/>
                    <a:pt x="5862" y="3092"/>
                    <a:pt x="6021" y="3106"/>
                  </a:cubicBezTo>
                  <a:cubicBezTo>
                    <a:pt x="6153" y="3102"/>
                    <a:pt x="6284" y="3101"/>
                    <a:pt x="6416" y="3101"/>
                  </a:cubicBezTo>
                  <a:cubicBezTo>
                    <a:pt x="7300" y="3101"/>
                    <a:pt x="8169" y="3181"/>
                    <a:pt x="9059" y="3305"/>
                  </a:cubicBezTo>
                  <a:cubicBezTo>
                    <a:pt x="10195" y="3418"/>
                    <a:pt x="11303" y="3617"/>
                    <a:pt x="12410" y="3873"/>
                  </a:cubicBezTo>
                  <a:cubicBezTo>
                    <a:pt x="14029" y="4242"/>
                    <a:pt x="15620" y="4782"/>
                    <a:pt x="17125" y="5463"/>
                  </a:cubicBezTo>
                  <a:cubicBezTo>
                    <a:pt x="18346" y="6088"/>
                    <a:pt x="19510" y="6826"/>
                    <a:pt x="20589" y="7678"/>
                  </a:cubicBezTo>
                  <a:cubicBezTo>
                    <a:pt x="21413" y="8331"/>
                    <a:pt x="22180" y="9041"/>
                    <a:pt x="22918" y="9808"/>
                  </a:cubicBezTo>
                  <a:cubicBezTo>
                    <a:pt x="23145" y="10007"/>
                    <a:pt x="23316" y="10263"/>
                    <a:pt x="23429" y="10547"/>
                  </a:cubicBezTo>
                  <a:cubicBezTo>
                    <a:pt x="23458" y="10660"/>
                    <a:pt x="23401" y="10745"/>
                    <a:pt x="23316" y="10802"/>
                  </a:cubicBezTo>
                  <a:cubicBezTo>
                    <a:pt x="23259" y="10802"/>
                    <a:pt x="23174" y="10802"/>
                    <a:pt x="23117" y="10774"/>
                  </a:cubicBezTo>
                  <a:cubicBezTo>
                    <a:pt x="23003" y="10660"/>
                    <a:pt x="22890" y="10518"/>
                    <a:pt x="22776" y="10405"/>
                  </a:cubicBezTo>
                  <a:cubicBezTo>
                    <a:pt x="21413" y="8928"/>
                    <a:pt x="19851" y="7621"/>
                    <a:pt x="18119" y="6599"/>
                  </a:cubicBezTo>
                  <a:cubicBezTo>
                    <a:pt x="16926" y="5918"/>
                    <a:pt x="15676" y="5350"/>
                    <a:pt x="14370" y="4924"/>
                  </a:cubicBezTo>
                  <a:cubicBezTo>
                    <a:pt x="12893" y="4469"/>
                    <a:pt x="11360" y="4128"/>
                    <a:pt x="9826" y="3930"/>
                  </a:cubicBezTo>
                  <a:cubicBezTo>
                    <a:pt x="8889" y="3788"/>
                    <a:pt x="7952" y="3702"/>
                    <a:pt x="6986" y="3702"/>
                  </a:cubicBezTo>
                  <a:lnTo>
                    <a:pt x="4203" y="3702"/>
                  </a:lnTo>
                  <a:cubicBezTo>
                    <a:pt x="4119" y="3695"/>
                    <a:pt x="4036" y="3691"/>
                    <a:pt x="3953" y="3691"/>
                  </a:cubicBezTo>
                  <a:cubicBezTo>
                    <a:pt x="3725" y="3691"/>
                    <a:pt x="3502" y="3718"/>
                    <a:pt x="3294" y="3759"/>
                  </a:cubicBezTo>
                  <a:lnTo>
                    <a:pt x="3010" y="3759"/>
                  </a:lnTo>
                  <a:cubicBezTo>
                    <a:pt x="2783" y="3731"/>
                    <a:pt x="2584" y="3560"/>
                    <a:pt x="2613" y="3418"/>
                  </a:cubicBezTo>
                  <a:cubicBezTo>
                    <a:pt x="2698" y="3220"/>
                    <a:pt x="2868" y="3220"/>
                    <a:pt x="3039" y="3220"/>
                  </a:cubicBezTo>
                  <a:cubicBezTo>
                    <a:pt x="3098" y="3221"/>
                    <a:pt x="3157" y="3222"/>
                    <a:pt x="3216" y="3222"/>
                  </a:cubicBezTo>
                  <a:cubicBezTo>
                    <a:pt x="3993" y="3222"/>
                    <a:pt x="4769" y="3087"/>
                    <a:pt x="5545" y="3087"/>
                  </a:cubicBezTo>
                  <a:close/>
                  <a:moveTo>
                    <a:pt x="17397" y="8622"/>
                  </a:moveTo>
                  <a:cubicBezTo>
                    <a:pt x="17551" y="8622"/>
                    <a:pt x="17708" y="8680"/>
                    <a:pt x="17835" y="8786"/>
                  </a:cubicBezTo>
                  <a:cubicBezTo>
                    <a:pt x="18005" y="8928"/>
                    <a:pt x="18062" y="9155"/>
                    <a:pt x="18005" y="9354"/>
                  </a:cubicBezTo>
                  <a:cubicBezTo>
                    <a:pt x="17891" y="9780"/>
                    <a:pt x="17693" y="10149"/>
                    <a:pt x="17409" y="10461"/>
                  </a:cubicBezTo>
                  <a:cubicBezTo>
                    <a:pt x="16131" y="11853"/>
                    <a:pt x="14427" y="12818"/>
                    <a:pt x="12552" y="13188"/>
                  </a:cubicBezTo>
                  <a:cubicBezTo>
                    <a:pt x="12439" y="13216"/>
                    <a:pt x="12354" y="13216"/>
                    <a:pt x="12268" y="13216"/>
                  </a:cubicBezTo>
                  <a:cubicBezTo>
                    <a:pt x="12183" y="13216"/>
                    <a:pt x="12126" y="13216"/>
                    <a:pt x="12070" y="13188"/>
                  </a:cubicBezTo>
                  <a:cubicBezTo>
                    <a:pt x="11842" y="13131"/>
                    <a:pt x="11757" y="12875"/>
                    <a:pt x="11842" y="12676"/>
                  </a:cubicBezTo>
                  <a:cubicBezTo>
                    <a:pt x="11956" y="12534"/>
                    <a:pt x="12098" y="12421"/>
                    <a:pt x="12268" y="12336"/>
                  </a:cubicBezTo>
                  <a:cubicBezTo>
                    <a:pt x="13064" y="11853"/>
                    <a:pt x="13774" y="11285"/>
                    <a:pt x="14398" y="10632"/>
                  </a:cubicBezTo>
                  <a:cubicBezTo>
                    <a:pt x="14938" y="10092"/>
                    <a:pt x="15534" y="9581"/>
                    <a:pt x="16188" y="9155"/>
                  </a:cubicBezTo>
                  <a:cubicBezTo>
                    <a:pt x="16500" y="8899"/>
                    <a:pt x="16841" y="8729"/>
                    <a:pt x="17238" y="8644"/>
                  </a:cubicBezTo>
                  <a:cubicBezTo>
                    <a:pt x="17290" y="8629"/>
                    <a:pt x="17343" y="8622"/>
                    <a:pt x="17397" y="8622"/>
                  </a:cubicBezTo>
                  <a:close/>
                  <a:moveTo>
                    <a:pt x="14393" y="0"/>
                  </a:moveTo>
                  <a:cubicBezTo>
                    <a:pt x="13590" y="0"/>
                    <a:pt x="12787" y="37"/>
                    <a:pt x="11984" y="124"/>
                  </a:cubicBezTo>
                  <a:cubicBezTo>
                    <a:pt x="11814" y="153"/>
                    <a:pt x="11757" y="238"/>
                    <a:pt x="11786" y="408"/>
                  </a:cubicBezTo>
                  <a:cubicBezTo>
                    <a:pt x="11842" y="891"/>
                    <a:pt x="11928" y="1345"/>
                    <a:pt x="12013" y="1800"/>
                  </a:cubicBezTo>
                  <a:cubicBezTo>
                    <a:pt x="12041" y="1970"/>
                    <a:pt x="12041" y="2112"/>
                    <a:pt x="12070" y="2282"/>
                  </a:cubicBezTo>
                  <a:cubicBezTo>
                    <a:pt x="12041" y="2396"/>
                    <a:pt x="11984" y="2510"/>
                    <a:pt x="11871" y="2538"/>
                  </a:cubicBezTo>
                  <a:cubicBezTo>
                    <a:pt x="11828" y="2560"/>
                    <a:pt x="11780" y="2569"/>
                    <a:pt x="11733" y="2569"/>
                  </a:cubicBezTo>
                  <a:cubicBezTo>
                    <a:pt x="11657" y="2569"/>
                    <a:pt x="11583" y="2545"/>
                    <a:pt x="11530" y="2510"/>
                  </a:cubicBezTo>
                  <a:cubicBezTo>
                    <a:pt x="11417" y="2396"/>
                    <a:pt x="11331" y="2282"/>
                    <a:pt x="11275" y="2169"/>
                  </a:cubicBezTo>
                  <a:cubicBezTo>
                    <a:pt x="10905" y="1629"/>
                    <a:pt x="10479" y="1118"/>
                    <a:pt x="9997" y="692"/>
                  </a:cubicBezTo>
                  <a:cubicBezTo>
                    <a:pt x="9866" y="519"/>
                    <a:pt x="9670" y="444"/>
                    <a:pt x="9470" y="444"/>
                  </a:cubicBezTo>
                  <a:cubicBezTo>
                    <a:pt x="9409" y="444"/>
                    <a:pt x="9347" y="452"/>
                    <a:pt x="9287" y="465"/>
                  </a:cubicBezTo>
                  <a:cubicBezTo>
                    <a:pt x="8435" y="664"/>
                    <a:pt x="7554" y="834"/>
                    <a:pt x="6702" y="1061"/>
                  </a:cubicBezTo>
                  <a:cubicBezTo>
                    <a:pt x="4658" y="1629"/>
                    <a:pt x="2698" y="2396"/>
                    <a:pt x="682" y="3021"/>
                  </a:cubicBezTo>
                  <a:cubicBezTo>
                    <a:pt x="597" y="3049"/>
                    <a:pt x="511" y="3078"/>
                    <a:pt x="426" y="3106"/>
                  </a:cubicBezTo>
                  <a:cubicBezTo>
                    <a:pt x="57" y="3305"/>
                    <a:pt x="0" y="3617"/>
                    <a:pt x="369" y="3873"/>
                  </a:cubicBezTo>
                  <a:cubicBezTo>
                    <a:pt x="483" y="3958"/>
                    <a:pt x="597" y="4015"/>
                    <a:pt x="710" y="4100"/>
                  </a:cubicBezTo>
                  <a:cubicBezTo>
                    <a:pt x="994" y="4242"/>
                    <a:pt x="1221" y="4441"/>
                    <a:pt x="1420" y="4668"/>
                  </a:cubicBezTo>
                  <a:cubicBezTo>
                    <a:pt x="1704" y="4952"/>
                    <a:pt x="1931" y="5264"/>
                    <a:pt x="2187" y="5577"/>
                  </a:cubicBezTo>
                  <a:cubicBezTo>
                    <a:pt x="2300" y="5804"/>
                    <a:pt x="2556" y="5946"/>
                    <a:pt x="2812" y="5974"/>
                  </a:cubicBezTo>
                  <a:cubicBezTo>
                    <a:pt x="3352" y="6016"/>
                    <a:pt x="3893" y="6042"/>
                    <a:pt x="4444" y="6042"/>
                  </a:cubicBezTo>
                  <a:cubicBezTo>
                    <a:pt x="4646" y="6042"/>
                    <a:pt x="4850" y="6039"/>
                    <a:pt x="5055" y="6031"/>
                  </a:cubicBezTo>
                  <a:lnTo>
                    <a:pt x="7015" y="6031"/>
                  </a:lnTo>
                  <a:cubicBezTo>
                    <a:pt x="7185" y="6031"/>
                    <a:pt x="7384" y="6060"/>
                    <a:pt x="7554" y="6145"/>
                  </a:cubicBezTo>
                  <a:cubicBezTo>
                    <a:pt x="7810" y="6258"/>
                    <a:pt x="7895" y="6571"/>
                    <a:pt x="7725" y="6798"/>
                  </a:cubicBezTo>
                  <a:cubicBezTo>
                    <a:pt x="7554" y="7025"/>
                    <a:pt x="7327" y="7195"/>
                    <a:pt x="7071" y="7309"/>
                  </a:cubicBezTo>
                  <a:cubicBezTo>
                    <a:pt x="6532" y="7508"/>
                    <a:pt x="5992" y="7678"/>
                    <a:pt x="5453" y="7735"/>
                  </a:cubicBezTo>
                  <a:cubicBezTo>
                    <a:pt x="4771" y="7820"/>
                    <a:pt x="4090" y="7905"/>
                    <a:pt x="3351" y="7991"/>
                  </a:cubicBezTo>
                  <a:cubicBezTo>
                    <a:pt x="3522" y="8672"/>
                    <a:pt x="3664" y="9240"/>
                    <a:pt x="3806" y="9837"/>
                  </a:cubicBezTo>
                  <a:cubicBezTo>
                    <a:pt x="3891" y="10149"/>
                    <a:pt x="3976" y="10518"/>
                    <a:pt x="4033" y="10802"/>
                  </a:cubicBezTo>
                  <a:cubicBezTo>
                    <a:pt x="4102" y="11033"/>
                    <a:pt x="4152" y="11095"/>
                    <a:pt x="4336" y="11095"/>
                  </a:cubicBezTo>
                  <a:cubicBezTo>
                    <a:pt x="4379" y="11095"/>
                    <a:pt x="4428" y="11091"/>
                    <a:pt x="4487" y="11086"/>
                  </a:cubicBezTo>
                  <a:lnTo>
                    <a:pt x="4771" y="11029"/>
                  </a:lnTo>
                  <a:cubicBezTo>
                    <a:pt x="6447" y="10717"/>
                    <a:pt x="8065" y="10263"/>
                    <a:pt x="9656" y="9638"/>
                  </a:cubicBezTo>
                  <a:cubicBezTo>
                    <a:pt x="10025" y="9496"/>
                    <a:pt x="10394" y="9382"/>
                    <a:pt x="10763" y="9269"/>
                  </a:cubicBezTo>
                  <a:cubicBezTo>
                    <a:pt x="10877" y="9212"/>
                    <a:pt x="11019" y="9183"/>
                    <a:pt x="11133" y="9183"/>
                  </a:cubicBezTo>
                  <a:cubicBezTo>
                    <a:pt x="11186" y="9161"/>
                    <a:pt x="11241" y="9150"/>
                    <a:pt x="11296" y="9150"/>
                  </a:cubicBezTo>
                  <a:cubicBezTo>
                    <a:pt x="11447" y="9150"/>
                    <a:pt x="11597" y="9229"/>
                    <a:pt x="11701" y="9354"/>
                  </a:cubicBezTo>
                  <a:cubicBezTo>
                    <a:pt x="11814" y="9553"/>
                    <a:pt x="11814" y="9780"/>
                    <a:pt x="11701" y="9950"/>
                  </a:cubicBezTo>
                  <a:cubicBezTo>
                    <a:pt x="11559" y="10177"/>
                    <a:pt x="11388" y="10376"/>
                    <a:pt x="11218" y="10575"/>
                  </a:cubicBezTo>
                  <a:cubicBezTo>
                    <a:pt x="10792" y="11029"/>
                    <a:pt x="10337" y="11455"/>
                    <a:pt x="9798" y="11824"/>
                  </a:cubicBezTo>
                  <a:cubicBezTo>
                    <a:pt x="8406" y="12875"/>
                    <a:pt x="6873" y="13670"/>
                    <a:pt x="5226" y="14182"/>
                  </a:cubicBezTo>
                  <a:cubicBezTo>
                    <a:pt x="4885" y="14295"/>
                    <a:pt x="4885" y="14324"/>
                    <a:pt x="4970" y="14636"/>
                  </a:cubicBezTo>
                  <a:cubicBezTo>
                    <a:pt x="5396" y="16084"/>
                    <a:pt x="5936" y="17476"/>
                    <a:pt x="6560" y="18839"/>
                  </a:cubicBezTo>
                  <a:cubicBezTo>
                    <a:pt x="6645" y="19009"/>
                    <a:pt x="6731" y="19151"/>
                    <a:pt x="6816" y="19322"/>
                  </a:cubicBezTo>
                  <a:cubicBezTo>
                    <a:pt x="6863" y="19416"/>
                    <a:pt x="6968" y="19471"/>
                    <a:pt x="7068" y="19471"/>
                  </a:cubicBezTo>
                  <a:cubicBezTo>
                    <a:pt x="7088" y="19471"/>
                    <a:pt x="7109" y="19469"/>
                    <a:pt x="7128" y="19464"/>
                  </a:cubicBezTo>
                  <a:cubicBezTo>
                    <a:pt x="7242" y="19435"/>
                    <a:pt x="7355" y="19407"/>
                    <a:pt x="7469" y="19379"/>
                  </a:cubicBezTo>
                  <a:cubicBezTo>
                    <a:pt x="9230" y="18896"/>
                    <a:pt x="10905" y="18101"/>
                    <a:pt x="12410" y="17050"/>
                  </a:cubicBezTo>
                  <a:cubicBezTo>
                    <a:pt x="13149" y="16510"/>
                    <a:pt x="13859" y="15942"/>
                    <a:pt x="14569" y="15374"/>
                  </a:cubicBezTo>
                  <a:cubicBezTo>
                    <a:pt x="14966" y="15062"/>
                    <a:pt x="15392" y="14750"/>
                    <a:pt x="15790" y="14466"/>
                  </a:cubicBezTo>
                  <a:cubicBezTo>
                    <a:pt x="15989" y="14324"/>
                    <a:pt x="16216" y="14210"/>
                    <a:pt x="16443" y="14153"/>
                  </a:cubicBezTo>
                  <a:cubicBezTo>
                    <a:pt x="16518" y="14126"/>
                    <a:pt x="16593" y="14114"/>
                    <a:pt x="16666" y="14114"/>
                  </a:cubicBezTo>
                  <a:cubicBezTo>
                    <a:pt x="16979" y="14114"/>
                    <a:pt x="17249" y="14347"/>
                    <a:pt x="17295" y="14693"/>
                  </a:cubicBezTo>
                  <a:cubicBezTo>
                    <a:pt x="17323" y="14863"/>
                    <a:pt x="17323" y="15034"/>
                    <a:pt x="17295" y="15176"/>
                  </a:cubicBezTo>
                  <a:cubicBezTo>
                    <a:pt x="17210" y="15744"/>
                    <a:pt x="16983" y="16255"/>
                    <a:pt x="16670" y="16737"/>
                  </a:cubicBezTo>
                  <a:cubicBezTo>
                    <a:pt x="16244" y="17419"/>
                    <a:pt x="15733" y="18072"/>
                    <a:pt x="15165" y="18669"/>
                  </a:cubicBezTo>
                  <a:cubicBezTo>
                    <a:pt x="14256" y="19577"/>
                    <a:pt x="13291" y="20429"/>
                    <a:pt x="12297" y="21253"/>
                  </a:cubicBezTo>
                  <a:cubicBezTo>
                    <a:pt x="12155" y="21338"/>
                    <a:pt x="11984" y="21395"/>
                    <a:pt x="12013" y="21622"/>
                  </a:cubicBezTo>
                  <a:cubicBezTo>
                    <a:pt x="12751" y="21565"/>
                    <a:pt x="13490" y="21423"/>
                    <a:pt x="14200" y="21139"/>
                  </a:cubicBezTo>
                  <a:cubicBezTo>
                    <a:pt x="16017" y="20458"/>
                    <a:pt x="17693" y="19464"/>
                    <a:pt x="19169" y="18186"/>
                  </a:cubicBezTo>
                  <a:cubicBezTo>
                    <a:pt x="20476" y="17078"/>
                    <a:pt x="21612" y="15800"/>
                    <a:pt x="22606" y="14409"/>
                  </a:cubicBezTo>
                  <a:cubicBezTo>
                    <a:pt x="22946" y="13869"/>
                    <a:pt x="23344" y="13358"/>
                    <a:pt x="23656" y="12818"/>
                  </a:cubicBezTo>
                  <a:cubicBezTo>
                    <a:pt x="23789" y="12526"/>
                    <a:pt x="24097" y="12333"/>
                    <a:pt x="24438" y="12333"/>
                  </a:cubicBezTo>
                  <a:cubicBezTo>
                    <a:pt x="24462" y="12333"/>
                    <a:pt x="24485" y="12334"/>
                    <a:pt x="24508" y="12336"/>
                  </a:cubicBezTo>
                  <a:cubicBezTo>
                    <a:pt x="25644" y="12307"/>
                    <a:pt x="26780" y="12137"/>
                    <a:pt x="27888" y="11796"/>
                  </a:cubicBezTo>
                  <a:cubicBezTo>
                    <a:pt x="28768" y="11540"/>
                    <a:pt x="29592" y="11143"/>
                    <a:pt x="30330" y="10603"/>
                  </a:cubicBezTo>
                  <a:cubicBezTo>
                    <a:pt x="31125" y="10035"/>
                    <a:pt x="31779" y="9269"/>
                    <a:pt x="32205" y="8417"/>
                  </a:cubicBezTo>
                  <a:cubicBezTo>
                    <a:pt x="32744" y="7309"/>
                    <a:pt x="32602" y="5747"/>
                    <a:pt x="31892" y="5037"/>
                  </a:cubicBezTo>
                  <a:cubicBezTo>
                    <a:pt x="31722" y="5066"/>
                    <a:pt x="31665" y="5293"/>
                    <a:pt x="31551" y="5435"/>
                  </a:cubicBezTo>
                  <a:cubicBezTo>
                    <a:pt x="30955" y="6230"/>
                    <a:pt x="30245" y="6911"/>
                    <a:pt x="29450" y="7479"/>
                  </a:cubicBezTo>
                  <a:cubicBezTo>
                    <a:pt x="29137" y="7735"/>
                    <a:pt x="28768" y="7877"/>
                    <a:pt x="28371" y="7934"/>
                  </a:cubicBezTo>
                  <a:cubicBezTo>
                    <a:pt x="28359" y="7935"/>
                    <a:pt x="28347" y="7936"/>
                    <a:pt x="28335" y="7936"/>
                  </a:cubicBezTo>
                  <a:cubicBezTo>
                    <a:pt x="28070" y="7936"/>
                    <a:pt x="27893" y="7640"/>
                    <a:pt x="28001" y="7423"/>
                  </a:cubicBezTo>
                  <a:cubicBezTo>
                    <a:pt x="28115" y="7167"/>
                    <a:pt x="28285" y="6940"/>
                    <a:pt x="28484" y="6769"/>
                  </a:cubicBezTo>
                  <a:cubicBezTo>
                    <a:pt x="29251" y="5804"/>
                    <a:pt x="29847" y="4753"/>
                    <a:pt x="30245" y="3617"/>
                  </a:cubicBezTo>
                  <a:cubicBezTo>
                    <a:pt x="30217" y="3560"/>
                    <a:pt x="30188" y="3532"/>
                    <a:pt x="30160" y="3504"/>
                  </a:cubicBezTo>
                  <a:cubicBezTo>
                    <a:pt x="30046" y="3418"/>
                    <a:pt x="29933" y="3333"/>
                    <a:pt x="29791" y="3276"/>
                  </a:cubicBezTo>
                  <a:cubicBezTo>
                    <a:pt x="27718" y="2112"/>
                    <a:pt x="25446" y="1288"/>
                    <a:pt x="23088" y="891"/>
                  </a:cubicBezTo>
                  <a:cubicBezTo>
                    <a:pt x="22855" y="849"/>
                    <a:pt x="22607" y="727"/>
                    <a:pt x="22342" y="727"/>
                  </a:cubicBezTo>
                  <a:cubicBezTo>
                    <a:pt x="22252" y="727"/>
                    <a:pt x="22160" y="741"/>
                    <a:pt x="22066" y="777"/>
                  </a:cubicBezTo>
                  <a:cubicBezTo>
                    <a:pt x="22009" y="1090"/>
                    <a:pt x="21981" y="1430"/>
                    <a:pt x="22038" y="1743"/>
                  </a:cubicBezTo>
                  <a:cubicBezTo>
                    <a:pt x="22038" y="2311"/>
                    <a:pt x="21924" y="2879"/>
                    <a:pt x="21697" y="3390"/>
                  </a:cubicBezTo>
                  <a:cubicBezTo>
                    <a:pt x="21640" y="3589"/>
                    <a:pt x="21498" y="3759"/>
                    <a:pt x="21356" y="3901"/>
                  </a:cubicBezTo>
                  <a:cubicBezTo>
                    <a:pt x="21246" y="4034"/>
                    <a:pt x="21101" y="4093"/>
                    <a:pt x="20961" y="4093"/>
                  </a:cubicBezTo>
                  <a:cubicBezTo>
                    <a:pt x="20739" y="4093"/>
                    <a:pt x="20528" y="3946"/>
                    <a:pt x="20476" y="3702"/>
                  </a:cubicBezTo>
                  <a:cubicBezTo>
                    <a:pt x="20362" y="3418"/>
                    <a:pt x="20334" y="3163"/>
                    <a:pt x="20334" y="2879"/>
                  </a:cubicBezTo>
                  <a:cubicBezTo>
                    <a:pt x="20277" y="2112"/>
                    <a:pt x="20135" y="1374"/>
                    <a:pt x="19851" y="692"/>
                  </a:cubicBezTo>
                  <a:cubicBezTo>
                    <a:pt x="19766" y="493"/>
                    <a:pt x="19595" y="351"/>
                    <a:pt x="19368" y="323"/>
                  </a:cubicBezTo>
                  <a:cubicBezTo>
                    <a:pt x="18573" y="238"/>
                    <a:pt x="17749" y="153"/>
                    <a:pt x="16926" y="96"/>
                  </a:cubicBezTo>
                  <a:cubicBezTo>
                    <a:pt x="16904" y="92"/>
                    <a:pt x="16884" y="90"/>
                    <a:pt x="16866" y="90"/>
                  </a:cubicBezTo>
                  <a:cubicBezTo>
                    <a:pt x="16742" y="90"/>
                    <a:pt x="16699" y="174"/>
                    <a:pt x="16699" y="323"/>
                  </a:cubicBezTo>
                  <a:cubicBezTo>
                    <a:pt x="16727" y="863"/>
                    <a:pt x="16670" y="1402"/>
                    <a:pt x="16528" y="1913"/>
                  </a:cubicBezTo>
                  <a:cubicBezTo>
                    <a:pt x="16472" y="2055"/>
                    <a:pt x="16415" y="2169"/>
                    <a:pt x="16330" y="2311"/>
                  </a:cubicBezTo>
                  <a:cubicBezTo>
                    <a:pt x="16267" y="2394"/>
                    <a:pt x="16174" y="2447"/>
                    <a:pt x="16073" y="2447"/>
                  </a:cubicBezTo>
                  <a:cubicBezTo>
                    <a:pt x="16036" y="2447"/>
                    <a:pt x="15998" y="2440"/>
                    <a:pt x="15960" y="2424"/>
                  </a:cubicBezTo>
                  <a:cubicBezTo>
                    <a:pt x="15847" y="2424"/>
                    <a:pt x="15762" y="2339"/>
                    <a:pt x="15705" y="2226"/>
                  </a:cubicBezTo>
                  <a:cubicBezTo>
                    <a:pt x="15676" y="2055"/>
                    <a:pt x="15648" y="1885"/>
                    <a:pt x="15620" y="1743"/>
                  </a:cubicBezTo>
                  <a:cubicBezTo>
                    <a:pt x="15563" y="1260"/>
                    <a:pt x="15478" y="749"/>
                    <a:pt x="15421" y="266"/>
                  </a:cubicBezTo>
                  <a:cubicBezTo>
                    <a:pt x="15421" y="124"/>
                    <a:pt x="15279" y="11"/>
                    <a:pt x="15137" y="11"/>
                  </a:cubicBezTo>
                  <a:cubicBezTo>
                    <a:pt x="14889" y="4"/>
                    <a:pt x="14641" y="0"/>
                    <a:pt x="14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0"/>
            <p:cNvSpPr/>
            <p:nvPr/>
          </p:nvSpPr>
          <p:spPr>
            <a:xfrm>
              <a:off x="2722300" y="999700"/>
              <a:ext cx="520450" cy="191800"/>
            </a:xfrm>
            <a:custGeom>
              <a:rect b="b" l="l" r="r" t="t"/>
              <a:pathLst>
                <a:path extrusionOk="0" h="7672" w="20818">
                  <a:moveTo>
                    <a:pt x="2933" y="1"/>
                  </a:moveTo>
                  <a:cubicBezTo>
                    <a:pt x="2157" y="1"/>
                    <a:pt x="1381" y="136"/>
                    <a:pt x="604" y="136"/>
                  </a:cubicBezTo>
                  <a:cubicBezTo>
                    <a:pt x="545" y="136"/>
                    <a:pt x="486" y="135"/>
                    <a:pt x="427" y="134"/>
                  </a:cubicBezTo>
                  <a:cubicBezTo>
                    <a:pt x="285" y="134"/>
                    <a:pt x="114" y="134"/>
                    <a:pt x="29" y="332"/>
                  </a:cubicBezTo>
                  <a:cubicBezTo>
                    <a:pt x="1" y="474"/>
                    <a:pt x="171" y="616"/>
                    <a:pt x="427" y="645"/>
                  </a:cubicBezTo>
                  <a:cubicBezTo>
                    <a:pt x="469" y="659"/>
                    <a:pt x="512" y="666"/>
                    <a:pt x="555" y="666"/>
                  </a:cubicBezTo>
                  <a:cubicBezTo>
                    <a:pt x="597" y="666"/>
                    <a:pt x="640" y="659"/>
                    <a:pt x="682" y="645"/>
                  </a:cubicBezTo>
                  <a:cubicBezTo>
                    <a:pt x="995" y="588"/>
                    <a:pt x="1307" y="588"/>
                    <a:pt x="1591" y="588"/>
                  </a:cubicBezTo>
                  <a:lnTo>
                    <a:pt x="4403" y="588"/>
                  </a:lnTo>
                  <a:cubicBezTo>
                    <a:pt x="5368" y="616"/>
                    <a:pt x="6305" y="702"/>
                    <a:pt x="7243" y="844"/>
                  </a:cubicBezTo>
                  <a:cubicBezTo>
                    <a:pt x="8776" y="1042"/>
                    <a:pt x="10281" y="1383"/>
                    <a:pt x="11758" y="1838"/>
                  </a:cubicBezTo>
                  <a:cubicBezTo>
                    <a:pt x="13064" y="2235"/>
                    <a:pt x="14314" y="2803"/>
                    <a:pt x="15507" y="3485"/>
                  </a:cubicBezTo>
                  <a:cubicBezTo>
                    <a:pt x="17211" y="4507"/>
                    <a:pt x="18801" y="5785"/>
                    <a:pt x="20136" y="7290"/>
                  </a:cubicBezTo>
                  <a:cubicBezTo>
                    <a:pt x="20249" y="7404"/>
                    <a:pt x="20363" y="7517"/>
                    <a:pt x="20505" y="7631"/>
                  </a:cubicBezTo>
                  <a:cubicBezTo>
                    <a:pt x="20545" y="7651"/>
                    <a:pt x="20585" y="7671"/>
                    <a:pt x="20635" y="7671"/>
                  </a:cubicBezTo>
                  <a:cubicBezTo>
                    <a:pt x="20656" y="7671"/>
                    <a:pt x="20679" y="7668"/>
                    <a:pt x="20704" y="7659"/>
                  </a:cubicBezTo>
                  <a:cubicBezTo>
                    <a:pt x="20789" y="7631"/>
                    <a:pt x="20817" y="7517"/>
                    <a:pt x="20789" y="7432"/>
                  </a:cubicBezTo>
                  <a:cubicBezTo>
                    <a:pt x="20675" y="7148"/>
                    <a:pt x="20505" y="6893"/>
                    <a:pt x="20278" y="6694"/>
                  </a:cubicBezTo>
                  <a:cubicBezTo>
                    <a:pt x="19568" y="5927"/>
                    <a:pt x="18801" y="5217"/>
                    <a:pt x="17977" y="4564"/>
                  </a:cubicBezTo>
                  <a:cubicBezTo>
                    <a:pt x="16898" y="3683"/>
                    <a:pt x="15734" y="2945"/>
                    <a:pt x="14484" y="2349"/>
                  </a:cubicBezTo>
                  <a:cubicBezTo>
                    <a:pt x="12979" y="1639"/>
                    <a:pt x="11417" y="1099"/>
                    <a:pt x="9798" y="758"/>
                  </a:cubicBezTo>
                  <a:cubicBezTo>
                    <a:pt x="8691" y="503"/>
                    <a:pt x="7555" y="304"/>
                    <a:pt x="6419" y="190"/>
                  </a:cubicBezTo>
                  <a:cubicBezTo>
                    <a:pt x="5591" y="72"/>
                    <a:pt x="4743" y="13"/>
                    <a:pt x="3908" y="13"/>
                  </a:cubicBezTo>
                  <a:cubicBezTo>
                    <a:pt x="3741" y="13"/>
                    <a:pt x="3574" y="15"/>
                    <a:pt x="3409" y="20"/>
                  </a:cubicBezTo>
                  <a:cubicBezTo>
                    <a:pt x="3250" y="6"/>
                    <a:pt x="3092" y="1"/>
                    <a:pt x="2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0"/>
            <p:cNvSpPr/>
            <p:nvPr/>
          </p:nvSpPr>
          <p:spPr>
            <a:xfrm>
              <a:off x="3084400" y="2508875"/>
              <a:ext cx="740525" cy="249225"/>
            </a:xfrm>
            <a:custGeom>
              <a:rect b="b" l="l" r="r" t="t"/>
              <a:pathLst>
                <a:path extrusionOk="0" h="9969" w="29621">
                  <a:moveTo>
                    <a:pt x="29620" y="1"/>
                  </a:moveTo>
                  <a:lnTo>
                    <a:pt x="29620" y="1"/>
                  </a:lnTo>
                  <a:cubicBezTo>
                    <a:pt x="29566" y="265"/>
                    <a:pt x="29511" y="529"/>
                    <a:pt x="29456" y="793"/>
                  </a:cubicBezTo>
                  <a:lnTo>
                    <a:pt x="29456" y="793"/>
                  </a:lnTo>
                  <a:cubicBezTo>
                    <a:pt x="29511" y="529"/>
                    <a:pt x="29566" y="265"/>
                    <a:pt x="29620" y="1"/>
                  </a:cubicBezTo>
                  <a:close/>
                  <a:moveTo>
                    <a:pt x="29456" y="793"/>
                  </a:moveTo>
                  <a:lnTo>
                    <a:pt x="29456" y="793"/>
                  </a:lnTo>
                  <a:cubicBezTo>
                    <a:pt x="29167" y="2174"/>
                    <a:pt x="28869" y="3546"/>
                    <a:pt x="28578" y="4925"/>
                  </a:cubicBezTo>
                  <a:lnTo>
                    <a:pt x="28578" y="4925"/>
                  </a:lnTo>
                  <a:cubicBezTo>
                    <a:pt x="28585" y="4921"/>
                    <a:pt x="28591" y="4917"/>
                    <a:pt x="28598" y="4914"/>
                  </a:cubicBezTo>
                  <a:cubicBezTo>
                    <a:pt x="28884" y="3531"/>
                    <a:pt x="29170" y="2169"/>
                    <a:pt x="29456" y="793"/>
                  </a:cubicBezTo>
                  <a:close/>
                  <a:moveTo>
                    <a:pt x="28578" y="4925"/>
                  </a:moveTo>
                  <a:lnTo>
                    <a:pt x="28578" y="4925"/>
                  </a:lnTo>
                  <a:cubicBezTo>
                    <a:pt x="26465" y="6118"/>
                    <a:pt x="21559" y="7867"/>
                    <a:pt x="13831" y="7867"/>
                  </a:cubicBezTo>
                  <a:cubicBezTo>
                    <a:pt x="7270" y="7867"/>
                    <a:pt x="2272" y="6163"/>
                    <a:pt x="0" y="5056"/>
                  </a:cubicBezTo>
                  <a:lnTo>
                    <a:pt x="0" y="5056"/>
                  </a:lnTo>
                  <a:cubicBezTo>
                    <a:pt x="199" y="5851"/>
                    <a:pt x="398" y="6646"/>
                    <a:pt x="625" y="7441"/>
                  </a:cubicBezTo>
                  <a:cubicBezTo>
                    <a:pt x="3948" y="8804"/>
                    <a:pt x="7469" y="9628"/>
                    <a:pt x="11047" y="9855"/>
                  </a:cubicBezTo>
                  <a:cubicBezTo>
                    <a:pt x="11928" y="9912"/>
                    <a:pt x="12865" y="9969"/>
                    <a:pt x="13831" y="9969"/>
                  </a:cubicBezTo>
                  <a:cubicBezTo>
                    <a:pt x="21044" y="9969"/>
                    <a:pt x="25758" y="8435"/>
                    <a:pt x="28087" y="7242"/>
                  </a:cubicBezTo>
                  <a:cubicBezTo>
                    <a:pt x="28172" y="6902"/>
                    <a:pt x="28229" y="6532"/>
                    <a:pt x="28314" y="6192"/>
                  </a:cubicBezTo>
                  <a:cubicBezTo>
                    <a:pt x="28401" y="5768"/>
                    <a:pt x="28489" y="5346"/>
                    <a:pt x="28578" y="49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0"/>
            <p:cNvSpPr/>
            <p:nvPr/>
          </p:nvSpPr>
          <p:spPr>
            <a:xfrm>
              <a:off x="2660550" y="1012425"/>
              <a:ext cx="609175" cy="450700"/>
            </a:xfrm>
            <a:custGeom>
              <a:rect b="b" l="l" r="r" t="t"/>
              <a:pathLst>
                <a:path extrusionOk="0" h="18028" w="24367">
                  <a:moveTo>
                    <a:pt x="12016" y="2459"/>
                  </a:moveTo>
                  <a:cubicBezTo>
                    <a:pt x="12063" y="2459"/>
                    <a:pt x="12109" y="2461"/>
                    <a:pt x="12155" y="2465"/>
                  </a:cubicBezTo>
                  <a:lnTo>
                    <a:pt x="12240" y="2465"/>
                  </a:lnTo>
                  <a:cubicBezTo>
                    <a:pt x="12439" y="2465"/>
                    <a:pt x="12666" y="2465"/>
                    <a:pt x="12723" y="2663"/>
                  </a:cubicBezTo>
                  <a:cubicBezTo>
                    <a:pt x="12808" y="2919"/>
                    <a:pt x="12751" y="3203"/>
                    <a:pt x="12552" y="3373"/>
                  </a:cubicBezTo>
                  <a:cubicBezTo>
                    <a:pt x="12300" y="3558"/>
                    <a:pt x="11999" y="3653"/>
                    <a:pt x="11694" y="3653"/>
                  </a:cubicBezTo>
                  <a:cubicBezTo>
                    <a:pt x="11484" y="3653"/>
                    <a:pt x="11273" y="3608"/>
                    <a:pt x="11076" y="3515"/>
                  </a:cubicBezTo>
                  <a:cubicBezTo>
                    <a:pt x="10763" y="3345"/>
                    <a:pt x="10763" y="2890"/>
                    <a:pt x="11076" y="2720"/>
                  </a:cubicBezTo>
                  <a:cubicBezTo>
                    <a:pt x="11374" y="2546"/>
                    <a:pt x="11694" y="2459"/>
                    <a:pt x="12016" y="2459"/>
                  </a:cubicBezTo>
                  <a:close/>
                  <a:moveTo>
                    <a:pt x="17255" y="5027"/>
                  </a:moveTo>
                  <a:cubicBezTo>
                    <a:pt x="17409" y="5027"/>
                    <a:pt x="17566" y="5085"/>
                    <a:pt x="17693" y="5191"/>
                  </a:cubicBezTo>
                  <a:cubicBezTo>
                    <a:pt x="17835" y="5333"/>
                    <a:pt x="17920" y="5560"/>
                    <a:pt x="17863" y="5759"/>
                  </a:cubicBezTo>
                  <a:cubicBezTo>
                    <a:pt x="17749" y="6185"/>
                    <a:pt x="17551" y="6554"/>
                    <a:pt x="17267" y="6866"/>
                  </a:cubicBezTo>
                  <a:cubicBezTo>
                    <a:pt x="15989" y="8258"/>
                    <a:pt x="14285" y="9223"/>
                    <a:pt x="12410" y="9593"/>
                  </a:cubicBezTo>
                  <a:cubicBezTo>
                    <a:pt x="12297" y="9621"/>
                    <a:pt x="12212" y="9621"/>
                    <a:pt x="12126" y="9621"/>
                  </a:cubicBezTo>
                  <a:lnTo>
                    <a:pt x="11928" y="9621"/>
                  </a:lnTo>
                  <a:cubicBezTo>
                    <a:pt x="11700" y="9536"/>
                    <a:pt x="11615" y="9309"/>
                    <a:pt x="11700" y="9110"/>
                  </a:cubicBezTo>
                  <a:cubicBezTo>
                    <a:pt x="11814" y="8939"/>
                    <a:pt x="11956" y="8826"/>
                    <a:pt x="12126" y="8741"/>
                  </a:cubicBezTo>
                  <a:cubicBezTo>
                    <a:pt x="12893" y="8286"/>
                    <a:pt x="13632" y="7690"/>
                    <a:pt x="14256" y="7037"/>
                  </a:cubicBezTo>
                  <a:cubicBezTo>
                    <a:pt x="14796" y="6497"/>
                    <a:pt x="15392" y="5986"/>
                    <a:pt x="16017" y="5560"/>
                  </a:cubicBezTo>
                  <a:cubicBezTo>
                    <a:pt x="16358" y="5304"/>
                    <a:pt x="16699" y="5134"/>
                    <a:pt x="17096" y="5049"/>
                  </a:cubicBezTo>
                  <a:cubicBezTo>
                    <a:pt x="17148" y="5034"/>
                    <a:pt x="17201" y="5027"/>
                    <a:pt x="17255" y="5027"/>
                  </a:cubicBezTo>
                  <a:close/>
                  <a:moveTo>
                    <a:pt x="1118" y="1"/>
                  </a:moveTo>
                  <a:cubicBezTo>
                    <a:pt x="696" y="1"/>
                    <a:pt x="327" y="8"/>
                    <a:pt x="0" y="22"/>
                  </a:cubicBezTo>
                  <a:cubicBezTo>
                    <a:pt x="57" y="136"/>
                    <a:pt x="114" y="221"/>
                    <a:pt x="227" y="278"/>
                  </a:cubicBezTo>
                  <a:cubicBezTo>
                    <a:pt x="341" y="363"/>
                    <a:pt x="455" y="420"/>
                    <a:pt x="568" y="505"/>
                  </a:cubicBezTo>
                  <a:cubicBezTo>
                    <a:pt x="852" y="647"/>
                    <a:pt x="1079" y="846"/>
                    <a:pt x="1278" y="1073"/>
                  </a:cubicBezTo>
                  <a:cubicBezTo>
                    <a:pt x="1562" y="1357"/>
                    <a:pt x="1818" y="1669"/>
                    <a:pt x="2045" y="2010"/>
                  </a:cubicBezTo>
                  <a:cubicBezTo>
                    <a:pt x="2158" y="2209"/>
                    <a:pt x="2414" y="2351"/>
                    <a:pt x="2670" y="2379"/>
                  </a:cubicBezTo>
                  <a:cubicBezTo>
                    <a:pt x="3408" y="2436"/>
                    <a:pt x="4146" y="2465"/>
                    <a:pt x="4913" y="2465"/>
                  </a:cubicBezTo>
                  <a:lnTo>
                    <a:pt x="6873" y="2465"/>
                  </a:lnTo>
                  <a:cubicBezTo>
                    <a:pt x="6922" y="2457"/>
                    <a:pt x="6970" y="2454"/>
                    <a:pt x="7017" y="2454"/>
                  </a:cubicBezTo>
                  <a:cubicBezTo>
                    <a:pt x="7157" y="2454"/>
                    <a:pt x="7284" y="2486"/>
                    <a:pt x="7412" y="2550"/>
                  </a:cubicBezTo>
                  <a:cubicBezTo>
                    <a:pt x="7668" y="2663"/>
                    <a:pt x="7753" y="2976"/>
                    <a:pt x="7583" y="3203"/>
                  </a:cubicBezTo>
                  <a:cubicBezTo>
                    <a:pt x="7412" y="3430"/>
                    <a:pt x="7185" y="3600"/>
                    <a:pt x="6929" y="3714"/>
                  </a:cubicBezTo>
                  <a:cubicBezTo>
                    <a:pt x="6418" y="3941"/>
                    <a:pt x="5850" y="4083"/>
                    <a:pt x="5311" y="4140"/>
                  </a:cubicBezTo>
                  <a:cubicBezTo>
                    <a:pt x="4629" y="4225"/>
                    <a:pt x="3976" y="4310"/>
                    <a:pt x="3209" y="4396"/>
                  </a:cubicBezTo>
                  <a:cubicBezTo>
                    <a:pt x="3380" y="5077"/>
                    <a:pt x="3522" y="5674"/>
                    <a:pt x="3664" y="6242"/>
                  </a:cubicBezTo>
                  <a:cubicBezTo>
                    <a:pt x="3749" y="6554"/>
                    <a:pt x="3834" y="6895"/>
                    <a:pt x="3919" y="7207"/>
                  </a:cubicBezTo>
                  <a:cubicBezTo>
                    <a:pt x="3963" y="7447"/>
                    <a:pt x="4006" y="7503"/>
                    <a:pt x="4166" y="7503"/>
                  </a:cubicBezTo>
                  <a:cubicBezTo>
                    <a:pt x="4214" y="7503"/>
                    <a:pt x="4273" y="7498"/>
                    <a:pt x="4345" y="7491"/>
                  </a:cubicBezTo>
                  <a:lnTo>
                    <a:pt x="4629" y="7434"/>
                  </a:lnTo>
                  <a:cubicBezTo>
                    <a:pt x="6305" y="7150"/>
                    <a:pt x="7952" y="6668"/>
                    <a:pt x="9542" y="6043"/>
                  </a:cubicBezTo>
                  <a:cubicBezTo>
                    <a:pt x="9911" y="5901"/>
                    <a:pt x="10309" y="5787"/>
                    <a:pt x="10678" y="5645"/>
                  </a:cubicBezTo>
                  <a:cubicBezTo>
                    <a:pt x="10792" y="5617"/>
                    <a:pt x="10905" y="5588"/>
                    <a:pt x="11019" y="5560"/>
                  </a:cubicBezTo>
                  <a:cubicBezTo>
                    <a:pt x="11066" y="5548"/>
                    <a:pt x="11114" y="5542"/>
                    <a:pt x="11160" y="5542"/>
                  </a:cubicBezTo>
                  <a:cubicBezTo>
                    <a:pt x="11336" y="5542"/>
                    <a:pt x="11497" y="5624"/>
                    <a:pt x="11587" y="5759"/>
                  </a:cubicBezTo>
                  <a:cubicBezTo>
                    <a:pt x="11700" y="5929"/>
                    <a:pt x="11700" y="6185"/>
                    <a:pt x="11587" y="6355"/>
                  </a:cubicBezTo>
                  <a:cubicBezTo>
                    <a:pt x="11445" y="6582"/>
                    <a:pt x="11303" y="6781"/>
                    <a:pt x="11133" y="6980"/>
                  </a:cubicBezTo>
                  <a:cubicBezTo>
                    <a:pt x="10707" y="7434"/>
                    <a:pt x="10224" y="7860"/>
                    <a:pt x="9713" y="8229"/>
                  </a:cubicBezTo>
                  <a:cubicBezTo>
                    <a:pt x="8321" y="9252"/>
                    <a:pt x="6759" y="10047"/>
                    <a:pt x="5112" y="10587"/>
                  </a:cubicBezTo>
                  <a:cubicBezTo>
                    <a:pt x="4800" y="10700"/>
                    <a:pt x="4800" y="10729"/>
                    <a:pt x="4885" y="11041"/>
                  </a:cubicBezTo>
                  <a:cubicBezTo>
                    <a:pt x="5311" y="12461"/>
                    <a:pt x="5822" y="13881"/>
                    <a:pt x="6475" y="15216"/>
                  </a:cubicBezTo>
                  <a:cubicBezTo>
                    <a:pt x="6532" y="15386"/>
                    <a:pt x="6645" y="15556"/>
                    <a:pt x="6731" y="15727"/>
                  </a:cubicBezTo>
                  <a:cubicBezTo>
                    <a:pt x="6774" y="15814"/>
                    <a:pt x="6851" y="15851"/>
                    <a:pt x="6935" y="15851"/>
                  </a:cubicBezTo>
                  <a:cubicBezTo>
                    <a:pt x="6961" y="15851"/>
                    <a:pt x="6988" y="15847"/>
                    <a:pt x="7015" y="15840"/>
                  </a:cubicBezTo>
                  <a:cubicBezTo>
                    <a:pt x="7128" y="15812"/>
                    <a:pt x="7242" y="15784"/>
                    <a:pt x="7384" y="15755"/>
                  </a:cubicBezTo>
                  <a:cubicBezTo>
                    <a:pt x="9145" y="15272"/>
                    <a:pt x="10820" y="14506"/>
                    <a:pt x="12297" y="13455"/>
                  </a:cubicBezTo>
                  <a:cubicBezTo>
                    <a:pt x="13035" y="12915"/>
                    <a:pt x="13774" y="12347"/>
                    <a:pt x="14484" y="11779"/>
                  </a:cubicBezTo>
                  <a:cubicBezTo>
                    <a:pt x="14881" y="11439"/>
                    <a:pt x="15279" y="11155"/>
                    <a:pt x="15705" y="10842"/>
                  </a:cubicBezTo>
                  <a:cubicBezTo>
                    <a:pt x="15904" y="10700"/>
                    <a:pt x="16102" y="10615"/>
                    <a:pt x="16330" y="10558"/>
                  </a:cubicBezTo>
                  <a:cubicBezTo>
                    <a:pt x="16404" y="10532"/>
                    <a:pt x="16480" y="10519"/>
                    <a:pt x="16556" y="10519"/>
                  </a:cubicBezTo>
                  <a:cubicBezTo>
                    <a:pt x="16882" y="10519"/>
                    <a:pt x="17187" y="10757"/>
                    <a:pt x="17210" y="11126"/>
                  </a:cubicBezTo>
                  <a:cubicBezTo>
                    <a:pt x="17210" y="11268"/>
                    <a:pt x="17210" y="11439"/>
                    <a:pt x="17210" y="11609"/>
                  </a:cubicBezTo>
                  <a:cubicBezTo>
                    <a:pt x="17096" y="12149"/>
                    <a:pt x="16898" y="12688"/>
                    <a:pt x="16585" y="13142"/>
                  </a:cubicBezTo>
                  <a:cubicBezTo>
                    <a:pt x="16159" y="13852"/>
                    <a:pt x="15648" y="14506"/>
                    <a:pt x="15052" y="15074"/>
                  </a:cubicBezTo>
                  <a:cubicBezTo>
                    <a:pt x="14143" y="15982"/>
                    <a:pt x="13149" y="16863"/>
                    <a:pt x="12126" y="17658"/>
                  </a:cubicBezTo>
                  <a:cubicBezTo>
                    <a:pt x="12013" y="17743"/>
                    <a:pt x="11814" y="17800"/>
                    <a:pt x="11871" y="18027"/>
                  </a:cubicBezTo>
                  <a:cubicBezTo>
                    <a:pt x="12609" y="17999"/>
                    <a:pt x="13348" y="17828"/>
                    <a:pt x="14029" y="17544"/>
                  </a:cubicBezTo>
                  <a:cubicBezTo>
                    <a:pt x="15847" y="16863"/>
                    <a:pt x="17551" y="15869"/>
                    <a:pt x="18999" y="14591"/>
                  </a:cubicBezTo>
                  <a:cubicBezTo>
                    <a:pt x="20334" y="13512"/>
                    <a:pt x="21470" y="12234"/>
                    <a:pt x="22464" y="10814"/>
                  </a:cubicBezTo>
                  <a:cubicBezTo>
                    <a:pt x="22804" y="10274"/>
                    <a:pt x="23174" y="9791"/>
                    <a:pt x="23514" y="9252"/>
                  </a:cubicBezTo>
                  <a:cubicBezTo>
                    <a:pt x="23656" y="8911"/>
                    <a:pt x="23997" y="8741"/>
                    <a:pt x="24366" y="8741"/>
                  </a:cubicBezTo>
                  <a:cubicBezTo>
                    <a:pt x="23912" y="8201"/>
                    <a:pt x="23486" y="7662"/>
                    <a:pt x="23032" y="7179"/>
                  </a:cubicBezTo>
                  <a:cubicBezTo>
                    <a:pt x="23003" y="7150"/>
                    <a:pt x="23003" y="7150"/>
                    <a:pt x="22975" y="7150"/>
                  </a:cubicBezTo>
                  <a:cubicBezTo>
                    <a:pt x="22833" y="7037"/>
                    <a:pt x="22719" y="6923"/>
                    <a:pt x="22606" y="6781"/>
                  </a:cubicBezTo>
                  <a:cubicBezTo>
                    <a:pt x="21271" y="5304"/>
                    <a:pt x="19681" y="4026"/>
                    <a:pt x="17977" y="2976"/>
                  </a:cubicBezTo>
                  <a:cubicBezTo>
                    <a:pt x="16784" y="2294"/>
                    <a:pt x="15534" y="1755"/>
                    <a:pt x="14228" y="1329"/>
                  </a:cubicBezTo>
                  <a:cubicBezTo>
                    <a:pt x="13007" y="959"/>
                    <a:pt x="11757" y="647"/>
                    <a:pt x="10508" y="477"/>
                  </a:cubicBezTo>
                  <a:cubicBezTo>
                    <a:pt x="8321" y="221"/>
                    <a:pt x="6163" y="221"/>
                    <a:pt x="4061" y="107"/>
                  </a:cubicBezTo>
                  <a:cubicBezTo>
                    <a:pt x="3977" y="100"/>
                    <a:pt x="3894" y="96"/>
                    <a:pt x="3811" y="96"/>
                  </a:cubicBezTo>
                  <a:cubicBezTo>
                    <a:pt x="3583" y="96"/>
                    <a:pt x="3360" y="123"/>
                    <a:pt x="3152" y="164"/>
                  </a:cubicBezTo>
                  <a:cubicBezTo>
                    <a:pt x="3110" y="178"/>
                    <a:pt x="3060" y="185"/>
                    <a:pt x="3010" y="185"/>
                  </a:cubicBezTo>
                  <a:cubicBezTo>
                    <a:pt x="2961" y="185"/>
                    <a:pt x="2911" y="178"/>
                    <a:pt x="2868" y="164"/>
                  </a:cubicBezTo>
                  <a:cubicBezTo>
                    <a:pt x="2755" y="164"/>
                    <a:pt x="2641" y="107"/>
                    <a:pt x="2556" y="22"/>
                  </a:cubicBezTo>
                  <a:cubicBezTo>
                    <a:pt x="2016" y="8"/>
                    <a:pt x="1541"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BLANK_1_1_1_1_2_1">
    <p:spTree>
      <p:nvGrpSpPr>
        <p:cNvPr id="2387" name="Shape 2387"/>
        <p:cNvGrpSpPr/>
        <p:nvPr/>
      </p:nvGrpSpPr>
      <p:grpSpPr>
        <a:xfrm>
          <a:off x="0" y="0"/>
          <a:ext cx="0" cy="0"/>
          <a:chOff x="0" y="0"/>
          <a:chExt cx="0" cy="0"/>
        </a:xfrm>
      </p:grpSpPr>
      <p:sp>
        <p:nvSpPr>
          <p:cNvPr id="2388" name="Google Shape;2388;p31"/>
          <p:cNvSpPr txBox="1"/>
          <p:nvPr>
            <p:ph idx="1" type="subTitle"/>
          </p:nvPr>
        </p:nvSpPr>
        <p:spPr>
          <a:xfrm>
            <a:off x="2679201" y="2836325"/>
            <a:ext cx="1792500" cy="256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89" name="Google Shape;2389;p31"/>
          <p:cNvSpPr txBox="1"/>
          <p:nvPr>
            <p:ph idx="2" type="subTitle"/>
          </p:nvPr>
        </p:nvSpPr>
        <p:spPr>
          <a:xfrm>
            <a:off x="2679150" y="3245700"/>
            <a:ext cx="1792500" cy="528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90" name="Google Shape;2390;p31"/>
          <p:cNvSpPr txBox="1"/>
          <p:nvPr>
            <p:ph idx="3" type="subTitle"/>
          </p:nvPr>
        </p:nvSpPr>
        <p:spPr>
          <a:xfrm>
            <a:off x="4660800" y="1775601"/>
            <a:ext cx="1792500" cy="528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91" name="Google Shape;2391;p31"/>
          <p:cNvSpPr txBox="1"/>
          <p:nvPr>
            <p:ph idx="4" type="subTitle"/>
          </p:nvPr>
        </p:nvSpPr>
        <p:spPr>
          <a:xfrm>
            <a:off x="2679138" y="1775600"/>
            <a:ext cx="1792500" cy="528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92" name="Google Shape;2392;p31"/>
          <p:cNvSpPr txBox="1"/>
          <p:nvPr>
            <p:ph idx="5" type="subTitle"/>
          </p:nvPr>
        </p:nvSpPr>
        <p:spPr>
          <a:xfrm>
            <a:off x="4660813" y="3245554"/>
            <a:ext cx="1792500" cy="528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393" name="Google Shape;2393;p31"/>
          <p:cNvSpPr txBox="1"/>
          <p:nvPr>
            <p:ph idx="6" type="subTitle"/>
          </p:nvPr>
        </p:nvSpPr>
        <p:spPr>
          <a:xfrm>
            <a:off x="2679138" y="1366250"/>
            <a:ext cx="1792500" cy="256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94" name="Google Shape;2394;p31"/>
          <p:cNvSpPr txBox="1"/>
          <p:nvPr>
            <p:ph idx="7" type="subTitle"/>
          </p:nvPr>
        </p:nvSpPr>
        <p:spPr>
          <a:xfrm>
            <a:off x="4660826" y="1366250"/>
            <a:ext cx="1792500" cy="256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95" name="Google Shape;2395;p31"/>
          <p:cNvSpPr txBox="1"/>
          <p:nvPr>
            <p:ph idx="8" type="subTitle"/>
          </p:nvPr>
        </p:nvSpPr>
        <p:spPr>
          <a:xfrm>
            <a:off x="4660838" y="2836325"/>
            <a:ext cx="1792500" cy="256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396" name="Google Shape;2396;p31"/>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1"/>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1"/>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399" name="Google Shape;2399;p31"/>
          <p:cNvGrpSpPr/>
          <p:nvPr/>
        </p:nvGrpSpPr>
        <p:grpSpPr>
          <a:xfrm>
            <a:off x="2936544" y="-329546"/>
            <a:ext cx="2934233" cy="708308"/>
            <a:chOff x="2375925" y="3297600"/>
            <a:chExt cx="735950" cy="177650"/>
          </a:xfrm>
        </p:grpSpPr>
        <p:sp>
          <p:nvSpPr>
            <p:cNvPr id="2400" name="Google Shape;2400;p31"/>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1"/>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1"/>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1"/>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1"/>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1"/>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3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407" name="Google Shape;2407;p31"/>
          <p:cNvGrpSpPr/>
          <p:nvPr/>
        </p:nvGrpSpPr>
        <p:grpSpPr>
          <a:xfrm>
            <a:off x="164725" y="-313400"/>
            <a:ext cx="561850" cy="1960450"/>
            <a:chOff x="164725" y="0"/>
            <a:chExt cx="561850" cy="1960450"/>
          </a:xfrm>
        </p:grpSpPr>
        <p:sp>
          <p:nvSpPr>
            <p:cNvPr id="2408" name="Google Shape;2408;p31"/>
            <p:cNvSpPr/>
            <p:nvPr/>
          </p:nvSpPr>
          <p:spPr>
            <a:xfrm>
              <a:off x="164725" y="1478325"/>
              <a:ext cx="207150" cy="482125"/>
            </a:xfrm>
            <a:custGeom>
              <a:rect b="b" l="l" r="r" t="t"/>
              <a:pathLst>
                <a:path extrusionOk="0" h="19285" w="8286">
                  <a:moveTo>
                    <a:pt x="0" y="1"/>
                  </a:moveTo>
                  <a:lnTo>
                    <a:pt x="0" y="19284"/>
                  </a:lnTo>
                  <a:lnTo>
                    <a:pt x="8286" y="19284"/>
                  </a:lnTo>
                  <a:lnTo>
                    <a:pt x="82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1"/>
            <p:cNvSpPr/>
            <p:nvPr/>
          </p:nvSpPr>
          <p:spPr>
            <a:xfrm>
              <a:off x="170225" y="1478325"/>
              <a:ext cx="109075" cy="482125"/>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1"/>
            <p:cNvSpPr/>
            <p:nvPr/>
          </p:nvSpPr>
          <p:spPr>
            <a:xfrm>
              <a:off x="182125" y="1478325"/>
              <a:ext cx="45850" cy="482125"/>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1"/>
            <p:cNvSpPr/>
            <p:nvPr/>
          </p:nvSpPr>
          <p:spPr>
            <a:xfrm>
              <a:off x="164725" y="1420600"/>
              <a:ext cx="207150" cy="57750"/>
            </a:xfrm>
            <a:custGeom>
              <a:rect b="b" l="l" r="r" t="t"/>
              <a:pathLst>
                <a:path extrusionOk="0" h="2310" w="8286">
                  <a:moveTo>
                    <a:pt x="3740" y="0"/>
                  </a:moveTo>
                  <a:lnTo>
                    <a:pt x="0" y="2310"/>
                  </a:lnTo>
                  <a:lnTo>
                    <a:pt x="8286" y="2310"/>
                  </a:lnTo>
                  <a:lnTo>
                    <a:pt x="45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1"/>
            <p:cNvSpPr/>
            <p:nvPr/>
          </p:nvSpPr>
          <p:spPr>
            <a:xfrm>
              <a:off x="170225" y="1420600"/>
              <a:ext cx="108175" cy="57750"/>
            </a:xfrm>
            <a:custGeom>
              <a:rect b="b" l="l" r="r" t="t"/>
              <a:pathLst>
                <a:path extrusionOk="0" h="2310" w="4327">
                  <a:moveTo>
                    <a:pt x="3520" y="0"/>
                  </a:moveTo>
                  <a:lnTo>
                    <a:pt x="0" y="2310"/>
                  </a:lnTo>
                  <a:lnTo>
                    <a:pt x="4326" y="2310"/>
                  </a:lnTo>
                  <a:lnTo>
                    <a:pt x="39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1"/>
            <p:cNvSpPr/>
            <p:nvPr/>
          </p:nvSpPr>
          <p:spPr>
            <a:xfrm>
              <a:off x="183975" y="1420600"/>
              <a:ext cx="80675" cy="57750"/>
            </a:xfrm>
            <a:custGeom>
              <a:rect b="b" l="l" r="r" t="t"/>
              <a:pathLst>
                <a:path extrusionOk="0" h="2310" w="3227">
                  <a:moveTo>
                    <a:pt x="3043" y="0"/>
                  </a:moveTo>
                  <a:lnTo>
                    <a:pt x="0" y="2310"/>
                  </a:lnTo>
                  <a:lnTo>
                    <a:pt x="1760" y="2310"/>
                  </a:lnTo>
                  <a:lnTo>
                    <a:pt x="32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1"/>
            <p:cNvSpPr/>
            <p:nvPr/>
          </p:nvSpPr>
          <p:spPr>
            <a:xfrm>
              <a:off x="258200" y="0"/>
              <a:ext cx="20200" cy="1420625"/>
            </a:xfrm>
            <a:custGeom>
              <a:rect b="b" l="l" r="r" t="t"/>
              <a:pathLst>
                <a:path extrusionOk="0" h="56825" w="808">
                  <a:moveTo>
                    <a:pt x="1" y="1"/>
                  </a:moveTo>
                  <a:lnTo>
                    <a:pt x="1" y="56824"/>
                  </a:lnTo>
                  <a:lnTo>
                    <a:pt x="807" y="56824"/>
                  </a:lnTo>
                  <a:lnTo>
                    <a:pt x="8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1"/>
            <p:cNvSpPr/>
            <p:nvPr/>
          </p:nvSpPr>
          <p:spPr>
            <a:xfrm>
              <a:off x="518500" y="871600"/>
              <a:ext cx="208075" cy="482125"/>
            </a:xfrm>
            <a:custGeom>
              <a:rect b="b" l="l" r="r" t="t"/>
              <a:pathLst>
                <a:path extrusionOk="0" h="19285" w="8323">
                  <a:moveTo>
                    <a:pt x="0" y="1"/>
                  </a:moveTo>
                  <a:lnTo>
                    <a:pt x="0" y="19284"/>
                  </a:lnTo>
                  <a:lnTo>
                    <a:pt x="8322" y="19284"/>
                  </a:lnTo>
                  <a:lnTo>
                    <a:pt x="8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1"/>
            <p:cNvSpPr/>
            <p:nvPr/>
          </p:nvSpPr>
          <p:spPr>
            <a:xfrm>
              <a:off x="524000" y="871600"/>
              <a:ext cx="109075" cy="482125"/>
            </a:xfrm>
            <a:custGeom>
              <a:rect b="b" l="l" r="r" t="t"/>
              <a:pathLst>
                <a:path extrusionOk="0" h="19285" w="4363">
                  <a:moveTo>
                    <a:pt x="0" y="1"/>
                  </a:moveTo>
                  <a:lnTo>
                    <a:pt x="0" y="19284"/>
                  </a:lnTo>
                  <a:lnTo>
                    <a:pt x="4363" y="19284"/>
                  </a:lnTo>
                  <a:lnTo>
                    <a:pt x="4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1"/>
            <p:cNvSpPr/>
            <p:nvPr/>
          </p:nvSpPr>
          <p:spPr>
            <a:xfrm>
              <a:off x="535900" y="871600"/>
              <a:ext cx="45850" cy="482125"/>
            </a:xfrm>
            <a:custGeom>
              <a:rect b="b" l="l" r="r" t="t"/>
              <a:pathLst>
                <a:path extrusionOk="0" h="19285" w="1834">
                  <a:moveTo>
                    <a:pt x="1" y="1"/>
                  </a:moveTo>
                  <a:lnTo>
                    <a:pt x="1" y="19284"/>
                  </a:lnTo>
                  <a:lnTo>
                    <a:pt x="1834" y="19284"/>
                  </a:lnTo>
                  <a:lnTo>
                    <a:pt x="18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1"/>
            <p:cNvSpPr/>
            <p:nvPr/>
          </p:nvSpPr>
          <p:spPr>
            <a:xfrm>
              <a:off x="518500" y="814775"/>
              <a:ext cx="208075" cy="56850"/>
            </a:xfrm>
            <a:custGeom>
              <a:rect b="b" l="l" r="r" t="t"/>
              <a:pathLst>
                <a:path extrusionOk="0" h="2274" w="8323">
                  <a:moveTo>
                    <a:pt x="3740" y="1"/>
                  </a:moveTo>
                  <a:lnTo>
                    <a:pt x="0" y="2274"/>
                  </a:lnTo>
                  <a:lnTo>
                    <a:pt x="8322" y="2274"/>
                  </a:lnTo>
                  <a:lnTo>
                    <a:pt x="45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1"/>
            <p:cNvSpPr/>
            <p:nvPr/>
          </p:nvSpPr>
          <p:spPr>
            <a:xfrm>
              <a:off x="524000" y="814775"/>
              <a:ext cx="109075" cy="56850"/>
            </a:xfrm>
            <a:custGeom>
              <a:rect b="b" l="l" r="r" t="t"/>
              <a:pathLst>
                <a:path extrusionOk="0" h="2274" w="4363">
                  <a:moveTo>
                    <a:pt x="3556" y="1"/>
                  </a:moveTo>
                  <a:lnTo>
                    <a:pt x="0" y="2274"/>
                  </a:lnTo>
                  <a:lnTo>
                    <a:pt x="4363" y="2274"/>
                  </a:lnTo>
                  <a:lnTo>
                    <a:pt x="3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1"/>
            <p:cNvSpPr/>
            <p:nvPr/>
          </p:nvSpPr>
          <p:spPr>
            <a:xfrm>
              <a:off x="537750" y="814775"/>
              <a:ext cx="80675" cy="56850"/>
            </a:xfrm>
            <a:custGeom>
              <a:rect b="b" l="l" r="r" t="t"/>
              <a:pathLst>
                <a:path extrusionOk="0" h="2274" w="3227">
                  <a:moveTo>
                    <a:pt x="3043" y="1"/>
                  </a:moveTo>
                  <a:lnTo>
                    <a:pt x="0" y="2274"/>
                  </a:lnTo>
                  <a:lnTo>
                    <a:pt x="1760" y="2274"/>
                  </a:lnTo>
                  <a:lnTo>
                    <a:pt x="32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1"/>
            <p:cNvSpPr/>
            <p:nvPr/>
          </p:nvSpPr>
          <p:spPr>
            <a:xfrm>
              <a:off x="611975" y="0"/>
              <a:ext cx="21100" cy="814800"/>
            </a:xfrm>
            <a:custGeom>
              <a:rect b="b" l="l" r="r" t="t"/>
              <a:pathLst>
                <a:path extrusionOk="0" h="32592" w="844">
                  <a:moveTo>
                    <a:pt x="1" y="1"/>
                  </a:moveTo>
                  <a:lnTo>
                    <a:pt x="1" y="32592"/>
                  </a:lnTo>
                  <a:lnTo>
                    <a:pt x="844" y="32592"/>
                  </a:lnTo>
                  <a:lnTo>
                    <a:pt x="8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422" name="Shape 2422"/>
        <p:cNvGrpSpPr/>
        <p:nvPr/>
      </p:nvGrpSpPr>
      <p:grpSpPr>
        <a:xfrm>
          <a:off x="0" y="0"/>
          <a:ext cx="0" cy="0"/>
          <a:chOff x="0" y="0"/>
          <a:chExt cx="0" cy="0"/>
        </a:xfrm>
      </p:grpSpPr>
      <p:sp>
        <p:nvSpPr>
          <p:cNvPr id="2423" name="Google Shape;2423;p32"/>
          <p:cNvSpPr txBox="1"/>
          <p:nvPr>
            <p:ph idx="1" type="subTitle"/>
          </p:nvPr>
        </p:nvSpPr>
        <p:spPr>
          <a:xfrm>
            <a:off x="825100" y="21202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24" name="Google Shape;2424;p32"/>
          <p:cNvSpPr txBox="1"/>
          <p:nvPr>
            <p:ph idx="2" type="subTitle"/>
          </p:nvPr>
        </p:nvSpPr>
        <p:spPr>
          <a:xfrm>
            <a:off x="3475500" y="21202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25" name="Google Shape;2425;p32"/>
          <p:cNvSpPr txBox="1"/>
          <p:nvPr>
            <p:ph idx="3" type="subTitle"/>
          </p:nvPr>
        </p:nvSpPr>
        <p:spPr>
          <a:xfrm>
            <a:off x="6125900" y="21202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26" name="Google Shape;2426;p32"/>
          <p:cNvSpPr txBox="1"/>
          <p:nvPr>
            <p:ph idx="4" type="subTitle"/>
          </p:nvPr>
        </p:nvSpPr>
        <p:spPr>
          <a:xfrm>
            <a:off x="825100" y="3774900"/>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27" name="Google Shape;2427;p32"/>
          <p:cNvSpPr txBox="1"/>
          <p:nvPr>
            <p:ph idx="5" type="subTitle"/>
          </p:nvPr>
        </p:nvSpPr>
        <p:spPr>
          <a:xfrm>
            <a:off x="6125900" y="3774900"/>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28" name="Google Shape;2428;p32"/>
          <p:cNvSpPr txBox="1"/>
          <p:nvPr>
            <p:ph idx="6" type="subTitle"/>
          </p:nvPr>
        </p:nvSpPr>
        <p:spPr>
          <a:xfrm>
            <a:off x="1035250" y="1679925"/>
            <a:ext cx="17727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29" name="Google Shape;2429;p32"/>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2"/>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2"/>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432" name="Google Shape;2432;p32"/>
          <p:cNvGrpSpPr/>
          <p:nvPr/>
        </p:nvGrpSpPr>
        <p:grpSpPr>
          <a:xfrm>
            <a:off x="2936544" y="-329546"/>
            <a:ext cx="2934233" cy="708308"/>
            <a:chOff x="2375925" y="3297600"/>
            <a:chExt cx="735950" cy="177650"/>
          </a:xfrm>
        </p:grpSpPr>
        <p:sp>
          <p:nvSpPr>
            <p:cNvPr id="2433" name="Google Shape;2433;p32"/>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2"/>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2"/>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2"/>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2"/>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2"/>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32"/>
          <p:cNvGrpSpPr/>
          <p:nvPr/>
        </p:nvGrpSpPr>
        <p:grpSpPr>
          <a:xfrm>
            <a:off x="-178494" y="4189232"/>
            <a:ext cx="776332" cy="720587"/>
            <a:chOff x="-102294" y="3884432"/>
            <a:chExt cx="776332" cy="720587"/>
          </a:xfrm>
        </p:grpSpPr>
        <p:sp>
          <p:nvSpPr>
            <p:cNvPr id="2440" name="Google Shape;2440;p32"/>
            <p:cNvSpPr/>
            <p:nvPr/>
          </p:nvSpPr>
          <p:spPr>
            <a:xfrm>
              <a:off x="112455" y="4509756"/>
              <a:ext cx="561583" cy="95263"/>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2"/>
            <p:cNvSpPr/>
            <p:nvPr/>
          </p:nvSpPr>
          <p:spPr>
            <a:xfrm>
              <a:off x="158250" y="3892522"/>
              <a:ext cx="26129" cy="18922"/>
            </a:xfrm>
            <a:custGeom>
              <a:rect b="b" l="l" r="r" t="t"/>
              <a:pathLst>
                <a:path extrusionOk="0" h="407" w="562">
                  <a:moveTo>
                    <a:pt x="156" y="1"/>
                  </a:moveTo>
                  <a:lnTo>
                    <a:pt x="271" y="252"/>
                  </a:lnTo>
                  <a:lnTo>
                    <a:pt x="1" y="406"/>
                  </a:lnTo>
                  <a:lnTo>
                    <a:pt x="1" y="406"/>
                  </a:lnTo>
                  <a:lnTo>
                    <a:pt x="561" y="368"/>
                  </a:lnTo>
                  <a:lnTo>
                    <a:pt x="484" y="213"/>
                  </a:lnTo>
                  <a:lnTo>
                    <a:pt x="156"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2"/>
            <p:cNvSpPr/>
            <p:nvPr/>
          </p:nvSpPr>
          <p:spPr>
            <a:xfrm>
              <a:off x="232824" y="3914978"/>
              <a:ext cx="106979" cy="43192"/>
            </a:xfrm>
            <a:custGeom>
              <a:rect b="b" l="l" r="r" t="t"/>
              <a:pathLst>
                <a:path extrusionOk="0" h="929" w="2301">
                  <a:moveTo>
                    <a:pt x="2300" y="1"/>
                  </a:moveTo>
                  <a:lnTo>
                    <a:pt x="1508" y="426"/>
                  </a:lnTo>
                  <a:lnTo>
                    <a:pt x="697" y="426"/>
                  </a:lnTo>
                  <a:lnTo>
                    <a:pt x="1" y="658"/>
                  </a:lnTo>
                  <a:lnTo>
                    <a:pt x="909" y="928"/>
                  </a:lnTo>
                  <a:lnTo>
                    <a:pt x="1354" y="754"/>
                  </a:lnTo>
                  <a:lnTo>
                    <a:pt x="2223" y="97"/>
                  </a:lnTo>
                  <a:lnTo>
                    <a:pt x="2300"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2"/>
            <p:cNvSpPr/>
            <p:nvPr/>
          </p:nvSpPr>
          <p:spPr>
            <a:xfrm>
              <a:off x="-39389" y="3902425"/>
              <a:ext cx="25199" cy="18876"/>
            </a:xfrm>
            <a:custGeom>
              <a:rect b="b" l="l" r="r" t="t"/>
              <a:pathLst>
                <a:path extrusionOk="0" h="406" w="542">
                  <a:moveTo>
                    <a:pt x="136" y="0"/>
                  </a:moveTo>
                  <a:lnTo>
                    <a:pt x="271" y="251"/>
                  </a:lnTo>
                  <a:lnTo>
                    <a:pt x="1" y="406"/>
                  </a:lnTo>
                  <a:lnTo>
                    <a:pt x="542" y="387"/>
                  </a:lnTo>
                  <a:lnTo>
                    <a:pt x="484" y="213"/>
                  </a:lnTo>
                  <a:lnTo>
                    <a:pt x="136"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2"/>
            <p:cNvSpPr/>
            <p:nvPr/>
          </p:nvSpPr>
          <p:spPr>
            <a:xfrm>
              <a:off x="35185" y="3924881"/>
              <a:ext cx="106979" cy="44075"/>
            </a:xfrm>
            <a:custGeom>
              <a:rect b="b" l="l" r="r" t="t"/>
              <a:pathLst>
                <a:path extrusionOk="0" h="948" w="2301">
                  <a:moveTo>
                    <a:pt x="2300" y="0"/>
                  </a:moveTo>
                  <a:lnTo>
                    <a:pt x="1508" y="425"/>
                  </a:lnTo>
                  <a:lnTo>
                    <a:pt x="696" y="425"/>
                  </a:lnTo>
                  <a:lnTo>
                    <a:pt x="0" y="677"/>
                  </a:lnTo>
                  <a:lnTo>
                    <a:pt x="909" y="947"/>
                  </a:lnTo>
                  <a:lnTo>
                    <a:pt x="1353" y="754"/>
                  </a:lnTo>
                  <a:lnTo>
                    <a:pt x="2223" y="116"/>
                  </a:lnTo>
                  <a:lnTo>
                    <a:pt x="2300"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2"/>
            <p:cNvSpPr/>
            <p:nvPr/>
          </p:nvSpPr>
          <p:spPr>
            <a:xfrm>
              <a:off x="-102294" y="3884432"/>
              <a:ext cx="584969" cy="720587"/>
            </a:xfrm>
            <a:custGeom>
              <a:rect b="b" l="l" r="r" t="t"/>
              <a:pathLst>
                <a:path extrusionOk="0" h="15499" w="12582">
                  <a:moveTo>
                    <a:pt x="1" y="1"/>
                  </a:moveTo>
                  <a:lnTo>
                    <a:pt x="1991" y="15499"/>
                  </a:lnTo>
                  <a:lnTo>
                    <a:pt x="9740" y="15499"/>
                  </a:lnTo>
                  <a:lnTo>
                    <a:pt x="125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2"/>
            <p:cNvSpPr/>
            <p:nvPr/>
          </p:nvSpPr>
          <p:spPr>
            <a:xfrm>
              <a:off x="307398" y="3884432"/>
              <a:ext cx="175277" cy="720587"/>
            </a:xfrm>
            <a:custGeom>
              <a:rect b="b" l="l" r="r" t="t"/>
              <a:pathLst>
                <a:path extrusionOk="0" h="15499" w="3770">
                  <a:moveTo>
                    <a:pt x="580" y="1"/>
                  </a:moveTo>
                  <a:lnTo>
                    <a:pt x="1" y="15499"/>
                  </a:lnTo>
                  <a:lnTo>
                    <a:pt x="928" y="15499"/>
                  </a:lnTo>
                  <a:lnTo>
                    <a:pt x="37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32"/>
          <p:cNvGrpSpPr/>
          <p:nvPr/>
        </p:nvGrpSpPr>
        <p:grpSpPr>
          <a:xfrm>
            <a:off x="8596720" y="2765541"/>
            <a:ext cx="1133441" cy="1842956"/>
            <a:chOff x="-668855" y="2961316"/>
            <a:chExt cx="1133441" cy="1842956"/>
          </a:xfrm>
        </p:grpSpPr>
        <p:sp>
          <p:nvSpPr>
            <p:cNvPr id="2448" name="Google Shape;2448;p32"/>
            <p:cNvSpPr/>
            <p:nvPr/>
          </p:nvSpPr>
          <p:spPr>
            <a:xfrm>
              <a:off x="-481719" y="4765328"/>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9" name="Google Shape;2449;p32"/>
            <p:cNvGrpSpPr/>
            <p:nvPr/>
          </p:nvGrpSpPr>
          <p:grpSpPr>
            <a:xfrm>
              <a:off x="-668855" y="2961316"/>
              <a:ext cx="1133441" cy="1830531"/>
              <a:chOff x="-668855" y="2961316"/>
              <a:chExt cx="1133441" cy="1830531"/>
            </a:xfrm>
          </p:grpSpPr>
          <p:sp>
            <p:nvSpPr>
              <p:cNvPr id="2450" name="Google Shape;2450;p32"/>
              <p:cNvSpPr/>
              <p:nvPr/>
            </p:nvSpPr>
            <p:spPr>
              <a:xfrm>
                <a:off x="-548811" y="3395139"/>
                <a:ext cx="107706" cy="494274"/>
              </a:xfrm>
              <a:custGeom>
                <a:rect b="b" l="l" r="r" t="t"/>
                <a:pathLst>
                  <a:path extrusionOk="0" h="11537" w="2514">
                    <a:moveTo>
                      <a:pt x="1" y="0"/>
                    </a:moveTo>
                    <a:lnTo>
                      <a:pt x="967" y="11537"/>
                    </a:lnTo>
                    <a:lnTo>
                      <a:pt x="2069"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2"/>
              <p:cNvSpPr/>
              <p:nvPr/>
            </p:nvSpPr>
            <p:spPr>
              <a:xfrm>
                <a:off x="-538014" y="3531721"/>
                <a:ext cx="91940" cy="45584"/>
              </a:xfrm>
              <a:custGeom>
                <a:rect b="b" l="l" r="r" t="t"/>
                <a:pathLst>
                  <a:path extrusionOk="0" h="1064" w="2146">
                    <a:moveTo>
                      <a:pt x="0" y="1"/>
                    </a:moveTo>
                    <a:lnTo>
                      <a:pt x="77" y="1064"/>
                    </a:lnTo>
                    <a:lnTo>
                      <a:pt x="2126" y="542"/>
                    </a:lnTo>
                    <a:lnTo>
                      <a:pt x="21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2" name="Google Shape;2452;p32"/>
              <p:cNvGrpSpPr/>
              <p:nvPr/>
            </p:nvGrpSpPr>
            <p:grpSpPr>
              <a:xfrm>
                <a:off x="-668855" y="2961316"/>
                <a:ext cx="1133441" cy="1830531"/>
                <a:chOff x="4722745" y="2927241"/>
                <a:chExt cx="1133441" cy="1830531"/>
              </a:xfrm>
            </p:grpSpPr>
            <p:sp>
              <p:nvSpPr>
                <p:cNvPr id="2453" name="Google Shape;2453;p32"/>
                <p:cNvSpPr/>
                <p:nvPr/>
              </p:nvSpPr>
              <p:spPr>
                <a:xfrm>
                  <a:off x="4841975" y="3361878"/>
                  <a:ext cx="53853" cy="494317"/>
                </a:xfrm>
                <a:custGeom>
                  <a:rect b="b" l="l" r="r" t="t"/>
                  <a:pathLst>
                    <a:path extrusionOk="0" h="11538" w="1257">
                      <a:moveTo>
                        <a:pt x="1" y="1"/>
                      </a:moveTo>
                      <a:lnTo>
                        <a:pt x="967" y="11537"/>
                      </a:lnTo>
                      <a:lnTo>
                        <a:pt x="1257"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2"/>
                <p:cNvSpPr/>
                <p:nvPr/>
              </p:nvSpPr>
              <p:spPr>
                <a:xfrm>
                  <a:off x="5523343" y="3361064"/>
                  <a:ext cx="107663" cy="494274"/>
                </a:xfrm>
                <a:custGeom>
                  <a:rect b="b" l="l" r="r" t="t"/>
                  <a:pathLst>
                    <a:path extrusionOk="0" h="11537" w="2513">
                      <a:moveTo>
                        <a:pt x="1" y="0"/>
                      </a:moveTo>
                      <a:lnTo>
                        <a:pt x="967" y="11537"/>
                      </a:lnTo>
                      <a:lnTo>
                        <a:pt x="2068"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2"/>
                <p:cNvSpPr/>
                <p:nvPr/>
              </p:nvSpPr>
              <p:spPr>
                <a:xfrm>
                  <a:off x="5522529" y="3361878"/>
                  <a:ext cx="53853" cy="494317"/>
                </a:xfrm>
                <a:custGeom>
                  <a:rect b="b" l="l" r="r" t="t"/>
                  <a:pathLst>
                    <a:path extrusionOk="0" h="11538" w="1257">
                      <a:moveTo>
                        <a:pt x="0" y="1"/>
                      </a:moveTo>
                      <a:lnTo>
                        <a:pt x="966" y="11537"/>
                      </a:lnTo>
                      <a:lnTo>
                        <a:pt x="1256"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2"/>
                <p:cNvSpPr/>
                <p:nvPr/>
              </p:nvSpPr>
              <p:spPr>
                <a:xfrm>
                  <a:off x="5534096" y="3497646"/>
                  <a:ext cx="91940" cy="45584"/>
                </a:xfrm>
                <a:custGeom>
                  <a:rect b="b" l="l" r="r" t="t"/>
                  <a:pathLst>
                    <a:path extrusionOk="0" h="1064" w="2146">
                      <a:moveTo>
                        <a:pt x="1" y="1"/>
                      </a:moveTo>
                      <a:lnTo>
                        <a:pt x="78" y="1064"/>
                      </a:lnTo>
                      <a:lnTo>
                        <a:pt x="2126" y="542"/>
                      </a:lnTo>
                      <a:lnTo>
                        <a:pt x="21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2"/>
                <p:cNvSpPr/>
                <p:nvPr/>
              </p:nvSpPr>
              <p:spPr>
                <a:xfrm>
                  <a:off x="5441385" y="3919045"/>
                  <a:ext cx="108477" cy="837057"/>
                </a:xfrm>
                <a:custGeom>
                  <a:rect b="b" l="l" r="r" t="t"/>
                  <a:pathLst>
                    <a:path extrusionOk="0" h="19538" w="2532">
                      <a:moveTo>
                        <a:pt x="0" y="1"/>
                      </a:moveTo>
                      <a:lnTo>
                        <a:pt x="967" y="19538"/>
                      </a:lnTo>
                      <a:lnTo>
                        <a:pt x="2087" y="19538"/>
                      </a:lnTo>
                      <a:lnTo>
                        <a:pt x="25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2"/>
                <p:cNvSpPr/>
                <p:nvPr/>
              </p:nvSpPr>
              <p:spPr>
                <a:xfrm>
                  <a:off x="5441385" y="3919902"/>
                  <a:ext cx="53039" cy="837871"/>
                </a:xfrm>
                <a:custGeom>
                  <a:rect b="b" l="l" r="r" t="t"/>
                  <a:pathLst>
                    <a:path extrusionOk="0" h="19557" w="1238">
                      <a:moveTo>
                        <a:pt x="0" y="0"/>
                      </a:moveTo>
                      <a:lnTo>
                        <a:pt x="947" y="19556"/>
                      </a:lnTo>
                      <a:lnTo>
                        <a:pt x="123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2"/>
                <p:cNvSpPr/>
                <p:nvPr/>
              </p:nvSpPr>
              <p:spPr>
                <a:xfrm>
                  <a:off x="4869309" y="3919045"/>
                  <a:ext cx="107663" cy="837057"/>
                </a:xfrm>
                <a:custGeom>
                  <a:rect b="b" l="l" r="r" t="t"/>
                  <a:pathLst>
                    <a:path extrusionOk="0" h="19538" w="2513">
                      <a:moveTo>
                        <a:pt x="0" y="1"/>
                      </a:moveTo>
                      <a:lnTo>
                        <a:pt x="966" y="19538"/>
                      </a:lnTo>
                      <a:lnTo>
                        <a:pt x="2068" y="19538"/>
                      </a:lnTo>
                      <a:lnTo>
                        <a:pt x="2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2"/>
                <p:cNvSpPr/>
                <p:nvPr/>
              </p:nvSpPr>
              <p:spPr>
                <a:xfrm>
                  <a:off x="4868452" y="3919902"/>
                  <a:ext cx="53853" cy="837871"/>
                </a:xfrm>
                <a:custGeom>
                  <a:rect b="b" l="l" r="r" t="t"/>
                  <a:pathLst>
                    <a:path extrusionOk="0" h="19557" w="1257">
                      <a:moveTo>
                        <a:pt x="1" y="0"/>
                      </a:moveTo>
                      <a:lnTo>
                        <a:pt x="967" y="19556"/>
                      </a:lnTo>
                      <a:lnTo>
                        <a:pt x="1257" y="19556"/>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2"/>
                <p:cNvSpPr/>
                <p:nvPr/>
              </p:nvSpPr>
              <p:spPr>
                <a:xfrm>
                  <a:off x="5036523" y="3919045"/>
                  <a:ext cx="107663" cy="837057"/>
                </a:xfrm>
                <a:custGeom>
                  <a:rect b="b" l="l" r="r" t="t"/>
                  <a:pathLst>
                    <a:path extrusionOk="0" h="19538" w="2513">
                      <a:moveTo>
                        <a:pt x="1" y="1"/>
                      </a:moveTo>
                      <a:lnTo>
                        <a:pt x="967" y="19538"/>
                      </a:lnTo>
                      <a:lnTo>
                        <a:pt x="2068"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2"/>
                <p:cNvSpPr/>
                <p:nvPr/>
              </p:nvSpPr>
              <p:spPr>
                <a:xfrm>
                  <a:off x="5035709" y="3919902"/>
                  <a:ext cx="53853" cy="837871"/>
                </a:xfrm>
                <a:custGeom>
                  <a:rect b="b" l="l" r="r" t="t"/>
                  <a:pathLst>
                    <a:path extrusionOk="0" h="19557" w="1257">
                      <a:moveTo>
                        <a:pt x="0" y="0"/>
                      </a:moveTo>
                      <a:lnTo>
                        <a:pt x="967"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2"/>
                <p:cNvSpPr/>
                <p:nvPr/>
              </p:nvSpPr>
              <p:spPr>
                <a:xfrm>
                  <a:off x="5695527" y="3919045"/>
                  <a:ext cx="107706" cy="837057"/>
                </a:xfrm>
                <a:custGeom>
                  <a:rect b="b" l="l" r="r" t="t"/>
                  <a:pathLst>
                    <a:path extrusionOk="0" h="19538" w="2514">
                      <a:moveTo>
                        <a:pt x="1" y="1"/>
                      </a:moveTo>
                      <a:lnTo>
                        <a:pt x="948" y="19538"/>
                      </a:lnTo>
                      <a:lnTo>
                        <a:pt x="2069"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2"/>
                <p:cNvSpPr/>
                <p:nvPr/>
              </p:nvSpPr>
              <p:spPr>
                <a:xfrm>
                  <a:off x="5694713" y="3919902"/>
                  <a:ext cx="53853" cy="837871"/>
                </a:xfrm>
                <a:custGeom>
                  <a:rect b="b" l="l" r="r" t="t"/>
                  <a:pathLst>
                    <a:path extrusionOk="0" h="19557" w="1257">
                      <a:moveTo>
                        <a:pt x="1" y="0"/>
                      </a:moveTo>
                      <a:lnTo>
                        <a:pt x="948"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2"/>
                <p:cNvSpPr/>
                <p:nvPr/>
              </p:nvSpPr>
              <p:spPr>
                <a:xfrm>
                  <a:off x="4722745" y="292724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2"/>
                <p:cNvSpPr/>
                <p:nvPr/>
              </p:nvSpPr>
              <p:spPr>
                <a:xfrm>
                  <a:off x="4722745" y="292724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2"/>
                <p:cNvSpPr/>
                <p:nvPr/>
              </p:nvSpPr>
              <p:spPr>
                <a:xfrm>
                  <a:off x="4776555" y="385529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8" name="Google Shape;2468;p32"/>
              <p:cNvSpPr/>
              <p:nvPr/>
            </p:nvSpPr>
            <p:spPr>
              <a:xfrm>
                <a:off x="-615045" y="3890184"/>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2"/>
              <p:cNvSpPr/>
              <p:nvPr/>
            </p:nvSpPr>
            <p:spPr>
              <a:xfrm>
                <a:off x="52270"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2"/>
              <p:cNvSpPr/>
              <p:nvPr/>
            </p:nvSpPr>
            <p:spPr>
              <a:xfrm>
                <a:off x="-520663" y="3994549"/>
                <a:ext cx="105221" cy="67091"/>
              </a:xfrm>
              <a:custGeom>
                <a:rect b="b" l="l" r="r" t="t"/>
                <a:pathLst>
                  <a:path extrusionOk="0" h="1566" w="2456">
                    <a:moveTo>
                      <a:pt x="1" y="0"/>
                    </a:moveTo>
                    <a:lnTo>
                      <a:pt x="78" y="1565"/>
                    </a:lnTo>
                    <a:lnTo>
                      <a:pt x="2436" y="1005"/>
                    </a:lnTo>
                    <a:lnTo>
                      <a:pt x="2455" y="50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2"/>
              <p:cNvSpPr/>
              <p:nvPr/>
            </p:nvSpPr>
            <p:spPr>
              <a:xfrm>
                <a:off x="-352592" y="4016056"/>
                <a:ext cx="103550" cy="45584"/>
              </a:xfrm>
              <a:custGeom>
                <a:rect b="b" l="l" r="r" t="t"/>
                <a:pathLst>
                  <a:path extrusionOk="0" h="1064" w="2417">
                    <a:moveTo>
                      <a:pt x="1" y="1"/>
                    </a:moveTo>
                    <a:lnTo>
                      <a:pt x="5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2"/>
              <p:cNvSpPr/>
              <p:nvPr/>
            </p:nvSpPr>
            <p:spPr>
              <a:xfrm>
                <a:off x="304783"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2"/>
              <p:cNvSpPr/>
              <p:nvPr/>
            </p:nvSpPr>
            <p:spPr>
              <a:xfrm>
                <a:off x="-614188" y="3971371"/>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74" name="Google Shape;2474;p32"/>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75" name="Google Shape;2475;p32"/>
          <p:cNvSpPr txBox="1"/>
          <p:nvPr>
            <p:ph idx="7" type="subTitle"/>
          </p:nvPr>
        </p:nvSpPr>
        <p:spPr>
          <a:xfrm>
            <a:off x="3685650" y="1679925"/>
            <a:ext cx="17727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76" name="Google Shape;2476;p32"/>
          <p:cNvSpPr txBox="1"/>
          <p:nvPr>
            <p:ph idx="8" type="subTitle"/>
          </p:nvPr>
        </p:nvSpPr>
        <p:spPr>
          <a:xfrm>
            <a:off x="6336050" y="1679925"/>
            <a:ext cx="17727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77" name="Google Shape;2477;p32"/>
          <p:cNvSpPr txBox="1"/>
          <p:nvPr>
            <p:ph idx="9" type="subTitle"/>
          </p:nvPr>
        </p:nvSpPr>
        <p:spPr>
          <a:xfrm>
            <a:off x="1035250" y="3330075"/>
            <a:ext cx="17727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78" name="Google Shape;2478;p32"/>
          <p:cNvSpPr txBox="1"/>
          <p:nvPr>
            <p:ph idx="13" type="subTitle"/>
          </p:nvPr>
        </p:nvSpPr>
        <p:spPr>
          <a:xfrm>
            <a:off x="3685650" y="3331100"/>
            <a:ext cx="17727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79" name="Google Shape;2479;p32"/>
          <p:cNvSpPr txBox="1"/>
          <p:nvPr>
            <p:ph idx="14" type="subTitle"/>
          </p:nvPr>
        </p:nvSpPr>
        <p:spPr>
          <a:xfrm>
            <a:off x="6336050" y="3330075"/>
            <a:ext cx="17727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80" name="Google Shape;2480;p32"/>
          <p:cNvSpPr txBox="1"/>
          <p:nvPr>
            <p:ph idx="15" type="subTitle"/>
          </p:nvPr>
        </p:nvSpPr>
        <p:spPr>
          <a:xfrm>
            <a:off x="3475500" y="3774900"/>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2">
    <p:spTree>
      <p:nvGrpSpPr>
        <p:cNvPr id="2481" name="Shape 2481"/>
        <p:cNvGrpSpPr/>
        <p:nvPr/>
      </p:nvGrpSpPr>
      <p:grpSpPr>
        <a:xfrm>
          <a:off x="0" y="0"/>
          <a:ext cx="0" cy="0"/>
          <a:chOff x="0" y="0"/>
          <a:chExt cx="0" cy="0"/>
        </a:xfrm>
      </p:grpSpPr>
      <p:sp>
        <p:nvSpPr>
          <p:cNvPr id="2482" name="Google Shape;2482;p33"/>
          <p:cNvSpPr txBox="1"/>
          <p:nvPr>
            <p:ph idx="1" type="subTitle"/>
          </p:nvPr>
        </p:nvSpPr>
        <p:spPr>
          <a:xfrm>
            <a:off x="2175194" y="1751050"/>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83" name="Google Shape;2483;p33"/>
          <p:cNvSpPr txBox="1"/>
          <p:nvPr>
            <p:ph idx="2" type="subTitle"/>
          </p:nvPr>
        </p:nvSpPr>
        <p:spPr>
          <a:xfrm>
            <a:off x="4775806" y="1751050"/>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84" name="Google Shape;2484;p33"/>
          <p:cNvSpPr txBox="1"/>
          <p:nvPr>
            <p:ph idx="3" type="subTitle"/>
          </p:nvPr>
        </p:nvSpPr>
        <p:spPr>
          <a:xfrm>
            <a:off x="4775806" y="38988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5" name="Google Shape;2485;p33"/>
          <p:cNvSpPr txBox="1"/>
          <p:nvPr>
            <p:ph idx="4" type="subTitle"/>
          </p:nvPr>
        </p:nvSpPr>
        <p:spPr>
          <a:xfrm>
            <a:off x="2175194" y="2819063"/>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86" name="Google Shape;2486;p33"/>
          <p:cNvSpPr txBox="1"/>
          <p:nvPr>
            <p:ph idx="5" type="subTitle"/>
          </p:nvPr>
        </p:nvSpPr>
        <p:spPr>
          <a:xfrm>
            <a:off x="4775806" y="2819063"/>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87" name="Google Shape;2487;p33"/>
          <p:cNvSpPr txBox="1"/>
          <p:nvPr>
            <p:ph idx="6" type="subTitle"/>
          </p:nvPr>
        </p:nvSpPr>
        <p:spPr>
          <a:xfrm>
            <a:off x="2318894" y="1298925"/>
            <a:ext cx="19056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2"/>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488" name="Google Shape;2488;p33"/>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3"/>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3"/>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491" name="Google Shape;2491;p33"/>
          <p:cNvGrpSpPr/>
          <p:nvPr/>
        </p:nvGrpSpPr>
        <p:grpSpPr>
          <a:xfrm>
            <a:off x="2936544" y="-329546"/>
            <a:ext cx="2934233" cy="708308"/>
            <a:chOff x="2375925" y="3297600"/>
            <a:chExt cx="735950" cy="177650"/>
          </a:xfrm>
        </p:grpSpPr>
        <p:sp>
          <p:nvSpPr>
            <p:cNvPr id="2492" name="Google Shape;2492;p33"/>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3"/>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3"/>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3"/>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3"/>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3"/>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8" name="Google Shape;2498;p3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99" name="Google Shape;2499;p33"/>
          <p:cNvSpPr txBox="1"/>
          <p:nvPr>
            <p:ph idx="7" type="subTitle"/>
          </p:nvPr>
        </p:nvSpPr>
        <p:spPr>
          <a:xfrm>
            <a:off x="4919506" y="1298925"/>
            <a:ext cx="19056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2"/>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00" name="Google Shape;2500;p33"/>
          <p:cNvSpPr txBox="1"/>
          <p:nvPr>
            <p:ph idx="8" type="subTitle"/>
          </p:nvPr>
        </p:nvSpPr>
        <p:spPr>
          <a:xfrm>
            <a:off x="4919506" y="3454025"/>
            <a:ext cx="19056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01" name="Google Shape;2501;p33"/>
          <p:cNvSpPr txBox="1"/>
          <p:nvPr>
            <p:ph idx="9" type="subTitle"/>
          </p:nvPr>
        </p:nvSpPr>
        <p:spPr>
          <a:xfrm>
            <a:off x="2318894" y="2374238"/>
            <a:ext cx="19056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02" name="Google Shape;2502;p33"/>
          <p:cNvSpPr txBox="1"/>
          <p:nvPr>
            <p:ph idx="13" type="subTitle"/>
          </p:nvPr>
        </p:nvSpPr>
        <p:spPr>
          <a:xfrm>
            <a:off x="2318894" y="3454025"/>
            <a:ext cx="19056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03" name="Google Shape;2503;p33"/>
          <p:cNvSpPr txBox="1"/>
          <p:nvPr>
            <p:ph idx="14" type="subTitle"/>
          </p:nvPr>
        </p:nvSpPr>
        <p:spPr>
          <a:xfrm>
            <a:off x="4919506" y="2374238"/>
            <a:ext cx="1905600" cy="324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04" name="Google Shape;2504;p33"/>
          <p:cNvSpPr txBox="1"/>
          <p:nvPr>
            <p:ph idx="15" type="subTitle"/>
          </p:nvPr>
        </p:nvSpPr>
        <p:spPr>
          <a:xfrm>
            <a:off x="2175194" y="3898875"/>
            <a:ext cx="21930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grpSp>
        <p:nvGrpSpPr>
          <p:cNvPr id="2505" name="Google Shape;2505;p33"/>
          <p:cNvGrpSpPr/>
          <p:nvPr/>
        </p:nvGrpSpPr>
        <p:grpSpPr>
          <a:xfrm>
            <a:off x="971388" y="4585270"/>
            <a:ext cx="877200" cy="179069"/>
            <a:chOff x="971388" y="4585270"/>
            <a:chExt cx="877200" cy="179069"/>
          </a:xfrm>
        </p:grpSpPr>
        <p:sp>
          <p:nvSpPr>
            <p:cNvPr id="2506" name="Google Shape;2506;p33"/>
            <p:cNvSpPr/>
            <p:nvPr/>
          </p:nvSpPr>
          <p:spPr>
            <a:xfrm>
              <a:off x="971388" y="4689938"/>
              <a:ext cx="877200" cy="7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3"/>
            <p:cNvSpPr/>
            <p:nvPr/>
          </p:nvSpPr>
          <p:spPr>
            <a:xfrm>
              <a:off x="1028202" y="4593220"/>
              <a:ext cx="787102" cy="139749"/>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3"/>
            <p:cNvSpPr/>
            <p:nvPr/>
          </p:nvSpPr>
          <p:spPr>
            <a:xfrm>
              <a:off x="1028202" y="4585270"/>
              <a:ext cx="423026" cy="147699"/>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3"/>
            <p:cNvSpPr/>
            <p:nvPr/>
          </p:nvSpPr>
          <p:spPr>
            <a:xfrm>
              <a:off x="1486080" y="4608191"/>
              <a:ext cx="329232" cy="111820"/>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3"/>
            <p:cNvSpPr/>
            <p:nvPr/>
          </p:nvSpPr>
          <p:spPr>
            <a:xfrm>
              <a:off x="1526964" y="4627138"/>
              <a:ext cx="288349" cy="13061"/>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3"/>
            <p:cNvSpPr/>
            <p:nvPr/>
          </p:nvSpPr>
          <p:spPr>
            <a:xfrm>
              <a:off x="1618746" y="4674065"/>
              <a:ext cx="197550" cy="12029"/>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BLANK_1_1_1_1_1_2_1">
    <p:spTree>
      <p:nvGrpSpPr>
        <p:cNvPr id="2512" name="Shape 2512"/>
        <p:cNvGrpSpPr/>
        <p:nvPr/>
      </p:nvGrpSpPr>
      <p:grpSpPr>
        <a:xfrm>
          <a:off x="0" y="0"/>
          <a:ext cx="0" cy="0"/>
          <a:chOff x="0" y="0"/>
          <a:chExt cx="0" cy="0"/>
        </a:xfrm>
      </p:grpSpPr>
      <p:sp>
        <p:nvSpPr>
          <p:cNvPr id="2513" name="Google Shape;2513;p34"/>
          <p:cNvSpPr txBox="1"/>
          <p:nvPr>
            <p:ph idx="1" type="subTitle"/>
          </p:nvPr>
        </p:nvSpPr>
        <p:spPr>
          <a:xfrm>
            <a:off x="707125" y="1591793"/>
            <a:ext cx="2193000" cy="456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14" name="Google Shape;2514;p34"/>
          <p:cNvSpPr txBox="1"/>
          <p:nvPr>
            <p:ph idx="2" type="subTitle"/>
          </p:nvPr>
        </p:nvSpPr>
        <p:spPr>
          <a:xfrm>
            <a:off x="1821844" y="2683796"/>
            <a:ext cx="2193000" cy="456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15" name="Google Shape;2515;p34"/>
          <p:cNvSpPr txBox="1"/>
          <p:nvPr>
            <p:ph idx="3" type="subTitle"/>
          </p:nvPr>
        </p:nvSpPr>
        <p:spPr>
          <a:xfrm>
            <a:off x="774325" y="1177444"/>
            <a:ext cx="1906200" cy="3054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16" name="Google Shape;2516;p34"/>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4"/>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4"/>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519" name="Google Shape;2519;p34"/>
          <p:cNvGrpSpPr/>
          <p:nvPr/>
        </p:nvGrpSpPr>
        <p:grpSpPr>
          <a:xfrm>
            <a:off x="2936544" y="-329546"/>
            <a:ext cx="2934233" cy="708308"/>
            <a:chOff x="2375925" y="3297600"/>
            <a:chExt cx="735950" cy="177650"/>
          </a:xfrm>
        </p:grpSpPr>
        <p:sp>
          <p:nvSpPr>
            <p:cNvPr id="2520" name="Google Shape;2520;p34"/>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4"/>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4"/>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4"/>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4"/>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4"/>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6" name="Google Shape;2526;p3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27" name="Google Shape;2527;p34"/>
          <p:cNvSpPr txBox="1"/>
          <p:nvPr>
            <p:ph idx="4" type="subTitle"/>
          </p:nvPr>
        </p:nvSpPr>
        <p:spPr>
          <a:xfrm>
            <a:off x="1895025" y="2271854"/>
            <a:ext cx="1906200" cy="3054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28" name="Google Shape;2528;p34"/>
          <p:cNvSpPr txBox="1"/>
          <p:nvPr>
            <p:ph idx="5" type="subTitle"/>
          </p:nvPr>
        </p:nvSpPr>
        <p:spPr>
          <a:xfrm>
            <a:off x="3015725" y="3366264"/>
            <a:ext cx="1906200" cy="3054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29" name="Google Shape;2529;p34"/>
          <p:cNvSpPr txBox="1"/>
          <p:nvPr>
            <p:ph idx="6" type="subTitle"/>
          </p:nvPr>
        </p:nvSpPr>
        <p:spPr>
          <a:xfrm>
            <a:off x="2936563" y="3775798"/>
            <a:ext cx="2193000" cy="456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30" name="Google Shape;2530;p34"/>
          <p:cNvSpPr txBox="1"/>
          <p:nvPr>
            <p:ph idx="7" type="subTitle"/>
          </p:nvPr>
        </p:nvSpPr>
        <p:spPr>
          <a:xfrm>
            <a:off x="3990775" y="1591793"/>
            <a:ext cx="2193000" cy="456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31" name="Google Shape;2531;p34"/>
          <p:cNvSpPr txBox="1"/>
          <p:nvPr>
            <p:ph idx="8" type="subTitle"/>
          </p:nvPr>
        </p:nvSpPr>
        <p:spPr>
          <a:xfrm>
            <a:off x="5105494" y="2683796"/>
            <a:ext cx="2193000" cy="456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32" name="Google Shape;2532;p34"/>
          <p:cNvSpPr txBox="1"/>
          <p:nvPr>
            <p:ph idx="9" type="subTitle"/>
          </p:nvPr>
        </p:nvSpPr>
        <p:spPr>
          <a:xfrm>
            <a:off x="4057975" y="1177444"/>
            <a:ext cx="1906200" cy="3054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33" name="Google Shape;2533;p34"/>
          <p:cNvSpPr txBox="1"/>
          <p:nvPr>
            <p:ph idx="13" type="subTitle"/>
          </p:nvPr>
        </p:nvSpPr>
        <p:spPr>
          <a:xfrm>
            <a:off x="5180356" y="2271854"/>
            <a:ext cx="1906200" cy="3054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34" name="Google Shape;2534;p34"/>
          <p:cNvSpPr txBox="1"/>
          <p:nvPr>
            <p:ph idx="14" type="subTitle"/>
          </p:nvPr>
        </p:nvSpPr>
        <p:spPr>
          <a:xfrm>
            <a:off x="6302738" y="3366264"/>
            <a:ext cx="1906200" cy="3054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lt2"/>
              </a:buClr>
              <a:buSzPts val="2400"/>
              <a:buFont typeface="Balsamiq Sans"/>
              <a:buNone/>
              <a:defRPr b="1" sz="1800">
                <a:solidFill>
                  <a:schemeClr val="lt1"/>
                </a:solidFill>
                <a:latin typeface="Balsamiq Sans"/>
                <a:ea typeface="Balsamiq Sans"/>
                <a:cs typeface="Balsamiq Sans"/>
                <a:sym typeface="Balsamiq Sans"/>
              </a:defRPr>
            </a:lvl1pPr>
            <a:lvl2pPr lvl="1"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2pPr>
            <a:lvl3pPr lvl="2"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3pPr>
            <a:lvl4pPr lvl="3"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4pPr>
            <a:lvl5pPr lvl="4"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5pPr>
            <a:lvl6pPr lvl="5"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6pPr>
            <a:lvl7pPr lvl="6"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7pPr>
            <a:lvl8pPr lvl="7"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8pPr>
            <a:lvl9pPr lvl="8" rtl="0" algn="ctr">
              <a:lnSpc>
                <a:spcPct val="100000"/>
              </a:lnSpc>
              <a:spcBef>
                <a:spcPts val="0"/>
              </a:spcBef>
              <a:spcAft>
                <a:spcPts val="0"/>
              </a:spcAft>
              <a:buClr>
                <a:schemeClr val="lt2"/>
              </a:buClr>
              <a:buSzPts val="2400"/>
              <a:buFont typeface="Balsamiq Sans"/>
              <a:buNone/>
              <a:defRPr b="1" sz="2400">
                <a:solidFill>
                  <a:schemeClr val="lt2"/>
                </a:solidFill>
                <a:latin typeface="Balsamiq Sans"/>
                <a:ea typeface="Balsamiq Sans"/>
                <a:cs typeface="Balsamiq Sans"/>
                <a:sym typeface="Balsamiq Sans"/>
              </a:defRPr>
            </a:lvl9pPr>
          </a:lstStyle>
          <a:p/>
        </p:txBody>
      </p:sp>
      <p:sp>
        <p:nvSpPr>
          <p:cNvPr id="2535" name="Google Shape;2535;p34"/>
          <p:cNvSpPr txBox="1"/>
          <p:nvPr>
            <p:ph idx="15" type="subTitle"/>
          </p:nvPr>
        </p:nvSpPr>
        <p:spPr>
          <a:xfrm>
            <a:off x="6220213" y="3775798"/>
            <a:ext cx="2193000" cy="456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536" name="Shape 2536"/>
        <p:cNvGrpSpPr/>
        <p:nvPr/>
      </p:nvGrpSpPr>
      <p:grpSpPr>
        <a:xfrm>
          <a:off x="0" y="0"/>
          <a:ext cx="0" cy="0"/>
          <a:chOff x="0" y="0"/>
          <a:chExt cx="0" cy="0"/>
        </a:xfrm>
      </p:grpSpPr>
      <p:sp>
        <p:nvSpPr>
          <p:cNvPr id="2537" name="Google Shape;2537;p35"/>
          <p:cNvSpPr txBox="1"/>
          <p:nvPr>
            <p:ph hasCustomPrompt="1" type="title"/>
          </p:nvPr>
        </p:nvSpPr>
        <p:spPr>
          <a:xfrm>
            <a:off x="2064500" y="524925"/>
            <a:ext cx="5015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6200"/>
              <a:buNone/>
              <a:defRPr sz="6200">
                <a:solidFill>
                  <a:schemeClr val="lt1"/>
                </a:solidFill>
              </a:defRPr>
            </a:lvl1pPr>
            <a:lvl2pPr lvl="1" rtl="0" algn="ctr">
              <a:spcBef>
                <a:spcPts val="0"/>
              </a:spcBef>
              <a:spcAft>
                <a:spcPts val="0"/>
              </a:spcAft>
              <a:buClr>
                <a:schemeClr val="dk2"/>
              </a:buClr>
              <a:buSzPts val="6200"/>
              <a:buNone/>
              <a:defRPr sz="6200">
                <a:solidFill>
                  <a:schemeClr val="dk2"/>
                </a:solidFill>
              </a:defRPr>
            </a:lvl2pPr>
            <a:lvl3pPr lvl="2" rtl="0" algn="ctr">
              <a:spcBef>
                <a:spcPts val="0"/>
              </a:spcBef>
              <a:spcAft>
                <a:spcPts val="0"/>
              </a:spcAft>
              <a:buClr>
                <a:schemeClr val="dk2"/>
              </a:buClr>
              <a:buSzPts val="6200"/>
              <a:buNone/>
              <a:defRPr sz="6200">
                <a:solidFill>
                  <a:schemeClr val="dk2"/>
                </a:solidFill>
              </a:defRPr>
            </a:lvl3pPr>
            <a:lvl4pPr lvl="3" rtl="0" algn="ctr">
              <a:spcBef>
                <a:spcPts val="0"/>
              </a:spcBef>
              <a:spcAft>
                <a:spcPts val="0"/>
              </a:spcAft>
              <a:buClr>
                <a:schemeClr val="dk2"/>
              </a:buClr>
              <a:buSzPts val="6200"/>
              <a:buNone/>
              <a:defRPr sz="6200">
                <a:solidFill>
                  <a:schemeClr val="dk2"/>
                </a:solidFill>
              </a:defRPr>
            </a:lvl4pPr>
            <a:lvl5pPr lvl="4" rtl="0" algn="ctr">
              <a:spcBef>
                <a:spcPts val="0"/>
              </a:spcBef>
              <a:spcAft>
                <a:spcPts val="0"/>
              </a:spcAft>
              <a:buClr>
                <a:schemeClr val="dk2"/>
              </a:buClr>
              <a:buSzPts val="6200"/>
              <a:buNone/>
              <a:defRPr sz="6200">
                <a:solidFill>
                  <a:schemeClr val="dk2"/>
                </a:solidFill>
              </a:defRPr>
            </a:lvl5pPr>
            <a:lvl6pPr lvl="5" rtl="0" algn="ctr">
              <a:spcBef>
                <a:spcPts val="0"/>
              </a:spcBef>
              <a:spcAft>
                <a:spcPts val="0"/>
              </a:spcAft>
              <a:buClr>
                <a:schemeClr val="dk2"/>
              </a:buClr>
              <a:buSzPts val="6200"/>
              <a:buNone/>
              <a:defRPr sz="6200">
                <a:solidFill>
                  <a:schemeClr val="dk2"/>
                </a:solidFill>
              </a:defRPr>
            </a:lvl6pPr>
            <a:lvl7pPr lvl="6" rtl="0" algn="ctr">
              <a:spcBef>
                <a:spcPts val="0"/>
              </a:spcBef>
              <a:spcAft>
                <a:spcPts val="0"/>
              </a:spcAft>
              <a:buClr>
                <a:schemeClr val="dk2"/>
              </a:buClr>
              <a:buSzPts val="6200"/>
              <a:buNone/>
              <a:defRPr sz="6200">
                <a:solidFill>
                  <a:schemeClr val="dk2"/>
                </a:solidFill>
              </a:defRPr>
            </a:lvl7pPr>
            <a:lvl8pPr lvl="7" rtl="0" algn="ctr">
              <a:spcBef>
                <a:spcPts val="0"/>
              </a:spcBef>
              <a:spcAft>
                <a:spcPts val="0"/>
              </a:spcAft>
              <a:buClr>
                <a:schemeClr val="dk2"/>
              </a:buClr>
              <a:buSzPts val="6200"/>
              <a:buNone/>
              <a:defRPr sz="6200">
                <a:solidFill>
                  <a:schemeClr val="dk2"/>
                </a:solidFill>
              </a:defRPr>
            </a:lvl8pPr>
            <a:lvl9pPr lvl="8" rtl="0" algn="ctr">
              <a:spcBef>
                <a:spcPts val="0"/>
              </a:spcBef>
              <a:spcAft>
                <a:spcPts val="0"/>
              </a:spcAft>
              <a:buClr>
                <a:schemeClr val="dk2"/>
              </a:buClr>
              <a:buSzPts val="6200"/>
              <a:buNone/>
              <a:defRPr sz="6200">
                <a:solidFill>
                  <a:schemeClr val="dk2"/>
                </a:solidFill>
              </a:defRPr>
            </a:lvl9pPr>
          </a:lstStyle>
          <a:p>
            <a:r>
              <a:t>xx%</a:t>
            </a:r>
          </a:p>
        </p:txBody>
      </p:sp>
      <p:sp>
        <p:nvSpPr>
          <p:cNvPr id="2538" name="Google Shape;2538;p35"/>
          <p:cNvSpPr txBox="1"/>
          <p:nvPr>
            <p:ph idx="1" type="subTitle"/>
          </p:nvPr>
        </p:nvSpPr>
        <p:spPr>
          <a:xfrm>
            <a:off x="2064500" y="1429422"/>
            <a:ext cx="5015100" cy="20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39" name="Google Shape;2539;p35"/>
          <p:cNvSpPr txBox="1"/>
          <p:nvPr>
            <p:ph hasCustomPrompt="1" idx="2" type="title"/>
          </p:nvPr>
        </p:nvSpPr>
        <p:spPr>
          <a:xfrm>
            <a:off x="2064500" y="1866764"/>
            <a:ext cx="5015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6200"/>
              <a:buNone/>
              <a:defRPr sz="6200">
                <a:solidFill>
                  <a:schemeClr val="lt1"/>
                </a:solidFill>
              </a:defRPr>
            </a:lvl1pPr>
            <a:lvl2pPr lvl="1" rtl="0" algn="ctr">
              <a:spcBef>
                <a:spcPts val="0"/>
              </a:spcBef>
              <a:spcAft>
                <a:spcPts val="0"/>
              </a:spcAft>
              <a:buClr>
                <a:schemeClr val="dk2"/>
              </a:buClr>
              <a:buSzPts val="6200"/>
              <a:buNone/>
              <a:defRPr sz="6200">
                <a:solidFill>
                  <a:schemeClr val="dk2"/>
                </a:solidFill>
              </a:defRPr>
            </a:lvl2pPr>
            <a:lvl3pPr lvl="2" rtl="0" algn="ctr">
              <a:spcBef>
                <a:spcPts val="0"/>
              </a:spcBef>
              <a:spcAft>
                <a:spcPts val="0"/>
              </a:spcAft>
              <a:buClr>
                <a:schemeClr val="dk2"/>
              </a:buClr>
              <a:buSzPts val="6200"/>
              <a:buNone/>
              <a:defRPr sz="6200">
                <a:solidFill>
                  <a:schemeClr val="dk2"/>
                </a:solidFill>
              </a:defRPr>
            </a:lvl3pPr>
            <a:lvl4pPr lvl="3" rtl="0" algn="ctr">
              <a:spcBef>
                <a:spcPts val="0"/>
              </a:spcBef>
              <a:spcAft>
                <a:spcPts val="0"/>
              </a:spcAft>
              <a:buClr>
                <a:schemeClr val="dk2"/>
              </a:buClr>
              <a:buSzPts val="6200"/>
              <a:buNone/>
              <a:defRPr sz="6200">
                <a:solidFill>
                  <a:schemeClr val="dk2"/>
                </a:solidFill>
              </a:defRPr>
            </a:lvl4pPr>
            <a:lvl5pPr lvl="4" rtl="0" algn="ctr">
              <a:spcBef>
                <a:spcPts val="0"/>
              </a:spcBef>
              <a:spcAft>
                <a:spcPts val="0"/>
              </a:spcAft>
              <a:buClr>
                <a:schemeClr val="dk2"/>
              </a:buClr>
              <a:buSzPts val="6200"/>
              <a:buNone/>
              <a:defRPr sz="6200">
                <a:solidFill>
                  <a:schemeClr val="dk2"/>
                </a:solidFill>
              </a:defRPr>
            </a:lvl5pPr>
            <a:lvl6pPr lvl="5" rtl="0" algn="ctr">
              <a:spcBef>
                <a:spcPts val="0"/>
              </a:spcBef>
              <a:spcAft>
                <a:spcPts val="0"/>
              </a:spcAft>
              <a:buClr>
                <a:schemeClr val="dk2"/>
              </a:buClr>
              <a:buSzPts val="6200"/>
              <a:buNone/>
              <a:defRPr sz="6200">
                <a:solidFill>
                  <a:schemeClr val="dk2"/>
                </a:solidFill>
              </a:defRPr>
            </a:lvl6pPr>
            <a:lvl7pPr lvl="6" rtl="0" algn="ctr">
              <a:spcBef>
                <a:spcPts val="0"/>
              </a:spcBef>
              <a:spcAft>
                <a:spcPts val="0"/>
              </a:spcAft>
              <a:buClr>
                <a:schemeClr val="dk2"/>
              </a:buClr>
              <a:buSzPts val="6200"/>
              <a:buNone/>
              <a:defRPr sz="6200">
                <a:solidFill>
                  <a:schemeClr val="dk2"/>
                </a:solidFill>
              </a:defRPr>
            </a:lvl7pPr>
            <a:lvl8pPr lvl="7" rtl="0" algn="ctr">
              <a:spcBef>
                <a:spcPts val="0"/>
              </a:spcBef>
              <a:spcAft>
                <a:spcPts val="0"/>
              </a:spcAft>
              <a:buClr>
                <a:schemeClr val="dk2"/>
              </a:buClr>
              <a:buSzPts val="6200"/>
              <a:buNone/>
              <a:defRPr sz="6200">
                <a:solidFill>
                  <a:schemeClr val="dk2"/>
                </a:solidFill>
              </a:defRPr>
            </a:lvl8pPr>
            <a:lvl9pPr lvl="8" rtl="0" algn="ctr">
              <a:spcBef>
                <a:spcPts val="0"/>
              </a:spcBef>
              <a:spcAft>
                <a:spcPts val="0"/>
              </a:spcAft>
              <a:buClr>
                <a:schemeClr val="dk2"/>
              </a:buClr>
              <a:buSzPts val="6200"/>
              <a:buNone/>
              <a:defRPr sz="6200">
                <a:solidFill>
                  <a:schemeClr val="dk2"/>
                </a:solidFill>
              </a:defRPr>
            </a:lvl9pPr>
          </a:lstStyle>
          <a:p>
            <a:r>
              <a:t>xx%</a:t>
            </a:r>
          </a:p>
        </p:txBody>
      </p:sp>
      <p:sp>
        <p:nvSpPr>
          <p:cNvPr id="2540" name="Google Shape;2540;p35"/>
          <p:cNvSpPr txBox="1"/>
          <p:nvPr>
            <p:ph idx="3" type="subTitle"/>
          </p:nvPr>
        </p:nvSpPr>
        <p:spPr>
          <a:xfrm>
            <a:off x="2064500" y="2771249"/>
            <a:ext cx="5015100" cy="20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41" name="Google Shape;2541;p35"/>
          <p:cNvSpPr txBox="1"/>
          <p:nvPr>
            <p:ph hasCustomPrompt="1" idx="4" type="title"/>
          </p:nvPr>
        </p:nvSpPr>
        <p:spPr>
          <a:xfrm>
            <a:off x="2064500" y="3208603"/>
            <a:ext cx="5015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6200"/>
              <a:buNone/>
              <a:defRPr sz="6200">
                <a:solidFill>
                  <a:schemeClr val="lt1"/>
                </a:solidFill>
              </a:defRPr>
            </a:lvl1pPr>
            <a:lvl2pPr lvl="1" rtl="0" algn="ctr">
              <a:spcBef>
                <a:spcPts val="0"/>
              </a:spcBef>
              <a:spcAft>
                <a:spcPts val="0"/>
              </a:spcAft>
              <a:buClr>
                <a:schemeClr val="dk2"/>
              </a:buClr>
              <a:buSzPts val="6200"/>
              <a:buNone/>
              <a:defRPr sz="6200">
                <a:solidFill>
                  <a:schemeClr val="dk2"/>
                </a:solidFill>
              </a:defRPr>
            </a:lvl2pPr>
            <a:lvl3pPr lvl="2" rtl="0" algn="ctr">
              <a:spcBef>
                <a:spcPts val="0"/>
              </a:spcBef>
              <a:spcAft>
                <a:spcPts val="0"/>
              </a:spcAft>
              <a:buClr>
                <a:schemeClr val="dk2"/>
              </a:buClr>
              <a:buSzPts val="6200"/>
              <a:buNone/>
              <a:defRPr sz="6200">
                <a:solidFill>
                  <a:schemeClr val="dk2"/>
                </a:solidFill>
              </a:defRPr>
            </a:lvl3pPr>
            <a:lvl4pPr lvl="3" rtl="0" algn="ctr">
              <a:spcBef>
                <a:spcPts val="0"/>
              </a:spcBef>
              <a:spcAft>
                <a:spcPts val="0"/>
              </a:spcAft>
              <a:buClr>
                <a:schemeClr val="dk2"/>
              </a:buClr>
              <a:buSzPts val="6200"/>
              <a:buNone/>
              <a:defRPr sz="6200">
                <a:solidFill>
                  <a:schemeClr val="dk2"/>
                </a:solidFill>
              </a:defRPr>
            </a:lvl4pPr>
            <a:lvl5pPr lvl="4" rtl="0" algn="ctr">
              <a:spcBef>
                <a:spcPts val="0"/>
              </a:spcBef>
              <a:spcAft>
                <a:spcPts val="0"/>
              </a:spcAft>
              <a:buClr>
                <a:schemeClr val="dk2"/>
              </a:buClr>
              <a:buSzPts val="6200"/>
              <a:buNone/>
              <a:defRPr sz="6200">
                <a:solidFill>
                  <a:schemeClr val="dk2"/>
                </a:solidFill>
              </a:defRPr>
            </a:lvl5pPr>
            <a:lvl6pPr lvl="5" rtl="0" algn="ctr">
              <a:spcBef>
                <a:spcPts val="0"/>
              </a:spcBef>
              <a:spcAft>
                <a:spcPts val="0"/>
              </a:spcAft>
              <a:buClr>
                <a:schemeClr val="dk2"/>
              </a:buClr>
              <a:buSzPts val="6200"/>
              <a:buNone/>
              <a:defRPr sz="6200">
                <a:solidFill>
                  <a:schemeClr val="dk2"/>
                </a:solidFill>
              </a:defRPr>
            </a:lvl6pPr>
            <a:lvl7pPr lvl="6" rtl="0" algn="ctr">
              <a:spcBef>
                <a:spcPts val="0"/>
              </a:spcBef>
              <a:spcAft>
                <a:spcPts val="0"/>
              </a:spcAft>
              <a:buClr>
                <a:schemeClr val="dk2"/>
              </a:buClr>
              <a:buSzPts val="6200"/>
              <a:buNone/>
              <a:defRPr sz="6200">
                <a:solidFill>
                  <a:schemeClr val="dk2"/>
                </a:solidFill>
              </a:defRPr>
            </a:lvl7pPr>
            <a:lvl8pPr lvl="7" rtl="0" algn="ctr">
              <a:spcBef>
                <a:spcPts val="0"/>
              </a:spcBef>
              <a:spcAft>
                <a:spcPts val="0"/>
              </a:spcAft>
              <a:buClr>
                <a:schemeClr val="dk2"/>
              </a:buClr>
              <a:buSzPts val="6200"/>
              <a:buNone/>
              <a:defRPr sz="6200">
                <a:solidFill>
                  <a:schemeClr val="dk2"/>
                </a:solidFill>
              </a:defRPr>
            </a:lvl8pPr>
            <a:lvl9pPr lvl="8" rtl="0" algn="ctr">
              <a:spcBef>
                <a:spcPts val="0"/>
              </a:spcBef>
              <a:spcAft>
                <a:spcPts val="0"/>
              </a:spcAft>
              <a:buClr>
                <a:schemeClr val="dk2"/>
              </a:buClr>
              <a:buSzPts val="6200"/>
              <a:buNone/>
              <a:defRPr sz="6200">
                <a:solidFill>
                  <a:schemeClr val="dk2"/>
                </a:solidFill>
              </a:defRPr>
            </a:lvl9pPr>
          </a:lstStyle>
          <a:p>
            <a:r>
              <a:t>xx%</a:t>
            </a:r>
          </a:p>
        </p:txBody>
      </p:sp>
      <p:sp>
        <p:nvSpPr>
          <p:cNvPr id="2542" name="Google Shape;2542;p35"/>
          <p:cNvSpPr txBox="1"/>
          <p:nvPr>
            <p:ph idx="5" type="subTitle"/>
          </p:nvPr>
        </p:nvSpPr>
        <p:spPr>
          <a:xfrm>
            <a:off x="2064500" y="4113076"/>
            <a:ext cx="5015100" cy="20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43" name="Google Shape;2543;p35"/>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5"/>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5"/>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546" name="Google Shape;2546;p35"/>
          <p:cNvGrpSpPr/>
          <p:nvPr/>
        </p:nvGrpSpPr>
        <p:grpSpPr>
          <a:xfrm>
            <a:off x="2936544" y="-329546"/>
            <a:ext cx="2934233" cy="708308"/>
            <a:chOff x="2375925" y="3297600"/>
            <a:chExt cx="735950" cy="177650"/>
          </a:xfrm>
        </p:grpSpPr>
        <p:sp>
          <p:nvSpPr>
            <p:cNvPr id="2547" name="Google Shape;2547;p35"/>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5"/>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5"/>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5"/>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5"/>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5"/>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2553" name="Shape 2553"/>
        <p:cNvGrpSpPr/>
        <p:nvPr/>
      </p:nvGrpSpPr>
      <p:grpSpPr>
        <a:xfrm>
          <a:off x="0" y="0"/>
          <a:ext cx="0" cy="0"/>
          <a:chOff x="0" y="0"/>
          <a:chExt cx="0" cy="0"/>
        </a:xfrm>
      </p:grpSpPr>
      <p:sp>
        <p:nvSpPr>
          <p:cNvPr id="2554" name="Google Shape;2554;p36"/>
          <p:cNvSpPr txBox="1"/>
          <p:nvPr>
            <p:ph hasCustomPrompt="1" type="title"/>
          </p:nvPr>
        </p:nvSpPr>
        <p:spPr>
          <a:xfrm>
            <a:off x="720000" y="2742305"/>
            <a:ext cx="2295600" cy="314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6200"/>
              <a:buNone/>
              <a:defRPr>
                <a:solidFill>
                  <a:schemeClr val="lt1"/>
                </a:solidFill>
              </a:defRPr>
            </a:lvl1pPr>
            <a:lvl2pPr lvl="1" rtl="0" algn="ctr">
              <a:spcBef>
                <a:spcPts val="0"/>
              </a:spcBef>
              <a:spcAft>
                <a:spcPts val="0"/>
              </a:spcAft>
              <a:buClr>
                <a:schemeClr val="dk2"/>
              </a:buClr>
              <a:buSzPts val="6200"/>
              <a:buNone/>
              <a:defRPr sz="6200">
                <a:solidFill>
                  <a:schemeClr val="dk2"/>
                </a:solidFill>
              </a:defRPr>
            </a:lvl2pPr>
            <a:lvl3pPr lvl="2" rtl="0" algn="ctr">
              <a:spcBef>
                <a:spcPts val="0"/>
              </a:spcBef>
              <a:spcAft>
                <a:spcPts val="0"/>
              </a:spcAft>
              <a:buClr>
                <a:schemeClr val="dk2"/>
              </a:buClr>
              <a:buSzPts val="6200"/>
              <a:buNone/>
              <a:defRPr sz="6200">
                <a:solidFill>
                  <a:schemeClr val="dk2"/>
                </a:solidFill>
              </a:defRPr>
            </a:lvl3pPr>
            <a:lvl4pPr lvl="3" rtl="0" algn="ctr">
              <a:spcBef>
                <a:spcPts val="0"/>
              </a:spcBef>
              <a:spcAft>
                <a:spcPts val="0"/>
              </a:spcAft>
              <a:buClr>
                <a:schemeClr val="dk2"/>
              </a:buClr>
              <a:buSzPts val="6200"/>
              <a:buNone/>
              <a:defRPr sz="6200">
                <a:solidFill>
                  <a:schemeClr val="dk2"/>
                </a:solidFill>
              </a:defRPr>
            </a:lvl4pPr>
            <a:lvl5pPr lvl="4" rtl="0" algn="ctr">
              <a:spcBef>
                <a:spcPts val="0"/>
              </a:spcBef>
              <a:spcAft>
                <a:spcPts val="0"/>
              </a:spcAft>
              <a:buClr>
                <a:schemeClr val="dk2"/>
              </a:buClr>
              <a:buSzPts val="6200"/>
              <a:buNone/>
              <a:defRPr sz="6200">
                <a:solidFill>
                  <a:schemeClr val="dk2"/>
                </a:solidFill>
              </a:defRPr>
            </a:lvl5pPr>
            <a:lvl6pPr lvl="5" rtl="0" algn="ctr">
              <a:spcBef>
                <a:spcPts val="0"/>
              </a:spcBef>
              <a:spcAft>
                <a:spcPts val="0"/>
              </a:spcAft>
              <a:buClr>
                <a:schemeClr val="dk2"/>
              </a:buClr>
              <a:buSzPts val="6200"/>
              <a:buNone/>
              <a:defRPr sz="6200">
                <a:solidFill>
                  <a:schemeClr val="dk2"/>
                </a:solidFill>
              </a:defRPr>
            </a:lvl6pPr>
            <a:lvl7pPr lvl="6" rtl="0" algn="ctr">
              <a:spcBef>
                <a:spcPts val="0"/>
              </a:spcBef>
              <a:spcAft>
                <a:spcPts val="0"/>
              </a:spcAft>
              <a:buClr>
                <a:schemeClr val="dk2"/>
              </a:buClr>
              <a:buSzPts val="6200"/>
              <a:buNone/>
              <a:defRPr sz="6200">
                <a:solidFill>
                  <a:schemeClr val="dk2"/>
                </a:solidFill>
              </a:defRPr>
            </a:lvl7pPr>
            <a:lvl8pPr lvl="7" rtl="0" algn="ctr">
              <a:spcBef>
                <a:spcPts val="0"/>
              </a:spcBef>
              <a:spcAft>
                <a:spcPts val="0"/>
              </a:spcAft>
              <a:buClr>
                <a:schemeClr val="dk2"/>
              </a:buClr>
              <a:buSzPts val="6200"/>
              <a:buNone/>
              <a:defRPr sz="6200">
                <a:solidFill>
                  <a:schemeClr val="dk2"/>
                </a:solidFill>
              </a:defRPr>
            </a:lvl8pPr>
            <a:lvl9pPr lvl="8" rtl="0" algn="ctr">
              <a:spcBef>
                <a:spcPts val="0"/>
              </a:spcBef>
              <a:spcAft>
                <a:spcPts val="0"/>
              </a:spcAft>
              <a:buClr>
                <a:schemeClr val="dk2"/>
              </a:buClr>
              <a:buSzPts val="6200"/>
              <a:buNone/>
              <a:defRPr sz="6200">
                <a:solidFill>
                  <a:schemeClr val="dk2"/>
                </a:solidFill>
              </a:defRPr>
            </a:lvl9pPr>
          </a:lstStyle>
          <a:p>
            <a:r>
              <a:t>xx%</a:t>
            </a:r>
          </a:p>
        </p:txBody>
      </p:sp>
      <p:sp>
        <p:nvSpPr>
          <p:cNvPr id="2555" name="Google Shape;2555;p36"/>
          <p:cNvSpPr txBox="1"/>
          <p:nvPr>
            <p:ph idx="1" type="subTitle"/>
          </p:nvPr>
        </p:nvSpPr>
        <p:spPr>
          <a:xfrm>
            <a:off x="720000" y="3189578"/>
            <a:ext cx="2295600" cy="860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56" name="Google Shape;2556;p36"/>
          <p:cNvSpPr txBox="1"/>
          <p:nvPr>
            <p:ph hasCustomPrompt="1" idx="2" type="title"/>
          </p:nvPr>
        </p:nvSpPr>
        <p:spPr>
          <a:xfrm>
            <a:off x="3419250" y="2742308"/>
            <a:ext cx="2295600" cy="314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6200"/>
              <a:buNone/>
              <a:defRPr>
                <a:solidFill>
                  <a:schemeClr val="lt1"/>
                </a:solidFill>
              </a:defRPr>
            </a:lvl1pPr>
            <a:lvl2pPr lvl="1" rtl="0" algn="ctr">
              <a:spcBef>
                <a:spcPts val="0"/>
              </a:spcBef>
              <a:spcAft>
                <a:spcPts val="0"/>
              </a:spcAft>
              <a:buClr>
                <a:schemeClr val="dk2"/>
              </a:buClr>
              <a:buSzPts val="6200"/>
              <a:buNone/>
              <a:defRPr sz="6200">
                <a:solidFill>
                  <a:schemeClr val="dk2"/>
                </a:solidFill>
              </a:defRPr>
            </a:lvl2pPr>
            <a:lvl3pPr lvl="2" rtl="0" algn="ctr">
              <a:spcBef>
                <a:spcPts val="0"/>
              </a:spcBef>
              <a:spcAft>
                <a:spcPts val="0"/>
              </a:spcAft>
              <a:buClr>
                <a:schemeClr val="dk2"/>
              </a:buClr>
              <a:buSzPts val="6200"/>
              <a:buNone/>
              <a:defRPr sz="6200">
                <a:solidFill>
                  <a:schemeClr val="dk2"/>
                </a:solidFill>
              </a:defRPr>
            </a:lvl3pPr>
            <a:lvl4pPr lvl="3" rtl="0" algn="ctr">
              <a:spcBef>
                <a:spcPts val="0"/>
              </a:spcBef>
              <a:spcAft>
                <a:spcPts val="0"/>
              </a:spcAft>
              <a:buClr>
                <a:schemeClr val="dk2"/>
              </a:buClr>
              <a:buSzPts val="6200"/>
              <a:buNone/>
              <a:defRPr sz="6200">
                <a:solidFill>
                  <a:schemeClr val="dk2"/>
                </a:solidFill>
              </a:defRPr>
            </a:lvl4pPr>
            <a:lvl5pPr lvl="4" rtl="0" algn="ctr">
              <a:spcBef>
                <a:spcPts val="0"/>
              </a:spcBef>
              <a:spcAft>
                <a:spcPts val="0"/>
              </a:spcAft>
              <a:buClr>
                <a:schemeClr val="dk2"/>
              </a:buClr>
              <a:buSzPts val="6200"/>
              <a:buNone/>
              <a:defRPr sz="6200">
                <a:solidFill>
                  <a:schemeClr val="dk2"/>
                </a:solidFill>
              </a:defRPr>
            </a:lvl5pPr>
            <a:lvl6pPr lvl="5" rtl="0" algn="ctr">
              <a:spcBef>
                <a:spcPts val="0"/>
              </a:spcBef>
              <a:spcAft>
                <a:spcPts val="0"/>
              </a:spcAft>
              <a:buClr>
                <a:schemeClr val="dk2"/>
              </a:buClr>
              <a:buSzPts val="6200"/>
              <a:buNone/>
              <a:defRPr sz="6200">
                <a:solidFill>
                  <a:schemeClr val="dk2"/>
                </a:solidFill>
              </a:defRPr>
            </a:lvl6pPr>
            <a:lvl7pPr lvl="6" rtl="0" algn="ctr">
              <a:spcBef>
                <a:spcPts val="0"/>
              </a:spcBef>
              <a:spcAft>
                <a:spcPts val="0"/>
              </a:spcAft>
              <a:buClr>
                <a:schemeClr val="dk2"/>
              </a:buClr>
              <a:buSzPts val="6200"/>
              <a:buNone/>
              <a:defRPr sz="6200">
                <a:solidFill>
                  <a:schemeClr val="dk2"/>
                </a:solidFill>
              </a:defRPr>
            </a:lvl7pPr>
            <a:lvl8pPr lvl="7" rtl="0" algn="ctr">
              <a:spcBef>
                <a:spcPts val="0"/>
              </a:spcBef>
              <a:spcAft>
                <a:spcPts val="0"/>
              </a:spcAft>
              <a:buClr>
                <a:schemeClr val="dk2"/>
              </a:buClr>
              <a:buSzPts val="6200"/>
              <a:buNone/>
              <a:defRPr sz="6200">
                <a:solidFill>
                  <a:schemeClr val="dk2"/>
                </a:solidFill>
              </a:defRPr>
            </a:lvl8pPr>
            <a:lvl9pPr lvl="8" rtl="0" algn="ctr">
              <a:spcBef>
                <a:spcPts val="0"/>
              </a:spcBef>
              <a:spcAft>
                <a:spcPts val="0"/>
              </a:spcAft>
              <a:buClr>
                <a:schemeClr val="dk2"/>
              </a:buClr>
              <a:buSzPts val="6200"/>
              <a:buNone/>
              <a:defRPr sz="6200">
                <a:solidFill>
                  <a:schemeClr val="dk2"/>
                </a:solidFill>
              </a:defRPr>
            </a:lvl9pPr>
          </a:lstStyle>
          <a:p>
            <a:r>
              <a:t>xx%</a:t>
            </a:r>
          </a:p>
        </p:txBody>
      </p:sp>
      <p:sp>
        <p:nvSpPr>
          <p:cNvPr id="2557" name="Google Shape;2557;p36"/>
          <p:cNvSpPr txBox="1"/>
          <p:nvPr>
            <p:ph idx="3" type="subTitle"/>
          </p:nvPr>
        </p:nvSpPr>
        <p:spPr>
          <a:xfrm>
            <a:off x="3419250" y="3189568"/>
            <a:ext cx="2295600" cy="860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58" name="Google Shape;2558;p36"/>
          <p:cNvSpPr txBox="1"/>
          <p:nvPr>
            <p:ph hasCustomPrompt="1" idx="4" type="title"/>
          </p:nvPr>
        </p:nvSpPr>
        <p:spPr>
          <a:xfrm>
            <a:off x="6128400" y="2742301"/>
            <a:ext cx="2295600" cy="314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6200"/>
              <a:buNone/>
              <a:defRPr>
                <a:solidFill>
                  <a:schemeClr val="lt1"/>
                </a:solidFill>
              </a:defRPr>
            </a:lvl1pPr>
            <a:lvl2pPr lvl="1" rtl="0" algn="ctr">
              <a:spcBef>
                <a:spcPts val="0"/>
              </a:spcBef>
              <a:spcAft>
                <a:spcPts val="0"/>
              </a:spcAft>
              <a:buClr>
                <a:schemeClr val="dk2"/>
              </a:buClr>
              <a:buSzPts val="6200"/>
              <a:buNone/>
              <a:defRPr sz="6200">
                <a:solidFill>
                  <a:schemeClr val="dk2"/>
                </a:solidFill>
              </a:defRPr>
            </a:lvl2pPr>
            <a:lvl3pPr lvl="2" rtl="0" algn="ctr">
              <a:spcBef>
                <a:spcPts val="0"/>
              </a:spcBef>
              <a:spcAft>
                <a:spcPts val="0"/>
              </a:spcAft>
              <a:buClr>
                <a:schemeClr val="dk2"/>
              </a:buClr>
              <a:buSzPts val="6200"/>
              <a:buNone/>
              <a:defRPr sz="6200">
                <a:solidFill>
                  <a:schemeClr val="dk2"/>
                </a:solidFill>
              </a:defRPr>
            </a:lvl3pPr>
            <a:lvl4pPr lvl="3" rtl="0" algn="ctr">
              <a:spcBef>
                <a:spcPts val="0"/>
              </a:spcBef>
              <a:spcAft>
                <a:spcPts val="0"/>
              </a:spcAft>
              <a:buClr>
                <a:schemeClr val="dk2"/>
              </a:buClr>
              <a:buSzPts val="6200"/>
              <a:buNone/>
              <a:defRPr sz="6200">
                <a:solidFill>
                  <a:schemeClr val="dk2"/>
                </a:solidFill>
              </a:defRPr>
            </a:lvl4pPr>
            <a:lvl5pPr lvl="4" rtl="0" algn="ctr">
              <a:spcBef>
                <a:spcPts val="0"/>
              </a:spcBef>
              <a:spcAft>
                <a:spcPts val="0"/>
              </a:spcAft>
              <a:buClr>
                <a:schemeClr val="dk2"/>
              </a:buClr>
              <a:buSzPts val="6200"/>
              <a:buNone/>
              <a:defRPr sz="6200">
                <a:solidFill>
                  <a:schemeClr val="dk2"/>
                </a:solidFill>
              </a:defRPr>
            </a:lvl5pPr>
            <a:lvl6pPr lvl="5" rtl="0" algn="ctr">
              <a:spcBef>
                <a:spcPts val="0"/>
              </a:spcBef>
              <a:spcAft>
                <a:spcPts val="0"/>
              </a:spcAft>
              <a:buClr>
                <a:schemeClr val="dk2"/>
              </a:buClr>
              <a:buSzPts val="6200"/>
              <a:buNone/>
              <a:defRPr sz="6200">
                <a:solidFill>
                  <a:schemeClr val="dk2"/>
                </a:solidFill>
              </a:defRPr>
            </a:lvl6pPr>
            <a:lvl7pPr lvl="6" rtl="0" algn="ctr">
              <a:spcBef>
                <a:spcPts val="0"/>
              </a:spcBef>
              <a:spcAft>
                <a:spcPts val="0"/>
              </a:spcAft>
              <a:buClr>
                <a:schemeClr val="dk2"/>
              </a:buClr>
              <a:buSzPts val="6200"/>
              <a:buNone/>
              <a:defRPr sz="6200">
                <a:solidFill>
                  <a:schemeClr val="dk2"/>
                </a:solidFill>
              </a:defRPr>
            </a:lvl7pPr>
            <a:lvl8pPr lvl="7" rtl="0" algn="ctr">
              <a:spcBef>
                <a:spcPts val="0"/>
              </a:spcBef>
              <a:spcAft>
                <a:spcPts val="0"/>
              </a:spcAft>
              <a:buClr>
                <a:schemeClr val="dk2"/>
              </a:buClr>
              <a:buSzPts val="6200"/>
              <a:buNone/>
              <a:defRPr sz="6200">
                <a:solidFill>
                  <a:schemeClr val="dk2"/>
                </a:solidFill>
              </a:defRPr>
            </a:lvl8pPr>
            <a:lvl9pPr lvl="8" rtl="0" algn="ctr">
              <a:spcBef>
                <a:spcPts val="0"/>
              </a:spcBef>
              <a:spcAft>
                <a:spcPts val="0"/>
              </a:spcAft>
              <a:buClr>
                <a:schemeClr val="dk2"/>
              </a:buClr>
              <a:buSzPts val="6200"/>
              <a:buNone/>
              <a:defRPr sz="6200">
                <a:solidFill>
                  <a:schemeClr val="dk2"/>
                </a:solidFill>
              </a:defRPr>
            </a:lvl9pPr>
          </a:lstStyle>
          <a:p>
            <a:r>
              <a:t>xx%</a:t>
            </a:r>
          </a:p>
        </p:txBody>
      </p:sp>
      <p:sp>
        <p:nvSpPr>
          <p:cNvPr id="2559" name="Google Shape;2559;p36"/>
          <p:cNvSpPr txBox="1"/>
          <p:nvPr>
            <p:ph idx="5" type="subTitle"/>
          </p:nvPr>
        </p:nvSpPr>
        <p:spPr>
          <a:xfrm>
            <a:off x="6128400" y="3189426"/>
            <a:ext cx="2295600" cy="860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560" name="Google Shape;2560;p36"/>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6"/>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6"/>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563" name="Google Shape;2563;p36"/>
          <p:cNvGrpSpPr/>
          <p:nvPr/>
        </p:nvGrpSpPr>
        <p:grpSpPr>
          <a:xfrm>
            <a:off x="2936544" y="-329546"/>
            <a:ext cx="2934233" cy="708308"/>
            <a:chOff x="2375925" y="3297600"/>
            <a:chExt cx="735950" cy="177650"/>
          </a:xfrm>
        </p:grpSpPr>
        <p:sp>
          <p:nvSpPr>
            <p:cNvPr id="2564" name="Google Shape;2564;p36"/>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6"/>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6"/>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6"/>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6"/>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6"/>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0" name="Google Shape;2570;p36"/>
          <p:cNvSpPr txBox="1"/>
          <p:nvPr>
            <p:ph idx="6"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571" name="Google Shape;2571;p36"/>
          <p:cNvGrpSpPr/>
          <p:nvPr/>
        </p:nvGrpSpPr>
        <p:grpSpPr>
          <a:xfrm>
            <a:off x="-315161" y="3083805"/>
            <a:ext cx="1030215" cy="2137882"/>
            <a:chOff x="237400" y="852100"/>
            <a:chExt cx="1760750" cy="3653250"/>
          </a:xfrm>
        </p:grpSpPr>
        <p:sp>
          <p:nvSpPr>
            <p:cNvPr id="2572" name="Google Shape;2572;p36"/>
            <p:cNvSpPr/>
            <p:nvPr/>
          </p:nvSpPr>
          <p:spPr>
            <a:xfrm>
              <a:off x="639250" y="4239075"/>
              <a:ext cx="953525" cy="266275"/>
            </a:xfrm>
            <a:custGeom>
              <a:rect b="b" l="l" r="r" t="t"/>
              <a:pathLst>
                <a:path extrusionOk="0" h="10651" w="38141">
                  <a:moveTo>
                    <a:pt x="19056" y="1"/>
                  </a:moveTo>
                  <a:cubicBezTo>
                    <a:pt x="8548" y="1"/>
                    <a:pt x="0" y="2386"/>
                    <a:pt x="0" y="5311"/>
                  </a:cubicBezTo>
                  <a:cubicBezTo>
                    <a:pt x="0" y="8265"/>
                    <a:pt x="8548" y="10650"/>
                    <a:pt x="19056" y="10650"/>
                  </a:cubicBezTo>
                  <a:cubicBezTo>
                    <a:pt x="29592" y="10650"/>
                    <a:pt x="38140" y="8265"/>
                    <a:pt x="38140" y="5311"/>
                  </a:cubicBezTo>
                  <a:cubicBezTo>
                    <a:pt x="38140" y="2386"/>
                    <a:pt x="29592" y="1"/>
                    <a:pt x="19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6"/>
            <p:cNvSpPr/>
            <p:nvPr/>
          </p:nvSpPr>
          <p:spPr>
            <a:xfrm>
              <a:off x="508600" y="2269475"/>
              <a:ext cx="629075" cy="817375"/>
            </a:xfrm>
            <a:custGeom>
              <a:rect b="b" l="l" r="r" t="t"/>
              <a:pathLst>
                <a:path extrusionOk="0" h="32695" w="25163">
                  <a:moveTo>
                    <a:pt x="8656" y="1"/>
                  </a:moveTo>
                  <a:cubicBezTo>
                    <a:pt x="7764" y="1"/>
                    <a:pt x="6875" y="187"/>
                    <a:pt x="6078" y="574"/>
                  </a:cubicBezTo>
                  <a:cubicBezTo>
                    <a:pt x="4658" y="1227"/>
                    <a:pt x="3409" y="2250"/>
                    <a:pt x="2500" y="3499"/>
                  </a:cubicBezTo>
                  <a:cubicBezTo>
                    <a:pt x="1620" y="4720"/>
                    <a:pt x="938" y="6055"/>
                    <a:pt x="484" y="7504"/>
                  </a:cubicBezTo>
                  <a:cubicBezTo>
                    <a:pt x="370" y="7788"/>
                    <a:pt x="313" y="8072"/>
                    <a:pt x="257" y="8356"/>
                  </a:cubicBezTo>
                  <a:cubicBezTo>
                    <a:pt x="29" y="9548"/>
                    <a:pt x="1" y="10769"/>
                    <a:pt x="143" y="11991"/>
                  </a:cubicBezTo>
                  <a:cubicBezTo>
                    <a:pt x="257" y="13183"/>
                    <a:pt x="512" y="14348"/>
                    <a:pt x="910" y="15484"/>
                  </a:cubicBezTo>
                  <a:cubicBezTo>
                    <a:pt x="1648" y="17528"/>
                    <a:pt x="2784" y="19403"/>
                    <a:pt x="4232" y="20993"/>
                  </a:cubicBezTo>
                  <a:cubicBezTo>
                    <a:pt x="5340" y="22186"/>
                    <a:pt x="6618" y="23180"/>
                    <a:pt x="8038" y="24003"/>
                  </a:cubicBezTo>
                  <a:cubicBezTo>
                    <a:pt x="8805" y="24429"/>
                    <a:pt x="9600" y="24798"/>
                    <a:pt x="10452" y="25111"/>
                  </a:cubicBezTo>
                  <a:cubicBezTo>
                    <a:pt x="11474" y="25452"/>
                    <a:pt x="12525" y="25792"/>
                    <a:pt x="13547" y="26162"/>
                  </a:cubicBezTo>
                  <a:cubicBezTo>
                    <a:pt x="14399" y="26446"/>
                    <a:pt x="15194" y="26872"/>
                    <a:pt x="15876" y="27440"/>
                  </a:cubicBezTo>
                  <a:cubicBezTo>
                    <a:pt x="16302" y="27809"/>
                    <a:pt x="16671" y="28263"/>
                    <a:pt x="16984" y="28717"/>
                  </a:cubicBezTo>
                  <a:cubicBezTo>
                    <a:pt x="17239" y="29087"/>
                    <a:pt x="17466" y="29427"/>
                    <a:pt x="17694" y="29797"/>
                  </a:cubicBezTo>
                  <a:cubicBezTo>
                    <a:pt x="18120" y="30450"/>
                    <a:pt x="18716" y="30989"/>
                    <a:pt x="19454" y="31330"/>
                  </a:cubicBezTo>
                  <a:cubicBezTo>
                    <a:pt x="20022" y="31586"/>
                    <a:pt x="20562" y="31898"/>
                    <a:pt x="21101" y="32239"/>
                  </a:cubicBezTo>
                  <a:cubicBezTo>
                    <a:pt x="21584" y="32551"/>
                    <a:pt x="22152" y="32693"/>
                    <a:pt x="22720" y="32693"/>
                  </a:cubicBezTo>
                  <a:cubicBezTo>
                    <a:pt x="22747" y="32694"/>
                    <a:pt x="22773" y="32695"/>
                    <a:pt x="22799" y="32695"/>
                  </a:cubicBezTo>
                  <a:cubicBezTo>
                    <a:pt x="23452" y="32695"/>
                    <a:pt x="24068" y="32358"/>
                    <a:pt x="24396" y="31785"/>
                  </a:cubicBezTo>
                  <a:cubicBezTo>
                    <a:pt x="24907" y="30933"/>
                    <a:pt x="25162" y="29939"/>
                    <a:pt x="25162" y="28945"/>
                  </a:cubicBezTo>
                  <a:cubicBezTo>
                    <a:pt x="25162" y="26701"/>
                    <a:pt x="24594" y="24514"/>
                    <a:pt x="23515" y="22555"/>
                  </a:cubicBezTo>
                  <a:cubicBezTo>
                    <a:pt x="22862" y="21334"/>
                    <a:pt x="22181" y="20084"/>
                    <a:pt x="21641" y="18806"/>
                  </a:cubicBezTo>
                  <a:cubicBezTo>
                    <a:pt x="21101" y="17614"/>
                    <a:pt x="20675" y="16364"/>
                    <a:pt x="20420" y="15058"/>
                  </a:cubicBezTo>
                  <a:cubicBezTo>
                    <a:pt x="20221" y="14092"/>
                    <a:pt x="20022" y="13098"/>
                    <a:pt x="19767" y="12104"/>
                  </a:cubicBezTo>
                  <a:cubicBezTo>
                    <a:pt x="19454" y="10599"/>
                    <a:pt x="18858" y="9151"/>
                    <a:pt x="18063" y="7844"/>
                  </a:cubicBezTo>
                  <a:cubicBezTo>
                    <a:pt x="17694" y="7248"/>
                    <a:pt x="17268" y="6708"/>
                    <a:pt x="16785" y="6169"/>
                  </a:cubicBezTo>
                  <a:cubicBezTo>
                    <a:pt x="16103" y="5374"/>
                    <a:pt x="15478" y="4550"/>
                    <a:pt x="14854" y="3698"/>
                  </a:cubicBezTo>
                  <a:cubicBezTo>
                    <a:pt x="14342" y="2960"/>
                    <a:pt x="13746" y="2278"/>
                    <a:pt x="13093" y="1682"/>
                  </a:cubicBezTo>
                  <a:cubicBezTo>
                    <a:pt x="12042" y="773"/>
                    <a:pt x="10707" y="177"/>
                    <a:pt x="9316" y="35"/>
                  </a:cubicBezTo>
                  <a:cubicBezTo>
                    <a:pt x="9097" y="12"/>
                    <a:pt x="8876" y="1"/>
                    <a:pt x="8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6"/>
            <p:cNvSpPr/>
            <p:nvPr/>
          </p:nvSpPr>
          <p:spPr>
            <a:xfrm>
              <a:off x="573925" y="2325700"/>
              <a:ext cx="498425" cy="699650"/>
            </a:xfrm>
            <a:custGeom>
              <a:rect b="b" l="l" r="r" t="t"/>
              <a:pathLst>
                <a:path extrusionOk="0" h="27986" w="19937">
                  <a:moveTo>
                    <a:pt x="10735" y="10906"/>
                  </a:moveTo>
                  <a:lnTo>
                    <a:pt x="10735" y="10934"/>
                  </a:lnTo>
                  <a:lnTo>
                    <a:pt x="10707" y="10906"/>
                  </a:lnTo>
                  <a:close/>
                  <a:moveTo>
                    <a:pt x="8890" y="1"/>
                  </a:moveTo>
                  <a:cubicBezTo>
                    <a:pt x="8776" y="29"/>
                    <a:pt x="8776" y="114"/>
                    <a:pt x="8804" y="200"/>
                  </a:cubicBezTo>
                  <a:cubicBezTo>
                    <a:pt x="8918" y="484"/>
                    <a:pt x="9003" y="739"/>
                    <a:pt x="9117" y="995"/>
                  </a:cubicBezTo>
                  <a:cubicBezTo>
                    <a:pt x="9429" y="1648"/>
                    <a:pt x="9742" y="2301"/>
                    <a:pt x="10054" y="2983"/>
                  </a:cubicBezTo>
                  <a:cubicBezTo>
                    <a:pt x="10395" y="3749"/>
                    <a:pt x="10622" y="4601"/>
                    <a:pt x="10764" y="5453"/>
                  </a:cubicBezTo>
                  <a:cubicBezTo>
                    <a:pt x="10963" y="6845"/>
                    <a:pt x="11048" y="8236"/>
                    <a:pt x="11105" y="9628"/>
                  </a:cubicBezTo>
                  <a:cubicBezTo>
                    <a:pt x="11133" y="9770"/>
                    <a:pt x="11161" y="9940"/>
                    <a:pt x="11048" y="10082"/>
                  </a:cubicBezTo>
                  <a:cubicBezTo>
                    <a:pt x="11019" y="10054"/>
                    <a:pt x="10991" y="10054"/>
                    <a:pt x="10991" y="10054"/>
                  </a:cubicBezTo>
                  <a:cubicBezTo>
                    <a:pt x="10821" y="9770"/>
                    <a:pt x="10650" y="9458"/>
                    <a:pt x="10480" y="9174"/>
                  </a:cubicBezTo>
                  <a:cubicBezTo>
                    <a:pt x="10423" y="9060"/>
                    <a:pt x="10366" y="8946"/>
                    <a:pt x="10310" y="8833"/>
                  </a:cubicBezTo>
                  <a:cubicBezTo>
                    <a:pt x="9088" y="6731"/>
                    <a:pt x="7725" y="4687"/>
                    <a:pt x="6220" y="2755"/>
                  </a:cubicBezTo>
                  <a:cubicBezTo>
                    <a:pt x="5709" y="2102"/>
                    <a:pt x="5226" y="1421"/>
                    <a:pt x="4687" y="796"/>
                  </a:cubicBezTo>
                  <a:cubicBezTo>
                    <a:pt x="4545" y="626"/>
                    <a:pt x="4374" y="484"/>
                    <a:pt x="4175" y="370"/>
                  </a:cubicBezTo>
                  <a:cubicBezTo>
                    <a:pt x="4167" y="362"/>
                    <a:pt x="4159" y="358"/>
                    <a:pt x="4150" y="358"/>
                  </a:cubicBezTo>
                  <a:cubicBezTo>
                    <a:pt x="4128" y="358"/>
                    <a:pt x="4102" y="378"/>
                    <a:pt x="4062" y="398"/>
                  </a:cubicBezTo>
                  <a:cubicBezTo>
                    <a:pt x="4033" y="398"/>
                    <a:pt x="4033" y="455"/>
                    <a:pt x="4033" y="484"/>
                  </a:cubicBezTo>
                  <a:cubicBezTo>
                    <a:pt x="4062" y="682"/>
                    <a:pt x="4147" y="881"/>
                    <a:pt x="4261" y="1023"/>
                  </a:cubicBezTo>
                  <a:cubicBezTo>
                    <a:pt x="4601" y="1477"/>
                    <a:pt x="4885" y="1903"/>
                    <a:pt x="5254" y="2329"/>
                  </a:cubicBezTo>
                  <a:cubicBezTo>
                    <a:pt x="5964" y="3238"/>
                    <a:pt x="6646" y="4175"/>
                    <a:pt x="7299" y="5113"/>
                  </a:cubicBezTo>
                  <a:cubicBezTo>
                    <a:pt x="8208" y="6419"/>
                    <a:pt x="9032" y="7782"/>
                    <a:pt x="9855" y="9174"/>
                  </a:cubicBezTo>
                  <a:cubicBezTo>
                    <a:pt x="10111" y="9600"/>
                    <a:pt x="10338" y="10054"/>
                    <a:pt x="10565" y="10508"/>
                  </a:cubicBezTo>
                  <a:cubicBezTo>
                    <a:pt x="10593" y="10594"/>
                    <a:pt x="10650" y="10650"/>
                    <a:pt x="10565" y="10736"/>
                  </a:cubicBezTo>
                  <a:cubicBezTo>
                    <a:pt x="10534" y="10767"/>
                    <a:pt x="10499" y="10779"/>
                    <a:pt x="10462" y="10779"/>
                  </a:cubicBezTo>
                  <a:cubicBezTo>
                    <a:pt x="10400" y="10779"/>
                    <a:pt x="10335" y="10743"/>
                    <a:pt x="10281" y="10707"/>
                  </a:cubicBezTo>
                  <a:cubicBezTo>
                    <a:pt x="9003" y="9969"/>
                    <a:pt x="7725" y="9287"/>
                    <a:pt x="6390" y="8691"/>
                  </a:cubicBezTo>
                  <a:cubicBezTo>
                    <a:pt x="5567" y="8265"/>
                    <a:pt x="4743" y="7867"/>
                    <a:pt x="3977" y="7413"/>
                  </a:cubicBezTo>
                  <a:cubicBezTo>
                    <a:pt x="3238" y="6987"/>
                    <a:pt x="2557" y="6476"/>
                    <a:pt x="1932" y="5851"/>
                  </a:cubicBezTo>
                  <a:lnTo>
                    <a:pt x="625" y="4601"/>
                  </a:lnTo>
                  <a:cubicBezTo>
                    <a:pt x="512" y="4459"/>
                    <a:pt x="341" y="4317"/>
                    <a:pt x="171" y="4232"/>
                  </a:cubicBezTo>
                  <a:cubicBezTo>
                    <a:pt x="143" y="4232"/>
                    <a:pt x="86" y="4232"/>
                    <a:pt x="57" y="4261"/>
                  </a:cubicBezTo>
                  <a:cubicBezTo>
                    <a:pt x="29" y="4289"/>
                    <a:pt x="29" y="4317"/>
                    <a:pt x="29" y="4374"/>
                  </a:cubicBezTo>
                  <a:cubicBezTo>
                    <a:pt x="86" y="4516"/>
                    <a:pt x="171" y="4658"/>
                    <a:pt x="285" y="4772"/>
                  </a:cubicBezTo>
                  <a:cubicBezTo>
                    <a:pt x="1108" y="5709"/>
                    <a:pt x="2017" y="6589"/>
                    <a:pt x="3039" y="7328"/>
                  </a:cubicBezTo>
                  <a:cubicBezTo>
                    <a:pt x="3494" y="7668"/>
                    <a:pt x="3977" y="7952"/>
                    <a:pt x="4488" y="8208"/>
                  </a:cubicBezTo>
                  <a:cubicBezTo>
                    <a:pt x="5567" y="8804"/>
                    <a:pt x="6674" y="9316"/>
                    <a:pt x="7782" y="9855"/>
                  </a:cubicBezTo>
                  <a:cubicBezTo>
                    <a:pt x="8719" y="10281"/>
                    <a:pt x="9628" y="10792"/>
                    <a:pt x="10508" y="11303"/>
                  </a:cubicBezTo>
                  <a:cubicBezTo>
                    <a:pt x="11019" y="11616"/>
                    <a:pt x="11417" y="12070"/>
                    <a:pt x="11673" y="12581"/>
                  </a:cubicBezTo>
                  <a:cubicBezTo>
                    <a:pt x="12297" y="13916"/>
                    <a:pt x="12951" y="15194"/>
                    <a:pt x="13519" y="16529"/>
                  </a:cubicBezTo>
                  <a:cubicBezTo>
                    <a:pt x="13575" y="16699"/>
                    <a:pt x="13632" y="16841"/>
                    <a:pt x="13689" y="17012"/>
                  </a:cubicBezTo>
                  <a:cubicBezTo>
                    <a:pt x="13689" y="17040"/>
                    <a:pt x="13746" y="17068"/>
                    <a:pt x="13746" y="17068"/>
                  </a:cubicBezTo>
                  <a:cubicBezTo>
                    <a:pt x="13714" y="17100"/>
                    <a:pt x="13691" y="17112"/>
                    <a:pt x="13672" y="17112"/>
                  </a:cubicBezTo>
                  <a:cubicBezTo>
                    <a:pt x="13640" y="17112"/>
                    <a:pt x="13622" y="17076"/>
                    <a:pt x="13604" y="17040"/>
                  </a:cubicBezTo>
                  <a:cubicBezTo>
                    <a:pt x="13490" y="17012"/>
                    <a:pt x="13377" y="16955"/>
                    <a:pt x="13263" y="16898"/>
                  </a:cubicBezTo>
                  <a:cubicBezTo>
                    <a:pt x="12894" y="16642"/>
                    <a:pt x="12496" y="16387"/>
                    <a:pt x="12070" y="16188"/>
                  </a:cubicBezTo>
                  <a:cubicBezTo>
                    <a:pt x="11332" y="15762"/>
                    <a:pt x="10565" y="15393"/>
                    <a:pt x="9798" y="15052"/>
                  </a:cubicBezTo>
                  <a:cubicBezTo>
                    <a:pt x="8918" y="14655"/>
                    <a:pt x="8038" y="14342"/>
                    <a:pt x="7186" y="13945"/>
                  </a:cubicBezTo>
                  <a:cubicBezTo>
                    <a:pt x="5993" y="13433"/>
                    <a:pt x="4857" y="12865"/>
                    <a:pt x="3806" y="12155"/>
                  </a:cubicBezTo>
                  <a:cubicBezTo>
                    <a:pt x="2699" y="11389"/>
                    <a:pt x="1648" y="10537"/>
                    <a:pt x="625" y="9628"/>
                  </a:cubicBezTo>
                  <a:cubicBezTo>
                    <a:pt x="483" y="9514"/>
                    <a:pt x="370" y="9372"/>
                    <a:pt x="256" y="9230"/>
                  </a:cubicBezTo>
                  <a:cubicBezTo>
                    <a:pt x="228" y="9202"/>
                    <a:pt x="185" y="9188"/>
                    <a:pt x="143" y="9188"/>
                  </a:cubicBezTo>
                  <a:cubicBezTo>
                    <a:pt x="100" y="9188"/>
                    <a:pt x="57" y="9202"/>
                    <a:pt x="29" y="9230"/>
                  </a:cubicBezTo>
                  <a:cubicBezTo>
                    <a:pt x="1" y="9287"/>
                    <a:pt x="1" y="9344"/>
                    <a:pt x="29" y="9401"/>
                  </a:cubicBezTo>
                  <a:cubicBezTo>
                    <a:pt x="143" y="9600"/>
                    <a:pt x="285" y="9770"/>
                    <a:pt x="455" y="9940"/>
                  </a:cubicBezTo>
                  <a:cubicBezTo>
                    <a:pt x="824" y="10310"/>
                    <a:pt x="1222" y="10707"/>
                    <a:pt x="1648" y="11048"/>
                  </a:cubicBezTo>
                  <a:cubicBezTo>
                    <a:pt x="2301" y="11644"/>
                    <a:pt x="2983" y="12212"/>
                    <a:pt x="3749" y="12695"/>
                  </a:cubicBezTo>
                  <a:cubicBezTo>
                    <a:pt x="4374" y="13093"/>
                    <a:pt x="4999" y="13462"/>
                    <a:pt x="5680" y="13803"/>
                  </a:cubicBezTo>
                  <a:cubicBezTo>
                    <a:pt x="6589" y="14257"/>
                    <a:pt x="7555" y="14626"/>
                    <a:pt x="8492" y="15081"/>
                  </a:cubicBezTo>
                  <a:cubicBezTo>
                    <a:pt x="9230" y="15421"/>
                    <a:pt x="9969" y="15705"/>
                    <a:pt x="10707" y="16046"/>
                  </a:cubicBezTo>
                  <a:cubicBezTo>
                    <a:pt x="11729" y="16500"/>
                    <a:pt x="12695" y="17040"/>
                    <a:pt x="13632" y="17665"/>
                  </a:cubicBezTo>
                  <a:cubicBezTo>
                    <a:pt x="13689" y="17693"/>
                    <a:pt x="13717" y="17750"/>
                    <a:pt x="13774" y="17750"/>
                  </a:cubicBezTo>
                  <a:cubicBezTo>
                    <a:pt x="14172" y="17807"/>
                    <a:pt x="14257" y="18119"/>
                    <a:pt x="14399" y="18403"/>
                  </a:cubicBezTo>
                  <a:cubicBezTo>
                    <a:pt x="14882" y="19340"/>
                    <a:pt x="15365" y="20278"/>
                    <a:pt x="15876" y="21215"/>
                  </a:cubicBezTo>
                  <a:cubicBezTo>
                    <a:pt x="16074" y="21555"/>
                    <a:pt x="16245" y="21925"/>
                    <a:pt x="16415" y="22265"/>
                  </a:cubicBezTo>
                  <a:cubicBezTo>
                    <a:pt x="16472" y="22351"/>
                    <a:pt x="16472" y="22436"/>
                    <a:pt x="16415" y="22521"/>
                  </a:cubicBezTo>
                  <a:lnTo>
                    <a:pt x="15535" y="22152"/>
                  </a:lnTo>
                  <a:cubicBezTo>
                    <a:pt x="15421" y="22095"/>
                    <a:pt x="15279" y="22067"/>
                    <a:pt x="15137" y="22010"/>
                  </a:cubicBezTo>
                  <a:cubicBezTo>
                    <a:pt x="14143" y="21783"/>
                    <a:pt x="13149" y="21499"/>
                    <a:pt x="12127" y="21300"/>
                  </a:cubicBezTo>
                  <a:cubicBezTo>
                    <a:pt x="11076" y="21130"/>
                    <a:pt x="10026" y="20817"/>
                    <a:pt x="9060" y="20420"/>
                  </a:cubicBezTo>
                  <a:cubicBezTo>
                    <a:pt x="8151" y="20050"/>
                    <a:pt x="7271" y="19624"/>
                    <a:pt x="6447" y="19142"/>
                  </a:cubicBezTo>
                  <a:cubicBezTo>
                    <a:pt x="6305" y="19028"/>
                    <a:pt x="6163" y="18971"/>
                    <a:pt x="5993" y="18943"/>
                  </a:cubicBezTo>
                  <a:cubicBezTo>
                    <a:pt x="5964" y="18943"/>
                    <a:pt x="5908" y="18943"/>
                    <a:pt x="5908" y="18971"/>
                  </a:cubicBezTo>
                  <a:cubicBezTo>
                    <a:pt x="5879" y="19000"/>
                    <a:pt x="5879" y="19028"/>
                    <a:pt x="5908" y="19085"/>
                  </a:cubicBezTo>
                  <a:cubicBezTo>
                    <a:pt x="5964" y="19227"/>
                    <a:pt x="6106" y="19340"/>
                    <a:pt x="6248" y="19426"/>
                  </a:cubicBezTo>
                  <a:cubicBezTo>
                    <a:pt x="6561" y="19653"/>
                    <a:pt x="6873" y="19852"/>
                    <a:pt x="7214" y="20022"/>
                  </a:cubicBezTo>
                  <a:cubicBezTo>
                    <a:pt x="7981" y="20448"/>
                    <a:pt x="8776" y="20817"/>
                    <a:pt x="9571" y="21130"/>
                  </a:cubicBezTo>
                  <a:cubicBezTo>
                    <a:pt x="10054" y="21272"/>
                    <a:pt x="10537" y="21442"/>
                    <a:pt x="11019" y="21555"/>
                  </a:cubicBezTo>
                  <a:cubicBezTo>
                    <a:pt x="11729" y="21726"/>
                    <a:pt x="12439" y="21896"/>
                    <a:pt x="13149" y="22010"/>
                  </a:cubicBezTo>
                  <a:cubicBezTo>
                    <a:pt x="13945" y="22180"/>
                    <a:pt x="14740" y="22407"/>
                    <a:pt x="15507" y="22635"/>
                  </a:cubicBezTo>
                  <a:cubicBezTo>
                    <a:pt x="15847" y="22720"/>
                    <a:pt x="16188" y="22890"/>
                    <a:pt x="16472" y="23117"/>
                  </a:cubicBezTo>
                  <a:cubicBezTo>
                    <a:pt x="16557" y="23203"/>
                    <a:pt x="16671" y="23316"/>
                    <a:pt x="16756" y="23316"/>
                  </a:cubicBezTo>
                  <a:cubicBezTo>
                    <a:pt x="17012" y="23345"/>
                    <a:pt x="17097" y="23543"/>
                    <a:pt x="17210" y="23714"/>
                  </a:cubicBezTo>
                  <a:lnTo>
                    <a:pt x="18261" y="25560"/>
                  </a:lnTo>
                  <a:cubicBezTo>
                    <a:pt x="18403" y="25730"/>
                    <a:pt x="18488" y="25929"/>
                    <a:pt x="18630" y="26185"/>
                  </a:cubicBezTo>
                  <a:cubicBezTo>
                    <a:pt x="18204" y="26071"/>
                    <a:pt x="17778" y="25901"/>
                    <a:pt x="17409" y="25702"/>
                  </a:cubicBezTo>
                  <a:cubicBezTo>
                    <a:pt x="16955" y="25531"/>
                    <a:pt x="16529" y="25333"/>
                    <a:pt x="16074" y="25134"/>
                  </a:cubicBezTo>
                  <a:cubicBezTo>
                    <a:pt x="16018" y="25105"/>
                    <a:pt x="15961" y="25105"/>
                    <a:pt x="15904" y="25077"/>
                  </a:cubicBezTo>
                  <a:cubicBezTo>
                    <a:pt x="15847" y="25077"/>
                    <a:pt x="15790" y="25077"/>
                    <a:pt x="15762" y="25134"/>
                  </a:cubicBezTo>
                  <a:cubicBezTo>
                    <a:pt x="15734" y="25191"/>
                    <a:pt x="15734" y="25219"/>
                    <a:pt x="15762" y="25247"/>
                  </a:cubicBezTo>
                  <a:cubicBezTo>
                    <a:pt x="15790" y="25304"/>
                    <a:pt x="15847" y="25333"/>
                    <a:pt x="15876" y="25389"/>
                  </a:cubicBezTo>
                  <a:cubicBezTo>
                    <a:pt x="16103" y="25560"/>
                    <a:pt x="16330" y="25702"/>
                    <a:pt x="16586" y="25844"/>
                  </a:cubicBezTo>
                  <a:cubicBezTo>
                    <a:pt x="17267" y="26156"/>
                    <a:pt x="17977" y="26440"/>
                    <a:pt x="18687" y="26639"/>
                  </a:cubicBezTo>
                  <a:cubicBezTo>
                    <a:pt x="18829" y="26667"/>
                    <a:pt x="18971" y="26781"/>
                    <a:pt x="19056" y="26923"/>
                  </a:cubicBezTo>
                  <a:lnTo>
                    <a:pt x="19511" y="27718"/>
                  </a:lnTo>
                  <a:cubicBezTo>
                    <a:pt x="19568" y="27803"/>
                    <a:pt x="19624" y="27888"/>
                    <a:pt x="19681" y="27945"/>
                  </a:cubicBezTo>
                  <a:cubicBezTo>
                    <a:pt x="19721" y="27965"/>
                    <a:pt x="19761" y="27985"/>
                    <a:pt x="19802" y="27985"/>
                  </a:cubicBezTo>
                  <a:cubicBezTo>
                    <a:pt x="19818" y="27985"/>
                    <a:pt x="19835" y="27982"/>
                    <a:pt x="19852" y="27974"/>
                  </a:cubicBezTo>
                  <a:cubicBezTo>
                    <a:pt x="19908" y="27945"/>
                    <a:pt x="19937" y="27888"/>
                    <a:pt x="19937" y="27832"/>
                  </a:cubicBezTo>
                  <a:cubicBezTo>
                    <a:pt x="19937" y="27633"/>
                    <a:pt x="19880" y="27434"/>
                    <a:pt x="19766" y="27264"/>
                  </a:cubicBezTo>
                  <a:cubicBezTo>
                    <a:pt x="19624" y="27008"/>
                    <a:pt x="19511" y="26724"/>
                    <a:pt x="19426" y="26440"/>
                  </a:cubicBezTo>
                  <a:cubicBezTo>
                    <a:pt x="19369" y="26270"/>
                    <a:pt x="19340" y="26099"/>
                    <a:pt x="19397" y="25929"/>
                  </a:cubicBezTo>
                  <a:cubicBezTo>
                    <a:pt x="19539" y="25304"/>
                    <a:pt x="19624" y="24651"/>
                    <a:pt x="19596" y="23998"/>
                  </a:cubicBezTo>
                  <a:cubicBezTo>
                    <a:pt x="19653" y="23487"/>
                    <a:pt x="19653" y="22947"/>
                    <a:pt x="19596" y="22436"/>
                  </a:cubicBezTo>
                  <a:cubicBezTo>
                    <a:pt x="19596" y="22322"/>
                    <a:pt x="19568" y="22237"/>
                    <a:pt x="19539" y="22123"/>
                  </a:cubicBezTo>
                  <a:cubicBezTo>
                    <a:pt x="19516" y="22077"/>
                    <a:pt x="19493" y="22031"/>
                    <a:pt x="19439" y="22031"/>
                  </a:cubicBezTo>
                  <a:cubicBezTo>
                    <a:pt x="19427" y="22031"/>
                    <a:pt x="19413" y="22033"/>
                    <a:pt x="19397" y="22038"/>
                  </a:cubicBezTo>
                  <a:cubicBezTo>
                    <a:pt x="19369" y="22038"/>
                    <a:pt x="19340" y="22067"/>
                    <a:pt x="19312" y="22123"/>
                  </a:cubicBezTo>
                  <a:cubicBezTo>
                    <a:pt x="19312" y="22180"/>
                    <a:pt x="19284" y="22265"/>
                    <a:pt x="19284" y="22351"/>
                  </a:cubicBezTo>
                  <a:cubicBezTo>
                    <a:pt x="19227" y="23316"/>
                    <a:pt x="19198" y="24282"/>
                    <a:pt x="19142" y="25247"/>
                  </a:cubicBezTo>
                  <a:cubicBezTo>
                    <a:pt x="19113" y="25389"/>
                    <a:pt x="19142" y="25531"/>
                    <a:pt x="19028" y="25645"/>
                  </a:cubicBezTo>
                  <a:cubicBezTo>
                    <a:pt x="18943" y="25645"/>
                    <a:pt x="18914" y="25588"/>
                    <a:pt x="18886" y="25531"/>
                  </a:cubicBezTo>
                  <a:cubicBezTo>
                    <a:pt x="18488" y="24821"/>
                    <a:pt x="18062" y="24083"/>
                    <a:pt x="17665" y="23373"/>
                  </a:cubicBezTo>
                  <a:cubicBezTo>
                    <a:pt x="17580" y="23174"/>
                    <a:pt x="17551" y="22975"/>
                    <a:pt x="17580" y="22777"/>
                  </a:cubicBezTo>
                  <a:cubicBezTo>
                    <a:pt x="17636" y="21726"/>
                    <a:pt x="17665" y="20675"/>
                    <a:pt x="17778" y="19653"/>
                  </a:cubicBezTo>
                  <a:cubicBezTo>
                    <a:pt x="17835" y="18914"/>
                    <a:pt x="17835" y="18176"/>
                    <a:pt x="17835" y="17466"/>
                  </a:cubicBezTo>
                  <a:cubicBezTo>
                    <a:pt x="17835" y="17068"/>
                    <a:pt x="17835" y="16642"/>
                    <a:pt x="17750" y="16245"/>
                  </a:cubicBezTo>
                  <a:cubicBezTo>
                    <a:pt x="17722" y="16160"/>
                    <a:pt x="17693" y="16046"/>
                    <a:pt x="17665" y="15961"/>
                  </a:cubicBezTo>
                  <a:cubicBezTo>
                    <a:pt x="17636" y="15961"/>
                    <a:pt x="17580" y="15933"/>
                    <a:pt x="17551" y="15933"/>
                  </a:cubicBezTo>
                  <a:cubicBezTo>
                    <a:pt x="17523" y="15933"/>
                    <a:pt x="17494" y="15961"/>
                    <a:pt x="17466" y="15989"/>
                  </a:cubicBezTo>
                  <a:cubicBezTo>
                    <a:pt x="17438" y="16046"/>
                    <a:pt x="17438" y="16103"/>
                    <a:pt x="17438" y="16160"/>
                  </a:cubicBezTo>
                  <a:cubicBezTo>
                    <a:pt x="17409" y="16870"/>
                    <a:pt x="17381" y="17580"/>
                    <a:pt x="17381" y="18290"/>
                  </a:cubicBezTo>
                  <a:cubicBezTo>
                    <a:pt x="17409" y="19113"/>
                    <a:pt x="17296" y="19908"/>
                    <a:pt x="17210" y="20732"/>
                  </a:cubicBezTo>
                  <a:cubicBezTo>
                    <a:pt x="17239" y="21186"/>
                    <a:pt x="17182" y="21641"/>
                    <a:pt x="17097" y="22095"/>
                  </a:cubicBezTo>
                  <a:cubicBezTo>
                    <a:pt x="17154" y="22123"/>
                    <a:pt x="17154" y="22180"/>
                    <a:pt x="17125" y="22180"/>
                  </a:cubicBezTo>
                  <a:cubicBezTo>
                    <a:pt x="17118" y="22188"/>
                    <a:pt x="17110" y="22191"/>
                    <a:pt x="17103" y="22191"/>
                  </a:cubicBezTo>
                  <a:cubicBezTo>
                    <a:pt x="17084" y="22191"/>
                    <a:pt x="17068" y="22165"/>
                    <a:pt x="17068" y="22123"/>
                  </a:cubicBezTo>
                  <a:cubicBezTo>
                    <a:pt x="16870" y="21953"/>
                    <a:pt x="16756" y="21754"/>
                    <a:pt x="16671" y="21527"/>
                  </a:cubicBezTo>
                  <a:cubicBezTo>
                    <a:pt x="16046" y="20363"/>
                    <a:pt x="15450" y="19170"/>
                    <a:pt x="14853" y="17977"/>
                  </a:cubicBezTo>
                  <a:cubicBezTo>
                    <a:pt x="14711" y="17693"/>
                    <a:pt x="14626" y="17381"/>
                    <a:pt x="14626" y="17040"/>
                  </a:cubicBezTo>
                  <a:cubicBezTo>
                    <a:pt x="14569" y="16330"/>
                    <a:pt x="14598" y="15592"/>
                    <a:pt x="14683" y="14882"/>
                  </a:cubicBezTo>
                  <a:cubicBezTo>
                    <a:pt x="14797" y="13945"/>
                    <a:pt x="14910" y="13036"/>
                    <a:pt x="14995" y="12099"/>
                  </a:cubicBezTo>
                  <a:cubicBezTo>
                    <a:pt x="15024" y="11673"/>
                    <a:pt x="15024" y="11218"/>
                    <a:pt x="14995" y="10764"/>
                  </a:cubicBezTo>
                  <a:cubicBezTo>
                    <a:pt x="14882" y="9287"/>
                    <a:pt x="14569" y="7810"/>
                    <a:pt x="14087" y="6390"/>
                  </a:cubicBezTo>
                  <a:cubicBezTo>
                    <a:pt x="13973" y="6021"/>
                    <a:pt x="13831" y="5652"/>
                    <a:pt x="13689" y="5311"/>
                  </a:cubicBezTo>
                  <a:cubicBezTo>
                    <a:pt x="13661" y="5198"/>
                    <a:pt x="13604" y="5084"/>
                    <a:pt x="13519" y="4999"/>
                  </a:cubicBezTo>
                  <a:cubicBezTo>
                    <a:pt x="13490" y="4942"/>
                    <a:pt x="13433" y="4942"/>
                    <a:pt x="13377" y="4942"/>
                  </a:cubicBezTo>
                  <a:cubicBezTo>
                    <a:pt x="13320" y="4971"/>
                    <a:pt x="13291" y="5027"/>
                    <a:pt x="13291" y="5084"/>
                  </a:cubicBezTo>
                  <a:cubicBezTo>
                    <a:pt x="13320" y="5340"/>
                    <a:pt x="13377" y="5595"/>
                    <a:pt x="13462" y="5851"/>
                  </a:cubicBezTo>
                  <a:cubicBezTo>
                    <a:pt x="13831" y="7072"/>
                    <a:pt x="14143" y="8293"/>
                    <a:pt x="14371" y="9571"/>
                  </a:cubicBezTo>
                  <a:cubicBezTo>
                    <a:pt x="14541" y="10565"/>
                    <a:pt x="14569" y="11616"/>
                    <a:pt x="14427" y="12638"/>
                  </a:cubicBezTo>
                  <a:cubicBezTo>
                    <a:pt x="14285" y="13575"/>
                    <a:pt x="14200" y="14513"/>
                    <a:pt x="14172" y="15478"/>
                  </a:cubicBezTo>
                  <a:cubicBezTo>
                    <a:pt x="14172" y="15705"/>
                    <a:pt x="14143" y="15961"/>
                    <a:pt x="14058" y="16188"/>
                  </a:cubicBezTo>
                  <a:cubicBezTo>
                    <a:pt x="13859" y="15876"/>
                    <a:pt x="13717" y="15563"/>
                    <a:pt x="13575" y="15223"/>
                  </a:cubicBezTo>
                  <a:cubicBezTo>
                    <a:pt x="13036" y="14001"/>
                    <a:pt x="12439" y="12809"/>
                    <a:pt x="11815" y="11644"/>
                  </a:cubicBezTo>
                  <a:cubicBezTo>
                    <a:pt x="11673" y="11360"/>
                    <a:pt x="11587" y="11076"/>
                    <a:pt x="11587" y="10792"/>
                  </a:cubicBezTo>
                  <a:cubicBezTo>
                    <a:pt x="11587" y="9316"/>
                    <a:pt x="11502" y="7839"/>
                    <a:pt x="11332" y="6362"/>
                  </a:cubicBezTo>
                  <a:cubicBezTo>
                    <a:pt x="11275" y="5397"/>
                    <a:pt x="11076" y="4403"/>
                    <a:pt x="10764" y="3465"/>
                  </a:cubicBezTo>
                  <a:cubicBezTo>
                    <a:pt x="10537" y="2841"/>
                    <a:pt x="10253" y="2244"/>
                    <a:pt x="9940" y="1648"/>
                  </a:cubicBezTo>
                  <a:cubicBezTo>
                    <a:pt x="9713" y="1193"/>
                    <a:pt x="9486" y="796"/>
                    <a:pt x="9259" y="370"/>
                  </a:cubicBezTo>
                  <a:cubicBezTo>
                    <a:pt x="9174" y="256"/>
                    <a:pt x="9117" y="143"/>
                    <a:pt x="9032" y="58"/>
                  </a:cubicBezTo>
                  <a:cubicBezTo>
                    <a:pt x="9003" y="29"/>
                    <a:pt x="8946" y="1"/>
                    <a:pt x="8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6"/>
            <p:cNvSpPr/>
            <p:nvPr/>
          </p:nvSpPr>
          <p:spPr>
            <a:xfrm>
              <a:off x="914000" y="2750975"/>
              <a:ext cx="3575" cy="2525"/>
            </a:xfrm>
            <a:custGeom>
              <a:rect b="b" l="l" r="r" t="t"/>
              <a:pathLst>
                <a:path extrusionOk="0" h="101" w="143">
                  <a:moveTo>
                    <a:pt x="86" y="1"/>
                  </a:moveTo>
                  <a:lnTo>
                    <a:pt x="1" y="29"/>
                  </a:lnTo>
                  <a:cubicBezTo>
                    <a:pt x="19" y="65"/>
                    <a:pt x="37" y="101"/>
                    <a:pt x="69" y="101"/>
                  </a:cubicBezTo>
                  <a:cubicBezTo>
                    <a:pt x="88" y="101"/>
                    <a:pt x="111" y="89"/>
                    <a:pt x="143" y="57"/>
                  </a:cubicBezTo>
                  <a:cubicBezTo>
                    <a:pt x="143" y="57"/>
                    <a:pt x="86" y="29"/>
                    <a:pt x="86"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6"/>
            <p:cNvSpPr/>
            <p:nvPr/>
          </p:nvSpPr>
          <p:spPr>
            <a:xfrm>
              <a:off x="1000625" y="2879475"/>
              <a:ext cx="2150" cy="2450"/>
            </a:xfrm>
            <a:custGeom>
              <a:rect b="b" l="l" r="r" t="t"/>
              <a:pathLst>
                <a:path extrusionOk="0" h="98" w="86">
                  <a:moveTo>
                    <a:pt x="29" y="1"/>
                  </a:moveTo>
                  <a:lnTo>
                    <a:pt x="0" y="29"/>
                  </a:lnTo>
                  <a:cubicBezTo>
                    <a:pt x="0" y="71"/>
                    <a:pt x="16" y="97"/>
                    <a:pt x="35" y="97"/>
                  </a:cubicBezTo>
                  <a:cubicBezTo>
                    <a:pt x="42" y="97"/>
                    <a:pt x="50" y="94"/>
                    <a:pt x="57" y="86"/>
                  </a:cubicBezTo>
                  <a:cubicBezTo>
                    <a:pt x="86" y="58"/>
                    <a:pt x="86" y="29"/>
                    <a:pt x="29"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6"/>
            <p:cNvSpPr/>
            <p:nvPr/>
          </p:nvSpPr>
          <p:spPr>
            <a:xfrm>
              <a:off x="841600" y="2597625"/>
              <a:ext cx="725" cy="725"/>
            </a:xfrm>
            <a:custGeom>
              <a:rect b="b" l="l" r="r" t="t"/>
              <a:pathLst>
                <a:path extrusionOk="0" h="29" w="29">
                  <a:moveTo>
                    <a:pt x="28" y="1"/>
                  </a:moveTo>
                  <a:lnTo>
                    <a:pt x="0" y="29"/>
                  </a:lnTo>
                  <a:lnTo>
                    <a:pt x="28" y="29"/>
                  </a:lnTo>
                  <a:lnTo>
                    <a:pt x="28"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6"/>
            <p:cNvSpPr/>
            <p:nvPr/>
          </p:nvSpPr>
          <p:spPr>
            <a:xfrm>
              <a:off x="769875" y="3171575"/>
              <a:ext cx="704325" cy="121525"/>
            </a:xfrm>
            <a:custGeom>
              <a:rect b="b" l="l" r="r" t="t"/>
              <a:pathLst>
                <a:path extrusionOk="0" h="4861" w="28173">
                  <a:moveTo>
                    <a:pt x="17197" y="1"/>
                  </a:moveTo>
                  <a:cubicBezTo>
                    <a:pt x="14714" y="1"/>
                    <a:pt x="12224" y="100"/>
                    <a:pt x="9770" y="330"/>
                  </a:cubicBezTo>
                  <a:cubicBezTo>
                    <a:pt x="7981" y="443"/>
                    <a:pt x="6220" y="699"/>
                    <a:pt x="4488" y="1096"/>
                  </a:cubicBezTo>
                  <a:cubicBezTo>
                    <a:pt x="3267" y="1352"/>
                    <a:pt x="2074" y="1721"/>
                    <a:pt x="938" y="2232"/>
                  </a:cubicBezTo>
                  <a:cubicBezTo>
                    <a:pt x="626" y="2374"/>
                    <a:pt x="342" y="2545"/>
                    <a:pt x="58" y="2772"/>
                  </a:cubicBezTo>
                  <a:cubicBezTo>
                    <a:pt x="1" y="2800"/>
                    <a:pt x="1" y="2885"/>
                    <a:pt x="29" y="2942"/>
                  </a:cubicBezTo>
                  <a:cubicBezTo>
                    <a:pt x="43" y="2956"/>
                    <a:pt x="72" y="2964"/>
                    <a:pt x="100" y="2964"/>
                  </a:cubicBezTo>
                  <a:cubicBezTo>
                    <a:pt x="129" y="2964"/>
                    <a:pt x="157" y="2956"/>
                    <a:pt x="171" y="2942"/>
                  </a:cubicBezTo>
                  <a:cubicBezTo>
                    <a:pt x="308" y="2825"/>
                    <a:pt x="486" y="2761"/>
                    <a:pt x="667" y="2761"/>
                  </a:cubicBezTo>
                  <a:cubicBezTo>
                    <a:pt x="749" y="2761"/>
                    <a:pt x="830" y="2774"/>
                    <a:pt x="910" y="2800"/>
                  </a:cubicBezTo>
                  <a:cubicBezTo>
                    <a:pt x="2046" y="3056"/>
                    <a:pt x="3181" y="3283"/>
                    <a:pt x="4346" y="3510"/>
                  </a:cubicBezTo>
                  <a:cubicBezTo>
                    <a:pt x="6419" y="3965"/>
                    <a:pt x="8549" y="4305"/>
                    <a:pt x="10679" y="4533"/>
                  </a:cubicBezTo>
                  <a:cubicBezTo>
                    <a:pt x="12099" y="4703"/>
                    <a:pt x="13547" y="4817"/>
                    <a:pt x="14967" y="4845"/>
                  </a:cubicBezTo>
                  <a:cubicBezTo>
                    <a:pt x="15301" y="4856"/>
                    <a:pt x="15635" y="4861"/>
                    <a:pt x="15969" y="4861"/>
                  </a:cubicBezTo>
                  <a:cubicBezTo>
                    <a:pt x="18338" y="4861"/>
                    <a:pt x="20714" y="4594"/>
                    <a:pt x="23004" y="4021"/>
                  </a:cubicBezTo>
                  <a:cubicBezTo>
                    <a:pt x="24253" y="3737"/>
                    <a:pt x="25475" y="3255"/>
                    <a:pt x="26582" y="2602"/>
                  </a:cubicBezTo>
                  <a:cubicBezTo>
                    <a:pt x="27122" y="2289"/>
                    <a:pt x="27661" y="1948"/>
                    <a:pt x="28173" y="1579"/>
                  </a:cubicBezTo>
                  <a:cubicBezTo>
                    <a:pt x="28144" y="1437"/>
                    <a:pt x="28031" y="1352"/>
                    <a:pt x="27889" y="1324"/>
                  </a:cubicBezTo>
                  <a:cubicBezTo>
                    <a:pt x="27633" y="1238"/>
                    <a:pt x="27377" y="1153"/>
                    <a:pt x="27122" y="1096"/>
                  </a:cubicBezTo>
                  <a:cubicBezTo>
                    <a:pt x="24452" y="415"/>
                    <a:pt x="21726" y="46"/>
                    <a:pt x="18971" y="17"/>
                  </a:cubicBezTo>
                  <a:cubicBezTo>
                    <a:pt x="18381" y="6"/>
                    <a:pt x="17789" y="1"/>
                    <a:pt x="17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6"/>
            <p:cNvSpPr/>
            <p:nvPr/>
          </p:nvSpPr>
          <p:spPr>
            <a:xfrm>
              <a:off x="846550" y="3216375"/>
              <a:ext cx="584350" cy="76950"/>
            </a:xfrm>
            <a:custGeom>
              <a:rect b="b" l="l" r="r" t="t"/>
              <a:pathLst>
                <a:path extrusionOk="0" h="3078" w="23374">
                  <a:moveTo>
                    <a:pt x="14320" y="0"/>
                  </a:moveTo>
                  <a:cubicBezTo>
                    <a:pt x="11772" y="0"/>
                    <a:pt x="9223" y="114"/>
                    <a:pt x="6675" y="327"/>
                  </a:cubicBezTo>
                  <a:cubicBezTo>
                    <a:pt x="4914" y="469"/>
                    <a:pt x="3153" y="724"/>
                    <a:pt x="1421" y="1093"/>
                  </a:cubicBezTo>
                  <a:cubicBezTo>
                    <a:pt x="938" y="1207"/>
                    <a:pt x="455" y="1321"/>
                    <a:pt x="1" y="1463"/>
                  </a:cubicBezTo>
                  <a:lnTo>
                    <a:pt x="1279" y="1718"/>
                  </a:lnTo>
                  <a:cubicBezTo>
                    <a:pt x="3380" y="2173"/>
                    <a:pt x="5482" y="2513"/>
                    <a:pt x="7612" y="2769"/>
                  </a:cubicBezTo>
                  <a:cubicBezTo>
                    <a:pt x="9032" y="2911"/>
                    <a:pt x="10480" y="3025"/>
                    <a:pt x="11900" y="3053"/>
                  </a:cubicBezTo>
                  <a:cubicBezTo>
                    <a:pt x="12292" y="3069"/>
                    <a:pt x="12682" y="3077"/>
                    <a:pt x="13073" y="3077"/>
                  </a:cubicBezTo>
                  <a:cubicBezTo>
                    <a:pt x="15399" y="3077"/>
                    <a:pt x="17699" y="2789"/>
                    <a:pt x="19937" y="2229"/>
                  </a:cubicBezTo>
                  <a:cubicBezTo>
                    <a:pt x="21130" y="1945"/>
                    <a:pt x="22294" y="1519"/>
                    <a:pt x="23373" y="923"/>
                  </a:cubicBezTo>
                  <a:cubicBezTo>
                    <a:pt x="20902" y="355"/>
                    <a:pt x="18403" y="43"/>
                    <a:pt x="15876" y="14"/>
                  </a:cubicBezTo>
                  <a:cubicBezTo>
                    <a:pt x="15357" y="5"/>
                    <a:pt x="14839" y="0"/>
                    <a:pt x="143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6"/>
            <p:cNvSpPr/>
            <p:nvPr/>
          </p:nvSpPr>
          <p:spPr>
            <a:xfrm>
              <a:off x="1094350" y="1609350"/>
              <a:ext cx="200925" cy="2009025"/>
            </a:xfrm>
            <a:custGeom>
              <a:rect b="b" l="l" r="r" t="t"/>
              <a:pathLst>
                <a:path extrusionOk="0" h="80361" w="8037">
                  <a:moveTo>
                    <a:pt x="7668" y="0"/>
                  </a:moveTo>
                  <a:cubicBezTo>
                    <a:pt x="7554" y="0"/>
                    <a:pt x="7441" y="29"/>
                    <a:pt x="7327" y="85"/>
                  </a:cubicBezTo>
                  <a:cubicBezTo>
                    <a:pt x="7071" y="171"/>
                    <a:pt x="6873" y="341"/>
                    <a:pt x="6674" y="540"/>
                  </a:cubicBezTo>
                  <a:cubicBezTo>
                    <a:pt x="6021" y="1221"/>
                    <a:pt x="5368" y="1931"/>
                    <a:pt x="4771" y="2670"/>
                  </a:cubicBezTo>
                  <a:cubicBezTo>
                    <a:pt x="3692" y="3976"/>
                    <a:pt x="2726" y="5396"/>
                    <a:pt x="1931" y="6901"/>
                  </a:cubicBezTo>
                  <a:cubicBezTo>
                    <a:pt x="1903" y="6986"/>
                    <a:pt x="1846" y="7072"/>
                    <a:pt x="1789" y="7157"/>
                  </a:cubicBezTo>
                  <a:lnTo>
                    <a:pt x="1647" y="7157"/>
                  </a:lnTo>
                  <a:cubicBezTo>
                    <a:pt x="1647" y="7157"/>
                    <a:pt x="1619" y="7128"/>
                    <a:pt x="1619" y="7100"/>
                  </a:cubicBezTo>
                  <a:cubicBezTo>
                    <a:pt x="1590" y="6958"/>
                    <a:pt x="1590" y="6759"/>
                    <a:pt x="1562" y="6589"/>
                  </a:cubicBezTo>
                  <a:cubicBezTo>
                    <a:pt x="1562" y="6390"/>
                    <a:pt x="1505" y="6220"/>
                    <a:pt x="1448" y="6021"/>
                  </a:cubicBezTo>
                  <a:cubicBezTo>
                    <a:pt x="1399" y="5872"/>
                    <a:pt x="1263" y="5788"/>
                    <a:pt x="1116" y="5788"/>
                  </a:cubicBezTo>
                  <a:cubicBezTo>
                    <a:pt x="1094" y="5788"/>
                    <a:pt x="1073" y="5790"/>
                    <a:pt x="1051" y="5794"/>
                  </a:cubicBezTo>
                  <a:cubicBezTo>
                    <a:pt x="852" y="5822"/>
                    <a:pt x="767" y="5907"/>
                    <a:pt x="738" y="6134"/>
                  </a:cubicBezTo>
                  <a:lnTo>
                    <a:pt x="738" y="6418"/>
                  </a:lnTo>
                  <a:cubicBezTo>
                    <a:pt x="682" y="7270"/>
                    <a:pt x="653" y="8122"/>
                    <a:pt x="596" y="8974"/>
                  </a:cubicBezTo>
                  <a:cubicBezTo>
                    <a:pt x="454" y="11729"/>
                    <a:pt x="341" y="14484"/>
                    <a:pt x="369" y="17238"/>
                  </a:cubicBezTo>
                  <a:cubicBezTo>
                    <a:pt x="398" y="18204"/>
                    <a:pt x="454" y="19170"/>
                    <a:pt x="454" y="20163"/>
                  </a:cubicBezTo>
                  <a:cubicBezTo>
                    <a:pt x="483" y="22577"/>
                    <a:pt x="540" y="24963"/>
                    <a:pt x="540" y="27377"/>
                  </a:cubicBezTo>
                  <a:cubicBezTo>
                    <a:pt x="540" y="30841"/>
                    <a:pt x="568" y="34306"/>
                    <a:pt x="426" y="37771"/>
                  </a:cubicBezTo>
                  <a:cubicBezTo>
                    <a:pt x="369" y="39645"/>
                    <a:pt x="312" y="41519"/>
                    <a:pt x="426" y="43394"/>
                  </a:cubicBezTo>
                  <a:cubicBezTo>
                    <a:pt x="568" y="45864"/>
                    <a:pt x="738" y="48364"/>
                    <a:pt x="880" y="50834"/>
                  </a:cubicBezTo>
                  <a:cubicBezTo>
                    <a:pt x="966" y="52623"/>
                    <a:pt x="966" y="54384"/>
                    <a:pt x="880" y="56173"/>
                  </a:cubicBezTo>
                  <a:cubicBezTo>
                    <a:pt x="738" y="58502"/>
                    <a:pt x="596" y="60831"/>
                    <a:pt x="511" y="63188"/>
                  </a:cubicBezTo>
                  <a:cubicBezTo>
                    <a:pt x="454" y="64636"/>
                    <a:pt x="369" y="66084"/>
                    <a:pt x="227" y="67561"/>
                  </a:cubicBezTo>
                  <a:cubicBezTo>
                    <a:pt x="29" y="69578"/>
                    <a:pt x="0" y="71594"/>
                    <a:pt x="114" y="73639"/>
                  </a:cubicBezTo>
                  <a:cubicBezTo>
                    <a:pt x="199" y="74973"/>
                    <a:pt x="256" y="76194"/>
                    <a:pt x="312" y="77416"/>
                  </a:cubicBezTo>
                  <a:cubicBezTo>
                    <a:pt x="369" y="78154"/>
                    <a:pt x="426" y="78864"/>
                    <a:pt x="483" y="79602"/>
                  </a:cubicBezTo>
                  <a:cubicBezTo>
                    <a:pt x="511" y="79830"/>
                    <a:pt x="568" y="80028"/>
                    <a:pt x="682" y="80227"/>
                  </a:cubicBezTo>
                  <a:cubicBezTo>
                    <a:pt x="758" y="80317"/>
                    <a:pt x="864" y="80360"/>
                    <a:pt x="967" y="80360"/>
                  </a:cubicBezTo>
                  <a:cubicBezTo>
                    <a:pt x="1093" y="80360"/>
                    <a:pt x="1216" y="80295"/>
                    <a:pt x="1278" y="80170"/>
                  </a:cubicBezTo>
                  <a:cubicBezTo>
                    <a:pt x="1335" y="80057"/>
                    <a:pt x="1363" y="79915"/>
                    <a:pt x="1363" y="79801"/>
                  </a:cubicBezTo>
                  <a:cubicBezTo>
                    <a:pt x="1392" y="79574"/>
                    <a:pt x="1392" y="79375"/>
                    <a:pt x="1392" y="79148"/>
                  </a:cubicBezTo>
                  <a:cubicBezTo>
                    <a:pt x="1392" y="77416"/>
                    <a:pt x="1221" y="75683"/>
                    <a:pt x="1136" y="73951"/>
                  </a:cubicBezTo>
                  <a:cubicBezTo>
                    <a:pt x="1022" y="72219"/>
                    <a:pt x="1051" y="70458"/>
                    <a:pt x="1164" y="68697"/>
                  </a:cubicBezTo>
                  <a:cubicBezTo>
                    <a:pt x="1306" y="66823"/>
                    <a:pt x="1477" y="64863"/>
                    <a:pt x="1534" y="63017"/>
                  </a:cubicBezTo>
                  <a:cubicBezTo>
                    <a:pt x="1619" y="61171"/>
                    <a:pt x="1704" y="59326"/>
                    <a:pt x="1789" y="57480"/>
                  </a:cubicBezTo>
                  <a:cubicBezTo>
                    <a:pt x="1874" y="55634"/>
                    <a:pt x="2016" y="53788"/>
                    <a:pt x="1931" y="51913"/>
                  </a:cubicBezTo>
                  <a:cubicBezTo>
                    <a:pt x="1818" y="50181"/>
                    <a:pt x="1732" y="48420"/>
                    <a:pt x="1619" y="46688"/>
                  </a:cubicBezTo>
                  <a:cubicBezTo>
                    <a:pt x="1562" y="46234"/>
                    <a:pt x="1676" y="45808"/>
                    <a:pt x="1874" y="45410"/>
                  </a:cubicBezTo>
                  <a:cubicBezTo>
                    <a:pt x="2641" y="43962"/>
                    <a:pt x="3351" y="42457"/>
                    <a:pt x="3948" y="40923"/>
                  </a:cubicBezTo>
                  <a:cubicBezTo>
                    <a:pt x="4061" y="40667"/>
                    <a:pt x="4260" y="40412"/>
                    <a:pt x="4118" y="40099"/>
                  </a:cubicBezTo>
                  <a:cubicBezTo>
                    <a:pt x="4103" y="40098"/>
                    <a:pt x="4089" y="40098"/>
                    <a:pt x="4076" y="40098"/>
                  </a:cubicBezTo>
                  <a:cubicBezTo>
                    <a:pt x="3714" y="40098"/>
                    <a:pt x="3629" y="40449"/>
                    <a:pt x="3465" y="40667"/>
                  </a:cubicBezTo>
                  <a:cubicBezTo>
                    <a:pt x="2897" y="41519"/>
                    <a:pt x="2386" y="42400"/>
                    <a:pt x="1960" y="43337"/>
                  </a:cubicBezTo>
                  <a:cubicBezTo>
                    <a:pt x="1874" y="43536"/>
                    <a:pt x="1818" y="43735"/>
                    <a:pt x="1590" y="43848"/>
                  </a:cubicBezTo>
                  <a:cubicBezTo>
                    <a:pt x="1363" y="43706"/>
                    <a:pt x="1477" y="43479"/>
                    <a:pt x="1448" y="43280"/>
                  </a:cubicBezTo>
                  <a:cubicBezTo>
                    <a:pt x="1420" y="42968"/>
                    <a:pt x="1420" y="42627"/>
                    <a:pt x="1420" y="42315"/>
                  </a:cubicBezTo>
                  <a:cubicBezTo>
                    <a:pt x="1420" y="40241"/>
                    <a:pt x="1448" y="38140"/>
                    <a:pt x="1505" y="36038"/>
                  </a:cubicBezTo>
                  <a:cubicBezTo>
                    <a:pt x="1647" y="32403"/>
                    <a:pt x="1590" y="28768"/>
                    <a:pt x="1562" y="25162"/>
                  </a:cubicBezTo>
                  <a:cubicBezTo>
                    <a:pt x="1562" y="23600"/>
                    <a:pt x="1562" y="22066"/>
                    <a:pt x="1505" y="20533"/>
                  </a:cubicBezTo>
                  <a:cubicBezTo>
                    <a:pt x="1363" y="17721"/>
                    <a:pt x="1363" y="14938"/>
                    <a:pt x="1420" y="12127"/>
                  </a:cubicBezTo>
                  <a:cubicBezTo>
                    <a:pt x="1420" y="11956"/>
                    <a:pt x="1448" y="11786"/>
                    <a:pt x="1448" y="11615"/>
                  </a:cubicBezTo>
                  <a:cubicBezTo>
                    <a:pt x="1676" y="10139"/>
                    <a:pt x="2158" y="8690"/>
                    <a:pt x="2840" y="7327"/>
                  </a:cubicBezTo>
                  <a:cubicBezTo>
                    <a:pt x="3607" y="5907"/>
                    <a:pt x="4487" y="4572"/>
                    <a:pt x="5538" y="3351"/>
                  </a:cubicBezTo>
                  <a:cubicBezTo>
                    <a:pt x="6163" y="2613"/>
                    <a:pt x="6787" y="1875"/>
                    <a:pt x="7441" y="1136"/>
                  </a:cubicBezTo>
                  <a:cubicBezTo>
                    <a:pt x="7639" y="909"/>
                    <a:pt x="7810" y="682"/>
                    <a:pt x="7952" y="426"/>
                  </a:cubicBezTo>
                  <a:cubicBezTo>
                    <a:pt x="8037" y="227"/>
                    <a:pt x="7895" y="29"/>
                    <a:pt x="7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6"/>
            <p:cNvSpPr/>
            <p:nvPr/>
          </p:nvSpPr>
          <p:spPr>
            <a:xfrm>
              <a:off x="1116350" y="2087075"/>
              <a:ext cx="140500" cy="230850"/>
            </a:xfrm>
            <a:custGeom>
              <a:rect b="b" l="l" r="r" t="t"/>
              <a:pathLst>
                <a:path extrusionOk="0" h="9234" w="5620">
                  <a:moveTo>
                    <a:pt x="5283" y="1"/>
                  </a:moveTo>
                  <a:cubicBezTo>
                    <a:pt x="5273" y="1"/>
                    <a:pt x="5264" y="2"/>
                    <a:pt x="5254" y="4"/>
                  </a:cubicBezTo>
                  <a:cubicBezTo>
                    <a:pt x="5141" y="32"/>
                    <a:pt x="5027" y="89"/>
                    <a:pt x="4942" y="174"/>
                  </a:cubicBezTo>
                  <a:cubicBezTo>
                    <a:pt x="4686" y="345"/>
                    <a:pt x="4459" y="600"/>
                    <a:pt x="4289" y="856"/>
                  </a:cubicBezTo>
                  <a:cubicBezTo>
                    <a:pt x="3295" y="2048"/>
                    <a:pt x="2443" y="3298"/>
                    <a:pt x="1648" y="4633"/>
                  </a:cubicBezTo>
                  <a:cubicBezTo>
                    <a:pt x="1108" y="5570"/>
                    <a:pt x="625" y="6564"/>
                    <a:pt x="228" y="7586"/>
                  </a:cubicBezTo>
                  <a:cubicBezTo>
                    <a:pt x="86" y="7927"/>
                    <a:pt x="0" y="8268"/>
                    <a:pt x="0" y="8637"/>
                  </a:cubicBezTo>
                  <a:cubicBezTo>
                    <a:pt x="0" y="8694"/>
                    <a:pt x="0" y="8751"/>
                    <a:pt x="0" y="8779"/>
                  </a:cubicBezTo>
                  <a:cubicBezTo>
                    <a:pt x="29" y="9091"/>
                    <a:pt x="199" y="9233"/>
                    <a:pt x="398" y="9233"/>
                  </a:cubicBezTo>
                  <a:cubicBezTo>
                    <a:pt x="597" y="9233"/>
                    <a:pt x="710" y="9148"/>
                    <a:pt x="796" y="8893"/>
                  </a:cubicBezTo>
                  <a:cubicBezTo>
                    <a:pt x="1165" y="7671"/>
                    <a:pt x="1704" y="6535"/>
                    <a:pt x="2358" y="5456"/>
                  </a:cubicBezTo>
                  <a:cubicBezTo>
                    <a:pt x="3153" y="4065"/>
                    <a:pt x="4090" y="2758"/>
                    <a:pt x="4970" y="1395"/>
                  </a:cubicBezTo>
                  <a:cubicBezTo>
                    <a:pt x="5197" y="1083"/>
                    <a:pt x="5396" y="714"/>
                    <a:pt x="5567" y="316"/>
                  </a:cubicBezTo>
                  <a:cubicBezTo>
                    <a:pt x="5620" y="183"/>
                    <a:pt x="5425" y="1"/>
                    <a:pt x="5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6"/>
            <p:cNvSpPr/>
            <p:nvPr/>
          </p:nvSpPr>
          <p:spPr>
            <a:xfrm>
              <a:off x="966550" y="2202175"/>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63"/>
                  </a:cubicBezTo>
                  <a:cubicBezTo>
                    <a:pt x="1449" y="1903"/>
                    <a:pt x="2102" y="2471"/>
                    <a:pt x="2755" y="3011"/>
                  </a:cubicBezTo>
                  <a:cubicBezTo>
                    <a:pt x="3579" y="3692"/>
                    <a:pt x="4289" y="4487"/>
                    <a:pt x="4913" y="5396"/>
                  </a:cubicBezTo>
                  <a:cubicBezTo>
                    <a:pt x="5141" y="5765"/>
                    <a:pt x="5396" y="6163"/>
                    <a:pt x="5652" y="6560"/>
                  </a:cubicBezTo>
                  <a:cubicBezTo>
                    <a:pt x="5737" y="6702"/>
                    <a:pt x="5850" y="6816"/>
                    <a:pt x="5964" y="6930"/>
                  </a:cubicBezTo>
                  <a:cubicBezTo>
                    <a:pt x="6035" y="6972"/>
                    <a:pt x="6113" y="6994"/>
                    <a:pt x="6188" y="6994"/>
                  </a:cubicBezTo>
                  <a:cubicBezTo>
                    <a:pt x="6262" y="6994"/>
                    <a:pt x="6333" y="6972"/>
                    <a:pt x="6390" y="6930"/>
                  </a:cubicBezTo>
                  <a:cubicBezTo>
                    <a:pt x="6532" y="6844"/>
                    <a:pt x="6589" y="6702"/>
                    <a:pt x="6532" y="6560"/>
                  </a:cubicBezTo>
                  <a:cubicBezTo>
                    <a:pt x="6504" y="6418"/>
                    <a:pt x="6447" y="6276"/>
                    <a:pt x="6390" y="6134"/>
                  </a:cubicBezTo>
                  <a:cubicBezTo>
                    <a:pt x="5907" y="4999"/>
                    <a:pt x="5169" y="3976"/>
                    <a:pt x="4289" y="3124"/>
                  </a:cubicBezTo>
                  <a:cubicBezTo>
                    <a:pt x="3664" y="2499"/>
                    <a:pt x="3011" y="1903"/>
                    <a:pt x="2357" y="1335"/>
                  </a:cubicBezTo>
                  <a:cubicBezTo>
                    <a:pt x="1988" y="994"/>
                    <a:pt x="1591" y="682"/>
                    <a:pt x="1165"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6"/>
            <p:cNvSpPr/>
            <p:nvPr/>
          </p:nvSpPr>
          <p:spPr>
            <a:xfrm>
              <a:off x="282850" y="1466175"/>
              <a:ext cx="719925" cy="774650"/>
            </a:xfrm>
            <a:custGeom>
              <a:rect b="b" l="l" r="r" t="t"/>
              <a:pathLst>
                <a:path extrusionOk="0" h="30986" w="28797">
                  <a:moveTo>
                    <a:pt x="10562" y="0"/>
                  </a:moveTo>
                  <a:cubicBezTo>
                    <a:pt x="9883" y="0"/>
                    <a:pt x="9205" y="101"/>
                    <a:pt x="8548" y="303"/>
                  </a:cubicBezTo>
                  <a:cubicBezTo>
                    <a:pt x="7412" y="644"/>
                    <a:pt x="6361" y="1212"/>
                    <a:pt x="5453" y="1950"/>
                  </a:cubicBezTo>
                  <a:cubicBezTo>
                    <a:pt x="4402" y="2831"/>
                    <a:pt x="3465" y="3853"/>
                    <a:pt x="2670" y="5017"/>
                  </a:cubicBezTo>
                  <a:cubicBezTo>
                    <a:pt x="1988" y="6011"/>
                    <a:pt x="1448" y="7062"/>
                    <a:pt x="1079" y="8226"/>
                  </a:cubicBezTo>
                  <a:cubicBezTo>
                    <a:pt x="313" y="10555"/>
                    <a:pt x="0" y="13026"/>
                    <a:pt x="171" y="15496"/>
                  </a:cubicBezTo>
                  <a:cubicBezTo>
                    <a:pt x="227" y="16632"/>
                    <a:pt x="483" y="17768"/>
                    <a:pt x="880" y="18819"/>
                  </a:cubicBezTo>
                  <a:cubicBezTo>
                    <a:pt x="1477" y="20267"/>
                    <a:pt x="2499" y="21517"/>
                    <a:pt x="3777" y="22426"/>
                  </a:cubicBezTo>
                  <a:cubicBezTo>
                    <a:pt x="4033" y="22596"/>
                    <a:pt x="4317" y="22767"/>
                    <a:pt x="4601" y="22880"/>
                  </a:cubicBezTo>
                  <a:cubicBezTo>
                    <a:pt x="5737" y="23363"/>
                    <a:pt x="6929" y="23647"/>
                    <a:pt x="8151" y="23704"/>
                  </a:cubicBezTo>
                  <a:cubicBezTo>
                    <a:pt x="8719" y="23761"/>
                    <a:pt x="9258" y="23732"/>
                    <a:pt x="9826" y="23789"/>
                  </a:cubicBezTo>
                  <a:cubicBezTo>
                    <a:pt x="11076" y="23874"/>
                    <a:pt x="12354" y="24045"/>
                    <a:pt x="13575" y="24300"/>
                  </a:cubicBezTo>
                  <a:cubicBezTo>
                    <a:pt x="14711" y="24499"/>
                    <a:pt x="15762" y="24982"/>
                    <a:pt x="16670" y="25663"/>
                  </a:cubicBezTo>
                  <a:cubicBezTo>
                    <a:pt x="16897" y="25862"/>
                    <a:pt x="17153" y="26032"/>
                    <a:pt x="17380" y="26203"/>
                  </a:cubicBezTo>
                  <a:cubicBezTo>
                    <a:pt x="18261" y="26913"/>
                    <a:pt x="19113" y="27623"/>
                    <a:pt x="19993" y="28304"/>
                  </a:cubicBezTo>
                  <a:cubicBezTo>
                    <a:pt x="21356" y="29384"/>
                    <a:pt x="22890" y="30207"/>
                    <a:pt x="24508" y="30803"/>
                  </a:cubicBezTo>
                  <a:cubicBezTo>
                    <a:pt x="24913" y="30926"/>
                    <a:pt x="25334" y="30985"/>
                    <a:pt x="25755" y="30985"/>
                  </a:cubicBezTo>
                  <a:cubicBezTo>
                    <a:pt x="26308" y="30985"/>
                    <a:pt x="26861" y="30883"/>
                    <a:pt x="27377" y="30690"/>
                  </a:cubicBezTo>
                  <a:cubicBezTo>
                    <a:pt x="27746" y="30576"/>
                    <a:pt x="28058" y="30292"/>
                    <a:pt x="28257" y="29952"/>
                  </a:cubicBezTo>
                  <a:cubicBezTo>
                    <a:pt x="28456" y="29611"/>
                    <a:pt x="28598" y="29213"/>
                    <a:pt x="28683" y="28787"/>
                  </a:cubicBezTo>
                  <a:cubicBezTo>
                    <a:pt x="28797" y="27992"/>
                    <a:pt x="28740" y="27197"/>
                    <a:pt x="28569" y="26402"/>
                  </a:cubicBezTo>
                  <a:cubicBezTo>
                    <a:pt x="28399" y="25720"/>
                    <a:pt x="28200" y="25039"/>
                    <a:pt x="28001" y="24357"/>
                  </a:cubicBezTo>
                  <a:cubicBezTo>
                    <a:pt x="27604" y="23107"/>
                    <a:pt x="27292" y="21801"/>
                    <a:pt x="27150" y="20466"/>
                  </a:cubicBezTo>
                  <a:cubicBezTo>
                    <a:pt x="27093" y="20012"/>
                    <a:pt x="27036" y="19558"/>
                    <a:pt x="26979" y="19075"/>
                  </a:cubicBezTo>
                  <a:cubicBezTo>
                    <a:pt x="26866" y="18138"/>
                    <a:pt x="26780" y="17200"/>
                    <a:pt x="26638" y="16235"/>
                  </a:cubicBezTo>
                  <a:cubicBezTo>
                    <a:pt x="26440" y="15014"/>
                    <a:pt x="26014" y="13821"/>
                    <a:pt x="25332" y="12799"/>
                  </a:cubicBezTo>
                  <a:cubicBezTo>
                    <a:pt x="24736" y="11833"/>
                    <a:pt x="23940" y="10981"/>
                    <a:pt x="23060" y="10243"/>
                  </a:cubicBezTo>
                  <a:cubicBezTo>
                    <a:pt x="22293" y="9675"/>
                    <a:pt x="21640" y="8993"/>
                    <a:pt x="21044" y="8255"/>
                  </a:cubicBezTo>
                  <a:cubicBezTo>
                    <a:pt x="20447" y="7431"/>
                    <a:pt x="19851" y="6608"/>
                    <a:pt x="19226" y="5812"/>
                  </a:cubicBezTo>
                  <a:cubicBezTo>
                    <a:pt x="18317" y="4620"/>
                    <a:pt x="17323" y="3512"/>
                    <a:pt x="16216" y="2518"/>
                  </a:cubicBezTo>
                  <a:cubicBezTo>
                    <a:pt x="15307" y="1638"/>
                    <a:pt x="14228" y="956"/>
                    <a:pt x="13064" y="473"/>
                  </a:cubicBezTo>
                  <a:cubicBezTo>
                    <a:pt x="12259" y="158"/>
                    <a:pt x="11411" y="0"/>
                    <a:pt x="10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6"/>
            <p:cNvSpPr/>
            <p:nvPr/>
          </p:nvSpPr>
          <p:spPr>
            <a:xfrm>
              <a:off x="392875" y="1540200"/>
              <a:ext cx="576525" cy="649925"/>
            </a:xfrm>
            <a:custGeom>
              <a:rect b="b" l="l" r="r" t="t"/>
              <a:pathLst>
                <a:path extrusionOk="0" h="25997" w="23061">
                  <a:moveTo>
                    <a:pt x="6170" y="0"/>
                  </a:moveTo>
                  <a:cubicBezTo>
                    <a:pt x="6122" y="0"/>
                    <a:pt x="6071" y="27"/>
                    <a:pt x="6050" y="68"/>
                  </a:cubicBezTo>
                  <a:cubicBezTo>
                    <a:pt x="5993" y="125"/>
                    <a:pt x="6022" y="210"/>
                    <a:pt x="6078" y="267"/>
                  </a:cubicBezTo>
                  <a:cubicBezTo>
                    <a:pt x="6448" y="693"/>
                    <a:pt x="6845" y="1148"/>
                    <a:pt x="7243" y="1574"/>
                  </a:cubicBezTo>
                  <a:cubicBezTo>
                    <a:pt x="8549" y="2937"/>
                    <a:pt x="9486" y="4584"/>
                    <a:pt x="10054" y="6373"/>
                  </a:cubicBezTo>
                  <a:cubicBezTo>
                    <a:pt x="10338" y="7395"/>
                    <a:pt x="10651" y="8418"/>
                    <a:pt x="10935" y="9468"/>
                  </a:cubicBezTo>
                  <a:cubicBezTo>
                    <a:pt x="10935" y="9497"/>
                    <a:pt x="10935" y="9554"/>
                    <a:pt x="10935" y="9610"/>
                  </a:cubicBezTo>
                  <a:cubicBezTo>
                    <a:pt x="10935" y="9657"/>
                    <a:pt x="10878" y="9703"/>
                    <a:pt x="10811" y="9703"/>
                  </a:cubicBezTo>
                  <a:cubicBezTo>
                    <a:pt x="10795" y="9703"/>
                    <a:pt x="10780" y="9701"/>
                    <a:pt x="10764" y="9696"/>
                  </a:cubicBezTo>
                  <a:cubicBezTo>
                    <a:pt x="10679" y="9667"/>
                    <a:pt x="10594" y="9610"/>
                    <a:pt x="10537" y="9554"/>
                  </a:cubicBezTo>
                  <a:cubicBezTo>
                    <a:pt x="9259" y="8531"/>
                    <a:pt x="7839" y="7708"/>
                    <a:pt x="6334" y="7083"/>
                  </a:cubicBezTo>
                  <a:cubicBezTo>
                    <a:pt x="5482" y="6771"/>
                    <a:pt x="4658" y="6430"/>
                    <a:pt x="3835" y="6061"/>
                  </a:cubicBezTo>
                  <a:cubicBezTo>
                    <a:pt x="3267" y="5833"/>
                    <a:pt x="2727" y="5578"/>
                    <a:pt x="2159" y="5322"/>
                  </a:cubicBezTo>
                  <a:cubicBezTo>
                    <a:pt x="1932" y="5209"/>
                    <a:pt x="1648" y="5152"/>
                    <a:pt x="1393" y="5152"/>
                  </a:cubicBezTo>
                  <a:cubicBezTo>
                    <a:pt x="1336" y="5152"/>
                    <a:pt x="1307" y="5180"/>
                    <a:pt x="1279" y="5237"/>
                  </a:cubicBezTo>
                  <a:cubicBezTo>
                    <a:pt x="1222" y="5294"/>
                    <a:pt x="1251" y="5379"/>
                    <a:pt x="1336" y="5407"/>
                  </a:cubicBezTo>
                  <a:cubicBezTo>
                    <a:pt x="2046" y="5748"/>
                    <a:pt x="2756" y="6117"/>
                    <a:pt x="3494" y="6430"/>
                  </a:cubicBezTo>
                  <a:cubicBezTo>
                    <a:pt x="4516" y="6884"/>
                    <a:pt x="5567" y="7310"/>
                    <a:pt x="6590" y="7764"/>
                  </a:cubicBezTo>
                  <a:cubicBezTo>
                    <a:pt x="8038" y="8418"/>
                    <a:pt x="9373" y="9270"/>
                    <a:pt x="10565" y="10292"/>
                  </a:cubicBezTo>
                  <a:cubicBezTo>
                    <a:pt x="10679" y="10406"/>
                    <a:pt x="10849" y="10491"/>
                    <a:pt x="10849" y="10690"/>
                  </a:cubicBezTo>
                  <a:cubicBezTo>
                    <a:pt x="10811" y="10765"/>
                    <a:pt x="10748" y="10778"/>
                    <a:pt x="10685" y="10778"/>
                  </a:cubicBezTo>
                  <a:cubicBezTo>
                    <a:pt x="10654" y="10778"/>
                    <a:pt x="10622" y="10775"/>
                    <a:pt x="10594" y="10775"/>
                  </a:cubicBezTo>
                  <a:cubicBezTo>
                    <a:pt x="10404" y="10775"/>
                    <a:pt x="10228" y="10762"/>
                    <a:pt x="10055" y="10762"/>
                  </a:cubicBezTo>
                  <a:cubicBezTo>
                    <a:pt x="9969" y="10762"/>
                    <a:pt x="9884" y="10765"/>
                    <a:pt x="9799" y="10775"/>
                  </a:cubicBezTo>
                  <a:cubicBezTo>
                    <a:pt x="8805" y="10917"/>
                    <a:pt x="7839" y="11087"/>
                    <a:pt x="6874" y="11371"/>
                  </a:cubicBezTo>
                  <a:cubicBezTo>
                    <a:pt x="5732" y="11619"/>
                    <a:pt x="4603" y="11828"/>
                    <a:pt x="3452" y="11828"/>
                  </a:cubicBezTo>
                  <a:cubicBezTo>
                    <a:pt x="2886" y="11828"/>
                    <a:pt x="2314" y="11777"/>
                    <a:pt x="1733" y="11655"/>
                  </a:cubicBezTo>
                  <a:cubicBezTo>
                    <a:pt x="1279" y="11570"/>
                    <a:pt x="825" y="11542"/>
                    <a:pt x="370" y="11485"/>
                  </a:cubicBezTo>
                  <a:cubicBezTo>
                    <a:pt x="332" y="11480"/>
                    <a:pt x="297" y="11478"/>
                    <a:pt x="264" y="11478"/>
                  </a:cubicBezTo>
                  <a:cubicBezTo>
                    <a:pt x="100" y="11478"/>
                    <a:pt x="1" y="11537"/>
                    <a:pt x="1" y="11655"/>
                  </a:cubicBezTo>
                  <a:cubicBezTo>
                    <a:pt x="29" y="11797"/>
                    <a:pt x="143" y="11854"/>
                    <a:pt x="257" y="11882"/>
                  </a:cubicBezTo>
                  <a:cubicBezTo>
                    <a:pt x="342" y="11939"/>
                    <a:pt x="455" y="11968"/>
                    <a:pt x="541" y="11996"/>
                  </a:cubicBezTo>
                  <a:cubicBezTo>
                    <a:pt x="1500" y="12241"/>
                    <a:pt x="2495" y="12364"/>
                    <a:pt x="3483" y="12364"/>
                  </a:cubicBezTo>
                  <a:cubicBezTo>
                    <a:pt x="3752" y="12364"/>
                    <a:pt x="4021" y="12355"/>
                    <a:pt x="4289" y="12337"/>
                  </a:cubicBezTo>
                  <a:cubicBezTo>
                    <a:pt x="5567" y="12195"/>
                    <a:pt x="6788" y="11968"/>
                    <a:pt x="8038" y="11684"/>
                  </a:cubicBezTo>
                  <a:cubicBezTo>
                    <a:pt x="9003" y="11456"/>
                    <a:pt x="9997" y="11343"/>
                    <a:pt x="10991" y="11343"/>
                  </a:cubicBezTo>
                  <a:cubicBezTo>
                    <a:pt x="11446" y="11343"/>
                    <a:pt x="11872" y="11513"/>
                    <a:pt x="12156" y="11826"/>
                  </a:cubicBezTo>
                  <a:cubicBezTo>
                    <a:pt x="13150" y="12848"/>
                    <a:pt x="14087" y="13899"/>
                    <a:pt x="14967" y="15006"/>
                  </a:cubicBezTo>
                  <a:cubicBezTo>
                    <a:pt x="15024" y="15063"/>
                    <a:pt x="15081" y="15148"/>
                    <a:pt x="15138" y="15233"/>
                  </a:cubicBezTo>
                  <a:cubicBezTo>
                    <a:pt x="15166" y="15347"/>
                    <a:pt x="15109" y="15432"/>
                    <a:pt x="14996" y="15432"/>
                  </a:cubicBezTo>
                  <a:cubicBezTo>
                    <a:pt x="14882" y="15432"/>
                    <a:pt x="14768" y="15432"/>
                    <a:pt x="14655" y="15404"/>
                  </a:cubicBezTo>
                  <a:cubicBezTo>
                    <a:pt x="14361" y="15383"/>
                    <a:pt x="14068" y="15373"/>
                    <a:pt x="13775" y="15373"/>
                  </a:cubicBezTo>
                  <a:cubicBezTo>
                    <a:pt x="12848" y="15373"/>
                    <a:pt x="11926" y="15479"/>
                    <a:pt x="11020" y="15716"/>
                  </a:cubicBezTo>
                  <a:cubicBezTo>
                    <a:pt x="9969" y="15943"/>
                    <a:pt x="8947" y="16227"/>
                    <a:pt x="7867" y="16369"/>
                  </a:cubicBezTo>
                  <a:cubicBezTo>
                    <a:pt x="7388" y="16458"/>
                    <a:pt x="6887" y="16502"/>
                    <a:pt x="6384" y="16502"/>
                  </a:cubicBezTo>
                  <a:cubicBezTo>
                    <a:pt x="6082" y="16502"/>
                    <a:pt x="5780" y="16486"/>
                    <a:pt x="5482" y="16455"/>
                  </a:cubicBezTo>
                  <a:lnTo>
                    <a:pt x="4176" y="16256"/>
                  </a:lnTo>
                  <a:cubicBezTo>
                    <a:pt x="4076" y="16227"/>
                    <a:pt x="3970" y="16213"/>
                    <a:pt x="3860" y="16213"/>
                  </a:cubicBezTo>
                  <a:cubicBezTo>
                    <a:pt x="3750" y="16213"/>
                    <a:pt x="3636" y="16227"/>
                    <a:pt x="3522" y="16256"/>
                  </a:cubicBezTo>
                  <a:cubicBezTo>
                    <a:pt x="3466" y="16256"/>
                    <a:pt x="3466" y="16313"/>
                    <a:pt x="3466" y="16369"/>
                  </a:cubicBezTo>
                  <a:cubicBezTo>
                    <a:pt x="3494" y="16369"/>
                    <a:pt x="3494" y="16398"/>
                    <a:pt x="3494" y="16426"/>
                  </a:cubicBezTo>
                  <a:cubicBezTo>
                    <a:pt x="3608" y="16540"/>
                    <a:pt x="3721" y="16597"/>
                    <a:pt x="3892" y="16625"/>
                  </a:cubicBezTo>
                  <a:cubicBezTo>
                    <a:pt x="4545" y="16767"/>
                    <a:pt x="5198" y="16909"/>
                    <a:pt x="5880" y="16994"/>
                  </a:cubicBezTo>
                  <a:cubicBezTo>
                    <a:pt x="6083" y="17013"/>
                    <a:pt x="6287" y="17022"/>
                    <a:pt x="6490" y="17022"/>
                  </a:cubicBezTo>
                  <a:cubicBezTo>
                    <a:pt x="7477" y="17022"/>
                    <a:pt x="8454" y="16818"/>
                    <a:pt x="9373" y="16653"/>
                  </a:cubicBezTo>
                  <a:cubicBezTo>
                    <a:pt x="10452" y="16426"/>
                    <a:pt x="11531" y="16142"/>
                    <a:pt x="12638" y="16000"/>
                  </a:cubicBezTo>
                  <a:cubicBezTo>
                    <a:pt x="13050" y="15958"/>
                    <a:pt x="13455" y="15936"/>
                    <a:pt x="13856" y="15936"/>
                  </a:cubicBezTo>
                  <a:cubicBezTo>
                    <a:pt x="14257" y="15936"/>
                    <a:pt x="14655" y="15958"/>
                    <a:pt x="15052" y="16000"/>
                  </a:cubicBezTo>
                  <a:cubicBezTo>
                    <a:pt x="15535" y="16000"/>
                    <a:pt x="15961" y="16256"/>
                    <a:pt x="16188" y="16653"/>
                  </a:cubicBezTo>
                  <a:cubicBezTo>
                    <a:pt x="16898" y="17818"/>
                    <a:pt x="17665" y="18954"/>
                    <a:pt x="18375" y="20118"/>
                  </a:cubicBezTo>
                  <a:cubicBezTo>
                    <a:pt x="18432" y="20232"/>
                    <a:pt x="18489" y="20345"/>
                    <a:pt x="18517" y="20459"/>
                  </a:cubicBezTo>
                  <a:cubicBezTo>
                    <a:pt x="18545" y="20544"/>
                    <a:pt x="18460" y="20629"/>
                    <a:pt x="18375" y="20629"/>
                  </a:cubicBezTo>
                  <a:cubicBezTo>
                    <a:pt x="18290" y="20601"/>
                    <a:pt x="18233" y="20601"/>
                    <a:pt x="18148" y="20572"/>
                  </a:cubicBezTo>
                  <a:cubicBezTo>
                    <a:pt x="17608" y="20402"/>
                    <a:pt x="17069" y="20317"/>
                    <a:pt x="16501" y="20260"/>
                  </a:cubicBezTo>
                  <a:cubicBezTo>
                    <a:pt x="15138" y="20118"/>
                    <a:pt x="13774" y="19891"/>
                    <a:pt x="12411" y="19578"/>
                  </a:cubicBezTo>
                  <a:cubicBezTo>
                    <a:pt x="11929" y="19465"/>
                    <a:pt x="11474" y="19323"/>
                    <a:pt x="10991" y="19209"/>
                  </a:cubicBezTo>
                  <a:cubicBezTo>
                    <a:pt x="10965" y="19203"/>
                    <a:pt x="10936" y="19199"/>
                    <a:pt x="10908" y="19199"/>
                  </a:cubicBezTo>
                  <a:cubicBezTo>
                    <a:pt x="10815" y="19199"/>
                    <a:pt x="10722" y="19236"/>
                    <a:pt x="10679" y="19323"/>
                  </a:cubicBezTo>
                  <a:cubicBezTo>
                    <a:pt x="10651" y="19436"/>
                    <a:pt x="10736" y="19493"/>
                    <a:pt x="10821" y="19550"/>
                  </a:cubicBezTo>
                  <a:cubicBezTo>
                    <a:pt x="11105" y="19692"/>
                    <a:pt x="11389" y="19834"/>
                    <a:pt x="11701" y="19891"/>
                  </a:cubicBezTo>
                  <a:cubicBezTo>
                    <a:pt x="13008" y="20232"/>
                    <a:pt x="14342" y="20487"/>
                    <a:pt x="15706" y="20658"/>
                  </a:cubicBezTo>
                  <a:cubicBezTo>
                    <a:pt x="16671" y="20743"/>
                    <a:pt x="17637" y="20942"/>
                    <a:pt x="18574" y="21197"/>
                  </a:cubicBezTo>
                  <a:cubicBezTo>
                    <a:pt x="18943" y="21282"/>
                    <a:pt x="19227" y="21510"/>
                    <a:pt x="19426" y="21822"/>
                  </a:cubicBezTo>
                  <a:cubicBezTo>
                    <a:pt x="19710" y="22305"/>
                    <a:pt x="20022" y="22759"/>
                    <a:pt x="20306" y="23242"/>
                  </a:cubicBezTo>
                  <a:lnTo>
                    <a:pt x="20931" y="24207"/>
                  </a:lnTo>
                  <a:cubicBezTo>
                    <a:pt x="20858" y="24262"/>
                    <a:pt x="20772" y="24294"/>
                    <a:pt x="20683" y="24294"/>
                  </a:cubicBezTo>
                  <a:cubicBezTo>
                    <a:pt x="20634" y="24294"/>
                    <a:pt x="20584" y="24284"/>
                    <a:pt x="20533" y="24264"/>
                  </a:cubicBezTo>
                  <a:cubicBezTo>
                    <a:pt x="19170" y="23952"/>
                    <a:pt x="17779" y="23696"/>
                    <a:pt x="16416" y="23299"/>
                  </a:cubicBezTo>
                  <a:cubicBezTo>
                    <a:pt x="16332" y="23257"/>
                    <a:pt x="16219" y="23231"/>
                    <a:pt x="16108" y="23231"/>
                  </a:cubicBezTo>
                  <a:cubicBezTo>
                    <a:pt x="16068" y="23231"/>
                    <a:pt x="16028" y="23234"/>
                    <a:pt x="15990" y="23242"/>
                  </a:cubicBezTo>
                  <a:cubicBezTo>
                    <a:pt x="15961" y="23270"/>
                    <a:pt x="15904" y="23299"/>
                    <a:pt x="15904" y="23327"/>
                  </a:cubicBezTo>
                  <a:cubicBezTo>
                    <a:pt x="15904" y="23384"/>
                    <a:pt x="15904" y="23441"/>
                    <a:pt x="15961" y="23469"/>
                  </a:cubicBezTo>
                  <a:cubicBezTo>
                    <a:pt x="16132" y="23583"/>
                    <a:pt x="16330" y="23668"/>
                    <a:pt x="16529" y="23753"/>
                  </a:cubicBezTo>
                  <a:cubicBezTo>
                    <a:pt x="17069" y="23952"/>
                    <a:pt x="17637" y="24122"/>
                    <a:pt x="18205" y="24264"/>
                  </a:cubicBezTo>
                  <a:cubicBezTo>
                    <a:pt x="19170" y="24491"/>
                    <a:pt x="20136" y="24662"/>
                    <a:pt x="21130" y="24861"/>
                  </a:cubicBezTo>
                  <a:cubicBezTo>
                    <a:pt x="21357" y="24917"/>
                    <a:pt x="21584" y="25031"/>
                    <a:pt x="21755" y="25230"/>
                  </a:cubicBezTo>
                  <a:cubicBezTo>
                    <a:pt x="21925" y="25429"/>
                    <a:pt x="22152" y="25656"/>
                    <a:pt x="22379" y="25826"/>
                  </a:cubicBezTo>
                  <a:cubicBezTo>
                    <a:pt x="22465" y="25940"/>
                    <a:pt x="22607" y="25997"/>
                    <a:pt x="22777" y="25997"/>
                  </a:cubicBezTo>
                  <a:cubicBezTo>
                    <a:pt x="22919" y="25968"/>
                    <a:pt x="23061" y="25798"/>
                    <a:pt x="22976" y="25684"/>
                  </a:cubicBezTo>
                  <a:cubicBezTo>
                    <a:pt x="22805" y="25400"/>
                    <a:pt x="22635" y="25145"/>
                    <a:pt x="22465" y="24889"/>
                  </a:cubicBezTo>
                  <a:cubicBezTo>
                    <a:pt x="21755" y="23923"/>
                    <a:pt x="21101" y="22929"/>
                    <a:pt x="20533" y="21879"/>
                  </a:cubicBezTo>
                  <a:cubicBezTo>
                    <a:pt x="20420" y="21708"/>
                    <a:pt x="20363" y="21538"/>
                    <a:pt x="20306" y="21339"/>
                  </a:cubicBezTo>
                  <a:cubicBezTo>
                    <a:pt x="20193" y="20658"/>
                    <a:pt x="20107" y="19948"/>
                    <a:pt x="20107" y="19238"/>
                  </a:cubicBezTo>
                  <a:cubicBezTo>
                    <a:pt x="20107" y="18073"/>
                    <a:pt x="20051" y="16909"/>
                    <a:pt x="19880" y="15745"/>
                  </a:cubicBezTo>
                  <a:cubicBezTo>
                    <a:pt x="19767" y="14978"/>
                    <a:pt x="19653" y="14211"/>
                    <a:pt x="19483" y="13444"/>
                  </a:cubicBezTo>
                  <a:cubicBezTo>
                    <a:pt x="19369" y="12933"/>
                    <a:pt x="19170" y="12422"/>
                    <a:pt x="19000" y="11911"/>
                  </a:cubicBezTo>
                  <a:cubicBezTo>
                    <a:pt x="18971" y="11797"/>
                    <a:pt x="18886" y="11684"/>
                    <a:pt x="18773" y="11655"/>
                  </a:cubicBezTo>
                  <a:cubicBezTo>
                    <a:pt x="18752" y="11645"/>
                    <a:pt x="18723" y="11638"/>
                    <a:pt x="18696" y="11638"/>
                  </a:cubicBezTo>
                  <a:cubicBezTo>
                    <a:pt x="18648" y="11638"/>
                    <a:pt x="18602" y="11658"/>
                    <a:pt x="18602" y="11712"/>
                  </a:cubicBezTo>
                  <a:cubicBezTo>
                    <a:pt x="18574" y="11797"/>
                    <a:pt x="18574" y="11882"/>
                    <a:pt x="18602" y="11996"/>
                  </a:cubicBezTo>
                  <a:cubicBezTo>
                    <a:pt x="18858" y="12848"/>
                    <a:pt x="19057" y="13728"/>
                    <a:pt x="19170" y="14637"/>
                  </a:cubicBezTo>
                  <a:cubicBezTo>
                    <a:pt x="19454" y="16284"/>
                    <a:pt x="19625" y="17960"/>
                    <a:pt x="19625" y="19635"/>
                  </a:cubicBezTo>
                  <a:cubicBezTo>
                    <a:pt x="19653" y="19806"/>
                    <a:pt x="19681" y="19976"/>
                    <a:pt x="19511" y="20090"/>
                  </a:cubicBezTo>
                  <a:cubicBezTo>
                    <a:pt x="19454" y="20061"/>
                    <a:pt x="19397" y="20004"/>
                    <a:pt x="19341" y="19948"/>
                  </a:cubicBezTo>
                  <a:cubicBezTo>
                    <a:pt x="18943" y="19351"/>
                    <a:pt x="18574" y="18726"/>
                    <a:pt x="18148" y="18130"/>
                  </a:cubicBezTo>
                  <a:cubicBezTo>
                    <a:pt x="17835" y="17619"/>
                    <a:pt x="17495" y="17108"/>
                    <a:pt x="17154" y="16625"/>
                  </a:cubicBezTo>
                  <a:cubicBezTo>
                    <a:pt x="16785" y="16142"/>
                    <a:pt x="16558" y="15603"/>
                    <a:pt x="16472" y="15006"/>
                  </a:cubicBezTo>
                  <a:cubicBezTo>
                    <a:pt x="16302" y="13984"/>
                    <a:pt x="16103" y="12905"/>
                    <a:pt x="15933" y="11854"/>
                  </a:cubicBezTo>
                  <a:cubicBezTo>
                    <a:pt x="15791" y="10917"/>
                    <a:pt x="15564" y="9980"/>
                    <a:pt x="15280" y="9099"/>
                  </a:cubicBezTo>
                  <a:cubicBezTo>
                    <a:pt x="14683" y="7310"/>
                    <a:pt x="13774" y="5635"/>
                    <a:pt x="12638" y="4158"/>
                  </a:cubicBezTo>
                  <a:cubicBezTo>
                    <a:pt x="12553" y="3987"/>
                    <a:pt x="12411" y="3845"/>
                    <a:pt x="12241" y="3760"/>
                  </a:cubicBezTo>
                  <a:cubicBezTo>
                    <a:pt x="12224" y="3752"/>
                    <a:pt x="12208" y="3748"/>
                    <a:pt x="12192" y="3748"/>
                  </a:cubicBezTo>
                  <a:cubicBezTo>
                    <a:pt x="12153" y="3748"/>
                    <a:pt x="12119" y="3769"/>
                    <a:pt x="12099" y="3789"/>
                  </a:cubicBezTo>
                  <a:cubicBezTo>
                    <a:pt x="12071" y="3817"/>
                    <a:pt x="12042" y="3845"/>
                    <a:pt x="12042" y="3902"/>
                  </a:cubicBezTo>
                  <a:cubicBezTo>
                    <a:pt x="12099" y="4016"/>
                    <a:pt x="12127" y="4129"/>
                    <a:pt x="12184" y="4243"/>
                  </a:cubicBezTo>
                  <a:cubicBezTo>
                    <a:pt x="12582" y="4896"/>
                    <a:pt x="12951" y="5549"/>
                    <a:pt x="13348" y="6174"/>
                  </a:cubicBezTo>
                  <a:cubicBezTo>
                    <a:pt x="14030" y="7367"/>
                    <a:pt x="14570" y="8616"/>
                    <a:pt x="14967" y="9923"/>
                  </a:cubicBezTo>
                  <a:cubicBezTo>
                    <a:pt x="15052" y="10207"/>
                    <a:pt x="15138" y="10519"/>
                    <a:pt x="15194" y="10832"/>
                  </a:cubicBezTo>
                  <a:cubicBezTo>
                    <a:pt x="15422" y="11939"/>
                    <a:pt x="15592" y="13075"/>
                    <a:pt x="15791" y="14211"/>
                  </a:cubicBezTo>
                  <a:cubicBezTo>
                    <a:pt x="15819" y="14325"/>
                    <a:pt x="15904" y="14467"/>
                    <a:pt x="15791" y="14609"/>
                  </a:cubicBezTo>
                  <a:cubicBezTo>
                    <a:pt x="15734" y="14609"/>
                    <a:pt x="15677" y="14609"/>
                    <a:pt x="15649" y="14580"/>
                  </a:cubicBezTo>
                  <a:cubicBezTo>
                    <a:pt x="15507" y="14410"/>
                    <a:pt x="15336" y="14268"/>
                    <a:pt x="15194" y="14097"/>
                  </a:cubicBezTo>
                  <a:cubicBezTo>
                    <a:pt x="14342" y="13103"/>
                    <a:pt x="13434" y="12166"/>
                    <a:pt x="12496" y="11258"/>
                  </a:cubicBezTo>
                  <a:cubicBezTo>
                    <a:pt x="12326" y="11116"/>
                    <a:pt x="12184" y="10945"/>
                    <a:pt x="12071" y="10746"/>
                  </a:cubicBezTo>
                  <a:cubicBezTo>
                    <a:pt x="11843" y="10349"/>
                    <a:pt x="11673" y="9923"/>
                    <a:pt x="11531" y="9468"/>
                  </a:cubicBezTo>
                  <a:cubicBezTo>
                    <a:pt x="11247" y="8474"/>
                    <a:pt x="10991" y="7452"/>
                    <a:pt x="10679" y="6458"/>
                  </a:cubicBezTo>
                  <a:cubicBezTo>
                    <a:pt x="10423" y="5578"/>
                    <a:pt x="10111" y="4754"/>
                    <a:pt x="9685" y="3959"/>
                  </a:cubicBezTo>
                  <a:cubicBezTo>
                    <a:pt x="9060" y="2681"/>
                    <a:pt x="8095" y="1630"/>
                    <a:pt x="7101" y="608"/>
                  </a:cubicBezTo>
                  <a:cubicBezTo>
                    <a:pt x="6930" y="438"/>
                    <a:pt x="6760" y="296"/>
                    <a:pt x="6561" y="154"/>
                  </a:cubicBezTo>
                  <a:cubicBezTo>
                    <a:pt x="6448" y="68"/>
                    <a:pt x="6334" y="40"/>
                    <a:pt x="6220" y="12"/>
                  </a:cubicBezTo>
                  <a:cubicBezTo>
                    <a:pt x="6205" y="4"/>
                    <a:pt x="6188" y="0"/>
                    <a:pt x="6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6"/>
            <p:cNvSpPr/>
            <p:nvPr/>
          </p:nvSpPr>
          <p:spPr>
            <a:xfrm>
              <a:off x="1127700" y="2939050"/>
              <a:ext cx="164650" cy="174225"/>
            </a:xfrm>
            <a:custGeom>
              <a:rect b="b" l="l" r="r" t="t"/>
              <a:pathLst>
                <a:path extrusionOk="0" h="6969" w="6586">
                  <a:moveTo>
                    <a:pt x="6235" y="1"/>
                  </a:moveTo>
                  <a:cubicBezTo>
                    <a:pt x="6221" y="1"/>
                    <a:pt x="6206" y="2"/>
                    <a:pt x="6192" y="3"/>
                  </a:cubicBezTo>
                  <a:cubicBezTo>
                    <a:pt x="5908" y="32"/>
                    <a:pt x="5624" y="145"/>
                    <a:pt x="5425" y="344"/>
                  </a:cubicBezTo>
                  <a:cubicBezTo>
                    <a:pt x="4999" y="657"/>
                    <a:pt x="4601" y="969"/>
                    <a:pt x="4232" y="1310"/>
                  </a:cubicBezTo>
                  <a:cubicBezTo>
                    <a:pt x="3579" y="1878"/>
                    <a:pt x="2926" y="2474"/>
                    <a:pt x="2301" y="3099"/>
                  </a:cubicBezTo>
                  <a:cubicBezTo>
                    <a:pt x="1392" y="3951"/>
                    <a:pt x="682" y="4973"/>
                    <a:pt x="200" y="6109"/>
                  </a:cubicBezTo>
                  <a:cubicBezTo>
                    <a:pt x="114" y="6251"/>
                    <a:pt x="86" y="6393"/>
                    <a:pt x="29" y="6535"/>
                  </a:cubicBezTo>
                  <a:cubicBezTo>
                    <a:pt x="1" y="6677"/>
                    <a:pt x="58" y="6848"/>
                    <a:pt x="200" y="6904"/>
                  </a:cubicBezTo>
                  <a:cubicBezTo>
                    <a:pt x="256" y="6947"/>
                    <a:pt x="327" y="6968"/>
                    <a:pt x="398" y="6968"/>
                  </a:cubicBezTo>
                  <a:cubicBezTo>
                    <a:pt x="469" y="6968"/>
                    <a:pt x="540" y="6947"/>
                    <a:pt x="597" y="6904"/>
                  </a:cubicBezTo>
                  <a:cubicBezTo>
                    <a:pt x="739" y="6791"/>
                    <a:pt x="853" y="6677"/>
                    <a:pt x="938" y="6535"/>
                  </a:cubicBezTo>
                  <a:cubicBezTo>
                    <a:pt x="1194" y="6138"/>
                    <a:pt x="1421" y="5740"/>
                    <a:pt x="1676" y="5371"/>
                  </a:cubicBezTo>
                  <a:cubicBezTo>
                    <a:pt x="2273" y="4490"/>
                    <a:pt x="3011" y="3695"/>
                    <a:pt x="3835" y="3014"/>
                  </a:cubicBezTo>
                  <a:cubicBezTo>
                    <a:pt x="4459" y="2446"/>
                    <a:pt x="5113" y="1878"/>
                    <a:pt x="5766" y="1338"/>
                  </a:cubicBezTo>
                  <a:cubicBezTo>
                    <a:pt x="5965" y="1168"/>
                    <a:pt x="6163" y="969"/>
                    <a:pt x="6334" y="770"/>
                  </a:cubicBezTo>
                  <a:cubicBezTo>
                    <a:pt x="6419" y="657"/>
                    <a:pt x="6476" y="515"/>
                    <a:pt x="6533" y="373"/>
                  </a:cubicBezTo>
                  <a:cubicBezTo>
                    <a:pt x="6586" y="187"/>
                    <a:pt x="6440" y="1"/>
                    <a:pt x="6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6"/>
            <p:cNvSpPr/>
            <p:nvPr/>
          </p:nvSpPr>
          <p:spPr>
            <a:xfrm>
              <a:off x="957325" y="2004800"/>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35"/>
                  </a:cubicBezTo>
                  <a:cubicBezTo>
                    <a:pt x="1448" y="1903"/>
                    <a:pt x="2102" y="2443"/>
                    <a:pt x="2755" y="3011"/>
                  </a:cubicBezTo>
                  <a:cubicBezTo>
                    <a:pt x="3578" y="3692"/>
                    <a:pt x="4288" y="4487"/>
                    <a:pt x="4913" y="5368"/>
                  </a:cubicBezTo>
                  <a:cubicBezTo>
                    <a:pt x="5140" y="5765"/>
                    <a:pt x="5396" y="6163"/>
                    <a:pt x="5652" y="6561"/>
                  </a:cubicBezTo>
                  <a:cubicBezTo>
                    <a:pt x="5737" y="6703"/>
                    <a:pt x="5850" y="6816"/>
                    <a:pt x="5964" y="6930"/>
                  </a:cubicBezTo>
                  <a:cubicBezTo>
                    <a:pt x="6035" y="6972"/>
                    <a:pt x="6113" y="6994"/>
                    <a:pt x="6188" y="6994"/>
                  </a:cubicBezTo>
                  <a:cubicBezTo>
                    <a:pt x="6262" y="6994"/>
                    <a:pt x="6333" y="6972"/>
                    <a:pt x="6390" y="6930"/>
                  </a:cubicBezTo>
                  <a:cubicBezTo>
                    <a:pt x="6532" y="6845"/>
                    <a:pt x="6589" y="6703"/>
                    <a:pt x="6532" y="6561"/>
                  </a:cubicBezTo>
                  <a:cubicBezTo>
                    <a:pt x="6503" y="6419"/>
                    <a:pt x="6447" y="6277"/>
                    <a:pt x="6390" y="6135"/>
                  </a:cubicBezTo>
                  <a:cubicBezTo>
                    <a:pt x="5907" y="4999"/>
                    <a:pt x="5169" y="3976"/>
                    <a:pt x="4288" y="3096"/>
                  </a:cubicBezTo>
                  <a:cubicBezTo>
                    <a:pt x="3664" y="2500"/>
                    <a:pt x="3010" y="1903"/>
                    <a:pt x="2357" y="1335"/>
                  </a:cubicBezTo>
                  <a:cubicBezTo>
                    <a:pt x="1988" y="994"/>
                    <a:pt x="1562" y="682"/>
                    <a:pt x="1164"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6"/>
            <p:cNvSpPr/>
            <p:nvPr/>
          </p:nvSpPr>
          <p:spPr>
            <a:xfrm>
              <a:off x="1138350" y="1497775"/>
              <a:ext cx="78125" cy="223050"/>
            </a:xfrm>
            <a:custGeom>
              <a:rect b="b" l="l" r="r" t="t"/>
              <a:pathLst>
                <a:path extrusionOk="0" h="8922" w="3125">
                  <a:moveTo>
                    <a:pt x="342" y="0"/>
                  </a:moveTo>
                  <a:cubicBezTo>
                    <a:pt x="206" y="0"/>
                    <a:pt x="71" y="85"/>
                    <a:pt x="29" y="232"/>
                  </a:cubicBezTo>
                  <a:cubicBezTo>
                    <a:pt x="1" y="374"/>
                    <a:pt x="1" y="516"/>
                    <a:pt x="29" y="658"/>
                  </a:cubicBezTo>
                  <a:cubicBezTo>
                    <a:pt x="86" y="913"/>
                    <a:pt x="171" y="1169"/>
                    <a:pt x="285" y="1425"/>
                  </a:cubicBezTo>
                  <a:cubicBezTo>
                    <a:pt x="597" y="2220"/>
                    <a:pt x="938" y="2987"/>
                    <a:pt x="1222" y="3782"/>
                  </a:cubicBezTo>
                  <a:cubicBezTo>
                    <a:pt x="1648" y="4776"/>
                    <a:pt x="1932" y="5798"/>
                    <a:pt x="2074" y="6877"/>
                  </a:cubicBezTo>
                  <a:cubicBezTo>
                    <a:pt x="2131" y="7332"/>
                    <a:pt x="2159" y="7786"/>
                    <a:pt x="2216" y="8240"/>
                  </a:cubicBezTo>
                  <a:cubicBezTo>
                    <a:pt x="2216" y="8411"/>
                    <a:pt x="2273" y="8581"/>
                    <a:pt x="2330" y="8723"/>
                  </a:cubicBezTo>
                  <a:cubicBezTo>
                    <a:pt x="2386" y="8865"/>
                    <a:pt x="2528" y="8922"/>
                    <a:pt x="2699" y="8922"/>
                  </a:cubicBezTo>
                  <a:cubicBezTo>
                    <a:pt x="2841" y="8922"/>
                    <a:pt x="2954" y="8808"/>
                    <a:pt x="2983" y="8666"/>
                  </a:cubicBezTo>
                  <a:cubicBezTo>
                    <a:pt x="3011" y="8524"/>
                    <a:pt x="3040" y="8382"/>
                    <a:pt x="3040" y="8240"/>
                  </a:cubicBezTo>
                  <a:cubicBezTo>
                    <a:pt x="3125" y="6991"/>
                    <a:pt x="2954" y="5770"/>
                    <a:pt x="2557" y="4577"/>
                  </a:cubicBezTo>
                  <a:cubicBezTo>
                    <a:pt x="2273" y="3753"/>
                    <a:pt x="1960" y="2958"/>
                    <a:pt x="1648" y="2135"/>
                  </a:cubicBezTo>
                  <a:cubicBezTo>
                    <a:pt x="1449" y="1652"/>
                    <a:pt x="1250" y="1169"/>
                    <a:pt x="1023" y="715"/>
                  </a:cubicBezTo>
                  <a:cubicBezTo>
                    <a:pt x="910" y="431"/>
                    <a:pt x="739" y="203"/>
                    <a:pt x="484" y="33"/>
                  </a:cubicBezTo>
                  <a:cubicBezTo>
                    <a:pt x="439" y="11"/>
                    <a:pt x="391"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6"/>
            <p:cNvSpPr/>
            <p:nvPr/>
          </p:nvSpPr>
          <p:spPr>
            <a:xfrm>
              <a:off x="1208650" y="2357525"/>
              <a:ext cx="762525" cy="678650"/>
            </a:xfrm>
            <a:custGeom>
              <a:rect b="b" l="l" r="r" t="t"/>
              <a:pathLst>
                <a:path extrusionOk="0" h="27146" w="30501">
                  <a:moveTo>
                    <a:pt x="21383" y="0"/>
                  </a:moveTo>
                  <a:cubicBezTo>
                    <a:pt x="20966" y="0"/>
                    <a:pt x="20549" y="40"/>
                    <a:pt x="20135" y="119"/>
                  </a:cubicBezTo>
                  <a:cubicBezTo>
                    <a:pt x="18914" y="375"/>
                    <a:pt x="17778" y="829"/>
                    <a:pt x="16727" y="1511"/>
                  </a:cubicBezTo>
                  <a:cubicBezTo>
                    <a:pt x="15478" y="2249"/>
                    <a:pt x="14342" y="3130"/>
                    <a:pt x="13263" y="4095"/>
                  </a:cubicBezTo>
                  <a:cubicBezTo>
                    <a:pt x="12524" y="4777"/>
                    <a:pt x="11786" y="5458"/>
                    <a:pt x="11076" y="6140"/>
                  </a:cubicBezTo>
                  <a:cubicBezTo>
                    <a:pt x="10366" y="6736"/>
                    <a:pt x="9599" y="7276"/>
                    <a:pt x="8776" y="7673"/>
                  </a:cubicBezTo>
                  <a:cubicBezTo>
                    <a:pt x="7782" y="8213"/>
                    <a:pt x="6873" y="8866"/>
                    <a:pt x="6106" y="9690"/>
                  </a:cubicBezTo>
                  <a:cubicBezTo>
                    <a:pt x="5283" y="10570"/>
                    <a:pt x="4629" y="11621"/>
                    <a:pt x="4232" y="12785"/>
                  </a:cubicBezTo>
                  <a:cubicBezTo>
                    <a:pt x="3948" y="13637"/>
                    <a:pt x="3692" y="14546"/>
                    <a:pt x="3408" y="15426"/>
                  </a:cubicBezTo>
                  <a:cubicBezTo>
                    <a:pt x="3266" y="15852"/>
                    <a:pt x="3124" y="16278"/>
                    <a:pt x="2982" y="16704"/>
                  </a:cubicBezTo>
                  <a:cubicBezTo>
                    <a:pt x="2613" y="17954"/>
                    <a:pt x="2102" y="19175"/>
                    <a:pt x="1449" y="20311"/>
                  </a:cubicBezTo>
                  <a:cubicBezTo>
                    <a:pt x="1136" y="20936"/>
                    <a:pt x="852" y="21560"/>
                    <a:pt x="568" y="22185"/>
                  </a:cubicBezTo>
                  <a:cubicBezTo>
                    <a:pt x="228" y="22895"/>
                    <a:pt x="57" y="23662"/>
                    <a:pt x="29" y="24457"/>
                  </a:cubicBezTo>
                  <a:cubicBezTo>
                    <a:pt x="0" y="24855"/>
                    <a:pt x="86" y="25252"/>
                    <a:pt x="228" y="25650"/>
                  </a:cubicBezTo>
                  <a:cubicBezTo>
                    <a:pt x="341" y="26019"/>
                    <a:pt x="597" y="26331"/>
                    <a:pt x="937" y="26502"/>
                  </a:cubicBezTo>
                  <a:cubicBezTo>
                    <a:pt x="1614" y="26937"/>
                    <a:pt x="2414" y="27146"/>
                    <a:pt x="3233" y="27146"/>
                  </a:cubicBezTo>
                  <a:cubicBezTo>
                    <a:pt x="3376" y="27146"/>
                    <a:pt x="3520" y="27139"/>
                    <a:pt x="3664" y="27127"/>
                  </a:cubicBezTo>
                  <a:cubicBezTo>
                    <a:pt x="5311" y="26871"/>
                    <a:pt x="6930" y="26331"/>
                    <a:pt x="8435" y="25536"/>
                  </a:cubicBezTo>
                  <a:cubicBezTo>
                    <a:pt x="9400" y="25054"/>
                    <a:pt x="10366" y="24514"/>
                    <a:pt x="11332" y="24003"/>
                  </a:cubicBezTo>
                  <a:cubicBezTo>
                    <a:pt x="11587" y="23889"/>
                    <a:pt x="11843" y="23747"/>
                    <a:pt x="12098" y="23634"/>
                  </a:cubicBezTo>
                  <a:cubicBezTo>
                    <a:pt x="13092" y="23122"/>
                    <a:pt x="14200" y="22867"/>
                    <a:pt x="15336" y="22867"/>
                  </a:cubicBezTo>
                  <a:cubicBezTo>
                    <a:pt x="15493" y="22863"/>
                    <a:pt x="15651" y="22861"/>
                    <a:pt x="15809" y="22861"/>
                  </a:cubicBezTo>
                  <a:cubicBezTo>
                    <a:pt x="16873" y="22861"/>
                    <a:pt x="17939" y="22942"/>
                    <a:pt x="19028" y="23066"/>
                  </a:cubicBezTo>
                  <a:cubicBezTo>
                    <a:pt x="19567" y="23122"/>
                    <a:pt x="20107" y="23236"/>
                    <a:pt x="20646" y="23293"/>
                  </a:cubicBezTo>
                  <a:cubicBezTo>
                    <a:pt x="21094" y="23358"/>
                    <a:pt x="21549" y="23390"/>
                    <a:pt x="22007" y="23390"/>
                  </a:cubicBezTo>
                  <a:cubicBezTo>
                    <a:pt x="22741" y="23390"/>
                    <a:pt x="23479" y="23308"/>
                    <a:pt x="24196" y="23151"/>
                  </a:cubicBezTo>
                  <a:cubicBezTo>
                    <a:pt x="24480" y="23066"/>
                    <a:pt x="24764" y="22980"/>
                    <a:pt x="25048" y="22838"/>
                  </a:cubicBezTo>
                  <a:cubicBezTo>
                    <a:pt x="26440" y="22214"/>
                    <a:pt x="27632" y="21191"/>
                    <a:pt x="28484" y="19913"/>
                  </a:cubicBezTo>
                  <a:cubicBezTo>
                    <a:pt x="29052" y="18948"/>
                    <a:pt x="29478" y="17925"/>
                    <a:pt x="29762" y="16846"/>
                  </a:cubicBezTo>
                  <a:cubicBezTo>
                    <a:pt x="30359" y="14518"/>
                    <a:pt x="30501" y="12075"/>
                    <a:pt x="30188" y="9690"/>
                  </a:cubicBezTo>
                  <a:cubicBezTo>
                    <a:pt x="30046" y="8554"/>
                    <a:pt x="29734" y="7418"/>
                    <a:pt x="29251" y="6367"/>
                  </a:cubicBezTo>
                  <a:cubicBezTo>
                    <a:pt x="28712" y="5117"/>
                    <a:pt x="28002" y="3953"/>
                    <a:pt x="27150" y="2902"/>
                  </a:cubicBezTo>
                  <a:cubicBezTo>
                    <a:pt x="26411" y="2022"/>
                    <a:pt x="25503" y="1312"/>
                    <a:pt x="24480" y="772"/>
                  </a:cubicBezTo>
                  <a:cubicBezTo>
                    <a:pt x="23519" y="261"/>
                    <a:pt x="22455" y="0"/>
                    <a:pt x="2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6"/>
            <p:cNvSpPr/>
            <p:nvPr/>
          </p:nvSpPr>
          <p:spPr>
            <a:xfrm>
              <a:off x="1238475" y="2430775"/>
              <a:ext cx="617700" cy="548150"/>
            </a:xfrm>
            <a:custGeom>
              <a:rect b="b" l="l" r="r" t="t"/>
              <a:pathLst>
                <a:path extrusionOk="0" h="21926" w="24708">
                  <a:moveTo>
                    <a:pt x="20817" y="1"/>
                  </a:moveTo>
                  <a:cubicBezTo>
                    <a:pt x="20703" y="1"/>
                    <a:pt x="20589" y="29"/>
                    <a:pt x="20476" y="86"/>
                  </a:cubicBezTo>
                  <a:cubicBezTo>
                    <a:pt x="20249" y="171"/>
                    <a:pt x="20050" y="313"/>
                    <a:pt x="19851" y="427"/>
                  </a:cubicBezTo>
                  <a:cubicBezTo>
                    <a:pt x="18715" y="1222"/>
                    <a:pt x="17607" y="2045"/>
                    <a:pt x="16755" y="3153"/>
                  </a:cubicBezTo>
                  <a:cubicBezTo>
                    <a:pt x="16216" y="3863"/>
                    <a:pt x="15761" y="4601"/>
                    <a:pt x="15336" y="5368"/>
                  </a:cubicBezTo>
                  <a:cubicBezTo>
                    <a:pt x="14881" y="6305"/>
                    <a:pt x="14455" y="7214"/>
                    <a:pt x="13972" y="8123"/>
                  </a:cubicBezTo>
                  <a:cubicBezTo>
                    <a:pt x="13774" y="8520"/>
                    <a:pt x="13518" y="8890"/>
                    <a:pt x="13234" y="9230"/>
                  </a:cubicBezTo>
                  <a:cubicBezTo>
                    <a:pt x="13092" y="9401"/>
                    <a:pt x="12922" y="9543"/>
                    <a:pt x="12751" y="9656"/>
                  </a:cubicBezTo>
                  <a:cubicBezTo>
                    <a:pt x="11672" y="10338"/>
                    <a:pt x="10621" y="11105"/>
                    <a:pt x="9627" y="11900"/>
                  </a:cubicBezTo>
                  <a:cubicBezTo>
                    <a:pt x="9457" y="12042"/>
                    <a:pt x="9287" y="12155"/>
                    <a:pt x="9116" y="12269"/>
                  </a:cubicBezTo>
                  <a:lnTo>
                    <a:pt x="8974" y="12269"/>
                  </a:lnTo>
                  <a:cubicBezTo>
                    <a:pt x="8889" y="12127"/>
                    <a:pt x="9003" y="11985"/>
                    <a:pt x="9031" y="11872"/>
                  </a:cubicBezTo>
                  <a:cubicBezTo>
                    <a:pt x="9429" y="10821"/>
                    <a:pt x="9798" y="9770"/>
                    <a:pt x="10195" y="8719"/>
                  </a:cubicBezTo>
                  <a:cubicBezTo>
                    <a:pt x="10309" y="8435"/>
                    <a:pt x="10451" y="8180"/>
                    <a:pt x="10621" y="7896"/>
                  </a:cubicBezTo>
                  <a:cubicBezTo>
                    <a:pt x="11218" y="6731"/>
                    <a:pt x="11956" y="5624"/>
                    <a:pt x="12836" y="4601"/>
                  </a:cubicBezTo>
                  <a:cubicBezTo>
                    <a:pt x="13348" y="4062"/>
                    <a:pt x="13802" y="3494"/>
                    <a:pt x="14285" y="2954"/>
                  </a:cubicBezTo>
                  <a:cubicBezTo>
                    <a:pt x="14370" y="2869"/>
                    <a:pt x="14427" y="2755"/>
                    <a:pt x="14484" y="2642"/>
                  </a:cubicBezTo>
                  <a:cubicBezTo>
                    <a:pt x="14484" y="2613"/>
                    <a:pt x="14484" y="2557"/>
                    <a:pt x="14455" y="2528"/>
                  </a:cubicBezTo>
                  <a:cubicBezTo>
                    <a:pt x="14427" y="2500"/>
                    <a:pt x="14370" y="2471"/>
                    <a:pt x="14342" y="2471"/>
                  </a:cubicBezTo>
                  <a:cubicBezTo>
                    <a:pt x="14143" y="2528"/>
                    <a:pt x="14001" y="2642"/>
                    <a:pt x="13859" y="2784"/>
                  </a:cubicBezTo>
                  <a:cubicBezTo>
                    <a:pt x="12496" y="4005"/>
                    <a:pt x="11360" y="5453"/>
                    <a:pt x="10451" y="7044"/>
                  </a:cubicBezTo>
                  <a:cubicBezTo>
                    <a:pt x="10025" y="7867"/>
                    <a:pt x="9627" y="8691"/>
                    <a:pt x="9315" y="9571"/>
                  </a:cubicBezTo>
                  <a:cubicBezTo>
                    <a:pt x="8974" y="10565"/>
                    <a:pt x="8605" y="11531"/>
                    <a:pt x="8264" y="12525"/>
                  </a:cubicBezTo>
                  <a:cubicBezTo>
                    <a:pt x="8065" y="13064"/>
                    <a:pt x="7753" y="13547"/>
                    <a:pt x="7327" y="13945"/>
                  </a:cubicBezTo>
                  <a:cubicBezTo>
                    <a:pt x="6873" y="14342"/>
                    <a:pt x="6475" y="14768"/>
                    <a:pt x="6077" y="15194"/>
                  </a:cubicBezTo>
                  <a:cubicBezTo>
                    <a:pt x="5566" y="15705"/>
                    <a:pt x="5083" y="16217"/>
                    <a:pt x="4601" y="16728"/>
                  </a:cubicBezTo>
                  <a:cubicBezTo>
                    <a:pt x="4544" y="16785"/>
                    <a:pt x="4487" y="16813"/>
                    <a:pt x="4430" y="16841"/>
                  </a:cubicBezTo>
                  <a:cubicBezTo>
                    <a:pt x="4260" y="16699"/>
                    <a:pt x="4345" y="16529"/>
                    <a:pt x="4374" y="16387"/>
                  </a:cubicBezTo>
                  <a:cubicBezTo>
                    <a:pt x="4686" y="14768"/>
                    <a:pt x="5140" y="13206"/>
                    <a:pt x="5737" y="11673"/>
                  </a:cubicBezTo>
                  <a:cubicBezTo>
                    <a:pt x="5992" y="10821"/>
                    <a:pt x="6333" y="10026"/>
                    <a:pt x="6759" y="9230"/>
                  </a:cubicBezTo>
                  <a:cubicBezTo>
                    <a:pt x="6787" y="9145"/>
                    <a:pt x="6816" y="9060"/>
                    <a:pt x="6816" y="8975"/>
                  </a:cubicBezTo>
                  <a:cubicBezTo>
                    <a:pt x="6816" y="8890"/>
                    <a:pt x="6731" y="8861"/>
                    <a:pt x="6645" y="8861"/>
                  </a:cubicBezTo>
                  <a:cubicBezTo>
                    <a:pt x="6532" y="8890"/>
                    <a:pt x="6447" y="8975"/>
                    <a:pt x="6390" y="9088"/>
                  </a:cubicBezTo>
                  <a:cubicBezTo>
                    <a:pt x="6134" y="9543"/>
                    <a:pt x="5879" y="9997"/>
                    <a:pt x="5651" y="10480"/>
                  </a:cubicBezTo>
                  <a:cubicBezTo>
                    <a:pt x="5367" y="11190"/>
                    <a:pt x="5112" y="11900"/>
                    <a:pt x="4856" y="12610"/>
                  </a:cubicBezTo>
                  <a:cubicBezTo>
                    <a:pt x="4487" y="13689"/>
                    <a:pt x="4203" y="14797"/>
                    <a:pt x="4004" y="15933"/>
                  </a:cubicBezTo>
                  <a:cubicBezTo>
                    <a:pt x="3862" y="16586"/>
                    <a:pt x="3664" y="17267"/>
                    <a:pt x="3408" y="17892"/>
                  </a:cubicBezTo>
                  <a:cubicBezTo>
                    <a:pt x="3351" y="18062"/>
                    <a:pt x="3266" y="18233"/>
                    <a:pt x="3124" y="18375"/>
                  </a:cubicBezTo>
                  <a:cubicBezTo>
                    <a:pt x="2386" y="19255"/>
                    <a:pt x="1562" y="20107"/>
                    <a:pt x="738" y="20902"/>
                  </a:cubicBezTo>
                  <a:cubicBezTo>
                    <a:pt x="511" y="21130"/>
                    <a:pt x="284" y="21357"/>
                    <a:pt x="85" y="21584"/>
                  </a:cubicBezTo>
                  <a:cubicBezTo>
                    <a:pt x="0" y="21669"/>
                    <a:pt x="85" y="21868"/>
                    <a:pt x="227" y="21896"/>
                  </a:cubicBezTo>
                  <a:cubicBezTo>
                    <a:pt x="278" y="21916"/>
                    <a:pt x="328" y="21926"/>
                    <a:pt x="378" y="21926"/>
                  </a:cubicBezTo>
                  <a:cubicBezTo>
                    <a:pt x="470" y="21926"/>
                    <a:pt x="562" y="21895"/>
                    <a:pt x="653" y="21840"/>
                  </a:cubicBezTo>
                  <a:cubicBezTo>
                    <a:pt x="880" y="21698"/>
                    <a:pt x="1136" y="21527"/>
                    <a:pt x="1363" y="21357"/>
                  </a:cubicBezTo>
                  <a:cubicBezTo>
                    <a:pt x="1512" y="21233"/>
                    <a:pt x="1703" y="21153"/>
                    <a:pt x="1919" y="21153"/>
                  </a:cubicBezTo>
                  <a:cubicBezTo>
                    <a:pt x="1951" y="21153"/>
                    <a:pt x="1983" y="21154"/>
                    <a:pt x="2016" y="21158"/>
                  </a:cubicBezTo>
                  <a:cubicBezTo>
                    <a:pt x="2982" y="21158"/>
                    <a:pt x="3948" y="21158"/>
                    <a:pt x="4913" y="21101"/>
                  </a:cubicBezTo>
                  <a:cubicBezTo>
                    <a:pt x="5481" y="21073"/>
                    <a:pt x="6049" y="20988"/>
                    <a:pt x="6617" y="20902"/>
                  </a:cubicBezTo>
                  <a:cubicBezTo>
                    <a:pt x="6844" y="20874"/>
                    <a:pt x="7043" y="20789"/>
                    <a:pt x="7242" y="20732"/>
                  </a:cubicBezTo>
                  <a:cubicBezTo>
                    <a:pt x="7270" y="20704"/>
                    <a:pt x="7299" y="20647"/>
                    <a:pt x="7299" y="20618"/>
                  </a:cubicBezTo>
                  <a:cubicBezTo>
                    <a:pt x="7299" y="20562"/>
                    <a:pt x="7270" y="20533"/>
                    <a:pt x="7213" y="20505"/>
                  </a:cubicBezTo>
                  <a:cubicBezTo>
                    <a:pt x="7147" y="20471"/>
                    <a:pt x="7071" y="20458"/>
                    <a:pt x="6990" y="20458"/>
                  </a:cubicBezTo>
                  <a:cubicBezTo>
                    <a:pt x="6933" y="20458"/>
                    <a:pt x="6875" y="20465"/>
                    <a:pt x="6816" y="20476"/>
                  </a:cubicBezTo>
                  <a:cubicBezTo>
                    <a:pt x="5424" y="20618"/>
                    <a:pt x="4061" y="20618"/>
                    <a:pt x="2698" y="20647"/>
                  </a:cubicBezTo>
                  <a:cubicBezTo>
                    <a:pt x="2664" y="20653"/>
                    <a:pt x="2631" y="20657"/>
                    <a:pt x="2598" y="20657"/>
                  </a:cubicBezTo>
                  <a:cubicBezTo>
                    <a:pt x="2492" y="20657"/>
                    <a:pt x="2394" y="20620"/>
                    <a:pt x="2329" y="20533"/>
                  </a:cubicBezTo>
                  <a:lnTo>
                    <a:pt x="3096" y="19710"/>
                  </a:lnTo>
                  <a:cubicBezTo>
                    <a:pt x="3436" y="19312"/>
                    <a:pt x="3834" y="18914"/>
                    <a:pt x="4203" y="18517"/>
                  </a:cubicBezTo>
                  <a:cubicBezTo>
                    <a:pt x="4430" y="18233"/>
                    <a:pt x="4771" y="18091"/>
                    <a:pt x="5140" y="18091"/>
                  </a:cubicBezTo>
                  <a:cubicBezTo>
                    <a:pt x="5609" y="18048"/>
                    <a:pt x="6085" y="18027"/>
                    <a:pt x="6560" y="18027"/>
                  </a:cubicBezTo>
                  <a:cubicBezTo>
                    <a:pt x="7036" y="18027"/>
                    <a:pt x="7512" y="18048"/>
                    <a:pt x="7980" y="18091"/>
                  </a:cubicBezTo>
                  <a:cubicBezTo>
                    <a:pt x="8648" y="18133"/>
                    <a:pt x="9308" y="18155"/>
                    <a:pt x="9968" y="18155"/>
                  </a:cubicBezTo>
                  <a:cubicBezTo>
                    <a:pt x="10628" y="18155"/>
                    <a:pt x="11289" y="18133"/>
                    <a:pt x="11956" y="18091"/>
                  </a:cubicBezTo>
                  <a:cubicBezTo>
                    <a:pt x="12268" y="18062"/>
                    <a:pt x="12581" y="18006"/>
                    <a:pt x="12865" y="17892"/>
                  </a:cubicBezTo>
                  <a:cubicBezTo>
                    <a:pt x="12950" y="17864"/>
                    <a:pt x="13064" y="17807"/>
                    <a:pt x="13035" y="17693"/>
                  </a:cubicBezTo>
                  <a:cubicBezTo>
                    <a:pt x="13035" y="17580"/>
                    <a:pt x="12893" y="17551"/>
                    <a:pt x="12751" y="17551"/>
                  </a:cubicBezTo>
                  <a:cubicBezTo>
                    <a:pt x="12297" y="17580"/>
                    <a:pt x="11814" y="17608"/>
                    <a:pt x="11331" y="17636"/>
                  </a:cubicBezTo>
                  <a:cubicBezTo>
                    <a:pt x="10998" y="17644"/>
                    <a:pt x="10662" y="17647"/>
                    <a:pt x="10326" y="17647"/>
                  </a:cubicBezTo>
                  <a:cubicBezTo>
                    <a:pt x="9317" y="17647"/>
                    <a:pt x="8300" y="17615"/>
                    <a:pt x="7299" y="17551"/>
                  </a:cubicBezTo>
                  <a:cubicBezTo>
                    <a:pt x="7029" y="17523"/>
                    <a:pt x="6752" y="17509"/>
                    <a:pt x="6475" y="17509"/>
                  </a:cubicBezTo>
                  <a:cubicBezTo>
                    <a:pt x="6198" y="17509"/>
                    <a:pt x="5921" y="17523"/>
                    <a:pt x="5651" y="17551"/>
                  </a:cubicBezTo>
                  <a:lnTo>
                    <a:pt x="5453" y="17551"/>
                  </a:lnTo>
                  <a:cubicBezTo>
                    <a:pt x="5367" y="17551"/>
                    <a:pt x="5282" y="17438"/>
                    <a:pt x="5339" y="17352"/>
                  </a:cubicBezTo>
                  <a:cubicBezTo>
                    <a:pt x="5396" y="17239"/>
                    <a:pt x="5453" y="17154"/>
                    <a:pt x="5538" y="17069"/>
                  </a:cubicBezTo>
                  <a:cubicBezTo>
                    <a:pt x="6447" y="16075"/>
                    <a:pt x="7355" y="15109"/>
                    <a:pt x="8236" y="14143"/>
                  </a:cubicBezTo>
                  <a:cubicBezTo>
                    <a:pt x="8490" y="13843"/>
                    <a:pt x="8837" y="13693"/>
                    <a:pt x="9202" y="13693"/>
                  </a:cubicBezTo>
                  <a:cubicBezTo>
                    <a:pt x="9287" y="13693"/>
                    <a:pt x="9372" y="13701"/>
                    <a:pt x="9457" y="13717"/>
                  </a:cubicBezTo>
                  <a:cubicBezTo>
                    <a:pt x="10224" y="13774"/>
                    <a:pt x="11019" y="13916"/>
                    <a:pt x="11757" y="14143"/>
                  </a:cubicBezTo>
                  <a:cubicBezTo>
                    <a:pt x="12808" y="14484"/>
                    <a:pt x="13802" y="14939"/>
                    <a:pt x="14796" y="15365"/>
                  </a:cubicBezTo>
                  <a:cubicBezTo>
                    <a:pt x="15818" y="15847"/>
                    <a:pt x="16926" y="16160"/>
                    <a:pt x="18062" y="16330"/>
                  </a:cubicBezTo>
                  <a:cubicBezTo>
                    <a:pt x="18280" y="16340"/>
                    <a:pt x="18500" y="16343"/>
                    <a:pt x="18722" y="16343"/>
                  </a:cubicBezTo>
                  <a:cubicBezTo>
                    <a:pt x="19166" y="16343"/>
                    <a:pt x="19614" y="16330"/>
                    <a:pt x="20050" y="16330"/>
                  </a:cubicBezTo>
                  <a:cubicBezTo>
                    <a:pt x="20192" y="16330"/>
                    <a:pt x="20334" y="16273"/>
                    <a:pt x="20447" y="16188"/>
                  </a:cubicBezTo>
                  <a:cubicBezTo>
                    <a:pt x="20476" y="16188"/>
                    <a:pt x="20476" y="16160"/>
                    <a:pt x="20504" y="16131"/>
                  </a:cubicBezTo>
                  <a:cubicBezTo>
                    <a:pt x="20533" y="16103"/>
                    <a:pt x="20504" y="16046"/>
                    <a:pt x="20447" y="16018"/>
                  </a:cubicBezTo>
                  <a:cubicBezTo>
                    <a:pt x="20249" y="15933"/>
                    <a:pt x="20050" y="15904"/>
                    <a:pt x="19823" y="15904"/>
                  </a:cubicBezTo>
                  <a:lnTo>
                    <a:pt x="18545" y="15876"/>
                  </a:lnTo>
                  <a:cubicBezTo>
                    <a:pt x="17778" y="15791"/>
                    <a:pt x="17011" y="15620"/>
                    <a:pt x="16273" y="15336"/>
                  </a:cubicBezTo>
                  <a:cubicBezTo>
                    <a:pt x="15279" y="14995"/>
                    <a:pt x="14342" y="14569"/>
                    <a:pt x="13376" y="14143"/>
                  </a:cubicBezTo>
                  <a:cubicBezTo>
                    <a:pt x="12297" y="13632"/>
                    <a:pt x="11132" y="13320"/>
                    <a:pt x="9968" y="13206"/>
                  </a:cubicBezTo>
                  <a:cubicBezTo>
                    <a:pt x="9826" y="13206"/>
                    <a:pt x="9713" y="13178"/>
                    <a:pt x="9599" y="13149"/>
                  </a:cubicBezTo>
                  <a:cubicBezTo>
                    <a:pt x="9514" y="13149"/>
                    <a:pt x="9457" y="13036"/>
                    <a:pt x="9514" y="12951"/>
                  </a:cubicBezTo>
                  <a:cubicBezTo>
                    <a:pt x="9571" y="12865"/>
                    <a:pt x="9627" y="12809"/>
                    <a:pt x="9713" y="12752"/>
                  </a:cubicBezTo>
                  <a:cubicBezTo>
                    <a:pt x="10763" y="11843"/>
                    <a:pt x="11842" y="11020"/>
                    <a:pt x="12978" y="10224"/>
                  </a:cubicBezTo>
                  <a:cubicBezTo>
                    <a:pt x="13230" y="10036"/>
                    <a:pt x="13542" y="9925"/>
                    <a:pt x="13849" y="9925"/>
                  </a:cubicBezTo>
                  <a:cubicBezTo>
                    <a:pt x="13958" y="9925"/>
                    <a:pt x="14067" y="9939"/>
                    <a:pt x="14171" y="9969"/>
                  </a:cubicBezTo>
                  <a:cubicBezTo>
                    <a:pt x="15137" y="10139"/>
                    <a:pt x="16074" y="10423"/>
                    <a:pt x="16954" y="10821"/>
                  </a:cubicBezTo>
                  <a:cubicBezTo>
                    <a:pt x="18090" y="11332"/>
                    <a:pt x="19255" y="11758"/>
                    <a:pt x="20419" y="12127"/>
                  </a:cubicBezTo>
                  <a:cubicBezTo>
                    <a:pt x="21416" y="12388"/>
                    <a:pt x="22452" y="12510"/>
                    <a:pt x="23478" y="12510"/>
                  </a:cubicBezTo>
                  <a:cubicBezTo>
                    <a:pt x="23680" y="12510"/>
                    <a:pt x="23882" y="12506"/>
                    <a:pt x="24082" y="12496"/>
                  </a:cubicBezTo>
                  <a:cubicBezTo>
                    <a:pt x="24196" y="12468"/>
                    <a:pt x="24281" y="12468"/>
                    <a:pt x="24366" y="12439"/>
                  </a:cubicBezTo>
                  <a:cubicBezTo>
                    <a:pt x="24480" y="12411"/>
                    <a:pt x="24594" y="12411"/>
                    <a:pt x="24650" y="12269"/>
                  </a:cubicBezTo>
                  <a:cubicBezTo>
                    <a:pt x="24707" y="12127"/>
                    <a:pt x="24565" y="12070"/>
                    <a:pt x="24366" y="12042"/>
                  </a:cubicBezTo>
                  <a:cubicBezTo>
                    <a:pt x="23912" y="12014"/>
                    <a:pt x="23458" y="11957"/>
                    <a:pt x="23003" y="11957"/>
                  </a:cubicBezTo>
                  <a:cubicBezTo>
                    <a:pt x="21271" y="11957"/>
                    <a:pt x="19709" y="11417"/>
                    <a:pt x="18147" y="10736"/>
                  </a:cubicBezTo>
                  <a:cubicBezTo>
                    <a:pt x="17267" y="10310"/>
                    <a:pt x="16358" y="9969"/>
                    <a:pt x="15421" y="9685"/>
                  </a:cubicBezTo>
                  <a:cubicBezTo>
                    <a:pt x="15165" y="9600"/>
                    <a:pt x="14910" y="9571"/>
                    <a:pt x="14654" y="9543"/>
                  </a:cubicBezTo>
                  <a:cubicBezTo>
                    <a:pt x="14634" y="9550"/>
                    <a:pt x="14614" y="9553"/>
                    <a:pt x="14594" y="9553"/>
                  </a:cubicBezTo>
                  <a:cubicBezTo>
                    <a:pt x="14530" y="9553"/>
                    <a:pt x="14470" y="9516"/>
                    <a:pt x="14427" y="9429"/>
                  </a:cubicBezTo>
                  <a:cubicBezTo>
                    <a:pt x="14484" y="9230"/>
                    <a:pt x="14654" y="9174"/>
                    <a:pt x="14796" y="9088"/>
                  </a:cubicBezTo>
                  <a:cubicBezTo>
                    <a:pt x="16131" y="8322"/>
                    <a:pt x="17579" y="7754"/>
                    <a:pt x="19084" y="7384"/>
                  </a:cubicBezTo>
                  <a:cubicBezTo>
                    <a:pt x="20135" y="7129"/>
                    <a:pt x="21214" y="6930"/>
                    <a:pt x="22265" y="6675"/>
                  </a:cubicBezTo>
                  <a:cubicBezTo>
                    <a:pt x="23032" y="6504"/>
                    <a:pt x="23798" y="6277"/>
                    <a:pt x="24537" y="6078"/>
                  </a:cubicBezTo>
                  <a:cubicBezTo>
                    <a:pt x="24622" y="6050"/>
                    <a:pt x="24650" y="5965"/>
                    <a:pt x="24622" y="5908"/>
                  </a:cubicBezTo>
                  <a:cubicBezTo>
                    <a:pt x="24594" y="5879"/>
                    <a:pt x="24565" y="5823"/>
                    <a:pt x="24537" y="5823"/>
                  </a:cubicBezTo>
                  <a:cubicBezTo>
                    <a:pt x="24422" y="5797"/>
                    <a:pt x="24301" y="5783"/>
                    <a:pt x="24183" y="5783"/>
                  </a:cubicBezTo>
                  <a:cubicBezTo>
                    <a:pt x="24037" y="5783"/>
                    <a:pt x="23895" y="5804"/>
                    <a:pt x="23770" y="5851"/>
                  </a:cubicBezTo>
                  <a:cubicBezTo>
                    <a:pt x="23174" y="5965"/>
                    <a:pt x="22606" y="6135"/>
                    <a:pt x="22009" y="6249"/>
                  </a:cubicBezTo>
                  <a:cubicBezTo>
                    <a:pt x="21157" y="6419"/>
                    <a:pt x="20305" y="6618"/>
                    <a:pt x="19453" y="6788"/>
                  </a:cubicBezTo>
                  <a:cubicBezTo>
                    <a:pt x="17891" y="7072"/>
                    <a:pt x="16358" y="7612"/>
                    <a:pt x="14966" y="8378"/>
                  </a:cubicBezTo>
                  <a:cubicBezTo>
                    <a:pt x="14881" y="8407"/>
                    <a:pt x="14796" y="8435"/>
                    <a:pt x="14711" y="8464"/>
                  </a:cubicBezTo>
                  <a:cubicBezTo>
                    <a:pt x="14654" y="8464"/>
                    <a:pt x="14569" y="8464"/>
                    <a:pt x="14569" y="8350"/>
                  </a:cubicBezTo>
                  <a:cubicBezTo>
                    <a:pt x="14569" y="8293"/>
                    <a:pt x="14569" y="8265"/>
                    <a:pt x="14597" y="8208"/>
                  </a:cubicBezTo>
                  <a:cubicBezTo>
                    <a:pt x="15080" y="7271"/>
                    <a:pt x="15534" y="6334"/>
                    <a:pt x="16017" y="5425"/>
                  </a:cubicBezTo>
                  <a:cubicBezTo>
                    <a:pt x="16869" y="3778"/>
                    <a:pt x="18090" y="2386"/>
                    <a:pt x="19567" y="1307"/>
                  </a:cubicBezTo>
                  <a:cubicBezTo>
                    <a:pt x="20021" y="966"/>
                    <a:pt x="20476" y="626"/>
                    <a:pt x="20930" y="285"/>
                  </a:cubicBezTo>
                  <a:cubicBezTo>
                    <a:pt x="20987" y="228"/>
                    <a:pt x="21044" y="171"/>
                    <a:pt x="20987" y="86"/>
                  </a:cubicBezTo>
                  <a:cubicBezTo>
                    <a:pt x="20958" y="29"/>
                    <a:pt x="20902" y="1"/>
                    <a:pt x="20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6"/>
            <p:cNvSpPr/>
            <p:nvPr/>
          </p:nvSpPr>
          <p:spPr>
            <a:xfrm>
              <a:off x="1166750" y="1518850"/>
              <a:ext cx="700775" cy="669050"/>
            </a:xfrm>
            <a:custGeom>
              <a:rect b="b" l="l" r="r" t="t"/>
              <a:pathLst>
                <a:path extrusionOk="0" h="26762" w="28031">
                  <a:moveTo>
                    <a:pt x="19105" y="1"/>
                  </a:moveTo>
                  <a:cubicBezTo>
                    <a:pt x="18567" y="1"/>
                    <a:pt x="18027" y="71"/>
                    <a:pt x="17495" y="212"/>
                  </a:cubicBezTo>
                  <a:cubicBezTo>
                    <a:pt x="16359" y="525"/>
                    <a:pt x="15308" y="1036"/>
                    <a:pt x="14371" y="1718"/>
                  </a:cubicBezTo>
                  <a:cubicBezTo>
                    <a:pt x="13235" y="2513"/>
                    <a:pt x="12212" y="3421"/>
                    <a:pt x="11247" y="4415"/>
                  </a:cubicBezTo>
                  <a:cubicBezTo>
                    <a:pt x="10594" y="5069"/>
                    <a:pt x="9940" y="5779"/>
                    <a:pt x="9316" y="6460"/>
                  </a:cubicBezTo>
                  <a:cubicBezTo>
                    <a:pt x="8691" y="7057"/>
                    <a:pt x="7981" y="7596"/>
                    <a:pt x="7243" y="8050"/>
                  </a:cubicBezTo>
                  <a:cubicBezTo>
                    <a:pt x="6334" y="8590"/>
                    <a:pt x="5510" y="9300"/>
                    <a:pt x="4829" y="10095"/>
                  </a:cubicBezTo>
                  <a:cubicBezTo>
                    <a:pt x="4090" y="10976"/>
                    <a:pt x="3551" y="12026"/>
                    <a:pt x="3267" y="13134"/>
                  </a:cubicBezTo>
                  <a:cubicBezTo>
                    <a:pt x="3039" y="13986"/>
                    <a:pt x="2841" y="14838"/>
                    <a:pt x="2613" y="15690"/>
                  </a:cubicBezTo>
                  <a:cubicBezTo>
                    <a:pt x="2528" y="16087"/>
                    <a:pt x="2415" y="16513"/>
                    <a:pt x="2330" y="16939"/>
                  </a:cubicBezTo>
                  <a:cubicBezTo>
                    <a:pt x="2017" y="18132"/>
                    <a:pt x="1620" y="19296"/>
                    <a:pt x="1080" y="20432"/>
                  </a:cubicBezTo>
                  <a:cubicBezTo>
                    <a:pt x="824" y="21029"/>
                    <a:pt x="597" y="21625"/>
                    <a:pt x="342" y="22222"/>
                  </a:cubicBezTo>
                  <a:cubicBezTo>
                    <a:pt x="114" y="22932"/>
                    <a:pt x="1" y="23670"/>
                    <a:pt x="1" y="24408"/>
                  </a:cubicBezTo>
                  <a:cubicBezTo>
                    <a:pt x="29" y="24777"/>
                    <a:pt x="114" y="25175"/>
                    <a:pt x="256" y="25516"/>
                  </a:cubicBezTo>
                  <a:cubicBezTo>
                    <a:pt x="398" y="25857"/>
                    <a:pt x="654" y="26112"/>
                    <a:pt x="966" y="26283"/>
                  </a:cubicBezTo>
                  <a:cubicBezTo>
                    <a:pt x="1563" y="26602"/>
                    <a:pt x="2239" y="26762"/>
                    <a:pt x="2911" y="26762"/>
                  </a:cubicBezTo>
                  <a:cubicBezTo>
                    <a:pt x="3135" y="26762"/>
                    <a:pt x="3359" y="26744"/>
                    <a:pt x="3579" y="26709"/>
                  </a:cubicBezTo>
                  <a:cubicBezTo>
                    <a:pt x="5141" y="26339"/>
                    <a:pt x="6646" y="25743"/>
                    <a:pt x="8009" y="24919"/>
                  </a:cubicBezTo>
                  <a:cubicBezTo>
                    <a:pt x="8890" y="24380"/>
                    <a:pt x="9770" y="23840"/>
                    <a:pt x="10650" y="23301"/>
                  </a:cubicBezTo>
                  <a:cubicBezTo>
                    <a:pt x="10878" y="23159"/>
                    <a:pt x="11105" y="23017"/>
                    <a:pt x="11360" y="22875"/>
                  </a:cubicBezTo>
                  <a:cubicBezTo>
                    <a:pt x="12269" y="22335"/>
                    <a:pt x="13291" y="22023"/>
                    <a:pt x="14342" y="21966"/>
                  </a:cubicBezTo>
                  <a:cubicBezTo>
                    <a:pt x="15019" y="21916"/>
                    <a:pt x="15696" y="21886"/>
                    <a:pt x="16372" y="21886"/>
                  </a:cubicBezTo>
                  <a:cubicBezTo>
                    <a:pt x="16860" y="21886"/>
                    <a:pt x="17348" y="21902"/>
                    <a:pt x="17835" y="21938"/>
                  </a:cubicBezTo>
                  <a:cubicBezTo>
                    <a:pt x="18375" y="21938"/>
                    <a:pt x="18886" y="22023"/>
                    <a:pt x="19397" y="22051"/>
                  </a:cubicBezTo>
                  <a:cubicBezTo>
                    <a:pt x="19631" y="22069"/>
                    <a:pt x="19866" y="22078"/>
                    <a:pt x="20102" y="22078"/>
                  </a:cubicBezTo>
                  <a:cubicBezTo>
                    <a:pt x="20982" y="22078"/>
                    <a:pt x="21869" y="21951"/>
                    <a:pt x="22720" y="21682"/>
                  </a:cubicBezTo>
                  <a:cubicBezTo>
                    <a:pt x="23004" y="21597"/>
                    <a:pt x="23260" y="21483"/>
                    <a:pt x="23515" y="21341"/>
                  </a:cubicBezTo>
                  <a:cubicBezTo>
                    <a:pt x="24793" y="20660"/>
                    <a:pt x="25872" y="19637"/>
                    <a:pt x="26582" y="18359"/>
                  </a:cubicBezTo>
                  <a:cubicBezTo>
                    <a:pt x="27065" y="17422"/>
                    <a:pt x="27406" y="16428"/>
                    <a:pt x="27605" y="15377"/>
                  </a:cubicBezTo>
                  <a:cubicBezTo>
                    <a:pt x="28031" y="13162"/>
                    <a:pt x="28031" y="10862"/>
                    <a:pt x="27576" y="8647"/>
                  </a:cubicBezTo>
                  <a:cubicBezTo>
                    <a:pt x="27349" y="7568"/>
                    <a:pt x="26980" y="6517"/>
                    <a:pt x="26469" y="5551"/>
                  </a:cubicBezTo>
                  <a:cubicBezTo>
                    <a:pt x="25901" y="4387"/>
                    <a:pt x="25134" y="3336"/>
                    <a:pt x="24282" y="2399"/>
                  </a:cubicBezTo>
                  <a:cubicBezTo>
                    <a:pt x="23515" y="1632"/>
                    <a:pt x="22635" y="1008"/>
                    <a:pt x="21641" y="553"/>
                  </a:cubicBezTo>
                  <a:cubicBezTo>
                    <a:pt x="20834" y="185"/>
                    <a:pt x="19973" y="1"/>
                    <a:pt x="19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6"/>
            <p:cNvSpPr/>
            <p:nvPr/>
          </p:nvSpPr>
          <p:spPr>
            <a:xfrm>
              <a:off x="1194450" y="1588050"/>
              <a:ext cx="568700" cy="549100"/>
            </a:xfrm>
            <a:custGeom>
              <a:rect b="b" l="l" r="r" t="t"/>
              <a:pathLst>
                <a:path extrusionOk="0" h="21964" w="22748">
                  <a:moveTo>
                    <a:pt x="18346" y="0"/>
                  </a:moveTo>
                  <a:cubicBezTo>
                    <a:pt x="18232" y="0"/>
                    <a:pt x="18119" y="29"/>
                    <a:pt x="18034" y="85"/>
                  </a:cubicBezTo>
                  <a:cubicBezTo>
                    <a:pt x="17835" y="171"/>
                    <a:pt x="17636" y="313"/>
                    <a:pt x="17466" y="426"/>
                  </a:cubicBezTo>
                  <a:cubicBezTo>
                    <a:pt x="16443" y="1250"/>
                    <a:pt x="15449" y="2102"/>
                    <a:pt x="14711" y="3181"/>
                  </a:cubicBezTo>
                  <a:cubicBezTo>
                    <a:pt x="14257" y="3891"/>
                    <a:pt x="13859" y="4629"/>
                    <a:pt x="13518" y="5368"/>
                  </a:cubicBezTo>
                  <a:cubicBezTo>
                    <a:pt x="13149" y="6276"/>
                    <a:pt x="12780" y="7157"/>
                    <a:pt x="12411" y="8037"/>
                  </a:cubicBezTo>
                  <a:cubicBezTo>
                    <a:pt x="12240" y="8435"/>
                    <a:pt x="12013" y="8804"/>
                    <a:pt x="11758" y="9145"/>
                  </a:cubicBezTo>
                  <a:cubicBezTo>
                    <a:pt x="11644" y="9315"/>
                    <a:pt x="11502" y="9457"/>
                    <a:pt x="11332" y="9571"/>
                  </a:cubicBezTo>
                  <a:cubicBezTo>
                    <a:pt x="10366" y="10281"/>
                    <a:pt x="9429" y="11076"/>
                    <a:pt x="8520" y="11899"/>
                  </a:cubicBezTo>
                  <a:cubicBezTo>
                    <a:pt x="8378" y="12013"/>
                    <a:pt x="8208" y="12155"/>
                    <a:pt x="8066" y="12269"/>
                  </a:cubicBezTo>
                  <a:cubicBezTo>
                    <a:pt x="8051" y="12283"/>
                    <a:pt x="8030" y="12283"/>
                    <a:pt x="8005" y="12283"/>
                  </a:cubicBezTo>
                  <a:cubicBezTo>
                    <a:pt x="7980" y="12283"/>
                    <a:pt x="7952" y="12283"/>
                    <a:pt x="7924" y="12297"/>
                  </a:cubicBezTo>
                  <a:cubicBezTo>
                    <a:pt x="7838" y="12155"/>
                    <a:pt x="7924" y="12041"/>
                    <a:pt x="7980" y="11928"/>
                  </a:cubicBezTo>
                  <a:cubicBezTo>
                    <a:pt x="8264" y="10934"/>
                    <a:pt x="8577" y="9912"/>
                    <a:pt x="8889" y="8889"/>
                  </a:cubicBezTo>
                  <a:cubicBezTo>
                    <a:pt x="8974" y="8634"/>
                    <a:pt x="9088" y="8350"/>
                    <a:pt x="9202" y="8094"/>
                  </a:cubicBezTo>
                  <a:cubicBezTo>
                    <a:pt x="9713" y="6930"/>
                    <a:pt x="10338" y="5850"/>
                    <a:pt x="11104" y="4857"/>
                  </a:cubicBezTo>
                  <a:cubicBezTo>
                    <a:pt x="11530" y="4317"/>
                    <a:pt x="11928" y="3749"/>
                    <a:pt x="12354" y="3209"/>
                  </a:cubicBezTo>
                  <a:cubicBezTo>
                    <a:pt x="12411" y="3096"/>
                    <a:pt x="12467" y="3011"/>
                    <a:pt x="12524" y="2925"/>
                  </a:cubicBezTo>
                  <a:cubicBezTo>
                    <a:pt x="12524" y="2869"/>
                    <a:pt x="12524" y="2840"/>
                    <a:pt x="12524" y="2812"/>
                  </a:cubicBezTo>
                  <a:cubicBezTo>
                    <a:pt x="12467" y="2783"/>
                    <a:pt x="12439" y="2755"/>
                    <a:pt x="12382" y="2755"/>
                  </a:cubicBezTo>
                  <a:cubicBezTo>
                    <a:pt x="12212" y="2840"/>
                    <a:pt x="12070" y="2925"/>
                    <a:pt x="11956" y="3096"/>
                  </a:cubicBezTo>
                  <a:cubicBezTo>
                    <a:pt x="10764" y="4317"/>
                    <a:pt x="9741" y="5737"/>
                    <a:pt x="9003" y="7299"/>
                  </a:cubicBezTo>
                  <a:cubicBezTo>
                    <a:pt x="8634" y="8094"/>
                    <a:pt x="8321" y="8918"/>
                    <a:pt x="8094" y="9770"/>
                  </a:cubicBezTo>
                  <a:cubicBezTo>
                    <a:pt x="7810" y="10707"/>
                    <a:pt x="7526" y="11672"/>
                    <a:pt x="7242" y="12609"/>
                  </a:cubicBezTo>
                  <a:cubicBezTo>
                    <a:pt x="7100" y="13121"/>
                    <a:pt x="6816" y="13603"/>
                    <a:pt x="6447" y="14001"/>
                  </a:cubicBezTo>
                  <a:cubicBezTo>
                    <a:pt x="6049" y="14399"/>
                    <a:pt x="5709" y="14825"/>
                    <a:pt x="5339" y="15251"/>
                  </a:cubicBezTo>
                  <a:cubicBezTo>
                    <a:pt x="4913" y="15762"/>
                    <a:pt x="4487" y="16301"/>
                    <a:pt x="4033" y="16812"/>
                  </a:cubicBezTo>
                  <a:cubicBezTo>
                    <a:pt x="4005" y="16841"/>
                    <a:pt x="3948" y="16898"/>
                    <a:pt x="3891" y="16926"/>
                  </a:cubicBezTo>
                  <a:cubicBezTo>
                    <a:pt x="3749" y="16784"/>
                    <a:pt x="3806" y="16614"/>
                    <a:pt x="3834" y="16472"/>
                  </a:cubicBezTo>
                  <a:cubicBezTo>
                    <a:pt x="4033" y="14938"/>
                    <a:pt x="4345" y="13433"/>
                    <a:pt x="4800" y="11956"/>
                  </a:cubicBezTo>
                  <a:cubicBezTo>
                    <a:pt x="5027" y="11133"/>
                    <a:pt x="5283" y="10337"/>
                    <a:pt x="5623" y="9599"/>
                  </a:cubicBezTo>
                  <a:cubicBezTo>
                    <a:pt x="5652" y="9514"/>
                    <a:pt x="5680" y="9429"/>
                    <a:pt x="5652" y="9344"/>
                  </a:cubicBezTo>
                  <a:cubicBezTo>
                    <a:pt x="5652" y="9280"/>
                    <a:pt x="5620" y="9248"/>
                    <a:pt x="5568" y="9248"/>
                  </a:cubicBezTo>
                  <a:cubicBezTo>
                    <a:pt x="5551" y="9248"/>
                    <a:pt x="5531" y="9251"/>
                    <a:pt x="5510" y="9258"/>
                  </a:cubicBezTo>
                  <a:cubicBezTo>
                    <a:pt x="5396" y="9287"/>
                    <a:pt x="5311" y="9372"/>
                    <a:pt x="5283" y="9486"/>
                  </a:cubicBezTo>
                  <a:cubicBezTo>
                    <a:pt x="5084" y="9940"/>
                    <a:pt x="4828" y="10366"/>
                    <a:pt x="4686" y="10820"/>
                  </a:cubicBezTo>
                  <a:cubicBezTo>
                    <a:pt x="4431" y="11502"/>
                    <a:pt x="4232" y="12183"/>
                    <a:pt x="4033" y="12893"/>
                  </a:cubicBezTo>
                  <a:cubicBezTo>
                    <a:pt x="3749" y="13944"/>
                    <a:pt x="3550" y="14995"/>
                    <a:pt x="3437" y="16074"/>
                  </a:cubicBezTo>
                  <a:cubicBezTo>
                    <a:pt x="3351" y="16727"/>
                    <a:pt x="3209" y="17352"/>
                    <a:pt x="3011" y="17977"/>
                  </a:cubicBezTo>
                  <a:cubicBezTo>
                    <a:pt x="2954" y="18147"/>
                    <a:pt x="2869" y="18318"/>
                    <a:pt x="2755" y="18460"/>
                  </a:cubicBezTo>
                  <a:cubicBezTo>
                    <a:pt x="2102" y="19340"/>
                    <a:pt x="1392" y="20192"/>
                    <a:pt x="654" y="20987"/>
                  </a:cubicBezTo>
                  <a:cubicBezTo>
                    <a:pt x="455" y="21214"/>
                    <a:pt x="284" y="21441"/>
                    <a:pt x="86" y="21669"/>
                  </a:cubicBezTo>
                  <a:cubicBezTo>
                    <a:pt x="0" y="21782"/>
                    <a:pt x="114" y="21953"/>
                    <a:pt x="256" y="21953"/>
                  </a:cubicBezTo>
                  <a:cubicBezTo>
                    <a:pt x="284" y="21960"/>
                    <a:pt x="315" y="21963"/>
                    <a:pt x="346" y="21963"/>
                  </a:cubicBezTo>
                  <a:cubicBezTo>
                    <a:pt x="439" y="21963"/>
                    <a:pt x="540" y="21931"/>
                    <a:pt x="625" y="21867"/>
                  </a:cubicBezTo>
                  <a:cubicBezTo>
                    <a:pt x="852" y="21725"/>
                    <a:pt x="1080" y="21555"/>
                    <a:pt x="1278" y="21385"/>
                  </a:cubicBezTo>
                  <a:cubicBezTo>
                    <a:pt x="1449" y="21243"/>
                    <a:pt x="1647" y="21157"/>
                    <a:pt x="1875" y="21129"/>
                  </a:cubicBezTo>
                  <a:cubicBezTo>
                    <a:pt x="2783" y="21072"/>
                    <a:pt x="3721" y="21015"/>
                    <a:pt x="4629" y="20902"/>
                  </a:cubicBezTo>
                  <a:cubicBezTo>
                    <a:pt x="5169" y="20845"/>
                    <a:pt x="5680" y="20731"/>
                    <a:pt x="6220" y="20618"/>
                  </a:cubicBezTo>
                  <a:cubicBezTo>
                    <a:pt x="6419" y="20561"/>
                    <a:pt x="6589" y="20504"/>
                    <a:pt x="6788" y="20419"/>
                  </a:cubicBezTo>
                  <a:cubicBezTo>
                    <a:pt x="6816" y="20391"/>
                    <a:pt x="6844" y="20362"/>
                    <a:pt x="6844" y="20306"/>
                  </a:cubicBezTo>
                  <a:cubicBezTo>
                    <a:pt x="6816" y="20277"/>
                    <a:pt x="6788" y="20249"/>
                    <a:pt x="6759" y="20220"/>
                  </a:cubicBezTo>
                  <a:cubicBezTo>
                    <a:pt x="6703" y="20192"/>
                    <a:pt x="6639" y="20178"/>
                    <a:pt x="6571" y="20178"/>
                  </a:cubicBezTo>
                  <a:cubicBezTo>
                    <a:pt x="6504" y="20178"/>
                    <a:pt x="6433" y="20192"/>
                    <a:pt x="6362" y="20220"/>
                  </a:cubicBezTo>
                  <a:cubicBezTo>
                    <a:pt x="5084" y="20447"/>
                    <a:pt x="3777" y="20504"/>
                    <a:pt x="2471" y="20618"/>
                  </a:cubicBezTo>
                  <a:cubicBezTo>
                    <a:pt x="2439" y="20634"/>
                    <a:pt x="2405" y="20641"/>
                    <a:pt x="2371" y="20641"/>
                  </a:cubicBezTo>
                  <a:cubicBezTo>
                    <a:pt x="2283" y="20641"/>
                    <a:pt x="2192" y="20594"/>
                    <a:pt x="2130" y="20533"/>
                  </a:cubicBezTo>
                  <a:cubicBezTo>
                    <a:pt x="2357" y="20277"/>
                    <a:pt x="2585" y="19993"/>
                    <a:pt x="2783" y="19709"/>
                  </a:cubicBezTo>
                  <a:cubicBezTo>
                    <a:pt x="3124" y="19312"/>
                    <a:pt x="3465" y="18914"/>
                    <a:pt x="3777" y="18516"/>
                  </a:cubicBezTo>
                  <a:cubicBezTo>
                    <a:pt x="3976" y="18232"/>
                    <a:pt x="4289" y="18062"/>
                    <a:pt x="4629" y="18034"/>
                  </a:cubicBezTo>
                  <a:cubicBezTo>
                    <a:pt x="5282" y="17928"/>
                    <a:pt x="5951" y="17870"/>
                    <a:pt x="6612" y="17870"/>
                  </a:cubicBezTo>
                  <a:cubicBezTo>
                    <a:pt x="6842" y="17870"/>
                    <a:pt x="7071" y="17877"/>
                    <a:pt x="7299" y="17892"/>
                  </a:cubicBezTo>
                  <a:cubicBezTo>
                    <a:pt x="8577" y="17863"/>
                    <a:pt x="9826" y="17778"/>
                    <a:pt x="11076" y="17608"/>
                  </a:cubicBezTo>
                  <a:cubicBezTo>
                    <a:pt x="11360" y="17579"/>
                    <a:pt x="11644" y="17522"/>
                    <a:pt x="11900" y="17380"/>
                  </a:cubicBezTo>
                  <a:cubicBezTo>
                    <a:pt x="11985" y="17352"/>
                    <a:pt x="12070" y="17295"/>
                    <a:pt x="12070" y="17182"/>
                  </a:cubicBezTo>
                  <a:cubicBezTo>
                    <a:pt x="12042" y="17096"/>
                    <a:pt x="11900" y="17068"/>
                    <a:pt x="11786" y="17068"/>
                  </a:cubicBezTo>
                  <a:cubicBezTo>
                    <a:pt x="11360" y="17125"/>
                    <a:pt x="10906" y="17182"/>
                    <a:pt x="10451" y="17238"/>
                  </a:cubicBezTo>
                  <a:cubicBezTo>
                    <a:pt x="9173" y="17352"/>
                    <a:pt x="7895" y="17409"/>
                    <a:pt x="6617" y="17409"/>
                  </a:cubicBezTo>
                  <a:cubicBezTo>
                    <a:pt x="6490" y="17402"/>
                    <a:pt x="6362" y="17398"/>
                    <a:pt x="6234" y="17398"/>
                  </a:cubicBezTo>
                  <a:cubicBezTo>
                    <a:pt x="5851" y="17398"/>
                    <a:pt x="5467" y="17430"/>
                    <a:pt x="5084" y="17494"/>
                  </a:cubicBezTo>
                  <a:lnTo>
                    <a:pt x="4885" y="17494"/>
                  </a:lnTo>
                  <a:cubicBezTo>
                    <a:pt x="4876" y="17497"/>
                    <a:pt x="4867" y="17498"/>
                    <a:pt x="4858" y="17498"/>
                  </a:cubicBezTo>
                  <a:cubicBezTo>
                    <a:pt x="4783" y="17498"/>
                    <a:pt x="4721" y="17400"/>
                    <a:pt x="4771" y="17324"/>
                  </a:cubicBezTo>
                  <a:cubicBezTo>
                    <a:pt x="4800" y="17238"/>
                    <a:pt x="4857" y="17125"/>
                    <a:pt x="4942" y="17040"/>
                  </a:cubicBezTo>
                  <a:cubicBezTo>
                    <a:pt x="5737" y="16074"/>
                    <a:pt x="6532" y="15109"/>
                    <a:pt x="7299" y="14115"/>
                  </a:cubicBezTo>
                  <a:cubicBezTo>
                    <a:pt x="7562" y="13798"/>
                    <a:pt x="7948" y="13629"/>
                    <a:pt x="8343" y="13629"/>
                  </a:cubicBezTo>
                  <a:cubicBezTo>
                    <a:pt x="8374" y="13629"/>
                    <a:pt x="8404" y="13630"/>
                    <a:pt x="8435" y="13632"/>
                  </a:cubicBezTo>
                  <a:cubicBezTo>
                    <a:pt x="9173" y="13660"/>
                    <a:pt x="9912" y="13745"/>
                    <a:pt x="10622" y="13916"/>
                  </a:cubicBezTo>
                  <a:cubicBezTo>
                    <a:pt x="11644" y="14171"/>
                    <a:pt x="12609" y="14541"/>
                    <a:pt x="13575" y="14881"/>
                  </a:cubicBezTo>
                  <a:cubicBezTo>
                    <a:pt x="14597" y="15279"/>
                    <a:pt x="15648" y="15506"/>
                    <a:pt x="16727" y="15591"/>
                  </a:cubicBezTo>
                  <a:cubicBezTo>
                    <a:pt x="17352" y="15591"/>
                    <a:pt x="17977" y="15506"/>
                    <a:pt x="18602" y="15478"/>
                  </a:cubicBezTo>
                  <a:cubicBezTo>
                    <a:pt x="18744" y="15449"/>
                    <a:pt x="18857" y="15421"/>
                    <a:pt x="18971" y="15336"/>
                  </a:cubicBezTo>
                  <a:cubicBezTo>
                    <a:pt x="18999" y="15307"/>
                    <a:pt x="18999" y="15279"/>
                    <a:pt x="18999" y="15279"/>
                  </a:cubicBezTo>
                  <a:cubicBezTo>
                    <a:pt x="19028" y="15222"/>
                    <a:pt x="18999" y="15194"/>
                    <a:pt x="18971" y="15165"/>
                  </a:cubicBezTo>
                  <a:cubicBezTo>
                    <a:pt x="18822" y="15101"/>
                    <a:pt x="18673" y="15069"/>
                    <a:pt x="18524" y="15069"/>
                  </a:cubicBezTo>
                  <a:cubicBezTo>
                    <a:pt x="18474" y="15069"/>
                    <a:pt x="18424" y="15073"/>
                    <a:pt x="18374" y="15080"/>
                  </a:cubicBezTo>
                  <a:lnTo>
                    <a:pt x="17153" y="15137"/>
                  </a:lnTo>
                  <a:cubicBezTo>
                    <a:pt x="16415" y="15109"/>
                    <a:pt x="15677" y="14995"/>
                    <a:pt x="14967" y="14768"/>
                  </a:cubicBezTo>
                  <a:cubicBezTo>
                    <a:pt x="14001" y="14512"/>
                    <a:pt x="13092" y="14171"/>
                    <a:pt x="12155" y="13831"/>
                  </a:cubicBezTo>
                  <a:cubicBezTo>
                    <a:pt x="11104" y="13405"/>
                    <a:pt x="9997" y="13177"/>
                    <a:pt x="8889" y="13149"/>
                  </a:cubicBezTo>
                  <a:cubicBezTo>
                    <a:pt x="8776" y="13149"/>
                    <a:pt x="8662" y="13149"/>
                    <a:pt x="8548" y="13121"/>
                  </a:cubicBezTo>
                  <a:cubicBezTo>
                    <a:pt x="8463" y="13121"/>
                    <a:pt x="8406" y="13007"/>
                    <a:pt x="8435" y="12922"/>
                  </a:cubicBezTo>
                  <a:cubicBezTo>
                    <a:pt x="8492" y="12865"/>
                    <a:pt x="8548" y="12780"/>
                    <a:pt x="8634" y="12723"/>
                  </a:cubicBezTo>
                  <a:cubicBezTo>
                    <a:pt x="9571" y="11814"/>
                    <a:pt x="10536" y="10962"/>
                    <a:pt x="11530" y="10139"/>
                  </a:cubicBezTo>
                  <a:cubicBezTo>
                    <a:pt x="11813" y="9926"/>
                    <a:pt x="12136" y="9812"/>
                    <a:pt x="12465" y="9812"/>
                  </a:cubicBezTo>
                  <a:cubicBezTo>
                    <a:pt x="12532" y="9812"/>
                    <a:pt x="12599" y="9817"/>
                    <a:pt x="12666" y="9826"/>
                  </a:cubicBezTo>
                  <a:cubicBezTo>
                    <a:pt x="13575" y="9940"/>
                    <a:pt x="14484" y="10139"/>
                    <a:pt x="15364" y="10451"/>
                  </a:cubicBezTo>
                  <a:cubicBezTo>
                    <a:pt x="16443" y="10877"/>
                    <a:pt x="17551" y="11218"/>
                    <a:pt x="18687" y="11502"/>
                  </a:cubicBezTo>
                  <a:cubicBezTo>
                    <a:pt x="19366" y="11618"/>
                    <a:pt x="20045" y="11676"/>
                    <a:pt x="20724" y="11676"/>
                  </a:cubicBezTo>
                  <a:cubicBezTo>
                    <a:pt x="21210" y="11676"/>
                    <a:pt x="21695" y="11646"/>
                    <a:pt x="22180" y="11587"/>
                  </a:cubicBezTo>
                  <a:cubicBezTo>
                    <a:pt x="22265" y="11587"/>
                    <a:pt x="22350" y="11559"/>
                    <a:pt x="22436" y="11530"/>
                  </a:cubicBezTo>
                  <a:cubicBezTo>
                    <a:pt x="22549" y="11502"/>
                    <a:pt x="22663" y="11473"/>
                    <a:pt x="22691" y="11331"/>
                  </a:cubicBezTo>
                  <a:cubicBezTo>
                    <a:pt x="22748" y="11218"/>
                    <a:pt x="22606" y="11161"/>
                    <a:pt x="22407" y="11133"/>
                  </a:cubicBezTo>
                  <a:lnTo>
                    <a:pt x="21129" y="11133"/>
                  </a:lnTo>
                  <a:cubicBezTo>
                    <a:pt x="20922" y="11151"/>
                    <a:pt x="20717" y="11159"/>
                    <a:pt x="20514" y="11159"/>
                  </a:cubicBezTo>
                  <a:cubicBezTo>
                    <a:pt x="19103" y="11159"/>
                    <a:pt x="17787" y="10752"/>
                    <a:pt x="16472" y="10281"/>
                  </a:cubicBezTo>
                  <a:cubicBezTo>
                    <a:pt x="15591" y="9968"/>
                    <a:pt x="14711" y="9684"/>
                    <a:pt x="13831" y="9457"/>
                  </a:cubicBezTo>
                  <a:cubicBezTo>
                    <a:pt x="13575" y="9429"/>
                    <a:pt x="13348" y="9400"/>
                    <a:pt x="13092" y="9372"/>
                  </a:cubicBezTo>
                  <a:cubicBezTo>
                    <a:pt x="13007" y="9372"/>
                    <a:pt x="12922" y="9372"/>
                    <a:pt x="12865" y="9258"/>
                  </a:cubicBezTo>
                  <a:cubicBezTo>
                    <a:pt x="12893" y="9088"/>
                    <a:pt x="13035" y="9031"/>
                    <a:pt x="13177" y="8946"/>
                  </a:cubicBezTo>
                  <a:cubicBezTo>
                    <a:pt x="14399" y="8122"/>
                    <a:pt x="15733" y="7498"/>
                    <a:pt x="17125" y="7072"/>
                  </a:cubicBezTo>
                  <a:cubicBezTo>
                    <a:pt x="18119" y="6759"/>
                    <a:pt x="19113" y="6504"/>
                    <a:pt x="20107" y="6220"/>
                  </a:cubicBezTo>
                  <a:cubicBezTo>
                    <a:pt x="20817" y="5992"/>
                    <a:pt x="21527" y="5737"/>
                    <a:pt x="22237" y="5510"/>
                  </a:cubicBezTo>
                  <a:cubicBezTo>
                    <a:pt x="22294" y="5481"/>
                    <a:pt x="22322" y="5396"/>
                    <a:pt x="22294" y="5339"/>
                  </a:cubicBezTo>
                  <a:cubicBezTo>
                    <a:pt x="22265" y="5282"/>
                    <a:pt x="22237" y="5254"/>
                    <a:pt x="22208" y="5254"/>
                  </a:cubicBezTo>
                  <a:cubicBezTo>
                    <a:pt x="22123" y="5245"/>
                    <a:pt x="22038" y="5238"/>
                    <a:pt x="21955" y="5238"/>
                  </a:cubicBezTo>
                  <a:cubicBezTo>
                    <a:pt x="21789" y="5238"/>
                    <a:pt x="21631" y="5264"/>
                    <a:pt x="21498" y="5339"/>
                  </a:cubicBezTo>
                  <a:cubicBezTo>
                    <a:pt x="20959" y="5481"/>
                    <a:pt x="20419" y="5652"/>
                    <a:pt x="19880" y="5822"/>
                  </a:cubicBezTo>
                  <a:cubicBezTo>
                    <a:pt x="19056" y="6049"/>
                    <a:pt x="18261" y="6276"/>
                    <a:pt x="17466" y="6475"/>
                  </a:cubicBezTo>
                  <a:cubicBezTo>
                    <a:pt x="16017" y="6844"/>
                    <a:pt x="14626" y="7441"/>
                    <a:pt x="13348" y="8236"/>
                  </a:cubicBezTo>
                  <a:cubicBezTo>
                    <a:pt x="13263" y="8293"/>
                    <a:pt x="13177" y="8321"/>
                    <a:pt x="13092" y="8350"/>
                  </a:cubicBezTo>
                  <a:cubicBezTo>
                    <a:pt x="13082" y="8355"/>
                    <a:pt x="13070" y="8357"/>
                    <a:pt x="13059" y="8357"/>
                  </a:cubicBezTo>
                  <a:cubicBezTo>
                    <a:pt x="13007" y="8357"/>
                    <a:pt x="12950" y="8311"/>
                    <a:pt x="12950" y="8264"/>
                  </a:cubicBezTo>
                  <a:cubicBezTo>
                    <a:pt x="12950" y="8208"/>
                    <a:pt x="12950" y="8151"/>
                    <a:pt x="12950" y="8122"/>
                  </a:cubicBezTo>
                  <a:cubicBezTo>
                    <a:pt x="13348" y="7214"/>
                    <a:pt x="13745" y="6305"/>
                    <a:pt x="14143" y="5396"/>
                  </a:cubicBezTo>
                  <a:cubicBezTo>
                    <a:pt x="14825" y="3806"/>
                    <a:pt x="15904" y="2414"/>
                    <a:pt x="17239" y="1307"/>
                  </a:cubicBezTo>
                  <a:cubicBezTo>
                    <a:pt x="17636" y="937"/>
                    <a:pt x="18034" y="597"/>
                    <a:pt x="18460" y="227"/>
                  </a:cubicBezTo>
                  <a:cubicBezTo>
                    <a:pt x="18516" y="199"/>
                    <a:pt x="18545" y="114"/>
                    <a:pt x="18516" y="57"/>
                  </a:cubicBezTo>
                  <a:cubicBezTo>
                    <a:pt x="18460" y="29"/>
                    <a:pt x="18403" y="0"/>
                    <a:pt x="18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6"/>
            <p:cNvSpPr/>
            <p:nvPr/>
          </p:nvSpPr>
          <p:spPr>
            <a:xfrm>
              <a:off x="419150" y="1312175"/>
              <a:ext cx="621975" cy="755600"/>
            </a:xfrm>
            <a:custGeom>
              <a:rect b="b" l="l" r="r" t="t"/>
              <a:pathLst>
                <a:path extrusionOk="0" h="30224" w="24879">
                  <a:moveTo>
                    <a:pt x="10627" y="0"/>
                  </a:moveTo>
                  <a:cubicBezTo>
                    <a:pt x="10255" y="0"/>
                    <a:pt x="9883" y="34"/>
                    <a:pt x="9514" y="102"/>
                  </a:cubicBezTo>
                  <a:cubicBezTo>
                    <a:pt x="8435" y="272"/>
                    <a:pt x="7413" y="670"/>
                    <a:pt x="6504" y="1238"/>
                  </a:cubicBezTo>
                  <a:cubicBezTo>
                    <a:pt x="5425" y="1919"/>
                    <a:pt x="4431" y="2771"/>
                    <a:pt x="3607" y="3737"/>
                  </a:cubicBezTo>
                  <a:cubicBezTo>
                    <a:pt x="2841" y="4532"/>
                    <a:pt x="2244" y="5469"/>
                    <a:pt x="1761" y="6463"/>
                  </a:cubicBezTo>
                  <a:cubicBezTo>
                    <a:pt x="767" y="8508"/>
                    <a:pt x="200" y="10723"/>
                    <a:pt x="86" y="12995"/>
                  </a:cubicBezTo>
                  <a:cubicBezTo>
                    <a:pt x="1" y="14074"/>
                    <a:pt x="86" y="15125"/>
                    <a:pt x="342" y="16147"/>
                  </a:cubicBezTo>
                  <a:cubicBezTo>
                    <a:pt x="711" y="17539"/>
                    <a:pt x="1477" y="18817"/>
                    <a:pt x="2557" y="19782"/>
                  </a:cubicBezTo>
                  <a:cubicBezTo>
                    <a:pt x="2784" y="19981"/>
                    <a:pt x="3011" y="20151"/>
                    <a:pt x="3267" y="20293"/>
                  </a:cubicBezTo>
                  <a:cubicBezTo>
                    <a:pt x="4232" y="20890"/>
                    <a:pt x="5283" y="21287"/>
                    <a:pt x="6390" y="21486"/>
                  </a:cubicBezTo>
                  <a:cubicBezTo>
                    <a:pt x="6902" y="21571"/>
                    <a:pt x="7413" y="21628"/>
                    <a:pt x="7924" y="21742"/>
                  </a:cubicBezTo>
                  <a:cubicBezTo>
                    <a:pt x="9060" y="21969"/>
                    <a:pt x="10196" y="22281"/>
                    <a:pt x="11304" y="22650"/>
                  </a:cubicBezTo>
                  <a:cubicBezTo>
                    <a:pt x="12326" y="22963"/>
                    <a:pt x="13235" y="23531"/>
                    <a:pt x="14001" y="24269"/>
                  </a:cubicBezTo>
                  <a:cubicBezTo>
                    <a:pt x="14172" y="24468"/>
                    <a:pt x="14371" y="24638"/>
                    <a:pt x="14569" y="24837"/>
                  </a:cubicBezTo>
                  <a:cubicBezTo>
                    <a:pt x="15279" y="25576"/>
                    <a:pt x="15989" y="26342"/>
                    <a:pt x="16728" y="27052"/>
                  </a:cubicBezTo>
                  <a:cubicBezTo>
                    <a:pt x="17835" y="28217"/>
                    <a:pt x="19142" y="29154"/>
                    <a:pt x="20562" y="29864"/>
                  </a:cubicBezTo>
                  <a:cubicBezTo>
                    <a:pt x="21097" y="30104"/>
                    <a:pt x="21680" y="30224"/>
                    <a:pt x="22265" y="30224"/>
                  </a:cubicBezTo>
                  <a:cubicBezTo>
                    <a:pt x="22579" y="30224"/>
                    <a:pt x="22895" y="30189"/>
                    <a:pt x="23203" y="30119"/>
                  </a:cubicBezTo>
                  <a:cubicBezTo>
                    <a:pt x="23572" y="30034"/>
                    <a:pt x="23884" y="29835"/>
                    <a:pt x="24083" y="29551"/>
                  </a:cubicBezTo>
                  <a:cubicBezTo>
                    <a:pt x="24339" y="29239"/>
                    <a:pt x="24509" y="28898"/>
                    <a:pt x="24594" y="28529"/>
                  </a:cubicBezTo>
                  <a:cubicBezTo>
                    <a:pt x="24793" y="27819"/>
                    <a:pt x="24878" y="27081"/>
                    <a:pt x="24793" y="26342"/>
                  </a:cubicBezTo>
                  <a:cubicBezTo>
                    <a:pt x="24708" y="25718"/>
                    <a:pt x="24623" y="25064"/>
                    <a:pt x="24537" y="24411"/>
                  </a:cubicBezTo>
                  <a:cubicBezTo>
                    <a:pt x="24282" y="23190"/>
                    <a:pt x="24168" y="21969"/>
                    <a:pt x="24197" y="20719"/>
                  </a:cubicBezTo>
                  <a:lnTo>
                    <a:pt x="24197" y="19441"/>
                  </a:lnTo>
                  <a:cubicBezTo>
                    <a:pt x="24197" y="18561"/>
                    <a:pt x="24225" y="17709"/>
                    <a:pt x="24197" y="16829"/>
                  </a:cubicBezTo>
                  <a:cubicBezTo>
                    <a:pt x="24168" y="15664"/>
                    <a:pt x="23913" y="14528"/>
                    <a:pt x="23430" y="13506"/>
                  </a:cubicBezTo>
                  <a:cubicBezTo>
                    <a:pt x="22947" y="12540"/>
                    <a:pt x="22351" y="11688"/>
                    <a:pt x="21612" y="10922"/>
                  </a:cubicBezTo>
                  <a:cubicBezTo>
                    <a:pt x="20988" y="10297"/>
                    <a:pt x="20476" y="9615"/>
                    <a:pt x="20022" y="8877"/>
                  </a:cubicBezTo>
                  <a:cubicBezTo>
                    <a:pt x="19568" y="8053"/>
                    <a:pt x="19113" y="7201"/>
                    <a:pt x="18630" y="6378"/>
                  </a:cubicBezTo>
                  <a:cubicBezTo>
                    <a:pt x="17949" y="5185"/>
                    <a:pt x="17182" y="4049"/>
                    <a:pt x="16273" y="3027"/>
                  </a:cubicBezTo>
                  <a:cubicBezTo>
                    <a:pt x="15535" y="2118"/>
                    <a:pt x="14626" y="1351"/>
                    <a:pt x="13604" y="783"/>
                  </a:cubicBezTo>
                  <a:cubicBezTo>
                    <a:pt x="12685" y="261"/>
                    <a:pt x="11659" y="0"/>
                    <a:pt x="10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6"/>
            <p:cNvSpPr/>
            <p:nvPr/>
          </p:nvSpPr>
          <p:spPr>
            <a:xfrm>
              <a:off x="520675" y="1381850"/>
              <a:ext cx="486250" cy="642950"/>
            </a:xfrm>
            <a:custGeom>
              <a:rect b="b" l="l" r="r" t="t"/>
              <a:pathLst>
                <a:path extrusionOk="0" h="25718" w="19450">
                  <a:moveTo>
                    <a:pt x="6989" y="1"/>
                  </a:moveTo>
                  <a:cubicBezTo>
                    <a:pt x="6942" y="1"/>
                    <a:pt x="6893" y="21"/>
                    <a:pt x="6873" y="41"/>
                  </a:cubicBezTo>
                  <a:cubicBezTo>
                    <a:pt x="6788" y="98"/>
                    <a:pt x="6817" y="155"/>
                    <a:pt x="6873" y="211"/>
                  </a:cubicBezTo>
                  <a:cubicBezTo>
                    <a:pt x="7157" y="666"/>
                    <a:pt x="7470" y="1120"/>
                    <a:pt x="7754" y="1546"/>
                  </a:cubicBezTo>
                  <a:cubicBezTo>
                    <a:pt x="8776" y="2938"/>
                    <a:pt x="9458" y="4585"/>
                    <a:pt x="9742" y="6289"/>
                  </a:cubicBezTo>
                  <a:cubicBezTo>
                    <a:pt x="9912" y="7254"/>
                    <a:pt x="10054" y="8248"/>
                    <a:pt x="10224" y="9214"/>
                  </a:cubicBezTo>
                  <a:cubicBezTo>
                    <a:pt x="10224" y="9242"/>
                    <a:pt x="10224" y="9299"/>
                    <a:pt x="10224" y="9356"/>
                  </a:cubicBezTo>
                  <a:cubicBezTo>
                    <a:pt x="10204" y="9397"/>
                    <a:pt x="10152" y="9424"/>
                    <a:pt x="10104" y="9424"/>
                  </a:cubicBezTo>
                  <a:cubicBezTo>
                    <a:pt x="10086" y="9424"/>
                    <a:pt x="10069" y="9420"/>
                    <a:pt x="10054" y="9413"/>
                  </a:cubicBezTo>
                  <a:cubicBezTo>
                    <a:pt x="9997" y="9356"/>
                    <a:pt x="9912" y="9299"/>
                    <a:pt x="9855" y="9242"/>
                  </a:cubicBezTo>
                  <a:cubicBezTo>
                    <a:pt x="8804" y="8163"/>
                    <a:pt x="7612" y="7254"/>
                    <a:pt x="6277" y="6516"/>
                  </a:cubicBezTo>
                  <a:cubicBezTo>
                    <a:pt x="5539" y="6118"/>
                    <a:pt x="4829" y="5692"/>
                    <a:pt x="4119" y="5266"/>
                  </a:cubicBezTo>
                  <a:cubicBezTo>
                    <a:pt x="3636" y="4982"/>
                    <a:pt x="3153" y="4698"/>
                    <a:pt x="2670" y="4414"/>
                  </a:cubicBezTo>
                  <a:cubicBezTo>
                    <a:pt x="2471" y="4272"/>
                    <a:pt x="2244" y="4187"/>
                    <a:pt x="1989" y="4159"/>
                  </a:cubicBezTo>
                  <a:cubicBezTo>
                    <a:pt x="1960" y="4159"/>
                    <a:pt x="1904" y="4187"/>
                    <a:pt x="1875" y="4216"/>
                  </a:cubicBezTo>
                  <a:cubicBezTo>
                    <a:pt x="1818" y="4272"/>
                    <a:pt x="1847" y="4358"/>
                    <a:pt x="1904" y="4386"/>
                  </a:cubicBezTo>
                  <a:cubicBezTo>
                    <a:pt x="2528" y="4784"/>
                    <a:pt x="3125" y="5210"/>
                    <a:pt x="3778" y="5579"/>
                  </a:cubicBezTo>
                  <a:cubicBezTo>
                    <a:pt x="4687" y="6118"/>
                    <a:pt x="5567" y="6601"/>
                    <a:pt x="6447" y="7141"/>
                  </a:cubicBezTo>
                  <a:cubicBezTo>
                    <a:pt x="7697" y="7908"/>
                    <a:pt x="8833" y="8845"/>
                    <a:pt x="9827" y="9952"/>
                  </a:cubicBezTo>
                  <a:cubicBezTo>
                    <a:pt x="9912" y="10066"/>
                    <a:pt x="10026" y="10151"/>
                    <a:pt x="10026" y="10350"/>
                  </a:cubicBezTo>
                  <a:cubicBezTo>
                    <a:pt x="9992" y="10401"/>
                    <a:pt x="9947" y="10411"/>
                    <a:pt x="9899" y="10411"/>
                  </a:cubicBezTo>
                  <a:cubicBezTo>
                    <a:pt x="9867" y="10411"/>
                    <a:pt x="9832" y="10407"/>
                    <a:pt x="9798" y="10407"/>
                  </a:cubicBezTo>
                  <a:cubicBezTo>
                    <a:pt x="9543" y="10378"/>
                    <a:pt x="9316" y="10293"/>
                    <a:pt x="9060" y="10293"/>
                  </a:cubicBezTo>
                  <a:cubicBezTo>
                    <a:pt x="8151" y="10293"/>
                    <a:pt x="7214" y="10350"/>
                    <a:pt x="6305" y="10463"/>
                  </a:cubicBezTo>
                  <a:cubicBezTo>
                    <a:pt x="5691" y="10518"/>
                    <a:pt x="5077" y="10560"/>
                    <a:pt x="4465" y="10560"/>
                  </a:cubicBezTo>
                  <a:cubicBezTo>
                    <a:pt x="3491" y="10560"/>
                    <a:pt x="2522" y="10454"/>
                    <a:pt x="1563" y="10123"/>
                  </a:cubicBezTo>
                  <a:cubicBezTo>
                    <a:pt x="1165" y="10009"/>
                    <a:pt x="739" y="9924"/>
                    <a:pt x="342" y="9810"/>
                  </a:cubicBezTo>
                  <a:cubicBezTo>
                    <a:pt x="280" y="9801"/>
                    <a:pt x="224" y="9795"/>
                    <a:pt x="176" y="9795"/>
                  </a:cubicBezTo>
                  <a:cubicBezTo>
                    <a:pt x="69" y="9795"/>
                    <a:pt x="1" y="9826"/>
                    <a:pt x="1" y="9924"/>
                  </a:cubicBezTo>
                  <a:cubicBezTo>
                    <a:pt x="1" y="10066"/>
                    <a:pt x="114" y="10123"/>
                    <a:pt x="200" y="10179"/>
                  </a:cubicBezTo>
                  <a:cubicBezTo>
                    <a:pt x="285" y="10236"/>
                    <a:pt x="342" y="10265"/>
                    <a:pt x="427" y="10293"/>
                  </a:cubicBezTo>
                  <a:cubicBezTo>
                    <a:pt x="1534" y="10719"/>
                    <a:pt x="2670" y="10975"/>
                    <a:pt x="3835" y="11060"/>
                  </a:cubicBezTo>
                  <a:cubicBezTo>
                    <a:pt x="4999" y="11060"/>
                    <a:pt x="6163" y="11003"/>
                    <a:pt x="7328" y="10889"/>
                  </a:cubicBezTo>
                  <a:cubicBezTo>
                    <a:pt x="7763" y="10850"/>
                    <a:pt x="8191" y="10829"/>
                    <a:pt x="8617" y="10829"/>
                  </a:cubicBezTo>
                  <a:cubicBezTo>
                    <a:pt x="9108" y="10829"/>
                    <a:pt x="9595" y="10857"/>
                    <a:pt x="10082" y="10918"/>
                  </a:cubicBezTo>
                  <a:cubicBezTo>
                    <a:pt x="10480" y="10975"/>
                    <a:pt x="10849" y="11173"/>
                    <a:pt x="11105" y="11514"/>
                  </a:cubicBezTo>
                  <a:cubicBezTo>
                    <a:pt x="11872" y="12565"/>
                    <a:pt x="12610" y="13616"/>
                    <a:pt x="13291" y="14752"/>
                  </a:cubicBezTo>
                  <a:cubicBezTo>
                    <a:pt x="13348" y="14808"/>
                    <a:pt x="13377" y="14894"/>
                    <a:pt x="13433" y="14979"/>
                  </a:cubicBezTo>
                  <a:cubicBezTo>
                    <a:pt x="13433" y="15064"/>
                    <a:pt x="13377" y="15149"/>
                    <a:pt x="13291" y="15149"/>
                  </a:cubicBezTo>
                  <a:cubicBezTo>
                    <a:pt x="13178" y="15121"/>
                    <a:pt x="13064" y="15092"/>
                    <a:pt x="12951" y="15092"/>
                  </a:cubicBezTo>
                  <a:cubicBezTo>
                    <a:pt x="12239" y="14928"/>
                    <a:pt x="11515" y="14846"/>
                    <a:pt x="10795" y="14846"/>
                  </a:cubicBezTo>
                  <a:cubicBezTo>
                    <a:pt x="10394" y="14846"/>
                    <a:pt x="9995" y="14871"/>
                    <a:pt x="9600" y="14922"/>
                  </a:cubicBezTo>
                  <a:cubicBezTo>
                    <a:pt x="8606" y="15036"/>
                    <a:pt x="7640" y="15149"/>
                    <a:pt x="6646" y="15149"/>
                  </a:cubicBezTo>
                  <a:cubicBezTo>
                    <a:pt x="6462" y="15163"/>
                    <a:pt x="6277" y="15171"/>
                    <a:pt x="6092" y="15171"/>
                  </a:cubicBezTo>
                  <a:cubicBezTo>
                    <a:pt x="5539" y="15171"/>
                    <a:pt x="4985" y="15107"/>
                    <a:pt x="4431" y="14979"/>
                  </a:cubicBezTo>
                  <a:lnTo>
                    <a:pt x="3267" y="14610"/>
                  </a:lnTo>
                  <a:cubicBezTo>
                    <a:pt x="3142" y="14568"/>
                    <a:pt x="2987" y="14542"/>
                    <a:pt x="2835" y="14542"/>
                  </a:cubicBezTo>
                  <a:cubicBezTo>
                    <a:pt x="2779" y="14542"/>
                    <a:pt x="2724" y="14545"/>
                    <a:pt x="2670" y="14553"/>
                  </a:cubicBezTo>
                  <a:cubicBezTo>
                    <a:pt x="2613" y="14553"/>
                    <a:pt x="2613" y="14581"/>
                    <a:pt x="2613" y="14638"/>
                  </a:cubicBezTo>
                  <a:cubicBezTo>
                    <a:pt x="2613" y="14666"/>
                    <a:pt x="2613" y="14666"/>
                    <a:pt x="2642" y="14695"/>
                  </a:cubicBezTo>
                  <a:cubicBezTo>
                    <a:pt x="2699" y="14808"/>
                    <a:pt x="2812" y="14894"/>
                    <a:pt x="2954" y="14922"/>
                  </a:cubicBezTo>
                  <a:cubicBezTo>
                    <a:pt x="3551" y="15121"/>
                    <a:pt x="4147" y="15348"/>
                    <a:pt x="4743" y="15490"/>
                  </a:cubicBezTo>
                  <a:cubicBezTo>
                    <a:pt x="5407" y="15612"/>
                    <a:pt x="6070" y="15670"/>
                    <a:pt x="6734" y="15670"/>
                  </a:cubicBezTo>
                  <a:cubicBezTo>
                    <a:pt x="7150" y="15670"/>
                    <a:pt x="7565" y="15647"/>
                    <a:pt x="7981" y="15604"/>
                  </a:cubicBezTo>
                  <a:cubicBezTo>
                    <a:pt x="9003" y="15518"/>
                    <a:pt x="10026" y="15376"/>
                    <a:pt x="11048" y="15376"/>
                  </a:cubicBezTo>
                  <a:cubicBezTo>
                    <a:pt x="11786" y="15405"/>
                    <a:pt x="12525" y="15490"/>
                    <a:pt x="13263" y="15660"/>
                  </a:cubicBezTo>
                  <a:cubicBezTo>
                    <a:pt x="13689" y="15717"/>
                    <a:pt x="14058" y="16001"/>
                    <a:pt x="14229" y="16399"/>
                  </a:cubicBezTo>
                  <a:cubicBezTo>
                    <a:pt x="14740" y="17535"/>
                    <a:pt x="15279" y="18671"/>
                    <a:pt x="15819" y="19835"/>
                  </a:cubicBezTo>
                  <a:cubicBezTo>
                    <a:pt x="15847" y="19920"/>
                    <a:pt x="15876" y="20034"/>
                    <a:pt x="15904" y="20147"/>
                  </a:cubicBezTo>
                  <a:cubicBezTo>
                    <a:pt x="15929" y="20221"/>
                    <a:pt x="15868" y="20295"/>
                    <a:pt x="15796" y="20295"/>
                  </a:cubicBezTo>
                  <a:cubicBezTo>
                    <a:pt x="15785" y="20295"/>
                    <a:pt x="15774" y="20293"/>
                    <a:pt x="15762" y="20289"/>
                  </a:cubicBezTo>
                  <a:lnTo>
                    <a:pt x="15563" y="20204"/>
                  </a:lnTo>
                  <a:cubicBezTo>
                    <a:pt x="15081" y="20005"/>
                    <a:pt x="14598" y="19835"/>
                    <a:pt x="14087" y="19721"/>
                  </a:cubicBezTo>
                  <a:cubicBezTo>
                    <a:pt x="12837" y="19437"/>
                    <a:pt x="11616" y="19068"/>
                    <a:pt x="10423" y="18614"/>
                  </a:cubicBezTo>
                  <a:cubicBezTo>
                    <a:pt x="9997" y="18472"/>
                    <a:pt x="9571" y="18302"/>
                    <a:pt x="9174" y="18160"/>
                  </a:cubicBezTo>
                  <a:cubicBezTo>
                    <a:pt x="9123" y="18134"/>
                    <a:pt x="9066" y="18120"/>
                    <a:pt x="9014" y="18120"/>
                  </a:cubicBezTo>
                  <a:cubicBezTo>
                    <a:pt x="8950" y="18120"/>
                    <a:pt x="8893" y="18141"/>
                    <a:pt x="8861" y="18188"/>
                  </a:cubicBezTo>
                  <a:cubicBezTo>
                    <a:pt x="8833" y="18302"/>
                    <a:pt x="8918" y="18358"/>
                    <a:pt x="8975" y="18415"/>
                  </a:cubicBezTo>
                  <a:cubicBezTo>
                    <a:pt x="9202" y="18614"/>
                    <a:pt x="9458" y="18756"/>
                    <a:pt x="9742" y="18869"/>
                  </a:cubicBezTo>
                  <a:cubicBezTo>
                    <a:pt x="10906" y="19324"/>
                    <a:pt x="12099" y="19721"/>
                    <a:pt x="13320" y="20034"/>
                  </a:cubicBezTo>
                  <a:cubicBezTo>
                    <a:pt x="14172" y="20233"/>
                    <a:pt x="15052" y="20488"/>
                    <a:pt x="15876" y="20857"/>
                  </a:cubicBezTo>
                  <a:cubicBezTo>
                    <a:pt x="16188" y="20971"/>
                    <a:pt x="16444" y="21198"/>
                    <a:pt x="16586" y="21511"/>
                  </a:cubicBezTo>
                  <a:cubicBezTo>
                    <a:pt x="16785" y="21993"/>
                    <a:pt x="17012" y="22476"/>
                    <a:pt x="17211" y="22931"/>
                  </a:cubicBezTo>
                  <a:cubicBezTo>
                    <a:pt x="17381" y="23243"/>
                    <a:pt x="17523" y="23584"/>
                    <a:pt x="17665" y="23896"/>
                  </a:cubicBezTo>
                  <a:cubicBezTo>
                    <a:pt x="17608" y="23924"/>
                    <a:pt x="17544" y="23939"/>
                    <a:pt x="17484" y="23939"/>
                  </a:cubicBezTo>
                  <a:cubicBezTo>
                    <a:pt x="17424" y="23939"/>
                    <a:pt x="17367" y="23924"/>
                    <a:pt x="17324" y="23896"/>
                  </a:cubicBezTo>
                  <a:cubicBezTo>
                    <a:pt x="16103" y="23442"/>
                    <a:pt x="14853" y="23044"/>
                    <a:pt x="13661" y="22533"/>
                  </a:cubicBezTo>
                  <a:cubicBezTo>
                    <a:pt x="13547" y="22448"/>
                    <a:pt x="13405" y="22419"/>
                    <a:pt x="13263" y="22419"/>
                  </a:cubicBezTo>
                  <a:cubicBezTo>
                    <a:pt x="13235" y="22419"/>
                    <a:pt x="13206" y="22448"/>
                    <a:pt x="13178" y="22505"/>
                  </a:cubicBezTo>
                  <a:cubicBezTo>
                    <a:pt x="13178" y="22533"/>
                    <a:pt x="13178" y="22590"/>
                    <a:pt x="13206" y="22618"/>
                  </a:cubicBezTo>
                  <a:cubicBezTo>
                    <a:pt x="13348" y="22760"/>
                    <a:pt x="13519" y="22874"/>
                    <a:pt x="13689" y="22959"/>
                  </a:cubicBezTo>
                  <a:cubicBezTo>
                    <a:pt x="14200" y="23215"/>
                    <a:pt x="14683" y="23442"/>
                    <a:pt x="15166" y="23640"/>
                  </a:cubicBezTo>
                  <a:cubicBezTo>
                    <a:pt x="16046" y="23953"/>
                    <a:pt x="16898" y="24237"/>
                    <a:pt x="17779" y="24549"/>
                  </a:cubicBezTo>
                  <a:cubicBezTo>
                    <a:pt x="18006" y="24578"/>
                    <a:pt x="18204" y="24720"/>
                    <a:pt x="18318" y="24918"/>
                  </a:cubicBezTo>
                  <a:cubicBezTo>
                    <a:pt x="18460" y="25117"/>
                    <a:pt x="18630" y="25344"/>
                    <a:pt x="18801" y="25543"/>
                  </a:cubicBezTo>
                  <a:cubicBezTo>
                    <a:pt x="18914" y="25657"/>
                    <a:pt x="19028" y="25714"/>
                    <a:pt x="19170" y="25714"/>
                  </a:cubicBezTo>
                  <a:cubicBezTo>
                    <a:pt x="19182" y="25716"/>
                    <a:pt x="19195" y="25717"/>
                    <a:pt x="19207" y="25717"/>
                  </a:cubicBezTo>
                  <a:cubicBezTo>
                    <a:pt x="19335" y="25717"/>
                    <a:pt x="19449" y="25588"/>
                    <a:pt x="19397" y="25458"/>
                  </a:cubicBezTo>
                  <a:cubicBezTo>
                    <a:pt x="19284" y="25202"/>
                    <a:pt x="19142" y="24947"/>
                    <a:pt x="19000" y="24691"/>
                  </a:cubicBezTo>
                  <a:cubicBezTo>
                    <a:pt x="18488" y="23726"/>
                    <a:pt x="18006" y="22732"/>
                    <a:pt x="17580" y="21709"/>
                  </a:cubicBezTo>
                  <a:cubicBezTo>
                    <a:pt x="17523" y="21539"/>
                    <a:pt x="17466" y="21369"/>
                    <a:pt x="17466" y="21198"/>
                  </a:cubicBezTo>
                  <a:cubicBezTo>
                    <a:pt x="17409" y="20545"/>
                    <a:pt x="17438" y="19892"/>
                    <a:pt x="17495" y="19239"/>
                  </a:cubicBezTo>
                  <a:cubicBezTo>
                    <a:pt x="17665" y="18160"/>
                    <a:pt x="17722" y="17080"/>
                    <a:pt x="17722" y="16001"/>
                  </a:cubicBezTo>
                  <a:cubicBezTo>
                    <a:pt x="17693" y="15263"/>
                    <a:pt x="17665" y="14553"/>
                    <a:pt x="17608" y="13843"/>
                  </a:cubicBezTo>
                  <a:cubicBezTo>
                    <a:pt x="17551" y="13360"/>
                    <a:pt x="17438" y="12877"/>
                    <a:pt x="17353" y="12395"/>
                  </a:cubicBezTo>
                  <a:cubicBezTo>
                    <a:pt x="17353" y="12281"/>
                    <a:pt x="17267" y="12167"/>
                    <a:pt x="17182" y="12111"/>
                  </a:cubicBezTo>
                  <a:cubicBezTo>
                    <a:pt x="17161" y="12100"/>
                    <a:pt x="17137" y="12094"/>
                    <a:pt x="17113" y="12094"/>
                  </a:cubicBezTo>
                  <a:cubicBezTo>
                    <a:pt x="17071" y="12094"/>
                    <a:pt x="17030" y="12113"/>
                    <a:pt x="17012" y="12167"/>
                  </a:cubicBezTo>
                  <a:cubicBezTo>
                    <a:pt x="16983" y="12253"/>
                    <a:pt x="16983" y="12338"/>
                    <a:pt x="16983" y="12423"/>
                  </a:cubicBezTo>
                  <a:cubicBezTo>
                    <a:pt x="17125" y="13247"/>
                    <a:pt x="17182" y="14070"/>
                    <a:pt x="17211" y="14922"/>
                  </a:cubicBezTo>
                  <a:cubicBezTo>
                    <a:pt x="17267" y="16456"/>
                    <a:pt x="17211" y="18018"/>
                    <a:pt x="17040" y="19551"/>
                  </a:cubicBezTo>
                  <a:cubicBezTo>
                    <a:pt x="17012" y="19693"/>
                    <a:pt x="17040" y="19863"/>
                    <a:pt x="16870" y="19949"/>
                  </a:cubicBezTo>
                  <a:cubicBezTo>
                    <a:pt x="16813" y="19920"/>
                    <a:pt x="16785" y="19863"/>
                    <a:pt x="16728" y="19807"/>
                  </a:cubicBezTo>
                  <a:cubicBezTo>
                    <a:pt x="16444" y="19210"/>
                    <a:pt x="16160" y="18585"/>
                    <a:pt x="15876" y="17989"/>
                  </a:cubicBezTo>
                  <a:cubicBezTo>
                    <a:pt x="15620" y="17478"/>
                    <a:pt x="15393" y="16967"/>
                    <a:pt x="15109" y="16484"/>
                  </a:cubicBezTo>
                  <a:cubicBezTo>
                    <a:pt x="14825" y="16030"/>
                    <a:pt x="14683" y="15490"/>
                    <a:pt x="14683" y="14950"/>
                  </a:cubicBezTo>
                  <a:cubicBezTo>
                    <a:pt x="14655" y="13956"/>
                    <a:pt x="14598" y="12963"/>
                    <a:pt x="14569" y="11997"/>
                  </a:cubicBezTo>
                  <a:cubicBezTo>
                    <a:pt x="14541" y="11117"/>
                    <a:pt x="14427" y="10236"/>
                    <a:pt x="14285" y="9384"/>
                  </a:cubicBezTo>
                  <a:cubicBezTo>
                    <a:pt x="13945" y="7680"/>
                    <a:pt x="13320" y="6062"/>
                    <a:pt x="12440" y="4556"/>
                  </a:cubicBezTo>
                  <a:cubicBezTo>
                    <a:pt x="12383" y="4386"/>
                    <a:pt x="12269" y="4244"/>
                    <a:pt x="12127" y="4130"/>
                  </a:cubicBezTo>
                  <a:cubicBezTo>
                    <a:pt x="12108" y="4126"/>
                    <a:pt x="12089" y="4123"/>
                    <a:pt x="12071" y="4123"/>
                  </a:cubicBezTo>
                  <a:cubicBezTo>
                    <a:pt x="11987" y="4123"/>
                    <a:pt x="11928" y="4178"/>
                    <a:pt x="11928" y="4272"/>
                  </a:cubicBezTo>
                  <a:cubicBezTo>
                    <a:pt x="11957" y="4358"/>
                    <a:pt x="11985" y="4471"/>
                    <a:pt x="12014" y="4585"/>
                  </a:cubicBezTo>
                  <a:cubicBezTo>
                    <a:pt x="12298" y="5210"/>
                    <a:pt x="12553" y="5863"/>
                    <a:pt x="12837" y="6488"/>
                  </a:cubicBezTo>
                  <a:cubicBezTo>
                    <a:pt x="13348" y="7652"/>
                    <a:pt x="13689" y="8873"/>
                    <a:pt x="13916" y="10123"/>
                  </a:cubicBezTo>
                  <a:cubicBezTo>
                    <a:pt x="13945" y="10407"/>
                    <a:pt x="13973" y="10691"/>
                    <a:pt x="13973" y="10975"/>
                  </a:cubicBezTo>
                  <a:cubicBezTo>
                    <a:pt x="14030" y="12025"/>
                    <a:pt x="14087" y="13076"/>
                    <a:pt x="14115" y="14155"/>
                  </a:cubicBezTo>
                  <a:cubicBezTo>
                    <a:pt x="14115" y="14269"/>
                    <a:pt x="14172" y="14411"/>
                    <a:pt x="14058" y="14496"/>
                  </a:cubicBezTo>
                  <a:cubicBezTo>
                    <a:pt x="14030" y="14496"/>
                    <a:pt x="13973" y="14496"/>
                    <a:pt x="13945" y="14468"/>
                  </a:cubicBezTo>
                  <a:cubicBezTo>
                    <a:pt x="13831" y="14297"/>
                    <a:pt x="13717" y="14127"/>
                    <a:pt x="13604" y="13956"/>
                  </a:cubicBezTo>
                  <a:cubicBezTo>
                    <a:pt x="12951" y="12963"/>
                    <a:pt x="12212" y="11969"/>
                    <a:pt x="11474" y="11031"/>
                  </a:cubicBezTo>
                  <a:cubicBezTo>
                    <a:pt x="11332" y="10889"/>
                    <a:pt x="11218" y="10719"/>
                    <a:pt x="11162" y="10520"/>
                  </a:cubicBezTo>
                  <a:cubicBezTo>
                    <a:pt x="10991" y="10123"/>
                    <a:pt x="10878" y="9725"/>
                    <a:pt x="10792" y="9299"/>
                  </a:cubicBezTo>
                  <a:cubicBezTo>
                    <a:pt x="10650" y="8333"/>
                    <a:pt x="10508" y="7396"/>
                    <a:pt x="10366" y="6431"/>
                  </a:cubicBezTo>
                  <a:cubicBezTo>
                    <a:pt x="10253" y="5607"/>
                    <a:pt x="10026" y="4812"/>
                    <a:pt x="9770" y="4017"/>
                  </a:cubicBezTo>
                  <a:cubicBezTo>
                    <a:pt x="9316" y="2767"/>
                    <a:pt x="8549" y="1745"/>
                    <a:pt x="7782" y="666"/>
                  </a:cubicBezTo>
                  <a:cubicBezTo>
                    <a:pt x="7640" y="495"/>
                    <a:pt x="7498" y="325"/>
                    <a:pt x="7328" y="183"/>
                  </a:cubicBezTo>
                  <a:cubicBezTo>
                    <a:pt x="7243" y="98"/>
                    <a:pt x="7157" y="41"/>
                    <a:pt x="7044" y="13"/>
                  </a:cubicBezTo>
                  <a:cubicBezTo>
                    <a:pt x="7027" y="4"/>
                    <a:pt x="7008" y="1"/>
                    <a:pt x="6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6"/>
            <p:cNvSpPr/>
            <p:nvPr/>
          </p:nvSpPr>
          <p:spPr>
            <a:xfrm>
              <a:off x="1134800" y="1787950"/>
              <a:ext cx="863350" cy="88617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6"/>
            <p:cNvSpPr/>
            <p:nvPr/>
          </p:nvSpPr>
          <p:spPr>
            <a:xfrm>
              <a:off x="1210075" y="1840800"/>
              <a:ext cx="729150" cy="761650"/>
            </a:xfrm>
            <a:custGeom>
              <a:rect b="b" l="l" r="r" t="t"/>
              <a:pathLst>
                <a:path extrusionOk="0" h="30466" w="29166">
                  <a:moveTo>
                    <a:pt x="14938" y="12411"/>
                  </a:moveTo>
                  <a:lnTo>
                    <a:pt x="14995" y="12439"/>
                  </a:lnTo>
                  <a:lnTo>
                    <a:pt x="14938" y="12439"/>
                  </a:lnTo>
                  <a:lnTo>
                    <a:pt x="14938" y="12411"/>
                  </a:lnTo>
                  <a:close/>
                  <a:moveTo>
                    <a:pt x="19737" y="0"/>
                  </a:moveTo>
                  <a:cubicBezTo>
                    <a:pt x="19652" y="0"/>
                    <a:pt x="19595" y="0"/>
                    <a:pt x="19539" y="57"/>
                  </a:cubicBezTo>
                  <a:cubicBezTo>
                    <a:pt x="19397" y="142"/>
                    <a:pt x="19311" y="227"/>
                    <a:pt x="19198" y="341"/>
                  </a:cubicBezTo>
                  <a:cubicBezTo>
                    <a:pt x="18829" y="795"/>
                    <a:pt x="18431" y="1221"/>
                    <a:pt x="18090" y="1676"/>
                  </a:cubicBezTo>
                  <a:cubicBezTo>
                    <a:pt x="17579" y="2329"/>
                    <a:pt x="17125" y="2982"/>
                    <a:pt x="16699" y="3664"/>
                  </a:cubicBezTo>
                  <a:cubicBezTo>
                    <a:pt x="16102" y="4686"/>
                    <a:pt x="15648" y="5794"/>
                    <a:pt x="15336" y="6958"/>
                  </a:cubicBezTo>
                  <a:cubicBezTo>
                    <a:pt x="14796" y="8634"/>
                    <a:pt x="14342" y="10366"/>
                    <a:pt x="14001" y="12098"/>
                  </a:cubicBezTo>
                  <a:cubicBezTo>
                    <a:pt x="13916" y="12439"/>
                    <a:pt x="13745" y="12780"/>
                    <a:pt x="13518" y="13064"/>
                  </a:cubicBezTo>
                  <a:cubicBezTo>
                    <a:pt x="12496" y="14313"/>
                    <a:pt x="11502" y="15563"/>
                    <a:pt x="10565" y="16869"/>
                  </a:cubicBezTo>
                  <a:cubicBezTo>
                    <a:pt x="10337" y="17238"/>
                    <a:pt x="10053" y="17579"/>
                    <a:pt x="9769" y="17892"/>
                  </a:cubicBezTo>
                  <a:cubicBezTo>
                    <a:pt x="9713" y="17579"/>
                    <a:pt x="9713" y="17295"/>
                    <a:pt x="9798" y="16983"/>
                  </a:cubicBezTo>
                  <a:cubicBezTo>
                    <a:pt x="9968" y="15847"/>
                    <a:pt x="10110" y="14711"/>
                    <a:pt x="10167" y="13575"/>
                  </a:cubicBezTo>
                  <a:cubicBezTo>
                    <a:pt x="10252" y="12354"/>
                    <a:pt x="10536" y="11133"/>
                    <a:pt x="10962" y="9968"/>
                  </a:cubicBezTo>
                  <a:cubicBezTo>
                    <a:pt x="11530" y="8548"/>
                    <a:pt x="12183" y="7157"/>
                    <a:pt x="12950" y="5822"/>
                  </a:cubicBezTo>
                  <a:cubicBezTo>
                    <a:pt x="13092" y="5538"/>
                    <a:pt x="13206" y="5254"/>
                    <a:pt x="13319" y="4942"/>
                  </a:cubicBezTo>
                  <a:cubicBezTo>
                    <a:pt x="13348" y="4885"/>
                    <a:pt x="13319" y="4800"/>
                    <a:pt x="13262" y="4771"/>
                  </a:cubicBezTo>
                  <a:cubicBezTo>
                    <a:pt x="13239" y="4760"/>
                    <a:pt x="13211" y="4753"/>
                    <a:pt x="13181" y="4753"/>
                  </a:cubicBezTo>
                  <a:cubicBezTo>
                    <a:pt x="13140" y="4753"/>
                    <a:pt x="13097" y="4766"/>
                    <a:pt x="13064" y="4800"/>
                  </a:cubicBezTo>
                  <a:cubicBezTo>
                    <a:pt x="12950" y="4885"/>
                    <a:pt x="12865" y="4999"/>
                    <a:pt x="12780" y="5112"/>
                  </a:cubicBezTo>
                  <a:cubicBezTo>
                    <a:pt x="12552" y="5510"/>
                    <a:pt x="12297" y="5907"/>
                    <a:pt x="12070" y="6305"/>
                  </a:cubicBezTo>
                  <a:cubicBezTo>
                    <a:pt x="11161" y="7867"/>
                    <a:pt x="10451" y="9514"/>
                    <a:pt x="9968" y="11246"/>
                  </a:cubicBezTo>
                  <a:cubicBezTo>
                    <a:pt x="9826" y="11757"/>
                    <a:pt x="9713" y="12297"/>
                    <a:pt x="9656" y="12837"/>
                  </a:cubicBezTo>
                  <a:cubicBezTo>
                    <a:pt x="9514" y="13944"/>
                    <a:pt x="9457" y="15052"/>
                    <a:pt x="9343" y="16159"/>
                  </a:cubicBezTo>
                  <a:cubicBezTo>
                    <a:pt x="9258" y="17040"/>
                    <a:pt x="9116" y="17892"/>
                    <a:pt x="8889" y="18744"/>
                  </a:cubicBezTo>
                  <a:cubicBezTo>
                    <a:pt x="8804" y="19141"/>
                    <a:pt x="8633" y="19482"/>
                    <a:pt x="8378" y="19794"/>
                  </a:cubicBezTo>
                  <a:cubicBezTo>
                    <a:pt x="7384" y="21044"/>
                    <a:pt x="6418" y="22322"/>
                    <a:pt x="5424" y="23571"/>
                  </a:cubicBezTo>
                  <a:cubicBezTo>
                    <a:pt x="5254" y="23827"/>
                    <a:pt x="5055" y="24026"/>
                    <a:pt x="4800" y="24168"/>
                  </a:cubicBezTo>
                  <a:cubicBezTo>
                    <a:pt x="4778" y="24232"/>
                    <a:pt x="4757" y="24264"/>
                    <a:pt x="4736" y="24264"/>
                  </a:cubicBezTo>
                  <a:cubicBezTo>
                    <a:pt x="4729" y="24264"/>
                    <a:pt x="4721" y="24260"/>
                    <a:pt x="4714" y="24253"/>
                  </a:cubicBezTo>
                  <a:cubicBezTo>
                    <a:pt x="4686" y="24196"/>
                    <a:pt x="4714" y="24139"/>
                    <a:pt x="4771" y="24139"/>
                  </a:cubicBezTo>
                  <a:cubicBezTo>
                    <a:pt x="4771" y="23571"/>
                    <a:pt x="4828" y="23032"/>
                    <a:pt x="4942" y="22464"/>
                  </a:cubicBezTo>
                  <a:cubicBezTo>
                    <a:pt x="5055" y="21527"/>
                    <a:pt x="5112" y="20533"/>
                    <a:pt x="5339" y="19596"/>
                  </a:cubicBezTo>
                  <a:cubicBezTo>
                    <a:pt x="5510" y="18772"/>
                    <a:pt x="5652" y="17920"/>
                    <a:pt x="5794" y="17068"/>
                  </a:cubicBezTo>
                  <a:cubicBezTo>
                    <a:pt x="5794" y="17011"/>
                    <a:pt x="5794" y="16926"/>
                    <a:pt x="5794" y="16869"/>
                  </a:cubicBezTo>
                  <a:cubicBezTo>
                    <a:pt x="5775" y="16794"/>
                    <a:pt x="5718" y="16756"/>
                    <a:pt x="5657" y="16756"/>
                  </a:cubicBezTo>
                  <a:cubicBezTo>
                    <a:pt x="5626" y="16756"/>
                    <a:pt x="5595" y="16765"/>
                    <a:pt x="5566" y="16784"/>
                  </a:cubicBezTo>
                  <a:cubicBezTo>
                    <a:pt x="5481" y="16898"/>
                    <a:pt x="5424" y="16983"/>
                    <a:pt x="5368" y="17096"/>
                  </a:cubicBezTo>
                  <a:cubicBezTo>
                    <a:pt x="5197" y="17551"/>
                    <a:pt x="5084" y="18034"/>
                    <a:pt x="5027" y="18516"/>
                  </a:cubicBezTo>
                  <a:cubicBezTo>
                    <a:pt x="4856" y="19368"/>
                    <a:pt x="4658" y="20220"/>
                    <a:pt x="4544" y="21101"/>
                  </a:cubicBezTo>
                  <a:cubicBezTo>
                    <a:pt x="4402" y="22379"/>
                    <a:pt x="4232" y="23600"/>
                    <a:pt x="4061" y="24849"/>
                  </a:cubicBezTo>
                  <a:cubicBezTo>
                    <a:pt x="4033" y="25105"/>
                    <a:pt x="3948" y="25332"/>
                    <a:pt x="3777" y="25531"/>
                  </a:cubicBezTo>
                  <a:lnTo>
                    <a:pt x="1846" y="27803"/>
                  </a:lnTo>
                  <a:cubicBezTo>
                    <a:pt x="1800" y="27849"/>
                    <a:pt x="1753" y="27896"/>
                    <a:pt x="1691" y="27896"/>
                  </a:cubicBezTo>
                  <a:cubicBezTo>
                    <a:pt x="1678" y="27896"/>
                    <a:pt x="1663" y="27893"/>
                    <a:pt x="1647" y="27888"/>
                  </a:cubicBezTo>
                  <a:cubicBezTo>
                    <a:pt x="1534" y="27718"/>
                    <a:pt x="1590" y="27547"/>
                    <a:pt x="1619" y="27405"/>
                  </a:cubicBezTo>
                  <a:cubicBezTo>
                    <a:pt x="1789" y="26241"/>
                    <a:pt x="1960" y="25105"/>
                    <a:pt x="2130" y="23941"/>
                  </a:cubicBezTo>
                  <a:cubicBezTo>
                    <a:pt x="2158" y="23855"/>
                    <a:pt x="2158" y="23742"/>
                    <a:pt x="2130" y="23657"/>
                  </a:cubicBezTo>
                  <a:cubicBezTo>
                    <a:pt x="2130" y="23600"/>
                    <a:pt x="2102" y="23571"/>
                    <a:pt x="2073" y="23543"/>
                  </a:cubicBezTo>
                  <a:cubicBezTo>
                    <a:pt x="2053" y="23530"/>
                    <a:pt x="2035" y="23524"/>
                    <a:pt x="2018" y="23524"/>
                  </a:cubicBezTo>
                  <a:cubicBezTo>
                    <a:pt x="1962" y="23524"/>
                    <a:pt x="1918" y="23585"/>
                    <a:pt x="1874" y="23628"/>
                  </a:cubicBezTo>
                  <a:cubicBezTo>
                    <a:pt x="1846" y="23742"/>
                    <a:pt x="1789" y="23827"/>
                    <a:pt x="1732" y="23969"/>
                  </a:cubicBezTo>
                  <a:cubicBezTo>
                    <a:pt x="1562" y="24565"/>
                    <a:pt x="1420" y="25190"/>
                    <a:pt x="1335" y="25815"/>
                  </a:cubicBezTo>
                  <a:cubicBezTo>
                    <a:pt x="1164" y="26582"/>
                    <a:pt x="1108" y="27348"/>
                    <a:pt x="1136" y="28144"/>
                  </a:cubicBezTo>
                  <a:cubicBezTo>
                    <a:pt x="1136" y="28342"/>
                    <a:pt x="1079" y="28541"/>
                    <a:pt x="966" y="28740"/>
                  </a:cubicBezTo>
                  <a:cubicBezTo>
                    <a:pt x="795" y="29052"/>
                    <a:pt x="597" y="29365"/>
                    <a:pt x="341" y="29620"/>
                  </a:cubicBezTo>
                  <a:cubicBezTo>
                    <a:pt x="171" y="29791"/>
                    <a:pt x="57" y="30018"/>
                    <a:pt x="0" y="30245"/>
                  </a:cubicBezTo>
                  <a:cubicBezTo>
                    <a:pt x="0" y="30330"/>
                    <a:pt x="29" y="30387"/>
                    <a:pt x="85" y="30444"/>
                  </a:cubicBezTo>
                  <a:cubicBezTo>
                    <a:pt x="114" y="30458"/>
                    <a:pt x="149" y="30465"/>
                    <a:pt x="185" y="30465"/>
                  </a:cubicBezTo>
                  <a:cubicBezTo>
                    <a:pt x="220" y="30465"/>
                    <a:pt x="256" y="30458"/>
                    <a:pt x="284" y="30444"/>
                  </a:cubicBezTo>
                  <a:cubicBezTo>
                    <a:pt x="369" y="30359"/>
                    <a:pt x="455" y="30274"/>
                    <a:pt x="540" y="30188"/>
                  </a:cubicBezTo>
                  <a:lnTo>
                    <a:pt x="1250" y="29365"/>
                  </a:lnTo>
                  <a:cubicBezTo>
                    <a:pt x="1392" y="29223"/>
                    <a:pt x="1562" y="29138"/>
                    <a:pt x="1761" y="29138"/>
                  </a:cubicBezTo>
                  <a:cubicBezTo>
                    <a:pt x="2670" y="29052"/>
                    <a:pt x="3550" y="28882"/>
                    <a:pt x="4402" y="28683"/>
                  </a:cubicBezTo>
                  <a:cubicBezTo>
                    <a:pt x="4743" y="28598"/>
                    <a:pt x="5055" y="28484"/>
                    <a:pt x="5368" y="28314"/>
                  </a:cubicBezTo>
                  <a:cubicBezTo>
                    <a:pt x="5424" y="28286"/>
                    <a:pt x="5481" y="28229"/>
                    <a:pt x="5538" y="28200"/>
                  </a:cubicBezTo>
                  <a:cubicBezTo>
                    <a:pt x="5566" y="28172"/>
                    <a:pt x="5595" y="28115"/>
                    <a:pt x="5595" y="28058"/>
                  </a:cubicBezTo>
                  <a:cubicBezTo>
                    <a:pt x="5595" y="27973"/>
                    <a:pt x="5510" y="27973"/>
                    <a:pt x="5424" y="27973"/>
                  </a:cubicBezTo>
                  <a:lnTo>
                    <a:pt x="5226" y="27973"/>
                  </a:lnTo>
                  <a:cubicBezTo>
                    <a:pt x="4658" y="28115"/>
                    <a:pt x="4090" y="28229"/>
                    <a:pt x="3522" y="28342"/>
                  </a:cubicBezTo>
                  <a:cubicBezTo>
                    <a:pt x="3010" y="28456"/>
                    <a:pt x="2499" y="28513"/>
                    <a:pt x="1988" y="28513"/>
                  </a:cubicBezTo>
                  <a:cubicBezTo>
                    <a:pt x="2215" y="28257"/>
                    <a:pt x="2386" y="28058"/>
                    <a:pt x="2556" y="27860"/>
                  </a:cubicBezTo>
                  <a:cubicBezTo>
                    <a:pt x="3096" y="27206"/>
                    <a:pt x="3664" y="26582"/>
                    <a:pt x="4232" y="25928"/>
                  </a:cubicBezTo>
                  <a:cubicBezTo>
                    <a:pt x="4374" y="25730"/>
                    <a:pt x="4601" y="25588"/>
                    <a:pt x="4828" y="25588"/>
                  </a:cubicBezTo>
                  <a:cubicBezTo>
                    <a:pt x="4970" y="25588"/>
                    <a:pt x="5084" y="25474"/>
                    <a:pt x="5226" y="25417"/>
                  </a:cubicBezTo>
                  <a:cubicBezTo>
                    <a:pt x="5623" y="25219"/>
                    <a:pt x="6049" y="25105"/>
                    <a:pt x="6475" y="25048"/>
                  </a:cubicBezTo>
                  <a:cubicBezTo>
                    <a:pt x="7362" y="24997"/>
                    <a:pt x="8225" y="24902"/>
                    <a:pt x="9087" y="24902"/>
                  </a:cubicBezTo>
                  <a:cubicBezTo>
                    <a:pt x="9191" y="24902"/>
                    <a:pt x="9296" y="24903"/>
                    <a:pt x="9400" y="24906"/>
                  </a:cubicBezTo>
                  <a:cubicBezTo>
                    <a:pt x="9658" y="24914"/>
                    <a:pt x="9916" y="24918"/>
                    <a:pt x="10174" y="24918"/>
                  </a:cubicBezTo>
                  <a:cubicBezTo>
                    <a:pt x="10796" y="24918"/>
                    <a:pt x="11419" y="24898"/>
                    <a:pt x="12041" y="24878"/>
                  </a:cubicBezTo>
                  <a:cubicBezTo>
                    <a:pt x="12638" y="24849"/>
                    <a:pt x="13234" y="24793"/>
                    <a:pt x="13859" y="24707"/>
                  </a:cubicBezTo>
                  <a:cubicBezTo>
                    <a:pt x="14881" y="24537"/>
                    <a:pt x="15904" y="24281"/>
                    <a:pt x="16897" y="23997"/>
                  </a:cubicBezTo>
                  <a:cubicBezTo>
                    <a:pt x="17352" y="23855"/>
                    <a:pt x="17778" y="23685"/>
                    <a:pt x="18204" y="23515"/>
                  </a:cubicBezTo>
                  <a:cubicBezTo>
                    <a:pt x="18374" y="23458"/>
                    <a:pt x="18545" y="23344"/>
                    <a:pt x="18658" y="23174"/>
                  </a:cubicBezTo>
                  <a:cubicBezTo>
                    <a:pt x="18715" y="23145"/>
                    <a:pt x="18715" y="23089"/>
                    <a:pt x="18715" y="23060"/>
                  </a:cubicBezTo>
                  <a:cubicBezTo>
                    <a:pt x="18687" y="23003"/>
                    <a:pt x="18630" y="23003"/>
                    <a:pt x="18601" y="22975"/>
                  </a:cubicBezTo>
                  <a:cubicBezTo>
                    <a:pt x="18403" y="23003"/>
                    <a:pt x="18204" y="23032"/>
                    <a:pt x="18033" y="23117"/>
                  </a:cubicBezTo>
                  <a:cubicBezTo>
                    <a:pt x="16926" y="23515"/>
                    <a:pt x="15790" y="23799"/>
                    <a:pt x="14654" y="23997"/>
                  </a:cubicBezTo>
                  <a:cubicBezTo>
                    <a:pt x="13503" y="24253"/>
                    <a:pt x="12351" y="24371"/>
                    <a:pt x="11179" y="24371"/>
                  </a:cubicBezTo>
                  <a:cubicBezTo>
                    <a:pt x="11050" y="24371"/>
                    <a:pt x="10921" y="24369"/>
                    <a:pt x="10792" y="24367"/>
                  </a:cubicBezTo>
                  <a:cubicBezTo>
                    <a:pt x="10658" y="24363"/>
                    <a:pt x="10524" y="24362"/>
                    <a:pt x="10389" y="24362"/>
                  </a:cubicBezTo>
                  <a:cubicBezTo>
                    <a:pt x="9297" y="24362"/>
                    <a:pt x="8184" y="24455"/>
                    <a:pt x="7071" y="24480"/>
                  </a:cubicBezTo>
                  <a:cubicBezTo>
                    <a:pt x="6901" y="24480"/>
                    <a:pt x="6731" y="24509"/>
                    <a:pt x="6589" y="24537"/>
                  </a:cubicBezTo>
                  <a:cubicBezTo>
                    <a:pt x="6191" y="24622"/>
                    <a:pt x="5794" y="24679"/>
                    <a:pt x="5453" y="24764"/>
                  </a:cubicBezTo>
                  <a:cubicBezTo>
                    <a:pt x="5424" y="24651"/>
                    <a:pt x="5453" y="24537"/>
                    <a:pt x="5538" y="24480"/>
                  </a:cubicBezTo>
                  <a:cubicBezTo>
                    <a:pt x="5822" y="24111"/>
                    <a:pt x="6134" y="23713"/>
                    <a:pt x="6447" y="23344"/>
                  </a:cubicBezTo>
                  <a:cubicBezTo>
                    <a:pt x="7242" y="22350"/>
                    <a:pt x="8037" y="21385"/>
                    <a:pt x="8832" y="20391"/>
                  </a:cubicBezTo>
                  <a:cubicBezTo>
                    <a:pt x="9042" y="20102"/>
                    <a:pt x="9228" y="19788"/>
                    <a:pt x="9615" y="19788"/>
                  </a:cubicBezTo>
                  <a:cubicBezTo>
                    <a:pt x="9646" y="19788"/>
                    <a:pt x="9679" y="19790"/>
                    <a:pt x="9713" y="19794"/>
                  </a:cubicBezTo>
                  <a:cubicBezTo>
                    <a:pt x="9798" y="19794"/>
                    <a:pt x="9855" y="19738"/>
                    <a:pt x="9911" y="19681"/>
                  </a:cubicBezTo>
                  <a:cubicBezTo>
                    <a:pt x="11161" y="19198"/>
                    <a:pt x="12439" y="18772"/>
                    <a:pt x="13745" y="18488"/>
                  </a:cubicBezTo>
                  <a:cubicBezTo>
                    <a:pt x="14682" y="18261"/>
                    <a:pt x="15648" y="18119"/>
                    <a:pt x="16585" y="17863"/>
                  </a:cubicBezTo>
                  <a:cubicBezTo>
                    <a:pt x="17778" y="17579"/>
                    <a:pt x="18999" y="17380"/>
                    <a:pt x="20220" y="17040"/>
                  </a:cubicBezTo>
                  <a:cubicBezTo>
                    <a:pt x="21072" y="16812"/>
                    <a:pt x="21924" y="16500"/>
                    <a:pt x="22776" y="16188"/>
                  </a:cubicBezTo>
                  <a:cubicBezTo>
                    <a:pt x="23770" y="15790"/>
                    <a:pt x="24707" y="15336"/>
                    <a:pt x="25644" y="14768"/>
                  </a:cubicBezTo>
                  <a:cubicBezTo>
                    <a:pt x="26212" y="14455"/>
                    <a:pt x="26752" y="14086"/>
                    <a:pt x="27320" y="13745"/>
                  </a:cubicBezTo>
                  <a:cubicBezTo>
                    <a:pt x="27519" y="13575"/>
                    <a:pt x="27717" y="13405"/>
                    <a:pt x="27916" y="13234"/>
                  </a:cubicBezTo>
                  <a:cubicBezTo>
                    <a:pt x="27945" y="13177"/>
                    <a:pt x="27973" y="13092"/>
                    <a:pt x="27945" y="13035"/>
                  </a:cubicBezTo>
                  <a:cubicBezTo>
                    <a:pt x="27908" y="12980"/>
                    <a:pt x="27848" y="12949"/>
                    <a:pt x="27787" y="12949"/>
                  </a:cubicBezTo>
                  <a:cubicBezTo>
                    <a:pt x="27753" y="12949"/>
                    <a:pt x="27719" y="12958"/>
                    <a:pt x="27689" y="12979"/>
                  </a:cubicBezTo>
                  <a:cubicBezTo>
                    <a:pt x="27519" y="13121"/>
                    <a:pt x="27348" y="13263"/>
                    <a:pt x="27150" y="13376"/>
                  </a:cubicBezTo>
                  <a:cubicBezTo>
                    <a:pt x="25758" y="14171"/>
                    <a:pt x="24281" y="14938"/>
                    <a:pt x="22804" y="15591"/>
                  </a:cubicBezTo>
                  <a:cubicBezTo>
                    <a:pt x="21385" y="16159"/>
                    <a:pt x="19908" y="16585"/>
                    <a:pt x="18403" y="16898"/>
                  </a:cubicBezTo>
                  <a:cubicBezTo>
                    <a:pt x="17295" y="17125"/>
                    <a:pt x="16159" y="17324"/>
                    <a:pt x="15052" y="17579"/>
                  </a:cubicBezTo>
                  <a:cubicBezTo>
                    <a:pt x="14058" y="17806"/>
                    <a:pt x="13064" y="18034"/>
                    <a:pt x="12098" y="18374"/>
                  </a:cubicBezTo>
                  <a:cubicBezTo>
                    <a:pt x="11558" y="18516"/>
                    <a:pt x="11019" y="18687"/>
                    <a:pt x="10508" y="18914"/>
                  </a:cubicBezTo>
                  <a:cubicBezTo>
                    <a:pt x="10366" y="18942"/>
                    <a:pt x="10224" y="18971"/>
                    <a:pt x="10082" y="18999"/>
                  </a:cubicBezTo>
                  <a:cubicBezTo>
                    <a:pt x="10062" y="19019"/>
                    <a:pt x="10029" y="19052"/>
                    <a:pt x="9992" y="19052"/>
                  </a:cubicBezTo>
                  <a:cubicBezTo>
                    <a:pt x="9975" y="19052"/>
                    <a:pt x="9957" y="19045"/>
                    <a:pt x="9940" y="19028"/>
                  </a:cubicBezTo>
                  <a:cubicBezTo>
                    <a:pt x="9940" y="19028"/>
                    <a:pt x="9997" y="18971"/>
                    <a:pt x="10025" y="18942"/>
                  </a:cubicBezTo>
                  <a:cubicBezTo>
                    <a:pt x="10110" y="18772"/>
                    <a:pt x="10224" y="18602"/>
                    <a:pt x="10309" y="18460"/>
                  </a:cubicBezTo>
                  <a:cubicBezTo>
                    <a:pt x="11331" y="17011"/>
                    <a:pt x="12382" y="15648"/>
                    <a:pt x="13461" y="14228"/>
                  </a:cubicBezTo>
                  <a:cubicBezTo>
                    <a:pt x="13887" y="13660"/>
                    <a:pt x="14455" y="13234"/>
                    <a:pt x="15137" y="13007"/>
                  </a:cubicBezTo>
                  <a:cubicBezTo>
                    <a:pt x="16301" y="12581"/>
                    <a:pt x="17465" y="12240"/>
                    <a:pt x="18687" y="11928"/>
                  </a:cubicBezTo>
                  <a:cubicBezTo>
                    <a:pt x="20107" y="11559"/>
                    <a:pt x="21555" y="11189"/>
                    <a:pt x="22975" y="10792"/>
                  </a:cubicBezTo>
                  <a:cubicBezTo>
                    <a:pt x="23628" y="10593"/>
                    <a:pt x="24281" y="10366"/>
                    <a:pt x="24906" y="10082"/>
                  </a:cubicBezTo>
                  <a:cubicBezTo>
                    <a:pt x="26241" y="9429"/>
                    <a:pt x="27547" y="8634"/>
                    <a:pt x="28740" y="7725"/>
                  </a:cubicBezTo>
                  <a:cubicBezTo>
                    <a:pt x="28910" y="7640"/>
                    <a:pt x="29052" y="7469"/>
                    <a:pt x="29137" y="7299"/>
                  </a:cubicBezTo>
                  <a:cubicBezTo>
                    <a:pt x="29166" y="7270"/>
                    <a:pt x="29166" y="7214"/>
                    <a:pt x="29137" y="7185"/>
                  </a:cubicBezTo>
                  <a:cubicBezTo>
                    <a:pt x="29109" y="7128"/>
                    <a:pt x="29052" y="7128"/>
                    <a:pt x="29024" y="7128"/>
                  </a:cubicBezTo>
                  <a:cubicBezTo>
                    <a:pt x="28768" y="7185"/>
                    <a:pt x="28569" y="7299"/>
                    <a:pt x="28371" y="7441"/>
                  </a:cubicBezTo>
                  <a:cubicBezTo>
                    <a:pt x="27746" y="7838"/>
                    <a:pt x="27150" y="8236"/>
                    <a:pt x="26525" y="8634"/>
                  </a:cubicBezTo>
                  <a:cubicBezTo>
                    <a:pt x="25673" y="9173"/>
                    <a:pt x="24736" y="9628"/>
                    <a:pt x="23770" y="9968"/>
                  </a:cubicBezTo>
                  <a:cubicBezTo>
                    <a:pt x="22719" y="10309"/>
                    <a:pt x="21697" y="10593"/>
                    <a:pt x="20618" y="10877"/>
                  </a:cubicBezTo>
                  <a:cubicBezTo>
                    <a:pt x="18885" y="11275"/>
                    <a:pt x="17181" y="11757"/>
                    <a:pt x="15506" y="12325"/>
                  </a:cubicBezTo>
                  <a:cubicBezTo>
                    <a:pt x="15455" y="12351"/>
                    <a:pt x="15398" y="12365"/>
                    <a:pt x="15346" y="12365"/>
                  </a:cubicBezTo>
                  <a:cubicBezTo>
                    <a:pt x="15282" y="12365"/>
                    <a:pt x="15225" y="12344"/>
                    <a:pt x="15194" y="12297"/>
                  </a:cubicBezTo>
                  <a:cubicBezTo>
                    <a:pt x="15137" y="12212"/>
                    <a:pt x="15194" y="12127"/>
                    <a:pt x="15250" y="12041"/>
                  </a:cubicBezTo>
                  <a:cubicBezTo>
                    <a:pt x="15648" y="11559"/>
                    <a:pt x="15989" y="11076"/>
                    <a:pt x="16386" y="10621"/>
                  </a:cubicBezTo>
                  <a:cubicBezTo>
                    <a:pt x="17693" y="9173"/>
                    <a:pt x="18999" y="7782"/>
                    <a:pt x="20391" y="6447"/>
                  </a:cubicBezTo>
                  <a:cubicBezTo>
                    <a:pt x="21385" y="5481"/>
                    <a:pt x="22407" y="4544"/>
                    <a:pt x="23458" y="3664"/>
                  </a:cubicBezTo>
                  <a:cubicBezTo>
                    <a:pt x="23969" y="3238"/>
                    <a:pt x="24452" y="2783"/>
                    <a:pt x="24934" y="2357"/>
                  </a:cubicBezTo>
                  <a:cubicBezTo>
                    <a:pt x="25105" y="2187"/>
                    <a:pt x="25275" y="1988"/>
                    <a:pt x="25360" y="1761"/>
                  </a:cubicBezTo>
                  <a:cubicBezTo>
                    <a:pt x="25360" y="1704"/>
                    <a:pt x="25332" y="1676"/>
                    <a:pt x="25304" y="1619"/>
                  </a:cubicBezTo>
                  <a:cubicBezTo>
                    <a:pt x="25275" y="1591"/>
                    <a:pt x="25247" y="1591"/>
                    <a:pt x="25190" y="1591"/>
                  </a:cubicBezTo>
                  <a:cubicBezTo>
                    <a:pt x="24934" y="1676"/>
                    <a:pt x="24707" y="1789"/>
                    <a:pt x="24508" y="1988"/>
                  </a:cubicBezTo>
                  <a:cubicBezTo>
                    <a:pt x="23713" y="2585"/>
                    <a:pt x="22975" y="3266"/>
                    <a:pt x="22208" y="3919"/>
                  </a:cubicBezTo>
                  <a:cubicBezTo>
                    <a:pt x="19993" y="5850"/>
                    <a:pt x="17891" y="7924"/>
                    <a:pt x="15932" y="10110"/>
                  </a:cubicBezTo>
                  <a:cubicBezTo>
                    <a:pt x="15847" y="10224"/>
                    <a:pt x="15762" y="10366"/>
                    <a:pt x="15676" y="10479"/>
                  </a:cubicBezTo>
                  <a:cubicBezTo>
                    <a:pt x="15392" y="10792"/>
                    <a:pt x="15137" y="11104"/>
                    <a:pt x="14853" y="11388"/>
                  </a:cubicBezTo>
                  <a:lnTo>
                    <a:pt x="14768" y="11388"/>
                  </a:lnTo>
                  <a:cubicBezTo>
                    <a:pt x="14654" y="11218"/>
                    <a:pt x="14768" y="11019"/>
                    <a:pt x="14796" y="10849"/>
                  </a:cubicBezTo>
                  <a:cubicBezTo>
                    <a:pt x="15222" y="9230"/>
                    <a:pt x="15648" y="7611"/>
                    <a:pt x="16216" y="6021"/>
                  </a:cubicBezTo>
                  <a:cubicBezTo>
                    <a:pt x="16557" y="5027"/>
                    <a:pt x="17039" y="4090"/>
                    <a:pt x="17636" y="3238"/>
                  </a:cubicBezTo>
                  <a:cubicBezTo>
                    <a:pt x="18147" y="2528"/>
                    <a:pt x="18687" y="1818"/>
                    <a:pt x="19198" y="1108"/>
                  </a:cubicBezTo>
                  <a:cubicBezTo>
                    <a:pt x="19397" y="852"/>
                    <a:pt x="19567" y="540"/>
                    <a:pt x="19766" y="256"/>
                  </a:cubicBezTo>
                  <a:cubicBezTo>
                    <a:pt x="19823" y="199"/>
                    <a:pt x="19823" y="57"/>
                    <a:pt x="19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6"/>
            <p:cNvSpPr/>
            <p:nvPr/>
          </p:nvSpPr>
          <p:spPr>
            <a:xfrm>
              <a:off x="1458550" y="2312925"/>
              <a:ext cx="3575" cy="4000"/>
            </a:xfrm>
            <a:custGeom>
              <a:rect b="b" l="l" r="r" t="t"/>
              <a:pathLst>
                <a:path extrusionOk="0" h="160" w="143">
                  <a:moveTo>
                    <a:pt x="86" y="1"/>
                  </a:moveTo>
                  <a:cubicBezTo>
                    <a:pt x="58" y="57"/>
                    <a:pt x="1" y="114"/>
                    <a:pt x="1" y="114"/>
                  </a:cubicBezTo>
                  <a:cubicBezTo>
                    <a:pt x="23" y="148"/>
                    <a:pt x="41" y="159"/>
                    <a:pt x="58" y="159"/>
                  </a:cubicBezTo>
                  <a:cubicBezTo>
                    <a:pt x="84" y="159"/>
                    <a:pt x="108" y="131"/>
                    <a:pt x="143" y="114"/>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6"/>
            <p:cNvSpPr/>
            <p:nvPr/>
          </p:nvSpPr>
          <p:spPr>
            <a:xfrm>
              <a:off x="1326500" y="2444975"/>
              <a:ext cx="3575" cy="3150"/>
            </a:xfrm>
            <a:custGeom>
              <a:rect b="b" l="l" r="r" t="t"/>
              <a:pathLst>
                <a:path extrusionOk="0" h="126" w="143">
                  <a:moveTo>
                    <a:pt x="86" y="1"/>
                  </a:moveTo>
                  <a:cubicBezTo>
                    <a:pt x="29" y="29"/>
                    <a:pt x="1" y="86"/>
                    <a:pt x="29" y="114"/>
                  </a:cubicBezTo>
                  <a:cubicBezTo>
                    <a:pt x="44" y="122"/>
                    <a:pt x="57" y="125"/>
                    <a:pt x="69" y="125"/>
                  </a:cubicBezTo>
                  <a:cubicBezTo>
                    <a:pt x="101" y="125"/>
                    <a:pt x="122" y="99"/>
                    <a:pt x="143" y="58"/>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6"/>
            <p:cNvSpPr/>
            <p:nvPr/>
          </p:nvSpPr>
          <p:spPr>
            <a:xfrm>
              <a:off x="1583500" y="2151050"/>
              <a:ext cx="1450" cy="750"/>
            </a:xfrm>
            <a:custGeom>
              <a:rect b="b" l="l" r="r" t="t"/>
              <a:pathLst>
                <a:path extrusionOk="0" h="30" w="58">
                  <a:moveTo>
                    <a:pt x="1" y="1"/>
                  </a:moveTo>
                  <a:lnTo>
                    <a:pt x="1" y="29"/>
                  </a:lnTo>
                  <a:lnTo>
                    <a:pt x="58" y="29"/>
                  </a:lnTo>
                  <a:lnTo>
                    <a:pt x="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6"/>
            <p:cNvSpPr/>
            <p:nvPr/>
          </p:nvSpPr>
          <p:spPr>
            <a:xfrm>
              <a:off x="237400" y="2357375"/>
              <a:ext cx="891050" cy="778975"/>
            </a:xfrm>
            <a:custGeom>
              <a:rect b="b" l="l" r="r" t="t"/>
              <a:pathLst>
                <a:path extrusionOk="0" h="31159" w="35642">
                  <a:moveTo>
                    <a:pt x="8624" y="0"/>
                  </a:moveTo>
                  <a:cubicBezTo>
                    <a:pt x="8047" y="0"/>
                    <a:pt x="7469" y="61"/>
                    <a:pt x="6902" y="182"/>
                  </a:cubicBezTo>
                  <a:cubicBezTo>
                    <a:pt x="5652" y="494"/>
                    <a:pt x="4488" y="1119"/>
                    <a:pt x="3550" y="2028"/>
                  </a:cubicBezTo>
                  <a:cubicBezTo>
                    <a:pt x="2244" y="3278"/>
                    <a:pt x="1279" y="4868"/>
                    <a:pt x="739" y="6600"/>
                  </a:cubicBezTo>
                  <a:cubicBezTo>
                    <a:pt x="228" y="8247"/>
                    <a:pt x="1" y="9980"/>
                    <a:pt x="29" y="11712"/>
                  </a:cubicBezTo>
                  <a:cubicBezTo>
                    <a:pt x="29" y="12053"/>
                    <a:pt x="57" y="12394"/>
                    <a:pt x="114" y="12734"/>
                  </a:cubicBezTo>
                  <a:cubicBezTo>
                    <a:pt x="341" y="14126"/>
                    <a:pt x="767" y="15489"/>
                    <a:pt x="1364" y="16767"/>
                  </a:cubicBezTo>
                  <a:cubicBezTo>
                    <a:pt x="1960" y="18017"/>
                    <a:pt x="2670" y="19209"/>
                    <a:pt x="3522" y="20317"/>
                  </a:cubicBezTo>
                  <a:cubicBezTo>
                    <a:pt x="4204" y="21197"/>
                    <a:pt x="4999" y="22021"/>
                    <a:pt x="5851" y="22731"/>
                  </a:cubicBezTo>
                  <a:cubicBezTo>
                    <a:pt x="6873" y="23668"/>
                    <a:pt x="8037" y="24463"/>
                    <a:pt x="9259" y="25116"/>
                  </a:cubicBezTo>
                  <a:cubicBezTo>
                    <a:pt x="10934" y="25968"/>
                    <a:pt x="12695" y="26565"/>
                    <a:pt x="14541" y="26934"/>
                  </a:cubicBezTo>
                  <a:cubicBezTo>
                    <a:pt x="15563" y="27133"/>
                    <a:pt x="16586" y="27218"/>
                    <a:pt x="17608" y="27246"/>
                  </a:cubicBezTo>
                  <a:cubicBezTo>
                    <a:pt x="18460" y="27246"/>
                    <a:pt x="19312" y="27234"/>
                    <a:pt x="20155" y="27234"/>
                  </a:cubicBezTo>
                  <a:cubicBezTo>
                    <a:pt x="20577" y="27234"/>
                    <a:pt x="20997" y="27237"/>
                    <a:pt x="21413" y="27246"/>
                  </a:cubicBezTo>
                  <a:cubicBezTo>
                    <a:pt x="21488" y="27244"/>
                    <a:pt x="21563" y="27243"/>
                    <a:pt x="21638" y="27243"/>
                  </a:cubicBezTo>
                  <a:cubicBezTo>
                    <a:pt x="22610" y="27243"/>
                    <a:pt x="23555" y="27415"/>
                    <a:pt x="24452" y="27757"/>
                  </a:cubicBezTo>
                  <a:cubicBezTo>
                    <a:pt x="25077" y="28013"/>
                    <a:pt x="25645" y="28354"/>
                    <a:pt x="26184" y="28751"/>
                  </a:cubicBezTo>
                  <a:cubicBezTo>
                    <a:pt x="26582" y="29064"/>
                    <a:pt x="26951" y="29376"/>
                    <a:pt x="27349" y="29660"/>
                  </a:cubicBezTo>
                  <a:cubicBezTo>
                    <a:pt x="28059" y="30257"/>
                    <a:pt x="28911" y="30597"/>
                    <a:pt x="29819" y="30711"/>
                  </a:cubicBezTo>
                  <a:cubicBezTo>
                    <a:pt x="30558" y="30768"/>
                    <a:pt x="31268" y="30910"/>
                    <a:pt x="31949" y="31080"/>
                  </a:cubicBezTo>
                  <a:cubicBezTo>
                    <a:pt x="32196" y="31134"/>
                    <a:pt x="32447" y="31159"/>
                    <a:pt x="32697" y="31159"/>
                  </a:cubicBezTo>
                  <a:cubicBezTo>
                    <a:pt x="33109" y="31159"/>
                    <a:pt x="33520" y="31090"/>
                    <a:pt x="33909" y="30966"/>
                  </a:cubicBezTo>
                  <a:cubicBezTo>
                    <a:pt x="34676" y="30739"/>
                    <a:pt x="35244" y="30115"/>
                    <a:pt x="35386" y="29319"/>
                  </a:cubicBezTo>
                  <a:cubicBezTo>
                    <a:pt x="35641" y="28183"/>
                    <a:pt x="35556" y="27019"/>
                    <a:pt x="35187" y="25940"/>
                  </a:cubicBezTo>
                  <a:cubicBezTo>
                    <a:pt x="34335" y="23469"/>
                    <a:pt x="32887" y="21282"/>
                    <a:pt x="30984" y="19550"/>
                  </a:cubicBezTo>
                  <a:cubicBezTo>
                    <a:pt x="29791" y="18443"/>
                    <a:pt x="28598" y="17335"/>
                    <a:pt x="27491" y="16171"/>
                  </a:cubicBezTo>
                  <a:cubicBezTo>
                    <a:pt x="26440" y="15035"/>
                    <a:pt x="25531" y="13814"/>
                    <a:pt x="24764" y="12507"/>
                  </a:cubicBezTo>
                  <a:cubicBezTo>
                    <a:pt x="24168" y="11513"/>
                    <a:pt x="23572" y="10491"/>
                    <a:pt x="22947" y="9497"/>
                  </a:cubicBezTo>
                  <a:cubicBezTo>
                    <a:pt x="22010" y="7992"/>
                    <a:pt x="20817" y="6629"/>
                    <a:pt x="19454" y="5493"/>
                  </a:cubicBezTo>
                  <a:cubicBezTo>
                    <a:pt x="18801" y="4981"/>
                    <a:pt x="18119" y="4527"/>
                    <a:pt x="17409" y="4101"/>
                  </a:cubicBezTo>
                  <a:cubicBezTo>
                    <a:pt x="16358" y="3505"/>
                    <a:pt x="15364" y="2823"/>
                    <a:pt x="14370" y="2113"/>
                  </a:cubicBezTo>
                  <a:cubicBezTo>
                    <a:pt x="13518" y="1488"/>
                    <a:pt x="12610" y="1006"/>
                    <a:pt x="11673" y="580"/>
                  </a:cubicBezTo>
                  <a:cubicBezTo>
                    <a:pt x="10704" y="196"/>
                    <a:pt x="9665" y="0"/>
                    <a:pt x="8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6"/>
            <p:cNvSpPr/>
            <p:nvPr/>
          </p:nvSpPr>
          <p:spPr>
            <a:xfrm>
              <a:off x="287100" y="2401850"/>
              <a:ext cx="771050" cy="666800"/>
            </a:xfrm>
            <a:custGeom>
              <a:rect b="b" l="l" r="r" t="t"/>
              <a:pathLst>
                <a:path extrusionOk="0" h="26672" w="30842">
                  <a:moveTo>
                    <a:pt x="14314" y="11268"/>
                  </a:moveTo>
                  <a:lnTo>
                    <a:pt x="14314" y="11296"/>
                  </a:lnTo>
                  <a:lnTo>
                    <a:pt x="14257" y="11296"/>
                  </a:lnTo>
                  <a:lnTo>
                    <a:pt x="14314" y="11268"/>
                  </a:lnTo>
                  <a:close/>
                  <a:moveTo>
                    <a:pt x="8268" y="1"/>
                  </a:moveTo>
                  <a:cubicBezTo>
                    <a:pt x="8236" y="1"/>
                    <a:pt x="8208" y="8"/>
                    <a:pt x="8179" y="22"/>
                  </a:cubicBezTo>
                  <a:cubicBezTo>
                    <a:pt x="8094" y="79"/>
                    <a:pt x="8094" y="192"/>
                    <a:pt x="8179" y="249"/>
                  </a:cubicBezTo>
                  <a:cubicBezTo>
                    <a:pt x="8378" y="505"/>
                    <a:pt x="8605" y="760"/>
                    <a:pt x="8833" y="987"/>
                  </a:cubicBezTo>
                  <a:lnTo>
                    <a:pt x="10565" y="2833"/>
                  </a:lnTo>
                  <a:cubicBezTo>
                    <a:pt x="11247" y="3572"/>
                    <a:pt x="11843" y="4395"/>
                    <a:pt x="12297" y="5304"/>
                  </a:cubicBezTo>
                  <a:cubicBezTo>
                    <a:pt x="13036" y="6752"/>
                    <a:pt x="13632" y="8257"/>
                    <a:pt x="14228" y="9734"/>
                  </a:cubicBezTo>
                  <a:cubicBezTo>
                    <a:pt x="14314" y="9905"/>
                    <a:pt x="14427" y="10075"/>
                    <a:pt x="14342" y="10274"/>
                  </a:cubicBezTo>
                  <a:lnTo>
                    <a:pt x="14257" y="10274"/>
                  </a:lnTo>
                  <a:cubicBezTo>
                    <a:pt x="13973" y="9990"/>
                    <a:pt x="13660" y="9734"/>
                    <a:pt x="13376" y="9479"/>
                  </a:cubicBezTo>
                  <a:cubicBezTo>
                    <a:pt x="13263" y="9393"/>
                    <a:pt x="13178" y="9280"/>
                    <a:pt x="13064" y="9166"/>
                  </a:cubicBezTo>
                  <a:cubicBezTo>
                    <a:pt x="10906" y="7320"/>
                    <a:pt x="8662" y="5616"/>
                    <a:pt x="6277" y="4054"/>
                  </a:cubicBezTo>
                  <a:cubicBezTo>
                    <a:pt x="5482" y="3515"/>
                    <a:pt x="4686" y="2975"/>
                    <a:pt x="3863" y="2493"/>
                  </a:cubicBezTo>
                  <a:cubicBezTo>
                    <a:pt x="3636" y="2351"/>
                    <a:pt x="3408" y="2265"/>
                    <a:pt x="3153" y="2209"/>
                  </a:cubicBezTo>
                  <a:cubicBezTo>
                    <a:pt x="3096" y="2209"/>
                    <a:pt x="3068" y="2237"/>
                    <a:pt x="3039" y="2265"/>
                  </a:cubicBezTo>
                  <a:cubicBezTo>
                    <a:pt x="3011" y="2294"/>
                    <a:pt x="3011" y="2351"/>
                    <a:pt x="3011" y="2407"/>
                  </a:cubicBezTo>
                  <a:cubicBezTo>
                    <a:pt x="3124" y="2606"/>
                    <a:pt x="3295" y="2777"/>
                    <a:pt x="3494" y="2919"/>
                  </a:cubicBezTo>
                  <a:cubicBezTo>
                    <a:pt x="4005" y="3259"/>
                    <a:pt x="4516" y="3628"/>
                    <a:pt x="5056" y="3969"/>
                  </a:cubicBezTo>
                  <a:cubicBezTo>
                    <a:pt x="6191" y="4679"/>
                    <a:pt x="7271" y="5474"/>
                    <a:pt x="8321" y="6241"/>
                  </a:cubicBezTo>
                  <a:cubicBezTo>
                    <a:pt x="9798" y="7320"/>
                    <a:pt x="11247" y="8513"/>
                    <a:pt x="12638" y="9706"/>
                  </a:cubicBezTo>
                  <a:cubicBezTo>
                    <a:pt x="13092" y="10103"/>
                    <a:pt x="13490" y="10529"/>
                    <a:pt x="13916" y="10927"/>
                  </a:cubicBezTo>
                  <a:cubicBezTo>
                    <a:pt x="13973" y="10984"/>
                    <a:pt x="14086" y="11041"/>
                    <a:pt x="14030" y="11154"/>
                  </a:cubicBezTo>
                  <a:cubicBezTo>
                    <a:pt x="13973" y="11230"/>
                    <a:pt x="13903" y="11255"/>
                    <a:pt x="13830" y="11255"/>
                  </a:cubicBezTo>
                  <a:cubicBezTo>
                    <a:pt x="13793" y="11255"/>
                    <a:pt x="13755" y="11249"/>
                    <a:pt x="13717" y="11239"/>
                  </a:cubicBezTo>
                  <a:cubicBezTo>
                    <a:pt x="12042" y="10899"/>
                    <a:pt x="10338" y="10643"/>
                    <a:pt x="8634" y="10501"/>
                  </a:cubicBezTo>
                  <a:cubicBezTo>
                    <a:pt x="7583" y="10387"/>
                    <a:pt x="6561" y="10217"/>
                    <a:pt x="5510" y="10018"/>
                  </a:cubicBezTo>
                  <a:cubicBezTo>
                    <a:pt x="4544" y="9819"/>
                    <a:pt x="3607" y="9507"/>
                    <a:pt x="2727" y="9081"/>
                  </a:cubicBezTo>
                  <a:cubicBezTo>
                    <a:pt x="2074" y="8797"/>
                    <a:pt x="1449" y="8485"/>
                    <a:pt x="824" y="8201"/>
                  </a:cubicBezTo>
                  <a:cubicBezTo>
                    <a:pt x="597" y="8087"/>
                    <a:pt x="398" y="8002"/>
                    <a:pt x="143" y="7974"/>
                  </a:cubicBezTo>
                  <a:cubicBezTo>
                    <a:pt x="57" y="7974"/>
                    <a:pt x="1" y="8087"/>
                    <a:pt x="57" y="8172"/>
                  </a:cubicBezTo>
                  <a:cubicBezTo>
                    <a:pt x="171" y="8314"/>
                    <a:pt x="313" y="8428"/>
                    <a:pt x="483" y="8513"/>
                  </a:cubicBezTo>
                  <a:cubicBezTo>
                    <a:pt x="1733" y="9251"/>
                    <a:pt x="3068" y="9848"/>
                    <a:pt x="4459" y="10302"/>
                  </a:cubicBezTo>
                  <a:cubicBezTo>
                    <a:pt x="5084" y="10473"/>
                    <a:pt x="5737" y="10615"/>
                    <a:pt x="6362" y="10728"/>
                  </a:cubicBezTo>
                  <a:cubicBezTo>
                    <a:pt x="7782" y="10899"/>
                    <a:pt x="9202" y="11097"/>
                    <a:pt x="10622" y="11268"/>
                  </a:cubicBezTo>
                  <a:cubicBezTo>
                    <a:pt x="11814" y="11381"/>
                    <a:pt x="13007" y="11580"/>
                    <a:pt x="14200" y="11836"/>
                  </a:cubicBezTo>
                  <a:cubicBezTo>
                    <a:pt x="14853" y="11978"/>
                    <a:pt x="15450" y="12319"/>
                    <a:pt x="15932" y="12801"/>
                  </a:cubicBezTo>
                  <a:cubicBezTo>
                    <a:pt x="17125" y="13994"/>
                    <a:pt x="18346" y="15158"/>
                    <a:pt x="19454" y="16436"/>
                  </a:cubicBezTo>
                  <a:cubicBezTo>
                    <a:pt x="19596" y="16550"/>
                    <a:pt x="19709" y="16720"/>
                    <a:pt x="19823" y="16862"/>
                  </a:cubicBezTo>
                  <a:lnTo>
                    <a:pt x="19908" y="16948"/>
                  </a:lnTo>
                  <a:cubicBezTo>
                    <a:pt x="19886" y="16981"/>
                    <a:pt x="19864" y="16993"/>
                    <a:pt x="19841" y="16993"/>
                  </a:cubicBezTo>
                  <a:cubicBezTo>
                    <a:pt x="19807" y="16993"/>
                    <a:pt x="19772" y="16965"/>
                    <a:pt x="19738" y="16948"/>
                  </a:cubicBezTo>
                  <a:cubicBezTo>
                    <a:pt x="19596" y="16948"/>
                    <a:pt x="19454" y="16948"/>
                    <a:pt x="19312" y="16919"/>
                  </a:cubicBezTo>
                  <a:cubicBezTo>
                    <a:pt x="18801" y="16777"/>
                    <a:pt x="18261" y="16664"/>
                    <a:pt x="17750" y="16607"/>
                  </a:cubicBezTo>
                  <a:cubicBezTo>
                    <a:pt x="16784" y="16408"/>
                    <a:pt x="15790" y="16294"/>
                    <a:pt x="14825" y="16209"/>
                  </a:cubicBezTo>
                  <a:cubicBezTo>
                    <a:pt x="13717" y="16096"/>
                    <a:pt x="12638" y="16067"/>
                    <a:pt x="11530" y="15982"/>
                  </a:cubicBezTo>
                  <a:cubicBezTo>
                    <a:pt x="10054" y="15897"/>
                    <a:pt x="8605" y="15670"/>
                    <a:pt x="7185" y="15300"/>
                  </a:cubicBezTo>
                  <a:cubicBezTo>
                    <a:pt x="5680" y="14874"/>
                    <a:pt x="4204" y="14335"/>
                    <a:pt x="2755" y="13738"/>
                  </a:cubicBezTo>
                  <a:cubicBezTo>
                    <a:pt x="2556" y="13653"/>
                    <a:pt x="2386" y="13540"/>
                    <a:pt x="2187" y="13454"/>
                  </a:cubicBezTo>
                  <a:cubicBezTo>
                    <a:pt x="2157" y="13434"/>
                    <a:pt x="2123" y="13425"/>
                    <a:pt x="2091" y="13425"/>
                  </a:cubicBezTo>
                  <a:cubicBezTo>
                    <a:pt x="2032" y="13425"/>
                    <a:pt x="1978" y="13456"/>
                    <a:pt x="1960" y="13511"/>
                  </a:cubicBezTo>
                  <a:cubicBezTo>
                    <a:pt x="1932" y="13568"/>
                    <a:pt x="1960" y="13653"/>
                    <a:pt x="2017" y="13710"/>
                  </a:cubicBezTo>
                  <a:cubicBezTo>
                    <a:pt x="2216" y="13852"/>
                    <a:pt x="2414" y="13994"/>
                    <a:pt x="2642" y="14108"/>
                  </a:cubicBezTo>
                  <a:cubicBezTo>
                    <a:pt x="3238" y="14392"/>
                    <a:pt x="3806" y="14647"/>
                    <a:pt x="4374" y="14903"/>
                  </a:cubicBezTo>
                  <a:cubicBezTo>
                    <a:pt x="5340" y="15300"/>
                    <a:pt x="6305" y="15641"/>
                    <a:pt x="7299" y="15897"/>
                  </a:cubicBezTo>
                  <a:cubicBezTo>
                    <a:pt x="8151" y="16096"/>
                    <a:pt x="9003" y="16294"/>
                    <a:pt x="9855" y="16380"/>
                  </a:cubicBezTo>
                  <a:cubicBezTo>
                    <a:pt x="11019" y="16550"/>
                    <a:pt x="12212" y="16578"/>
                    <a:pt x="13405" y="16720"/>
                  </a:cubicBezTo>
                  <a:cubicBezTo>
                    <a:pt x="14342" y="16834"/>
                    <a:pt x="15279" y="16834"/>
                    <a:pt x="16188" y="16948"/>
                  </a:cubicBezTo>
                  <a:cubicBezTo>
                    <a:pt x="17494" y="17061"/>
                    <a:pt x="18772" y="17288"/>
                    <a:pt x="19993" y="17629"/>
                  </a:cubicBezTo>
                  <a:cubicBezTo>
                    <a:pt x="20079" y="17629"/>
                    <a:pt x="20135" y="17686"/>
                    <a:pt x="20192" y="17686"/>
                  </a:cubicBezTo>
                  <a:cubicBezTo>
                    <a:pt x="20258" y="17669"/>
                    <a:pt x="20319" y="17662"/>
                    <a:pt x="20377" y="17662"/>
                  </a:cubicBezTo>
                  <a:cubicBezTo>
                    <a:pt x="20713" y="17662"/>
                    <a:pt x="20911" y="17922"/>
                    <a:pt x="21129" y="18140"/>
                  </a:cubicBezTo>
                  <a:cubicBezTo>
                    <a:pt x="22010" y="18992"/>
                    <a:pt x="22890" y="19816"/>
                    <a:pt x="23799" y="20668"/>
                  </a:cubicBezTo>
                  <a:cubicBezTo>
                    <a:pt x="24140" y="20980"/>
                    <a:pt x="24452" y="21293"/>
                    <a:pt x="24793" y="21633"/>
                  </a:cubicBezTo>
                  <a:cubicBezTo>
                    <a:pt x="24878" y="21690"/>
                    <a:pt x="24935" y="21775"/>
                    <a:pt x="24906" y="21889"/>
                  </a:cubicBezTo>
                  <a:lnTo>
                    <a:pt x="23799" y="21832"/>
                  </a:lnTo>
                  <a:cubicBezTo>
                    <a:pt x="23728" y="21818"/>
                    <a:pt x="23650" y="21811"/>
                    <a:pt x="23568" y="21811"/>
                  </a:cubicBezTo>
                  <a:cubicBezTo>
                    <a:pt x="23486" y="21811"/>
                    <a:pt x="23401" y="21818"/>
                    <a:pt x="23316" y="21832"/>
                  </a:cubicBezTo>
                  <a:cubicBezTo>
                    <a:pt x="22123" y="21946"/>
                    <a:pt x="20931" y="22003"/>
                    <a:pt x="19738" y="22173"/>
                  </a:cubicBezTo>
                  <a:cubicBezTo>
                    <a:pt x="18883" y="22312"/>
                    <a:pt x="18014" y="22382"/>
                    <a:pt x="17151" y="22382"/>
                  </a:cubicBezTo>
                  <a:cubicBezTo>
                    <a:pt x="16781" y="22382"/>
                    <a:pt x="16412" y="22369"/>
                    <a:pt x="16046" y="22343"/>
                  </a:cubicBezTo>
                  <a:cubicBezTo>
                    <a:pt x="14910" y="22287"/>
                    <a:pt x="13802" y="22145"/>
                    <a:pt x="12695" y="21917"/>
                  </a:cubicBezTo>
                  <a:cubicBezTo>
                    <a:pt x="12524" y="21861"/>
                    <a:pt x="12326" y="21861"/>
                    <a:pt x="12155" y="21861"/>
                  </a:cubicBezTo>
                  <a:cubicBezTo>
                    <a:pt x="12098" y="21889"/>
                    <a:pt x="12042" y="21917"/>
                    <a:pt x="12042" y="21946"/>
                  </a:cubicBezTo>
                  <a:cubicBezTo>
                    <a:pt x="12042" y="22003"/>
                    <a:pt x="12070" y="22031"/>
                    <a:pt x="12098" y="22059"/>
                  </a:cubicBezTo>
                  <a:cubicBezTo>
                    <a:pt x="12240" y="22201"/>
                    <a:pt x="12411" y="22287"/>
                    <a:pt x="12581" y="22315"/>
                  </a:cubicBezTo>
                  <a:cubicBezTo>
                    <a:pt x="13007" y="22457"/>
                    <a:pt x="13462" y="22542"/>
                    <a:pt x="13888" y="22627"/>
                  </a:cubicBezTo>
                  <a:cubicBezTo>
                    <a:pt x="14882" y="22769"/>
                    <a:pt x="15876" y="22883"/>
                    <a:pt x="16898" y="22911"/>
                  </a:cubicBezTo>
                  <a:cubicBezTo>
                    <a:pt x="17466" y="22911"/>
                    <a:pt x="18062" y="22911"/>
                    <a:pt x="18630" y="22855"/>
                  </a:cubicBezTo>
                  <a:cubicBezTo>
                    <a:pt x="19482" y="22769"/>
                    <a:pt x="20334" y="22684"/>
                    <a:pt x="21158" y="22542"/>
                  </a:cubicBezTo>
                  <a:cubicBezTo>
                    <a:pt x="22095" y="22400"/>
                    <a:pt x="23032" y="22400"/>
                    <a:pt x="23969" y="22315"/>
                  </a:cubicBezTo>
                  <a:cubicBezTo>
                    <a:pt x="24395" y="22315"/>
                    <a:pt x="24793" y="22372"/>
                    <a:pt x="25219" y="22514"/>
                  </a:cubicBezTo>
                  <a:cubicBezTo>
                    <a:pt x="25320" y="22539"/>
                    <a:pt x="25444" y="22632"/>
                    <a:pt x="25570" y="22632"/>
                  </a:cubicBezTo>
                  <a:cubicBezTo>
                    <a:pt x="25585" y="22632"/>
                    <a:pt x="25601" y="22630"/>
                    <a:pt x="25616" y="22627"/>
                  </a:cubicBezTo>
                  <a:cubicBezTo>
                    <a:pt x="25645" y="22624"/>
                    <a:pt x="25673" y="22622"/>
                    <a:pt x="25701" y="22622"/>
                  </a:cubicBezTo>
                  <a:cubicBezTo>
                    <a:pt x="25899" y="22622"/>
                    <a:pt x="26092" y="22709"/>
                    <a:pt x="26241" y="22883"/>
                  </a:cubicBezTo>
                  <a:lnTo>
                    <a:pt x="28087" y="24502"/>
                  </a:lnTo>
                  <a:cubicBezTo>
                    <a:pt x="28257" y="24672"/>
                    <a:pt x="28456" y="24842"/>
                    <a:pt x="28683" y="25070"/>
                  </a:cubicBezTo>
                  <a:cubicBezTo>
                    <a:pt x="28442" y="25098"/>
                    <a:pt x="28201" y="25112"/>
                    <a:pt x="27956" y="25112"/>
                  </a:cubicBezTo>
                  <a:cubicBezTo>
                    <a:pt x="27711" y="25112"/>
                    <a:pt x="27462" y="25098"/>
                    <a:pt x="27207" y="25070"/>
                  </a:cubicBezTo>
                  <a:cubicBezTo>
                    <a:pt x="26667" y="25070"/>
                    <a:pt x="26099" y="24984"/>
                    <a:pt x="25531" y="24956"/>
                  </a:cubicBezTo>
                  <a:lnTo>
                    <a:pt x="25332" y="24956"/>
                  </a:lnTo>
                  <a:cubicBezTo>
                    <a:pt x="25247" y="24956"/>
                    <a:pt x="25190" y="24984"/>
                    <a:pt x="25190" y="25070"/>
                  </a:cubicBezTo>
                  <a:cubicBezTo>
                    <a:pt x="25190" y="25126"/>
                    <a:pt x="25219" y="25155"/>
                    <a:pt x="25247" y="25183"/>
                  </a:cubicBezTo>
                  <a:cubicBezTo>
                    <a:pt x="25304" y="25212"/>
                    <a:pt x="25389" y="25240"/>
                    <a:pt x="25446" y="25268"/>
                  </a:cubicBezTo>
                  <a:cubicBezTo>
                    <a:pt x="25758" y="25382"/>
                    <a:pt x="26071" y="25467"/>
                    <a:pt x="26412" y="25496"/>
                  </a:cubicBezTo>
                  <a:cubicBezTo>
                    <a:pt x="27062" y="25582"/>
                    <a:pt x="27713" y="25619"/>
                    <a:pt x="28377" y="25619"/>
                  </a:cubicBezTo>
                  <a:cubicBezTo>
                    <a:pt x="28582" y="25619"/>
                    <a:pt x="28788" y="25616"/>
                    <a:pt x="28996" y="25609"/>
                  </a:cubicBezTo>
                  <a:cubicBezTo>
                    <a:pt x="29025" y="25604"/>
                    <a:pt x="29055" y="25602"/>
                    <a:pt x="29086" y="25602"/>
                  </a:cubicBezTo>
                  <a:cubicBezTo>
                    <a:pt x="29233" y="25602"/>
                    <a:pt x="29389" y="25657"/>
                    <a:pt x="29507" y="25751"/>
                  </a:cubicBezTo>
                  <a:cubicBezTo>
                    <a:pt x="29763" y="25978"/>
                    <a:pt x="30047" y="26234"/>
                    <a:pt x="30302" y="26461"/>
                  </a:cubicBezTo>
                  <a:cubicBezTo>
                    <a:pt x="30387" y="26546"/>
                    <a:pt x="30473" y="26603"/>
                    <a:pt x="30586" y="26660"/>
                  </a:cubicBezTo>
                  <a:cubicBezTo>
                    <a:pt x="30603" y="26668"/>
                    <a:pt x="30619" y="26672"/>
                    <a:pt x="30636" y="26672"/>
                  </a:cubicBezTo>
                  <a:cubicBezTo>
                    <a:pt x="30676" y="26672"/>
                    <a:pt x="30716" y="26652"/>
                    <a:pt x="30757" y="26632"/>
                  </a:cubicBezTo>
                  <a:cubicBezTo>
                    <a:pt x="30813" y="26575"/>
                    <a:pt x="30842" y="26518"/>
                    <a:pt x="30842" y="26433"/>
                  </a:cubicBezTo>
                  <a:cubicBezTo>
                    <a:pt x="30757" y="26234"/>
                    <a:pt x="30615" y="26035"/>
                    <a:pt x="30416" y="25893"/>
                  </a:cubicBezTo>
                  <a:cubicBezTo>
                    <a:pt x="30160" y="25666"/>
                    <a:pt x="29905" y="25410"/>
                    <a:pt x="29706" y="25126"/>
                  </a:cubicBezTo>
                  <a:cubicBezTo>
                    <a:pt x="29592" y="24956"/>
                    <a:pt x="29507" y="24757"/>
                    <a:pt x="29479" y="24558"/>
                  </a:cubicBezTo>
                  <a:cubicBezTo>
                    <a:pt x="29422" y="23820"/>
                    <a:pt x="29251" y="23082"/>
                    <a:pt x="28996" y="22400"/>
                  </a:cubicBezTo>
                  <a:cubicBezTo>
                    <a:pt x="28825" y="21804"/>
                    <a:pt x="28627" y="21236"/>
                    <a:pt x="28371" y="20668"/>
                  </a:cubicBezTo>
                  <a:cubicBezTo>
                    <a:pt x="28314" y="20554"/>
                    <a:pt x="28257" y="20469"/>
                    <a:pt x="28201" y="20355"/>
                  </a:cubicBezTo>
                  <a:cubicBezTo>
                    <a:pt x="28161" y="20336"/>
                    <a:pt x="28122" y="20303"/>
                    <a:pt x="28074" y="20303"/>
                  </a:cubicBezTo>
                  <a:cubicBezTo>
                    <a:pt x="28052" y="20303"/>
                    <a:pt x="28028" y="20309"/>
                    <a:pt x="28002" y="20327"/>
                  </a:cubicBezTo>
                  <a:cubicBezTo>
                    <a:pt x="27973" y="20327"/>
                    <a:pt x="27945" y="20384"/>
                    <a:pt x="27945" y="20441"/>
                  </a:cubicBezTo>
                  <a:cubicBezTo>
                    <a:pt x="27945" y="20526"/>
                    <a:pt x="27973" y="20611"/>
                    <a:pt x="28002" y="20696"/>
                  </a:cubicBezTo>
                  <a:cubicBezTo>
                    <a:pt x="28314" y="21775"/>
                    <a:pt x="28627" y="22883"/>
                    <a:pt x="28939" y="23934"/>
                  </a:cubicBezTo>
                  <a:cubicBezTo>
                    <a:pt x="28967" y="24076"/>
                    <a:pt x="29053" y="24246"/>
                    <a:pt x="28967" y="24388"/>
                  </a:cubicBezTo>
                  <a:cubicBezTo>
                    <a:pt x="28932" y="24400"/>
                    <a:pt x="28897" y="24407"/>
                    <a:pt x="28866" y="24407"/>
                  </a:cubicBezTo>
                  <a:cubicBezTo>
                    <a:pt x="28821" y="24407"/>
                    <a:pt x="28785" y="24393"/>
                    <a:pt x="28769" y="24360"/>
                  </a:cubicBezTo>
                  <a:cubicBezTo>
                    <a:pt x="28059" y="23706"/>
                    <a:pt x="27349" y="23082"/>
                    <a:pt x="26639" y="22429"/>
                  </a:cubicBezTo>
                  <a:cubicBezTo>
                    <a:pt x="26468" y="22258"/>
                    <a:pt x="26326" y="22059"/>
                    <a:pt x="26270" y="21832"/>
                  </a:cubicBezTo>
                  <a:cubicBezTo>
                    <a:pt x="25957" y="20639"/>
                    <a:pt x="25616" y="19475"/>
                    <a:pt x="25332" y="18282"/>
                  </a:cubicBezTo>
                  <a:cubicBezTo>
                    <a:pt x="25134" y="17487"/>
                    <a:pt x="24821" y="16692"/>
                    <a:pt x="24566" y="15897"/>
                  </a:cubicBezTo>
                  <a:cubicBezTo>
                    <a:pt x="24424" y="15442"/>
                    <a:pt x="24253" y="15016"/>
                    <a:pt x="24026" y="14590"/>
                  </a:cubicBezTo>
                  <a:cubicBezTo>
                    <a:pt x="23969" y="14505"/>
                    <a:pt x="23884" y="14392"/>
                    <a:pt x="23799" y="14335"/>
                  </a:cubicBezTo>
                  <a:cubicBezTo>
                    <a:pt x="23785" y="14321"/>
                    <a:pt x="23763" y="14314"/>
                    <a:pt x="23742" y="14314"/>
                  </a:cubicBezTo>
                  <a:cubicBezTo>
                    <a:pt x="23721" y="14314"/>
                    <a:pt x="23699" y="14321"/>
                    <a:pt x="23685" y="14335"/>
                  </a:cubicBezTo>
                  <a:cubicBezTo>
                    <a:pt x="23628" y="14335"/>
                    <a:pt x="23600" y="14392"/>
                    <a:pt x="23600" y="14420"/>
                  </a:cubicBezTo>
                  <a:cubicBezTo>
                    <a:pt x="23600" y="14505"/>
                    <a:pt x="23600" y="14562"/>
                    <a:pt x="23628" y="14647"/>
                  </a:cubicBezTo>
                  <a:cubicBezTo>
                    <a:pt x="23884" y="15414"/>
                    <a:pt x="24111" y="16209"/>
                    <a:pt x="24395" y="16976"/>
                  </a:cubicBezTo>
                  <a:cubicBezTo>
                    <a:pt x="24708" y="17856"/>
                    <a:pt x="24878" y="18765"/>
                    <a:pt x="25105" y="19674"/>
                  </a:cubicBezTo>
                  <a:cubicBezTo>
                    <a:pt x="25304" y="20185"/>
                    <a:pt x="25418" y="20725"/>
                    <a:pt x="25503" y="21236"/>
                  </a:cubicBezTo>
                  <a:cubicBezTo>
                    <a:pt x="25560" y="21264"/>
                    <a:pt x="25588" y="21293"/>
                    <a:pt x="25560" y="21349"/>
                  </a:cubicBezTo>
                  <a:cubicBezTo>
                    <a:pt x="25552" y="21357"/>
                    <a:pt x="25544" y="21361"/>
                    <a:pt x="25537" y="21361"/>
                  </a:cubicBezTo>
                  <a:cubicBezTo>
                    <a:pt x="25516" y="21361"/>
                    <a:pt x="25495" y="21334"/>
                    <a:pt x="25474" y="21293"/>
                  </a:cubicBezTo>
                  <a:cubicBezTo>
                    <a:pt x="25219" y="21179"/>
                    <a:pt x="24992" y="21009"/>
                    <a:pt x="24793" y="20781"/>
                  </a:cubicBezTo>
                  <a:cubicBezTo>
                    <a:pt x="23685" y="19702"/>
                    <a:pt x="22606" y="18623"/>
                    <a:pt x="21499" y="17544"/>
                  </a:cubicBezTo>
                  <a:cubicBezTo>
                    <a:pt x="21215" y="17288"/>
                    <a:pt x="21016" y="16976"/>
                    <a:pt x="20874" y="16635"/>
                  </a:cubicBezTo>
                  <a:cubicBezTo>
                    <a:pt x="20561" y="15840"/>
                    <a:pt x="20306" y="15045"/>
                    <a:pt x="20135" y="14221"/>
                  </a:cubicBezTo>
                  <a:cubicBezTo>
                    <a:pt x="19880" y="13171"/>
                    <a:pt x="19681" y="12120"/>
                    <a:pt x="19425" y="11069"/>
                  </a:cubicBezTo>
                  <a:cubicBezTo>
                    <a:pt x="19283" y="10558"/>
                    <a:pt x="19113" y="10075"/>
                    <a:pt x="18914" y="9592"/>
                  </a:cubicBezTo>
                  <a:cubicBezTo>
                    <a:pt x="18233" y="8002"/>
                    <a:pt x="17352" y="6497"/>
                    <a:pt x="16273" y="5134"/>
                  </a:cubicBezTo>
                  <a:cubicBezTo>
                    <a:pt x="16018" y="4793"/>
                    <a:pt x="15734" y="4452"/>
                    <a:pt x="15450" y="4111"/>
                  </a:cubicBezTo>
                  <a:cubicBezTo>
                    <a:pt x="15336" y="3998"/>
                    <a:pt x="15251" y="3884"/>
                    <a:pt x="15137" y="3827"/>
                  </a:cubicBezTo>
                  <a:cubicBezTo>
                    <a:pt x="15109" y="3799"/>
                    <a:pt x="15073" y="3785"/>
                    <a:pt x="15038" y="3785"/>
                  </a:cubicBezTo>
                  <a:cubicBezTo>
                    <a:pt x="15002" y="3785"/>
                    <a:pt x="14967" y="3799"/>
                    <a:pt x="14938" y="3827"/>
                  </a:cubicBezTo>
                  <a:cubicBezTo>
                    <a:pt x="14882" y="3856"/>
                    <a:pt x="14882" y="3941"/>
                    <a:pt x="14910" y="3998"/>
                  </a:cubicBezTo>
                  <a:cubicBezTo>
                    <a:pt x="15052" y="4253"/>
                    <a:pt x="15194" y="4537"/>
                    <a:pt x="15364" y="4793"/>
                  </a:cubicBezTo>
                  <a:cubicBezTo>
                    <a:pt x="16245" y="5957"/>
                    <a:pt x="17068" y="7207"/>
                    <a:pt x="17778" y="8485"/>
                  </a:cubicBezTo>
                  <a:cubicBezTo>
                    <a:pt x="18346" y="9535"/>
                    <a:pt x="18772" y="10671"/>
                    <a:pt x="19028" y="11836"/>
                  </a:cubicBezTo>
                  <a:cubicBezTo>
                    <a:pt x="19227" y="12915"/>
                    <a:pt x="19482" y="13994"/>
                    <a:pt x="19795" y="15045"/>
                  </a:cubicBezTo>
                  <a:cubicBezTo>
                    <a:pt x="19880" y="15300"/>
                    <a:pt x="19937" y="15556"/>
                    <a:pt x="19937" y="15840"/>
                  </a:cubicBezTo>
                  <a:cubicBezTo>
                    <a:pt x="19596" y="15584"/>
                    <a:pt x="19312" y="15300"/>
                    <a:pt x="19056" y="14960"/>
                  </a:cubicBezTo>
                  <a:cubicBezTo>
                    <a:pt x="17977" y="13852"/>
                    <a:pt x="16869" y="12773"/>
                    <a:pt x="15734" y="11722"/>
                  </a:cubicBezTo>
                  <a:cubicBezTo>
                    <a:pt x="15478" y="11467"/>
                    <a:pt x="15279" y="11183"/>
                    <a:pt x="15166" y="10842"/>
                  </a:cubicBezTo>
                  <a:cubicBezTo>
                    <a:pt x="14598" y="9223"/>
                    <a:pt x="13973" y="7661"/>
                    <a:pt x="13234" y="6099"/>
                  </a:cubicBezTo>
                  <a:cubicBezTo>
                    <a:pt x="12808" y="5048"/>
                    <a:pt x="12212" y="4026"/>
                    <a:pt x="11530" y="3117"/>
                  </a:cubicBezTo>
                  <a:cubicBezTo>
                    <a:pt x="11048" y="2521"/>
                    <a:pt x="10508" y="1953"/>
                    <a:pt x="9969" y="1385"/>
                  </a:cubicBezTo>
                  <a:cubicBezTo>
                    <a:pt x="9571" y="987"/>
                    <a:pt x="9145" y="618"/>
                    <a:pt x="8719" y="249"/>
                  </a:cubicBezTo>
                  <a:cubicBezTo>
                    <a:pt x="8605" y="164"/>
                    <a:pt x="8492" y="79"/>
                    <a:pt x="8378" y="22"/>
                  </a:cubicBezTo>
                  <a:cubicBezTo>
                    <a:pt x="8336" y="8"/>
                    <a:pt x="8300" y="1"/>
                    <a:pt x="8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6"/>
            <p:cNvSpPr/>
            <p:nvPr/>
          </p:nvSpPr>
          <p:spPr>
            <a:xfrm>
              <a:off x="781250" y="2823400"/>
              <a:ext cx="3575" cy="3275"/>
            </a:xfrm>
            <a:custGeom>
              <a:rect b="b" l="l" r="r" t="t"/>
              <a:pathLst>
                <a:path extrusionOk="0" h="131" w="143">
                  <a:moveTo>
                    <a:pt x="57" y="0"/>
                  </a:moveTo>
                  <a:lnTo>
                    <a:pt x="0" y="86"/>
                  </a:lnTo>
                  <a:cubicBezTo>
                    <a:pt x="17" y="103"/>
                    <a:pt x="45" y="131"/>
                    <a:pt x="77" y="131"/>
                  </a:cubicBezTo>
                  <a:cubicBezTo>
                    <a:pt x="98" y="131"/>
                    <a:pt x="120" y="119"/>
                    <a:pt x="142" y="86"/>
                  </a:cubicBezTo>
                  <a:lnTo>
                    <a:pt x="57"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6"/>
            <p:cNvSpPr/>
            <p:nvPr/>
          </p:nvSpPr>
          <p:spPr>
            <a:xfrm>
              <a:off x="923950" y="2932025"/>
              <a:ext cx="2850" cy="3150"/>
            </a:xfrm>
            <a:custGeom>
              <a:rect b="b" l="l" r="r" t="t"/>
              <a:pathLst>
                <a:path extrusionOk="0" h="126" w="114">
                  <a:moveTo>
                    <a:pt x="29" y="0"/>
                  </a:moveTo>
                  <a:lnTo>
                    <a:pt x="0" y="57"/>
                  </a:lnTo>
                  <a:cubicBezTo>
                    <a:pt x="21" y="99"/>
                    <a:pt x="42" y="125"/>
                    <a:pt x="63" y="125"/>
                  </a:cubicBezTo>
                  <a:cubicBezTo>
                    <a:pt x="70" y="125"/>
                    <a:pt x="78" y="122"/>
                    <a:pt x="86" y="114"/>
                  </a:cubicBezTo>
                  <a:cubicBezTo>
                    <a:pt x="114" y="57"/>
                    <a:pt x="86" y="29"/>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6"/>
            <p:cNvSpPr/>
            <p:nvPr/>
          </p:nvSpPr>
          <p:spPr>
            <a:xfrm>
              <a:off x="643500" y="2683525"/>
              <a:ext cx="1450" cy="750"/>
            </a:xfrm>
            <a:custGeom>
              <a:rect b="b" l="l" r="r" t="t"/>
              <a:pathLst>
                <a:path extrusionOk="0" h="30" w="58">
                  <a:moveTo>
                    <a:pt x="29" y="1"/>
                  </a:moveTo>
                  <a:lnTo>
                    <a:pt x="1" y="29"/>
                  </a:lnTo>
                  <a:lnTo>
                    <a:pt x="58" y="29"/>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6"/>
            <p:cNvSpPr/>
            <p:nvPr/>
          </p:nvSpPr>
          <p:spPr>
            <a:xfrm>
              <a:off x="1220000" y="1004925"/>
              <a:ext cx="661025" cy="702250"/>
            </a:xfrm>
            <a:custGeom>
              <a:rect b="b" l="l" r="r" t="t"/>
              <a:pathLst>
                <a:path extrusionOk="0" h="28090" w="26441">
                  <a:moveTo>
                    <a:pt x="17888" y="1"/>
                  </a:moveTo>
                  <a:cubicBezTo>
                    <a:pt x="16994" y="1"/>
                    <a:pt x="16102" y="165"/>
                    <a:pt x="15279" y="521"/>
                  </a:cubicBezTo>
                  <a:cubicBezTo>
                    <a:pt x="14456" y="862"/>
                    <a:pt x="13717" y="1345"/>
                    <a:pt x="13149" y="2026"/>
                  </a:cubicBezTo>
                  <a:cubicBezTo>
                    <a:pt x="12922" y="2282"/>
                    <a:pt x="12667" y="2509"/>
                    <a:pt x="12439" y="2736"/>
                  </a:cubicBezTo>
                  <a:cubicBezTo>
                    <a:pt x="10821" y="4355"/>
                    <a:pt x="9174" y="5917"/>
                    <a:pt x="7725" y="7706"/>
                  </a:cubicBezTo>
                  <a:cubicBezTo>
                    <a:pt x="6930" y="8615"/>
                    <a:pt x="6220" y="9609"/>
                    <a:pt x="5595" y="10659"/>
                  </a:cubicBezTo>
                  <a:cubicBezTo>
                    <a:pt x="4999" y="11710"/>
                    <a:pt x="4403" y="12733"/>
                    <a:pt x="3806" y="13755"/>
                  </a:cubicBezTo>
                  <a:cubicBezTo>
                    <a:pt x="3465" y="14380"/>
                    <a:pt x="3096" y="15033"/>
                    <a:pt x="2755" y="15686"/>
                  </a:cubicBezTo>
                  <a:cubicBezTo>
                    <a:pt x="2329" y="16481"/>
                    <a:pt x="2017" y="17305"/>
                    <a:pt x="1790" y="18185"/>
                  </a:cubicBezTo>
                  <a:cubicBezTo>
                    <a:pt x="1477" y="19463"/>
                    <a:pt x="1222" y="20769"/>
                    <a:pt x="909" y="22047"/>
                  </a:cubicBezTo>
                  <a:cubicBezTo>
                    <a:pt x="767" y="22757"/>
                    <a:pt x="625" y="23467"/>
                    <a:pt x="398" y="24177"/>
                  </a:cubicBezTo>
                  <a:cubicBezTo>
                    <a:pt x="285" y="24461"/>
                    <a:pt x="200" y="24774"/>
                    <a:pt x="114" y="25058"/>
                  </a:cubicBezTo>
                  <a:cubicBezTo>
                    <a:pt x="29" y="25427"/>
                    <a:pt x="1" y="25796"/>
                    <a:pt x="29" y="26165"/>
                  </a:cubicBezTo>
                  <a:cubicBezTo>
                    <a:pt x="143" y="26960"/>
                    <a:pt x="682" y="27670"/>
                    <a:pt x="1449" y="27926"/>
                  </a:cubicBezTo>
                  <a:cubicBezTo>
                    <a:pt x="1849" y="28031"/>
                    <a:pt x="2249" y="28090"/>
                    <a:pt x="2650" y="28090"/>
                  </a:cubicBezTo>
                  <a:cubicBezTo>
                    <a:pt x="2789" y="28090"/>
                    <a:pt x="2928" y="28083"/>
                    <a:pt x="3068" y="28068"/>
                  </a:cubicBezTo>
                  <a:cubicBezTo>
                    <a:pt x="3778" y="27983"/>
                    <a:pt x="4488" y="27784"/>
                    <a:pt x="5198" y="27528"/>
                  </a:cubicBezTo>
                  <a:cubicBezTo>
                    <a:pt x="6788" y="26875"/>
                    <a:pt x="8322" y="26023"/>
                    <a:pt x="9713" y="24972"/>
                  </a:cubicBezTo>
                  <a:cubicBezTo>
                    <a:pt x="10594" y="24348"/>
                    <a:pt x="11445" y="23638"/>
                    <a:pt x="12354" y="23041"/>
                  </a:cubicBezTo>
                  <a:cubicBezTo>
                    <a:pt x="14456" y="21735"/>
                    <a:pt x="16699" y="20599"/>
                    <a:pt x="19000" y="19719"/>
                  </a:cubicBezTo>
                  <a:cubicBezTo>
                    <a:pt x="20221" y="19264"/>
                    <a:pt x="21385" y="18696"/>
                    <a:pt x="22493" y="18043"/>
                  </a:cubicBezTo>
                  <a:cubicBezTo>
                    <a:pt x="23373" y="17532"/>
                    <a:pt x="24140" y="16794"/>
                    <a:pt x="24679" y="15942"/>
                  </a:cubicBezTo>
                  <a:cubicBezTo>
                    <a:pt x="25134" y="15232"/>
                    <a:pt x="25475" y="14436"/>
                    <a:pt x="25844" y="13670"/>
                  </a:cubicBezTo>
                  <a:cubicBezTo>
                    <a:pt x="26156" y="13102"/>
                    <a:pt x="26327" y="12477"/>
                    <a:pt x="26412" y="11852"/>
                  </a:cubicBezTo>
                  <a:cubicBezTo>
                    <a:pt x="26440" y="11455"/>
                    <a:pt x="26440" y="11085"/>
                    <a:pt x="26412" y="10688"/>
                  </a:cubicBezTo>
                  <a:cubicBezTo>
                    <a:pt x="26355" y="9097"/>
                    <a:pt x="26071" y="7536"/>
                    <a:pt x="25645" y="6030"/>
                  </a:cubicBezTo>
                  <a:cubicBezTo>
                    <a:pt x="25304" y="4894"/>
                    <a:pt x="24850" y="3815"/>
                    <a:pt x="23998" y="2963"/>
                  </a:cubicBezTo>
                  <a:cubicBezTo>
                    <a:pt x="22805" y="1856"/>
                    <a:pt x="21414" y="947"/>
                    <a:pt x="19908" y="351"/>
                  </a:cubicBezTo>
                  <a:cubicBezTo>
                    <a:pt x="19482" y="209"/>
                    <a:pt x="19056" y="95"/>
                    <a:pt x="18630" y="38"/>
                  </a:cubicBezTo>
                  <a:cubicBezTo>
                    <a:pt x="18384" y="14"/>
                    <a:pt x="18136" y="1"/>
                    <a:pt x="17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6"/>
            <p:cNvSpPr/>
            <p:nvPr/>
          </p:nvSpPr>
          <p:spPr>
            <a:xfrm>
              <a:off x="1244850" y="1041775"/>
              <a:ext cx="587175" cy="623025"/>
            </a:xfrm>
            <a:custGeom>
              <a:rect b="b" l="l" r="r" t="t"/>
              <a:pathLst>
                <a:path extrusionOk="0" h="24921" w="23487">
                  <a:moveTo>
                    <a:pt x="8662" y="13048"/>
                  </a:moveTo>
                  <a:lnTo>
                    <a:pt x="8719" y="13104"/>
                  </a:lnTo>
                  <a:lnTo>
                    <a:pt x="8662" y="13104"/>
                  </a:lnTo>
                  <a:lnTo>
                    <a:pt x="8662" y="13048"/>
                  </a:lnTo>
                  <a:close/>
                  <a:moveTo>
                    <a:pt x="15676" y="1"/>
                  </a:moveTo>
                  <a:cubicBezTo>
                    <a:pt x="15656" y="1"/>
                    <a:pt x="15637" y="4"/>
                    <a:pt x="15620" y="13"/>
                  </a:cubicBezTo>
                  <a:cubicBezTo>
                    <a:pt x="15535" y="41"/>
                    <a:pt x="15450" y="98"/>
                    <a:pt x="15364" y="155"/>
                  </a:cubicBezTo>
                  <a:cubicBezTo>
                    <a:pt x="15109" y="410"/>
                    <a:pt x="14825" y="637"/>
                    <a:pt x="14598" y="921"/>
                  </a:cubicBezTo>
                  <a:cubicBezTo>
                    <a:pt x="13803" y="1688"/>
                    <a:pt x="13149" y="2568"/>
                    <a:pt x="12638" y="3534"/>
                  </a:cubicBezTo>
                  <a:cubicBezTo>
                    <a:pt x="11758" y="5181"/>
                    <a:pt x="11218" y="6970"/>
                    <a:pt x="10991" y="8788"/>
                  </a:cubicBezTo>
                  <a:cubicBezTo>
                    <a:pt x="10963" y="9100"/>
                    <a:pt x="10877" y="9384"/>
                    <a:pt x="10792" y="9640"/>
                  </a:cubicBezTo>
                  <a:cubicBezTo>
                    <a:pt x="10735" y="9867"/>
                    <a:pt x="10622" y="10037"/>
                    <a:pt x="10451" y="10179"/>
                  </a:cubicBezTo>
                  <a:cubicBezTo>
                    <a:pt x="9685" y="10918"/>
                    <a:pt x="8975" y="11656"/>
                    <a:pt x="8208" y="12394"/>
                  </a:cubicBezTo>
                  <a:cubicBezTo>
                    <a:pt x="8094" y="12508"/>
                    <a:pt x="8009" y="12678"/>
                    <a:pt x="7782" y="12678"/>
                  </a:cubicBezTo>
                  <a:cubicBezTo>
                    <a:pt x="7782" y="12281"/>
                    <a:pt x="7725" y="11855"/>
                    <a:pt x="7782" y="11457"/>
                  </a:cubicBezTo>
                  <a:cubicBezTo>
                    <a:pt x="7867" y="10009"/>
                    <a:pt x="8236" y="8617"/>
                    <a:pt x="8833" y="7311"/>
                  </a:cubicBezTo>
                  <a:cubicBezTo>
                    <a:pt x="9145" y="6658"/>
                    <a:pt x="9429" y="5976"/>
                    <a:pt x="9713" y="5295"/>
                  </a:cubicBezTo>
                  <a:cubicBezTo>
                    <a:pt x="9770" y="5210"/>
                    <a:pt x="9713" y="5096"/>
                    <a:pt x="9628" y="5068"/>
                  </a:cubicBezTo>
                  <a:cubicBezTo>
                    <a:pt x="9605" y="5060"/>
                    <a:pt x="9582" y="5056"/>
                    <a:pt x="9561" y="5056"/>
                  </a:cubicBezTo>
                  <a:cubicBezTo>
                    <a:pt x="9501" y="5056"/>
                    <a:pt x="9450" y="5083"/>
                    <a:pt x="9429" y="5124"/>
                  </a:cubicBezTo>
                  <a:cubicBezTo>
                    <a:pt x="9344" y="5210"/>
                    <a:pt x="9287" y="5323"/>
                    <a:pt x="9230" y="5437"/>
                  </a:cubicBezTo>
                  <a:cubicBezTo>
                    <a:pt x="8748" y="6289"/>
                    <a:pt x="8322" y="7197"/>
                    <a:pt x="7981" y="8135"/>
                  </a:cubicBezTo>
                  <a:cubicBezTo>
                    <a:pt x="7725" y="8759"/>
                    <a:pt x="7555" y="9384"/>
                    <a:pt x="7441" y="10037"/>
                  </a:cubicBezTo>
                  <a:cubicBezTo>
                    <a:pt x="7328" y="10634"/>
                    <a:pt x="7242" y="11230"/>
                    <a:pt x="7242" y="11826"/>
                  </a:cubicBezTo>
                  <a:cubicBezTo>
                    <a:pt x="7242" y="12338"/>
                    <a:pt x="7157" y="12849"/>
                    <a:pt x="7129" y="13360"/>
                  </a:cubicBezTo>
                  <a:cubicBezTo>
                    <a:pt x="7100" y="13587"/>
                    <a:pt x="7015" y="13786"/>
                    <a:pt x="6873" y="13956"/>
                  </a:cubicBezTo>
                  <a:cubicBezTo>
                    <a:pt x="6334" y="14666"/>
                    <a:pt x="5794" y="15433"/>
                    <a:pt x="5283" y="16143"/>
                  </a:cubicBezTo>
                  <a:cubicBezTo>
                    <a:pt x="4999" y="16512"/>
                    <a:pt x="4743" y="16881"/>
                    <a:pt x="4459" y="17251"/>
                  </a:cubicBezTo>
                  <a:cubicBezTo>
                    <a:pt x="4419" y="17291"/>
                    <a:pt x="4379" y="17331"/>
                    <a:pt x="4329" y="17331"/>
                  </a:cubicBezTo>
                  <a:cubicBezTo>
                    <a:pt x="4308" y="17331"/>
                    <a:pt x="4285" y="17324"/>
                    <a:pt x="4261" y="17307"/>
                  </a:cubicBezTo>
                  <a:cubicBezTo>
                    <a:pt x="4232" y="17279"/>
                    <a:pt x="4204" y="17251"/>
                    <a:pt x="4204" y="17194"/>
                  </a:cubicBezTo>
                  <a:cubicBezTo>
                    <a:pt x="4062" y="16285"/>
                    <a:pt x="4062" y="15348"/>
                    <a:pt x="4204" y="14439"/>
                  </a:cubicBezTo>
                  <a:cubicBezTo>
                    <a:pt x="4488" y="13161"/>
                    <a:pt x="4601" y="11855"/>
                    <a:pt x="5112" y="10634"/>
                  </a:cubicBezTo>
                  <a:cubicBezTo>
                    <a:pt x="5169" y="10549"/>
                    <a:pt x="5141" y="10463"/>
                    <a:pt x="5056" y="10463"/>
                  </a:cubicBezTo>
                  <a:cubicBezTo>
                    <a:pt x="5039" y="10455"/>
                    <a:pt x="5025" y="10452"/>
                    <a:pt x="5012" y="10452"/>
                  </a:cubicBezTo>
                  <a:cubicBezTo>
                    <a:pt x="4980" y="10452"/>
                    <a:pt x="4954" y="10472"/>
                    <a:pt x="4914" y="10492"/>
                  </a:cubicBezTo>
                  <a:cubicBezTo>
                    <a:pt x="4658" y="10719"/>
                    <a:pt x="4488" y="11003"/>
                    <a:pt x="4403" y="11344"/>
                  </a:cubicBezTo>
                  <a:cubicBezTo>
                    <a:pt x="4261" y="11826"/>
                    <a:pt x="4147" y="12281"/>
                    <a:pt x="4033" y="12764"/>
                  </a:cubicBezTo>
                  <a:cubicBezTo>
                    <a:pt x="3664" y="14212"/>
                    <a:pt x="3551" y="15689"/>
                    <a:pt x="3693" y="17165"/>
                  </a:cubicBezTo>
                  <a:cubicBezTo>
                    <a:pt x="3806" y="18358"/>
                    <a:pt x="3778" y="18358"/>
                    <a:pt x="3153" y="19437"/>
                  </a:cubicBezTo>
                  <a:cubicBezTo>
                    <a:pt x="3096" y="19551"/>
                    <a:pt x="3039" y="19636"/>
                    <a:pt x="2983" y="19750"/>
                  </a:cubicBezTo>
                  <a:cubicBezTo>
                    <a:pt x="2727" y="20176"/>
                    <a:pt x="2471" y="20573"/>
                    <a:pt x="2187" y="20971"/>
                  </a:cubicBezTo>
                  <a:cubicBezTo>
                    <a:pt x="2159" y="20999"/>
                    <a:pt x="2131" y="21028"/>
                    <a:pt x="2074" y="21028"/>
                  </a:cubicBezTo>
                  <a:cubicBezTo>
                    <a:pt x="2045" y="20999"/>
                    <a:pt x="2017" y="20971"/>
                    <a:pt x="1989" y="20943"/>
                  </a:cubicBezTo>
                  <a:cubicBezTo>
                    <a:pt x="1960" y="20488"/>
                    <a:pt x="1960" y="20062"/>
                    <a:pt x="1989" y="19608"/>
                  </a:cubicBezTo>
                  <a:cubicBezTo>
                    <a:pt x="2074" y="19068"/>
                    <a:pt x="2131" y="18500"/>
                    <a:pt x="2187" y="17961"/>
                  </a:cubicBezTo>
                  <a:lnTo>
                    <a:pt x="2187" y="17591"/>
                  </a:lnTo>
                  <a:cubicBezTo>
                    <a:pt x="2187" y="17535"/>
                    <a:pt x="2131" y="17506"/>
                    <a:pt x="2074" y="17506"/>
                  </a:cubicBezTo>
                  <a:cubicBezTo>
                    <a:pt x="2045" y="17506"/>
                    <a:pt x="1960" y="17535"/>
                    <a:pt x="1960" y="17563"/>
                  </a:cubicBezTo>
                  <a:cubicBezTo>
                    <a:pt x="1818" y="17790"/>
                    <a:pt x="1733" y="18046"/>
                    <a:pt x="1705" y="18301"/>
                  </a:cubicBezTo>
                  <a:cubicBezTo>
                    <a:pt x="1506" y="19381"/>
                    <a:pt x="1449" y="20488"/>
                    <a:pt x="1534" y="21596"/>
                  </a:cubicBezTo>
                  <a:cubicBezTo>
                    <a:pt x="1563" y="21851"/>
                    <a:pt x="1506" y="22107"/>
                    <a:pt x="1364" y="22334"/>
                  </a:cubicBezTo>
                  <a:cubicBezTo>
                    <a:pt x="966" y="22959"/>
                    <a:pt x="597" y="23584"/>
                    <a:pt x="228" y="24208"/>
                  </a:cubicBezTo>
                  <a:cubicBezTo>
                    <a:pt x="143" y="24322"/>
                    <a:pt x="86" y="24464"/>
                    <a:pt x="29" y="24606"/>
                  </a:cubicBezTo>
                  <a:cubicBezTo>
                    <a:pt x="1" y="24691"/>
                    <a:pt x="57" y="24805"/>
                    <a:pt x="143" y="24862"/>
                  </a:cubicBezTo>
                  <a:cubicBezTo>
                    <a:pt x="178" y="24897"/>
                    <a:pt x="235" y="24921"/>
                    <a:pt x="293" y="24921"/>
                  </a:cubicBezTo>
                  <a:cubicBezTo>
                    <a:pt x="329" y="24921"/>
                    <a:pt x="366" y="24912"/>
                    <a:pt x="398" y="24890"/>
                  </a:cubicBezTo>
                  <a:cubicBezTo>
                    <a:pt x="597" y="24805"/>
                    <a:pt x="767" y="24634"/>
                    <a:pt x="881" y="24464"/>
                  </a:cubicBezTo>
                  <a:cubicBezTo>
                    <a:pt x="1193" y="24010"/>
                    <a:pt x="1506" y="23584"/>
                    <a:pt x="1790" y="23129"/>
                  </a:cubicBezTo>
                  <a:cubicBezTo>
                    <a:pt x="1979" y="22752"/>
                    <a:pt x="2372" y="22502"/>
                    <a:pt x="2800" y="22502"/>
                  </a:cubicBezTo>
                  <a:cubicBezTo>
                    <a:pt x="2823" y="22502"/>
                    <a:pt x="2846" y="22503"/>
                    <a:pt x="2869" y="22504"/>
                  </a:cubicBezTo>
                  <a:cubicBezTo>
                    <a:pt x="3465" y="22476"/>
                    <a:pt x="4062" y="22448"/>
                    <a:pt x="4687" y="22448"/>
                  </a:cubicBezTo>
                  <a:cubicBezTo>
                    <a:pt x="5766" y="22419"/>
                    <a:pt x="6845" y="22164"/>
                    <a:pt x="7839" y="21709"/>
                  </a:cubicBezTo>
                  <a:cubicBezTo>
                    <a:pt x="8066" y="21624"/>
                    <a:pt x="8236" y="21482"/>
                    <a:pt x="8350" y="21283"/>
                  </a:cubicBezTo>
                  <a:cubicBezTo>
                    <a:pt x="8378" y="21255"/>
                    <a:pt x="8378" y="21198"/>
                    <a:pt x="8350" y="21170"/>
                  </a:cubicBezTo>
                  <a:cubicBezTo>
                    <a:pt x="8322" y="21113"/>
                    <a:pt x="8293" y="21085"/>
                    <a:pt x="8236" y="21085"/>
                  </a:cubicBezTo>
                  <a:cubicBezTo>
                    <a:pt x="8038" y="21170"/>
                    <a:pt x="7810" y="21227"/>
                    <a:pt x="7612" y="21283"/>
                  </a:cubicBezTo>
                  <a:cubicBezTo>
                    <a:pt x="6674" y="21653"/>
                    <a:pt x="5709" y="21851"/>
                    <a:pt x="4715" y="21908"/>
                  </a:cubicBezTo>
                  <a:cubicBezTo>
                    <a:pt x="4412" y="21908"/>
                    <a:pt x="4122" y="21895"/>
                    <a:pt x="3827" y="21895"/>
                  </a:cubicBezTo>
                  <a:cubicBezTo>
                    <a:pt x="3680" y="21895"/>
                    <a:pt x="3532" y="21899"/>
                    <a:pt x="3380" y="21908"/>
                  </a:cubicBezTo>
                  <a:cubicBezTo>
                    <a:pt x="3288" y="21921"/>
                    <a:pt x="3178" y="21940"/>
                    <a:pt x="3075" y="21940"/>
                  </a:cubicBezTo>
                  <a:cubicBezTo>
                    <a:pt x="2955" y="21940"/>
                    <a:pt x="2845" y="21914"/>
                    <a:pt x="2784" y="21823"/>
                  </a:cubicBezTo>
                  <a:cubicBezTo>
                    <a:pt x="2699" y="21653"/>
                    <a:pt x="2897" y="21482"/>
                    <a:pt x="3011" y="21312"/>
                  </a:cubicBezTo>
                  <a:cubicBezTo>
                    <a:pt x="3039" y="21227"/>
                    <a:pt x="3096" y="21141"/>
                    <a:pt x="3153" y="21056"/>
                  </a:cubicBezTo>
                  <a:cubicBezTo>
                    <a:pt x="3664" y="20261"/>
                    <a:pt x="4204" y="19466"/>
                    <a:pt x="4658" y="18642"/>
                  </a:cubicBezTo>
                  <a:cubicBezTo>
                    <a:pt x="4914" y="18195"/>
                    <a:pt x="4962" y="18067"/>
                    <a:pt x="5269" y="18067"/>
                  </a:cubicBezTo>
                  <a:cubicBezTo>
                    <a:pt x="5372" y="18067"/>
                    <a:pt x="5503" y="18081"/>
                    <a:pt x="5680" y="18103"/>
                  </a:cubicBezTo>
                  <a:cubicBezTo>
                    <a:pt x="5879" y="18131"/>
                    <a:pt x="6106" y="18159"/>
                    <a:pt x="6334" y="18188"/>
                  </a:cubicBezTo>
                  <a:cubicBezTo>
                    <a:pt x="6987" y="18273"/>
                    <a:pt x="7640" y="18358"/>
                    <a:pt x="8293" y="18415"/>
                  </a:cubicBezTo>
                  <a:cubicBezTo>
                    <a:pt x="8610" y="18441"/>
                    <a:pt x="8926" y="18454"/>
                    <a:pt x="9242" y="18454"/>
                  </a:cubicBezTo>
                  <a:cubicBezTo>
                    <a:pt x="9946" y="18454"/>
                    <a:pt x="10646" y="18391"/>
                    <a:pt x="11332" y="18273"/>
                  </a:cubicBezTo>
                  <a:cubicBezTo>
                    <a:pt x="13405" y="17904"/>
                    <a:pt x="15279" y="17023"/>
                    <a:pt x="17097" y="16030"/>
                  </a:cubicBezTo>
                  <a:cubicBezTo>
                    <a:pt x="17210" y="15973"/>
                    <a:pt x="17324" y="15888"/>
                    <a:pt x="17438" y="15774"/>
                  </a:cubicBezTo>
                  <a:cubicBezTo>
                    <a:pt x="17494" y="15717"/>
                    <a:pt x="17580" y="15632"/>
                    <a:pt x="17494" y="15547"/>
                  </a:cubicBezTo>
                  <a:cubicBezTo>
                    <a:pt x="17459" y="15512"/>
                    <a:pt x="17413" y="15487"/>
                    <a:pt x="17370" y="15487"/>
                  </a:cubicBezTo>
                  <a:cubicBezTo>
                    <a:pt x="17343" y="15487"/>
                    <a:pt x="17317" y="15497"/>
                    <a:pt x="17296" y="15518"/>
                  </a:cubicBezTo>
                  <a:lnTo>
                    <a:pt x="16046" y="16086"/>
                  </a:lnTo>
                  <a:cubicBezTo>
                    <a:pt x="14683" y="16711"/>
                    <a:pt x="13291" y="17364"/>
                    <a:pt x="11815" y="17648"/>
                  </a:cubicBezTo>
                  <a:cubicBezTo>
                    <a:pt x="10934" y="17819"/>
                    <a:pt x="10082" y="17904"/>
                    <a:pt x="9202" y="17904"/>
                  </a:cubicBezTo>
                  <a:cubicBezTo>
                    <a:pt x="7952" y="17847"/>
                    <a:pt x="6674" y="17705"/>
                    <a:pt x="5453" y="17478"/>
                  </a:cubicBezTo>
                  <a:cubicBezTo>
                    <a:pt x="5453" y="17393"/>
                    <a:pt x="5482" y="17336"/>
                    <a:pt x="5538" y="17251"/>
                  </a:cubicBezTo>
                  <a:cubicBezTo>
                    <a:pt x="6248" y="16257"/>
                    <a:pt x="6958" y="15234"/>
                    <a:pt x="7668" y="14212"/>
                  </a:cubicBezTo>
                  <a:cubicBezTo>
                    <a:pt x="7810" y="13956"/>
                    <a:pt x="8094" y="13758"/>
                    <a:pt x="8407" y="13701"/>
                  </a:cubicBezTo>
                  <a:cubicBezTo>
                    <a:pt x="8885" y="13659"/>
                    <a:pt x="9363" y="13633"/>
                    <a:pt x="9841" y="13633"/>
                  </a:cubicBezTo>
                  <a:cubicBezTo>
                    <a:pt x="10016" y="13633"/>
                    <a:pt x="10191" y="13636"/>
                    <a:pt x="10366" y="13644"/>
                  </a:cubicBezTo>
                  <a:cubicBezTo>
                    <a:pt x="11559" y="13644"/>
                    <a:pt x="12752" y="13701"/>
                    <a:pt x="13945" y="13701"/>
                  </a:cubicBezTo>
                  <a:lnTo>
                    <a:pt x="15109" y="13701"/>
                  </a:lnTo>
                  <a:cubicBezTo>
                    <a:pt x="16273" y="13616"/>
                    <a:pt x="17409" y="13388"/>
                    <a:pt x="18545" y="13048"/>
                  </a:cubicBezTo>
                  <a:cubicBezTo>
                    <a:pt x="18858" y="12962"/>
                    <a:pt x="19170" y="12820"/>
                    <a:pt x="19482" y="12707"/>
                  </a:cubicBezTo>
                  <a:cubicBezTo>
                    <a:pt x="20590" y="12224"/>
                    <a:pt x="21612" y="11628"/>
                    <a:pt x="22606" y="10946"/>
                  </a:cubicBezTo>
                  <a:cubicBezTo>
                    <a:pt x="22691" y="10889"/>
                    <a:pt x="22777" y="10804"/>
                    <a:pt x="22862" y="10719"/>
                  </a:cubicBezTo>
                  <a:cubicBezTo>
                    <a:pt x="22919" y="10662"/>
                    <a:pt x="22947" y="10577"/>
                    <a:pt x="22975" y="10520"/>
                  </a:cubicBezTo>
                  <a:cubicBezTo>
                    <a:pt x="22975" y="10463"/>
                    <a:pt x="22975" y="10407"/>
                    <a:pt x="22947" y="10378"/>
                  </a:cubicBezTo>
                  <a:cubicBezTo>
                    <a:pt x="22919" y="10350"/>
                    <a:pt x="22833" y="10321"/>
                    <a:pt x="22805" y="10321"/>
                  </a:cubicBezTo>
                  <a:cubicBezTo>
                    <a:pt x="22663" y="10378"/>
                    <a:pt x="22493" y="10463"/>
                    <a:pt x="22351" y="10549"/>
                  </a:cubicBezTo>
                  <a:cubicBezTo>
                    <a:pt x="21754" y="10861"/>
                    <a:pt x="21186" y="11230"/>
                    <a:pt x="20562" y="11543"/>
                  </a:cubicBezTo>
                  <a:cubicBezTo>
                    <a:pt x="18801" y="12508"/>
                    <a:pt x="16813" y="13048"/>
                    <a:pt x="14797" y="13133"/>
                  </a:cubicBezTo>
                  <a:cubicBezTo>
                    <a:pt x="14229" y="13133"/>
                    <a:pt x="13661" y="13104"/>
                    <a:pt x="13121" y="13104"/>
                  </a:cubicBezTo>
                  <a:lnTo>
                    <a:pt x="9458" y="13104"/>
                  </a:lnTo>
                  <a:cubicBezTo>
                    <a:pt x="9287" y="13076"/>
                    <a:pt x="9117" y="13076"/>
                    <a:pt x="8975" y="13019"/>
                  </a:cubicBezTo>
                  <a:cubicBezTo>
                    <a:pt x="8861" y="13019"/>
                    <a:pt x="8861" y="12934"/>
                    <a:pt x="8861" y="12849"/>
                  </a:cubicBezTo>
                  <a:cubicBezTo>
                    <a:pt x="8890" y="12792"/>
                    <a:pt x="8890" y="12707"/>
                    <a:pt x="8946" y="12650"/>
                  </a:cubicBezTo>
                  <a:cubicBezTo>
                    <a:pt x="9600" y="11883"/>
                    <a:pt x="10309" y="11173"/>
                    <a:pt x="11048" y="10520"/>
                  </a:cubicBezTo>
                  <a:cubicBezTo>
                    <a:pt x="11247" y="10378"/>
                    <a:pt x="11474" y="10265"/>
                    <a:pt x="11729" y="10265"/>
                  </a:cubicBezTo>
                  <a:lnTo>
                    <a:pt x="13604" y="10151"/>
                  </a:lnTo>
                  <a:cubicBezTo>
                    <a:pt x="15137" y="10094"/>
                    <a:pt x="16642" y="9810"/>
                    <a:pt x="18119" y="9327"/>
                  </a:cubicBezTo>
                  <a:cubicBezTo>
                    <a:pt x="19795" y="8759"/>
                    <a:pt x="21357" y="7851"/>
                    <a:pt x="22720" y="6715"/>
                  </a:cubicBezTo>
                  <a:cubicBezTo>
                    <a:pt x="23032" y="6488"/>
                    <a:pt x="23288" y="6232"/>
                    <a:pt x="23458" y="5920"/>
                  </a:cubicBezTo>
                  <a:cubicBezTo>
                    <a:pt x="23487" y="5834"/>
                    <a:pt x="23458" y="5778"/>
                    <a:pt x="23430" y="5721"/>
                  </a:cubicBezTo>
                  <a:cubicBezTo>
                    <a:pt x="23401" y="5692"/>
                    <a:pt x="23366" y="5678"/>
                    <a:pt x="23330" y="5678"/>
                  </a:cubicBezTo>
                  <a:cubicBezTo>
                    <a:pt x="23295" y="5678"/>
                    <a:pt x="23259" y="5692"/>
                    <a:pt x="23231" y="5721"/>
                  </a:cubicBezTo>
                  <a:cubicBezTo>
                    <a:pt x="22720" y="6090"/>
                    <a:pt x="22180" y="6488"/>
                    <a:pt x="21641" y="6885"/>
                  </a:cubicBezTo>
                  <a:cubicBezTo>
                    <a:pt x="20278" y="7879"/>
                    <a:pt x="18744" y="8589"/>
                    <a:pt x="17097" y="8987"/>
                  </a:cubicBezTo>
                  <a:cubicBezTo>
                    <a:pt x="16302" y="9157"/>
                    <a:pt x="15478" y="9299"/>
                    <a:pt x="14683" y="9413"/>
                  </a:cubicBezTo>
                  <a:cubicBezTo>
                    <a:pt x="13888" y="9526"/>
                    <a:pt x="13121" y="9583"/>
                    <a:pt x="12354" y="9611"/>
                  </a:cubicBezTo>
                  <a:cubicBezTo>
                    <a:pt x="12326" y="9640"/>
                    <a:pt x="12297" y="9668"/>
                    <a:pt x="12241" y="9668"/>
                  </a:cubicBezTo>
                  <a:cubicBezTo>
                    <a:pt x="12212" y="9668"/>
                    <a:pt x="12184" y="9611"/>
                    <a:pt x="12155" y="9611"/>
                  </a:cubicBezTo>
                  <a:cubicBezTo>
                    <a:pt x="12184" y="9611"/>
                    <a:pt x="12184" y="9583"/>
                    <a:pt x="12212" y="9583"/>
                  </a:cubicBezTo>
                  <a:lnTo>
                    <a:pt x="12326" y="9583"/>
                  </a:lnTo>
                  <a:cubicBezTo>
                    <a:pt x="12326" y="9384"/>
                    <a:pt x="12496" y="9299"/>
                    <a:pt x="12638" y="9185"/>
                  </a:cubicBezTo>
                  <a:cubicBezTo>
                    <a:pt x="13803" y="8106"/>
                    <a:pt x="14882" y="6942"/>
                    <a:pt x="15876" y="5721"/>
                  </a:cubicBezTo>
                  <a:cubicBezTo>
                    <a:pt x="16728" y="4613"/>
                    <a:pt x="17722" y="3619"/>
                    <a:pt x="18829" y="2796"/>
                  </a:cubicBezTo>
                  <a:cubicBezTo>
                    <a:pt x="19085" y="2597"/>
                    <a:pt x="19312" y="2370"/>
                    <a:pt x="19568" y="2171"/>
                  </a:cubicBezTo>
                  <a:cubicBezTo>
                    <a:pt x="19624" y="2114"/>
                    <a:pt x="19681" y="2086"/>
                    <a:pt x="19766" y="1972"/>
                  </a:cubicBezTo>
                  <a:cubicBezTo>
                    <a:pt x="19880" y="1858"/>
                    <a:pt x="19908" y="1716"/>
                    <a:pt x="19823" y="1660"/>
                  </a:cubicBezTo>
                  <a:cubicBezTo>
                    <a:pt x="19781" y="1631"/>
                    <a:pt x="19731" y="1617"/>
                    <a:pt x="19681" y="1617"/>
                  </a:cubicBezTo>
                  <a:cubicBezTo>
                    <a:pt x="19631" y="1617"/>
                    <a:pt x="19582" y="1631"/>
                    <a:pt x="19539" y="1660"/>
                  </a:cubicBezTo>
                  <a:cubicBezTo>
                    <a:pt x="18886" y="2000"/>
                    <a:pt x="18261" y="2426"/>
                    <a:pt x="17693" y="2938"/>
                  </a:cubicBezTo>
                  <a:cubicBezTo>
                    <a:pt x="16841" y="3761"/>
                    <a:pt x="16046" y="4613"/>
                    <a:pt x="15336" y="5522"/>
                  </a:cubicBezTo>
                  <a:cubicBezTo>
                    <a:pt x="14285" y="6771"/>
                    <a:pt x="13149" y="7936"/>
                    <a:pt x="11900" y="9015"/>
                  </a:cubicBezTo>
                  <a:cubicBezTo>
                    <a:pt x="11840" y="9075"/>
                    <a:pt x="11779" y="9135"/>
                    <a:pt x="11699" y="9135"/>
                  </a:cubicBezTo>
                  <a:cubicBezTo>
                    <a:pt x="11666" y="9135"/>
                    <a:pt x="11629" y="9125"/>
                    <a:pt x="11587" y="9100"/>
                  </a:cubicBezTo>
                  <a:lnTo>
                    <a:pt x="11587" y="8816"/>
                  </a:lnTo>
                  <a:cubicBezTo>
                    <a:pt x="11701" y="7765"/>
                    <a:pt x="11928" y="6743"/>
                    <a:pt x="12269" y="5749"/>
                  </a:cubicBezTo>
                  <a:cubicBezTo>
                    <a:pt x="12638" y="4471"/>
                    <a:pt x="13263" y="3307"/>
                    <a:pt x="14115" y="2284"/>
                  </a:cubicBezTo>
                  <a:cubicBezTo>
                    <a:pt x="14598" y="1688"/>
                    <a:pt x="15109" y="1092"/>
                    <a:pt x="15620" y="495"/>
                  </a:cubicBezTo>
                  <a:cubicBezTo>
                    <a:pt x="15677" y="410"/>
                    <a:pt x="15790" y="297"/>
                    <a:pt x="15847" y="240"/>
                  </a:cubicBezTo>
                  <a:cubicBezTo>
                    <a:pt x="15876" y="155"/>
                    <a:pt x="15904" y="69"/>
                    <a:pt x="15819" y="41"/>
                  </a:cubicBezTo>
                  <a:cubicBezTo>
                    <a:pt x="15779" y="21"/>
                    <a:pt x="15724" y="1"/>
                    <a:pt x="15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6"/>
            <p:cNvSpPr/>
            <p:nvPr/>
          </p:nvSpPr>
          <p:spPr>
            <a:xfrm>
              <a:off x="1548725" y="1281325"/>
              <a:ext cx="5000" cy="2375"/>
            </a:xfrm>
            <a:custGeom>
              <a:rect b="b" l="l" r="r" t="t"/>
              <a:pathLst>
                <a:path extrusionOk="0" h="95" w="200">
                  <a:moveTo>
                    <a:pt x="57" y="1"/>
                  </a:moveTo>
                  <a:cubicBezTo>
                    <a:pt x="29" y="29"/>
                    <a:pt x="0" y="29"/>
                    <a:pt x="0" y="58"/>
                  </a:cubicBezTo>
                  <a:cubicBezTo>
                    <a:pt x="23" y="58"/>
                    <a:pt x="46" y="94"/>
                    <a:pt x="69" y="94"/>
                  </a:cubicBezTo>
                  <a:cubicBezTo>
                    <a:pt x="74" y="94"/>
                    <a:pt x="80" y="92"/>
                    <a:pt x="86" y="86"/>
                  </a:cubicBezTo>
                  <a:cubicBezTo>
                    <a:pt x="142" y="86"/>
                    <a:pt x="171" y="58"/>
                    <a:pt x="199" y="29"/>
                  </a:cubicBezTo>
                  <a:lnTo>
                    <a:pt x="17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6"/>
            <p:cNvSpPr/>
            <p:nvPr/>
          </p:nvSpPr>
          <p:spPr>
            <a:xfrm>
              <a:off x="1461400" y="1368675"/>
              <a:ext cx="1450" cy="725"/>
            </a:xfrm>
            <a:custGeom>
              <a:rect b="b" l="l" r="r" t="t"/>
              <a:pathLst>
                <a:path extrusionOk="0" h="29" w="58">
                  <a:moveTo>
                    <a:pt x="0" y="0"/>
                  </a:moveTo>
                  <a:lnTo>
                    <a:pt x="0" y="28"/>
                  </a:lnTo>
                  <a:lnTo>
                    <a:pt x="57" y="28"/>
                  </a:lnTo>
                  <a:lnTo>
                    <a:pt x="0"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6"/>
            <p:cNvSpPr/>
            <p:nvPr/>
          </p:nvSpPr>
          <p:spPr>
            <a:xfrm>
              <a:off x="651325" y="852100"/>
              <a:ext cx="525400" cy="687525"/>
            </a:xfrm>
            <a:custGeom>
              <a:rect b="b" l="l" r="r" t="t"/>
              <a:pathLst>
                <a:path extrusionOk="0" h="27501" w="21016">
                  <a:moveTo>
                    <a:pt x="8417" y="0"/>
                  </a:moveTo>
                  <a:cubicBezTo>
                    <a:pt x="8172" y="0"/>
                    <a:pt x="7920" y="20"/>
                    <a:pt x="7668" y="74"/>
                  </a:cubicBezTo>
                  <a:cubicBezTo>
                    <a:pt x="6220" y="358"/>
                    <a:pt x="4856" y="897"/>
                    <a:pt x="3635" y="1693"/>
                  </a:cubicBezTo>
                  <a:cubicBezTo>
                    <a:pt x="2726" y="2317"/>
                    <a:pt x="2158" y="3169"/>
                    <a:pt x="1647" y="4106"/>
                  </a:cubicBezTo>
                  <a:cubicBezTo>
                    <a:pt x="1023" y="5384"/>
                    <a:pt x="540" y="6719"/>
                    <a:pt x="199" y="8111"/>
                  </a:cubicBezTo>
                  <a:cubicBezTo>
                    <a:pt x="142" y="8423"/>
                    <a:pt x="85" y="8764"/>
                    <a:pt x="57" y="9133"/>
                  </a:cubicBezTo>
                  <a:cubicBezTo>
                    <a:pt x="0" y="9701"/>
                    <a:pt x="57" y="10269"/>
                    <a:pt x="199" y="10809"/>
                  </a:cubicBezTo>
                  <a:cubicBezTo>
                    <a:pt x="426" y="11547"/>
                    <a:pt x="597" y="12285"/>
                    <a:pt x="881" y="12995"/>
                  </a:cubicBezTo>
                  <a:cubicBezTo>
                    <a:pt x="1193" y="13876"/>
                    <a:pt x="1761" y="14642"/>
                    <a:pt x="2442" y="15267"/>
                  </a:cubicBezTo>
                  <a:cubicBezTo>
                    <a:pt x="3323" y="16006"/>
                    <a:pt x="4260" y="16687"/>
                    <a:pt x="5226" y="17312"/>
                  </a:cubicBezTo>
                  <a:cubicBezTo>
                    <a:pt x="7128" y="18476"/>
                    <a:pt x="8917" y="19839"/>
                    <a:pt x="10565" y="21345"/>
                  </a:cubicBezTo>
                  <a:cubicBezTo>
                    <a:pt x="11275" y="21998"/>
                    <a:pt x="11899" y="22765"/>
                    <a:pt x="12581" y="23475"/>
                  </a:cubicBezTo>
                  <a:cubicBezTo>
                    <a:pt x="13632" y="24639"/>
                    <a:pt x="14824" y="25661"/>
                    <a:pt x="16159" y="26513"/>
                  </a:cubicBezTo>
                  <a:cubicBezTo>
                    <a:pt x="16699" y="26854"/>
                    <a:pt x="17295" y="27138"/>
                    <a:pt x="17920" y="27337"/>
                  </a:cubicBezTo>
                  <a:cubicBezTo>
                    <a:pt x="18278" y="27442"/>
                    <a:pt x="18636" y="27501"/>
                    <a:pt x="18982" y="27501"/>
                  </a:cubicBezTo>
                  <a:cubicBezTo>
                    <a:pt x="19103" y="27501"/>
                    <a:pt x="19222" y="27493"/>
                    <a:pt x="19340" y="27479"/>
                  </a:cubicBezTo>
                  <a:cubicBezTo>
                    <a:pt x="20078" y="27365"/>
                    <a:pt x="20675" y="26854"/>
                    <a:pt x="20902" y="26144"/>
                  </a:cubicBezTo>
                  <a:cubicBezTo>
                    <a:pt x="20987" y="25832"/>
                    <a:pt x="21015" y="25491"/>
                    <a:pt x="21015" y="25178"/>
                  </a:cubicBezTo>
                  <a:cubicBezTo>
                    <a:pt x="20959" y="24894"/>
                    <a:pt x="20959" y="24610"/>
                    <a:pt x="20902" y="24327"/>
                  </a:cubicBezTo>
                  <a:cubicBezTo>
                    <a:pt x="20845" y="23673"/>
                    <a:pt x="20817" y="23020"/>
                    <a:pt x="20817" y="22367"/>
                  </a:cubicBezTo>
                  <a:cubicBezTo>
                    <a:pt x="20760" y="21174"/>
                    <a:pt x="20731" y="20010"/>
                    <a:pt x="20675" y="18817"/>
                  </a:cubicBezTo>
                  <a:cubicBezTo>
                    <a:pt x="20618" y="18022"/>
                    <a:pt x="20476" y="17227"/>
                    <a:pt x="20249" y="16432"/>
                  </a:cubicBezTo>
                  <a:cubicBezTo>
                    <a:pt x="20050" y="15807"/>
                    <a:pt x="19851" y="15210"/>
                    <a:pt x="19624" y="14586"/>
                  </a:cubicBezTo>
                  <a:cubicBezTo>
                    <a:pt x="19283" y="13563"/>
                    <a:pt x="18914" y="12569"/>
                    <a:pt x="18573" y="11547"/>
                  </a:cubicBezTo>
                  <a:cubicBezTo>
                    <a:pt x="18204" y="10525"/>
                    <a:pt x="17721" y="9531"/>
                    <a:pt x="17182" y="8594"/>
                  </a:cubicBezTo>
                  <a:cubicBezTo>
                    <a:pt x="16216" y="6776"/>
                    <a:pt x="14995" y="5129"/>
                    <a:pt x="13859" y="3425"/>
                  </a:cubicBezTo>
                  <a:cubicBezTo>
                    <a:pt x="13717" y="3169"/>
                    <a:pt x="13518" y="2914"/>
                    <a:pt x="13348" y="2658"/>
                  </a:cubicBezTo>
                  <a:cubicBezTo>
                    <a:pt x="12950" y="1977"/>
                    <a:pt x="12382" y="1409"/>
                    <a:pt x="11729" y="983"/>
                  </a:cubicBezTo>
                  <a:cubicBezTo>
                    <a:pt x="10849" y="415"/>
                    <a:pt x="9883" y="74"/>
                    <a:pt x="8832" y="17"/>
                  </a:cubicBezTo>
                  <a:cubicBezTo>
                    <a:pt x="8697" y="7"/>
                    <a:pt x="8558" y="0"/>
                    <a:pt x="8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6"/>
            <p:cNvSpPr/>
            <p:nvPr/>
          </p:nvSpPr>
          <p:spPr>
            <a:xfrm>
              <a:off x="705275" y="891750"/>
              <a:ext cx="448025" cy="613075"/>
            </a:xfrm>
            <a:custGeom>
              <a:rect b="b" l="l" r="r" t="t"/>
              <a:pathLst>
                <a:path extrusionOk="0" h="24523" w="17921">
                  <a:moveTo>
                    <a:pt x="12212" y="12659"/>
                  </a:moveTo>
                  <a:lnTo>
                    <a:pt x="12212" y="12716"/>
                  </a:lnTo>
                  <a:lnTo>
                    <a:pt x="12155" y="12659"/>
                  </a:lnTo>
                  <a:close/>
                  <a:moveTo>
                    <a:pt x="8165" y="0"/>
                  </a:moveTo>
                  <a:cubicBezTo>
                    <a:pt x="8130" y="0"/>
                    <a:pt x="8094" y="7"/>
                    <a:pt x="8066" y="21"/>
                  </a:cubicBezTo>
                  <a:cubicBezTo>
                    <a:pt x="7981" y="50"/>
                    <a:pt x="7981" y="78"/>
                    <a:pt x="8037" y="192"/>
                  </a:cubicBezTo>
                  <a:cubicBezTo>
                    <a:pt x="8066" y="277"/>
                    <a:pt x="8123" y="391"/>
                    <a:pt x="8179" y="476"/>
                  </a:cubicBezTo>
                  <a:lnTo>
                    <a:pt x="9202" y="2293"/>
                  </a:lnTo>
                  <a:cubicBezTo>
                    <a:pt x="9770" y="3316"/>
                    <a:pt x="10111" y="4452"/>
                    <a:pt x="10224" y="5644"/>
                  </a:cubicBezTo>
                  <a:cubicBezTo>
                    <a:pt x="10366" y="6553"/>
                    <a:pt x="10395" y="7519"/>
                    <a:pt x="10338" y="8456"/>
                  </a:cubicBezTo>
                  <a:cubicBezTo>
                    <a:pt x="10309" y="8513"/>
                    <a:pt x="10309" y="8598"/>
                    <a:pt x="10309" y="8683"/>
                  </a:cubicBezTo>
                  <a:cubicBezTo>
                    <a:pt x="10277" y="8694"/>
                    <a:pt x="10248" y="8699"/>
                    <a:pt x="10223" y="8699"/>
                  </a:cubicBezTo>
                  <a:cubicBezTo>
                    <a:pt x="10117" y="8699"/>
                    <a:pt x="10071" y="8615"/>
                    <a:pt x="10025" y="8569"/>
                  </a:cubicBezTo>
                  <a:cubicBezTo>
                    <a:pt x="9088" y="7434"/>
                    <a:pt x="8293" y="6212"/>
                    <a:pt x="7583" y="4934"/>
                  </a:cubicBezTo>
                  <a:cubicBezTo>
                    <a:pt x="7100" y="3997"/>
                    <a:pt x="6532" y="3117"/>
                    <a:pt x="5907" y="2265"/>
                  </a:cubicBezTo>
                  <a:cubicBezTo>
                    <a:pt x="5510" y="1725"/>
                    <a:pt x="5027" y="1243"/>
                    <a:pt x="4488" y="817"/>
                  </a:cubicBezTo>
                  <a:cubicBezTo>
                    <a:pt x="4446" y="775"/>
                    <a:pt x="4389" y="749"/>
                    <a:pt x="4328" y="749"/>
                  </a:cubicBezTo>
                  <a:cubicBezTo>
                    <a:pt x="4306" y="749"/>
                    <a:pt x="4283" y="752"/>
                    <a:pt x="4260" y="760"/>
                  </a:cubicBezTo>
                  <a:cubicBezTo>
                    <a:pt x="4204" y="817"/>
                    <a:pt x="4204" y="987"/>
                    <a:pt x="4260" y="1072"/>
                  </a:cubicBezTo>
                  <a:cubicBezTo>
                    <a:pt x="4317" y="1129"/>
                    <a:pt x="4374" y="1214"/>
                    <a:pt x="4431" y="1271"/>
                  </a:cubicBezTo>
                  <a:cubicBezTo>
                    <a:pt x="4601" y="1498"/>
                    <a:pt x="4772" y="1725"/>
                    <a:pt x="4970" y="1924"/>
                  </a:cubicBezTo>
                  <a:cubicBezTo>
                    <a:pt x="5794" y="2861"/>
                    <a:pt x="6504" y="3884"/>
                    <a:pt x="7072" y="4991"/>
                  </a:cubicBezTo>
                  <a:cubicBezTo>
                    <a:pt x="7753" y="6241"/>
                    <a:pt x="8520" y="7462"/>
                    <a:pt x="9344" y="8598"/>
                  </a:cubicBezTo>
                  <a:cubicBezTo>
                    <a:pt x="9429" y="8711"/>
                    <a:pt x="9571" y="8825"/>
                    <a:pt x="9543" y="8995"/>
                  </a:cubicBezTo>
                  <a:cubicBezTo>
                    <a:pt x="9571" y="8995"/>
                    <a:pt x="9599" y="9024"/>
                    <a:pt x="9656" y="9024"/>
                  </a:cubicBezTo>
                  <a:cubicBezTo>
                    <a:pt x="9656" y="9024"/>
                    <a:pt x="9713" y="9052"/>
                    <a:pt x="9685" y="9052"/>
                  </a:cubicBezTo>
                  <a:cubicBezTo>
                    <a:pt x="9656" y="9081"/>
                    <a:pt x="9628" y="9109"/>
                    <a:pt x="9599" y="9109"/>
                  </a:cubicBezTo>
                  <a:cubicBezTo>
                    <a:pt x="9571" y="9081"/>
                    <a:pt x="9543" y="9052"/>
                    <a:pt x="9514" y="8995"/>
                  </a:cubicBezTo>
                  <a:cubicBezTo>
                    <a:pt x="8833" y="8853"/>
                    <a:pt x="8151" y="8683"/>
                    <a:pt x="7498" y="8456"/>
                  </a:cubicBezTo>
                  <a:cubicBezTo>
                    <a:pt x="6816" y="8200"/>
                    <a:pt x="6106" y="7973"/>
                    <a:pt x="5425" y="7689"/>
                  </a:cubicBezTo>
                  <a:cubicBezTo>
                    <a:pt x="4033" y="7064"/>
                    <a:pt x="2812" y="6184"/>
                    <a:pt x="1761" y="5076"/>
                  </a:cubicBezTo>
                  <a:cubicBezTo>
                    <a:pt x="1364" y="4650"/>
                    <a:pt x="966" y="4196"/>
                    <a:pt x="568" y="3770"/>
                  </a:cubicBezTo>
                  <a:cubicBezTo>
                    <a:pt x="540" y="3756"/>
                    <a:pt x="512" y="3749"/>
                    <a:pt x="483" y="3749"/>
                  </a:cubicBezTo>
                  <a:cubicBezTo>
                    <a:pt x="455" y="3749"/>
                    <a:pt x="426" y="3756"/>
                    <a:pt x="398" y="3770"/>
                  </a:cubicBezTo>
                  <a:cubicBezTo>
                    <a:pt x="341" y="3798"/>
                    <a:pt x="313" y="3855"/>
                    <a:pt x="341" y="3940"/>
                  </a:cubicBezTo>
                  <a:cubicBezTo>
                    <a:pt x="426" y="4224"/>
                    <a:pt x="625" y="4508"/>
                    <a:pt x="852" y="4764"/>
                  </a:cubicBezTo>
                  <a:cubicBezTo>
                    <a:pt x="1846" y="5985"/>
                    <a:pt x="3068" y="7036"/>
                    <a:pt x="4459" y="7831"/>
                  </a:cubicBezTo>
                  <a:cubicBezTo>
                    <a:pt x="5680" y="8484"/>
                    <a:pt x="6958" y="8995"/>
                    <a:pt x="8293" y="9308"/>
                  </a:cubicBezTo>
                  <a:lnTo>
                    <a:pt x="9940" y="9705"/>
                  </a:lnTo>
                  <a:cubicBezTo>
                    <a:pt x="10167" y="9762"/>
                    <a:pt x="10366" y="9876"/>
                    <a:pt x="10508" y="10075"/>
                  </a:cubicBezTo>
                  <a:cubicBezTo>
                    <a:pt x="11048" y="10756"/>
                    <a:pt x="11530" y="11495"/>
                    <a:pt x="11985" y="12261"/>
                  </a:cubicBezTo>
                  <a:cubicBezTo>
                    <a:pt x="12013" y="12318"/>
                    <a:pt x="12013" y="12403"/>
                    <a:pt x="12013" y="12460"/>
                  </a:cubicBezTo>
                  <a:cubicBezTo>
                    <a:pt x="12013" y="12517"/>
                    <a:pt x="11985" y="12602"/>
                    <a:pt x="11900" y="12602"/>
                  </a:cubicBezTo>
                  <a:cubicBezTo>
                    <a:pt x="11758" y="12602"/>
                    <a:pt x="11587" y="12574"/>
                    <a:pt x="11445" y="12574"/>
                  </a:cubicBezTo>
                  <a:cubicBezTo>
                    <a:pt x="10395" y="12375"/>
                    <a:pt x="9315" y="12148"/>
                    <a:pt x="8265" y="11949"/>
                  </a:cubicBezTo>
                  <a:cubicBezTo>
                    <a:pt x="7753" y="11864"/>
                    <a:pt x="7271" y="11807"/>
                    <a:pt x="6759" y="11693"/>
                  </a:cubicBezTo>
                  <a:cubicBezTo>
                    <a:pt x="4999" y="11324"/>
                    <a:pt x="3352" y="10501"/>
                    <a:pt x="1932" y="9365"/>
                  </a:cubicBezTo>
                  <a:cubicBezTo>
                    <a:pt x="1449" y="8967"/>
                    <a:pt x="994" y="8569"/>
                    <a:pt x="540" y="8172"/>
                  </a:cubicBezTo>
                  <a:cubicBezTo>
                    <a:pt x="398" y="8087"/>
                    <a:pt x="284" y="8001"/>
                    <a:pt x="142" y="7916"/>
                  </a:cubicBezTo>
                  <a:cubicBezTo>
                    <a:pt x="134" y="7908"/>
                    <a:pt x="123" y="7905"/>
                    <a:pt x="112" y="7905"/>
                  </a:cubicBezTo>
                  <a:cubicBezTo>
                    <a:pt x="83" y="7905"/>
                    <a:pt x="49" y="7925"/>
                    <a:pt x="29" y="7945"/>
                  </a:cubicBezTo>
                  <a:cubicBezTo>
                    <a:pt x="0" y="7973"/>
                    <a:pt x="0" y="8001"/>
                    <a:pt x="0" y="8058"/>
                  </a:cubicBezTo>
                  <a:cubicBezTo>
                    <a:pt x="0" y="8115"/>
                    <a:pt x="0" y="8172"/>
                    <a:pt x="29" y="8229"/>
                  </a:cubicBezTo>
                  <a:cubicBezTo>
                    <a:pt x="114" y="8342"/>
                    <a:pt x="171" y="8427"/>
                    <a:pt x="256" y="8484"/>
                  </a:cubicBezTo>
                  <a:cubicBezTo>
                    <a:pt x="994" y="9251"/>
                    <a:pt x="1818" y="9961"/>
                    <a:pt x="2698" y="10557"/>
                  </a:cubicBezTo>
                  <a:cubicBezTo>
                    <a:pt x="2954" y="10728"/>
                    <a:pt x="3210" y="10870"/>
                    <a:pt x="3465" y="11012"/>
                  </a:cubicBezTo>
                  <a:cubicBezTo>
                    <a:pt x="4402" y="11523"/>
                    <a:pt x="5396" y="11892"/>
                    <a:pt x="6390" y="12148"/>
                  </a:cubicBezTo>
                  <a:cubicBezTo>
                    <a:pt x="6731" y="12233"/>
                    <a:pt x="7072" y="12318"/>
                    <a:pt x="7413" y="12375"/>
                  </a:cubicBezTo>
                  <a:cubicBezTo>
                    <a:pt x="8492" y="12545"/>
                    <a:pt x="9514" y="12716"/>
                    <a:pt x="10593" y="12914"/>
                  </a:cubicBezTo>
                  <a:cubicBezTo>
                    <a:pt x="11161" y="13000"/>
                    <a:pt x="11729" y="13113"/>
                    <a:pt x="12297" y="13312"/>
                  </a:cubicBezTo>
                  <a:cubicBezTo>
                    <a:pt x="12553" y="13397"/>
                    <a:pt x="12780" y="13596"/>
                    <a:pt x="12894" y="13852"/>
                  </a:cubicBezTo>
                  <a:cubicBezTo>
                    <a:pt x="13348" y="14874"/>
                    <a:pt x="13802" y="15896"/>
                    <a:pt x="14285" y="16890"/>
                  </a:cubicBezTo>
                  <a:cubicBezTo>
                    <a:pt x="14285" y="16976"/>
                    <a:pt x="14314" y="17032"/>
                    <a:pt x="14314" y="17118"/>
                  </a:cubicBezTo>
                  <a:cubicBezTo>
                    <a:pt x="13178" y="17089"/>
                    <a:pt x="12042" y="17004"/>
                    <a:pt x="10906" y="16834"/>
                  </a:cubicBezTo>
                  <a:cubicBezTo>
                    <a:pt x="10139" y="16692"/>
                    <a:pt x="9372" y="16464"/>
                    <a:pt x="8662" y="16180"/>
                  </a:cubicBezTo>
                  <a:cubicBezTo>
                    <a:pt x="7413" y="15612"/>
                    <a:pt x="6248" y="14931"/>
                    <a:pt x="5197" y="14079"/>
                  </a:cubicBezTo>
                  <a:lnTo>
                    <a:pt x="4175" y="13369"/>
                  </a:lnTo>
                  <a:cubicBezTo>
                    <a:pt x="4147" y="13355"/>
                    <a:pt x="4118" y="13348"/>
                    <a:pt x="4090" y="13348"/>
                  </a:cubicBezTo>
                  <a:cubicBezTo>
                    <a:pt x="4062" y="13348"/>
                    <a:pt x="4033" y="13355"/>
                    <a:pt x="4005" y="13369"/>
                  </a:cubicBezTo>
                  <a:cubicBezTo>
                    <a:pt x="3891" y="13454"/>
                    <a:pt x="3948" y="13539"/>
                    <a:pt x="4005" y="13596"/>
                  </a:cubicBezTo>
                  <a:cubicBezTo>
                    <a:pt x="4090" y="13710"/>
                    <a:pt x="4175" y="13795"/>
                    <a:pt x="4260" y="13908"/>
                  </a:cubicBezTo>
                  <a:cubicBezTo>
                    <a:pt x="5709" y="15073"/>
                    <a:pt x="7214" y="16180"/>
                    <a:pt x="8975" y="16805"/>
                  </a:cubicBezTo>
                  <a:cubicBezTo>
                    <a:pt x="9827" y="17146"/>
                    <a:pt x="10735" y="17345"/>
                    <a:pt x="11644" y="17430"/>
                  </a:cubicBezTo>
                  <a:cubicBezTo>
                    <a:pt x="12240" y="17487"/>
                    <a:pt x="12808" y="17515"/>
                    <a:pt x="13405" y="17544"/>
                  </a:cubicBezTo>
                  <a:cubicBezTo>
                    <a:pt x="13604" y="17572"/>
                    <a:pt x="13802" y="17572"/>
                    <a:pt x="14001" y="17572"/>
                  </a:cubicBezTo>
                  <a:cubicBezTo>
                    <a:pt x="14626" y="17629"/>
                    <a:pt x="14598" y="17629"/>
                    <a:pt x="14796" y="18225"/>
                  </a:cubicBezTo>
                  <a:cubicBezTo>
                    <a:pt x="15080" y="19049"/>
                    <a:pt x="15421" y="19815"/>
                    <a:pt x="15734" y="20611"/>
                  </a:cubicBezTo>
                  <a:cubicBezTo>
                    <a:pt x="15762" y="20696"/>
                    <a:pt x="15790" y="20781"/>
                    <a:pt x="15819" y="20866"/>
                  </a:cubicBezTo>
                  <a:cubicBezTo>
                    <a:pt x="15875" y="21008"/>
                    <a:pt x="16046" y="21150"/>
                    <a:pt x="15904" y="21349"/>
                  </a:cubicBezTo>
                  <a:cubicBezTo>
                    <a:pt x="15849" y="21425"/>
                    <a:pt x="15787" y="21451"/>
                    <a:pt x="15719" y="21451"/>
                  </a:cubicBezTo>
                  <a:cubicBezTo>
                    <a:pt x="15609" y="21451"/>
                    <a:pt x="15487" y="21384"/>
                    <a:pt x="15364" y="21349"/>
                  </a:cubicBezTo>
                  <a:cubicBezTo>
                    <a:pt x="14995" y="21235"/>
                    <a:pt x="14598" y="21207"/>
                    <a:pt x="14228" y="21122"/>
                  </a:cubicBezTo>
                  <a:cubicBezTo>
                    <a:pt x="13348" y="20895"/>
                    <a:pt x="12524" y="20554"/>
                    <a:pt x="11758" y="20071"/>
                  </a:cubicBezTo>
                  <a:cubicBezTo>
                    <a:pt x="11587" y="19986"/>
                    <a:pt x="11417" y="19901"/>
                    <a:pt x="11246" y="19815"/>
                  </a:cubicBezTo>
                  <a:cubicBezTo>
                    <a:pt x="11235" y="19812"/>
                    <a:pt x="11224" y="19810"/>
                    <a:pt x="11213" y="19810"/>
                  </a:cubicBezTo>
                  <a:cubicBezTo>
                    <a:pt x="11140" y="19810"/>
                    <a:pt x="11080" y="19884"/>
                    <a:pt x="11104" y="19957"/>
                  </a:cubicBezTo>
                  <a:cubicBezTo>
                    <a:pt x="11190" y="20156"/>
                    <a:pt x="11332" y="20298"/>
                    <a:pt x="11502" y="20412"/>
                  </a:cubicBezTo>
                  <a:cubicBezTo>
                    <a:pt x="12297" y="20980"/>
                    <a:pt x="13178" y="21377"/>
                    <a:pt x="14143" y="21605"/>
                  </a:cubicBezTo>
                  <a:cubicBezTo>
                    <a:pt x="14683" y="21690"/>
                    <a:pt x="15222" y="21832"/>
                    <a:pt x="15762" y="21917"/>
                  </a:cubicBezTo>
                  <a:cubicBezTo>
                    <a:pt x="16159" y="22002"/>
                    <a:pt x="16500" y="22315"/>
                    <a:pt x="16614" y="22712"/>
                  </a:cubicBezTo>
                  <a:cubicBezTo>
                    <a:pt x="16784" y="23166"/>
                    <a:pt x="16983" y="23592"/>
                    <a:pt x="17182" y="24018"/>
                  </a:cubicBezTo>
                  <a:cubicBezTo>
                    <a:pt x="17267" y="24217"/>
                    <a:pt x="17381" y="24359"/>
                    <a:pt x="17551" y="24501"/>
                  </a:cubicBezTo>
                  <a:cubicBezTo>
                    <a:pt x="17579" y="24515"/>
                    <a:pt x="17622" y="24523"/>
                    <a:pt x="17665" y="24523"/>
                  </a:cubicBezTo>
                  <a:cubicBezTo>
                    <a:pt x="17707" y="24523"/>
                    <a:pt x="17750" y="24515"/>
                    <a:pt x="17778" y="24501"/>
                  </a:cubicBezTo>
                  <a:cubicBezTo>
                    <a:pt x="17863" y="24444"/>
                    <a:pt x="17920" y="24359"/>
                    <a:pt x="17920" y="24274"/>
                  </a:cubicBezTo>
                  <a:cubicBezTo>
                    <a:pt x="17892" y="24160"/>
                    <a:pt x="17863" y="24018"/>
                    <a:pt x="17835" y="23905"/>
                  </a:cubicBezTo>
                  <a:cubicBezTo>
                    <a:pt x="17579" y="23280"/>
                    <a:pt x="17352" y="22684"/>
                    <a:pt x="17125" y="22059"/>
                  </a:cubicBezTo>
                  <a:cubicBezTo>
                    <a:pt x="17011" y="21832"/>
                    <a:pt x="17011" y="21576"/>
                    <a:pt x="17068" y="21349"/>
                  </a:cubicBezTo>
                  <a:cubicBezTo>
                    <a:pt x="17324" y="20412"/>
                    <a:pt x="17466" y="19418"/>
                    <a:pt x="17466" y="18452"/>
                  </a:cubicBezTo>
                  <a:cubicBezTo>
                    <a:pt x="17494" y="18197"/>
                    <a:pt x="17437" y="17969"/>
                    <a:pt x="17381" y="17742"/>
                  </a:cubicBezTo>
                  <a:cubicBezTo>
                    <a:pt x="17381" y="17714"/>
                    <a:pt x="17324" y="17686"/>
                    <a:pt x="17267" y="17686"/>
                  </a:cubicBezTo>
                  <a:cubicBezTo>
                    <a:pt x="17259" y="17678"/>
                    <a:pt x="17250" y="17674"/>
                    <a:pt x="17240" y="17674"/>
                  </a:cubicBezTo>
                  <a:cubicBezTo>
                    <a:pt x="17212" y="17674"/>
                    <a:pt x="17182" y="17701"/>
                    <a:pt x="17182" y="17742"/>
                  </a:cubicBezTo>
                  <a:cubicBezTo>
                    <a:pt x="17153" y="17827"/>
                    <a:pt x="17125" y="17941"/>
                    <a:pt x="17125" y="18055"/>
                  </a:cubicBezTo>
                  <a:cubicBezTo>
                    <a:pt x="17068" y="18566"/>
                    <a:pt x="17040" y="19049"/>
                    <a:pt x="17011" y="19560"/>
                  </a:cubicBezTo>
                  <a:cubicBezTo>
                    <a:pt x="16955" y="19929"/>
                    <a:pt x="16869" y="20327"/>
                    <a:pt x="16784" y="20724"/>
                  </a:cubicBezTo>
                  <a:cubicBezTo>
                    <a:pt x="16784" y="20753"/>
                    <a:pt x="16727" y="20781"/>
                    <a:pt x="16699" y="20781"/>
                  </a:cubicBezTo>
                  <a:cubicBezTo>
                    <a:pt x="16671" y="20781"/>
                    <a:pt x="16614" y="20753"/>
                    <a:pt x="16585" y="20724"/>
                  </a:cubicBezTo>
                  <a:cubicBezTo>
                    <a:pt x="16443" y="20327"/>
                    <a:pt x="16273" y="19929"/>
                    <a:pt x="16103" y="19503"/>
                  </a:cubicBezTo>
                  <a:cubicBezTo>
                    <a:pt x="16074" y="19418"/>
                    <a:pt x="16046" y="19304"/>
                    <a:pt x="16017" y="19191"/>
                  </a:cubicBezTo>
                  <a:cubicBezTo>
                    <a:pt x="15648" y="18168"/>
                    <a:pt x="15592" y="18140"/>
                    <a:pt x="15904" y="17118"/>
                  </a:cubicBezTo>
                  <a:cubicBezTo>
                    <a:pt x="16273" y="15840"/>
                    <a:pt x="16415" y="14505"/>
                    <a:pt x="16358" y="13170"/>
                  </a:cubicBezTo>
                  <a:cubicBezTo>
                    <a:pt x="16330" y="12744"/>
                    <a:pt x="16301" y="12290"/>
                    <a:pt x="16245" y="11864"/>
                  </a:cubicBezTo>
                  <a:cubicBezTo>
                    <a:pt x="16245" y="11551"/>
                    <a:pt x="16131" y="11267"/>
                    <a:pt x="15932" y="11012"/>
                  </a:cubicBezTo>
                  <a:cubicBezTo>
                    <a:pt x="15904" y="10983"/>
                    <a:pt x="15875" y="10983"/>
                    <a:pt x="15819" y="10983"/>
                  </a:cubicBezTo>
                  <a:cubicBezTo>
                    <a:pt x="15762" y="10983"/>
                    <a:pt x="15705" y="11040"/>
                    <a:pt x="15734" y="11125"/>
                  </a:cubicBezTo>
                  <a:cubicBezTo>
                    <a:pt x="15989" y="12290"/>
                    <a:pt x="15875" y="13454"/>
                    <a:pt x="15904" y="14647"/>
                  </a:cubicBezTo>
                  <a:cubicBezTo>
                    <a:pt x="15875" y="15470"/>
                    <a:pt x="15734" y="16294"/>
                    <a:pt x="15478" y="17089"/>
                  </a:cubicBezTo>
                  <a:cubicBezTo>
                    <a:pt x="15450" y="17118"/>
                    <a:pt x="15421" y="17146"/>
                    <a:pt x="15393" y="17146"/>
                  </a:cubicBezTo>
                  <a:cubicBezTo>
                    <a:pt x="15373" y="17159"/>
                    <a:pt x="15356" y="17165"/>
                    <a:pt x="15342" y="17165"/>
                  </a:cubicBezTo>
                  <a:cubicBezTo>
                    <a:pt x="15294" y="17165"/>
                    <a:pt x="15273" y="17104"/>
                    <a:pt x="15251" y="17061"/>
                  </a:cubicBezTo>
                  <a:cubicBezTo>
                    <a:pt x="15052" y="16692"/>
                    <a:pt x="14882" y="16294"/>
                    <a:pt x="14711" y="15953"/>
                  </a:cubicBezTo>
                  <a:cubicBezTo>
                    <a:pt x="14342" y="15215"/>
                    <a:pt x="14001" y="14476"/>
                    <a:pt x="13632" y="13766"/>
                  </a:cubicBezTo>
                  <a:cubicBezTo>
                    <a:pt x="13547" y="13596"/>
                    <a:pt x="13490" y="13397"/>
                    <a:pt x="13518" y="13198"/>
                  </a:cubicBezTo>
                  <a:cubicBezTo>
                    <a:pt x="13575" y="12744"/>
                    <a:pt x="13604" y="12290"/>
                    <a:pt x="13660" y="11835"/>
                  </a:cubicBezTo>
                  <a:cubicBezTo>
                    <a:pt x="13746" y="11296"/>
                    <a:pt x="13802" y="10756"/>
                    <a:pt x="13802" y="10217"/>
                  </a:cubicBezTo>
                  <a:cubicBezTo>
                    <a:pt x="13802" y="9620"/>
                    <a:pt x="13746" y="9024"/>
                    <a:pt x="13632" y="8427"/>
                  </a:cubicBezTo>
                  <a:cubicBezTo>
                    <a:pt x="13462" y="7547"/>
                    <a:pt x="13263" y="6695"/>
                    <a:pt x="12979" y="5843"/>
                  </a:cubicBezTo>
                  <a:cubicBezTo>
                    <a:pt x="12950" y="5730"/>
                    <a:pt x="12894" y="5644"/>
                    <a:pt x="12837" y="5559"/>
                  </a:cubicBezTo>
                  <a:cubicBezTo>
                    <a:pt x="12816" y="5495"/>
                    <a:pt x="12778" y="5463"/>
                    <a:pt x="12725" y="5463"/>
                  </a:cubicBezTo>
                  <a:cubicBezTo>
                    <a:pt x="12707" y="5463"/>
                    <a:pt x="12688" y="5467"/>
                    <a:pt x="12666" y="5474"/>
                  </a:cubicBezTo>
                  <a:cubicBezTo>
                    <a:pt x="12581" y="5474"/>
                    <a:pt x="12524" y="5559"/>
                    <a:pt x="12581" y="5673"/>
                  </a:cubicBezTo>
                  <a:cubicBezTo>
                    <a:pt x="12695" y="6298"/>
                    <a:pt x="12837" y="6951"/>
                    <a:pt x="13007" y="7575"/>
                  </a:cubicBezTo>
                  <a:cubicBezTo>
                    <a:pt x="13320" y="8825"/>
                    <a:pt x="13405" y="10131"/>
                    <a:pt x="13263" y="11409"/>
                  </a:cubicBezTo>
                  <a:cubicBezTo>
                    <a:pt x="13206" y="11779"/>
                    <a:pt x="13121" y="12119"/>
                    <a:pt x="13064" y="12489"/>
                  </a:cubicBezTo>
                  <a:cubicBezTo>
                    <a:pt x="12837" y="12432"/>
                    <a:pt x="12780" y="12290"/>
                    <a:pt x="12695" y="12176"/>
                  </a:cubicBezTo>
                  <a:cubicBezTo>
                    <a:pt x="12155" y="11381"/>
                    <a:pt x="11644" y="10614"/>
                    <a:pt x="11104" y="9847"/>
                  </a:cubicBezTo>
                  <a:cubicBezTo>
                    <a:pt x="10991" y="9705"/>
                    <a:pt x="10906" y="9507"/>
                    <a:pt x="10877" y="9308"/>
                  </a:cubicBezTo>
                  <a:cubicBezTo>
                    <a:pt x="10849" y="9052"/>
                    <a:pt x="10849" y="8797"/>
                    <a:pt x="10849" y="8541"/>
                  </a:cubicBezTo>
                  <a:cubicBezTo>
                    <a:pt x="10962" y="6866"/>
                    <a:pt x="10792" y="5218"/>
                    <a:pt x="10309" y="3628"/>
                  </a:cubicBezTo>
                  <a:cubicBezTo>
                    <a:pt x="9997" y="2691"/>
                    <a:pt x="9543" y="1782"/>
                    <a:pt x="9003" y="987"/>
                  </a:cubicBezTo>
                  <a:cubicBezTo>
                    <a:pt x="8833" y="703"/>
                    <a:pt x="8634" y="447"/>
                    <a:pt x="8435" y="192"/>
                  </a:cubicBezTo>
                  <a:cubicBezTo>
                    <a:pt x="8407" y="135"/>
                    <a:pt x="8321" y="78"/>
                    <a:pt x="8265" y="21"/>
                  </a:cubicBezTo>
                  <a:cubicBezTo>
                    <a:pt x="8236" y="7"/>
                    <a:pt x="8201" y="0"/>
                    <a:pt x="8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6"/>
            <p:cNvSpPr/>
            <p:nvPr/>
          </p:nvSpPr>
          <p:spPr>
            <a:xfrm>
              <a:off x="943125" y="1115925"/>
              <a:ext cx="4975" cy="2850"/>
            </a:xfrm>
            <a:custGeom>
              <a:rect b="b" l="l" r="r" t="t"/>
              <a:pathLst>
                <a:path extrusionOk="0" h="114" w="199">
                  <a:moveTo>
                    <a:pt x="29" y="0"/>
                  </a:moveTo>
                  <a:lnTo>
                    <a:pt x="0" y="28"/>
                  </a:lnTo>
                  <a:cubicBezTo>
                    <a:pt x="29" y="57"/>
                    <a:pt x="57" y="114"/>
                    <a:pt x="85" y="114"/>
                  </a:cubicBezTo>
                  <a:cubicBezTo>
                    <a:pt x="114" y="114"/>
                    <a:pt x="142" y="85"/>
                    <a:pt x="171" y="85"/>
                  </a:cubicBezTo>
                  <a:cubicBezTo>
                    <a:pt x="199" y="57"/>
                    <a:pt x="142" y="57"/>
                    <a:pt x="142" y="57"/>
                  </a:cubicBezTo>
                  <a:cubicBezTo>
                    <a:pt x="85" y="28"/>
                    <a:pt x="57" y="28"/>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6"/>
            <p:cNvSpPr/>
            <p:nvPr/>
          </p:nvSpPr>
          <p:spPr>
            <a:xfrm>
              <a:off x="1009150" y="1208200"/>
              <a:ext cx="725" cy="1450"/>
            </a:xfrm>
            <a:custGeom>
              <a:rect b="b" l="l" r="r" t="t"/>
              <a:pathLst>
                <a:path extrusionOk="0" h="58" w="29">
                  <a:moveTo>
                    <a:pt x="29" y="1"/>
                  </a:moveTo>
                  <a:lnTo>
                    <a:pt x="0" y="29"/>
                  </a:lnTo>
                  <a:lnTo>
                    <a:pt x="29" y="58"/>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6"/>
            <p:cNvSpPr/>
            <p:nvPr/>
          </p:nvSpPr>
          <p:spPr>
            <a:xfrm>
              <a:off x="764925" y="3212325"/>
              <a:ext cx="727725" cy="1214925"/>
            </a:xfrm>
            <a:custGeom>
              <a:rect b="b" l="l" r="r" t="t"/>
              <a:pathLst>
                <a:path extrusionOk="0" h="48597" w="29109">
                  <a:moveTo>
                    <a:pt x="28401" y="0"/>
                  </a:moveTo>
                  <a:cubicBezTo>
                    <a:pt x="28303" y="0"/>
                    <a:pt x="28204" y="29"/>
                    <a:pt x="28115" y="91"/>
                  </a:cubicBezTo>
                  <a:cubicBezTo>
                    <a:pt x="27945" y="205"/>
                    <a:pt x="27774" y="318"/>
                    <a:pt x="27632" y="432"/>
                  </a:cubicBezTo>
                  <a:cubicBezTo>
                    <a:pt x="26865" y="1000"/>
                    <a:pt x="26042" y="1454"/>
                    <a:pt x="25161" y="1767"/>
                  </a:cubicBezTo>
                  <a:cubicBezTo>
                    <a:pt x="23770" y="2278"/>
                    <a:pt x="22322" y="2647"/>
                    <a:pt x="20845" y="2817"/>
                  </a:cubicBezTo>
                  <a:cubicBezTo>
                    <a:pt x="19141" y="3073"/>
                    <a:pt x="17465" y="3187"/>
                    <a:pt x="15761" y="3187"/>
                  </a:cubicBezTo>
                  <a:cubicBezTo>
                    <a:pt x="15080" y="3187"/>
                    <a:pt x="14398" y="3130"/>
                    <a:pt x="13717" y="3101"/>
                  </a:cubicBezTo>
                  <a:cubicBezTo>
                    <a:pt x="12893" y="3045"/>
                    <a:pt x="12041" y="2988"/>
                    <a:pt x="11218" y="2903"/>
                  </a:cubicBezTo>
                  <a:cubicBezTo>
                    <a:pt x="10508" y="2817"/>
                    <a:pt x="9826" y="2732"/>
                    <a:pt x="9116" y="2647"/>
                  </a:cubicBezTo>
                  <a:cubicBezTo>
                    <a:pt x="8548" y="2562"/>
                    <a:pt x="7980" y="2420"/>
                    <a:pt x="7384" y="2363"/>
                  </a:cubicBezTo>
                  <a:cubicBezTo>
                    <a:pt x="6163" y="2221"/>
                    <a:pt x="4941" y="1880"/>
                    <a:pt x="3749" y="1653"/>
                  </a:cubicBezTo>
                  <a:cubicBezTo>
                    <a:pt x="2840" y="1511"/>
                    <a:pt x="1960" y="1284"/>
                    <a:pt x="1108" y="1085"/>
                  </a:cubicBezTo>
                  <a:cubicBezTo>
                    <a:pt x="1033" y="1066"/>
                    <a:pt x="959" y="1058"/>
                    <a:pt x="886" y="1058"/>
                  </a:cubicBezTo>
                  <a:cubicBezTo>
                    <a:pt x="408" y="1058"/>
                    <a:pt x="4" y="1444"/>
                    <a:pt x="28" y="1937"/>
                  </a:cubicBezTo>
                  <a:cubicBezTo>
                    <a:pt x="28" y="3045"/>
                    <a:pt x="0" y="4181"/>
                    <a:pt x="0" y="5288"/>
                  </a:cubicBezTo>
                  <a:cubicBezTo>
                    <a:pt x="57" y="13155"/>
                    <a:pt x="0" y="20993"/>
                    <a:pt x="142" y="28831"/>
                  </a:cubicBezTo>
                  <a:cubicBezTo>
                    <a:pt x="170" y="31869"/>
                    <a:pt x="170" y="34908"/>
                    <a:pt x="199" y="37947"/>
                  </a:cubicBezTo>
                  <a:lnTo>
                    <a:pt x="199" y="44933"/>
                  </a:lnTo>
                  <a:lnTo>
                    <a:pt x="199" y="46012"/>
                  </a:lnTo>
                  <a:lnTo>
                    <a:pt x="284" y="46069"/>
                  </a:lnTo>
                  <a:cubicBezTo>
                    <a:pt x="1193" y="46495"/>
                    <a:pt x="2102" y="46864"/>
                    <a:pt x="3067" y="47176"/>
                  </a:cubicBezTo>
                  <a:cubicBezTo>
                    <a:pt x="6475" y="48114"/>
                    <a:pt x="10025" y="48596"/>
                    <a:pt x="13575" y="48596"/>
                  </a:cubicBezTo>
                  <a:cubicBezTo>
                    <a:pt x="16102" y="48568"/>
                    <a:pt x="18658" y="48341"/>
                    <a:pt x="21157" y="47886"/>
                  </a:cubicBezTo>
                  <a:cubicBezTo>
                    <a:pt x="22975" y="47546"/>
                    <a:pt x="24764" y="47006"/>
                    <a:pt x="26468" y="46296"/>
                  </a:cubicBezTo>
                  <a:cubicBezTo>
                    <a:pt x="27377" y="45899"/>
                    <a:pt x="28229" y="45387"/>
                    <a:pt x="29052" y="44791"/>
                  </a:cubicBezTo>
                  <a:lnTo>
                    <a:pt x="29024" y="43485"/>
                  </a:lnTo>
                  <a:lnTo>
                    <a:pt x="29024" y="28802"/>
                  </a:lnTo>
                  <a:lnTo>
                    <a:pt x="29024" y="22498"/>
                  </a:lnTo>
                  <a:lnTo>
                    <a:pt x="29109" y="22498"/>
                  </a:lnTo>
                  <a:lnTo>
                    <a:pt x="29109" y="3329"/>
                  </a:lnTo>
                  <a:cubicBezTo>
                    <a:pt x="29109" y="2704"/>
                    <a:pt x="29081" y="2079"/>
                    <a:pt x="29109" y="1426"/>
                  </a:cubicBezTo>
                  <a:cubicBezTo>
                    <a:pt x="29109" y="1057"/>
                    <a:pt x="29024" y="716"/>
                    <a:pt x="28882" y="375"/>
                  </a:cubicBezTo>
                  <a:cubicBezTo>
                    <a:pt x="28823" y="141"/>
                    <a:pt x="28617" y="0"/>
                    <a:pt x="28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6"/>
            <p:cNvSpPr/>
            <p:nvPr/>
          </p:nvSpPr>
          <p:spPr>
            <a:xfrm>
              <a:off x="744975" y="3270575"/>
              <a:ext cx="770625" cy="1091350"/>
            </a:xfrm>
            <a:custGeom>
              <a:rect b="b" l="l" r="r" t="t"/>
              <a:pathLst>
                <a:path extrusionOk="0" h="43654" w="30825">
                  <a:moveTo>
                    <a:pt x="29855" y="0"/>
                  </a:moveTo>
                  <a:cubicBezTo>
                    <a:pt x="29834" y="0"/>
                    <a:pt x="29814" y="2"/>
                    <a:pt x="29793" y="5"/>
                  </a:cubicBezTo>
                  <a:cubicBezTo>
                    <a:pt x="29623" y="33"/>
                    <a:pt x="29509" y="90"/>
                    <a:pt x="29396" y="203"/>
                  </a:cubicBezTo>
                  <a:cubicBezTo>
                    <a:pt x="28203" y="970"/>
                    <a:pt x="26925" y="1567"/>
                    <a:pt x="25562" y="1936"/>
                  </a:cubicBezTo>
                  <a:cubicBezTo>
                    <a:pt x="22608" y="2788"/>
                    <a:pt x="19570" y="3271"/>
                    <a:pt x="16503" y="3356"/>
                  </a:cubicBezTo>
                  <a:cubicBezTo>
                    <a:pt x="15660" y="3401"/>
                    <a:pt x="14818" y="3423"/>
                    <a:pt x="13977" y="3423"/>
                  </a:cubicBezTo>
                  <a:cubicBezTo>
                    <a:pt x="12180" y="3423"/>
                    <a:pt x="10387" y="3322"/>
                    <a:pt x="8608" y="3129"/>
                  </a:cubicBezTo>
                  <a:cubicBezTo>
                    <a:pt x="6137" y="2873"/>
                    <a:pt x="3723" y="2305"/>
                    <a:pt x="1394" y="1453"/>
                  </a:cubicBezTo>
                  <a:cubicBezTo>
                    <a:pt x="1196" y="1396"/>
                    <a:pt x="1025" y="1339"/>
                    <a:pt x="826" y="1283"/>
                  </a:cubicBezTo>
                  <a:cubicBezTo>
                    <a:pt x="774" y="1260"/>
                    <a:pt x="719" y="1250"/>
                    <a:pt x="662" y="1250"/>
                  </a:cubicBezTo>
                  <a:cubicBezTo>
                    <a:pt x="504" y="1250"/>
                    <a:pt x="342" y="1335"/>
                    <a:pt x="258" y="1481"/>
                  </a:cubicBezTo>
                  <a:cubicBezTo>
                    <a:pt x="173" y="1709"/>
                    <a:pt x="230" y="1936"/>
                    <a:pt x="429" y="2078"/>
                  </a:cubicBezTo>
                  <a:cubicBezTo>
                    <a:pt x="571" y="2191"/>
                    <a:pt x="713" y="2277"/>
                    <a:pt x="855" y="2333"/>
                  </a:cubicBezTo>
                  <a:cubicBezTo>
                    <a:pt x="1224" y="2532"/>
                    <a:pt x="1622" y="2703"/>
                    <a:pt x="1991" y="2845"/>
                  </a:cubicBezTo>
                  <a:cubicBezTo>
                    <a:pt x="3439" y="3356"/>
                    <a:pt x="4916" y="3753"/>
                    <a:pt x="6449" y="3981"/>
                  </a:cubicBezTo>
                  <a:cubicBezTo>
                    <a:pt x="8674" y="4356"/>
                    <a:pt x="10950" y="4579"/>
                    <a:pt x="13228" y="4579"/>
                  </a:cubicBezTo>
                  <a:cubicBezTo>
                    <a:pt x="13364" y="4579"/>
                    <a:pt x="13499" y="4578"/>
                    <a:pt x="13634" y="4577"/>
                  </a:cubicBezTo>
                  <a:cubicBezTo>
                    <a:pt x="13796" y="4579"/>
                    <a:pt x="13959" y="4580"/>
                    <a:pt x="14121" y="4580"/>
                  </a:cubicBezTo>
                  <a:cubicBezTo>
                    <a:pt x="16543" y="4580"/>
                    <a:pt x="18963" y="4382"/>
                    <a:pt x="21359" y="4009"/>
                  </a:cubicBezTo>
                  <a:cubicBezTo>
                    <a:pt x="23205" y="3725"/>
                    <a:pt x="25022" y="3271"/>
                    <a:pt x="26783" y="2674"/>
                  </a:cubicBezTo>
                  <a:cubicBezTo>
                    <a:pt x="27834" y="2305"/>
                    <a:pt x="28828" y="1822"/>
                    <a:pt x="29737" y="1254"/>
                  </a:cubicBezTo>
                  <a:cubicBezTo>
                    <a:pt x="29935" y="1112"/>
                    <a:pt x="30106" y="999"/>
                    <a:pt x="30248" y="828"/>
                  </a:cubicBezTo>
                  <a:cubicBezTo>
                    <a:pt x="30390" y="686"/>
                    <a:pt x="30418" y="459"/>
                    <a:pt x="30333" y="289"/>
                  </a:cubicBezTo>
                  <a:cubicBezTo>
                    <a:pt x="30231" y="110"/>
                    <a:pt x="30037" y="0"/>
                    <a:pt x="29855" y="0"/>
                  </a:cubicBezTo>
                  <a:close/>
                  <a:moveTo>
                    <a:pt x="30190" y="3316"/>
                  </a:moveTo>
                  <a:cubicBezTo>
                    <a:pt x="30103" y="3316"/>
                    <a:pt x="30015" y="3339"/>
                    <a:pt x="29935" y="3384"/>
                  </a:cubicBezTo>
                  <a:cubicBezTo>
                    <a:pt x="29822" y="3469"/>
                    <a:pt x="29680" y="3555"/>
                    <a:pt x="29595" y="3640"/>
                  </a:cubicBezTo>
                  <a:cubicBezTo>
                    <a:pt x="29140" y="4009"/>
                    <a:pt x="28629" y="4350"/>
                    <a:pt x="28118" y="4577"/>
                  </a:cubicBezTo>
                  <a:cubicBezTo>
                    <a:pt x="27379" y="4946"/>
                    <a:pt x="26641" y="5230"/>
                    <a:pt x="25874" y="5457"/>
                  </a:cubicBezTo>
                  <a:cubicBezTo>
                    <a:pt x="23148" y="6252"/>
                    <a:pt x="20365" y="6678"/>
                    <a:pt x="17525" y="6764"/>
                  </a:cubicBezTo>
                  <a:cubicBezTo>
                    <a:pt x="16650" y="6807"/>
                    <a:pt x="15771" y="6830"/>
                    <a:pt x="14890" y="6830"/>
                  </a:cubicBezTo>
                  <a:cubicBezTo>
                    <a:pt x="13485" y="6830"/>
                    <a:pt x="12078" y="6772"/>
                    <a:pt x="10681" y="6650"/>
                  </a:cubicBezTo>
                  <a:cubicBezTo>
                    <a:pt x="9261" y="6536"/>
                    <a:pt x="7869" y="6366"/>
                    <a:pt x="6478" y="6139"/>
                  </a:cubicBezTo>
                  <a:cubicBezTo>
                    <a:pt x="4717" y="5826"/>
                    <a:pt x="2956" y="5400"/>
                    <a:pt x="1252" y="4861"/>
                  </a:cubicBezTo>
                  <a:cubicBezTo>
                    <a:pt x="1082" y="4804"/>
                    <a:pt x="912" y="4747"/>
                    <a:pt x="741" y="4719"/>
                  </a:cubicBezTo>
                  <a:cubicBezTo>
                    <a:pt x="711" y="4714"/>
                    <a:pt x="683" y="4712"/>
                    <a:pt x="655" y="4712"/>
                  </a:cubicBezTo>
                  <a:cubicBezTo>
                    <a:pt x="203" y="4712"/>
                    <a:pt x="1" y="5330"/>
                    <a:pt x="429" y="5571"/>
                  </a:cubicBezTo>
                  <a:cubicBezTo>
                    <a:pt x="656" y="5713"/>
                    <a:pt x="883" y="5826"/>
                    <a:pt x="1139" y="5912"/>
                  </a:cubicBezTo>
                  <a:cubicBezTo>
                    <a:pt x="2502" y="6423"/>
                    <a:pt x="3922" y="6792"/>
                    <a:pt x="5342" y="7076"/>
                  </a:cubicBezTo>
                  <a:cubicBezTo>
                    <a:pt x="8466" y="7672"/>
                    <a:pt x="11618" y="7956"/>
                    <a:pt x="14799" y="7956"/>
                  </a:cubicBezTo>
                  <a:cubicBezTo>
                    <a:pt x="15991" y="7956"/>
                    <a:pt x="17156" y="7928"/>
                    <a:pt x="18320" y="7814"/>
                  </a:cubicBezTo>
                  <a:cubicBezTo>
                    <a:pt x="20450" y="7701"/>
                    <a:pt x="22580" y="7388"/>
                    <a:pt x="24653" y="6906"/>
                  </a:cubicBezTo>
                  <a:cubicBezTo>
                    <a:pt x="26045" y="6593"/>
                    <a:pt x="27408" y="6110"/>
                    <a:pt x="28714" y="5486"/>
                  </a:cubicBezTo>
                  <a:cubicBezTo>
                    <a:pt x="29254" y="5230"/>
                    <a:pt x="29765" y="4889"/>
                    <a:pt x="30219" y="4492"/>
                  </a:cubicBezTo>
                  <a:cubicBezTo>
                    <a:pt x="30390" y="4378"/>
                    <a:pt x="30503" y="4236"/>
                    <a:pt x="30617" y="4066"/>
                  </a:cubicBezTo>
                  <a:cubicBezTo>
                    <a:pt x="30730" y="3867"/>
                    <a:pt x="30702" y="3611"/>
                    <a:pt x="30532" y="3469"/>
                  </a:cubicBezTo>
                  <a:cubicBezTo>
                    <a:pt x="30446" y="3367"/>
                    <a:pt x="30320" y="3316"/>
                    <a:pt x="30190" y="3316"/>
                  </a:cubicBezTo>
                  <a:close/>
                  <a:moveTo>
                    <a:pt x="30216" y="6611"/>
                  </a:moveTo>
                  <a:cubicBezTo>
                    <a:pt x="30149" y="6611"/>
                    <a:pt x="30082" y="6624"/>
                    <a:pt x="30021" y="6650"/>
                  </a:cubicBezTo>
                  <a:cubicBezTo>
                    <a:pt x="29879" y="6735"/>
                    <a:pt x="29765" y="6820"/>
                    <a:pt x="29651" y="6906"/>
                  </a:cubicBezTo>
                  <a:cubicBezTo>
                    <a:pt x="29055" y="7445"/>
                    <a:pt x="28373" y="7871"/>
                    <a:pt x="27663" y="8240"/>
                  </a:cubicBezTo>
                  <a:cubicBezTo>
                    <a:pt x="26811" y="8638"/>
                    <a:pt x="25959" y="8979"/>
                    <a:pt x="25079" y="9263"/>
                  </a:cubicBezTo>
                  <a:cubicBezTo>
                    <a:pt x="22097" y="10171"/>
                    <a:pt x="19002" y="10654"/>
                    <a:pt x="15878" y="10711"/>
                  </a:cubicBezTo>
                  <a:cubicBezTo>
                    <a:pt x="15467" y="10726"/>
                    <a:pt x="15056" y="10733"/>
                    <a:pt x="14645" y="10733"/>
                  </a:cubicBezTo>
                  <a:cubicBezTo>
                    <a:pt x="13522" y="10733"/>
                    <a:pt x="12400" y="10681"/>
                    <a:pt x="11277" y="10597"/>
                  </a:cubicBezTo>
                  <a:cubicBezTo>
                    <a:pt x="9374" y="10455"/>
                    <a:pt x="7500" y="10171"/>
                    <a:pt x="5654" y="9745"/>
                  </a:cubicBezTo>
                  <a:cubicBezTo>
                    <a:pt x="4234" y="9405"/>
                    <a:pt x="2871" y="8979"/>
                    <a:pt x="1508" y="8439"/>
                  </a:cubicBezTo>
                  <a:cubicBezTo>
                    <a:pt x="1281" y="8297"/>
                    <a:pt x="1025" y="8240"/>
                    <a:pt x="770" y="8184"/>
                  </a:cubicBezTo>
                  <a:cubicBezTo>
                    <a:pt x="749" y="8181"/>
                    <a:pt x="729" y="8180"/>
                    <a:pt x="709" y="8180"/>
                  </a:cubicBezTo>
                  <a:cubicBezTo>
                    <a:pt x="293" y="8180"/>
                    <a:pt x="76" y="8735"/>
                    <a:pt x="429" y="8979"/>
                  </a:cubicBezTo>
                  <a:cubicBezTo>
                    <a:pt x="628" y="9121"/>
                    <a:pt x="855" y="9263"/>
                    <a:pt x="1054" y="9348"/>
                  </a:cubicBezTo>
                  <a:cubicBezTo>
                    <a:pt x="1962" y="9802"/>
                    <a:pt x="2900" y="10143"/>
                    <a:pt x="3865" y="10427"/>
                  </a:cubicBezTo>
                  <a:cubicBezTo>
                    <a:pt x="7273" y="11364"/>
                    <a:pt x="10794" y="11847"/>
                    <a:pt x="14344" y="11847"/>
                  </a:cubicBezTo>
                  <a:cubicBezTo>
                    <a:pt x="16900" y="11847"/>
                    <a:pt x="19456" y="11620"/>
                    <a:pt x="21984" y="11137"/>
                  </a:cubicBezTo>
                  <a:cubicBezTo>
                    <a:pt x="23801" y="10825"/>
                    <a:pt x="25590" y="10285"/>
                    <a:pt x="27294" y="9547"/>
                  </a:cubicBezTo>
                  <a:cubicBezTo>
                    <a:pt x="28345" y="9121"/>
                    <a:pt x="29339" y="8524"/>
                    <a:pt x="30219" y="7814"/>
                  </a:cubicBezTo>
                  <a:cubicBezTo>
                    <a:pt x="30361" y="7701"/>
                    <a:pt x="30503" y="7559"/>
                    <a:pt x="30645" y="7417"/>
                  </a:cubicBezTo>
                  <a:cubicBezTo>
                    <a:pt x="30787" y="7218"/>
                    <a:pt x="30759" y="6962"/>
                    <a:pt x="30617" y="6792"/>
                  </a:cubicBezTo>
                  <a:cubicBezTo>
                    <a:pt x="30519" y="6674"/>
                    <a:pt x="30367" y="6611"/>
                    <a:pt x="30216" y="6611"/>
                  </a:cubicBezTo>
                  <a:close/>
                  <a:moveTo>
                    <a:pt x="30187" y="10104"/>
                  </a:moveTo>
                  <a:cubicBezTo>
                    <a:pt x="30121" y="10104"/>
                    <a:pt x="30054" y="10117"/>
                    <a:pt x="29992" y="10143"/>
                  </a:cubicBezTo>
                  <a:cubicBezTo>
                    <a:pt x="29850" y="10200"/>
                    <a:pt x="29737" y="10285"/>
                    <a:pt x="29623" y="10399"/>
                  </a:cubicBezTo>
                  <a:cubicBezTo>
                    <a:pt x="29027" y="10910"/>
                    <a:pt x="28345" y="11364"/>
                    <a:pt x="27607" y="11705"/>
                  </a:cubicBezTo>
                  <a:cubicBezTo>
                    <a:pt x="26783" y="12131"/>
                    <a:pt x="25931" y="12472"/>
                    <a:pt x="25051" y="12756"/>
                  </a:cubicBezTo>
                  <a:cubicBezTo>
                    <a:pt x="22069" y="13636"/>
                    <a:pt x="18973" y="14147"/>
                    <a:pt x="15849" y="14204"/>
                  </a:cubicBezTo>
                  <a:cubicBezTo>
                    <a:pt x="15487" y="14211"/>
                    <a:pt x="15124" y="14214"/>
                    <a:pt x="14759" y="14214"/>
                  </a:cubicBezTo>
                  <a:cubicBezTo>
                    <a:pt x="13580" y="14214"/>
                    <a:pt x="12392" y="14177"/>
                    <a:pt x="11220" y="14091"/>
                  </a:cubicBezTo>
                  <a:cubicBezTo>
                    <a:pt x="9346" y="13949"/>
                    <a:pt x="7472" y="13665"/>
                    <a:pt x="5654" y="13239"/>
                  </a:cubicBezTo>
                  <a:cubicBezTo>
                    <a:pt x="4234" y="12898"/>
                    <a:pt x="2871" y="12472"/>
                    <a:pt x="1536" y="11961"/>
                  </a:cubicBezTo>
                  <a:cubicBezTo>
                    <a:pt x="1309" y="11819"/>
                    <a:pt x="1054" y="11733"/>
                    <a:pt x="770" y="11705"/>
                  </a:cubicBezTo>
                  <a:cubicBezTo>
                    <a:pt x="749" y="11702"/>
                    <a:pt x="729" y="11701"/>
                    <a:pt x="709" y="11701"/>
                  </a:cubicBezTo>
                  <a:cubicBezTo>
                    <a:pt x="532" y="11701"/>
                    <a:pt x="366" y="11810"/>
                    <a:pt x="315" y="11989"/>
                  </a:cubicBezTo>
                  <a:cubicBezTo>
                    <a:pt x="230" y="12159"/>
                    <a:pt x="287" y="12387"/>
                    <a:pt x="457" y="12500"/>
                  </a:cubicBezTo>
                  <a:cubicBezTo>
                    <a:pt x="656" y="12642"/>
                    <a:pt x="855" y="12756"/>
                    <a:pt x="1082" y="12869"/>
                  </a:cubicBezTo>
                  <a:cubicBezTo>
                    <a:pt x="1991" y="13295"/>
                    <a:pt x="2928" y="13665"/>
                    <a:pt x="3865" y="13949"/>
                  </a:cubicBezTo>
                  <a:cubicBezTo>
                    <a:pt x="7301" y="14886"/>
                    <a:pt x="10823" y="15368"/>
                    <a:pt x="14373" y="15368"/>
                  </a:cubicBezTo>
                  <a:cubicBezTo>
                    <a:pt x="16900" y="15340"/>
                    <a:pt x="19456" y="15113"/>
                    <a:pt x="21955" y="14630"/>
                  </a:cubicBezTo>
                  <a:cubicBezTo>
                    <a:pt x="23773" y="14289"/>
                    <a:pt x="25533" y="13778"/>
                    <a:pt x="27237" y="13040"/>
                  </a:cubicBezTo>
                  <a:cubicBezTo>
                    <a:pt x="28288" y="12585"/>
                    <a:pt x="29282" y="12017"/>
                    <a:pt x="30191" y="11307"/>
                  </a:cubicBezTo>
                  <a:cubicBezTo>
                    <a:pt x="30333" y="11165"/>
                    <a:pt x="30475" y="11023"/>
                    <a:pt x="30588" y="10881"/>
                  </a:cubicBezTo>
                  <a:cubicBezTo>
                    <a:pt x="30730" y="10711"/>
                    <a:pt x="30730" y="10455"/>
                    <a:pt x="30560" y="10285"/>
                  </a:cubicBezTo>
                  <a:cubicBezTo>
                    <a:pt x="30482" y="10167"/>
                    <a:pt x="30336" y="10104"/>
                    <a:pt x="30187" y="10104"/>
                  </a:cubicBezTo>
                  <a:close/>
                  <a:moveTo>
                    <a:pt x="29855" y="14171"/>
                  </a:moveTo>
                  <a:cubicBezTo>
                    <a:pt x="29834" y="14171"/>
                    <a:pt x="29814" y="14173"/>
                    <a:pt x="29793" y="14176"/>
                  </a:cubicBezTo>
                  <a:cubicBezTo>
                    <a:pt x="29623" y="14204"/>
                    <a:pt x="29509" y="14261"/>
                    <a:pt x="29396" y="14374"/>
                  </a:cubicBezTo>
                  <a:cubicBezTo>
                    <a:pt x="28203" y="15141"/>
                    <a:pt x="26925" y="15738"/>
                    <a:pt x="25562" y="16107"/>
                  </a:cubicBezTo>
                  <a:cubicBezTo>
                    <a:pt x="22608" y="16959"/>
                    <a:pt x="19570" y="17442"/>
                    <a:pt x="16503" y="17527"/>
                  </a:cubicBezTo>
                  <a:cubicBezTo>
                    <a:pt x="15660" y="17572"/>
                    <a:pt x="14818" y="17594"/>
                    <a:pt x="13977" y="17594"/>
                  </a:cubicBezTo>
                  <a:cubicBezTo>
                    <a:pt x="12180" y="17594"/>
                    <a:pt x="10387" y="17493"/>
                    <a:pt x="8608" y="17300"/>
                  </a:cubicBezTo>
                  <a:cubicBezTo>
                    <a:pt x="6137" y="17044"/>
                    <a:pt x="3723" y="16476"/>
                    <a:pt x="1394" y="15624"/>
                  </a:cubicBezTo>
                  <a:cubicBezTo>
                    <a:pt x="1196" y="15539"/>
                    <a:pt x="1025" y="15482"/>
                    <a:pt x="826" y="15425"/>
                  </a:cubicBezTo>
                  <a:cubicBezTo>
                    <a:pt x="786" y="15414"/>
                    <a:pt x="743" y="15408"/>
                    <a:pt x="699" y="15408"/>
                  </a:cubicBezTo>
                  <a:cubicBezTo>
                    <a:pt x="529" y="15408"/>
                    <a:pt x="349" y="15494"/>
                    <a:pt x="258" y="15652"/>
                  </a:cubicBezTo>
                  <a:cubicBezTo>
                    <a:pt x="173" y="15851"/>
                    <a:pt x="230" y="16107"/>
                    <a:pt x="429" y="16220"/>
                  </a:cubicBezTo>
                  <a:cubicBezTo>
                    <a:pt x="571" y="16334"/>
                    <a:pt x="713" y="16419"/>
                    <a:pt x="855" y="16504"/>
                  </a:cubicBezTo>
                  <a:cubicBezTo>
                    <a:pt x="1224" y="16675"/>
                    <a:pt x="1622" y="16845"/>
                    <a:pt x="1991" y="16987"/>
                  </a:cubicBezTo>
                  <a:cubicBezTo>
                    <a:pt x="3439" y="17527"/>
                    <a:pt x="4916" y="17896"/>
                    <a:pt x="6449" y="18123"/>
                  </a:cubicBezTo>
                  <a:cubicBezTo>
                    <a:pt x="8807" y="18549"/>
                    <a:pt x="11220" y="18748"/>
                    <a:pt x="13634" y="18748"/>
                  </a:cubicBezTo>
                  <a:cubicBezTo>
                    <a:pt x="16219" y="18748"/>
                    <a:pt x="18803" y="18578"/>
                    <a:pt x="21359" y="18180"/>
                  </a:cubicBezTo>
                  <a:cubicBezTo>
                    <a:pt x="23205" y="17896"/>
                    <a:pt x="25022" y="17470"/>
                    <a:pt x="26783" y="16845"/>
                  </a:cubicBezTo>
                  <a:cubicBezTo>
                    <a:pt x="27834" y="16476"/>
                    <a:pt x="28828" y="15993"/>
                    <a:pt x="29737" y="15425"/>
                  </a:cubicBezTo>
                  <a:cubicBezTo>
                    <a:pt x="29935" y="15312"/>
                    <a:pt x="30106" y="15170"/>
                    <a:pt x="30248" y="14999"/>
                  </a:cubicBezTo>
                  <a:cubicBezTo>
                    <a:pt x="30390" y="14857"/>
                    <a:pt x="30418" y="14630"/>
                    <a:pt x="30333" y="14460"/>
                  </a:cubicBezTo>
                  <a:cubicBezTo>
                    <a:pt x="30231" y="14281"/>
                    <a:pt x="30037" y="14171"/>
                    <a:pt x="29855" y="14171"/>
                  </a:cubicBezTo>
                  <a:close/>
                  <a:moveTo>
                    <a:pt x="30187" y="17458"/>
                  </a:moveTo>
                  <a:cubicBezTo>
                    <a:pt x="30105" y="17458"/>
                    <a:pt x="30020" y="17479"/>
                    <a:pt x="29935" y="17527"/>
                  </a:cubicBezTo>
                  <a:cubicBezTo>
                    <a:pt x="29822" y="17612"/>
                    <a:pt x="29680" y="17697"/>
                    <a:pt x="29595" y="17782"/>
                  </a:cubicBezTo>
                  <a:cubicBezTo>
                    <a:pt x="29140" y="18152"/>
                    <a:pt x="28629" y="18464"/>
                    <a:pt x="28118" y="18720"/>
                  </a:cubicBezTo>
                  <a:cubicBezTo>
                    <a:pt x="27379" y="19089"/>
                    <a:pt x="26641" y="19401"/>
                    <a:pt x="25874" y="19628"/>
                  </a:cubicBezTo>
                  <a:cubicBezTo>
                    <a:pt x="23148" y="20395"/>
                    <a:pt x="20365" y="20849"/>
                    <a:pt x="17525" y="20935"/>
                  </a:cubicBezTo>
                  <a:cubicBezTo>
                    <a:pt x="16650" y="20978"/>
                    <a:pt x="15771" y="21001"/>
                    <a:pt x="14890" y="21001"/>
                  </a:cubicBezTo>
                  <a:cubicBezTo>
                    <a:pt x="13485" y="21001"/>
                    <a:pt x="12078" y="20943"/>
                    <a:pt x="10681" y="20821"/>
                  </a:cubicBezTo>
                  <a:cubicBezTo>
                    <a:pt x="9261" y="20707"/>
                    <a:pt x="7869" y="20537"/>
                    <a:pt x="6478" y="20310"/>
                  </a:cubicBezTo>
                  <a:cubicBezTo>
                    <a:pt x="4717" y="19997"/>
                    <a:pt x="2956" y="19571"/>
                    <a:pt x="1252" y="19032"/>
                  </a:cubicBezTo>
                  <a:cubicBezTo>
                    <a:pt x="1082" y="18975"/>
                    <a:pt x="912" y="18918"/>
                    <a:pt x="741" y="18890"/>
                  </a:cubicBezTo>
                  <a:cubicBezTo>
                    <a:pt x="704" y="18882"/>
                    <a:pt x="668" y="18878"/>
                    <a:pt x="633" y="18878"/>
                  </a:cubicBezTo>
                  <a:cubicBezTo>
                    <a:pt x="196" y="18878"/>
                    <a:pt x="8" y="19505"/>
                    <a:pt x="429" y="19742"/>
                  </a:cubicBezTo>
                  <a:cubicBezTo>
                    <a:pt x="656" y="19884"/>
                    <a:pt x="883" y="19997"/>
                    <a:pt x="1139" y="20083"/>
                  </a:cubicBezTo>
                  <a:cubicBezTo>
                    <a:pt x="2502" y="20594"/>
                    <a:pt x="3922" y="20963"/>
                    <a:pt x="5342" y="21247"/>
                  </a:cubicBezTo>
                  <a:cubicBezTo>
                    <a:pt x="8466" y="21843"/>
                    <a:pt x="11646" y="22127"/>
                    <a:pt x="14799" y="22127"/>
                  </a:cubicBezTo>
                  <a:cubicBezTo>
                    <a:pt x="15991" y="22127"/>
                    <a:pt x="17156" y="22042"/>
                    <a:pt x="18320" y="21985"/>
                  </a:cubicBezTo>
                  <a:cubicBezTo>
                    <a:pt x="20450" y="21843"/>
                    <a:pt x="22580" y="21531"/>
                    <a:pt x="24653" y="21048"/>
                  </a:cubicBezTo>
                  <a:cubicBezTo>
                    <a:pt x="26045" y="20736"/>
                    <a:pt x="27408" y="20253"/>
                    <a:pt x="28714" y="19628"/>
                  </a:cubicBezTo>
                  <a:cubicBezTo>
                    <a:pt x="29254" y="19373"/>
                    <a:pt x="29765" y="19032"/>
                    <a:pt x="30219" y="18634"/>
                  </a:cubicBezTo>
                  <a:cubicBezTo>
                    <a:pt x="30390" y="18521"/>
                    <a:pt x="30503" y="18379"/>
                    <a:pt x="30617" y="18208"/>
                  </a:cubicBezTo>
                  <a:cubicBezTo>
                    <a:pt x="30825" y="17862"/>
                    <a:pt x="30544" y="17458"/>
                    <a:pt x="30187" y="17458"/>
                  </a:cubicBezTo>
                  <a:close/>
                  <a:moveTo>
                    <a:pt x="30188" y="20782"/>
                  </a:moveTo>
                  <a:cubicBezTo>
                    <a:pt x="30121" y="20782"/>
                    <a:pt x="30054" y="20795"/>
                    <a:pt x="29992" y="20821"/>
                  </a:cubicBezTo>
                  <a:cubicBezTo>
                    <a:pt x="29850" y="20878"/>
                    <a:pt x="29737" y="20963"/>
                    <a:pt x="29623" y="21077"/>
                  </a:cubicBezTo>
                  <a:cubicBezTo>
                    <a:pt x="29027" y="21588"/>
                    <a:pt x="28345" y="22042"/>
                    <a:pt x="27607" y="22383"/>
                  </a:cubicBezTo>
                  <a:cubicBezTo>
                    <a:pt x="26783" y="22809"/>
                    <a:pt x="25931" y="23150"/>
                    <a:pt x="25051" y="23434"/>
                  </a:cubicBezTo>
                  <a:cubicBezTo>
                    <a:pt x="22069" y="24342"/>
                    <a:pt x="18973" y="24825"/>
                    <a:pt x="15849" y="24882"/>
                  </a:cubicBezTo>
                  <a:cubicBezTo>
                    <a:pt x="15487" y="24889"/>
                    <a:pt x="15124" y="24892"/>
                    <a:pt x="14759" y="24892"/>
                  </a:cubicBezTo>
                  <a:cubicBezTo>
                    <a:pt x="13580" y="24892"/>
                    <a:pt x="12392" y="24855"/>
                    <a:pt x="11220" y="24768"/>
                  </a:cubicBezTo>
                  <a:cubicBezTo>
                    <a:pt x="9346" y="24598"/>
                    <a:pt x="7472" y="24314"/>
                    <a:pt x="5654" y="23888"/>
                  </a:cubicBezTo>
                  <a:cubicBezTo>
                    <a:pt x="4234" y="23576"/>
                    <a:pt x="2871" y="23121"/>
                    <a:pt x="1536" y="22610"/>
                  </a:cubicBezTo>
                  <a:cubicBezTo>
                    <a:pt x="1309" y="22468"/>
                    <a:pt x="1054" y="22383"/>
                    <a:pt x="770" y="22355"/>
                  </a:cubicBezTo>
                  <a:cubicBezTo>
                    <a:pt x="749" y="22352"/>
                    <a:pt x="729" y="22351"/>
                    <a:pt x="710" y="22351"/>
                  </a:cubicBezTo>
                  <a:cubicBezTo>
                    <a:pt x="296" y="22351"/>
                    <a:pt x="105" y="22906"/>
                    <a:pt x="457" y="23150"/>
                  </a:cubicBezTo>
                  <a:cubicBezTo>
                    <a:pt x="656" y="23292"/>
                    <a:pt x="855" y="23434"/>
                    <a:pt x="1054" y="23547"/>
                  </a:cubicBezTo>
                  <a:cubicBezTo>
                    <a:pt x="1962" y="23973"/>
                    <a:pt x="2900" y="24314"/>
                    <a:pt x="3865" y="24598"/>
                  </a:cubicBezTo>
                  <a:cubicBezTo>
                    <a:pt x="7273" y="25564"/>
                    <a:pt x="10823" y="26018"/>
                    <a:pt x="14373" y="26018"/>
                  </a:cubicBezTo>
                  <a:cubicBezTo>
                    <a:pt x="16900" y="26018"/>
                    <a:pt x="19456" y="25762"/>
                    <a:pt x="21955" y="25308"/>
                  </a:cubicBezTo>
                  <a:cubicBezTo>
                    <a:pt x="23773" y="24967"/>
                    <a:pt x="25533" y="24456"/>
                    <a:pt x="27237" y="23718"/>
                  </a:cubicBezTo>
                  <a:cubicBezTo>
                    <a:pt x="28288" y="23292"/>
                    <a:pt x="29282" y="22695"/>
                    <a:pt x="30191" y="21985"/>
                  </a:cubicBezTo>
                  <a:cubicBezTo>
                    <a:pt x="30333" y="21843"/>
                    <a:pt x="30475" y="21730"/>
                    <a:pt x="30588" y="21559"/>
                  </a:cubicBezTo>
                  <a:cubicBezTo>
                    <a:pt x="30730" y="21389"/>
                    <a:pt x="30730" y="21133"/>
                    <a:pt x="30588" y="20963"/>
                  </a:cubicBezTo>
                  <a:cubicBezTo>
                    <a:pt x="30490" y="20845"/>
                    <a:pt x="30338" y="20782"/>
                    <a:pt x="30188" y="20782"/>
                  </a:cubicBezTo>
                  <a:close/>
                  <a:moveTo>
                    <a:pt x="30210" y="24256"/>
                  </a:moveTo>
                  <a:cubicBezTo>
                    <a:pt x="30135" y="24256"/>
                    <a:pt x="30060" y="24275"/>
                    <a:pt x="29992" y="24314"/>
                  </a:cubicBezTo>
                  <a:cubicBezTo>
                    <a:pt x="29850" y="24371"/>
                    <a:pt x="29737" y="24456"/>
                    <a:pt x="29623" y="24570"/>
                  </a:cubicBezTo>
                  <a:cubicBezTo>
                    <a:pt x="29027" y="25081"/>
                    <a:pt x="28345" y="25535"/>
                    <a:pt x="27607" y="25876"/>
                  </a:cubicBezTo>
                  <a:cubicBezTo>
                    <a:pt x="26783" y="26274"/>
                    <a:pt x="25931" y="26643"/>
                    <a:pt x="25051" y="26898"/>
                  </a:cubicBezTo>
                  <a:cubicBezTo>
                    <a:pt x="22069" y="27807"/>
                    <a:pt x="18973" y="28290"/>
                    <a:pt x="15849" y="28347"/>
                  </a:cubicBezTo>
                  <a:cubicBezTo>
                    <a:pt x="15364" y="28365"/>
                    <a:pt x="14875" y="28374"/>
                    <a:pt x="14386" y="28374"/>
                  </a:cubicBezTo>
                  <a:cubicBezTo>
                    <a:pt x="13330" y="28374"/>
                    <a:pt x="12268" y="28330"/>
                    <a:pt x="11220" y="28233"/>
                  </a:cubicBezTo>
                  <a:cubicBezTo>
                    <a:pt x="9346" y="28091"/>
                    <a:pt x="7472" y="27807"/>
                    <a:pt x="5654" y="27381"/>
                  </a:cubicBezTo>
                  <a:cubicBezTo>
                    <a:pt x="4234" y="27040"/>
                    <a:pt x="2871" y="26614"/>
                    <a:pt x="1536" y="26103"/>
                  </a:cubicBezTo>
                  <a:cubicBezTo>
                    <a:pt x="1281" y="25961"/>
                    <a:pt x="1025" y="25876"/>
                    <a:pt x="770" y="25848"/>
                  </a:cubicBezTo>
                  <a:cubicBezTo>
                    <a:pt x="749" y="25845"/>
                    <a:pt x="729" y="25843"/>
                    <a:pt x="708" y="25843"/>
                  </a:cubicBezTo>
                  <a:cubicBezTo>
                    <a:pt x="531" y="25843"/>
                    <a:pt x="363" y="25950"/>
                    <a:pt x="287" y="26103"/>
                  </a:cubicBezTo>
                  <a:cubicBezTo>
                    <a:pt x="202" y="26302"/>
                    <a:pt x="287" y="26529"/>
                    <a:pt x="457" y="26643"/>
                  </a:cubicBezTo>
                  <a:cubicBezTo>
                    <a:pt x="628" y="26785"/>
                    <a:pt x="855" y="26898"/>
                    <a:pt x="1054" y="27012"/>
                  </a:cubicBezTo>
                  <a:cubicBezTo>
                    <a:pt x="1962" y="27438"/>
                    <a:pt x="2900" y="27807"/>
                    <a:pt x="3865" y="28091"/>
                  </a:cubicBezTo>
                  <a:cubicBezTo>
                    <a:pt x="7273" y="29028"/>
                    <a:pt x="10794" y="29511"/>
                    <a:pt x="14344" y="29511"/>
                  </a:cubicBezTo>
                  <a:cubicBezTo>
                    <a:pt x="16900" y="29483"/>
                    <a:pt x="19428" y="29256"/>
                    <a:pt x="21955" y="28773"/>
                  </a:cubicBezTo>
                  <a:lnTo>
                    <a:pt x="21955" y="28801"/>
                  </a:lnTo>
                  <a:cubicBezTo>
                    <a:pt x="23773" y="28460"/>
                    <a:pt x="25533" y="27921"/>
                    <a:pt x="27237" y="27211"/>
                  </a:cubicBezTo>
                  <a:cubicBezTo>
                    <a:pt x="28288" y="26756"/>
                    <a:pt x="29282" y="26160"/>
                    <a:pt x="30191" y="25450"/>
                  </a:cubicBezTo>
                  <a:cubicBezTo>
                    <a:pt x="30333" y="25336"/>
                    <a:pt x="30475" y="25194"/>
                    <a:pt x="30588" y="25052"/>
                  </a:cubicBezTo>
                  <a:cubicBezTo>
                    <a:pt x="30730" y="24882"/>
                    <a:pt x="30730" y="24626"/>
                    <a:pt x="30588" y="24456"/>
                  </a:cubicBezTo>
                  <a:cubicBezTo>
                    <a:pt x="30495" y="24326"/>
                    <a:pt x="30353" y="24256"/>
                    <a:pt x="30210" y="24256"/>
                  </a:cubicBezTo>
                  <a:close/>
                  <a:moveTo>
                    <a:pt x="29897" y="28332"/>
                  </a:moveTo>
                  <a:cubicBezTo>
                    <a:pt x="29862" y="28332"/>
                    <a:pt x="29827" y="28337"/>
                    <a:pt x="29793" y="28347"/>
                  </a:cubicBezTo>
                  <a:cubicBezTo>
                    <a:pt x="29623" y="28375"/>
                    <a:pt x="29509" y="28432"/>
                    <a:pt x="29396" y="28517"/>
                  </a:cubicBezTo>
                  <a:cubicBezTo>
                    <a:pt x="28203" y="29284"/>
                    <a:pt x="26925" y="29880"/>
                    <a:pt x="25562" y="30249"/>
                  </a:cubicBezTo>
                  <a:cubicBezTo>
                    <a:pt x="22608" y="31101"/>
                    <a:pt x="19570" y="31584"/>
                    <a:pt x="16503" y="31698"/>
                  </a:cubicBezTo>
                  <a:cubicBezTo>
                    <a:pt x="15660" y="31743"/>
                    <a:pt x="14818" y="31765"/>
                    <a:pt x="13977" y="31765"/>
                  </a:cubicBezTo>
                  <a:cubicBezTo>
                    <a:pt x="12180" y="31765"/>
                    <a:pt x="10387" y="31664"/>
                    <a:pt x="8608" y="31471"/>
                  </a:cubicBezTo>
                  <a:cubicBezTo>
                    <a:pt x="6137" y="31187"/>
                    <a:pt x="3723" y="30619"/>
                    <a:pt x="1394" y="29767"/>
                  </a:cubicBezTo>
                  <a:cubicBezTo>
                    <a:pt x="1196" y="29710"/>
                    <a:pt x="1025" y="29625"/>
                    <a:pt x="826" y="29596"/>
                  </a:cubicBezTo>
                  <a:cubicBezTo>
                    <a:pt x="774" y="29574"/>
                    <a:pt x="719" y="29563"/>
                    <a:pt x="662" y="29563"/>
                  </a:cubicBezTo>
                  <a:cubicBezTo>
                    <a:pt x="504" y="29563"/>
                    <a:pt x="342" y="29648"/>
                    <a:pt x="258" y="29795"/>
                  </a:cubicBezTo>
                  <a:cubicBezTo>
                    <a:pt x="173" y="29994"/>
                    <a:pt x="230" y="30249"/>
                    <a:pt x="429" y="30391"/>
                  </a:cubicBezTo>
                  <a:cubicBezTo>
                    <a:pt x="571" y="30477"/>
                    <a:pt x="713" y="30590"/>
                    <a:pt x="855" y="30647"/>
                  </a:cubicBezTo>
                  <a:cubicBezTo>
                    <a:pt x="1224" y="30817"/>
                    <a:pt x="1622" y="31016"/>
                    <a:pt x="1991" y="31130"/>
                  </a:cubicBezTo>
                  <a:cubicBezTo>
                    <a:pt x="3439" y="31669"/>
                    <a:pt x="4916" y="32039"/>
                    <a:pt x="6449" y="32294"/>
                  </a:cubicBezTo>
                  <a:cubicBezTo>
                    <a:pt x="8807" y="32692"/>
                    <a:pt x="11220" y="32891"/>
                    <a:pt x="13634" y="32891"/>
                  </a:cubicBezTo>
                  <a:cubicBezTo>
                    <a:pt x="13796" y="32892"/>
                    <a:pt x="13959" y="32893"/>
                    <a:pt x="14121" y="32893"/>
                  </a:cubicBezTo>
                  <a:cubicBezTo>
                    <a:pt x="16543" y="32893"/>
                    <a:pt x="18963" y="32695"/>
                    <a:pt x="21359" y="32323"/>
                  </a:cubicBezTo>
                  <a:cubicBezTo>
                    <a:pt x="23205" y="32067"/>
                    <a:pt x="25022" y="31613"/>
                    <a:pt x="26783" y="30988"/>
                  </a:cubicBezTo>
                  <a:cubicBezTo>
                    <a:pt x="27834" y="30647"/>
                    <a:pt x="28828" y="30164"/>
                    <a:pt x="29737" y="29568"/>
                  </a:cubicBezTo>
                  <a:cubicBezTo>
                    <a:pt x="29935" y="29454"/>
                    <a:pt x="30106" y="29312"/>
                    <a:pt x="30248" y="29170"/>
                  </a:cubicBezTo>
                  <a:cubicBezTo>
                    <a:pt x="30390" y="29028"/>
                    <a:pt x="30418" y="28801"/>
                    <a:pt x="30333" y="28631"/>
                  </a:cubicBezTo>
                  <a:cubicBezTo>
                    <a:pt x="30239" y="28443"/>
                    <a:pt x="30067" y="28332"/>
                    <a:pt x="29897" y="28332"/>
                  </a:cubicBezTo>
                  <a:close/>
                  <a:moveTo>
                    <a:pt x="30173" y="31640"/>
                  </a:moveTo>
                  <a:cubicBezTo>
                    <a:pt x="30096" y="31640"/>
                    <a:pt x="30016" y="31658"/>
                    <a:pt x="29935" y="31698"/>
                  </a:cubicBezTo>
                  <a:cubicBezTo>
                    <a:pt x="29822" y="31783"/>
                    <a:pt x="29680" y="31868"/>
                    <a:pt x="29595" y="31953"/>
                  </a:cubicBezTo>
                  <a:cubicBezTo>
                    <a:pt x="29140" y="32323"/>
                    <a:pt x="28629" y="32663"/>
                    <a:pt x="28118" y="32919"/>
                  </a:cubicBezTo>
                  <a:cubicBezTo>
                    <a:pt x="27379" y="33260"/>
                    <a:pt x="26641" y="33544"/>
                    <a:pt x="25874" y="33771"/>
                  </a:cubicBezTo>
                  <a:cubicBezTo>
                    <a:pt x="23148" y="34566"/>
                    <a:pt x="20365" y="34992"/>
                    <a:pt x="17525" y="35077"/>
                  </a:cubicBezTo>
                  <a:cubicBezTo>
                    <a:pt x="16650" y="35121"/>
                    <a:pt x="15771" y="35144"/>
                    <a:pt x="14890" y="35144"/>
                  </a:cubicBezTo>
                  <a:cubicBezTo>
                    <a:pt x="13485" y="35144"/>
                    <a:pt x="12078" y="35086"/>
                    <a:pt x="10681" y="34964"/>
                  </a:cubicBezTo>
                  <a:cubicBezTo>
                    <a:pt x="9261" y="34850"/>
                    <a:pt x="7869" y="34680"/>
                    <a:pt x="6478" y="34453"/>
                  </a:cubicBezTo>
                  <a:cubicBezTo>
                    <a:pt x="4717" y="34140"/>
                    <a:pt x="2956" y="33714"/>
                    <a:pt x="1252" y="33175"/>
                  </a:cubicBezTo>
                  <a:cubicBezTo>
                    <a:pt x="1082" y="33118"/>
                    <a:pt x="912" y="33061"/>
                    <a:pt x="741" y="33033"/>
                  </a:cubicBezTo>
                  <a:cubicBezTo>
                    <a:pt x="711" y="33028"/>
                    <a:pt x="683" y="33025"/>
                    <a:pt x="655" y="33025"/>
                  </a:cubicBezTo>
                  <a:cubicBezTo>
                    <a:pt x="203" y="33025"/>
                    <a:pt x="1" y="33645"/>
                    <a:pt x="429" y="33913"/>
                  </a:cubicBezTo>
                  <a:cubicBezTo>
                    <a:pt x="656" y="34027"/>
                    <a:pt x="883" y="34140"/>
                    <a:pt x="1139" y="34225"/>
                  </a:cubicBezTo>
                  <a:cubicBezTo>
                    <a:pt x="2502" y="34736"/>
                    <a:pt x="3922" y="35106"/>
                    <a:pt x="5342" y="35390"/>
                  </a:cubicBezTo>
                  <a:cubicBezTo>
                    <a:pt x="8466" y="35986"/>
                    <a:pt x="11618" y="36270"/>
                    <a:pt x="14799" y="36270"/>
                  </a:cubicBezTo>
                  <a:cubicBezTo>
                    <a:pt x="15991" y="36270"/>
                    <a:pt x="17156" y="36213"/>
                    <a:pt x="18320" y="36128"/>
                  </a:cubicBezTo>
                  <a:cubicBezTo>
                    <a:pt x="20450" y="36014"/>
                    <a:pt x="22580" y="35702"/>
                    <a:pt x="24653" y="35219"/>
                  </a:cubicBezTo>
                  <a:cubicBezTo>
                    <a:pt x="26045" y="34907"/>
                    <a:pt x="27408" y="34453"/>
                    <a:pt x="28714" y="33799"/>
                  </a:cubicBezTo>
                  <a:cubicBezTo>
                    <a:pt x="29254" y="33544"/>
                    <a:pt x="29765" y="33203"/>
                    <a:pt x="30219" y="32805"/>
                  </a:cubicBezTo>
                  <a:cubicBezTo>
                    <a:pt x="30390" y="32692"/>
                    <a:pt x="30503" y="32550"/>
                    <a:pt x="30617" y="32379"/>
                  </a:cubicBezTo>
                  <a:cubicBezTo>
                    <a:pt x="30804" y="32029"/>
                    <a:pt x="30529" y="31640"/>
                    <a:pt x="30173" y="31640"/>
                  </a:cubicBezTo>
                  <a:close/>
                  <a:moveTo>
                    <a:pt x="30188" y="34925"/>
                  </a:moveTo>
                  <a:cubicBezTo>
                    <a:pt x="30121" y="34925"/>
                    <a:pt x="30054" y="34937"/>
                    <a:pt x="29992" y="34964"/>
                  </a:cubicBezTo>
                  <a:cubicBezTo>
                    <a:pt x="29850" y="35049"/>
                    <a:pt x="29737" y="35134"/>
                    <a:pt x="29623" y="35219"/>
                  </a:cubicBezTo>
                  <a:cubicBezTo>
                    <a:pt x="29027" y="35759"/>
                    <a:pt x="28345" y="36185"/>
                    <a:pt x="27607" y="36554"/>
                  </a:cubicBezTo>
                  <a:cubicBezTo>
                    <a:pt x="26783" y="36952"/>
                    <a:pt x="25931" y="37292"/>
                    <a:pt x="25051" y="37576"/>
                  </a:cubicBezTo>
                  <a:cubicBezTo>
                    <a:pt x="22069" y="38485"/>
                    <a:pt x="18973" y="38968"/>
                    <a:pt x="15849" y="39025"/>
                  </a:cubicBezTo>
                  <a:cubicBezTo>
                    <a:pt x="15364" y="39043"/>
                    <a:pt x="14875" y="39052"/>
                    <a:pt x="14386" y="39052"/>
                  </a:cubicBezTo>
                  <a:cubicBezTo>
                    <a:pt x="13330" y="39052"/>
                    <a:pt x="12268" y="39008"/>
                    <a:pt x="11220" y="38911"/>
                  </a:cubicBezTo>
                  <a:cubicBezTo>
                    <a:pt x="9346" y="38769"/>
                    <a:pt x="7472" y="38485"/>
                    <a:pt x="5654" y="38059"/>
                  </a:cubicBezTo>
                  <a:cubicBezTo>
                    <a:pt x="4234" y="37718"/>
                    <a:pt x="2871" y="37292"/>
                    <a:pt x="1536" y="36753"/>
                  </a:cubicBezTo>
                  <a:cubicBezTo>
                    <a:pt x="1309" y="36639"/>
                    <a:pt x="1054" y="36554"/>
                    <a:pt x="770" y="36526"/>
                  </a:cubicBezTo>
                  <a:cubicBezTo>
                    <a:pt x="749" y="36523"/>
                    <a:pt x="729" y="36521"/>
                    <a:pt x="708" y="36521"/>
                  </a:cubicBezTo>
                  <a:cubicBezTo>
                    <a:pt x="531" y="36521"/>
                    <a:pt x="366" y="36628"/>
                    <a:pt x="315" y="36781"/>
                  </a:cubicBezTo>
                  <a:cubicBezTo>
                    <a:pt x="230" y="36980"/>
                    <a:pt x="287" y="37179"/>
                    <a:pt x="457" y="37321"/>
                  </a:cubicBezTo>
                  <a:cubicBezTo>
                    <a:pt x="656" y="37463"/>
                    <a:pt x="855" y="37576"/>
                    <a:pt x="1082" y="37690"/>
                  </a:cubicBezTo>
                  <a:cubicBezTo>
                    <a:pt x="1991" y="38116"/>
                    <a:pt x="2928" y="38485"/>
                    <a:pt x="3865" y="38741"/>
                  </a:cubicBezTo>
                  <a:cubicBezTo>
                    <a:pt x="7206" y="39679"/>
                    <a:pt x="10627" y="40162"/>
                    <a:pt x="14077" y="40162"/>
                  </a:cubicBezTo>
                  <a:cubicBezTo>
                    <a:pt x="14175" y="40162"/>
                    <a:pt x="14274" y="40161"/>
                    <a:pt x="14373" y="40161"/>
                  </a:cubicBezTo>
                  <a:cubicBezTo>
                    <a:pt x="16900" y="40161"/>
                    <a:pt x="19456" y="39905"/>
                    <a:pt x="21955" y="39451"/>
                  </a:cubicBezTo>
                  <a:cubicBezTo>
                    <a:pt x="23773" y="39138"/>
                    <a:pt x="25533" y="38599"/>
                    <a:pt x="27237" y="37889"/>
                  </a:cubicBezTo>
                  <a:cubicBezTo>
                    <a:pt x="28288" y="37434"/>
                    <a:pt x="29282" y="36838"/>
                    <a:pt x="30191" y="36128"/>
                  </a:cubicBezTo>
                  <a:cubicBezTo>
                    <a:pt x="30333" y="36014"/>
                    <a:pt x="30475" y="35872"/>
                    <a:pt x="30588" y="35730"/>
                  </a:cubicBezTo>
                  <a:cubicBezTo>
                    <a:pt x="30730" y="35532"/>
                    <a:pt x="30730" y="35276"/>
                    <a:pt x="30588" y="35106"/>
                  </a:cubicBezTo>
                  <a:cubicBezTo>
                    <a:pt x="30490" y="34988"/>
                    <a:pt x="30338" y="34925"/>
                    <a:pt x="30188" y="34925"/>
                  </a:cubicBezTo>
                  <a:close/>
                  <a:moveTo>
                    <a:pt x="30182" y="38418"/>
                  </a:moveTo>
                  <a:cubicBezTo>
                    <a:pt x="30118" y="38418"/>
                    <a:pt x="30054" y="38430"/>
                    <a:pt x="29992" y="38457"/>
                  </a:cubicBezTo>
                  <a:cubicBezTo>
                    <a:pt x="29850" y="38514"/>
                    <a:pt x="29737" y="38599"/>
                    <a:pt x="29623" y="38712"/>
                  </a:cubicBezTo>
                  <a:cubicBezTo>
                    <a:pt x="29027" y="39224"/>
                    <a:pt x="28345" y="39678"/>
                    <a:pt x="27607" y="40019"/>
                  </a:cubicBezTo>
                  <a:cubicBezTo>
                    <a:pt x="26783" y="40445"/>
                    <a:pt x="25931" y="40785"/>
                    <a:pt x="25051" y="41069"/>
                  </a:cubicBezTo>
                  <a:cubicBezTo>
                    <a:pt x="22069" y="41978"/>
                    <a:pt x="18973" y="42461"/>
                    <a:pt x="15849" y="42518"/>
                  </a:cubicBezTo>
                  <a:cubicBezTo>
                    <a:pt x="15487" y="42524"/>
                    <a:pt x="15124" y="42528"/>
                    <a:pt x="14759" y="42528"/>
                  </a:cubicBezTo>
                  <a:cubicBezTo>
                    <a:pt x="13580" y="42528"/>
                    <a:pt x="12392" y="42491"/>
                    <a:pt x="11220" y="42404"/>
                  </a:cubicBezTo>
                  <a:cubicBezTo>
                    <a:pt x="9346" y="42234"/>
                    <a:pt x="7472" y="41950"/>
                    <a:pt x="5654" y="41524"/>
                  </a:cubicBezTo>
                  <a:cubicBezTo>
                    <a:pt x="4234" y="41211"/>
                    <a:pt x="2871" y="40785"/>
                    <a:pt x="1536" y="40246"/>
                  </a:cubicBezTo>
                  <a:cubicBezTo>
                    <a:pt x="1309" y="40132"/>
                    <a:pt x="1054" y="40047"/>
                    <a:pt x="770" y="39990"/>
                  </a:cubicBezTo>
                  <a:cubicBezTo>
                    <a:pt x="749" y="39987"/>
                    <a:pt x="729" y="39986"/>
                    <a:pt x="709" y="39986"/>
                  </a:cubicBezTo>
                  <a:cubicBezTo>
                    <a:pt x="532" y="39986"/>
                    <a:pt x="366" y="40096"/>
                    <a:pt x="315" y="40274"/>
                  </a:cubicBezTo>
                  <a:cubicBezTo>
                    <a:pt x="230" y="40445"/>
                    <a:pt x="287" y="40672"/>
                    <a:pt x="457" y="40785"/>
                  </a:cubicBezTo>
                  <a:cubicBezTo>
                    <a:pt x="656" y="40927"/>
                    <a:pt x="855" y="41069"/>
                    <a:pt x="1082" y="41183"/>
                  </a:cubicBezTo>
                  <a:cubicBezTo>
                    <a:pt x="1991" y="41609"/>
                    <a:pt x="2928" y="41950"/>
                    <a:pt x="3865" y="42234"/>
                  </a:cubicBezTo>
                  <a:cubicBezTo>
                    <a:pt x="7301" y="43199"/>
                    <a:pt x="10823" y="43654"/>
                    <a:pt x="14373" y="43654"/>
                  </a:cubicBezTo>
                  <a:cubicBezTo>
                    <a:pt x="16900" y="43654"/>
                    <a:pt x="19456" y="43398"/>
                    <a:pt x="21955" y="42944"/>
                  </a:cubicBezTo>
                  <a:cubicBezTo>
                    <a:pt x="23773" y="42603"/>
                    <a:pt x="25533" y="42092"/>
                    <a:pt x="27237" y="41353"/>
                  </a:cubicBezTo>
                  <a:cubicBezTo>
                    <a:pt x="28288" y="40927"/>
                    <a:pt x="29282" y="40331"/>
                    <a:pt x="30191" y="39621"/>
                  </a:cubicBezTo>
                  <a:cubicBezTo>
                    <a:pt x="30333" y="39479"/>
                    <a:pt x="30475" y="39366"/>
                    <a:pt x="30588" y="39195"/>
                  </a:cubicBezTo>
                  <a:cubicBezTo>
                    <a:pt x="30730" y="39025"/>
                    <a:pt x="30730" y="38769"/>
                    <a:pt x="30588" y="38599"/>
                  </a:cubicBezTo>
                  <a:cubicBezTo>
                    <a:pt x="30471" y="38481"/>
                    <a:pt x="30326" y="38418"/>
                    <a:pt x="30182" y="384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36"/>
          <p:cNvGrpSpPr/>
          <p:nvPr/>
        </p:nvGrpSpPr>
        <p:grpSpPr>
          <a:xfrm>
            <a:off x="8239683" y="3301472"/>
            <a:ext cx="1694780" cy="1702546"/>
            <a:chOff x="2324025" y="922550"/>
            <a:chExt cx="2073125" cy="2082625"/>
          </a:xfrm>
        </p:grpSpPr>
        <p:sp>
          <p:nvSpPr>
            <p:cNvPr id="2615" name="Google Shape;2615;p36"/>
            <p:cNvSpPr/>
            <p:nvPr/>
          </p:nvSpPr>
          <p:spPr>
            <a:xfrm>
              <a:off x="2960850" y="2738900"/>
              <a:ext cx="953525" cy="266275"/>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6"/>
            <p:cNvSpPr/>
            <p:nvPr/>
          </p:nvSpPr>
          <p:spPr>
            <a:xfrm>
              <a:off x="2972925" y="2191525"/>
              <a:ext cx="913775" cy="717000"/>
            </a:xfrm>
            <a:custGeom>
              <a:rect b="b" l="l" r="r" t="t"/>
              <a:pathLst>
                <a:path extrusionOk="0" h="28680" w="36551">
                  <a:moveTo>
                    <a:pt x="36550" y="0"/>
                  </a:moveTo>
                  <a:cubicBezTo>
                    <a:pt x="35301" y="1222"/>
                    <a:pt x="28116" y="2159"/>
                    <a:pt x="19255" y="2244"/>
                  </a:cubicBezTo>
                  <a:lnTo>
                    <a:pt x="18261" y="2244"/>
                  </a:lnTo>
                  <a:cubicBezTo>
                    <a:pt x="9032" y="2244"/>
                    <a:pt x="1392" y="1278"/>
                    <a:pt x="1" y="29"/>
                  </a:cubicBezTo>
                  <a:lnTo>
                    <a:pt x="1" y="29"/>
                  </a:lnTo>
                  <a:cubicBezTo>
                    <a:pt x="1" y="86"/>
                    <a:pt x="1" y="171"/>
                    <a:pt x="29" y="228"/>
                  </a:cubicBezTo>
                  <a:cubicBezTo>
                    <a:pt x="171" y="796"/>
                    <a:pt x="256" y="1335"/>
                    <a:pt x="398" y="1903"/>
                  </a:cubicBezTo>
                  <a:cubicBezTo>
                    <a:pt x="1250" y="5226"/>
                    <a:pt x="2074" y="8577"/>
                    <a:pt x="2926" y="11899"/>
                  </a:cubicBezTo>
                  <a:cubicBezTo>
                    <a:pt x="3863" y="15563"/>
                    <a:pt x="4828" y="19226"/>
                    <a:pt x="5794" y="22861"/>
                  </a:cubicBezTo>
                  <a:cubicBezTo>
                    <a:pt x="6021" y="23685"/>
                    <a:pt x="6163" y="24537"/>
                    <a:pt x="6476" y="25361"/>
                  </a:cubicBezTo>
                  <a:cubicBezTo>
                    <a:pt x="6561" y="25645"/>
                    <a:pt x="6760" y="25900"/>
                    <a:pt x="7015" y="26071"/>
                  </a:cubicBezTo>
                  <a:cubicBezTo>
                    <a:pt x="7583" y="26411"/>
                    <a:pt x="8180" y="26667"/>
                    <a:pt x="8833" y="26809"/>
                  </a:cubicBezTo>
                  <a:cubicBezTo>
                    <a:pt x="8956" y="26933"/>
                    <a:pt x="9145" y="27013"/>
                    <a:pt x="9341" y="27013"/>
                  </a:cubicBezTo>
                  <a:cubicBezTo>
                    <a:pt x="9370" y="27013"/>
                    <a:pt x="9400" y="27011"/>
                    <a:pt x="9429" y="27008"/>
                  </a:cubicBezTo>
                  <a:cubicBezTo>
                    <a:pt x="10309" y="27348"/>
                    <a:pt x="11247" y="27604"/>
                    <a:pt x="12212" y="27718"/>
                  </a:cubicBezTo>
                  <a:cubicBezTo>
                    <a:pt x="12328" y="27814"/>
                    <a:pt x="12470" y="27871"/>
                    <a:pt x="12611" y="27871"/>
                  </a:cubicBezTo>
                  <a:cubicBezTo>
                    <a:pt x="12678" y="27871"/>
                    <a:pt x="12745" y="27859"/>
                    <a:pt x="12809" y="27831"/>
                  </a:cubicBezTo>
                  <a:cubicBezTo>
                    <a:pt x="13803" y="28172"/>
                    <a:pt x="14825" y="28371"/>
                    <a:pt x="15876" y="28371"/>
                  </a:cubicBezTo>
                  <a:cubicBezTo>
                    <a:pt x="15972" y="28467"/>
                    <a:pt x="16108" y="28524"/>
                    <a:pt x="16247" y="28524"/>
                  </a:cubicBezTo>
                  <a:cubicBezTo>
                    <a:pt x="16313" y="28524"/>
                    <a:pt x="16380" y="28512"/>
                    <a:pt x="16444" y="28484"/>
                  </a:cubicBezTo>
                  <a:cubicBezTo>
                    <a:pt x="17019" y="28548"/>
                    <a:pt x="17594" y="28580"/>
                    <a:pt x="18169" y="28580"/>
                  </a:cubicBezTo>
                  <a:cubicBezTo>
                    <a:pt x="18361" y="28580"/>
                    <a:pt x="18552" y="28577"/>
                    <a:pt x="18744" y="28570"/>
                  </a:cubicBezTo>
                  <a:cubicBezTo>
                    <a:pt x="18834" y="28645"/>
                    <a:pt x="18948" y="28680"/>
                    <a:pt x="19064" y="28680"/>
                  </a:cubicBezTo>
                  <a:cubicBezTo>
                    <a:pt x="19168" y="28680"/>
                    <a:pt x="19275" y="28652"/>
                    <a:pt x="19369" y="28598"/>
                  </a:cubicBezTo>
                  <a:cubicBezTo>
                    <a:pt x="19568" y="28626"/>
                    <a:pt x="19738" y="28655"/>
                    <a:pt x="19937" y="28655"/>
                  </a:cubicBezTo>
                  <a:cubicBezTo>
                    <a:pt x="20083" y="28660"/>
                    <a:pt x="20228" y="28662"/>
                    <a:pt x="20373" y="28662"/>
                  </a:cubicBezTo>
                  <a:cubicBezTo>
                    <a:pt x="21072" y="28662"/>
                    <a:pt x="21758" y="28607"/>
                    <a:pt x="22464" y="28513"/>
                  </a:cubicBezTo>
                  <a:cubicBezTo>
                    <a:pt x="22529" y="28535"/>
                    <a:pt x="22599" y="28544"/>
                    <a:pt x="22669" y="28544"/>
                  </a:cubicBezTo>
                  <a:cubicBezTo>
                    <a:pt x="22782" y="28544"/>
                    <a:pt x="22898" y="28520"/>
                    <a:pt x="23004" y="28484"/>
                  </a:cubicBezTo>
                  <a:cubicBezTo>
                    <a:pt x="23515" y="28428"/>
                    <a:pt x="24026" y="28399"/>
                    <a:pt x="24509" y="28314"/>
                  </a:cubicBezTo>
                  <a:cubicBezTo>
                    <a:pt x="24935" y="28286"/>
                    <a:pt x="25333" y="28172"/>
                    <a:pt x="25730" y="28002"/>
                  </a:cubicBezTo>
                  <a:cubicBezTo>
                    <a:pt x="25773" y="28014"/>
                    <a:pt x="25815" y="28019"/>
                    <a:pt x="25857" y="28019"/>
                  </a:cubicBezTo>
                  <a:cubicBezTo>
                    <a:pt x="26011" y="28019"/>
                    <a:pt x="26158" y="27943"/>
                    <a:pt x="26270" y="27831"/>
                  </a:cubicBezTo>
                  <a:cubicBezTo>
                    <a:pt x="26980" y="27746"/>
                    <a:pt x="27633" y="27547"/>
                    <a:pt x="28229" y="27178"/>
                  </a:cubicBezTo>
                  <a:cubicBezTo>
                    <a:pt x="28258" y="27182"/>
                    <a:pt x="28287" y="27183"/>
                    <a:pt x="28316" y="27183"/>
                  </a:cubicBezTo>
                  <a:cubicBezTo>
                    <a:pt x="28513" y="27183"/>
                    <a:pt x="28702" y="27100"/>
                    <a:pt x="28826" y="26951"/>
                  </a:cubicBezTo>
                  <a:cubicBezTo>
                    <a:pt x="29621" y="26667"/>
                    <a:pt x="30388" y="26241"/>
                    <a:pt x="31012" y="25673"/>
                  </a:cubicBezTo>
                  <a:cubicBezTo>
                    <a:pt x="31325" y="25389"/>
                    <a:pt x="31552" y="24991"/>
                    <a:pt x="31609" y="24565"/>
                  </a:cubicBezTo>
                  <a:cubicBezTo>
                    <a:pt x="31978" y="22663"/>
                    <a:pt x="32375" y="20760"/>
                    <a:pt x="32773" y="18857"/>
                  </a:cubicBezTo>
                  <a:cubicBezTo>
                    <a:pt x="33227" y="16756"/>
                    <a:pt x="33653" y="14654"/>
                    <a:pt x="34108" y="12553"/>
                  </a:cubicBezTo>
                  <a:cubicBezTo>
                    <a:pt x="34704" y="9656"/>
                    <a:pt x="35329" y="6788"/>
                    <a:pt x="35925" y="3891"/>
                  </a:cubicBezTo>
                  <a:cubicBezTo>
                    <a:pt x="36124" y="2954"/>
                    <a:pt x="36323" y="1988"/>
                    <a:pt x="36493" y="1023"/>
                  </a:cubicBezTo>
                  <a:cubicBezTo>
                    <a:pt x="36522" y="682"/>
                    <a:pt x="36550" y="341"/>
                    <a:pt x="36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6"/>
            <p:cNvSpPr/>
            <p:nvPr/>
          </p:nvSpPr>
          <p:spPr>
            <a:xfrm>
              <a:off x="3052450" y="2508875"/>
              <a:ext cx="772475" cy="399850"/>
            </a:xfrm>
            <a:custGeom>
              <a:rect b="b" l="l" r="r" t="t"/>
              <a:pathLst>
                <a:path extrusionOk="0" h="15994" w="30899">
                  <a:moveTo>
                    <a:pt x="30898" y="1"/>
                  </a:moveTo>
                  <a:cubicBezTo>
                    <a:pt x="29961" y="995"/>
                    <a:pt x="24736" y="3721"/>
                    <a:pt x="15109" y="3721"/>
                  </a:cubicBezTo>
                  <a:cubicBezTo>
                    <a:pt x="6646" y="3721"/>
                    <a:pt x="796" y="881"/>
                    <a:pt x="0" y="171"/>
                  </a:cubicBezTo>
                  <a:lnTo>
                    <a:pt x="0" y="171"/>
                  </a:lnTo>
                  <a:cubicBezTo>
                    <a:pt x="852" y="3494"/>
                    <a:pt x="1733" y="6845"/>
                    <a:pt x="2613" y="10196"/>
                  </a:cubicBezTo>
                  <a:cubicBezTo>
                    <a:pt x="2840" y="11019"/>
                    <a:pt x="2982" y="11871"/>
                    <a:pt x="3295" y="12667"/>
                  </a:cubicBezTo>
                  <a:cubicBezTo>
                    <a:pt x="3380" y="12951"/>
                    <a:pt x="3579" y="13206"/>
                    <a:pt x="3834" y="13377"/>
                  </a:cubicBezTo>
                  <a:cubicBezTo>
                    <a:pt x="4402" y="13746"/>
                    <a:pt x="4999" y="14001"/>
                    <a:pt x="5652" y="14115"/>
                  </a:cubicBezTo>
                  <a:cubicBezTo>
                    <a:pt x="5771" y="14258"/>
                    <a:pt x="5949" y="14321"/>
                    <a:pt x="6138" y="14321"/>
                  </a:cubicBezTo>
                  <a:cubicBezTo>
                    <a:pt x="6174" y="14321"/>
                    <a:pt x="6211" y="14318"/>
                    <a:pt x="6248" y="14314"/>
                  </a:cubicBezTo>
                  <a:cubicBezTo>
                    <a:pt x="7128" y="14683"/>
                    <a:pt x="8066" y="14910"/>
                    <a:pt x="9031" y="15024"/>
                  </a:cubicBezTo>
                  <a:cubicBezTo>
                    <a:pt x="9150" y="15142"/>
                    <a:pt x="9296" y="15192"/>
                    <a:pt x="9442" y="15192"/>
                  </a:cubicBezTo>
                  <a:cubicBezTo>
                    <a:pt x="9505" y="15192"/>
                    <a:pt x="9567" y="15183"/>
                    <a:pt x="9628" y="15166"/>
                  </a:cubicBezTo>
                  <a:cubicBezTo>
                    <a:pt x="10622" y="15506"/>
                    <a:pt x="11644" y="15677"/>
                    <a:pt x="12695" y="15705"/>
                  </a:cubicBezTo>
                  <a:cubicBezTo>
                    <a:pt x="13110" y="15788"/>
                    <a:pt x="13100" y="15841"/>
                    <a:pt x="13154" y="15841"/>
                  </a:cubicBezTo>
                  <a:cubicBezTo>
                    <a:pt x="13174" y="15841"/>
                    <a:pt x="13202" y="15834"/>
                    <a:pt x="13263" y="15819"/>
                  </a:cubicBezTo>
                  <a:cubicBezTo>
                    <a:pt x="13838" y="15883"/>
                    <a:pt x="14413" y="15915"/>
                    <a:pt x="14988" y="15915"/>
                  </a:cubicBezTo>
                  <a:cubicBezTo>
                    <a:pt x="15180" y="15915"/>
                    <a:pt x="15371" y="15911"/>
                    <a:pt x="15563" y="15904"/>
                  </a:cubicBezTo>
                  <a:cubicBezTo>
                    <a:pt x="15654" y="15965"/>
                    <a:pt x="15770" y="15993"/>
                    <a:pt x="15888" y="15993"/>
                  </a:cubicBezTo>
                  <a:cubicBezTo>
                    <a:pt x="15991" y="15993"/>
                    <a:pt x="16095" y="15972"/>
                    <a:pt x="16188" y="15932"/>
                  </a:cubicBezTo>
                  <a:cubicBezTo>
                    <a:pt x="16387" y="15932"/>
                    <a:pt x="16557" y="15989"/>
                    <a:pt x="16756" y="15989"/>
                  </a:cubicBezTo>
                  <a:cubicBezTo>
                    <a:pt x="17608" y="15989"/>
                    <a:pt x="18431" y="15932"/>
                    <a:pt x="19283" y="15819"/>
                  </a:cubicBezTo>
                  <a:cubicBezTo>
                    <a:pt x="19360" y="15844"/>
                    <a:pt x="19442" y="15858"/>
                    <a:pt x="19525" y="15858"/>
                  </a:cubicBezTo>
                  <a:cubicBezTo>
                    <a:pt x="19627" y="15858"/>
                    <a:pt x="19729" y="15837"/>
                    <a:pt x="19823" y="15790"/>
                  </a:cubicBezTo>
                  <a:cubicBezTo>
                    <a:pt x="20334" y="15734"/>
                    <a:pt x="20845" y="15705"/>
                    <a:pt x="21328" y="15648"/>
                  </a:cubicBezTo>
                  <a:cubicBezTo>
                    <a:pt x="21754" y="15592"/>
                    <a:pt x="22152" y="15478"/>
                    <a:pt x="22549" y="15336"/>
                  </a:cubicBezTo>
                  <a:cubicBezTo>
                    <a:pt x="22947" y="15308"/>
                    <a:pt x="22947" y="15308"/>
                    <a:pt x="23089" y="15166"/>
                  </a:cubicBezTo>
                  <a:cubicBezTo>
                    <a:pt x="23770" y="15052"/>
                    <a:pt x="24452" y="14825"/>
                    <a:pt x="25048" y="14512"/>
                  </a:cubicBezTo>
                  <a:cubicBezTo>
                    <a:pt x="25077" y="14516"/>
                    <a:pt x="25106" y="14518"/>
                    <a:pt x="25135" y="14518"/>
                  </a:cubicBezTo>
                  <a:cubicBezTo>
                    <a:pt x="25332" y="14518"/>
                    <a:pt x="25521" y="14434"/>
                    <a:pt x="25645" y="14285"/>
                  </a:cubicBezTo>
                  <a:cubicBezTo>
                    <a:pt x="26440" y="14001"/>
                    <a:pt x="27207" y="13547"/>
                    <a:pt x="27831" y="12979"/>
                  </a:cubicBezTo>
                  <a:cubicBezTo>
                    <a:pt x="28144" y="12695"/>
                    <a:pt x="28371" y="12326"/>
                    <a:pt x="28428" y="11900"/>
                  </a:cubicBezTo>
                  <a:cubicBezTo>
                    <a:pt x="28797" y="9969"/>
                    <a:pt x="29194" y="8066"/>
                    <a:pt x="29592" y="6163"/>
                  </a:cubicBezTo>
                  <a:cubicBezTo>
                    <a:pt x="30018" y="4118"/>
                    <a:pt x="30472" y="2045"/>
                    <a:pt x="308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6"/>
            <p:cNvSpPr/>
            <p:nvPr/>
          </p:nvSpPr>
          <p:spPr>
            <a:xfrm>
              <a:off x="2967250" y="2116975"/>
              <a:ext cx="925125" cy="130650"/>
            </a:xfrm>
            <a:custGeom>
              <a:rect b="b" l="l" r="r" t="t"/>
              <a:pathLst>
                <a:path extrusionOk="0" h="5226" w="37005">
                  <a:moveTo>
                    <a:pt x="18488" y="0"/>
                  </a:moveTo>
                  <a:cubicBezTo>
                    <a:pt x="8265" y="0"/>
                    <a:pt x="0" y="1165"/>
                    <a:pt x="0" y="2613"/>
                  </a:cubicBezTo>
                  <a:cubicBezTo>
                    <a:pt x="0" y="4062"/>
                    <a:pt x="8265" y="5226"/>
                    <a:pt x="18488" y="5226"/>
                  </a:cubicBezTo>
                  <a:cubicBezTo>
                    <a:pt x="28712" y="5226"/>
                    <a:pt x="37004" y="4062"/>
                    <a:pt x="37004" y="2613"/>
                  </a:cubicBezTo>
                  <a:cubicBezTo>
                    <a:pt x="37004" y="1165"/>
                    <a:pt x="28712" y="0"/>
                    <a:pt x="18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6"/>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6"/>
            <p:cNvSpPr/>
            <p:nvPr/>
          </p:nvSpPr>
          <p:spPr>
            <a:xfrm>
              <a:off x="3359875" y="2795000"/>
              <a:ext cx="6400" cy="106525"/>
            </a:xfrm>
            <a:custGeom>
              <a:rect b="b" l="l" r="r" t="t"/>
              <a:pathLst>
                <a:path extrusionOk="0" h="4261" w="256">
                  <a:moveTo>
                    <a:pt x="0" y="0"/>
                  </a:moveTo>
                  <a:cubicBezTo>
                    <a:pt x="85" y="1420"/>
                    <a:pt x="170" y="2840"/>
                    <a:pt x="256" y="4260"/>
                  </a:cubicBezTo>
                  <a:lnTo>
                    <a:pt x="256" y="4260"/>
                  </a:lnTo>
                  <a:cubicBezTo>
                    <a:pt x="170" y="2840"/>
                    <a:pt x="85" y="1420"/>
                    <a:pt x="0"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6"/>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6"/>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6"/>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6"/>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6"/>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6"/>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6"/>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6"/>
            <p:cNvSpPr/>
            <p:nvPr/>
          </p:nvSpPr>
          <p:spPr>
            <a:xfrm>
              <a:off x="3115625" y="2748150"/>
              <a:ext cx="659600" cy="113625"/>
            </a:xfrm>
            <a:custGeom>
              <a:rect b="b" l="l" r="r" t="t"/>
              <a:pathLst>
                <a:path extrusionOk="0" h="4545" w="26384">
                  <a:moveTo>
                    <a:pt x="26383" y="0"/>
                  </a:moveTo>
                  <a:lnTo>
                    <a:pt x="26383" y="0"/>
                  </a:lnTo>
                  <a:cubicBezTo>
                    <a:pt x="23913" y="1136"/>
                    <a:pt x="19312" y="2471"/>
                    <a:pt x="12582" y="2471"/>
                  </a:cubicBezTo>
                  <a:cubicBezTo>
                    <a:pt x="11673" y="2471"/>
                    <a:pt x="10821" y="2442"/>
                    <a:pt x="9969" y="2386"/>
                  </a:cubicBezTo>
                  <a:cubicBezTo>
                    <a:pt x="6561" y="2158"/>
                    <a:pt x="3182" y="1420"/>
                    <a:pt x="1" y="199"/>
                  </a:cubicBezTo>
                  <a:lnTo>
                    <a:pt x="1" y="199"/>
                  </a:lnTo>
                  <a:lnTo>
                    <a:pt x="86" y="596"/>
                  </a:lnTo>
                  <a:cubicBezTo>
                    <a:pt x="285" y="1250"/>
                    <a:pt x="398" y="1874"/>
                    <a:pt x="569" y="2499"/>
                  </a:cubicBezTo>
                  <a:cubicBezTo>
                    <a:pt x="4354" y="3863"/>
                    <a:pt x="8330" y="4545"/>
                    <a:pt x="12336" y="4545"/>
                  </a:cubicBezTo>
                  <a:cubicBezTo>
                    <a:pt x="12418" y="4545"/>
                    <a:pt x="12500" y="4544"/>
                    <a:pt x="12582" y="4544"/>
                  </a:cubicBezTo>
                  <a:cubicBezTo>
                    <a:pt x="14087" y="4544"/>
                    <a:pt x="15507" y="4487"/>
                    <a:pt x="16813" y="4374"/>
                  </a:cubicBezTo>
                  <a:cubicBezTo>
                    <a:pt x="18006" y="4260"/>
                    <a:pt x="19142" y="4090"/>
                    <a:pt x="20164" y="3919"/>
                  </a:cubicBezTo>
                  <a:cubicBezTo>
                    <a:pt x="21101" y="3749"/>
                    <a:pt x="21982" y="3578"/>
                    <a:pt x="22777" y="3351"/>
                  </a:cubicBezTo>
                  <a:cubicBezTo>
                    <a:pt x="22890" y="2670"/>
                    <a:pt x="23004" y="1988"/>
                    <a:pt x="23146" y="1306"/>
                  </a:cubicBezTo>
                  <a:lnTo>
                    <a:pt x="23146" y="1306"/>
                  </a:lnTo>
                  <a:lnTo>
                    <a:pt x="22777" y="3351"/>
                  </a:lnTo>
                  <a:cubicBezTo>
                    <a:pt x="23856" y="3067"/>
                    <a:pt x="24907" y="2698"/>
                    <a:pt x="25901" y="2272"/>
                  </a:cubicBezTo>
                  <a:cubicBezTo>
                    <a:pt x="26071" y="1505"/>
                    <a:pt x="26213" y="767"/>
                    <a:pt x="26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6"/>
            <p:cNvSpPr/>
            <p:nvPr/>
          </p:nvSpPr>
          <p:spPr>
            <a:xfrm>
              <a:off x="3005600" y="2169500"/>
              <a:ext cx="847725" cy="78125"/>
            </a:xfrm>
            <a:custGeom>
              <a:rect b="b" l="l" r="r" t="t"/>
              <a:pathLst>
                <a:path extrusionOk="0" h="3125" w="33909">
                  <a:moveTo>
                    <a:pt x="16954" y="1"/>
                  </a:moveTo>
                  <a:cubicBezTo>
                    <a:pt x="9372" y="1"/>
                    <a:pt x="2868" y="626"/>
                    <a:pt x="0" y="1563"/>
                  </a:cubicBezTo>
                  <a:cubicBezTo>
                    <a:pt x="2868" y="2472"/>
                    <a:pt x="9372" y="3125"/>
                    <a:pt x="16954" y="3125"/>
                  </a:cubicBezTo>
                  <a:cubicBezTo>
                    <a:pt x="24537" y="3125"/>
                    <a:pt x="31040" y="2472"/>
                    <a:pt x="33908" y="1563"/>
                  </a:cubicBezTo>
                  <a:cubicBezTo>
                    <a:pt x="31040" y="626"/>
                    <a:pt x="24537" y="1"/>
                    <a:pt x="169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6"/>
            <p:cNvSpPr/>
            <p:nvPr/>
          </p:nvSpPr>
          <p:spPr>
            <a:xfrm>
              <a:off x="2914000" y="1192475"/>
              <a:ext cx="874000" cy="1053025"/>
            </a:xfrm>
            <a:custGeom>
              <a:rect b="b" l="l" r="r" t="t"/>
              <a:pathLst>
                <a:path extrusionOk="0" h="42121" w="34960">
                  <a:moveTo>
                    <a:pt x="12245" y="1"/>
                  </a:moveTo>
                  <a:cubicBezTo>
                    <a:pt x="12207" y="1"/>
                    <a:pt x="12172" y="17"/>
                    <a:pt x="12155" y="34"/>
                  </a:cubicBezTo>
                  <a:cubicBezTo>
                    <a:pt x="12099" y="90"/>
                    <a:pt x="12042" y="147"/>
                    <a:pt x="12042" y="204"/>
                  </a:cubicBezTo>
                  <a:cubicBezTo>
                    <a:pt x="12042" y="318"/>
                    <a:pt x="12070" y="403"/>
                    <a:pt x="12127" y="488"/>
                  </a:cubicBezTo>
                  <a:cubicBezTo>
                    <a:pt x="12240" y="687"/>
                    <a:pt x="12382" y="857"/>
                    <a:pt x="12524" y="1056"/>
                  </a:cubicBezTo>
                  <a:cubicBezTo>
                    <a:pt x="13320" y="2107"/>
                    <a:pt x="14030" y="3214"/>
                    <a:pt x="14626" y="4350"/>
                  </a:cubicBezTo>
                  <a:cubicBezTo>
                    <a:pt x="16472" y="7815"/>
                    <a:pt x="17892" y="11450"/>
                    <a:pt x="18886" y="15227"/>
                  </a:cubicBezTo>
                  <a:cubicBezTo>
                    <a:pt x="19539" y="17698"/>
                    <a:pt x="20079" y="20197"/>
                    <a:pt x="20448" y="22696"/>
                  </a:cubicBezTo>
                  <a:cubicBezTo>
                    <a:pt x="20675" y="24286"/>
                    <a:pt x="20817" y="25877"/>
                    <a:pt x="20874" y="27467"/>
                  </a:cubicBezTo>
                  <a:cubicBezTo>
                    <a:pt x="21044" y="30420"/>
                    <a:pt x="21129" y="33402"/>
                    <a:pt x="21101" y="36356"/>
                  </a:cubicBezTo>
                  <a:cubicBezTo>
                    <a:pt x="21101" y="36498"/>
                    <a:pt x="21073" y="36640"/>
                    <a:pt x="21073" y="36782"/>
                  </a:cubicBezTo>
                  <a:cubicBezTo>
                    <a:pt x="21044" y="36838"/>
                    <a:pt x="21016" y="36867"/>
                    <a:pt x="20987" y="36867"/>
                  </a:cubicBezTo>
                  <a:cubicBezTo>
                    <a:pt x="20931" y="36867"/>
                    <a:pt x="20874" y="36838"/>
                    <a:pt x="20874" y="36782"/>
                  </a:cubicBezTo>
                  <a:cubicBezTo>
                    <a:pt x="20817" y="36611"/>
                    <a:pt x="20760" y="36441"/>
                    <a:pt x="20732" y="36242"/>
                  </a:cubicBezTo>
                  <a:cubicBezTo>
                    <a:pt x="20391" y="34311"/>
                    <a:pt x="19937" y="32408"/>
                    <a:pt x="19425" y="30506"/>
                  </a:cubicBezTo>
                  <a:cubicBezTo>
                    <a:pt x="18545" y="27069"/>
                    <a:pt x="16955" y="23832"/>
                    <a:pt x="14796" y="20992"/>
                  </a:cubicBezTo>
                  <a:cubicBezTo>
                    <a:pt x="13291" y="19061"/>
                    <a:pt x="11389" y="17499"/>
                    <a:pt x="9173" y="16448"/>
                  </a:cubicBezTo>
                  <a:cubicBezTo>
                    <a:pt x="7276" y="15461"/>
                    <a:pt x="5176" y="14948"/>
                    <a:pt x="3054" y="14948"/>
                  </a:cubicBezTo>
                  <a:cubicBezTo>
                    <a:pt x="2794" y="14948"/>
                    <a:pt x="2533" y="14956"/>
                    <a:pt x="2272" y="14971"/>
                  </a:cubicBezTo>
                  <a:cubicBezTo>
                    <a:pt x="1676" y="15000"/>
                    <a:pt x="1108" y="15085"/>
                    <a:pt x="540" y="15227"/>
                  </a:cubicBezTo>
                  <a:cubicBezTo>
                    <a:pt x="370" y="15284"/>
                    <a:pt x="228" y="15341"/>
                    <a:pt x="86" y="15426"/>
                  </a:cubicBezTo>
                  <a:cubicBezTo>
                    <a:pt x="29" y="15454"/>
                    <a:pt x="1" y="15511"/>
                    <a:pt x="1" y="15596"/>
                  </a:cubicBezTo>
                  <a:cubicBezTo>
                    <a:pt x="1" y="15681"/>
                    <a:pt x="86" y="15767"/>
                    <a:pt x="171" y="15767"/>
                  </a:cubicBezTo>
                  <a:lnTo>
                    <a:pt x="398" y="15767"/>
                  </a:lnTo>
                  <a:cubicBezTo>
                    <a:pt x="995" y="15681"/>
                    <a:pt x="1591" y="15625"/>
                    <a:pt x="2216" y="15625"/>
                  </a:cubicBezTo>
                  <a:cubicBezTo>
                    <a:pt x="2478" y="15603"/>
                    <a:pt x="2743" y="15593"/>
                    <a:pt x="3008" y="15593"/>
                  </a:cubicBezTo>
                  <a:cubicBezTo>
                    <a:pt x="3804" y="15593"/>
                    <a:pt x="4608" y="15688"/>
                    <a:pt x="5396" y="15880"/>
                  </a:cubicBezTo>
                  <a:cubicBezTo>
                    <a:pt x="8804" y="16618"/>
                    <a:pt x="11871" y="18521"/>
                    <a:pt x="14030" y="21276"/>
                  </a:cubicBezTo>
                  <a:cubicBezTo>
                    <a:pt x="15762" y="23434"/>
                    <a:pt x="17125" y="25905"/>
                    <a:pt x="18005" y="28546"/>
                  </a:cubicBezTo>
                  <a:cubicBezTo>
                    <a:pt x="19141" y="31812"/>
                    <a:pt x="19795" y="35191"/>
                    <a:pt x="20391" y="38571"/>
                  </a:cubicBezTo>
                  <a:cubicBezTo>
                    <a:pt x="20561" y="39451"/>
                    <a:pt x="20675" y="40332"/>
                    <a:pt x="20817" y="41212"/>
                  </a:cubicBezTo>
                  <a:cubicBezTo>
                    <a:pt x="20845" y="41439"/>
                    <a:pt x="20902" y="41695"/>
                    <a:pt x="20987" y="41950"/>
                  </a:cubicBezTo>
                  <a:cubicBezTo>
                    <a:pt x="21044" y="42064"/>
                    <a:pt x="21158" y="42121"/>
                    <a:pt x="21271" y="42121"/>
                  </a:cubicBezTo>
                  <a:cubicBezTo>
                    <a:pt x="21385" y="42121"/>
                    <a:pt x="21499" y="42035"/>
                    <a:pt x="21555" y="41950"/>
                  </a:cubicBezTo>
                  <a:cubicBezTo>
                    <a:pt x="21641" y="41780"/>
                    <a:pt x="21669" y="41581"/>
                    <a:pt x="21669" y="41382"/>
                  </a:cubicBezTo>
                  <a:cubicBezTo>
                    <a:pt x="21754" y="40076"/>
                    <a:pt x="21925" y="38770"/>
                    <a:pt x="22180" y="37492"/>
                  </a:cubicBezTo>
                  <a:cubicBezTo>
                    <a:pt x="22407" y="36185"/>
                    <a:pt x="22691" y="34879"/>
                    <a:pt x="22947" y="33573"/>
                  </a:cubicBezTo>
                  <a:cubicBezTo>
                    <a:pt x="23430" y="31074"/>
                    <a:pt x="23884" y="28546"/>
                    <a:pt x="24367" y="26047"/>
                  </a:cubicBezTo>
                  <a:cubicBezTo>
                    <a:pt x="24793" y="23775"/>
                    <a:pt x="25361" y="21531"/>
                    <a:pt x="26042" y="19345"/>
                  </a:cubicBezTo>
                  <a:cubicBezTo>
                    <a:pt x="26696" y="17300"/>
                    <a:pt x="27604" y="15369"/>
                    <a:pt x="28769" y="13580"/>
                  </a:cubicBezTo>
                  <a:cubicBezTo>
                    <a:pt x="29166" y="12983"/>
                    <a:pt x="29621" y="12415"/>
                    <a:pt x="30103" y="11876"/>
                  </a:cubicBezTo>
                  <a:cubicBezTo>
                    <a:pt x="30700" y="11223"/>
                    <a:pt x="31410" y="10655"/>
                    <a:pt x="32205" y="10257"/>
                  </a:cubicBezTo>
                  <a:cubicBezTo>
                    <a:pt x="32605" y="10031"/>
                    <a:pt x="33048" y="9911"/>
                    <a:pt x="33487" y="9911"/>
                  </a:cubicBezTo>
                  <a:cubicBezTo>
                    <a:pt x="33765" y="9911"/>
                    <a:pt x="34042" y="9959"/>
                    <a:pt x="34306" y="10058"/>
                  </a:cubicBezTo>
                  <a:cubicBezTo>
                    <a:pt x="34448" y="10087"/>
                    <a:pt x="34590" y="10144"/>
                    <a:pt x="34732" y="10144"/>
                  </a:cubicBezTo>
                  <a:cubicBezTo>
                    <a:pt x="34789" y="10144"/>
                    <a:pt x="34846" y="10115"/>
                    <a:pt x="34903" y="10058"/>
                  </a:cubicBezTo>
                  <a:cubicBezTo>
                    <a:pt x="34960" y="9973"/>
                    <a:pt x="34931" y="9860"/>
                    <a:pt x="34846" y="9803"/>
                  </a:cubicBezTo>
                  <a:cubicBezTo>
                    <a:pt x="34505" y="9519"/>
                    <a:pt x="34079" y="9348"/>
                    <a:pt x="33653" y="9320"/>
                  </a:cubicBezTo>
                  <a:cubicBezTo>
                    <a:pt x="33564" y="9313"/>
                    <a:pt x="33474" y="9309"/>
                    <a:pt x="33385" y="9309"/>
                  </a:cubicBezTo>
                  <a:cubicBezTo>
                    <a:pt x="32766" y="9309"/>
                    <a:pt x="32158" y="9480"/>
                    <a:pt x="31637" y="9803"/>
                  </a:cubicBezTo>
                  <a:cubicBezTo>
                    <a:pt x="30529" y="10399"/>
                    <a:pt x="29592" y="11223"/>
                    <a:pt x="28854" y="12245"/>
                  </a:cubicBezTo>
                  <a:cubicBezTo>
                    <a:pt x="27690" y="13722"/>
                    <a:pt x="26752" y="15397"/>
                    <a:pt x="26042" y="17158"/>
                  </a:cubicBezTo>
                  <a:cubicBezTo>
                    <a:pt x="25276" y="19089"/>
                    <a:pt x="24679" y="21077"/>
                    <a:pt x="24225" y="23093"/>
                  </a:cubicBezTo>
                  <a:cubicBezTo>
                    <a:pt x="23600" y="25735"/>
                    <a:pt x="23174" y="28376"/>
                    <a:pt x="22663" y="31017"/>
                  </a:cubicBezTo>
                  <a:cubicBezTo>
                    <a:pt x="22464" y="32039"/>
                    <a:pt x="22294" y="33090"/>
                    <a:pt x="22095" y="34112"/>
                  </a:cubicBezTo>
                  <a:cubicBezTo>
                    <a:pt x="22067" y="34254"/>
                    <a:pt x="22038" y="34396"/>
                    <a:pt x="21839" y="34453"/>
                  </a:cubicBezTo>
                  <a:cubicBezTo>
                    <a:pt x="21839" y="34339"/>
                    <a:pt x="21839" y="34226"/>
                    <a:pt x="21811" y="34112"/>
                  </a:cubicBezTo>
                  <a:cubicBezTo>
                    <a:pt x="21783" y="31528"/>
                    <a:pt x="21697" y="28972"/>
                    <a:pt x="21555" y="26388"/>
                  </a:cubicBezTo>
                  <a:cubicBezTo>
                    <a:pt x="21470" y="24883"/>
                    <a:pt x="21328" y="23349"/>
                    <a:pt x="21073" y="21844"/>
                  </a:cubicBezTo>
                  <a:cubicBezTo>
                    <a:pt x="20618" y="19004"/>
                    <a:pt x="19993" y="16221"/>
                    <a:pt x="19170" y="13466"/>
                  </a:cubicBezTo>
                  <a:cubicBezTo>
                    <a:pt x="18119" y="9916"/>
                    <a:pt x="16671" y="6508"/>
                    <a:pt x="14825" y="3299"/>
                  </a:cubicBezTo>
                  <a:cubicBezTo>
                    <a:pt x="14200" y="2192"/>
                    <a:pt x="13433" y="1141"/>
                    <a:pt x="12524" y="204"/>
                  </a:cubicBezTo>
                  <a:cubicBezTo>
                    <a:pt x="12468" y="147"/>
                    <a:pt x="12411" y="90"/>
                    <a:pt x="12326" y="34"/>
                  </a:cubicBezTo>
                  <a:cubicBezTo>
                    <a:pt x="12302" y="10"/>
                    <a:pt x="12273" y="1"/>
                    <a:pt x="12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6"/>
            <p:cNvSpPr/>
            <p:nvPr/>
          </p:nvSpPr>
          <p:spPr>
            <a:xfrm>
              <a:off x="2324025" y="1335600"/>
              <a:ext cx="926525" cy="1083000"/>
            </a:xfrm>
            <a:custGeom>
              <a:rect b="b" l="l" r="r" t="t"/>
              <a:pathLst>
                <a:path extrusionOk="0" h="43320" w="37061">
                  <a:moveTo>
                    <a:pt x="12337" y="10412"/>
                  </a:moveTo>
                  <a:cubicBezTo>
                    <a:pt x="12796" y="10412"/>
                    <a:pt x="13258" y="10459"/>
                    <a:pt x="13717" y="10553"/>
                  </a:cubicBezTo>
                  <a:cubicBezTo>
                    <a:pt x="14058" y="10638"/>
                    <a:pt x="14370" y="10780"/>
                    <a:pt x="14682" y="10950"/>
                  </a:cubicBezTo>
                  <a:cubicBezTo>
                    <a:pt x="14966" y="11121"/>
                    <a:pt x="15193" y="11376"/>
                    <a:pt x="15335" y="11660"/>
                  </a:cubicBezTo>
                  <a:cubicBezTo>
                    <a:pt x="15506" y="11973"/>
                    <a:pt x="15534" y="12313"/>
                    <a:pt x="15392" y="12626"/>
                  </a:cubicBezTo>
                  <a:cubicBezTo>
                    <a:pt x="15165" y="13194"/>
                    <a:pt x="14654" y="13620"/>
                    <a:pt x="14029" y="13648"/>
                  </a:cubicBezTo>
                  <a:cubicBezTo>
                    <a:pt x="13291" y="13733"/>
                    <a:pt x="12581" y="13790"/>
                    <a:pt x="11871" y="13790"/>
                  </a:cubicBezTo>
                  <a:cubicBezTo>
                    <a:pt x="11274" y="13819"/>
                    <a:pt x="10706" y="13904"/>
                    <a:pt x="10252" y="13932"/>
                  </a:cubicBezTo>
                  <a:cubicBezTo>
                    <a:pt x="10044" y="13932"/>
                    <a:pt x="9873" y="13945"/>
                    <a:pt x="9716" y="13945"/>
                  </a:cubicBezTo>
                  <a:cubicBezTo>
                    <a:pt x="9637" y="13945"/>
                    <a:pt x="9561" y="13942"/>
                    <a:pt x="9485" y="13932"/>
                  </a:cubicBezTo>
                  <a:cubicBezTo>
                    <a:pt x="8520" y="13819"/>
                    <a:pt x="8037" y="12711"/>
                    <a:pt x="8577" y="11916"/>
                  </a:cubicBezTo>
                  <a:cubicBezTo>
                    <a:pt x="8832" y="11518"/>
                    <a:pt x="9201" y="11206"/>
                    <a:pt x="9627" y="11007"/>
                  </a:cubicBezTo>
                  <a:cubicBezTo>
                    <a:pt x="10484" y="10607"/>
                    <a:pt x="11404" y="10412"/>
                    <a:pt x="12337" y="10412"/>
                  </a:cubicBezTo>
                  <a:close/>
                  <a:moveTo>
                    <a:pt x="23344" y="13468"/>
                  </a:moveTo>
                  <a:cubicBezTo>
                    <a:pt x="23677" y="13468"/>
                    <a:pt x="24010" y="13491"/>
                    <a:pt x="24338" y="13535"/>
                  </a:cubicBezTo>
                  <a:cubicBezTo>
                    <a:pt x="24963" y="13620"/>
                    <a:pt x="25559" y="13790"/>
                    <a:pt x="26127" y="14074"/>
                  </a:cubicBezTo>
                  <a:cubicBezTo>
                    <a:pt x="26411" y="14159"/>
                    <a:pt x="26638" y="14330"/>
                    <a:pt x="26809" y="14557"/>
                  </a:cubicBezTo>
                  <a:cubicBezTo>
                    <a:pt x="27036" y="14756"/>
                    <a:pt x="27121" y="15097"/>
                    <a:pt x="27036" y="15380"/>
                  </a:cubicBezTo>
                  <a:cubicBezTo>
                    <a:pt x="26922" y="15693"/>
                    <a:pt x="26667" y="15892"/>
                    <a:pt x="26326" y="15892"/>
                  </a:cubicBezTo>
                  <a:cubicBezTo>
                    <a:pt x="26241" y="15920"/>
                    <a:pt x="26155" y="15920"/>
                    <a:pt x="26070" y="15920"/>
                  </a:cubicBezTo>
                  <a:cubicBezTo>
                    <a:pt x="25587" y="15920"/>
                    <a:pt x="25105" y="15835"/>
                    <a:pt x="24622" y="15693"/>
                  </a:cubicBezTo>
                  <a:cubicBezTo>
                    <a:pt x="23656" y="15409"/>
                    <a:pt x="22662" y="15239"/>
                    <a:pt x="21668" y="15153"/>
                  </a:cubicBezTo>
                  <a:cubicBezTo>
                    <a:pt x="21470" y="15153"/>
                    <a:pt x="21242" y="15125"/>
                    <a:pt x="21044" y="15040"/>
                  </a:cubicBezTo>
                  <a:cubicBezTo>
                    <a:pt x="20646" y="14926"/>
                    <a:pt x="20532" y="14415"/>
                    <a:pt x="20845" y="14131"/>
                  </a:cubicBezTo>
                  <a:cubicBezTo>
                    <a:pt x="21100" y="13875"/>
                    <a:pt x="21413" y="13705"/>
                    <a:pt x="21754" y="13648"/>
                  </a:cubicBezTo>
                  <a:cubicBezTo>
                    <a:pt x="22277" y="13526"/>
                    <a:pt x="22812" y="13468"/>
                    <a:pt x="23344" y="13468"/>
                  </a:cubicBezTo>
                  <a:close/>
                  <a:moveTo>
                    <a:pt x="5751" y="17638"/>
                  </a:moveTo>
                  <a:cubicBezTo>
                    <a:pt x="5843" y="17638"/>
                    <a:pt x="5935" y="17652"/>
                    <a:pt x="6021" y="17681"/>
                  </a:cubicBezTo>
                  <a:cubicBezTo>
                    <a:pt x="6390" y="17794"/>
                    <a:pt x="6560" y="18164"/>
                    <a:pt x="6447" y="18504"/>
                  </a:cubicBezTo>
                  <a:cubicBezTo>
                    <a:pt x="6390" y="18646"/>
                    <a:pt x="6333" y="18760"/>
                    <a:pt x="6248" y="18874"/>
                  </a:cubicBezTo>
                  <a:cubicBezTo>
                    <a:pt x="5822" y="19413"/>
                    <a:pt x="5197" y="19782"/>
                    <a:pt x="4515" y="19924"/>
                  </a:cubicBezTo>
                  <a:cubicBezTo>
                    <a:pt x="4459" y="19953"/>
                    <a:pt x="4402" y="19953"/>
                    <a:pt x="4345" y="19953"/>
                  </a:cubicBezTo>
                  <a:cubicBezTo>
                    <a:pt x="4332" y="19954"/>
                    <a:pt x="4318" y="19954"/>
                    <a:pt x="4305" y="19954"/>
                  </a:cubicBezTo>
                  <a:cubicBezTo>
                    <a:pt x="3869" y="19954"/>
                    <a:pt x="3527" y="19514"/>
                    <a:pt x="3692" y="19101"/>
                  </a:cubicBezTo>
                  <a:cubicBezTo>
                    <a:pt x="3720" y="19016"/>
                    <a:pt x="3749" y="18930"/>
                    <a:pt x="3806" y="18845"/>
                  </a:cubicBezTo>
                  <a:cubicBezTo>
                    <a:pt x="4231" y="18277"/>
                    <a:pt x="4799" y="17880"/>
                    <a:pt x="5481" y="17681"/>
                  </a:cubicBezTo>
                  <a:cubicBezTo>
                    <a:pt x="5566" y="17652"/>
                    <a:pt x="5659" y="17638"/>
                    <a:pt x="5751" y="17638"/>
                  </a:cubicBezTo>
                  <a:close/>
                  <a:moveTo>
                    <a:pt x="17210" y="22480"/>
                  </a:moveTo>
                  <a:cubicBezTo>
                    <a:pt x="17522" y="22480"/>
                    <a:pt x="17863" y="22565"/>
                    <a:pt x="18147" y="22707"/>
                  </a:cubicBezTo>
                  <a:cubicBezTo>
                    <a:pt x="18289" y="22764"/>
                    <a:pt x="18403" y="22849"/>
                    <a:pt x="18516" y="22906"/>
                  </a:cubicBezTo>
                  <a:cubicBezTo>
                    <a:pt x="20277" y="24099"/>
                    <a:pt x="21754" y="25519"/>
                    <a:pt x="22634" y="27507"/>
                  </a:cubicBezTo>
                  <a:cubicBezTo>
                    <a:pt x="22890" y="28046"/>
                    <a:pt x="23060" y="28643"/>
                    <a:pt x="23174" y="29239"/>
                  </a:cubicBezTo>
                  <a:cubicBezTo>
                    <a:pt x="23259" y="29665"/>
                    <a:pt x="23202" y="30091"/>
                    <a:pt x="23032" y="30460"/>
                  </a:cubicBezTo>
                  <a:cubicBezTo>
                    <a:pt x="22930" y="30786"/>
                    <a:pt x="22623" y="30981"/>
                    <a:pt x="22311" y="30981"/>
                  </a:cubicBezTo>
                  <a:cubicBezTo>
                    <a:pt x="22189" y="30981"/>
                    <a:pt x="22065" y="30950"/>
                    <a:pt x="21952" y="30886"/>
                  </a:cubicBezTo>
                  <a:cubicBezTo>
                    <a:pt x="21725" y="30773"/>
                    <a:pt x="21555" y="30631"/>
                    <a:pt x="21413" y="30432"/>
                  </a:cubicBezTo>
                  <a:cubicBezTo>
                    <a:pt x="21129" y="30120"/>
                    <a:pt x="20902" y="29779"/>
                    <a:pt x="20703" y="29381"/>
                  </a:cubicBezTo>
                  <a:cubicBezTo>
                    <a:pt x="20106" y="28330"/>
                    <a:pt x="19340" y="27365"/>
                    <a:pt x="18488" y="26513"/>
                  </a:cubicBezTo>
                  <a:cubicBezTo>
                    <a:pt x="18033" y="26058"/>
                    <a:pt x="17551" y="25576"/>
                    <a:pt x="17096" y="25121"/>
                  </a:cubicBezTo>
                  <a:cubicBezTo>
                    <a:pt x="16812" y="24809"/>
                    <a:pt x="16528" y="24497"/>
                    <a:pt x="16301" y="24127"/>
                  </a:cubicBezTo>
                  <a:cubicBezTo>
                    <a:pt x="16187" y="23929"/>
                    <a:pt x="16102" y="23701"/>
                    <a:pt x="16102" y="23474"/>
                  </a:cubicBezTo>
                  <a:cubicBezTo>
                    <a:pt x="16074" y="22878"/>
                    <a:pt x="16528" y="22480"/>
                    <a:pt x="17210" y="22480"/>
                  </a:cubicBezTo>
                  <a:close/>
                  <a:moveTo>
                    <a:pt x="12747" y="34444"/>
                  </a:moveTo>
                  <a:cubicBezTo>
                    <a:pt x="12809" y="34444"/>
                    <a:pt x="12877" y="34460"/>
                    <a:pt x="12950" y="34493"/>
                  </a:cubicBezTo>
                  <a:cubicBezTo>
                    <a:pt x="13456" y="34718"/>
                    <a:pt x="13545" y="35165"/>
                    <a:pt x="13601" y="35725"/>
                  </a:cubicBezTo>
                  <a:lnTo>
                    <a:pt x="13601" y="35725"/>
                  </a:lnTo>
                  <a:cubicBezTo>
                    <a:pt x="13574" y="35890"/>
                    <a:pt x="13545" y="36030"/>
                    <a:pt x="13490" y="36197"/>
                  </a:cubicBezTo>
                  <a:cubicBezTo>
                    <a:pt x="13461" y="36367"/>
                    <a:pt x="13291" y="36509"/>
                    <a:pt x="13092" y="36538"/>
                  </a:cubicBezTo>
                  <a:cubicBezTo>
                    <a:pt x="13074" y="36541"/>
                    <a:pt x="13056" y="36542"/>
                    <a:pt x="13038" y="36542"/>
                  </a:cubicBezTo>
                  <a:cubicBezTo>
                    <a:pt x="12881" y="36542"/>
                    <a:pt x="12714" y="36438"/>
                    <a:pt x="12638" y="36310"/>
                  </a:cubicBezTo>
                  <a:cubicBezTo>
                    <a:pt x="12552" y="36197"/>
                    <a:pt x="12524" y="36083"/>
                    <a:pt x="12467" y="35998"/>
                  </a:cubicBezTo>
                  <a:cubicBezTo>
                    <a:pt x="12325" y="35600"/>
                    <a:pt x="12325" y="35146"/>
                    <a:pt x="12439" y="34749"/>
                  </a:cubicBezTo>
                  <a:cubicBezTo>
                    <a:pt x="12479" y="34546"/>
                    <a:pt x="12592" y="34444"/>
                    <a:pt x="12747" y="34444"/>
                  </a:cubicBezTo>
                  <a:close/>
                  <a:moveTo>
                    <a:pt x="20887" y="9566"/>
                  </a:moveTo>
                  <a:cubicBezTo>
                    <a:pt x="20923" y="9566"/>
                    <a:pt x="20958" y="9573"/>
                    <a:pt x="20987" y="9587"/>
                  </a:cubicBezTo>
                  <a:cubicBezTo>
                    <a:pt x="21044" y="9616"/>
                    <a:pt x="21072" y="9701"/>
                    <a:pt x="21072" y="9758"/>
                  </a:cubicBezTo>
                  <a:cubicBezTo>
                    <a:pt x="20987" y="9928"/>
                    <a:pt x="20902" y="10098"/>
                    <a:pt x="20788" y="10240"/>
                  </a:cubicBezTo>
                  <a:cubicBezTo>
                    <a:pt x="20248" y="11064"/>
                    <a:pt x="19709" y="11887"/>
                    <a:pt x="19169" y="12711"/>
                  </a:cubicBezTo>
                  <a:cubicBezTo>
                    <a:pt x="18516" y="13733"/>
                    <a:pt x="17863" y="14727"/>
                    <a:pt x="17210" y="15778"/>
                  </a:cubicBezTo>
                  <a:cubicBezTo>
                    <a:pt x="16897" y="16261"/>
                    <a:pt x="16642" y="16800"/>
                    <a:pt x="16358" y="17283"/>
                  </a:cubicBezTo>
                  <a:cubicBezTo>
                    <a:pt x="14966" y="19726"/>
                    <a:pt x="13774" y="22281"/>
                    <a:pt x="12780" y="24894"/>
                  </a:cubicBezTo>
                  <a:cubicBezTo>
                    <a:pt x="12240" y="26257"/>
                    <a:pt x="11842" y="27649"/>
                    <a:pt x="11445" y="29040"/>
                  </a:cubicBezTo>
                  <a:cubicBezTo>
                    <a:pt x="10990" y="30545"/>
                    <a:pt x="10621" y="32107"/>
                    <a:pt x="10280" y="33641"/>
                  </a:cubicBezTo>
                  <a:cubicBezTo>
                    <a:pt x="9940" y="35004"/>
                    <a:pt x="9656" y="36367"/>
                    <a:pt x="9457" y="37759"/>
                  </a:cubicBezTo>
                  <a:cubicBezTo>
                    <a:pt x="9286" y="38810"/>
                    <a:pt x="9145" y="39889"/>
                    <a:pt x="9031" y="40939"/>
                  </a:cubicBezTo>
                  <a:cubicBezTo>
                    <a:pt x="9031" y="41138"/>
                    <a:pt x="8974" y="41309"/>
                    <a:pt x="8861" y="41479"/>
                  </a:cubicBezTo>
                  <a:cubicBezTo>
                    <a:pt x="8832" y="41536"/>
                    <a:pt x="8775" y="41564"/>
                    <a:pt x="8690" y="41564"/>
                  </a:cubicBezTo>
                  <a:cubicBezTo>
                    <a:pt x="8605" y="41564"/>
                    <a:pt x="8520" y="41479"/>
                    <a:pt x="8520" y="41394"/>
                  </a:cubicBezTo>
                  <a:cubicBezTo>
                    <a:pt x="8491" y="41280"/>
                    <a:pt x="8491" y="41110"/>
                    <a:pt x="8491" y="40911"/>
                  </a:cubicBezTo>
                  <a:lnTo>
                    <a:pt x="8520" y="40911"/>
                  </a:lnTo>
                  <a:cubicBezTo>
                    <a:pt x="8605" y="40457"/>
                    <a:pt x="8605" y="39889"/>
                    <a:pt x="8662" y="39378"/>
                  </a:cubicBezTo>
                  <a:cubicBezTo>
                    <a:pt x="8861" y="38100"/>
                    <a:pt x="9059" y="36793"/>
                    <a:pt x="9315" y="35515"/>
                  </a:cubicBezTo>
                  <a:cubicBezTo>
                    <a:pt x="9741" y="33499"/>
                    <a:pt x="10195" y="31511"/>
                    <a:pt x="10735" y="29523"/>
                  </a:cubicBezTo>
                  <a:cubicBezTo>
                    <a:pt x="11132" y="28046"/>
                    <a:pt x="11615" y="26570"/>
                    <a:pt x="12126" y="25121"/>
                  </a:cubicBezTo>
                  <a:cubicBezTo>
                    <a:pt x="12524" y="23985"/>
                    <a:pt x="12978" y="22849"/>
                    <a:pt x="13490" y="21742"/>
                  </a:cubicBezTo>
                  <a:cubicBezTo>
                    <a:pt x="14086" y="20492"/>
                    <a:pt x="14682" y="19271"/>
                    <a:pt x="15335" y="18050"/>
                  </a:cubicBezTo>
                  <a:cubicBezTo>
                    <a:pt x="16045" y="16658"/>
                    <a:pt x="16841" y="15295"/>
                    <a:pt x="17721" y="13989"/>
                  </a:cubicBezTo>
                  <a:cubicBezTo>
                    <a:pt x="18658" y="12654"/>
                    <a:pt x="19510" y="11206"/>
                    <a:pt x="20532" y="9900"/>
                  </a:cubicBezTo>
                  <a:cubicBezTo>
                    <a:pt x="20618" y="9786"/>
                    <a:pt x="20646" y="9644"/>
                    <a:pt x="20788" y="9587"/>
                  </a:cubicBezTo>
                  <a:cubicBezTo>
                    <a:pt x="20816" y="9573"/>
                    <a:pt x="20852" y="9566"/>
                    <a:pt x="20887" y="9566"/>
                  </a:cubicBezTo>
                  <a:close/>
                  <a:moveTo>
                    <a:pt x="11592" y="0"/>
                  </a:moveTo>
                  <a:cubicBezTo>
                    <a:pt x="10313" y="0"/>
                    <a:pt x="9063" y="388"/>
                    <a:pt x="8009" y="1124"/>
                  </a:cubicBezTo>
                  <a:cubicBezTo>
                    <a:pt x="6418" y="2118"/>
                    <a:pt x="5027" y="3396"/>
                    <a:pt x="3862" y="4873"/>
                  </a:cubicBezTo>
                  <a:cubicBezTo>
                    <a:pt x="3806" y="4930"/>
                    <a:pt x="3664" y="5015"/>
                    <a:pt x="3749" y="5157"/>
                  </a:cubicBezTo>
                  <a:cubicBezTo>
                    <a:pt x="4856" y="4731"/>
                    <a:pt x="6021" y="4390"/>
                    <a:pt x="7185" y="4163"/>
                  </a:cubicBezTo>
                  <a:cubicBezTo>
                    <a:pt x="7989" y="3982"/>
                    <a:pt x="8808" y="3886"/>
                    <a:pt x="9641" y="3886"/>
                  </a:cubicBezTo>
                  <a:cubicBezTo>
                    <a:pt x="9984" y="3886"/>
                    <a:pt x="10330" y="3903"/>
                    <a:pt x="10678" y="3936"/>
                  </a:cubicBezTo>
                  <a:cubicBezTo>
                    <a:pt x="11757" y="3993"/>
                    <a:pt x="12780" y="4504"/>
                    <a:pt x="13518" y="5299"/>
                  </a:cubicBezTo>
                  <a:cubicBezTo>
                    <a:pt x="13859" y="5668"/>
                    <a:pt x="14114" y="6151"/>
                    <a:pt x="14228" y="6662"/>
                  </a:cubicBezTo>
                  <a:cubicBezTo>
                    <a:pt x="14370" y="7344"/>
                    <a:pt x="14228" y="7855"/>
                    <a:pt x="13291" y="8224"/>
                  </a:cubicBezTo>
                  <a:cubicBezTo>
                    <a:pt x="13165" y="8278"/>
                    <a:pt x="13016" y="8298"/>
                    <a:pt x="12866" y="8298"/>
                  </a:cubicBezTo>
                  <a:cubicBezTo>
                    <a:pt x="12779" y="8298"/>
                    <a:pt x="12692" y="8291"/>
                    <a:pt x="12609" y="8281"/>
                  </a:cubicBezTo>
                  <a:cubicBezTo>
                    <a:pt x="12183" y="8252"/>
                    <a:pt x="11786" y="8196"/>
                    <a:pt x="11360" y="8139"/>
                  </a:cubicBezTo>
                  <a:cubicBezTo>
                    <a:pt x="10337" y="7914"/>
                    <a:pt x="9300" y="7807"/>
                    <a:pt x="8259" y="7807"/>
                  </a:cubicBezTo>
                  <a:cubicBezTo>
                    <a:pt x="7854" y="7807"/>
                    <a:pt x="7449" y="7823"/>
                    <a:pt x="7043" y="7855"/>
                  </a:cubicBezTo>
                  <a:cubicBezTo>
                    <a:pt x="4572" y="7968"/>
                    <a:pt x="2300" y="9133"/>
                    <a:pt x="795" y="11064"/>
                  </a:cubicBezTo>
                  <a:cubicBezTo>
                    <a:pt x="625" y="11291"/>
                    <a:pt x="511" y="11547"/>
                    <a:pt x="454" y="11802"/>
                  </a:cubicBezTo>
                  <a:cubicBezTo>
                    <a:pt x="312" y="12796"/>
                    <a:pt x="227" y="13762"/>
                    <a:pt x="170" y="14756"/>
                  </a:cubicBezTo>
                  <a:cubicBezTo>
                    <a:pt x="0" y="16744"/>
                    <a:pt x="170" y="18760"/>
                    <a:pt x="596" y="20748"/>
                  </a:cubicBezTo>
                  <a:cubicBezTo>
                    <a:pt x="1051" y="22963"/>
                    <a:pt x="1761" y="25121"/>
                    <a:pt x="2357" y="27308"/>
                  </a:cubicBezTo>
                  <a:lnTo>
                    <a:pt x="2386" y="27365"/>
                  </a:lnTo>
                  <a:cubicBezTo>
                    <a:pt x="2404" y="27441"/>
                    <a:pt x="2461" y="27478"/>
                    <a:pt x="2522" y="27478"/>
                  </a:cubicBezTo>
                  <a:cubicBezTo>
                    <a:pt x="2553" y="27478"/>
                    <a:pt x="2584" y="27469"/>
                    <a:pt x="2613" y="27450"/>
                  </a:cubicBezTo>
                  <a:cubicBezTo>
                    <a:pt x="2726" y="27308"/>
                    <a:pt x="2868" y="27166"/>
                    <a:pt x="2982" y="27024"/>
                  </a:cubicBezTo>
                  <a:cubicBezTo>
                    <a:pt x="3607" y="26342"/>
                    <a:pt x="4260" y="25661"/>
                    <a:pt x="4885" y="24979"/>
                  </a:cubicBezTo>
                  <a:cubicBezTo>
                    <a:pt x="5424" y="24383"/>
                    <a:pt x="6021" y="23843"/>
                    <a:pt x="6674" y="23389"/>
                  </a:cubicBezTo>
                  <a:cubicBezTo>
                    <a:pt x="6986" y="23190"/>
                    <a:pt x="7299" y="22991"/>
                    <a:pt x="7639" y="22849"/>
                  </a:cubicBezTo>
                  <a:cubicBezTo>
                    <a:pt x="7923" y="22736"/>
                    <a:pt x="8236" y="22679"/>
                    <a:pt x="8548" y="22679"/>
                  </a:cubicBezTo>
                  <a:cubicBezTo>
                    <a:pt x="8561" y="22678"/>
                    <a:pt x="8574" y="22678"/>
                    <a:pt x="8587" y="22678"/>
                  </a:cubicBezTo>
                  <a:cubicBezTo>
                    <a:pt x="9164" y="22678"/>
                    <a:pt x="9594" y="23288"/>
                    <a:pt x="9372" y="23843"/>
                  </a:cubicBezTo>
                  <a:cubicBezTo>
                    <a:pt x="9286" y="24156"/>
                    <a:pt x="9145" y="24411"/>
                    <a:pt x="8946" y="24639"/>
                  </a:cubicBezTo>
                  <a:cubicBezTo>
                    <a:pt x="8548" y="25121"/>
                    <a:pt x="8122" y="25519"/>
                    <a:pt x="7639" y="25888"/>
                  </a:cubicBezTo>
                  <a:cubicBezTo>
                    <a:pt x="6958" y="26399"/>
                    <a:pt x="6276" y="26910"/>
                    <a:pt x="5595" y="27393"/>
                  </a:cubicBezTo>
                  <a:cubicBezTo>
                    <a:pt x="4771" y="28018"/>
                    <a:pt x="4004" y="28728"/>
                    <a:pt x="3380" y="29523"/>
                  </a:cubicBezTo>
                  <a:cubicBezTo>
                    <a:pt x="3152" y="29750"/>
                    <a:pt x="3096" y="30063"/>
                    <a:pt x="3181" y="30375"/>
                  </a:cubicBezTo>
                  <a:cubicBezTo>
                    <a:pt x="3607" y="31738"/>
                    <a:pt x="4004" y="33101"/>
                    <a:pt x="4487" y="34493"/>
                  </a:cubicBezTo>
                  <a:cubicBezTo>
                    <a:pt x="4714" y="34323"/>
                    <a:pt x="4856" y="34124"/>
                    <a:pt x="4970" y="33868"/>
                  </a:cubicBezTo>
                  <a:cubicBezTo>
                    <a:pt x="5623" y="32931"/>
                    <a:pt x="6361" y="32051"/>
                    <a:pt x="7157" y="31227"/>
                  </a:cubicBezTo>
                  <a:cubicBezTo>
                    <a:pt x="7327" y="31057"/>
                    <a:pt x="7497" y="30915"/>
                    <a:pt x="7725" y="30829"/>
                  </a:cubicBezTo>
                  <a:cubicBezTo>
                    <a:pt x="7776" y="30804"/>
                    <a:pt x="7827" y="30790"/>
                    <a:pt x="7875" y="30790"/>
                  </a:cubicBezTo>
                  <a:cubicBezTo>
                    <a:pt x="7935" y="30790"/>
                    <a:pt x="7990" y="30811"/>
                    <a:pt x="8037" y="30858"/>
                  </a:cubicBezTo>
                  <a:cubicBezTo>
                    <a:pt x="8151" y="30943"/>
                    <a:pt x="8179" y="31085"/>
                    <a:pt x="8122" y="31199"/>
                  </a:cubicBezTo>
                  <a:cubicBezTo>
                    <a:pt x="8094" y="31312"/>
                    <a:pt x="8037" y="31454"/>
                    <a:pt x="7952" y="31568"/>
                  </a:cubicBezTo>
                  <a:cubicBezTo>
                    <a:pt x="7696" y="32079"/>
                    <a:pt x="7441" y="32562"/>
                    <a:pt x="7157" y="33045"/>
                  </a:cubicBezTo>
                  <a:cubicBezTo>
                    <a:pt x="6532" y="34124"/>
                    <a:pt x="6021" y="35260"/>
                    <a:pt x="5509" y="36367"/>
                  </a:cubicBezTo>
                  <a:cubicBezTo>
                    <a:pt x="5339" y="36651"/>
                    <a:pt x="5339" y="37020"/>
                    <a:pt x="5481" y="37304"/>
                  </a:cubicBezTo>
                  <a:cubicBezTo>
                    <a:pt x="5822" y="38128"/>
                    <a:pt x="6106" y="38980"/>
                    <a:pt x="6447" y="39804"/>
                  </a:cubicBezTo>
                  <a:cubicBezTo>
                    <a:pt x="6787" y="40684"/>
                    <a:pt x="7213" y="41564"/>
                    <a:pt x="7668" y="42388"/>
                  </a:cubicBezTo>
                  <a:cubicBezTo>
                    <a:pt x="7781" y="42615"/>
                    <a:pt x="7923" y="42842"/>
                    <a:pt x="8094" y="43041"/>
                  </a:cubicBezTo>
                  <a:cubicBezTo>
                    <a:pt x="8233" y="43227"/>
                    <a:pt x="8356" y="43320"/>
                    <a:pt x="8498" y="43320"/>
                  </a:cubicBezTo>
                  <a:cubicBezTo>
                    <a:pt x="8617" y="43320"/>
                    <a:pt x="8750" y="43255"/>
                    <a:pt x="8917" y="43126"/>
                  </a:cubicBezTo>
                  <a:cubicBezTo>
                    <a:pt x="9230" y="42927"/>
                    <a:pt x="9485" y="42643"/>
                    <a:pt x="9712" y="42359"/>
                  </a:cubicBezTo>
                  <a:cubicBezTo>
                    <a:pt x="10110" y="41820"/>
                    <a:pt x="10564" y="41365"/>
                    <a:pt x="11104" y="40968"/>
                  </a:cubicBezTo>
                  <a:cubicBezTo>
                    <a:pt x="11445" y="40712"/>
                    <a:pt x="11757" y="40457"/>
                    <a:pt x="12070" y="40173"/>
                  </a:cubicBezTo>
                  <a:cubicBezTo>
                    <a:pt x="12893" y="39491"/>
                    <a:pt x="13745" y="38866"/>
                    <a:pt x="14654" y="38355"/>
                  </a:cubicBezTo>
                  <a:cubicBezTo>
                    <a:pt x="15250" y="37986"/>
                    <a:pt x="15847" y="37645"/>
                    <a:pt x="16471" y="37276"/>
                  </a:cubicBezTo>
                  <a:cubicBezTo>
                    <a:pt x="16670" y="37191"/>
                    <a:pt x="16784" y="36992"/>
                    <a:pt x="16784" y="36793"/>
                  </a:cubicBezTo>
                  <a:cubicBezTo>
                    <a:pt x="16755" y="35913"/>
                    <a:pt x="16699" y="35061"/>
                    <a:pt x="16585" y="34209"/>
                  </a:cubicBezTo>
                  <a:cubicBezTo>
                    <a:pt x="16358" y="32789"/>
                    <a:pt x="15847" y="31426"/>
                    <a:pt x="15080" y="30205"/>
                  </a:cubicBezTo>
                  <a:cubicBezTo>
                    <a:pt x="14796" y="29779"/>
                    <a:pt x="14569" y="29324"/>
                    <a:pt x="14370" y="28842"/>
                  </a:cubicBezTo>
                  <a:cubicBezTo>
                    <a:pt x="14285" y="28671"/>
                    <a:pt x="14228" y="28444"/>
                    <a:pt x="14228" y="28245"/>
                  </a:cubicBezTo>
                  <a:cubicBezTo>
                    <a:pt x="14200" y="27848"/>
                    <a:pt x="14512" y="27507"/>
                    <a:pt x="14909" y="27507"/>
                  </a:cubicBezTo>
                  <a:cubicBezTo>
                    <a:pt x="14948" y="27502"/>
                    <a:pt x="14988" y="27500"/>
                    <a:pt x="15029" y="27500"/>
                  </a:cubicBezTo>
                  <a:cubicBezTo>
                    <a:pt x="15223" y="27500"/>
                    <a:pt x="15426" y="27555"/>
                    <a:pt x="15591" y="27649"/>
                  </a:cubicBezTo>
                  <a:cubicBezTo>
                    <a:pt x="16159" y="27933"/>
                    <a:pt x="16670" y="28330"/>
                    <a:pt x="17039" y="28842"/>
                  </a:cubicBezTo>
                  <a:cubicBezTo>
                    <a:pt x="17352" y="29239"/>
                    <a:pt x="17636" y="29665"/>
                    <a:pt x="17863" y="30148"/>
                  </a:cubicBezTo>
                  <a:cubicBezTo>
                    <a:pt x="18658" y="31710"/>
                    <a:pt x="19255" y="33357"/>
                    <a:pt x="19652" y="35089"/>
                  </a:cubicBezTo>
                  <a:cubicBezTo>
                    <a:pt x="19681" y="35231"/>
                    <a:pt x="19652" y="35402"/>
                    <a:pt x="19851" y="35515"/>
                  </a:cubicBezTo>
                  <a:cubicBezTo>
                    <a:pt x="21697" y="34692"/>
                    <a:pt x="23628" y="34010"/>
                    <a:pt x="25502" y="33272"/>
                  </a:cubicBezTo>
                  <a:cubicBezTo>
                    <a:pt x="26496" y="32874"/>
                    <a:pt x="27490" y="32391"/>
                    <a:pt x="28456" y="31965"/>
                  </a:cubicBezTo>
                  <a:cubicBezTo>
                    <a:pt x="28711" y="31880"/>
                    <a:pt x="28882" y="31653"/>
                    <a:pt x="28853" y="31397"/>
                  </a:cubicBezTo>
                  <a:cubicBezTo>
                    <a:pt x="28882" y="30915"/>
                    <a:pt x="28939" y="30460"/>
                    <a:pt x="28967" y="29978"/>
                  </a:cubicBezTo>
                  <a:cubicBezTo>
                    <a:pt x="28995" y="29324"/>
                    <a:pt x="28939" y="28671"/>
                    <a:pt x="28768" y="28046"/>
                  </a:cubicBezTo>
                  <a:cubicBezTo>
                    <a:pt x="28427" y="26626"/>
                    <a:pt x="27604" y="25349"/>
                    <a:pt x="26468" y="24440"/>
                  </a:cubicBezTo>
                  <a:cubicBezTo>
                    <a:pt x="25815" y="23900"/>
                    <a:pt x="25133" y="23417"/>
                    <a:pt x="24395" y="22991"/>
                  </a:cubicBezTo>
                  <a:cubicBezTo>
                    <a:pt x="23855" y="22707"/>
                    <a:pt x="23287" y="22395"/>
                    <a:pt x="22748" y="22054"/>
                  </a:cubicBezTo>
                  <a:cubicBezTo>
                    <a:pt x="22435" y="21884"/>
                    <a:pt x="22180" y="21657"/>
                    <a:pt x="21924" y="21401"/>
                  </a:cubicBezTo>
                  <a:cubicBezTo>
                    <a:pt x="21612" y="21060"/>
                    <a:pt x="21555" y="20577"/>
                    <a:pt x="21754" y="20152"/>
                  </a:cubicBezTo>
                  <a:cubicBezTo>
                    <a:pt x="21867" y="19896"/>
                    <a:pt x="22009" y="19669"/>
                    <a:pt x="22236" y="19470"/>
                  </a:cubicBezTo>
                  <a:cubicBezTo>
                    <a:pt x="22492" y="19214"/>
                    <a:pt x="22804" y="19016"/>
                    <a:pt x="23174" y="18874"/>
                  </a:cubicBezTo>
                  <a:cubicBezTo>
                    <a:pt x="24058" y="18515"/>
                    <a:pt x="24942" y="18324"/>
                    <a:pt x="25818" y="18324"/>
                  </a:cubicBezTo>
                  <a:cubicBezTo>
                    <a:pt x="26884" y="18324"/>
                    <a:pt x="27938" y="18606"/>
                    <a:pt x="28967" y="19214"/>
                  </a:cubicBezTo>
                  <a:cubicBezTo>
                    <a:pt x="29677" y="19640"/>
                    <a:pt x="30330" y="20208"/>
                    <a:pt x="30898" y="20833"/>
                  </a:cubicBezTo>
                  <a:cubicBezTo>
                    <a:pt x="31835" y="21912"/>
                    <a:pt x="32574" y="23162"/>
                    <a:pt x="33056" y="24497"/>
                  </a:cubicBezTo>
                  <a:cubicBezTo>
                    <a:pt x="33397" y="25320"/>
                    <a:pt x="33653" y="26172"/>
                    <a:pt x="33823" y="27052"/>
                  </a:cubicBezTo>
                  <a:cubicBezTo>
                    <a:pt x="33823" y="27109"/>
                    <a:pt x="33823" y="27194"/>
                    <a:pt x="33908" y="27194"/>
                  </a:cubicBezTo>
                  <a:cubicBezTo>
                    <a:pt x="33965" y="27166"/>
                    <a:pt x="34050" y="27138"/>
                    <a:pt x="34079" y="27109"/>
                  </a:cubicBezTo>
                  <a:cubicBezTo>
                    <a:pt x="34136" y="27052"/>
                    <a:pt x="34164" y="26996"/>
                    <a:pt x="34221" y="26939"/>
                  </a:cubicBezTo>
                  <a:cubicBezTo>
                    <a:pt x="35754" y="24894"/>
                    <a:pt x="36549" y="22537"/>
                    <a:pt x="37004" y="20038"/>
                  </a:cubicBezTo>
                  <a:cubicBezTo>
                    <a:pt x="37061" y="19754"/>
                    <a:pt x="37004" y="19470"/>
                    <a:pt x="36862" y="19243"/>
                  </a:cubicBezTo>
                  <a:cubicBezTo>
                    <a:pt x="36578" y="18732"/>
                    <a:pt x="36322" y="18192"/>
                    <a:pt x="36010" y="17709"/>
                  </a:cubicBezTo>
                  <a:cubicBezTo>
                    <a:pt x="35101" y="16261"/>
                    <a:pt x="33738" y="15097"/>
                    <a:pt x="32176" y="14443"/>
                  </a:cubicBezTo>
                  <a:cubicBezTo>
                    <a:pt x="31296" y="14074"/>
                    <a:pt x="30415" y="13790"/>
                    <a:pt x="29535" y="13506"/>
                  </a:cubicBezTo>
                  <a:cubicBezTo>
                    <a:pt x="29052" y="13364"/>
                    <a:pt x="28598" y="13194"/>
                    <a:pt x="28143" y="13023"/>
                  </a:cubicBezTo>
                  <a:cubicBezTo>
                    <a:pt x="27888" y="12938"/>
                    <a:pt x="27661" y="12796"/>
                    <a:pt x="27462" y="12626"/>
                  </a:cubicBezTo>
                  <a:cubicBezTo>
                    <a:pt x="27007" y="12200"/>
                    <a:pt x="27093" y="11717"/>
                    <a:pt x="27689" y="11490"/>
                  </a:cubicBezTo>
                  <a:cubicBezTo>
                    <a:pt x="28030" y="11348"/>
                    <a:pt x="28427" y="11263"/>
                    <a:pt x="28825" y="11263"/>
                  </a:cubicBezTo>
                  <a:cubicBezTo>
                    <a:pt x="28904" y="11259"/>
                    <a:pt x="28984" y="11257"/>
                    <a:pt x="29063" y="11257"/>
                  </a:cubicBezTo>
                  <a:cubicBezTo>
                    <a:pt x="29608" y="11257"/>
                    <a:pt x="30154" y="11341"/>
                    <a:pt x="30699" y="11490"/>
                  </a:cubicBezTo>
                  <a:cubicBezTo>
                    <a:pt x="32744" y="11973"/>
                    <a:pt x="34675" y="12881"/>
                    <a:pt x="36322" y="14216"/>
                  </a:cubicBezTo>
                  <a:cubicBezTo>
                    <a:pt x="36493" y="14387"/>
                    <a:pt x="36720" y="14557"/>
                    <a:pt x="36947" y="14671"/>
                  </a:cubicBezTo>
                  <a:cubicBezTo>
                    <a:pt x="36890" y="14301"/>
                    <a:pt x="36805" y="13961"/>
                    <a:pt x="36663" y="13620"/>
                  </a:cubicBezTo>
                  <a:cubicBezTo>
                    <a:pt x="36180" y="12427"/>
                    <a:pt x="35556" y="11291"/>
                    <a:pt x="34817" y="10240"/>
                  </a:cubicBezTo>
                  <a:cubicBezTo>
                    <a:pt x="34505" y="9814"/>
                    <a:pt x="34164" y="9445"/>
                    <a:pt x="33766" y="9133"/>
                  </a:cubicBezTo>
                  <a:cubicBezTo>
                    <a:pt x="33170" y="8650"/>
                    <a:pt x="32545" y="8252"/>
                    <a:pt x="31864" y="7940"/>
                  </a:cubicBezTo>
                  <a:cubicBezTo>
                    <a:pt x="30675" y="7368"/>
                    <a:pt x="29384" y="7068"/>
                    <a:pt x="28084" y="7068"/>
                  </a:cubicBezTo>
                  <a:cubicBezTo>
                    <a:pt x="27706" y="7068"/>
                    <a:pt x="27328" y="7094"/>
                    <a:pt x="26951" y="7145"/>
                  </a:cubicBezTo>
                  <a:cubicBezTo>
                    <a:pt x="25985" y="7258"/>
                    <a:pt x="25048" y="7457"/>
                    <a:pt x="24111" y="7656"/>
                  </a:cubicBezTo>
                  <a:cubicBezTo>
                    <a:pt x="23287" y="7855"/>
                    <a:pt x="22464" y="8082"/>
                    <a:pt x="21697" y="8394"/>
                  </a:cubicBezTo>
                  <a:cubicBezTo>
                    <a:pt x="21562" y="8436"/>
                    <a:pt x="21472" y="8462"/>
                    <a:pt x="21408" y="8462"/>
                  </a:cubicBezTo>
                  <a:cubicBezTo>
                    <a:pt x="21295" y="8462"/>
                    <a:pt x="21258" y="8383"/>
                    <a:pt x="21186" y="8167"/>
                  </a:cubicBezTo>
                  <a:cubicBezTo>
                    <a:pt x="21015" y="7542"/>
                    <a:pt x="20760" y="6974"/>
                    <a:pt x="20447" y="6435"/>
                  </a:cubicBezTo>
                  <a:cubicBezTo>
                    <a:pt x="19169" y="4475"/>
                    <a:pt x="17749" y="2658"/>
                    <a:pt x="15761" y="1351"/>
                  </a:cubicBezTo>
                  <a:cubicBezTo>
                    <a:pt x="14995" y="840"/>
                    <a:pt x="14114" y="443"/>
                    <a:pt x="13234" y="215"/>
                  </a:cubicBezTo>
                  <a:cubicBezTo>
                    <a:pt x="12690" y="71"/>
                    <a:pt x="12138" y="0"/>
                    <a:pt x="11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6"/>
            <p:cNvSpPr/>
            <p:nvPr/>
          </p:nvSpPr>
          <p:spPr>
            <a:xfrm>
              <a:off x="2537000" y="1574725"/>
              <a:ext cx="314550" cy="800000"/>
            </a:xfrm>
            <a:custGeom>
              <a:rect b="b" l="l" r="r" t="t"/>
              <a:pathLst>
                <a:path extrusionOk="0" h="32000" w="12582">
                  <a:moveTo>
                    <a:pt x="12397" y="1"/>
                  </a:moveTo>
                  <a:cubicBezTo>
                    <a:pt x="12361" y="1"/>
                    <a:pt x="12326" y="8"/>
                    <a:pt x="12297" y="22"/>
                  </a:cubicBezTo>
                  <a:cubicBezTo>
                    <a:pt x="12155" y="79"/>
                    <a:pt x="12127" y="221"/>
                    <a:pt x="12042" y="335"/>
                  </a:cubicBezTo>
                  <a:cubicBezTo>
                    <a:pt x="11020" y="1641"/>
                    <a:pt x="10168" y="3061"/>
                    <a:pt x="9230" y="4424"/>
                  </a:cubicBezTo>
                  <a:cubicBezTo>
                    <a:pt x="8350" y="5730"/>
                    <a:pt x="7555" y="7093"/>
                    <a:pt x="6845" y="8485"/>
                  </a:cubicBezTo>
                  <a:cubicBezTo>
                    <a:pt x="6192" y="9706"/>
                    <a:pt x="5595" y="10927"/>
                    <a:pt x="4999" y="12177"/>
                  </a:cubicBezTo>
                  <a:cubicBezTo>
                    <a:pt x="4488" y="13284"/>
                    <a:pt x="4005" y="14392"/>
                    <a:pt x="3607" y="15556"/>
                  </a:cubicBezTo>
                  <a:cubicBezTo>
                    <a:pt x="3096" y="17005"/>
                    <a:pt x="2642" y="18481"/>
                    <a:pt x="2244" y="19958"/>
                  </a:cubicBezTo>
                  <a:cubicBezTo>
                    <a:pt x="1705" y="21946"/>
                    <a:pt x="1250" y="23934"/>
                    <a:pt x="824" y="25950"/>
                  </a:cubicBezTo>
                  <a:cubicBezTo>
                    <a:pt x="540" y="27228"/>
                    <a:pt x="342" y="28506"/>
                    <a:pt x="171" y="29813"/>
                  </a:cubicBezTo>
                  <a:cubicBezTo>
                    <a:pt x="86" y="30324"/>
                    <a:pt x="86" y="30892"/>
                    <a:pt x="1" y="31346"/>
                  </a:cubicBezTo>
                  <a:cubicBezTo>
                    <a:pt x="1" y="31545"/>
                    <a:pt x="1" y="31687"/>
                    <a:pt x="29" y="31829"/>
                  </a:cubicBezTo>
                  <a:cubicBezTo>
                    <a:pt x="29" y="31914"/>
                    <a:pt x="114" y="31999"/>
                    <a:pt x="200" y="31999"/>
                  </a:cubicBezTo>
                  <a:cubicBezTo>
                    <a:pt x="285" y="31999"/>
                    <a:pt x="342" y="31971"/>
                    <a:pt x="370" y="31914"/>
                  </a:cubicBezTo>
                  <a:cubicBezTo>
                    <a:pt x="484" y="31744"/>
                    <a:pt x="540" y="31573"/>
                    <a:pt x="540" y="31374"/>
                  </a:cubicBezTo>
                  <a:cubicBezTo>
                    <a:pt x="654" y="30324"/>
                    <a:pt x="796" y="29245"/>
                    <a:pt x="966" y="28194"/>
                  </a:cubicBezTo>
                  <a:cubicBezTo>
                    <a:pt x="1165" y="26802"/>
                    <a:pt x="1449" y="25439"/>
                    <a:pt x="1790" y="24076"/>
                  </a:cubicBezTo>
                  <a:cubicBezTo>
                    <a:pt x="2131" y="22514"/>
                    <a:pt x="2500" y="20980"/>
                    <a:pt x="2954" y="19475"/>
                  </a:cubicBezTo>
                  <a:cubicBezTo>
                    <a:pt x="3352" y="18084"/>
                    <a:pt x="3749" y="16692"/>
                    <a:pt x="4289" y="15329"/>
                  </a:cubicBezTo>
                  <a:cubicBezTo>
                    <a:pt x="5283" y="12716"/>
                    <a:pt x="6476" y="10161"/>
                    <a:pt x="7867" y="7718"/>
                  </a:cubicBezTo>
                  <a:cubicBezTo>
                    <a:pt x="8151" y="7207"/>
                    <a:pt x="8407" y="6696"/>
                    <a:pt x="8719" y="6213"/>
                  </a:cubicBezTo>
                  <a:cubicBezTo>
                    <a:pt x="9372" y="5162"/>
                    <a:pt x="10026" y="4168"/>
                    <a:pt x="10679" y="3146"/>
                  </a:cubicBezTo>
                  <a:cubicBezTo>
                    <a:pt x="11218" y="2322"/>
                    <a:pt x="11758" y="1499"/>
                    <a:pt x="12297" y="675"/>
                  </a:cubicBezTo>
                  <a:cubicBezTo>
                    <a:pt x="12411" y="533"/>
                    <a:pt x="12496" y="363"/>
                    <a:pt x="12581" y="193"/>
                  </a:cubicBezTo>
                  <a:cubicBezTo>
                    <a:pt x="12581" y="136"/>
                    <a:pt x="12553" y="51"/>
                    <a:pt x="12496" y="22"/>
                  </a:cubicBezTo>
                  <a:cubicBezTo>
                    <a:pt x="12468" y="8"/>
                    <a:pt x="12432" y="1"/>
                    <a:pt x="12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6"/>
            <p:cNvSpPr/>
            <p:nvPr/>
          </p:nvSpPr>
          <p:spPr>
            <a:xfrm>
              <a:off x="2537000" y="1512575"/>
              <a:ext cx="712850" cy="906150"/>
            </a:xfrm>
            <a:custGeom>
              <a:rect b="b" l="l" r="r" t="t"/>
              <a:pathLst>
                <a:path extrusionOk="0" h="36246" w="28514">
                  <a:moveTo>
                    <a:pt x="14743" y="6395"/>
                  </a:moveTo>
                  <a:cubicBezTo>
                    <a:pt x="15104" y="6395"/>
                    <a:pt x="15464" y="6425"/>
                    <a:pt x="15819" y="6484"/>
                  </a:cubicBezTo>
                  <a:cubicBezTo>
                    <a:pt x="16444" y="6569"/>
                    <a:pt x="17040" y="6740"/>
                    <a:pt x="17636" y="6995"/>
                  </a:cubicBezTo>
                  <a:cubicBezTo>
                    <a:pt x="17892" y="7109"/>
                    <a:pt x="18119" y="7279"/>
                    <a:pt x="18290" y="7478"/>
                  </a:cubicBezTo>
                  <a:cubicBezTo>
                    <a:pt x="18517" y="7705"/>
                    <a:pt x="18602" y="8018"/>
                    <a:pt x="18517" y="8330"/>
                  </a:cubicBezTo>
                  <a:cubicBezTo>
                    <a:pt x="18403" y="8614"/>
                    <a:pt x="18148" y="8813"/>
                    <a:pt x="17835" y="8841"/>
                  </a:cubicBezTo>
                  <a:cubicBezTo>
                    <a:pt x="17722" y="8841"/>
                    <a:pt x="17636" y="8869"/>
                    <a:pt x="17551" y="8869"/>
                  </a:cubicBezTo>
                  <a:cubicBezTo>
                    <a:pt x="17068" y="8841"/>
                    <a:pt x="16586" y="8756"/>
                    <a:pt x="16103" y="8614"/>
                  </a:cubicBezTo>
                  <a:cubicBezTo>
                    <a:pt x="15137" y="8330"/>
                    <a:pt x="14143" y="8160"/>
                    <a:pt x="13149" y="8103"/>
                  </a:cubicBezTo>
                  <a:cubicBezTo>
                    <a:pt x="12951" y="8103"/>
                    <a:pt x="12723" y="8046"/>
                    <a:pt x="12525" y="7989"/>
                  </a:cubicBezTo>
                  <a:cubicBezTo>
                    <a:pt x="12127" y="7876"/>
                    <a:pt x="12013" y="7364"/>
                    <a:pt x="12354" y="7080"/>
                  </a:cubicBezTo>
                  <a:cubicBezTo>
                    <a:pt x="12581" y="6825"/>
                    <a:pt x="12894" y="6626"/>
                    <a:pt x="13235" y="6569"/>
                  </a:cubicBezTo>
                  <a:cubicBezTo>
                    <a:pt x="13732" y="6453"/>
                    <a:pt x="14238" y="6395"/>
                    <a:pt x="14743" y="6395"/>
                  </a:cubicBezTo>
                  <a:close/>
                  <a:moveTo>
                    <a:pt x="8662" y="15401"/>
                  </a:moveTo>
                  <a:cubicBezTo>
                    <a:pt x="9003" y="15401"/>
                    <a:pt x="9316" y="15486"/>
                    <a:pt x="9628" y="15628"/>
                  </a:cubicBezTo>
                  <a:cubicBezTo>
                    <a:pt x="9742" y="15685"/>
                    <a:pt x="9855" y="15770"/>
                    <a:pt x="9997" y="15827"/>
                  </a:cubicBezTo>
                  <a:cubicBezTo>
                    <a:pt x="11729" y="17020"/>
                    <a:pt x="13235" y="18440"/>
                    <a:pt x="14115" y="20428"/>
                  </a:cubicBezTo>
                  <a:cubicBezTo>
                    <a:pt x="14371" y="20967"/>
                    <a:pt x="14541" y="21564"/>
                    <a:pt x="14655" y="22160"/>
                  </a:cubicBezTo>
                  <a:cubicBezTo>
                    <a:pt x="14740" y="22558"/>
                    <a:pt x="14683" y="23012"/>
                    <a:pt x="14513" y="23381"/>
                  </a:cubicBezTo>
                  <a:cubicBezTo>
                    <a:pt x="14411" y="23707"/>
                    <a:pt x="14104" y="23902"/>
                    <a:pt x="13782" y="23902"/>
                  </a:cubicBezTo>
                  <a:cubicBezTo>
                    <a:pt x="13655" y="23902"/>
                    <a:pt x="13525" y="23871"/>
                    <a:pt x="13405" y="23807"/>
                  </a:cubicBezTo>
                  <a:cubicBezTo>
                    <a:pt x="13206" y="23694"/>
                    <a:pt x="13007" y="23552"/>
                    <a:pt x="12865" y="23353"/>
                  </a:cubicBezTo>
                  <a:cubicBezTo>
                    <a:pt x="12610" y="23041"/>
                    <a:pt x="12354" y="22671"/>
                    <a:pt x="12155" y="22302"/>
                  </a:cubicBezTo>
                  <a:cubicBezTo>
                    <a:pt x="11559" y="21251"/>
                    <a:pt x="10821" y="20286"/>
                    <a:pt x="9940" y="19434"/>
                  </a:cubicBezTo>
                  <a:cubicBezTo>
                    <a:pt x="9486" y="18951"/>
                    <a:pt x="9032" y="18497"/>
                    <a:pt x="8577" y="18042"/>
                  </a:cubicBezTo>
                  <a:cubicBezTo>
                    <a:pt x="8265" y="17730"/>
                    <a:pt x="8009" y="17389"/>
                    <a:pt x="7782" y="17048"/>
                  </a:cubicBezTo>
                  <a:cubicBezTo>
                    <a:pt x="7640" y="16850"/>
                    <a:pt x="7583" y="16622"/>
                    <a:pt x="7555" y="16395"/>
                  </a:cubicBezTo>
                  <a:cubicBezTo>
                    <a:pt x="7555" y="15799"/>
                    <a:pt x="8009" y="15401"/>
                    <a:pt x="8662" y="15401"/>
                  </a:cubicBezTo>
                  <a:close/>
                  <a:moveTo>
                    <a:pt x="4214" y="27387"/>
                  </a:moveTo>
                  <a:cubicBezTo>
                    <a:pt x="4278" y="27387"/>
                    <a:pt x="4350" y="27406"/>
                    <a:pt x="4431" y="27442"/>
                  </a:cubicBezTo>
                  <a:cubicBezTo>
                    <a:pt x="4942" y="27670"/>
                    <a:pt x="5056" y="28096"/>
                    <a:pt x="5084" y="28663"/>
                  </a:cubicBezTo>
                  <a:cubicBezTo>
                    <a:pt x="5056" y="28805"/>
                    <a:pt x="5027" y="28976"/>
                    <a:pt x="4999" y="29118"/>
                  </a:cubicBezTo>
                  <a:cubicBezTo>
                    <a:pt x="4942" y="29317"/>
                    <a:pt x="4800" y="29459"/>
                    <a:pt x="4601" y="29487"/>
                  </a:cubicBezTo>
                  <a:cubicBezTo>
                    <a:pt x="4403" y="29487"/>
                    <a:pt x="4204" y="29402"/>
                    <a:pt x="4119" y="29231"/>
                  </a:cubicBezTo>
                  <a:cubicBezTo>
                    <a:pt x="4062" y="29146"/>
                    <a:pt x="4005" y="29033"/>
                    <a:pt x="3977" y="28919"/>
                  </a:cubicBezTo>
                  <a:cubicBezTo>
                    <a:pt x="3835" y="28521"/>
                    <a:pt x="3806" y="28096"/>
                    <a:pt x="3920" y="27670"/>
                  </a:cubicBezTo>
                  <a:cubicBezTo>
                    <a:pt x="3978" y="27475"/>
                    <a:pt x="4076" y="27387"/>
                    <a:pt x="4214" y="27387"/>
                  </a:cubicBezTo>
                  <a:close/>
                  <a:moveTo>
                    <a:pt x="19554" y="1"/>
                  </a:moveTo>
                  <a:cubicBezTo>
                    <a:pt x="19189" y="1"/>
                    <a:pt x="18824" y="23"/>
                    <a:pt x="18460" y="66"/>
                  </a:cubicBezTo>
                  <a:cubicBezTo>
                    <a:pt x="17494" y="208"/>
                    <a:pt x="16557" y="378"/>
                    <a:pt x="15620" y="605"/>
                  </a:cubicBezTo>
                  <a:cubicBezTo>
                    <a:pt x="14797" y="776"/>
                    <a:pt x="13973" y="1031"/>
                    <a:pt x="13206" y="1315"/>
                  </a:cubicBezTo>
                  <a:cubicBezTo>
                    <a:pt x="13073" y="1367"/>
                    <a:pt x="12984" y="1396"/>
                    <a:pt x="12919" y="1396"/>
                  </a:cubicBezTo>
                  <a:cubicBezTo>
                    <a:pt x="12805" y="1396"/>
                    <a:pt x="12768" y="1306"/>
                    <a:pt x="12695" y="1088"/>
                  </a:cubicBezTo>
                  <a:lnTo>
                    <a:pt x="12297" y="2508"/>
                  </a:lnTo>
                  <a:cubicBezTo>
                    <a:pt x="12326" y="2494"/>
                    <a:pt x="12354" y="2487"/>
                    <a:pt x="12386" y="2487"/>
                  </a:cubicBezTo>
                  <a:cubicBezTo>
                    <a:pt x="12418" y="2487"/>
                    <a:pt x="12454" y="2494"/>
                    <a:pt x="12496" y="2508"/>
                  </a:cubicBezTo>
                  <a:cubicBezTo>
                    <a:pt x="12525" y="2565"/>
                    <a:pt x="12553" y="2622"/>
                    <a:pt x="12553" y="2679"/>
                  </a:cubicBezTo>
                  <a:cubicBezTo>
                    <a:pt x="12496" y="2849"/>
                    <a:pt x="12383" y="3019"/>
                    <a:pt x="12297" y="3161"/>
                  </a:cubicBezTo>
                  <a:cubicBezTo>
                    <a:pt x="11758" y="3985"/>
                    <a:pt x="11190" y="4808"/>
                    <a:pt x="10679" y="5632"/>
                  </a:cubicBezTo>
                  <a:cubicBezTo>
                    <a:pt x="9997" y="6654"/>
                    <a:pt x="9344" y="7677"/>
                    <a:pt x="8719" y="8699"/>
                  </a:cubicBezTo>
                  <a:cubicBezTo>
                    <a:pt x="8407" y="9182"/>
                    <a:pt x="8123" y="9721"/>
                    <a:pt x="7839" y="10233"/>
                  </a:cubicBezTo>
                  <a:cubicBezTo>
                    <a:pt x="6476" y="12675"/>
                    <a:pt x="5283" y="15202"/>
                    <a:pt x="4261" y="17815"/>
                  </a:cubicBezTo>
                  <a:cubicBezTo>
                    <a:pt x="3749" y="19178"/>
                    <a:pt x="3352" y="20570"/>
                    <a:pt x="2926" y="21961"/>
                  </a:cubicBezTo>
                  <a:cubicBezTo>
                    <a:pt x="2500" y="23466"/>
                    <a:pt x="2131" y="25028"/>
                    <a:pt x="1761" y="26562"/>
                  </a:cubicBezTo>
                  <a:cubicBezTo>
                    <a:pt x="1449" y="27925"/>
                    <a:pt x="1165" y="29288"/>
                    <a:pt x="938" y="30680"/>
                  </a:cubicBezTo>
                  <a:cubicBezTo>
                    <a:pt x="767" y="31759"/>
                    <a:pt x="626" y="32810"/>
                    <a:pt x="540" y="33889"/>
                  </a:cubicBezTo>
                  <a:cubicBezTo>
                    <a:pt x="512" y="34059"/>
                    <a:pt x="455" y="34230"/>
                    <a:pt x="370" y="34400"/>
                  </a:cubicBezTo>
                  <a:cubicBezTo>
                    <a:pt x="313" y="34457"/>
                    <a:pt x="256" y="34485"/>
                    <a:pt x="200" y="34485"/>
                  </a:cubicBezTo>
                  <a:lnTo>
                    <a:pt x="171" y="34485"/>
                  </a:lnTo>
                  <a:cubicBezTo>
                    <a:pt x="114" y="35053"/>
                    <a:pt x="58" y="35650"/>
                    <a:pt x="1" y="36246"/>
                  </a:cubicBezTo>
                  <a:cubicBezTo>
                    <a:pt x="143" y="36218"/>
                    <a:pt x="285" y="36161"/>
                    <a:pt x="398" y="36076"/>
                  </a:cubicBezTo>
                  <a:cubicBezTo>
                    <a:pt x="711" y="35848"/>
                    <a:pt x="966" y="35564"/>
                    <a:pt x="1193" y="35280"/>
                  </a:cubicBezTo>
                  <a:cubicBezTo>
                    <a:pt x="1591" y="34741"/>
                    <a:pt x="2045" y="34286"/>
                    <a:pt x="2585" y="33889"/>
                  </a:cubicBezTo>
                  <a:cubicBezTo>
                    <a:pt x="2926" y="33633"/>
                    <a:pt x="3238" y="33378"/>
                    <a:pt x="3551" y="33094"/>
                  </a:cubicBezTo>
                  <a:cubicBezTo>
                    <a:pt x="4374" y="32412"/>
                    <a:pt x="5226" y="31816"/>
                    <a:pt x="6135" y="31276"/>
                  </a:cubicBezTo>
                  <a:cubicBezTo>
                    <a:pt x="6731" y="30907"/>
                    <a:pt x="7328" y="30566"/>
                    <a:pt x="7952" y="30197"/>
                  </a:cubicBezTo>
                  <a:cubicBezTo>
                    <a:pt x="8151" y="30112"/>
                    <a:pt x="8265" y="29913"/>
                    <a:pt x="8265" y="29714"/>
                  </a:cubicBezTo>
                  <a:cubicBezTo>
                    <a:pt x="8236" y="28834"/>
                    <a:pt x="8180" y="27982"/>
                    <a:pt x="8066" y="27130"/>
                  </a:cubicBezTo>
                  <a:cubicBezTo>
                    <a:pt x="7839" y="25710"/>
                    <a:pt x="7328" y="24347"/>
                    <a:pt x="6561" y="23154"/>
                  </a:cubicBezTo>
                  <a:cubicBezTo>
                    <a:pt x="6277" y="22728"/>
                    <a:pt x="6021" y="22274"/>
                    <a:pt x="5851" y="21791"/>
                  </a:cubicBezTo>
                  <a:cubicBezTo>
                    <a:pt x="5766" y="21592"/>
                    <a:pt x="5709" y="21393"/>
                    <a:pt x="5709" y="21166"/>
                  </a:cubicBezTo>
                  <a:cubicBezTo>
                    <a:pt x="5681" y="20769"/>
                    <a:pt x="5993" y="20456"/>
                    <a:pt x="6390" y="20428"/>
                  </a:cubicBezTo>
                  <a:cubicBezTo>
                    <a:pt x="6618" y="20428"/>
                    <a:pt x="6845" y="20485"/>
                    <a:pt x="7072" y="20598"/>
                  </a:cubicBezTo>
                  <a:cubicBezTo>
                    <a:pt x="7640" y="20854"/>
                    <a:pt x="8123" y="21251"/>
                    <a:pt x="8520" y="21763"/>
                  </a:cubicBezTo>
                  <a:cubicBezTo>
                    <a:pt x="8833" y="22189"/>
                    <a:pt x="9088" y="22615"/>
                    <a:pt x="9344" y="23069"/>
                  </a:cubicBezTo>
                  <a:cubicBezTo>
                    <a:pt x="10139" y="24631"/>
                    <a:pt x="10736" y="26306"/>
                    <a:pt x="11105" y="28010"/>
                  </a:cubicBezTo>
                  <a:cubicBezTo>
                    <a:pt x="11133" y="28152"/>
                    <a:pt x="11133" y="28351"/>
                    <a:pt x="11332" y="28436"/>
                  </a:cubicBezTo>
                  <a:cubicBezTo>
                    <a:pt x="13178" y="27613"/>
                    <a:pt x="15081" y="26931"/>
                    <a:pt x="16983" y="26193"/>
                  </a:cubicBezTo>
                  <a:cubicBezTo>
                    <a:pt x="17977" y="25795"/>
                    <a:pt x="18943" y="25341"/>
                    <a:pt x="19937" y="24915"/>
                  </a:cubicBezTo>
                  <a:cubicBezTo>
                    <a:pt x="20192" y="24830"/>
                    <a:pt x="20334" y="24574"/>
                    <a:pt x="20334" y="24318"/>
                  </a:cubicBezTo>
                  <a:cubicBezTo>
                    <a:pt x="20334" y="23864"/>
                    <a:pt x="20391" y="23381"/>
                    <a:pt x="20420" y="22927"/>
                  </a:cubicBezTo>
                  <a:cubicBezTo>
                    <a:pt x="20476" y="22274"/>
                    <a:pt x="20420" y="21621"/>
                    <a:pt x="20249" y="20967"/>
                  </a:cubicBezTo>
                  <a:cubicBezTo>
                    <a:pt x="19880" y="19547"/>
                    <a:pt x="19085" y="18298"/>
                    <a:pt x="17949" y="17389"/>
                  </a:cubicBezTo>
                  <a:cubicBezTo>
                    <a:pt x="17296" y="16821"/>
                    <a:pt x="16586" y="16338"/>
                    <a:pt x="15876" y="15941"/>
                  </a:cubicBezTo>
                  <a:cubicBezTo>
                    <a:pt x="15308" y="15628"/>
                    <a:pt x="14768" y="15316"/>
                    <a:pt x="14229" y="15004"/>
                  </a:cubicBezTo>
                  <a:cubicBezTo>
                    <a:pt x="13916" y="14833"/>
                    <a:pt x="13632" y="14606"/>
                    <a:pt x="13405" y="14350"/>
                  </a:cubicBezTo>
                  <a:cubicBezTo>
                    <a:pt x="13093" y="14010"/>
                    <a:pt x="13007" y="13498"/>
                    <a:pt x="13206" y="13101"/>
                  </a:cubicBezTo>
                  <a:cubicBezTo>
                    <a:pt x="13320" y="12845"/>
                    <a:pt x="13490" y="12590"/>
                    <a:pt x="13689" y="12419"/>
                  </a:cubicBezTo>
                  <a:cubicBezTo>
                    <a:pt x="13973" y="12164"/>
                    <a:pt x="14285" y="11937"/>
                    <a:pt x="14626" y="11795"/>
                  </a:cubicBezTo>
                  <a:cubicBezTo>
                    <a:pt x="15523" y="11449"/>
                    <a:pt x="16408" y="11259"/>
                    <a:pt x="17281" y="11259"/>
                  </a:cubicBezTo>
                  <a:cubicBezTo>
                    <a:pt x="18345" y="11259"/>
                    <a:pt x="19391" y="11540"/>
                    <a:pt x="20420" y="12164"/>
                  </a:cubicBezTo>
                  <a:cubicBezTo>
                    <a:pt x="21158" y="12590"/>
                    <a:pt x="21811" y="13129"/>
                    <a:pt x="22351" y="13782"/>
                  </a:cubicBezTo>
                  <a:cubicBezTo>
                    <a:pt x="23288" y="14833"/>
                    <a:pt x="24026" y="16083"/>
                    <a:pt x="24537" y="17418"/>
                  </a:cubicBezTo>
                  <a:cubicBezTo>
                    <a:pt x="24850" y="18241"/>
                    <a:pt x="25105" y="19121"/>
                    <a:pt x="25276" y="19973"/>
                  </a:cubicBezTo>
                  <a:cubicBezTo>
                    <a:pt x="25276" y="20059"/>
                    <a:pt x="25276" y="20144"/>
                    <a:pt x="25389" y="20144"/>
                  </a:cubicBezTo>
                  <a:cubicBezTo>
                    <a:pt x="25446" y="20115"/>
                    <a:pt x="25503" y="20059"/>
                    <a:pt x="25560" y="20030"/>
                  </a:cubicBezTo>
                  <a:cubicBezTo>
                    <a:pt x="25588" y="19973"/>
                    <a:pt x="25645" y="19917"/>
                    <a:pt x="25673" y="19860"/>
                  </a:cubicBezTo>
                  <a:cubicBezTo>
                    <a:pt x="27207" y="17787"/>
                    <a:pt x="28002" y="15458"/>
                    <a:pt x="28456" y="12959"/>
                  </a:cubicBezTo>
                  <a:cubicBezTo>
                    <a:pt x="28513" y="12675"/>
                    <a:pt x="28485" y="12391"/>
                    <a:pt x="28343" y="12135"/>
                  </a:cubicBezTo>
                  <a:cubicBezTo>
                    <a:pt x="28059" y="11624"/>
                    <a:pt x="27803" y="11113"/>
                    <a:pt x="27462" y="10630"/>
                  </a:cubicBezTo>
                  <a:cubicBezTo>
                    <a:pt x="26554" y="9153"/>
                    <a:pt x="25219" y="8018"/>
                    <a:pt x="23629" y="7364"/>
                  </a:cubicBezTo>
                  <a:cubicBezTo>
                    <a:pt x="22748" y="6995"/>
                    <a:pt x="21868" y="6683"/>
                    <a:pt x="20988" y="6427"/>
                  </a:cubicBezTo>
                  <a:cubicBezTo>
                    <a:pt x="20505" y="6257"/>
                    <a:pt x="20050" y="6115"/>
                    <a:pt x="19596" y="5944"/>
                  </a:cubicBezTo>
                  <a:cubicBezTo>
                    <a:pt x="19340" y="5859"/>
                    <a:pt x="19113" y="5717"/>
                    <a:pt x="18943" y="5547"/>
                  </a:cubicBezTo>
                  <a:cubicBezTo>
                    <a:pt x="18488" y="5121"/>
                    <a:pt x="18574" y="4638"/>
                    <a:pt x="19170" y="4411"/>
                  </a:cubicBezTo>
                  <a:cubicBezTo>
                    <a:pt x="19539" y="4269"/>
                    <a:pt x="19908" y="4184"/>
                    <a:pt x="20306" y="4155"/>
                  </a:cubicBezTo>
                  <a:cubicBezTo>
                    <a:pt x="20959" y="4155"/>
                    <a:pt x="21584" y="4212"/>
                    <a:pt x="22209" y="4382"/>
                  </a:cubicBezTo>
                  <a:cubicBezTo>
                    <a:pt x="24253" y="4865"/>
                    <a:pt x="26185" y="5802"/>
                    <a:pt x="27832" y="7137"/>
                  </a:cubicBezTo>
                  <a:cubicBezTo>
                    <a:pt x="28002" y="7336"/>
                    <a:pt x="28201" y="7478"/>
                    <a:pt x="28456" y="7592"/>
                  </a:cubicBezTo>
                  <a:cubicBezTo>
                    <a:pt x="28400" y="7251"/>
                    <a:pt x="28286" y="6882"/>
                    <a:pt x="28144" y="6569"/>
                  </a:cubicBezTo>
                  <a:cubicBezTo>
                    <a:pt x="27690" y="5348"/>
                    <a:pt x="27065" y="4212"/>
                    <a:pt x="26327" y="3161"/>
                  </a:cubicBezTo>
                  <a:cubicBezTo>
                    <a:pt x="26014" y="2764"/>
                    <a:pt x="25645" y="2395"/>
                    <a:pt x="25247" y="2054"/>
                  </a:cubicBezTo>
                  <a:cubicBezTo>
                    <a:pt x="24679" y="1571"/>
                    <a:pt x="24026" y="1173"/>
                    <a:pt x="23345" y="861"/>
                  </a:cubicBezTo>
                  <a:cubicBezTo>
                    <a:pt x="22167" y="283"/>
                    <a:pt x="20867" y="1"/>
                    <a:pt x="195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6"/>
            <p:cNvSpPr/>
            <p:nvPr/>
          </p:nvSpPr>
          <p:spPr>
            <a:xfrm>
              <a:off x="2784075" y="1613600"/>
              <a:ext cx="31275" cy="46875"/>
            </a:xfrm>
            <a:custGeom>
              <a:rect b="b" l="l" r="r" t="t"/>
              <a:pathLst>
                <a:path extrusionOk="0" h="1875" w="1251">
                  <a:moveTo>
                    <a:pt x="1250" y="1"/>
                  </a:moveTo>
                  <a:lnTo>
                    <a:pt x="1250" y="1"/>
                  </a:lnTo>
                  <a:cubicBezTo>
                    <a:pt x="1117" y="195"/>
                    <a:pt x="987" y="390"/>
                    <a:pt x="858" y="585"/>
                  </a:cubicBezTo>
                  <a:lnTo>
                    <a:pt x="858" y="585"/>
                  </a:lnTo>
                  <a:cubicBezTo>
                    <a:pt x="999" y="376"/>
                    <a:pt x="1130" y="181"/>
                    <a:pt x="1250" y="1"/>
                  </a:cubicBezTo>
                  <a:close/>
                  <a:moveTo>
                    <a:pt x="858" y="585"/>
                  </a:moveTo>
                  <a:cubicBezTo>
                    <a:pt x="601" y="968"/>
                    <a:pt x="313" y="1398"/>
                    <a:pt x="1" y="1875"/>
                  </a:cubicBezTo>
                  <a:cubicBezTo>
                    <a:pt x="294" y="1445"/>
                    <a:pt x="573" y="1015"/>
                    <a:pt x="858" y="585"/>
                  </a:cubicBezTo>
                  <a:close/>
                </a:path>
              </a:pathLst>
            </a:custGeom>
            <a:solidFill>
              <a:srgbClr val="578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6"/>
            <p:cNvSpPr/>
            <p:nvPr/>
          </p:nvSpPr>
          <p:spPr>
            <a:xfrm>
              <a:off x="3592025" y="1198950"/>
              <a:ext cx="805125" cy="796950"/>
            </a:xfrm>
            <a:custGeom>
              <a:rect b="b" l="l" r="r" t="t"/>
              <a:pathLst>
                <a:path extrusionOk="0" h="31878" w="32205">
                  <a:moveTo>
                    <a:pt x="13973" y="5284"/>
                  </a:moveTo>
                  <a:cubicBezTo>
                    <a:pt x="14172" y="5312"/>
                    <a:pt x="14342" y="5511"/>
                    <a:pt x="14342" y="5710"/>
                  </a:cubicBezTo>
                  <a:cubicBezTo>
                    <a:pt x="14370" y="5965"/>
                    <a:pt x="14200" y="6164"/>
                    <a:pt x="13944" y="6193"/>
                  </a:cubicBezTo>
                  <a:cubicBezTo>
                    <a:pt x="13717" y="6164"/>
                    <a:pt x="13575" y="5994"/>
                    <a:pt x="13575" y="5767"/>
                  </a:cubicBezTo>
                  <a:cubicBezTo>
                    <a:pt x="13547" y="5539"/>
                    <a:pt x="13717" y="5312"/>
                    <a:pt x="13973" y="5284"/>
                  </a:cubicBezTo>
                  <a:close/>
                  <a:moveTo>
                    <a:pt x="19114" y="8755"/>
                  </a:moveTo>
                  <a:cubicBezTo>
                    <a:pt x="19269" y="8755"/>
                    <a:pt x="19426" y="8791"/>
                    <a:pt x="19567" y="8862"/>
                  </a:cubicBezTo>
                  <a:cubicBezTo>
                    <a:pt x="19766" y="8947"/>
                    <a:pt x="19908" y="9175"/>
                    <a:pt x="19880" y="9430"/>
                  </a:cubicBezTo>
                  <a:cubicBezTo>
                    <a:pt x="19851" y="9657"/>
                    <a:pt x="19653" y="9856"/>
                    <a:pt x="19425" y="9885"/>
                  </a:cubicBezTo>
                  <a:cubicBezTo>
                    <a:pt x="19312" y="9913"/>
                    <a:pt x="19227" y="9913"/>
                    <a:pt x="19170" y="9913"/>
                  </a:cubicBezTo>
                  <a:cubicBezTo>
                    <a:pt x="18801" y="9913"/>
                    <a:pt x="18488" y="9657"/>
                    <a:pt x="18403" y="9288"/>
                  </a:cubicBezTo>
                  <a:cubicBezTo>
                    <a:pt x="18375" y="9175"/>
                    <a:pt x="18431" y="9061"/>
                    <a:pt x="18517" y="8976"/>
                  </a:cubicBezTo>
                  <a:cubicBezTo>
                    <a:pt x="18682" y="8827"/>
                    <a:pt x="18897" y="8755"/>
                    <a:pt x="19114" y="8755"/>
                  </a:cubicBezTo>
                  <a:close/>
                  <a:moveTo>
                    <a:pt x="10403" y="8920"/>
                  </a:moveTo>
                  <a:cubicBezTo>
                    <a:pt x="10579" y="8920"/>
                    <a:pt x="10707" y="9075"/>
                    <a:pt x="10707" y="9317"/>
                  </a:cubicBezTo>
                  <a:cubicBezTo>
                    <a:pt x="10650" y="9941"/>
                    <a:pt x="10309" y="10481"/>
                    <a:pt x="9770" y="10793"/>
                  </a:cubicBezTo>
                  <a:cubicBezTo>
                    <a:pt x="9714" y="10814"/>
                    <a:pt x="9658" y="10823"/>
                    <a:pt x="9604" y="10823"/>
                  </a:cubicBezTo>
                  <a:cubicBezTo>
                    <a:pt x="9356" y="10823"/>
                    <a:pt x="9145" y="10624"/>
                    <a:pt x="9145" y="10367"/>
                  </a:cubicBezTo>
                  <a:cubicBezTo>
                    <a:pt x="9145" y="10254"/>
                    <a:pt x="9173" y="10169"/>
                    <a:pt x="9202" y="10083"/>
                  </a:cubicBezTo>
                  <a:cubicBezTo>
                    <a:pt x="9429" y="9629"/>
                    <a:pt x="9741" y="9260"/>
                    <a:pt x="10167" y="9004"/>
                  </a:cubicBezTo>
                  <a:cubicBezTo>
                    <a:pt x="10250" y="8946"/>
                    <a:pt x="10331" y="8920"/>
                    <a:pt x="10403" y="8920"/>
                  </a:cubicBezTo>
                  <a:close/>
                  <a:moveTo>
                    <a:pt x="24452" y="13633"/>
                  </a:moveTo>
                  <a:cubicBezTo>
                    <a:pt x="25304" y="13662"/>
                    <a:pt x="26156" y="13974"/>
                    <a:pt x="26809" y="14542"/>
                  </a:cubicBezTo>
                  <a:cubicBezTo>
                    <a:pt x="26951" y="14656"/>
                    <a:pt x="27093" y="14798"/>
                    <a:pt x="27178" y="14968"/>
                  </a:cubicBezTo>
                  <a:cubicBezTo>
                    <a:pt x="27377" y="15337"/>
                    <a:pt x="27122" y="15791"/>
                    <a:pt x="26724" y="15791"/>
                  </a:cubicBezTo>
                  <a:cubicBezTo>
                    <a:pt x="26582" y="15791"/>
                    <a:pt x="26440" y="15791"/>
                    <a:pt x="26298" y="15763"/>
                  </a:cubicBezTo>
                  <a:cubicBezTo>
                    <a:pt x="25588" y="15621"/>
                    <a:pt x="24878" y="15366"/>
                    <a:pt x="24253" y="14996"/>
                  </a:cubicBezTo>
                  <a:cubicBezTo>
                    <a:pt x="24054" y="14883"/>
                    <a:pt x="23884" y="14712"/>
                    <a:pt x="23742" y="14542"/>
                  </a:cubicBezTo>
                  <a:cubicBezTo>
                    <a:pt x="23515" y="14201"/>
                    <a:pt x="23685" y="13718"/>
                    <a:pt x="24111" y="13662"/>
                  </a:cubicBezTo>
                  <a:cubicBezTo>
                    <a:pt x="24225" y="13633"/>
                    <a:pt x="24338" y="13633"/>
                    <a:pt x="24452" y="13633"/>
                  </a:cubicBezTo>
                  <a:close/>
                  <a:moveTo>
                    <a:pt x="15374" y="13555"/>
                  </a:moveTo>
                  <a:cubicBezTo>
                    <a:pt x="15595" y="13555"/>
                    <a:pt x="15817" y="13674"/>
                    <a:pt x="15932" y="13889"/>
                  </a:cubicBezTo>
                  <a:cubicBezTo>
                    <a:pt x="16074" y="14116"/>
                    <a:pt x="16131" y="14400"/>
                    <a:pt x="16103" y="14684"/>
                  </a:cubicBezTo>
                  <a:cubicBezTo>
                    <a:pt x="16074" y="14940"/>
                    <a:pt x="16018" y="15195"/>
                    <a:pt x="15961" y="15451"/>
                  </a:cubicBezTo>
                  <a:cubicBezTo>
                    <a:pt x="15790" y="16104"/>
                    <a:pt x="15620" y="16757"/>
                    <a:pt x="15450" y="17410"/>
                  </a:cubicBezTo>
                  <a:cubicBezTo>
                    <a:pt x="15364" y="17666"/>
                    <a:pt x="15279" y="17921"/>
                    <a:pt x="15166" y="18177"/>
                  </a:cubicBezTo>
                  <a:cubicBezTo>
                    <a:pt x="15088" y="18359"/>
                    <a:pt x="14915" y="18493"/>
                    <a:pt x="14712" y="18493"/>
                  </a:cubicBezTo>
                  <a:cubicBezTo>
                    <a:pt x="14693" y="18493"/>
                    <a:pt x="14674" y="18492"/>
                    <a:pt x="14654" y="18489"/>
                  </a:cubicBezTo>
                  <a:cubicBezTo>
                    <a:pt x="14456" y="18489"/>
                    <a:pt x="14257" y="18347"/>
                    <a:pt x="14200" y="18149"/>
                  </a:cubicBezTo>
                  <a:cubicBezTo>
                    <a:pt x="14115" y="17978"/>
                    <a:pt x="14086" y="17836"/>
                    <a:pt x="14058" y="17666"/>
                  </a:cubicBezTo>
                  <a:cubicBezTo>
                    <a:pt x="14001" y="17353"/>
                    <a:pt x="14001" y="17041"/>
                    <a:pt x="13973" y="16814"/>
                  </a:cubicBezTo>
                  <a:lnTo>
                    <a:pt x="13944" y="16814"/>
                  </a:lnTo>
                  <a:cubicBezTo>
                    <a:pt x="13888" y="15905"/>
                    <a:pt x="14086" y="15025"/>
                    <a:pt x="14541" y="14230"/>
                  </a:cubicBezTo>
                  <a:cubicBezTo>
                    <a:pt x="14654" y="14059"/>
                    <a:pt x="14796" y="13889"/>
                    <a:pt x="14938" y="13747"/>
                  </a:cubicBezTo>
                  <a:cubicBezTo>
                    <a:pt x="15057" y="13616"/>
                    <a:pt x="15215" y="13555"/>
                    <a:pt x="15374" y="13555"/>
                  </a:cubicBezTo>
                  <a:close/>
                  <a:moveTo>
                    <a:pt x="18899" y="15354"/>
                  </a:moveTo>
                  <a:cubicBezTo>
                    <a:pt x="19146" y="15354"/>
                    <a:pt x="19385" y="15530"/>
                    <a:pt x="19425" y="15791"/>
                  </a:cubicBezTo>
                  <a:cubicBezTo>
                    <a:pt x="19454" y="15990"/>
                    <a:pt x="19454" y="16161"/>
                    <a:pt x="19425" y="16359"/>
                  </a:cubicBezTo>
                  <a:cubicBezTo>
                    <a:pt x="19369" y="17013"/>
                    <a:pt x="19227" y="17694"/>
                    <a:pt x="19056" y="18347"/>
                  </a:cubicBezTo>
                  <a:cubicBezTo>
                    <a:pt x="18801" y="19228"/>
                    <a:pt x="18687" y="20137"/>
                    <a:pt x="18687" y="21045"/>
                  </a:cubicBezTo>
                  <a:cubicBezTo>
                    <a:pt x="18715" y="21500"/>
                    <a:pt x="18659" y="21954"/>
                    <a:pt x="18573" y="22437"/>
                  </a:cubicBezTo>
                  <a:cubicBezTo>
                    <a:pt x="18488" y="22806"/>
                    <a:pt x="18346" y="22976"/>
                    <a:pt x="18119" y="22976"/>
                  </a:cubicBezTo>
                  <a:cubicBezTo>
                    <a:pt x="17807" y="22976"/>
                    <a:pt x="17665" y="22749"/>
                    <a:pt x="17551" y="22522"/>
                  </a:cubicBezTo>
                  <a:cubicBezTo>
                    <a:pt x="17324" y="22011"/>
                    <a:pt x="17182" y="21471"/>
                    <a:pt x="17153" y="20903"/>
                  </a:cubicBezTo>
                  <a:cubicBezTo>
                    <a:pt x="17153" y="20648"/>
                    <a:pt x="17153" y="20392"/>
                    <a:pt x="17153" y="20137"/>
                  </a:cubicBezTo>
                  <a:cubicBezTo>
                    <a:pt x="17153" y="18887"/>
                    <a:pt x="17381" y="17666"/>
                    <a:pt x="17863" y="16501"/>
                  </a:cubicBezTo>
                  <a:cubicBezTo>
                    <a:pt x="17949" y="16274"/>
                    <a:pt x="18091" y="16047"/>
                    <a:pt x="18204" y="15848"/>
                  </a:cubicBezTo>
                  <a:cubicBezTo>
                    <a:pt x="18318" y="15678"/>
                    <a:pt x="18431" y="15536"/>
                    <a:pt x="18602" y="15451"/>
                  </a:cubicBezTo>
                  <a:cubicBezTo>
                    <a:pt x="18693" y="15384"/>
                    <a:pt x="18797" y="15354"/>
                    <a:pt x="18899" y="15354"/>
                  </a:cubicBezTo>
                  <a:close/>
                  <a:moveTo>
                    <a:pt x="10490" y="5681"/>
                  </a:moveTo>
                  <a:cubicBezTo>
                    <a:pt x="10542" y="5681"/>
                    <a:pt x="10596" y="5690"/>
                    <a:pt x="10650" y="5710"/>
                  </a:cubicBezTo>
                  <a:cubicBezTo>
                    <a:pt x="11218" y="5880"/>
                    <a:pt x="11786" y="6136"/>
                    <a:pt x="12326" y="6420"/>
                  </a:cubicBezTo>
                  <a:cubicBezTo>
                    <a:pt x="13206" y="6959"/>
                    <a:pt x="14086" y="7527"/>
                    <a:pt x="14938" y="8181"/>
                  </a:cubicBezTo>
                  <a:cubicBezTo>
                    <a:pt x="15734" y="8749"/>
                    <a:pt x="16500" y="9345"/>
                    <a:pt x="17267" y="9941"/>
                  </a:cubicBezTo>
                  <a:cubicBezTo>
                    <a:pt x="17636" y="10225"/>
                    <a:pt x="17977" y="10566"/>
                    <a:pt x="18318" y="10878"/>
                  </a:cubicBezTo>
                  <a:cubicBezTo>
                    <a:pt x="19653" y="11986"/>
                    <a:pt x="20902" y="13179"/>
                    <a:pt x="22067" y="14457"/>
                  </a:cubicBezTo>
                  <a:cubicBezTo>
                    <a:pt x="23259" y="15763"/>
                    <a:pt x="24338" y="17183"/>
                    <a:pt x="25276" y="18688"/>
                  </a:cubicBezTo>
                  <a:cubicBezTo>
                    <a:pt x="26355" y="20364"/>
                    <a:pt x="27406" y="22039"/>
                    <a:pt x="28343" y="23800"/>
                  </a:cubicBezTo>
                  <a:cubicBezTo>
                    <a:pt x="28740" y="24510"/>
                    <a:pt x="29138" y="25220"/>
                    <a:pt x="29479" y="25958"/>
                  </a:cubicBezTo>
                  <a:cubicBezTo>
                    <a:pt x="29564" y="26072"/>
                    <a:pt x="29621" y="26214"/>
                    <a:pt x="29621" y="26356"/>
                  </a:cubicBezTo>
                  <a:cubicBezTo>
                    <a:pt x="29597" y="26499"/>
                    <a:pt x="29533" y="26562"/>
                    <a:pt x="29446" y="26562"/>
                  </a:cubicBezTo>
                  <a:cubicBezTo>
                    <a:pt x="29430" y="26562"/>
                    <a:pt x="29412" y="26559"/>
                    <a:pt x="29393" y="26555"/>
                  </a:cubicBezTo>
                  <a:cubicBezTo>
                    <a:pt x="29308" y="26526"/>
                    <a:pt x="29223" y="26469"/>
                    <a:pt x="29166" y="26413"/>
                  </a:cubicBezTo>
                  <a:cubicBezTo>
                    <a:pt x="29024" y="26242"/>
                    <a:pt x="28911" y="26072"/>
                    <a:pt x="28797" y="25901"/>
                  </a:cubicBezTo>
                  <a:cubicBezTo>
                    <a:pt x="28513" y="25362"/>
                    <a:pt x="28229" y="24822"/>
                    <a:pt x="27945" y="24283"/>
                  </a:cubicBezTo>
                  <a:cubicBezTo>
                    <a:pt x="27406" y="23204"/>
                    <a:pt x="26724" y="22181"/>
                    <a:pt x="26099" y="21159"/>
                  </a:cubicBezTo>
                  <a:cubicBezTo>
                    <a:pt x="25702" y="20477"/>
                    <a:pt x="25276" y="19796"/>
                    <a:pt x="24850" y="19114"/>
                  </a:cubicBezTo>
                  <a:cubicBezTo>
                    <a:pt x="24225" y="18149"/>
                    <a:pt x="23543" y="17240"/>
                    <a:pt x="22833" y="16331"/>
                  </a:cubicBezTo>
                  <a:cubicBezTo>
                    <a:pt x="21896" y="15138"/>
                    <a:pt x="20845" y="14002"/>
                    <a:pt x="19709" y="12952"/>
                  </a:cubicBezTo>
                  <a:cubicBezTo>
                    <a:pt x="18687" y="11986"/>
                    <a:pt x="17693" y="11077"/>
                    <a:pt x="16557" y="10169"/>
                  </a:cubicBezTo>
                  <a:cubicBezTo>
                    <a:pt x="15450" y="9231"/>
                    <a:pt x="14257" y="8408"/>
                    <a:pt x="13092" y="7584"/>
                  </a:cubicBezTo>
                  <a:cubicBezTo>
                    <a:pt x="12269" y="6988"/>
                    <a:pt x="11389" y="6505"/>
                    <a:pt x="10451" y="6164"/>
                  </a:cubicBezTo>
                  <a:cubicBezTo>
                    <a:pt x="10309" y="6136"/>
                    <a:pt x="10167" y="6051"/>
                    <a:pt x="10167" y="5880"/>
                  </a:cubicBezTo>
                  <a:cubicBezTo>
                    <a:pt x="10189" y="5772"/>
                    <a:pt x="10326" y="5681"/>
                    <a:pt x="10490" y="5681"/>
                  </a:cubicBezTo>
                  <a:close/>
                  <a:moveTo>
                    <a:pt x="16250" y="0"/>
                  </a:moveTo>
                  <a:cubicBezTo>
                    <a:pt x="15965" y="0"/>
                    <a:pt x="15679" y="30"/>
                    <a:pt x="15393" y="87"/>
                  </a:cubicBezTo>
                  <a:cubicBezTo>
                    <a:pt x="13007" y="428"/>
                    <a:pt x="10963" y="1904"/>
                    <a:pt x="9827" y="4006"/>
                  </a:cubicBezTo>
                  <a:cubicBezTo>
                    <a:pt x="9543" y="4602"/>
                    <a:pt x="9031" y="5000"/>
                    <a:pt x="8407" y="5142"/>
                  </a:cubicBezTo>
                  <a:cubicBezTo>
                    <a:pt x="7981" y="5256"/>
                    <a:pt x="7555" y="5369"/>
                    <a:pt x="7129" y="5511"/>
                  </a:cubicBezTo>
                  <a:cubicBezTo>
                    <a:pt x="6021" y="5823"/>
                    <a:pt x="4999" y="6335"/>
                    <a:pt x="4090" y="7016"/>
                  </a:cubicBezTo>
                  <a:cubicBezTo>
                    <a:pt x="2358" y="8379"/>
                    <a:pt x="1023" y="10169"/>
                    <a:pt x="256" y="12213"/>
                  </a:cubicBezTo>
                  <a:cubicBezTo>
                    <a:pt x="199" y="12270"/>
                    <a:pt x="199" y="12384"/>
                    <a:pt x="256" y="12469"/>
                  </a:cubicBezTo>
                  <a:lnTo>
                    <a:pt x="313" y="12469"/>
                  </a:lnTo>
                  <a:cubicBezTo>
                    <a:pt x="427" y="12355"/>
                    <a:pt x="540" y="12242"/>
                    <a:pt x="654" y="12128"/>
                  </a:cubicBezTo>
                  <a:cubicBezTo>
                    <a:pt x="1676" y="11191"/>
                    <a:pt x="2784" y="10367"/>
                    <a:pt x="4005" y="9686"/>
                  </a:cubicBezTo>
                  <a:cubicBezTo>
                    <a:pt x="4601" y="9345"/>
                    <a:pt x="5226" y="9033"/>
                    <a:pt x="5908" y="8834"/>
                  </a:cubicBezTo>
                  <a:cubicBezTo>
                    <a:pt x="6121" y="8737"/>
                    <a:pt x="6334" y="8693"/>
                    <a:pt x="6557" y="8693"/>
                  </a:cubicBezTo>
                  <a:cubicBezTo>
                    <a:pt x="6660" y="8693"/>
                    <a:pt x="6765" y="8702"/>
                    <a:pt x="6873" y="8720"/>
                  </a:cubicBezTo>
                  <a:cubicBezTo>
                    <a:pt x="7157" y="8720"/>
                    <a:pt x="7384" y="9004"/>
                    <a:pt x="7327" y="9288"/>
                  </a:cubicBezTo>
                  <a:cubicBezTo>
                    <a:pt x="7327" y="9601"/>
                    <a:pt x="7185" y="9913"/>
                    <a:pt x="6987" y="10112"/>
                  </a:cubicBezTo>
                  <a:cubicBezTo>
                    <a:pt x="6703" y="10424"/>
                    <a:pt x="6447" y="10708"/>
                    <a:pt x="6135" y="10964"/>
                  </a:cubicBezTo>
                  <a:cubicBezTo>
                    <a:pt x="5538" y="11475"/>
                    <a:pt x="4885" y="12014"/>
                    <a:pt x="4260" y="12554"/>
                  </a:cubicBezTo>
                  <a:cubicBezTo>
                    <a:pt x="3550" y="13150"/>
                    <a:pt x="2869" y="13804"/>
                    <a:pt x="2244" y="14485"/>
                  </a:cubicBezTo>
                  <a:cubicBezTo>
                    <a:pt x="1335" y="15479"/>
                    <a:pt x="625" y="16615"/>
                    <a:pt x="114" y="17865"/>
                  </a:cubicBezTo>
                  <a:cubicBezTo>
                    <a:pt x="1" y="18120"/>
                    <a:pt x="1" y="18461"/>
                    <a:pt x="114" y="18717"/>
                  </a:cubicBezTo>
                  <a:cubicBezTo>
                    <a:pt x="427" y="19483"/>
                    <a:pt x="881" y="20193"/>
                    <a:pt x="1449" y="20790"/>
                  </a:cubicBezTo>
                  <a:cubicBezTo>
                    <a:pt x="2187" y="21528"/>
                    <a:pt x="3039" y="22153"/>
                    <a:pt x="3976" y="22607"/>
                  </a:cubicBezTo>
                  <a:cubicBezTo>
                    <a:pt x="4942" y="23118"/>
                    <a:pt x="5964" y="23516"/>
                    <a:pt x="7043" y="23800"/>
                  </a:cubicBezTo>
                  <a:cubicBezTo>
                    <a:pt x="7111" y="23834"/>
                    <a:pt x="7179" y="23878"/>
                    <a:pt x="7264" y="23878"/>
                  </a:cubicBezTo>
                  <a:cubicBezTo>
                    <a:pt x="7323" y="23878"/>
                    <a:pt x="7389" y="23857"/>
                    <a:pt x="7469" y="23800"/>
                  </a:cubicBezTo>
                  <a:lnTo>
                    <a:pt x="7469" y="23147"/>
                  </a:lnTo>
                  <a:cubicBezTo>
                    <a:pt x="7469" y="22096"/>
                    <a:pt x="7469" y="21074"/>
                    <a:pt x="7498" y="20051"/>
                  </a:cubicBezTo>
                  <a:cubicBezTo>
                    <a:pt x="7498" y="18830"/>
                    <a:pt x="7697" y="17609"/>
                    <a:pt x="8037" y="16445"/>
                  </a:cubicBezTo>
                  <a:cubicBezTo>
                    <a:pt x="8236" y="15735"/>
                    <a:pt x="8492" y="15053"/>
                    <a:pt x="8833" y="14400"/>
                  </a:cubicBezTo>
                  <a:cubicBezTo>
                    <a:pt x="9060" y="13974"/>
                    <a:pt x="9344" y="13576"/>
                    <a:pt x="9685" y="13207"/>
                  </a:cubicBezTo>
                  <a:cubicBezTo>
                    <a:pt x="9912" y="12980"/>
                    <a:pt x="10196" y="12810"/>
                    <a:pt x="10508" y="12724"/>
                  </a:cubicBezTo>
                  <a:cubicBezTo>
                    <a:pt x="10589" y="12692"/>
                    <a:pt x="10670" y="12677"/>
                    <a:pt x="10750" y="12677"/>
                  </a:cubicBezTo>
                  <a:cubicBezTo>
                    <a:pt x="11091" y="12677"/>
                    <a:pt x="11394" y="12952"/>
                    <a:pt x="11417" y="13321"/>
                  </a:cubicBezTo>
                  <a:cubicBezTo>
                    <a:pt x="11445" y="13662"/>
                    <a:pt x="11417" y="13974"/>
                    <a:pt x="11332" y="14286"/>
                  </a:cubicBezTo>
                  <a:cubicBezTo>
                    <a:pt x="11247" y="14684"/>
                    <a:pt x="11161" y="15082"/>
                    <a:pt x="11048" y="15451"/>
                  </a:cubicBezTo>
                  <a:cubicBezTo>
                    <a:pt x="10480" y="17495"/>
                    <a:pt x="10423" y="19625"/>
                    <a:pt x="10849" y="21698"/>
                  </a:cubicBezTo>
                  <a:cubicBezTo>
                    <a:pt x="11019" y="22579"/>
                    <a:pt x="11275" y="23431"/>
                    <a:pt x="11531" y="24283"/>
                  </a:cubicBezTo>
                  <a:cubicBezTo>
                    <a:pt x="11557" y="24522"/>
                    <a:pt x="11783" y="24711"/>
                    <a:pt x="12021" y="24711"/>
                  </a:cubicBezTo>
                  <a:cubicBezTo>
                    <a:pt x="12037" y="24711"/>
                    <a:pt x="12054" y="24711"/>
                    <a:pt x="12070" y="24709"/>
                  </a:cubicBezTo>
                  <a:lnTo>
                    <a:pt x="12212" y="24709"/>
                  </a:lnTo>
                  <a:lnTo>
                    <a:pt x="15137" y="24993"/>
                  </a:lnTo>
                  <a:cubicBezTo>
                    <a:pt x="17324" y="25192"/>
                    <a:pt x="19482" y="25618"/>
                    <a:pt x="21612" y="26214"/>
                  </a:cubicBezTo>
                  <a:cubicBezTo>
                    <a:pt x="21680" y="26248"/>
                    <a:pt x="21757" y="26292"/>
                    <a:pt x="21839" y="26292"/>
                  </a:cubicBezTo>
                  <a:cubicBezTo>
                    <a:pt x="21895" y="26292"/>
                    <a:pt x="21952" y="26271"/>
                    <a:pt x="22010" y="26214"/>
                  </a:cubicBezTo>
                  <a:cubicBezTo>
                    <a:pt x="21811" y="24624"/>
                    <a:pt x="21499" y="23033"/>
                    <a:pt x="21016" y="21500"/>
                  </a:cubicBezTo>
                  <a:cubicBezTo>
                    <a:pt x="20931" y="21216"/>
                    <a:pt x="20874" y="20903"/>
                    <a:pt x="20817" y="20619"/>
                  </a:cubicBezTo>
                  <a:cubicBezTo>
                    <a:pt x="20760" y="20392"/>
                    <a:pt x="20789" y="20137"/>
                    <a:pt x="20845" y="19909"/>
                  </a:cubicBezTo>
                  <a:cubicBezTo>
                    <a:pt x="20919" y="19689"/>
                    <a:pt x="21123" y="19551"/>
                    <a:pt x="21328" y="19551"/>
                  </a:cubicBezTo>
                  <a:cubicBezTo>
                    <a:pt x="21439" y="19551"/>
                    <a:pt x="21550" y="19592"/>
                    <a:pt x="21641" y="19682"/>
                  </a:cubicBezTo>
                  <a:cubicBezTo>
                    <a:pt x="21783" y="19796"/>
                    <a:pt x="21896" y="19938"/>
                    <a:pt x="22010" y="20108"/>
                  </a:cubicBezTo>
                  <a:cubicBezTo>
                    <a:pt x="22180" y="20421"/>
                    <a:pt x="22322" y="20733"/>
                    <a:pt x="22464" y="21045"/>
                  </a:cubicBezTo>
                  <a:cubicBezTo>
                    <a:pt x="23231" y="22863"/>
                    <a:pt x="23742" y="24766"/>
                    <a:pt x="24026" y="26725"/>
                  </a:cubicBezTo>
                  <a:cubicBezTo>
                    <a:pt x="24026" y="26952"/>
                    <a:pt x="24168" y="27179"/>
                    <a:pt x="24395" y="27236"/>
                  </a:cubicBezTo>
                  <a:cubicBezTo>
                    <a:pt x="25276" y="27549"/>
                    <a:pt x="26099" y="27918"/>
                    <a:pt x="26894" y="28372"/>
                  </a:cubicBezTo>
                  <a:lnTo>
                    <a:pt x="27036" y="28372"/>
                  </a:lnTo>
                  <a:cubicBezTo>
                    <a:pt x="27150" y="28202"/>
                    <a:pt x="27093" y="28003"/>
                    <a:pt x="27065" y="27833"/>
                  </a:cubicBezTo>
                  <a:cubicBezTo>
                    <a:pt x="27036" y="27435"/>
                    <a:pt x="26980" y="27009"/>
                    <a:pt x="26923" y="26583"/>
                  </a:cubicBezTo>
                  <a:cubicBezTo>
                    <a:pt x="26894" y="26413"/>
                    <a:pt x="26923" y="26271"/>
                    <a:pt x="26980" y="26100"/>
                  </a:cubicBezTo>
                  <a:cubicBezTo>
                    <a:pt x="27018" y="26004"/>
                    <a:pt x="27122" y="25947"/>
                    <a:pt x="27230" y="25947"/>
                  </a:cubicBezTo>
                  <a:cubicBezTo>
                    <a:pt x="27280" y="25947"/>
                    <a:pt x="27332" y="25959"/>
                    <a:pt x="27377" y="25987"/>
                  </a:cubicBezTo>
                  <a:cubicBezTo>
                    <a:pt x="27519" y="26043"/>
                    <a:pt x="27604" y="26157"/>
                    <a:pt x="27661" y="26299"/>
                  </a:cubicBezTo>
                  <a:cubicBezTo>
                    <a:pt x="27775" y="26583"/>
                    <a:pt x="27888" y="26867"/>
                    <a:pt x="27973" y="27151"/>
                  </a:cubicBezTo>
                  <a:cubicBezTo>
                    <a:pt x="28144" y="27747"/>
                    <a:pt x="28257" y="28344"/>
                    <a:pt x="28428" y="28912"/>
                  </a:cubicBezTo>
                  <a:cubicBezTo>
                    <a:pt x="28485" y="29196"/>
                    <a:pt x="28627" y="29423"/>
                    <a:pt x="28882" y="29593"/>
                  </a:cubicBezTo>
                  <a:cubicBezTo>
                    <a:pt x="29706" y="30133"/>
                    <a:pt x="30444" y="30758"/>
                    <a:pt x="31154" y="31468"/>
                  </a:cubicBezTo>
                  <a:cubicBezTo>
                    <a:pt x="31268" y="31581"/>
                    <a:pt x="31410" y="31695"/>
                    <a:pt x="31580" y="31808"/>
                  </a:cubicBezTo>
                  <a:cubicBezTo>
                    <a:pt x="31646" y="31856"/>
                    <a:pt x="31722" y="31878"/>
                    <a:pt x="31797" y="31878"/>
                  </a:cubicBezTo>
                  <a:cubicBezTo>
                    <a:pt x="31946" y="31878"/>
                    <a:pt x="32091" y="31790"/>
                    <a:pt x="32148" y="31638"/>
                  </a:cubicBezTo>
                  <a:cubicBezTo>
                    <a:pt x="32177" y="31553"/>
                    <a:pt x="32205" y="31496"/>
                    <a:pt x="32205" y="31411"/>
                  </a:cubicBezTo>
                  <a:lnTo>
                    <a:pt x="32205" y="30786"/>
                  </a:lnTo>
                  <a:cubicBezTo>
                    <a:pt x="32177" y="30076"/>
                    <a:pt x="31978" y="29423"/>
                    <a:pt x="31921" y="28713"/>
                  </a:cubicBezTo>
                  <a:cubicBezTo>
                    <a:pt x="31722" y="26867"/>
                    <a:pt x="31467" y="25050"/>
                    <a:pt x="31211" y="23232"/>
                  </a:cubicBezTo>
                  <a:cubicBezTo>
                    <a:pt x="31183" y="22891"/>
                    <a:pt x="31012" y="22579"/>
                    <a:pt x="30757" y="22380"/>
                  </a:cubicBezTo>
                  <a:cubicBezTo>
                    <a:pt x="30132" y="21926"/>
                    <a:pt x="29535" y="21443"/>
                    <a:pt x="28939" y="20932"/>
                  </a:cubicBezTo>
                  <a:cubicBezTo>
                    <a:pt x="28627" y="20705"/>
                    <a:pt x="28314" y="20449"/>
                    <a:pt x="28030" y="20165"/>
                  </a:cubicBezTo>
                  <a:cubicBezTo>
                    <a:pt x="27860" y="20023"/>
                    <a:pt x="27718" y="19824"/>
                    <a:pt x="27604" y="19625"/>
                  </a:cubicBezTo>
                  <a:cubicBezTo>
                    <a:pt x="27434" y="19370"/>
                    <a:pt x="27576" y="19029"/>
                    <a:pt x="27888" y="19001"/>
                  </a:cubicBezTo>
                  <a:cubicBezTo>
                    <a:pt x="28059" y="18944"/>
                    <a:pt x="28201" y="18944"/>
                    <a:pt x="28371" y="18944"/>
                  </a:cubicBezTo>
                  <a:cubicBezTo>
                    <a:pt x="28712" y="18972"/>
                    <a:pt x="29053" y="19029"/>
                    <a:pt x="29365" y="19057"/>
                  </a:cubicBezTo>
                  <a:cubicBezTo>
                    <a:pt x="29649" y="19114"/>
                    <a:pt x="29961" y="19171"/>
                    <a:pt x="30245" y="19228"/>
                  </a:cubicBezTo>
                  <a:cubicBezTo>
                    <a:pt x="30331" y="19228"/>
                    <a:pt x="30387" y="19171"/>
                    <a:pt x="30387" y="19086"/>
                  </a:cubicBezTo>
                  <a:cubicBezTo>
                    <a:pt x="30359" y="18915"/>
                    <a:pt x="30331" y="18773"/>
                    <a:pt x="30302" y="18603"/>
                  </a:cubicBezTo>
                  <a:cubicBezTo>
                    <a:pt x="29791" y="16672"/>
                    <a:pt x="29166" y="14741"/>
                    <a:pt x="28428" y="12895"/>
                  </a:cubicBezTo>
                  <a:cubicBezTo>
                    <a:pt x="28314" y="12582"/>
                    <a:pt x="28059" y="12327"/>
                    <a:pt x="27746" y="12242"/>
                  </a:cubicBezTo>
                  <a:cubicBezTo>
                    <a:pt x="26355" y="11844"/>
                    <a:pt x="24963" y="11503"/>
                    <a:pt x="23515" y="11248"/>
                  </a:cubicBezTo>
                  <a:cubicBezTo>
                    <a:pt x="23089" y="11191"/>
                    <a:pt x="22663" y="11077"/>
                    <a:pt x="22237" y="10907"/>
                  </a:cubicBezTo>
                  <a:cubicBezTo>
                    <a:pt x="22010" y="10822"/>
                    <a:pt x="21868" y="10623"/>
                    <a:pt x="21868" y="10367"/>
                  </a:cubicBezTo>
                  <a:cubicBezTo>
                    <a:pt x="21896" y="10140"/>
                    <a:pt x="22067" y="9941"/>
                    <a:pt x="22322" y="9885"/>
                  </a:cubicBezTo>
                  <a:cubicBezTo>
                    <a:pt x="22350" y="9856"/>
                    <a:pt x="22407" y="9856"/>
                    <a:pt x="22436" y="9828"/>
                  </a:cubicBezTo>
                  <a:cubicBezTo>
                    <a:pt x="22918" y="9743"/>
                    <a:pt x="23401" y="9657"/>
                    <a:pt x="23884" y="9572"/>
                  </a:cubicBezTo>
                  <a:cubicBezTo>
                    <a:pt x="24249" y="9511"/>
                    <a:pt x="24615" y="9483"/>
                    <a:pt x="24980" y="9483"/>
                  </a:cubicBezTo>
                  <a:cubicBezTo>
                    <a:pt x="25296" y="9483"/>
                    <a:pt x="25612" y="9504"/>
                    <a:pt x="25929" y="9544"/>
                  </a:cubicBezTo>
                  <a:cubicBezTo>
                    <a:pt x="26130" y="9564"/>
                    <a:pt x="26330" y="9584"/>
                    <a:pt x="26531" y="9584"/>
                  </a:cubicBezTo>
                  <a:cubicBezTo>
                    <a:pt x="26614" y="9584"/>
                    <a:pt x="26698" y="9580"/>
                    <a:pt x="26781" y="9572"/>
                  </a:cubicBezTo>
                  <a:cubicBezTo>
                    <a:pt x="26838" y="9430"/>
                    <a:pt x="26781" y="9345"/>
                    <a:pt x="26724" y="9288"/>
                  </a:cubicBezTo>
                  <a:cubicBezTo>
                    <a:pt x="26184" y="8323"/>
                    <a:pt x="25588" y="7414"/>
                    <a:pt x="24963" y="6505"/>
                  </a:cubicBezTo>
                  <a:cubicBezTo>
                    <a:pt x="24807" y="6297"/>
                    <a:pt x="24580" y="6161"/>
                    <a:pt x="24325" y="6161"/>
                  </a:cubicBezTo>
                  <a:cubicBezTo>
                    <a:pt x="24301" y="6161"/>
                    <a:pt x="24277" y="6162"/>
                    <a:pt x="24253" y="6164"/>
                  </a:cubicBezTo>
                  <a:cubicBezTo>
                    <a:pt x="24144" y="6162"/>
                    <a:pt x="24034" y="6161"/>
                    <a:pt x="23925" y="6161"/>
                  </a:cubicBezTo>
                  <a:cubicBezTo>
                    <a:pt x="22505" y="6161"/>
                    <a:pt x="21109" y="6333"/>
                    <a:pt x="19738" y="6675"/>
                  </a:cubicBezTo>
                  <a:cubicBezTo>
                    <a:pt x="19141" y="6846"/>
                    <a:pt x="18545" y="6988"/>
                    <a:pt x="17949" y="7101"/>
                  </a:cubicBezTo>
                  <a:cubicBezTo>
                    <a:pt x="17782" y="7143"/>
                    <a:pt x="17616" y="7169"/>
                    <a:pt x="17439" y="7169"/>
                  </a:cubicBezTo>
                  <a:cubicBezTo>
                    <a:pt x="17374" y="7169"/>
                    <a:pt x="17307" y="7166"/>
                    <a:pt x="17239" y="7158"/>
                  </a:cubicBezTo>
                  <a:cubicBezTo>
                    <a:pt x="17216" y="7160"/>
                    <a:pt x="17193" y="7161"/>
                    <a:pt x="17171" y="7161"/>
                  </a:cubicBezTo>
                  <a:cubicBezTo>
                    <a:pt x="16885" y="7161"/>
                    <a:pt x="16630" y="6998"/>
                    <a:pt x="16472" y="6761"/>
                  </a:cubicBezTo>
                  <a:cubicBezTo>
                    <a:pt x="16358" y="6448"/>
                    <a:pt x="16444" y="6136"/>
                    <a:pt x="16671" y="5909"/>
                  </a:cubicBezTo>
                  <a:cubicBezTo>
                    <a:pt x="16841" y="5653"/>
                    <a:pt x="17068" y="5454"/>
                    <a:pt x="17324" y="5284"/>
                  </a:cubicBezTo>
                  <a:cubicBezTo>
                    <a:pt x="18034" y="4858"/>
                    <a:pt x="18801" y="4546"/>
                    <a:pt x="19596" y="4375"/>
                  </a:cubicBezTo>
                  <a:cubicBezTo>
                    <a:pt x="20302" y="4257"/>
                    <a:pt x="21008" y="4194"/>
                    <a:pt x="21713" y="4194"/>
                  </a:cubicBezTo>
                  <a:cubicBezTo>
                    <a:pt x="22030" y="4194"/>
                    <a:pt x="22346" y="4207"/>
                    <a:pt x="22663" y="4233"/>
                  </a:cubicBezTo>
                  <a:cubicBezTo>
                    <a:pt x="22724" y="4248"/>
                    <a:pt x="22800" y="4280"/>
                    <a:pt x="22876" y="4280"/>
                  </a:cubicBezTo>
                  <a:cubicBezTo>
                    <a:pt x="22942" y="4280"/>
                    <a:pt x="23008" y="4256"/>
                    <a:pt x="23060" y="4176"/>
                  </a:cubicBezTo>
                  <a:cubicBezTo>
                    <a:pt x="22265" y="3239"/>
                    <a:pt x="21385" y="2387"/>
                    <a:pt x="20448" y="1620"/>
                  </a:cubicBezTo>
                  <a:cubicBezTo>
                    <a:pt x="20238" y="1432"/>
                    <a:pt x="19952" y="1321"/>
                    <a:pt x="19668" y="1321"/>
                  </a:cubicBezTo>
                  <a:cubicBezTo>
                    <a:pt x="19567" y="1321"/>
                    <a:pt x="19466" y="1335"/>
                    <a:pt x="19369" y="1365"/>
                  </a:cubicBezTo>
                  <a:cubicBezTo>
                    <a:pt x="17835" y="1706"/>
                    <a:pt x="16330" y="2330"/>
                    <a:pt x="14995" y="3211"/>
                  </a:cubicBezTo>
                  <a:cubicBezTo>
                    <a:pt x="14740" y="3381"/>
                    <a:pt x="14456" y="3552"/>
                    <a:pt x="14172" y="3694"/>
                  </a:cubicBezTo>
                  <a:cubicBezTo>
                    <a:pt x="14001" y="3779"/>
                    <a:pt x="13831" y="3864"/>
                    <a:pt x="13632" y="3892"/>
                  </a:cubicBezTo>
                  <a:cubicBezTo>
                    <a:pt x="13617" y="3894"/>
                    <a:pt x="13603" y="3895"/>
                    <a:pt x="13588" y="3895"/>
                  </a:cubicBezTo>
                  <a:cubicBezTo>
                    <a:pt x="13377" y="3895"/>
                    <a:pt x="13178" y="3707"/>
                    <a:pt x="13178" y="3495"/>
                  </a:cubicBezTo>
                  <a:cubicBezTo>
                    <a:pt x="13178" y="3296"/>
                    <a:pt x="13263" y="3126"/>
                    <a:pt x="13376" y="2955"/>
                  </a:cubicBezTo>
                  <a:cubicBezTo>
                    <a:pt x="13547" y="2671"/>
                    <a:pt x="13802" y="2416"/>
                    <a:pt x="14086" y="2217"/>
                  </a:cubicBezTo>
                  <a:cubicBezTo>
                    <a:pt x="14967" y="1478"/>
                    <a:pt x="15961" y="882"/>
                    <a:pt x="17011" y="456"/>
                  </a:cubicBezTo>
                  <a:cubicBezTo>
                    <a:pt x="17210" y="428"/>
                    <a:pt x="17381" y="314"/>
                    <a:pt x="17494" y="201"/>
                  </a:cubicBezTo>
                  <a:cubicBezTo>
                    <a:pt x="17087" y="65"/>
                    <a:pt x="16671" y="0"/>
                    <a:pt x="162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6"/>
            <p:cNvSpPr/>
            <p:nvPr/>
          </p:nvSpPr>
          <p:spPr>
            <a:xfrm>
              <a:off x="3846200" y="1341175"/>
              <a:ext cx="486350" cy="521825"/>
            </a:xfrm>
            <a:custGeom>
              <a:rect b="b" l="l" r="r" t="t"/>
              <a:pathLst>
                <a:path extrusionOk="0" h="20873" w="19454">
                  <a:moveTo>
                    <a:pt x="321" y="0"/>
                  </a:moveTo>
                  <a:cubicBezTo>
                    <a:pt x="159" y="0"/>
                    <a:pt x="29" y="69"/>
                    <a:pt x="29" y="220"/>
                  </a:cubicBezTo>
                  <a:cubicBezTo>
                    <a:pt x="0" y="390"/>
                    <a:pt x="142" y="447"/>
                    <a:pt x="284" y="475"/>
                  </a:cubicBezTo>
                  <a:cubicBezTo>
                    <a:pt x="1222" y="844"/>
                    <a:pt x="2102" y="1299"/>
                    <a:pt x="2925" y="1895"/>
                  </a:cubicBezTo>
                  <a:cubicBezTo>
                    <a:pt x="4118" y="2719"/>
                    <a:pt x="5339" y="3599"/>
                    <a:pt x="6419" y="4480"/>
                  </a:cubicBezTo>
                  <a:cubicBezTo>
                    <a:pt x="7498" y="5388"/>
                    <a:pt x="8548" y="6297"/>
                    <a:pt x="9571" y="7263"/>
                  </a:cubicBezTo>
                  <a:cubicBezTo>
                    <a:pt x="10678" y="8313"/>
                    <a:pt x="11729" y="9449"/>
                    <a:pt x="12695" y="10670"/>
                  </a:cubicBezTo>
                  <a:cubicBezTo>
                    <a:pt x="13376" y="11551"/>
                    <a:pt x="14058" y="12488"/>
                    <a:pt x="14683" y="13454"/>
                  </a:cubicBezTo>
                  <a:cubicBezTo>
                    <a:pt x="15109" y="14107"/>
                    <a:pt x="15535" y="14788"/>
                    <a:pt x="15932" y="15470"/>
                  </a:cubicBezTo>
                  <a:cubicBezTo>
                    <a:pt x="16557" y="16492"/>
                    <a:pt x="17239" y="17515"/>
                    <a:pt x="17778" y="18622"/>
                  </a:cubicBezTo>
                  <a:cubicBezTo>
                    <a:pt x="18062" y="19162"/>
                    <a:pt x="18346" y="19673"/>
                    <a:pt x="18658" y="20212"/>
                  </a:cubicBezTo>
                  <a:cubicBezTo>
                    <a:pt x="18744" y="20383"/>
                    <a:pt x="18886" y="20582"/>
                    <a:pt x="18999" y="20724"/>
                  </a:cubicBezTo>
                  <a:cubicBezTo>
                    <a:pt x="19056" y="20809"/>
                    <a:pt x="19141" y="20837"/>
                    <a:pt x="19226" y="20866"/>
                  </a:cubicBezTo>
                  <a:cubicBezTo>
                    <a:pt x="19245" y="20870"/>
                    <a:pt x="19263" y="20873"/>
                    <a:pt x="19279" y="20873"/>
                  </a:cubicBezTo>
                  <a:cubicBezTo>
                    <a:pt x="19366" y="20873"/>
                    <a:pt x="19430" y="20810"/>
                    <a:pt x="19454" y="20667"/>
                  </a:cubicBezTo>
                  <a:cubicBezTo>
                    <a:pt x="19454" y="20525"/>
                    <a:pt x="19397" y="20383"/>
                    <a:pt x="19312" y="20269"/>
                  </a:cubicBezTo>
                  <a:cubicBezTo>
                    <a:pt x="18942" y="19531"/>
                    <a:pt x="18573" y="18821"/>
                    <a:pt x="18176" y="18111"/>
                  </a:cubicBezTo>
                  <a:cubicBezTo>
                    <a:pt x="17239" y="16350"/>
                    <a:pt x="16188" y="14675"/>
                    <a:pt x="15109" y="12999"/>
                  </a:cubicBezTo>
                  <a:cubicBezTo>
                    <a:pt x="14171" y="11494"/>
                    <a:pt x="13092" y="10074"/>
                    <a:pt x="11900" y="8768"/>
                  </a:cubicBezTo>
                  <a:cubicBezTo>
                    <a:pt x="10735" y="7490"/>
                    <a:pt x="9486" y="6269"/>
                    <a:pt x="8179" y="5161"/>
                  </a:cubicBezTo>
                  <a:cubicBezTo>
                    <a:pt x="7810" y="4877"/>
                    <a:pt x="7469" y="4536"/>
                    <a:pt x="7100" y="4252"/>
                  </a:cubicBezTo>
                  <a:cubicBezTo>
                    <a:pt x="6333" y="3656"/>
                    <a:pt x="5567" y="3031"/>
                    <a:pt x="4771" y="2463"/>
                  </a:cubicBezTo>
                  <a:cubicBezTo>
                    <a:pt x="3919" y="1838"/>
                    <a:pt x="3067" y="1270"/>
                    <a:pt x="2159" y="731"/>
                  </a:cubicBezTo>
                  <a:cubicBezTo>
                    <a:pt x="1619" y="447"/>
                    <a:pt x="1051" y="220"/>
                    <a:pt x="483" y="21"/>
                  </a:cubicBezTo>
                  <a:cubicBezTo>
                    <a:pt x="428" y="7"/>
                    <a:pt x="373"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6"/>
            <p:cNvSpPr/>
            <p:nvPr/>
          </p:nvSpPr>
          <p:spPr>
            <a:xfrm>
              <a:off x="3802175" y="1198950"/>
              <a:ext cx="594975" cy="795925"/>
            </a:xfrm>
            <a:custGeom>
              <a:rect b="b" l="l" r="r" t="t"/>
              <a:pathLst>
                <a:path extrusionOk="0" h="31837" w="23799">
                  <a:moveTo>
                    <a:pt x="5567" y="5284"/>
                  </a:moveTo>
                  <a:lnTo>
                    <a:pt x="5567" y="5284"/>
                  </a:lnTo>
                  <a:cubicBezTo>
                    <a:pt x="6078" y="5369"/>
                    <a:pt x="6078" y="6136"/>
                    <a:pt x="5538" y="6193"/>
                  </a:cubicBezTo>
                  <a:cubicBezTo>
                    <a:pt x="5311" y="6164"/>
                    <a:pt x="5169" y="5994"/>
                    <a:pt x="5169" y="5767"/>
                  </a:cubicBezTo>
                  <a:cubicBezTo>
                    <a:pt x="5141" y="5511"/>
                    <a:pt x="5311" y="5312"/>
                    <a:pt x="5567" y="5284"/>
                  </a:cubicBezTo>
                  <a:close/>
                  <a:moveTo>
                    <a:pt x="10708" y="8755"/>
                  </a:moveTo>
                  <a:cubicBezTo>
                    <a:pt x="10863" y="8755"/>
                    <a:pt x="11020" y="8791"/>
                    <a:pt x="11161" y="8862"/>
                  </a:cubicBezTo>
                  <a:cubicBezTo>
                    <a:pt x="11360" y="8947"/>
                    <a:pt x="11502" y="9175"/>
                    <a:pt x="11474" y="9430"/>
                  </a:cubicBezTo>
                  <a:cubicBezTo>
                    <a:pt x="11445" y="9657"/>
                    <a:pt x="11247" y="9856"/>
                    <a:pt x="11019" y="9885"/>
                  </a:cubicBezTo>
                  <a:cubicBezTo>
                    <a:pt x="10906" y="9885"/>
                    <a:pt x="10821" y="9913"/>
                    <a:pt x="10764" y="9913"/>
                  </a:cubicBezTo>
                  <a:cubicBezTo>
                    <a:pt x="10395" y="9913"/>
                    <a:pt x="10082" y="9657"/>
                    <a:pt x="9997" y="9288"/>
                  </a:cubicBezTo>
                  <a:cubicBezTo>
                    <a:pt x="9969" y="9175"/>
                    <a:pt x="10025" y="9061"/>
                    <a:pt x="10111" y="8976"/>
                  </a:cubicBezTo>
                  <a:cubicBezTo>
                    <a:pt x="10276" y="8827"/>
                    <a:pt x="10491" y="8755"/>
                    <a:pt x="10708" y="8755"/>
                  </a:cubicBezTo>
                  <a:close/>
                  <a:moveTo>
                    <a:pt x="16074" y="13633"/>
                  </a:moveTo>
                  <a:cubicBezTo>
                    <a:pt x="16926" y="13662"/>
                    <a:pt x="17778" y="13974"/>
                    <a:pt x="18432" y="14542"/>
                  </a:cubicBezTo>
                  <a:cubicBezTo>
                    <a:pt x="18574" y="14656"/>
                    <a:pt x="18687" y="14798"/>
                    <a:pt x="18772" y="14968"/>
                  </a:cubicBezTo>
                  <a:cubicBezTo>
                    <a:pt x="18993" y="15327"/>
                    <a:pt x="18731" y="15793"/>
                    <a:pt x="18325" y="15793"/>
                  </a:cubicBezTo>
                  <a:cubicBezTo>
                    <a:pt x="18313" y="15793"/>
                    <a:pt x="18302" y="15792"/>
                    <a:pt x="18290" y="15791"/>
                  </a:cubicBezTo>
                  <a:cubicBezTo>
                    <a:pt x="18148" y="15791"/>
                    <a:pt x="18006" y="15791"/>
                    <a:pt x="17864" y="15763"/>
                  </a:cubicBezTo>
                  <a:cubicBezTo>
                    <a:pt x="17154" y="15621"/>
                    <a:pt x="16500" y="15366"/>
                    <a:pt x="15876" y="14996"/>
                  </a:cubicBezTo>
                  <a:cubicBezTo>
                    <a:pt x="15677" y="14883"/>
                    <a:pt x="15478" y="14712"/>
                    <a:pt x="15364" y="14542"/>
                  </a:cubicBezTo>
                  <a:cubicBezTo>
                    <a:pt x="15109" y="14201"/>
                    <a:pt x="15308" y="13718"/>
                    <a:pt x="15705" y="13662"/>
                  </a:cubicBezTo>
                  <a:cubicBezTo>
                    <a:pt x="15819" y="13633"/>
                    <a:pt x="15961" y="13633"/>
                    <a:pt x="16074" y="13633"/>
                  </a:cubicBezTo>
                  <a:close/>
                  <a:moveTo>
                    <a:pt x="7831" y="0"/>
                  </a:moveTo>
                  <a:cubicBezTo>
                    <a:pt x="7546" y="0"/>
                    <a:pt x="7262" y="30"/>
                    <a:pt x="6987" y="87"/>
                  </a:cubicBezTo>
                  <a:cubicBezTo>
                    <a:pt x="4601" y="428"/>
                    <a:pt x="2528" y="1904"/>
                    <a:pt x="1421" y="4034"/>
                  </a:cubicBezTo>
                  <a:cubicBezTo>
                    <a:pt x="1137" y="4602"/>
                    <a:pt x="597" y="5000"/>
                    <a:pt x="1" y="5142"/>
                  </a:cubicBezTo>
                  <a:cubicBezTo>
                    <a:pt x="597" y="5341"/>
                    <a:pt x="1193" y="5568"/>
                    <a:pt x="1790" y="5852"/>
                  </a:cubicBezTo>
                  <a:cubicBezTo>
                    <a:pt x="1849" y="5734"/>
                    <a:pt x="1962" y="5671"/>
                    <a:pt x="2082" y="5671"/>
                  </a:cubicBezTo>
                  <a:cubicBezTo>
                    <a:pt x="2136" y="5671"/>
                    <a:pt x="2191" y="5684"/>
                    <a:pt x="2244" y="5710"/>
                  </a:cubicBezTo>
                  <a:cubicBezTo>
                    <a:pt x="2812" y="5880"/>
                    <a:pt x="3380" y="6136"/>
                    <a:pt x="3920" y="6420"/>
                  </a:cubicBezTo>
                  <a:cubicBezTo>
                    <a:pt x="4828" y="6959"/>
                    <a:pt x="5680" y="7527"/>
                    <a:pt x="6532" y="8152"/>
                  </a:cubicBezTo>
                  <a:cubicBezTo>
                    <a:pt x="7328" y="8720"/>
                    <a:pt x="8094" y="9345"/>
                    <a:pt x="8861" y="9941"/>
                  </a:cubicBezTo>
                  <a:cubicBezTo>
                    <a:pt x="9230" y="10225"/>
                    <a:pt x="9571" y="10566"/>
                    <a:pt x="9940" y="10850"/>
                  </a:cubicBezTo>
                  <a:cubicBezTo>
                    <a:pt x="11247" y="11958"/>
                    <a:pt x="12496" y="13179"/>
                    <a:pt x="13661" y="14457"/>
                  </a:cubicBezTo>
                  <a:cubicBezTo>
                    <a:pt x="14853" y="15763"/>
                    <a:pt x="15932" y="17183"/>
                    <a:pt x="16870" y="18688"/>
                  </a:cubicBezTo>
                  <a:cubicBezTo>
                    <a:pt x="17949" y="20364"/>
                    <a:pt x="19000" y="22039"/>
                    <a:pt x="19937" y="23800"/>
                  </a:cubicBezTo>
                  <a:cubicBezTo>
                    <a:pt x="20334" y="24510"/>
                    <a:pt x="20703" y="25220"/>
                    <a:pt x="21073" y="25958"/>
                  </a:cubicBezTo>
                  <a:cubicBezTo>
                    <a:pt x="21158" y="26072"/>
                    <a:pt x="21215" y="26214"/>
                    <a:pt x="21215" y="26356"/>
                  </a:cubicBezTo>
                  <a:cubicBezTo>
                    <a:pt x="21215" y="26384"/>
                    <a:pt x="21215" y="26413"/>
                    <a:pt x="21186" y="26441"/>
                  </a:cubicBezTo>
                  <a:cubicBezTo>
                    <a:pt x="22010" y="28088"/>
                    <a:pt x="22805" y="29906"/>
                    <a:pt x="23572" y="31837"/>
                  </a:cubicBezTo>
                  <a:cubicBezTo>
                    <a:pt x="23629" y="31780"/>
                    <a:pt x="23685" y="31723"/>
                    <a:pt x="23742" y="31638"/>
                  </a:cubicBezTo>
                  <a:cubicBezTo>
                    <a:pt x="23771" y="31553"/>
                    <a:pt x="23771" y="31496"/>
                    <a:pt x="23799" y="31439"/>
                  </a:cubicBezTo>
                  <a:cubicBezTo>
                    <a:pt x="23799" y="31212"/>
                    <a:pt x="23799" y="31013"/>
                    <a:pt x="23799" y="30786"/>
                  </a:cubicBezTo>
                  <a:cubicBezTo>
                    <a:pt x="23771" y="30076"/>
                    <a:pt x="23572" y="29423"/>
                    <a:pt x="23487" y="28713"/>
                  </a:cubicBezTo>
                  <a:cubicBezTo>
                    <a:pt x="23316" y="26867"/>
                    <a:pt x="23089" y="25050"/>
                    <a:pt x="22805" y="23232"/>
                  </a:cubicBezTo>
                  <a:cubicBezTo>
                    <a:pt x="22777" y="22891"/>
                    <a:pt x="22606" y="22579"/>
                    <a:pt x="22351" y="22380"/>
                  </a:cubicBezTo>
                  <a:cubicBezTo>
                    <a:pt x="21726" y="21926"/>
                    <a:pt x="21129" y="21443"/>
                    <a:pt x="20533" y="20960"/>
                  </a:cubicBezTo>
                  <a:cubicBezTo>
                    <a:pt x="20221" y="20705"/>
                    <a:pt x="19908" y="20449"/>
                    <a:pt x="19624" y="20165"/>
                  </a:cubicBezTo>
                  <a:cubicBezTo>
                    <a:pt x="19454" y="19995"/>
                    <a:pt x="19312" y="19824"/>
                    <a:pt x="19198" y="19625"/>
                  </a:cubicBezTo>
                  <a:cubicBezTo>
                    <a:pt x="19000" y="19370"/>
                    <a:pt x="19170" y="19029"/>
                    <a:pt x="19482" y="19001"/>
                  </a:cubicBezTo>
                  <a:cubicBezTo>
                    <a:pt x="19653" y="18944"/>
                    <a:pt x="19795" y="18944"/>
                    <a:pt x="19965" y="18944"/>
                  </a:cubicBezTo>
                  <a:cubicBezTo>
                    <a:pt x="20306" y="18972"/>
                    <a:pt x="20618" y="19029"/>
                    <a:pt x="20931" y="19057"/>
                  </a:cubicBezTo>
                  <a:cubicBezTo>
                    <a:pt x="21271" y="19114"/>
                    <a:pt x="21555" y="19171"/>
                    <a:pt x="21839" y="19228"/>
                  </a:cubicBezTo>
                  <a:cubicBezTo>
                    <a:pt x="21925" y="19228"/>
                    <a:pt x="21981" y="19171"/>
                    <a:pt x="21981" y="19086"/>
                  </a:cubicBezTo>
                  <a:cubicBezTo>
                    <a:pt x="21953" y="18915"/>
                    <a:pt x="21925" y="18773"/>
                    <a:pt x="21896" y="18603"/>
                  </a:cubicBezTo>
                  <a:cubicBezTo>
                    <a:pt x="21385" y="16672"/>
                    <a:pt x="20760" y="14741"/>
                    <a:pt x="20022" y="12895"/>
                  </a:cubicBezTo>
                  <a:cubicBezTo>
                    <a:pt x="19908" y="12582"/>
                    <a:pt x="19653" y="12355"/>
                    <a:pt x="19340" y="12270"/>
                  </a:cubicBezTo>
                  <a:cubicBezTo>
                    <a:pt x="17949" y="11844"/>
                    <a:pt x="16529" y="11503"/>
                    <a:pt x="15109" y="11276"/>
                  </a:cubicBezTo>
                  <a:cubicBezTo>
                    <a:pt x="14654" y="11191"/>
                    <a:pt x="14228" y="11077"/>
                    <a:pt x="13831" y="10907"/>
                  </a:cubicBezTo>
                  <a:cubicBezTo>
                    <a:pt x="13604" y="10822"/>
                    <a:pt x="13433" y="10623"/>
                    <a:pt x="13433" y="10367"/>
                  </a:cubicBezTo>
                  <a:cubicBezTo>
                    <a:pt x="13490" y="10140"/>
                    <a:pt x="13661" y="9941"/>
                    <a:pt x="13888" y="9885"/>
                  </a:cubicBezTo>
                  <a:cubicBezTo>
                    <a:pt x="13944" y="9856"/>
                    <a:pt x="13973" y="9856"/>
                    <a:pt x="14030" y="9856"/>
                  </a:cubicBezTo>
                  <a:cubicBezTo>
                    <a:pt x="14512" y="9743"/>
                    <a:pt x="14995" y="9657"/>
                    <a:pt x="15478" y="9572"/>
                  </a:cubicBezTo>
                  <a:cubicBezTo>
                    <a:pt x="15874" y="9523"/>
                    <a:pt x="16270" y="9492"/>
                    <a:pt x="16661" y="9492"/>
                  </a:cubicBezTo>
                  <a:cubicBezTo>
                    <a:pt x="16942" y="9492"/>
                    <a:pt x="17221" y="9508"/>
                    <a:pt x="17494" y="9544"/>
                  </a:cubicBezTo>
                  <a:cubicBezTo>
                    <a:pt x="17661" y="9577"/>
                    <a:pt x="17837" y="9591"/>
                    <a:pt x="18011" y="9591"/>
                  </a:cubicBezTo>
                  <a:cubicBezTo>
                    <a:pt x="18135" y="9591"/>
                    <a:pt x="18257" y="9584"/>
                    <a:pt x="18375" y="9572"/>
                  </a:cubicBezTo>
                  <a:cubicBezTo>
                    <a:pt x="18432" y="9430"/>
                    <a:pt x="18346" y="9373"/>
                    <a:pt x="18318" y="9288"/>
                  </a:cubicBezTo>
                  <a:cubicBezTo>
                    <a:pt x="17778" y="8323"/>
                    <a:pt x="17182" y="7414"/>
                    <a:pt x="16529" y="6533"/>
                  </a:cubicBezTo>
                  <a:cubicBezTo>
                    <a:pt x="16399" y="6299"/>
                    <a:pt x="16150" y="6161"/>
                    <a:pt x="15891" y="6161"/>
                  </a:cubicBezTo>
                  <a:cubicBezTo>
                    <a:pt x="15867" y="6161"/>
                    <a:pt x="15843" y="6162"/>
                    <a:pt x="15819" y="6164"/>
                  </a:cubicBezTo>
                  <a:cubicBezTo>
                    <a:pt x="15724" y="6162"/>
                    <a:pt x="15629" y="6162"/>
                    <a:pt x="15534" y="6162"/>
                  </a:cubicBezTo>
                  <a:cubicBezTo>
                    <a:pt x="14121" y="6162"/>
                    <a:pt x="12687" y="6358"/>
                    <a:pt x="11303" y="6704"/>
                  </a:cubicBezTo>
                  <a:cubicBezTo>
                    <a:pt x="10707" y="6846"/>
                    <a:pt x="10139" y="6988"/>
                    <a:pt x="9543" y="7101"/>
                  </a:cubicBezTo>
                  <a:cubicBezTo>
                    <a:pt x="9356" y="7143"/>
                    <a:pt x="9184" y="7169"/>
                    <a:pt x="9016" y="7169"/>
                  </a:cubicBezTo>
                  <a:cubicBezTo>
                    <a:pt x="8954" y="7169"/>
                    <a:pt x="8894" y="7166"/>
                    <a:pt x="8833" y="7158"/>
                  </a:cubicBezTo>
                  <a:cubicBezTo>
                    <a:pt x="8806" y="7161"/>
                    <a:pt x="8780" y="7162"/>
                    <a:pt x="8754" y="7162"/>
                  </a:cubicBezTo>
                  <a:cubicBezTo>
                    <a:pt x="8469" y="7162"/>
                    <a:pt x="8196" y="7021"/>
                    <a:pt x="8066" y="6761"/>
                  </a:cubicBezTo>
                  <a:cubicBezTo>
                    <a:pt x="7952" y="6477"/>
                    <a:pt x="8009" y="6136"/>
                    <a:pt x="8236" y="5909"/>
                  </a:cubicBezTo>
                  <a:cubicBezTo>
                    <a:pt x="8435" y="5681"/>
                    <a:pt x="8662" y="5454"/>
                    <a:pt x="8918" y="5312"/>
                  </a:cubicBezTo>
                  <a:cubicBezTo>
                    <a:pt x="9599" y="4858"/>
                    <a:pt x="10366" y="4546"/>
                    <a:pt x="11161" y="4375"/>
                  </a:cubicBezTo>
                  <a:cubicBezTo>
                    <a:pt x="11817" y="4266"/>
                    <a:pt x="12472" y="4215"/>
                    <a:pt x="13135" y="4215"/>
                  </a:cubicBezTo>
                  <a:cubicBezTo>
                    <a:pt x="13506" y="4215"/>
                    <a:pt x="13880" y="4231"/>
                    <a:pt x="14257" y="4262"/>
                  </a:cubicBezTo>
                  <a:cubicBezTo>
                    <a:pt x="14314" y="4262"/>
                    <a:pt x="14378" y="4283"/>
                    <a:pt x="14441" y="4283"/>
                  </a:cubicBezTo>
                  <a:cubicBezTo>
                    <a:pt x="14505" y="4283"/>
                    <a:pt x="14569" y="4262"/>
                    <a:pt x="14626" y="4176"/>
                  </a:cubicBezTo>
                  <a:cubicBezTo>
                    <a:pt x="13831" y="3239"/>
                    <a:pt x="12979" y="2387"/>
                    <a:pt x="12013" y="1620"/>
                  </a:cubicBezTo>
                  <a:cubicBezTo>
                    <a:pt x="11804" y="1432"/>
                    <a:pt x="11533" y="1321"/>
                    <a:pt x="11257" y="1321"/>
                  </a:cubicBezTo>
                  <a:cubicBezTo>
                    <a:pt x="11159" y="1321"/>
                    <a:pt x="11060" y="1335"/>
                    <a:pt x="10963" y="1365"/>
                  </a:cubicBezTo>
                  <a:cubicBezTo>
                    <a:pt x="9401" y="1706"/>
                    <a:pt x="7924" y="2330"/>
                    <a:pt x="6589" y="3211"/>
                  </a:cubicBezTo>
                  <a:cubicBezTo>
                    <a:pt x="6305" y="3381"/>
                    <a:pt x="6021" y="3552"/>
                    <a:pt x="5737" y="3694"/>
                  </a:cubicBezTo>
                  <a:cubicBezTo>
                    <a:pt x="5595" y="3779"/>
                    <a:pt x="5396" y="3864"/>
                    <a:pt x="5226" y="3892"/>
                  </a:cubicBezTo>
                  <a:cubicBezTo>
                    <a:pt x="5196" y="3899"/>
                    <a:pt x="5167" y="3902"/>
                    <a:pt x="5138" y="3902"/>
                  </a:cubicBezTo>
                  <a:cubicBezTo>
                    <a:pt x="4921" y="3902"/>
                    <a:pt x="4747" y="3721"/>
                    <a:pt x="4772" y="3495"/>
                  </a:cubicBezTo>
                  <a:cubicBezTo>
                    <a:pt x="4772" y="3296"/>
                    <a:pt x="4828" y="3126"/>
                    <a:pt x="4942" y="2955"/>
                  </a:cubicBezTo>
                  <a:cubicBezTo>
                    <a:pt x="5141" y="2671"/>
                    <a:pt x="5368" y="2416"/>
                    <a:pt x="5652" y="2217"/>
                  </a:cubicBezTo>
                  <a:cubicBezTo>
                    <a:pt x="6532" y="1478"/>
                    <a:pt x="7526" y="882"/>
                    <a:pt x="8605" y="456"/>
                  </a:cubicBezTo>
                  <a:cubicBezTo>
                    <a:pt x="8776" y="428"/>
                    <a:pt x="8946" y="314"/>
                    <a:pt x="9088" y="201"/>
                  </a:cubicBezTo>
                  <a:cubicBezTo>
                    <a:pt x="8681" y="65"/>
                    <a:pt x="8254" y="0"/>
                    <a:pt x="78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6"/>
            <p:cNvSpPr/>
            <p:nvPr/>
          </p:nvSpPr>
          <p:spPr>
            <a:xfrm>
              <a:off x="2657000" y="922550"/>
              <a:ext cx="818625" cy="540575"/>
            </a:xfrm>
            <a:custGeom>
              <a:rect b="b" l="l" r="r" t="t"/>
              <a:pathLst>
                <a:path extrusionOk="0" h="21623" w="32745">
                  <a:moveTo>
                    <a:pt x="8832" y="1516"/>
                  </a:moveTo>
                  <a:cubicBezTo>
                    <a:pt x="9031" y="1516"/>
                    <a:pt x="9201" y="1686"/>
                    <a:pt x="9201" y="1885"/>
                  </a:cubicBezTo>
                  <a:cubicBezTo>
                    <a:pt x="9201" y="2084"/>
                    <a:pt x="9031" y="2226"/>
                    <a:pt x="8832" y="2226"/>
                  </a:cubicBezTo>
                  <a:lnTo>
                    <a:pt x="8832" y="2254"/>
                  </a:lnTo>
                  <a:cubicBezTo>
                    <a:pt x="8633" y="2226"/>
                    <a:pt x="8463" y="2027"/>
                    <a:pt x="8520" y="1828"/>
                  </a:cubicBezTo>
                  <a:cubicBezTo>
                    <a:pt x="8520" y="1658"/>
                    <a:pt x="8662" y="1516"/>
                    <a:pt x="8832" y="1516"/>
                  </a:cubicBezTo>
                  <a:close/>
                  <a:moveTo>
                    <a:pt x="13998" y="2391"/>
                  </a:moveTo>
                  <a:cubicBezTo>
                    <a:pt x="14120" y="2391"/>
                    <a:pt x="14232" y="2474"/>
                    <a:pt x="14256" y="2623"/>
                  </a:cubicBezTo>
                  <a:cubicBezTo>
                    <a:pt x="14256" y="2765"/>
                    <a:pt x="14143" y="2879"/>
                    <a:pt x="14001" y="2907"/>
                  </a:cubicBezTo>
                  <a:cubicBezTo>
                    <a:pt x="13887" y="2907"/>
                    <a:pt x="13774" y="2822"/>
                    <a:pt x="13745" y="2708"/>
                  </a:cubicBezTo>
                  <a:cubicBezTo>
                    <a:pt x="13717" y="2566"/>
                    <a:pt x="13802" y="2424"/>
                    <a:pt x="13944" y="2396"/>
                  </a:cubicBezTo>
                  <a:cubicBezTo>
                    <a:pt x="13962" y="2392"/>
                    <a:pt x="13980" y="2391"/>
                    <a:pt x="13998" y="2391"/>
                  </a:cubicBezTo>
                  <a:close/>
                  <a:moveTo>
                    <a:pt x="18019" y="3246"/>
                  </a:moveTo>
                  <a:cubicBezTo>
                    <a:pt x="18033" y="3246"/>
                    <a:pt x="18047" y="3246"/>
                    <a:pt x="18062" y="3248"/>
                  </a:cubicBezTo>
                  <a:cubicBezTo>
                    <a:pt x="18346" y="3248"/>
                    <a:pt x="18545" y="3475"/>
                    <a:pt x="18545" y="3731"/>
                  </a:cubicBezTo>
                  <a:lnTo>
                    <a:pt x="18545" y="3759"/>
                  </a:lnTo>
                  <a:cubicBezTo>
                    <a:pt x="18516" y="4015"/>
                    <a:pt x="18289" y="4214"/>
                    <a:pt x="18033" y="4214"/>
                  </a:cubicBezTo>
                  <a:cubicBezTo>
                    <a:pt x="17778" y="4214"/>
                    <a:pt x="17551" y="3986"/>
                    <a:pt x="17551" y="3731"/>
                  </a:cubicBezTo>
                  <a:cubicBezTo>
                    <a:pt x="17577" y="3463"/>
                    <a:pt x="17781" y="3246"/>
                    <a:pt x="18019" y="3246"/>
                  </a:cubicBezTo>
                  <a:close/>
                  <a:moveTo>
                    <a:pt x="27065" y="4904"/>
                  </a:moveTo>
                  <a:cubicBezTo>
                    <a:pt x="27131" y="4904"/>
                    <a:pt x="27199" y="4920"/>
                    <a:pt x="27263" y="4952"/>
                  </a:cubicBezTo>
                  <a:cubicBezTo>
                    <a:pt x="27434" y="5037"/>
                    <a:pt x="27519" y="5236"/>
                    <a:pt x="27490" y="5406"/>
                  </a:cubicBezTo>
                  <a:cubicBezTo>
                    <a:pt x="27434" y="5634"/>
                    <a:pt x="27320" y="5832"/>
                    <a:pt x="27150" y="6003"/>
                  </a:cubicBezTo>
                  <a:cubicBezTo>
                    <a:pt x="27074" y="6048"/>
                    <a:pt x="26981" y="6078"/>
                    <a:pt x="26890" y="6078"/>
                  </a:cubicBezTo>
                  <a:cubicBezTo>
                    <a:pt x="26811" y="6078"/>
                    <a:pt x="26733" y="6056"/>
                    <a:pt x="26667" y="6003"/>
                  </a:cubicBezTo>
                  <a:cubicBezTo>
                    <a:pt x="26556" y="5947"/>
                    <a:pt x="26499" y="5838"/>
                    <a:pt x="26523" y="5700"/>
                  </a:cubicBezTo>
                  <a:lnTo>
                    <a:pt x="26523" y="5700"/>
                  </a:lnTo>
                  <a:cubicBezTo>
                    <a:pt x="26523" y="5706"/>
                    <a:pt x="26524" y="5713"/>
                    <a:pt x="26525" y="5719"/>
                  </a:cubicBezTo>
                  <a:lnTo>
                    <a:pt x="26525" y="5690"/>
                  </a:lnTo>
                  <a:lnTo>
                    <a:pt x="26525" y="5690"/>
                  </a:lnTo>
                  <a:cubicBezTo>
                    <a:pt x="26524" y="5694"/>
                    <a:pt x="26523" y="5697"/>
                    <a:pt x="26523" y="5700"/>
                  </a:cubicBezTo>
                  <a:lnTo>
                    <a:pt x="26523" y="5700"/>
                  </a:lnTo>
                  <a:cubicBezTo>
                    <a:pt x="26501" y="5451"/>
                    <a:pt x="26586" y="5203"/>
                    <a:pt x="26780" y="5037"/>
                  </a:cubicBezTo>
                  <a:cubicBezTo>
                    <a:pt x="26851" y="4948"/>
                    <a:pt x="26956" y="4904"/>
                    <a:pt x="27065" y="4904"/>
                  </a:cubicBezTo>
                  <a:close/>
                  <a:moveTo>
                    <a:pt x="12158" y="6054"/>
                  </a:moveTo>
                  <a:cubicBezTo>
                    <a:pt x="12205" y="6054"/>
                    <a:pt x="12251" y="6056"/>
                    <a:pt x="12297" y="6060"/>
                  </a:cubicBezTo>
                  <a:lnTo>
                    <a:pt x="12382" y="6060"/>
                  </a:lnTo>
                  <a:cubicBezTo>
                    <a:pt x="12422" y="6060"/>
                    <a:pt x="12463" y="6058"/>
                    <a:pt x="12503" y="6058"/>
                  </a:cubicBezTo>
                  <a:cubicBezTo>
                    <a:pt x="12665" y="6058"/>
                    <a:pt x="12819" y="6077"/>
                    <a:pt x="12865" y="6258"/>
                  </a:cubicBezTo>
                  <a:cubicBezTo>
                    <a:pt x="12950" y="6514"/>
                    <a:pt x="12865" y="6798"/>
                    <a:pt x="12694" y="6968"/>
                  </a:cubicBezTo>
                  <a:cubicBezTo>
                    <a:pt x="12442" y="7153"/>
                    <a:pt x="12141" y="7248"/>
                    <a:pt x="11836" y="7248"/>
                  </a:cubicBezTo>
                  <a:cubicBezTo>
                    <a:pt x="11626" y="7248"/>
                    <a:pt x="11415" y="7203"/>
                    <a:pt x="11218" y="7110"/>
                  </a:cubicBezTo>
                  <a:cubicBezTo>
                    <a:pt x="10905" y="6940"/>
                    <a:pt x="10905" y="6485"/>
                    <a:pt x="11218" y="6315"/>
                  </a:cubicBezTo>
                  <a:cubicBezTo>
                    <a:pt x="11516" y="6141"/>
                    <a:pt x="11836" y="6054"/>
                    <a:pt x="12158" y="6054"/>
                  </a:cubicBezTo>
                  <a:close/>
                  <a:moveTo>
                    <a:pt x="24477" y="3323"/>
                  </a:moveTo>
                  <a:cubicBezTo>
                    <a:pt x="24640" y="3323"/>
                    <a:pt x="24799" y="3421"/>
                    <a:pt x="24849" y="3589"/>
                  </a:cubicBezTo>
                  <a:cubicBezTo>
                    <a:pt x="24934" y="3873"/>
                    <a:pt x="24991" y="4185"/>
                    <a:pt x="25020" y="4469"/>
                  </a:cubicBezTo>
                  <a:cubicBezTo>
                    <a:pt x="24934" y="5548"/>
                    <a:pt x="24452" y="6571"/>
                    <a:pt x="23685" y="7366"/>
                  </a:cubicBezTo>
                  <a:cubicBezTo>
                    <a:pt x="23543" y="7508"/>
                    <a:pt x="23344" y="7593"/>
                    <a:pt x="23145" y="7650"/>
                  </a:cubicBezTo>
                  <a:cubicBezTo>
                    <a:pt x="23096" y="7662"/>
                    <a:pt x="23047" y="7668"/>
                    <a:pt x="22999" y="7668"/>
                  </a:cubicBezTo>
                  <a:cubicBezTo>
                    <a:pt x="22712" y="7668"/>
                    <a:pt x="22451" y="7463"/>
                    <a:pt x="22379" y="7195"/>
                  </a:cubicBezTo>
                  <a:cubicBezTo>
                    <a:pt x="22322" y="6883"/>
                    <a:pt x="22350" y="6571"/>
                    <a:pt x="22492" y="6287"/>
                  </a:cubicBezTo>
                  <a:cubicBezTo>
                    <a:pt x="22606" y="6060"/>
                    <a:pt x="22719" y="5832"/>
                    <a:pt x="22890" y="5634"/>
                  </a:cubicBezTo>
                  <a:cubicBezTo>
                    <a:pt x="23259" y="5094"/>
                    <a:pt x="23628" y="4498"/>
                    <a:pt x="23912" y="3901"/>
                  </a:cubicBezTo>
                  <a:cubicBezTo>
                    <a:pt x="23997" y="3731"/>
                    <a:pt x="24082" y="3589"/>
                    <a:pt x="24168" y="3475"/>
                  </a:cubicBezTo>
                  <a:cubicBezTo>
                    <a:pt x="24249" y="3370"/>
                    <a:pt x="24364" y="3323"/>
                    <a:pt x="24477" y="3323"/>
                  </a:cubicBezTo>
                  <a:close/>
                  <a:moveTo>
                    <a:pt x="5545" y="3087"/>
                  </a:moveTo>
                  <a:cubicBezTo>
                    <a:pt x="5704" y="3087"/>
                    <a:pt x="5862" y="3092"/>
                    <a:pt x="6021" y="3106"/>
                  </a:cubicBezTo>
                  <a:cubicBezTo>
                    <a:pt x="6153" y="3102"/>
                    <a:pt x="6284" y="3101"/>
                    <a:pt x="6416" y="3101"/>
                  </a:cubicBezTo>
                  <a:cubicBezTo>
                    <a:pt x="7300" y="3101"/>
                    <a:pt x="8169" y="3181"/>
                    <a:pt x="9059" y="3305"/>
                  </a:cubicBezTo>
                  <a:cubicBezTo>
                    <a:pt x="10195" y="3418"/>
                    <a:pt x="11303" y="3617"/>
                    <a:pt x="12410" y="3873"/>
                  </a:cubicBezTo>
                  <a:cubicBezTo>
                    <a:pt x="14029" y="4242"/>
                    <a:pt x="15620" y="4782"/>
                    <a:pt x="17125" y="5463"/>
                  </a:cubicBezTo>
                  <a:cubicBezTo>
                    <a:pt x="18346" y="6088"/>
                    <a:pt x="19510" y="6826"/>
                    <a:pt x="20589" y="7678"/>
                  </a:cubicBezTo>
                  <a:cubicBezTo>
                    <a:pt x="21413" y="8331"/>
                    <a:pt x="22180" y="9041"/>
                    <a:pt x="22918" y="9808"/>
                  </a:cubicBezTo>
                  <a:cubicBezTo>
                    <a:pt x="23145" y="10007"/>
                    <a:pt x="23316" y="10263"/>
                    <a:pt x="23429" y="10547"/>
                  </a:cubicBezTo>
                  <a:cubicBezTo>
                    <a:pt x="23458" y="10660"/>
                    <a:pt x="23401" y="10745"/>
                    <a:pt x="23316" y="10802"/>
                  </a:cubicBezTo>
                  <a:cubicBezTo>
                    <a:pt x="23259" y="10802"/>
                    <a:pt x="23174" y="10802"/>
                    <a:pt x="23117" y="10774"/>
                  </a:cubicBezTo>
                  <a:cubicBezTo>
                    <a:pt x="23003" y="10660"/>
                    <a:pt x="22890" y="10518"/>
                    <a:pt x="22776" y="10405"/>
                  </a:cubicBezTo>
                  <a:cubicBezTo>
                    <a:pt x="21413" y="8928"/>
                    <a:pt x="19851" y="7621"/>
                    <a:pt x="18119" y="6599"/>
                  </a:cubicBezTo>
                  <a:cubicBezTo>
                    <a:pt x="16926" y="5918"/>
                    <a:pt x="15676" y="5350"/>
                    <a:pt x="14370" y="4924"/>
                  </a:cubicBezTo>
                  <a:cubicBezTo>
                    <a:pt x="12893" y="4469"/>
                    <a:pt x="11360" y="4128"/>
                    <a:pt x="9826" y="3930"/>
                  </a:cubicBezTo>
                  <a:cubicBezTo>
                    <a:pt x="8889" y="3788"/>
                    <a:pt x="7952" y="3702"/>
                    <a:pt x="6986" y="3702"/>
                  </a:cubicBezTo>
                  <a:lnTo>
                    <a:pt x="4203" y="3702"/>
                  </a:lnTo>
                  <a:cubicBezTo>
                    <a:pt x="4119" y="3695"/>
                    <a:pt x="4036" y="3691"/>
                    <a:pt x="3953" y="3691"/>
                  </a:cubicBezTo>
                  <a:cubicBezTo>
                    <a:pt x="3725" y="3691"/>
                    <a:pt x="3502" y="3718"/>
                    <a:pt x="3294" y="3759"/>
                  </a:cubicBezTo>
                  <a:lnTo>
                    <a:pt x="3010" y="3759"/>
                  </a:lnTo>
                  <a:cubicBezTo>
                    <a:pt x="2783" y="3731"/>
                    <a:pt x="2584" y="3560"/>
                    <a:pt x="2613" y="3418"/>
                  </a:cubicBezTo>
                  <a:cubicBezTo>
                    <a:pt x="2698" y="3220"/>
                    <a:pt x="2868" y="3220"/>
                    <a:pt x="3039" y="3220"/>
                  </a:cubicBezTo>
                  <a:cubicBezTo>
                    <a:pt x="3098" y="3221"/>
                    <a:pt x="3157" y="3222"/>
                    <a:pt x="3216" y="3222"/>
                  </a:cubicBezTo>
                  <a:cubicBezTo>
                    <a:pt x="3993" y="3222"/>
                    <a:pt x="4769" y="3087"/>
                    <a:pt x="5545" y="3087"/>
                  </a:cubicBezTo>
                  <a:close/>
                  <a:moveTo>
                    <a:pt x="17397" y="8622"/>
                  </a:moveTo>
                  <a:cubicBezTo>
                    <a:pt x="17551" y="8622"/>
                    <a:pt x="17708" y="8680"/>
                    <a:pt x="17835" y="8786"/>
                  </a:cubicBezTo>
                  <a:cubicBezTo>
                    <a:pt x="18005" y="8928"/>
                    <a:pt x="18062" y="9155"/>
                    <a:pt x="18005" y="9354"/>
                  </a:cubicBezTo>
                  <a:cubicBezTo>
                    <a:pt x="17891" y="9780"/>
                    <a:pt x="17693" y="10149"/>
                    <a:pt x="17409" y="10461"/>
                  </a:cubicBezTo>
                  <a:cubicBezTo>
                    <a:pt x="16131" y="11853"/>
                    <a:pt x="14427" y="12818"/>
                    <a:pt x="12552" y="13188"/>
                  </a:cubicBezTo>
                  <a:cubicBezTo>
                    <a:pt x="12439" y="13216"/>
                    <a:pt x="12354" y="13216"/>
                    <a:pt x="12268" y="13216"/>
                  </a:cubicBezTo>
                  <a:cubicBezTo>
                    <a:pt x="12183" y="13216"/>
                    <a:pt x="12126" y="13216"/>
                    <a:pt x="12070" y="13188"/>
                  </a:cubicBezTo>
                  <a:cubicBezTo>
                    <a:pt x="11842" y="13131"/>
                    <a:pt x="11757" y="12875"/>
                    <a:pt x="11842" y="12676"/>
                  </a:cubicBezTo>
                  <a:cubicBezTo>
                    <a:pt x="11956" y="12534"/>
                    <a:pt x="12098" y="12421"/>
                    <a:pt x="12268" y="12336"/>
                  </a:cubicBezTo>
                  <a:cubicBezTo>
                    <a:pt x="13064" y="11853"/>
                    <a:pt x="13774" y="11285"/>
                    <a:pt x="14398" y="10632"/>
                  </a:cubicBezTo>
                  <a:cubicBezTo>
                    <a:pt x="14938" y="10092"/>
                    <a:pt x="15534" y="9581"/>
                    <a:pt x="16188" y="9155"/>
                  </a:cubicBezTo>
                  <a:cubicBezTo>
                    <a:pt x="16500" y="8899"/>
                    <a:pt x="16841" y="8729"/>
                    <a:pt x="17238" y="8644"/>
                  </a:cubicBezTo>
                  <a:cubicBezTo>
                    <a:pt x="17290" y="8629"/>
                    <a:pt x="17343" y="8622"/>
                    <a:pt x="17397" y="8622"/>
                  </a:cubicBezTo>
                  <a:close/>
                  <a:moveTo>
                    <a:pt x="14393" y="0"/>
                  </a:moveTo>
                  <a:cubicBezTo>
                    <a:pt x="13590" y="0"/>
                    <a:pt x="12787" y="37"/>
                    <a:pt x="11984" y="124"/>
                  </a:cubicBezTo>
                  <a:cubicBezTo>
                    <a:pt x="11814" y="153"/>
                    <a:pt x="11757" y="238"/>
                    <a:pt x="11786" y="408"/>
                  </a:cubicBezTo>
                  <a:cubicBezTo>
                    <a:pt x="11842" y="891"/>
                    <a:pt x="11928" y="1345"/>
                    <a:pt x="12013" y="1800"/>
                  </a:cubicBezTo>
                  <a:cubicBezTo>
                    <a:pt x="12041" y="1970"/>
                    <a:pt x="12041" y="2112"/>
                    <a:pt x="12070" y="2282"/>
                  </a:cubicBezTo>
                  <a:cubicBezTo>
                    <a:pt x="12041" y="2396"/>
                    <a:pt x="11984" y="2510"/>
                    <a:pt x="11871" y="2538"/>
                  </a:cubicBezTo>
                  <a:cubicBezTo>
                    <a:pt x="11828" y="2560"/>
                    <a:pt x="11780" y="2569"/>
                    <a:pt x="11733" y="2569"/>
                  </a:cubicBezTo>
                  <a:cubicBezTo>
                    <a:pt x="11657" y="2569"/>
                    <a:pt x="11583" y="2545"/>
                    <a:pt x="11530" y="2510"/>
                  </a:cubicBezTo>
                  <a:cubicBezTo>
                    <a:pt x="11417" y="2396"/>
                    <a:pt x="11331" y="2282"/>
                    <a:pt x="11275" y="2169"/>
                  </a:cubicBezTo>
                  <a:cubicBezTo>
                    <a:pt x="10905" y="1629"/>
                    <a:pt x="10479" y="1118"/>
                    <a:pt x="9997" y="692"/>
                  </a:cubicBezTo>
                  <a:cubicBezTo>
                    <a:pt x="9866" y="519"/>
                    <a:pt x="9670" y="444"/>
                    <a:pt x="9470" y="444"/>
                  </a:cubicBezTo>
                  <a:cubicBezTo>
                    <a:pt x="9409" y="444"/>
                    <a:pt x="9347" y="452"/>
                    <a:pt x="9287" y="465"/>
                  </a:cubicBezTo>
                  <a:cubicBezTo>
                    <a:pt x="8435" y="664"/>
                    <a:pt x="7554" y="834"/>
                    <a:pt x="6702" y="1061"/>
                  </a:cubicBezTo>
                  <a:cubicBezTo>
                    <a:pt x="4658" y="1629"/>
                    <a:pt x="2698" y="2396"/>
                    <a:pt x="682" y="3021"/>
                  </a:cubicBezTo>
                  <a:cubicBezTo>
                    <a:pt x="597" y="3049"/>
                    <a:pt x="511" y="3078"/>
                    <a:pt x="426" y="3106"/>
                  </a:cubicBezTo>
                  <a:cubicBezTo>
                    <a:pt x="57" y="3305"/>
                    <a:pt x="0" y="3617"/>
                    <a:pt x="369" y="3873"/>
                  </a:cubicBezTo>
                  <a:cubicBezTo>
                    <a:pt x="483" y="3958"/>
                    <a:pt x="597" y="4015"/>
                    <a:pt x="710" y="4100"/>
                  </a:cubicBezTo>
                  <a:cubicBezTo>
                    <a:pt x="994" y="4242"/>
                    <a:pt x="1221" y="4441"/>
                    <a:pt x="1420" y="4668"/>
                  </a:cubicBezTo>
                  <a:cubicBezTo>
                    <a:pt x="1704" y="4952"/>
                    <a:pt x="1931" y="5264"/>
                    <a:pt x="2187" y="5577"/>
                  </a:cubicBezTo>
                  <a:cubicBezTo>
                    <a:pt x="2300" y="5804"/>
                    <a:pt x="2556" y="5946"/>
                    <a:pt x="2812" y="5974"/>
                  </a:cubicBezTo>
                  <a:cubicBezTo>
                    <a:pt x="3352" y="6016"/>
                    <a:pt x="3893" y="6042"/>
                    <a:pt x="4444" y="6042"/>
                  </a:cubicBezTo>
                  <a:cubicBezTo>
                    <a:pt x="4646" y="6042"/>
                    <a:pt x="4850" y="6039"/>
                    <a:pt x="5055" y="6031"/>
                  </a:cubicBezTo>
                  <a:lnTo>
                    <a:pt x="7015" y="6031"/>
                  </a:lnTo>
                  <a:cubicBezTo>
                    <a:pt x="7185" y="6031"/>
                    <a:pt x="7384" y="6060"/>
                    <a:pt x="7554" y="6145"/>
                  </a:cubicBezTo>
                  <a:cubicBezTo>
                    <a:pt x="7810" y="6258"/>
                    <a:pt x="7895" y="6571"/>
                    <a:pt x="7725" y="6798"/>
                  </a:cubicBezTo>
                  <a:cubicBezTo>
                    <a:pt x="7554" y="7025"/>
                    <a:pt x="7327" y="7195"/>
                    <a:pt x="7071" y="7309"/>
                  </a:cubicBezTo>
                  <a:cubicBezTo>
                    <a:pt x="6532" y="7508"/>
                    <a:pt x="5992" y="7678"/>
                    <a:pt x="5453" y="7735"/>
                  </a:cubicBezTo>
                  <a:cubicBezTo>
                    <a:pt x="4771" y="7820"/>
                    <a:pt x="4090" y="7905"/>
                    <a:pt x="3351" y="7991"/>
                  </a:cubicBezTo>
                  <a:cubicBezTo>
                    <a:pt x="3522" y="8672"/>
                    <a:pt x="3664" y="9240"/>
                    <a:pt x="3806" y="9837"/>
                  </a:cubicBezTo>
                  <a:cubicBezTo>
                    <a:pt x="3891" y="10149"/>
                    <a:pt x="3976" y="10518"/>
                    <a:pt x="4033" y="10802"/>
                  </a:cubicBezTo>
                  <a:cubicBezTo>
                    <a:pt x="4102" y="11033"/>
                    <a:pt x="4152" y="11095"/>
                    <a:pt x="4336" y="11095"/>
                  </a:cubicBezTo>
                  <a:cubicBezTo>
                    <a:pt x="4379" y="11095"/>
                    <a:pt x="4428" y="11091"/>
                    <a:pt x="4487" y="11086"/>
                  </a:cubicBezTo>
                  <a:lnTo>
                    <a:pt x="4771" y="11029"/>
                  </a:lnTo>
                  <a:cubicBezTo>
                    <a:pt x="6447" y="10717"/>
                    <a:pt x="8065" y="10263"/>
                    <a:pt x="9656" y="9638"/>
                  </a:cubicBezTo>
                  <a:cubicBezTo>
                    <a:pt x="10025" y="9496"/>
                    <a:pt x="10394" y="9382"/>
                    <a:pt x="10763" y="9269"/>
                  </a:cubicBezTo>
                  <a:cubicBezTo>
                    <a:pt x="10877" y="9212"/>
                    <a:pt x="11019" y="9183"/>
                    <a:pt x="11133" y="9183"/>
                  </a:cubicBezTo>
                  <a:cubicBezTo>
                    <a:pt x="11186" y="9161"/>
                    <a:pt x="11241" y="9150"/>
                    <a:pt x="11296" y="9150"/>
                  </a:cubicBezTo>
                  <a:cubicBezTo>
                    <a:pt x="11447" y="9150"/>
                    <a:pt x="11597" y="9229"/>
                    <a:pt x="11701" y="9354"/>
                  </a:cubicBezTo>
                  <a:cubicBezTo>
                    <a:pt x="11814" y="9553"/>
                    <a:pt x="11814" y="9780"/>
                    <a:pt x="11701" y="9950"/>
                  </a:cubicBezTo>
                  <a:cubicBezTo>
                    <a:pt x="11559" y="10177"/>
                    <a:pt x="11388" y="10376"/>
                    <a:pt x="11218" y="10575"/>
                  </a:cubicBezTo>
                  <a:cubicBezTo>
                    <a:pt x="10792" y="11029"/>
                    <a:pt x="10337" y="11455"/>
                    <a:pt x="9798" y="11824"/>
                  </a:cubicBezTo>
                  <a:cubicBezTo>
                    <a:pt x="8406" y="12875"/>
                    <a:pt x="6873" y="13670"/>
                    <a:pt x="5226" y="14182"/>
                  </a:cubicBezTo>
                  <a:cubicBezTo>
                    <a:pt x="4885" y="14295"/>
                    <a:pt x="4885" y="14324"/>
                    <a:pt x="4970" y="14636"/>
                  </a:cubicBezTo>
                  <a:cubicBezTo>
                    <a:pt x="5396" y="16084"/>
                    <a:pt x="5936" y="17476"/>
                    <a:pt x="6560" y="18839"/>
                  </a:cubicBezTo>
                  <a:cubicBezTo>
                    <a:pt x="6645" y="19009"/>
                    <a:pt x="6731" y="19151"/>
                    <a:pt x="6816" y="19322"/>
                  </a:cubicBezTo>
                  <a:cubicBezTo>
                    <a:pt x="6863" y="19416"/>
                    <a:pt x="6968" y="19471"/>
                    <a:pt x="7068" y="19471"/>
                  </a:cubicBezTo>
                  <a:cubicBezTo>
                    <a:pt x="7088" y="19471"/>
                    <a:pt x="7109" y="19469"/>
                    <a:pt x="7128" y="19464"/>
                  </a:cubicBezTo>
                  <a:cubicBezTo>
                    <a:pt x="7242" y="19435"/>
                    <a:pt x="7355" y="19407"/>
                    <a:pt x="7469" y="19379"/>
                  </a:cubicBezTo>
                  <a:cubicBezTo>
                    <a:pt x="9230" y="18896"/>
                    <a:pt x="10905" y="18101"/>
                    <a:pt x="12410" y="17050"/>
                  </a:cubicBezTo>
                  <a:cubicBezTo>
                    <a:pt x="13149" y="16510"/>
                    <a:pt x="13859" y="15942"/>
                    <a:pt x="14569" y="15374"/>
                  </a:cubicBezTo>
                  <a:cubicBezTo>
                    <a:pt x="14966" y="15062"/>
                    <a:pt x="15392" y="14750"/>
                    <a:pt x="15790" y="14466"/>
                  </a:cubicBezTo>
                  <a:cubicBezTo>
                    <a:pt x="15989" y="14324"/>
                    <a:pt x="16216" y="14210"/>
                    <a:pt x="16443" y="14153"/>
                  </a:cubicBezTo>
                  <a:cubicBezTo>
                    <a:pt x="16518" y="14126"/>
                    <a:pt x="16593" y="14114"/>
                    <a:pt x="16666" y="14114"/>
                  </a:cubicBezTo>
                  <a:cubicBezTo>
                    <a:pt x="16979" y="14114"/>
                    <a:pt x="17249" y="14347"/>
                    <a:pt x="17295" y="14693"/>
                  </a:cubicBezTo>
                  <a:cubicBezTo>
                    <a:pt x="17323" y="14863"/>
                    <a:pt x="17323" y="15034"/>
                    <a:pt x="17295" y="15176"/>
                  </a:cubicBezTo>
                  <a:cubicBezTo>
                    <a:pt x="17210" y="15744"/>
                    <a:pt x="16983" y="16255"/>
                    <a:pt x="16670" y="16737"/>
                  </a:cubicBezTo>
                  <a:cubicBezTo>
                    <a:pt x="16244" y="17419"/>
                    <a:pt x="15733" y="18072"/>
                    <a:pt x="15165" y="18669"/>
                  </a:cubicBezTo>
                  <a:cubicBezTo>
                    <a:pt x="14256" y="19577"/>
                    <a:pt x="13291" y="20429"/>
                    <a:pt x="12297" y="21253"/>
                  </a:cubicBezTo>
                  <a:cubicBezTo>
                    <a:pt x="12155" y="21338"/>
                    <a:pt x="11984" y="21395"/>
                    <a:pt x="12013" y="21622"/>
                  </a:cubicBezTo>
                  <a:cubicBezTo>
                    <a:pt x="12751" y="21565"/>
                    <a:pt x="13490" y="21423"/>
                    <a:pt x="14200" y="21139"/>
                  </a:cubicBezTo>
                  <a:cubicBezTo>
                    <a:pt x="16017" y="20458"/>
                    <a:pt x="17693" y="19464"/>
                    <a:pt x="19169" y="18186"/>
                  </a:cubicBezTo>
                  <a:cubicBezTo>
                    <a:pt x="20476" y="17078"/>
                    <a:pt x="21612" y="15800"/>
                    <a:pt x="22606" y="14409"/>
                  </a:cubicBezTo>
                  <a:cubicBezTo>
                    <a:pt x="22946" y="13869"/>
                    <a:pt x="23344" y="13358"/>
                    <a:pt x="23656" y="12818"/>
                  </a:cubicBezTo>
                  <a:cubicBezTo>
                    <a:pt x="23789" y="12526"/>
                    <a:pt x="24097" y="12333"/>
                    <a:pt x="24438" y="12333"/>
                  </a:cubicBezTo>
                  <a:cubicBezTo>
                    <a:pt x="24462" y="12333"/>
                    <a:pt x="24485" y="12334"/>
                    <a:pt x="24508" y="12336"/>
                  </a:cubicBezTo>
                  <a:cubicBezTo>
                    <a:pt x="25644" y="12307"/>
                    <a:pt x="26780" y="12137"/>
                    <a:pt x="27888" y="11796"/>
                  </a:cubicBezTo>
                  <a:cubicBezTo>
                    <a:pt x="28768" y="11540"/>
                    <a:pt x="29592" y="11143"/>
                    <a:pt x="30330" y="10603"/>
                  </a:cubicBezTo>
                  <a:cubicBezTo>
                    <a:pt x="31125" y="10035"/>
                    <a:pt x="31779" y="9269"/>
                    <a:pt x="32205" y="8417"/>
                  </a:cubicBezTo>
                  <a:cubicBezTo>
                    <a:pt x="32744" y="7309"/>
                    <a:pt x="32602" y="5747"/>
                    <a:pt x="31892" y="5037"/>
                  </a:cubicBezTo>
                  <a:cubicBezTo>
                    <a:pt x="31722" y="5066"/>
                    <a:pt x="31665" y="5293"/>
                    <a:pt x="31551" y="5435"/>
                  </a:cubicBezTo>
                  <a:cubicBezTo>
                    <a:pt x="30955" y="6230"/>
                    <a:pt x="30245" y="6911"/>
                    <a:pt x="29450" y="7479"/>
                  </a:cubicBezTo>
                  <a:cubicBezTo>
                    <a:pt x="29137" y="7735"/>
                    <a:pt x="28768" y="7877"/>
                    <a:pt x="28371" y="7934"/>
                  </a:cubicBezTo>
                  <a:cubicBezTo>
                    <a:pt x="28359" y="7935"/>
                    <a:pt x="28347" y="7936"/>
                    <a:pt x="28335" y="7936"/>
                  </a:cubicBezTo>
                  <a:cubicBezTo>
                    <a:pt x="28070" y="7936"/>
                    <a:pt x="27893" y="7640"/>
                    <a:pt x="28001" y="7423"/>
                  </a:cubicBezTo>
                  <a:cubicBezTo>
                    <a:pt x="28115" y="7167"/>
                    <a:pt x="28285" y="6940"/>
                    <a:pt x="28484" y="6769"/>
                  </a:cubicBezTo>
                  <a:cubicBezTo>
                    <a:pt x="29251" y="5804"/>
                    <a:pt x="29847" y="4753"/>
                    <a:pt x="30245" y="3617"/>
                  </a:cubicBezTo>
                  <a:cubicBezTo>
                    <a:pt x="30217" y="3560"/>
                    <a:pt x="30188" y="3532"/>
                    <a:pt x="30160" y="3504"/>
                  </a:cubicBezTo>
                  <a:cubicBezTo>
                    <a:pt x="30046" y="3418"/>
                    <a:pt x="29933" y="3333"/>
                    <a:pt x="29791" y="3276"/>
                  </a:cubicBezTo>
                  <a:cubicBezTo>
                    <a:pt x="27718" y="2112"/>
                    <a:pt x="25446" y="1288"/>
                    <a:pt x="23088" y="891"/>
                  </a:cubicBezTo>
                  <a:cubicBezTo>
                    <a:pt x="22855" y="849"/>
                    <a:pt x="22607" y="727"/>
                    <a:pt x="22342" y="727"/>
                  </a:cubicBezTo>
                  <a:cubicBezTo>
                    <a:pt x="22252" y="727"/>
                    <a:pt x="22160" y="741"/>
                    <a:pt x="22066" y="777"/>
                  </a:cubicBezTo>
                  <a:cubicBezTo>
                    <a:pt x="22009" y="1090"/>
                    <a:pt x="21981" y="1430"/>
                    <a:pt x="22038" y="1743"/>
                  </a:cubicBezTo>
                  <a:cubicBezTo>
                    <a:pt x="22038" y="2311"/>
                    <a:pt x="21924" y="2879"/>
                    <a:pt x="21697" y="3390"/>
                  </a:cubicBezTo>
                  <a:cubicBezTo>
                    <a:pt x="21640" y="3589"/>
                    <a:pt x="21498" y="3759"/>
                    <a:pt x="21356" y="3901"/>
                  </a:cubicBezTo>
                  <a:cubicBezTo>
                    <a:pt x="21246" y="4034"/>
                    <a:pt x="21101" y="4093"/>
                    <a:pt x="20961" y="4093"/>
                  </a:cubicBezTo>
                  <a:cubicBezTo>
                    <a:pt x="20739" y="4093"/>
                    <a:pt x="20528" y="3946"/>
                    <a:pt x="20476" y="3702"/>
                  </a:cubicBezTo>
                  <a:cubicBezTo>
                    <a:pt x="20362" y="3418"/>
                    <a:pt x="20334" y="3163"/>
                    <a:pt x="20334" y="2879"/>
                  </a:cubicBezTo>
                  <a:cubicBezTo>
                    <a:pt x="20277" y="2112"/>
                    <a:pt x="20135" y="1374"/>
                    <a:pt x="19851" y="692"/>
                  </a:cubicBezTo>
                  <a:cubicBezTo>
                    <a:pt x="19766" y="493"/>
                    <a:pt x="19595" y="351"/>
                    <a:pt x="19368" y="323"/>
                  </a:cubicBezTo>
                  <a:cubicBezTo>
                    <a:pt x="18573" y="238"/>
                    <a:pt x="17749" y="153"/>
                    <a:pt x="16926" y="96"/>
                  </a:cubicBezTo>
                  <a:cubicBezTo>
                    <a:pt x="16904" y="92"/>
                    <a:pt x="16884" y="90"/>
                    <a:pt x="16866" y="90"/>
                  </a:cubicBezTo>
                  <a:cubicBezTo>
                    <a:pt x="16742" y="90"/>
                    <a:pt x="16699" y="174"/>
                    <a:pt x="16699" y="323"/>
                  </a:cubicBezTo>
                  <a:cubicBezTo>
                    <a:pt x="16727" y="863"/>
                    <a:pt x="16670" y="1402"/>
                    <a:pt x="16528" y="1913"/>
                  </a:cubicBezTo>
                  <a:cubicBezTo>
                    <a:pt x="16472" y="2055"/>
                    <a:pt x="16415" y="2169"/>
                    <a:pt x="16330" y="2311"/>
                  </a:cubicBezTo>
                  <a:cubicBezTo>
                    <a:pt x="16267" y="2394"/>
                    <a:pt x="16174" y="2447"/>
                    <a:pt x="16073" y="2447"/>
                  </a:cubicBezTo>
                  <a:cubicBezTo>
                    <a:pt x="16036" y="2447"/>
                    <a:pt x="15998" y="2440"/>
                    <a:pt x="15960" y="2424"/>
                  </a:cubicBezTo>
                  <a:cubicBezTo>
                    <a:pt x="15847" y="2424"/>
                    <a:pt x="15762" y="2339"/>
                    <a:pt x="15705" y="2226"/>
                  </a:cubicBezTo>
                  <a:cubicBezTo>
                    <a:pt x="15676" y="2055"/>
                    <a:pt x="15648" y="1885"/>
                    <a:pt x="15620" y="1743"/>
                  </a:cubicBezTo>
                  <a:cubicBezTo>
                    <a:pt x="15563" y="1260"/>
                    <a:pt x="15478" y="749"/>
                    <a:pt x="15421" y="266"/>
                  </a:cubicBezTo>
                  <a:cubicBezTo>
                    <a:pt x="15421" y="124"/>
                    <a:pt x="15279" y="11"/>
                    <a:pt x="15137" y="11"/>
                  </a:cubicBezTo>
                  <a:cubicBezTo>
                    <a:pt x="14889" y="4"/>
                    <a:pt x="14641" y="0"/>
                    <a:pt x="14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6"/>
            <p:cNvSpPr/>
            <p:nvPr/>
          </p:nvSpPr>
          <p:spPr>
            <a:xfrm>
              <a:off x="2722300" y="999700"/>
              <a:ext cx="520450" cy="191800"/>
            </a:xfrm>
            <a:custGeom>
              <a:rect b="b" l="l" r="r" t="t"/>
              <a:pathLst>
                <a:path extrusionOk="0" h="7672" w="20818">
                  <a:moveTo>
                    <a:pt x="2933" y="1"/>
                  </a:moveTo>
                  <a:cubicBezTo>
                    <a:pt x="2157" y="1"/>
                    <a:pt x="1381" y="136"/>
                    <a:pt x="604" y="136"/>
                  </a:cubicBezTo>
                  <a:cubicBezTo>
                    <a:pt x="545" y="136"/>
                    <a:pt x="486" y="135"/>
                    <a:pt x="427" y="134"/>
                  </a:cubicBezTo>
                  <a:cubicBezTo>
                    <a:pt x="285" y="134"/>
                    <a:pt x="114" y="134"/>
                    <a:pt x="29" y="332"/>
                  </a:cubicBezTo>
                  <a:cubicBezTo>
                    <a:pt x="1" y="474"/>
                    <a:pt x="171" y="616"/>
                    <a:pt x="427" y="645"/>
                  </a:cubicBezTo>
                  <a:cubicBezTo>
                    <a:pt x="469" y="659"/>
                    <a:pt x="512" y="666"/>
                    <a:pt x="555" y="666"/>
                  </a:cubicBezTo>
                  <a:cubicBezTo>
                    <a:pt x="597" y="666"/>
                    <a:pt x="640" y="659"/>
                    <a:pt x="682" y="645"/>
                  </a:cubicBezTo>
                  <a:cubicBezTo>
                    <a:pt x="995" y="588"/>
                    <a:pt x="1307" y="588"/>
                    <a:pt x="1591" y="588"/>
                  </a:cubicBezTo>
                  <a:lnTo>
                    <a:pt x="4403" y="588"/>
                  </a:lnTo>
                  <a:cubicBezTo>
                    <a:pt x="5368" y="616"/>
                    <a:pt x="6305" y="702"/>
                    <a:pt x="7243" y="844"/>
                  </a:cubicBezTo>
                  <a:cubicBezTo>
                    <a:pt x="8776" y="1042"/>
                    <a:pt x="10281" y="1383"/>
                    <a:pt x="11758" y="1838"/>
                  </a:cubicBezTo>
                  <a:cubicBezTo>
                    <a:pt x="13064" y="2235"/>
                    <a:pt x="14314" y="2803"/>
                    <a:pt x="15507" y="3485"/>
                  </a:cubicBezTo>
                  <a:cubicBezTo>
                    <a:pt x="17211" y="4507"/>
                    <a:pt x="18801" y="5785"/>
                    <a:pt x="20136" y="7290"/>
                  </a:cubicBezTo>
                  <a:cubicBezTo>
                    <a:pt x="20249" y="7404"/>
                    <a:pt x="20363" y="7517"/>
                    <a:pt x="20505" y="7631"/>
                  </a:cubicBezTo>
                  <a:cubicBezTo>
                    <a:pt x="20545" y="7651"/>
                    <a:pt x="20585" y="7671"/>
                    <a:pt x="20635" y="7671"/>
                  </a:cubicBezTo>
                  <a:cubicBezTo>
                    <a:pt x="20656" y="7671"/>
                    <a:pt x="20679" y="7668"/>
                    <a:pt x="20704" y="7659"/>
                  </a:cubicBezTo>
                  <a:cubicBezTo>
                    <a:pt x="20789" y="7631"/>
                    <a:pt x="20817" y="7517"/>
                    <a:pt x="20789" y="7432"/>
                  </a:cubicBezTo>
                  <a:cubicBezTo>
                    <a:pt x="20675" y="7148"/>
                    <a:pt x="20505" y="6893"/>
                    <a:pt x="20278" y="6694"/>
                  </a:cubicBezTo>
                  <a:cubicBezTo>
                    <a:pt x="19568" y="5927"/>
                    <a:pt x="18801" y="5217"/>
                    <a:pt x="17977" y="4564"/>
                  </a:cubicBezTo>
                  <a:cubicBezTo>
                    <a:pt x="16898" y="3683"/>
                    <a:pt x="15734" y="2945"/>
                    <a:pt x="14484" y="2349"/>
                  </a:cubicBezTo>
                  <a:cubicBezTo>
                    <a:pt x="12979" y="1639"/>
                    <a:pt x="11417" y="1099"/>
                    <a:pt x="9798" y="758"/>
                  </a:cubicBezTo>
                  <a:cubicBezTo>
                    <a:pt x="8691" y="503"/>
                    <a:pt x="7555" y="304"/>
                    <a:pt x="6419" y="190"/>
                  </a:cubicBezTo>
                  <a:cubicBezTo>
                    <a:pt x="5591" y="72"/>
                    <a:pt x="4743" y="13"/>
                    <a:pt x="3908" y="13"/>
                  </a:cubicBezTo>
                  <a:cubicBezTo>
                    <a:pt x="3741" y="13"/>
                    <a:pt x="3574" y="15"/>
                    <a:pt x="3409" y="20"/>
                  </a:cubicBezTo>
                  <a:cubicBezTo>
                    <a:pt x="3250" y="6"/>
                    <a:pt x="3092" y="1"/>
                    <a:pt x="2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6"/>
            <p:cNvSpPr/>
            <p:nvPr/>
          </p:nvSpPr>
          <p:spPr>
            <a:xfrm>
              <a:off x="3084400" y="2508875"/>
              <a:ext cx="740525" cy="249225"/>
            </a:xfrm>
            <a:custGeom>
              <a:rect b="b" l="l" r="r" t="t"/>
              <a:pathLst>
                <a:path extrusionOk="0" h="9969" w="29621">
                  <a:moveTo>
                    <a:pt x="29620" y="1"/>
                  </a:moveTo>
                  <a:lnTo>
                    <a:pt x="29620" y="1"/>
                  </a:lnTo>
                  <a:cubicBezTo>
                    <a:pt x="29566" y="265"/>
                    <a:pt x="29511" y="529"/>
                    <a:pt x="29456" y="793"/>
                  </a:cubicBezTo>
                  <a:lnTo>
                    <a:pt x="29456" y="793"/>
                  </a:lnTo>
                  <a:cubicBezTo>
                    <a:pt x="29511" y="529"/>
                    <a:pt x="29566" y="265"/>
                    <a:pt x="29620" y="1"/>
                  </a:cubicBezTo>
                  <a:close/>
                  <a:moveTo>
                    <a:pt x="29456" y="793"/>
                  </a:moveTo>
                  <a:lnTo>
                    <a:pt x="29456" y="793"/>
                  </a:lnTo>
                  <a:cubicBezTo>
                    <a:pt x="29167" y="2174"/>
                    <a:pt x="28869" y="3546"/>
                    <a:pt x="28578" y="4925"/>
                  </a:cubicBezTo>
                  <a:lnTo>
                    <a:pt x="28578" y="4925"/>
                  </a:lnTo>
                  <a:cubicBezTo>
                    <a:pt x="28585" y="4921"/>
                    <a:pt x="28591" y="4917"/>
                    <a:pt x="28598" y="4914"/>
                  </a:cubicBezTo>
                  <a:cubicBezTo>
                    <a:pt x="28884" y="3531"/>
                    <a:pt x="29170" y="2169"/>
                    <a:pt x="29456" y="793"/>
                  </a:cubicBezTo>
                  <a:close/>
                  <a:moveTo>
                    <a:pt x="28578" y="4925"/>
                  </a:moveTo>
                  <a:lnTo>
                    <a:pt x="28578" y="4925"/>
                  </a:lnTo>
                  <a:cubicBezTo>
                    <a:pt x="26465" y="6118"/>
                    <a:pt x="21559" y="7867"/>
                    <a:pt x="13831" y="7867"/>
                  </a:cubicBezTo>
                  <a:cubicBezTo>
                    <a:pt x="7270" y="7867"/>
                    <a:pt x="2272" y="6163"/>
                    <a:pt x="0" y="5056"/>
                  </a:cubicBezTo>
                  <a:lnTo>
                    <a:pt x="0" y="5056"/>
                  </a:lnTo>
                  <a:cubicBezTo>
                    <a:pt x="199" y="5851"/>
                    <a:pt x="398" y="6646"/>
                    <a:pt x="625" y="7441"/>
                  </a:cubicBezTo>
                  <a:cubicBezTo>
                    <a:pt x="3948" y="8804"/>
                    <a:pt x="7469" y="9628"/>
                    <a:pt x="11047" y="9855"/>
                  </a:cubicBezTo>
                  <a:cubicBezTo>
                    <a:pt x="11928" y="9912"/>
                    <a:pt x="12865" y="9969"/>
                    <a:pt x="13831" y="9969"/>
                  </a:cubicBezTo>
                  <a:cubicBezTo>
                    <a:pt x="21044" y="9969"/>
                    <a:pt x="25758" y="8435"/>
                    <a:pt x="28087" y="7242"/>
                  </a:cubicBezTo>
                  <a:cubicBezTo>
                    <a:pt x="28172" y="6902"/>
                    <a:pt x="28229" y="6532"/>
                    <a:pt x="28314" y="6192"/>
                  </a:cubicBezTo>
                  <a:cubicBezTo>
                    <a:pt x="28401" y="5768"/>
                    <a:pt x="28489" y="5346"/>
                    <a:pt x="28578" y="49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6"/>
            <p:cNvSpPr/>
            <p:nvPr/>
          </p:nvSpPr>
          <p:spPr>
            <a:xfrm>
              <a:off x="2660550" y="1012425"/>
              <a:ext cx="609175" cy="450700"/>
            </a:xfrm>
            <a:custGeom>
              <a:rect b="b" l="l" r="r" t="t"/>
              <a:pathLst>
                <a:path extrusionOk="0" h="18028" w="24367">
                  <a:moveTo>
                    <a:pt x="12016" y="2459"/>
                  </a:moveTo>
                  <a:cubicBezTo>
                    <a:pt x="12063" y="2459"/>
                    <a:pt x="12109" y="2461"/>
                    <a:pt x="12155" y="2465"/>
                  </a:cubicBezTo>
                  <a:lnTo>
                    <a:pt x="12240" y="2465"/>
                  </a:lnTo>
                  <a:cubicBezTo>
                    <a:pt x="12439" y="2465"/>
                    <a:pt x="12666" y="2465"/>
                    <a:pt x="12723" y="2663"/>
                  </a:cubicBezTo>
                  <a:cubicBezTo>
                    <a:pt x="12808" y="2919"/>
                    <a:pt x="12751" y="3203"/>
                    <a:pt x="12552" y="3373"/>
                  </a:cubicBezTo>
                  <a:cubicBezTo>
                    <a:pt x="12300" y="3558"/>
                    <a:pt x="11999" y="3653"/>
                    <a:pt x="11694" y="3653"/>
                  </a:cubicBezTo>
                  <a:cubicBezTo>
                    <a:pt x="11484" y="3653"/>
                    <a:pt x="11273" y="3608"/>
                    <a:pt x="11076" y="3515"/>
                  </a:cubicBezTo>
                  <a:cubicBezTo>
                    <a:pt x="10763" y="3345"/>
                    <a:pt x="10763" y="2890"/>
                    <a:pt x="11076" y="2720"/>
                  </a:cubicBezTo>
                  <a:cubicBezTo>
                    <a:pt x="11374" y="2546"/>
                    <a:pt x="11694" y="2459"/>
                    <a:pt x="12016" y="2459"/>
                  </a:cubicBezTo>
                  <a:close/>
                  <a:moveTo>
                    <a:pt x="17255" y="5027"/>
                  </a:moveTo>
                  <a:cubicBezTo>
                    <a:pt x="17409" y="5027"/>
                    <a:pt x="17566" y="5085"/>
                    <a:pt x="17693" y="5191"/>
                  </a:cubicBezTo>
                  <a:cubicBezTo>
                    <a:pt x="17835" y="5333"/>
                    <a:pt x="17920" y="5560"/>
                    <a:pt x="17863" y="5759"/>
                  </a:cubicBezTo>
                  <a:cubicBezTo>
                    <a:pt x="17749" y="6185"/>
                    <a:pt x="17551" y="6554"/>
                    <a:pt x="17267" y="6866"/>
                  </a:cubicBezTo>
                  <a:cubicBezTo>
                    <a:pt x="15989" y="8258"/>
                    <a:pt x="14285" y="9223"/>
                    <a:pt x="12410" y="9593"/>
                  </a:cubicBezTo>
                  <a:cubicBezTo>
                    <a:pt x="12297" y="9621"/>
                    <a:pt x="12212" y="9621"/>
                    <a:pt x="12126" y="9621"/>
                  </a:cubicBezTo>
                  <a:lnTo>
                    <a:pt x="11928" y="9621"/>
                  </a:lnTo>
                  <a:cubicBezTo>
                    <a:pt x="11700" y="9536"/>
                    <a:pt x="11615" y="9309"/>
                    <a:pt x="11700" y="9110"/>
                  </a:cubicBezTo>
                  <a:cubicBezTo>
                    <a:pt x="11814" y="8939"/>
                    <a:pt x="11956" y="8826"/>
                    <a:pt x="12126" y="8741"/>
                  </a:cubicBezTo>
                  <a:cubicBezTo>
                    <a:pt x="12893" y="8286"/>
                    <a:pt x="13632" y="7690"/>
                    <a:pt x="14256" y="7037"/>
                  </a:cubicBezTo>
                  <a:cubicBezTo>
                    <a:pt x="14796" y="6497"/>
                    <a:pt x="15392" y="5986"/>
                    <a:pt x="16017" y="5560"/>
                  </a:cubicBezTo>
                  <a:cubicBezTo>
                    <a:pt x="16358" y="5304"/>
                    <a:pt x="16699" y="5134"/>
                    <a:pt x="17096" y="5049"/>
                  </a:cubicBezTo>
                  <a:cubicBezTo>
                    <a:pt x="17148" y="5034"/>
                    <a:pt x="17201" y="5027"/>
                    <a:pt x="17255" y="5027"/>
                  </a:cubicBezTo>
                  <a:close/>
                  <a:moveTo>
                    <a:pt x="1118" y="1"/>
                  </a:moveTo>
                  <a:cubicBezTo>
                    <a:pt x="696" y="1"/>
                    <a:pt x="327" y="8"/>
                    <a:pt x="0" y="22"/>
                  </a:cubicBezTo>
                  <a:cubicBezTo>
                    <a:pt x="57" y="136"/>
                    <a:pt x="114" y="221"/>
                    <a:pt x="227" y="278"/>
                  </a:cubicBezTo>
                  <a:cubicBezTo>
                    <a:pt x="341" y="363"/>
                    <a:pt x="455" y="420"/>
                    <a:pt x="568" y="505"/>
                  </a:cubicBezTo>
                  <a:cubicBezTo>
                    <a:pt x="852" y="647"/>
                    <a:pt x="1079" y="846"/>
                    <a:pt x="1278" y="1073"/>
                  </a:cubicBezTo>
                  <a:cubicBezTo>
                    <a:pt x="1562" y="1357"/>
                    <a:pt x="1818" y="1669"/>
                    <a:pt x="2045" y="2010"/>
                  </a:cubicBezTo>
                  <a:cubicBezTo>
                    <a:pt x="2158" y="2209"/>
                    <a:pt x="2414" y="2351"/>
                    <a:pt x="2670" y="2379"/>
                  </a:cubicBezTo>
                  <a:cubicBezTo>
                    <a:pt x="3408" y="2436"/>
                    <a:pt x="4146" y="2465"/>
                    <a:pt x="4913" y="2465"/>
                  </a:cubicBezTo>
                  <a:lnTo>
                    <a:pt x="6873" y="2465"/>
                  </a:lnTo>
                  <a:cubicBezTo>
                    <a:pt x="6922" y="2457"/>
                    <a:pt x="6970" y="2454"/>
                    <a:pt x="7017" y="2454"/>
                  </a:cubicBezTo>
                  <a:cubicBezTo>
                    <a:pt x="7157" y="2454"/>
                    <a:pt x="7284" y="2486"/>
                    <a:pt x="7412" y="2550"/>
                  </a:cubicBezTo>
                  <a:cubicBezTo>
                    <a:pt x="7668" y="2663"/>
                    <a:pt x="7753" y="2976"/>
                    <a:pt x="7583" y="3203"/>
                  </a:cubicBezTo>
                  <a:cubicBezTo>
                    <a:pt x="7412" y="3430"/>
                    <a:pt x="7185" y="3600"/>
                    <a:pt x="6929" y="3714"/>
                  </a:cubicBezTo>
                  <a:cubicBezTo>
                    <a:pt x="6418" y="3941"/>
                    <a:pt x="5850" y="4083"/>
                    <a:pt x="5311" y="4140"/>
                  </a:cubicBezTo>
                  <a:cubicBezTo>
                    <a:pt x="4629" y="4225"/>
                    <a:pt x="3976" y="4310"/>
                    <a:pt x="3209" y="4396"/>
                  </a:cubicBezTo>
                  <a:cubicBezTo>
                    <a:pt x="3380" y="5077"/>
                    <a:pt x="3522" y="5674"/>
                    <a:pt x="3664" y="6242"/>
                  </a:cubicBezTo>
                  <a:cubicBezTo>
                    <a:pt x="3749" y="6554"/>
                    <a:pt x="3834" y="6895"/>
                    <a:pt x="3919" y="7207"/>
                  </a:cubicBezTo>
                  <a:cubicBezTo>
                    <a:pt x="3963" y="7447"/>
                    <a:pt x="4006" y="7503"/>
                    <a:pt x="4166" y="7503"/>
                  </a:cubicBezTo>
                  <a:cubicBezTo>
                    <a:pt x="4214" y="7503"/>
                    <a:pt x="4273" y="7498"/>
                    <a:pt x="4345" y="7491"/>
                  </a:cubicBezTo>
                  <a:lnTo>
                    <a:pt x="4629" y="7434"/>
                  </a:lnTo>
                  <a:cubicBezTo>
                    <a:pt x="6305" y="7150"/>
                    <a:pt x="7952" y="6668"/>
                    <a:pt x="9542" y="6043"/>
                  </a:cubicBezTo>
                  <a:cubicBezTo>
                    <a:pt x="9911" y="5901"/>
                    <a:pt x="10309" y="5787"/>
                    <a:pt x="10678" y="5645"/>
                  </a:cubicBezTo>
                  <a:cubicBezTo>
                    <a:pt x="10792" y="5617"/>
                    <a:pt x="10905" y="5588"/>
                    <a:pt x="11019" y="5560"/>
                  </a:cubicBezTo>
                  <a:cubicBezTo>
                    <a:pt x="11066" y="5548"/>
                    <a:pt x="11114" y="5542"/>
                    <a:pt x="11160" y="5542"/>
                  </a:cubicBezTo>
                  <a:cubicBezTo>
                    <a:pt x="11336" y="5542"/>
                    <a:pt x="11497" y="5624"/>
                    <a:pt x="11587" y="5759"/>
                  </a:cubicBezTo>
                  <a:cubicBezTo>
                    <a:pt x="11700" y="5929"/>
                    <a:pt x="11700" y="6185"/>
                    <a:pt x="11587" y="6355"/>
                  </a:cubicBezTo>
                  <a:cubicBezTo>
                    <a:pt x="11445" y="6582"/>
                    <a:pt x="11303" y="6781"/>
                    <a:pt x="11133" y="6980"/>
                  </a:cubicBezTo>
                  <a:cubicBezTo>
                    <a:pt x="10707" y="7434"/>
                    <a:pt x="10224" y="7860"/>
                    <a:pt x="9713" y="8229"/>
                  </a:cubicBezTo>
                  <a:cubicBezTo>
                    <a:pt x="8321" y="9252"/>
                    <a:pt x="6759" y="10047"/>
                    <a:pt x="5112" y="10587"/>
                  </a:cubicBezTo>
                  <a:cubicBezTo>
                    <a:pt x="4800" y="10700"/>
                    <a:pt x="4800" y="10729"/>
                    <a:pt x="4885" y="11041"/>
                  </a:cubicBezTo>
                  <a:cubicBezTo>
                    <a:pt x="5311" y="12461"/>
                    <a:pt x="5822" y="13881"/>
                    <a:pt x="6475" y="15216"/>
                  </a:cubicBezTo>
                  <a:cubicBezTo>
                    <a:pt x="6532" y="15386"/>
                    <a:pt x="6645" y="15556"/>
                    <a:pt x="6731" y="15727"/>
                  </a:cubicBezTo>
                  <a:cubicBezTo>
                    <a:pt x="6774" y="15814"/>
                    <a:pt x="6851" y="15851"/>
                    <a:pt x="6935" y="15851"/>
                  </a:cubicBezTo>
                  <a:cubicBezTo>
                    <a:pt x="6961" y="15851"/>
                    <a:pt x="6988" y="15847"/>
                    <a:pt x="7015" y="15840"/>
                  </a:cubicBezTo>
                  <a:cubicBezTo>
                    <a:pt x="7128" y="15812"/>
                    <a:pt x="7242" y="15784"/>
                    <a:pt x="7384" y="15755"/>
                  </a:cubicBezTo>
                  <a:cubicBezTo>
                    <a:pt x="9145" y="15272"/>
                    <a:pt x="10820" y="14506"/>
                    <a:pt x="12297" y="13455"/>
                  </a:cubicBezTo>
                  <a:cubicBezTo>
                    <a:pt x="13035" y="12915"/>
                    <a:pt x="13774" y="12347"/>
                    <a:pt x="14484" y="11779"/>
                  </a:cubicBezTo>
                  <a:cubicBezTo>
                    <a:pt x="14881" y="11439"/>
                    <a:pt x="15279" y="11155"/>
                    <a:pt x="15705" y="10842"/>
                  </a:cubicBezTo>
                  <a:cubicBezTo>
                    <a:pt x="15904" y="10700"/>
                    <a:pt x="16102" y="10615"/>
                    <a:pt x="16330" y="10558"/>
                  </a:cubicBezTo>
                  <a:cubicBezTo>
                    <a:pt x="16404" y="10532"/>
                    <a:pt x="16480" y="10519"/>
                    <a:pt x="16556" y="10519"/>
                  </a:cubicBezTo>
                  <a:cubicBezTo>
                    <a:pt x="16882" y="10519"/>
                    <a:pt x="17187" y="10757"/>
                    <a:pt x="17210" y="11126"/>
                  </a:cubicBezTo>
                  <a:cubicBezTo>
                    <a:pt x="17210" y="11268"/>
                    <a:pt x="17210" y="11439"/>
                    <a:pt x="17210" y="11609"/>
                  </a:cubicBezTo>
                  <a:cubicBezTo>
                    <a:pt x="17096" y="12149"/>
                    <a:pt x="16898" y="12688"/>
                    <a:pt x="16585" y="13142"/>
                  </a:cubicBezTo>
                  <a:cubicBezTo>
                    <a:pt x="16159" y="13852"/>
                    <a:pt x="15648" y="14506"/>
                    <a:pt x="15052" y="15074"/>
                  </a:cubicBezTo>
                  <a:cubicBezTo>
                    <a:pt x="14143" y="15982"/>
                    <a:pt x="13149" y="16863"/>
                    <a:pt x="12126" y="17658"/>
                  </a:cubicBezTo>
                  <a:cubicBezTo>
                    <a:pt x="12013" y="17743"/>
                    <a:pt x="11814" y="17800"/>
                    <a:pt x="11871" y="18027"/>
                  </a:cubicBezTo>
                  <a:cubicBezTo>
                    <a:pt x="12609" y="17999"/>
                    <a:pt x="13348" y="17828"/>
                    <a:pt x="14029" y="17544"/>
                  </a:cubicBezTo>
                  <a:cubicBezTo>
                    <a:pt x="15847" y="16863"/>
                    <a:pt x="17551" y="15869"/>
                    <a:pt x="18999" y="14591"/>
                  </a:cubicBezTo>
                  <a:cubicBezTo>
                    <a:pt x="20334" y="13512"/>
                    <a:pt x="21470" y="12234"/>
                    <a:pt x="22464" y="10814"/>
                  </a:cubicBezTo>
                  <a:cubicBezTo>
                    <a:pt x="22804" y="10274"/>
                    <a:pt x="23174" y="9791"/>
                    <a:pt x="23514" y="9252"/>
                  </a:cubicBezTo>
                  <a:cubicBezTo>
                    <a:pt x="23656" y="8911"/>
                    <a:pt x="23997" y="8741"/>
                    <a:pt x="24366" y="8741"/>
                  </a:cubicBezTo>
                  <a:cubicBezTo>
                    <a:pt x="23912" y="8201"/>
                    <a:pt x="23486" y="7662"/>
                    <a:pt x="23032" y="7179"/>
                  </a:cubicBezTo>
                  <a:cubicBezTo>
                    <a:pt x="23003" y="7150"/>
                    <a:pt x="23003" y="7150"/>
                    <a:pt x="22975" y="7150"/>
                  </a:cubicBezTo>
                  <a:cubicBezTo>
                    <a:pt x="22833" y="7037"/>
                    <a:pt x="22719" y="6923"/>
                    <a:pt x="22606" y="6781"/>
                  </a:cubicBezTo>
                  <a:cubicBezTo>
                    <a:pt x="21271" y="5304"/>
                    <a:pt x="19681" y="4026"/>
                    <a:pt x="17977" y="2976"/>
                  </a:cubicBezTo>
                  <a:cubicBezTo>
                    <a:pt x="16784" y="2294"/>
                    <a:pt x="15534" y="1755"/>
                    <a:pt x="14228" y="1329"/>
                  </a:cubicBezTo>
                  <a:cubicBezTo>
                    <a:pt x="13007" y="959"/>
                    <a:pt x="11757" y="647"/>
                    <a:pt x="10508" y="477"/>
                  </a:cubicBezTo>
                  <a:cubicBezTo>
                    <a:pt x="8321" y="221"/>
                    <a:pt x="6163" y="221"/>
                    <a:pt x="4061" y="107"/>
                  </a:cubicBezTo>
                  <a:cubicBezTo>
                    <a:pt x="3977" y="100"/>
                    <a:pt x="3894" y="96"/>
                    <a:pt x="3811" y="96"/>
                  </a:cubicBezTo>
                  <a:cubicBezTo>
                    <a:pt x="3583" y="96"/>
                    <a:pt x="3360" y="123"/>
                    <a:pt x="3152" y="164"/>
                  </a:cubicBezTo>
                  <a:cubicBezTo>
                    <a:pt x="3110" y="178"/>
                    <a:pt x="3060" y="185"/>
                    <a:pt x="3010" y="185"/>
                  </a:cubicBezTo>
                  <a:cubicBezTo>
                    <a:pt x="2961" y="185"/>
                    <a:pt x="2911" y="178"/>
                    <a:pt x="2868" y="164"/>
                  </a:cubicBezTo>
                  <a:cubicBezTo>
                    <a:pt x="2755" y="164"/>
                    <a:pt x="2641" y="107"/>
                    <a:pt x="2556" y="22"/>
                  </a:cubicBezTo>
                  <a:cubicBezTo>
                    <a:pt x="2016" y="8"/>
                    <a:pt x="1541"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spTree>
      <p:nvGrpSpPr>
        <p:cNvPr id="2642" name="Shape 2642"/>
        <p:cNvGrpSpPr/>
        <p:nvPr/>
      </p:nvGrpSpPr>
      <p:grpSpPr>
        <a:xfrm>
          <a:off x="0" y="0"/>
          <a:ext cx="0" cy="0"/>
          <a:chOff x="0" y="0"/>
          <a:chExt cx="0" cy="0"/>
        </a:xfrm>
      </p:grpSpPr>
      <p:sp>
        <p:nvSpPr>
          <p:cNvPr id="2643" name="Google Shape;2643;p37"/>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7"/>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645" name="Google Shape;2645;p37"/>
          <p:cNvGrpSpPr/>
          <p:nvPr/>
        </p:nvGrpSpPr>
        <p:grpSpPr>
          <a:xfrm>
            <a:off x="2936544" y="-329546"/>
            <a:ext cx="2934233" cy="708308"/>
            <a:chOff x="2375925" y="3297600"/>
            <a:chExt cx="735950" cy="177650"/>
          </a:xfrm>
        </p:grpSpPr>
        <p:sp>
          <p:nvSpPr>
            <p:cNvPr id="2646" name="Google Shape;2646;p37"/>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7"/>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7"/>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7"/>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7"/>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7"/>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2" name="Google Shape;2652;p37"/>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7"/>
          <p:cNvSpPr txBox="1"/>
          <p:nvPr>
            <p:ph type="title"/>
          </p:nvPr>
        </p:nvSpPr>
        <p:spPr>
          <a:xfrm>
            <a:off x="1660963" y="2188413"/>
            <a:ext cx="23901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54" name="Google Shape;2654;p37"/>
          <p:cNvSpPr txBox="1"/>
          <p:nvPr>
            <p:ph hasCustomPrompt="1" idx="2" type="title"/>
          </p:nvPr>
        </p:nvSpPr>
        <p:spPr>
          <a:xfrm>
            <a:off x="1431263" y="1185150"/>
            <a:ext cx="28494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55" name="Google Shape;2655;p37"/>
          <p:cNvSpPr txBox="1"/>
          <p:nvPr>
            <p:ph idx="1" type="subTitle"/>
          </p:nvPr>
        </p:nvSpPr>
        <p:spPr>
          <a:xfrm>
            <a:off x="1431325" y="3380888"/>
            <a:ext cx="28494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656" name="Google Shape;2656;p37"/>
          <p:cNvGrpSpPr/>
          <p:nvPr/>
        </p:nvGrpSpPr>
        <p:grpSpPr>
          <a:xfrm>
            <a:off x="7079785" y="908822"/>
            <a:ext cx="3491058" cy="3699690"/>
            <a:chOff x="7079785" y="908822"/>
            <a:chExt cx="3491058" cy="3699690"/>
          </a:xfrm>
        </p:grpSpPr>
        <p:sp>
          <p:nvSpPr>
            <p:cNvPr id="2657" name="Google Shape;2657;p37"/>
            <p:cNvSpPr/>
            <p:nvPr/>
          </p:nvSpPr>
          <p:spPr>
            <a:xfrm>
              <a:off x="7079785" y="4349880"/>
              <a:ext cx="3491058" cy="258632"/>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7"/>
            <p:cNvSpPr/>
            <p:nvPr/>
          </p:nvSpPr>
          <p:spPr>
            <a:xfrm flipH="1">
              <a:off x="7451909" y="908822"/>
              <a:ext cx="1478916" cy="3430361"/>
            </a:xfrm>
            <a:custGeom>
              <a:rect b="b" l="l" r="r" t="t"/>
              <a:pathLst>
                <a:path extrusionOk="0" h="123217" w="53122">
                  <a:moveTo>
                    <a:pt x="6049" y="1"/>
                  </a:moveTo>
                  <a:cubicBezTo>
                    <a:pt x="2713" y="1"/>
                    <a:pt x="1" y="2677"/>
                    <a:pt x="1" y="6013"/>
                  </a:cubicBezTo>
                  <a:lnTo>
                    <a:pt x="1" y="117204"/>
                  </a:lnTo>
                  <a:cubicBezTo>
                    <a:pt x="1" y="120540"/>
                    <a:pt x="2713" y="123216"/>
                    <a:pt x="6049" y="123216"/>
                  </a:cubicBezTo>
                  <a:lnTo>
                    <a:pt x="47109" y="123216"/>
                  </a:lnTo>
                  <a:cubicBezTo>
                    <a:pt x="50445" y="123216"/>
                    <a:pt x="53121" y="120540"/>
                    <a:pt x="53121" y="117204"/>
                  </a:cubicBezTo>
                  <a:lnTo>
                    <a:pt x="53121" y="6013"/>
                  </a:lnTo>
                  <a:cubicBezTo>
                    <a:pt x="53121" y="2677"/>
                    <a:pt x="50445" y="1"/>
                    <a:pt x="47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7"/>
            <p:cNvSpPr/>
            <p:nvPr/>
          </p:nvSpPr>
          <p:spPr>
            <a:xfrm flipH="1">
              <a:off x="7162067" y="908822"/>
              <a:ext cx="1478889" cy="3430361"/>
            </a:xfrm>
            <a:custGeom>
              <a:rect b="b" l="l" r="r" t="t"/>
              <a:pathLst>
                <a:path extrusionOk="0" h="123217" w="53121">
                  <a:moveTo>
                    <a:pt x="6012" y="1"/>
                  </a:moveTo>
                  <a:cubicBezTo>
                    <a:pt x="2676" y="1"/>
                    <a:pt x="0" y="2677"/>
                    <a:pt x="0" y="6013"/>
                  </a:cubicBezTo>
                  <a:lnTo>
                    <a:pt x="0" y="117204"/>
                  </a:lnTo>
                  <a:cubicBezTo>
                    <a:pt x="0" y="120540"/>
                    <a:pt x="2676" y="123216"/>
                    <a:pt x="6012" y="123216"/>
                  </a:cubicBezTo>
                  <a:lnTo>
                    <a:pt x="47072" y="123216"/>
                  </a:lnTo>
                  <a:cubicBezTo>
                    <a:pt x="50408" y="123216"/>
                    <a:pt x="53121" y="120540"/>
                    <a:pt x="53121" y="117204"/>
                  </a:cubicBezTo>
                  <a:lnTo>
                    <a:pt x="53121" y="6013"/>
                  </a:lnTo>
                  <a:cubicBezTo>
                    <a:pt x="53121" y="2677"/>
                    <a:pt x="50408" y="1"/>
                    <a:pt x="47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7"/>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rgbClr val="D6CC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7"/>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7"/>
            <p:cNvSpPr/>
            <p:nvPr/>
          </p:nvSpPr>
          <p:spPr>
            <a:xfrm flipH="1">
              <a:off x="7213098" y="959852"/>
              <a:ext cx="406241" cy="3328300"/>
            </a:xfrm>
            <a:custGeom>
              <a:rect b="b" l="l" r="r" t="t"/>
              <a:pathLst>
                <a:path extrusionOk="0" h="119551" w="14592">
                  <a:moveTo>
                    <a:pt x="1" y="1"/>
                  </a:moveTo>
                  <a:cubicBezTo>
                    <a:pt x="2310" y="1"/>
                    <a:pt x="4180" y="1871"/>
                    <a:pt x="4180" y="4180"/>
                  </a:cubicBezTo>
                  <a:lnTo>
                    <a:pt x="4180" y="115371"/>
                  </a:lnTo>
                  <a:cubicBezTo>
                    <a:pt x="4180" y="117680"/>
                    <a:pt x="2310" y="119550"/>
                    <a:pt x="1" y="119550"/>
                  </a:cubicBezTo>
                  <a:lnTo>
                    <a:pt x="10376" y="119550"/>
                  </a:lnTo>
                  <a:cubicBezTo>
                    <a:pt x="12685" y="119550"/>
                    <a:pt x="14592" y="117680"/>
                    <a:pt x="14592" y="115371"/>
                  </a:cubicBezTo>
                  <a:lnTo>
                    <a:pt x="14592" y="4180"/>
                  </a:lnTo>
                  <a:cubicBezTo>
                    <a:pt x="14592" y="1871"/>
                    <a:pt x="12685" y="1"/>
                    <a:pt x="10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7"/>
            <p:cNvSpPr/>
            <p:nvPr/>
          </p:nvSpPr>
          <p:spPr>
            <a:xfrm flipH="1">
              <a:off x="7246784" y="1525283"/>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7"/>
            <p:cNvSpPr/>
            <p:nvPr/>
          </p:nvSpPr>
          <p:spPr>
            <a:xfrm flipH="1">
              <a:off x="7246784" y="1563062"/>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7"/>
            <p:cNvSpPr/>
            <p:nvPr/>
          </p:nvSpPr>
          <p:spPr>
            <a:xfrm flipH="1">
              <a:off x="7502940" y="1563062"/>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7"/>
            <p:cNvSpPr/>
            <p:nvPr/>
          </p:nvSpPr>
          <p:spPr>
            <a:xfrm flipH="1">
              <a:off x="7246784" y="2936799"/>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7"/>
            <p:cNvSpPr/>
            <p:nvPr/>
          </p:nvSpPr>
          <p:spPr>
            <a:xfrm flipH="1">
              <a:off x="7246784" y="2975580"/>
              <a:ext cx="256184" cy="153120"/>
            </a:xfrm>
            <a:custGeom>
              <a:rect b="b" l="l" r="r" t="t"/>
              <a:pathLst>
                <a:path extrusionOk="0" h="5500" w="9202">
                  <a:moveTo>
                    <a:pt x="0" y="1"/>
                  </a:moveTo>
                  <a:lnTo>
                    <a:pt x="0" y="5500"/>
                  </a:lnTo>
                  <a:lnTo>
                    <a:pt x="92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7"/>
            <p:cNvSpPr/>
            <p:nvPr/>
          </p:nvSpPr>
          <p:spPr>
            <a:xfrm flipH="1">
              <a:off x="7502940" y="2974578"/>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7"/>
            <p:cNvSpPr/>
            <p:nvPr/>
          </p:nvSpPr>
          <p:spPr>
            <a:xfrm flipH="1">
              <a:off x="7246784" y="3457323"/>
              <a:ext cx="1343141" cy="830829"/>
            </a:xfrm>
            <a:custGeom>
              <a:rect b="b" l="l" r="r" t="t"/>
              <a:pathLst>
                <a:path extrusionOk="0" h="29843" w="48245">
                  <a:moveTo>
                    <a:pt x="0" y="1"/>
                  </a:moveTo>
                  <a:lnTo>
                    <a:pt x="0" y="25736"/>
                  </a:lnTo>
                  <a:cubicBezTo>
                    <a:pt x="0" y="28009"/>
                    <a:pt x="1833" y="29842"/>
                    <a:pt x="4106" y="29842"/>
                  </a:cubicBezTo>
                  <a:lnTo>
                    <a:pt x="44139" y="29842"/>
                  </a:lnTo>
                  <a:cubicBezTo>
                    <a:pt x="46412" y="29842"/>
                    <a:pt x="48245" y="28009"/>
                    <a:pt x="48245" y="25736"/>
                  </a:cubicBez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7"/>
            <p:cNvSpPr/>
            <p:nvPr/>
          </p:nvSpPr>
          <p:spPr>
            <a:xfrm flipH="1">
              <a:off x="7246784" y="3457323"/>
              <a:ext cx="1343141" cy="38809"/>
            </a:xfrm>
            <a:custGeom>
              <a:rect b="b" l="l" r="r" t="t"/>
              <a:pathLst>
                <a:path extrusionOk="0" h="1394" w="48245">
                  <a:moveTo>
                    <a:pt x="0" y="1"/>
                  </a:moveTo>
                  <a:lnTo>
                    <a:pt x="0" y="1394"/>
                  </a:lnTo>
                  <a:lnTo>
                    <a:pt x="48245" y="1394"/>
                  </a:lnTo>
                  <a:lnTo>
                    <a:pt x="482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7"/>
            <p:cNvSpPr/>
            <p:nvPr/>
          </p:nvSpPr>
          <p:spPr>
            <a:xfrm flipH="1">
              <a:off x="7246784" y="3496104"/>
              <a:ext cx="1343141" cy="17372"/>
            </a:xfrm>
            <a:custGeom>
              <a:rect b="b" l="l" r="r" t="t"/>
              <a:pathLst>
                <a:path extrusionOk="0" h="624" w="48245">
                  <a:moveTo>
                    <a:pt x="0" y="1"/>
                  </a:moveTo>
                  <a:lnTo>
                    <a:pt x="0" y="624"/>
                  </a:lnTo>
                  <a:lnTo>
                    <a:pt x="48245" y="624"/>
                  </a:lnTo>
                  <a:lnTo>
                    <a:pt x="482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7"/>
            <p:cNvSpPr/>
            <p:nvPr/>
          </p:nvSpPr>
          <p:spPr>
            <a:xfrm flipH="1">
              <a:off x="7918341" y="3496132"/>
              <a:ext cx="1141" cy="785938"/>
            </a:xfrm>
            <a:custGeom>
              <a:rect b="b" l="l" r="r" t="t"/>
              <a:pathLst>
                <a:path extrusionOk="0" fill="none" h="27937" w="1">
                  <a:moveTo>
                    <a:pt x="0" y="27936"/>
                  </a:moveTo>
                  <a:lnTo>
                    <a:pt x="0" y="1"/>
                  </a:lnTo>
                </a:path>
              </a:pathLst>
            </a:custGeom>
            <a:noFill/>
            <a:ln cap="flat" cmpd="sng" w="11925">
              <a:solidFill>
                <a:schemeClr val="accent5"/>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7"/>
            <p:cNvSpPr/>
            <p:nvPr/>
          </p:nvSpPr>
          <p:spPr>
            <a:xfrm flipH="1">
              <a:off x="7855060" y="3768602"/>
              <a:ext cx="25557" cy="233772"/>
            </a:xfrm>
            <a:custGeom>
              <a:rect b="b" l="l" r="r" t="t"/>
              <a:pathLst>
                <a:path extrusionOk="0" h="8397" w="918">
                  <a:moveTo>
                    <a:pt x="441" y="1"/>
                  </a:moveTo>
                  <a:cubicBezTo>
                    <a:pt x="184" y="1"/>
                    <a:pt x="1" y="221"/>
                    <a:pt x="1" y="478"/>
                  </a:cubicBezTo>
                  <a:lnTo>
                    <a:pt x="1" y="7956"/>
                  </a:lnTo>
                  <a:cubicBezTo>
                    <a:pt x="1" y="8213"/>
                    <a:pt x="184" y="8396"/>
                    <a:pt x="441" y="8396"/>
                  </a:cubicBezTo>
                  <a:cubicBezTo>
                    <a:pt x="697" y="8396"/>
                    <a:pt x="917" y="8213"/>
                    <a:pt x="917" y="7956"/>
                  </a:cubicBezTo>
                  <a:lnTo>
                    <a:pt x="917" y="478"/>
                  </a:lnTo>
                  <a:cubicBezTo>
                    <a:pt x="917" y="221"/>
                    <a:pt x="697" y="1"/>
                    <a:pt x="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7"/>
            <p:cNvSpPr/>
            <p:nvPr/>
          </p:nvSpPr>
          <p:spPr>
            <a:xfrm flipH="1">
              <a:off x="7981621" y="3768602"/>
              <a:ext cx="25529" cy="233772"/>
            </a:xfrm>
            <a:custGeom>
              <a:rect b="b" l="l" r="r" t="t"/>
              <a:pathLst>
                <a:path extrusionOk="0" h="8397" w="917">
                  <a:moveTo>
                    <a:pt x="477" y="1"/>
                  </a:moveTo>
                  <a:cubicBezTo>
                    <a:pt x="220" y="1"/>
                    <a:pt x="0" y="221"/>
                    <a:pt x="0" y="478"/>
                  </a:cubicBezTo>
                  <a:lnTo>
                    <a:pt x="0" y="7956"/>
                  </a:lnTo>
                  <a:cubicBezTo>
                    <a:pt x="0" y="8213"/>
                    <a:pt x="220" y="8396"/>
                    <a:pt x="477" y="8396"/>
                  </a:cubicBezTo>
                  <a:cubicBezTo>
                    <a:pt x="733" y="8396"/>
                    <a:pt x="917" y="8213"/>
                    <a:pt x="917" y="7956"/>
                  </a:cubicBezTo>
                  <a:lnTo>
                    <a:pt x="917" y="478"/>
                  </a:lnTo>
                  <a:cubicBezTo>
                    <a:pt x="917" y="221"/>
                    <a:pt x="733" y="1"/>
                    <a:pt x="4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7"/>
            <p:cNvSpPr/>
            <p:nvPr/>
          </p:nvSpPr>
          <p:spPr>
            <a:xfrm flipH="1">
              <a:off x="7842811" y="3756380"/>
              <a:ext cx="25557" cy="233745"/>
            </a:xfrm>
            <a:custGeom>
              <a:rect b="b" l="l" r="r" t="t"/>
              <a:pathLst>
                <a:path extrusionOk="0" h="8396" w="918">
                  <a:moveTo>
                    <a:pt x="477" y="0"/>
                  </a:moveTo>
                  <a:cubicBezTo>
                    <a:pt x="221" y="0"/>
                    <a:pt x="1" y="183"/>
                    <a:pt x="1" y="440"/>
                  </a:cubicBezTo>
                  <a:lnTo>
                    <a:pt x="1" y="7919"/>
                  </a:lnTo>
                  <a:cubicBezTo>
                    <a:pt x="1" y="8175"/>
                    <a:pt x="221" y="8395"/>
                    <a:pt x="477" y="8395"/>
                  </a:cubicBezTo>
                  <a:cubicBezTo>
                    <a:pt x="697" y="8395"/>
                    <a:pt x="917" y="8175"/>
                    <a:pt x="917" y="7919"/>
                  </a:cubicBezTo>
                  <a:lnTo>
                    <a:pt x="917" y="440"/>
                  </a:lnTo>
                  <a:cubicBezTo>
                    <a:pt x="917" y="183"/>
                    <a:pt x="697"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7"/>
            <p:cNvSpPr/>
            <p:nvPr/>
          </p:nvSpPr>
          <p:spPr>
            <a:xfrm flipH="1">
              <a:off x="7968341" y="3756380"/>
              <a:ext cx="25557" cy="233745"/>
            </a:xfrm>
            <a:custGeom>
              <a:rect b="b" l="l" r="r" t="t"/>
              <a:pathLst>
                <a:path extrusionOk="0" h="8396" w="918">
                  <a:moveTo>
                    <a:pt x="441" y="0"/>
                  </a:moveTo>
                  <a:cubicBezTo>
                    <a:pt x="184" y="0"/>
                    <a:pt x="1" y="183"/>
                    <a:pt x="1" y="440"/>
                  </a:cubicBezTo>
                  <a:lnTo>
                    <a:pt x="1" y="7919"/>
                  </a:lnTo>
                  <a:cubicBezTo>
                    <a:pt x="1" y="8175"/>
                    <a:pt x="184" y="8395"/>
                    <a:pt x="441" y="8395"/>
                  </a:cubicBezTo>
                  <a:cubicBezTo>
                    <a:pt x="697" y="8395"/>
                    <a:pt x="917" y="8175"/>
                    <a:pt x="917" y="7919"/>
                  </a:cubicBezTo>
                  <a:lnTo>
                    <a:pt x="917" y="440"/>
                  </a:lnTo>
                  <a:cubicBezTo>
                    <a:pt x="917" y="183"/>
                    <a:pt x="697" y="0"/>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7"/>
            <p:cNvSpPr/>
            <p:nvPr/>
          </p:nvSpPr>
          <p:spPr>
            <a:xfrm flipH="1">
              <a:off x="7312097" y="4339155"/>
              <a:ext cx="169434" cy="139840"/>
            </a:xfrm>
            <a:custGeom>
              <a:rect b="b" l="l" r="r" t="t"/>
              <a:pathLst>
                <a:path extrusionOk="0" h="5023" w="6086">
                  <a:moveTo>
                    <a:pt x="0" y="0"/>
                  </a:moveTo>
                  <a:lnTo>
                    <a:pt x="3079" y="5022"/>
                  </a:lnTo>
                  <a:lnTo>
                    <a:pt x="6086" y="5022"/>
                  </a:lnTo>
                  <a:lnTo>
                    <a:pt x="44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7"/>
            <p:cNvSpPr/>
            <p:nvPr/>
          </p:nvSpPr>
          <p:spPr>
            <a:xfrm flipH="1">
              <a:off x="7600937" y="4339155"/>
              <a:ext cx="169434" cy="139840"/>
            </a:xfrm>
            <a:custGeom>
              <a:rect b="b" l="l" r="r" t="t"/>
              <a:pathLst>
                <a:path extrusionOk="0" h="5023" w="6086">
                  <a:moveTo>
                    <a:pt x="0" y="0"/>
                  </a:moveTo>
                  <a:lnTo>
                    <a:pt x="3043" y="5022"/>
                  </a:lnTo>
                  <a:lnTo>
                    <a:pt x="6086" y="5022"/>
                  </a:lnTo>
                  <a:lnTo>
                    <a:pt x="44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7"/>
            <p:cNvSpPr/>
            <p:nvPr/>
          </p:nvSpPr>
          <p:spPr>
            <a:xfrm flipH="1">
              <a:off x="7340661" y="4339155"/>
              <a:ext cx="140870" cy="51059"/>
            </a:xfrm>
            <a:custGeom>
              <a:rect b="b" l="l" r="r" t="t"/>
              <a:pathLst>
                <a:path extrusionOk="0" h="1834" w="5060">
                  <a:moveTo>
                    <a:pt x="0" y="0"/>
                  </a:moveTo>
                  <a:lnTo>
                    <a:pt x="1100" y="1833"/>
                  </a:lnTo>
                  <a:lnTo>
                    <a:pt x="5059" y="1833"/>
                  </a:lnTo>
                  <a:lnTo>
                    <a:pt x="44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7"/>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rgbClr val="EEC4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7"/>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7"/>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7"/>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7"/>
            <p:cNvSpPr/>
            <p:nvPr/>
          </p:nvSpPr>
          <p:spPr>
            <a:xfrm flipH="1">
              <a:off x="8611334" y="4339155"/>
              <a:ext cx="169462" cy="139840"/>
            </a:xfrm>
            <a:custGeom>
              <a:rect b="b" l="l" r="r" t="t"/>
              <a:pathLst>
                <a:path extrusionOk="0" h="5023" w="6087">
                  <a:moveTo>
                    <a:pt x="1614" y="0"/>
                  </a:moveTo>
                  <a:lnTo>
                    <a:pt x="1" y="5022"/>
                  </a:lnTo>
                  <a:lnTo>
                    <a:pt x="3007" y="5022"/>
                  </a:lnTo>
                  <a:lnTo>
                    <a:pt x="60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5" name="Google Shape;2685;p37"/>
            <p:cNvGrpSpPr/>
            <p:nvPr/>
          </p:nvGrpSpPr>
          <p:grpSpPr>
            <a:xfrm flipH="1">
              <a:off x="7399420" y="1088976"/>
              <a:ext cx="1190312" cy="437061"/>
              <a:chOff x="7183950" y="745675"/>
              <a:chExt cx="836775" cy="450950"/>
            </a:xfrm>
          </p:grpSpPr>
          <p:sp>
            <p:nvSpPr>
              <p:cNvPr id="2686" name="Google Shape;2686;p37"/>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7"/>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7"/>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7"/>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7"/>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7"/>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7"/>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7"/>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7"/>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7"/>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7"/>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7"/>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7"/>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7"/>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7"/>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7"/>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7"/>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7"/>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7"/>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7"/>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7"/>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7"/>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7"/>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9" name="Google Shape;2709;p37"/>
            <p:cNvSpPr/>
            <p:nvPr/>
          </p:nvSpPr>
          <p:spPr>
            <a:xfrm flipH="1">
              <a:off x="8248005" y="2189524"/>
              <a:ext cx="82185" cy="194567"/>
            </a:xfrm>
            <a:custGeom>
              <a:rect b="b" l="l" r="r" t="t"/>
              <a:pathLst>
                <a:path extrusionOk="0" h="8030" w="2311">
                  <a:moveTo>
                    <a:pt x="1" y="1"/>
                  </a:moveTo>
                  <a:lnTo>
                    <a:pt x="1" y="8029"/>
                  </a:lnTo>
                  <a:lnTo>
                    <a:pt x="2310" y="8029"/>
                  </a:lnTo>
                  <a:lnTo>
                    <a:pt x="23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7"/>
            <p:cNvSpPr/>
            <p:nvPr/>
          </p:nvSpPr>
          <p:spPr>
            <a:xfrm flipH="1">
              <a:off x="8121545" y="2360079"/>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7"/>
            <p:cNvSpPr/>
            <p:nvPr/>
          </p:nvSpPr>
          <p:spPr>
            <a:xfrm flipH="1">
              <a:off x="7507487" y="2022531"/>
              <a:ext cx="143459" cy="43541"/>
            </a:xfrm>
            <a:custGeom>
              <a:rect b="b" l="l" r="r" t="t"/>
              <a:pathLst>
                <a:path extrusionOk="0" h="1797" w="4034">
                  <a:moveTo>
                    <a:pt x="3813" y="1"/>
                  </a:moveTo>
                  <a:lnTo>
                    <a:pt x="1" y="770"/>
                  </a:lnTo>
                  <a:lnTo>
                    <a:pt x="184" y="1797"/>
                  </a:lnTo>
                  <a:lnTo>
                    <a:pt x="4033" y="990"/>
                  </a:lnTo>
                  <a:lnTo>
                    <a:pt x="38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2" name="Google Shape;2712;p37"/>
            <p:cNvGrpSpPr/>
            <p:nvPr/>
          </p:nvGrpSpPr>
          <p:grpSpPr>
            <a:xfrm>
              <a:off x="7246784" y="1909017"/>
              <a:ext cx="1343141" cy="628234"/>
              <a:chOff x="7246784" y="1909017"/>
              <a:chExt cx="1343141" cy="628234"/>
            </a:xfrm>
          </p:grpSpPr>
          <p:sp>
            <p:nvSpPr>
              <p:cNvPr id="2713" name="Google Shape;2713;p37"/>
              <p:cNvSpPr/>
              <p:nvPr/>
            </p:nvSpPr>
            <p:spPr>
              <a:xfrm flipH="1">
                <a:off x="7246784" y="2346227"/>
                <a:ext cx="1343141" cy="37779"/>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7"/>
              <p:cNvSpPr/>
              <p:nvPr/>
            </p:nvSpPr>
            <p:spPr>
              <a:xfrm flipH="1">
                <a:off x="7502940" y="2383978"/>
                <a:ext cx="1086985" cy="153120"/>
              </a:xfrm>
              <a:custGeom>
                <a:rect b="b" l="l" r="r" t="t"/>
                <a:pathLst>
                  <a:path extrusionOk="0" h="5500" w="39044">
                    <a:moveTo>
                      <a:pt x="0" y="1"/>
                    </a:moveTo>
                    <a:lnTo>
                      <a:pt x="0" y="5500"/>
                    </a:lnTo>
                    <a:lnTo>
                      <a:pt x="39043" y="5500"/>
                    </a:lnTo>
                    <a:lnTo>
                      <a:pt x="39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7"/>
              <p:cNvSpPr/>
              <p:nvPr/>
            </p:nvSpPr>
            <p:spPr>
              <a:xfrm flipH="1">
                <a:off x="7246784" y="2384131"/>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7"/>
              <p:cNvSpPr/>
              <p:nvPr/>
            </p:nvSpPr>
            <p:spPr>
              <a:xfrm flipH="1">
                <a:off x="7527046" y="1909017"/>
                <a:ext cx="406799" cy="437061"/>
              </a:xfrm>
              <a:custGeom>
                <a:rect b="b" l="l" r="r" t="t"/>
                <a:pathLst>
                  <a:path extrusionOk="0" h="18038" w="11439">
                    <a:moveTo>
                      <a:pt x="3813" y="1"/>
                    </a:moveTo>
                    <a:lnTo>
                      <a:pt x="0" y="807"/>
                    </a:lnTo>
                    <a:lnTo>
                      <a:pt x="3630" y="18038"/>
                    </a:lnTo>
                    <a:lnTo>
                      <a:pt x="11218" y="18038"/>
                    </a:lnTo>
                    <a:lnTo>
                      <a:pt x="114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7"/>
              <p:cNvSpPr/>
              <p:nvPr/>
            </p:nvSpPr>
            <p:spPr>
              <a:xfrm flipH="1">
                <a:off x="7766951" y="1919678"/>
                <a:ext cx="260780" cy="426400"/>
              </a:xfrm>
              <a:custGeom>
                <a:rect b="b" l="l" r="r" t="t"/>
                <a:pathLst>
                  <a:path extrusionOk="0" h="17598" w="7333">
                    <a:moveTo>
                      <a:pt x="37" y="1"/>
                    </a:moveTo>
                    <a:lnTo>
                      <a:pt x="1" y="17598"/>
                    </a:lnTo>
                    <a:lnTo>
                      <a:pt x="6380" y="17598"/>
                    </a:lnTo>
                    <a:lnTo>
                      <a:pt x="7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7"/>
              <p:cNvSpPr/>
              <p:nvPr/>
            </p:nvSpPr>
            <p:spPr>
              <a:xfrm flipH="1">
                <a:off x="8214114" y="1919678"/>
                <a:ext cx="260780" cy="426400"/>
              </a:xfrm>
              <a:custGeom>
                <a:rect b="b" l="l" r="r" t="t"/>
                <a:pathLst>
                  <a:path extrusionOk="0" h="17598" w="7333">
                    <a:moveTo>
                      <a:pt x="0" y="1"/>
                    </a:moveTo>
                    <a:lnTo>
                      <a:pt x="0" y="17598"/>
                    </a:lnTo>
                    <a:lnTo>
                      <a:pt x="6379" y="17598"/>
                    </a:lnTo>
                    <a:lnTo>
                      <a:pt x="73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7"/>
              <p:cNvSpPr/>
              <p:nvPr/>
            </p:nvSpPr>
            <p:spPr>
              <a:xfrm flipH="1">
                <a:off x="8314507" y="1981852"/>
                <a:ext cx="275112" cy="364225"/>
              </a:xfrm>
              <a:custGeom>
                <a:rect b="b" l="l" r="r" t="t"/>
                <a:pathLst>
                  <a:path extrusionOk="0" h="15032" w="7736">
                    <a:moveTo>
                      <a:pt x="0" y="1"/>
                    </a:moveTo>
                    <a:lnTo>
                      <a:pt x="0" y="15032"/>
                    </a:lnTo>
                    <a:lnTo>
                      <a:pt x="7296" y="15032"/>
                    </a:lnTo>
                    <a:lnTo>
                      <a:pt x="7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7"/>
              <p:cNvSpPr/>
              <p:nvPr/>
            </p:nvSpPr>
            <p:spPr>
              <a:xfrm flipH="1">
                <a:off x="8248005" y="1981852"/>
                <a:ext cx="82185" cy="364225"/>
              </a:xfrm>
              <a:custGeom>
                <a:rect b="b" l="l" r="r" t="t"/>
                <a:pathLst>
                  <a:path extrusionOk="0" h="15032" w="2311">
                    <a:moveTo>
                      <a:pt x="1" y="1"/>
                    </a:moveTo>
                    <a:lnTo>
                      <a:pt x="1" y="15032"/>
                    </a:lnTo>
                    <a:lnTo>
                      <a:pt x="2310" y="15032"/>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7"/>
              <p:cNvSpPr/>
              <p:nvPr/>
            </p:nvSpPr>
            <p:spPr>
              <a:xfrm flipH="1">
                <a:off x="8121545" y="1919678"/>
                <a:ext cx="126496" cy="42640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7"/>
              <p:cNvSpPr/>
              <p:nvPr/>
            </p:nvSpPr>
            <p:spPr>
              <a:xfrm flipH="1">
                <a:off x="8121545" y="1956992"/>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7"/>
              <p:cNvSpPr/>
              <p:nvPr/>
            </p:nvSpPr>
            <p:spPr>
              <a:xfrm flipH="1">
                <a:off x="8154155" y="2036055"/>
                <a:ext cx="61310" cy="194543"/>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7"/>
              <p:cNvSpPr/>
              <p:nvPr/>
            </p:nvSpPr>
            <p:spPr>
              <a:xfrm flipH="1">
                <a:off x="7897323" y="1965885"/>
                <a:ext cx="88693" cy="380193"/>
              </a:xfrm>
              <a:custGeom>
                <a:rect b="b" l="l" r="r" t="t"/>
                <a:pathLst>
                  <a:path extrusionOk="0" h="15691" w="2494">
                    <a:moveTo>
                      <a:pt x="1" y="0"/>
                    </a:moveTo>
                    <a:lnTo>
                      <a:pt x="1" y="15691"/>
                    </a:lnTo>
                    <a:lnTo>
                      <a:pt x="2494" y="15691"/>
                    </a:lnTo>
                    <a:lnTo>
                      <a:pt x="24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7"/>
              <p:cNvSpPr/>
              <p:nvPr/>
            </p:nvSpPr>
            <p:spPr>
              <a:xfrm flipH="1">
                <a:off x="7897323" y="2068038"/>
                <a:ext cx="88693" cy="171451"/>
              </a:xfrm>
              <a:custGeom>
                <a:rect b="b" l="l" r="r" t="t"/>
                <a:pathLst>
                  <a:path extrusionOk="0" h="7076" w="2494">
                    <a:moveTo>
                      <a:pt x="1" y="0"/>
                    </a:moveTo>
                    <a:lnTo>
                      <a:pt x="1" y="7075"/>
                    </a:lnTo>
                    <a:lnTo>
                      <a:pt x="2494" y="7075"/>
                    </a:lnTo>
                    <a:lnTo>
                      <a:pt x="24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7"/>
              <p:cNvSpPr/>
              <p:nvPr/>
            </p:nvSpPr>
            <p:spPr>
              <a:xfrm flipH="1">
                <a:off x="7982068" y="1945435"/>
                <a:ext cx="139512" cy="400643"/>
              </a:xfrm>
              <a:custGeom>
                <a:rect b="b" l="l" r="r" t="t"/>
                <a:pathLst>
                  <a:path extrusionOk="0" h="16535" w="3923">
                    <a:moveTo>
                      <a:pt x="0" y="1"/>
                    </a:moveTo>
                    <a:lnTo>
                      <a:pt x="0" y="16535"/>
                    </a:lnTo>
                    <a:lnTo>
                      <a:pt x="3923" y="16535"/>
                    </a:lnTo>
                    <a:lnTo>
                      <a:pt x="39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7"/>
              <p:cNvSpPr/>
              <p:nvPr/>
            </p:nvSpPr>
            <p:spPr>
              <a:xfrm flipH="1">
                <a:off x="7982068" y="1997844"/>
                <a:ext cx="139512" cy="24908"/>
              </a:xfrm>
              <a:custGeom>
                <a:rect b="b" l="l" r="r" t="t"/>
                <a:pathLst>
                  <a:path extrusionOk="0" h="1028" w="3923">
                    <a:moveTo>
                      <a:pt x="0" y="1"/>
                    </a:moveTo>
                    <a:lnTo>
                      <a:pt x="0" y="1027"/>
                    </a:lnTo>
                    <a:lnTo>
                      <a:pt x="3923" y="1027"/>
                    </a:lnTo>
                    <a:lnTo>
                      <a:pt x="3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7"/>
              <p:cNvSpPr/>
              <p:nvPr/>
            </p:nvSpPr>
            <p:spPr>
              <a:xfrm flipH="1">
                <a:off x="7662646" y="1919678"/>
                <a:ext cx="139547" cy="426400"/>
              </a:xfrm>
              <a:custGeom>
                <a:rect b="b" l="l" r="r" t="t"/>
                <a:pathLst>
                  <a:path extrusionOk="0" h="17598" w="3924">
                    <a:moveTo>
                      <a:pt x="1" y="1"/>
                    </a:moveTo>
                    <a:lnTo>
                      <a:pt x="1" y="17598"/>
                    </a:lnTo>
                    <a:lnTo>
                      <a:pt x="3924" y="17598"/>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7"/>
              <p:cNvSpPr/>
              <p:nvPr/>
            </p:nvSpPr>
            <p:spPr>
              <a:xfrm flipH="1">
                <a:off x="7662646" y="1956992"/>
                <a:ext cx="138231" cy="24884"/>
              </a:xfrm>
              <a:custGeom>
                <a:rect b="b" l="l" r="r" t="t"/>
                <a:pathLst>
                  <a:path extrusionOk="0" h="1027" w="3887">
                    <a:moveTo>
                      <a:pt x="1" y="0"/>
                    </a:moveTo>
                    <a:lnTo>
                      <a:pt x="1" y="1027"/>
                    </a:lnTo>
                    <a:lnTo>
                      <a:pt x="3887" y="1027"/>
                    </a:lnTo>
                    <a:lnTo>
                      <a:pt x="3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7"/>
              <p:cNvSpPr/>
              <p:nvPr/>
            </p:nvSpPr>
            <p:spPr>
              <a:xfrm flipH="1">
                <a:off x="7662646" y="2283879"/>
                <a:ext cx="139547" cy="24884"/>
              </a:xfrm>
              <a:custGeom>
                <a:rect b="b" l="l" r="r" t="t"/>
                <a:pathLst>
                  <a:path extrusionOk="0" h="1027" w="3924">
                    <a:moveTo>
                      <a:pt x="1" y="0"/>
                    </a:moveTo>
                    <a:lnTo>
                      <a:pt x="1" y="1027"/>
                    </a:lnTo>
                    <a:lnTo>
                      <a:pt x="3924" y="1027"/>
                    </a:lnTo>
                    <a:lnTo>
                      <a:pt x="39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7"/>
              <p:cNvSpPr/>
              <p:nvPr/>
            </p:nvSpPr>
            <p:spPr>
              <a:xfrm flipH="1">
                <a:off x="7695221" y="2036055"/>
                <a:ext cx="73045" cy="194543"/>
              </a:xfrm>
              <a:custGeom>
                <a:rect b="b" l="l" r="r" t="t"/>
                <a:pathLst>
                  <a:path extrusionOk="0" h="8029" w="2054">
                    <a:moveTo>
                      <a:pt x="0" y="0"/>
                    </a:moveTo>
                    <a:lnTo>
                      <a:pt x="0" y="8029"/>
                    </a:lnTo>
                    <a:lnTo>
                      <a:pt x="2053" y="8029"/>
                    </a:lnTo>
                    <a:lnTo>
                      <a:pt x="2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7"/>
              <p:cNvSpPr/>
              <p:nvPr/>
            </p:nvSpPr>
            <p:spPr>
              <a:xfrm flipH="1">
                <a:off x="7399306" y="1909017"/>
                <a:ext cx="263376" cy="437061"/>
              </a:xfrm>
              <a:custGeom>
                <a:rect b="b" l="l" r="r" t="t"/>
                <a:pathLst>
                  <a:path extrusionOk="0" h="18038" w="7406">
                    <a:moveTo>
                      <a:pt x="3813" y="1"/>
                    </a:moveTo>
                    <a:lnTo>
                      <a:pt x="1" y="807"/>
                    </a:lnTo>
                    <a:lnTo>
                      <a:pt x="3593" y="18038"/>
                    </a:lnTo>
                    <a:lnTo>
                      <a:pt x="7406" y="17231"/>
                    </a:lnTo>
                    <a:lnTo>
                      <a:pt x="3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7"/>
              <p:cNvSpPr/>
              <p:nvPr/>
            </p:nvSpPr>
            <p:spPr>
              <a:xfrm flipH="1">
                <a:off x="7409726" y="2266119"/>
                <a:ext cx="143424" cy="43541"/>
              </a:xfrm>
              <a:custGeom>
                <a:rect b="b" l="l" r="r" t="t"/>
                <a:pathLst>
                  <a:path extrusionOk="0" h="1797" w="4033">
                    <a:moveTo>
                      <a:pt x="3813" y="0"/>
                    </a:moveTo>
                    <a:lnTo>
                      <a:pt x="0" y="807"/>
                    </a:lnTo>
                    <a:lnTo>
                      <a:pt x="220" y="1797"/>
                    </a:lnTo>
                    <a:lnTo>
                      <a:pt x="4033" y="990"/>
                    </a:lnTo>
                    <a:lnTo>
                      <a:pt x="38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7"/>
              <p:cNvSpPr/>
              <p:nvPr/>
            </p:nvSpPr>
            <p:spPr>
              <a:xfrm flipH="1">
                <a:off x="7465772" y="2028059"/>
                <a:ext cx="130408" cy="200770"/>
              </a:xfrm>
              <a:custGeom>
                <a:rect b="b" l="l" r="r" t="t"/>
                <a:pathLst>
                  <a:path extrusionOk="0" h="8286" w="3667">
                    <a:moveTo>
                      <a:pt x="2017" y="0"/>
                    </a:moveTo>
                    <a:lnTo>
                      <a:pt x="0" y="404"/>
                    </a:lnTo>
                    <a:lnTo>
                      <a:pt x="1650" y="8286"/>
                    </a:lnTo>
                    <a:lnTo>
                      <a:pt x="3666" y="7846"/>
                    </a:lnTo>
                    <a:lnTo>
                      <a:pt x="2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7"/>
              <p:cNvSpPr/>
              <p:nvPr/>
            </p:nvSpPr>
            <p:spPr>
              <a:xfrm flipH="1">
                <a:off x="7789089" y="2041385"/>
                <a:ext cx="96517" cy="304692"/>
              </a:xfrm>
              <a:custGeom>
                <a:rect b="b" l="l" r="r" t="t"/>
                <a:pathLst>
                  <a:path extrusionOk="0" h="12575" w="2714">
                    <a:moveTo>
                      <a:pt x="1" y="0"/>
                    </a:moveTo>
                    <a:lnTo>
                      <a:pt x="1" y="12575"/>
                    </a:lnTo>
                    <a:lnTo>
                      <a:pt x="2714" y="12575"/>
                    </a:lnTo>
                    <a:lnTo>
                      <a:pt x="27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 name="Google Shape;2736;p37"/>
            <p:cNvGrpSpPr/>
            <p:nvPr/>
          </p:nvGrpSpPr>
          <p:grpSpPr>
            <a:xfrm>
              <a:off x="7430969" y="2591991"/>
              <a:ext cx="984368" cy="344707"/>
              <a:chOff x="937650" y="3222250"/>
              <a:chExt cx="895450" cy="355625"/>
            </a:xfrm>
          </p:grpSpPr>
          <p:sp>
            <p:nvSpPr>
              <p:cNvPr id="2737" name="Google Shape;2737;p37"/>
              <p:cNvSpPr/>
              <p:nvPr/>
            </p:nvSpPr>
            <p:spPr>
              <a:xfrm>
                <a:off x="1077875" y="3235100"/>
                <a:ext cx="220000" cy="342775"/>
              </a:xfrm>
              <a:custGeom>
                <a:rect b="b" l="l" r="r" t="t"/>
                <a:pathLst>
                  <a:path extrusionOk="0" h="13711" w="8800">
                    <a:moveTo>
                      <a:pt x="4363" y="0"/>
                    </a:moveTo>
                    <a:lnTo>
                      <a:pt x="1541" y="37"/>
                    </a:lnTo>
                    <a:cubicBezTo>
                      <a:pt x="1467" y="37"/>
                      <a:pt x="1431" y="110"/>
                      <a:pt x="1431" y="183"/>
                    </a:cubicBezTo>
                    <a:lnTo>
                      <a:pt x="1431" y="293"/>
                    </a:lnTo>
                    <a:cubicBezTo>
                      <a:pt x="1101" y="477"/>
                      <a:pt x="1467" y="697"/>
                      <a:pt x="1467" y="697"/>
                    </a:cubicBezTo>
                    <a:lnTo>
                      <a:pt x="1467" y="1173"/>
                    </a:lnTo>
                    <a:cubicBezTo>
                      <a:pt x="1137" y="1320"/>
                      <a:pt x="1137" y="1796"/>
                      <a:pt x="1467" y="1980"/>
                    </a:cubicBezTo>
                    <a:cubicBezTo>
                      <a:pt x="551" y="2713"/>
                      <a:pt x="1" y="3849"/>
                      <a:pt x="38" y="5059"/>
                    </a:cubicBezTo>
                    <a:cubicBezTo>
                      <a:pt x="38" y="6929"/>
                      <a:pt x="258" y="12208"/>
                      <a:pt x="441" y="13711"/>
                    </a:cubicBezTo>
                    <a:lnTo>
                      <a:pt x="8506" y="13711"/>
                    </a:lnTo>
                    <a:cubicBezTo>
                      <a:pt x="8653" y="12355"/>
                      <a:pt x="8799" y="6892"/>
                      <a:pt x="8763" y="4986"/>
                    </a:cubicBezTo>
                    <a:cubicBezTo>
                      <a:pt x="8763" y="3776"/>
                      <a:pt x="8249" y="2640"/>
                      <a:pt x="7296" y="1906"/>
                    </a:cubicBezTo>
                    <a:cubicBezTo>
                      <a:pt x="7626" y="1760"/>
                      <a:pt x="7626" y="1283"/>
                      <a:pt x="7296" y="1100"/>
                    </a:cubicBezTo>
                    <a:lnTo>
                      <a:pt x="7296" y="660"/>
                    </a:lnTo>
                    <a:cubicBezTo>
                      <a:pt x="7296" y="660"/>
                      <a:pt x="7626" y="440"/>
                      <a:pt x="7333" y="220"/>
                    </a:cubicBezTo>
                    <a:lnTo>
                      <a:pt x="7333" y="110"/>
                    </a:lnTo>
                    <a:cubicBezTo>
                      <a:pt x="7333" y="37"/>
                      <a:pt x="7260" y="0"/>
                      <a:pt x="7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7"/>
              <p:cNvSpPr/>
              <p:nvPr/>
            </p:nvSpPr>
            <p:spPr>
              <a:xfrm>
                <a:off x="1098975" y="3222250"/>
                <a:ext cx="176900" cy="33025"/>
              </a:xfrm>
              <a:custGeom>
                <a:rect b="b" l="l" r="r" t="t"/>
                <a:pathLst>
                  <a:path extrusionOk="0" h="1321" w="7076">
                    <a:moveTo>
                      <a:pt x="257" y="1"/>
                    </a:moveTo>
                    <a:lnTo>
                      <a:pt x="0" y="1321"/>
                    </a:lnTo>
                    <a:lnTo>
                      <a:pt x="7076" y="1321"/>
                    </a:lnTo>
                    <a:lnTo>
                      <a:pt x="6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7"/>
              <p:cNvSpPr/>
              <p:nvPr/>
            </p:nvSpPr>
            <p:spPr>
              <a:xfrm>
                <a:off x="937650" y="3313000"/>
                <a:ext cx="219075" cy="264875"/>
              </a:xfrm>
              <a:custGeom>
                <a:rect b="b" l="l" r="r" t="t"/>
                <a:pathLst>
                  <a:path extrusionOk="0" h="10595" w="8763">
                    <a:moveTo>
                      <a:pt x="7150" y="0"/>
                    </a:moveTo>
                    <a:lnTo>
                      <a:pt x="4363" y="37"/>
                    </a:lnTo>
                    <a:lnTo>
                      <a:pt x="1541" y="37"/>
                    </a:lnTo>
                    <a:cubicBezTo>
                      <a:pt x="1467" y="37"/>
                      <a:pt x="1394" y="110"/>
                      <a:pt x="1394" y="183"/>
                    </a:cubicBezTo>
                    <a:lnTo>
                      <a:pt x="1394" y="293"/>
                    </a:lnTo>
                    <a:cubicBezTo>
                      <a:pt x="1101" y="477"/>
                      <a:pt x="1431" y="697"/>
                      <a:pt x="1431" y="697"/>
                    </a:cubicBezTo>
                    <a:lnTo>
                      <a:pt x="1431" y="1137"/>
                    </a:lnTo>
                    <a:cubicBezTo>
                      <a:pt x="1101" y="1320"/>
                      <a:pt x="1101" y="1797"/>
                      <a:pt x="1431" y="1980"/>
                    </a:cubicBezTo>
                    <a:cubicBezTo>
                      <a:pt x="514" y="2713"/>
                      <a:pt x="1" y="3849"/>
                      <a:pt x="1" y="5059"/>
                    </a:cubicBezTo>
                    <a:cubicBezTo>
                      <a:pt x="1" y="6929"/>
                      <a:pt x="1504" y="9092"/>
                      <a:pt x="1651" y="10595"/>
                    </a:cubicBezTo>
                    <a:lnTo>
                      <a:pt x="6930" y="10595"/>
                    </a:lnTo>
                    <a:cubicBezTo>
                      <a:pt x="7076" y="9239"/>
                      <a:pt x="8763" y="6892"/>
                      <a:pt x="8726" y="4986"/>
                    </a:cubicBezTo>
                    <a:cubicBezTo>
                      <a:pt x="8763" y="3776"/>
                      <a:pt x="8213" y="2676"/>
                      <a:pt x="7260" y="1906"/>
                    </a:cubicBezTo>
                    <a:cubicBezTo>
                      <a:pt x="7590" y="1760"/>
                      <a:pt x="7590" y="1283"/>
                      <a:pt x="7260" y="1100"/>
                    </a:cubicBezTo>
                    <a:lnTo>
                      <a:pt x="7260" y="660"/>
                    </a:lnTo>
                    <a:cubicBezTo>
                      <a:pt x="7260" y="660"/>
                      <a:pt x="7626" y="440"/>
                      <a:pt x="7296" y="257"/>
                    </a:cubicBezTo>
                    <a:lnTo>
                      <a:pt x="7296" y="110"/>
                    </a:lnTo>
                    <a:cubicBezTo>
                      <a:pt x="7296" y="37"/>
                      <a:pt x="7223" y="0"/>
                      <a:pt x="7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7"/>
              <p:cNvSpPr/>
              <p:nvPr/>
            </p:nvSpPr>
            <p:spPr>
              <a:xfrm>
                <a:off x="957825" y="3300150"/>
                <a:ext cx="176900" cy="33950"/>
              </a:xfrm>
              <a:custGeom>
                <a:rect b="b" l="l" r="r" t="t"/>
                <a:pathLst>
                  <a:path extrusionOk="0" h="1358" w="7076">
                    <a:moveTo>
                      <a:pt x="257" y="1"/>
                    </a:moveTo>
                    <a:lnTo>
                      <a:pt x="0" y="1357"/>
                    </a:lnTo>
                    <a:lnTo>
                      <a:pt x="7076" y="1357"/>
                    </a:lnTo>
                    <a:lnTo>
                      <a:pt x="68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7"/>
              <p:cNvSpPr/>
              <p:nvPr/>
            </p:nvSpPr>
            <p:spPr>
              <a:xfrm>
                <a:off x="1390425" y="3280000"/>
                <a:ext cx="191575" cy="297875"/>
              </a:xfrm>
              <a:custGeom>
                <a:rect b="b" l="l" r="r" t="t"/>
                <a:pathLst>
                  <a:path extrusionOk="0" h="11915" w="7663">
                    <a:moveTo>
                      <a:pt x="6232" y="0"/>
                    </a:moveTo>
                    <a:lnTo>
                      <a:pt x="3776" y="37"/>
                    </a:lnTo>
                    <a:lnTo>
                      <a:pt x="1320" y="37"/>
                    </a:lnTo>
                    <a:cubicBezTo>
                      <a:pt x="1283" y="37"/>
                      <a:pt x="1210" y="74"/>
                      <a:pt x="1210" y="147"/>
                    </a:cubicBezTo>
                    <a:lnTo>
                      <a:pt x="1210" y="257"/>
                    </a:lnTo>
                    <a:cubicBezTo>
                      <a:pt x="953" y="440"/>
                      <a:pt x="1246" y="624"/>
                      <a:pt x="1246" y="624"/>
                    </a:cubicBezTo>
                    <a:lnTo>
                      <a:pt x="1246" y="990"/>
                    </a:lnTo>
                    <a:cubicBezTo>
                      <a:pt x="953" y="1100"/>
                      <a:pt x="953" y="1577"/>
                      <a:pt x="1246" y="1687"/>
                    </a:cubicBezTo>
                    <a:cubicBezTo>
                      <a:pt x="440" y="2347"/>
                      <a:pt x="0" y="3373"/>
                      <a:pt x="37" y="4400"/>
                    </a:cubicBezTo>
                    <a:cubicBezTo>
                      <a:pt x="37" y="6013"/>
                      <a:pt x="257" y="10632"/>
                      <a:pt x="403" y="11915"/>
                    </a:cubicBezTo>
                    <a:lnTo>
                      <a:pt x="7405" y="11915"/>
                    </a:lnTo>
                    <a:cubicBezTo>
                      <a:pt x="7515" y="10705"/>
                      <a:pt x="7662" y="5976"/>
                      <a:pt x="7625" y="4326"/>
                    </a:cubicBezTo>
                    <a:cubicBezTo>
                      <a:pt x="7625" y="3300"/>
                      <a:pt x="7149" y="2310"/>
                      <a:pt x="6342" y="1687"/>
                    </a:cubicBezTo>
                    <a:cubicBezTo>
                      <a:pt x="6636" y="1540"/>
                      <a:pt x="6636" y="1100"/>
                      <a:pt x="6342" y="954"/>
                    </a:cubicBezTo>
                    <a:lnTo>
                      <a:pt x="6342" y="587"/>
                    </a:lnTo>
                    <a:cubicBezTo>
                      <a:pt x="6342" y="587"/>
                      <a:pt x="6636" y="404"/>
                      <a:pt x="6342" y="220"/>
                    </a:cubicBezTo>
                    <a:lnTo>
                      <a:pt x="6342" y="110"/>
                    </a:lnTo>
                    <a:cubicBezTo>
                      <a:pt x="6342" y="74"/>
                      <a:pt x="6306" y="0"/>
                      <a:pt x="6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7"/>
              <p:cNvSpPr/>
              <p:nvPr/>
            </p:nvSpPr>
            <p:spPr>
              <a:xfrm>
                <a:off x="1408750" y="3269000"/>
                <a:ext cx="153075" cy="29350"/>
              </a:xfrm>
              <a:custGeom>
                <a:rect b="b" l="l" r="r" t="t"/>
                <a:pathLst>
                  <a:path extrusionOk="0" h="1174" w="6123">
                    <a:moveTo>
                      <a:pt x="220" y="0"/>
                    </a:moveTo>
                    <a:lnTo>
                      <a:pt x="0" y="1174"/>
                    </a:lnTo>
                    <a:lnTo>
                      <a:pt x="6123" y="1174"/>
                    </a:lnTo>
                    <a:lnTo>
                      <a:pt x="59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7"/>
              <p:cNvSpPr/>
              <p:nvPr/>
            </p:nvSpPr>
            <p:spPr>
              <a:xfrm>
                <a:off x="1250200" y="3390900"/>
                <a:ext cx="220900" cy="186975"/>
              </a:xfrm>
              <a:custGeom>
                <a:rect b="b" l="l" r="r" t="t"/>
                <a:pathLst>
                  <a:path extrusionOk="0" h="7479" w="8836">
                    <a:moveTo>
                      <a:pt x="7185" y="0"/>
                    </a:moveTo>
                    <a:lnTo>
                      <a:pt x="4363" y="37"/>
                    </a:lnTo>
                    <a:lnTo>
                      <a:pt x="1540" y="37"/>
                    </a:lnTo>
                    <a:cubicBezTo>
                      <a:pt x="1466" y="74"/>
                      <a:pt x="1430" y="110"/>
                      <a:pt x="1430" y="184"/>
                    </a:cubicBezTo>
                    <a:lnTo>
                      <a:pt x="1430" y="294"/>
                    </a:lnTo>
                    <a:cubicBezTo>
                      <a:pt x="1100" y="514"/>
                      <a:pt x="1466" y="697"/>
                      <a:pt x="1466" y="697"/>
                    </a:cubicBezTo>
                    <a:lnTo>
                      <a:pt x="1466" y="1173"/>
                    </a:lnTo>
                    <a:cubicBezTo>
                      <a:pt x="1137" y="1357"/>
                      <a:pt x="1137" y="1797"/>
                      <a:pt x="1466" y="1980"/>
                    </a:cubicBezTo>
                    <a:cubicBezTo>
                      <a:pt x="513" y="2750"/>
                      <a:pt x="0" y="3886"/>
                      <a:pt x="37" y="5059"/>
                    </a:cubicBezTo>
                    <a:cubicBezTo>
                      <a:pt x="37" y="6929"/>
                      <a:pt x="257" y="5976"/>
                      <a:pt x="440" y="7479"/>
                    </a:cubicBezTo>
                    <a:lnTo>
                      <a:pt x="8542" y="7479"/>
                    </a:lnTo>
                    <a:cubicBezTo>
                      <a:pt x="8652" y="6123"/>
                      <a:pt x="8835" y="6892"/>
                      <a:pt x="8762" y="4986"/>
                    </a:cubicBezTo>
                    <a:cubicBezTo>
                      <a:pt x="8762" y="3813"/>
                      <a:pt x="8249" y="2676"/>
                      <a:pt x="7295" y="1943"/>
                    </a:cubicBezTo>
                    <a:cubicBezTo>
                      <a:pt x="7625" y="1760"/>
                      <a:pt x="7625" y="1283"/>
                      <a:pt x="7295" y="1137"/>
                    </a:cubicBezTo>
                    <a:lnTo>
                      <a:pt x="7295" y="660"/>
                    </a:lnTo>
                    <a:cubicBezTo>
                      <a:pt x="7295" y="660"/>
                      <a:pt x="7662" y="440"/>
                      <a:pt x="7332" y="257"/>
                    </a:cubicBezTo>
                    <a:lnTo>
                      <a:pt x="7332" y="147"/>
                    </a:lnTo>
                    <a:cubicBezTo>
                      <a:pt x="7332" y="74"/>
                      <a:pt x="7259" y="0"/>
                      <a:pt x="7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7"/>
              <p:cNvSpPr/>
              <p:nvPr/>
            </p:nvSpPr>
            <p:spPr>
              <a:xfrm>
                <a:off x="1271275" y="3378075"/>
                <a:ext cx="176900" cy="33925"/>
              </a:xfrm>
              <a:custGeom>
                <a:rect b="b" l="l" r="r" t="t"/>
                <a:pathLst>
                  <a:path extrusionOk="0" h="1357" w="7076">
                    <a:moveTo>
                      <a:pt x="257" y="0"/>
                    </a:moveTo>
                    <a:lnTo>
                      <a:pt x="0" y="1356"/>
                    </a:lnTo>
                    <a:lnTo>
                      <a:pt x="7076"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7"/>
              <p:cNvSpPr/>
              <p:nvPr/>
            </p:nvSpPr>
            <p:spPr>
              <a:xfrm>
                <a:off x="1613125" y="3390900"/>
                <a:ext cx="219975" cy="186975"/>
              </a:xfrm>
              <a:custGeom>
                <a:rect b="b" l="l" r="r" t="t"/>
                <a:pathLst>
                  <a:path extrusionOk="0" h="7479" w="8799">
                    <a:moveTo>
                      <a:pt x="7149" y="0"/>
                    </a:moveTo>
                    <a:lnTo>
                      <a:pt x="4363" y="37"/>
                    </a:lnTo>
                    <a:lnTo>
                      <a:pt x="1540" y="37"/>
                    </a:lnTo>
                    <a:cubicBezTo>
                      <a:pt x="1467" y="74"/>
                      <a:pt x="1394" y="110"/>
                      <a:pt x="1394" y="184"/>
                    </a:cubicBezTo>
                    <a:lnTo>
                      <a:pt x="1394" y="294"/>
                    </a:lnTo>
                    <a:cubicBezTo>
                      <a:pt x="1064" y="514"/>
                      <a:pt x="1430" y="697"/>
                      <a:pt x="1430" y="697"/>
                    </a:cubicBezTo>
                    <a:lnTo>
                      <a:pt x="1430" y="1173"/>
                    </a:lnTo>
                    <a:cubicBezTo>
                      <a:pt x="1100" y="1357"/>
                      <a:pt x="1100" y="1797"/>
                      <a:pt x="1430" y="1980"/>
                    </a:cubicBezTo>
                    <a:cubicBezTo>
                      <a:pt x="514" y="2750"/>
                      <a:pt x="0" y="3886"/>
                      <a:pt x="37" y="5059"/>
                    </a:cubicBezTo>
                    <a:cubicBezTo>
                      <a:pt x="37" y="6929"/>
                      <a:pt x="257" y="5976"/>
                      <a:pt x="404" y="7479"/>
                    </a:cubicBezTo>
                    <a:lnTo>
                      <a:pt x="8506" y="7479"/>
                    </a:lnTo>
                    <a:cubicBezTo>
                      <a:pt x="8652" y="6123"/>
                      <a:pt x="8799" y="6892"/>
                      <a:pt x="8726" y="4986"/>
                    </a:cubicBezTo>
                    <a:cubicBezTo>
                      <a:pt x="8762" y="3813"/>
                      <a:pt x="8212" y="2676"/>
                      <a:pt x="7259" y="1943"/>
                    </a:cubicBezTo>
                    <a:cubicBezTo>
                      <a:pt x="7589" y="1760"/>
                      <a:pt x="7589" y="1283"/>
                      <a:pt x="7259" y="1137"/>
                    </a:cubicBezTo>
                    <a:lnTo>
                      <a:pt x="7259" y="660"/>
                    </a:lnTo>
                    <a:cubicBezTo>
                      <a:pt x="7259" y="660"/>
                      <a:pt x="7626" y="440"/>
                      <a:pt x="7296" y="257"/>
                    </a:cubicBezTo>
                    <a:lnTo>
                      <a:pt x="7296" y="147"/>
                    </a:lnTo>
                    <a:cubicBezTo>
                      <a:pt x="7296" y="74"/>
                      <a:pt x="7223" y="0"/>
                      <a:pt x="7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7"/>
              <p:cNvSpPr/>
              <p:nvPr/>
            </p:nvSpPr>
            <p:spPr>
              <a:xfrm>
                <a:off x="1633300" y="3378075"/>
                <a:ext cx="176900" cy="33925"/>
              </a:xfrm>
              <a:custGeom>
                <a:rect b="b" l="l" r="r" t="t"/>
                <a:pathLst>
                  <a:path extrusionOk="0" h="1357" w="7076">
                    <a:moveTo>
                      <a:pt x="257" y="0"/>
                    </a:moveTo>
                    <a:lnTo>
                      <a:pt x="0" y="1356"/>
                    </a:lnTo>
                    <a:lnTo>
                      <a:pt x="7075"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7"/>
              <p:cNvSpPr/>
              <p:nvPr/>
            </p:nvSpPr>
            <p:spPr>
              <a:xfrm>
                <a:off x="1503150" y="3337725"/>
                <a:ext cx="199825" cy="240150"/>
              </a:xfrm>
              <a:custGeom>
                <a:rect b="b" l="l" r="r" t="t"/>
                <a:pathLst>
                  <a:path extrusionOk="0" h="9606" w="7993">
                    <a:moveTo>
                      <a:pt x="6489" y="1"/>
                    </a:moveTo>
                    <a:lnTo>
                      <a:pt x="3960" y="38"/>
                    </a:lnTo>
                    <a:lnTo>
                      <a:pt x="1393" y="74"/>
                    </a:lnTo>
                    <a:cubicBezTo>
                      <a:pt x="1320" y="74"/>
                      <a:pt x="1283" y="111"/>
                      <a:pt x="1283" y="184"/>
                    </a:cubicBezTo>
                    <a:lnTo>
                      <a:pt x="1283" y="294"/>
                    </a:lnTo>
                    <a:cubicBezTo>
                      <a:pt x="990" y="441"/>
                      <a:pt x="1320" y="661"/>
                      <a:pt x="1320" y="661"/>
                    </a:cubicBezTo>
                    <a:lnTo>
                      <a:pt x="1320" y="1064"/>
                    </a:lnTo>
                    <a:cubicBezTo>
                      <a:pt x="953" y="1174"/>
                      <a:pt x="953" y="1651"/>
                      <a:pt x="1320" y="1797"/>
                    </a:cubicBezTo>
                    <a:cubicBezTo>
                      <a:pt x="477" y="2494"/>
                      <a:pt x="0" y="3520"/>
                      <a:pt x="37" y="4584"/>
                    </a:cubicBezTo>
                    <a:cubicBezTo>
                      <a:pt x="37" y="6270"/>
                      <a:pt x="1357" y="8250"/>
                      <a:pt x="1503" y="9606"/>
                    </a:cubicBezTo>
                    <a:lnTo>
                      <a:pt x="6306" y="9606"/>
                    </a:lnTo>
                    <a:cubicBezTo>
                      <a:pt x="6452" y="8360"/>
                      <a:pt x="7992" y="6233"/>
                      <a:pt x="7956" y="4510"/>
                    </a:cubicBezTo>
                    <a:cubicBezTo>
                      <a:pt x="7956" y="3447"/>
                      <a:pt x="7479" y="2421"/>
                      <a:pt x="6636" y="1761"/>
                    </a:cubicBezTo>
                    <a:cubicBezTo>
                      <a:pt x="6966" y="1614"/>
                      <a:pt x="6966" y="1137"/>
                      <a:pt x="6636" y="991"/>
                    </a:cubicBezTo>
                    <a:lnTo>
                      <a:pt x="6636" y="588"/>
                    </a:lnTo>
                    <a:cubicBezTo>
                      <a:pt x="6636" y="588"/>
                      <a:pt x="6929" y="404"/>
                      <a:pt x="6636" y="221"/>
                    </a:cubicBezTo>
                    <a:lnTo>
                      <a:pt x="6636" y="111"/>
                    </a:lnTo>
                    <a:cubicBezTo>
                      <a:pt x="6636" y="74"/>
                      <a:pt x="6562" y="1"/>
                      <a:pt x="6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7"/>
              <p:cNvSpPr/>
              <p:nvPr/>
            </p:nvSpPr>
            <p:spPr>
              <a:xfrm>
                <a:off x="1522400" y="3325825"/>
                <a:ext cx="160400" cy="30275"/>
              </a:xfrm>
              <a:custGeom>
                <a:rect b="b" l="l" r="r" t="t"/>
                <a:pathLst>
                  <a:path extrusionOk="0" h="1211" w="6416">
                    <a:moveTo>
                      <a:pt x="257" y="0"/>
                    </a:moveTo>
                    <a:lnTo>
                      <a:pt x="0" y="1210"/>
                    </a:lnTo>
                    <a:lnTo>
                      <a:pt x="6416" y="1210"/>
                    </a:lnTo>
                    <a:lnTo>
                      <a:pt x="61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 name="Google Shape;2749;p37"/>
            <p:cNvGrpSpPr/>
            <p:nvPr/>
          </p:nvGrpSpPr>
          <p:grpSpPr>
            <a:xfrm>
              <a:off x="7620410" y="3258750"/>
              <a:ext cx="605526" cy="208200"/>
              <a:chOff x="7138068" y="2592629"/>
              <a:chExt cx="701246" cy="232678"/>
            </a:xfrm>
          </p:grpSpPr>
          <p:sp>
            <p:nvSpPr>
              <p:cNvPr id="2750" name="Google Shape;2750;p37"/>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7"/>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7"/>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7"/>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7"/>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7"/>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7"/>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7"/>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7"/>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7"/>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_1">
    <p:spTree>
      <p:nvGrpSpPr>
        <p:cNvPr id="2760" name="Shape 2760"/>
        <p:cNvGrpSpPr/>
        <p:nvPr/>
      </p:nvGrpSpPr>
      <p:grpSpPr>
        <a:xfrm>
          <a:off x="0" y="0"/>
          <a:ext cx="0" cy="0"/>
          <a:chOff x="0" y="0"/>
          <a:chExt cx="0" cy="0"/>
        </a:xfrm>
      </p:grpSpPr>
      <p:sp>
        <p:nvSpPr>
          <p:cNvPr id="2761" name="Google Shape;2761;p38"/>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8"/>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763" name="Google Shape;2763;p38"/>
          <p:cNvGrpSpPr/>
          <p:nvPr/>
        </p:nvGrpSpPr>
        <p:grpSpPr>
          <a:xfrm>
            <a:off x="2936544" y="-329546"/>
            <a:ext cx="2934233" cy="708308"/>
            <a:chOff x="2375925" y="3297600"/>
            <a:chExt cx="735950" cy="177650"/>
          </a:xfrm>
        </p:grpSpPr>
        <p:sp>
          <p:nvSpPr>
            <p:cNvPr id="2764" name="Google Shape;2764;p38"/>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8"/>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8"/>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8"/>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8"/>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8"/>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0" name="Google Shape;2770;p38"/>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8"/>
          <p:cNvSpPr txBox="1"/>
          <p:nvPr>
            <p:ph type="title"/>
          </p:nvPr>
        </p:nvSpPr>
        <p:spPr>
          <a:xfrm>
            <a:off x="2906708" y="2188430"/>
            <a:ext cx="33306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72" name="Google Shape;2772;p38"/>
          <p:cNvSpPr txBox="1"/>
          <p:nvPr>
            <p:ph hasCustomPrompt="1" idx="2" type="title"/>
          </p:nvPr>
        </p:nvSpPr>
        <p:spPr>
          <a:xfrm>
            <a:off x="2906650" y="1185150"/>
            <a:ext cx="33306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73" name="Google Shape;2773;p38"/>
          <p:cNvSpPr txBox="1"/>
          <p:nvPr>
            <p:ph idx="1" type="subTitle"/>
          </p:nvPr>
        </p:nvSpPr>
        <p:spPr>
          <a:xfrm>
            <a:off x="2906738" y="3380898"/>
            <a:ext cx="33306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_1_1">
    <p:spTree>
      <p:nvGrpSpPr>
        <p:cNvPr id="2774" name="Shape 2774"/>
        <p:cNvGrpSpPr/>
        <p:nvPr/>
      </p:nvGrpSpPr>
      <p:grpSpPr>
        <a:xfrm>
          <a:off x="0" y="0"/>
          <a:ext cx="0" cy="0"/>
          <a:chOff x="0" y="0"/>
          <a:chExt cx="0" cy="0"/>
        </a:xfrm>
      </p:grpSpPr>
      <p:sp>
        <p:nvSpPr>
          <p:cNvPr id="2775" name="Google Shape;2775;p39"/>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9"/>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777" name="Google Shape;2777;p39"/>
          <p:cNvGrpSpPr/>
          <p:nvPr/>
        </p:nvGrpSpPr>
        <p:grpSpPr>
          <a:xfrm>
            <a:off x="2936544" y="-329546"/>
            <a:ext cx="2934233" cy="708308"/>
            <a:chOff x="2375925" y="3297600"/>
            <a:chExt cx="735950" cy="177650"/>
          </a:xfrm>
        </p:grpSpPr>
        <p:sp>
          <p:nvSpPr>
            <p:cNvPr id="2778" name="Google Shape;2778;p39"/>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9"/>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9"/>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9"/>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9"/>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9"/>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4" name="Google Shape;2784;p39"/>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9"/>
          <p:cNvSpPr txBox="1"/>
          <p:nvPr>
            <p:ph type="title"/>
          </p:nvPr>
        </p:nvSpPr>
        <p:spPr>
          <a:xfrm>
            <a:off x="5131175" y="2188425"/>
            <a:ext cx="28494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86" name="Google Shape;2786;p39"/>
          <p:cNvSpPr txBox="1"/>
          <p:nvPr>
            <p:ph hasCustomPrompt="1" idx="2" type="title"/>
          </p:nvPr>
        </p:nvSpPr>
        <p:spPr>
          <a:xfrm>
            <a:off x="5131125" y="1185150"/>
            <a:ext cx="28494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87" name="Google Shape;2787;p39"/>
          <p:cNvSpPr txBox="1"/>
          <p:nvPr>
            <p:ph idx="1" type="subTitle"/>
          </p:nvPr>
        </p:nvSpPr>
        <p:spPr>
          <a:xfrm>
            <a:off x="5131150" y="3380888"/>
            <a:ext cx="28494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788" name="Google Shape;2788;p39"/>
          <p:cNvGrpSpPr/>
          <p:nvPr/>
        </p:nvGrpSpPr>
        <p:grpSpPr>
          <a:xfrm>
            <a:off x="8597288" y="1762300"/>
            <a:ext cx="1123200" cy="2789500"/>
            <a:chOff x="7280950" y="1859275"/>
            <a:chExt cx="1123200" cy="2789500"/>
          </a:xfrm>
        </p:grpSpPr>
        <p:sp>
          <p:nvSpPr>
            <p:cNvPr id="2789" name="Google Shape;2789;p39"/>
            <p:cNvSpPr/>
            <p:nvPr/>
          </p:nvSpPr>
          <p:spPr>
            <a:xfrm>
              <a:off x="7426500" y="4427250"/>
              <a:ext cx="793050" cy="221525"/>
            </a:xfrm>
            <a:custGeom>
              <a:rect b="b" l="l" r="r" t="t"/>
              <a:pathLst>
                <a:path extrusionOk="0" h="8861" w="31722">
                  <a:moveTo>
                    <a:pt x="15875" y="0"/>
                  </a:moveTo>
                  <a:cubicBezTo>
                    <a:pt x="7100" y="0"/>
                    <a:pt x="0" y="1988"/>
                    <a:pt x="0" y="4431"/>
                  </a:cubicBezTo>
                  <a:cubicBezTo>
                    <a:pt x="0" y="6873"/>
                    <a:pt x="7100" y="8861"/>
                    <a:pt x="15875" y="8861"/>
                  </a:cubicBezTo>
                  <a:cubicBezTo>
                    <a:pt x="24622" y="8861"/>
                    <a:pt x="31722" y="6873"/>
                    <a:pt x="31722" y="4431"/>
                  </a:cubicBezTo>
                  <a:cubicBezTo>
                    <a:pt x="31722" y="1988"/>
                    <a:pt x="24622" y="0"/>
                    <a:pt x="15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9"/>
            <p:cNvSpPr/>
            <p:nvPr/>
          </p:nvSpPr>
          <p:spPr>
            <a:xfrm>
              <a:off x="7448500" y="3988375"/>
              <a:ext cx="719225" cy="576900"/>
            </a:xfrm>
            <a:custGeom>
              <a:rect b="b" l="l" r="r" t="t"/>
              <a:pathLst>
                <a:path extrusionOk="0" h="23076" w="28769">
                  <a:moveTo>
                    <a:pt x="401" y="1"/>
                  </a:moveTo>
                  <a:cubicBezTo>
                    <a:pt x="382" y="1"/>
                    <a:pt x="362" y="2"/>
                    <a:pt x="341" y="5"/>
                  </a:cubicBezTo>
                  <a:cubicBezTo>
                    <a:pt x="114" y="62"/>
                    <a:pt x="1" y="260"/>
                    <a:pt x="57" y="544"/>
                  </a:cubicBezTo>
                  <a:cubicBezTo>
                    <a:pt x="86" y="885"/>
                    <a:pt x="143" y="1254"/>
                    <a:pt x="228" y="1595"/>
                  </a:cubicBezTo>
                  <a:cubicBezTo>
                    <a:pt x="512" y="2703"/>
                    <a:pt x="796" y="3810"/>
                    <a:pt x="1080" y="4946"/>
                  </a:cubicBezTo>
                  <a:cubicBezTo>
                    <a:pt x="2358" y="9944"/>
                    <a:pt x="3664" y="14943"/>
                    <a:pt x="4942" y="19941"/>
                  </a:cubicBezTo>
                  <a:cubicBezTo>
                    <a:pt x="4999" y="20140"/>
                    <a:pt x="5084" y="20310"/>
                    <a:pt x="5141" y="20480"/>
                  </a:cubicBezTo>
                  <a:cubicBezTo>
                    <a:pt x="5226" y="20764"/>
                    <a:pt x="5396" y="20963"/>
                    <a:pt x="5652" y="21105"/>
                  </a:cubicBezTo>
                  <a:cubicBezTo>
                    <a:pt x="6050" y="21332"/>
                    <a:pt x="6476" y="21531"/>
                    <a:pt x="6930" y="21645"/>
                  </a:cubicBezTo>
                  <a:cubicBezTo>
                    <a:pt x="9563" y="22486"/>
                    <a:pt x="12223" y="23068"/>
                    <a:pt x="14834" y="23068"/>
                  </a:cubicBezTo>
                  <a:cubicBezTo>
                    <a:pt x="14954" y="23068"/>
                    <a:pt x="15074" y="23067"/>
                    <a:pt x="15194" y="23065"/>
                  </a:cubicBezTo>
                  <a:cubicBezTo>
                    <a:pt x="15420" y="23072"/>
                    <a:pt x="15645" y="23075"/>
                    <a:pt x="15870" y="23075"/>
                  </a:cubicBezTo>
                  <a:cubicBezTo>
                    <a:pt x="17462" y="23075"/>
                    <a:pt x="19048" y="22898"/>
                    <a:pt x="20590" y="22525"/>
                  </a:cubicBezTo>
                  <a:cubicBezTo>
                    <a:pt x="21726" y="22241"/>
                    <a:pt x="22833" y="21787"/>
                    <a:pt x="23827" y="21190"/>
                  </a:cubicBezTo>
                  <a:cubicBezTo>
                    <a:pt x="24395" y="20821"/>
                    <a:pt x="24850" y="20367"/>
                    <a:pt x="24907" y="19628"/>
                  </a:cubicBezTo>
                  <a:cubicBezTo>
                    <a:pt x="24907" y="19572"/>
                    <a:pt x="24907" y="19515"/>
                    <a:pt x="24935" y="19458"/>
                  </a:cubicBezTo>
                  <a:cubicBezTo>
                    <a:pt x="25730" y="15624"/>
                    <a:pt x="26525" y="11762"/>
                    <a:pt x="27349" y="7900"/>
                  </a:cubicBezTo>
                  <a:cubicBezTo>
                    <a:pt x="27803" y="5741"/>
                    <a:pt x="28258" y="3555"/>
                    <a:pt x="28684" y="1368"/>
                  </a:cubicBezTo>
                  <a:cubicBezTo>
                    <a:pt x="28740" y="1084"/>
                    <a:pt x="28769" y="772"/>
                    <a:pt x="28740" y="488"/>
                  </a:cubicBezTo>
                  <a:cubicBezTo>
                    <a:pt x="28769" y="346"/>
                    <a:pt x="28655" y="204"/>
                    <a:pt x="28513" y="204"/>
                  </a:cubicBezTo>
                  <a:cubicBezTo>
                    <a:pt x="28494" y="199"/>
                    <a:pt x="28474" y="196"/>
                    <a:pt x="28455" y="196"/>
                  </a:cubicBezTo>
                  <a:cubicBezTo>
                    <a:pt x="28362" y="196"/>
                    <a:pt x="28276" y="252"/>
                    <a:pt x="28229" y="346"/>
                  </a:cubicBezTo>
                  <a:cubicBezTo>
                    <a:pt x="28030" y="715"/>
                    <a:pt x="27661" y="970"/>
                    <a:pt x="27235" y="970"/>
                  </a:cubicBezTo>
                  <a:cubicBezTo>
                    <a:pt x="27036" y="999"/>
                    <a:pt x="26866" y="1056"/>
                    <a:pt x="26696" y="1141"/>
                  </a:cubicBezTo>
                  <a:cubicBezTo>
                    <a:pt x="25333" y="1595"/>
                    <a:pt x="23941" y="1879"/>
                    <a:pt x="22521" y="1993"/>
                  </a:cubicBezTo>
                  <a:cubicBezTo>
                    <a:pt x="21328" y="2106"/>
                    <a:pt x="20164" y="2248"/>
                    <a:pt x="18943" y="2362"/>
                  </a:cubicBezTo>
                  <a:cubicBezTo>
                    <a:pt x="17693" y="2504"/>
                    <a:pt x="16472" y="2646"/>
                    <a:pt x="15251" y="2646"/>
                  </a:cubicBezTo>
                  <a:lnTo>
                    <a:pt x="12695" y="2646"/>
                  </a:lnTo>
                  <a:cubicBezTo>
                    <a:pt x="11502" y="2646"/>
                    <a:pt x="10309" y="2532"/>
                    <a:pt x="9117" y="2334"/>
                  </a:cubicBezTo>
                  <a:cubicBezTo>
                    <a:pt x="8350" y="2248"/>
                    <a:pt x="7612" y="2106"/>
                    <a:pt x="6845" y="1993"/>
                  </a:cubicBezTo>
                  <a:cubicBezTo>
                    <a:pt x="5851" y="1851"/>
                    <a:pt x="4828" y="1709"/>
                    <a:pt x="3835" y="1567"/>
                  </a:cubicBezTo>
                  <a:cubicBezTo>
                    <a:pt x="3636" y="1510"/>
                    <a:pt x="3430" y="1482"/>
                    <a:pt x="3227" y="1482"/>
                  </a:cubicBezTo>
                  <a:cubicBezTo>
                    <a:pt x="3025" y="1482"/>
                    <a:pt x="2826" y="1510"/>
                    <a:pt x="2642" y="1567"/>
                  </a:cubicBezTo>
                  <a:cubicBezTo>
                    <a:pt x="2557" y="1609"/>
                    <a:pt x="2471" y="1631"/>
                    <a:pt x="2390" y="1631"/>
                  </a:cubicBezTo>
                  <a:cubicBezTo>
                    <a:pt x="2308" y="1631"/>
                    <a:pt x="2230" y="1609"/>
                    <a:pt x="2159" y="1567"/>
                  </a:cubicBezTo>
                  <a:cubicBezTo>
                    <a:pt x="1903" y="1510"/>
                    <a:pt x="1676" y="1425"/>
                    <a:pt x="1449" y="1340"/>
                  </a:cubicBezTo>
                  <a:cubicBezTo>
                    <a:pt x="1222" y="1283"/>
                    <a:pt x="1051" y="1112"/>
                    <a:pt x="995" y="914"/>
                  </a:cubicBezTo>
                  <a:cubicBezTo>
                    <a:pt x="938" y="686"/>
                    <a:pt x="881" y="488"/>
                    <a:pt x="796" y="289"/>
                  </a:cubicBezTo>
                  <a:cubicBezTo>
                    <a:pt x="719" y="110"/>
                    <a:pt x="574" y="1"/>
                    <a:pt x="4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9"/>
            <p:cNvSpPr/>
            <p:nvPr/>
          </p:nvSpPr>
          <p:spPr>
            <a:xfrm>
              <a:off x="7368975" y="3711475"/>
              <a:ext cx="881125" cy="367325"/>
            </a:xfrm>
            <a:custGeom>
              <a:rect b="b" l="l" r="r" t="t"/>
              <a:pathLst>
                <a:path extrusionOk="0" h="14693" w="35245">
                  <a:moveTo>
                    <a:pt x="15437" y="655"/>
                  </a:moveTo>
                  <a:cubicBezTo>
                    <a:pt x="17070" y="655"/>
                    <a:pt x="18702" y="698"/>
                    <a:pt x="20335" y="772"/>
                  </a:cubicBezTo>
                  <a:cubicBezTo>
                    <a:pt x="22209" y="857"/>
                    <a:pt x="24112" y="999"/>
                    <a:pt x="25986" y="1198"/>
                  </a:cubicBezTo>
                  <a:cubicBezTo>
                    <a:pt x="27548" y="1368"/>
                    <a:pt x="29138" y="1596"/>
                    <a:pt x="30672" y="1908"/>
                  </a:cubicBezTo>
                  <a:cubicBezTo>
                    <a:pt x="31637" y="2078"/>
                    <a:pt x="32546" y="2362"/>
                    <a:pt x="33427" y="2703"/>
                  </a:cubicBezTo>
                  <a:cubicBezTo>
                    <a:pt x="33767" y="2817"/>
                    <a:pt x="34080" y="3016"/>
                    <a:pt x="34335" y="3271"/>
                  </a:cubicBezTo>
                  <a:cubicBezTo>
                    <a:pt x="34449" y="3356"/>
                    <a:pt x="34449" y="3527"/>
                    <a:pt x="34335" y="3640"/>
                  </a:cubicBezTo>
                  <a:cubicBezTo>
                    <a:pt x="34137" y="3811"/>
                    <a:pt x="33909" y="3953"/>
                    <a:pt x="33654" y="4066"/>
                  </a:cubicBezTo>
                  <a:cubicBezTo>
                    <a:pt x="32972" y="4322"/>
                    <a:pt x="32291" y="4521"/>
                    <a:pt x="31609" y="4634"/>
                  </a:cubicBezTo>
                  <a:cubicBezTo>
                    <a:pt x="30246" y="4890"/>
                    <a:pt x="28883" y="5089"/>
                    <a:pt x="27520" y="5202"/>
                  </a:cubicBezTo>
                  <a:cubicBezTo>
                    <a:pt x="24935" y="5401"/>
                    <a:pt x="22294" y="5515"/>
                    <a:pt x="19710" y="5515"/>
                  </a:cubicBezTo>
                  <a:cubicBezTo>
                    <a:pt x="16842" y="5515"/>
                    <a:pt x="14030" y="5373"/>
                    <a:pt x="11219" y="5174"/>
                  </a:cubicBezTo>
                  <a:cubicBezTo>
                    <a:pt x="9429" y="5060"/>
                    <a:pt x="7669" y="4833"/>
                    <a:pt x="5908" y="4521"/>
                  </a:cubicBezTo>
                  <a:cubicBezTo>
                    <a:pt x="4630" y="4294"/>
                    <a:pt x="3352" y="3981"/>
                    <a:pt x="2103" y="3555"/>
                  </a:cubicBezTo>
                  <a:cubicBezTo>
                    <a:pt x="1677" y="3442"/>
                    <a:pt x="1279" y="3214"/>
                    <a:pt x="967" y="2959"/>
                  </a:cubicBezTo>
                  <a:cubicBezTo>
                    <a:pt x="825" y="2845"/>
                    <a:pt x="825" y="2618"/>
                    <a:pt x="967" y="2504"/>
                  </a:cubicBezTo>
                  <a:cubicBezTo>
                    <a:pt x="1194" y="2334"/>
                    <a:pt x="1449" y="2164"/>
                    <a:pt x="1733" y="2078"/>
                  </a:cubicBezTo>
                  <a:cubicBezTo>
                    <a:pt x="2500" y="1794"/>
                    <a:pt x="3295" y="1567"/>
                    <a:pt x="4119" y="1454"/>
                  </a:cubicBezTo>
                  <a:cubicBezTo>
                    <a:pt x="6391" y="1084"/>
                    <a:pt x="8663" y="857"/>
                    <a:pt x="10963" y="772"/>
                  </a:cubicBezTo>
                  <a:cubicBezTo>
                    <a:pt x="12454" y="691"/>
                    <a:pt x="13946" y="655"/>
                    <a:pt x="15437" y="655"/>
                  </a:cubicBezTo>
                  <a:close/>
                  <a:moveTo>
                    <a:pt x="15256" y="0"/>
                  </a:moveTo>
                  <a:cubicBezTo>
                    <a:pt x="11962" y="0"/>
                    <a:pt x="8661" y="191"/>
                    <a:pt x="5397" y="602"/>
                  </a:cubicBezTo>
                  <a:cubicBezTo>
                    <a:pt x="4147" y="744"/>
                    <a:pt x="2954" y="999"/>
                    <a:pt x="1790" y="1397"/>
                  </a:cubicBezTo>
                  <a:cubicBezTo>
                    <a:pt x="1393" y="1510"/>
                    <a:pt x="1023" y="1681"/>
                    <a:pt x="683" y="1908"/>
                  </a:cubicBezTo>
                  <a:cubicBezTo>
                    <a:pt x="228" y="2220"/>
                    <a:pt x="1" y="2788"/>
                    <a:pt x="115" y="3328"/>
                  </a:cubicBezTo>
                  <a:cubicBezTo>
                    <a:pt x="143" y="3555"/>
                    <a:pt x="171" y="3726"/>
                    <a:pt x="228" y="3896"/>
                  </a:cubicBezTo>
                  <a:cubicBezTo>
                    <a:pt x="626" y="5515"/>
                    <a:pt x="995" y="7162"/>
                    <a:pt x="1393" y="8781"/>
                  </a:cubicBezTo>
                  <a:cubicBezTo>
                    <a:pt x="1449" y="8923"/>
                    <a:pt x="1478" y="9093"/>
                    <a:pt x="1478" y="9263"/>
                  </a:cubicBezTo>
                  <a:cubicBezTo>
                    <a:pt x="1506" y="9831"/>
                    <a:pt x="1648" y="10399"/>
                    <a:pt x="1932" y="10910"/>
                  </a:cubicBezTo>
                  <a:cubicBezTo>
                    <a:pt x="2131" y="11507"/>
                    <a:pt x="2642" y="11961"/>
                    <a:pt x="3238" y="12160"/>
                  </a:cubicBezTo>
                  <a:cubicBezTo>
                    <a:pt x="4062" y="12416"/>
                    <a:pt x="4857" y="12700"/>
                    <a:pt x="5681" y="12927"/>
                  </a:cubicBezTo>
                  <a:cubicBezTo>
                    <a:pt x="7669" y="13438"/>
                    <a:pt x="9713" y="13836"/>
                    <a:pt x="11787" y="14120"/>
                  </a:cubicBezTo>
                  <a:cubicBezTo>
                    <a:pt x="14257" y="14489"/>
                    <a:pt x="16728" y="14602"/>
                    <a:pt x="18517" y="14688"/>
                  </a:cubicBezTo>
                  <a:cubicBezTo>
                    <a:pt x="18751" y="14691"/>
                    <a:pt x="18986" y="14693"/>
                    <a:pt x="19220" y="14693"/>
                  </a:cubicBezTo>
                  <a:cubicBezTo>
                    <a:pt x="20860" y="14693"/>
                    <a:pt x="22500" y="14606"/>
                    <a:pt x="24140" y="14432"/>
                  </a:cubicBezTo>
                  <a:cubicBezTo>
                    <a:pt x="26327" y="14176"/>
                    <a:pt x="28514" y="13665"/>
                    <a:pt x="30587" y="12927"/>
                  </a:cubicBezTo>
                  <a:cubicBezTo>
                    <a:pt x="31240" y="12671"/>
                    <a:pt x="31836" y="12387"/>
                    <a:pt x="32433" y="12046"/>
                  </a:cubicBezTo>
                  <a:cubicBezTo>
                    <a:pt x="33029" y="11677"/>
                    <a:pt x="33455" y="11109"/>
                    <a:pt x="33625" y="10456"/>
                  </a:cubicBezTo>
                  <a:cubicBezTo>
                    <a:pt x="33995" y="9093"/>
                    <a:pt x="34392" y="7758"/>
                    <a:pt x="34733" y="6395"/>
                  </a:cubicBezTo>
                  <a:cubicBezTo>
                    <a:pt x="34960" y="5628"/>
                    <a:pt x="35074" y="4805"/>
                    <a:pt x="35159" y="3981"/>
                  </a:cubicBezTo>
                  <a:cubicBezTo>
                    <a:pt x="35244" y="3300"/>
                    <a:pt x="34875" y="2646"/>
                    <a:pt x="34250" y="2391"/>
                  </a:cubicBezTo>
                  <a:cubicBezTo>
                    <a:pt x="34023" y="2277"/>
                    <a:pt x="33796" y="2164"/>
                    <a:pt x="33569" y="2078"/>
                  </a:cubicBezTo>
                  <a:cubicBezTo>
                    <a:pt x="33057" y="1908"/>
                    <a:pt x="32546" y="1738"/>
                    <a:pt x="32007" y="1596"/>
                  </a:cubicBezTo>
                  <a:cubicBezTo>
                    <a:pt x="29678" y="1028"/>
                    <a:pt x="27292" y="658"/>
                    <a:pt x="24878" y="460"/>
                  </a:cubicBezTo>
                  <a:cubicBezTo>
                    <a:pt x="22493" y="204"/>
                    <a:pt x="20079" y="90"/>
                    <a:pt x="17665" y="34"/>
                  </a:cubicBezTo>
                  <a:cubicBezTo>
                    <a:pt x="16863" y="11"/>
                    <a:pt x="16060" y="0"/>
                    <a:pt x="152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9"/>
            <p:cNvSpPr/>
            <p:nvPr/>
          </p:nvSpPr>
          <p:spPr>
            <a:xfrm>
              <a:off x="7389575" y="3727650"/>
              <a:ext cx="840625" cy="121700"/>
            </a:xfrm>
            <a:custGeom>
              <a:rect b="b" l="l" r="r" t="t"/>
              <a:pathLst>
                <a:path extrusionOk="0" h="4868" w="33625">
                  <a:moveTo>
                    <a:pt x="14595" y="1"/>
                  </a:moveTo>
                  <a:cubicBezTo>
                    <a:pt x="13119" y="1"/>
                    <a:pt x="11643" y="30"/>
                    <a:pt x="10167" y="97"/>
                  </a:cubicBezTo>
                  <a:cubicBezTo>
                    <a:pt x="7867" y="182"/>
                    <a:pt x="5567" y="409"/>
                    <a:pt x="3295" y="778"/>
                  </a:cubicBezTo>
                  <a:cubicBezTo>
                    <a:pt x="2500" y="920"/>
                    <a:pt x="1704" y="1119"/>
                    <a:pt x="938" y="1403"/>
                  </a:cubicBezTo>
                  <a:cubicBezTo>
                    <a:pt x="625" y="1517"/>
                    <a:pt x="370" y="1659"/>
                    <a:pt x="143" y="1857"/>
                  </a:cubicBezTo>
                  <a:cubicBezTo>
                    <a:pt x="1" y="1971"/>
                    <a:pt x="1" y="2170"/>
                    <a:pt x="143" y="2283"/>
                  </a:cubicBezTo>
                  <a:cubicBezTo>
                    <a:pt x="483" y="2567"/>
                    <a:pt x="881" y="2766"/>
                    <a:pt x="1307" y="2908"/>
                  </a:cubicBezTo>
                  <a:cubicBezTo>
                    <a:pt x="2528" y="3306"/>
                    <a:pt x="3806" y="3618"/>
                    <a:pt x="5084" y="3845"/>
                  </a:cubicBezTo>
                  <a:cubicBezTo>
                    <a:pt x="6845" y="4158"/>
                    <a:pt x="8605" y="4385"/>
                    <a:pt x="10366" y="4498"/>
                  </a:cubicBezTo>
                  <a:cubicBezTo>
                    <a:pt x="13206" y="4726"/>
                    <a:pt x="16018" y="4868"/>
                    <a:pt x="18886" y="4868"/>
                  </a:cubicBezTo>
                  <a:cubicBezTo>
                    <a:pt x="21470" y="4868"/>
                    <a:pt x="24111" y="4754"/>
                    <a:pt x="26724" y="4527"/>
                  </a:cubicBezTo>
                  <a:cubicBezTo>
                    <a:pt x="28087" y="4413"/>
                    <a:pt x="29450" y="4243"/>
                    <a:pt x="30785" y="3987"/>
                  </a:cubicBezTo>
                  <a:cubicBezTo>
                    <a:pt x="31495" y="3845"/>
                    <a:pt x="32177" y="3647"/>
                    <a:pt x="32830" y="3391"/>
                  </a:cubicBezTo>
                  <a:cubicBezTo>
                    <a:pt x="33114" y="3306"/>
                    <a:pt x="33341" y="3164"/>
                    <a:pt x="33540" y="2965"/>
                  </a:cubicBezTo>
                  <a:cubicBezTo>
                    <a:pt x="33625" y="2880"/>
                    <a:pt x="33625" y="2709"/>
                    <a:pt x="33540" y="2596"/>
                  </a:cubicBezTo>
                  <a:cubicBezTo>
                    <a:pt x="33284" y="2369"/>
                    <a:pt x="32972" y="2170"/>
                    <a:pt x="32631" y="2056"/>
                  </a:cubicBezTo>
                  <a:cubicBezTo>
                    <a:pt x="31751" y="1687"/>
                    <a:pt x="30813" y="1431"/>
                    <a:pt x="29876" y="1261"/>
                  </a:cubicBezTo>
                  <a:cubicBezTo>
                    <a:pt x="28314" y="920"/>
                    <a:pt x="26752" y="721"/>
                    <a:pt x="25190" y="551"/>
                  </a:cubicBezTo>
                  <a:cubicBezTo>
                    <a:pt x="23288" y="324"/>
                    <a:pt x="21413" y="182"/>
                    <a:pt x="19539" y="97"/>
                  </a:cubicBezTo>
                  <a:cubicBezTo>
                    <a:pt x="17891" y="37"/>
                    <a:pt x="16243" y="1"/>
                    <a:pt x="145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9"/>
            <p:cNvSpPr/>
            <p:nvPr/>
          </p:nvSpPr>
          <p:spPr>
            <a:xfrm>
              <a:off x="7443525" y="3781775"/>
              <a:ext cx="734150" cy="67575"/>
            </a:xfrm>
            <a:custGeom>
              <a:rect b="b" l="l" r="r" t="t"/>
              <a:pathLst>
                <a:path extrusionOk="0" h="2703" w="29366">
                  <a:moveTo>
                    <a:pt x="12484" y="1"/>
                  </a:moveTo>
                  <a:cubicBezTo>
                    <a:pt x="10992" y="1"/>
                    <a:pt x="9501" y="37"/>
                    <a:pt x="8009" y="118"/>
                  </a:cubicBezTo>
                  <a:cubicBezTo>
                    <a:pt x="5709" y="175"/>
                    <a:pt x="3409" y="431"/>
                    <a:pt x="1137" y="800"/>
                  </a:cubicBezTo>
                  <a:cubicBezTo>
                    <a:pt x="768" y="857"/>
                    <a:pt x="370" y="942"/>
                    <a:pt x="1" y="1027"/>
                  </a:cubicBezTo>
                  <a:cubicBezTo>
                    <a:pt x="966" y="1311"/>
                    <a:pt x="1960" y="1510"/>
                    <a:pt x="2954" y="1709"/>
                  </a:cubicBezTo>
                  <a:cubicBezTo>
                    <a:pt x="4687" y="2021"/>
                    <a:pt x="6476" y="2220"/>
                    <a:pt x="8237" y="2333"/>
                  </a:cubicBezTo>
                  <a:cubicBezTo>
                    <a:pt x="11048" y="2561"/>
                    <a:pt x="13860" y="2703"/>
                    <a:pt x="16756" y="2703"/>
                  </a:cubicBezTo>
                  <a:cubicBezTo>
                    <a:pt x="19341" y="2703"/>
                    <a:pt x="21953" y="2589"/>
                    <a:pt x="24566" y="2390"/>
                  </a:cubicBezTo>
                  <a:cubicBezTo>
                    <a:pt x="25929" y="2277"/>
                    <a:pt x="27292" y="2078"/>
                    <a:pt x="28627" y="1822"/>
                  </a:cubicBezTo>
                  <a:cubicBezTo>
                    <a:pt x="28883" y="1766"/>
                    <a:pt x="29138" y="1709"/>
                    <a:pt x="29365" y="1652"/>
                  </a:cubicBezTo>
                  <a:cubicBezTo>
                    <a:pt x="28826" y="1510"/>
                    <a:pt x="28286" y="1368"/>
                    <a:pt x="27718" y="1254"/>
                  </a:cubicBezTo>
                  <a:cubicBezTo>
                    <a:pt x="26156" y="942"/>
                    <a:pt x="24594" y="715"/>
                    <a:pt x="23004" y="544"/>
                  </a:cubicBezTo>
                  <a:cubicBezTo>
                    <a:pt x="21130" y="346"/>
                    <a:pt x="19255" y="175"/>
                    <a:pt x="17381" y="118"/>
                  </a:cubicBezTo>
                  <a:cubicBezTo>
                    <a:pt x="15749" y="44"/>
                    <a:pt x="14116" y="1"/>
                    <a:pt x="12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9"/>
            <p:cNvSpPr/>
            <p:nvPr/>
          </p:nvSpPr>
          <p:spPr>
            <a:xfrm>
              <a:off x="7280950" y="2061108"/>
              <a:ext cx="415350" cy="1746802"/>
            </a:xfrm>
            <a:custGeom>
              <a:rect b="b" l="l" r="r" t="t"/>
              <a:pathLst>
                <a:path extrusionOk="0" h="72943" w="16614">
                  <a:moveTo>
                    <a:pt x="4277" y="1"/>
                  </a:moveTo>
                  <a:cubicBezTo>
                    <a:pt x="4253" y="1"/>
                    <a:pt x="4228" y="3"/>
                    <a:pt x="4204" y="6"/>
                  </a:cubicBezTo>
                  <a:cubicBezTo>
                    <a:pt x="4005" y="6"/>
                    <a:pt x="3834" y="148"/>
                    <a:pt x="3778" y="318"/>
                  </a:cubicBezTo>
                  <a:cubicBezTo>
                    <a:pt x="3721" y="517"/>
                    <a:pt x="3664" y="688"/>
                    <a:pt x="3664" y="886"/>
                  </a:cubicBezTo>
                  <a:cubicBezTo>
                    <a:pt x="3607" y="1369"/>
                    <a:pt x="3607" y="1880"/>
                    <a:pt x="3550" y="2363"/>
                  </a:cubicBezTo>
                  <a:cubicBezTo>
                    <a:pt x="3323" y="4550"/>
                    <a:pt x="3011" y="6765"/>
                    <a:pt x="2613" y="8923"/>
                  </a:cubicBezTo>
                  <a:cubicBezTo>
                    <a:pt x="2159" y="11224"/>
                    <a:pt x="1676" y="13496"/>
                    <a:pt x="1307" y="15796"/>
                  </a:cubicBezTo>
                  <a:cubicBezTo>
                    <a:pt x="625" y="19999"/>
                    <a:pt x="199" y="24259"/>
                    <a:pt x="86" y="28519"/>
                  </a:cubicBezTo>
                  <a:cubicBezTo>
                    <a:pt x="1" y="31216"/>
                    <a:pt x="285" y="33886"/>
                    <a:pt x="938" y="36499"/>
                  </a:cubicBezTo>
                  <a:cubicBezTo>
                    <a:pt x="1676" y="39651"/>
                    <a:pt x="2613" y="42775"/>
                    <a:pt x="3749" y="45842"/>
                  </a:cubicBezTo>
                  <a:cubicBezTo>
                    <a:pt x="5254" y="49960"/>
                    <a:pt x="6277" y="54220"/>
                    <a:pt x="7299" y="58479"/>
                  </a:cubicBezTo>
                  <a:cubicBezTo>
                    <a:pt x="7924" y="61546"/>
                    <a:pt x="8776" y="64585"/>
                    <a:pt x="9770" y="67567"/>
                  </a:cubicBezTo>
                  <a:cubicBezTo>
                    <a:pt x="10054" y="68334"/>
                    <a:pt x="10281" y="69129"/>
                    <a:pt x="10451" y="69924"/>
                  </a:cubicBezTo>
                  <a:cubicBezTo>
                    <a:pt x="10537" y="70379"/>
                    <a:pt x="10622" y="70833"/>
                    <a:pt x="10735" y="71287"/>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878"/>
                  </a:cubicBezTo>
                  <a:cubicBezTo>
                    <a:pt x="12491" y="72887"/>
                    <a:pt x="12657" y="72892"/>
                    <a:pt x="12822" y="72892"/>
                  </a:cubicBezTo>
                  <a:cubicBezTo>
                    <a:pt x="13649" y="72892"/>
                    <a:pt x="14470" y="72773"/>
                    <a:pt x="15251" y="72537"/>
                  </a:cubicBezTo>
                  <a:lnTo>
                    <a:pt x="15080" y="71188"/>
                  </a:lnTo>
                  <a:lnTo>
                    <a:pt x="15080" y="71188"/>
                  </a:lnTo>
                  <a:cubicBezTo>
                    <a:pt x="15137" y="71635"/>
                    <a:pt x="15194" y="72082"/>
                    <a:pt x="15251" y="72537"/>
                  </a:cubicBezTo>
                  <a:cubicBezTo>
                    <a:pt x="16160" y="72224"/>
                    <a:pt x="16330" y="72054"/>
                    <a:pt x="16330" y="71145"/>
                  </a:cubicBezTo>
                  <a:lnTo>
                    <a:pt x="16330" y="69243"/>
                  </a:lnTo>
                  <a:cubicBezTo>
                    <a:pt x="16273" y="67652"/>
                    <a:pt x="16245" y="66033"/>
                    <a:pt x="16330" y="64415"/>
                  </a:cubicBezTo>
                  <a:cubicBezTo>
                    <a:pt x="16358" y="63023"/>
                    <a:pt x="16387" y="61603"/>
                    <a:pt x="16415" y="60212"/>
                  </a:cubicBezTo>
                  <a:lnTo>
                    <a:pt x="16415" y="56605"/>
                  </a:lnTo>
                  <a:cubicBezTo>
                    <a:pt x="16415" y="54134"/>
                    <a:pt x="16529" y="51692"/>
                    <a:pt x="16444" y="49221"/>
                  </a:cubicBezTo>
                  <a:cubicBezTo>
                    <a:pt x="16415" y="48199"/>
                    <a:pt x="16415" y="47205"/>
                    <a:pt x="16444" y="46183"/>
                  </a:cubicBezTo>
                  <a:cubicBezTo>
                    <a:pt x="16444" y="44195"/>
                    <a:pt x="16500" y="42178"/>
                    <a:pt x="16500" y="40190"/>
                  </a:cubicBezTo>
                  <a:cubicBezTo>
                    <a:pt x="16500" y="39168"/>
                    <a:pt x="16500" y="38174"/>
                    <a:pt x="16529" y="37152"/>
                  </a:cubicBezTo>
                  <a:cubicBezTo>
                    <a:pt x="16614" y="34426"/>
                    <a:pt x="16415" y="31671"/>
                    <a:pt x="15989" y="28973"/>
                  </a:cubicBezTo>
                  <a:cubicBezTo>
                    <a:pt x="15506" y="26303"/>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9"/>
            <p:cNvSpPr/>
            <p:nvPr/>
          </p:nvSpPr>
          <p:spPr>
            <a:xfrm>
              <a:off x="7280950" y="2061108"/>
              <a:ext cx="414650" cy="1746802"/>
            </a:xfrm>
            <a:custGeom>
              <a:rect b="b" l="l" r="r" t="t"/>
              <a:pathLst>
                <a:path extrusionOk="0" h="72943" w="16586">
                  <a:moveTo>
                    <a:pt x="4277" y="1"/>
                  </a:moveTo>
                  <a:cubicBezTo>
                    <a:pt x="4253" y="1"/>
                    <a:pt x="4228" y="3"/>
                    <a:pt x="4204" y="6"/>
                  </a:cubicBezTo>
                  <a:cubicBezTo>
                    <a:pt x="4005" y="6"/>
                    <a:pt x="3834" y="120"/>
                    <a:pt x="3778" y="318"/>
                  </a:cubicBezTo>
                  <a:cubicBezTo>
                    <a:pt x="3721" y="489"/>
                    <a:pt x="3664" y="688"/>
                    <a:pt x="3664" y="886"/>
                  </a:cubicBezTo>
                  <a:cubicBezTo>
                    <a:pt x="3607" y="1369"/>
                    <a:pt x="3607" y="1852"/>
                    <a:pt x="3550" y="2363"/>
                  </a:cubicBezTo>
                  <a:cubicBezTo>
                    <a:pt x="3323" y="4550"/>
                    <a:pt x="3039" y="6765"/>
                    <a:pt x="2613" y="8923"/>
                  </a:cubicBezTo>
                  <a:cubicBezTo>
                    <a:pt x="2159" y="11224"/>
                    <a:pt x="1676" y="13496"/>
                    <a:pt x="1307" y="15796"/>
                  </a:cubicBezTo>
                  <a:cubicBezTo>
                    <a:pt x="625" y="19999"/>
                    <a:pt x="199" y="24259"/>
                    <a:pt x="86" y="28519"/>
                  </a:cubicBezTo>
                  <a:cubicBezTo>
                    <a:pt x="1" y="31216"/>
                    <a:pt x="285" y="33886"/>
                    <a:pt x="909" y="36499"/>
                  </a:cubicBezTo>
                  <a:cubicBezTo>
                    <a:pt x="1676" y="39651"/>
                    <a:pt x="2613" y="42775"/>
                    <a:pt x="3749" y="45842"/>
                  </a:cubicBezTo>
                  <a:cubicBezTo>
                    <a:pt x="5254" y="49960"/>
                    <a:pt x="6277" y="54220"/>
                    <a:pt x="7271" y="58479"/>
                  </a:cubicBezTo>
                  <a:cubicBezTo>
                    <a:pt x="7924" y="61546"/>
                    <a:pt x="8747" y="64585"/>
                    <a:pt x="9770" y="67567"/>
                  </a:cubicBezTo>
                  <a:cubicBezTo>
                    <a:pt x="10054" y="68334"/>
                    <a:pt x="10281" y="69129"/>
                    <a:pt x="10451" y="69924"/>
                  </a:cubicBezTo>
                  <a:cubicBezTo>
                    <a:pt x="10537" y="70379"/>
                    <a:pt x="10622" y="70861"/>
                    <a:pt x="10735" y="71316"/>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906"/>
                  </a:cubicBezTo>
                  <a:cubicBezTo>
                    <a:pt x="12240" y="72196"/>
                    <a:pt x="12127" y="71514"/>
                    <a:pt x="11928" y="70833"/>
                  </a:cubicBezTo>
                  <a:cubicBezTo>
                    <a:pt x="11843" y="70577"/>
                    <a:pt x="11814" y="70293"/>
                    <a:pt x="11786" y="70038"/>
                  </a:cubicBezTo>
                  <a:cubicBezTo>
                    <a:pt x="11616" y="69669"/>
                    <a:pt x="11530" y="69299"/>
                    <a:pt x="11474" y="68902"/>
                  </a:cubicBezTo>
                  <a:cubicBezTo>
                    <a:pt x="11246" y="68305"/>
                    <a:pt x="11105" y="67709"/>
                    <a:pt x="10991" y="67113"/>
                  </a:cubicBezTo>
                  <a:cubicBezTo>
                    <a:pt x="10821" y="66743"/>
                    <a:pt x="10707" y="66374"/>
                    <a:pt x="10707" y="65977"/>
                  </a:cubicBezTo>
                  <a:cubicBezTo>
                    <a:pt x="10451" y="65352"/>
                    <a:pt x="10281" y="64699"/>
                    <a:pt x="10196" y="64046"/>
                  </a:cubicBezTo>
                  <a:cubicBezTo>
                    <a:pt x="10054" y="63733"/>
                    <a:pt x="9969" y="63421"/>
                    <a:pt x="9940" y="63080"/>
                  </a:cubicBezTo>
                  <a:cubicBezTo>
                    <a:pt x="9685" y="62171"/>
                    <a:pt x="9457" y="61234"/>
                    <a:pt x="9287" y="60297"/>
                  </a:cubicBezTo>
                  <a:cubicBezTo>
                    <a:pt x="9117" y="59956"/>
                    <a:pt x="9031" y="59559"/>
                    <a:pt x="9003" y="59161"/>
                  </a:cubicBezTo>
                  <a:cubicBezTo>
                    <a:pt x="8719" y="58309"/>
                    <a:pt x="8520" y="57457"/>
                    <a:pt x="8350" y="56577"/>
                  </a:cubicBezTo>
                  <a:cubicBezTo>
                    <a:pt x="8208" y="56207"/>
                    <a:pt x="8094" y="55838"/>
                    <a:pt x="8066" y="55441"/>
                  </a:cubicBezTo>
                  <a:cubicBezTo>
                    <a:pt x="7924" y="55157"/>
                    <a:pt x="7810" y="54844"/>
                    <a:pt x="7782" y="54504"/>
                  </a:cubicBezTo>
                  <a:cubicBezTo>
                    <a:pt x="7555" y="53595"/>
                    <a:pt x="7356" y="52686"/>
                    <a:pt x="7129" y="51777"/>
                  </a:cubicBezTo>
                  <a:cubicBezTo>
                    <a:pt x="6930" y="51380"/>
                    <a:pt x="6816" y="50982"/>
                    <a:pt x="6788" y="50556"/>
                  </a:cubicBezTo>
                  <a:cubicBezTo>
                    <a:pt x="6617" y="50300"/>
                    <a:pt x="6532" y="50017"/>
                    <a:pt x="6504" y="49733"/>
                  </a:cubicBezTo>
                  <a:cubicBezTo>
                    <a:pt x="6277" y="48881"/>
                    <a:pt x="6021" y="48029"/>
                    <a:pt x="5794" y="47177"/>
                  </a:cubicBezTo>
                  <a:cubicBezTo>
                    <a:pt x="5624" y="46836"/>
                    <a:pt x="5510" y="46467"/>
                    <a:pt x="5425" y="46069"/>
                  </a:cubicBezTo>
                  <a:cubicBezTo>
                    <a:pt x="5056" y="44990"/>
                    <a:pt x="4686" y="43854"/>
                    <a:pt x="4402" y="42718"/>
                  </a:cubicBezTo>
                  <a:cubicBezTo>
                    <a:pt x="4175" y="42320"/>
                    <a:pt x="4062" y="41866"/>
                    <a:pt x="4005" y="41412"/>
                  </a:cubicBezTo>
                  <a:cubicBezTo>
                    <a:pt x="3749" y="40673"/>
                    <a:pt x="3522" y="39907"/>
                    <a:pt x="3380" y="39140"/>
                  </a:cubicBezTo>
                  <a:cubicBezTo>
                    <a:pt x="3068" y="38345"/>
                    <a:pt x="2869" y="37521"/>
                    <a:pt x="2755" y="36669"/>
                  </a:cubicBezTo>
                  <a:cubicBezTo>
                    <a:pt x="2500" y="36243"/>
                    <a:pt x="2528" y="35732"/>
                    <a:pt x="2386" y="35277"/>
                  </a:cubicBezTo>
                  <a:cubicBezTo>
                    <a:pt x="2301" y="34937"/>
                    <a:pt x="2244" y="34596"/>
                    <a:pt x="2216" y="34255"/>
                  </a:cubicBezTo>
                  <a:cubicBezTo>
                    <a:pt x="2102" y="33858"/>
                    <a:pt x="2045" y="33460"/>
                    <a:pt x="2045" y="33062"/>
                  </a:cubicBezTo>
                  <a:cubicBezTo>
                    <a:pt x="2017" y="33062"/>
                    <a:pt x="2017" y="33034"/>
                    <a:pt x="1988" y="33006"/>
                  </a:cubicBezTo>
                  <a:cubicBezTo>
                    <a:pt x="1790" y="32125"/>
                    <a:pt x="1676" y="31216"/>
                    <a:pt x="1619" y="30308"/>
                  </a:cubicBezTo>
                  <a:cubicBezTo>
                    <a:pt x="1506" y="29938"/>
                    <a:pt x="1477" y="29541"/>
                    <a:pt x="1534" y="29143"/>
                  </a:cubicBezTo>
                  <a:cubicBezTo>
                    <a:pt x="1392" y="28178"/>
                    <a:pt x="1364" y="27212"/>
                    <a:pt x="1477" y="26218"/>
                  </a:cubicBezTo>
                  <a:cubicBezTo>
                    <a:pt x="1392" y="25735"/>
                    <a:pt x="1392" y="25224"/>
                    <a:pt x="1506" y="24741"/>
                  </a:cubicBezTo>
                  <a:cubicBezTo>
                    <a:pt x="1477" y="24145"/>
                    <a:pt x="1506" y="23520"/>
                    <a:pt x="1619" y="22924"/>
                  </a:cubicBezTo>
                  <a:cubicBezTo>
                    <a:pt x="1591" y="22498"/>
                    <a:pt x="1648" y="22044"/>
                    <a:pt x="1733" y="21589"/>
                  </a:cubicBezTo>
                  <a:cubicBezTo>
                    <a:pt x="1761" y="20538"/>
                    <a:pt x="1903" y="19488"/>
                    <a:pt x="2130" y="18465"/>
                  </a:cubicBezTo>
                  <a:cubicBezTo>
                    <a:pt x="2102" y="18039"/>
                    <a:pt x="2187" y="17642"/>
                    <a:pt x="2329" y="17273"/>
                  </a:cubicBezTo>
                  <a:cubicBezTo>
                    <a:pt x="2414" y="16222"/>
                    <a:pt x="2585" y="15228"/>
                    <a:pt x="2869" y="14234"/>
                  </a:cubicBezTo>
                  <a:cubicBezTo>
                    <a:pt x="2869" y="13865"/>
                    <a:pt x="2954" y="13524"/>
                    <a:pt x="3096" y="13212"/>
                  </a:cubicBezTo>
                  <a:cubicBezTo>
                    <a:pt x="3096" y="12700"/>
                    <a:pt x="3181" y="12218"/>
                    <a:pt x="3352" y="11735"/>
                  </a:cubicBezTo>
                  <a:cubicBezTo>
                    <a:pt x="3352" y="11252"/>
                    <a:pt x="3437" y="10741"/>
                    <a:pt x="3607" y="10286"/>
                  </a:cubicBezTo>
                  <a:cubicBezTo>
                    <a:pt x="3692" y="9491"/>
                    <a:pt x="3806" y="8696"/>
                    <a:pt x="3976" y="7929"/>
                  </a:cubicBezTo>
                  <a:cubicBezTo>
                    <a:pt x="3976" y="7532"/>
                    <a:pt x="4062" y="7134"/>
                    <a:pt x="4204" y="6765"/>
                  </a:cubicBezTo>
                  <a:cubicBezTo>
                    <a:pt x="4204" y="6169"/>
                    <a:pt x="4289" y="5601"/>
                    <a:pt x="4402" y="5033"/>
                  </a:cubicBezTo>
                  <a:cubicBezTo>
                    <a:pt x="4772" y="5544"/>
                    <a:pt x="5112" y="6083"/>
                    <a:pt x="5368" y="6680"/>
                  </a:cubicBezTo>
                  <a:cubicBezTo>
                    <a:pt x="5652" y="6992"/>
                    <a:pt x="5879" y="7361"/>
                    <a:pt x="6021" y="7787"/>
                  </a:cubicBezTo>
                  <a:cubicBezTo>
                    <a:pt x="6362" y="8270"/>
                    <a:pt x="6646" y="8781"/>
                    <a:pt x="6845" y="9349"/>
                  </a:cubicBezTo>
                  <a:cubicBezTo>
                    <a:pt x="7100" y="9690"/>
                    <a:pt x="7299" y="10059"/>
                    <a:pt x="7413" y="10485"/>
                  </a:cubicBezTo>
                  <a:cubicBezTo>
                    <a:pt x="7782" y="11025"/>
                    <a:pt x="8066" y="11621"/>
                    <a:pt x="8293" y="12246"/>
                  </a:cubicBezTo>
                  <a:cubicBezTo>
                    <a:pt x="8549" y="12558"/>
                    <a:pt x="8747" y="12928"/>
                    <a:pt x="8861" y="13354"/>
                  </a:cubicBezTo>
                  <a:cubicBezTo>
                    <a:pt x="9315" y="14149"/>
                    <a:pt x="9713" y="14972"/>
                    <a:pt x="9997" y="15853"/>
                  </a:cubicBezTo>
                  <a:cubicBezTo>
                    <a:pt x="10224" y="16165"/>
                    <a:pt x="10395" y="16477"/>
                    <a:pt x="10480" y="16847"/>
                  </a:cubicBezTo>
                  <a:cubicBezTo>
                    <a:pt x="10707" y="17187"/>
                    <a:pt x="10877" y="17585"/>
                    <a:pt x="10963" y="17983"/>
                  </a:cubicBezTo>
                  <a:cubicBezTo>
                    <a:pt x="11190" y="18323"/>
                    <a:pt x="11360" y="18693"/>
                    <a:pt x="11474" y="19090"/>
                  </a:cubicBezTo>
                  <a:cubicBezTo>
                    <a:pt x="11900" y="19970"/>
                    <a:pt x="12240" y="20908"/>
                    <a:pt x="12496" y="21845"/>
                  </a:cubicBezTo>
                  <a:cubicBezTo>
                    <a:pt x="12752" y="22356"/>
                    <a:pt x="12922" y="22896"/>
                    <a:pt x="13007" y="23464"/>
                  </a:cubicBezTo>
                  <a:cubicBezTo>
                    <a:pt x="13320" y="24514"/>
                    <a:pt x="13604" y="25593"/>
                    <a:pt x="13802" y="26701"/>
                  </a:cubicBezTo>
                  <a:cubicBezTo>
                    <a:pt x="13973" y="27042"/>
                    <a:pt x="14058" y="27439"/>
                    <a:pt x="14058" y="27837"/>
                  </a:cubicBezTo>
                  <a:cubicBezTo>
                    <a:pt x="14342" y="28661"/>
                    <a:pt x="14484" y="29541"/>
                    <a:pt x="14484" y="30421"/>
                  </a:cubicBezTo>
                  <a:cubicBezTo>
                    <a:pt x="14569" y="30819"/>
                    <a:pt x="14598" y="31216"/>
                    <a:pt x="14569" y="31614"/>
                  </a:cubicBezTo>
                  <a:cubicBezTo>
                    <a:pt x="14683" y="32523"/>
                    <a:pt x="14740" y="33460"/>
                    <a:pt x="14740" y="34397"/>
                  </a:cubicBezTo>
                  <a:cubicBezTo>
                    <a:pt x="14853" y="35135"/>
                    <a:pt x="14853" y="35902"/>
                    <a:pt x="14768" y="36669"/>
                  </a:cubicBezTo>
                  <a:cubicBezTo>
                    <a:pt x="14882" y="37379"/>
                    <a:pt x="14910" y="38089"/>
                    <a:pt x="14853" y="38799"/>
                  </a:cubicBezTo>
                  <a:cubicBezTo>
                    <a:pt x="14938" y="39168"/>
                    <a:pt x="14967" y="39566"/>
                    <a:pt x="14910" y="39963"/>
                  </a:cubicBezTo>
                  <a:cubicBezTo>
                    <a:pt x="14967" y="40531"/>
                    <a:pt x="15052" y="41042"/>
                    <a:pt x="15052" y="41582"/>
                  </a:cubicBezTo>
                  <a:cubicBezTo>
                    <a:pt x="15080" y="42576"/>
                    <a:pt x="15080" y="43570"/>
                    <a:pt x="15080" y="44592"/>
                  </a:cubicBezTo>
                  <a:cubicBezTo>
                    <a:pt x="15137" y="44962"/>
                    <a:pt x="15137" y="45359"/>
                    <a:pt x="15109" y="45728"/>
                  </a:cubicBezTo>
                  <a:cubicBezTo>
                    <a:pt x="15137" y="46893"/>
                    <a:pt x="15109" y="48057"/>
                    <a:pt x="14995" y="49193"/>
                  </a:cubicBezTo>
                  <a:cubicBezTo>
                    <a:pt x="15024" y="49619"/>
                    <a:pt x="14995" y="50073"/>
                    <a:pt x="14910" y="50499"/>
                  </a:cubicBezTo>
                  <a:cubicBezTo>
                    <a:pt x="14882" y="51522"/>
                    <a:pt x="14825" y="52544"/>
                    <a:pt x="14796" y="53566"/>
                  </a:cubicBezTo>
                  <a:cubicBezTo>
                    <a:pt x="14768" y="53652"/>
                    <a:pt x="14740" y="53708"/>
                    <a:pt x="14711" y="53794"/>
                  </a:cubicBezTo>
                  <a:cubicBezTo>
                    <a:pt x="14768" y="54191"/>
                    <a:pt x="14768" y="54589"/>
                    <a:pt x="14711" y="54986"/>
                  </a:cubicBezTo>
                  <a:cubicBezTo>
                    <a:pt x="14683" y="55923"/>
                    <a:pt x="14711" y="56861"/>
                    <a:pt x="14598" y="57798"/>
                  </a:cubicBezTo>
                  <a:cubicBezTo>
                    <a:pt x="14683" y="58224"/>
                    <a:pt x="14654" y="58650"/>
                    <a:pt x="14569" y="59076"/>
                  </a:cubicBezTo>
                  <a:cubicBezTo>
                    <a:pt x="14598" y="59899"/>
                    <a:pt x="14626" y="60751"/>
                    <a:pt x="14654" y="61575"/>
                  </a:cubicBezTo>
                  <a:cubicBezTo>
                    <a:pt x="14626" y="61745"/>
                    <a:pt x="14626" y="61887"/>
                    <a:pt x="14569" y="62058"/>
                  </a:cubicBezTo>
                  <a:cubicBezTo>
                    <a:pt x="14626" y="62484"/>
                    <a:pt x="14654" y="62910"/>
                    <a:pt x="14598" y="63364"/>
                  </a:cubicBezTo>
                  <a:cubicBezTo>
                    <a:pt x="14683" y="63733"/>
                    <a:pt x="14683" y="64131"/>
                    <a:pt x="14626" y="64500"/>
                  </a:cubicBezTo>
                  <a:cubicBezTo>
                    <a:pt x="14711" y="64898"/>
                    <a:pt x="14711" y="65295"/>
                    <a:pt x="14626" y="65693"/>
                  </a:cubicBezTo>
                  <a:cubicBezTo>
                    <a:pt x="14683" y="66658"/>
                    <a:pt x="14740" y="67652"/>
                    <a:pt x="14796" y="68618"/>
                  </a:cubicBezTo>
                  <a:cubicBezTo>
                    <a:pt x="14853" y="69015"/>
                    <a:pt x="14882" y="69413"/>
                    <a:pt x="14882" y="69811"/>
                  </a:cubicBezTo>
                  <a:cubicBezTo>
                    <a:pt x="14995" y="70691"/>
                    <a:pt x="15109" y="71600"/>
                    <a:pt x="15222" y="72508"/>
                  </a:cubicBezTo>
                  <a:cubicBezTo>
                    <a:pt x="16131" y="72168"/>
                    <a:pt x="16302" y="72026"/>
                    <a:pt x="16302" y="71117"/>
                  </a:cubicBezTo>
                  <a:lnTo>
                    <a:pt x="16302" y="69214"/>
                  </a:lnTo>
                  <a:cubicBezTo>
                    <a:pt x="16245" y="67595"/>
                    <a:pt x="16245" y="66005"/>
                    <a:pt x="16302" y="64386"/>
                  </a:cubicBezTo>
                  <a:cubicBezTo>
                    <a:pt x="16330" y="62966"/>
                    <a:pt x="16358" y="61575"/>
                    <a:pt x="16387" y="60183"/>
                  </a:cubicBezTo>
                  <a:lnTo>
                    <a:pt x="16387" y="56577"/>
                  </a:lnTo>
                  <a:cubicBezTo>
                    <a:pt x="16387" y="54106"/>
                    <a:pt x="16500" y="51664"/>
                    <a:pt x="16415" y="49193"/>
                  </a:cubicBezTo>
                  <a:lnTo>
                    <a:pt x="16415" y="46154"/>
                  </a:lnTo>
                  <a:cubicBezTo>
                    <a:pt x="16444" y="44166"/>
                    <a:pt x="16472" y="42150"/>
                    <a:pt x="16500" y="40162"/>
                  </a:cubicBezTo>
                  <a:cubicBezTo>
                    <a:pt x="16500" y="39140"/>
                    <a:pt x="16500" y="38146"/>
                    <a:pt x="16500" y="37123"/>
                  </a:cubicBezTo>
                  <a:cubicBezTo>
                    <a:pt x="16586" y="34397"/>
                    <a:pt x="16415" y="31642"/>
                    <a:pt x="15989" y="28945"/>
                  </a:cubicBezTo>
                  <a:cubicBezTo>
                    <a:pt x="15506" y="26275"/>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9"/>
            <p:cNvSpPr/>
            <p:nvPr/>
          </p:nvSpPr>
          <p:spPr>
            <a:xfrm>
              <a:off x="7315025" y="2221037"/>
              <a:ext cx="345775" cy="1517290"/>
            </a:xfrm>
            <a:custGeom>
              <a:rect b="b" l="l" r="r" t="t"/>
              <a:pathLst>
                <a:path extrusionOk="0" h="63359" w="13831">
                  <a:moveTo>
                    <a:pt x="4005" y="1"/>
                  </a:moveTo>
                  <a:lnTo>
                    <a:pt x="2841" y="86"/>
                  </a:lnTo>
                  <a:cubicBezTo>
                    <a:pt x="2699" y="455"/>
                    <a:pt x="2613" y="853"/>
                    <a:pt x="2613" y="1279"/>
                  </a:cubicBezTo>
                  <a:lnTo>
                    <a:pt x="4658" y="1108"/>
                  </a:lnTo>
                  <a:cubicBezTo>
                    <a:pt x="4516" y="711"/>
                    <a:pt x="4289" y="313"/>
                    <a:pt x="4005" y="1"/>
                  </a:cubicBezTo>
                  <a:close/>
                  <a:moveTo>
                    <a:pt x="5482" y="2670"/>
                  </a:moveTo>
                  <a:cubicBezTo>
                    <a:pt x="5254" y="2727"/>
                    <a:pt x="5056" y="2755"/>
                    <a:pt x="4857" y="2812"/>
                  </a:cubicBezTo>
                  <a:cubicBezTo>
                    <a:pt x="3977" y="3039"/>
                    <a:pt x="3096" y="3295"/>
                    <a:pt x="2244" y="3607"/>
                  </a:cubicBezTo>
                  <a:cubicBezTo>
                    <a:pt x="2074" y="4062"/>
                    <a:pt x="1989" y="4573"/>
                    <a:pt x="1989" y="5084"/>
                  </a:cubicBezTo>
                  <a:cubicBezTo>
                    <a:pt x="2386" y="4885"/>
                    <a:pt x="2784" y="4715"/>
                    <a:pt x="3210" y="4573"/>
                  </a:cubicBezTo>
                  <a:cubicBezTo>
                    <a:pt x="4147" y="4289"/>
                    <a:pt x="5112" y="4062"/>
                    <a:pt x="6050" y="3806"/>
                  </a:cubicBezTo>
                  <a:cubicBezTo>
                    <a:pt x="5936" y="3380"/>
                    <a:pt x="5737" y="3011"/>
                    <a:pt x="5482" y="2670"/>
                  </a:cubicBezTo>
                  <a:close/>
                  <a:moveTo>
                    <a:pt x="6958" y="5595"/>
                  </a:moveTo>
                  <a:cubicBezTo>
                    <a:pt x="6305" y="5823"/>
                    <a:pt x="5680" y="6107"/>
                    <a:pt x="5056" y="6476"/>
                  </a:cubicBezTo>
                  <a:cubicBezTo>
                    <a:pt x="4658" y="6675"/>
                    <a:pt x="4232" y="6788"/>
                    <a:pt x="3806" y="6788"/>
                  </a:cubicBezTo>
                  <a:cubicBezTo>
                    <a:pt x="3735" y="6795"/>
                    <a:pt x="3662" y="6799"/>
                    <a:pt x="3589" y="6799"/>
                  </a:cubicBezTo>
                  <a:cubicBezTo>
                    <a:pt x="3368" y="6799"/>
                    <a:pt x="3139" y="6767"/>
                    <a:pt x="2926" y="6703"/>
                  </a:cubicBezTo>
                  <a:cubicBezTo>
                    <a:pt x="2594" y="6585"/>
                    <a:pt x="2263" y="6525"/>
                    <a:pt x="1932" y="6525"/>
                  </a:cubicBezTo>
                  <a:cubicBezTo>
                    <a:pt x="1866" y="6525"/>
                    <a:pt x="1799" y="6528"/>
                    <a:pt x="1733" y="6533"/>
                  </a:cubicBezTo>
                  <a:cubicBezTo>
                    <a:pt x="1591" y="6845"/>
                    <a:pt x="1506" y="7214"/>
                    <a:pt x="1506" y="7555"/>
                  </a:cubicBezTo>
                  <a:cubicBezTo>
                    <a:pt x="1903" y="7555"/>
                    <a:pt x="2301" y="7640"/>
                    <a:pt x="2699" y="7782"/>
                  </a:cubicBezTo>
                  <a:cubicBezTo>
                    <a:pt x="3068" y="7867"/>
                    <a:pt x="3437" y="7924"/>
                    <a:pt x="3806" y="7952"/>
                  </a:cubicBezTo>
                  <a:cubicBezTo>
                    <a:pt x="4516" y="7924"/>
                    <a:pt x="5198" y="7725"/>
                    <a:pt x="5794" y="7385"/>
                  </a:cubicBezTo>
                  <a:cubicBezTo>
                    <a:pt x="6334" y="7044"/>
                    <a:pt x="6930" y="6817"/>
                    <a:pt x="7526" y="6703"/>
                  </a:cubicBezTo>
                  <a:cubicBezTo>
                    <a:pt x="7413" y="6305"/>
                    <a:pt x="7242" y="5908"/>
                    <a:pt x="6958" y="5595"/>
                  </a:cubicBezTo>
                  <a:close/>
                  <a:moveTo>
                    <a:pt x="8691" y="9202"/>
                  </a:moveTo>
                  <a:cubicBezTo>
                    <a:pt x="8350" y="9316"/>
                    <a:pt x="8009" y="9401"/>
                    <a:pt x="7668" y="9514"/>
                  </a:cubicBezTo>
                  <a:cubicBezTo>
                    <a:pt x="6873" y="9827"/>
                    <a:pt x="6021" y="10054"/>
                    <a:pt x="5169" y="10139"/>
                  </a:cubicBezTo>
                  <a:cubicBezTo>
                    <a:pt x="3778" y="10281"/>
                    <a:pt x="2329" y="10224"/>
                    <a:pt x="966" y="10594"/>
                  </a:cubicBezTo>
                  <a:cubicBezTo>
                    <a:pt x="824" y="10963"/>
                    <a:pt x="739" y="11360"/>
                    <a:pt x="767" y="11786"/>
                  </a:cubicBezTo>
                  <a:cubicBezTo>
                    <a:pt x="1847" y="11531"/>
                    <a:pt x="2983" y="11389"/>
                    <a:pt x="4090" y="11360"/>
                  </a:cubicBezTo>
                  <a:cubicBezTo>
                    <a:pt x="4346" y="11360"/>
                    <a:pt x="4573" y="11332"/>
                    <a:pt x="4828" y="11304"/>
                  </a:cubicBezTo>
                  <a:cubicBezTo>
                    <a:pt x="5964" y="11247"/>
                    <a:pt x="7100" y="10991"/>
                    <a:pt x="8151" y="10565"/>
                  </a:cubicBezTo>
                  <a:lnTo>
                    <a:pt x="9145" y="10196"/>
                  </a:lnTo>
                  <a:cubicBezTo>
                    <a:pt x="9060" y="9855"/>
                    <a:pt x="8890" y="9514"/>
                    <a:pt x="8691" y="9202"/>
                  </a:cubicBezTo>
                  <a:close/>
                  <a:moveTo>
                    <a:pt x="9685" y="11332"/>
                  </a:moveTo>
                  <a:cubicBezTo>
                    <a:pt x="9316" y="11616"/>
                    <a:pt x="8975" y="11928"/>
                    <a:pt x="8606" y="12212"/>
                  </a:cubicBezTo>
                  <a:cubicBezTo>
                    <a:pt x="8350" y="12440"/>
                    <a:pt x="8038" y="12582"/>
                    <a:pt x="7697" y="12610"/>
                  </a:cubicBezTo>
                  <a:cubicBezTo>
                    <a:pt x="7322" y="12657"/>
                    <a:pt x="6946" y="12678"/>
                    <a:pt x="6571" y="12678"/>
                  </a:cubicBezTo>
                  <a:cubicBezTo>
                    <a:pt x="6265" y="12678"/>
                    <a:pt x="5958" y="12664"/>
                    <a:pt x="5652" y="12638"/>
                  </a:cubicBezTo>
                  <a:cubicBezTo>
                    <a:pt x="5474" y="12615"/>
                    <a:pt x="5294" y="12604"/>
                    <a:pt x="5113" y="12604"/>
                  </a:cubicBezTo>
                  <a:cubicBezTo>
                    <a:pt x="4399" y="12604"/>
                    <a:pt x="3674" y="12781"/>
                    <a:pt x="3039" y="13121"/>
                  </a:cubicBezTo>
                  <a:cubicBezTo>
                    <a:pt x="2415" y="13462"/>
                    <a:pt x="1847" y="13859"/>
                    <a:pt x="1307" y="14342"/>
                  </a:cubicBezTo>
                  <a:cubicBezTo>
                    <a:pt x="1080" y="14626"/>
                    <a:pt x="739" y="14825"/>
                    <a:pt x="370" y="14910"/>
                  </a:cubicBezTo>
                  <a:cubicBezTo>
                    <a:pt x="256" y="15365"/>
                    <a:pt x="228" y="15819"/>
                    <a:pt x="256" y="16245"/>
                  </a:cubicBezTo>
                  <a:cubicBezTo>
                    <a:pt x="909" y="16131"/>
                    <a:pt x="1534" y="15819"/>
                    <a:pt x="2017" y="15308"/>
                  </a:cubicBezTo>
                  <a:cubicBezTo>
                    <a:pt x="2500" y="14853"/>
                    <a:pt x="3068" y="14456"/>
                    <a:pt x="3664" y="14143"/>
                  </a:cubicBezTo>
                  <a:cubicBezTo>
                    <a:pt x="4068" y="13882"/>
                    <a:pt x="4511" y="13760"/>
                    <a:pt x="4977" y="13760"/>
                  </a:cubicBezTo>
                  <a:cubicBezTo>
                    <a:pt x="5068" y="13760"/>
                    <a:pt x="5161" y="13765"/>
                    <a:pt x="5254" y="13774"/>
                  </a:cubicBezTo>
                  <a:cubicBezTo>
                    <a:pt x="5529" y="13822"/>
                    <a:pt x="5800" y="13837"/>
                    <a:pt x="6071" y="13837"/>
                  </a:cubicBezTo>
                  <a:cubicBezTo>
                    <a:pt x="6611" y="13837"/>
                    <a:pt x="7148" y="13774"/>
                    <a:pt x="7697" y="13774"/>
                  </a:cubicBezTo>
                  <a:cubicBezTo>
                    <a:pt x="8180" y="13746"/>
                    <a:pt x="8662" y="13575"/>
                    <a:pt x="9060" y="13291"/>
                  </a:cubicBezTo>
                  <a:cubicBezTo>
                    <a:pt x="9287" y="13093"/>
                    <a:pt x="9543" y="12922"/>
                    <a:pt x="9770" y="12724"/>
                  </a:cubicBezTo>
                  <a:cubicBezTo>
                    <a:pt x="9883" y="12582"/>
                    <a:pt x="10025" y="12496"/>
                    <a:pt x="10167" y="12468"/>
                  </a:cubicBezTo>
                  <a:cubicBezTo>
                    <a:pt x="10082" y="12042"/>
                    <a:pt x="9912" y="11673"/>
                    <a:pt x="9685" y="11332"/>
                  </a:cubicBezTo>
                  <a:close/>
                  <a:moveTo>
                    <a:pt x="11161" y="15194"/>
                  </a:moveTo>
                  <a:cubicBezTo>
                    <a:pt x="10338" y="15365"/>
                    <a:pt x="9514" y="15592"/>
                    <a:pt x="8691" y="15734"/>
                  </a:cubicBezTo>
                  <a:cubicBezTo>
                    <a:pt x="8236" y="15791"/>
                    <a:pt x="7782" y="15876"/>
                    <a:pt x="7328" y="15989"/>
                  </a:cubicBezTo>
                  <a:cubicBezTo>
                    <a:pt x="6731" y="16131"/>
                    <a:pt x="6163" y="16245"/>
                    <a:pt x="5567" y="16387"/>
                  </a:cubicBezTo>
                  <a:cubicBezTo>
                    <a:pt x="4999" y="16501"/>
                    <a:pt x="4516" y="16586"/>
                    <a:pt x="3977" y="16728"/>
                  </a:cubicBezTo>
                  <a:cubicBezTo>
                    <a:pt x="2897" y="17012"/>
                    <a:pt x="1847" y="17381"/>
                    <a:pt x="824" y="17835"/>
                  </a:cubicBezTo>
                  <a:cubicBezTo>
                    <a:pt x="597" y="17949"/>
                    <a:pt x="341" y="18006"/>
                    <a:pt x="114" y="18034"/>
                  </a:cubicBezTo>
                  <a:cubicBezTo>
                    <a:pt x="1" y="18545"/>
                    <a:pt x="1" y="19056"/>
                    <a:pt x="86" y="19539"/>
                  </a:cubicBezTo>
                  <a:cubicBezTo>
                    <a:pt x="171" y="19539"/>
                    <a:pt x="256" y="19511"/>
                    <a:pt x="341" y="19511"/>
                  </a:cubicBezTo>
                  <a:cubicBezTo>
                    <a:pt x="1108" y="19170"/>
                    <a:pt x="1932" y="18914"/>
                    <a:pt x="2755" y="18744"/>
                  </a:cubicBezTo>
                  <a:cubicBezTo>
                    <a:pt x="3238" y="18630"/>
                    <a:pt x="3693" y="18545"/>
                    <a:pt x="4175" y="18432"/>
                  </a:cubicBezTo>
                  <a:cubicBezTo>
                    <a:pt x="4772" y="18318"/>
                    <a:pt x="5368" y="18233"/>
                    <a:pt x="5936" y="18119"/>
                  </a:cubicBezTo>
                  <a:cubicBezTo>
                    <a:pt x="6958" y="17921"/>
                    <a:pt x="7981" y="17693"/>
                    <a:pt x="8975" y="17466"/>
                  </a:cubicBezTo>
                  <a:cubicBezTo>
                    <a:pt x="9401" y="17381"/>
                    <a:pt x="9855" y="17324"/>
                    <a:pt x="10253" y="17182"/>
                  </a:cubicBezTo>
                  <a:cubicBezTo>
                    <a:pt x="10735" y="17040"/>
                    <a:pt x="11247" y="17069"/>
                    <a:pt x="11673" y="16813"/>
                  </a:cubicBezTo>
                  <a:cubicBezTo>
                    <a:pt x="11587" y="16245"/>
                    <a:pt x="11417" y="15705"/>
                    <a:pt x="11161" y="15194"/>
                  </a:cubicBezTo>
                  <a:close/>
                  <a:moveTo>
                    <a:pt x="7121" y="19870"/>
                  </a:moveTo>
                  <a:cubicBezTo>
                    <a:pt x="6645" y="19870"/>
                    <a:pt x="6172" y="20016"/>
                    <a:pt x="5766" y="20306"/>
                  </a:cubicBezTo>
                  <a:cubicBezTo>
                    <a:pt x="5482" y="20505"/>
                    <a:pt x="5198" y="20732"/>
                    <a:pt x="4942" y="20959"/>
                  </a:cubicBezTo>
                  <a:cubicBezTo>
                    <a:pt x="4544" y="21272"/>
                    <a:pt x="4147" y="21612"/>
                    <a:pt x="3749" y="21953"/>
                  </a:cubicBezTo>
                  <a:cubicBezTo>
                    <a:pt x="3310" y="22324"/>
                    <a:pt x="2775" y="22524"/>
                    <a:pt x="2224" y="22524"/>
                  </a:cubicBezTo>
                  <a:cubicBezTo>
                    <a:pt x="2099" y="22524"/>
                    <a:pt x="1973" y="22514"/>
                    <a:pt x="1847" y="22493"/>
                  </a:cubicBezTo>
                  <a:cubicBezTo>
                    <a:pt x="1496" y="22458"/>
                    <a:pt x="1145" y="22433"/>
                    <a:pt x="794" y="22433"/>
                  </a:cubicBezTo>
                  <a:cubicBezTo>
                    <a:pt x="577" y="22433"/>
                    <a:pt x="360" y="22443"/>
                    <a:pt x="143" y="22464"/>
                  </a:cubicBezTo>
                  <a:cubicBezTo>
                    <a:pt x="114" y="22862"/>
                    <a:pt x="143" y="23259"/>
                    <a:pt x="228" y="23629"/>
                  </a:cubicBezTo>
                  <a:cubicBezTo>
                    <a:pt x="449" y="23609"/>
                    <a:pt x="655" y="23589"/>
                    <a:pt x="868" y="23589"/>
                  </a:cubicBezTo>
                  <a:cubicBezTo>
                    <a:pt x="956" y="23589"/>
                    <a:pt x="1045" y="23592"/>
                    <a:pt x="1137" y="23600"/>
                  </a:cubicBezTo>
                  <a:cubicBezTo>
                    <a:pt x="1485" y="23655"/>
                    <a:pt x="1833" y="23687"/>
                    <a:pt x="2182" y="23687"/>
                  </a:cubicBezTo>
                  <a:cubicBezTo>
                    <a:pt x="2373" y="23687"/>
                    <a:pt x="2564" y="23677"/>
                    <a:pt x="2755" y="23657"/>
                  </a:cubicBezTo>
                  <a:cubicBezTo>
                    <a:pt x="3323" y="23629"/>
                    <a:pt x="3891" y="23401"/>
                    <a:pt x="4346" y="23061"/>
                  </a:cubicBezTo>
                  <a:cubicBezTo>
                    <a:pt x="4743" y="22720"/>
                    <a:pt x="5141" y="22408"/>
                    <a:pt x="5510" y="22067"/>
                  </a:cubicBezTo>
                  <a:cubicBezTo>
                    <a:pt x="5879" y="21726"/>
                    <a:pt x="6277" y="21442"/>
                    <a:pt x="6703" y="21186"/>
                  </a:cubicBezTo>
                  <a:cubicBezTo>
                    <a:pt x="6854" y="21111"/>
                    <a:pt x="7018" y="21073"/>
                    <a:pt x="7178" y="21073"/>
                  </a:cubicBezTo>
                  <a:cubicBezTo>
                    <a:pt x="7258" y="21073"/>
                    <a:pt x="7337" y="21082"/>
                    <a:pt x="7413" y="21101"/>
                  </a:cubicBezTo>
                  <a:cubicBezTo>
                    <a:pt x="7754" y="21215"/>
                    <a:pt x="8094" y="21328"/>
                    <a:pt x="8435" y="21470"/>
                  </a:cubicBezTo>
                  <a:cubicBezTo>
                    <a:pt x="8989" y="21712"/>
                    <a:pt x="9592" y="21832"/>
                    <a:pt x="10199" y="21832"/>
                  </a:cubicBezTo>
                  <a:cubicBezTo>
                    <a:pt x="10806" y="21832"/>
                    <a:pt x="11417" y="21712"/>
                    <a:pt x="11985" y="21470"/>
                  </a:cubicBezTo>
                  <a:cubicBezTo>
                    <a:pt x="12212" y="21357"/>
                    <a:pt x="12496" y="21272"/>
                    <a:pt x="12752" y="21186"/>
                  </a:cubicBezTo>
                  <a:cubicBezTo>
                    <a:pt x="12752" y="20789"/>
                    <a:pt x="12638" y="20391"/>
                    <a:pt x="12468" y="20050"/>
                  </a:cubicBezTo>
                  <a:cubicBezTo>
                    <a:pt x="12184" y="20079"/>
                    <a:pt x="11900" y="20164"/>
                    <a:pt x="11616" y="20334"/>
                  </a:cubicBezTo>
                  <a:cubicBezTo>
                    <a:pt x="11176" y="20547"/>
                    <a:pt x="10693" y="20654"/>
                    <a:pt x="10207" y="20654"/>
                  </a:cubicBezTo>
                  <a:cubicBezTo>
                    <a:pt x="9720" y="20654"/>
                    <a:pt x="9230" y="20547"/>
                    <a:pt x="8776" y="20334"/>
                  </a:cubicBezTo>
                  <a:cubicBezTo>
                    <a:pt x="8662" y="20278"/>
                    <a:pt x="8549" y="20221"/>
                    <a:pt x="8407" y="20164"/>
                  </a:cubicBezTo>
                  <a:cubicBezTo>
                    <a:pt x="8208" y="20107"/>
                    <a:pt x="8009" y="20022"/>
                    <a:pt x="7782" y="19965"/>
                  </a:cubicBezTo>
                  <a:cubicBezTo>
                    <a:pt x="7565" y="19902"/>
                    <a:pt x="7342" y="19870"/>
                    <a:pt x="7121" y="19870"/>
                  </a:cubicBezTo>
                  <a:close/>
                  <a:moveTo>
                    <a:pt x="13178" y="23771"/>
                  </a:moveTo>
                  <a:cubicBezTo>
                    <a:pt x="12667" y="23827"/>
                    <a:pt x="12155" y="23969"/>
                    <a:pt x="11644" y="24055"/>
                  </a:cubicBezTo>
                  <a:cubicBezTo>
                    <a:pt x="11048" y="24140"/>
                    <a:pt x="10423" y="24282"/>
                    <a:pt x="9827" y="24452"/>
                  </a:cubicBezTo>
                  <a:cubicBezTo>
                    <a:pt x="8776" y="24736"/>
                    <a:pt x="7782" y="25219"/>
                    <a:pt x="6760" y="25531"/>
                  </a:cubicBezTo>
                  <a:cubicBezTo>
                    <a:pt x="6106" y="25759"/>
                    <a:pt x="5425" y="25901"/>
                    <a:pt x="4772" y="25957"/>
                  </a:cubicBezTo>
                  <a:cubicBezTo>
                    <a:pt x="4474" y="25986"/>
                    <a:pt x="4182" y="26000"/>
                    <a:pt x="3895" y="26000"/>
                  </a:cubicBezTo>
                  <a:cubicBezTo>
                    <a:pt x="3607" y="26000"/>
                    <a:pt x="3323" y="25986"/>
                    <a:pt x="3039" y="25957"/>
                  </a:cubicBezTo>
                  <a:cubicBezTo>
                    <a:pt x="2920" y="25941"/>
                    <a:pt x="2801" y="25933"/>
                    <a:pt x="2682" y="25933"/>
                  </a:cubicBezTo>
                  <a:cubicBezTo>
                    <a:pt x="1985" y="25933"/>
                    <a:pt x="1309" y="26193"/>
                    <a:pt x="654" y="26412"/>
                  </a:cubicBezTo>
                  <a:cubicBezTo>
                    <a:pt x="654" y="26781"/>
                    <a:pt x="711" y="27179"/>
                    <a:pt x="824" y="27576"/>
                  </a:cubicBezTo>
                  <a:cubicBezTo>
                    <a:pt x="1421" y="27377"/>
                    <a:pt x="1983" y="27144"/>
                    <a:pt x="2592" y="27144"/>
                  </a:cubicBezTo>
                  <a:cubicBezTo>
                    <a:pt x="2765" y="27144"/>
                    <a:pt x="2942" y="27163"/>
                    <a:pt x="3125" y="27207"/>
                  </a:cubicBezTo>
                  <a:cubicBezTo>
                    <a:pt x="3181" y="27221"/>
                    <a:pt x="3238" y="27228"/>
                    <a:pt x="3295" y="27228"/>
                  </a:cubicBezTo>
                  <a:cubicBezTo>
                    <a:pt x="3352" y="27228"/>
                    <a:pt x="3409" y="27221"/>
                    <a:pt x="3465" y="27207"/>
                  </a:cubicBezTo>
                  <a:cubicBezTo>
                    <a:pt x="4033" y="27179"/>
                    <a:pt x="4601" y="27150"/>
                    <a:pt x="5169" y="27122"/>
                  </a:cubicBezTo>
                  <a:cubicBezTo>
                    <a:pt x="5453" y="27122"/>
                    <a:pt x="5709" y="27093"/>
                    <a:pt x="5993" y="27037"/>
                  </a:cubicBezTo>
                  <a:cubicBezTo>
                    <a:pt x="6731" y="26809"/>
                    <a:pt x="7498" y="26582"/>
                    <a:pt x="8236" y="26327"/>
                  </a:cubicBezTo>
                  <a:cubicBezTo>
                    <a:pt x="9259" y="25872"/>
                    <a:pt x="10338" y="25588"/>
                    <a:pt x="11417" y="25389"/>
                  </a:cubicBezTo>
                  <a:cubicBezTo>
                    <a:pt x="12042" y="25304"/>
                    <a:pt x="12638" y="25105"/>
                    <a:pt x="13235" y="24963"/>
                  </a:cubicBezTo>
                  <a:cubicBezTo>
                    <a:pt x="13263" y="24566"/>
                    <a:pt x="13263" y="24168"/>
                    <a:pt x="13178" y="23771"/>
                  </a:cubicBezTo>
                  <a:close/>
                  <a:moveTo>
                    <a:pt x="13405" y="27747"/>
                  </a:moveTo>
                  <a:cubicBezTo>
                    <a:pt x="12155" y="28059"/>
                    <a:pt x="10906" y="28258"/>
                    <a:pt x="9628" y="28314"/>
                  </a:cubicBezTo>
                  <a:cubicBezTo>
                    <a:pt x="9287" y="28343"/>
                    <a:pt x="8918" y="28400"/>
                    <a:pt x="8577" y="28485"/>
                  </a:cubicBezTo>
                  <a:cubicBezTo>
                    <a:pt x="8123" y="28570"/>
                    <a:pt x="7668" y="28598"/>
                    <a:pt x="7214" y="28627"/>
                  </a:cubicBezTo>
                  <a:cubicBezTo>
                    <a:pt x="6731" y="28627"/>
                    <a:pt x="6220" y="28684"/>
                    <a:pt x="5766" y="28854"/>
                  </a:cubicBezTo>
                  <a:cubicBezTo>
                    <a:pt x="5680" y="28882"/>
                    <a:pt x="5595" y="28882"/>
                    <a:pt x="5538" y="28882"/>
                  </a:cubicBezTo>
                  <a:cubicBezTo>
                    <a:pt x="4317" y="28996"/>
                    <a:pt x="3125" y="29308"/>
                    <a:pt x="2017" y="29820"/>
                  </a:cubicBezTo>
                  <a:cubicBezTo>
                    <a:pt x="1818" y="29905"/>
                    <a:pt x="1591" y="29962"/>
                    <a:pt x="1392" y="29990"/>
                  </a:cubicBezTo>
                  <a:cubicBezTo>
                    <a:pt x="1506" y="30842"/>
                    <a:pt x="1705" y="31666"/>
                    <a:pt x="2017" y="32461"/>
                  </a:cubicBezTo>
                  <a:cubicBezTo>
                    <a:pt x="2983" y="32148"/>
                    <a:pt x="3920" y="31808"/>
                    <a:pt x="4885" y="31524"/>
                  </a:cubicBezTo>
                  <a:cubicBezTo>
                    <a:pt x="5908" y="31154"/>
                    <a:pt x="6987" y="30927"/>
                    <a:pt x="8066" y="30870"/>
                  </a:cubicBezTo>
                  <a:cubicBezTo>
                    <a:pt x="8606" y="30842"/>
                    <a:pt x="9117" y="30586"/>
                    <a:pt x="9685" y="30586"/>
                  </a:cubicBezTo>
                  <a:cubicBezTo>
                    <a:pt x="10196" y="30586"/>
                    <a:pt x="10707" y="30501"/>
                    <a:pt x="11218" y="30388"/>
                  </a:cubicBezTo>
                  <a:cubicBezTo>
                    <a:pt x="11957" y="30217"/>
                    <a:pt x="12695" y="30132"/>
                    <a:pt x="13462" y="30018"/>
                  </a:cubicBezTo>
                  <a:cubicBezTo>
                    <a:pt x="13547" y="29252"/>
                    <a:pt x="13519" y="28485"/>
                    <a:pt x="13405" y="27747"/>
                  </a:cubicBezTo>
                  <a:close/>
                  <a:moveTo>
                    <a:pt x="13547" y="32148"/>
                  </a:moveTo>
                  <a:cubicBezTo>
                    <a:pt x="13206" y="32177"/>
                    <a:pt x="12894" y="32205"/>
                    <a:pt x="12581" y="32290"/>
                  </a:cubicBezTo>
                  <a:cubicBezTo>
                    <a:pt x="11758" y="32518"/>
                    <a:pt x="10963" y="32773"/>
                    <a:pt x="10167" y="33057"/>
                  </a:cubicBezTo>
                  <a:cubicBezTo>
                    <a:pt x="9202" y="33483"/>
                    <a:pt x="8151" y="33710"/>
                    <a:pt x="7072" y="33739"/>
                  </a:cubicBezTo>
                  <a:cubicBezTo>
                    <a:pt x="6788" y="33739"/>
                    <a:pt x="6476" y="33795"/>
                    <a:pt x="6192" y="33795"/>
                  </a:cubicBezTo>
                  <a:cubicBezTo>
                    <a:pt x="5112" y="33824"/>
                    <a:pt x="4062" y="34079"/>
                    <a:pt x="3125" y="34562"/>
                  </a:cubicBezTo>
                  <a:cubicBezTo>
                    <a:pt x="2954" y="34647"/>
                    <a:pt x="2812" y="34676"/>
                    <a:pt x="2642" y="34704"/>
                  </a:cubicBezTo>
                  <a:cubicBezTo>
                    <a:pt x="2699" y="35187"/>
                    <a:pt x="2812" y="35641"/>
                    <a:pt x="3039" y="36039"/>
                  </a:cubicBezTo>
                  <a:cubicBezTo>
                    <a:pt x="3096" y="35954"/>
                    <a:pt x="3181" y="35869"/>
                    <a:pt x="3267" y="35812"/>
                  </a:cubicBezTo>
                  <a:cubicBezTo>
                    <a:pt x="3778" y="35443"/>
                    <a:pt x="4374" y="35215"/>
                    <a:pt x="4999" y="35187"/>
                  </a:cubicBezTo>
                  <a:cubicBezTo>
                    <a:pt x="5680" y="35130"/>
                    <a:pt x="6390" y="35102"/>
                    <a:pt x="7072" y="35045"/>
                  </a:cubicBezTo>
                  <a:cubicBezTo>
                    <a:pt x="8009" y="34960"/>
                    <a:pt x="8946" y="34789"/>
                    <a:pt x="9855" y="34477"/>
                  </a:cubicBezTo>
                  <a:cubicBezTo>
                    <a:pt x="10508" y="34278"/>
                    <a:pt x="11133" y="33994"/>
                    <a:pt x="11786" y="33824"/>
                  </a:cubicBezTo>
                  <a:cubicBezTo>
                    <a:pt x="12383" y="33597"/>
                    <a:pt x="12979" y="33426"/>
                    <a:pt x="13604" y="33313"/>
                  </a:cubicBezTo>
                  <a:cubicBezTo>
                    <a:pt x="13632" y="32915"/>
                    <a:pt x="13604" y="32518"/>
                    <a:pt x="13547" y="32148"/>
                  </a:cubicBezTo>
                  <a:close/>
                  <a:moveTo>
                    <a:pt x="9912" y="37374"/>
                  </a:moveTo>
                  <a:cubicBezTo>
                    <a:pt x="9145" y="37374"/>
                    <a:pt x="8378" y="37487"/>
                    <a:pt x="7668" y="37715"/>
                  </a:cubicBezTo>
                  <a:cubicBezTo>
                    <a:pt x="6390" y="38055"/>
                    <a:pt x="5169" y="38652"/>
                    <a:pt x="4090" y="39418"/>
                  </a:cubicBezTo>
                  <a:cubicBezTo>
                    <a:pt x="4147" y="39788"/>
                    <a:pt x="4232" y="40157"/>
                    <a:pt x="4403" y="40498"/>
                  </a:cubicBezTo>
                  <a:cubicBezTo>
                    <a:pt x="4715" y="40327"/>
                    <a:pt x="5056" y="40185"/>
                    <a:pt x="5340" y="40015"/>
                  </a:cubicBezTo>
                  <a:cubicBezTo>
                    <a:pt x="6731" y="39220"/>
                    <a:pt x="8180" y="38652"/>
                    <a:pt x="9827" y="38652"/>
                  </a:cubicBezTo>
                  <a:cubicBezTo>
                    <a:pt x="10168" y="38632"/>
                    <a:pt x="10524" y="38612"/>
                    <a:pt x="10873" y="38612"/>
                  </a:cubicBezTo>
                  <a:cubicBezTo>
                    <a:pt x="11018" y="38612"/>
                    <a:pt x="11162" y="38615"/>
                    <a:pt x="11303" y="38623"/>
                  </a:cubicBezTo>
                  <a:cubicBezTo>
                    <a:pt x="12155" y="38680"/>
                    <a:pt x="12979" y="38850"/>
                    <a:pt x="13774" y="39078"/>
                  </a:cubicBezTo>
                  <a:cubicBezTo>
                    <a:pt x="13831" y="38708"/>
                    <a:pt x="13831" y="38311"/>
                    <a:pt x="13746" y="37942"/>
                  </a:cubicBezTo>
                  <a:cubicBezTo>
                    <a:pt x="13689" y="37942"/>
                    <a:pt x="13632" y="37913"/>
                    <a:pt x="13575" y="37913"/>
                  </a:cubicBezTo>
                  <a:cubicBezTo>
                    <a:pt x="12411" y="37431"/>
                    <a:pt x="11161" y="37431"/>
                    <a:pt x="9912" y="37374"/>
                  </a:cubicBezTo>
                  <a:close/>
                  <a:moveTo>
                    <a:pt x="13689" y="42542"/>
                  </a:moveTo>
                  <a:lnTo>
                    <a:pt x="13689" y="42542"/>
                  </a:lnTo>
                  <a:cubicBezTo>
                    <a:pt x="12809" y="42656"/>
                    <a:pt x="11957" y="42912"/>
                    <a:pt x="11190" y="43338"/>
                  </a:cubicBezTo>
                  <a:cubicBezTo>
                    <a:pt x="10963" y="43451"/>
                    <a:pt x="10707" y="43565"/>
                    <a:pt x="10451" y="43678"/>
                  </a:cubicBezTo>
                  <a:cubicBezTo>
                    <a:pt x="10239" y="43761"/>
                    <a:pt x="10012" y="43804"/>
                    <a:pt x="9786" y="43804"/>
                  </a:cubicBezTo>
                  <a:cubicBezTo>
                    <a:pt x="9469" y="43804"/>
                    <a:pt x="9155" y="43719"/>
                    <a:pt x="8890" y="43536"/>
                  </a:cubicBezTo>
                  <a:cubicBezTo>
                    <a:pt x="8634" y="43366"/>
                    <a:pt x="8378" y="43252"/>
                    <a:pt x="8123" y="43082"/>
                  </a:cubicBezTo>
                  <a:cubicBezTo>
                    <a:pt x="7858" y="42906"/>
                    <a:pt x="7554" y="42819"/>
                    <a:pt x="7254" y="42819"/>
                  </a:cubicBezTo>
                  <a:cubicBezTo>
                    <a:pt x="6877" y="42819"/>
                    <a:pt x="6504" y="42955"/>
                    <a:pt x="6220" y="43224"/>
                  </a:cubicBezTo>
                  <a:cubicBezTo>
                    <a:pt x="5936" y="43423"/>
                    <a:pt x="5680" y="43650"/>
                    <a:pt x="5396" y="43877"/>
                  </a:cubicBezTo>
                  <a:cubicBezTo>
                    <a:pt x="5453" y="44303"/>
                    <a:pt x="5567" y="44701"/>
                    <a:pt x="5766" y="45098"/>
                  </a:cubicBezTo>
                  <a:cubicBezTo>
                    <a:pt x="5964" y="44615"/>
                    <a:pt x="6419" y="44388"/>
                    <a:pt x="6816" y="44076"/>
                  </a:cubicBezTo>
                  <a:cubicBezTo>
                    <a:pt x="6944" y="43986"/>
                    <a:pt x="7089" y="43943"/>
                    <a:pt x="7234" y="43943"/>
                  </a:cubicBezTo>
                  <a:cubicBezTo>
                    <a:pt x="7410" y="43943"/>
                    <a:pt x="7585" y="44008"/>
                    <a:pt x="7725" y="44133"/>
                  </a:cubicBezTo>
                  <a:cubicBezTo>
                    <a:pt x="7952" y="44303"/>
                    <a:pt x="8208" y="44473"/>
                    <a:pt x="8464" y="44615"/>
                  </a:cubicBezTo>
                  <a:cubicBezTo>
                    <a:pt x="8841" y="44828"/>
                    <a:pt x="9278" y="44942"/>
                    <a:pt x="9708" y="44942"/>
                  </a:cubicBezTo>
                  <a:cubicBezTo>
                    <a:pt x="9795" y="44942"/>
                    <a:pt x="9882" y="44937"/>
                    <a:pt x="9969" y="44928"/>
                  </a:cubicBezTo>
                  <a:cubicBezTo>
                    <a:pt x="10508" y="44899"/>
                    <a:pt x="11019" y="44757"/>
                    <a:pt x="11531" y="44502"/>
                  </a:cubicBezTo>
                  <a:cubicBezTo>
                    <a:pt x="12155" y="44133"/>
                    <a:pt x="12865" y="43934"/>
                    <a:pt x="13604" y="43849"/>
                  </a:cubicBezTo>
                  <a:cubicBezTo>
                    <a:pt x="13689" y="43423"/>
                    <a:pt x="13689" y="42968"/>
                    <a:pt x="13689" y="42542"/>
                  </a:cubicBezTo>
                  <a:close/>
                  <a:moveTo>
                    <a:pt x="13377" y="47143"/>
                  </a:moveTo>
                  <a:cubicBezTo>
                    <a:pt x="13036" y="47200"/>
                    <a:pt x="12695" y="47257"/>
                    <a:pt x="12354" y="47370"/>
                  </a:cubicBezTo>
                  <a:cubicBezTo>
                    <a:pt x="11531" y="47626"/>
                    <a:pt x="10707" y="47853"/>
                    <a:pt x="9883" y="48052"/>
                  </a:cubicBezTo>
                  <a:cubicBezTo>
                    <a:pt x="9003" y="48194"/>
                    <a:pt x="8123" y="48393"/>
                    <a:pt x="7271" y="48648"/>
                  </a:cubicBezTo>
                  <a:cubicBezTo>
                    <a:pt x="7100" y="48705"/>
                    <a:pt x="6902" y="48733"/>
                    <a:pt x="6731" y="48762"/>
                  </a:cubicBezTo>
                  <a:cubicBezTo>
                    <a:pt x="6760" y="49159"/>
                    <a:pt x="6845" y="49528"/>
                    <a:pt x="6987" y="49898"/>
                  </a:cubicBezTo>
                  <a:cubicBezTo>
                    <a:pt x="7981" y="49756"/>
                    <a:pt x="8890" y="49443"/>
                    <a:pt x="9855" y="49301"/>
                  </a:cubicBezTo>
                  <a:cubicBezTo>
                    <a:pt x="11076" y="49102"/>
                    <a:pt x="12241" y="48762"/>
                    <a:pt x="13377" y="48336"/>
                  </a:cubicBezTo>
                  <a:cubicBezTo>
                    <a:pt x="13433" y="47938"/>
                    <a:pt x="13433" y="47541"/>
                    <a:pt x="13377" y="47143"/>
                  </a:cubicBezTo>
                  <a:close/>
                  <a:moveTo>
                    <a:pt x="13263" y="51147"/>
                  </a:moveTo>
                  <a:cubicBezTo>
                    <a:pt x="12894" y="51176"/>
                    <a:pt x="12525" y="51261"/>
                    <a:pt x="12155" y="51403"/>
                  </a:cubicBezTo>
                  <a:cubicBezTo>
                    <a:pt x="11360" y="51573"/>
                    <a:pt x="10537" y="51687"/>
                    <a:pt x="9770" y="51942"/>
                  </a:cubicBezTo>
                  <a:cubicBezTo>
                    <a:pt x="9060" y="52170"/>
                    <a:pt x="8350" y="52312"/>
                    <a:pt x="7640" y="52482"/>
                  </a:cubicBezTo>
                  <a:cubicBezTo>
                    <a:pt x="7668" y="52880"/>
                    <a:pt x="7754" y="53277"/>
                    <a:pt x="7924" y="53618"/>
                  </a:cubicBezTo>
                  <a:lnTo>
                    <a:pt x="8861" y="53391"/>
                  </a:lnTo>
                  <a:cubicBezTo>
                    <a:pt x="9742" y="53164"/>
                    <a:pt x="10593" y="52936"/>
                    <a:pt x="11474" y="52738"/>
                  </a:cubicBezTo>
                  <a:cubicBezTo>
                    <a:pt x="12042" y="52567"/>
                    <a:pt x="12638" y="52454"/>
                    <a:pt x="13235" y="52425"/>
                  </a:cubicBezTo>
                  <a:cubicBezTo>
                    <a:pt x="13348" y="51999"/>
                    <a:pt x="13348" y="51573"/>
                    <a:pt x="13263" y="51147"/>
                  </a:cubicBezTo>
                  <a:close/>
                  <a:moveTo>
                    <a:pt x="13235" y="55407"/>
                  </a:moveTo>
                  <a:cubicBezTo>
                    <a:pt x="12027" y="55764"/>
                    <a:pt x="10847" y="56147"/>
                    <a:pt x="9539" y="56147"/>
                  </a:cubicBezTo>
                  <a:cubicBezTo>
                    <a:pt x="9493" y="56147"/>
                    <a:pt x="9447" y="56146"/>
                    <a:pt x="9401" y="56145"/>
                  </a:cubicBezTo>
                  <a:cubicBezTo>
                    <a:pt x="9230" y="56145"/>
                    <a:pt x="9088" y="56174"/>
                    <a:pt x="8918" y="56202"/>
                  </a:cubicBezTo>
                  <a:cubicBezTo>
                    <a:pt x="8776" y="56231"/>
                    <a:pt x="8634" y="56287"/>
                    <a:pt x="8549" y="56401"/>
                  </a:cubicBezTo>
                  <a:cubicBezTo>
                    <a:pt x="8577" y="56742"/>
                    <a:pt x="8662" y="57054"/>
                    <a:pt x="8804" y="57367"/>
                  </a:cubicBezTo>
                  <a:cubicBezTo>
                    <a:pt x="9401" y="57310"/>
                    <a:pt x="9969" y="57253"/>
                    <a:pt x="10565" y="57225"/>
                  </a:cubicBezTo>
                  <a:cubicBezTo>
                    <a:pt x="11190" y="57225"/>
                    <a:pt x="11815" y="57083"/>
                    <a:pt x="12383" y="56884"/>
                  </a:cubicBezTo>
                  <a:cubicBezTo>
                    <a:pt x="12667" y="56770"/>
                    <a:pt x="12951" y="56713"/>
                    <a:pt x="13235" y="56685"/>
                  </a:cubicBezTo>
                  <a:cubicBezTo>
                    <a:pt x="13291" y="56259"/>
                    <a:pt x="13291" y="55833"/>
                    <a:pt x="13235" y="55407"/>
                  </a:cubicBezTo>
                  <a:close/>
                  <a:moveTo>
                    <a:pt x="13263" y="57849"/>
                  </a:moveTo>
                  <a:cubicBezTo>
                    <a:pt x="12951" y="57878"/>
                    <a:pt x="12638" y="57963"/>
                    <a:pt x="12326" y="58077"/>
                  </a:cubicBezTo>
                  <a:cubicBezTo>
                    <a:pt x="11616" y="58417"/>
                    <a:pt x="10906" y="58645"/>
                    <a:pt x="10224" y="58985"/>
                  </a:cubicBezTo>
                  <a:cubicBezTo>
                    <a:pt x="9940" y="59156"/>
                    <a:pt x="9628" y="59269"/>
                    <a:pt x="9316" y="59298"/>
                  </a:cubicBezTo>
                  <a:cubicBezTo>
                    <a:pt x="9344" y="59695"/>
                    <a:pt x="9429" y="60064"/>
                    <a:pt x="9600" y="60434"/>
                  </a:cubicBezTo>
                  <a:cubicBezTo>
                    <a:pt x="10451" y="60178"/>
                    <a:pt x="11275" y="59866"/>
                    <a:pt x="12099" y="59525"/>
                  </a:cubicBezTo>
                  <a:cubicBezTo>
                    <a:pt x="12468" y="59383"/>
                    <a:pt x="12865" y="59212"/>
                    <a:pt x="13263" y="59042"/>
                  </a:cubicBezTo>
                  <a:cubicBezTo>
                    <a:pt x="13348" y="58645"/>
                    <a:pt x="13348" y="58247"/>
                    <a:pt x="13263" y="57849"/>
                  </a:cubicBezTo>
                  <a:close/>
                  <a:moveTo>
                    <a:pt x="13433" y="61967"/>
                  </a:moveTo>
                  <a:lnTo>
                    <a:pt x="10111" y="62223"/>
                  </a:lnTo>
                  <a:cubicBezTo>
                    <a:pt x="10139" y="62620"/>
                    <a:pt x="10253" y="62990"/>
                    <a:pt x="10423" y="63359"/>
                  </a:cubicBezTo>
                  <a:lnTo>
                    <a:pt x="13519" y="63160"/>
                  </a:lnTo>
                  <a:cubicBezTo>
                    <a:pt x="13547" y="62762"/>
                    <a:pt x="13519" y="62365"/>
                    <a:pt x="13433" y="61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9"/>
            <p:cNvSpPr/>
            <p:nvPr/>
          </p:nvSpPr>
          <p:spPr>
            <a:xfrm>
              <a:off x="7950450" y="2098510"/>
              <a:ext cx="453700" cy="1738157"/>
            </a:xfrm>
            <a:custGeom>
              <a:rect b="b" l="l" r="r" t="t"/>
              <a:pathLst>
                <a:path extrusionOk="0" h="72582" w="18148">
                  <a:moveTo>
                    <a:pt x="15147" y="1"/>
                  </a:moveTo>
                  <a:cubicBezTo>
                    <a:pt x="14975" y="1"/>
                    <a:pt x="14811" y="84"/>
                    <a:pt x="14711" y="233"/>
                  </a:cubicBezTo>
                  <a:cubicBezTo>
                    <a:pt x="14655" y="375"/>
                    <a:pt x="14569" y="546"/>
                    <a:pt x="14541" y="688"/>
                  </a:cubicBezTo>
                  <a:cubicBezTo>
                    <a:pt x="13348" y="3953"/>
                    <a:pt x="11758" y="7077"/>
                    <a:pt x="9770" y="9917"/>
                  </a:cubicBezTo>
                  <a:cubicBezTo>
                    <a:pt x="7583" y="13268"/>
                    <a:pt x="5794" y="16875"/>
                    <a:pt x="4459" y="20624"/>
                  </a:cubicBezTo>
                  <a:cubicBezTo>
                    <a:pt x="3522" y="23179"/>
                    <a:pt x="2755" y="25792"/>
                    <a:pt x="2187" y="28433"/>
                  </a:cubicBezTo>
                  <a:cubicBezTo>
                    <a:pt x="1648" y="31131"/>
                    <a:pt x="1335" y="33886"/>
                    <a:pt x="1307" y="36641"/>
                  </a:cubicBezTo>
                  <a:cubicBezTo>
                    <a:pt x="1250" y="37635"/>
                    <a:pt x="1222" y="38657"/>
                    <a:pt x="1193" y="39651"/>
                  </a:cubicBezTo>
                  <a:cubicBezTo>
                    <a:pt x="1137" y="41667"/>
                    <a:pt x="1080" y="43655"/>
                    <a:pt x="995" y="45643"/>
                  </a:cubicBezTo>
                  <a:cubicBezTo>
                    <a:pt x="966" y="46665"/>
                    <a:pt x="938" y="47688"/>
                    <a:pt x="853" y="48682"/>
                  </a:cubicBezTo>
                  <a:cubicBezTo>
                    <a:pt x="654" y="51152"/>
                    <a:pt x="654" y="53623"/>
                    <a:pt x="569" y="56065"/>
                  </a:cubicBezTo>
                  <a:cubicBezTo>
                    <a:pt x="512" y="57287"/>
                    <a:pt x="455" y="58479"/>
                    <a:pt x="398" y="59672"/>
                  </a:cubicBezTo>
                  <a:cubicBezTo>
                    <a:pt x="370" y="61092"/>
                    <a:pt x="313" y="62484"/>
                    <a:pt x="313" y="63875"/>
                  </a:cubicBezTo>
                  <a:cubicBezTo>
                    <a:pt x="313" y="65494"/>
                    <a:pt x="228" y="67113"/>
                    <a:pt x="86" y="68703"/>
                  </a:cubicBezTo>
                  <a:cubicBezTo>
                    <a:pt x="58" y="69328"/>
                    <a:pt x="29" y="69981"/>
                    <a:pt x="29" y="70606"/>
                  </a:cubicBezTo>
                  <a:cubicBezTo>
                    <a:pt x="1" y="71486"/>
                    <a:pt x="114" y="71656"/>
                    <a:pt x="1023" y="72026"/>
                  </a:cubicBezTo>
                  <a:cubicBezTo>
                    <a:pt x="1960" y="72338"/>
                    <a:pt x="2926" y="72508"/>
                    <a:pt x="3920" y="72508"/>
                  </a:cubicBezTo>
                  <a:cubicBezTo>
                    <a:pt x="4033" y="72537"/>
                    <a:pt x="4147" y="72565"/>
                    <a:pt x="4261" y="72565"/>
                  </a:cubicBezTo>
                  <a:cubicBezTo>
                    <a:pt x="4312" y="72576"/>
                    <a:pt x="4364" y="72582"/>
                    <a:pt x="4416" y="72582"/>
                  </a:cubicBezTo>
                  <a:cubicBezTo>
                    <a:pt x="4764" y="72582"/>
                    <a:pt x="5103" y="72343"/>
                    <a:pt x="5226" y="71997"/>
                  </a:cubicBezTo>
                  <a:cubicBezTo>
                    <a:pt x="5368" y="71656"/>
                    <a:pt x="5482" y="71344"/>
                    <a:pt x="5595" y="71003"/>
                  </a:cubicBezTo>
                  <a:cubicBezTo>
                    <a:pt x="5709" y="70549"/>
                    <a:pt x="5822" y="70094"/>
                    <a:pt x="5936" y="69640"/>
                  </a:cubicBezTo>
                  <a:cubicBezTo>
                    <a:pt x="6135" y="68845"/>
                    <a:pt x="6390" y="68078"/>
                    <a:pt x="6703" y="67311"/>
                  </a:cubicBezTo>
                  <a:cubicBezTo>
                    <a:pt x="7839" y="64386"/>
                    <a:pt x="8833" y="61376"/>
                    <a:pt x="9600" y="58337"/>
                  </a:cubicBezTo>
                  <a:cubicBezTo>
                    <a:pt x="10764" y="54106"/>
                    <a:pt x="11985" y="49903"/>
                    <a:pt x="13689" y="45870"/>
                  </a:cubicBezTo>
                  <a:cubicBezTo>
                    <a:pt x="14939" y="42832"/>
                    <a:pt x="15989" y="39764"/>
                    <a:pt x="16898" y="36641"/>
                  </a:cubicBezTo>
                  <a:cubicBezTo>
                    <a:pt x="17636" y="34056"/>
                    <a:pt x="18034" y="31387"/>
                    <a:pt x="18062" y="28689"/>
                  </a:cubicBezTo>
                  <a:cubicBezTo>
                    <a:pt x="18148" y="24429"/>
                    <a:pt x="17920" y="20169"/>
                    <a:pt x="17409" y="15909"/>
                  </a:cubicBezTo>
                  <a:cubicBezTo>
                    <a:pt x="17125" y="13609"/>
                    <a:pt x="16784" y="11309"/>
                    <a:pt x="16415" y="9008"/>
                  </a:cubicBezTo>
                  <a:cubicBezTo>
                    <a:pt x="16103" y="6822"/>
                    <a:pt x="15904" y="4607"/>
                    <a:pt x="15762" y="2392"/>
                  </a:cubicBezTo>
                  <a:cubicBezTo>
                    <a:pt x="15705" y="1909"/>
                    <a:pt x="15734" y="1426"/>
                    <a:pt x="15705" y="915"/>
                  </a:cubicBezTo>
                  <a:cubicBezTo>
                    <a:pt x="15705" y="744"/>
                    <a:pt x="15677" y="546"/>
                    <a:pt x="15620" y="375"/>
                  </a:cubicBezTo>
                  <a:cubicBezTo>
                    <a:pt x="15592" y="176"/>
                    <a:pt x="15421" y="6"/>
                    <a:pt x="15223" y="6"/>
                  </a:cubicBezTo>
                  <a:cubicBezTo>
                    <a:pt x="15197" y="2"/>
                    <a:pt x="15172" y="1"/>
                    <a:pt x="15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9"/>
            <p:cNvSpPr/>
            <p:nvPr/>
          </p:nvSpPr>
          <p:spPr>
            <a:xfrm>
              <a:off x="7950450" y="2097840"/>
              <a:ext cx="453700" cy="1738157"/>
            </a:xfrm>
            <a:custGeom>
              <a:rect b="b" l="l" r="r" t="t"/>
              <a:pathLst>
                <a:path extrusionOk="0" h="72582" w="18148">
                  <a:moveTo>
                    <a:pt x="15147" y="0"/>
                  </a:moveTo>
                  <a:cubicBezTo>
                    <a:pt x="14975" y="0"/>
                    <a:pt x="14811" y="84"/>
                    <a:pt x="14711" y="233"/>
                  </a:cubicBezTo>
                  <a:cubicBezTo>
                    <a:pt x="14655" y="375"/>
                    <a:pt x="14569" y="545"/>
                    <a:pt x="14541" y="687"/>
                  </a:cubicBezTo>
                  <a:cubicBezTo>
                    <a:pt x="13348" y="3953"/>
                    <a:pt x="11758" y="7077"/>
                    <a:pt x="9798" y="9945"/>
                  </a:cubicBezTo>
                  <a:cubicBezTo>
                    <a:pt x="7583" y="13268"/>
                    <a:pt x="5794" y="16875"/>
                    <a:pt x="4459" y="20652"/>
                  </a:cubicBezTo>
                  <a:cubicBezTo>
                    <a:pt x="3522" y="23179"/>
                    <a:pt x="2784" y="25792"/>
                    <a:pt x="2187" y="28461"/>
                  </a:cubicBezTo>
                  <a:cubicBezTo>
                    <a:pt x="1648" y="31131"/>
                    <a:pt x="1364" y="33857"/>
                    <a:pt x="1307" y="36612"/>
                  </a:cubicBezTo>
                  <a:cubicBezTo>
                    <a:pt x="1279" y="37634"/>
                    <a:pt x="1222" y="38628"/>
                    <a:pt x="1193" y="39650"/>
                  </a:cubicBezTo>
                  <a:cubicBezTo>
                    <a:pt x="1137" y="41638"/>
                    <a:pt x="1080" y="43655"/>
                    <a:pt x="1023" y="45643"/>
                  </a:cubicBezTo>
                  <a:cubicBezTo>
                    <a:pt x="966" y="46665"/>
                    <a:pt x="938" y="47659"/>
                    <a:pt x="853" y="48681"/>
                  </a:cubicBezTo>
                  <a:cubicBezTo>
                    <a:pt x="682" y="51124"/>
                    <a:pt x="682" y="53594"/>
                    <a:pt x="569" y="56065"/>
                  </a:cubicBezTo>
                  <a:cubicBezTo>
                    <a:pt x="540" y="57258"/>
                    <a:pt x="455" y="58451"/>
                    <a:pt x="427" y="59672"/>
                  </a:cubicBezTo>
                  <a:cubicBezTo>
                    <a:pt x="370" y="61063"/>
                    <a:pt x="342" y="62455"/>
                    <a:pt x="342" y="63846"/>
                  </a:cubicBezTo>
                  <a:cubicBezTo>
                    <a:pt x="342" y="65465"/>
                    <a:pt x="228" y="67084"/>
                    <a:pt x="114" y="68703"/>
                  </a:cubicBezTo>
                  <a:cubicBezTo>
                    <a:pt x="58" y="69327"/>
                    <a:pt x="58" y="69952"/>
                    <a:pt x="29" y="70577"/>
                  </a:cubicBezTo>
                  <a:cubicBezTo>
                    <a:pt x="1" y="71486"/>
                    <a:pt x="143" y="71656"/>
                    <a:pt x="1023" y="71997"/>
                  </a:cubicBezTo>
                  <a:cubicBezTo>
                    <a:pt x="1193" y="71116"/>
                    <a:pt x="1364" y="70236"/>
                    <a:pt x="1506" y="69327"/>
                  </a:cubicBezTo>
                  <a:cubicBezTo>
                    <a:pt x="1506" y="68930"/>
                    <a:pt x="1563" y="68532"/>
                    <a:pt x="1648" y="68163"/>
                  </a:cubicBezTo>
                  <a:lnTo>
                    <a:pt x="1932" y="65209"/>
                  </a:lnTo>
                  <a:cubicBezTo>
                    <a:pt x="1875" y="64812"/>
                    <a:pt x="1875" y="64414"/>
                    <a:pt x="1989" y="64017"/>
                  </a:cubicBezTo>
                  <a:cubicBezTo>
                    <a:pt x="1932" y="63648"/>
                    <a:pt x="1960" y="63250"/>
                    <a:pt x="2045" y="62881"/>
                  </a:cubicBezTo>
                  <a:cubicBezTo>
                    <a:pt x="2017" y="62455"/>
                    <a:pt x="2045" y="62029"/>
                    <a:pt x="2131" y="61603"/>
                  </a:cubicBezTo>
                  <a:cubicBezTo>
                    <a:pt x="2102" y="61432"/>
                    <a:pt x="2102" y="61262"/>
                    <a:pt x="2102" y="61120"/>
                  </a:cubicBezTo>
                  <a:cubicBezTo>
                    <a:pt x="2159" y="60268"/>
                    <a:pt x="2216" y="59444"/>
                    <a:pt x="2273" y="58621"/>
                  </a:cubicBezTo>
                  <a:cubicBezTo>
                    <a:pt x="2187" y="58195"/>
                    <a:pt x="2216" y="57741"/>
                    <a:pt x="2301" y="57315"/>
                  </a:cubicBezTo>
                  <a:cubicBezTo>
                    <a:pt x="2216" y="56377"/>
                    <a:pt x="2301" y="55469"/>
                    <a:pt x="2301" y="54531"/>
                  </a:cubicBezTo>
                  <a:cubicBezTo>
                    <a:pt x="2244" y="54105"/>
                    <a:pt x="2273" y="53708"/>
                    <a:pt x="2329" y="53310"/>
                  </a:cubicBezTo>
                  <a:cubicBezTo>
                    <a:pt x="2301" y="53254"/>
                    <a:pt x="2273" y="53168"/>
                    <a:pt x="2273" y="53083"/>
                  </a:cubicBezTo>
                  <a:lnTo>
                    <a:pt x="2273" y="50044"/>
                  </a:lnTo>
                  <a:cubicBezTo>
                    <a:pt x="2216" y="49590"/>
                    <a:pt x="2216" y="49164"/>
                    <a:pt x="2244" y="48710"/>
                  </a:cubicBezTo>
                  <a:cubicBezTo>
                    <a:pt x="2187" y="47574"/>
                    <a:pt x="2187" y="46409"/>
                    <a:pt x="2301" y="45273"/>
                  </a:cubicBezTo>
                  <a:cubicBezTo>
                    <a:pt x="2273" y="44876"/>
                    <a:pt x="2301" y="44478"/>
                    <a:pt x="2386" y="44109"/>
                  </a:cubicBezTo>
                  <a:cubicBezTo>
                    <a:pt x="2443" y="43115"/>
                    <a:pt x="2471" y="42121"/>
                    <a:pt x="2528" y="41127"/>
                  </a:cubicBezTo>
                  <a:cubicBezTo>
                    <a:pt x="2585" y="40588"/>
                    <a:pt x="2670" y="40048"/>
                    <a:pt x="2727" y="39508"/>
                  </a:cubicBezTo>
                  <a:cubicBezTo>
                    <a:pt x="2699" y="39111"/>
                    <a:pt x="2755" y="38713"/>
                    <a:pt x="2841" y="38344"/>
                  </a:cubicBezTo>
                  <a:cubicBezTo>
                    <a:pt x="2841" y="37634"/>
                    <a:pt x="2897" y="36924"/>
                    <a:pt x="3011" y="36214"/>
                  </a:cubicBezTo>
                  <a:cubicBezTo>
                    <a:pt x="2954" y="35447"/>
                    <a:pt x="3011" y="34681"/>
                    <a:pt x="3153" y="33942"/>
                  </a:cubicBezTo>
                  <a:cubicBezTo>
                    <a:pt x="3181" y="33005"/>
                    <a:pt x="3295" y="32068"/>
                    <a:pt x="3437" y="31159"/>
                  </a:cubicBezTo>
                  <a:cubicBezTo>
                    <a:pt x="3437" y="30762"/>
                    <a:pt x="3465" y="30364"/>
                    <a:pt x="3551" y="29995"/>
                  </a:cubicBezTo>
                  <a:cubicBezTo>
                    <a:pt x="3607" y="29114"/>
                    <a:pt x="3778" y="28234"/>
                    <a:pt x="4090" y="27439"/>
                  </a:cubicBezTo>
                  <a:cubicBezTo>
                    <a:pt x="4119" y="27013"/>
                    <a:pt x="4232" y="26644"/>
                    <a:pt x="4403" y="26275"/>
                  </a:cubicBezTo>
                  <a:cubicBezTo>
                    <a:pt x="4658" y="25195"/>
                    <a:pt x="4971" y="24145"/>
                    <a:pt x="5340" y="23094"/>
                  </a:cubicBezTo>
                  <a:cubicBezTo>
                    <a:pt x="5453" y="22526"/>
                    <a:pt x="5652" y="21986"/>
                    <a:pt x="5936" y="21504"/>
                  </a:cubicBezTo>
                  <a:cubicBezTo>
                    <a:pt x="6220" y="20566"/>
                    <a:pt x="6618" y="19686"/>
                    <a:pt x="7072" y="18834"/>
                  </a:cubicBezTo>
                  <a:cubicBezTo>
                    <a:pt x="7186" y="18436"/>
                    <a:pt x="7384" y="18067"/>
                    <a:pt x="7612" y="17755"/>
                  </a:cubicBezTo>
                  <a:cubicBezTo>
                    <a:pt x="7725" y="17357"/>
                    <a:pt x="7896" y="16960"/>
                    <a:pt x="8151" y="16647"/>
                  </a:cubicBezTo>
                  <a:cubicBezTo>
                    <a:pt x="8265" y="16278"/>
                    <a:pt x="8435" y="15966"/>
                    <a:pt x="8662" y="15682"/>
                  </a:cubicBezTo>
                  <a:cubicBezTo>
                    <a:pt x="9003" y="14801"/>
                    <a:pt x="9429" y="13978"/>
                    <a:pt x="9940" y="13211"/>
                  </a:cubicBezTo>
                  <a:cubicBezTo>
                    <a:pt x="10054" y="12814"/>
                    <a:pt x="10253" y="12444"/>
                    <a:pt x="10537" y="12132"/>
                  </a:cubicBezTo>
                  <a:cubicBezTo>
                    <a:pt x="10792" y="11507"/>
                    <a:pt x="11133" y="10911"/>
                    <a:pt x="11559" y="10343"/>
                  </a:cubicBezTo>
                  <a:cubicBezTo>
                    <a:pt x="11673" y="9945"/>
                    <a:pt x="11871" y="9576"/>
                    <a:pt x="12155" y="9264"/>
                  </a:cubicBezTo>
                  <a:cubicBezTo>
                    <a:pt x="12383" y="8724"/>
                    <a:pt x="12667" y="8213"/>
                    <a:pt x="13036" y="7730"/>
                  </a:cubicBezTo>
                  <a:cubicBezTo>
                    <a:pt x="13206" y="7333"/>
                    <a:pt x="13462" y="6963"/>
                    <a:pt x="13746" y="6651"/>
                  </a:cubicBezTo>
                  <a:cubicBezTo>
                    <a:pt x="14030" y="6083"/>
                    <a:pt x="14371" y="5543"/>
                    <a:pt x="14768" y="5061"/>
                  </a:cubicBezTo>
                  <a:cubicBezTo>
                    <a:pt x="14882" y="5629"/>
                    <a:pt x="14910" y="6197"/>
                    <a:pt x="14910" y="6793"/>
                  </a:cubicBezTo>
                  <a:cubicBezTo>
                    <a:pt x="15024" y="7162"/>
                    <a:pt x="15081" y="7560"/>
                    <a:pt x="15052" y="7986"/>
                  </a:cubicBezTo>
                  <a:cubicBezTo>
                    <a:pt x="15194" y="8752"/>
                    <a:pt x="15308" y="9548"/>
                    <a:pt x="15336" y="10343"/>
                  </a:cubicBezTo>
                  <a:cubicBezTo>
                    <a:pt x="15478" y="10826"/>
                    <a:pt x="15535" y="11308"/>
                    <a:pt x="15535" y="11820"/>
                  </a:cubicBezTo>
                  <a:cubicBezTo>
                    <a:pt x="15677" y="12274"/>
                    <a:pt x="15734" y="12785"/>
                    <a:pt x="15734" y="13268"/>
                  </a:cubicBezTo>
                  <a:cubicBezTo>
                    <a:pt x="15876" y="13609"/>
                    <a:pt x="15933" y="13949"/>
                    <a:pt x="15904" y="14319"/>
                  </a:cubicBezTo>
                  <a:cubicBezTo>
                    <a:pt x="16131" y="15313"/>
                    <a:pt x="16273" y="16335"/>
                    <a:pt x="16330" y="17357"/>
                  </a:cubicBezTo>
                  <a:cubicBezTo>
                    <a:pt x="16444" y="17755"/>
                    <a:pt x="16500" y="18152"/>
                    <a:pt x="16472" y="18578"/>
                  </a:cubicBezTo>
                  <a:cubicBezTo>
                    <a:pt x="16642" y="19601"/>
                    <a:pt x="16756" y="20652"/>
                    <a:pt x="16728" y="21731"/>
                  </a:cubicBezTo>
                  <a:cubicBezTo>
                    <a:pt x="16813" y="22157"/>
                    <a:pt x="16841" y="22611"/>
                    <a:pt x="16784" y="23066"/>
                  </a:cubicBezTo>
                  <a:cubicBezTo>
                    <a:pt x="16870" y="23662"/>
                    <a:pt x="16898" y="24258"/>
                    <a:pt x="16841" y="24855"/>
                  </a:cubicBezTo>
                  <a:cubicBezTo>
                    <a:pt x="16926" y="25337"/>
                    <a:pt x="16926" y="25849"/>
                    <a:pt x="16813" y="26360"/>
                  </a:cubicBezTo>
                  <a:cubicBezTo>
                    <a:pt x="16870" y="27325"/>
                    <a:pt x="16813" y="28319"/>
                    <a:pt x="16642" y="29285"/>
                  </a:cubicBezTo>
                  <a:cubicBezTo>
                    <a:pt x="16642" y="29654"/>
                    <a:pt x="16614" y="30052"/>
                    <a:pt x="16500" y="30421"/>
                  </a:cubicBezTo>
                  <a:cubicBezTo>
                    <a:pt x="16415" y="31330"/>
                    <a:pt x="16245" y="32210"/>
                    <a:pt x="15989" y="33090"/>
                  </a:cubicBezTo>
                  <a:cubicBezTo>
                    <a:pt x="15989" y="33119"/>
                    <a:pt x="15989" y="33147"/>
                    <a:pt x="15961" y="33176"/>
                  </a:cubicBezTo>
                  <a:cubicBezTo>
                    <a:pt x="15933" y="33573"/>
                    <a:pt x="15876" y="33942"/>
                    <a:pt x="15734" y="34340"/>
                  </a:cubicBezTo>
                  <a:cubicBezTo>
                    <a:pt x="15677" y="34681"/>
                    <a:pt x="15592" y="35021"/>
                    <a:pt x="15507" y="35362"/>
                  </a:cubicBezTo>
                  <a:cubicBezTo>
                    <a:pt x="15336" y="35817"/>
                    <a:pt x="15336" y="36328"/>
                    <a:pt x="15081" y="36725"/>
                  </a:cubicBezTo>
                  <a:cubicBezTo>
                    <a:pt x="14939" y="37577"/>
                    <a:pt x="14683" y="38373"/>
                    <a:pt x="14342" y="39168"/>
                  </a:cubicBezTo>
                  <a:cubicBezTo>
                    <a:pt x="14172" y="39934"/>
                    <a:pt x="13916" y="40673"/>
                    <a:pt x="13604" y="41383"/>
                  </a:cubicBezTo>
                  <a:cubicBezTo>
                    <a:pt x="13547" y="41866"/>
                    <a:pt x="13405" y="42292"/>
                    <a:pt x="13178" y="42689"/>
                  </a:cubicBezTo>
                  <a:cubicBezTo>
                    <a:pt x="12837" y="43825"/>
                    <a:pt x="12411" y="44933"/>
                    <a:pt x="11985" y="46012"/>
                  </a:cubicBezTo>
                  <a:cubicBezTo>
                    <a:pt x="11900" y="46381"/>
                    <a:pt x="11786" y="46750"/>
                    <a:pt x="11587" y="47063"/>
                  </a:cubicBezTo>
                  <a:cubicBezTo>
                    <a:pt x="11332" y="47915"/>
                    <a:pt x="11048" y="48766"/>
                    <a:pt x="10764" y="49590"/>
                  </a:cubicBezTo>
                  <a:cubicBezTo>
                    <a:pt x="10707" y="49874"/>
                    <a:pt x="10622" y="50158"/>
                    <a:pt x="10452" y="50414"/>
                  </a:cubicBezTo>
                  <a:cubicBezTo>
                    <a:pt x="10395" y="50840"/>
                    <a:pt x="10253" y="51237"/>
                    <a:pt x="10054" y="51606"/>
                  </a:cubicBezTo>
                  <a:cubicBezTo>
                    <a:pt x="9798" y="52515"/>
                    <a:pt x="9543" y="53424"/>
                    <a:pt x="9287" y="54304"/>
                  </a:cubicBezTo>
                  <a:cubicBezTo>
                    <a:pt x="9230" y="54645"/>
                    <a:pt x="9117" y="54957"/>
                    <a:pt x="8946" y="55213"/>
                  </a:cubicBezTo>
                  <a:cubicBezTo>
                    <a:pt x="8890" y="55611"/>
                    <a:pt x="8776" y="56008"/>
                    <a:pt x="8634" y="56349"/>
                  </a:cubicBezTo>
                  <a:cubicBezTo>
                    <a:pt x="8435" y="57229"/>
                    <a:pt x="8180" y="58081"/>
                    <a:pt x="7867" y="58933"/>
                  </a:cubicBezTo>
                  <a:cubicBezTo>
                    <a:pt x="7810" y="59331"/>
                    <a:pt x="7697" y="59700"/>
                    <a:pt x="7526" y="60069"/>
                  </a:cubicBezTo>
                  <a:cubicBezTo>
                    <a:pt x="7328" y="61006"/>
                    <a:pt x="7044" y="61915"/>
                    <a:pt x="6731" y="62824"/>
                  </a:cubicBezTo>
                  <a:cubicBezTo>
                    <a:pt x="6703" y="63165"/>
                    <a:pt x="6589" y="63477"/>
                    <a:pt x="6447" y="63761"/>
                  </a:cubicBezTo>
                  <a:cubicBezTo>
                    <a:pt x="6334" y="64414"/>
                    <a:pt x="6135" y="65067"/>
                    <a:pt x="5851" y="65664"/>
                  </a:cubicBezTo>
                  <a:cubicBezTo>
                    <a:pt x="5822" y="66061"/>
                    <a:pt x="5709" y="66431"/>
                    <a:pt x="5539" y="66771"/>
                  </a:cubicBezTo>
                  <a:cubicBezTo>
                    <a:pt x="5397" y="67396"/>
                    <a:pt x="5198" y="67993"/>
                    <a:pt x="4942" y="68561"/>
                  </a:cubicBezTo>
                  <a:cubicBezTo>
                    <a:pt x="4885" y="68958"/>
                    <a:pt x="4772" y="69327"/>
                    <a:pt x="4601" y="69668"/>
                  </a:cubicBezTo>
                  <a:cubicBezTo>
                    <a:pt x="4573" y="69952"/>
                    <a:pt x="4516" y="70208"/>
                    <a:pt x="4431" y="70463"/>
                  </a:cubicBezTo>
                  <a:cubicBezTo>
                    <a:pt x="4204" y="71145"/>
                    <a:pt x="4033" y="71826"/>
                    <a:pt x="3920" y="72508"/>
                  </a:cubicBezTo>
                  <a:cubicBezTo>
                    <a:pt x="4033" y="72536"/>
                    <a:pt x="4147" y="72565"/>
                    <a:pt x="4261" y="72565"/>
                  </a:cubicBezTo>
                  <a:cubicBezTo>
                    <a:pt x="4312" y="72576"/>
                    <a:pt x="4364" y="72581"/>
                    <a:pt x="4416" y="72581"/>
                  </a:cubicBezTo>
                  <a:cubicBezTo>
                    <a:pt x="4764" y="72581"/>
                    <a:pt x="5103" y="72343"/>
                    <a:pt x="5226" y="71997"/>
                  </a:cubicBezTo>
                  <a:cubicBezTo>
                    <a:pt x="5368" y="71656"/>
                    <a:pt x="5482" y="71344"/>
                    <a:pt x="5595" y="71003"/>
                  </a:cubicBezTo>
                  <a:cubicBezTo>
                    <a:pt x="5709" y="70548"/>
                    <a:pt x="5822" y="70094"/>
                    <a:pt x="5936" y="69640"/>
                  </a:cubicBezTo>
                  <a:cubicBezTo>
                    <a:pt x="6135" y="68845"/>
                    <a:pt x="6390" y="68078"/>
                    <a:pt x="6703" y="67311"/>
                  </a:cubicBezTo>
                  <a:cubicBezTo>
                    <a:pt x="7839" y="64386"/>
                    <a:pt x="8833" y="61376"/>
                    <a:pt x="9600" y="58337"/>
                  </a:cubicBezTo>
                  <a:cubicBezTo>
                    <a:pt x="10764" y="54105"/>
                    <a:pt x="11985" y="49902"/>
                    <a:pt x="13689" y="45870"/>
                  </a:cubicBezTo>
                  <a:cubicBezTo>
                    <a:pt x="14939" y="42831"/>
                    <a:pt x="15989" y="39764"/>
                    <a:pt x="16898" y="36640"/>
                  </a:cubicBezTo>
                  <a:cubicBezTo>
                    <a:pt x="17636" y="34056"/>
                    <a:pt x="18034" y="31386"/>
                    <a:pt x="18062" y="28688"/>
                  </a:cubicBezTo>
                  <a:cubicBezTo>
                    <a:pt x="18148" y="24429"/>
                    <a:pt x="17920" y="20169"/>
                    <a:pt x="17409" y="15909"/>
                  </a:cubicBezTo>
                  <a:cubicBezTo>
                    <a:pt x="17125" y="13609"/>
                    <a:pt x="16756" y="11308"/>
                    <a:pt x="16415" y="9008"/>
                  </a:cubicBezTo>
                  <a:cubicBezTo>
                    <a:pt x="16103" y="6821"/>
                    <a:pt x="15904" y="4606"/>
                    <a:pt x="15762" y="2391"/>
                  </a:cubicBezTo>
                  <a:cubicBezTo>
                    <a:pt x="15734" y="1908"/>
                    <a:pt x="15734" y="1426"/>
                    <a:pt x="15705" y="914"/>
                  </a:cubicBezTo>
                  <a:cubicBezTo>
                    <a:pt x="15705" y="744"/>
                    <a:pt x="15677" y="545"/>
                    <a:pt x="15620" y="375"/>
                  </a:cubicBezTo>
                  <a:cubicBezTo>
                    <a:pt x="15592" y="176"/>
                    <a:pt x="15421" y="6"/>
                    <a:pt x="15223" y="6"/>
                  </a:cubicBezTo>
                  <a:cubicBezTo>
                    <a:pt x="15197" y="2"/>
                    <a:pt x="15172" y="0"/>
                    <a:pt x="15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9"/>
            <p:cNvSpPr/>
            <p:nvPr/>
          </p:nvSpPr>
          <p:spPr>
            <a:xfrm>
              <a:off x="7988075" y="2257074"/>
              <a:ext cx="385550" cy="1509148"/>
            </a:xfrm>
            <a:custGeom>
              <a:rect b="b" l="l" r="r" t="t"/>
              <a:pathLst>
                <a:path extrusionOk="0" h="63019" w="15422">
                  <a:moveTo>
                    <a:pt x="12269" y="1"/>
                  </a:moveTo>
                  <a:cubicBezTo>
                    <a:pt x="11957" y="313"/>
                    <a:pt x="11730" y="683"/>
                    <a:pt x="11559" y="1080"/>
                  </a:cubicBezTo>
                  <a:lnTo>
                    <a:pt x="13576" y="1336"/>
                  </a:lnTo>
                  <a:cubicBezTo>
                    <a:pt x="13576" y="910"/>
                    <a:pt x="13547" y="512"/>
                    <a:pt x="13405" y="143"/>
                  </a:cubicBezTo>
                  <a:lnTo>
                    <a:pt x="12269" y="1"/>
                  </a:lnTo>
                  <a:close/>
                  <a:moveTo>
                    <a:pt x="10679" y="2614"/>
                  </a:moveTo>
                  <a:cubicBezTo>
                    <a:pt x="10395" y="2926"/>
                    <a:pt x="10196" y="3295"/>
                    <a:pt x="10054" y="3693"/>
                  </a:cubicBezTo>
                  <a:cubicBezTo>
                    <a:pt x="10991" y="4005"/>
                    <a:pt x="11928" y="4289"/>
                    <a:pt x="12866" y="4602"/>
                  </a:cubicBezTo>
                  <a:cubicBezTo>
                    <a:pt x="13263" y="4772"/>
                    <a:pt x="13661" y="4942"/>
                    <a:pt x="14030" y="5170"/>
                  </a:cubicBezTo>
                  <a:cubicBezTo>
                    <a:pt x="14058" y="4658"/>
                    <a:pt x="13973" y="4176"/>
                    <a:pt x="13860" y="3693"/>
                  </a:cubicBezTo>
                  <a:cubicBezTo>
                    <a:pt x="13008" y="3324"/>
                    <a:pt x="12156" y="3040"/>
                    <a:pt x="11275" y="2784"/>
                  </a:cubicBezTo>
                  <a:lnTo>
                    <a:pt x="10679" y="2614"/>
                  </a:lnTo>
                  <a:close/>
                  <a:moveTo>
                    <a:pt x="9032" y="5454"/>
                  </a:moveTo>
                  <a:cubicBezTo>
                    <a:pt x="8776" y="5766"/>
                    <a:pt x="8549" y="6135"/>
                    <a:pt x="8435" y="6533"/>
                  </a:cubicBezTo>
                  <a:cubicBezTo>
                    <a:pt x="9032" y="6703"/>
                    <a:pt x="9600" y="6930"/>
                    <a:pt x="10139" y="7299"/>
                  </a:cubicBezTo>
                  <a:cubicBezTo>
                    <a:pt x="10754" y="7716"/>
                    <a:pt x="11492" y="7938"/>
                    <a:pt x="12250" y="7938"/>
                  </a:cubicBezTo>
                  <a:cubicBezTo>
                    <a:pt x="12577" y="7938"/>
                    <a:pt x="12909" y="7896"/>
                    <a:pt x="13235" y="7811"/>
                  </a:cubicBezTo>
                  <a:cubicBezTo>
                    <a:pt x="13541" y="7717"/>
                    <a:pt x="13866" y="7661"/>
                    <a:pt x="14211" y="7661"/>
                  </a:cubicBezTo>
                  <a:cubicBezTo>
                    <a:pt x="14282" y="7661"/>
                    <a:pt x="14354" y="7664"/>
                    <a:pt x="14428" y="7669"/>
                  </a:cubicBezTo>
                  <a:cubicBezTo>
                    <a:pt x="14428" y="7299"/>
                    <a:pt x="14371" y="6959"/>
                    <a:pt x="14229" y="6618"/>
                  </a:cubicBezTo>
                  <a:cubicBezTo>
                    <a:pt x="14158" y="6613"/>
                    <a:pt x="14088" y="6611"/>
                    <a:pt x="14017" y="6611"/>
                  </a:cubicBezTo>
                  <a:cubicBezTo>
                    <a:pt x="13690" y="6611"/>
                    <a:pt x="13363" y="6661"/>
                    <a:pt x="13036" y="6731"/>
                  </a:cubicBezTo>
                  <a:cubicBezTo>
                    <a:pt x="12853" y="6787"/>
                    <a:pt x="12657" y="6818"/>
                    <a:pt x="12466" y="6818"/>
                  </a:cubicBezTo>
                  <a:cubicBezTo>
                    <a:pt x="12360" y="6818"/>
                    <a:pt x="12256" y="6808"/>
                    <a:pt x="12156" y="6788"/>
                  </a:cubicBezTo>
                  <a:cubicBezTo>
                    <a:pt x="11701" y="6760"/>
                    <a:pt x="11304" y="6646"/>
                    <a:pt x="10906" y="6419"/>
                  </a:cubicBezTo>
                  <a:cubicBezTo>
                    <a:pt x="10310" y="6050"/>
                    <a:pt x="9685" y="5738"/>
                    <a:pt x="9032" y="5454"/>
                  </a:cubicBezTo>
                  <a:close/>
                  <a:moveTo>
                    <a:pt x="7186" y="9003"/>
                  </a:moveTo>
                  <a:cubicBezTo>
                    <a:pt x="6959" y="9287"/>
                    <a:pt x="6760" y="9628"/>
                    <a:pt x="6675" y="9969"/>
                  </a:cubicBezTo>
                  <a:lnTo>
                    <a:pt x="7640" y="10395"/>
                  </a:lnTo>
                  <a:cubicBezTo>
                    <a:pt x="8691" y="10849"/>
                    <a:pt x="9798" y="11162"/>
                    <a:pt x="10934" y="11275"/>
                  </a:cubicBezTo>
                  <a:cubicBezTo>
                    <a:pt x="11190" y="11304"/>
                    <a:pt x="11417" y="11332"/>
                    <a:pt x="11673" y="11361"/>
                  </a:cubicBezTo>
                  <a:cubicBezTo>
                    <a:pt x="12780" y="11446"/>
                    <a:pt x="13888" y="11616"/>
                    <a:pt x="14967" y="11928"/>
                  </a:cubicBezTo>
                  <a:cubicBezTo>
                    <a:pt x="14995" y="11502"/>
                    <a:pt x="14967" y="11105"/>
                    <a:pt x="14825" y="10707"/>
                  </a:cubicBezTo>
                  <a:cubicBezTo>
                    <a:pt x="13462" y="10310"/>
                    <a:pt x="12042" y="10281"/>
                    <a:pt x="10650" y="10083"/>
                  </a:cubicBezTo>
                  <a:cubicBezTo>
                    <a:pt x="9798" y="9969"/>
                    <a:pt x="8947" y="9713"/>
                    <a:pt x="8180" y="9373"/>
                  </a:cubicBezTo>
                  <a:cubicBezTo>
                    <a:pt x="7839" y="9231"/>
                    <a:pt x="7498" y="9117"/>
                    <a:pt x="7186" y="9003"/>
                  </a:cubicBezTo>
                  <a:close/>
                  <a:moveTo>
                    <a:pt x="6135" y="11077"/>
                  </a:moveTo>
                  <a:cubicBezTo>
                    <a:pt x="5879" y="11417"/>
                    <a:pt x="5681" y="11786"/>
                    <a:pt x="5567" y="12184"/>
                  </a:cubicBezTo>
                  <a:cubicBezTo>
                    <a:pt x="5737" y="12212"/>
                    <a:pt x="5851" y="12326"/>
                    <a:pt x="5965" y="12440"/>
                  </a:cubicBezTo>
                  <a:cubicBezTo>
                    <a:pt x="6192" y="12667"/>
                    <a:pt x="6391" y="12866"/>
                    <a:pt x="6646" y="13036"/>
                  </a:cubicBezTo>
                  <a:cubicBezTo>
                    <a:pt x="7015" y="13348"/>
                    <a:pt x="7498" y="13547"/>
                    <a:pt x="7981" y="13604"/>
                  </a:cubicBezTo>
                  <a:cubicBezTo>
                    <a:pt x="8606" y="13647"/>
                    <a:pt x="9216" y="13756"/>
                    <a:pt x="9833" y="13756"/>
                  </a:cubicBezTo>
                  <a:cubicBezTo>
                    <a:pt x="10029" y="13756"/>
                    <a:pt x="10225" y="13745"/>
                    <a:pt x="10423" y="13718"/>
                  </a:cubicBezTo>
                  <a:cubicBezTo>
                    <a:pt x="10468" y="13715"/>
                    <a:pt x="10513" y="13714"/>
                    <a:pt x="10558" y="13714"/>
                  </a:cubicBezTo>
                  <a:cubicBezTo>
                    <a:pt x="11052" y="13714"/>
                    <a:pt x="11543" y="13857"/>
                    <a:pt x="11985" y="14144"/>
                  </a:cubicBezTo>
                  <a:cubicBezTo>
                    <a:pt x="12553" y="14456"/>
                    <a:pt x="13093" y="14882"/>
                    <a:pt x="13576" y="15393"/>
                  </a:cubicBezTo>
                  <a:cubicBezTo>
                    <a:pt x="14002" y="15904"/>
                    <a:pt x="14626" y="16274"/>
                    <a:pt x="15279" y="16416"/>
                  </a:cubicBezTo>
                  <a:cubicBezTo>
                    <a:pt x="15336" y="15961"/>
                    <a:pt x="15308" y="15507"/>
                    <a:pt x="15251" y="15081"/>
                  </a:cubicBezTo>
                  <a:lnTo>
                    <a:pt x="15251" y="15052"/>
                  </a:lnTo>
                  <a:cubicBezTo>
                    <a:pt x="14882" y="14967"/>
                    <a:pt x="14541" y="14740"/>
                    <a:pt x="14314" y="14428"/>
                  </a:cubicBezTo>
                  <a:cubicBezTo>
                    <a:pt x="13803" y="13945"/>
                    <a:pt x="13263" y="13519"/>
                    <a:pt x="12638" y="13150"/>
                  </a:cubicBezTo>
                  <a:cubicBezTo>
                    <a:pt x="11987" y="12739"/>
                    <a:pt x="11232" y="12534"/>
                    <a:pt x="10463" y="12534"/>
                  </a:cubicBezTo>
                  <a:cubicBezTo>
                    <a:pt x="10327" y="12534"/>
                    <a:pt x="10190" y="12540"/>
                    <a:pt x="10054" y="12553"/>
                  </a:cubicBezTo>
                  <a:cubicBezTo>
                    <a:pt x="9893" y="12560"/>
                    <a:pt x="9732" y="12563"/>
                    <a:pt x="9572" y="12563"/>
                  </a:cubicBezTo>
                  <a:cubicBezTo>
                    <a:pt x="9052" y="12563"/>
                    <a:pt x="8537" y="12526"/>
                    <a:pt x="8038" y="12440"/>
                  </a:cubicBezTo>
                  <a:cubicBezTo>
                    <a:pt x="7697" y="12383"/>
                    <a:pt x="7413" y="12212"/>
                    <a:pt x="7186" y="11985"/>
                  </a:cubicBezTo>
                  <a:cubicBezTo>
                    <a:pt x="6817" y="11730"/>
                    <a:pt x="6476" y="11389"/>
                    <a:pt x="6135" y="11077"/>
                  </a:cubicBezTo>
                  <a:close/>
                  <a:moveTo>
                    <a:pt x="4431" y="14882"/>
                  </a:moveTo>
                  <a:cubicBezTo>
                    <a:pt x="4176" y="15365"/>
                    <a:pt x="3977" y="15904"/>
                    <a:pt x="3863" y="16444"/>
                  </a:cubicBezTo>
                  <a:cubicBezTo>
                    <a:pt x="4289" y="16728"/>
                    <a:pt x="4800" y="16728"/>
                    <a:pt x="5255" y="16898"/>
                  </a:cubicBezTo>
                  <a:cubicBezTo>
                    <a:pt x="5652" y="17040"/>
                    <a:pt x="6107" y="17097"/>
                    <a:pt x="6504" y="17239"/>
                  </a:cubicBezTo>
                  <a:cubicBezTo>
                    <a:pt x="7498" y="17523"/>
                    <a:pt x="8521" y="17779"/>
                    <a:pt x="9515" y="18006"/>
                  </a:cubicBezTo>
                  <a:cubicBezTo>
                    <a:pt x="10082" y="18176"/>
                    <a:pt x="10679" y="18261"/>
                    <a:pt x="11275" y="18403"/>
                  </a:cubicBezTo>
                  <a:cubicBezTo>
                    <a:pt x="11758" y="18517"/>
                    <a:pt x="12212" y="18659"/>
                    <a:pt x="12695" y="18773"/>
                  </a:cubicBezTo>
                  <a:cubicBezTo>
                    <a:pt x="13519" y="18971"/>
                    <a:pt x="14314" y="19255"/>
                    <a:pt x="15081" y="19625"/>
                  </a:cubicBezTo>
                  <a:cubicBezTo>
                    <a:pt x="15137" y="19653"/>
                    <a:pt x="15223" y="19681"/>
                    <a:pt x="15308" y="19681"/>
                  </a:cubicBezTo>
                  <a:cubicBezTo>
                    <a:pt x="15421" y="19199"/>
                    <a:pt x="15421" y="18687"/>
                    <a:pt x="15336" y="18205"/>
                  </a:cubicBezTo>
                  <a:cubicBezTo>
                    <a:pt x="15081" y="18176"/>
                    <a:pt x="14854" y="18091"/>
                    <a:pt x="14655" y="17949"/>
                  </a:cubicBezTo>
                  <a:cubicBezTo>
                    <a:pt x="13632" y="17466"/>
                    <a:pt x="12610" y="17069"/>
                    <a:pt x="11531" y="16728"/>
                  </a:cubicBezTo>
                  <a:cubicBezTo>
                    <a:pt x="11020" y="16557"/>
                    <a:pt x="10480" y="16444"/>
                    <a:pt x="9969" y="16302"/>
                  </a:cubicBezTo>
                  <a:cubicBezTo>
                    <a:pt x="9429" y="16132"/>
                    <a:pt x="8805" y="15990"/>
                    <a:pt x="8237" y="15819"/>
                  </a:cubicBezTo>
                  <a:cubicBezTo>
                    <a:pt x="7782" y="15706"/>
                    <a:pt x="7328" y="15592"/>
                    <a:pt x="6873" y="15507"/>
                  </a:cubicBezTo>
                  <a:cubicBezTo>
                    <a:pt x="6050" y="15336"/>
                    <a:pt x="5255" y="15081"/>
                    <a:pt x="4431" y="14882"/>
                  </a:cubicBezTo>
                  <a:close/>
                  <a:moveTo>
                    <a:pt x="2898" y="19625"/>
                  </a:moveTo>
                  <a:cubicBezTo>
                    <a:pt x="2727" y="19994"/>
                    <a:pt x="2614" y="20363"/>
                    <a:pt x="2585" y="20789"/>
                  </a:cubicBezTo>
                  <a:cubicBezTo>
                    <a:pt x="2841" y="20874"/>
                    <a:pt x="3125" y="20959"/>
                    <a:pt x="3352" y="21073"/>
                  </a:cubicBezTo>
                  <a:cubicBezTo>
                    <a:pt x="3961" y="21370"/>
                    <a:pt x="4622" y="21520"/>
                    <a:pt x="5287" y="21520"/>
                  </a:cubicBezTo>
                  <a:cubicBezTo>
                    <a:pt x="5831" y="21520"/>
                    <a:pt x="6378" y="21419"/>
                    <a:pt x="6902" y="21215"/>
                  </a:cubicBezTo>
                  <a:cubicBezTo>
                    <a:pt x="7243" y="21101"/>
                    <a:pt x="7583" y="21016"/>
                    <a:pt x="7924" y="20931"/>
                  </a:cubicBezTo>
                  <a:cubicBezTo>
                    <a:pt x="7997" y="20904"/>
                    <a:pt x="8073" y="20891"/>
                    <a:pt x="8150" y="20891"/>
                  </a:cubicBezTo>
                  <a:cubicBezTo>
                    <a:pt x="8312" y="20891"/>
                    <a:pt x="8480" y="20948"/>
                    <a:pt x="8634" y="21045"/>
                  </a:cubicBezTo>
                  <a:cubicBezTo>
                    <a:pt x="9032" y="21300"/>
                    <a:pt x="9429" y="21613"/>
                    <a:pt x="9770" y="21953"/>
                  </a:cubicBezTo>
                  <a:cubicBezTo>
                    <a:pt x="10168" y="22294"/>
                    <a:pt x="10537" y="22663"/>
                    <a:pt x="10934" y="23004"/>
                  </a:cubicBezTo>
                  <a:cubicBezTo>
                    <a:pt x="11360" y="23373"/>
                    <a:pt x="11900" y="23600"/>
                    <a:pt x="12468" y="23657"/>
                  </a:cubicBezTo>
                  <a:cubicBezTo>
                    <a:pt x="12765" y="23704"/>
                    <a:pt x="13062" y="23725"/>
                    <a:pt x="13359" y="23725"/>
                  </a:cubicBezTo>
                  <a:cubicBezTo>
                    <a:pt x="13602" y="23725"/>
                    <a:pt x="13844" y="23711"/>
                    <a:pt x="14087" y="23686"/>
                  </a:cubicBezTo>
                  <a:cubicBezTo>
                    <a:pt x="14399" y="23686"/>
                    <a:pt x="14712" y="23686"/>
                    <a:pt x="14995" y="23742"/>
                  </a:cubicBezTo>
                  <a:cubicBezTo>
                    <a:pt x="15081" y="23373"/>
                    <a:pt x="15137" y="23004"/>
                    <a:pt x="15137" y="22635"/>
                  </a:cubicBezTo>
                  <a:cubicBezTo>
                    <a:pt x="14771" y="22580"/>
                    <a:pt x="14404" y="22549"/>
                    <a:pt x="14037" y="22549"/>
                  </a:cubicBezTo>
                  <a:cubicBezTo>
                    <a:pt x="13836" y="22549"/>
                    <a:pt x="13635" y="22558"/>
                    <a:pt x="13434" y="22578"/>
                  </a:cubicBezTo>
                  <a:cubicBezTo>
                    <a:pt x="13339" y="22590"/>
                    <a:pt x="13245" y="22596"/>
                    <a:pt x="13150" y="22596"/>
                  </a:cubicBezTo>
                  <a:cubicBezTo>
                    <a:pt x="12560" y="22596"/>
                    <a:pt x="11975" y="22369"/>
                    <a:pt x="11559" y="21953"/>
                  </a:cubicBezTo>
                  <a:cubicBezTo>
                    <a:pt x="11190" y="21584"/>
                    <a:pt x="10792" y="21243"/>
                    <a:pt x="10423" y="20874"/>
                  </a:cubicBezTo>
                  <a:cubicBezTo>
                    <a:pt x="10139" y="20647"/>
                    <a:pt x="9884" y="20420"/>
                    <a:pt x="9600" y="20193"/>
                  </a:cubicBezTo>
                  <a:cubicBezTo>
                    <a:pt x="9178" y="19877"/>
                    <a:pt x="8663" y="19701"/>
                    <a:pt x="8147" y="19701"/>
                  </a:cubicBezTo>
                  <a:cubicBezTo>
                    <a:pt x="7968" y="19701"/>
                    <a:pt x="7788" y="19723"/>
                    <a:pt x="7612" y="19767"/>
                  </a:cubicBezTo>
                  <a:cubicBezTo>
                    <a:pt x="7385" y="19823"/>
                    <a:pt x="7186" y="19880"/>
                    <a:pt x="6959" y="19937"/>
                  </a:cubicBezTo>
                  <a:cubicBezTo>
                    <a:pt x="6845" y="19994"/>
                    <a:pt x="6703" y="20051"/>
                    <a:pt x="6589" y="20079"/>
                  </a:cubicBezTo>
                  <a:cubicBezTo>
                    <a:pt x="6168" y="20258"/>
                    <a:pt x="5728" y="20345"/>
                    <a:pt x="5293" y="20345"/>
                  </a:cubicBezTo>
                  <a:cubicBezTo>
                    <a:pt x="4761" y="20345"/>
                    <a:pt x="4234" y="20215"/>
                    <a:pt x="3750" y="19965"/>
                  </a:cubicBezTo>
                  <a:cubicBezTo>
                    <a:pt x="3494" y="19795"/>
                    <a:pt x="3210" y="19681"/>
                    <a:pt x="2898" y="19625"/>
                  </a:cubicBezTo>
                  <a:close/>
                  <a:moveTo>
                    <a:pt x="2074" y="23345"/>
                  </a:moveTo>
                  <a:cubicBezTo>
                    <a:pt x="1960" y="23742"/>
                    <a:pt x="1932" y="24140"/>
                    <a:pt x="1932" y="24538"/>
                  </a:cubicBezTo>
                  <a:cubicBezTo>
                    <a:pt x="2528" y="24708"/>
                    <a:pt x="3125" y="24907"/>
                    <a:pt x="3750" y="25020"/>
                  </a:cubicBezTo>
                  <a:cubicBezTo>
                    <a:pt x="4829" y="25276"/>
                    <a:pt x="5879" y="25617"/>
                    <a:pt x="6902" y="26100"/>
                  </a:cubicBezTo>
                  <a:cubicBezTo>
                    <a:pt x="7612" y="26412"/>
                    <a:pt x="8379" y="26668"/>
                    <a:pt x="9117" y="26923"/>
                  </a:cubicBezTo>
                  <a:cubicBezTo>
                    <a:pt x="9373" y="26980"/>
                    <a:pt x="9628" y="27008"/>
                    <a:pt x="9912" y="27037"/>
                  </a:cubicBezTo>
                  <a:cubicBezTo>
                    <a:pt x="10480" y="27093"/>
                    <a:pt x="11048" y="27150"/>
                    <a:pt x="11616" y="27207"/>
                  </a:cubicBezTo>
                  <a:cubicBezTo>
                    <a:pt x="11730" y="27235"/>
                    <a:pt x="11843" y="27235"/>
                    <a:pt x="11957" y="27235"/>
                  </a:cubicBezTo>
                  <a:cubicBezTo>
                    <a:pt x="12119" y="27196"/>
                    <a:pt x="12278" y="27179"/>
                    <a:pt x="12432" y="27179"/>
                  </a:cubicBezTo>
                  <a:cubicBezTo>
                    <a:pt x="13062" y="27179"/>
                    <a:pt x="13636" y="27462"/>
                    <a:pt x="14229" y="27690"/>
                  </a:cubicBezTo>
                  <a:cubicBezTo>
                    <a:pt x="14371" y="27321"/>
                    <a:pt x="14428" y="26923"/>
                    <a:pt x="14456" y="26526"/>
                  </a:cubicBezTo>
                  <a:cubicBezTo>
                    <a:pt x="13771" y="26272"/>
                    <a:pt x="13086" y="25973"/>
                    <a:pt x="12360" y="25973"/>
                  </a:cubicBezTo>
                  <a:cubicBezTo>
                    <a:pt x="12273" y="25973"/>
                    <a:pt x="12186" y="25977"/>
                    <a:pt x="12099" y="25986"/>
                  </a:cubicBezTo>
                  <a:cubicBezTo>
                    <a:pt x="11950" y="25993"/>
                    <a:pt x="11802" y="25997"/>
                    <a:pt x="11656" y="25997"/>
                  </a:cubicBezTo>
                  <a:cubicBezTo>
                    <a:pt x="11218" y="25997"/>
                    <a:pt x="10792" y="25965"/>
                    <a:pt x="10366" y="25901"/>
                  </a:cubicBezTo>
                  <a:cubicBezTo>
                    <a:pt x="9713" y="25816"/>
                    <a:pt x="9032" y="25645"/>
                    <a:pt x="8407" y="25390"/>
                  </a:cubicBezTo>
                  <a:cubicBezTo>
                    <a:pt x="7385" y="25049"/>
                    <a:pt x="6419" y="24509"/>
                    <a:pt x="5368" y="24197"/>
                  </a:cubicBezTo>
                  <a:cubicBezTo>
                    <a:pt x="4772" y="23998"/>
                    <a:pt x="4176" y="23828"/>
                    <a:pt x="3579" y="23686"/>
                  </a:cubicBezTo>
                  <a:cubicBezTo>
                    <a:pt x="3068" y="23600"/>
                    <a:pt x="2585" y="23430"/>
                    <a:pt x="2074" y="23345"/>
                  </a:cubicBezTo>
                  <a:close/>
                  <a:moveTo>
                    <a:pt x="1648" y="27321"/>
                  </a:moveTo>
                  <a:cubicBezTo>
                    <a:pt x="1506" y="28059"/>
                    <a:pt x="1449" y="28826"/>
                    <a:pt x="1506" y="29593"/>
                  </a:cubicBezTo>
                  <a:cubicBezTo>
                    <a:pt x="2244" y="29735"/>
                    <a:pt x="3011" y="29848"/>
                    <a:pt x="3750" y="30047"/>
                  </a:cubicBezTo>
                  <a:cubicBezTo>
                    <a:pt x="4232" y="30217"/>
                    <a:pt x="4743" y="30303"/>
                    <a:pt x="5255" y="30331"/>
                  </a:cubicBezTo>
                  <a:cubicBezTo>
                    <a:pt x="5823" y="30359"/>
                    <a:pt x="6305" y="30615"/>
                    <a:pt x="6873" y="30672"/>
                  </a:cubicBezTo>
                  <a:cubicBezTo>
                    <a:pt x="7953" y="30785"/>
                    <a:pt x="9003" y="31069"/>
                    <a:pt x="10026" y="31467"/>
                  </a:cubicBezTo>
                  <a:cubicBezTo>
                    <a:pt x="10963" y="31779"/>
                    <a:pt x="11900" y="32148"/>
                    <a:pt x="12809" y="32489"/>
                  </a:cubicBezTo>
                  <a:cubicBezTo>
                    <a:pt x="13150" y="31723"/>
                    <a:pt x="13405" y="30899"/>
                    <a:pt x="13547" y="30075"/>
                  </a:cubicBezTo>
                  <a:cubicBezTo>
                    <a:pt x="13348" y="30019"/>
                    <a:pt x="13121" y="29962"/>
                    <a:pt x="12951" y="29848"/>
                  </a:cubicBezTo>
                  <a:cubicBezTo>
                    <a:pt x="11843" y="29309"/>
                    <a:pt x="10679" y="28939"/>
                    <a:pt x="9458" y="28797"/>
                  </a:cubicBezTo>
                  <a:cubicBezTo>
                    <a:pt x="9373" y="28797"/>
                    <a:pt x="9287" y="28769"/>
                    <a:pt x="9231" y="28741"/>
                  </a:cubicBezTo>
                  <a:cubicBezTo>
                    <a:pt x="8776" y="28570"/>
                    <a:pt x="8293" y="28485"/>
                    <a:pt x="7811" y="28457"/>
                  </a:cubicBezTo>
                  <a:cubicBezTo>
                    <a:pt x="7328" y="28428"/>
                    <a:pt x="6873" y="28343"/>
                    <a:pt x="6447" y="28258"/>
                  </a:cubicBezTo>
                  <a:cubicBezTo>
                    <a:pt x="6107" y="28144"/>
                    <a:pt x="5737" y="28087"/>
                    <a:pt x="5397" y="28059"/>
                  </a:cubicBezTo>
                  <a:cubicBezTo>
                    <a:pt x="4119" y="27917"/>
                    <a:pt x="2869" y="27690"/>
                    <a:pt x="1648" y="27321"/>
                  </a:cubicBezTo>
                  <a:close/>
                  <a:moveTo>
                    <a:pt x="1336" y="31694"/>
                  </a:moveTo>
                  <a:cubicBezTo>
                    <a:pt x="1250" y="32092"/>
                    <a:pt x="1194" y="32461"/>
                    <a:pt x="1222" y="32858"/>
                  </a:cubicBezTo>
                  <a:cubicBezTo>
                    <a:pt x="1818" y="33000"/>
                    <a:pt x="2415" y="33199"/>
                    <a:pt x="3011" y="33455"/>
                  </a:cubicBezTo>
                  <a:cubicBezTo>
                    <a:pt x="3636" y="33654"/>
                    <a:pt x="4261" y="33966"/>
                    <a:pt x="4914" y="34193"/>
                  </a:cubicBezTo>
                  <a:cubicBezTo>
                    <a:pt x="5794" y="34534"/>
                    <a:pt x="6731" y="34761"/>
                    <a:pt x="7669" y="34875"/>
                  </a:cubicBezTo>
                  <a:cubicBezTo>
                    <a:pt x="8350" y="34960"/>
                    <a:pt x="9032" y="35017"/>
                    <a:pt x="9713" y="35102"/>
                  </a:cubicBezTo>
                  <a:cubicBezTo>
                    <a:pt x="10338" y="35187"/>
                    <a:pt x="10934" y="35414"/>
                    <a:pt x="11446" y="35812"/>
                  </a:cubicBezTo>
                  <a:cubicBezTo>
                    <a:pt x="11531" y="35897"/>
                    <a:pt x="11588" y="35982"/>
                    <a:pt x="11644" y="36068"/>
                  </a:cubicBezTo>
                  <a:cubicBezTo>
                    <a:pt x="11900" y="35670"/>
                    <a:pt x="12042" y="35216"/>
                    <a:pt x="12099" y="34761"/>
                  </a:cubicBezTo>
                  <a:lnTo>
                    <a:pt x="12099" y="34733"/>
                  </a:lnTo>
                  <a:cubicBezTo>
                    <a:pt x="11928" y="34704"/>
                    <a:pt x="11786" y="34648"/>
                    <a:pt x="11644" y="34591"/>
                  </a:cubicBezTo>
                  <a:cubicBezTo>
                    <a:pt x="10707" y="34051"/>
                    <a:pt x="9685" y="33739"/>
                    <a:pt x="8606" y="33682"/>
                  </a:cubicBezTo>
                  <a:cubicBezTo>
                    <a:pt x="8322" y="33654"/>
                    <a:pt x="8009" y="33597"/>
                    <a:pt x="7725" y="33597"/>
                  </a:cubicBezTo>
                  <a:cubicBezTo>
                    <a:pt x="6675" y="33512"/>
                    <a:pt x="5624" y="33228"/>
                    <a:pt x="4658" y="32773"/>
                  </a:cubicBezTo>
                  <a:cubicBezTo>
                    <a:pt x="3892" y="32461"/>
                    <a:pt x="3096" y="32148"/>
                    <a:pt x="2301" y="31893"/>
                  </a:cubicBezTo>
                  <a:cubicBezTo>
                    <a:pt x="1989" y="31808"/>
                    <a:pt x="1648" y="31723"/>
                    <a:pt x="1336" y="31694"/>
                  </a:cubicBezTo>
                  <a:close/>
                  <a:moveTo>
                    <a:pt x="4743" y="37061"/>
                  </a:moveTo>
                  <a:cubicBezTo>
                    <a:pt x="3494" y="37090"/>
                    <a:pt x="2244" y="37033"/>
                    <a:pt x="1052" y="37459"/>
                  </a:cubicBezTo>
                  <a:lnTo>
                    <a:pt x="881" y="37459"/>
                  </a:lnTo>
                  <a:cubicBezTo>
                    <a:pt x="796" y="37828"/>
                    <a:pt x="768" y="38226"/>
                    <a:pt x="796" y="38623"/>
                  </a:cubicBezTo>
                  <a:cubicBezTo>
                    <a:pt x="1620" y="38396"/>
                    <a:pt x="2443" y="38283"/>
                    <a:pt x="3295" y="38226"/>
                  </a:cubicBezTo>
                  <a:cubicBezTo>
                    <a:pt x="3778" y="38254"/>
                    <a:pt x="4261" y="38283"/>
                    <a:pt x="4743" y="38339"/>
                  </a:cubicBezTo>
                  <a:cubicBezTo>
                    <a:pt x="6391" y="38396"/>
                    <a:pt x="7811" y="39049"/>
                    <a:pt x="9174" y="39901"/>
                  </a:cubicBezTo>
                  <a:cubicBezTo>
                    <a:pt x="9458" y="40072"/>
                    <a:pt x="9770" y="40242"/>
                    <a:pt x="10082" y="40441"/>
                  </a:cubicBezTo>
                  <a:cubicBezTo>
                    <a:pt x="10253" y="40100"/>
                    <a:pt x="10395" y="39731"/>
                    <a:pt x="10480" y="39362"/>
                  </a:cubicBezTo>
                  <a:cubicBezTo>
                    <a:pt x="9429" y="38538"/>
                    <a:pt x="8237" y="37913"/>
                    <a:pt x="6959" y="37516"/>
                  </a:cubicBezTo>
                  <a:cubicBezTo>
                    <a:pt x="6249" y="37260"/>
                    <a:pt x="5510" y="37090"/>
                    <a:pt x="4743" y="37061"/>
                  </a:cubicBezTo>
                  <a:close/>
                  <a:moveTo>
                    <a:pt x="768" y="42116"/>
                  </a:moveTo>
                  <a:lnTo>
                    <a:pt x="768" y="42116"/>
                  </a:lnTo>
                  <a:cubicBezTo>
                    <a:pt x="739" y="42542"/>
                    <a:pt x="739" y="42968"/>
                    <a:pt x="796" y="43423"/>
                  </a:cubicBezTo>
                  <a:cubicBezTo>
                    <a:pt x="1506" y="43508"/>
                    <a:pt x="2216" y="43764"/>
                    <a:pt x="2841" y="44161"/>
                  </a:cubicBezTo>
                  <a:cubicBezTo>
                    <a:pt x="3295" y="44417"/>
                    <a:pt x="3835" y="44587"/>
                    <a:pt x="4374" y="44644"/>
                  </a:cubicBezTo>
                  <a:cubicBezTo>
                    <a:pt x="4477" y="44655"/>
                    <a:pt x="4579" y="44661"/>
                    <a:pt x="4681" y="44661"/>
                  </a:cubicBezTo>
                  <a:cubicBezTo>
                    <a:pt x="5089" y="44661"/>
                    <a:pt x="5493" y="44570"/>
                    <a:pt x="5879" y="44388"/>
                  </a:cubicBezTo>
                  <a:cubicBezTo>
                    <a:pt x="6135" y="44246"/>
                    <a:pt x="6391" y="44104"/>
                    <a:pt x="6646" y="43934"/>
                  </a:cubicBezTo>
                  <a:cubicBezTo>
                    <a:pt x="6774" y="43820"/>
                    <a:pt x="6930" y="43764"/>
                    <a:pt x="7090" y="43764"/>
                  </a:cubicBezTo>
                  <a:cubicBezTo>
                    <a:pt x="7250" y="43764"/>
                    <a:pt x="7413" y="43820"/>
                    <a:pt x="7555" y="43934"/>
                  </a:cubicBezTo>
                  <a:cubicBezTo>
                    <a:pt x="7924" y="44246"/>
                    <a:pt x="8350" y="44502"/>
                    <a:pt x="8549" y="44985"/>
                  </a:cubicBezTo>
                  <a:cubicBezTo>
                    <a:pt x="8776" y="44616"/>
                    <a:pt x="8890" y="44218"/>
                    <a:pt x="8975" y="43792"/>
                  </a:cubicBezTo>
                  <a:cubicBezTo>
                    <a:pt x="8691" y="43565"/>
                    <a:pt x="8435" y="43309"/>
                    <a:pt x="8180" y="43082"/>
                  </a:cubicBezTo>
                  <a:cubicBezTo>
                    <a:pt x="7882" y="42801"/>
                    <a:pt x="7497" y="42654"/>
                    <a:pt x="7104" y="42654"/>
                  </a:cubicBezTo>
                  <a:cubicBezTo>
                    <a:pt x="6823" y="42654"/>
                    <a:pt x="6538" y="42729"/>
                    <a:pt x="6277" y="42883"/>
                  </a:cubicBezTo>
                  <a:cubicBezTo>
                    <a:pt x="6021" y="43025"/>
                    <a:pt x="5737" y="43139"/>
                    <a:pt x="5482" y="43281"/>
                  </a:cubicBezTo>
                  <a:cubicBezTo>
                    <a:pt x="5221" y="43434"/>
                    <a:pt x="4936" y="43513"/>
                    <a:pt x="4649" y="43513"/>
                  </a:cubicBezTo>
                  <a:cubicBezTo>
                    <a:pt x="4403" y="43513"/>
                    <a:pt x="4155" y="43455"/>
                    <a:pt x="3920" y="43338"/>
                  </a:cubicBezTo>
                  <a:cubicBezTo>
                    <a:pt x="3693" y="43252"/>
                    <a:pt x="3437" y="43110"/>
                    <a:pt x="3210" y="42997"/>
                  </a:cubicBezTo>
                  <a:cubicBezTo>
                    <a:pt x="2472" y="42542"/>
                    <a:pt x="1620" y="42258"/>
                    <a:pt x="768" y="42116"/>
                  </a:cubicBezTo>
                  <a:close/>
                  <a:moveTo>
                    <a:pt x="796" y="46717"/>
                  </a:moveTo>
                  <a:cubicBezTo>
                    <a:pt x="739" y="47086"/>
                    <a:pt x="739" y="47484"/>
                    <a:pt x="796" y="47881"/>
                  </a:cubicBezTo>
                  <a:cubicBezTo>
                    <a:pt x="1904" y="48364"/>
                    <a:pt x="3068" y="48762"/>
                    <a:pt x="4261" y="49017"/>
                  </a:cubicBezTo>
                  <a:cubicBezTo>
                    <a:pt x="5226" y="49216"/>
                    <a:pt x="6135" y="49557"/>
                    <a:pt x="7101" y="49727"/>
                  </a:cubicBezTo>
                  <a:cubicBezTo>
                    <a:pt x="7271" y="49358"/>
                    <a:pt x="7385" y="48989"/>
                    <a:pt x="7413" y="48591"/>
                  </a:cubicBezTo>
                  <a:cubicBezTo>
                    <a:pt x="7243" y="48563"/>
                    <a:pt x="7044" y="48535"/>
                    <a:pt x="6873" y="48478"/>
                  </a:cubicBezTo>
                  <a:cubicBezTo>
                    <a:pt x="6021" y="48165"/>
                    <a:pt x="5169" y="47938"/>
                    <a:pt x="4317" y="47768"/>
                  </a:cubicBezTo>
                  <a:cubicBezTo>
                    <a:pt x="3466" y="47541"/>
                    <a:pt x="2642" y="47285"/>
                    <a:pt x="1818" y="46973"/>
                  </a:cubicBezTo>
                  <a:cubicBezTo>
                    <a:pt x="1478" y="46859"/>
                    <a:pt x="1137" y="46774"/>
                    <a:pt x="796" y="46717"/>
                  </a:cubicBezTo>
                  <a:close/>
                  <a:moveTo>
                    <a:pt x="768" y="50693"/>
                  </a:moveTo>
                  <a:cubicBezTo>
                    <a:pt x="682" y="51119"/>
                    <a:pt x="682" y="51545"/>
                    <a:pt x="768" y="51971"/>
                  </a:cubicBezTo>
                  <a:lnTo>
                    <a:pt x="739" y="51971"/>
                  </a:lnTo>
                  <a:cubicBezTo>
                    <a:pt x="1336" y="52056"/>
                    <a:pt x="1932" y="52170"/>
                    <a:pt x="2500" y="52368"/>
                  </a:cubicBezTo>
                  <a:cubicBezTo>
                    <a:pt x="3352" y="52624"/>
                    <a:pt x="4204" y="52880"/>
                    <a:pt x="5084" y="53135"/>
                  </a:cubicBezTo>
                  <a:cubicBezTo>
                    <a:pt x="5397" y="53220"/>
                    <a:pt x="5709" y="53334"/>
                    <a:pt x="6021" y="53419"/>
                  </a:cubicBezTo>
                  <a:cubicBezTo>
                    <a:pt x="6192" y="53050"/>
                    <a:pt x="6277" y="52681"/>
                    <a:pt x="6334" y="52283"/>
                  </a:cubicBezTo>
                  <a:cubicBezTo>
                    <a:pt x="5624" y="52085"/>
                    <a:pt x="4914" y="51914"/>
                    <a:pt x="4204" y="51659"/>
                  </a:cubicBezTo>
                  <a:cubicBezTo>
                    <a:pt x="3437" y="51375"/>
                    <a:pt x="2642" y="51204"/>
                    <a:pt x="1847" y="51005"/>
                  </a:cubicBezTo>
                  <a:cubicBezTo>
                    <a:pt x="1506" y="50863"/>
                    <a:pt x="1137" y="50750"/>
                    <a:pt x="768" y="50693"/>
                  </a:cubicBezTo>
                  <a:close/>
                  <a:moveTo>
                    <a:pt x="597" y="54953"/>
                  </a:moveTo>
                  <a:cubicBezTo>
                    <a:pt x="540" y="55379"/>
                    <a:pt x="512" y="55805"/>
                    <a:pt x="540" y="56259"/>
                  </a:cubicBezTo>
                  <a:lnTo>
                    <a:pt x="540" y="56231"/>
                  </a:lnTo>
                  <a:cubicBezTo>
                    <a:pt x="824" y="56288"/>
                    <a:pt x="1108" y="56344"/>
                    <a:pt x="1392" y="56458"/>
                  </a:cubicBezTo>
                  <a:cubicBezTo>
                    <a:pt x="1960" y="56714"/>
                    <a:pt x="2557" y="56856"/>
                    <a:pt x="3153" y="56884"/>
                  </a:cubicBezTo>
                  <a:cubicBezTo>
                    <a:pt x="3750" y="56941"/>
                    <a:pt x="4346" y="57026"/>
                    <a:pt x="4942" y="57083"/>
                  </a:cubicBezTo>
                  <a:cubicBezTo>
                    <a:pt x="5084" y="56799"/>
                    <a:pt x="5169" y="56486"/>
                    <a:pt x="5226" y="56146"/>
                  </a:cubicBezTo>
                  <a:cubicBezTo>
                    <a:pt x="5141" y="56032"/>
                    <a:pt x="5027" y="55975"/>
                    <a:pt x="4885" y="55918"/>
                  </a:cubicBezTo>
                  <a:cubicBezTo>
                    <a:pt x="4715" y="55890"/>
                    <a:pt x="4573" y="55862"/>
                    <a:pt x="4403" y="55862"/>
                  </a:cubicBezTo>
                  <a:cubicBezTo>
                    <a:pt x="3068" y="55833"/>
                    <a:pt x="1847" y="55379"/>
                    <a:pt x="597" y="54953"/>
                  </a:cubicBezTo>
                  <a:close/>
                  <a:moveTo>
                    <a:pt x="455" y="57423"/>
                  </a:moveTo>
                  <a:cubicBezTo>
                    <a:pt x="370" y="57793"/>
                    <a:pt x="342" y="58190"/>
                    <a:pt x="427" y="58588"/>
                  </a:cubicBezTo>
                  <a:cubicBezTo>
                    <a:pt x="796" y="58787"/>
                    <a:pt x="1194" y="58957"/>
                    <a:pt x="1591" y="59156"/>
                  </a:cubicBezTo>
                  <a:cubicBezTo>
                    <a:pt x="2386" y="59525"/>
                    <a:pt x="3182" y="59866"/>
                    <a:pt x="4034" y="60150"/>
                  </a:cubicBezTo>
                  <a:cubicBezTo>
                    <a:pt x="4204" y="59809"/>
                    <a:pt x="4317" y="59411"/>
                    <a:pt x="4346" y="59042"/>
                  </a:cubicBezTo>
                  <a:cubicBezTo>
                    <a:pt x="4034" y="58985"/>
                    <a:pt x="3721" y="58843"/>
                    <a:pt x="3437" y="58673"/>
                  </a:cubicBezTo>
                  <a:cubicBezTo>
                    <a:pt x="2784" y="58304"/>
                    <a:pt x="2074" y="58048"/>
                    <a:pt x="1392" y="57679"/>
                  </a:cubicBezTo>
                  <a:cubicBezTo>
                    <a:pt x="1108" y="57565"/>
                    <a:pt x="796" y="57452"/>
                    <a:pt x="455" y="57423"/>
                  </a:cubicBezTo>
                  <a:close/>
                  <a:moveTo>
                    <a:pt x="143" y="61513"/>
                  </a:moveTo>
                  <a:cubicBezTo>
                    <a:pt x="29" y="61882"/>
                    <a:pt x="1" y="62280"/>
                    <a:pt x="1" y="62677"/>
                  </a:cubicBezTo>
                  <a:lnTo>
                    <a:pt x="3096" y="63018"/>
                  </a:lnTo>
                  <a:cubicBezTo>
                    <a:pt x="3267" y="62677"/>
                    <a:pt x="3380" y="62280"/>
                    <a:pt x="3437" y="61911"/>
                  </a:cubicBezTo>
                  <a:lnTo>
                    <a:pt x="143" y="6151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9"/>
            <p:cNvSpPr/>
            <p:nvPr/>
          </p:nvSpPr>
          <p:spPr>
            <a:xfrm>
              <a:off x="7674275" y="1859969"/>
              <a:ext cx="382000" cy="1989463"/>
            </a:xfrm>
            <a:custGeom>
              <a:rect b="b" l="l" r="r" t="t"/>
              <a:pathLst>
                <a:path extrusionOk="0" h="83076" w="15280">
                  <a:moveTo>
                    <a:pt x="8630" y="0"/>
                  </a:moveTo>
                  <a:cubicBezTo>
                    <a:pt x="8442" y="0"/>
                    <a:pt x="8250" y="85"/>
                    <a:pt x="8123" y="256"/>
                  </a:cubicBezTo>
                  <a:cubicBezTo>
                    <a:pt x="8037" y="426"/>
                    <a:pt x="7952" y="568"/>
                    <a:pt x="7895" y="738"/>
                  </a:cubicBezTo>
                  <a:cubicBezTo>
                    <a:pt x="7583" y="1477"/>
                    <a:pt x="7327" y="2244"/>
                    <a:pt x="7129" y="3010"/>
                  </a:cubicBezTo>
                  <a:cubicBezTo>
                    <a:pt x="6419" y="5424"/>
                    <a:pt x="5709" y="7810"/>
                    <a:pt x="4885" y="10195"/>
                  </a:cubicBezTo>
                  <a:cubicBezTo>
                    <a:pt x="4090" y="12581"/>
                    <a:pt x="3380" y="14995"/>
                    <a:pt x="2812" y="17437"/>
                  </a:cubicBezTo>
                  <a:cubicBezTo>
                    <a:pt x="2187" y="20078"/>
                    <a:pt x="1676" y="22748"/>
                    <a:pt x="938" y="25389"/>
                  </a:cubicBezTo>
                  <a:cubicBezTo>
                    <a:pt x="114" y="28257"/>
                    <a:pt x="86" y="31125"/>
                    <a:pt x="370" y="34022"/>
                  </a:cubicBezTo>
                  <a:cubicBezTo>
                    <a:pt x="540" y="35925"/>
                    <a:pt x="796" y="37827"/>
                    <a:pt x="994" y="39758"/>
                  </a:cubicBezTo>
                  <a:cubicBezTo>
                    <a:pt x="1108" y="41292"/>
                    <a:pt x="1136" y="42826"/>
                    <a:pt x="1051" y="44387"/>
                  </a:cubicBezTo>
                  <a:cubicBezTo>
                    <a:pt x="938" y="46290"/>
                    <a:pt x="625" y="48193"/>
                    <a:pt x="370" y="50067"/>
                  </a:cubicBezTo>
                  <a:cubicBezTo>
                    <a:pt x="86" y="52055"/>
                    <a:pt x="1" y="54043"/>
                    <a:pt x="143" y="56031"/>
                  </a:cubicBezTo>
                  <a:cubicBezTo>
                    <a:pt x="285" y="57849"/>
                    <a:pt x="569" y="59638"/>
                    <a:pt x="853" y="61427"/>
                  </a:cubicBezTo>
                  <a:cubicBezTo>
                    <a:pt x="1108" y="63188"/>
                    <a:pt x="1307" y="64920"/>
                    <a:pt x="1506" y="66681"/>
                  </a:cubicBezTo>
                  <a:cubicBezTo>
                    <a:pt x="1676" y="68101"/>
                    <a:pt x="1790" y="69520"/>
                    <a:pt x="1903" y="70940"/>
                  </a:cubicBezTo>
                  <a:cubicBezTo>
                    <a:pt x="2017" y="72247"/>
                    <a:pt x="2187" y="73553"/>
                    <a:pt x="2045" y="74859"/>
                  </a:cubicBezTo>
                  <a:cubicBezTo>
                    <a:pt x="1903" y="76251"/>
                    <a:pt x="1846" y="77671"/>
                    <a:pt x="1903" y="79062"/>
                  </a:cubicBezTo>
                  <a:cubicBezTo>
                    <a:pt x="1903" y="80028"/>
                    <a:pt x="2045" y="80965"/>
                    <a:pt x="2301" y="81874"/>
                  </a:cubicBezTo>
                  <a:cubicBezTo>
                    <a:pt x="2443" y="82385"/>
                    <a:pt x="2642" y="82840"/>
                    <a:pt x="3323" y="82953"/>
                  </a:cubicBezTo>
                  <a:cubicBezTo>
                    <a:pt x="3408" y="82982"/>
                    <a:pt x="3494" y="83038"/>
                    <a:pt x="3579" y="83038"/>
                  </a:cubicBezTo>
                  <a:cubicBezTo>
                    <a:pt x="3885" y="83063"/>
                    <a:pt x="4191" y="83076"/>
                    <a:pt x="4498" y="83076"/>
                  </a:cubicBezTo>
                  <a:cubicBezTo>
                    <a:pt x="5242" y="83076"/>
                    <a:pt x="5987" y="83001"/>
                    <a:pt x="6731" y="82840"/>
                  </a:cubicBezTo>
                  <a:cubicBezTo>
                    <a:pt x="7441" y="82811"/>
                    <a:pt x="8037" y="82272"/>
                    <a:pt x="8151" y="81562"/>
                  </a:cubicBezTo>
                  <a:cubicBezTo>
                    <a:pt x="8179" y="81420"/>
                    <a:pt x="8208" y="81278"/>
                    <a:pt x="8208" y="81136"/>
                  </a:cubicBezTo>
                  <a:cubicBezTo>
                    <a:pt x="8492" y="79204"/>
                    <a:pt x="8719" y="77273"/>
                    <a:pt x="9003" y="75371"/>
                  </a:cubicBezTo>
                  <a:cubicBezTo>
                    <a:pt x="9173" y="73752"/>
                    <a:pt x="9457" y="72162"/>
                    <a:pt x="9798" y="70571"/>
                  </a:cubicBezTo>
                  <a:cubicBezTo>
                    <a:pt x="10111" y="69236"/>
                    <a:pt x="10423" y="67930"/>
                    <a:pt x="10764" y="66595"/>
                  </a:cubicBezTo>
                  <a:cubicBezTo>
                    <a:pt x="11190" y="64948"/>
                    <a:pt x="11531" y="63273"/>
                    <a:pt x="11814" y="61597"/>
                  </a:cubicBezTo>
                  <a:cubicBezTo>
                    <a:pt x="12269" y="58984"/>
                    <a:pt x="12752" y="56372"/>
                    <a:pt x="13462" y="53787"/>
                  </a:cubicBezTo>
                  <a:cubicBezTo>
                    <a:pt x="14314" y="50777"/>
                    <a:pt x="14882" y="47682"/>
                    <a:pt x="15080" y="44558"/>
                  </a:cubicBezTo>
                  <a:cubicBezTo>
                    <a:pt x="15279" y="42144"/>
                    <a:pt x="15137" y="39730"/>
                    <a:pt x="14711" y="37373"/>
                  </a:cubicBezTo>
                  <a:cubicBezTo>
                    <a:pt x="14427" y="36038"/>
                    <a:pt x="14200" y="34732"/>
                    <a:pt x="13944" y="33397"/>
                  </a:cubicBezTo>
                  <a:cubicBezTo>
                    <a:pt x="13234" y="29762"/>
                    <a:pt x="13149" y="26013"/>
                    <a:pt x="13121" y="22293"/>
                  </a:cubicBezTo>
                  <a:cubicBezTo>
                    <a:pt x="13121" y="19538"/>
                    <a:pt x="12865" y="16755"/>
                    <a:pt x="12354" y="14029"/>
                  </a:cubicBezTo>
                  <a:cubicBezTo>
                    <a:pt x="11985" y="12070"/>
                    <a:pt x="11474" y="10138"/>
                    <a:pt x="10934" y="8179"/>
                  </a:cubicBezTo>
                  <a:cubicBezTo>
                    <a:pt x="10537" y="6702"/>
                    <a:pt x="10139" y="5225"/>
                    <a:pt x="9883" y="3692"/>
                  </a:cubicBezTo>
                  <a:cubicBezTo>
                    <a:pt x="9741" y="2811"/>
                    <a:pt x="9571" y="1931"/>
                    <a:pt x="9401" y="1051"/>
                  </a:cubicBezTo>
                  <a:cubicBezTo>
                    <a:pt x="9372" y="767"/>
                    <a:pt x="9259" y="511"/>
                    <a:pt x="9117" y="256"/>
                  </a:cubicBezTo>
                  <a:cubicBezTo>
                    <a:pt x="9003" y="85"/>
                    <a:pt x="8818" y="0"/>
                    <a:pt x="8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9"/>
            <p:cNvSpPr/>
            <p:nvPr/>
          </p:nvSpPr>
          <p:spPr>
            <a:xfrm>
              <a:off x="7673575" y="1859275"/>
              <a:ext cx="381275" cy="1986541"/>
            </a:xfrm>
            <a:custGeom>
              <a:rect b="b" l="l" r="r" t="t"/>
              <a:pathLst>
                <a:path extrusionOk="0" h="82954" w="15251">
                  <a:moveTo>
                    <a:pt x="8630" y="1"/>
                  </a:moveTo>
                  <a:cubicBezTo>
                    <a:pt x="8442" y="1"/>
                    <a:pt x="8250" y="86"/>
                    <a:pt x="8122" y="256"/>
                  </a:cubicBezTo>
                  <a:cubicBezTo>
                    <a:pt x="8037" y="427"/>
                    <a:pt x="7952" y="569"/>
                    <a:pt x="7895" y="739"/>
                  </a:cubicBezTo>
                  <a:cubicBezTo>
                    <a:pt x="7583" y="1477"/>
                    <a:pt x="7327" y="2244"/>
                    <a:pt x="7128" y="3011"/>
                  </a:cubicBezTo>
                  <a:cubicBezTo>
                    <a:pt x="6418" y="5425"/>
                    <a:pt x="5708" y="7810"/>
                    <a:pt x="4885" y="10196"/>
                  </a:cubicBezTo>
                  <a:cubicBezTo>
                    <a:pt x="4090" y="12581"/>
                    <a:pt x="3380" y="14995"/>
                    <a:pt x="2812" y="17438"/>
                  </a:cubicBezTo>
                  <a:cubicBezTo>
                    <a:pt x="2187" y="20079"/>
                    <a:pt x="1676" y="22748"/>
                    <a:pt x="937" y="25389"/>
                  </a:cubicBezTo>
                  <a:cubicBezTo>
                    <a:pt x="114" y="28257"/>
                    <a:pt x="85" y="31126"/>
                    <a:pt x="369" y="34022"/>
                  </a:cubicBezTo>
                  <a:cubicBezTo>
                    <a:pt x="540" y="35925"/>
                    <a:pt x="767" y="37828"/>
                    <a:pt x="966" y="39759"/>
                  </a:cubicBezTo>
                  <a:cubicBezTo>
                    <a:pt x="1108" y="41293"/>
                    <a:pt x="1136" y="42826"/>
                    <a:pt x="1051" y="44388"/>
                  </a:cubicBezTo>
                  <a:cubicBezTo>
                    <a:pt x="937" y="46291"/>
                    <a:pt x="625" y="48194"/>
                    <a:pt x="369" y="50068"/>
                  </a:cubicBezTo>
                  <a:cubicBezTo>
                    <a:pt x="85" y="52056"/>
                    <a:pt x="0" y="54044"/>
                    <a:pt x="142" y="56032"/>
                  </a:cubicBezTo>
                  <a:cubicBezTo>
                    <a:pt x="284" y="57849"/>
                    <a:pt x="568" y="59638"/>
                    <a:pt x="852" y="61427"/>
                  </a:cubicBezTo>
                  <a:cubicBezTo>
                    <a:pt x="1108" y="63188"/>
                    <a:pt x="1306" y="64920"/>
                    <a:pt x="1505" y="66681"/>
                  </a:cubicBezTo>
                  <a:cubicBezTo>
                    <a:pt x="1676" y="68101"/>
                    <a:pt x="1789" y="69521"/>
                    <a:pt x="1903" y="70941"/>
                  </a:cubicBezTo>
                  <a:cubicBezTo>
                    <a:pt x="2016" y="72247"/>
                    <a:pt x="2187" y="73554"/>
                    <a:pt x="2045" y="74860"/>
                  </a:cubicBezTo>
                  <a:cubicBezTo>
                    <a:pt x="1903" y="76280"/>
                    <a:pt x="1846" y="77672"/>
                    <a:pt x="1903" y="79063"/>
                  </a:cubicBezTo>
                  <a:cubicBezTo>
                    <a:pt x="1903" y="80029"/>
                    <a:pt x="2045" y="80966"/>
                    <a:pt x="2300" y="81875"/>
                  </a:cubicBezTo>
                  <a:cubicBezTo>
                    <a:pt x="2442" y="82386"/>
                    <a:pt x="2641" y="82869"/>
                    <a:pt x="3323" y="82954"/>
                  </a:cubicBezTo>
                  <a:cubicBezTo>
                    <a:pt x="3294" y="82528"/>
                    <a:pt x="3238" y="82130"/>
                    <a:pt x="3209" y="81733"/>
                  </a:cubicBezTo>
                  <a:cubicBezTo>
                    <a:pt x="3152" y="81449"/>
                    <a:pt x="3152" y="81193"/>
                    <a:pt x="3209" y="80909"/>
                  </a:cubicBezTo>
                  <a:cubicBezTo>
                    <a:pt x="3124" y="80597"/>
                    <a:pt x="3096" y="80256"/>
                    <a:pt x="3124" y="79915"/>
                  </a:cubicBezTo>
                  <a:cubicBezTo>
                    <a:pt x="3067" y="79404"/>
                    <a:pt x="3067" y="78893"/>
                    <a:pt x="3152" y="78410"/>
                  </a:cubicBezTo>
                  <a:cubicBezTo>
                    <a:pt x="3067" y="78012"/>
                    <a:pt x="3067" y="77615"/>
                    <a:pt x="3152" y="77217"/>
                  </a:cubicBezTo>
                  <a:cubicBezTo>
                    <a:pt x="3067" y="76536"/>
                    <a:pt x="3067" y="75854"/>
                    <a:pt x="3181" y="75172"/>
                  </a:cubicBezTo>
                  <a:cubicBezTo>
                    <a:pt x="3096" y="74775"/>
                    <a:pt x="3096" y="74377"/>
                    <a:pt x="3209" y="73980"/>
                  </a:cubicBezTo>
                  <a:cubicBezTo>
                    <a:pt x="3124" y="73525"/>
                    <a:pt x="3124" y="73071"/>
                    <a:pt x="3152" y="72617"/>
                  </a:cubicBezTo>
                  <a:cubicBezTo>
                    <a:pt x="3039" y="72105"/>
                    <a:pt x="3039" y="71594"/>
                    <a:pt x="3096" y="71083"/>
                  </a:cubicBezTo>
                  <a:cubicBezTo>
                    <a:pt x="2954" y="70259"/>
                    <a:pt x="2868" y="69407"/>
                    <a:pt x="2868" y="68556"/>
                  </a:cubicBezTo>
                  <a:cubicBezTo>
                    <a:pt x="2726" y="68130"/>
                    <a:pt x="2670" y="67675"/>
                    <a:pt x="2726" y="67249"/>
                  </a:cubicBezTo>
                  <a:cubicBezTo>
                    <a:pt x="2613" y="66454"/>
                    <a:pt x="2499" y="65687"/>
                    <a:pt x="2386" y="64892"/>
                  </a:cubicBezTo>
                  <a:cubicBezTo>
                    <a:pt x="2244" y="64523"/>
                    <a:pt x="2187" y="64154"/>
                    <a:pt x="2187" y="63756"/>
                  </a:cubicBezTo>
                  <a:cubicBezTo>
                    <a:pt x="1960" y="62734"/>
                    <a:pt x="1846" y="61683"/>
                    <a:pt x="1846" y="60632"/>
                  </a:cubicBezTo>
                  <a:cubicBezTo>
                    <a:pt x="1732" y="60235"/>
                    <a:pt x="1676" y="59837"/>
                    <a:pt x="1704" y="59439"/>
                  </a:cubicBezTo>
                  <a:cubicBezTo>
                    <a:pt x="1505" y="58389"/>
                    <a:pt x="1448" y="57310"/>
                    <a:pt x="1505" y="56230"/>
                  </a:cubicBezTo>
                  <a:cubicBezTo>
                    <a:pt x="1448" y="55776"/>
                    <a:pt x="1420" y="55322"/>
                    <a:pt x="1477" y="54867"/>
                  </a:cubicBezTo>
                  <a:cubicBezTo>
                    <a:pt x="1420" y="53731"/>
                    <a:pt x="1505" y="52567"/>
                    <a:pt x="1761" y="51431"/>
                  </a:cubicBezTo>
                  <a:cubicBezTo>
                    <a:pt x="1704" y="50948"/>
                    <a:pt x="1789" y="50465"/>
                    <a:pt x="1931" y="50011"/>
                  </a:cubicBezTo>
                  <a:cubicBezTo>
                    <a:pt x="1931" y="49528"/>
                    <a:pt x="1988" y="49045"/>
                    <a:pt x="2102" y="48591"/>
                  </a:cubicBezTo>
                  <a:cubicBezTo>
                    <a:pt x="2215" y="47938"/>
                    <a:pt x="2329" y="47313"/>
                    <a:pt x="2471" y="46688"/>
                  </a:cubicBezTo>
                  <a:cubicBezTo>
                    <a:pt x="2442" y="46035"/>
                    <a:pt x="2528" y="45410"/>
                    <a:pt x="2726" y="44786"/>
                  </a:cubicBezTo>
                  <a:cubicBezTo>
                    <a:pt x="2755" y="44189"/>
                    <a:pt x="2783" y="43593"/>
                    <a:pt x="2868" y="42997"/>
                  </a:cubicBezTo>
                  <a:cubicBezTo>
                    <a:pt x="2925" y="42627"/>
                    <a:pt x="2840" y="42201"/>
                    <a:pt x="2982" y="41861"/>
                  </a:cubicBezTo>
                  <a:cubicBezTo>
                    <a:pt x="2897" y="41463"/>
                    <a:pt x="2897" y="41037"/>
                    <a:pt x="2982" y="40639"/>
                  </a:cubicBezTo>
                  <a:cubicBezTo>
                    <a:pt x="2925" y="39702"/>
                    <a:pt x="2868" y="38737"/>
                    <a:pt x="2783" y="37800"/>
                  </a:cubicBezTo>
                  <a:lnTo>
                    <a:pt x="2698" y="36436"/>
                  </a:lnTo>
                  <a:cubicBezTo>
                    <a:pt x="2528" y="35556"/>
                    <a:pt x="2414" y="34647"/>
                    <a:pt x="2414" y="33767"/>
                  </a:cubicBezTo>
                  <a:cubicBezTo>
                    <a:pt x="2300" y="33199"/>
                    <a:pt x="2272" y="32631"/>
                    <a:pt x="2357" y="32063"/>
                  </a:cubicBezTo>
                  <a:cubicBezTo>
                    <a:pt x="2300" y="31154"/>
                    <a:pt x="2329" y="30217"/>
                    <a:pt x="2471" y="29308"/>
                  </a:cubicBezTo>
                  <a:cubicBezTo>
                    <a:pt x="2442" y="28797"/>
                    <a:pt x="2528" y="28257"/>
                    <a:pt x="2670" y="27775"/>
                  </a:cubicBezTo>
                  <a:cubicBezTo>
                    <a:pt x="2641" y="27320"/>
                    <a:pt x="2698" y="26894"/>
                    <a:pt x="2812" y="26468"/>
                  </a:cubicBezTo>
                  <a:cubicBezTo>
                    <a:pt x="2954" y="25645"/>
                    <a:pt x="3096" y="24850"/>
                    <a:pt x="3238" y="24054"/>
                  </a:cubicBezTo>
                  <a:cubicBezTo>
                    <a:pt x="3266" y="23543"/>
                    <a:pt x="3380" y="23004"/>
                    <a:pt x="3550" y="22521"/>
                  </a:cubicBezTo>
                  <a:cubicBezTo>
                    <a:pt x="3578" y="22067"/>
                    <a:pt x="3692" y="21641"/>
                    <a:pt x="3862" y="21243"/>
                  </a:cubicBezTo>
                  <a:cubicBezTo>
                    <a:pt x="3862" y="20760"/>
                    <a:pt x="4004" y="20277"/>
                    <a:pt x="4203" y="19823"/>
                  </a:cubicBezTo>
                  <a:cubicBezTo>
                    <a:pt x="4288" y="19227"/>
                    <a:pt x="4430" y="18630"/>
                    <a:pt x="4658" y="18062"/>
                  </a:cubicBezTo>
                  <a:cubicBezTo>
                    <a:pt x="4800" y="17210"/>
                    <a:pt x="5027" y="16387"/>
                    <a:pt x="5339" y="15592"/>
                  </a:cubicBezTo>
                  <a:cubicBezTo>
                    <a:pt x="5538" y="14598"/>
                    <a:pt x="5822" y="13632"/>
                    <a:pt x="6220" y="12695"/>
                  </a:cubicBezTo>
                  <a:cubicBezTo>
                    <a:pt x="6276" y="12184"/>
                    <a:pt x="6447" y="11701"/>
                    <a:pt x="6645" y="11275"/>
                  </a:cubicBezTo>
                  <a:cubicBezTo>
                    <a:pt x="6787" y="10593"/>
                    <a:pt x="7015" y="9912"/>
                    <a:pt x="7299" y="9287"/>
                  </a:cubicBezTo>
                  <a:cubicBezTo>
                    <a:pt x="7355" y="8833"/>
                    <a:pt x="7497" y="8407"/>
                    <a:pt x="7725" y="8009"/>
                  </a:cubicBezTo>
                  <a:cubicBezTo>
                    <a:pt x="7895" y="7157"/>
                    <a:pt x="8179" y="6334"/>
                    <a:pt x="8491" y="5538"/>
                  </a:cubicBezTo>
                  <a:cubicBezTo>
                    <a:pt x="8520" y="5482"/>
                    <a:pt x="8577" y="5453"/>
                    <a:pt x="8633" y="5453"/>
                  </a:cubicBezTo>
                  <a:cubicBezTo>
                    <a:pt x="8690" y="5453"/>
                    <a:pt x="8747" y="5482"/>
                    <a:pt x="8747" y="5538"/>
                  </a:cubicBezTo>
                  <a:cubicBezTo>
                    <a:pt x="8974" y="6277"/>
                    <a:pt x="9145" y="7015"/>
                    <a:pt x="9315" y="7753"/>
                  </a:cubicBezTo>
                  <a:cubicBezTo>
                    <a:pt x="9485" y="8179"/>
                    <a:pt x="9599" y="8605"/>
                    <a:pt x="9627" y="9060"/>
                  </a:cubicBezTo>
                  <a:cubicBezTo>
                    <a:pt x="9997" y="9997"/>
                    <a:pt x="10224" y="11019"/>
                    <a:pt x="10337" y="12042"/>
                  </a:cubicBezTo>
                  <a:cubicBezTo>
                    <a:pt x="10479" y="12383"/>
                    <a:pt x="10565" y="12780"/>
                    <a:pt x="10565" y="13178"/>
                  </a:cubicBezTo>
                  <a:cubicBezTo>
                    <a:pt x="10792" y="14200"/>
                    <a:pt x="10991" y="15251"/>
                    <a:pt x="11104" y="16302"/>
                  </a:cubicBezTo>
                  <a:cubicBezTo>
                    <a:pt x="11246" y="16756"/>
                    <a:pt x="11303" y="17210"/>
                    <a:pt x="11275" y="17665"/>
                  </a:cubicBezTo>
                  <a:cubicBezTo>
                    <a:pt x="11360" y="18204"/>
                    <a:pt x="11360" y="18801"/>
                    <a:pt x="11275" y="19369"/>
                  </a:cubicBezTo>
                  <a:cubicBezTo>
                    <a:pt x="11388" y="19766"/>
                    <a:pt x="11388" y="20192"/>
                    <a:pt x="11303" y="20590"/>
                  </a:cubicBezTo>
                  <a:cubicBezTo>
                    <a:pt x="11360" y="21186"/>
                    <a:pt x="11388" y="21811"/>
                    <a:pt x="11303" y="22407"/>
                  </a:cubicBezTo>
                  <a:cubicBezTo>
                    <a:pt x="11360" y="22919"/>
                    <a:pt x="11360" y="23430"/>
                    <a:pt x="11246" y="23941"/>
                  </a:cubicBezTo>
                  <a:cubicBezTo>
                    <a:pt x="11331" y="24310"/>
                    <a:pt x="11246" y="24708"/>
                    <a:pt x="11246" y="25077"/>
                  </a:cubicBezTo>
                  <a:cubicBezTo>
                    <a:pt x="11275" y="26014"/>
                    <a:pt x="11303" y="26923"/>
                    <a:pt x="11303" y="27832"/>
                  </a:cubicBezTo>
                  <a:cubicBezTo>
                    <a:pt x="11303" y="27917"/>
                    <a:pt x="11303" y="28002"/>
                    <a:pt x="11275" y="28087"/>
                  </a:cubicBezTo>
                  <a:cubicBezTo>
                    <a:pt x="11303" y="28570"/>
                    <a:pt x="11331" y="29053"/>
                    <a:pt x="11360" y="29535"/>
                  </a:cubicBezTo>
                  <a:cubicBezTo>
                    <a:pt x="11388" y="30387"/>
                    <a:pt x="11615" y="31211"/>
                    <a:pt x="11530" y="32063"/>
                  </a:cubicBezTo>
                  <a:cubicBezTo>
                    <a:pt x="11672" y="32546"/>
                    <a:pt x="11729" y="33057"/>
                    <a:pt x="11729" y="33568"/>
                  </a:cubicBezTo>
                  <a:cubicBezTo>
                    <a:pt x="11899" y="34505"/>
                    <a:pt x="12041" y="35442"/>
                    <a:pt x="12126" y="36380"/>
                  </a:cubicBezTo>
                  <a:cubicBezTo>
                    <a:pt x="12297" y="36777"/>
                    <a:pt x="12382" y="37232"/>
                    <a:pt x="12382" y="37686"/>
                  </a:cubicBezTo>
                  <a:cubicBezTo>
                    <a:pt x="12609" y="38509"/>
                    <a:pt x="12751" y="39361"/>
                    <a:pt x="12780" y="40213"/>
                  </a:cubicBezTo>
                  <a:cubicBezTo>
                    <a:pt x="12893" y="40639"/>
                    <a:pt x="12950" y="41094"/>
                    <a:pt x="12950" y="41520"/>
                  </a:cubicBezTo>
                  <a:cubicBezTo>
                    <a:pt x="13064" y="42230"/>
                    <a:pt x="13149" y="42940"/>
                    <a:pt x="13262" y="43650"/>
                  </a:cubicBezTo>
                  <a:cubicBezTo>
                    <a:pt x="13404" y="44047"/>
                    <a:pt x="13461" y="44445"/>
                    <a:pt x="13461" y="44842"/>
                  </a:cubicBezTo>
                  <a:cubicBezTo>
                    <a:pt x="13490" y="45524"/>
                    <a:pt x="13433" y="46234"/>
                    <a:pt x="13291" y="46916"/>
                  </a:cubicBezTo>
                  <a:cubicBezTo>
                    <a:pt x="13206" y="47853"/>
                    <a:pt x="13035" y="48790"/>
                    <a:pt x="12780" y="49699"/>
                  </a:cubicBezTo>
                  <a:cubicBezTo>
                    <a:pt x="12751" y="50238"/>
                    <a:pt x="12666" y="50778"/>
                    <a:pt x="12467" y="51289"/>
                  </a:cubicBezTo>
                  <a:cubicBezTo>
                    <a:pt x="12183" y="52595"/>
                    <a:pt x="11842" y="53902"/>
                    <a:pt x="11445" y="55208"/>
                  </a:cubicBezTo>
                  <a:cubicBezTo>
                    <a:pt x="11388" y="55691"/>
                    <a:pt x="11246" y="56202"/>
                    <a:pt x="11019" y="56656"/>
                  </a:cubicBezTo>
                  <a:cubicBezTo>
                    <a:pt x="10792" y="57679"/>
                    <a:pt x="10508" y="58673"/>
                    <a:pt x="10167" y="59667"/>
                  </a:cubicBezTo>
                  <a:cubicBezTo>
                    <a:pt x="10110" y="60064"/>
                    <a:pt x="10025" y="60433"/>
                    <a:pt x="9855" y="60774"/>
                  </a:cubicBezTo>
                  <a:lnTo>
                    <a:pt x="9145" y="63472"/>
                  </a:lnTo>
                  <a:cubicBezTo>
                    <a:pt x="9116" y="63870"/>
                    <a:pt x="9003" y="64296"/>
                    <a:pt x="8861" y="64665"/>
                  </a:cubicBezTo>
                  <a:cubicBezTo>
                    <a:pt x="8747" y="65488"/>
                    <a:pt x="8577" y="66340"/>
                    <a:pt x="8349" y="67136"/>
                  </a:cubicBezTo>
                  <a:cubicBezTo>
                    <a:pt x="8349" y="67562"/>
                    <a:pt x="8293" y="67988"/>
                    <a:pt x="8122" y="68385"/>
                  </a:cubicBezTo>
                  <a:cubicBezTo>
                    <a:pt x="8037" y="69265"/>
                    <a:pt x="7895" y="70146"/>
                    <a:pt x="7668" y="70998"/>
                  </a:cubicBezTo>
                  <a:cubicBezTo>
                    <a:pt x="7725" y="71424"/>
                    <a:pt x="7668" y="71821"/>
                    <a:pt x="7497" y="72219"/>
                  </a:cubicBezTo>
                  <a:cubicBezTo>
                    <a:pt x="7526" y="72503"/>
                    <a:pt x="7497" y="72815"/>
                    <a:pt x="7384" y="73099"/>
                  </a:cubicBezTo>
                  <a:cubicBezTo>
                    <a:pt x="7384" y="73525"/>
                    <a:pt x="7327" y="73923"/>
                    <a:pt x="7213" y="74320"/>
                  </a:cubicBezTo>
                  <a:cubicBezTo>
                    <a:pt x="7185" y="75201"/>
                    <a:pt x="7071" y="76053"/>
                    <a:pt x="6929" y="76933"/>
                  </a:cubicBezTo>
                  <a:cubicBezTo>
                    <a:pt x="6958" y="77388"/>
                    <a:pt x="6929" y="77842"/>
                    <a:pt x="6816" y="78296"/>
                  </a:cubicBezTo>
                  <a:cubicBezTo>
                    <a:pt x="6873" y="78637"/>
                    <a:pt x="6844" y="78978"/>
                    <a:pt x="6759" y="79319"/>
                  </a:cubicBezTo>
                  <a:cubicBezTo>
                    <a:pt x="6816" y="79716"/>
                    <a:pt x="6759" y="80142"/>
                    <a:pt x="6674" y="80540"/>
                  </a:cubicBezTo>
                  <a:lnTo>
                    <a:pt x="6674" y="82357"/>
                  </a:lnTo>
                  <a:cubicBezTo>
                    <a:pt x="6674" y="82528"/>
                    <a:pt x="6702" y="82670"/>
                    <a:pt x="6702" y="82840"/>
                  </a:cubicBezTo>
                  <a:cubicBezTo>
                    <a:pt x="7412" y="82812"/>
                    <a:pt x="8009" y="82272"/>
                    <a:pt x="8122" y="81562"/>
                  </a:cubicBezTo>
                  <a:cubicBezTo>
                    <a:pt x="8151" y="81420"/>
                    <a:pt x="8207" y="81278"/>
                    <a:pt x="8207" y="81136"/>
                  </a:cubicBezTo>
                  <a:cubicBezTo>
                    <a:pt x="8463" y="79233"/>
                    <a:pt x="8719" y="77302"/>
                    <a:pt x="8974" y="75371"/>
                  </a:cubicBezTo>
                  <a:cubicBezTo>
                    <a:pt x="9173" y="73753"/>
                    <a:pt x="9429" y="72162"/>
                    <a:pt x="9769" y="70600"/>
                  </a:cubicBezTo>
                  <a:cubicBezTo>
                    <a:pt x="10110" y="69294"/>
                    <a:pt x="10394" y="67959"/>
                    <a:pt x="10763" y="66624"/>
                  </a:cubicBezTo>
                  <a:cubicBezTo>
                    <a:pt x="11189" y="64977"/>
                    <a:pt x="11502" y="63302"/>
                    <a:pt x="11814" y="61655"/>
                  </a:cubicBezTo>
                  <a:cubicBezTo>
                    <a:pt x="12268" y="59042"/>
                    <a:pt x="12723" y="56429"/>
                    <a:pt x="13433" y="53845"/>
                  </a:cubicBezTo>
                  <a:cubicBezTo>
                    <a:pt x="14313" y="50806"/>
                    <a:pt x="14853" y="47711"/>
                    <a:pt x="15080" y="44587"/>
                  </a:cubicBezTo>
                  <a:cubicBezTo>
                    <a:pt x="15250" y="42173"/>
                    <a:pt x="15137" y="39759"/>
                    <a:pt x="14682" y="37402"/>
                  </a:cubicBezTo>
                  <a:cubicBezTo>
                    <a:pt x="14427" y="36067"/>
                    <a:pt x="14200" y="34761"/>
                    <a:pt x="13944" y="33454"/>
                  </a:cubicBezTo>
                  <a:cubicBezTo>
                    <a:pt x="13206" y="29791"/>
                    <a:pt x="13149" y="26071"/>
                    <a:pt x="13120" y="22322"/>
                  </a:cubicBezTo>
                  <a:cubicBezTo>
                    <a:pt x="13092" y="19567"/>
                    <a:pt x="12865" y="16813"/>
                    <a:pt x="12354" y="14086"/>
                  </a:cubicBezTo>
                  <a:cubicBezTo>
                    <a:pt x="12013" y="12099"/>
                    <a:pt x="11473" y="10167"/>
                    <a:pt x="10934" y="8208"/>
                  </a:cubicBezTo>
                  <a:cubicBezTo>
                    <a:pt x="10536" y="6731"/>
                    <a:pt x="10139" y="5254"/>
                    <a:pt x="9883" y="3749"/>
                  </a:cubicBezTo>
                  <a:cubicBezTo>
                    <a:pt x="9741" y="2840"/>
                    <a:pt x="9571" y="1989"/>
                    <a:pt x="9400" y="1108"/>
                  </a:cubicBezTo>
                  <a:cubicBezTo>
                    <a:pt x="9372" y="796"/>
                    <a:pt x="9258" y="512"/>
                    <a:pt x="9116" y="256"/>
                  </a:cubicBezTo>
                  <a:cubicBezTo>
                    <a:pt x="9003" y="86"/>
                    <a:pt x="8818" y="1"/>
                    <a:pt x="86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9"/>
            <p:cNvSpPr/>
            <p:nvPr/>
          </p:nvSpPr>
          <p:spPr>
            <a:xfrm>
              <a:off x="7709775" y="2045592"/>
              <a:ext cx="299625" cy="1751927"/>
            </a:xfrm>
            <a:custGeom>
              <a:rect b="b" l="l" r="r" t="t"/>
              <a:pathLst>
                <a:path extrusionOk="0" h="73157" w="11985">
                  <a:moveTo>
                    <a:pt x="7867" y="1"/>
                  </a:moveTo>
                  <a:lnTo>
                    <a:pt x="7867" y="29"/>
                  </a:lnTo>
                  <a:lnTo>
                    <a:pt x="6277" y="285"/>
                  </a:lnTo>
                  <a:cubicBezTo>
                    <a:pt x="6049" y="682"/>
                    <a:pt x="5907" y="1108"/>
                    <a:pt x="5851" y="1563"/>
                  </a:cubicBezTo>
                  <a:cubicBezTo>
                    <a:pt x="6617" y="1478"/>
                    <a:pt x="7413" y="1534"/>
                    <a:pt x="8179" y="1336"/>
                  </a:cubicBezTo>
                  <a:cubicBezTo>
                    <a:pt x="8151" y="853"/>
                    <a:pt x="8066" y="427"/>
                    <a:pt x="7867" y="1"/>
                  </a:cubicBezTo>
                  <a:close/>
                  <a:moveTo>
                    <a:pt x="6063" y="3399"/>
                  </a:moveTo>
                  <a:cubicBezTo>
                    <a:pt x="5772" y="3399"/>
                    <a:pt x="5480" y="3440"/>
                    <a:pt x="5197" y="3522"/>
                  </a:cubicBezTo>
                  <a:cubicBezTo>
                    <a:pt x="4999" y="3977"/>
                    <a:pt x="4857" y="4431"/>
                    <a:pt x="4772" y="4942"/>
                  </a:cubicBezTo>
                  <a:lnTo>
                    <a:pt x="4772" y="4971"/>
                  </a:lnTo>
                  <a:cubicBezTo>
                    <a:pt x="4942" y="4942"/>
                    <a:pt x="5084" y="4914"/>
                    <a:pt x="5226" y="4886"/>
                  </a:cubicBezTo>
                  <a:cubicBezTo>
                    <a:pt x="5489" y="4795"/>
                    <a:pt x="5759" y="4750"/>
                    <a:pt x="6027" y="4750"/>
                  </a:cubicBezTo>
                  <a:cubicBezTo>
                    <a:pt x="6512" y="4750"/>
                    <a:pt x="6992" y="4895"/>
                    <a:pt x="7413" y="5169"/>
                  </a:cubicBezTo>
                  <a:cubicBezTo>
                    <a:pt x="7764" y="5384"/>
                    <a:pt x="8156" y="5492"/>
                    <a:pt x="8560" y="5492"/>
                  </a:cubicBezTo>
                  <a:cubicBezTo>
                    <a:pt x="8744" y="5492"/>
                    <a:pt x="8930" y="5469"/>
                    <a:pt x="9117" y="5425"/>
                  </a:cubicBezTo>
                  <a:cubicBezTo>
                    <a:pt x="9117" y="5027"/>
                    <a:pt x="9031" y="4658"/>
                    <a:pt x="8889" y="4289"/>
                  </a:cubicBezTo>
                  <a:cubicBezTo>
                    <a:pt x="8821" y="4304"/>
                    <a:pt x="8754" y="4311"/>
                    <a:pt x="8689" y="4311"/>
                  </a:cubicBezTo>
                  <a:cubicBezTo>
                    <a:pt x="8512" y="4311"/>
                    <a:pt x="8346" y="4259"/>
                    <a:pt x="8179" y="4176"/>
                  </a:cubicBezTo>
                  <a:cubicBezTo>
                    <a:pt x="8066" y="4090"/>
                    <a:pt x="7924" y="4034"/>
                    <a:pt x="7810" y="3948"/>
                  </a:cubicBezTo>
                  <a:cubicBezTo>
                    <a:pt x="7290" y="3582"/>
                    <a:pt x="6678" y="3399"/>
                    <a:pt x="6063" y="3399"/>
                  </a:cubicBezTo>
                  <a:close/>
                  <a:moveTo>
                    <a:pt x="5251" y="7527"/>
                  </a:moveTo>
                  <a:cubicBezTo>
                    <a:pt x="4877" y="7527"/>
                    <a:pt x="4492" y="7609"/>
                    <a:pt x="4090" y="7811"/>
                  </a:cubicBezTo>
                  <a:cubicBezTo>
                    <a:pt x="4033" y="7839"/>
                    <a:pt x="3976" y="7867"/>
                    <a:pt x="3891" y="7867"/>
                  </a:cubicBezTo>
                  <a:cubicBezTo>
                    <a:pt x="3579" y="8663"/>
                    <a:pt x="3352" y="9515"/>
                    <a:pt x="3210" y="10366"/>
                  </a:cubicBezTo>
                  <a:cubicBezTo>
                    <a:pt x="3494" y="10253"/>
                    <a:pt x="3749" y="10054"/>
                    <a:pt x="3891" y="9770"/>
                  </a:cubicBezTo>
                  <a:cubicBezTo>
                    <a:pt x="4147" y="9429"/>
                    <a:pt x="4488" y="9145"/>
                    <a:pt x="4857" y="8947"/>
                  </a:cubicBezTo>
                  <a:cubicBezTo>
                    <a:pt x="4992" y="8850"/>
                    <a:pt x="5153" y="8793"/>
                    <a:pt x="5323" y="8793"/>
                  </a:cubicBezTo>
                  <a:cubicBezTo>
                    <a:pt x="5403" y="8793"/>
                    <a:pt x="5485" y="8806"/>
                    <a:pt x="5567" y="8833"/>
                  </a:cubicBezTo>
                  <a:cubicBezTo>
                    <a:pt x="5879" y="8947"/>
                    <a:pt x="6163" y="9089"/>
                    <a:pt x="6447" y="9259"/>
                  </a:cubicBezTo>
                  <a:cubicBezTo>
                    <a:pt x="7209" y="9640"/>
                    <a:pt x="8002" y="9942"/>
                    <a:pt x="8874" y="9942"/>
                  </a:cubicBezTo>
                  <a:cubicBezTo>
                    <a:pt x="9172" y="9942"/>
                    <a:pt x="9480" y="9907"/>
                    <a:pt x="9798" y="9827"/>
                  </a:cubicBezTo>
                  <a:cubicBezTo>
                    <a:pt x="9827" y="9401"/>
                    <a:pt x="9770" y="8947"/>
                    <a:pt x="9628" y="8521"/>
                  </a:cubicBezTo>
                  <a:lnTo>
                    <a:pt x="9628" y="8549"/>
                  </a:lnTo>
                  <a:cubicBezTo>
                    <a:pt x="9415" y="8608"/>
                    <a:pt x="9197" y="8638"/>
                    <a:pt x="8978" y="8638"/>
                  </a:cubicBezTo>
                  <a:cubicBezTo>
                    <a:pt x="8672" y="8638"/>
                    <a:pt x="8364" y="8580"/>
                    <a:pt x="8066" y="8464"/>
                  </a:cubicBezTo>
                  <a:cubicBezTo>
                    <a:pt x="7668" y="8322"/>
                    <a:pt x="7299" y="8151"/>
                    <a:pt x="6930" y="7981"/>
                  </a:cubicBezTo>
                  <a:cubicBezTo>
                    <a:pt x="6379" y="7723"/>
                    <a:pt x="5828" y="7527"/>
                    <a:pt x="5251" y="7527"/>
                  </a:cubicBezTo>
                  <a:close/>
                  <a:moveTo>
                    <a:pt x="6518" y="11258"/>
                  </a:moveTo>
                  <a:cubicBezTo>
                    <a:pt x="6287" y="11258"/>
                    <a:pt x="6055" y="11264"/>
                    <a:pt x="5822" y="11275"/>
                  </a:cubicBezTo>
                  <a:cubicBezTo>
                    <a:pt x="5538" y="11304"/>
                    <a:pt x="5283" y="11360"/>
                    <a:pt x="4999" y="11446"/>
                  </a:cubicBezTo>
                  <a:cubicBezTo>
                    <a:pt x="4289" y="11701"/>
                    <a:pt x="3522" y="11928"/>
                    <a:pt x="2784" y="12127"/>
                  </a:cubicBezTo>
                  <a:cubicBezTo>
                    <a:pt x="2556" y="12553"/>
                    <a:pt x="2443" y="13008"/>
                    <a:pt x="2443" y="13490"/>
                  </a:cubicBezTo>
                  <a:lnTo>
                    <a:pt x="2443" y="13519"/>
                  </a:lnTo>
                  <a:cubicBezTo>
                    <a:pt x="3323" y="13377"/>
                    <a:pt x="4204" y="13150"/>
                    <a:pt x="5027" y="12809"/>
                  </a:cubicBezTo>
                  <a:cubicBezTo>
                    <a:pt x="5368" y="12667"/>
                    <a:pt x="5709" y="12610"/>
                    <a:pt x="6049" y="12582"/>
                  </a:cubicBezTo>
                  <a:cubicBezTo>
                    <a:pt x="6182" y="12577"/>
                    <a:pt x="6315" y="12575"/>
                    <a:pt x="6447" y="12575"/>
                  </a:cubicBezTo>
                  <a:cubicBezTo>
                    <a:pt x="7110" y="12575"/>
                    <a:pt x="7772" y="12634"/>
                    <a:pt x="8435" y="12752"/>
                  </a:cubicBezTo>
                  <a:cubicBezTo>
                    <a:pt x="8701" y="12819"/>
                    <a:pt x="8977" y="12846"/>
                    <a:pt x="9251" y="12846"/>
                  </a:cubicBezTo>
                  <a:cubicBezTo>
                    <a:pt x="9445" y="12846"/>
                    <a:pt x="9638" y="12832"/>
                    <a:pt x="9827" y="12809"/>
                  </a:cubicBezTo>
                  <a:cubicBezTo>
                    <a:pt x="9912" y="12411"/>
                    <a:pt x="9912" y="11985"/>
                    <a:pt x="9798" y="11588"/>
                  </a:cubicBezTo>
                  <a:cubicBezTo>
                    <a:pt x="9628" y="11588"/>
                    <a:pt x="9457" y="11559"/>
                    <a:pt x="9259" y="11531"/>
                  </a:cubicBezTo>
                  <a:cubicBezTo>
                    <a:pt x="8350" y="11349"/>
                    <a:pt x="7441" y="11258"/>
                    <a:pt x="6518" y="11258"/>
                  </a:cubicBezTo>
                  <a:close/>
                  <a:moveTo>
                    <a:pt x="5192" y="14081"/>
                  </a:moveTo>
                  <a:cubicBezTo>
                    <a:pt x="5146" y="14081"/>
                    <a:pt x="5101" y="14083"/>
                    <a:pt x="5055" y="14087"/>
                  </a:cubicBezTo>
                  <a:cubicBezTo>
                    <a:pt x="4459" y="14115"/>
                    <a:pt x="3863" y="14257"/>
                    <a:pt x="3323" y="14456"/>
                  </a:cubicBezTo>
                  <a:cubicBezTo>
                    <a:pt x="2926" y="14598"/>
                    <a:pt x="2556" y="14712"/>
                    <a:pt x="2159" y="14768"/>
                  </a:cubicBezTo>
                  <a:cubicBezTo>
                    <a:pt x="1960" y="15279"/>
                    <a:pt x="1846" y="15791"/>
                    <a:pt x="1818" y="16330"/>
                  </a:cubicBezTo>
                  <a:cubicBezTo>
                    <a:pt x="2556" y="16075"/>
                    <a:pt x="3323" y="15876"/>
                    <a:pt x="4033" y="15563"/>
                  </a:cubicBezTo>
                  <a:cubicBezTo>
                    <a:pt x="4246" y="15457"/>
                    <a:pt x="4474" y="15405"/>
                    <a:pt x="4701" y="15405"/>
                  </a:cubicBezTo>
                  <a:cubicBezTo>
                    <a:pt x="5017" y="15405"/>
                    <a:pt x="5330" y="15507"/>
                    <a:pt x="5595" y="15705"/>
                  </a:cubicBezTo>
                  <a:cubicBezTo>
                    <a:pt x="5851" y="15847"/>
                    <a:pt x="6106" y="15989"/>
                    <a:pt x="6362" y="16160"/>
                  </a:cubicBezTo>
                  <a:cubicBezTo>
                    <a:pt x="6706" y="16403"/>
                    <a:pt x="7107" y="16544"/>
                    <a:pt x="7515" y="16544"/>
                  </a:cubicBezTo>
                  <a:cubicBezTo>
                    <a:pt x="7680" y="16544"/>
                    <a:pt x="7846" y="16521"/>
                    <a:pt x="8009" y="16472"/>
                  </a:cubicBezTo>
                  <a:cubicBezTo>
                    <a:pt x="8605" y="16359"/>
                    <a:pt x="9202" y="16245"/>
                    <a:pt x="9798" y="16131"/>
                  </a:cubicBezTo>
                  <a:cubicBezTo>
                    <a:pt x="9912" y="15649"/>
                    <a:pt x="9912" y="15138"/>
                    <a:pt x="9855" y="14626"/>
                  </a:cubicBezTo>
                  <a:lnTo>
                    <a:pt x="9855" y="14626"/>
                  </a:lnTo>
                  <a:cubicBezTo>
                    <a:pt x="9457" y="14854"/>
                    <a:pt x="8946" y="14882"/>
                    <a:pt x="8549" y="15081"/>
                  </a:cubicBezTo>
                  <a:cubicBezTo>
                    <a:pt x="8343" y="15189"/>
                    <a:pt x="8122" y="15242"/>
                    <a:pt x="7903" y="15242"/>
                  </a:cubicBezTo>
                  <a:cubicBezTo>
                    <a:pt x="7608" y="15242"/>
                    <a:pt x="7317" y="15147"/>
                    <a:pt x="7072" y="14967"/>
                  </a:cubicBezTo>
                  <a:cubicBezTo>
                    <a:pt x="6731" y="14768"/>
                    <a:pt x="6419" y="14570"/>
                    <a:pt x="6106" y="14371"/>
                  </a:cubicBezTo>
                  <a:cubicBezTo>
                    <a:pt x="5832" y="14172"/>
                    <a:pt x="5515" y="14081"/>
                    <a:pt x="5192" y="14081"/>
                  </a:cubicBezTo>
                  <a:close/>
                  <a:moveTo>
                    <a:pt x="7998" y="18681"/>
                  </a:moveTo>
                  <a:cubicBezTo>
                    <a:pt x="7866" y="18681"/>
                    <a:pt x="7720" y="18703"/>
                    <a:pt x="7555" y="18744"/>
                  </a:cubicBezTo>
                  <a:cubicBezTo>
                    <a:pt x="7327" y="18801"/>
                    <a:pt x="7100" y="18943"/>
                    <a:pt x="6930" y="19113"/>
                  </a:cubicBezTo>
                  <a:cubicBezTo>
                    <a:pt x="6617" y="19369"/>
                    <a:pt x="6333" y="19625"/>
                    <a:pt x="6078" y="19909"/>
                  </a:cubicBezTo>
                  <a:cubicBezTo>
                    <a:pt x="5694" y="20306"/>
                    <a:pt x="5496" y="20448"/>
                    <a:pt x="5318" y="20448"/>
                  </a:cubicBezTo>
                  <a:cubicBezTo>
                    <a:pt x="5141" y="20448"/>
                    <a:pt x="4984" y="20306"/>
                    <a:pt x="4686" y="20136"/>
                  </a:cubicBezTo>
                  <a:cubicBezTo>
                    <a:pt x="4601" y="20107"/>
                    <a:pt x="4544" y="20051"/>
                    <a:pt x="4459" y="19994"/>
                  </a:cubicBezTo>
                  <a:cubicBezTo>
                    <a:pt x="3957" y="19760"/>
                    <a:pt x="3456" y="19585"/>
                    <a:pt x="2931" y="19585"/>
                  </a:cubicBezTo>
                  <a:cubicBezTo>
                    <a:pt x="2564" y="19585"/>
                    <a:pt x="2187" y="19670"/>
                    <a:pt x="1790" y="19880"/>
                  </a:cubicBezTo>
                  <a:cubicBezTo>
                    <a:pt x="1619" y="19937"/>
                    <a:pt x="1449" y="19994"/>
                    <a:pt x="1250" y="20022"/>
                  </a:cubicBezTo>
                  <a:cubicBezTo>
                    <a:pt x="1080" y="20533"/>
                    <a:pt x="1023" y="21044"/>
                    <a:pt x="1051" y="21556"/>
                  </a:cubicBezTo>
                  <a:cubicBezTo>
                    <a:pt x="1392" y="21527"/>
                    <a:pt x="1704" y="21414"/>
                    <a:pt x="1988" y="21215"/>
                  </a:cubicBezTo>
                  <a:cubicBezTo>
                    <a:pt x="2258" y="21026"/>
                    <a:pt x="2572" y="20934"/>
                    <a:pt x="2888" y="20934"/>
                  </a:cubicBezTo>
                  <a:cubicBezTo>
                    <a:pt x="3239" y="20934"/>
                    <a:pt x="3592" y="21048"/>
                    <a:pt x="3891" y="21272"/>
                  </a:cubicBezTo>
                  <a:cubicBezTo>
                    <a:pt x="4260" y="21527"/>
                    <a:pt x="4686" y="21698"/>
                    <a:pt x="5141" y="21754"/>
                  </a:cubicBezTo>
                  <a:cubicBezTo>
                    <a:pt x="5257" y="21788"/>
                    <a:pt x="5375" y="21804"/>
                    <a:pt x="5492" y="21804"/>
                  </a:cubicBezTo>
                  <a:cubicBezTo>
                    <a:pt x="5777" y="21804"/>
                    <a:pt x="6055" y="21708"/>
                    <a:pt x="6277" y="21527"/>
                  </a:cubicBezTo>
                  <a:cubicBezTo>
                    <a:pt x="6589" y="21272"/>
                    <a:pt x="6873" y="21016"/>
                    <a:pt x="7157" y="20732"/>
                  </a:cubicBezTo>
                  <a:cubicBezTo>
                    <a:pt x="7327" y="20533"/>
                    <a:pt x="7555" y="20391"/>
                    <a:pt x="7810" y="20363"/>
                  </a:cubicBezTo>
                  <a:cubicBezTo>
                    <a:pt x="8321" y="21016"/>
                    <a:pt x="8861" y="21669"/>
                    <a:pt x="9940" y="21726"/>
                  </a:cubicBezTo>
                  <a:cubicBezTo>
                    <a:pt x="9883" y="21243"/>
                    <a:pt x="9855" y="20760"/>
                    <a:pt x="9827" y="20306"/>
                  </a:cubicBezTo>
                  <a:cubicBezTo>
                    <a:pt x="9599" y="20249"/>
                    <a:pt x="9372" y="20107"/>
                    <a:pt x="9287" y="19880"/>
                  </a:cubicBezTo>
                  <a:cubicBezTo>
                    <a:pt x="9145" y="19625"/>
                    <a:pt x="8975" y="19341"/>
                    <a:pt x="8776" y="19113"/>
                  </a:cubicBezTo>
                  <a:cubicBezTo>
                    <a:pt x="8554" y="18811"/>
                    <a:pt x="8319" y="18681"/>
                    <a:pt x="7998" y="18681"/>
                  </a:cubicBezTo>
                  <a:close/>
                  <a:moveTo>
                    <a:pt x="3873" y="23369"/>
                  </a:moveTo>
                  <a:cubicBezTo>
                    <a:pt x="3822" y="23369"/>
                    <a:pt x="3771" y="23370"/>
                    <a:pt x="3721" y="23373"/>
                  </a:cubicBezTo>
                  <a:cubicBezTo>
                    <a:pt x="2869" y="23402"/>
                    <a:pt x="2045" y="23657"/>
                    <a:pt x="1335" y="24140"/>
                  </a:cubicBezTo>
                  <a:cubicBezTo>
                    <a:pt x="1193" y="24225"/>
                    <a:pt x="1051" y="24282"/>
                    <a:pt x="909" y="24367"/>
                  </a:cubicBezTo>
                  <a:cubicBezTo>
                    <a:pt x="852" y="24907"/>
                    <a:pt x="852" y="25475"/>
                    <a:pt x="966" y="26043"/>
                  </a:cubicBezTo>
                  <a:cubicBezTo>
                    <a:pt x="1449" y="25759"/>
                    <a:pt x="1818" y="25333"/>
                    <a:pt x="2329" y="25077"/>
                  </a:cubicBezTo>
                  <a:cubicBezTo>
                    <a:pt x="2825" y="24848"/>
                    <a:pt x="3246" y="24728"/>
                    <a:pt x="3642" y="24728"/>
                  </a:cubicBezTo>
                  <a:cubicBezTo>
                    <a:pt x="4131" y="24728"/>
                    <a:pt x="4582" y="24912"/>
                    <a:pt x="5084" y="25304"/>
                  </a:cubicBezTo>
                  <a:cubicBezTo>
                    <a:pt x="5396" y="25560"/>
                    <a:pt x="5709" y="25815"/>
                    <a:pt x="5993" y="26099"/>
                  </a:cubicBezTo>
                  <a:cubicBezTo>
                    <a:pt x="6390" y="26440"/>
                    <a:pt x="6873" y="26667"/>
                    <a:pt x="7356" y="26753"/>
                  </a:cubicBezTo>
                  <a:cubicBezTo>
                    <a:pt x="7549" y="26803"/>
                    <a:pt x="7741" y="26829"/>
                    <a:pt x="7931" y="26829"/>
                  </a:cubicBezTo>
                  <a:cubicBezTo>
                    <a:pt x="8274" y="26829"/>
                    <a:pt x="8607" y="26747"/>
                    <a:pt x="8918" y="26582"/>
                  </a:cubicBezTo>
                  <a:cubicBezTo>
                    <a:pt x="9372" y="26355"/>
                    <a:pt x="9827" y="26071"/>
                    <a:pt x="10281" y="25787"/>
                  </a:cubicBezTo>
                  <a:cubicBezTo>
                    <a:pt x="10281" y="25276"/>
                    <a:pt x="10224" y="24765"/>
                    <a:pt x="10082" y="24254"/>
                  </a:cubicBezTo>
                  <a:lnTo>
                    <a:pt x="10082" y="24282"/>
                  </a:lnTo>
                  <a:cubicBezTo>
                    <a:pt x="9912" y="24310"/>
                    <a:pt x="9741" y="24424"/>
                    <a:pt x="9599" y="24538"/>
                  </a:cubicBezTo>
                  <a:cubicBezTo>
                    <a:pt x="9287" y="24765"/>
                    <a:pt x="8946" y="24992"/>
                    <a:pt x="8634" y="25248"/>
                  </a:cubicBezTo>
                  <a:cubicBezTo>
                    <a:pt x="8435" y="25401"/>
                    <a:pt x="8186" y="25480"/>
                    <a:pt x="7937" y="25480"/>
                  </a:cubicBezTo>
                  <a:cubicBezTo>
                    <a:pt x="7724" y="25480"/>
                    <a:pt x="7511" y="25422"/>
                    <a:pt x="7327" y="25304"/>
                  </a:cubicBezTo>
                  <a:cubicBezTo>
                    <a:pt x="7157" y="25219"/>
                    <a:pt x="7043" y="25106"/>
                    <a:pt x="6901" y="24992"/>
                  </a:cubicBezTo>
                  <a:cubicBezTo>
                    <a:pt x="6390" y="24509"/>
                    <a:pt x="5822" y="24112"/>
                    <a:pt x="5197" y="23742"/>
                  </a:cubicBezTo>
                  <a:cubicBezTo>
                    <a:pt x="4788" y="23486"/>
                    <a:pt x="4333" y="23369"/>
                    <a:pt x="3873" y="23369"/>
                  </a:cubicBezTo>
                  <a:close/>
                  <a:moveTo>
                    <a:pt x="3341" y="28072"/>
                  </a:moveTo>
                  <a:cubicBezTo>
                    <a:pt x="2656" y="28072"/>
                    <a:pt x="1985" y="28239"/>
                    <a:pt x="1335" y="28684"/>
                  </a:cubicBezTo>
                  <a:cubicBezTo>
                    <a:pt x="1307" y="28684"/>
                    <a:pt x="1278" y="28712"/>
                    <a:pt x="1250" y="28712"/>
                  </a:cubicBezTo>
                  <a:lnTo>
                    <a:pt x="1364" y="30075"/>
                  </a:lnTo>
                  <a:cubicBezTo>
                    <a:pt x="1591" y="30019"/>
                    <a:pt x="1818" y="29905"/>
                    <a:pt x="2017" y="29735"/>
                  </a:cubicBezTo>
                  <a:cubicBezTo>
                    <a:pt x="2406" y="29506"/>
                    <a:pt x="2850" y="29369"/>
                    <a:pt x="3290" y="29369"/>
                  </a:cubicBezTo>
                  <a:cubicBezTo>
                    <a:pt x="3396" y="29369"/>
                    <a:pt x="3502" y="29377"/>
                    <a:pt x="3607" y="29394"/>
                  </a:cubicBezTo>
                  <a:cubicBezTo>
                    <a:pt x="3976" y="29422"/>
                    <a:pt x="4346" y="29507"/>
                    <a:pt x="4686" y="29593"/>
                  </a:cubicBezTo>
                  <a:cubicBezTo>
                    <a:pt x="5425" y="29763"/>
                    <a:pt x="6163" y="29962"/>
                    <a:pt x="6901" y="30132"/>
                  </a:cubicBezTo>
                  <a:cubicBezTo>
                    <a:pt x="7519" y="30264"/>
                    <a:pt x="8129" y="30374"/>
                    <a:pt x="8739" y="30374"/>
                  </a:cubicBezTo>
                  <a:cubicBezTo>
                    <a:pt x="9307" y="30374"/>
                    <a:pt x="9876" y="30279"/>
                    <a:pt x="10451" y="30019"/>
                  </a:cubicBezTo>
                  <a:cubicBezTo>
                    <a:pt x="10593" y="29962"/>
                    <a:pt x="10764" y="29933"/>
                    <a:pt x="10906" y="29905"/>
                  </a:cubicBezTo>
                  <a:cubicBezTo>
                    <a:pt x="10934" y="29451"/>
                    <a:pt x="10849" y="29025"/>
                    <a:pt x="10650" y="28599"/>
                  </a:cubicBezTo>
                  <a:cubicBezTo>
                    <a:pt x="10508" y="28627"/>
                    <a:pt x="10366" y="28684"/>
                    <a:pt x="10224" y="28712"/>
                  </a:cubicBezTo>
                  <a:cubicBezTo>
                    <a:pt x="9750" y="28959"/>
                    <a:pt x="9232" y="29072"/>
                    <a:pt x="8712" y="29072"/>
                  </a:cubicBezTo>
                  <a:cubicBezTo>
                    <a:pt x="8515" y="29072"/>
                    <a:pt x="8318" y="29056"/>
                    <a:pt x="8123" y="29025"/>
                  </a:cubicBezTo>
                  <a:cubicBezTo>
                    <a:pt x="7668" y="28939"/>
                    <a:pt x="7214" y="28854"/>
                    <a:pt x="6759" y="28769"/>
                  </a:cubicBezTo>
                  <a:cubicBezTo>
                    <a:pt x="6078" y="28599"/>
                    <a:pt x="5396" y="28400"/>
                    <a:pt x="4715" y="28258"/>
                  </a:cubicBezTo>
                  <a:cubicBezTo>
                    <a:pt x="4252" y="28145"/>
                    <a:pt x="3793" y="28072"/>
                    <a:pt x="3341" y="28072"/>
                  </a:cubicBezTo>
                  <a:close/>
                  <a:moveTo>
                    <a:pt x="11332" y="32404"/>
                  </a:moveTo>
                  <a:lnTo>
                    <a:pt x="11332" y="32432"/>
                  </a:lnTo>
                  <a:cubicBezTo>
                    <a:pt x="10622" y="32546"/>
                    <a:pt x="9912" y="32546"/>
                    <a:pt x="9202" y="32631"/>
                  </a:cubicBezTo>
                  <a:cubicBezTo>
                    <a:pt x="8453" y="32709"/>
                    <a:pt x="7704" y="32753"/>
                    <a:pt x="6955" y="32753"/>
                  </a:cubicBezTo>
                  <a:cubicBezTo>
                    <a:pt x="6340" y="32753"/>
                    <a:pt x="5726" y="32724"/>
                    <a:pt x="5112" y="32660"/>
                  </a:cubicBezTo>
                  <a:cubicBezTo>
                    <a:pt x="4761" y="32621"/>
                    <a:pt x="4407" y="32602"/>
                    <a:pt x="4053" y="32602"/>
                  </a:cubicBezTo>
                  <a:cubicBezTo>
                    <a:pt x="3375" y="32602"/>
                    <a:pt x="2698" y="32671"/>
                    <a:pt x="2045" y="32802"/>
                  </a:cubicBezTo>
                  <a:cubicBezTo>
                    <a:pt x="1903" y="32830"/>
                    <a:pt x="1733" y="32858"/>
                    <a:pt x="1591" y="32887"/>
                  </a:cubicBezTo>
                  <a:cubicBezTo>
                    <a:pt x="1477" y="33284"/>
                    <a:pt x="1477" y="33710"/>
                    <a:pt x="1591" y="34108"/>
                  </a:cubicBezTo>
                  <a:cubicBezTo>
                    <a:pt x="2239" y="33916"/>
                    <a:pt x="2928" y="33846"/>
                    <a:pt x="3623" y="33846"/>
                  </a:cubicBezTo>
                  <a:cubicBezTo>
                    <a:pt x="3750" y="33846"/>
                    <a:pt x="3877" y="33848"/>
                    <a:pt x="4005" y="33852"/>
                  </a:cubicBezTo>
                  <a:cubicBezTo>
                    <a:pt x="4937" y="33983"/>
                    <a:pt x="5895" y="34052"/>
                    <a:pt x="6852" y="34052"/>
                  </a:cubicBezTo>
                  <a:cubicBezTo>
                    <a:pt x="7352" y="34052"/>
                    <a:pt x="7853" y="34033"/>
                    <a:pt x="8350" y="33994"/>
                  </a:cubicBezTo>
                  <a:cubicBezTo>
                    <a:pt x="9429" y="33909"/>
                    <a:pt x="10480" y="33938"/>
                    <a:pt x="11530" y="33739"/>
                  </a:cubicBezTo>
                  <a:cubicBezTo>
                    <a:pt x="11502" y="33284"/>
                    <a:pt x="11445" y="32858"/>
                    <a:pt x="11332" y="32404"/>
                  </a:cubicBezTo>
                  <a:close/>
                  <a:moveTo>
                    <a:pt x="3926" y="35762"/>
                  </a:moveTo>
                  <a:cubicBezTo>
                    <a:pt x="3420" y="35762"/>
                    <a:pt x="2921" y="35913"/>
                    <a:pt x="2500" y="36209"/>
                  </a:cubicBezTo>
                  <a:lnTo>
                    <a:pt x="1278" y="37033"/>
                  </a:lnTo>
                  <a:cubicBezTo>
                    <a:pt x="1080" y="37629"/>
                    <a:pt x="1023" y="38283"/>
                    <a:pt x="1023" y="38907"/>
                  </a:cubicBezTo>
                  <a:cubicBezTo>
                    <a:pt x="1222" y="38851"/>
                    <a:pt x="1307" y="38680"/>
                    <a:pt x="1449" y="38567"/>
                  </a:cubicBezTo>
                  <a:cubicBezTo>
                    <a:pt x="1988" y="38027"/>
                    <a:pt x="2585" y="37544"/>
                    <a:pt x="3210" y="37147"/>
                  </a:cubicBezTo>
                  <a:cubicBezTo>
                    <a:pt x="3406" y="37026"/>
                    <a:pt x="3634" y="36961"/>
                    <a:pt x="3864" y="36961"/>
                  </a:cubicBezTo>
                  <a:cubicBezTo>
                    <a:pt x="4068" y="36961"/>
                    <a:pt x="4273" y="37012"/>
                    <a:pt x="4459" y="37118"/>
                  </a:cubicBezTo>
                  <a:cubicBezTo>
                    <a:pt x="4772" y="37260"/>
                    <a:pt x="5055" y="37459"/>
                    <a:pt x="5368" y="37658"/>
                  </a:cubicBezTo>
                  <a:cubicBezTo>
                    <a:pt x="5907" y="37999"/>
                    <a:pt x="6532" y="38197"/>
                    <a:pt x="7185" y="38254"/>
                  </a:cubicBezTo>
                  <a:cubicBezTo>
                    <a:pt x="7226" y="38259"/>
                    <a:pt x="7267" y="38262"/>
                    <a:pt x="7308" y="38262"/>
                  </a:cubicBezTo>
                  <a:cubicBezTo>
                    <a:pt x="7502" y="38262"/>
                    <a:pt x="7708" y="38211"/>
                    <a:pt x="7895" y="38141"/>
                  </a:cubicBezTo>
                  <a:cubicBezTo>
                    <a:pt x="8265" y="37999"/>
                    <a:pt x="8605" y="37828"/>
                    <a:pt x="8946" y="37601"/>
                  </a:cubicBezTo>
                  <a:cubicBezTo>
                    <a:pt x="9456" y="37207"/>
                    <a:pt x="10080" y="37002"/>
                    <a:pt x="10709" y="37002"/>
                  </a:cubicBezTo>
                  <a:cubicBezTo>
                    <a:pt x="10851" y="37002"/>
                    <a:pt x="10992" y="37012"/>
                    <a:pt x="11133" y="37033"/>
                  </a:cubicBezTo>
                  <a:cubicBezTo>
                    <a:pt x="11275" y="37061"/>
                    <a:pt x="11417" y="37076"/>
                    <a:pt x="11559" y="37076"/>
                  </a:cubicBezTo>
                  <a:cubicBezTo>
                    <a:pt x="11701" y="37076"/>
                    <a:pt x="11843" y="37061"/>
                    <a:pt x="11985" y="37033"/>
                  </a:cubicBezTo>
                  <a:cubicBezTo>
                    <a:pt x="11985" y="36635"/>
                    <a:pt x="11928" y="36238"/>
                    <a:pt x="11786" y="35869"/>
                  </a:cubicBezTo>
                  <a:lnTo>
                    <a:pt x="11530" y="35869"/>
                  </a:lnTo>
                  <a:cubicBezTo>
                    <a:pt x="11256" y="35811"/>
                    <a:pt x="10978" y="35783"/>
                    <a:pt x="10702" y="35783"/>
                  </a:cubicBezTo>
                  <a:cubicBezTo>
                    <a:pt x="9889" y="35783"/>
                    <a:pt x="9084" y="36027"/>
                    <a:pt x="8407" y="36493"/>
                  </a:cubicBezTo>
                  <a:cubicBezTo>
                    <a:pt x="8208" y="36607"/>
                    <a:pt x="7981" y="36721"/>
                    <a:pt x="7753" y="36834"/>
                  </a:cubicBezTo>
                  <a:cubicBezTo>
                    <a:pt x="7574" y="36945"/>
                    <a:pt x="7368" y="37001"/>
                    <a:pt x="7165" y="37001"/>
                  </a:cubicBezTo>
                  <a:cubicBezTo>
                    <a:pt x="6949" y="37001"/>
                    <a:pt x="6736" y="36937"/>
                    <a:pt x="6561" y="36806"/>
                  </a:cubicBezTo>
                  <a:cubicBezTo>
                    <a:pt x="6106" y="36522"/>
                    <a:pt x="5623" y="36266"/>
                    <a:pt x="5141" y="36067"/>
                  </a:cubicBezTo>
                  <a:cubicBezTo>
                    <a:pt x="4757" y="35863"/>
                    <a:pt x="4339" y="35762"/>
                    <a:pt x="3926" y="35762"/>
                  </a:cubicBezTo>
                  <a:close/>
                  <a:moveTo>
                    <a:pt x="9989" y="41436"/>
                  </a:moveTo>
                  <a:cubicBezTo>
                    <a:pt x="9830" y="41436"/>
                    <a:pt x="9671" y="41455"/>
                    <a:pt x="9514" y="41492"/>
                  </a:cubicBezTo>
                  <a:cubicBezTo>
                    <a:pt x="9003" y="41605"/>
                    <a:pt x="8520" y="41832"/>
                    <a:pt x="8151" y="42202"/>
                  </a:cubicBezTo>
                  <a:cubicBezTo>
                    <a:pt x="7668" y="42628"/>
                    <a:pt x="7214" y="43054"/>
                    <a:pt x="6759" y="43508"/>
                  </a:cubicBezTo>
                  <a:cubicBezTo>
                    <a:pt x="6674" y="43610"/>
                    <a:pt x="6548" y="43661"/>
                    <a:pt x="6424" y="43661"/>
                  </a:cubicBezTo>
                  <a:cubicBezTo>
                    <a:pt x="6341" y="43661"/>
                    <a:pt x="6260" y="43639"/>
                    <a:pt x="6191" y="43593"/>
                  </a:cubicBezTo>
                  <a:cubicBezTo>
                    <a:pt x="5538" y="43281"/>
                    <a:pt x="4885" y="42997"/>
                    <a:pt x="4232" y="42684"/>
                  </a:cubicBezTo>
                  <a:cubicBezTo>
                    <a:pt x="3475" y="42286"/>
                    <a:pt x="2676" y="42013"/>
                    <a:pt x="1816" y="42013"/>
                  </a:cubicBezTo>
                  <a:cubicBezTo>
                    <a:pt x="1450" y="42013"/>
                    <a:pt x="1072" y="42063"/>
                    <a:pt x="682" y="42173"/>
                  </a:cubicBezTo>
                  <a:cubicBezTo>
                    <a:pt x="625" y="42173"/>
                    <a:pt x="568" y="42173"/>
                    <a:pt x="512" y="42202"/>
                  </a:cubicBezTo>
                  <a:cubicBezTo>
                    <a:pt x="341" y="42656"/>
                    <a:pt x="284" y="43139"/>
                    <a:pt x="313" y="43622"/>
                  </a:cubicBezTo>
                  <a:cubicBezTo>
                    <a:pt x="512" y="43593"/>
                    <a:pt x="682" y="43536"/>
                    <a:pt x="881" y="43480"/>
                  </a:cubicBezTo>
                  <a:cubicBezTo>
                    <a:pt x="1151" y="43380"/>
                    <a:pt x="1435" y="43330"/>
                    <a:pt x="1722" y="43330"/>
                  </a:cubicBezTo>
                  <a:cubicBezTo>
                    <a:pt x="2010" y="43330"/>
                    <a:pt x="2301" y="43380"/>
                    <a:pt x="2585" y="43480"/>
                  </a:cubicBezTo>
                  <a:cubicBezTo>
                    <a:pt x="2869" y="43593"/>
                    <a:pt x="3153" y="43707"/>
                    <a:pt x="3408" y="43849"/>
                  </a:cubicBezTo>
                  <a:cubicBezTo>
                    <a:pt x="4090" y="44161"/>
                    <a:pt x="4772" y="44474"/>
                    <a:pt x="5453" y="44786"/>
                  </a:cubicBezTo>
                  <a:cubicBezTo>
                    <a:pt x="5821" y="44959"/>
                    <a:pt x="6143" y="45046"/>
                    <a:pt x="6446" y="45046"/>
                  </a:cubicBezTo>
                  <a:cubicBezTo>
                    <a:pt x="6937" y="45046"/>
                    <a:pt x="7375" y="44817"/>
                    <a:pt x="7867" y="44360"/>
                  </a:cubicBezTo>
                  <a:cubicBezTo>
                    <a:pt x="7924" y="44303"/>
                    <a:pt x="7981" y="44218"/>
                    <a:pt x="8037" y="44161"/>
                  </a:cubicBezTo>
                  <a:cubicBezTo>
                    <a:pt x="8520" y="43707"/>
                    <a:pt x="9003" y="43281"/>
                    <a:pt x="9543" y="42855"/>
                  </a:cubicBezTo>
                  <a:cubicBezTo>
                    <a:pt x="9632" y="42780"/>
                    <a:pt x="9738" y="42744"/>
                    <a:pt x="9847" y="42744"/>
                  </a:cubicBezTo>
                  <a:cubicBezTo>
                    <a:pt x="9945" y="42744"/>
                    <a:pt x="10045" y="42773"/>
                    <a:pt x="10139" y="42826"/>
                  </a:cubicBezTo>
                  <a:cubicBezTo>
                    <a:pt x="10508" y="42968"/>
                    <a:pt x="10678" y="43366"/>
                    <a:pt x="11019" y="43508"/>
                  </a:cubicBezTo>
                  <a:cubicBezTo>
                    <a:pt x="11218" y="42997"/>
                    <a:pt x="11303" y="42429"/>
                    <a:pt x="11332" y="41889"/>
                  </a:cubicBezTo>
                  <a:cubicBezTo>
                    <a:pt x="11190" y="41804"/>
                    <a:pt x="11048" y="41776"/>
                    <a:pt x="10934" y="41690"/>
                  </a:cubicBezTo>
                  <a:cubicBezTo>
                    <a:pt x="10646" y="41518"/>
                    <a:pt x="10320" y="41436"/>
                    <a:pt x="9989" y="41436"/>
                  </a:cubicBezTo>
                  <a:close/>
                  <a:moveTo>
                    <a:pt x="1914" y="46698"/>
                  </a:moveTo>
                  <a:cubicBezTo>
                    <a:pt x="1453" y="46698"/>
                    <a:pt x="985" y="46789"/>
                    <a:pt x="512" y="47001"/>
                  </a:cubicBezTo>
                  <a:cubicBezTo>
                    <a:pt x="370" y="47058"/>
                    <a:pt x="199" y="47086"/>
                    <a:pt x="57" y="47115"/>
                  </a:cubicBezTo>
                  <a:cubicBezTo>
                    <a:pt x="0" y="47569"/>
                    <a:pt x="0" y="48023"/>
                    <a:pt x="86" y="48449"/>
                  </a:cubicBezTo>
                  <a:cubicBezTo>
                    <a:pt x="540" y="48222"/>
                    <a:pt x="1080" y="48080"/>
                    <a:pt x="1591" y="48023"/>
                  </a:cubicBezTo>
                  <a:cubicBezTo>
                    <a:pt x="1710" y="47998"/>
                    <a:pt x="1832" y="47985"/>
                    <a:pt x="1953" y="47985"/>
                  </a:cubicBezTo>
                  <a:cubicBezTo>
                    <a:pt x="2236" y="47985"/>
                    <a:pt x="2517" y="48055"/>
                    <a:pt x="2755" y="48194"/>
                  </a:cubicBezTo>
                  <a:cubicBezTo>
                    <a:pt x="3437" y="48478"/>
                    <a:pt x="4090" y="48762"/>
                    <a:pt x="4772" y="48989"/>
                  </a:cubicBezTo>
                  <a:cubicBezTo>
                    <a:pt x="5339" y="49216"/>
                    <a:pt x="5933" y="49330"/>
                    <a:pt x="6526" y="49330"/>
                  </a:cubicBezTo>
                  <a:cubicBezTo>
                    <a:pt x="6823" y="49330"/>
                    <a:pt x="7119" y="49301"/>
                    <a:pt x="7413" y="49245"/>
                  </a:cubicBezTo>
                  <a:cubicBezTo>
                    <a:pt x="8123" y="49103"/>
                    <a:pt x="8833" y="48989"/>
                    <a:pt x="9543" y="48904"/>
                  </a:cubicBezTo>
                  <a:cubicBezTo>
                    <a:pt x="9798" y="48421"/>
                    <a:pt x="9940" y="47938"/>
                    <a:pt x="9997" y="47427"/>
                  </a:cubicBezTo>
                  <a:lnTo>
                    <a:pt x="9997" y="47427"/>
                  </a:lnTo>
                  <a:cubicBezTo>
                    <a:pt x="9486" y="47484"/>
                    <a:pt x="9003" y="47597"/>
                    <a:pt x="8520" y="47739"/>
                  </a:cubicBezTo>
                  <a:cubicBezTo>
                    <a:pt x="8062" y="47938"/>
                    <a:pt x="7603" y="47989"/>
                    <a:pt x="7141" y="47989"/>
                  </a:cubicBezTo>
                  <a:cubicBezTo>
                    <a:pt x="6743" y="47989"/>
                    <a:pt x="6343" y="47951"/>
                    <a:pt x="5936" y="47938"/>
                  </a:cubicBezTo>
                  <a:cubicBezTo>
                    <a:pt x="5822" y="47938"/>
                    <a:pt x="5709" y="47910"/>
                    <a:pt x="5595" y="47853"/>
                  </a:cubicBezTo>
                  <a:cubicBezTo>
                    <a:pt x="4942" y="47597"/>
                    <a:pt x="4289" y="47370"/>
                    <a:pt x="3636" y="47086"/>
                  </a:cubicBezTo>
                  <a:cubicBezTo>
                    <a:pt x="3078" y="46847"/>
                    <a:pt x="2502" y="46698"/>
                    <a:pt x="1914" y="46698"/>
                  </a:cubicBezTo>
                  <a:close/>
                  <a:moveTo>
                    <a:pt x="2481" y="50628"/>
                  </a:moveTo>
                  <a:cubicBezTo>
                    <a:pt x="2139" y="50628"/>
                    <a:pt x="1794" y="50723"/>
                    <a:pt x="1449" y="50948"/>
                  </a:cubicBezTo>
                  <a:cubicBezTo>
                    <a:pt x="1051" y="51176"/>
                    <a:pt x="654" y="51403"/>
                    <a:pt x="256" y="51658"/>
                  </a:cubicBezTo>
                  <a:cubicBezTo>
                    <a:pt x="256" y="52056"/>
                    <a:pt x="284" y="52454"/>
                    <a:pt x="398" y="52851"/>
                  </a:cubicBezTo>
                  <a:cubicBezTo>
                    <a:pt x="796" y="52738"/>
                    <a:pt x="1165" y="52567"/>
                    <a:pt x="1477" y="52312"/>
                  </a:cubicBezTo>
                  <a:cubicBezTo>
                    <a:pt x="1856" y="52085"/>
                    <a:pt x="2129" y="51962"/>
                    <a:pt x="2401" y="51962"/>
                  </a:cubicBezTo>
                  <a:cubicBezTo>
                    <a:pt x="2639" y="51962"/>
                    <a:pt x="2876" y="52056"/>
                    <a:pt x="3181" y="52255"/>
                  </a:cubicBezTo>
                  <a:cubicBezTo>
                    <a:pt x="3891" y="52709"/>
                    <a:pt x="4743" y="52965"/>
                    <a:pt x="5595" y="52965"/>
                  </a:cubicBezTo>
                  <a:cubicBezTo>
                    <a:pt x="6532" y="52965"/>
                    <a:pt x="7469" y="52993"/>
                    <a:pt x="8407" y="52993"/>
                  </a:cubicBezTo>
                  <a:cubicBezTo>
                    <a:pt x="8577" y="52652"/>
                    <a:pt x="8691" y="52283"/>
                    <a:pt x="8719" y="51886"/>
                  </a:cubicBezTo>
                  <a:cubicBezTo>
                    <a:pt x="8570" y="51737"/>
                    <a:pt x="8357" y="51653"/>
                    <a:pt x="8153" y="51653"/>
                  </a:cubicBezTo>
                  <a:cubicBezTo>
                    <a:pt x="8124" y="51653"/>
                    <a:pt x="8095" y="51655"/>
                    <a:pt x="8066" y="51658"/>
                  </a:cubicBezTo>
                  <a:cubicBezTo>
                    <a:pt x="7524" y="51679"/>
                    <a:pt x="6996" y="51699"/>
                    <a:pt x="6472" y="51699"/>
                  </a:cubicBezTo>
                  <a:cubicBezTo>
                    <a:pt x="6255" y="51699"/>
                    <a:pt x="6039" y="51695"/>
                    <a:pt x="5822" y="51687"/>
                  </a:cubicBezTo>
                  <a:cubicBezTo>
                    <a:pt x="5777" y="51689"/>
                    <a:pt x="5733" y="51690"/>
                    <a:pt x="5688" y="51690"/>
                  </a:cubicBezTo>
                  <a:cubicBezTo>
                    <a:pt x="5112" y="51690"/>
                    <a:pt x="4564" y="51520"/>
                    <a:pt x="4090" y="51204"/>
                  </a:cubicBezTo>
                  <a:cubicBezTo>
                    <a:pt x="3948" y="51119"/>
                    <a:pt x="3806" y="51005"/>
                    <a:pt x="3636" y="50948"/>
                  </a:cubicBezTo>
                  <a:cubicBezTo>
                    <a:pt x="3257" y="50752"/>
                    <a:pt x="2871" y="50628"/>
                    <a:pt x="2481" y="50628"/>
                  </a:cubicBezTo>
                  <a:close/>
                  <a:moveTo>
                    <a:pt x="6546" y="55389"/>
                  </a:moveTo>
                  <a:cubicBezTo>
                    <a:pt x="6170" y="55389"/>
                    <a:pt x="5786" y="55481"/>
                    <a:pt x="5396" y="55634"/>
                  </a:cubicBezTo>
                  <a:cubicBezTo>
                    <a:pt x="5254" y="55663"/>
                    <a:pt x="5141" y="55720"/>
                    <a:pt x="5027" y="55776"/>
                  </a:cubicBezTo>
                  <a:cubicBezTo>
                    <a:pt x="4494" y="56043"/>
                    <a:pt x="3886" y="56176"/>
                    <a:pt x="3280" y="56176"/>
                  </a:cubicBezTo>
                  <a:cubicBezTo>
                    <a:pt x="3047" y="56176"/>
                    <a:pt x="2814" y="56157"/>
                    <a:pt x="2585" y="56117"/>
                  </a:cubicBezTo>
                  <a:cubicBezTo>
                    <a:pt x="2202" y="56008"/>
                    <a:pt x="1808" y="55957"/>
                    <a:pt x="1410" y="55957"/>
                  </a:cubicBezTo>
                  <a:cubicBezTo>
                    <a:pt x="1187" y="55957"/>
                    <a:pt x="963" y="55973"/>
                    <a:pt x="739" y="56003"/>
                  </a:cubicBezTo>
                  <a:cubicBezTo>
                    <a:pt x="739" y="56401"/>
                    <a:pt x="796" y="56770"/>
                    <a:pt x="938" y="57139"/>
                  </a:cubicBezTo>
                  <a:lnTo>
                    <a:pt x="1477" y="57139"/>
                  </a:lnTo>
                  <a:cubicBezTo>
                    <a:pt x="1903" y="57225"/>
                    <a:pt x="2329" y="57310"/>
                    <a:pt x="2727" y="57367"/>
                  </a:cubicBezTo>
                  <a:cubicBezTo>
                    <a:pt x="2963" y="57420"/>
                    <a:pt x="3198" y="57446"/>
                    <a:pt x="3431" y="57446"/>
                  </a:cubicBezTo>
                  <a:cubicBezTo>
                    <a:pt x="3815" y="57446"/>
                    <a:pt x="4191" y="57377"/>
                    <a:pt x="4544" y="57253"/>
                  </a:cubicBezTo>
                  <a:cubicBezTo>
                    <a:pt x="5027" y="57083"/>
                    <a:pt x="5538" y="56912"/>
                    <a:pt x="6021" y="56713"/>
                  </a:cubicBezTo>
                  <a:cubicBezTo>
                    <a:pt x="6176" y="56645"/>
                    <a:pt x="6341" y="56607"/>
                    <a:pt x="6504" y="56607"/>
                  </a:cubicBezTo>
                  <a:cubicBezTo>
                    <a:pt x="6610" y="56607"/>
                    <a:pt x="6715" y="56623"/>
                    <a:pt x="6816" y="56657"/>
                  </a:cubicBezTo>
                  <a:cubicBezTo>
                    <a:pt x="7015" y="56713"/>
                    <a:pt x="7214" y="56827"/>
                    <a:pt x="7413" y="56884"/>
                  </a:cubicBezTo>
                  <a:cubicBezTo>
                    <a:pt x="7552" y="56523"/>
                    <a:pt x="7663" y="56134"/>
                    <a:pt x="7695" y="55718"/>
                  </a:cubicBezTo>
                  <a:lnTo>
                    <a:pt x="7695" y="55718"/>
                  </a:lnTo>
                  <a:cubicBezTo>
                    <a:pt x="7695" y="55719"/>
                    <a:pt x="7696" y="55719"/>
                    <a:pt x="7697" y="55720"/>
                  </a:cubicBezTo>
                  <a:lnTo>
                    <a:pt x="7697" y="55691"/>
                  </a:lnTo>
                  <a:cubicBezTo>
                    <a:pt x="7696" y="55700"/>
                    <a:pt x="7695" y="55709"/>
                    <a:pt x="7695" y="55718"/>
                  </a:cubicBezTo>
                  <a:lnTo>
                    <a:pt x="7695" y="55718"/>
                  </a:lnTo>
                  <a:cubicBezTo>
                    <a:pt x="7319" y="55488"/>
                    <a:pt x="6936" y="55389"/>
                    <a:pt x="6546" y="55389"/>
                  </a:cubicBezTo>
                  <a:close/>
                  <a:moveTo>
                    <a:pt x="6901" y="59355"/>
                  </a:moveTo>
                  <a:lnTo>
                    <a:pt x="6901" y="59383"/>
                  </a:lnTo>
                  <a:cubicBezTo>
                    <a:pt x="6504" y="59440"/>
                    <a:pt x="6106" y="59525"/>
                    <a:pt x="5737" y="59695"/>
                  </a:cubicBezTo>
                  <a:cubicBezTo>
                    <a:pt x="5463" y="59801"/>
                    <a:pt x="5189" y="59859"/>
                    <a:pt x="4916" y="59859"/>
                  </a:cubicBezTo>
                  <a:cubicBezTo>
                    <a:pt x="4820" y="59859"/>
                    <a:pt x="4725" y="59852"/>
                    <a:pt x="4630" y="59837"/>
                  </a:cubicBezTo>
                  <a:cubicBezTo>
                    <a:pt x="3522" y="59809"/>
                    <a:pt x="2414" y="59695"/>
                    <a:pt x="1307" y="59497"/>
                  </a:cubicBezTo>
                  <a:lnTo>
                    <a:pt x="1307" y="59497"/>
                  </a:lnTo>
                  <a:cubicBezTo>
                    <a:pt x="1250" y="59923"/>
                    <a:pt x="1307" y="60377"/>
                    <a:pt x="1449" y="60803"/>
                  </a:cubicBezTo>
                  <a:cubicBezTo>
                    <a:pt x="1733" y="60803"/>
                    <a:pt x="2045" y="60831"/>
                    <a:pt x="2358" y="60917"/>
                  </a:cubicBezTo>
                  <a:cubicBezTo>
                    <a:pt x="3018" y="61006"/>
                    <a:pt x="3691" y="61118"/>
                    <a:pt x="4360" y="61118"/>
                  </a:cubicBezTo>
                  <a:cubicBezTo>
                    <a:pt x="4755" y="61118"/>
                    <a:pt x="5148" y="61079"/>
                    <a:pt x="5538" y="60973"/>
                  </a:cubicBezTo>
                  <a:cubicBezTo>
                    <a:pt x="5936" y="60888"/>
                    <a:pt x="6305" y="60746"/>
                    <a:pt x="6674" y="60633"/>
                  </a:cubicBezTo>
                  <a:cubicBezTo>
                    <a:pt x="6845" y="60207"/>
                    <a:pt x="6930" y="59781"/>
                    <a:pt x="6901" y="59355"/>
                  </a:cubicBezTo>
                  <a:close/>
                  <a:moveTo>
                    <a:pt x="3036" y="62854"/>
                  </a:moveTo>
                  <a:cubicBezTo>
                    <a:pt x="2556" y="62854"/>
                    <a:pt x="2101" y="62990"/>
                    <a:pt x="1676" y="63330"/>
                  </a:cubicBezTo>
                  <a:cubicBezTo>
                    <a:pt x="1591" y="63842"/>
                    <a:pt x="1619" y="64353"/>
                    <a:pt x="1733" y="64836"/>
                  </a:cubicBezTo>
                  <a:lnTo>
                    <a:pt x="1733" y="64864"/>
                  </a:lnTo>
                  <a:cubicBezTo>
                    <a:pt x="1818" y="64807"/>
                    <a:pt x="1875" y="64750"/>
                    <a:pt x="1932" y="64694"/>
                  </a:cubicBezTo>
                  <a:cubicBezTo>
                    <a:pt x="2232" y="64333"/>
                    <a:pt x="2674" y="64128"/>
                    <a:pt x="3127" y="64128"/>
                  </a:cubicBezTo>
                  <a:cubicBezTo>
                    <a:pt x="3317" y="64128"/>
                    <a:pt x="3508" y="64164"/>
                    <a:pt x="3692" y="64239"/>
                  </a:cubicBezTo>
                  <a:cubicBezTo>
                    <a:pt x="4459" y="64523"/>
                    <a:pt x="5254" y="64410"/>
                    <a:pt x="6049" y="64466"/>
                  </a:cubicBezTo>
                  <a:cubicBezTo>
                    <a:pt x="6220" y="64069"/>
                    <a:pt x="6277" y="63671"/>
                    <a:pt x="6248" y="63245"/>
                  </a:cubicBezTo>
                  <a:lnTo>
                    <a:pt x="6248" y="63245"/>
                  </a:lnTo>
                  <a:cubicBezTo>
                    <a:pt x="6154" y="63249"/>
                    <a:pt x="6060" y="63251"/>
                    <a:pt x="5966" y="63251"/>
                  </a:cubicBezTo>
                  <a:cubicBezTo>
                    <a:pt x="5316" y="63251"/>
                    <a:pt x="4653" y="63167"/>
                    <a:pt x="4033" y="63018"/>
                  </a:cubicBezTo>
                  <a:cubicBezTo>
                    <a:pt x="3691" y="62915"/>
                    <a:pt x="3358" y="62854"/>
                    <a:pt x="3036" y="62854"/>
                  </a:cubicBezTo>
                  <a:close/>
                  <a:moveTo>
                    <a:pt x="5936" y="65347"/>
                  </a:moveTo>
                  <a:lnTo>
                    <a:pt x="5936" y="65347"/>
                  </a:lnTo>
                  <a:cubicBezTo>
                    <a:pt x="5254" y="65432"/>
                    <a:pt x="4601" y="65546"/>
                    <a:pt x="3948" y="65716"/>
                  </a:cubicBezTo>
                  <a:cubicBezTo>
                    <a:pt x="3238" y="65915"/>
                    <a:pt x="2500" y="66085"/>
                    <a:pt x="1790" y="66227"/>
                  </a:cubicBezTo>
                  <a:cubicBezTo>
                    <a:pt x="1676" y="66596"/>
                    <a:pt x="1676" y="66994"/>
                    <a:pt x="1761" y="67363"/>
                  </a:cubicBezTo>
                  <a:lnTo>
                    <a:pt x="1761" y="67420"/>
                  </a:lnTo>
                  <a:cubicBezTo>
                    <a:pt x="2556" y="67306"/>
                    <a:pt x="3352" y="67136"/>
                    <a:pt x="4147" y="66937"/>
                  </a:cubicBezTo>
                  <a:cubicBezTo>
                    <a:pt x="4686" y="66767"/>
                    <a:pt x="5226" y="66653"/>
                    <a:pt x="5794" y="66568"/>
                  </a:cubicBezTo>
                  <a:cubicBezTo>
                    <a:pt x="5879" y="66170"/>
                    <a:pt x="5936" y="65773"/>
                    <a:pt x="5936" y="65347"/>
                  </a:cubicBezTo>
                  <a:close/>
                  <a:moveTo>
                    <a:pt x="5481" y="69181"/>
                  </a:moveTo>
                  <a:lnTo>
                    <a:pt x="5481" y="69181"/>
                  </a:lnTo>
                  <a:cubicBezTo>
                    <a:pt x="4531" y="69380"/>
                    <a:pt x="3545" y="69493"/>
                    <a:pt x="2566" y="69493"/>
                  </a:cubicBezTo>
                  <a:cubicBezTo>
                    <a:pt x="2287" y="69493"/>
                    <a:pt x="2009" y="69483"/>
                    <a:pt x="1733" y="69465"/>
                  </a:cubicBezTo>
                  <a:cubicBezTo>
                    <a:pt x="1648" y="69834"/>
                    <a:pt x="1648" y="70231"/>
                    <a:pt x="1733" y="70629"/>
                  </a:cubicBezTo>
                  <a:lnTo>
                    <a:pt x="1733" y="70657"/>
                  </a:lnTo>
                  <a:cubicBezTo>
                    <a:pt x="2241" y="70728"/>
                    <a:pt x="2749" y="70765"/>
                    <a:pt x="3255" y="70765"/>
                  </a:cubicBezTo>
                  <a:cubicBezTo>
                    <a:pt x="3966" y="70765"/>
                    <a:pt x="4672" y="70693"/>
                    <a:pt x="5368" y="70544"/>
                  </a:cubicBezTo>
                  <a:cubicBezTo>
                    <a:pt x="5481" y="70089"/>
                    <a:pt x="5510" y="69635"/>
                    <a:pt x="5481" y="69181"/>
                  </a:cubicBezTo>
                  <a:close/>
                  <a:moveTo>
                    <a:pt x="5311" y="71566"/>
                  </a:moveTo>
                  <a:lnTo>
                    <a:pt x="1704" y="72134"/>
                  </a:lnTo>
                  <a:cubicBezTo>
                    <a:pt x="1648" y="72446"/>
                    <a:pt x="1676" y="72816"/>
                    <a:pt x="1790" y="73128"/>
                  </a:cubicBezTo>
                  <a:lnTo>
                    <a:pt x="1790" y="73156"/>
                  </a:lnTo>
                  <a:cubicBezTo>
                    <a:pt x="2926" y="73128"/>
                    <a:pt x="4090" y="72986"/>
                    <a:pt x="5226" y="72787"/>
                  </a:cubicBezTo>
                  <a:cubicBezTo>
                    <a:pt x="5339" y="72390"/>
                    <a:pt x="5368" y="71964"/>
                    <a:pt x="5311" y="715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39"/>
          <p:cNvGrpSpPr/>
          <p:nvPr/>
        </p:nvGrpSpPr>
        <p:grpSpPr>
          <a:xfrm>
            <a:off x="-1267173" y="2188421"/>
            <a:ext cx="3964445" cy="2462000"/>
            <a:chOff x="-1097486" y="2244471"/>
            <a:chExt cx="3964445" cy="2462000"/>
          </a:xfrm>
        </p:grpSpPr>
        <p:grpSp>
          <p:nvGrpSpPr>
            <p:cNvPr id="2804" name="Google Shape;2804;p39"/>
            <p:cNvGrpSpPr/>
            <p:nvPr/>
          </p:nvGrpSpPr>
          <p:grpSpPr>
            <a:xfrm>
              <a:off x="-1097486" y="3343567"/>
              <a:ext cx="3964445" cy="1362903"/>
              <a:chOff x="-600890" y="3299500"/>
              <a:chExt cx="3491058" cy="1200162"/>
            </a:xfrm>
          </p:grpSpPr>
          <p:sp>
            <p:nvSpPr>
              <p:cNvPr id="2805" name="Google Shape;2805;p39"/>
              <p:cNvSpPr/>
              <p:nvPr/>
            </p:nvSpPr>
            <p:spPr>
              <a:xfrm>
                <a:off x="-600890" y="4241030"/>
                <a:ext cx="3491058" cy="258632"/>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6" name="Google Shape;2806;p39"/>
              <p:cNvGrpSpPr/>
              <p:nvPr/>
            </p:nvGrpSpPr>
            <p:grpSpPr>
              <a:xfrm>
                <a:off x="0" y="3299500"/>
                <a:ext cx="2481000" cy="1029250"/>
                <a:chOff x="497750" y="4415550"/>
                <a:chExt cx="2481000" cy="1029250"/>
              </a:xfrm>
            </p:grpSpPr>
            <p:sp>
              <p:nvSpPr>
                <p:cNvPr id="2807" name="Google Shape;2807;p39"/>
                <p:cNvSpPr/>
                <p:nvPr/>
              </p:nvSpPr>
              <p:spPr>
                <a:xfrm>
                  <a:off x="780025" y="4461375"/>
                  <a:ext cx="717650" cy="812050"/>
                </a:xfrm>
                <a:custGeom>
                  <a:rect b="b" l="l" r="r" t="t"/>
                  <a:pathLst>
                    <a:path extrusionOk="0" fill="none" h="32482" w="28706">
                      <a:moveTo>
                        <a:pt x="4216" y="0"/>
                      </a:moveTo>
                      <a:cubicBezTo>
                        <a:pt x="1907" y="0"/>
                        <a:pt x="0" y="1870"/>
                        <a:pt x="0" y="4216"/>
                      </a:cubicBezTo>
                      <a:lnTo>
                        <a:pt x="0" y="28302"/>
                      </a:lnTo>
                      <a:cubicBezTo>
                        <a:pt x="0" y="30612"/>
                        <a:pt x="1907" y="32481"/>
                        <a:pt x="4216" y="32481"/>
                      </a:cubicBezTo>
                      <a:lnTo>
                        <a:pt x="28705" y="32481"/>
                      </a:lnTo>
                      <a:lnTo>
                        <a:pt x="28705" y="0"/>
                      </a:lnTo>
                      <a:close/>
                    </a:path>
                  </a:pathLst>
                </a:custGeom>
                <a:noFill/>
                <a:ln cap="flat" cmpd="sng" w="11925">
                  <a:solidFill>
                    <a:srgbClr val="81CCB2"/>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9"/>
                <p:cNvSpPr/>
                <p:nvPr/>
              </p:nvSpPr>
              <p:spPr>
                <a:xfrm>
                  <a:off x="497750" y="4415550"/>
                  <a:ext cx="2244525" cy="903700"/>
                </a:xfrm>
                <a:custGeom>
                  <a:rect b="b" l="l" r="r" t="t"/>
                  <a:pathLst>
                    <a:path extrusionOk="0" h="36148" w="89781">
                      <a:moveTo>
                        <a:pt x="6049" y="0"/>
                      </a:moveTo>
                      <a:cubicBezTo>
                        <a:pt x="2676" y="0"/>
                        <a:pt x="0" y="2677"/>
                        <a:pt x="0" y="6049"/>
                      </a:cubicBezTo>
                      <a:lnTo>
                        <a:pt x="0" y="30135"/>
                      </a:lnTo>
                      <a:cubicBezTo>
                        <a:pt x="0" y="33471"/>
                        <a:pt x="2676" y="36147"/>
                        <a:pt x="6049" y="36147"/>
                      </a:cubicBezTo>
                      <a:lnTo>
                        <a:pt x="83732" y="36147"/>
                      </a:lnTo>
                      <a:cubicBezTo>
                        <a:pt x="87105" y="36147"/>
                        <a:pt x="89781" y="33471"/>
                        <a:pt x="89781" y="30135"/>
                      </a:cubicBezTo>
                      <a:lnTo>
                        <a:pt x="89781" y="6049"/>
                      </a:lnTo>
                      <a:cubicBezTo>
                        <a:pt x="89781" y="2677"/>
                        <a:pt x="87105" y="0"/>
                        <a:pt x="837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9"/>
                <p:cNvSpPr/>
                <p:nvPr/>
              </p:nvSpPr>
              <p:spPr>
                <a:xfrm>
                  <a:off x="2647850" y="5319225"/>
                  <a:ext cx="152175" cy="125575"/>
                </a:xfrm>
                <a:custGeom>
                  <a:rect b="b" l="l" r="r" t="t"/>
                  <a:pathLst>
                    <a:path extrusionOk="0" h="5023" w="6087">
                      <a:moveTo>
                        <a:pt x="1" y="0"/>
                      </a:moveTo>
                      <a:lnTo>
                        <a:pt x="3080" y="5023"/>
                      </a:lnTo>
                      <a:lnTo>
                        <a:pt x="6086" y="5023"/>
                      </a:lnTo>
                      <a:lnTo>
                        <a:pt x="44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9"/>
                <p:cNvSpPr/>
                <p:nvPr/>
              </p:nvSpPr>
              <p:spPr>
                <a:xfrm>
                  <a:off x="2647850" y="5319225"/>
                  <a:ext cx="126500" cy="45850"/>
                </a:xfrm>
                <a:custGeom>
                  <a:rect b="b" l="l" r="r" t="t"/>
                  <a:pathLst>
                    <a:path extrusionOk="0" h="1834" w="5060">
                      <a:moveTo>
                        <a:pt x="1" y="0"/>
                      </a:moveTo>
                      <a:lnTo>
                        <a:pt x="1101" y="1833"/>
                      </a:lnTo>
                      <a:lnTo>
                        <a:pt x="5060" y="1833"/>
                      </a:lnTo>
                      <a:lnTo>
                        <a:pt x="447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9"/>
                <p:cNvSpPr/>
                <p:nvPr/>
              </p:nvSpPr>
              <p:spPr>
                <a:xfrm>
                  <a:off x="913825" y="5319225"/>
                  <a:ext cx="152175" cy="125575"/>
                </a:xfrm>
                <a:custGeom>
                  <a:rect b="b" l="l" r="r" t="t"/>
                  <a:pathLst>
                    <a:path extrusionOk="0" h="5023" w="6087">
                      <a:moveTo>
                        <a:pt x="1614" y="0"/>
                      </a:moveTo>
                      <a:lnTo>
                        <a:pt x="1" y="5023"/>
                      </a:lnTo>
                      <a:lnTo>
                        <a:pt x="3007" y="5023"/>
                      </a:lnTo>
                      <a:lnTo>
                        <a:pt x="60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9"/>
                <p:cNvSpPr/>
                <p:nvPr/>
              </p:nvSpPr>
              <p:spPr>
                <a:xfrm>
                  <a:off x="2411400" y="5319225"/>
                  <a:ext cx="152175" cy="125575"/>
                </a:xfrm>
                <a:custGeom>
                  <a:rect b="b" l="l" r="r" t="t"/>
                  <a:pathLst>
                    <a:path extrusionOk="0" h="5023" w="6087">
                      <a:moveTo>
                        <a:pt x="1" y="0"/>
                      </a:moveTo>
                      <a:lnTo>
                        <a:pt x="3043" y="5023"/>
                      </a:lnTo>
                      <a:lnTo>
                        <a:pt x="6086" y="5023"/>
                      </a:lnTo>
                      <a:lnTo>
                        <a:pt x="44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9"/>
                <p:cNvSpPr/>
                <p:nvPr/>
              </p:nvSpPr>
              <p:spPr>
                <a:xfrm>
                  <a:off x="676450" y="5319225"/>
                  <a:ext cx="152175" cy="125575"/>
                </a:xfrm>
                <a:custGeom>
                  <a:rect b="b" l="l" r="r" t="t"/>
                  <a:pathLst>
                    <a:path extrusionOk="0" h="5023" w="6087">
                      <a:moveTo>
                        <a:pt x="1650" y="0"/>
                      </a:moveTo>
                      <a:lnTo>
                        <a:pt x="1" y="5023"/>
                      </a:lnTo>
                      <a:lnTo>
                        <a:pt x="3044" y="5023"/>
                      </a:lnTo>
                      <a:lnTo>
                        <a:pt x="60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9"/>
                <p:cNvSpPr/>
                <p:nvPr/>
              </p:nvSpPr>
              <p:spPr>
                <a:xfrm>
                  <a:off x="939500" y="5319225"/>
                  <a:ext cx="126500" cy="45850"/>
                </a:xfrm>
                <a:custGeom>
                  <a:rect b="b" l="l" r="r" t="t"/>
                  <a:pathLst>
                    <a:path extrusionOk="0" h="1834" w="5060">
                      <a:moveTo>
                        <a:pt x="587" y="0"/>
                      </a:moveTo>
                      <a:lnTo>
                        <a:pt x="0" y="1833"/>
                      </a:lnTo>
                      <a:lnTo>
                        <a:pt x="3960" y="1833"/>
                      </a:lnTo>
                      <a:lnTo>
                        <a:pt x="50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9"/>
                <p:cNvSpPr/>
                <p:nvPr/>
              </p:nvSpPr>
              <p:spPr>
                <a:xfrm>
                  <a:off x="734200" y="4415550"/>
                  <a:ext cx="2244550" cy="903700"/>
                </a:xfrm>
                <a:custGeom>
                  <a:rect b="b" l="l" r="r" t="t"/>
                  <a:pathLst>
                    <a:path extrusionOk="0" h="36148" w="89782">
                      <a:moveTo>
                        <a:pt x="6049" y="0"/>
                      </a:moveTo>
                      <a:cubicBezTo>
                        <a:pt x="2713" y="0"/>
                        <a:pt x="0" y="2677"/>
                        <a:pt x="0" y="6049"/>
                      </a:cubicBezTo>
                      <a:lnTo>
                        <a:pt x="0" y="30135"/>
                      </a:lnTo>
                      <a:cubicBezTo>
                        <a:pt x="0" y="33471"/>
                        <a:pt x="2713" y="36147"/>
                        <a:pt x="6049" y="36147"/>
                      </a:cubicBezTo>
                      <a:lnTo>
                        <a:pt x="83769" y="36147"/>
                      </a:lnTo>
                      <a:cubicBezTo>
                        <a:pt x="87105" y="36147"/>
                        <a:pt x="89781" y="33471"/>
                        <a:pt x="89781" y="30135"/>
                      </a:cubicBezTo>
                      <a:lnTo>
                        <a:pt x="89781" y="6049"/>
                      </a:lnTo>
                      <a:cubicBezTo>
                        <a:pt x="89781" y="2677"/>
                        <a:pt x="87105" y="0"/>
                        <a:pt x="83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9"/>
                <p:cNvSpPr/>
                <p:nvPr/>
              </p:nvSpPr>
              <p:spPr>
                <a:xfrm>
                  <a:off x="2216175" y="4461375"/>
                  <a:ext cx="717650" cy="812050"/>
                </a:xfrm>
                <a:custGeom>
                  <a:rect b="b" l="l" r="r" t="t"/>
                  <a:pathLst>
                    <a:path extrusionOk="0" h="32482" w="28706">
                      <a:moveTo>
                        <a:pt x="1" y="0"/>
                      </a:moveTo>
                      <a:lnTo>
                        <a:pt x="1" y="32481"/>
                      </a:lnTo>
                      <a:lnTo>
                        <a:pt x="24527" y="32481"/>
                      </a:lnTo>
                      <a:cubicBezTo>
                        <a:pt x="26836" y="32481"/>
                        <a:pt x="28706" y="30612"/>
                        <a:pt x="28706" y="28302"/>
                      </a:cubicBezTo>
                      <a:lnTo>
                        <a:pt x="28706" y="4216"/>
                      </a:lnTo>
                      <a:cubicBezTo>
                        <a:pt x="28706" y="1870"/>
                        <a:pt x="26800" y="0"/>
                        <a:pt x="244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9"/>
                <p:cNvSpPr/>
                <p:nvPr/>
              </p:nvSpPr>
              <p:spPr>
                <a:xfrm>
                  <a:off x="1498550" y="4461375"/>
                  <a:ext cx="717650" cy="812050"/>
                </a:xfrm>
                <a:custGeom>
                  <a:rect b="b" l="l" r="r" t="t"/>
                  <a:pathLst>
                    <a:path extrusionOk="0" h="32482" w="28706">
                      <a:moveTo>
                        <a:pt x="1" y="0"/>
                      </a:moveTo>
                      <a:lnTo>
                        <a:pt x="1" y="32481"/>
                      </a:lnTo>
                      <a:lnTo>
                        <a:pt x="28706" y="32481"/>
                      </a:lnTo>
                      <a:lnTo>
                        <a:pt x="287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9"/>
                <p:cNvSpPr/>
                <p:nvPr/>
              </p:nvSpPr>
              <p:spPr>
                <a:xfrm>
                  <a:off x="2251925" y="4845400"/>
                  <a:ext cx="60525" cy="51925"/>
                </a:xfrm>
                <a:custGeom>
                  <a:rect b="b" l="l" r="r" t="t"/>
                  <a:pathLst>
                    <a:path extrusionOk="0" h="2077" w="2421">
                      <a:moveTo>
                        <a:pt x="1394" y="0"/>
                      </a:moveTo>
                      <a:cubicBezTo>
                        <a:pt x="477" y="0"/>
                        <a:pt x="1" y="1137"/>
                        <a:pt x="661" y="1760"/>
                      </a:cubicBezTo>
                      <a:cubicBezTo>
                        <a:pt x="879" y="1978"/>
                        <a:pt x="1146" y="2076"/>
                        <a:pt x="1405" y="2076"/>
                      </a:cubicBezTo>
                      <a:cubicBezTo>
                        <a:pt x="1928" y="2076"/>
                        <a:pt x="2420" y="1676"/>
                        <a:pt x="2420" y="1063"/>
                      </a:cubicBezTo>
                      <a:cubicBezTo>
                        <a:pt x="2420" y="477"/>
                        <a:pt x="1944" y="0"/>
                        <a:pt x="13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9"/>
                <p:cNvSpPr/>
                <p:nvPr/>
              </p:nvSpPr>
              <p:spPr>
                <a:xfrm>
                  <a:off x="2102550" y="4845400"/>
                  <a:ext cx="60500" cy="52600"/>
                </a:xfrm>
                <a:custGeom>
                  <a:rect b="b" l="l" r="r" t="t"/>
                  <a:pathLst>
                    <a:path extrusionOk="0" h="2104" w="2420">
                      <a:moveTo>
                        <a:pt x="1027" y="0"/>
                      </a:moveTo>
                      <a:cubicBezTo>
                        <a:pt x="477" y="0"/>
                        <a:pt x="0" y="477"/>
                        <a:pt x="0" y="1063"/>
                      </a:cubicBezTo>
                      <a:cubicBezTo>
                        <a:pt x="0" y="1685"/>
                        <a:pt x="505" y="2104"/>
                        <a:pt x="1037" y="2104"/>
                      </a:cubicBezTo>
                      <a:cubicBezTo>
                        <a:pt x="1289" y="2104"/>
                        <a:pt x="1547" y="2009"/>
                        <a:pt x="1760" y="1796"/>
                      </a:cubicBezTo>
                      <a:cubicBezTo>
                        <a:pt x="2420" y="1137"/>
                        <a:pt x="1943" y="0"/>
                        <a:pt x="10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9"/>
                <p:cNvSpPr/>
                <p:nvPr/>
              </p:nvSpPr>
              <p:spPr>
                <a:xfrm>
                  <a:off x="2260175" y="4837150"/>
                  <a:ext cx="60525" cy="51925"/>
                </a:xfrm>
                <a:custGeom>
                  <a:rect b="b" l="l" r="r" t="t"/>
                  <a:pathLst>
                    <a:path extrusionOk="0" h="2077" w="2421">
                      <a:moveTo>
                        <a:pt x="1394" y="0"/>
                      </a:moveTo>
                      <a:cubicBezTo>
                        <a:pt x="477" y="0"/>
                        <a:pt x="1" y="1137"/>
                        <a:pt x="660" y="1760"/>
                      </a:cubicBezTo>
                      <a:cubicBezTo>
                        <a:pt x="879" y="1978"/>
                        <a:pt x="1146" y="2076"/>
                        <a:pt x="1405" y="2076"/>
                      </a:cubicBezTo>
                      <a:cubicBezTo>
                        <a:pt x="1928" y="2076"/>
                        <a:pt x="2420" y="1676"/>
                        <a:pt x="2420" y="1063"/>
                      </a:cubicBezTo>
                      <a:cubicBezTo>
                        <a:pt x="2420" y="477"/>
                        <a:pt x="1944" y="0"/>
                        <a:pt x="13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9"/>
                <p:cNvSpPr/>
                <p:nvPr/>
              </p:nvSpPr>
              <p:spPr>
                <a:xfrm>
                  <a:off x="2110775" y="4837150"/>
                  <a:ext cx="60525" cy="52600"/>
                </a:xfrm>
                <a:custGeom>
                  <a:rect b="b" l="l" r="r" t="t"/>
                  <a:pathLst>
                    <a:path extrusionOk="0" h="2104" w="2421">
                      <a:moveTo>
                        <a:pt x="1027" y="0"/>
                      </a:moveTo>
                      <a:cubicBezTo>
                        <a:pt x="441" y="0"/>
                        <a:pt x="1" y="477"/>
                        <a:pt x="1" y="1063"/>
                      </a:cubicBezTo>
                      <a:cubicBezTo>
                        <a:pt x="1" y="1685"/>
                        <a:pt x="506" y="2104"/>
                        <a:pt x="1038" y="2104"/>
                      </a:cubicBezTo>
                      <a:cubicBezTo>
                        <a:pt x="1290" y="2104"/>
                        <a:pt x="1548" y="2009"/>
                        <a:pt x="1761" y="1797"/>
                      </a:cubicBezTo>
                      <a:cubicBezTo>
                        <a:pt x="2421" y="1137"/>
                        <a:pt x="1944" y="0"/>
                        <a:pt x="10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9"/>
                <p:cNvSpPr/>
                <p:nvPr/>
              </p:nvSpPr>
              <p:spPr>
                <a:xfrm>
                  <a:off x="780025" y="4461375"/>
                  <a:ext cx="717650" cy="271300"/>
                </a:xfrm>
                <a:custGeom>
                  <a:rect b="b" l="l" r="r" t="t"/>
                  <a:pathLst>
                    <a:path extrusionOk="0" h="10852" w="28706">
                      <a:moveTo>
                        <a:pt x="4216" y="0"/>
                      </a:moveTo>
                      <a:cubicBezTo>
                        <a:pt x="1907" y="0"/>
                        <a:pt x="0" y="1870"/>
                        <a:pt x="0" y="4216"/>
                      </a:cubicBezTo>
                      <a:lnTo>
                        <a:pt x="0" y="10852"/>
                      </a:lnTo>
                      <a:lnTo>
                        <a:pt x="28705" y="10852"/>
                      </a:lnTo>
                      <a:lnTo>
                        <a:pt x="287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9"/>
                <p:cNvSpPr/>
                <p:nvPr/>
              </p:nvSpPr>
              <p:spPr>
                <a:xfrm>
                  <a:off x="780025" y="4731750"/>
                  <a:ext cx="717650" cy="271300"/>
                </a:xfrm>
                <a:custGeom>
                  <a:rect b="b" l="l" r="r" t="t"/>
                  <a:pathLst>
                    <a:path extrusionOk="0" h="10852" w="28706">
                      <a:moveTo>
                        <a:pt x="0" y="0"/>
                      </a:moveTo>
                      <a:lnTo>
                        <a:pt x="0" y="10852"/>
                      </a:lnTo>
                      <a:lnTo>
                        <a:pt x="28705" y="10852"/>
                      </a:lnTo>
                      <a:lnTo>
                        <a:pt x="287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9"/>
                <p:cNvSpPr/>
                <p:nvPr/>
              </p:nvSpPr>
              <p:spPr>
                <a:xfrm>
                  <a:off x="780025" y="5003025"/>
                  <a:ext cx="717650" cy="270400"/>
                </a:xfrm>
                <a:custGeom>
                  <a:rect b="b" l="l" r="r" t="t"/>
                  <a:pathLst>
                    <a:path extrusionOk="0" h="10816" w="28706">
                      <a:moveTo>
                        <a:pt x="0" y="1"/>
                      </a:moveTo>
                      <a:lnTo>
                        <a:pt x="0" y="6636"/>
                      </a:lnTo>
                      <a:cubicBezTo>
                        <a:pt x="0" y="8946"/>
                        <a:pt x="1907" y="10815"/>
                        <a:pt x="4216" y="10815"/>
                      </a:cubicBezTo>
                      <a:lnTo>
                        <a:pt x="28705" y="10815"/>
                      </a:lnTo>
                      <a:lnTo>
                        <a:pt x="287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9"/>
                <p:cNvSpPr/>
                <p:nvPr/>
              </p:nvSpPr>
              <p:spPr>
                <a:xfrm>
                  <a:off x="1022900" y="4597025"/>
                  <a:ext cx="209900" cy="22925"/>
                </a:xfrm>
                <a:custGeom>
                  <a:rect b="b" l="l" r="r" t="t"/>
                  <a:pathLst>
                    <a:path extrusionOk="0" h="917" w="8396">
                      <a:moveTo>
                        <a:pt x="440" y="0"/>
                      </a:moveTo>
                      <a:cubicBezTo>
                        <a:pt x="184" y="0"/>
                        <a:pt x="0" y="183"/>
                        <a:pt x="0" y="440"/>
                      </a:cubicBezTo>
                      <a:cubicBezTo>
                        <a:pt x="0" y="697"/>
                        <a:pt x="184" y="917"/>
                        <a:pt x="440" y="917"/>
                      </a:cubicBezTo>
                      <a:lnTo>
                        <a:pt x="7956" y="917"/>
                      </a:lnTo>
                      <a:cubicBezTo>
                        <a:pt x="8176" y="917"/>
                        <a:pt x="8395" y="697"/>
                        <a:pt x="8395" y="440"/>
                      </a:cubicBezTo>
                      <a:cubicBezTo>
                        <a:pt x="8395" y="183"/>
                        <a:pt x="8176" y="0"/>
                        <a:pt x="7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9"/>
                <p:cNvSpPr/>
                <p:nvPr/>
              </p:nvSpPr>
              <p:spPr>
                <a:xfrm>
                  <a:off x="1022900" y="4863725"/>
                  <a:ext cx="209900" cy="22925"/>
                </a:xfrm>
                <a:custGeom>
                  <a:rect b="b" l="l" r="r" t="t"/>
                  <a:pathLst>
                    <a:path extrusionOk="0" h="917" w="8396">
                      <a:moveTo>
                        <a:pt x="440" y="0"/>
                      </a:moveTo>
                      <a:cubicBezTo>
                        <a:pt x="184" y="0"/>
                        <a:pt x="0" y="184"/>
                        <a:pt x="0" y="440"/>
                      </a:cubicBezTo>
                      <a:cubicBezTo>
                        <a:pt x="0" y="697"/>
                        <a:pt x="184" y="917"/>
                        <a:pt x="440" y="917"/>
                      </a:cubicBezTo>
                      <a:lnTo>
                        <a:pt x="7956" y="917"/>
                      </a:lnTo>
                      <a:cubicBezTo>
                        <a:pt x="8176" y="917"/>
                        <a:pt x="8395" y="697"/>
                        <a:pt x="8395" y="440"/>
                      </a:cubicBezTo>
                      <a:cubicBezTo>
                        <a:pt x="8395" y="184"/>
                        <a:pt x="8176" y="0"/>
                        <a:pt x="7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9"/>
                <p:cNvSpPr/>
                <p:nvPr/>
              </p:nvSpPr>
              <p:spPr>
                <a:xfrm>
                  <a:off x="1022900" y="5130425"/>
                  <a:ext cx="209900" cy="22925"/>
                </a:xfrm>
                <a:custGeom>
                  <a:rect b="b" l="l" r="r" t="t"/>
                  <a:pathLst>
                    <a:path extrusionOk="0" h="917" w="8396">
                      <a:moveTo>
                        <a:pt x="440" y="0"/>
                      </a:moveTo>
                      <a:cubicBezTo>
                        <a:pt x="184" y="0"/>
                        <a:pt x="0" y="184"/>
                        <a:pt x="0" y="440"/>
                      </a:cubicBezTo>
                      <a:cubicBezTo>
                        <a:pt x="0" y="697"/>
                        <a:pt x="184" y="917"/>
                        <a:pt x="440" y="917"/>
                      </a:cubicBezTo>
                      <a:lnTo>
                        <a:pt x="7956" y="917"/>
                      </a:lnTo>
                      <a:cubicBezTo>
                        <a:pt x="8176" y="917"/>
                        <a:pt x="8395" y="697"/>
                        <a:pt x="8395" y="440"/>
                      </a:cubicBezTo>
                      <a:cubicBezTo>
                        <a:pt x="8395" y="184"/>
                        <a:pt x="8176" y="0"/>
                        <a:pt x="7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9"/>
                <p:cNvSpPr/>
                <p:nvPr/>
              </p:nvSpPr>
              <p:spPr>
                <a:xfrm>
                  <a:off x="1033900" y="4585100"/>
                  <a:ext cx="210825" cy="22950"/>
                </a:xfrm>
                <a:custGeom>
                  <a:rect b="b" l="l" r="r" t="t"/>
                  <a:pathLst>
                    <a:path extrusionOk="0" h="918" w="8433">
                      <a:moveTo>
                        <a:pt x="477" y="1"/>
                      </a:moveTo>
                      <a:cubicBezTo>
                        <a:pt x="220" y="1"/>
                        <a:pt x="0" y="221"/>
                        <a:pt x="0" y="477"/>
                      </a:cubicBezTo>
                      <a:cubicBezTo>
                        <a:pt x="0" y="734"/>
                        <a:pt x="220" y="917"/>
                        <a:pt x="477" y="917"/>
                      </a:cubicBezTo>
                      <a:lnTo>
                        <a:pt x="7955" y="917"/>
                      </a:lnTo>
                      <a:cubicBezTo>
                        <a:pt x="8212" y="917"/>
                        <a:pt x="8432" y="734"/>
                        <a:pt x="8432" y="477"/>
                      </a:cubicBezTo>
                      <a:cubicBezTo>
                        <a:pt x="8432" y="221"/>
                        <a:pt x="8212" y="1"/>
                        <a:pt x="79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9"/>
                <p:cNvSpPr/>
                <p:nvPr/>
              </p:nvSpPr>
              <p:spPr>
                <a:xfrm>
                  <a:off x="1033900" y="4851800"/>
                  <a:ext cx="210825" cy="22950"/>
                </a:xfrm>
                <a:custGeom>
                  <a:rect b="b" l="l" r="r" t="t"/>
                  <a:pathLst>
                    <a:path extrusionOk="0" h="918" w="8433">
                      <a:moveTo>
                        <a:pt x="477" y="1"/>
                      </a:moveTo>
                      <a:cubicBezTo>
                        <a:pt x="220" y="1"/>
                        <a:pt x="0" y="221"/>
                        <a:pt x="0" y="477"/>
                      </a:cubicBezTo>
                      <a:cubicBezTo>
                        <a:pt x="0" y="734"/>
                        <a:pt x="220" y="917"/>
                        <a:pt x="477" y="917"/>
                      </a:cubicBezTo>
                      <a:lnTo>
                        <a:pt x="7955" y="917"/>
                      </a:lnTo>
                      <a:cubicBezTo>
                        <a:pt x="8212" y="917"/>
                        <a:pt x="8432" y="734"/>
                        <a:pt x="8432" y="477"/>
                      </a:cubicBezTo>
                      <a:cubicBezTo>
                        <a:pt x="8432" y="221"/>
                        <a:pt x="8212" y="1"/>
                        <a:pt x="79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9"/>
                <p:cNvSpPr/>
                <p:nvPr/>
              </p:nvSpPr>
              <p:spPr>
                <a:xfrm>
                  <a:off x="1033900" y="5118500"/>
                  <a:ext cx="210825" cy="22950"/>
                </a:xfrm>
                <a:custGeom>
                  <a:rect b="b" l="l" r="r" t="t"/>
                  <a:pathLst>
                    <a:path extrusionOk="0" h="918" w="8433">
                      <a:moveTo>
                        <a:pt x="477" y="1"/>
                      </a:moveTo>
                      <a:cubicBezTo>
                        <a:pt x="220" y="1"/>
                        <a:pt x="0" y="221"/>
                        <a:pt x="0" y="477"/>
                      </a:cubicBezTo>
                      <a:cubicBezTo>
                        <a:pt x="0" y="697"/>
                        <a:pt x="220" y="917"/>
                        <a:pt x="477" y="917"/>
                      </a:cubicBezTo>
                      <a:lnTo>
                        <a:pt x="7955" y="917"/>
                      </a:lnTo>
                      <a:cubicBezTo>
                        <a:pt x="8212" y="917"/>
                        <a:pt x="8432" y="697"/>
                        <a:pt x="8432" y="477"/>
                      </a:cubicBezTo>
                      <a:cubicBezTo>
                        <a:pt x="8432" y="221"/>
                        <a:pt x="8212" y="1"/>
                        <a:pt x="79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9"/>
                <p:cNvSpPr/>
                <p:nvPr/>
              </p:nvSpPr>
              <p:spPr>
                <a:xfrm>
                  <a:off x="2215275" y="4461375"/>
                  <a:ext cx="25" cy="812050"/>
                </a:xfrm>
                <a:custGeom>
                  <a:rect b="b" l="l" r="r" t="t"/>
                  <a:pathLst>
                    <a:path extrusionOk="0" fill="none" h="32482" w="1">
                      <a:moveTo>
                        <a:pt x="0" y="32481"/>
                      </a:moveTo>
                      <a:lnTo>
                        <a:pt x="0" y="0"/>
                      </a:lnTo>
                    </a:path>
                  </a:pathLst>
                </a:custGeom>
                <a:noFill/>
                <a:ln cap="flat" cmpd="sng" w="11925">
                  <a:solidFill>
                    <a:schemeClr val="accent6"/>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9"/>
                <p:cNvSpPr/>
                <p:nvPr/>
              </p:nvSpPr>
              <p:spPr>
                <a:xfrm>
                  <a:off x="801100" y="4461375"/>
                  <a:ext cx="2132725" cy="792800"/>
                </a:xfrm>
                <a:custGeom>
                  <a:rect b="b" l="l" r="r" t="t"/>
                  <a:pathLst>
                    <a:path extrusionOk="0" h="31712" w="85309">
                      <a:moveTo>
                        <a:pt x="3373" y="0"/>
                      </a:moveTo>
                      <a:cubicBezTo>
                        <a:pt x="2017" y="0"/>
                        <a:pt x="770" y="660"/>
                        <a:pt x="1" y="1723"/>
                      </a:cubicBezTo>
                      <a:cubicBezTo>
                        <a:pt x="697" y="1210"/>
                        <a:pt x="1577" y="917"/>
                        <a:pt x="2457" y="917"/>
                      </a:cubicBezTo>
                      <a:lnTo>
                        <a:pt x="80836" y="917"/>
                      </a:lnTo>
                      <a:cubicBezTo>
                        <a:pt x="82779" y="917"/>
                        <a:pt x="84392" y="2530"/>
                        <a:pt x="84392" y="4473"/>
                      </a:cubicBezTo>
                      <a:lnTo>
                        <a:pt x="84392" y="29219"/>
                      </a:lnTo>
                      <a:cubicBezTo>
                        <a:pt x="84392" y="30135"/>
                        <a:pt x="84099" y="30978"/>
                        <a:pt x="83586" y="31712"/>
                      </a:cubicBezTo>
                      <a:cubicBezTo>
                        <a:pt x="84649" y="30905"/>
                        <a:pt x="85309" y="29659"/>
                        <a:pt x="85309" y="28302"/>
                      </a:cubicBezTo>
                      <a:lnTo>
                        <a:pt x="85309" y="4216"/>
                      </a:lnTo>
                      <a:cubicBezTo>
                        <a:pt x="85309" y="1870"/>
                        <a:pt x="83403" y="0"/>
                        <a:pt x="81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9"/>
                <p:cNvSpPr/>
                <p:nvPr/>
              </p:nvSpPr>
              <p:spPr>
                <a:xfrm>
                  <a:off x="780025" y="4731750"/>
                  <a:ext cx="717650" cy="25"/>
                </a:xfrm>
                <a:custGeom>
                  <a:rect b="b" l="l" r="r" t="t"/>
                  <a:pathLst>
                    <a:path extrusionOk="0" fill="none" h="1" w="28706">
                      <a:moveTo>
                        <a:pt x="28705" y="0"/>
                      </a:moveTo>
                      <a:lnTo>
                        <a:pt x="0" y="0"/>
                      </a:lnTo>
                    </a:path>
                  </a:pathLst>
                </a:custGeom>
                <a:noFill/>
                <a:ln cap="flat" cmpd="sng" w="11925">
                  <a:solidFill>
                    <a:schemeClr val="accent5"/>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9"/>
                <p:cNvSpPr/>
                <p:nvPr/>
              </p:nvSpPr>
              <p:spPr>
                <a:xfrm>
                  <a:off x="780025" y="5003025"/>
                  <a:ext cx="717650" cy="25"/>
                </a:xfrm>
                <a:custGeom>
                  <a:rect b="b" l="l" r="r" t="t"/>
                  <a:pathLst>
                    <a:path extrusionOk="0" fill="none" h="1" w="28706">
                      <a:moveTo>
                        <a:pt x="0" y="1"/>
                      </a:moveTo>
                      <a:lnTo>
                        <a:pt x="28705" y="1"/>
                      </a:lnTo>
                    </a:path>
                  </a:pathLst>
                </a:custGeom>
                <a:noFill/>
                <a:ln cap="flat" cmpd="sng" w="11925">
                  <a:solidFill>
                    <a:schemeClr val="accent5"/>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5" name="Google Shape;2835;p39"/>
            <p:cNvGrpSpPr/>
            <p:nvPr/>
          </p:nvGrpSpPr>
          <p:grpSpPr>
            <a:xfrm>
              <a:off x="131604" y="2244471"/>
              <a:ext cx="1994170" cy="1099090"/>
              <a:chOff x="5327725" y="2554125"/>
              <a:chExt cx="1756050" cy="967850"/>
            </a:xfrm>
          </p:grpSpPr>
          <p:sp>
            <p:nvSpPr>
              <p:cNvPr id="2836" name="Google Shape;2836;p39"/>
              <p:cNvSpPr/>
              <p:nvPr/>
            </p:nvSpPr>
            <p:spPr>
              <a:xfrm>
                <a:off x="5327725" y="2572450"/>
                <a:ext cx="1671725" cy="949525"/>
              </a:xfrm>
              <a:custGeom>
                <a:rect b="b" l="l" r="r" t="t"/>
                <a:pathLst>
                  <a:path extrusionOk="0" h="37981" w="66869">
                    <a:moveTo>
                      <a:pt x="0" y="1"/>
                    </a:moveTo>
                    <a:lnTo>
                      <a:pt x="0" y="34315"/>
                    </a:lnTo>
                    <a:lnTo>
                      <a:pt x="6892" y="34315"/>
                    </a:lnTo>
                    <a:lnTo>
                      <a:pt x="6746" y="35121"/>
                    </a:lnTo>
                    <a:lnTo>
                      <a:pt x="6306" y="37981"/>
                    </a:lnTo>
                    <a:lnTo>
                      <a:pt x="7589" y="37981"/>
                    </a:lnTo>
                    <a:lnTo>
                      <a:pt x="9605" y="34315"/>
                    </a:lnTo>
                    <a:lnTo>
                      <a:pt x="57264" y="34315"/>
                    </a:lnTo>
                    <a:lnTo>
                      <a:pt x="59243" y="37981"/>
                    </a:lnTo>
                    <a:lnTo>
                      <a:pt x="60563" y="37981"/>
                    </a:lnTo>
                    <a:lnTo>
                      <a:pt x="60086" y="35121"/>
                    </a:lnTo>
                    <a:lnTo>
                      <a:pt x="59976" y="34315"/>
                    </a:lnTo>
                    <a:lnTo>
                      <a:pt x="66869" y="34315"/>
                    </a:lnTo>
                    <a:lnTo>
                      <a:pt x="668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9"/>
              <p:cNvSpPr/>
              <p:nvPr/>
            </p:nvSpPr>
            <p:spPr>
              <a:xfrm>
                <a:off x="5540350" y="3414725"/>
                <a:ext cx="88925" cy="107250"/>
              </a:xfrm>
              <a:custGeom>
                <a:rect b="b" l="l" r="r" t="t"/>
                <a:pathLst>
                  <a:path extrusionOk="0" h="4290" w="3557">
                    <a:moveTo>
                      <a:pt x="660" y="0"/>
                    </a:moveTo>
                    <a:lnTo>
                      <a:pt x="0" y="4290"/>
                    </a:lnTo>
                    <a:lnTo>
                      <a:pt x="1320" y="4290"/>
                    </a:lnTo>
                    <a:lnTo>
                      <a:pt x="3557" y="220"/>
                    </a:lnTo>
                    <a:lnTo>
                      <a:pt x="6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9"/>
              <p:cNvSpPr/>
              <p:nvPr/>
            </p:nvSpPr>
            <p:spPr>
              <a:xfrm>
                <a:off x="5551350" y="3414725"/>
                <a:ext cx="77925" cy="33925"/>
              </a:xfrm>
              <a:custGeom>
                <a:rect b="b" l="l" r="r" t="t"/>
                <a:pathLst>
                  <a:path extrusionOk="0" h="1357" w="3117">
                    <a:moveTo>
                      <a:pt x="220" y="0"/>
                    </a:moveTo>
                    <a:lnTo>
                      <a:pt x="0" y="1357"/>
                    </a:lnTo>
                    <a:lnTo>
                      <a:pt x="2457" y="1357"/>
                    </a:lnTo>
                    <a:lnTo>
                      <a:pt x="3117" y="220"/>
                    </a:lnTo>
                    <a:lnTo>
                      <a:pt x="22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9"/>
              <p:cNvSpPr/>
              <p:nvPr/>
            </p:nvSpPr>
            <p:spPr>
              <a:xfrm>
                <a:off x="6834450" y="3414725"/>
                <a:ext cx="88925" cy="107250"/>
              </a:xfrm>
              <a:custGeom>
                <a:rect b="b" l="l" r="r" t="t"/>
                <a:pathLst>
                  <a:path extrusionOk="0" h="4290" w="3557">
                    <a:moveTo>
                      <a:pt x="2860" y="0"/>
                    </a:moveTo>
                    <a:lnTo>
                      <a:pt x="1" y="220"/>
                    </a:lnTo>
                    <a:lnTo>
                      <a:pt x="2237" y="4290"/>
                    </a:lnTo>
                    <a:lnTo>
                      <a:pt x="3557" y="4290"/>
                    </a:lnTo>
                    <a:lnTo>
                      <a:pt x="28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9"/>
              <p:cNvSpPr/>
              <p:nvPr/>
            </p:nvSpPr>
            <p:spPr>
              <a:xfrm>
                <a:off x="6834450" y="3414725"/>
                <a:ext cx="77025" cy="33925"/>
              </a:xfrm>
              <a:custGeom>
                <a:rect b="b" l="l" r="r" t="t"/>
                <a:pathLst>
                  <a:path extrusionOk="0" h="1357" w="3081">
                    <a:moveTo>
                      <a:pt x="2860" y="0"/>
                    </a:moveTo>
                    <a:lnTo>
                      <a:pt x="1" y="220"/>
                    </a:lnTo>
                    <a:lnTo>
                      <a:pt x="624" y="1357"/>
                    </a:lnTo>
                    <a:lnTo>
                      <a:pt x="3080" y="1357"/>
                    </a:lnTo>
                    <a:lnTo>
                      <a:pt x="28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9"/>
              <p:cNvSpPr/>
              <p:nvPr/>
            </p:nvSpPr>
            <p:spPr>
              <a:xfrm>
                <a:off x="5379050" y="2554125"/>
                <a:ext cx="1704725" cy="874375"/>
              </a:xfrm>
              <a:custGeom>
                <a:rect b="b" l="l" r="r" t="t"/>
                <a:pathLst>
                  <a:path extrusionOk="0" h="34975" w="68189">
                    <a:moveTo>
                      <a:pt x="0" y="0"/>
                    </a:moveTo>
                    <a:lnTo>
                      <a:pt x="0" y="34974"/>
                    </a:lnTo>
                    <a:lnTo>
                      <a:pt x="68188" y="34974"/>
                    </a:lnTo>
                    <a:lnTo>
                      <a:pt x="681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9"/>
              <p:cNvSpPr/>
              <p:nvPr/>
            </p:nvSpPr>
            <p:spPr>
              <a:xfrm>
                <a:off x="6209400" y="3409225"/>
                <a:ext cx="44025" cy="11025"/>
              </a:xfrm>
              <a:custGeom>
                <a:rect b="b" l="l" r="r" t="t"/>
                <a:pathLst>
                  <a:path extrusionOk="0" h="441" w="1761">
                    <a:moveTo>
                      <a:pt x="0" y="0"/>
                    </a:moveTo>
                    <a:lnTo>
                      <a:pt x="0" y="440"/>
                    </a:lnTo>
                    <a:lnTo>
                      <a:pt x="1760" y="440"/>
                    </a:lnTo>
                    <a:lnTo>
                      <a:pt x="17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9"/>
              <p:cNvSpPr/>
              <p:nvPr/>
            </p:nvSpPr>
            <p:spPr>
              <a:xfrm>
                <a:off x="5397375" y="2572450"/>
                <a:ext cx="1668075" cy="828550"/>
              </a:xfrm>
              <a:custGeom>
                <a:rect b="b" l="l" r="r" t="t"/>
                <a:pathLst>
                  <a:path extrusionOk="0" h="33142" w="66723">
                    <a:moveTo>
                      <a:pt x="0" y="1"/>
                    </a:moveTo>
                    <a:lnTo>
                      <a:pt x="0" y="33142"/>
                    </a:lnTo>
                    <a:lnTo>
                      <a:pt x="66722" y="33142"/>
                    </a:lnTo>
                    <a:lnTo>
                      <a:pt x="667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9"/>
              <p:cNvSpPr/>
              <p:nvPr/>
            </p:nvSpPr>
            <p:spPr>
              <a:xfrm>
                <a:off x="5404700" y="2578875"/>
                <a:ext cx="1653400" cy="815700"/>
              </a:xfrm>
              <a:custGeom>
                <a:rect b="b" l="l" r="r" t="t"/>
                <a:pathLst>
                  <a:path extrusionOk="0" h="32628" w="66136">
                    <a:moveTo>
                      <a:pt x="1" y="0"/>
                    </a:moveTo>
                    <a:lnTo>
                      <a:pt x="1" y="32628"/>
                    </a:lnTo>
                    <a:lnTo>
                      <a:pt x="66136" y="32628"/>
                    </a:lnTo>
                    <a:lnTo>
                      <a:pt x="661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9"/>
              <p:cNvSpPr/>
              <p:nvPr/>
            </p:nvSpPr>
            <p:spPr>
              <a:xfrm>
                <a:off x="5397375" y="2572450"/>
                <a:ext cx="438125" cy="438125"/>
              </a:xfrm>
              <a:custGeom>
                <a:rect b="b" l="l" r="r" t="t"/>
                <a:pathLst>
                  <a:path extrusionOk="0" h="17525" w="17525">
                    <a:moveTo>
                      <a:pt x="0" y="1"/>
                    </a:moveTo>
                    <a:lnTo>
                      <a:pt x="0" y="17524"/>
                    </a:lnTo>
                    <a:lnTo>
                      <a:pt x="175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9"/>
              <p:cNvSpPr/>
              <p:nvPr/>
            </p:nvSpPr>
            <p:spPr>
              <a:xfrm>
                <a:off x="5397375" y="2571550"/>
                <a:ext cx="1660725" cy="829450"/>
              </a:xfrm>
              <a:custGeom>
                <a:rect b="b" l="l" r="r" t="t"/>
                <a:pathLst>
                  <a:path extrusionOk="0" h="33178" w="66429">
                    <a:moveTo>
                      <a:pt x="66429" y="24196"/>
                    </a:moveTo>
                    <a:lnTo>
                      <a:pt x="57740" y="32884"/>
                    </a:lnTo>
                    <a:lnTo>
                      <a:pt x="66429" y="32884"/>
                    </a:lnTo>
                    <a:lnTo>
                      <a:pt x="66429" y="24196"/>
                    </a:lnTo>
                    <a:close/>
                    <a:moveTo>
                      <a:pt x="66429" y="15031"/>
                    </a:moveTo>
                    <a:lnTo>
                      <a:pt x="48539" y="32921"/>
                    </a:lnTo>
                    <a:lnTo>
                      <a:pt x="51105" y="32921"/>
                    </a:lnTo>
                    <a:lnTo>
                      <a:pt x="66429" y="17560"/>
                    </a:lnTo>
                    <a:lnTo>
                      <a:pt x="66429" y="15031"/>
                    </a:lnTo>
                    <a:close/>
                    <a:moveTo>
                      <a:pt x="49015" y="0"/>
                    </a:moveTo>
                    <a:lnTo>
                      <a:pt x="15838" y="33141"/>
                    </a:lnTo>
                    <a:lnTo>
                      <a:pt x="24013" y="33141"/>
                    </a:lnTo>
                    <a:lnTo>
                      <a:pt x="57154" y="0"/>
                    </a:lnTo>
                    <a:close/>
                    <a:moveTo>
                      <a:pt x="63643" y="0"/>
                    </a:moveTo>
                    <a:cubicBezTo>
                      <a:pt x="52608" y="11071"/>
                      <a:pt x="41537" y="22106"/>
                      <a:pt x="30502" y="33141"/>
                    </a:cubicBezTo>
                    <a:lnTo>
                      <a:pt x="31455" y="33141"/>
                    </a:lnTo>
                    <a:lnTo>
                      <a:pt x="64596" y="0"/>
                    </a:lnTo>
                    <a:close/>
                    <a:moveTo>
                      <a:pt x="32738" y="0"/>
                    </a:moveTo>
                    <a:lnTo>
                      <a:pt x="0" y="32738"/>
                    </a:lnTo>
                    <a:lnTo>
                      <a:pt x="0" y="33178"/>
                    </a:lnTo>
                    <a:lnTo>
                      <a:pt x="11988" y="33178"/>
                    </a:lnTo>
                    <a:lnTo>
                      <a:pt x="451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3_1_1_1">
    <p:spTree>
      <p:nvGrpSpPr>
        <p:cNvPr id="2847" name="Shape 2847"/>
        <p:cNvGrpSpPr/>
        <p:nvPr/>
      </p:nvGrpSpPr>
      <p:grpSpPr>
        <a:xfrm>
          <a:off x="0" y="0"/>
          <a:ext cx="0" cy="0"/>
          <a:chOff x="0" y="0"/>
          <a:chExt cx="0" cy="0"/>
        </a:xfrm>
      </p:grpSpPr>
      <p:sp>
        <p:nvSpPr>
          <p:cNvPr id="2848" name="Google Shape;2848;p40"/>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0"/>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850" name="Google Shape;2850;p40"/>
          <p:cNvGrpSpPr/>
          <p:nvPr/>
        </p:nvGrpSpPr>
        <p:grpSpPr>
          <a:xfrm>
            <a:off x="2936544" y="-329546"/>
            <a:ext cx="2934233" cy="708308"/>
            <a:chOff x="2375925" y="3297600"/>
            <a:chExt cx="735950" cy="177650"/>
          </a:xfrm>
        </p:grpSpPr>
        <p:sp>
          <p:nvSpPr>
            <p:cNvPr id="2851" name="Google Shape;2851;p40"/>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0"/>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0"/>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0"/>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0"/>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0"/>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7" name="Google Shape;2857;p40"/>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0"/>
          <p:cNvSpPr txBox="1"/>
          <p:nvPr>
            <p:ph type="title"/>
          </p:nvPr>
        </p:nvSpPr>
        <p:spPr>
          <a:xfrm>
            <a:off x="1325679" y="2175505"/>
            <a:ext cx="3067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59" name="Google Shape;2859;p40"/>
          <p:cNvSpPr txBox="1"/>
          <p:nvPr>
            <p:ph hasCustomPrompt="1" idx="2" type="title"/>
          </p:nvPr>
        </p:nvSpPr>
        <p:spPr>
          <a:xfrm>
            <a:off x="1325625" y="1261350"/>
            <a:ext cx="30675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60" name="Google Shape;2860;p40"/>
          <p:cNvSpPr txBox="1"/>
          <p:nvPr>
            <p:ph idx="1" type="subTitle"/>
          </p:nvPr>
        </p:nvSpPr>
        <p:spPr>
          <a:xfrm>
            <a:off x="1325652" y="3380898"/>
            <a:ext cx="30675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3_1_1_1_1">
    <p:spTree>
      <p:nvGrpSpPr>
        <p:cNvPr id="2861" name="Shape 2861"/>
        <p:cNvGrpSpPr/>
        <p:nvPr/>
      </p:nvGrpSpPr>
      <p:grpSpPr>
        <a:xfrm>
          <a:off x="0" y="0"/>
          <a:ext cx="0" cy="0"/>
          <a:chOff x="0" y="0"/>
          <a:chExt cx="0" cy="0"/>
        </a:xfrm>
      </p:grpSpPr>
      <p:sp>
        <p:nvSpPr>
          <p:cNvPr id="2862" name="Google Shape;2862;p41"/>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1"/>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864" name="Google Shape;2864;p41"/>
          <p:cNvGrpSpPr/>
          <p:nvPr/>
        </p:nvGrpSpPr>
        <p:grpSpPr>
          <a:xfrm>
            <a:off x="2936544" y="-329546"/>
            <a:ext cx="2934233" cy="708308"/>
            <a:chOff x="2375925" y="3297600"/>
            <a:chExt cx="735950" cy="177650"/>
          </a:xfrm>
        </p:grpSpPr>
        <p:sp>
          <p:nvSpPr>
            <p:cNvPr id="2865" name="Google Shape;2865;p41"/>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1"/>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1"/>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1"/>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1"/>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1"/>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1" name="Google Shape;2871;p41"/>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1"/>
          <p:cNvSpPr txBox="1"/>
          <p:nvPr>
            <p:ph type="title"/>
          </p:nvPr>
        </p:nvSpPr>
        <p:spPr>
          <a:xfrm>
            <a:off x="3038279" y="2175505"/>
            <a:ext cx="3067500" cy="34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73" name="Google Shape;2873;p41"/>
          <p:cNvSpPr txBox="1"/>
          <p:nvPr>
            <p:ph hasCustomPrompt="1" idx="2" type="title"/>
          </p:nvPr>
        </p:nvSpPr>
        <p:spPr>
          <a:xfrm>
            <a:off x="3038225" y="1261350"/>
            <a:ext cx="30675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74" name="Google Shape;2874;p41"/>
          <p:cNvSpPr txBox="1"/>
          <p:nvPr>
            <p:ph idx="1" type="subTitle"/>
          </p:nvPr>
        </p:nvSpPr>
        <p:spPr>
          <a:xfrm>
            <a:off x="3038252" y="3380898"/>
            <a:ext cx="30675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6">
  <p:cSld name="CUSTOM_3_1_1_1_1_1">
    <p:spTree>
      <p:nvGrpSpPr>
        <p:cNvPr id="2875" name="Shape 2875"/>
        <p:cNvGrpSpPr/>
        <p:nvPr/>
      </p:nvGrpSpPr>
      <p:grpSpPr>
        <a:xfrm>
          <a:off x="0" y="0"/>
          <a:ext cx="0" cy="0"/>
          <a:chOff x="0" y="0"/>
          <a:chExt cx="0" cy="0"/>
        </a:xfrm>
      </p:grpSpPr>
      <p:sp>
        <p:nvSpPr>
          <p:cNvPr id="2876" name="Google Shape;2876;p42"/>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2"/>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878" name="Google Shape;2878;p42"/>
          <p:cNvGrpSpPr/>
          <p:nvPr/>
        </p:nvGrpSpPr>
        <p:grpSpPr>
          <a:xfrm>
            <a:off x="2936544" y="-329546"/>
            <a:ext cx="2934233" cy="708308"/>
            <a:chOff x="2375925" y="3297600"/>
            <a:chExt cx="735950" cy="177650"/>
          </a:xfrm>
        </p:grpSpPr>
        <p:sp>
          <p:nvSpPr>
            <p:cNvPr id="2879" name="Google Shape;2879;p42"/>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2"/>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2"/>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2"/>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2"/>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2"/>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5" name="Google Shape;2885;p42"/>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2"/>
          <p:cNvSpPr txBox="1"/>
          <p:nvPr>
            <p:ph type="title"/>
          </p:nvPr>
        </p:nvSpPr>
        <p:spPr>
          <a:xfrm>
            <a:off x="2301076" y="1834111"/>
            <a:ext cx="4541700" cy="465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87" name="Google Shape;2887;p42"/>
          <p:cNvSpPr txBox="1"/>
          <p:nvPr>
            <p:ph hasCustomPrompt="1" idx="2" type="title"/>
          </p:nvPr>
        </p:nvSpPr>
        <p:spPr>
          <a:xfrm>
            <a:off x="2301075" y="930750"/>
            <a:ext cx="45417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88" name="Google Shape;2888;p42"/>
          <p:cNvSpPr txBox="1"/>
          <p:nvPr>
            <p:ph idx="1" type="subTitle"/>
          </p:nvPr>
        </p:nvSpPr>
        <p:spPr>
          <a:xfrm>
            <a:off x="2301114" y="2411350"/>
            <a:ext cx="45417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889" name="Google Shape;2889;p42"/>
          <p:cNvGrpSpPr/>
          <p:nvPr/>
        </p:nvGrpSpPr>
        <p:grpSpPr>
          <a:xfrm flipH="1">
            <a:off x="-2" y="1228850"/>
            <a:ext cx="1128650" cy="2856855"/>
            <a:chOff x="-221497" y="1179358"/>
            <a:chExt cx="1179732" cy="2866889"/>
          </a:xfrm>
        </p:grpSpPr>
        <p:grpSp>
          <p:nvGrpSpPr>
            <p:cNvPr id="2890" name="Google Shape;2890;p42"/>
            <p:cNvGrpSpPr/>
            <p:nvPr/>
          </p:nvGrpSpPr>
          <p:grpSpPr>
            <a:xfrm>
              <a:off x="-221497" y="1179358"/>
              <a:ext cx="1179732" cy="2866889"/>
              <a:chOff x="-221497" y="1179358"/>
              <a:chExt cx="1179732" cy="2866889"/>
            </a:xfrm>
          </p:grpSpPr>
          <p:grpSp>
            <p:nvGrpSpPr>
              <p:cNvPr id="2891" name="Google Shape;2891;p42"/>
              <p:cNvGrpSpPr/>
              <p:nvPr/>
            </p:nvGrpSpPr>
            <p:grpSpPr>
              <a:xfrm>
                <a:off x="-221497" y="1179358"/>
                <a:ext cx="1179732" cy="2866889"/>
                <a:chOff x="-221497" y="1179358"/>
                <a:chExt cx="1179732" cy="2866889"/>
              </a:xfrm>
            </p:grpSpPr>
            <p:sp>
              <p:nvSpPr>
                <p:cNvPr id="2892" name="Google Shape;2892;p42"/>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2"/>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2"/>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2"/>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2"/>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2"/>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2"/>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2"/>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0" name="Google Shape;2900;p42"/>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1" name="Google Shape;2901;p42"/>
            <p:cNvGrpSpPr/>
            <p:nvPr/>
          </p:nvGrpSpPr>
          <p:grpSpPr>
            <a:xfrm>
              <a:off x="-93016" y="3230957"/>
              <a:ext cx="501676" cy="471172"/>
              <a:chOff x="-93016" y="3230957"/>
              <a:chExt cx="501676" cy="471172"/>
            </a:xfrm>
          </p:grpSpPr>
          <p:sp>
            <p:nvSpPr>
              <p:cNvPr id="2902" name="Google Shape;2902;p42"/>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2"/>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2"/>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2"/>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42"/>
            <p:cNvGrpSpPr/>
            <p:nvPr/>
          </p:nvGrpSpPr>
          <p:grpSpPr>
            <a:xfrm>
              <a:off x="-84300" y="2373940"/>
              <a:ext cx="506786" cy="503866"/>
              <a:chOff x="-84300" y="1516940"/>
              <a:chExt cx="506786" cy="503866"/>
            </a:xfrm>
          </p:grpSpPr>
          <p:sp>
            <p:nvSpPr>
              <p:cNvPr id="2907" name="Google Shape;2907;p42"/>
              <p:cNvSpPr/>
              <p:nvPr/>
            </p:nvSpPr>
            <p:spPr>
              <a:xfrm>
                <a:off x="46397" y="1548872"/>
                <a:ext cx="74797" cy="471923"/>
              </a:xfrm>
              <a:custGeom>
                <a:rect b="b" l="l" r="r" t="t"/>
                <a:pathLst>
                  <a:path extrusionOk="0" h="12562" w="1991">
                    <a:moveTo>
                      <a:pt x="0" y="1"/>
                    </a:moveTo>
                    <a:lnTo>
                      <a:pt x="0" y="12561"/>
                    </a:lnTo>
                    <a:lnTo>
                      <a:pt x="1990" y="12561"/>
                    </a:lnTo>
                    <a:lnTo>
                      <a:pt x="1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2"/>
              <p:cNvSpPr/>
              <p:nvPr/>
            </p:nvSpPr>
            <p:spPr>
              <a:xfrm>
                <a:off x="121156" y="1548872"/>
                <a:ext cx="203315" cy="471923"/>
              </a:xfrm>
              <a:custGeom>
                <a:rect b="b" l="l" r="r" t="t"/>
                <a:pathLst>
                  <a:path extrusionOk="0" h="12562" w="5412">
                    <a:moveTo>
                      <a:pt x="0" y="1"/>
                    </a:moveTo>
                    <a:lnTo>
                      <a:pt x="0" y="12561"/>
                    </a:lnTo>
                    <a:lnTo>
                      <a:pt x="5411" y="12561"/>
                    </a:lnTo>
                    <a:lnTo>
                      <a:pt x="5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2"/>
              <p:cNvSpPr/>
              <p:nvPr/>
            </p:nvSpPr>
            <p:spPr>
              <a:xfrm>
                <a:off x="194488" y="1633098"/>
                <a:ext cx="61723" cy="387697"/>
              </a:xfrm>
              <a:custGeom>
                <a:rect b="b" l="l" r="r" t="t"/>
                <a:pathLst>
                  <a:path extrusionOk="0" h="10320" w="1643">
                    <a:moveTo>
                      <a:pt x="0" y="0"/>
                    </a:moveTo>
                    <a:lnTo>
                      <a:pt x="0" y="10319"/>
                    </a:lnTo>
                    <a:lnTo>
                      <a:pt x="1643" y="10319"/>
                    </a:lnTo>
                    <a:lnTo>
                      <a:pt x="16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2"/>
              <p:cNvSpPr/>
              <p:nvPr/>
            </p:nvSpPr>
            <p:spPr>
              <a:xfrm>
                <a:off x="256174" y="1633098"/>
                <a:ext cx="166311" cy="387697"/>
              </a:xfrm>
              <a:custGeom>
                <a:rect b="b" l="l" r="r" t="t"/>
                <a:pathLst>
                  <a:path extrusionOk="0" h="10320" w="4427">
                    <a:moveTo>
                      <a:pt x="1" y="0"/>
                    </a:moveTo>
                    <a:lnTo>
                      <a:pt x="1" y="10319"/>
                    </a:lnTo>
                    <a:lnTo>
                      <a:pt x="4426" y="10319"/>
                    </a:lnTo>
                    <a:lnTo>
                      <a:pt x="44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1" name="Google Shape;2911;p42"/>
              <p:cNvGrpSpPr/>
              <p:nvPr/>
            </p:nvGrpSpPr>
            <p:grpSpPr>
              <a:xfrm>
                <a:off x="-84300" y="1516940"/>
                <a:ext cx="130702" cy="503866"/>
                <a:chOff x="-84300" y="1516940"/>
                <a:chExt cx="130702" cy="503866"/>
              </a:xfrm>
            </p:grpSpPr>
            <p:sp>
              <p:nvSpPr>
                <p:cNvPr id="2912" name="Google Shape;2912;p42"/>
                <p:cNvSpPr/>
                <p:nvPr/>
              </p:nvSpPr>
              <p:spPr>
                <a:xfrm>
                  <a:off x="-84300" y="1516940"/>
                  <a:ext cx="79906" cy="503855"/>
                </a:xfrm>
                <a:custGeom>
                  <a:rect b="b" l="l" r="r" t="t"/>
                  <a:pathLst>
                    <a:path extrusionOk="0" h="13412" w="2127">
                      <a:moveTo>
                        <a:pt x="1" y="0"/>
                      </a:moveTo>
                      <a:lnTo>
                        <a:pt x="1" y="13411"/>
                      </a:lnTo>
                      <a:lnTo>
                        <a:pt x="2126" y="13411"/>
                      </a:lnTo>
                      <a:lnTo>
                        <a:pt x="2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2"/>
                <p:cNvSpPr/>
                <p:nvPr/>
              </p:nvSpPr>
              <p:spPr>
                <a:xfrm>
                  <a:off x="-5625" y="1516950"/>
                  <a:ext cx="52026" cy="503855"/>
                </a:xfrm>
                <a:custGeom>
                  <a:rect b="b" l="l" r="r" t="t"/>
                  <a:pathLst>
                    <a:path extrusionOk="0" h="13412" w="2127">
                      <a:moveTo>
                        <a:pt x="1" y="0"/>
                      </a:moveTo>
                      <a:lnTo>
                        <a:pt x="1" y="13411"/>
                      </a:lnTo>
                      <a:lnTo>
                        <a:pt x="2126" y="13411"/>
                      </a:lnTo>
                      <a:lnTo>
                        <a:pt x="2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14" name="Google Shape;2914;p42"/>
            <p:cNvGrpSpPr/>
            <p:nvPr/>
          </p:nvGrpSpPr>
          <p:grpSpPr>
            <a:xfrm>
              <a:off x="-93016" y="1549632"/>
              <a:ext cx="501676" cy="471172"/>
              <a:chOff x="-93016" y="3230957"/>
              <a:chExt cx="501676" cy="471172"/>
            </a:xfrm>
          </p:grpSpPr>
          <p:sp>
            <p:nvSpPr>
              <p:cNvPr id="2915" name="Google Shape;2915;p42"/>
              <p:cNvSpPr/>
              <p:nvPr/>
            </p:nvSpPr>
            <p:spPr>
              <a:xfrm>
                <a:off x="-93016" y="3230957"/>
                <a:ext cx="74834" cy="471172"/>
              </a:xfrm>
              <a:custGeom>
                <a:rect b="b" l="l" r="r" t="t"/>
                <a:pathLst>
                  <a:path extrusionOk="0" h="12542" w="1992">
                    <a:moveTo>
                      <a:pt x="1" y="0"/>
                    </a:moveTo>
                    <a:lnTo>
                      <a:pt x="1" y="12542"/>
                    </a:lnTo>
                    <a:lnTo>
                      <a:pt x="1991" y="12542"/>
                    </a:lnTo>
                    <a:lnTo>
                      <a:pt x="19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2"/>
              <p:cNvSpPr/>
              <p:nvPr/>
            </p:nvSpPr>
            <p:spPr>
              <a:xfrm>
                <a:off x="-18219" y="3230957"/>
                <a:ext cx="203278" cy="471172"/>
              </a:xfrm>
              <a:custGeom>
                <a:rect b="b" l="l" r="r" t="t"/>
                <a:pathLst>
                  <a:path extrusionOk="0" h="12542" w="5411">
                    <a:moveTo>
                      <a:pt x="0" y="0"/>
                    </a:moveTo>
                    <a:lnTo>
                      <a:pt x="0" y="12542"/>
                    </a:lnTo>
                    <a:lnTo>
                      <a:pt x="5411" y="12542"/>
                    </a:lnTo>
                    <a:lnTo>
                      <a:pt x="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2"/>
              <p:cNvSpPr/>
              <p:nvPr/>
            </p:nvSpPr>
            <p:spPr>
              <a:xfrm>
                <a:off x="130586" y="3230957"/>
                <a:ext cx="74834" cy="471172"/>
              </a:xfrm>
              <a:custGeom>
                <a:rect b="b" l="l" r="r" t="t"/>
                <a:pathLst>
                  <a:path extrusionOk="0" h="12542" w="1992">
                    <a:moveTo>
                      <a:pt x="1" y="0"/>
                    </a:moveTo>
                    <a:lnTo>
                      <a:pt x="1" y="12542"/>
                    </a:lnTo>
                    <a:lnTo>
                      <a:pt x="1991" y="12542"/>
                    </a:lnTo>
                    <a:lnTo>
                      <a:pt x="19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2"/>
              <p:cNvSpPr/>
              <p:nvPr/>
            </p:nvSpPr>
            <p:spPr>
              <a:xfrm>
                <a:off x="205383" y="3230957"/>
                <a:ext cx="203278" cy="471172"/>
              </a:xfrm>
              <a:custGeom>
                <a:rect b="b" l="l" r="r" t="t"/>
                <a:pathLst>
                  <a:path extrusionOk="0" h="12542" w="5411">
                    <a:moveTo>
                      <a:pt x="0" y="0"/>
                    </a:moveTo>
                    <a:lnTo>
                      <a:pt x="0" y="12542"/>
                    </a:lnTo>
                    <a:lnTo>
                      <a:pt x="5411" y="12542"/>
                    </a:lnTo>
                    <a:lnTo>
                      <a:pt x="54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19" name="Google Shape;2919;p42"/>
          <p:cNvGrpSpPr/>
          <p:nvPr/>
        </p:nvGrpSpPr>
        <p:grpSpPr>
          <a:xfrm>
            <a:off x="7969511" y="629100"/>
            <a:ext cx="842676" cy="749700"/>
            <a:chOff x="597474" y="530075"/>
            <a:chExt cx="842676" cy="749700"/>
          </a:xfrm>
        </p:grpSpPr>
        <p:sp>
          <p:nvSpPr>
            <p:cNvPr id="2920" name="Google Shape;2920;p42"/>
            <p:cNvSpPr/>
            <p:nvPr/>
          </p:nvSpPr>
          <p:spPr>
            <a:xfrm>
              <a:off x="715050" y="530075"/>
              <a:ext cx="725100" cy="74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1" name="Google Shape;2921;p42"/>
            <p:cNvGrpSpPr/>
            <p:nvPr/>
          </p:nvGrpSpPr>
          <p:grpSpPr>
            <a:xfrm>
              <a:off x="597474" y="530137"/>
              <a:ext cx="842566" cy="695015"/>
              <a:chOff x="6651400" y="1853700"/>
              <a:chExt cx="547050" cy="451250"/>
            </a:xfrm>
          </p:grpSpPr>
          <p:sp>
            <p:nvSpPr>
              <p:cNvPr id="2922" name="Google Shape;2922;p42"/>
              <p:cNvSpPr/>
              <p:nvPr/>
            </p:nvSpPr>
            <p:spPr>
              <a:xfrm>
                <a:off x="6708025" y="1865500"/>
                <a:ext cx="490425" cy="434100"/>
              </a:xfrm>
              <a:custGeom>
                <a:rect b="b" l="l" r="r" t="t"/>
                <a:pathLst>
                  <a:path extrusionOk="0" h="17364" w="19617">
                    <a:moveTo>
                      <a:pt x="9815" y="1"/>
                    </a:moveTo>
                    <a:cubicBezTo>
                      <a:pt x="7198" y="1"/>
                      <a:pt x="4608" y="1179"/>
                      <a:pt x="2893" y="3432"/>
                    </a:cubicBezTo>
                    <a:cubicBezTo>
                      <a:pt x="1" y="7240"/>
                      <a:pt x="748" y="12686"/>
                      <a:pt x="4555" y="15602"/>
                    </a:cubicBezTo>
                    <a:cubicBezTo>
                      <a:pt x="6119" y="16789"/>
                      <a:pt x="7960" y="17363"/>
                      <a:pt x="9788" y="17363"/>
                    </a:cubicBezTo>
                    <a:cubicBezTo>
                      <a:pt x="12410" y="17363"/>
                      <a:pt x="15007" y="16182"/>
                      <a:pt x="16725" y="13939"/>
                    </a:cubicBezTo>
                    <a:cubicBezTo>
                      <a:pt x="19616" y="10107"/>
                      <a:pt x="18869" y="4661"/>
                      <a:pt x="15062" y="1770"/>
                    </a:cubicBezTo>
                    <a:cubicBezTo>
                      <a:pt x="13494" y="579"/>
                      <a:pt x="11648" y="1"/>
                      <a:pt x="9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2"/>
              <p:cNvSpPr/>
              <p:nvPr/>
            </p:nvSpPr>
            <p:spPr>
              <a:xfrm>
                <a:off x="6693575" y="1885625"/>
                <a:ext cx="453675" cy="388175"/>
              </a:xfrm>
              <a:custGeom>
                <a:rect b="b" l="l" r="r" t="t"/>
                <a:pathLst>
                  <a:path extrusionOk="0" h="15527" w="18147">
                    <a:moveTo>
                      <a:pt x="10407" y="1"/>
                    </a:moveTo>
                    <a:cubicBezTo>
                      <a:pt x="10392" y="1"/>
                      <a:pt x="10377" y="1"/>
                      <a:pt x="10363" y="1"/>
                    </a:cubicBezTo>
                    <a:cubicBezTo>
                      <a:pt x="3447" y="1"/>
                      <a:pt x="1" y="8363"/>
                      <a:pt x="4892" y="13254"/>
                    </a:cubicBezTo>
                    <a:cubicBezTo>
                      <a:pt x="6477" y="14824"/>
                      <a:pt x="8418" y="15526"/>
                      <a:pt x="10320" y="15526"/>
                    </a:cubicBezTo>
                    <a:cubicBezTo>
                      <a:pt x="14318" y="15526"/>
                      <a:pt x="18146" y="12422"/>
                      <a:pt x="18146" y="7736"/>
                    </a:cubicBezTo>
                    <a:cubicBezTo>
                      <a:pt x="18122" y="3461"/>
                      <a:pt x="14676" y="1"/>
                      <a:pt x="10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2"/>
              <p:cNvSpPr/>
              <p:nvPr/>
            </p:nvSpPr>
            <p:spPr>
              <a:xfrm>
                <a:off x="6651400" y="1853700"/>
                <a:ext cx="527175" cy="451250"/>
              </a:xfrm>
              <a:custGeom>
                <a:rect b="b" l="l" r="r" t="t"/>
                <a:pathLst>
                  <a:path extrusionOk="0" h="18050" w="21087">
                    <a:moveTo>
                      <a:pt x="12094" y="1278"/>
                    </a:moveTo>
                    <a:cubicBezTo>
                      <a:pt x="16363" y="1278"/>
                      <a:pt x="19809" y="4738"/>
                      <a:pt x="19833" y="9013"/>
                    </a:cubicBezTo>
                    <a:cubicBezTo>
                      <a:pt x="19833" y="13699"/>
                      <a:pt x="16005" y="16803"/>
                      <a:pt x="12007" y="16803"/>
                    </a:cubicBezTo>
                    <a:cubicBezTo>
                      <a:pt x="10105" y="16803"/>
                      <a:pt x="8164" y="16101"/>
                      <a:pt x="6579" y="14531"/>
                    </a:cubicBezTo>
                    <a:cubicBezTo>
                      <a:pt x="1688" y="9640"/>
                      <a:pt x="5134" y="1278"/>
                      <a:pt x="12050" y="1278"/>
                    </a:cubicBezTo>
                    <a:cubicBezTo>
                      <a:pt x="12064" y="1278"/>
                      <a:pt x="12079" y="1278"/>
                      <a:pt x="12094" y="1278"/>
                    </a:cubicBezTo>
                    <a:close/>
                    <a:moveTo>
                      <a:pt x="11998" y="1"/>
                    </a:moveTo>
                    <a:cubicBezTo>
                      <a:pt x="9772" y="1"/>
                      <a:pt x="7503" y="828"/>
                      <a:pt x="5664" y="2675"/>
                    </a:cubicBezTo>
                    <a:cubicBezTo>
                      <a:pt x="1" y="8362"/>
                      <a:pt x="4049" y="18050"/>
                      <a:pt x="12074" y="18050"/>
                    </a:cubicBezTo>
                    <a:cubicBezTo>
                      <a:pt x="17062" y="18025"/>
                      <a:pt x="21086" y="13977"/>
                      <a:pt x="21086" y="9013"/>
                    </a:cubicBezTo>
                    <a:cubicBezTo>
                      <a:pt x="21070" y="3578"/>
                      <a:pt x="16626" y="1"/>
                      <a:pt x="11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2"/>
              <p:cNvSpPr/>
              <p:nvPr/>
            </p:nvSpPr>
            <p:spPr>
              <a:xfrm>
                <a:off x="6888775" y="1998175"/>
                <a:ext cx="78325" cy="123625"/>
              </a:xfrm>
              <a:custGeom>
                <a:rect b="b" l="l" r="r" t="t"/>
                <a:pathLst>
                  <a:path extrusionOk="0" h="4945" w="3133">
                    <a:moveTo>
                      <a:pt x="544" y="1"/>
                    </a:moveTo>
                    <a:cubicBezTo>
                      <a:pt x="473" y="1"/>
                      <a:pt x="402" y="17"/>
                      <a:pt x="338" y="53"/>
                    </a:cubicBezTo>
                    <a:cubicBezTo>
                      <a:pt x="97" y="174"/>
                      <a:pt x="0" y="439"/>
                      <a:pt x="121" y="680"/>
                    </a:cubicBezTo>
                    <a:lnTo>
                      <a:pt x="2193" y="4704"/>
                    </a:lnTo>
                    <a:cubicBezTo>
                      <a:pt x="2265" y="4849"/>
                      <a:pt x="2434" y="4945"/>
                      <a:pt x="2603" y="4945"/>
                    </a:cubicBezTo>
                    <a:cubicBezTo>
                      <a:pt x="2675" y="4945"/>
                      <a:pt x="2747" y="4921"/>
                      <a:pt x="2820" y="4897"/>
                    </a:cubicBezTo>
                    <a:cubicBezTo>
                      <a:pt x="3061" y="4776"/>
                      <a:pt x="3133" y="4487"/>
                      <a:pt x="3012" y="4270"/>
                    </a:cubicBezTo>
                    <a:lnTo>
                      <a:pt x="964" y="246"/>
                    </a:lnTo>
                    <a:cubicBezTo>
                      <a:pt x="879" y="94"/>
                      <a:pt x="712"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2"/>
              <p:cNvSpPr/>
              <p:nvPr/>
            </p:nvSpPr>
            <p:spPr>
              <a:xfrm>
                <a:off x="6903225" y="2063175"/>
                <a:ext cx="207975" cy="45375"/>
              </a:xfrm>
              <a:custGeom>
                <a:rect b="b" l="l" r="r" t="t"/>
                <a:pathLst>
                  <a:path extrusionOk="0" h="1815" w="8319">
                    <a:moveTo>
                      <a:pt x="8015" y="0"/>
                    </a:moveTo>
                    <a:cubicBezTo>
                      <a:pt x="7995" y="0"/>
                      <a:pt x="7975" y="2"/>
                      <a:pt x="7953" y="7"/>
                    </a:cubicBezTo>
                    <a:lnTo>
                      <a:pt x="290" y="1333"/>
                    </a:lnTo>
                    <a:cubicBezTo>
                      <a:pt x="1" y="1381"/>
                      <a:pt x="49" y="1815"/>
                      <a:pt x="338" y="1815"/>
                    </a:cubicBezTo>
                    <a:lnTo>
                      <a:pt x="386" y="1791"/>
                    </a:lnTo>
                    <a:lnTo>
                      <a:pt x="8049" y="465"/>
                    </a:lnTo>
                    <a:cubicBezTo>
                      <a:pt x="8318" y="420"/>
                      <a:pt x="8274" y="0"/>
                      <a:pt x="8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7">
  <p:cSld name="CUSTOM_3_1_1_1_1_1_1">
    <p:spTree>
      <p:nvGrpSpPr>
        <p:cNvPr id="2927" name="Shape 2927"/>
        <p:cNvGrpSpPr/>
        <p:nvPr/>
      </p:nvGrpSpPr>
      <p:grpSpPr>
        <a:xfrm>
          <a:off x="0" y="0"/>
          <a:ext cx="0" cy="0"/>
          <a:chOff x="0" y="0"/>
          <a:chExt cx="0" cy="0"/>
        </a:xfrm>
      </p:grpSpPr>
      <p:sp>
        <p:nvSpPr>
          <p:cNvPr id="2928" name="Google Shape;2928;p43"/>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3"/>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2930" name="Google Shape;2930;p43"/>
          <p:cNvGrpSpPr/>
          <p:nvPr/>
        </p:nvGrpSpPr>
        <p:grpSpPr>
          <a:xfrm>
            <a:off x="2936544" y="-329546"/>
            <a:ext cx="2934233" cy="708308"/>
            <a:chOff x="2375925" y="3297600"/>
            <a:chExt cx="735950" cy="177650"/>
          </a:xfrm>
        </p:grpSpPr>
        <p:sp>
          <p:nvSpPr>
            <p:cNvPr id="2931" name="Google Shape;2931;p43"/>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3"/>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3"/>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3"/>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3"/>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3"/>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7" name="Google Shape;2937;p43"/>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3"/>
          <p:cNvSpPr txBox="1"/>
          <p:nvPr>
            <p:ph type="title"/>
          </p:nvPr>
        </p:nvSpPr>
        <p:spPr>
          <a:xfrm>
            <a:off x="4727388" y="2071136"/>
            <a:ext cx="2843400" cy="465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39" name="Google Shape;2939;p43"/>
          <p:cNvSpPr txBox="1"/>
          <p:nvPr>
            <p:ph hasCustomPrompt="1" idx="2" type="title"/>
          </p:nvPr>
        </p:nvSpPr>
        <p:spPr>
          <a:xfrm>
            <a:off x="4727388" y="1200650"/>
            <a:ext cx="28434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40" name="Google Shape;2940;p43"/>
          <p:cNvSpPr txBox="1"/>
          <p:nvPr>
            <p:ph idx="1" type="subTitle"/>
          </p:nvPr>
        </p:nvSpPr>
        <p:spPr>
          <a:xfrm>
            <a:off x="4727413" y="2681250"/>
            <a:ext cx="28434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941" name="Google Shape;2941;p43"/>
          <p:cNvGrpSpPr/>
          <p:nvPr/>
        </p:nvGrpSpPr>
        <p:grpSpPr>
          <a:xfrm>
            <a:off x="-797725" y="2681237"/>
            <a:ext cx="3071647" cy="2378732"/>
            <a:chOff x="-797725" y="2681237"/>
            <a:chExt cx="3071647" cy="2378732"/>
          </a:xfrm>
        </p:grpSpPr>
        <p:grpSp>
          <p:nvGrpSpPr>
            <p:cNvPr id="2942" name="Google Shape;2942;p43"/>
            <p:cNvGrpSpPr/>
            <p:nvPr/>
          </p:nvGrpSpPr>
          <p:grpSpPr>
            <a:xfrm>
              <a:off x="-797725" y="2833641"/>
              <a:ext cx="3071647" cy="2226327"/>
              <a:chOff x="0" y="2801416"/>
              <a:chExt cx="3071647" cy="2226327"/>
            </a:xfrm>
          </p:grpSpPr>
          <p:grpSp>
            <p:nvGrpSpPr>
              <p:cNvPr id="2943" name="Google Shape;2943;p43"/>
              <p:cNvGrpSpPr/>
              <p:nvPr/>
            </p:nvGrpSpPr>
            <p:grpSpPr>
              <a:xfrm>
                <a:off x="0" y="2801416"/>
                <a:ext cx="3071647" cy="2226327"/>
                <a:chOff x="6701325" y="2327691"/>
                <a:chExt cx="3071647" cy="2226327"/>
              </a:xfrm>
            </p:grpSpPr>
            <p:sp>
              <p:nvSpPr>
                <p:cNvPr id="2944" name="Google Shape;2944;p43"/>
                <p:cNvSpPr/>
                <p:nvPr/>
              </p:nvSpPr>
              <p:spPr>
                <a:xfrm>
                  <a:off x="6701325" y="4243499"/>
                  <a:ext cx="3071647" cy="310519"/>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3"/>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3"/>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3"/>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3"/>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3"/>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3"/>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3"/>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3"/>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3"/>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3"/>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3"/>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3"/>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3"/>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3"/>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3"/>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3"/>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3"/>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3"/>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3"/>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3"/>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3"/>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3"/>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3"/>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3"/>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3"/>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3"/>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3"/>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3"/>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3"/>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3"/>
                <p:cNvSpPr/>
                <p:nvPr/>
              </p:nvSpPr>
              <p:spPr>
                <a:xfrm>
                  <a:off x="6834175" y="28393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3"/>
                <p:cNvSpPr/>
                <p:nvPr/>
              </p:nvSpPr>
              <p:spPr>
                <a:xfrm>
                  <a:off x="6780375" y="27904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3"/>
                <p:cNvSpPr/>
                <p:nvPr/>
              </p:nvSpPr>
              <p:spPr>
                <a:xfrm>
                  <a:off x="7532125" y="28197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3"/>
                <p:cNvSpPr/>
                <p:nvPr/>
              </p:nvSpPr>
              <p:spPr>
                <a:xfrm>
                  <a:off x="7532125" y="2905275"/>
                  <a:ext cx="2140970" cy="560036"/>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3"/>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3"/>
                <p:cNvSpPr/>
                <p:nvPr/>
              </p:nvSpPr>
              <p:spPr>
                <a:xfrm>
                  <a:off x="6834175" y="2858926"/>
                  <a:ext cx="702146"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0" name="Google Shape;2980;p43"/>
              <p:cNvSpPr/>
              <p:nvPr/>
            </p:nvSpPr>
            <p:spPr>
              <a:xfrm flipH="1">
                <a:off x="2819026" y="3390025"/>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43"/>
            <p:cNvGrpSpPr/>
            <p:nvPr/>
          </p:nvGrpSpPr>
          <p:grpSpPr>
            <a:xfrm>
              <a:off x="715054" y="2681237"/>
              <a:ext cx="1196923" cy="645039"/>
              <a:chOff x="7183950" y="745675"/>
              <a:chExt cx="836775" cy="450950"/>
            </a:xfrm>
          </p:grpSpPr>
          <p:sp>
            <p:nvSpPr>
              <p:cNvPr id="2982" name="Google Shape;2982;p43"/>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3"/>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3"/>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3"/>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3"/>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3"/>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3"/>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3"/>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3"/>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3"/>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3"/>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3"/>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3"/>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3"/>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3"/>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3"/>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3"/>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3"/>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3"/>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3"/>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3"/>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3"/>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3"/>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8">
  <p:cSld name="CUSTOM_3_1_1_1_1_1_1_1">
    <p:spTree>
      <p:nvGrpSpPr>
        <p:cNvPr id="3005" name="Shape 3005"/>
        <p:cNvGrpSpPr/>
        <p:nvPr/>
      </p:nvGrpSpPr>
      <p:grpSpPr>
        <a:xfrm>
          <a:off x="0" y="0"/>
          <a:ext cx="0" cy="0"/>
          <a:chOff x="0" y="0"/>
          <a:chExt cx="0" cy="0"/>
        </a:xfrm>
      </p:grpSpPr>
      <p:sp>
        <p:nvSpPr>
          <p:cNvPr id="3006" name="Google Shape;3006;p44"/>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008" name="Google Shape;3008;p44"/>
          <p:cNvGrpSpPr/>
          <p:nvPr/>
        </p:nvGrpSpPr>
        <p:grpSpPr>
          <a:xfrm>
            <a:off x="2936544" y="-329546"/>
            <a:ext cx="2934233" cy="708308"/>
            <a:chOff x="2375925" y="3297600"/>
            <a:chExt cx="735950" cy="177650"/>
          </a:xfrm>
        </p:grpSpPr>
        <p:sp>
          <p:nvSpPr>
            <p:cNvPr id="3009" name="Google Shape;3009;p44"/>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4"/>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4"/>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5" name="Google Shape;3015;p44"/>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txBox="1"/>
          <p:nvPr>
            <p:ph type="title"/>
          </p:nvPr>
        </p:nvSpPr>
        <p:spPr>
          <a:xfrm>
            <a:off x="2982045" y="2071136"/>
            <a:ext cx="2843400" cy="465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17" name="Google Shape;3017;p44"/>
          <p:cNvSpPr txBox="1"/>
          <p:nvPr>
            <p:ph hasCustomPrompt="1" idx="2" type="title"/>
          </p:nvPr>
        </p:nvSpPr>
        <p:spPr>
          <a:xfrm>
            <a:off x="2982045" y="1137500"/>
            <a:ext cx="28434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018" name="Google Shape;3018;p44"/>
          <p:cNvSpPr txBox="1"/>
          <p:nvPr>
            <p:ph idx="1" type="subTitle"/>
          </p:nvPr>
        </p:nvSpPr>
        <p:spPr>
          <a:xfrm>
            <a:off x="2982045" y="3341125"/>
            <a:ext cx="28434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019" name="Google Shape;3019;p44"/>
          <p:cNvGrpSpPr/>
          <p:nvPr/>
        </p:nvGrpSpPr>
        <p:grpSpPr>
          <a:xfrm flipH="1">
            <a:off x="-1623439" y="1061190"/>
            <a:ext cx="3439390" cy="3644934"/>
            <a:chOff x="7079785" y="908822"/>
            <a:chExt cx="3491058" cy="3699690"/>
          </a:xfrm>
        </p:grpSpPr>
        <p:sp>
          <p:nvSpPr>
            <p:cNvPr id="3020" name="Google Shape;3020;p44"/>
            <p:cNvSpPr/>
            <p:nvPr/>
          </p:nvSpPr>
          <p:spPr>
            <a:xfrm>
              <a:off x="7079785" y="4349880"/>
              <a:ext cx="3491058" cy="258632"/>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flipH="1">
              <a:off x="7451909" y="908822"/>
              <a:ext cx="1478916" cy="3430361"/>
            </a:xfrm>
            <a:custGeom>
              <a:rect b="b" l="l" r="r" t="t"/>
              <a:pathLst>
                <a:path extrusionOk="0" h="123217" w="53122">
                  <a:moveTo>
                    <a:pt x="6049" y="1"/>
                  </a:moveTo>
                  <a:cubicBezTo>
                    <a:pt x="2713" y="1"/>
                    <a:pt x="1" y="2677"/>
                    <a:pt x="1" y="6013"/>
                  </a:cubicBezTo>
                  <a:lnTo>
                    <a:pt x="1" y="117204"/>
                  </a:lnTo>
                  <a:cubicBezTo>
                    <a:pt x="1" y="120540"/>
                    <a:pt x="2713" y="123216"/>
                    <a:pt x="6049" y="123216"/>
                  </a:cubicBezTo>
                  <a:lnTo>
                    <a:pt x="47109" y="123216"/>
                  </a:lnTo>
                  <a:cubicBezTo>
                    <a:pt x="50445" y="123216"/>
                    <a:pt x="53121" y="120540"/>
                    <a:pt x="53121" y="117204"/>
                  </a:cubicBezTo>
                  <a:lnTo>
                    <a:pt x="53121" y="6013"/>
                  </a:lnTo>
                  <a:cubicBezTo>
                    <a:pt x="53121" y="2677"/>
                    <a:pt x="50445" y="1"/>
                    <a:pt x="47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flipH="1">
              <a:off x="7162067" y="908822"/>
              <a:ext cx="1478889" cy="3430361"/>
            </a:xfrm>
            <a:custGeom>
              <a:rect b="b" l="l" r="r" t="t"/>
              <a:pathLst>
                <a:path extrusionOk="0" h="123217" w="53121">
                  <a:moveTo>
                    <a:pt x="6012" y="1"/>
                  </a:moveTo>
                  <a:cubicBezTo>
                    <a:pt x="2676" y="1"/>
                    <a:pt x="0" y="2677"/>
                    <a:pt x="0" y="6013"/>
                  </a:cubicBezTo>
                  <a:lnTo>
                    <a:pt x="0" y="117204"/>
                  </a:lnTo>
                  <a:cubicBezTo>
                    <a:pt x="0" y="120540"/>
                    <a:pt x="2676" y="123216"/>
                    <a:pt x="6012" y="123216"/>
                  </a:cubicBezTo>
                  <a:lnTo>
                    <a:pt x="47072" y="123216"/>
                  </a:lnTo>
                  <a:cubicBezTo>
                    <a:pt x="50408" y="123216"/>
                    <a:pt x="53121" y="120540"/>
                    <a:pt x="53121" y="117204"/>
                  </a:cubicBezTo>
                  <a:lnTo>
                    <a:pt x="53121" y="6013"/>
                  </a:lnTo>
                  <a:cubicBezTo>
                    <a:pt x="53121" y="2677"/>
                    <a:pt x="50408" y="1"/>
                    <a:pt x="47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rgbClr val="D6CC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flipH="1">
              <a:off x="7213098" y="959852"/>
              <a:ext cx="406241" cy="3328300"/>
            </a:xfrm>
            <a:custGeom>
              <a:rect b="b" l="l" r="r" t="t"/>
              <a:pathLst>
                <a:path extrusionOk="0" h="119551" w="14592">
                  <a:moveTo>
                    <a:pt x="1" y="1"/>
                  </a:moveTo>
                  <a:cubicBezTo>
                    <a:pt x="2310" y="1"/>
                    <a:pt x="4180" y="1871"/>
                    <a:pt x="4180" y="4180"/>
                  </a:cubicBezTo>
                  <a:lnTo>
                    <a:pt x="4180" y="115371"/>
                  </a:lnTo>
                  <a:cubicBezTo>
                    <a:pt x="4180" y="117680"/>
                    <a:pt x="2310" y="119550"/>
                    <a:pt x="1" y="119550"/>
                  </a:cubicBezTo>
                  <a:lnTo>
                    <a:pt x="10376" y="119550"/>
                  </a:lnTo>
                  <a:cubicBezTo>
                    <a:pt x="12685" y="119550"/>
                    <a:pt x="14592" y="117680"/>
                    <a:pt x="14592" y="115371"/>
                  </a:cubicBezTo>
                  <a:lnTo>
                    <a:pt x="14592" y="4180"/>
                  </a:lnTo>
                  <a:cubicBezTo>
                    <a:pt x="14592" y="1871"/>
                    <a:pt x="12685" y="1"/>
                    <a:pt x="10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flipH="1">
              <a:off x="7246784" y="1525283"/>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flipH="1">
              <a:off x="7246784" y="1563062"/>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flipH="1">
              <a:off x="7502940" y="1563062"/>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4"/>
            <p:cNvSpPr/>
            <p:nvPr/>
          </p:nvSpPr>
          <p:spPr>
            <a:xfrm flipH="1">
              <a:off x="7246784" y="2936799"/>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4"/>
            <p:cNvSpPr/>
            <p:nvPr/>
          </p:nvSpPr>
          <p:spPr>
            <a:xfrm flipH="1">
              <a:off x="7246784" y="2975580"/>
              <a:ext cx="256184" cy="153120"/>
            </a:xfrm>
            <a:custGeom>
              <a:rect b="b" l="l" r="r" t="t"/>
              <a:pathLst>
                <a:path extrusionOk="0" h="5500" w="9202">
                  <a:moveTo>
                    <a:pt x="0" y="1"/>
                  </a:moveTo>
                  <a:lnTo>
                    <a:pt x="0" y="5500"/>
                  </a:lnTo>
                  <a:lnTo>
                    <a:pt x="92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flipH="1">
              <a:off x="7502940" y="2974578"/>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flipH="1">
              <a:off x="7246784" y="3457323"/>
              <a:ext cx="1343141" cy="830829"/>
            </a:xfrm>
            <a:custGeom>
              <a:rect b="b" l="l" r="r" t="t"/>
              <a:pathLst>
                <a:path extrusionOk="0" h="29843" w="48245">
                  <a:moveTo>
                    <a:pt x="0" y="1"/>
                  </a:moveTo>
                  <a:lnTo>
                    <a:pt x="0" y="25736"/>
                  </a:lnTo>
                  <a:cubicBezTo>
                    <a:pt x="0" y="28009"/>
                    <a:pt x="1833" y="29842"/>
                    <a:pt x="4106" y="29842"/>
                  </a:cubicBezTo>
                  <a:lnTo>
                    <a:pt x="44139" y="29842"/>
                  </a:lnTo>
                  <a:cubicBezTo>
                    <a:pt x="46412" y="29842"/>
                    <a:pt x="48245" y="28009"/>
                    <a:pt x="48245" y="25736"/>
                  </a:cubicBez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flipH="1">
              <a:off x="7246784" y="3457323"/>
              <a:ext cx="1343141" cy="38809"/>
            </a:xfrm>
            <a:custGeom>
              <a:rect b="b" l="l" r="r" t="t"/>
              <a:pathLst>
                <a:path extrusionOk="0" h="1394" w="48245">
                  <a:moveTo>
                    <a:pt x="0" y="1"/>
                  </a:moveTo>
                  <a:lnTo>
                    <a:pt x="0" y="1394"/>
                  </a:lnTo>
                  <a:lnTo>
                    <a:pt x="48245" y="1394"/>
                  </a:lnTo>
                  <a:lnTo>
                    <a:pt x="482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4"/>
            <p:cNvSpPr/>
            <p:nvPr/>
          </p:nvSpPr>
          <p:spPr>
            <a:xfrm flipH="1">
              <a:off x="7246784" y="3496104"/>
              <a:ext cx="1343141" cy="17372"/>
            </a:xfrm>
            <a:custGeom>
              <a:rect b="b" l="l" r="r" t="t"/>
              <a:pathLst>
                <a:path extrusionOk="0" h="624" w="48245">
                  <a:moveTo>
                    <a:pt x="0" y="1"/>
                  </a:moveTo>
                  <a:lnTo>
                    <a:pt x="0" y="624"/>
                  </a:lnTo>
                  <a:lnTo>
                    <a:pt x="48245" y="624"/>
                  </a:lnTo>
                  <a:lnTo>
                    <a:pt x="482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flipH="1">
              <a:off x="7918341" y="3496132"/>
              <a:ext cx="1141" cy="785938"/>
            </a:xfrm>
            <a:custGeom>
              <a:rect b="b" l="l" r="r" t="t"/>
              <a:pathLst>
                <a:path extrusionOk="0" fill="none" h="27937" w="1">
                  <a:moveTo>
                    <a:pt x="0" y="27936"/>
                  </a:moveTo>
                  <a:lnTo>
                    <a:pt x="0" y="1"/>
                  </a:lnTo>
                </a:path>
              </a:pathLst>
            </a:custGeom>
            <a:noFill/>
            <a:ln cap="flat" cmpd="sng" w="11925">
              <a:solidFill>
                <a:schemeClr val="accent5"/>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flipH="1">
              <a:off x="7855060" y="3768602"/>
              <a:ext cx="25557" cy="233772"/>
            </a:xfrm>
            <a:custGeom>
              <a:rect b="b" l="l" r="r" t="t"/>
              <a:pathLst>
                <a:path extrusionOk="0" h="8397" w="918">
                  <a:moveTo>
                    <a:pt x="441" y="1"/>
                  </a:moveTo>
                  <a:cubicBezTo>
                    <a:pt x="184" y="1"/>
                    <a:pt x="1" y="221"/>
                    <a:pt x="1" y="478"/>
                  </a:cubicBezTo>
                  <a:lnTo>
                    <a:pt x="1" y="7956"/>
                  </a:lnTo>
                  <a:cubicBezTo>
                    <a:pt x="1" y="8213"/>
                    <a:pt x="184" y="8396"/>
                    <a:pt x="441" y="8396"/>
                  </a:cubicBezTo>
                  <a:cubicBezTo>
                    <a:pt x="697" y="8396"/>
                    <a:pt x="917" y="8213"/>
                    <a:pt x="917" y="7956"/>
                  </a:cubicBezTo>
                  <a:lnTo>
                    <a:pt x="917" y="478"/>
                  </a:lnTo>
                  <a:cubicBezTo>
                    <a:pt x="917" y="221"/>
                    <a:pt x="697" y="1"/>
                    <a:pt x="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flipH="1">
              <a:off x="7981621" y="3768602"/>
              <a:ext cx="25529" cy="233772"/>
            </a:xfrm>
            <a:custGeom>
              <a:rect b="b" l="l" r="r" t="t"/>
              <a:pathLst>
                <a:path extrusionOk="0" h="8397" w="917">
                  <a:moveTo>
                    <a:pt x="477" y="1"/>
                  </a:moveTo>
                  <a:cubicBezTo>
                    <a:pt x="220" y="1"/>
                    <a:pt x="0" y="221"/>
                    <a:pt x="0" y="478"/>
                  </a:cubicBezTo>
                  <a:lnTo>
                    <a:pt x="0" y="7956"/>
                  </a:lnTo>
                  <a:cubicBezTo>
                    <a:pt x="0" y="8213"/>
                    <a:pt x="220" y="8396"/>
                    <a:pt x="477" y="8396"/>
                  </a:cubicBezTo>
                  <a:cubicBezTo>
                    <a:pt x="733" y="8396"/>
                    <a:pt x="917" y="8213"/>
                    <a:pt x="917" y="7956"/>
                  </a:cubicBezTo>
                  <a:lnTo>
                    <a:pt x="917" y="478"/>
                  </a:lnTo>
                  <a:cubicBezTo>
                    <a:pt x="917" y="221"/>
                    <a:pt x="733" y="1"/>
                    <a:pt x="4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flipH="1">
              <a:off x="7842811" y="3756380"/>
              <a:ext cx="25557" cy="233745"/>
            </a:xfrm>
            <a:custGeom>
              <a:rect b="b" l="l" r="r" t="t"/>
              <a:pathLst>
                <a:path extrusionOk="0" h="8396" w="918">
                  <a:moveTo>
                    <a:pt x="477" y="0"/>
                  </a:moveTo>
                  <a:cubicBezTo>
                    <a:pt x="221" y="0"/>
                    <a:pt x="1" y="183"/>
                    <a:pt x="1" y="440"/>
                  </a:cubicBezTo>
                  <a:lnTo>
                    <a:pt x="1" y="7919"/>
                  </a:lnTo>
                  <a:cubicBezTo>
                    <a:pt x="1" y="8175"/>
                    <a:pt x="221" y="8395"/>
                    <a:pt x="477" y="8395"/>
                  </a:cubicBezTo>
                  <a:cubicBezTo>
                    <a:pt x="697" y="8395"/>
                    <a:pt x="917" y="8175"/>
                    <a:pt x="917" y="7919"/>
                  </a:cubicBezTo>
                  <a:lnTo>
                    <a:pt x="917" y="440"/>
                  </a:lnTo>
                  <a:cubicBezTo>
                    <a:pt x="917" y="183"/>
                    <a:pt x="697"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flipH="1">
              <a:off x="7968341" y="3756380"/>
              <a:ext cx="25557" cy="233745"/>
            </a:xfrm>
            <a:custGeom>
              <a:rect b="b" l="l" r="r" t="t"/>
              <a:pathLst>
                <a:path extrusionOk="0" h="8396" w="918">
                  <a:moveTo>
                    <a:pt x="441" y="0"/>
                  </a:moveTo>
                  <a:cubicBezTo>
                    <a:pt x="184" y="0"/>
                    <a:pt x="1" y="183"/>
                    <a:pt x="1" y="440"/>
                  </a:cubicBezTo>
                  <a:lnTo>
                    <a:pt x="1" y="7919"/>
                  </a:lnTo>
                  <a:cubicBezTo>
                    <a:pt x="1" y="8175"/>
                    <a:pt x="184" y="8395"/>
                    <a:pt x="441" y="8395"/>
                  </a:cubicBezTo>
                  <a:cubicBezTo>
                    <a:pt x="697" y="8395"/>
                    <a:pt x="917" y="8175"/>
                    <a:pt x="917" y="7919"/>
                  </a:cubicBezTo>
                  <a:lnTo>
                    <a:pt x="917" y="440"/>
                  </a:lnTo>
                  <a:cubicBezTo>
                    <a:pt x="917" y="183"/>
                    <a:pt x="697" y="0"/>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flipH="1">
              <a:off x="7312097" y="4339155"/>
              <a:ext cx="169434" cy="139840"/>
            </a:xfrm>
            <a:custGeom>
              <a:rect b="b" l="l" r="r" t="t"/>
              <a:pathLst>
                <a:path extrusionOk="0" h="5023" w="6086">
                  <a:moveTo>
                    <a:pt x="0" y="0"/>
                  </a:moveTo>
                  <a:lnTo>
                    <a:pt x="3079" y="5022"/>
                  </a:lnTo>
                  <a:lnTo>
                    <a:pt x="6086" y="5022"/>
                  </a:lnTo>
                  <a:lnTo>
                    <a:pt x="44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flipH="1">
              <a:off x="7600937" y="4339155"/>
              <a:ext cx="169434" cy="139840"/>
            </a:xfrm>
            <a:custGeom>
              <a:rect b="b" l="l" r="r" t="t"/>
              <a:pathLst>
                <a:path extrusionOk="0" h="5023" w="6086">
                  <a:moveTo>
                    <a:pt x="0" y="0"/>
                  </a:moveTo>
                  <a:lnTo>
                    <a:pt x="3043" y="5022"/>
                  </a:lnTo>
                  <a:lnTo>
                    <a:pt x="6086" y="5022"/>
                  </a:lnTo>
                  <a:lnTo>
                    <a:pt x="44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flipH="1">
              <a:off x="7340661" y="4339155"/>
              <a:ext cx="140870" cy="51059"/>
            </a:xfrm>
            <a:custGeom>
              <a:rect b="b" l="l" r="r" t="t"/>
              <a:pathLst>
                <a:path extrusionOk="0" h="1834" w="5060">
                  <a:moveTo>
                    <a:pt x="0" y="0"/>
                  </a:moveTo>
                  <a:lnTo>
                    <a:pt x="1100" y="1833"/>
                  </a:lnTo>
                  <a:lnTo>
                    <a:pt x="5059" y="1833"/>
                  </a:lnTo>
                  <a:lnTo>
                    <a:pt x="44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rgbClr val="EEC4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flipH="1">
              <a:off x="8611334" y="4339155"/>
              <a:ext cx="169462" cy="139840"/>
            </a:xfrm>
            <a:custGeom>
              <a:rect b="b" l="l" r="r" t="t"/>
              <a:pathLst>
                <a:path extrusionOk="0" h="5023" w="6087">
                  <a:moveTo>
                    <a:pt x="1614" y="0"/>
                  </a:moveTo>
                  <a:lnTo>
                    <a:pt x="1" y="5022"/>
                  </a:lnTo>
                  <a:lnTo>
                    <a:pt x="3007" y="5022"/>
                  </a:lnTo>
                  <a:lnTo>
                    <a:pt x="60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8" name="Google Shape;3048;p44"/>
            <p:cNvGrpSpPr/>
            <p:nvPr/>
          </p:nvGrpSpPr>
          <p:grpSpPr>
            <a:xfrm flipH="1">
              <a:off x="7399420" y="1088976"/>
              <a:ext cx="1190312" cy="437061"/>
              <a:chOff x="7183950" y="745675"/>
              <a:chExt cx="836775" cy="450950"/>
            </a:xfrm>
          </p:grpSpPr>
          <p:sp>
            <p:nvSpPr>
              <p:cNvPr id="3049" name="Google Shape;3049;p44"/>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4"/>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4"/>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4"/>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4"/>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4"/>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4"/>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4"/>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4"/>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4"/>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4"/>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4"/>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4"/>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4"/>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4"/>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4"/>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2" name="Google Shape;3072;p44"/>
            <p:cNvSpPr/>
            <p:nvPr/>
          </p:nvSpPr>
          <p:spPr>
            <a:xfrm flipH="1">
              <a:off x="8248005" y="2189524"/>
              <a:ext cx="82185" cy="194567"/>
            </a:xfrm>
            <a:custGeom>
              <a:rect b="b" l="l" r="r" t="t"/>
              <a:pathLst>
                <a:path extrusionOk="0" h="8030" w="2311">
                  <a:moveTo>
                    <a:pt x="1" y="1"/>
                  </a:moveTo>
                  <a:lnTo>
                    <a:pt x="1" y="8029"/>
                  </a:lnTo>
                  <a:lnTo>
                    <a:pt x="2310" y="8029"/>
                  </a:lnTo>
                  <a:lnTo>
                    <a:pt x="23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4"/>
            <p:cNvSpPr/>
            <p:nvPr/>
          </p:nvSpPr>
          <p:spPr>
            <a:xfrm flipH="1">
              <a:off x="8121545" y="2360079"/>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4"/>
            <p:cNvSpPr/>
            <p:nvPr/>
          </p:nvSpPr>
          <p:spPr>
            <a:xfrm flipH="1">
              <a:off x="7507487" y="2022531"/>
              <a:ext cx="143459" cy="43541"/>
            </a:xfrm>
            <a:custGeom>
              <a:rect b="b" l="l" r="r" t="t"/>
              <a:pathLst>
                <a:path extrusionOk="0" h="1797" w="4034">
                  <a:moveTo>
                    <a:pt x="3813" y="1"/>
                  </a:moveTo>
                  <a:lnTo>
                    <a:pt x="1" y="770"/>
                  </a:lnTo>
                  <a:lnTo>
                    <a:pt x="184" y="1797"/>
                  </a:lnTo>
                  <a:lnTo>
                    <a:pt x="4033" y="990"/>
                  </a:lnTo>
                  <a:lnTo>
                    <a:pt x="38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5" name="Google Shape;3075;p44"/>
            <p:cNvGrpSpPr/>
            <p:nvPr/>
          </p:nvGrpSpPr>
          <p:grpSpPr>
            <a:xfrm>
              <a:off x="7430969" y="2591991"/>
              <a:ext cx="984368" cy="344707"/>
              <a:chOff x="937650" y="3222250"/>
              <a:chExt cx="895450" cy="355625"/>
            </a:xfrm>
          </p:grpSpPr>
          <p:sp>
            <p:nvSpPr>
              <p:cNvPr id="3076" name="Google Shape;3076;p44"/>
              <p:cNvSpPr/>
              <p:nvPr/>
            </p:nvSpPr>
            <p:spPr>
              <a:xfrm>
                <a:off x="1077875" y="3235100"/>
                <a:ext cx="220000" cy="342775"/>
              </a:xfrm>
              <a:custGeom>
                <a:rect b="b" l="l" r="r" t="t"/>
                <a:pathLst>
                  <a:path extrusionOk="0" h="13711" w="8800">
                    <a:moveTo>
                      <a:pt x="4363" y="0"/>
                    </a:moveTo>
                    <a:lnTo>
                      <a:pt x="1541" y="37"/>
                    </a:lnTo>
                    <a:cubicBezTo>
                      <a:pt x="1467" y="37"/>
                      <a:pt x="1431" y="110"/>
                      <a:pt x="1431" y="183"/>
                    </a:cubicBezTo>
                    <a:lnTo>
                      <a:pt x="1431" y="293"/>
                    </a:lnTo>
                    <a:cubicBezTo>
                      <a:pt x="1101" y="477"/>
                      <a:pt x="1467" y="697"/>
                      <a:pt x="1467" y="697"/>
                    </a:cubicBezTo>
                    <a:lnTo>
                      <a:pt x="1467" y="1173"/>
                    </a:lnTo>
                    <a:cubicBezTo>
                      <a:pt x="1137" y="1320"/>
                      <a:pt x="1137" y="1796"/>
                      <a:pt x="1467" y="1980"/>
                    </a:cubicBezTo>
                    <a:cubicBezTo>
                      <a:pt x="551" y="2713"/>
                      <a:pt x="1" y="3849"/>
                      <a:pt x="38" y="5059"/>
                    </a:cubicBezTo>
                    <a:cubicBezTo>
                      <a:pt x="38" y="6929"/>
                      <a:pt x="258" y="12208"/>
                      <a:pt x="441" y="13711"/>
                    </a:cubicBezTo>
                    <a:lnTo>
                      <a:pt x="8506" y="13711"/>
                    </a:lnTo>
                    <a:cubicBezTo>
                      <a:pt x="8653" y="12355"/>
                      <a:pt x="8799" y="6892"/>
                      <a:pt x="8763" y="4986"/>
                    </a:cubicBezTo>
                    <a:cubicBezTo>
                      <a:pt x="8763" y="3776"/>
                      <a:pt x="8249" y="2640"/>
                      <a:pt x="7296" y="1906"/>
                    </a:cubicBezTo>
                    <a:cubicBezTo>
                      <a:pt x="7626" y="1760"/>
                      <a:pt x="7626" y="1283"/>
                      <a:pt x="7296" y="1100"/>
                    </a:cubicBezTo>
                    <a:lnTo>
                      <a:pt x="7296" y="660"/>
                    </a:lnTo>
                    <a:cubicBezTo>
                      <a:pt x="7296" y="660"/>
                      <a:pt x="7626" y="440"/>
                      <a:pt x="7333" y="220"/>
                    </a:cubicBezTo>
                    <a:lnTo>
                      <a:pt x="7333" y="110"/>
                    </a:lnTo>
                    <a:cubicBezTo>
                      <a:pt x="7333" y="37"/>
                      <a:pt x="7260" y="0"/>
                      <a:pt x="7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4"/>
              <p:cNvSpPr/>
              <p:nvPr/>
            </p:nvSpPr>
            <p:spPr>
              <a:xfrm>
                <a:off x="1098975" y="3222250"/>
                <a:ext cx="176900" cy="33025"/>
              </a:xfrm>
              <a:custGeom>
                <a:rect b="b" l="l" r="r" t="t"/>
                <a:pathLst>
                  <a:path extrusionOk="0" h="1321" w="7076">
                    <a:moveTo>
                      <a:pt x="257" y="1"/>
                    </a:moveTo>
                    <a:lnTo>
                      <a:pt x="0" y="1321"/>
                    </a:lnTo>
                    <a:lnTo>
                      <a:pt x="7076" y="1321"/>
                    </a:lnTo>
                    <a:lnTo>
                      <a:pt x="6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4"/>
              <p:cNvSpPr/>
              <p:nvPr/>
            </p:nvSpPr>
            <p:spPr>
              <a:xfrm>
                <a:off x="937650" y="3313000"/>
                <a:ext cx="219075" cy="264875"/>
              </a:xfrm>
              <a:custGeom>
                <a:rect b="b" l="l" r="r" t="t"/>
                <a:pathLst>
                  <a:path extrusionOk="0" h="10595" w="8763">
                    <a:moveTo>
                      <a:pt x="7150" y="0"/>
                    </a:moveTo>
                    <a:lnTo>
                      <a:pt x="4363" y="37"/>
                    </a:lnTo>
                    <a:lnTo>
                      <a:pt x="1541" y="37"/>
                    </a:lnTo>
                    <a:cubicBezTo>
                      <a:pt x="1467" y="37"/>
                      <a:pt x="1394" y="110"/>
                      <a:pt x="1394" y="183"/>
                    </a:cubicBezTo>
                    <a:lnTo>
                      <a:pt x="1394" y="293"/>
                    </a:lnTo>
                    <a:cubicBezTo>
                      <a:pt x="1101" y="477"/>
                      <a:pt x="1431" y="697"/>
                      <a:pt x="1431" y="697"/>
                    </a:cubicBezTo>
                    <a:lnTo>
                      <a:pt x="1431" y="1137"/>
                    </a:lnTo>
                    <a:cubicBezTo>
                      <a:pt x="1101" y="1320"/>
                      <a:pt x="1101" y="1797"/>
                      <a:pt x="1431" y="1980"/>
                    </a:cubicBezTo>
                    <a:cubicBezTo>
                      <a:pt x="514" y="2713"/>
                      <a:pt x="1" y="3849"/>
                      <a:pt x="1" y="5059"/>
                    </a:cubicBezTo>
                    <a:cubicBezTo>
                      <a:pt x="1" y="6929"/>
                      <a:pt x="1504" y="9092"/>
                      <a:pt x="1651" y="10595"/>
                    </a:cubicBezTo>
                    <a:lnTo>
                      <a:pt x="6930" y="10595"/>
                    </a:lnTo>
                    <a:cubicBezTo>
                      <a:pt x="7076" y="9239"/>
                      <a:pt x="8763" y="6892"/>
                      <a:pt x="8726" y="4986"/>
                    </a:cubicBezTo>
                    <a:cubicBezTo>
                      <a:pt x="8763" y="3776"/>
                      <a:pt x="8213" y="2676"/>
                      <a:pt x="7260" y="1906"/>
                    </a:cubicBezTo>
                    <a:cubicBezTo>
                      <a:pt x="7590" y="1760"/>
                      <a:pt x="7590" y="1283"/>
                      <a:pt x="7260" y="1100"/>
                    </a:cubicBezTo>
                    <a:lnTo>
                      <a:pt x="7260" y="660"/>
                    </a:lnTo>
                    <a:cubicBezTo>
                      <a:pt x="7260" y="660"/>
                      <a:pt x="7626" y="440"/>
                      <a:pt x="7296" y="257"/>
                    </a:cubicBezTo>
                    <a:lnTo>
                      <a:pt x="7296" y="110"/>
                    </a:lnTo>
                    <a:cubicBezTo>
                      <a:pt x="7296" y="37"/>
                      <a:pt x="7223" y="0"/>
                      <a:pt x="7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4"/>
              <p:cNvSpPr/>
              <p:nvPr/>
            </p:nvSpPr>
            <p:spPr>
              <a:xfrm>
                <a:off x="957825" y="3300150"/>
                <a:ext cx="176900" cy="33950"/>
              </a:xfrm>
              <a:custGeom>
                <a:rect b="b" l="l" r="r" t="t"/>
                <a:pathLst>
                  <a:path extrusionOk="0" h="1358" w="7076">
                    <a:moveTo>
                      <a:pt x="257" y="1"/>
                    </a:moveTo>
                    <a:lnTo>
                      <a:pt x="0" y="1357"/>
                    </a:lnTo>
                    <a:lnTo>
                      <a:pt x="7076" y="1357"/>
                    </a:lnTo>
                    <a:lnTo>
                      <a:pt x="68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4"/>
              <p:cNvSpPr/>
              <p:nvPr/>
            </p:nvSpPr>
            <p:spPr>
              <a:xfrm>
                <a:off x="1390425" y="3280000"/>
                <a:ext cx="191575" cy="297875"/>
              </a:xfrm>
              <a:custGeom>
                <a:rect b="b" l="l" r="r" t="t"/>
                <a:pathLst>
                  <a:path extrusionOk="0" h="11915" w="7663">
                    <a:moveTo>
                      <a:pt x="6232" y="0"/>
                    </a:moveTo>
                    <a:lnTo>
                      <a:pt x="3776" y="37"/>
                    </a:lnTo>
                    <a:lnTo>
                      <a:pt x="1320" y="37"/>
                    </a:lnTo>
                    <a:cubicBezTo>
                      <a:pt x="1283" y="37"/>
                      <a:pt x="1210" y="74"/>
                      <a:pt x="1210" y="147"/>
                    </a:cubicBezTo>
                    <a:lnTo>
                      <a:pt x="1210" y="257"/>
                    </a:lnTo>
                    <a:cubicBezTo>
                      <a:pt x="953" y="440"/>
                      <a:pt x="1246" y="624"/>
                      <a:pt x="1246" y="624"/>
                    </a:cubicBezTo>
                    <a:lnTo>
                      <a:pt x="1246" y="990"/>
                    </a:lnTo>
                    <a:cubicBezTo>
                      <a:pt x="953" y="1100"/>
                      <a:pt x="953" y="1577"/>
                      <a:pt x="1246" y="1687"/>
                    </a:cubicBezTo>
                    <a:cubicBezTo>
                      <a:pt x="440" y="2347"/>
                      <a:pt x="0" y="3373"/>
                      <a:pt x="37" y="4400"/>
                    </a:cubicBezTo>
                    <a:cubicBezTo>
                      <a:pt x="37" y="6013"/>
                      <a:pt x="257" y="10632"/>
                      <a:pt x="403" y="11915"/>
                    </a:cubicBezTo>
                    <a:lnTo>
                      <a:pt x="7405" y="11915"/>
                    </a:lnTo>
                    <a:cubicBezTo>
                      <a:pt x="7515" y="10705"/>
                      <a:pt x="7662" y="5976"/>
                      <a:pt x="7625" y="4326"/>
                    </a:cubicBezTo>
                    <a:cubicBezTo>
                      <a:pt x="7625" y="3300"/>
                      <a:pt x="7149" y="2310"/>
                      <a:pt x="6342" y="1687"/>
                    </a:cubicBezTo>
                    <a:cubicBezTo>
                      <a:pt x="6636" y="1540"/>
                      <a:pt x="6636" y="1100"/>
                      <a:pt x="6342" y="954"/>
                    </a:cubicBezTo>
                    <a:lnTo>
                      <a:pt x="6342" y="587"/>
                    </a:lnTo>
                    <a:cubicBezTo>
                      <a:pt x="6342" y="587"/>
                      <a:pt x="6636" y="404"/>
                      <a:pt x="6342" y="220"/>
                    </a:cubicBezTo>
                    <a:lnTo>
                      <a:pt x="6342" y="110"/>
                    </a:lnTo>
                    <a:cubicBezTo>
                      <a:pt x="6342" y="74"/>
                      <a:pt x="6306" y="0"/>
                      <a:pt x="6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4"/>
              <p:cNvSpPr/>
              <p:nvPr/>
            </p:nvSpPr>
            <p:spPr>
              <a:xfrm>
                <a:off x="1408750" y="3269000"/>
                <a:ext cx="153075" cy="29350"/>
              </a:xfrm>
              <a:custGeom>
                <a:rect b="b" l="l" r="r" t="t"/>
                <a:pathLst>
                  <a:path extrusionOk="0" h="1174" w="6123">
                    <a:moveTo>
                      <a:pt x="220" y="0"/>
                    </a:moveTo>
                    <a:lnTo>
                      <a:pt x="0" y="1174"/>
                    </a:lnTo>
                    <a:lnTo>
                      <a:pt x="6123" y="1174"/>
                    </a:lnTo>
                    <a:lnTo>
                      <a:pt x="59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4"/>
              <p:cNvSpPr/>
              <p:nvPr/>
            </p:nvSpPr>
            <p:spPr>
              <a:xfrm>
                <a:off x="1250200" y="3390900"/>
                <a:ext cx="220900" cy="186975"/>
              </a:xfrm>
              <a:custGeom>
                <a:rect b="b" l="l" r="r" t="t"/>
                <a:pathLst>
                  <a:path extrusionOk="0" h="7479" w="8836">
                    <a:moveTo>
                      <a:pt x="7185" y="0"/>
                    </a:moveTo>
                    <a:lnTo>
                      <a:pt x="4363" y="37"/>
                    </a:lnTo>
                    <a:lnTo>
                      <a:pt x="1540" y="37"/>
                    </a:lnTo>
                    <a:cubicBezTo>
                      <a:pt x="1466" y="74"/>
                      <a:pt x="1430" y="110"/>
                      <a:pt x="1430" y="184"/>
                    </a:cubicBezTo>
                    <a:lnTo>
                      <a:pt x="1430" y="294"/>
                    </a:lnTo>
                    <a:cubicBezTo>
                      <a:pt x="1100" y="514"/>
                      <a:pt x="1466" y="697"/>
                      <a:pt x="1466" y="697"/>
                    </a:cubicBezTo>
                    <a:lnTo>
                      <a:pt x="1466" y="1173"/>
                    </a:lnTo>
                    <a:cubicBezTo>
                      <a:pt x="1137" y="1357"/>
                      <a:pt x="1137" y="1797"/>
                      <a:pt x="1466" y="1980"/>
                    </a:cubicBezTo>
                    <a:cubicBezTo>
                      <a:pt x="513" y="2750"/>
                      <a:pt x="0" y="3886"/>
                      <a:pt x="37" y="5059"/>
                    </a:cubicBezTo>
                    <a:cubicBezTo>
                      <a:pt x="37" y="6929"/>
                      <a:pt x="257" y="5976"/>
                      <a:pt x="440" y="7479"/>
                    </a:cubicBezTo>
                    <a:lnTo>
                      <a:pt x="8542" y="7479"/>
                    </a:lnTo>
                    <a:cubicBezTo>
                      <a:pt x="8652" y="6123"/>
                      <a:pt x="8835" y="6892"/>
                      <a:pt x="8762" y="4986"/>
                    </a:cubicBezTo>
                    <a:cubicBezTo>
                      <a:pt x="8762" y="3813"/>
                      <a:pt x="8249" y="2676"/>
                      <a:pt x="7295" y="1943"/>
                    </a:cubicBezTo>
                    <a:cubicBezTo>
                      <a:pt x="7625" y="1760"/>
                      <a:pt x="7625" y="1283"/>
                      <a:pt x="7295" y="1137"/>
                    </a:cubicBezTo>
                    <a:lnTo>
                      <a:pt x="7295" y="660"/>
                    </a:lnTo>
                    <a:cubicBezTo>
                      <a:pt x="7295" y="660"/>
                      <a:pt x="7662" y="440"/>
                      <a:pt x="7332" y="257"/>
                    </a:cubicBezTo>
                    <a:lnTo>
                      <a:pt x="7332" y="147"/>
                    </a:lnTo>
                    <a:cubicBezTo>
                      <a:pt x="7332" y="74"/>
                      <a:pt x="7259" y="0"/>
                      <a:pt x="7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4"/>
              <p:cNvSpPr/>
              <p:nvPr/>
            </p:nvSpPr>
            <p:spPr>
              <a:xfrm>
                <a:off x="1271275" y="3378075"/>
                <a:ext cx="176900" cy="33925"/>
              </a:xfrm>
              <a:custGeom>
                <a:rect b="b" l="l" r="r" t="t"/>
                <a:pathLst>
                  <a:path extrusionOk="0" h="1357" w="7076">
                    <a:moveTo>
                      <a:pt x="257" y="0"/>
                    </a:moveTo>
                    <a:lnTo>
                      <a:pt x="0" y="1356"/>
                    </a:lnTo>
                    <a:lnTo>
                      <a:pt x="7076"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4"/>
              <p:cNvSpPr/>
              <p:nvPr/>
            </p:nvSpPr>
            <p:spPr>
              <a:xfrm>
                <a:off x="1613125" y="3390900"/>
                <a:ext cx="219975" cy="186975"/>
              </a:xfrm>
              <a:custGeom>
                <a:rect b="b" l="l" r="r" t="t"/>
                <a:pathLst>
                  <a:path extrusionOk="0" h="7479" w="8799">
                    <a:moveTo>
                      <a:pt x="7149" y="0"/>
                    </a:moveTo>
                    <a:lnTo>
                      <a:pt x="4363" y="37"/>
                    </a:lnTo>
                    <a:lnTo>
                      <a:pt x="1540" y="37"/>
                    </a:lnTo>
                    <a:cubicBezTo>
                      <a:pt x="1467" y="74"/>
                      <a:pt x="1394" y="110"/>
                      <a:pt x="1394" y="184"/>
                    </a:cubicBezTo>
                    <a:lnTo>
                      <a:pt x="1394" y="294"/>
                    </a:lnTo>
                    <a:cubicBezTo>
                      <a:pt x="1064" y="514"/>
                      <a:pt x="1430" y="697"/>
                      <a:pt x="1430" y="697"/>
                    </a:cubicBezTo>
                    <a:lnTo>
                      <a:pt x="1430" y="1173"/>
                    </a:lnTo>
                    <a:cubicBezTo>
                      <a:pt x="1100" y="1357"/>
                      <a:pt x="1100" y="1797"/>
                      <a:pt x="1430" y="1980"/>
                    </a:cubicBezTo>
                    <a:cubicBezTo>
                      <a:pt x="514" y="2750"/>
                      <a:pt x="0" y="3886"/>
                      <a:pt x="37" y="5059"/>
                    </a:cubicBezTo>
                    <a:cubicBezTo>
                      <a:pt x="37" y="6929"/>
                      <a:pt x="257" y="5976"/>
                      <a:pt x="404" y="7479"/>
                    </a:cubicBezTo>
                    <a:lnTo>
                      <a:pt x="8506" y="7479"/>
                    </a:lnTo>
                    <a:cubicBezTo>
                      <a:pt x="8652" y="6123"/>
                      <a:pt x="8799" y="6892"/>
                      <a:pt x="8726" y="4986"/>
                    </a:cubicBezTo>
                    <a:cubicBezTo>
                      <a:pt x="8762" y="3813"/>
                      <a:pt x="8212" y="2676"/>
                      <a:pt x="7259" y="1943"/>
                    </a:cubicBezTo>
                    <a:cubicBezTo>
                      <a:pt x="7589" y="1760"/>
                      <a:pt x="7589" y="1283"/>
                      <a:pt x="7259" y="1137"/>
                    </a:cubicBezTo>
                    <a:lnTo>
                      <a:pt x="7259" y="660"/>
                    </a:lnTo>
                    <a:cubicBezTo>
                      <a:pt x="7259" y="660"/>
                      <a:pt x="7626" y="440"/>
                      <a:pt x="7296" y="257"/>
                    </a:cubicBezTo>
                    <a:lnTo>
                      <a:pt x="7296" y="147"/>
                    </a:lnTo>
                    <a:cubicBezTo>
                      <a:pt x="7296" y="74"/>
                      <a:pt x="7223" y="0"/>
                      <a:pt x="7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4"/>
              <p:cNvSpPr/>
              <p:nvPr/>
            </p:nvSpPr>
            <p:spPr>
              <a:xfrm>
                <a:off x="1633300" y="3378075"/>
                <a:ext cx="176900" cy="33925"/>
              </a:xfrm>
              <a:custGeom>
                <a:rect b="b" l="l" r="r" t="t"/>
                <a:pathLst>
                  <a:path extrusionOk="0" h="1357" w="7076">
                    <a:moveTo>
                      <a:pt x="257" y="0"/>
                    </a:moveTo>
                    <a:lnTo>
                      <a:pt x="0" y="1356"/>
                    </a:lnTo>
                    <a:lnTo>
                      <a:pt x="7075"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4"/>
              <p:cNvSpPr/>
              <p:nvPr/>
            </p:nvSpPr>
            <p:spPr>
              <a:xfrm>
                <a:off x="1503150" y="3337725"/>
                <a:ext cx="199825" cy="240150"/>
              </a:xfrm>
              <a:custGeom>
                <a:rect b="b" l="l" r="r" t="t"/>
                <a:pathLst>
                  <a:path extrusionOk="0" h="9606" w="7993">
                    <a:moveTo>
                      <a:pt x="6489" y="1"/>
                    </a:moveTo>
                    <a:lnTo>
                      <a:pt x="3960" y="38"/>
                    </a:lnTo>
                    <a:lnTo>
                      <a:pt x="1393" y="74"/>
                    </a:lnTo>
                    <a:cubicBezTo>
                      <a:pt x="1320" y="74"/>
                      <a:pt x="1283" y="111"/>
                      <a:pt x="1283" y="184"/>
                    </a:cubicBezTo>
                    <a:lnTo>
                      <a:pt x="1283" y="294"/>
                    </a:lnTo>
                    <a:cubicBezTo>
                      <a:pt x="990" y="441"/>
                      <a:pt x="1320" y="661"/>
                      <a:pt x="1320" y="661"/>
                    </a:cubicBezTo>
                    <a:lnTo>
                      <a:pt x="1320" y="1064"/>
                    </a:lnTo>
                    <a:cubicBezTo>
                      <a:pt x="953" y="1174"/>
                      <a:pt x="953" y="1651"/>
                      <a:pt x="1320" y="1797"/>
                    </a:cubicBezTo>
                    <a:cubicBezTo>
                      <a:pt x="477" y="2494"/>
                      <a:pt x="0" y="3520"/>
                      <a:pt x="37" y="4584"/>
                    </a:cubicBezTo>
                    <a:cubicBezTo>
                      <a:pt x="37" y="6270"/>
                      <a:pt x="1357" y="8250"/>
                      <a:pt x="1503" y="9606"/>
                    </a:cubicBezTo>
                    <a:lnTo>
                      <a:pt x="6306" y="9606"/>
                    </a:lnTo>
                    <a:cubicBezTo>
                      <a:pt x="6452" y="8360"/>
                      <a:pt x="7992" y="6233"/>
                      <a:pt x="7956" y="4510"/>
                    </a:cubicBezTo>
                    <a:cubicBezTo>
                      <a:pt x="7956" y="3447"/>
                      <a:pt x="7479" y="2421"/>
                      <a:pt x="6636" y="1761"/>
                    </a:cubicBezTo>
                    <a:cubicBezTo>
                      <a:pt x="6966" y="1614"/>
                      <a:pt x="6966" y="1137"/>
                      <a:pt x="6636" y="991"/>
                    </a:cubicBezTo>
                    <a:lnTo>
                      <a:pt x="6636" y="588"/>
                    </a:lnTo>
                    <a:cubicBezTo>
                      <a:pt x="6636" y="588"/>
                      <a:pt x="6929" y="404"/>
                      <a:pt x="6636" y="221"/>
                    </a:cubicBezTo>
                    <a:lnTo>
                      <a:pt x="6636" y="111"/>
                    </a:lnTo>
                    <a:cubicBezTo>
                      <a:pt x="6636" y="74"/>
                      <a:pt x="6562" y="1"/>
                      <a:pt x="6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4"/>
              <p:cNvSpPr/>
              <p:nvPr/>
            </p:nvSpPr>
            <p:spPr>
              <a:xfrm>
                <a:off x="1522400" y="3325825"/>
                <a:ext cx="160400" cy="30275"/>
              </a:xfrm>
              <a:custGeom>
                <a:rect b="b" l="l" r="r" t="t"/>
                <a:pathLst>
                  <a:path extrusionOk="0" h="1211" w="6416">
                    <a:moveTo>
                      <a:pt x="257" y="0"/>
                    </a:moveTo>
                    <a:lnTo>
                      <a:pt x="0" y="1210"/>
                    </a:lnTo>
                    <a:lnTo>
                      <a:pt x="6416" y="1210"/>
                    </a:lnTo>
                    <a:lnTo>
                      <a:pt x="61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44"/>
            <p:cNvGrpSpPr/>
            <p:nvPr/>
          </p:nvGrpSpPr>
          <p:grpSpPr>
            <a:xfrm>
              <a:off x="7620410" y="3258750"/>
              <a:ext cx="605526" cy="208200"/>
              <a:chOff x="7138068" y="2592629"/>
              <a:chExt cx="701246" cy="232678"/>
            </a:xfrm>
          </p:grpSpPr>
          <p:sp>
            <p:nvSpPr>
              <p:cNvPr id="3089" name="Google Shape;3089;p44"/>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4"/>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4"/>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4"/>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4"/>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4"/>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4"/>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4"/>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4"/>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4"/>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44"/>
            <p:cNvGrpSpPr/>
            <p:nvPr/>
          </p:nvGrpSpPr>
          <p:grpSpPr>
            <a:xfrm>
              <a:off x="7246784" y="1909017"/>
              <a:ext cx="1343141" cy="628234"/>
              <a:chOff x="7246784" y="1909017"/>
              <a:chExt cx="1343141" cy="628234"/>
            </a:xfrm>
          </p:grpSpPr>
          <p:sp>
            <p:nvSpPr>
              <p:cNvPr id="3100" name="Google Shape;3100;p44"/>
              <p:cNvSpPr/>
              <p:nvPr/>
            </p:nvSpPr>
            <p:spPr>
              <a:xfrm flipH="1">
                <a:off x="7246784" y="2346227"/>
                <a:ext cx="1343141" cy="37779"/>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4"/>
              <p:cNvSpPr/>
              <p:nvPr/>
            </p:nvSpPr>
            <p:spPr>
              <a:xfrm flipH="1">
                <a:off x="7502940" y="2383978"/>
                <a:ext cx="1086985" cy="153120"/>
              </a:xfrm>
              <a:custGeom>
                <a:rect b="b" l="l" r="r" t="t"/>
                <a:pathLst>
                  <a:path extrusionOk="0" h="5500" w="39044">
                    <a:moveTo>
                      <a:pt x="0" y="1"/>
                    </a:moveTo>
                    <a:lnTo>
                      <a:pt x="0" y="5500"/>
                    </a:lnTo>
                    <a:lnTo>
                      <a:pt x="39043" y="5500"/>
                    </a:lnTo>
                    <a:lnTo>
                      <a:pt x="39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4"/>
              <p:cNvSpPr/>
              <p:nvPr/>
            </p:nvSpPr>
            <p:spPr>
              <a:xfrm flipH="1">
                <a:off x="7246784" y="2384131"/>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4"/>
              <p:cNvSpPr/>
              <p:nvPr/>
            </p:nvSpPr>
            <p:spPr>
              <a:xfrm flipH="1">
                <a:off x="7527046" y="1909017"/>
                <a:ext cx="406799" cy="437061"/>
              </a:xfrm>
              <a:custGeom>
                <a:rect b="b" l="l" r="r" t="t"/>
                <a:pathLst>
                  <a:path extrusionOk="0" h="18038" w="11439">
                    <a:moveTo>
                      <a:pt x="3813" y="1"/>
                    </a:moveTo>
                    <a:lnTo>
                      <a:pt x="0" y="807"/>
                    </a:lnTo>
                    <a:lnTo>
                      <a:pt x="3630" y="18038"/>
                    </a:lnTo>
                    <a:lnTo>
                      <a:pt x="11218" y="18038"/>
                    </a:lnTo>
                    <a:lnTo>
                      <a:pt x="114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4"/>
              <p:cNvSpPr/>
              <p:nvPr/>
            </p:nvSpPr>
            <p:spPr>
              <a:xfrm flipH="1">
                <a:off x="7766951" y="1919678"/>
                <a:ext cx="260780" cy="426400"/>
              </a:xfrm>
              <a:custGeom>
                <a:rect b="b" l="l" r="r" t="t"/>
                <a:pathLst>
                  <a:path extrusionOk="0" h="17598" w="7333">
                    <a:moveTo>
                      <a:pt x="37" y="1"/>
                    </a:moveTo>
                    <a:lnTo>
                      <a:pt x="1" y="17598"/>
                    </a:lnTo>
                    <a:lnTo>
                      <a:pt x="6380" y="17598"/>
                    </a:lnTo>
                    <a:lnTo>
                      <a:pt x="7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4"/>
              <p:cNvSpPr/>
              <p:nvPr/>
            </p:nvSpPr>
            <p:spPr>
              <a:xfrm flipH="1">
                <a:off x="8214114" y="1919678"/>
                <a:ext cx="260780" cy="426400"/>
              </a:xfrm>
              <a:custGeom>
                <a:rect b="b" l="l" r="r" t="t"/>
                <a:pathLst>
                  <a:path extrusionOk="0" h="17598" w="7333">
                    <a:moveTo>
                      <a:pt x="0" y="1"/>
                    </a:moveTo>
                    <a:lnTo>
                      <a:pt x="0" y="17598"/>
                    </a:lnTo>
                    <a:lnTo>
                      <a:pt x="6379" y="17598"/>
                    </a:lnTo>
                    <a:lnTo>
                      <a:pt x="73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4"/>
              <p:cNvSpPr/>
              <p:nvPr/>
            </p:nvSpPr>
            <p:spPr>
              <a:xfrm flipH="1">
                <a:off x="8314507" y="1981852"/>
                <a:ext cx="275112" cy="364225"/>
              </a:xfrm>
              <a:custGeom>
                <a:rect b="b" l="l" r="r" t="t"/>
                <a:pathLst>
                  <a:path extrusionOk="0" h="15032" w="7736">
                    <a:moveTo>
                      <a:pt x="0" y="1"/>
                    </a:moveTo>
                    <a:lnTo>
                      <a:pt x="0" y="15032"/>
                    </a:lnTo>
                    <a:lnTo>
                      <a:pt x="7296" y="15032"/>
                    </a:lnTo>
                    <a:lnTo>
                      <a:pt x="7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4"/>
              <p:cNvSpPr/>
              <p:nvPr/>
            </p:nvSpPr>
            <p:spPr>
              <a:xfrm flipH="1">
                <a:off x="8248005" y="1981852"/>
                <a:ext cx="82185" cy="364225"/>
              </a:xfrm>
              <a:custGeom>
                <a:rect b="b" l="l" r="r" t="t"/>
                <a:pathLst>
                  <a:path extrusionOk="0" h="15032" w="2311">
                    <a:moveTo>
                      <a:pt x="1" y="1"/>
                    </a:moveTo>
                    <a:lnTo>
                      <a:pt x="1" y="15032"/>
                    </a:lnTo>
                    <a:lnTo>
                      <a:pt x="2310" y="15032"/>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4"/>
              <p:cNvSpPr/>
              <p:nvPr/>
            </p:nvSpPr>
            <p:spPr>
              <a:xfrm flipH="1">
                <a:off x="8121545" y="1919678"/>
                <a:ext cx="126496" cy="42640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4"/>
              <p:cNvSpPr/>
              <p:nvPr/>
            </p:nvSpPr>
            <p:spPr>
              <a:xfrm flipH="1">
                <a:off x="8121545" y="1956992"/>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4"/>
              <p:cNvSpPr/>
              <p:nvPr/>
            </p:nvSpPr>
            <p:spPr>
              <a:xfrm flipH="1">
                <a:off x="8154155" y="2036055"/>
                <a:ext cx="61310" cy="194543"/>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4"/>
              <p:cNvSpPr/>
              <p:nvPr/>
            </p:nvSpPr>
            <p:spPr>
              <a:xfrm flipH="1">
                <a:off x="7897323" y="1965885"/>
                <a:ext cx="88693" cy="380193"/>
              </a:xfrm>
              <a:custGeom>
                <a:rect b="b" l="l" r="r" t="t"/>
                <a:pathLst>
                  <a:path extrusionOk="0" h="15691" w="2494">
                    <a:moveTo>
                      <a:pt x="1" y="0"/>
                    </a:moveTo>
                    <a:lnTo>
                      <a:pt x="1" y="15691"/>
                    </a:lnTo>
                    <a:lnTo>
                      <a:pt x="2494" y="15691"/>
                    </a:lnTo>
                    <a:lnTo>
                      <a:pt x="24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4"/>
              <p:cNvSpPr/>
              <p:nvPr/>
            </p:nvSpPr>
            <p:spPr>
              <a:xfrm flipH="1">
                <a:off x="7897323" y="2068038"/>
                <a:ext cx="88693" cy="171451"/>
              </a:xfrm>
              <a:custGeom>
                <a:rect b="b" l="l" r="r" t="t"/>
                <a:pathLst>
                  <a:path extrusionOk="0" h="7076" w="2494">
                    <a:moveTo>
                      <a:pt x="1" y="0"/>
                    </a:moveTo>
                    <a:lnTo>
                      <a:pt x="1" y="7075"/>
                    </a:lnTo>
                    <a:lnTo>
                      <a:pt x="2494" y="7075"/>
                    </a:lnTo>
                    <a:lnTo>
                      <a:pt x="24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4"/>
              <p:cNvSpPr/>
              <p:nvPr/>
            </p:nvSpPr>
            <p:spPr>
              <a:xfrm flipH="1">
                <a:off x="7982068" y="1945435"/>
                <a:ext cx="139512" cy="400643"/>
              </a:xfrm>
              <a:custGeom>
                <a:rect b="b" l="l" r="r" t="t"/>
                <a:pathLst>
                  <a:path extrusionOk="0" h="16535" w="3923">
                    <a:moveTo>
                      <a:pt x="0" y="1"/>
                    </a:moveTo>
                    <a:lnTo>
                      <a:pt x="0" y="16535"/>
                    </a:lnTo>
                    <a:lnTo>
                      <a:pt x="3923" y="16535"/>
                    </a:lnTo>
                    <a:lnTo>
                      <a:pt x="39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4"/>
              <p:cNvSpPr/>
              <p:nvPr/>
            </p:nvSpPr>
            <p:spPr>
              <a:xfrm flipH="1">
                <a:off x="7982068" y="1997844"/>
                <a:ext cx="139512" cy="24908"/>
              </a:xfrm>
              <a:custGeom>
                <a:rect b="b" l="l" r="r" t="t"/>
                <a:pathLst>
                  <a:path extrusionOk="0" h="1028" w="3923">
                    <a:moveTo>
                      <a:pt x="0" y="1"/>
                    </a:moveTo>
                    <a:lnTo>
                      <a:pt x="0" y="1027"/>
                    </a:lnTo>
                    <a:lnTo>
                      <a:pt x="3923" y="1027"/>
                    </a:lnTo>
                    <a:lnTo>
                      <a:pt x="3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4"/>
              <p:cNvSpPr/>
              <p:nvPr/>
            </p:nvSpPr>
            <p:spPr>
              <a:xfrm flipH="1">
                <a:off x="7662646" y="1919678"/>
                <a:ext cx="139547" cy="426400"/>
              </a:xfrm>
              <a:custGeom>
                <a:rect b="b" l="l" r="r" t="t"/>
                <a:pathLst>
                  <a:path extrusionOk="0" h="17598" w="3924">
                    <a:moveTo>
                      <a:pt x="1" y="1"/>
                    </a:moveTo>
                    <a:lnTo>
                      <a:pt x="1" y="17598"/>
                    </a:lnTo>
                    <a:lnTo>
                      <a:pt x="3924" y="17598"/>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4"/>
              <p:cNvSpPr/>
              <p:nvPr/>
            </p:nvSpPr>
            <p:spPr>
              <a:xfrm flipH="1">
                <a:off x="7662646" y="1956992"/>
                <a:ext cx="138231" cy="24884"/>
              </a:xfrm>
              <a:custGeom>
                <a:rect b="b" l="l" r="r" t="t"/>
                <a:pathLst>
                  <a:path extrusionOk="0" h="1027" w="3887">
                    <a:moveTo>
                      <a:pt x="1" y="0"/>
                    </a:moveTo>
                    <a:lnTo>
                      <a:pt x="1" y="1027"/>
                    </a:lnTo>
                    <a:lnTo>
                      <a:pt x="3887" y="1027"/>
                    </a:lnTo>
                    <a:lnTo>
                      <a:pt x="3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4"/>
              <p:cNvSpPr/>
              <p:nvPr/>
            </p:nvSpPr>
            <p:spPr>
              <a:xfrm flipH="1">
                <a:off x="7662646" y="2283879"/>
                <a:ext cx="139547" cy="24884"/>
              </a:xfrm>
              <a:custGeom>
                <a:rect b="b" l="l" r="r" t="t"/>
                <a:pathLst>
                  <a:path extrusionOk="0" h="1027" w="3924">
                    <a:moveTo>
                      <a:pt x="1" y="0"/>
                    </a:moveTo>
                    <a:lnTo>
                      <a:pt x="1" y="1027"/>
                    </a:lnTo>
                    <a:lnTo>
                      <a:pt x="3924" y="1027"/>
                    </a:lnTo>
                    <a:lnTo>
                      <a:pt x="39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4"/>
              <p:cNvSpPr/>
              <p:nvPr/>
            </p:nvSpPr>
            <p:spPr>
              <a:xfrm flipH="1">
                <a:off x="7695221" y="2036055"/>
                <a:ext cx="73045" cy="194543"/>
              </a:xfrm>
              <a:custGeom>
                <a:rect b="b" l="l" r="r" t="t"/>
                <a:pathLst>
                  <a:path extrusionOk="0" h="8029" w="2054">
                    <a:moveTo>
                      <a:pt x="0" y="0"/>
                    </a:moveTo>
                    <a:lnTo>
                      <a:pt x="0" y="8029"/>
                    </a:lnTo>
                    <a:lnTo>
                      <a:pt x="2053" y="8029"/>
                    </a:lnTo>
                    <a:lnTo>
                      <a:pt x="2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4"/>
              <p:cNvSpPr/>
              <p:nvPr/>
            </p:nvSpPr>
            <p:spPr>
              <a:xfrm flipH="1">
                <a:off x="7399306" y="1909017"/>
                <a:ext cx="263376" cy="437061"/>
              </a:xfrm>
              <a:custGeom>
                <a:rect b="b" l="l" r="r" t="t"/>
                <a:pathLst>
                  <a:path extrusionOk="0" h="18038" w="7406">
                    <a:moveTo>
                      <a:pt x="3813" y="1"/>
                    </a:moveTo>
                    <a:lnTo>
                      <a:pt x="1" y="807"/>
                    </a:lnTo>
                    <a:lnTo>
                      <a:pt x="3593" y="18038"/>
                    </a:lnTo>
                    <a:lnTo>
                      <a:pt x="7406" y="17231"/>
                    </a:lnTo>
                    <a:lnTo>
                      <a:pt x="3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4"/>
              <p:cNvSpPr/>
              <p:nvPr/>
            </p:nvSpPr>
            <p:spPr>
              <a:xfrm flipH="1">
                <a:off x="7409726" y="2266119"/>
                <a:ext cx="143424" cy="43541"/>
              </a:xfrm>
              <a:custGeom>
                <a:rect b="b" l="l" r="r" t="t"/>
                <a:pathLst>
                  <a:path extrusionOk="0" h="1797" w="4033">
                    <a:moveTo>
                      <a:pt x="3813" y="0"/>
                    </a:moveTo>
                    <a:lnTo>
                      <a:pt x="0" y="807"/>
                    </a:lnTo>
                    <a:lnTo>
                      <a:pt x="220" y="1797"/>
                    </a:lnTo>
                    <a:lnTo>
                      <a:pt x="4033" y="990"/>
                    </a:lnTo>
                    <a:lnTo>
                      <a:pt x="38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4"/>
              <p:cNvSpPr/>
              <p:nvPr/>
            </p:nvSpPr>
            <p:spPr>
              <a:xfrm flipH="1">
                <a:off x="7465772" y="2028059"/>
                <a:ext cx="130408" cy="200770"/>
              </a:xfrm>
              <a:custGeom>
                <a:rect b="b" l="l" r="r" t="t"/>
                <a:pathLst>
                  <a:path extrusionOk="0" h="8286" w="3667">
                    <a:moveTo>
                      <a:pt x="2017" y="0"/>
                    </a:moveTo>
                    <a:lnTo>
                      <a:pt x="0" y="404"/>
                    </a:lnTo>
                    <a:lnTo>
                      <a:pt x="1650" y="8286"/>
                    </a:lnTo>
                    <a:lnTo>
                      <a:pt x="3666" y="7846"/>
                    </a:lnTo>
                    <a:lnTo>
                      <a:pt x="2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4"/>
              <p:cNvSpPr/>
              <p:nvPr/>
            </p:nvSpPr>
            <p:spPr>
              <a:xfrm flipH="1">
                <a:off x="7789089" y="2041385"/>
                <a:ext cx="96517" cy="304692"/>
              </a:xfrm>
              <a:custGeom>
                <a:rect b="b" l="l" r="r" t="t"/>
                <a:pathLst>
                  <a:path extrusionOk="0" h="12575" w="2714">
                    <a:moveTo>
                      <a:pt x="1" y="0"/>
                    </a:moveTo>
                    <a:lnTo>
                      <a:pt x="1" y="12575"/>
                    </a:lnTo>
                    <a:lnTo>
                      <a:pt x="2714" y="12575"/>
                    </a:lnTo>
                    <a:lnTo>
                      <a:pt x="27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9">
  <p:cSld name="CUSTOM_3_1_1_1_1_1_1_1_1">
    <p:spTree>
      <p:nvGrpSpPr>
        <p:cNvPr id="3123" name="Shape 3123"/>
        <p:cNvGrpSpPr/>
        <p:nvPr/>
      </p:nvGrpSpPr>
      <p:grpSpPr>
        <a:xfrm>
          <a:off x="0" y="0"/>
          <a:ext cx="0" cy="0"/>
          <a:chOff x="0" y="0"/>
          <a:chExt cx="0" cy="0"/>
        </a:xfrm>
      </p:grpSpPr>
      <p:sp>
        <p:nvSpPr>
          <p:cNvPr id="3124" name="Google Shape;3124;p45"/>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5"/>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126" name="Google Shape;3126;p45"/>
          <p:cNvGrpSpPr/>
          <p:nvPr/>
        </p:nvGrpSpPr>
        <p:grpSpPr>
          <a:xfrm>
            <a:off x="2936544" y="-329546"/>
            <a:ext cx="2934233" cy="708308"/>
            <a:chOff x="2375925" y="3297600"/>
            <a:chExt cx="735950" cy="177650"/>
          </a:xfrm>
        </p:grpSpPr>
        <p:sp>
          <p:nvSpPr>
            <p:cNvPr id="3127" name="Google Shape;3127;p45"/>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5"/>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5"/>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5"/>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3" name="Google Shape;3133;p45"/>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5"/>
          <p:cNvSpPr txBox="1"/>
          <p:nvPr>
            <p:ph type="title"/>
          </p:nvPr>
        </p:nvSpPr>
        <p:spPr>
          <a:xfrm>
            <a:off x="2981938" y="2160261"/>
            <a:ext cx="2843400" cy="465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135" name="Google Shape;3135;p45"/>
          <p:cNvSpPr txBox="1"/>
          <p:nvPr>
            <p:ph hasCustomPrompt="1" idx="2" type="title"/>
          </p:nvPr>
        </p:nvSpPr>
        <p:spPr>
          <a:xfrm>
            <a:off x="2981938" y="1226625"/>
            <a:ext cx="2843400" cy="69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136" name="Google Shape;3136;p45"/>
          <p:cNvSpPr txBox="1"/>
          <p:nvPr>
            <p:ph idx="1" type="subTitle"/>
          </p:nvPr>
        </p:nvSpPr>
        <p:spPr>
          <a:xfrm>
            <a:off x="2982038" y="3341125"/>
            <a:ext cx="2843400" cy="50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137" name="Google Shape;3137;p45"/>
          <p:cNvGrpSpPr/>
          <p:nvPr/>
        </p:nvGrpSpPr>
        <p:grpSpPr>
          <a:xfrm>
            <a:off x="7512400" y="0"/>
            <a:ext cx="916550" cy="1960450"/>
            <a:chOff x="759850" y="637700"/>
            <a:chExt cx="916550" cy="1960450"/>
          </a:xfrm>
        </p:grpSpPr>
        <p:sp>
          <p:nvSpPr>
            <p:cNvPr id="3138" name="Google Shape;3138;p45"/>
            <p:cNvSpPr/>
            <p:nvPr/>
          </p:nvSpPr>
          <p:spPr>
            <a:xfrm>
              <a:off x="759850" y="1750350"/>
              <a:ext cx="208075" cy="482100"/>
            </a:xfrm>
            <a:custGeom>
              <a:rect b="b" l="l" r="r" t="t"/>
              <a:pathLst>
                <a:path extrusionOk="0" h="19284" w="8323">
                  <a:moveTo>
                    <a:pt x="1" y="0"/>
                  </a:moveTo>
                  <a:lnTo>
                    <a:pt x="1" y="19284"/>
                  </a:lnTo>
                  <a:lnTo>
                    <a:pt x="8323" y="19284"/>
                  </a:lnTo>
                  <a:lnTo>
                    <a:pt x="83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5"/>
            <p:cNvSpPr/>
            <p:nvPr/>
          </p:nvSpPr>
          <p:spPr>
            <a:xfrm>
              <a:off x="766275" y="1750350"/>
              <a:ext cx="109100" cy="482100"/>
            </a:xfrm>
            <a:custGeom>
              <a:rect b="b" l="l" r="r" t="t"/>
              <a:pathLst>
                <a:path extrusionOk="0" h="19284" w="4364">
                  <a:moveTo>
                    <a:pt x="0" y="0"/>
                  </a:moveTo>
                  <a:lnTo>
                    <a:pt x="0" y="19284"/>
                  </a:lnTo>
                  <a:lnTo>
                    <a:pt x="4363" y="19284"/>
                  </a:lnTo>
                  <a:lnTo>
                    <a:pt x="4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5"/>
            <p:cNvSpPr/>
            <p:nvPr/>
          </p:nvSpPr>
          <p:spPr>
            <a:xfrm>
              <a:off x="778200" y="1750350"/>
              <a:ext cx="44925" cy="482100"/>
            </a:xfrm>
            <a:custGeom>
              <a:rect b="b" l="l" r="r" t="t"/>
              <a:pathLst>
                <a:path extrusionOk="0" h="19284" w="1797">
                  <a:moveTo>
                    <a:pt x="0" y="0"/>
                  </a:moveTo>
                  <a:lnTo>
                    <a:pt x="0" y="19284"/>
                  </a:lnTo>
                  <a:lnTo>
                    <a:pt x="1796" y="19284"/>
                  </a:lnTo>
                  <a:lnTo>
                    <a:pt x="17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5"/>
            <p:cNvSpPr/>
            <p:nvPr/>
          </p:nvSpPr>
          <p:spPr>
            <a:xfrm>
              <a:off x="759850" y="1693525"/>
              <a:ext cx="208075" cy="56850"/>
            </a:xfrm>
            <a:custGeom>
              <a:rect b="b" l="l" r="r" t="t"/>
              <a:pathLst>
                <a:path extrusionOk="0" h="2274" w="8323">
                  <a:moveTo>
                    <a:pt x="3740" y="0"/>
                  </a:moveTo>
                  <a:lnTo>
                    <a:pt x="1" y="2273"/>
                  </a:lnTo>
                  <a:lnTo>
                    <a:pt x="8323" y="2273"/>
                  </a:lnTo>
                  <a:lnTo>
                    <a:pt x="45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5"/>
            <p:cNvSpPr/>
            <p:nvPr/>
          </p:nvSpPr>
          <p:spPr>
            <a:xfrm>
              <a:off x="766275" y="1693525"/>
              <a:ext cx="108175" cy="56850"/>
            </a:xfrm>
            <a:custGeom>
              <a:rect b="b" l="l" r="r" t="t"/>
              <a:pathLst>
                <a:path extrusionOk="0" h="2274" w="4327">
                  <a:moveTo>
                    <a:pt x="3520" y="0"/>
                  </a:moveTo>
                  <a:lnTo>
                    <a:pt x="0" y="2273"/>
                  </a:lnTo>
                  <a:lnTo>
                    <a:pt x="4326" y="2273"/>
                  </a:lnTo>
                  <a:lnTo>
                    <a:pt x="39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5"/>
            <p:cNvSpPr/>
            <p:nvPr/>
          </p:nvSpPr>
          <p:spPr>
            <a:xfrm>
              <a:off x="779100" y="1693525"/>
              <a:ext cx="80675" cy="56850"/>
            </a:xfrm>
            <a:custGeom>
              <a:rect b="b" l="l" r="r" t="t"/>
              <a:pathLst>
                <a:path extrusionOk="0" h="2274" w="3227">
                  <a:moveTo>
                    <a:pt x="3043" y="0"/>
                  </a:moveTo>
                  <a:lnTo>
                    <a:pt x="1" y="2273"/>
                  </a:lnTo>
                  <a:lnTo>
                    <a:pt x="1760" y="2273"/>
                  </a:lnTo>
                  <a:lnTo>
                    <a:pt x="3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5"/>
            <p:cNvSpPr/>
            <p:nvPr/>
          </p:nvSpPr>
          <p:spPr>
            <a:xfrm>
              <a:off x="853350" y="637700"/>
              <a:ext cx="21100" cy="1055850"/>
            </a:xfrm>
            <a:custGeom>
              <a:rect b="b" l="l" r="r" t="t"/>
              <a:pathLst>
                <a:path extrusionOk="0" h="42234" w="844">
                  <a:moveTo>
                    <a:pt x="0" y="1"/>
                  </a:moveTo>
                  <a:lnTo>
                    <a:pt x="0" y="42233"/>
                  </a:lnTo>
                  <a:lnTo>
                    <a:pt x="843" y="42233"/>
                  </a:lnTo>
                  <a:lnTo>
                    <a:pt x="8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5"/>
            <p:cNvSpPr/>
            <p:nvPr/>
          </p:nvSpPr>
          <p:spPr>
            <a:xfrm>
              <a:off x="1114550" y="2116025"/>
              <a:ext cx="207150" cy="482125"/>
            </a:xfrm>
            <a:custGeom>
              <a:rect b="b" l="l" r="r" t="t"/>
              <a:pathLst>
                <a:path extrusionOk="0" h="19285" w="8286">
                  <a:moveTo>
                    <a:pt x="0" y="1"/>
                  </a:moveTo>
                  <a:lnTo>
                    <a:pt x="0" y="19284"/>
                  </a:lnTo>
                  <a:lnTo>
                    <a:pt x="8286" y="19284"/>
                  </a:lnTo>
                  <a:lnTo>
                    <a:pt x="82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5"/>
            <p:cNvSpPr/>
            <p:nvPr/>
          </p:nvSpPr>
          <p:spPr>
            <a:xfrm>
              <a:off x="1120050" y="2116025"/>
              <a:ext cx="109075" cy="482125"/>
            </a:xfrm>
            <a:custGeom>
              <a:rect b="b" l="l" r="r" t="t"/>
              <a:pathLst>
                <a:path extrusionOk="0" h="19285" w="4363">
                  <a:moveTo>
                    <a:pt x="0" y="1"/>
                  </a:moveTo>
                  <a:lnTo>
                    <a:pt x="0" y="19284"/>
                  </a:lnTo>
                  <a:lnTo>
                    <a:pt x="4363" y="19284"/>
                  </a:lnTo>
                  <a:lnTo>
                    <a:pt x="43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5"/>
            <p:cNvSpPr/>
            <p:nvPr/>
          </p:nvSpPr>
          <p:spPr>
            <a:xfrm>
              <a:off x="1131950" y="2116025"/>
              <a:ext cx="45850" cy="482125"/>
            </a:xfrm>
            <a:custGeom>
              <a:rect b="b" l="l" r="r" t="t"/>
              <a:pathLst>
                <a:path extrusionOk="0" h="19285" w="1834">
                  <a:moveTo>
                    <a:pt x="1" y="1"/>
                  </a:moveTo>
                  <a:lnTo>
                    <a:pt x="1" y="19284"/>
                  </a:lnTo>
                  <a:lnTo>
                    <a:pt x="1834" y="19284"/>
                  </a:lnTo>
                  <a:lnTo>
                    <a:pt x="1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5"/>
            <p:cNvSpPr/>
            <p:nvPr/>
          </p:nvSpPr>
          <p:spPr>
            <a:xfrm>
              <a:off x="1114550" y="2058300"/>
              <a:ext cx="207150" cy="57750"/>
            </a:xfrm>
            <a:custGeom>
              <a:rect b="b" l="l" r="r" t="t"/>
              <a:pathLst>
                <a:path extrusionOk="0" h="2310" w="8286">
                  <a:moveTo>
                    <a:pt x="3740" y="0"/>
                  </a:moveTo>
                  <a:lnTo>
                    <a:pt x="0" y="2310"/>
                  </a:lnTo>
                  <a:lnTo>
                    <a:pt x="8286" y="2310"/>
                  </a:lnTo>
                  <a:lnTo>
                    <a:pt x="45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5"/>
            <p:cNvSpPr/>
            <p:nvPr/>
          </p:nvSpPr>
          <p:spPr>
            <a:xfrm>
              <a:off x="1120050" y="2058300"/>
              <a:ext cx="108175" cy="57750"/>
            </a:xfrm>
            <a:custGeom>
              <a:rect b="b" l="l" r="r" t="t"/>
              <a:pathLst>
                <a:path extrusionOk="0" h="2310" w="4327">
                  <a:moveTo>
                    <a:pt x="3520" y="0"/>
                  </a:moveTo>
                  <a:lnTo>
                    <a:pt x="0" y="2310"/>
                  </a:lnTo>
                  <a:lnTo>
                    <a:pt x="4326" y="2310"/>
                  </a:lnTo>
                  <a:lnTo>
                    <a:pt x="39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1133800" y="2058300"/>
              <a:ext cx="80675" cy="57750"/>
            </a:xfrm>
            <a:custGeom>
              <a:rect b="b" l="l" r="r" t="t"/>
              <a:pathLst>
                <a:path extrusionOk="0" h="2310" w="3227">
                  <a:moveTo>
                    <a:pt x="3043" y="0"/>
                  </a:moveTo>
                  <a:lnTo>
                    <a:pt x="0" y="2310"/>
                  </a:lnTo>
                  <a:lnTo>
                    <a:pt x="1760" y="2310"/>
                  </a:lnTo>
                  <a:lnTo>
                    <a:pt x="32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5"/>
            <p:cNvSpPr/>
            <p:nvPr/>
          </p:nvSpPr>
          <p:spPr>
            <a:xfrm>
              <a:off x="1208025" y="637700"/>
              <a:ext cx="20200" cy="1420625"/>
            </a:xfrm>
            <a:custGeom>
              <a:rect b="b" l="l" r="r" t="t"/>
              <a:pathLst>
                <a:path extrusionOk="0" h="56825" w="808">
                  <a:moveTo>
                    <a:pt x="1" y="1"/>
                  </a:moveTo>
                  <a:lnTo>
                    <a:pt x="1" y="56824"/>
                  </a:lnTo>
                  <a:lnTo>
                    <a:pt x="807" y="56824"/>
                  </a:lnTo>
                  <a:lnTo>
                    <a:pt x="8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5"/>
            <p:cNvSpPr/>
            <p:nvPr/>
          </p:nvSpPr>
          <p:spPr>
            <a:xfrm>
              <a:off x="1468325" y="1509300"/>
              <a:ext cx="208075" cy="482125"/>
            </a:xfrm>
            <a:custGeom>
              <a:rect b="b" l="l" r="r" t="t"/>
              <a:pathLst>
                <a:path extrusionOk="0" h="19285" w="8323">
                  <a:moveTo>
                    <a:pt x="0" y="1"/>
                  </a:moveTo>
                  <a:lnTo>
                    <a:pt x="0" y="19284"/>
                  </a:lnTo>
                  <a:lnTo>
                    <a:pt x="8322" y="19284"/>
                  </a:lnTo>
                  <a:lnTo>
                    <a:pt x="83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1473825" y="1509300"/>
              <a:ext cx="109075" cy="482125"/>
            </a:xfrm>
            <a:custGeom>
              <a:rect b="b" l="l" r="r" t="t"/>
              <a:pathLst>
                <a:path extrusionOk="0" h="19285" w="4363">
                  <a:moveTo>
                    <a:pt x="0" y="1"/>
                  </a:moveTo>
                  <a:lnTo>
                    <a:pt x="0" y="19284"/>
                  </a:lnTo>
                  <a:lnTo>
                    <a:pt x="4363" y="19284"/>
                  </a:lnTo>
                  <a:lnTo>
                    <a:pt x="43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5"/>
            <p:cNvSpPr/>
            <p:nvPr/>
          </p:nvSpPr>
          <p:spPr>
            <a:xfrm>
              <a:off x="1485725" y="1509300"/>
              <a:ext cx="45850" cy="482125"/>
            </a:xfrm>
            <a:custGeom>
              <a:rect b="b" l="l" r="r" t="t"/>
              <a:pathLst>
                <a:path extrusionOk="0" h="19285" w="1834">
                  <a:moveTo>
                    <a:pt x="1" y="1"/>
                  </a:moveTo>
                  <a:lnTo>
                    <a:pt x="1" y="19284"/>
                  </a:lnTo>
                  <a:lnTo>
                    <a:pt x="1834" y="19284"/>
                  </a:lnTo>
                  <a:lnTo>
                    <a:pt x="1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5"/>
            <p:cNvSpPr/>
            <p:nvPr/>
          </p:nvSpPr>
          <p:spPr>
            <a:xfrm>
              <a:off x="1468325" y="1452475"/>
              <a:ext cx="208075" cy="56850"/>
            </a:xfrm>
            <a:custGeom>
              <a:rect b="b" l="l" r="r" t="t"/>
              <a:pathLst>
                <a:path extrusionOk="0" h="2274" w="8323">
                  <a:moveTo>
                    <a:pt x="3740" y="1"/>
                  </a:moveTo>
                  <a:lnTo>
                    <a:pt x="0" y="2274"/>
                  </a:lnTo>
                  <a:lnTo>
                    <a:pt x="8322" y="2274"/>
                  </a:lnTo>
                  <a:lnTo>
                    <a:pt x="45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5"/>
            <p:cNvSpPr/>
            <p:nvPr/>
          </p:nvSpPr>
          <p:spPr>
            <a:xfrm>
              <a:off x="1473825" y="1452475"/>
              <a:ext cx="109075" cy="56850"/>
            </a:xfrm>
            <a:custGeom>
              <a:rect b="b" l="l" r="r" t="t"/>
              <a:pathLst>
                <a:path extrusionOk="0" h="2274" w="4363">
                  <a:moveTo>
                    <a:pt x="3556" y="1"/>
                  </a:moveTo>
                  <a:lnTo>
                    <a:pt x="0" y="2274"/>
                  </a:lnTo>
                  <a:lnTo>
                    <a:pt x="4363" y="2274"/>
                  </a:lnTo>
                  <a:lnTo>
                    <a:pt x="39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5"/>
            <p:cNvSpPr/>
            <p:nvPr/>
          </p:nvSpPr>
          <p:spPr>
            <a:xfrm>
              <a:off x="1487575" y="1452475"/>
              <a:ext cx="80675" cy="56850"/>
            </a:xfrm>
            <a:custGeom>
              <a:rect b="b" l="l" r="r" t="t"/>
              <a:pathLst>
                <a:path extrusionOk="0" h="2274" w="3227">
                  <a:moveTo>
                    <a:pt x="3043" y="1"/>
                  </a:moveTo>
                  <a:lnTo>
                    <a:pt x="0" y="2274"/>
                  </a:lnTo>
                  <a:lnTo>
                    <a:pt x="1760" y="2274"/>
                  </a:lnTo>
                  <a:lnTo>
                    <a:pt x="32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5"/>
            <p:cNvSpPr/>
            <p:nvPr/>
          </p:nvSpPr>
          <p:spPr>
            <a:xfrm>
              <a:off x="1561800" y="637700"/>
              <a:ext cx="21100" cy="814800"/>
            </a:xfrm>
            <a:custGeom>
              <a:rect b="b" l="l" r="r" t="t"/>
              <a:pathLst>
                <a:path extrusionOk="0" h="32592" w="844">
                  <a:moveTo>
                    <a:pt x="1" y="1"/>
                  </a:moveTo>
                  <a:lnTo>
                    <a:pt x="1" y="32592"/>
                  </a:lnTo>
                  <a:lnTo>
                    <a:pt x="844" y="32592"/>
                  </a:lnTo>
                  <a:lnTo>
                    <a:pt x="8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45"/>
          <p:cNvGrpSpPr/>
          <p:nvPr/>
        </p:nvGrpSpPr>
        <p:grpSpPr>
          <a:xfrm>
            <a:off x="570377" y="530035"/>
            <a:ext cx="1227002" cy="1277787"/>
            <a:chOff x="981625" y="1074225"/>
            <a:chExt cx="974275" cy="1014600"/>
          </a:xfrm>
        </p:grpSpPr>
        <p:sp>
          <p:nvSpPr>
            <p:cNvPr id="3160" name="Google Shape;3160;p45"/>
            <p:cNvSpPr/>
            <p:nvPr/>
          </p:nvSpPr>
          <p:spPr>
            <a:xfrm>
              <a:off x="981625" y="1097150"/>
              <a:ext cx="486700" cy="650750"/>
            </a:xfrm>
            <a:custGeom>
              <a:rect b="b" l="l" r="r" t="t"/>
              <a:pathLst>
                <a:path extrusionOk="0" h="26030" w="19468">
                  <a:moveTo>
                    <a:pt x="1" y="0"/>
                  </a:moveTo>
                  <a:lnTo>
                    <a:pt x="1" y="26029"/>
                  </a:lnTo>
                  <a:lnTo>
                    <a:pt x="19467" y="26029"/>
                  </a:lnTo>
                  <a:lnTo>
                    <a:pt x="19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5"/>
            <p:cNvSpPr/>
            <p:nvPr/>
          </p:nvSpPr>
          <p:spPr>
            <a:xfrm>
              <a:off x="1318900" y="1807425"/>
              <a:ext cx="207150" cy="281400"/>
            </a:xfrm>
            <a:custGeom>
              <a:rect b="b" l="l" r="r" t="t"/>
              <a:pathLst>
                <a:path extrusionOk="0" h="11256" w="8286">
                  <a:moveTo>
                    <a:pt x="1" y="1"/>
                  </a:moveTo>
                  <a:lnTo>
                    <a:pt x="1" y="11256"/>
                  </a:lnTo>
                  <a:lnTo>
                    <a:pt x="8286" y="11256"/>
                  </a:lnTo>
                  <a:lnTo>
                    <a:pt x="82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a:off x="1558125" y="1588400"/>
              <a:ext cx="374875" cy="500425"/>
            </a:xfrm>
            <a:custGeom>
              <a:rect b="b" l="l" r="r" t="t"/>
              <a:pathLst>
                <a:path extrusionOk="0" h="20017" w="14995">
                  <a:moveTo>
                    <a:pt x="0" y="0"/>
                  </a:moveTo>
                  <a:lnTo>
                    <a:pt x="0" y="20017"/>
                  </a:lnTo>
                  <a:lnTo>
                    <a:pt x="14994" y="20017"/>
                  </a:lnTo>
                  <a:lnTo>
                    <a:pt x="149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5"/>
            <p:cNvSpPr/>
            <p:nvPr/>
          </p:nvSpPr>
          <p:spPr>
            <a:xfrm>
              <a:off x="1637850" y="1097150"/>
              <a:ext cx="295150" cy="394125"/>
            </a:xfrm>
            <a:custGeom>
              <a:rect b="b" l="l" r="r" t="t"/>
              <a:pathLst>
                <a:path extrusionOk="0" h="15765" w="11806">
                  <a:moveTo>
                    <a:pt x="0" y="0"/>
                  </a:moveTo>
                  <a:lnTo>
                    <a:pt x="0" y="15764"/>
                  </a:lnTo>
                  <a:lnTo>
                    <a:pt x="11805" y="15764"/>
                  </a:lnTo>
                  <a:lnTo>
                    <a:pt x="118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5"/>
            <p:cNvSpPr/>
            <p:nvPr/>
          </p:nvSpPr>
          <p:spPr>
            <a:xfrm>
              <a:off x="1004550" y="1074225"/>
              <a:ext cx="486675" cy="650750"/>
            </a:xfrm>
            <a:custGeom>
              <a:rect b="b" l="l" r="r" t="t"/>
              <a:pathLst>
                <a:path extrusionOk="0" h="26030" w="19467">
                  <a:moveTo>
                    <a:pt x="0" y="1"/>
                  </a:moveTo>
                  <a:lnTo>
                    <a:pt x="0" y="26030"/>
                  </a:lnTo>
                  <a:lnTo>
                    <a:pt x="19467" y="26030"/>
                  </a:lnTo>
                  <a:lnTo>
                    <a:pt x="194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5"/>
            <p:cNvSpPr/>
            <p:nvPr/>
          </p:nvSpPr>
          <p:spPr>
            <a:xfrm>
              <a:off x="1054025" y="1124650"/>
              <a:ext cx="387725" cy="550825"/>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5"/>
            <p:cNvSpPr/>
            <p:nvPr/>
          </p:nvSpPr>
          <p:spPr>
            <a:xfrm>
              <a:off x="1029300" y="1098975"/>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5"/>
            <p:cNvSpPr/>
            <p:nvPr/>
          </p:nvSpPr>
          <p:spPr>
            <a:xfrm>
              <a:off x="1341825" y="1784525"/>
              <a:ext cx="207150" cy="281400"/>
            </a:xfrm>
            <a:custGeom>
              <a:rect b="b" l="l" r="r" t="t"/>
              <a:pathLst>
                <a:path extrusionOk="0" h="11256" w="8286">
                  <a:moveTo>
                    <a:pt x="0" y="0"/>
                  </a:moveTo>
                  <a:lnTo>
                    <a:pt x="0" y="11255"/>
                  </a:lnTo>
                  <a:lnTo>
                    <a:pt x="8285" y="11255"/>
                  </a:lnTo>
                  <a:lnTo>
                    <a:pt x="82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1399550" y="1843175"/>
              <a:ext cx="91675" cy="164075"/>
            </a:xfrm>
            <a:custGeom>
              <a:rect b="b" l="l" r="r" t="t"/>
              <a:pathLst>
                <a:path extrusionOk="0" h="6563" w="3667">
                  <a:moveTo>
                    <a:pt x="1" y="1"/>
                  </a:moveTo>
                  <a:lnTo>
                    <a:pt x="1" y="6563"/>
                  </a:lnTo>
                  <a:lnTo>
                    <a:pt x="3667" y="6563"/>
                  </a:lnTo>
                  <a:lnTo>
                    <a:pt x="36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5"/>
            <p:cNvSpPr/>
            <p:nvPr/>
          </p:nvSpPr>
          <p:spPr>
            <a:xfrm>
              <a:off x="1371150" y="1813850"/>
              <a:ext cx="148500" cy="222725"/>
            </a:xfrm>
            <a:custGeom>
              <a:rect b="b" l="l" r="r" t="t"/>
              <a:pathLst>
                <a:path extrusionOk="0" h="8909" w="5940">
                  <a:moveTo>
                    <a:pt x="4803" y="1174"/>
                  </a:moveTo>
                  <a:lnTo>
                    <a:pt x="4803" y="7736"/>
                  </a:lnTo>
                  <a:lnTo>
                    <a:pt x="1137" y="7736"/>
                  </a:lnTo>
                  <a:lnTo>
                    <a:pt x="1137" y="1174"/>
                  </a:lnTo>
                  <a:close/>
                  <a:moveTo>
                    <a:pt x="0" y="1"/>
                  </a:moveTo>
                  <a:lnTo>
                    <a:pt x="0" y="8909"/>
                  </a:lnTo>
                  <a:lnTo>
                    <a:pt x="5939" y="8909"/>
                  </a:lnTo>
                  <a:lnTo>
                    <a:pt x="59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5"/>
            <p:cNvSpPr/>
            <p:nvPr/>
          </p:nvSpPr>
          <p:spPr>
            <a:xfrm>
              <a:off x="1581025" y="1565475"/>
              <a:ext cx="374875" cy="500450"/>
            </a:xfrm>
            <a:custGeom>
              <a:rect b="b" l="l" r="r" t="t"/>
              <a:pathLst>
                <a:path extrusionOk="0" h="20018" w="14995">
                  <a:moveTo>
                    <a:pt x="1" y="1"/>
                  </a:moveTo>
                  <a:lnTo>
                    <a:pt x="1" y="20017"/>
                  </a:lnTo>
                  <a:lnTo>
                    <a:pt x="14995" y="20017"/>
                  </a:lnTo>
                  <a:lnTo>
                    <a:pt x="149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1612175" y="1596650"/>
              <a:ext cx="311650" cy="438100"/>
            </a:xfrm>
            <a:custGeom>
              <a:rect b="b" l="l" r="r" t="t"/>
              <a:pathLst>
                <a:path extrusionOk="0" h="17524" w="12466">
                  <a:moveTo>
                    <a:pt x="1" y="0"/>
                  </a:moveTo>
                  <a:lnTo>
                    <a:pt x="1" y="17524"/>
                  </a:lnTo>
                  <a:lnTo>
                    <a:pt x="12465" y="17524"/>
                  </a:lnTo>
                  <a:lnTo>
                    <a:pt x="12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5"/>
            <p:cNvSpPr/>
            <p:nvPr/>
          </p:nvSpPr>
          <p:spPr>
            <a:xfrm>
              <a:off x="1660750" y="1074225"/>
              <a:ext cx="295150" cy="394125"/>
            </a:xfrm>
            <a:custGeom>
              <a:rect b="b" l="l" r="r" t="t"/>
              <a:pathLst>
                <a:path extrusionOk="0" h="15765" w="11806">
                  <a:moveTo>
                    <a:pt x="1" y="1"/>
                  </a:moveTo>
                  <a:lnTo>
                    <a:pt x="1" y="15765"/>
                  </a:lnTo>
                  <a:lnTo>
                    <a:pt x="11806" y="15765"/>
                  </a:lnTo>
                  <a:lnTo>
                    <a:pt x="118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5"/>
            <p:cNvSpPr/>
            <p:nvPr/>
          </p:nvSpPr>
          <p:spPr>
            <a:xfrm>
              <a:off x="1721250" y="1134725"/>
              <a:ext cx="173250" cy="273150"/>
            </a:xfrm>
            <a:custGeom>
              <a:rect b="b" l="l" r="r" t="t"/>
              <a:pathLst>
                <a:path extrusionOk="0" h="10926" w="6930">
                  <a:moveTo>
                    <a:pt x="1" y="0"/>
                  </a:moveTo>
                  <a:lnTo>
                    <a:pt x="1" y="10925"/>
                  </a:lnTo>
                  <a:lnTo>
                    <a:pt x="6929" y="10925"/>
                  </a:lnTo>
                  <a:lnTo>
                    <a:pt x="69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1691000" y="1104475"/>
              <a:ext cx="234650" cy="333625"/>
            </a:xfrm>
            <a:custGeom>
              <a:rect b="b" l="l" r="r" t="t"/>
              <a:pathLst>
                <a:path extrusionOk="0" h="13345" w="9386">
                  <a:moveTo>
                    <a:pt x="8176" y="1210"/>
                  </a:moveTo>
                  <a:lnTo>
                    <a:pt x="8176" y="12135"/>
                  </a:lnTo>
                  <a:lnTo>
                    <a:pt x="1211" y="12135"/>
                  </a:lnTo>
                  <a:lnTo>
                    <a:pt x="1211" y="1210"/>
                  </a:lnTo>
                  <a:close/>
                  <a:moveTo>
                    <a:pt x="1" y="1"/>
                  </a:moveTo>
                  <a:lnTo>
                    <a:pt x="1" y="13345"/>
                  </a:lnTo>
                  <a:lnTo>
                    <a:pt x="9386" y="13345"/>
                  </a:lnTo>
                  <a:lnTo>
                    <a:pt x="93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5"/>
            <p:cNvSpPr/>
            <p:nvPr/>
          </p:nvSpPr>
          <p:spPr>
            <a:xfrm>
              <a:off x="1644275" y="1628725"/>
              <a:ext cx="248400" cy="373950"/>
            </a:xfrm>
            <a:custGeom>
              <a:rect b="b" l="l" r="r" t="t"/>
              <a:pathLst>
                <a:path extrusionOk="0" h="14958" w="9936">
                  <a:moveTo>
                    <a:pt x="0" y="0"/>
                  </a:moveTo>
                  <a:lnTo>
                    <a:pt x="0" y="14958"/>
                  </a:lnTo>
                  <a:lnTo>
                    <a:pt x="9935" y="14958"/>
                  </a:lnTo>
                  <a:lnTo>
                    <a:pt x="99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3176" name="Shape 3176"/>
        <p:cNvGrpSpPr/>
        <p:nvPr/>
      </p:nvGrpSpPr>
      <p:grpSpPr>
        <a:xfrm>
          <a:off x="0" y="0"/>
          <a:ext cx="0" cy="0"/>
          <a:chOff x="0" y="0"/>
          <a:chExt cx="0" cy="0"/>
        </a:xfrm>
      </p:grpSpPr>
      <p:sp>
        <p:nvSpPr>
          <p:cNvPr id="3177" name="Google Shape;3177;p46"/>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180" name="Google Shape;3180;p46"/>
          <p:cNvGrpSpPr/>
          <p:nvPr/>
        </p:nvGrpSpPr>
        <p:grpSpPr>
          <a:xfrm>
            <a:off x="2936544" y="-329546"/>
            <a:ext cx="2934233" cy="708308"/>
            <a:chOff x="2375925" y="3297600"/>
            <a:chExt cx="735950" cy="177650"/>
          </a:xfrm>
        </p:grpSpPr>
        <p:sp>
          <p:nvSpPr>
            <p:cNvPr id="3181" name="Google Shape;3181;p46"/>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46"/>
          <p:cNvGrpSpPr/>
          <p:nvPr/>
        </p:nvGrpSpPr>
        <p:grpSpPr>
          <a:xfrm>
            <a:off x="-935450" y="3043400"/>
            <a:ext cx="1437100" cy="1833900"/>
            <a:chOff x="-783050" y="3043400"/>
            <a:chExt cx="1437100" cy="1833900"/>
          </a:xfrm>
        </p:grpSpPr>
        <p:sp>
          <p:nvSpPr>
            <p:cNvPr id="3188" name="Google Shape;3188;p46"/>
            <p:cNvSpPr/>
            <p:nvPr/>
          </p:nvSpPr>
          <p:spPr>
            <a:xfrm>
              <a:off x="-531425" y="460850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9" name="Google Shape;3189;p46"/>
            <p:cNvGrpSpPr/>
            <p:nvPr/>
          </p:nvGrpSpPr>
          <p:grpSpPr>
            <a:xfrm>
              <a:off x="-783050" y="3043400"/>
              <a:ext cx="1437100" cy="1722150"/>
              <a:chOff x="-783050" y="3043400"/>
              <a:chExt cx="1437100" cy="1722150"/>
            </a:xfrm>
          </p:grpSpPr>
          <p:sp>
            <p:nvSpPr>
              <p:cNvPr id="3190" name="Google Shape;3190;p46"/>
              <p:cNvSpPr/>
              <p:nvPr/>
            </p:nvSpPr>
            <p:spPr>
              <a:xfrm>
                <a:off x="-783050" y="4042950"/>
                <a:ext cx="275350" cy="163875"/>
              </a:xfrm>
              <a:custGeom>
                <a:rect b="b" l="l" r="r" t="t"/>
                <a:pathLst>
                  <a:path extrusionOk="0" h="6555" w="11014">
                    <a:moveTo>
                      <a:pt x="6914" y="1"/>
                    </a:moveTo>
                    <a:cubicBezTo>
                      <a:pt x="6547" y="1"/>
                      <a:pt x="6180" y="51"/>
                      <a:pt x="5819" y="154"/>
                    </a:cubicBezTo>
                    <a:cubicBezTo>
                      <a:pt x="4631" y="446"/>
                      <a:pt x="3546" y="1072"/>
                      <a:pt x="2691" y="1969"/>
                    </a:cubicBezTo>
                    <a:cubicBezTo>
                      <a:pt x="1711" y="3053"/>
                      <a:pt x="1106" y="4471"/>
                      <a:pt x="0" y="5452"/>
                    </a:cubicBezTo>
                    <a:cubicBezTo>
                      <a:pt x="1022" y="5869"/>
                      <a:pt x="2107" y="6203"/>
                      <a:pt x="3191" y="6432"/>
                    </a:cubicBezTo>
                    <a:cubicBezTo>
                      <a:pt x="3683" y="6514"/>
                      <a:pt x="4177" y="6555"/>
                      <a:pt x="4669" y="6555"/>
                    </a:cubicBezTo>
                    <a:cubicBezTo>
                      <a:pt x="6305" y="6555"/>
                      <a:pt x="7917" y="6104"/>
                      <a:pt x="9344" y="5222"/>
                    </a:cubicBezTo>
                    <a:cubicBezTo>
                      <a:pt x="9866" y="4909"/>
                      <a:pt x="10387" y="4492"/>
                      <a:pt x="10596" y="3929"/>
                    </a:cubicBezTo>
                    <a:cubicBezTo>
                      <a:pt x="11013" y="2845"/>
                      <a:pt x="9386" y="738"/>
                      <a:pt x="8468" y="300"/>
                    </a:cubicBezTo>
                    <a:cubicBezTo>
                      <a:pt x="7965" y="103"/>
                      <a:pt x="7440" y="1"/>
                      <a:pt x="69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176625" y="4674600"/>
                <a:ext cx="345225" cy="90950"/>
              </a:xfrm>
              <a:custGeom>
                <a:rect b="b" l="l" r="r" t="t"/>
                <a:pathLst>
                  <a:path extrusionOk="0" h="3638" w="13809">
                    <a:moveTo>
                      <a:pt x="13662" y="0"/>
                    </a:moveTo>
                    <a:lnTo>
                      <a:pt x="147" y="522"/>
                    </a:lnTo>
                    <a:cubicBezTo>
                      <a:pt x="147" y="1314"/>
                      <a:pt x="1" y="1982"/>
                      <a:pt x="188" y="2795"/>
                    </a:cubicBezTo>
                    <a:cubicBezTo>
                      <a:pt x="230" y="3046"/>
                      <a:pt x="2295" y="3338"/>
                      <a:pt x="2566" y="3379"/>
                    </a:cubicBezTo>
                    <a:cubicBezTo>
                      <a:pt x="3442" y="3525"/>
                      <a:pt x="4318" y="3609"/>
                      <a:pt x="5215" y="3630"/>
                    </a:cubicBezTo>
                    <a:cubicBezTo>
                      <a:pt x="5724" y="3633"/>
                      <a:pt x="6234" y="3637"/>
                      <a:pt x="6744" y="3637"/>
                    </a:cubicBezTo>
                    <a:cubicBezTo>
                      <a:pt x="8936" y="3637"/>
                      <a:pt x="11143" y="3565"/>
                      <a:pt x="13308" y="3108"/>
                    </a:cubicBezTo>
                    <a:cubicBezTo>
                      <a:pt x="13808" y="2983"/>
                      <a:pt x="13621" y="2462"/>
                      <a:pt x="13621" y="2024"/>
                    </a:cubicBezTo>
                    <a:cubicBezTo>
                      <a:pt x="13621" y="1356"/>
                      <a:pt x="13662" y="668"/>
                      <a:pt x="136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6"/>
              <p:cNvSpPr/>
              <p:nvPr/>
            </p:nvSpPr>
            <p:spPr>
              <a:xfrm>
                <a:off x="-444650" y="4099125"/>
                <a:ext cx="885950" cy="639200"/>
              </a:xfrm>
              <a:custGeom>
                <a:rect b="b" l="l" r="r" t="t"/>
                <a:pathLst>
                  <a:path extrusionOk="0" h="25568" w="35438">
                    <a:moveTo>
                      <a:pt x="30810" y="1"/>
                    </a:moveTo>
                    <a:cubicBezTo>
                      <a:pt x="30145" y="1"/>
                      <a:pt x="29451" y="118"/>
                      <a:pt x="28889" y="118"/>
                    </a:cubicBezTo>
                    <a:cubicBezTo>
                      <a:pt x="20858" y="118"/>
                      <a:pt x="12807" y="118"/>
                      <a:pt x="4777" y="139"/>
                    </a:cubicBezTo>
                    <a:cubicBezTo>
                      <a:pt x="4110" y="139"/>
                      <a:pt x="3401" y="160"/>
                      <a:pt x="2879" y="618"/>
                    </a:cubicBezTo>
                    <a:cubicBezTo>
                      <a:pt x="1398" y="1932"/>
                      <a:pt x="3839" y="2683"/>
                      <a:pt x="3713" y="3914"/>
                    </a:cubicBezTo>
                    <a:cubicBezTo>
                      <a:pt x="3651" y="4560"/>
                      <a:pt x="2379" y="5708"/>
                      <a:pt x="2024" y="6292"/>
                    </a:cubicBezTo>
                    <a:cubicBezTo>
                      <a:pt x="939" y="8085"/>
                      <a:pt x="293" y="10129"/>
                      <a:pt x="168" y="12215"/>
                    </a:cubicBezTo>
                    <a:cubicBezTo>
                      <a:pt x="147" y="12340"/>
                      <a:pt x="147" y="12465"/>
                      <a:pt x="147" y="12570"/>
                    </a:cubicBezTo>
                    <a:cubicBezTo>
                      <a:pt x="1" y="17596"/>
                      <a:pt x="3129" y="21372"/>
                      <a:pt x="7092" y="23332"/>
                    </a:cubicBezTo>
                    <a:cubicBezTo>
                      <a:pt x="10284" y="24897"/>
                      <a:pt x="13892" y="25501"/>
                      <a:pt x="17354" y="25564"/>
                    </a:cubicBezTo>
                    <a:cubicBezTo>
                      <a:pt x="17515" y="25566"/>
                      <a:pt x="17678" y="25568"/>
                      <a:pt x="17844" y="25568"/>
                    </a:cubicBezTo>
                    <a:cubicBezTo>
                      <a:pt x="20601" y="25568"/>
                      <a:pt x="24005" y="25228"/>
                      <a:pt x="27074" y="24146"/>
                    </a:cubicBezTo>
                    <a:cubicBezTo>
                      <a:pt x="30870" y="22790"/>
                      <a:pt x="34187" y="20266"/>
                      <a:pt x="35146" y="15844"/>
                    </a:cubicBezTo>
                    <a:cubicBezTo>
                      <a:pt x="35334" y="14927"/>
                      <a:pt x="35438" y="14009"/>
                      <a:pt x="35417" y="13070"/>
                    </a:cubicBezTo>
                    <a:cubicBezTo>
                      <a:pt x="35438" y="10901"/>
                      <a:pt x="34917" y="8774"/>
                      <a:pt x="33895" y="6855"/>
                    </a:cubicBezTo>
                    <a:cubicBezTo>
                      <a:pt x="33477" y="6083"/>
                      <a:pt x="31663" y="4102"/>
                      <a:pt x="31934" y="3205"/>
                    </a:cubicBezTo>
                    <a:cubicBezTo>
                      <a:pt x="32205" y="2308"/>
                      <a:pt x="33269" y="2454"/>
                      <a:pt x="33081" y="1307"/>
                    </a:cubicBezTo>
                    <a:cubicBezTo>
                      <a:pt x="32977" y="639"/>
                      <a:pt x="32497" y="431"/>
                      <a:pt x="31996" y="201"/>
                    </a:cubicBezTo>
                    <a:cubicBezTo>
                      <a:pt x="31641" y="48"/>
                      <a:pt x="31231" y="1"/>
                      <a:pt x="308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6"/>
              <p:cNvSpPr/>
              <p:nvPr/>
            </p:nvSpPr>
            <p:spPr>
              <a:xfrm>
                <a:off x="-407100" y="4098725"/>
                <a:ext cx="856750" cy="639600"/>
              </a:xfrm>
              <a:custGeom>
                <a:rect b="b" l="l" r="r" t="t"/>
                <a:pathLst>
                  <a:path extrusionOk="0" h="25584" w="34270">
                    <a:moveTo>
                      <a:pt x="29254" y="0"/>
                    </a:moveTo>
                    <a:cubicBezTo>
                      <a:pt x="28605" y="0"/>
                      <a:pt x="27929" y="113"/>
                      <a:pt x="27366" y="113"/>
                    </a:cubicBezTo>
                    <a:lnTo>
                      <a:pt x="25071" y="113"/>
                    </a:lnTo>
                    <a:cubicBezTo>
                      <a:pt x="25426" y="614"/>
                      <a:pt x="25760" y="1052"/>
                      <a:pt x="25906" y="1344"/>
                    </a:cubicBezTo>
                    <a:cubicBezTo>
                      <a:pt x="27387" y="4097"/>
                      <a:pt x="27825" y="7288"/>
                      <a:pt x="27178" y="10333"/>
                    </a:cubicBezTo>
                    <a:cubicBezTo>
                      <a:pt x="26219" y="14776"/>
                      <a:pt x="22902" y="17279"/>
                      <a:pt x="19085" y="18634"/>
                    </a:cubicBezTo>
                    <a:cubicBezTo>
                      <a:pt x="16016" y="19717"/>
                      <a:pt x="12631" y="20056"/>
                      <a:pt x="9876" y="20056"/>
                    </a:cubicBezTo>
                    <a:cubicBezTo>
                      <a:pt x="9710" y="20056"/>
                      <a:pt x="9547" y="20055"/>
                      <a:pt x="9387" y="20053"/>
                    </a:cubicBezTo>
                    <a:cubicBezTo>
                      <a:pt x="6237" y="20011"/>
                      <a:pt x="2962" y="19490"/>
                      <a:pt x="1" y="18238"/>
                    </a:cubicBezTo>
                    <a:lnTo>
                      <a:pt x="1" y="18238"/>
                    </a:lnTo>
                    <a:cubicBezTo>
                      <a:pt x="1294" y="20449"/>
                      <a:pt x="3234" y="22243"/>
                      <a:pt x="5570" y="23348"/>
                    </a:cubicBezTo>
                    <a:cubicBezTo>
                      <a:pt x="8761" y="24913"/>
                      <a:pt x="12369" y="25517"/>
                      <a:pt x="15832" y="25580"/>
                    </a:cubicBezTo>
                    <a:cubicBezTo>
                      <a:pt x="15992" y="25582"/>
                      <a:pt x="16155" y="25584"/>
                      <a:pt x="16320" y="25584"/>
                    </a:cubicBezTo>
                    <a:cubicBezTo>
                      <a:pt x="19078" y="25584"/>
                      <a:pt x="22480" y="25243"/>
                      <a:pt x="25530" y="24141"/>
                    </a:cubicBezTo>
                    <a:cubicBezTo>
                      <a:pt x="29347" y="22785"/>
                      <a:pt x="32664" y="20282"/>
                      <a:pt x="33623" y="15860"/>
                    </a:cubicBezTo>
                    <a:cubicBezTo>
                      <a:pt x="34270" y="12794"/>
                      <a:pt x="33832" y="9624"/>
                      <a:pt x="32372" y="6871"/>
                    </a:cubicBezTo>
                    <a:cubicBezTo>
                      <a:pt x="31955" y="6099"/>
                      <a:pt x="30161" y="4118"/>
                      <a:pt x="30411" y="3221"/>
                    </a:cubicBezTo>
                    <a:cubicBezTo>
                      <a:pt x="30661" y="2303"/>
                      <a:pt x="31767" y="2470"/>
                      <a:pt x="31579" y="1302"/>
                    </a:cubicBezTo>
                    <a:cubicBezTo>
                      <a:pt x="31454" y="634"/>
                      <a:pt x="30974" y="426"/>
                      <a:pt x="30474" y="217"/>
                    </a:cubicBezTo>
                    <a:cubicBezTo>
                      <a:pt x="30107" y="50"/>
                      <a:pt x="29686" y="0"/>
                      <a:pt x="292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379400" y="4096850"/>
                <a:ext cx="567825" cy="34950"/>
              </a:xfrm>
              <a:custGeom>
                <a:rect b="b" l="l" r="r" t="t"/>
                <a:pathLst>
                  <a:path extrusionOk="0" h="1398" w="22713">
                    <a:moveTo>
                      <a:pt x="12719" y="0"/>
                    </a:moveTo>
                    <a:cubicBezTo>
                      <a:pt x="9671" y="0"/>
                      <a:pt x="6620" y="11"/>
                      <a:pt x="3565" y="21"/>
                    </a:cubicBezTo>
                    <a:cubicBezTo>
                      <a:pt x="3367" y="21"/>
                      <a:pt x="3160" y="18"/>
                      <a:pt x="2950" y="18"/>
                    </a:cubicBezTo>
                    <a:cubicBezTo>
                      <a:pt x="1920" y="18"/>
                      <a:pt x="795" y="90"/>
                      <a:pt x="102" y="939"/>
                    </a:cubicBezTo>
                    <a:cubicBezTo>
                      <a:pt x="1" y="1075"/>
                      <a:pt x="120" y="1238"/>
                      <a:pt x="257" y="1238"/>
                    </a:cubicBezTo>
                    <a:cubicBezTo>
                      <a:pt x="289" y="1238"/>
                      <a:pt x="322" y="1229"/>
                      <a:pt x="353" y="1210"/>
                    </a:cubicBezTo>
                    <a:lnTo>
                      <a:pt x="373" y="1210"/>
                    </a:lnTo>
                    <a:cubicBezTo>
                      <a:pt x="874" y="736"/>
                      <a:pt x="1586" y="632"/>
                      <a:pt x="2294" y="632"/>
                    </a:cubicBezTo>
                    <a:cubicBezTo>
                      <a:pt x="2737" y="632"/>
                      <a:pt x="3179" y="672"/>
                      <a:pt x="3565" y="689"/>
                    </a:cubicBezTo>
                    <a:cubicBezTo>
                      <a:pt x="5004" y="772"/>
                      <a:pt x="6464" y="814"/>
                      <a:pt x="7903" y="876"/>
                    </a:cubicBezTo>
                    <a:cubicBezTo>
                      <a:pt x="10886" y="1022"/>
                      <a:pt x="13868" y="1147"/>
                      <a:pt x="16830" y="1252"/>
                    </a:cubicBezTo>
                    <a:cubicBezTo>
                      <a:pt x="18520" y="1335"/>
                      <a:pt x="20188" y="1356"/>
                      <a:pt x="21857" y="1398"/>
                    </a:cubicBezTo>
                    <a:cubicBezTo>
                      <a:pt x="22378" y="1398"/>
                      <a:pt x="22712" y="835"/>
                      <a:pt x="22441" y="376"/>
                    </a:cubicBezTo>
                    <a:cubicBezTo>
                      <a:pt x="22337" y="167"/>
                      <a:pt x="22107" y="42"/>
                      <a:pt x="21857" y="42"/>
                    </a:cubicBezTo>
                    <a:cubicBezTo>
                      <a:pt x="18812" y="11"/>
                      <a:pt x="15766" y="0"/>
                      <a:pt x="12719"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421175" y="4252575"/>
                <a:ext cx="101525" cy="278400"/>
              </a:xfrm>
              <a:custGeom>
                <a:rect b="b" l="l" r="r" t="t"/>
                <a:pathLst>
                  <a:path extrusionOk="0" h="11136" w="4061">
                    <a:moveTo>
                      <a:pt x="3127" y="0"/>
                    </a:moveTo>
                    <a:cubicBezTo>
                      <a:pt x="3020" y="0"/>
                      <a:pt x="2907" y="28"/>
                      <a:pt x="2795" y="91"/>
                    </a:cubicBezTo>
                    <a:cubicBezTo>
                      <a:pt x="2316" y="341"/>
                      <a:pt x="1878" y="696"/>
                      <a:pt x="1544" y="1134"/>
                    </a:cubicBezTo>
                    <a:cubicBezTo>
                      <a:pt x="1210" y="1489"/>
                      <a:pt x="918" y="1906"/>
                      <a:pt x="689" y="2365"/>
                    </a:cubicBezTo>
                    <a:cubicBezTo>
                      <a:pt x="272" y="3282"/>
                      <a:pt x="42" y="4283"/>
                      <a:pt x="21" y="5285"/>
                    </a:cubicBezTo>
                    <a:cubicBezTo>
                      <a:pt x="0" y="6307"/>
                      <a:pt x="188" y="7308"/>
                      <a:pt x="543" y="8267"/>
                    </a:cubicBezTo>
                    <a:cubicBezTo>
                      <a:pt x="751" y="8747"/>
                      <a:pt x="981" y="9227"/>
                      <a:pt x="1252" y="9686"/>
                    </a:cubicBezTo>
                    <a:cubicBezTo>
                      <a:pt x="1586" y="10228"/>
                      <a:pt x="1961" y="10874"/>
                      <a:pt x="2587" y="11104"/>
                    </a:cubicBezTo>
                    <a:cubicBezTo>
                      <a:pt x="2670" y="11125"/>
                      <a:pt x="2754" y="11135"/>
                      <a:pt x="2835" y="11135"/>
                    </a:cubicBezTo>
                    <a:cubicBezTo>
                      <a:pt x="3081" y="11135"/>
                      <a:pt x="3312" y="11041"/>
                      <a:pt x="3484" y="10854"/>
                    </a:cubicBezTo>
                    <a:cubicBezTo>
                      <a:pt x="3713" y="10624"/>
                      <a:pt x="3797" y="10290"/>
                      <a:pt x="3713" y="9978"/>
                    </a:cubicBezTo>
                    <a:cubicBezTo>
                      <a:pt x="3651" y="9686"/>
                      <a:pt x="3505" y="9435"/>
                      <a:pt x="3296" y="9227"/>
                    </a:cubicBezTo>
                    <a:cubicBezTo>
                      <a:pt x="3171" y="9060"/>
                      <a:pt x="3067" y="8872"/>
                      <a:pt x="2962" y="8705"/>
                    </a:cubicBezTo>
                    <a:cubicBezTo>
                      <a:pt x="2837" y="8518"/>
                      <a:pt x="2754" y="8330"/>
                      <a:pt x="2649" y="8163"/>
                    </a:cubicBezTo>
                    <a:cubicBezTo>
                      <a:pt x="2608" y="8038"/>
                      <a:pt x="2545" y="7933"/>
                      <a:pt x="2503" y="7829"/>
                    </a:cubicBezTo>
                    <a:cubicBezTo>
                      <a:pt x="2482" y="7787"/>
                      <a:pt x="2462" y="7725"/>
                      <a:pt x="2441" y="7683"/>
                    </a:cubicBezTo>
                    <a:cubicBezTo>
                      <a:pt x="2295" y="7287"/>
                      <a:pt x="2149" y="6891"/>
                      <a:pt x="2044" y="6473"/>
                    </a:cubicBezTo>
                    <a:cubicBezTo>
                      <a:pt x="1940" y="6098"/>
                      <a:pt x="1878" y="5723"/>
                      <a:pt x="1878" y="5326"/>
                    </a:cubicBezTo>
                    <a:cubicBezTo>
                      <a:pt x="1794" y="4575"/>
                      <a:pt x="1919" y="3804"/>
                      <a:pt x="2211" y="3095"/>
                    </a:cubicBezTo>
                    <a:cubicBezTo>
                      <a:pt x="2357" y="2740"/>
                      <a:pt x="2545" y="2406"/>
                      <a:pt x="2754" y="2073"/>
                    </a:cubicBezTo>
                    <a:cubicBezTo>
                      <a:pt x="3004" y="1739"/>
                      <a:pt x="3338" y="1468"/>
                      <a:pt x="3609" y="1155"/>
                    </a:cubicBezTo>
                    <a:cubicBezTo>
                      <a:pt x="4060" y="686"/>
                      <a:pt x="3659" y="0"/>
                      <a:pt x="31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382600" y="4074425"/>
                <a:ext cx="764475" cy="96500"/>
              </a:xfrm>
              <a:custGeom>
                <a:rect b="b" l="l" r="r" t="t"/>
                <a:pathLst>
                  <a:path extrusionOk="0" h="3860" w="30579">
                    <a:moveTo>
                      <a:pt x="13830" y="0"/>
                    </a:moveTo>
                    <a:lnTo>
                      <a:pt x="13079" y="21"/>
                    </a:lnTo>
                    <a:lnTo>
                      <a:pt x="12849" y="21"/>
                    </a:lnTo>
                    <a:cubicBezTo>
                      <a:pt x="12369" y="21"/>
                      <a:pt x="11890" y="42"/>
                      <a:pt x="11431" y="42"/>
                    </a:cubicBezTo>
                    <a:cubicBezTo>
                      <a:pt x="4861" y="272"/>
                      <a:pt x="1" y="981"/>
                      <a:pt x="1" y="1940"/>
                    </a:cubicBezTo>
                    <a:cubicBezTo>
                      <a:pt x="1" y="2879"/>
                      <a:pt x="5257" y="3650"/>
                      <a:pt x="12244" y="3838"/>
                    </a:cubicBezTo>
                    <a:lnTo>
                      <a:pt x="13371" y="3859"/>
                    </a:lnTo>
                    <a:lnTo>
                      <a:pt x="17584" y="3859"/>
                    </a:lnTo>
                    <a:lnTo>
                      <a:pt x="18189" y="3838"/>
                    </a:lnTo>
                    <a:cubicBezTo>
                      <a:pt x="25239" y="3671"/>
                      <a:pt x="30578" y="2879"/>
                      <a:pt x="30578" y="1919"/>
                    </a:cubicBezTo>
                    <a:cubicBezTo>
                      <a:pt x="30578" y="1002"/>
                      <a:pt x="25343" y="209"/>
                      <a:pt x="18376" y="21"/>
                    </a:cubicBezTo>
                    <a:lnTo>
                      <a:pt x="17709" y="21"/>
                    </a:lnTo>
                    <a:lnTo>
                      <a:pt x="16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344775" y="4194850"/>
                <a:ext cx="683725" cy="48325"/>
              </a:xfrm>
              <a:custGeom>
                <a:rect b="b" l="l" r="r" t="t"/>
                <a:pathLst>
                  <a:path extrusionOk="0" h="1933" w="27349">
                    <a:moveTo>
                      <a:pt x="27145" y="0"/>
                    </a:moveTo>
                    <a:cubicBezTo>
                      <a:pt x="27139" y="0"/>
                      <a:pt x="27132" y="1"/>
                      <a:pt x="27125" y="1"/>
                    </a:cubicBezTo>
                    <a:cubicBezTo>
                      <a:pt x="26249" y="64"/>
                      <a:pt x="25394" y="273"/>
                      <a:pt x="24539" y="419"/>
                    </a:cubicBezTo>
                    <a:cubicBezTo>
                      <a:pt x="23684" y="565"/>
                      <a:pt x="22829" y="690"/>
                      <a:pt x="21974" y="815"/>
                    </a:cubicBezTo>
                    <a:cubicBezTo>
                      <a:pt x="20201" y="1065"/>
                      <a:pt x="18428" y="1232"/>
                      <a:pt x="16634" y="1336"/>
                    </a:cubicBezTo>
                    <a:cubicBezTo>
                      <a:pt x="14996" y="1444"/>
                      <a:pt x="13354" y="1496"/>
                      <a:pt x="11711" y="1496"/>
                    </a:cubicBezTo>
                    <a:cubicBezTo>
                      <a:pt x="9839" y="1496"/>
                      <a:pt x="7967" y="1428"/>
                      <a:pt x="6101" y="1295"/>
                    </a:cubicBezTo>
                    <a:cubicBezTo>
                      <a:pt x="4161" y="1169"/>
                      <a:pt x="2201" y="940"/>
                      <a:pt x="365" y="210"/>
                    </a:cubicBezTo>
                    <a:cubicBezTo>
                      <a:pt x="333" y="195"/>
                      <a:pt x="303" y="189"/>
                      <a:pt x="276" y="189"/>
                    </a:cubicBezTo>
                    <a:cubicBezTo>
                      <a:pt x="70" y="189"/>
                      <a:pt x="1" y="559"/>
                      <a:pt x="240" y="669"/>
                    </a:cubicBezTo>
                    <a:lnTo>
                      <a:pt x="240" y="648"/>
                    </a:lnTo>
                    <a:cubicBezTo>
                      <a:pt x="1867" y="1295"/>
                      <a:pt x="3598" y="1545"/>
                      <a:pt x="5329" y="1691"/>
                    </a:cubicBezTo>
                    <a:cubicBezTo>
                      <a:pt x="7060" y="1816"/>
                      <a:pt x="8812" y="1899"/>
                      <a:pt x="10564" y="1920"/>
                    </a:cubicBezTo>
                    <a:cubicBezTo>
                      <a:pt x="11015" y="1928"/>
                      <a:pt x="11466" y="1932"/>
                      <a:pt x="11917" y="1932"/>
                    </a:cubicBezTo>
                    <a:cubicBezTo>
                      <a:pt x="15053" y="1932"/>
                      <a:pt x="18188" y="1743"/>
                      <a:pt x="21306" y="1378"/>
                    </a:cubicBezTo>
                    <a:cubicBezTo>
                      <a:pt x="22266" y="1253"/>
                      <a:pt x="23225" y="1128"/>
                      <a:pt x="24185" y="961"/>
                    </a:cubicBezTo>
                    <a:cubicBezTo>
                      <a:pt x="25186" y="836"/>
                      <a:pt x="26187" y="648"/>
                      <a:pt x="27167" y="356"/>
                    </a:cubicBezTo>
                    <a:cubicBezTo>
                      <a:pt x="27349" y="295"/>
                      <a:pt x="27335" y="0"/>
                      <a:pt x="271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87975" y="3048225"/>
                <a:ext cx="299850" cy="395975"/>
              </a:xfrm>
              <a:custGeom>
                <a:rect b="b" l="l" r="r" t="t"/>
                <a:pathLst>
                  <a:path extrusionOk="0" h="15839" w="11994">
                    <a:moveTo>
                      <a:pt x="7488" y="1"/>
                    </a:moveTo>
                    <a:cubicBezTo>
                      <a:pt x="5319" y="1544"/>
                      <a:pt x="3463" y="3442"/>
                      <a:pt x="1982" y="5653"/>
                    </a:cubicBezTo>
                    <a:cubicBezTo>
                      <a:pt x="1189" y="6863"/>
                      <a:pt x="480" y="8177"/>
                      <a:pt x="251" y="9616"/>
                    </a:cubicBezTo>
                    <a:cubicBezTo>
                      <a:pt x="0" y="11055"/>
                      <a:pt x="230" y="12620"/>
                      <a:pt x="1127" y="13746"/>
                    </a:cubicBezTo>
                    <a:cubicBezTo>
                      <a:pt x="2087" y="14976"/>
                      <a:pt x="4954" y="15839"/>
                      <a:pt x="6977" y="15839"/>
                    </a:cubicBezTo>
                    <a:cubicBezTo>
                      <a:pt x="7457" y="15839"/>
                      <a:pt x="7891" y="15790"/>
                      <a:pt x="8239" y="15686"/>
                    </a:cubicBezTo>
                    <a:cubicBezTo>
                      <a:pt x="9386" y="15352"/>
                      <a:pt x="10596" y="14935"/>
                      <a:pt x="11243" y="13934"/>
                    </a:cubicBezTo>
                    <a:cubicBezTo>
                      <a:pt x="11994" y="12745"/>
                      <a:pt x="11702" y="11222"/>
                      <a:pt x="11284" y="9887"/>
                    </a:cubicBezTo>
                    <a:cubicBezTo>
                      <a:pt x="10784" y="8219"/>
                      <a:pt x="10116" y="6592"/>
                      <a:pt x="9303" y="5027"/>
                    </a:cubicBezTo>
                    <a:cubicBezTo>
                      <a:pt x="8469" y="3442"/>
                      <a:pt x="7488" y="1815"/>
                      <a:pt x="7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362775" y="3280550"/>
                <a:ext cx="388500" cy="269400"/>
              </a:xfrm>
              <a:custGeom>
                <a:rect b="b" l="l" r="r" t="t"/>
                <a:pathLst>
                  <a:path extrusionOk="0" h="10776" w="15540">
                    <a:moveTo>
                      <a:pt x="8469" y="1"/>
                    </a:moveTo>
                    <a:cubicBezTo>
                      <a:pt x="6698" y="1"/>
                      <a:pt x="4925" y="592"/>
                      <a:pt x="3296" y="1366"/>
                    </a:cubicBezTo>
                    <a:cubicBezTo>
                      <a:pt x="2232" y="1887"/>
                      <a:pt x="1169" y="2492"/>
                      <a:pt x="0" y="2722"/>
                    </a:cubicBezTo>
                    <a:cubicBezTo>
                      <a:pt x="1648" y="3473"/>
                      <a:pt x="2754" y="5037"/>
                      <a:pt x="3797" y="6518"/>
                    </a:cubicBezTo>
                    <a:cubicBezTo>
                      <a:pt x="5100" y="8400"/>
                      <a:pt x="7509" y="10776"/>
                      <a:pt x="9880" y="10776"/>
                    </a:cubicBezTo>
                    <a:cubicBezTo>
                      <a:pt x="10846" y="10776"/>
                      <a:pt x="11806" y="10381"/>
                      <a:pt x="12682" y="9396"/>
                    </a:cubicBezTo>
                    <a:cubicBezTo>
                      <a:pt x="15539" y="6184"/>
                      <a:pt x="14184" y="991"/>
                      <a:pt x="9887" y="135"/>
                    </a:cubicBezTo>
                    <a:cubicBezTo>
                      <a:pt x="9416" y="43"/>
                      <a:pt x="8943" y="1"/>
                      <a:pt x="8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115375" y="3427800"/>
                <a:ext cx="342625" cy="242025"/>
              </a:xfrm>
              <a:custGeom>
                <a:rect b="b" l="l" r="r" t="t"/>
                <a:pathLst>
                  <a:path extrusionOk="0" h="9681" w="13705">
                    <a:moveTo>
                      <a:pt x="5521" y="0"/>
                    </a:moveTo>
                    <a:cubicBezTo>
                      <a:pt x="3879" y="0"/>
                      <a:pt x="2201" y="648"/>
                      <a:pt x="1190" y="1963"/>
                    </a:cubicBezTo>
                    <a:cubicBezTo>
                      <a:pt x="1" y="3485"/>
                      <a:pt x="105" y="7386"/>
                      <a:pt x="1628" y="8700"/>
                    </a:cubicBezTo>
                    <a:cubicBezTo>
                      <a:pt x="2149" y="9096"/>
                      <a:pt x="2754" y="9367"/>
                      <a:pt x="3401" y="9492"/>
                    </a:cubicBezTo>
                    <a:cubicBezTo>
                      <a:pt x="3876" y="9600"/>
                      <a:pt x="4379" y="9680"/>
                      <a:pt x="4869" y="9680"/>
                    </a:cubicBezTo>
                    <a:cubicBezTo>
                      <a:pt x="5326" y="9680"/>
                      <a:pt x="5772" y="9611"/>
                      <a:pt x="6175" y="9430"/>
                    </a:cubicBezTo>
                    <a:cubicBezTo>
                      <a:pt x="7030" y="9054"/>
                      <a:pt x="7614" y="8262"/>
                      <a:pt x="8198" y="7552"/>
                    </a:cubicBezTo>
                    <a:cubicBezTo>
                      <a:pt x="9741" y="5696"/>
                      <a:pt x="11598" y="4132"/>
                      <a:pt x="13704" y="2943"/>
                    </a:cubicBezTo>
                    <a:lnTo>
                      <a:pt x="13704" y="2943"/>
                    </a:lnTo>
                    <a:cubicBezTo>
                      <a:pt x="13689" y="2943"/>
                      <a:pt x="13673" y="2943"/>
                      <a:pt x="13657" y="2943"/>
                    </a:cubicBezTo>
                    <a:cubicBezTo>
                      <a:pt x="12488" y="2943"/>
                      <a:pt x="11459" y="2184"/>
                      <a:pt x="10451" y="1566"/>
                    </a:cubicBezTo>
                    <a:cubicBezTo>
                      <a:pt x="9011" y="690"/>
                      <a:pt x="7364" y="23"/>
                      <a:pt x="5674" y="2"/>
                    </a:cubicBezTo>
                    <a:cubicBezTo>
                      <a:pt x="5623" y="1"/>
                      <a:pt x="5572" y="0"/>
                      <a:pt x="55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599000" y="3372050"/>
                <a:ext cx="280575" cy="358800"/>
              </a:xfrm>
              <a:custGeom>
                <a:rect b="b" l="l" r="r" t="t"/>
                <a:pathLst>
                  <a:path extrusionOk="0" h="14352" w="11223">
                    <a:moveTo>
                      <a:pt x="6738" y="0"/>
                    </a:moveTo>
                    <a:cubicBezTo>
                      <a:pt x="5799" y="2503"/>
                      <a:pt x="3401" y="4130"/>
                      <a:pt x="1628" y="6153"/>
                    </a:cubicBezTo>
                    <a:cubicBezTo>
                      <a:pt x="1065" y="6779"/>
                      <a:pt x="543" y="7509"/>
                      <a:pt x="335" y="8343"/>
                    </a:cubicBezTo>
                    <a:cubicBezTo>
                      <a:pt x="1" y="9720"/>
                      <a:pt x="627" y="11222"/>
                      <a:pt x="1690" y="12160"/>
                    </a:cubicBezTo>
                    <a:cubicBezTo>
                      <a:pt x="2805" y="13135"/>
                      <a:pt x="5700" y="14352"/>
                      <a:pt x="7843" y="14352"/>
                    </a:cubicBezTo>
                    <a:cubicBezTo>
                      <a:pt x="8588" y="14352"/>
                      <a:pt x="9243" y="14205"/>
                      <a:pt x="9700" y="13850"/>
                    </a:cubicBezTo>
                    <a:cubicBezTo>
                      <a:pt x="10159" y="13453"/>
                      <a:pt x="10492" y="12932"/>
                      <a:pt x="10680" y="12369"/>
                    </a:cubicBezTo>
                    <a:cubicBezTo>
                      <a:pt x="11222" y="10888"/>
                      <a:pt x="11097" y="9219"/>
                      <a:pt x="10638" y="7697"/>
                    </a:cubicBezTo>
                    <a:cubicBezTo>
                      <a:pt x="10180" y="6195"/>
                      <a:pt x="9408" y="4798"/>
                      <a:pt x="8636" y="3400"/>
                    </a:cubicBezTo>
                    <a:lnTo>
                      <a:pt x="673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774725" y="3756400"/>
                <a:ext cx="404150" cy="240475"/>
              </a:xfrm>
              <a:custGeom>
                <a:rect b="b" l="l" r="r" t="t"/>
                <a:pathLst>
                  <a:path extrusionOk="0" h="9619" w="16166">
                    <a:moveTo>
                      <a:pt x="7254" y="0"/>
                    </a:moveTo>
                    <a:cubicBezTo>
                      <a:pt x="6812" y="0"/>
                      <a:pt x="6370" y="63"/>
                      <a:pt x="5945" y="186"/>
                    </a:cubicBezTo>
                    <a:cubicBezTo>
                      <a:pt x="3150" y="1166"/>
                      <a:pt x="2775" y="5505"/>
                      <a:pt x="1" y="6527"/>
                    </a:cubicBezTo>
                    <a:cubicBezTo>
                      <a:pt x="1878" y="7674"/>
                      <a:pt x="3797" y="8842"/>
                      <a:pt x="5945" y="9363"/>
                    </a:cubicBezTo>
                    <a:cubicBezTo>
                      <a:pt x="6626" y="9528"/>
                      <a:pt x="7337" y="9618"/>
                      <a:pt x="8045" y="9618"/>
                    </a:cubicBezTo>
                    <a:cubicBezTo>
                      <a:pt x="9575" y="9618"/>
                      <a:pt x="11090" y="9200"/>
                      <a:pt x="12244" y="8216"/>
                    </a:cubicBezTo>
                    <a:cubicBezTo>
                      <a:pt x="16166" y="4900"/>
                      <a:pt x="11973" y="958"/>
                      <a:pt x="8386" y="144"/>
                    </a:cubicBezTo>
                    <a:cubicBezTo>
                      <a:pt x="8018" y="47"/>
                      <a:pt x="7636" y="0"/>
                      <a:pt x="72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363300" y="3801175"/>
                <a:ext cx="288900" cy="172000"/>
              </a:xfrm>
              <a:custGeom>
                <a:rect b="b" l="l" r="r" t="t"/>
                <a:pathLst>
                  <a:path extrusionOk="0" h="6880" w="11556">
                    <a:moveTo>
                      <a:pt x="6380" y="1"/>
                    </a:moveTo>
                    <a:cubicBezTo>
                      <a:pt x="6107" y="1"/>
                      <a:pt x="5834" y="37"/>
                      <a:pt x="5570" y="105"/>
                    </a:cubicBezTo>
                    <a:cubicBezTo>
                      <a:pt x="3004" y="668"/>
                      <a:pt x="1" y="3505"/>
                      <a:pt x="2816" y="5883"/>
                    </a:cubicBezTo>
                    <a:cubicBezTo>
                      <a:pt x="3628" y="6581"/>
                      <a:pt x="4712" y="6880"/>
                      <a:pt x="5803" y="6880"/>
                    </a:cubicBezTo>
                    <a:cubicBezTo>
                      <a:pt x="6310" y="6880"/>
                      <a:pt x="6818" y="6815"/>
                      <a:pt x="7301" y="6696"/>
                    </a:cubicBezTo>
                    <a:cubicBezTo>
                      <a:pt x="8844" y="6321"/>
                      <a:pt x="10221" y="5487"/>
                      <a:pt x="11556" y="4652"/>
                    </a:cubicBezTo>
                    <a:cubicBezTo>
                      <a:pt x="9574" y="3943"/>
                      <a:pt x="9303" y="835"/>
                      <a:pt x="7301" y="147"/>
                    </a:cubicBezTo>
                    <a:cubicBezTo>
                      <a:pt x="7002" y="47"/>
                      <a:pt x="6691" y="1"/>
                      <a:pt x="63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310400" y="3783750"/>
                <a:ext cx="343650" cy="333975"/>
              </a:xfrm>
              <a:custGeom>
                <a:rect b="b" l="l" r="r" t="t"/>
                <a:pathLst>
                  <a:path extrusionOk="0" h="13359" w="13746">
                    <a:moveTo>
                      <a:pt x="9293" y="1"/>
                    </a:moveTo>
                    <a:cubicBezTo>
                      <a:pt x="9101" y="1"/>
                      <a:pt x="8909" y="11"/>
                      <a:pt x="8719" y="31"/>
                    </a:cubicBezTo>
                    <a:cubicBezTo>
                      <a:pt x="8344" y="51"/>
                      <a:pt x="5465" y="1428"/>
                      <a:pt x="6237" y="1699"/>
                    </a:cubicBezTo>
                    <a:cubicBezTo>
                      <a:pt x="5261" y="1359"/>
                      <a:pt x="4280" y="1014"/>
                      <a:pt x="3356" y="1014"/>
                    </a:cubicBezTo>
                    <a:cubicBezTo>
                      <a:pt x="2523" y="1014"/>
                      <a:pt x="1736" y="1295"/>
                      <a:pt x="1044" y="2116"/>
                    </a:cubicBezTo>
                    <a:cubicBezTo>
                      <a:pt x="1" y="3368"/>
                      <a:pt x="42" y="4932"/>
                      <a:pt x="710" y="6350"/>
                    </a:cubicBezTo>
                    <a:cubicBezTo>
                      <a:pt x="1440" y="7873"/>
                      <a:pt x="2754" y="8999"/>
                      <a:pt x="4089" y="10000"/>
                    </a:cubicBezTo>
                    <a:cubicBezTo>
                      <a:pt x="5445" y="11002"/>
                      <a:pt x="6842" y="12003"/>
                      <a:pt x="7822" y="13359"/>
                    </a:cubicBezTo>
                    <a:cubicBezTo>
                      <a:pt x="8698" y="11273"/>
                      <a:pt x="10430" y="9708"/>
                      <a:pt x="11702" y="7852"/>
                    </a:cubicBezTo>
                    <a:cubicBezTo>
                      <a:pt x="12974" y="5975"/>
                      <a:pt x="13746" y="3389"/>
                      <a:pt x="12494" y="1511"/>
                    </a:cubicBezTo>
                    <a:cubicBezTo>
                      <a:pt x="11772" y="428"/>
                      <a:pt x="10533" y="1"/>
                      <a:pt x="92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246275" y="4135325"/>
                <a:ext cx="361900" cy="338025"/>
              </a:xfrm>
              <a:custGeom>
                <a:rect b="b" l="l" r="r" t="t"/>
                <a:pathLst>
                  <a:path extrusionOk="0" h="13521" w="14476">
                    <a:moveTo>
                      <a:pt x="8206" y="1"/>
                    </a:moveTo>
                    <a:cubicBezTo>
                      <a:pt x="6708" y="1"/>
                      <a:pt x="5273" y="326"/>
                      <a:pt x="4359" y="964"/>
                    </a:cubicBezTo>
                    <a:cubicBezTo>
                      <a:pt x="0" y="4051"/>
                      <a:pt x="6779" y="8807"/>
                      <a:pt x="9073" y="10308"/>
                    </a:cubicBezTo>
                    <a:cubicBezTo>
                      <a:pt x="10429" y="11184"/>
                      <a:pt x="11618" y="12269"/>
                      <a:pt x="12640" y="13520"/>
                    </a:cubicBezTo>
                    <a:cubicBezTo>
                      <a:pt x="12473" y="12019"/>
                      <a:pt x="13203" y="10579"/>
                      <a:pt x="13662" y="9140"/>
                    </a:cubicBezTo>
                    <a:cubicBezTo>
                      <a:pt x="14267" y="7347"/>
                      <a:pt x="14475" y="5428"/>
                      <a:pt x="14288" y="3530"/>
                    </a:cubicBezTo>
                    <a:cubicBezTo>
                      <a:pt x="14056" y="1148"/>
                      <a:pt x="11019" y="1"/>
                      <a:pt x="8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82525" y="3734450"/>
                <a:ext cx="209650" cy="273450"/>
              </a:xfrm>
              <a:custGeom>
                <a:rect b="b" l="l" r="r" t="t"/>
                <a:pathLst>
                  <a:path extrusionOk="0" h="10938" w="8386">
                    <a:moveTo>
                      <a:pt x="4423" y="0"/>
                    </a:moveTo>
                    <a:cubicBezTo>
                      <a:pt x="3755" y="2065"/>
                      <a:pt x="1857" y="3442"/>
                      <a:pt x="689" y="5277"/>
                    </a:cubicBezTo>
                    <a:cubicBezTo>
                      <a:pt x="272" y="5861"/>
                      <a:pt x="22" y="6570"/>
                      <a:pt x="1" y="7300"/>
                    </a:cubicBezTo>
                    <a:cubicBezTo>
                      <a:pt x="43" y="8343"/>
                      <a:pt x="773" y="9282"/>
                      <a:pt x="1670" y="9824"/>
                    </a:cubicBezTo>
                    <a:cubicBezTo>
                      <a:pt x="2600" y="10389"/>
                      <a:pt x="4096" y="10937"/>
                      <a:pt x="5426" y="10937"/>
                    </a:cubicBezTo>
                    <a:cubicBezTo>
                      <a:pt x="6749" y="10937"/>
                      <a:pt x="7907" y="10394"/>
                      <a:pt x="8177" y="8781"/>
                    </a:cubicBezTo>
                    <a:cubicBezTo>
                      <a:pt x="8386" y="7634"/>
                      <a:pt x="7823" y="6508"/>
                      <a:pt x="7280" y="5465"/>
                    </a:cubicBezTo>
                    <a:lnTo>
                      <a:pt x="44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193825" y="3651200"/>
                <a:ext cx="207700" cy="200600"/>
              </a:xfrm>
              <a:custGeom>
                <a:rect b="b" l="l" r="r" t="t"/>
                <a:pathLst>
                  <a:path extrusionOk="0" h="8024" w="8308">
                    <a:moveTo>
                      <a:pt x="2994" y="0"/>
                    </a:moveTo>
                    <a:cubicBezTo>
                      <a:pt x="2629" y="0"/>
                      <a:pt x="2262" y="81"/>
                      <a:pt x="1919" y="243"/>
                    </a:cubicBezTo>
                    <a:cubicBezTo>
                      <a:pt x="605" y="890"/>
                      <a:pt x="0" y="2454"/>
                      <a:pt x="84" y="3914"/>
                    </a:cubicBezTo>
                    <a:cubicBezTo>
                      <a:pt x="167" y="5353"/>
                      <a:pt x="772" y="6730"/>
                      <a:pt x="1398" y="8023"/>
                    </a:cubicBezTo>
                    <a:lnTo>
                      <a:pt x="5257" y="6063"/>
                    </a:lnTo>
                    <a:cubicBezTo>
                      <a:pt x="6320" y="5520"/>
                      <a:pt x="7488" y="4895"/>
                      <a:pt x="7905" y="3789"/>
                    </a:cubicBezTo>
                    <a:cubicBezTo>
                      <a:pt x="8308" y="2755"/>
                      <a:pt x="7602" y="1334"/>
                      <a:pt x="6580" y="1334"/>
                    </a:cubicBezTo>
                    <a:cubicBezTo>
                      <a:pt x="6489" y="1334"/>
                      <a:pt x="6395" y="1346"/>
                      <a:pt x="6299" y="1370"/>
                    </a:cubicBezTo>
                    <a:cubicBezTo>
                      <a:pt x="6028" y="1432"/>
                      <a:pt x="5757" y="1641"/>
                      <a:pt x="5486" y="1683"/>
                    </a:cubicBezTo>
                    <a:cubicBezTo>
                      <a:pt x="5422" y="1691"/>
                      <a:pt x="5374" y="1696"/>
                      <a:pt x="5337" y="1696"/>
                    </a:cubicBezTo>
                    <a:cubicBezTo>
                      <a:pt x="5192" y="1696"/>
                      <a:pt x="5219" y="1619"/>
                      <a:pt x="5152" y="1370"/>
                    </a:cubicBezTo>
                    <a:cubicBezTo>
                      <a:pt x="5006" y="973"/>
                      <a:pt x="4735" y="640"/>
                      <a:pt x="4360" y="410"/>
                    </a:cubicBezTo>
                    <a:cubicBezTo>
                      <a:pt x="3946" y="138"/>
                      <a:pt x="3471" y="0"/>
                      <a:pt x="2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481675" y="3417400"/>
                <a:ext cx="204700" cy="740350"/>
              </a:xfrm>
              <a:custGeom>
                <a:rect b="b" l="l" r="r" t="t"/>
                <a:pathLst>
                  <a:path extrusionOk="0" h="29614" w="8188">
                    <a:moveTo>
                      <a:pt x="2006" y="1"/>
                    </a:moveTo>
                    <a:cubicBezTo>
                      <a:pt x="1977" y="1"/>
                      <a:pt x="1951" y="22"/>
                      <a:pt x="1962" y="64"/>
                    </a:cubicBezTo>
                    <a:cubicBezTo>
                      <a:pt x="1982" y="543"/>
                      <a:pt x="1982" y="1023"/>
                      <a:pt x="1941" y="1503"/>
                    </a:cubicBezTo>
                    <a:cubicBezTo>
                      <a:pt x="1899" y="1982"/>
                      <a:pt x="1836" y="2462"/>
                      <a:pt x="1732" y="2942"/>
                    </a:cubicBezTo>
                    <a:cubicBezTo>
                      <a:pt x="1565" y="3901"/>
                      <a:pt x="1294" y="4840"/>
                      <a:pt x="1044" y="5799"/>
                    </a:cubicBezTo>
                    <a:cubicBezTo>
                      <a:pt x="522" y="7656"/>
                      <a:pt x="1" y="9575"/>
                      <a:pt x="230" y="11514"/>
                    </a:cubicBezTo>
                    <a:cubicBezTo>
                      <a:pt x="376" y="12515"/>
                      <a:pt x="648" y="13496"/>
                      <a:pt x="1065" y="14434"/>
                    </a:cubicBezTo>
                    <a:cubicBezTo>
                      <a:pt x="1273" y="14893"/>
                      <a:pt x="1503" y="15373"/>
                      <a:pt x="1732" y="15832"/>
                    </a:cubicBezTo>
                    <a:cubicBezTo>
                      <a:pt x="1982" y="16291"/>
                      <a:pt x="2254" y="16750"/>
                      <a:pt x="2462" y="17208"/>
                    </a:cubicBezTo>
                    <a:cubicBezTo>
                      <a:pt x="2566" y="17438"/>
                      <a:pt x="2692" y="17667"/>
                      <a:pt x="2838" y="17897"/>
                    </a:cubicBezTo>
                    <a:cubicBezTo>
                      <a:pt x="2984" y="18105"/>
                      <a:pt x="3150" y="18314"/>
                      <a:pt x="3296" y="18522"/>
                    </a:cubicBezTo>
                    <a:cubicBezTo>
                      <a:pt x="3609" y="18960"/>
                      <a:pt x="3901" y="19398"/>
                      <a:pt x="4193" y="19836"/>
                    </a:cubicBezTo>
                    <a:cubicBezTo>
                      <a:pt x="4777" y="20733"/>
                      <a:pt x="5299" y="21651"/>
                      <a:pt x="5799" y="22590"/>
                    </a:cubicBezTo>
                    <a:cubicBezTo>
                      <a:pt x="6801" y="24488"/>
                      <a:pt x="7468" y="26553"/>
                      <a:pt x="7781" y="28680"/>
                    </a:cubicBezTo>
                    <a:cubicBezTo>
                      <a:pt x="7823" y="28951"/>
                      <a:pt x="7843" y="29201"/>
                      <a:pt x="7885" y="29473"/>
                    </a:cubicBezTo>
                    <a:cubicBezTo>
                      <a:pt x="7896" y="29566"/>
                      <a:pt x="7974" y="29613"/>
                      <a:pt x="8047" y="29613"/>
                    </a:cubicBezTo>
                    <a:cubicBezTo>
                      <a:pt x="8120" y="29613"/>
                      <a:pt x="8188" y="29566"/>
                      <a:pt x="8177" y="29473"/>
                    </a:cubicBezTo>
                    <a:cubicBezTo>
                      <a:pt x="8135" y="28409"/>
                      <a:pt x="7948" y="27366"/>
                      <a:pt x="7635" y="26344"/>
                    </a:cubicBezTo>
                    <a:cubicBezTo>
                      <a:pt x="7364" y="25322"/>
                      <a:pt x="6988" y="24342"/>
                      <a:pt x="6550" y="23382"/>
                    </a:cubicBezTo>
                    <a:cubicBezTo>
                      <a:pt x="5633" y="21442"/>
                      <a:pt x="4527" y="19607"/>
                      <a:pt x="3255" y="17897"/>
                    </a:cubicBezTo>
                    <a:cubicBezTo>
                      <a:pt x="2984" y="17459"/>
                      <a:pt x="2712" y="17021"/>
                      <a:pt x="2504" y="16562"/>
                    </a:cubicBezTo>
                    <a:cubicBezTo>
                      <a:pt x="2233" y="16103"/>
                      <a:pt x="2003" y="15644"/>
                      <a:pt x="1753" y="15185"/>
                    </a:cubicBezTo>
                    <a:cubicBezTo>
                      <a:pt x="1273" y="14267"/>
                      <a:pt x="898" y="13287"/>
                      <a:pt x="668" y="12265"/>
                    </a:cubicBezTo>
                    <a:cubicBezTo>
                      <a:pt x="230" y="10325"/>
                      <a:pt x="648" y="8365"/>
                      <a:pt x="1148" y="6488"/>
                    </a:cubicBezTo>
                    <a:cubicBezTo>
                      <a:pt x="1419" y="5528"/>
                      <a:pt x="1670" y="4590"/>
                      <a:pt x="1878" y="3630"/>
                    </a:cubicBezTo>
                    <a:cubicBezTo>
                      <a:pt x="2087" y="2671"/>
                      <a:pt x="2254" y="1711"/>
                      <a:pt x="2128" y="773"/>
                    </a:cubicBezTo>
                    <a:cubicBezTo>
                      <a:pt x="2108" y="522"/>
                      <a:pt x="2108" y="293"/>
                      <a:pt x="2066" y="64"/>
                    </a:cubicBezTo>
                    <a:cubicBezTo>
                      <a:pt x="2066" y="22"/>
                      <a:pt x="2035" y="1"/>
                      <a:pt x="2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743825" y="3843750"/>
                <a:ext cx="332575" cy="85025"/>
              </a:xfrm>
              <a:custGeom>
                <a:rect b="b" l="l" r="r" t="t"/>
                <a:pathLst>
                  <a:path extrusionOk="0" h="3401" w="13303">
                    <a:moveTo>
                      <a:pt x="12764" y="1"/>
                    </a:moveTo>
                    <a:cubicBezTo>
                      <a:pt x="11983" y="1"/>
                      <a:pt x="11221" y="133"/>
                      <a:pt x="10508" y="426"/>
                    </a:cubicBezTo>
                    <a:cubicBezTo>
                      <a:pt x="9694" y="738"/>
                      <a:pt x="8902" y="1093"/>
                      <a:pt x="8130" y="1510"/>
                    </a:cubicBezTo>
                    <a:cubicBezTo>
                      <a:pt x="6566" y="2365"/>
                      <a:pt x="4835" y="2887"/>
                      <a:pt x="3062" y="3054"/>
                    </a:cubicBezTo>
                    <a:cubicBezTo>
                      <a:pt x="2877" y="3066"/>
                      <a:pt x="2692" y="3071"/>
                      <a:pt x="2507" y="3071"/>
                    </a:cubicBezTo>
                    <a:cubicBezTo>
                      <a:pt x="1726" y="3071"/>
                      <a:pt x="938" y="2968"/>
                      <a:pt x="162" y="2782"/>
                    </a:cubicBezTo>
                    <a:cubicBezTo>
                      <a:pt x="156" y="2781"/>
                      <a:pt x="150" y="2781"/>
                      <a:pt x="143" y="2781"/>
                    </a:cubicBezTo>
                    <a:cubicBezTo>
                      <a:pt x="33" y="2781"/>
                      <a:pt x="1" y="2951"/>
                      <a:pt x="100" y="2991"/>
                    </a:cubicBezTo>
                    <a:cubicBezTo>
                      <a:pt x="861" y="3280"/>
                      <a:pt x="1672" y="3400"/>
                      <a:pt x="2488" y="3400"/>
                    </a:cubicBezTo>
                    <a:cubicBezTo>
                      <a:pt x="3438" y="3400"/>
                      <a:pt x="4396" y="3238"/>
                      <a:pt x="5293" y="2991"/>
                    </a:cubicBezTo>
                    <a:cubicBezTo>
                      <a:pt x="6149" y="2762"/>
                      <a:pt x="6962" y="2449"/>
                      <a:pt x="7755" y="2073"/>
                    </a:cubicBezTo>
                    <a:cubicBezTo>
                      <a:pt x="8568" y="1677"/>
                      <a:pt x="9319" y="1239"/>
                      <a:pt x="10153" y="905"/>
                    </a:cubicBezTo>
                    <a:cubicBezTo>
                      <a:pt x="10994" y="542"/>
                      <a:pt x="11904" y="337"/>
                      <a:pt x="12836" y="337"/>
                    </a:cubicBezTo>
                    <a:cubicBezTo>
                      <a:pt x="12922" y="337"/>
                      <a:pt x="13008" y="339"/>
                      <a:pt x="13094" y="342"/>
                    </a:cubicBezTo>
                    <a:cubicBezTo>
                      <a:pt x="13100" y="343"/>
                      <a:pt x="13107" y="343"/>
                      <a:pt x="13113" y="343"/>
                    </a:cubicBezTo>
                    <a:cubicBezTo>
                      <a:pt x="13303" y="343"/>
                      <a:pt x="13296" y="29"/>
                      <a:pt x="13094" y="8"/>
                    </a:cubicBezTo>
                    <a:cubicBezTo>
                      <a:pt x="12984" y="3"/>
                      <a:pt x="12874" y="1"/>
                      <a:pt x="127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650100" y="3961650"/>
                <a:ext cx="312400" cy="168075"/>
              </a:xfrm>
              <a:custGeom>
                <a:rect b="b" l="l" r="r" t="t"/>
                <a:pathLst>
                  <a:path extrusionOk="0" h="6723" w="12496">
                    <a:moveTo>
                      <a:pt x="12360" y="1"/>
                    </a:moveTo>
                    <a:cubicBezTo>
                      <a:pt x="12326" y="1"/>
                      <a:pt x="12292" y="15"/>
                      <a:pt x="12265" y="48"/>
                    </a:cubicBezTo>
                    <a:cubicBezTo>
                      <a:pt x="11785" y="736"/>
                      <a:pt x="11389" y="1487"/>
                      <a:pt x="10909" y="2175"/>
                    </a:cubicBezTo>
                    <a:cubicBezTo>
                      <a:pt x="10430" y="2864"/>
                      <a:pt x="9846" y="3448"/>
                      <a:pt x="9178" y="3948"/>
                    </a:cubicBezTo>
                    <a:cubicBezTo>
                      <a:pt x="8386" y="4470"/>
                      <a:pt x="7510" y="4824"/>
                      <a:pt x="6592" y="4991"/>
                    </a:cubicBezTo>
                    <a:cubicBezTo>
                      <a:pt x="5591" y="5241"/>
                      <a:pt x="4569" y="5450"/>
                      <a:pt x="3568" y="5659"/>
                    </a:cubicBezTo>
                    <a:lnTo>
                      <a:pt x="1857" y="6034"/>
                    </a:lnTo>
                    <a:lnTo>
                      <a:pt x="981" y="6222"/>
                    </a:lnTo>
                    <a:cubicBezTo>
                      <a:pt x="689" y="6263"/>
                      <a:pt x="397" y="6347"/>
                      <a:pt x="126" y="6472"/>
                    </a:cubicBezTo>
                    <a:cubicBezTo>
                      <a:pt x="1" y="6535"/>
                      <a:pt x="84" y="6701"/>
                      <a:pt x="209" y="6722"/>
                    </a:cubicBezTo>
                    <a:cubicBezTo>
                      <a:pt x="460" y="6722"/>
                      <a:pt x="731" y="6681"/>
                      <a:pt x="981" y="6618"/>
                    </a:cubicBezTo>
                    <a:lnTo>
                      <a:pt x="1774" y="6430"/>
                    </a:lnTo>
                    <a:lnTo>
                      <a:pt x="3338" y="6097"/>
                    </a:lnTo>
                    <a:cubicBezTo>
                      <a:pt x="4381" y="5867"/>
                      <a:pt x="5424" y="5638"/>
                      <a:pt x="6467" y="5408"/>
                    </a:cubicBezTo>
                    <a:cubicBezTo>
                      <a:pt x="7426" y="5241"/>
                      <a:pt x="8344" y="4887"/>
                      <a:pt x="9178" y="4386"/>
                    </a:cubicBezTo>
                    <a:cubicBezTo>
                      <a:pt x="9867" y="3907"/>
                      <a:pt x="10471" y="3323"/>
                      <a:pt x="10972" y="2655"/>
                    </a:cubicBezTo>
                    <a:cubicBezTo>
                      <a:pt x="11556" y="1883"/>
                      <a:pt x="12057" y="1028"/>
                      <a:pt x="12453" y="152"/>
                    </a:cubicBezTo>
                    <a:cubicBezTo>
                      <a:pt x="12496" y="67"/>
                      <a:pt x="12431" y="1"/>
                      <a:pt x="1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61900" y="3043400"/>
                <a:ext cx="157450" cy="1130375"/>
              </a:xfrm>
              <a:custGeom>
                <a:rect b="b" l="l" r="r" t="t"/>
                <a:pathLst>
                  <a:path extrusionOk="0" h="45215" w="6298">
                    <a:moveTo>
                      <a:pt x="6132" y="0"/>
                    </a:moveTo>
                    <a:cubicBezTo>
                      <a:pt x="6102" y="0"/>
                      <a:pt x="6072" y="14"/>
                      <a:pt x="6049" y="48"/>
                    </a:cubicBezTo>
                    <a:lnTo>
                      <a:pt x="6049" y="27"/>
                    </a:lnTo>
                    <a:cubicBezTo>
                      <a:pt x="4360" y="2175"/>
                      <a:pt x="3546" y="4866"/>
                      <a:pt x="3275" y="7536"/>
                    </a:cubicBezTo>
                    <a:cubicBezTo>
                      <a:pt x="2920" y="10706"/>
                      <a:pt x="3338" y="13897"/>
                      <a:pt x="3755" y="17026"/>
                    </a:cubicBezTo>
                    <a:cubicBezTo>
                      <a:pt x="3963" y="18611"/>
                      <a:pt x="4172" y="20196"/>
                      <a:pt x="4380" y="21802"/>
                    </a:cubicBezTo>
                    <a:cubicBezTo>
                      <a:pt x="4589" y="23387"/>
                      <a:pt x="4818" y="24973"/>
                      <a:pt x="4944" y="26558"/>
                    </a:cubicBezTo>
                    <a:cubicBezTo>
                      <a:pt x="5110" y="28143"/>
                      <a:pt x="5048" y="29749"/>
                      <a:pt x="4756" y="31334"/>
                    </a:cubicBezTo>
                    <a:cubicBezTo>
                      <a:pt x="4506" y="32836"/>
                      <a:pt x="4026" y="34296"/>
                      <a:pt x="3379" y="35693"/>
                    </a:cubicBezTo>
                    <a:cubicBezTo>
                      <a:pt x="2691" y="37049"/>
                      <a:pt x="1836" y="38321"/>
                      <a:pt x="1231" y="39719"/>
                    </a:cubicBezTo>
                    <a:cubicBezTo>
                      <a:pt x="626" y="41137"/>
                      <a:pt x="84" y="42535"/>
                      <a:pt x="21" y="44057"/>
                    </a:cubicBezTo>
                    <a:cubicBezTo>
                      <a:pt x="0" y="44391"/>
                      <a:pt x="0" y="44725"/>
                      <a:pt x="21" y="45058"/>
                    </a:cubicBezTo>
                    <a:cubicBezTo>
                      <a:pt x="32" y="45163"/>
                      <a:pt x="120" y="45215"/>
                      <a:pt x="204" y="45215"/>
                    </a:cubicBezTo>
                    <a:cubicBezTo>
                      <a:pt x="287" y="45215"/>
                      <a:pt x="365" y="45163"/>
                      <a:pt x="355" y="45058"/>
                    </a:cubicBezTo>
                    <a:cubicBezTo>
                      <a:pt x="334" y="44725"/>
                      <a:pt x="334" y="44391"/>
                      <a:pt x="355" y="44057"/>
                    </a:cubicBezTo>
                    <a:cubicBezTo>
                      <a:pt x="376" y="43661"/>
                      <a:pt x="418" y="43285"/>
                      <a:pt x="501" y="42910"/>
                    </a:cubicBezTo>
                    <a:cubicBezTo>
                      <a:pt x="668" y="42159"/>
                      <a:pt x="897" y="41450"/>
                      <a:pt x="1189" y="40741"/>
                    </a:cubicBezTo>
                    <a:cubicBezTo>
                      <a:pt x="1460" y="40011"/>
                      <a:pt x="1794" y="39302"/>
                      <a:pt x="2149" y="38613"/>
                    </a:cubicBezTo>
                    <a:cubicBezTo>
                      <a:pt x="2503" y="37946"/>
                      <a:pt x="2900" y="37299"/>
                      <a:pt x="3275" y="36632"/>
                    </a:cubicBezTo>
                    <a:cubicBezTo>
                      <a:pt x="3630" y="35985"/>
                      <a:pt x="3942" y="35339"/>
                      <a:pt x="4214" y="34671"/>
                    </a:cubicBezTo>
                    <a:cubicBezTo>
                      <a:pt x="4485" y="33941"/>
                      <a:pt x="4693" y="33211"/>
                      <a:pt x="4860" y="32481"/>
                    </a:cubicBezTo>
                    <a:cubicBezTo>
                      <a:pt x="5256" y="30979"/>
                      <a:pt x="5423" y="29457"/>
                      <a:pt x="5382" y="27913"/>
                    </a:cubicBezTo>
                    <a:cubicBezTo>
                      <a:pt x="5319" y="26349"/>
                      <a:pt x="5173" y="24785"/>
                      <a:pt x="4923" y="23221"/>
                    </a:cubicBezTo>
                    <a:cubicBezTo>
                      <a:pt x="4714" y="21656"/>
                      <a:pt x="4506" y="20071"/>
                      <a:pt x="4297" y="18507"/>
                    </a:cubicBezTo>
                    <a:cubicBezTo>
                      <a:pt x="3880" y="15336"/>
                      <a:pt x="3379" y="12166"/>
                      <a:pt x="3484" y="8975"/>
                    </a:cubicBezTo>
                    <a:cubicBezTo>
                      <a:pt x="3588" y="6222"/>
                      <a:pt x="4193" y="3406"/>
                      <a:pt x="5674" y="1028"/>
                    </a:cubicBezTo>
                    <a:cubicBezTo>
                      <a:pt x="5841" y="736"/>
                      <a:pt x="6028" y="465"/>
                      <a:pt x="6237" y="194"/>
                    </a:cubicBezTo>
                    <a:cubicBezTo>
                      <a:pt x="6298" y="102"/>
                      <a:pt x="6214" y="0"/>
                      <a:pt x="6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355475" y="3349550"/>
                <a:ext cx="421625" cy="345050"/>
              </a:xfrm>
              <a:custGeom>
                <a:rect b="b" l="l" r="r" t="t"/>
                <a:pathLst>
                  <a:path extrusionOk="0" h="13802" w="16865">
                    <a:moveTo>
                      <a:pt x="394" y="0"/>
                    </a:moveTo>
                    <a:cubicBezTo>
                      <a:pt x="304" y="0"/>
                      <a:pt x="215" y="1"/>
                      <a:pt x="126" y="3"/>
                    </a:cubicBezTo>
                    <a:cubicBezTo>
                      <a:pt x="0" y="24"/>
                      <a:pt x="0" y="212"/>
                      <a:pt x="126" y="233"/>
                    </a:cubicBezTo>
                    <a:lnTo>
                      <a:pt x="126" y="212"/>
                    </a:lnTo>
                    <a:cubicBezTo>
                      <a:pt x="897" y="275"/>
                      <a:pt x="1669" y="337"/>
                      <a:pt x="2441" y="483"/>
                    </a:cubicBezTo>
                    <a:cubicBezTo>
                      <a:pt x="3171" y="608"/>
                      <a:pt x="3901" y="775"/>
                      <a:pt x="4631" y="984"/>
                    </a:cubicBezTo>
                    <a:cubicBezTo>
                      <a:pt x="9783" y="2506"/>
                      <a:pt x="13933" y="6365"/>
                      <a:pt x="15873" y="11392"/>
                    </a:cubicBezTo>
                    <a:cubicBezTo>
                      <a:pt x="15998" y="11767"/>
                      <a:pt x="16123" y="12143"/>
                      <a:pt x="16249" y="12518"/>
                    </a:cubicBezTo>
                    <a:cubicBezTo>
                      <a:pt x="16374" y="12914"/>
                      <a:pt x="16478" y="13331"/>
                      <a:pt x="16624" y="13728"/>
                    </a:cubicBezTo>
                    <a:cubicBezTo>
                      <a:pt x="16643" y="13775"/>
                      <a:pt x="16697" y="13801"/>
                      <a:pt x="16748" y="13801"/>
                    </a:cubicBezTo>
                    <a:cubicBezTo>
                      <a:pt x="16809" y="13801"/>
                      <a:pt x="16865" y="13765"/>
                      <a:pt x="16853" y="13686"/>
                    </a:cubicBezTo>
                    <a:cubicBezTo>
                      <a:pt x="16770" y="12956"/>
                      <a:pt x="16561" y="12226"/>
                      <a:pt x="16290" y="11538"/>
                    </a:cubicBezTo>
                    <a:cubicBezTo>
                      <a:pt x="16019" y="10849"/>
                      <a:pt x="15727" y="10161"/>
                      <a:pt x="15393" y="9514"/>
                    </a:cubicBezTo>
                    <a:cubicBezTo>
                      <a:pt x="14705" y="8180"/>
                      <a:pt x="13871" y="6949"/>
                      <a:pt x="12891" y="5844"/>
                    </a:cubicBezTo>
                    <a:cubicBezTo>
                      <a:pt x="10826" y="3528"/>
                      <a:pt x="8218" y="1818"/>
                      <a:pt x="5298" y="859"/>
                    </a:cubicBezTo>
                    <a:cubicBezTo>
                      <a:pt x="4464" y="567"/>
                      <a:pt x="3609" y="358"/>
                      <a:pt x="2733" y="212"/>
                    </a:cubicBezTo>
                    <a:cubicBezTo>
                      <a:pt x="1965" y="81"/>
                      <a:pt x="1180"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63975" y="3496975"/>
                <a:ext cx="367425" cy="214350"/>
              </a:xfrm>
              <a:custGeom>
                <a:rect b="b" l="l" r="r" t="t"/>
                <a:pathLst>
                  <a:path extrusionOk="0" h="8574" w="14697">
                    <a:moveTo>
                      <a:pt x="11676" y="1"/>
                    </a:moveTo>
                    <a:cubicBezTo>
                      <a:pt x="11321" y="1"/>
                      <a:pt x="10965" y="16"/>
                      <a:pt x="10609" y="51"/>
                    </a:cubicBezTo>
                    <a:cubicBezTo>
                      <a:pt x="9295" y="113"/>
                      <a:pt x="8001" y="385"/>
                      <a:pt x="6771" y="823"/>
                    </a:cubicBezTo>
                    <a:cubicBezTo>
                      <a:pt x="4581" y="1594"/>
                      <a:pt x="2683" y="3054"/>
                      <a:pt x="1369" y="4973"/>
                    </a:cubicBezTo>
                    <a:cubicBezTo>
                      <a:pt x="1014" y="5495"/>
                      <a:pt x="722" y="6037"/>
                      <a:pt x="493" y="6642"/>
                    </a:cubicBezTo>
                    <a:cubicBezTo>
                      <a:pt x="242" y="7226"/>
                      <a:pt x="96" y="7831"/>
                      <a:pt x="13" y="8456"/>
                    </a:cubicBezTo>
                    <a:cubicBezTo>
                      <a:pt x="1" y="8529"/>
                      <a:pt x="52" y="8574"/>
                      <a:pt x="101" y="8574"/>
                    </a:cubicBezTo>
                    <a:cubicBezTo>
                      <a:pt x="137" y="8574"/>
                      <a:pt x="171" y="8551"/>
                      <a:pt x="180" y="8498"/>
                    </a:cubicBezTo>
                    <a:cubicBezTo>
                      <a:pt x="660" y="6350"/>
                      <a:pt x="1848" y="4431"/>
                      <a:pt x="3538" y="3033"/>
                    </a:cubicBezTo>
                    <a:cubicBezTo>
                      <a:pt x="5415" y="1469"/>
                      <a:pt x="7772" y="656"/>
                      <a:pt x="10171" y="405"/>
                    </a:cubicBezTo>
                    <a:cubicBezTo>
                      <a:pt x="10718" y="358"/>
                      <a:pt x="11254" y="335"/>
                      <a:pt x="11787" y="335"/>
                    </a:cubicBezTo>
                    <a:cubicBezTo>
                      <a:pt x="11964" y="335"/>
                      <a:pt x="12142" y="338"/>
                      <a:pt x="12319" y="343"/>
                    </a:cubicBezTo>
                    <a:cubicBezTo>
                      <a:pt x="12694" y="364"/>
                      <a:pt x="13049" y="385"/>
                      <a:pt x="13424" y="426"/>
                    </a:cubicBezTo>
                    <a:cubicBezTo>
                      <a:pt x="13779" y="447"/>
                      <a:pt x="14134" y="510"/>
                      <a:pt x="14488" y="531"/>
                    </a:cubicBezTo>
                    <a:cubicBezTo>
                      <a:pt x="14676" y="531"/>
                      <a:pt x="14697" y="280"/>
                      <a:pt x="14530" y="239"/>
                    </a:cubicBezTo>
                    <a:cubicBezTo>
                      <a:pt x="13883" y="93"/>
                      <a:pt x="13216" y="30"/>
                      <a:pt x="12548" y="30"/>
                    </a:cubicBezTo>
                    <a:cubicBezTo>
                      <a:pt x="12258" y="11"/>
                      <a:pt x="11967" y="1"/>
                      <a:pt x="11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177450" y="3749675"/>
                <a:ext cx="41725" cy="250950"/>
              </a:xfrm>
              <a:custGeom>
                <a:rect b="b" l="l" r="r" t="t"/>
                <a:pathLst>
                  <a:path extrusionOk="0" h="10038" w="1669">
                    <a:moveTo>
                      <a:pt x="688" y="0"/>
                    </a:moveTo>
                    <a:cubicBezTo>
                      <a:pt x="646" y="0"/>
                      <a:pt x="605" y="23"/>
                      <a:pt x="584" y="80"/>
                    </a:cubicBezTo>
                    <a:cubicBezTo>
                      <a:pt x="459" y="372"/>
                      <a:pt x="459" y="705"/>
                      <a:pt x="563" y="997"/>
                    </a:cubicBezTo>
                    <a:cubicBezTo>
                      <a:pt x="647" y="1352"/>
                      <a:pt x="730" y="1686"/>
                      <a:pt x="813" y="2040"/>
                    </a:cubicBezTo>
                    <a:cubicBezTo>
                      <a:pt x="980" y="2749"/>
                      <a:pt x="1105" y="3479"/>
                      <a:pt x="1210" y="4209"/>
                    </a:cubicBezTo>
                    <a:cubicBezTo>
                      <a:pt x="1397" y="5523"/>
                      <a:pt x="1314" y="6837"/>
                      <a:pt x="918" y="8089"/>
                    </a:cubicBezTo>
                    <a:cubicBezTo>
                      <a:pt x="813" y="8423"/>
                      <a:pt x="688" y="8735"/>
                      <a:pt x="521" y="9048"/>
                    </a:cubicBezTo>
                    <a:cubicBezTo>
                      <a:pt x="438" y="9173"/>
                      <a:pt x="355" y="9340"/>
                      <a:pt x="313" y="9486"/>
                    </a:cubicBezTo>
                    <a:cubicBezTo>
                      <a:pt x="229" y="9674"/>
                      <a:pt x="125" y="9862"/>
                      <a:pt x="0" y="10008"/>
                    </a:cubicBezTo>
                    <a:cubicBezTo>
                      <a:pt x="0" y="10023"/>
                      <a:pt x="0" y="10037"/>
                      <a:pt x="7" y="10037"/>
                    </a:cubicBezTo>
                    <a:cubicBezTo>
                      <a:pt x="10" y="10037"/>
                      <a:pt x="15" y="10035"/>
                      <a:pt x="21" y="10029"/>
                    </a:cubicBezTo>
                    <a:lnTo>
                      <a:pt x="334" y="9695"/>
                    </a:lnTo>
                    <a:cubicBezTo>
                      <a:pt x="459" y="9591"/>
                      <a:pt x="563" y="9486"/>
                      <a:pt x="647" y="9361"/>
                    </a:cubicBezTo>
                    <a:cubicBezTo>
                      <a:pt x="813" y="9111"/>
                      <a:pt x="939" y="8840"/>
                      <a:pt x="1064" y="8569"/>
                    </a:cubicBezTo>
                    <a:cubicBezTo>
                      <a:pt x="1293" y="8005"/>
                      <a:pt x="1439" y="7401"/>
                      <a:pt x="1523" y="6775"/>
                    </a:cubicBezTo>
                    <a:cubicBezTo>
                      <a:pt x="1669" y="5377"/>
                      <a:pt x="1564" y="3980"/>
                      <a:pt x="1251" y="2603"/>
                    </a:cubicBezTo>
                    <a:cubicBezTo>
                      <a:pt x="1147" y="2186"/>
                      <a:pt x="1064" y="1790"/>
                      <a:pt x="959" y="1373"/>
                    </a:cubicBezTo>
                    <a:cubicBezTo>
                      <a:pt x="855" y="956"/>
                      <a:pt x="730" y="580"/>
                      <a:pt x="834" y="184"/>
                    </a:cubicBezTo>
                    <a:cubicBezTo>
                      <a:pt x="862" y="87"/>
                      <a:pt x="771" y="0"/>
                      <a:pt x="6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6"/>
              <p:cNvSpPr/>
              <p:nvPr/>
            </p:nvSpPr>
            <p:spPr>
              <a:xfrm>
                <a:off x="-512950" y="4153750"/>
                <a:ext cx="154375" cy="150125"/>
              </a:xfrm>
              <a:custGeom>
                <a:rect b="b" l="l" r="r" t="t"/>
                <a:pathLst>
                  <a:path extrusionOk="0" h="6005" w="6175">
                    <a:moveTo>
                      <a:pt x="2554" y="1"/>
                    </a:moveTo>
                    <a:cubicBezTo>
                      <a:pt x="2377" y="1"/>
                      <a:pt x="2199" y="27"/>
                      <a:pt x="2024" y="81"/>
                    </a:cubicBezTo>
                    <a:cubicBezTo>
                      <a:pt x="772" y="477"/>
                      <a:pt x="42" y="1708"/>
                      <a:pt x="21" y="2980"/>
                    </a:cubicBezTo>
                    <a:cubicBezTo>
                      <a:pt x="0" y="4023"/>
                      <a:pt x="355" y="5024"/>
                      <a:pt x="730" y="6005"/>
                    </a:cubicBezTo>
                    <a:cubicBezTo>
                      <a:pt x="1002" y="5671"/>
                      <a:pt x="1377" y="5442"/>
                      <a:pt x="1794" y="5358"/>
                    </a:cubicBezTo>
                    <a:cubicBezTo>
                      <a:pt x="2211" y="5254"/>
                      <a:pt x="2629" y="5212"/>
                      <a:pt x="3046" y="5129"/>
                    </a:cubicBezTo>
                    <a:cubicBezTo>
                      <a:pt x="4089" y="4920"/>
                      <a:pt x="5027" y="4357"/>
                      <a:pt x="5715" y="3543"/>
                    </a:cubicBezTo>
                    <a:cubicBezTo>
                      <a:pt x="6049" y="3210"/>
                      <a:pt x="6174" y="2688"/>
                      <a:pt x="6049" y="2229"/>
                    </a:cubicBezTo>
                    <a:cubicBezTo>
                      <a:pt x="5930" y="1791"/>
                      <a:pt x="5581" y="1372"/>
                      <a:pt x="5114" y="1372"/>
                    </a:cubicBezTo>
                    <a:cubicBezTo>
                      <a:pt x="5092" y="1372"/>
                      <a:pt x="5070" y="1372"/>
                      <a:pt x="5048" y="1374"/>
                    </a:cubicBezTo>
                    <a:cubicBezTo>
                      <a:pt x="4839" y="1395"/>
                      <a:pt x="4631" y="1499"/>
                      <a:pt x="4422" y="1499"/>
                    </a:cubicBezTo>
                    <a:cubicBezTo>
                      <a:pt x="4214" y="1499"/>
                      <a:pt x="4235" y="1479"/>
                      <a:pt x="4214" y="1249"/>
                    </a:cubicBezTo>
                    <a:cubicBezTo>
                      <a:pt x="4151" y="936"/>
                      <a:pt x="4005" y="665"/>
                      <a:pt x="3755" y="457"/>
                    </a:cubicBezTo>
                    <a:cubicBezTo>
                      <a:pt x="3414" y="160"/>
                      <a:pt x="2988" y="1"/>
                      <a:pt x="25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6"/>
              <p:cNvSpPr/>
              <p:nvPr/>
            </p:nvSpPr>
            <p:spPr>
              <a:xfrm>
                <a:off x="-497825" y="4127800"/>
                <a:ext cx="183750" cy="171800"/>
              </a:xfrm>
              <a:custGeom>
                <a:rect b="b" l="l" r="r" t="t"/>
                <a:pathLst>
                  <a:path extrusionOk="0" h="6872" w="7350">
                    <a:moveTo>
                      <a:pt x="6296" y="0"/>
                    </a:moveTo>
                    <a:cubicBezTo>
                      <a:pt x="6208" y="0"/>
                      <a:pt x="6118" y="11"/>
                      <a:pt x="6028" y="35"/>
                    </a:cubicBezTo>
                    <a:cubicBezTo>
                      <a:pt x="5361" y="201"/>
                      <a:pt x="4777" y="577"/>
                      <a:pt x="4360" y="1119"/>
                    </a:cubicBezTo>
                    <a:cubicBezTo>
                      <a:pt x="3880" y="1682"/>
                      <a:pt x="3588" y="2371"/>
                      <a:pt x="3150" y="2996"/>
                    </a:cubicBezTo>
                    <a:cubicBezTo>
                      <a:pt x="2712" y="3664"/>
                      <a:pt x="2170" y="4289"/>
                      <a:pt x="1565" y="4832"/>
                    </a:cubicBezTo>
                    <a:cubicBezTo>
                      <a:pt x="1231" y="5124"/>
                      <a:pt x="918" y="5416"/>
                      <a:pt x="626" y="5729"/>
                    </a:cubicBezTo>
                    <a:cubicBezTo>
                      <a:pt x="397" y="5979"/>
                      <a:pt x="0" y="6417"/>
                      <a:pt x="84" y="6813"/>
                    </a:cubicBezTo>
                    <a:cubicBezTo>
                      <a:pt x="96" y="6850"/>
                      <a:pt x="136" y="6872"/>
                      <a:pt x="176" y="6872"/>
                    </a:cubicBezTo>
                    <a:cubicBezTo>
                      <a:pt x="205" y="6872"/>
                      <a:pt x="233" y="6860"/>
                      <a:pt x="251" y="6834"/>
                    </a:cubicBezTo>
                    <a:cubicBezTo>
                      <a:pt x="397" y="6500"/>
                      <a:pt x="584" y="6188"/>
                      <a:pt x="814" y="5916"/>
                    </a:cubicBezTo>
                    <a:cubicBezTo>
                      <a:pt x="1064" y="5666"/>
                      <a:pt x="1314" y="5416"/>
                      <a:pt x="1565" y="5186"/>
                    </a:cubicBezTo>
                    <a:cubicBezTo>
                      <a:pt x="2128" y="4707"/>
                      <a:pt x="2628" y="4164"/>
                      <a:pt x="3066" y="3601"/>
                    </a:cubicBezTo>
                    <a:cubicBezTo>
                      <a:pt x="3880" y="2517"/>
                      <a:pt x="4339" y="1057"/>
                      <a:pt x="5632" y="452"/>
                    </a:cubicBezTo>
                    <a:cubicBezTo>
                      <a:pt x="5831" y="336"/>
                      <a:pt x="6057" y="272"/>
                      <a:pt x="6288" y="272"/>
                    </a:cubicBezTo>
                    <a:cubicBezTo>
                      <a:pt x="6347" y="272"/>
                      <a:pt x="6407" y="276"/>
                      <a:pt x="6466" y="285"/>
                    </a:cubicBezTo>
                    <a:cubicBezTo>
                      <a:pt x="6779" y="347"/>
                      <a:pt x="7029" y="577"/>
                      <a:pt x="7155" y="869"/>
                    </a:cubicBezTo>
                    <a:cubicBezTo>
                      <a:pt x="7175" y="896"/>
                      <a:pt x="7204" y="908"/>
                      <a:pt x="7232" y="908"/>
                    </a:cubicBezTo>
                    <a:cubicBezTo>
                      <a:pt x="7292" y="908"/>
                      <a:pt x="7350" y="856"/>
                      <a:pt x="7321" y="785"/>
                    </a:cubicBezTo>
                    <a:cubicBezTo>
                      <a:pt x="7199" y="312"/>
                      <a:pt x="6766" y="0"/>
                      <a:pt x="6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6"/>
              <p:cNvSpPr/>
              <p:nvPr/>
            </p:nvSpPr>
            <p:spPr>
              <a:xfrm>
                <a:off x="397775" y="4137825"/>
                <a:ext cx="160550" cy="319900"/>
              </a:xfrm>
              <a:custGeom>
                <a:rect b="b" l="l" r="r" t="t"/>
                <a:pathLst>
                  <a:path extrusionOk="0" h="12796" w="6422">
                    <a:moveTo>
                      <a:pt x="102" y="1"/>
                    </a:moveTo>
                    <a:cubicBezTo>
                      <a:pt x="37" y="1"/>
                      <a:pt x="1" y="98"/>
                      <a:pt x="72" y="134"/>
                    </a:cubicBezTo>
                    <a:cubicBezTo>
                      <a:pt x="823" y="635"/>
                      <a:pt x="1491" y="1198"/>
                      <a:pt x="2075" y="1865"/>
                    </a:cubicBezTo>
                    <a:cubicBezTo>
                      <a:pt x="2659" y="2554"/>
                      <a:pt x="3138" y="3304"/>
                      <a:pt x="3535" y="4118"/>
                    </a:cubicBezTo>
                    <a:cubicBezTo>
                      <a:pt x="3931" y="4911"/>
                      <a:pt x="4244" y="5766"/>
                      <a:pt x="4473" y="6642"/>
                    </a:cubicBezTo>
                    <a:cubicBezTo>
                      <a:pt x="4724" y="7580"/>
                      <a:pt x="4891" y="8540"/>
                      <a:pt x="5078" y="9499"/>
                    </a:cubicBezTo>
                    <a:cubicBezTo>
                      <a:pt x="5308" y="10605"/>
                      <a:pt x="5558" y="11793"/>
                      <a:pt x="6163" y="12753"/>
                    </a:cubicBezTo>
                    <a:cubicBezTo>
                      <a:pt x="6193" y="12783"/>
                      <a:pt x="6228" y="12796"/>
                      <a:pt x="6262" y="12796"/>
                    </a:cubicBezTo>
                    <a:cubicBezTo>
                      <a:pt x="6346" y="12796"/>
                      <a:pt x="6422" y="12717"/>
                      <a:pt x="6392" y="12628"/>
                    </a:cubicBezTo>
                    <a:cubicBezTo>
                      <a:pt x="5913" y="11689"/>
                      <a:pt x="5579" y="10709"/>
                      <a:pt x="5391" y="9687"/>
                    </a:cubicBezTo>
                    <a:cubicBezTo>
                      <a:pt x="5203" y="8686"/>
                      <a:pt x="5037" y="7705"/>
                      <a:pt x="4786" y="6725"/>
                    </a:cubicBezTo>
                    <a:cubicBezTo>
                      <a:pt x="4348" y="4973"/>
                      <a:pt x="3556" y="3325"/>
                      <a:pt x="2429" y="1907"/>
                    </a:cubicBezTo>
                    <a:cubicBezTo>
                      <a:pt x="1824" y="1114"/>
                      <a:pt x="1032" y="468"/>
                      <a:pt x="135" y="9"/>
                    </a:cubicBezTo>
                    <a:cubicBezTo>
                      <a:pt x="123" y="3"/>
                      <a:pt x="112" y="1"/>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84625" y="3769250"/>
                <a:ext cx="412800" cy="398525"/>
              </a:xfrm>
              <a:custGeom>
                <a:rect b="b" l="l" r="r" t="t"/>
                <a:pathLst>
                  <a:path extrusionOk="0" h="15941" w="16512">
                    <a:moveTo>
                      <a:pt x="10897" y="1"/>
                    </a:moveTo>
                    <a:cubicBezTo>
                      <a:pt x="8943" y="1"/>
                      <a:pt x="7091" y="1024"/>
                      <a:pt x="5695" y="2363"/>
                    </a:cubicBezTo>
                    <a:cubicBezTo>
                      <a:pt x="4860" y="3197"/>
                      <a:pt x="4130" y="4136"/>
                      <a:pt x="3525" y="5137"/>
                    </a:cubicBezTo>
                    <a:cubicBezTo>
                      <a:pt x="2879" y="6138"/>
                      <a:pt x="2295" y="7181"/>
                      <a:pt x="1773" y="8265"/>
                    </a:cubicBezTo>
                    <a:cubicBezTo>
                      <a:pt x="772" y="10351"/>
                      <a:pt x="0" y="12687"/>
                      <a:pt x="397" y="15044"/>
                    </a:cubicBezTo>
                    <a:cubicBezTo>
                      <a:pt x="438" y="15315"/>
                      <a:pt x="501" y="15586"/>
                      <a:pt x="584" y="15857"/>
                    </a:cubicBezTo>
                    <a:cubicBezTo>
                      <a:pt x="609" y="15915"/>
                      <a:pt x="657" y="15941"/>
                      <a:pt x="705" y="15941"/>
                    </a:cubicBezTo>
                    <a:cubicBezTo>
                      <a:pt x="776" y="15941"/>
                      <a:pt x="847" y="15883"/>
                      <a:pt x="835" y="15795"/>
                    </a:cubicBezTo>
                    <a:lnTo>
                      <a:pt x="835" y="15795"/>
                    </a:lnTo>
                    <a:lnTo>
                      <a:pt x="835" y="15816"/>
                    </a:lnTo>
                    <a:cubicBezTo>
                      <a:pt x="209" y="13584"/>
                      <a:pt x="793" y="11248"/>
                      <a:pt x="1711" y="9183"/>
                    </a:cubicBezTo>
                    <a:cubicBezTo>
                      <a:pt x="2190" y="8119"/>
                      <a:pt x="2733" y="7097"/>
                      <a:pt x="3317" y="6096"/>
                    </a:cubicBezTo>
                    <a:cubicBezTo>
                      <a:pt x="3880" y="5116"/>
                      <a:pt x="4547" y="4177"/>
                      <a:pt x="5277" y="3301"/>
                    </a:cubicBezTo>
                    <a:cubicBezTo>
                      <a:pt x="6654" y="1737"/>
                      <a:pt x="8552" y="402"/>
                      <a:pt x="10700" y="319"/>
                    </a:cubicBezTo>
                    <a:cubicBezTo>
                      <a:pt x="10774" y="315"/>
                      <a:pt x="10848" y="314"/>
                      <a:pt x="10922" y="314"/>
                    </a:cubicBezTo>
                    <a:cubicBezTo>
                      <a:pt x="11807" y="314"/>
                      <a:pt x="12684" y="543"/>
                      <a:pt x="13454" y="986"/>
                    </a:cubicBezTo>
                    <a:cubicBezTo>
                      <a:pt x="13871" y="1215"/>
                      <a:pt x="14225" y="1507"/>
                      <a:pt x="14538" y="1862"/>
                    </a:cubicBezTo>
                    <a:cubicBezTo>
                      <a:pt x="14726" y="2050"/>
                      <a:pt x="14872" y="2279"/>
                      <a:pt x="14955" y="2509"/>
                    </a:cubicBezTo>
                    <a:cubicBezTo>
                      <a:pt x="15039" y="2738"/>
                      <a:pt x="15101" y="2988"/>
                      <a:pt x="15143" y="3239"/>
                    </a:cubicBezTo>
                    <a:cubicBezTo>
                      <a:pt x="15185" y="3489"/>
                      <a:pt x="15289" y="3760"/>
                      <a:pt x="15352" y="4031"/>
                    </a:cubicBezTo>
                    <a:cubicBezTo>
                      <a:pt x="15414" y="4302"/>
                      <a:pt x="15477" y="4594"/>
                      <a:pt x="15539" y="4886"/>
                    </a:cubicBezTo>
                    <a:cubicBezTo>
                      <a:pt x="15623" y="5470"/>
                      <a:pt x="15685" y="6054"/>
                      <a:pt x="15727" y="6638"/>
                    </a:cubicBezTo>
                    <a:cubicBezTo>
                      <a:pt x="15769" y="7806"/>
                      <a:pt x="15873" y="8974"/>
                      <a:pt x="16040" y="10122"/>
                    </a:cubicBezTo>
                    <a:cubicBezTo>
                      <a:pt x="16082" y="10414"/>
                      <a:pt x="16165" y="10706"/>
                      <a:pt x="16269" y="10977"/>
                    </a:cubicBezTo>
                    <a:cubicBezTo>
                      <a:pt x="16293" y="11025"/>
                      <a:pt x="16335" y="11045"/>
                      <a:pt x="16377" y="11045"/>
                    </a:cubicBezTo>
                    <a:cubicBezTo>
                      <a:pt x="16445" y="11045"/>
                      <a:pt x="16512" y="10992"/>
                      <a:pt x="16499" y="10914"/>
                    </a:cubicBezTo>
                    <a:cubicBezTo>
                      <a:pt x="16415" y="10309"/>
                      <a:pt x="16269" y="9704"/>
                      <a:pt x="16207" y="9100"/>
                    </a:cubicBezTo>
                    <a:cubicBezTo>
                      <a:pt x="16144" y="8474"/>
                      <a:pt x="16123" y="7890"/>
                      <a:pt x="16082" y="7285"/>
                    </a:cubicBezTo>
                    <a:cubicBezTo>
                      <a:pt x="16061" y="6075"/>
                      <a:pt x="15894" y="4866"/>
                      <a:pt x="15602" y="3698"/>
                    </a:cubicBezTo>
                    <a:cubicBezTo>
                      <a:pt x="15518" y="3426"/>
                      <a:pt x="15456" y="3155"/>
                      <a:pt x="15393" y="2884"/>
                    </a:cubicBezTo>
                    <a:cubicBezTo>
                      <a:pt x="15352" y="2634"/>
                      <a:pt x="15268" y="2383"/>
                      <a:pt x="15143" y="2154"/>
                    </a:cubicBezTo>
                    <a:cubicBezTo>
                      <a:pt x="14893" y="1737"/>
                      <a:pt x="14559" y="1361"/>
                      <a:pt x="14142" y="1069"/>
                    </a:cubicBezTo>
                    <a:cubicBezTo>
                      <a:pt x="13370" y="485"/>
                      <a:pt x="12411" y="110"/>
                      <a:pt x="11430" y="27"/>
                    </a:cubicBezTo>
                    <a:cubicBezTo>
                      <a:pt x="11252" y="9"/>
                      <a:pt x="11074" y="1"/>
                      <a:pt x="108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262150" y="4105825"/>
                <a:ext cx="143075" cy="52850"/>
              </a:xfrm>
              <a:custGeom>
                <a:rect b="b" l="l" r="r" t="t"/>
                <a:pathLst>
                  <a:path extrusionOk="0" h="2114" w="5723">
                    <a:moveTo>
                      <a:pt x="2495" y="1"/>
                    </a:moveTo>
                    <a:cubicBezTo>
                      <a:pt x="1847" y="1"/>
                      <a:pt x="1216" y="246"/>
                      <a:pt x="742" y="705"/>
                    </a:cubicBezTo>
                    <a:cubicBezTo>
                      <a:pt x="346" y="1039"/>
                      <a:pt x="95" y="1498"/>
                      <a:pt x="12" y="1998"/>
                    </a:cubicBezTo>
                    <a:cubicBezTo>
                      <a:pt x="1" y="2077"/>
                      <a:pt x="57" y="2114"/>
                      <a:pt x="120" y="2114"/>
                    </a:cubicBezTo>
                    <a:cubicBezTo>
                      <a:pt x="174" y="2114"/>
                      <a:pt x="233" y="2088"/>
                      <a:pt x="262" y="2040"/>
                    </a:cubicBezTo>
                    <a:cubicBezTo>
                      <a:pt x="387" y="1644"/>
                      <a:pt x="596" y="1289"/>
                      <a:pt x="867" y="997"/>
                    </a:cubicBezTo>
                    <a:cubicBezTo>
                      <a:pt x="1159" y="705"/>
                      <a:pt x="1514" y="476"/>
                      <a:pt x="1910" y="371"/>
                    </a:cubicBezTo>
                    <a:cubicBezTo>
                      <a:pt x="2104" y="313"/>
                      <a:pt x="2301" y="287"/>
                      <a:pt x="2498" y="287"/>
                    </a:cubicBezTo>
                    <a:cubicBezTo>
                      <a:pt x="3146" y="287"/>
                      <a:pt x="3795" y="563"/>
                      <a:pt x="4371" y="851"/>
                    </a:cubicBezTo>
                    <a:cubicBezTo>
                      <a:pt x="4580" y="955"/>
                      <a:pt x="4809" y="1080"/>
                      <a:pt x="5018" y="1206"/>
                    </a:cubicBezTo>
                    <a:lnTo>
                      <a:pt x="5331" y="1393"/>
                    </a:lnTo>
                    <a:cubicBezTo>
                      <a:pt x="5435" y="1456"/>
                      <a:pt x="5539" y="1477"/>
                      <a:pt x="5664" y="1518"/>
                    </a:cubicBezTo>
                    <a:cubicBezTo>
                      <a:pt x="5668" y="1522"/>
                      <a:pt x="5673" y="1524"/>
                      <a:pt x="5677" y="1524"/>
                    </a:cubicBezTo>
                    <a:cubicBezTo>
                      <a:pt x="5698" y="1524"/>
                      <a:pt x="5723" y="1490"/>
                      <a:pt x="5706" y="1456"/>
                    </a:cubicBezTo>
                    <a:cubicBezTo>
                      <a:pt x="5643" y="1393"/>
                      <a:pt x="5581" y="1310"/>
                      <a:pt x="5518" y="1247"/>
                    </a:cubicBezTo>
                    <a:cubicBezTo>
                      <a:pt x="5414" y="1185"/>
                      <a:pt x="5310" y="1101"/>
                      <a:pt x="5205" y="1039"/>
                    </a:cubicBezTo>
                    <a:cubicBezTo>
                      <a:pt x="4997" y="914"/>
                      <a:pt x="4767" y="788"/>
                      <a:pt x="4559" y="663"/>
                    </a:cubicBezTo>
                    <a:cubicBezTo>
                      <a:pt x="4121" y="413"/>
                      <a:pt x="3662" y="225"/>
                      <a:pt x="3203" y="100"/>
                    </a:cubicBezTo>
                    <a:cubicBezTo>
                      <a:pt x="2969" y="33"/>
                      <a:pt x="2731" y="1"/>
                      <a:pt x="24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355475" y="4154925"/>
                <a:ext cx="247200" cy="230825"/>
              </a:xfrm>
              <a:custGeom>
                <a:rect b="b" l="l" r="r" t="t"/>
                <a:pathLst>
                  <a:path extrusionOk="0" h="9233" w="9888">
                    <a:moveTo>
                      <a:pt x="4272" y="0"/>
                    </a:moveTo>
                    <a:cubicBezTo>
                      <a:pt x="2355" y="0"/>
                      <a:pt x="289" y="781"/>
                      <a:pt x="126" y="2412"/>
                    </a:cubicBezTo>
                    <a:cubicBezTo>
                      <a:pt x="0" y="3705"/>
                      <a:pt x="146" y="5019"/>
                      <a:pt x="564" y="6250"/>
                    </a:cubicBezTo>
                    <a:cubicBezTo>
                      <a:pt x="877" y="7230"/>
                      <a:pt x="1377" y="8210"/>
                      <a:pt x="1252" y="9232"/>
                    </a:cubicBezTo>
                    <a:cubicBezTo>
                      <a:pt x="1961" y="8377"/>
                      <a:pt x="2775" y="7626"/>
                      <a:pt x="3692" y="7042"/>
                    </a:cubicBezTo>
                    <a:cubicBezTo>
                      <a:pt x="5257" y="6020"/>
                      <a:pt x="9887" y="2766"/>
                      <a:pt x="6904" y="660"/>
                    </a:cubicBezTo>
                    <a:cubicBezTo>
                      <a:pt x="6279" y="224"/>
                      <a:pt x="5297" y="0"/>
                      <a:pt x="42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321275" y="4156700"/>
                <a:ext cx="109075" cy="218425"/>
              </a:xfrm>
              <a:custGeom>
                <a:rect b="b" l="l" r="r" t="t"/>
                <a:pathLst>
                  <a:path extrusionOk="0" h="8737" w="4363">
                    <a:moveTo>
                      <a:pt x="4302" y="1"/>
                    </a:moveTo>
                    <a:cubicBezTo>
                      <a:pt x="4296" y="1"/>
                      <a:pt x="4291" y="2"/>
                      <a:pt x="4285" y="5"/>
                    </a:cubicBezTo>
                    <a:cubicBezTo>
                      <a:pt x="3179" y="505"/>
                      <a:pt x="2387" y="1590"/>
                      <a:pt x="1845" y="2633"/>
                    </a:cubicBezTo>
                    <a:cubicBezTo>
                      <a:pt x="1573" y="3175"/>
                      <a:pt x="1344" y="3759"/>
                      <a:pt x="1177" y="4343"/>
                    </a:cubicBezTo>
                    <a:cubicBezTo>
                      <a:pt x="989" y="4990"/>
                      <a:pt x="885" y="5636"/>
                      <a:pt x="760" y="6283"/>
                    </a:cubicBezTo>
                    <a:cubicBezTo>
                      <a:pt x="635" y="7096"/>
                      <a:pt x="385" y="7889"/>
                      <a:pt x="30" y="8619"/>
                    </a:cubicBezTo>
                    <a:cubicBezTo>
                      <a:pt x="0" y="8678"/>
                      <a:pt x="54" y="8737"/>
                      <a:pt x="111" y="8737"/>
                    </a:cubicBezTo>
                    <a:cubicBezTo>
                      <a:pt x="134" y="8737"/>
                      <a:pt x="158" y="8727"/>
                      <a:pt x="176" y="8702"/>
                    </a:cubicBezTo>
                    <a:cubicBezTo>
                      <a:pt x="885" y="7555"/>
                      <a:pt x="927" y="6095"/>
                      <a:pt x="1261" y="4802"/>
                    </a:cubicBezTo>
                    <a:cubicBezTo>
                      <a:pt x="1532" y="3592"/>
                      <a:pt x="2053" y="2445"/>
                      <a:pt x="2804" y="1465"/>
                    </a:cubicBezTo>
                    <a:cubicBezTo>
                      <a:pt x="3242" y="923"/>
                      <a:pt x="3763" y="464"/>
                      <a:pt x="4327" y="88"/>
                    </a:cubicBezTo>
                    <a:cubicBezTo>
                      <a:pt x="4363" y="52"/>
                      <a:pt x="4336" y="1"/>
                      <a:pt x="4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216625" y="4134900"/>
                <a:ext cx="97375" cy="36100"/>
              </a:xfrm>
              <a:custGeom>
                <a:rect b="b" l="l" r="r" t="t"/>
                <a:pathLst>
                  <a:path extrusionOk="0" h="1444" w="3895">
                    <a:moveTo>
                      <a:pt x="2268" y="1"/>
                    </a:moveTo>
                    <a:cubicBezTo>
                      <a:pt x="1851" y="1"/>
                      <a:pt x="1434" y="105"/>
                      <a:pt x="1058" y="314"/>
                    </a:cubicBezTo>
                    <a:cubicBezTo>
                      <a:pt x="871" y="397"/>
                      <a:pt x="683" y="501"/>
                      <a:pt x="495" y="627"/>
                    </a:cubicBezTo>
                    <a:cubicBezTo>
                      <a:pt x="391" y="668"/>
                      <a:pt x="307" y="731"/>
                      <a:pt x="203" y="793"/>
                    </a:cubicBezTo>
                    <a:cubicBezTo>
                      <a:pt x="141" y="856"/>
                      <a:pt x="78" y="919"/>
                      <a:pt x="15" y="1002"/>
                    </a:cubicBezTo>
                    <a:cubicBezTo>
                      <a:pt x="1" y="1017"/>
                      <a:pt x="7" y="1032"/>
                      <a:pt x="19" y="1032"/>
                    </a:cubicBezTo>
                    <a:cubicBezTo>
                      <a:pt x="24" y="1032"/>
                      <a:pt x="30" y="1029"/>
                      <a:pt x="36" y="1023"/>
                    </a:cubicBezTo>
                    <a:cubicBezTo>
                      <a:pt x="120" y="1002"/>
                      <a:pt x="203" y="960"/>
                      <a:pt x="287" y="939"/>
                    </a:cubicBezTo>
                    <a:cubicBezTo>
                      <a:pt x="370" y="877"/>
                      <a:pt x="454" y="835"/>
                      <a:pt x="537" y="793"/>
                    </a:cubicBezTo>
                    <a:cubicBezTo>
                      <a:pt x="683" y="689"/>
                      <a:pt x="850" y="606"/>
                      <a:pt x="1017" y="522"/>
                    </a:cubicBezTo>
                    <a:cubicBezTo>
                      <a:pt x="1371" y="335"/>
                      <a:pt x="1747" y="230"/>
                      <a:pt x="2143" y="189"/>
                    </a:cubicBezTo>
                    <a:cubicBezTo>
                      <a:pt x="2498" y="189"/>
                      <a:pt x="2852" y="293"/>
                      <a:pt x="3144" y="522"/>
                    </a:cubicBezTo>
                    <a:cubicBezTo>
                      <a:pt x="3415" y="752"/>
                      <a:pt x="3624" y="1065"/>
                      <a:pt x="3728" y="1398"/>
                    </a:cubicBezTo>
                    <a:cubicBezTo>
                      <a:pt x="3744" y="1430"/>
                      <a:pt x="3772" y="1444"/>
                      <a:pt x="3801" y="1444"/>
                    </a:cubicBezTo>
                    <a:cubicBezTo>
                      <a:pt x="3847" y="1444"/>
                      <a:pt x="3895" y="1408"/>
                      <a:pt x="3895" y="1357"/>
                    </a:cubicBezTo>
                    <a:cubicBezTo>
                      <a:pt x="3791" y="585"/>
                      <a:pt x="2998" y="1"/>
                      <a:pt x="2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122200" y="3992825"/>
                <a:ext cx="306600" cy="177025"/>
              </a:xfrm>
              <a:custGeom>
                <a:rect b="b" l="l" r="r" t="t"/>
                <a:pathLst>
                  <a:path extrusionOk="0" h="7081" w="12264">
                    <a:moveTo>
                      <a:pt x="12153" y="11"/>
                    </a:moveTo>
                    <a:lnTo>
                      <a:pt x="12152" y="12"/>
                    </a:lnTo>
                    <a:lnTo>
                      <a:pt x="12152" y="12"/>
                    </a:lnTo>
                    <a:cubicBezTo>
                      <a:pt x="12152" y="11"/>
                      <a:pt x="12152" y="11"/>
                      <a:pt x="12153" y="11"/>
                    </a:cubicBezTo>
                    <a:lnTo>
                      <a:pt x="12153" y="11"/>
                    </a:lnTo>
                    <a:cubicBezTo>
                      <a:pt x="12153" y="11"/>
                      <a:pt x="12153" y="11"/>
                      <a:pt x="12153" y="11"/>
                    </a:cubicBezTo>
                    <a:close/>
                    <a:moveTo>
                      <a:pt x="12152" y="12"/>
                    </a:moveTo>
                    <a:cubicBezTo>
                      <a:pt x="12145" y="16"/>
                      <a:pt x="12138" y="23"/>
                      <a:pt x="12132" y="31"/>
                    </a:cubicBezTo>
                    <a:lnTo>
                      <a:pt x="12152" y="12"/>
                    </a:lnTo>
                    <a:close/>
                    <a:moveTo>
                      <a:pt x="12190" y="1"/>
                    </a:moveTo>
                    <a:cubicBezTo>
                      <a:pt x="12177" y="1"/>
                      <a:pt x="12164" y="4"/>
                      <a:pt x="12153" y="11"/>
                    </a:cubicBezTo>
                    <a:lnTo>
                      <a:pt x="12153" y="11"/>
                    </a:lnTo>
                    <a:cubicBezTo>
                      <a:pt x="11652" y="762"/>
                      <a:pt x="10964" y="1366"/>
                      <a:pt x="10171" y="1804"/>
                    </a:cubicBezTo>
                    <a:cubicBezTo>
                      <a:pt x="9358" y="2222"/>
                      <a:pt x="8482" y="2514"/>
                      <a:pt x="7564" y="2680"/>
                    </a:cubicBezTo>
                    <a:cubicBezTo>
                      <a:pt x="6521" y="2910"/>
                      <a:pt x="5478" y="3056"/>
                      <a:pt x="4436" y="3348"/>
                    </a:cubicBezTo>
                    <a:cubicBezTo>
                      <a:pt x="3497" y="3598"/>
                      <a:pt x="2579" y="4036"/>
                      <a:pt x="1787" y="4620"/>
                    </a:cubicBezTo>
                    <a:cubicBezTo>
                      <a:pt x="1390" y="4912"/>
                      <a:pt x="1057" y="5246"/>
                      <a:pt x="744" y="5621"/>
                    </a:cubicBezTo>
                    <a:cubicBezTo>
                      <a:pt x="410" y="5997"/>
                      <a:pt x="160" y="6456"/>
                      <a:pt x="14" y="6935"/>
                    </a:cubicBezTo>
                    <a:cubicBezTo>
                      <a:pt x="0" y="7017"/>
                      <a:pt x="75" y="7081"/>
                      <a:pt x="152" y="7081"/>
                    </a:cubicBezTo>
                    <a:cubicBezTo>
                      <a:pt x="193" y="7081"/>
                      <a:pt x="235" y="7062"/>
                      <a:pt x="264" y="7019"/>
                    </a:cubicBezTo>
                    <a:cubicBezTo>
                      <a:pt x="389" y="6831"/>
                      <a:pt x="473" y="6622"/>
                      <a:pt x="577" y="6414"/>
                    </a:cubicBezTo>
                    <a:cubicBezTo>
                      <a:pt x="681" y="6226"/>
                      <a:pt x="806" y="6038"/>
                      <a:pt x="952" y="5872"/>
                    </a:cubicBezTo>
                    <a:cubicBezTo>
                      <a:pt x="1223" y="5517"/>
                      <a:pt x="1515" y="5225"/>
                      <a:pt x="1870" y="4954"/>
                    </a:cubicBezTo>
                    <a:cubicBezTo>
                      <a:pt x="2663" y="4349"/>
                      <a:pt x="3560" y="3911"/>
                      <a:pt x="4519" y="3640"/>
                    </a:cubicBezTo>
                    <a:cubicBezTo>
                      <a:pt x="6417" y="3098"/>
                      <a:pt x="8440" y="2993"/>
                      <a:pt x="10213" y="2076"/>
                    </a:cubicBezTo>
                    <a:cubicBezTo>
                      <a:pt x="11047" y="1637"/>
                      <a:pt x="11903" y="991"/>
                      <a:pt x="12236" y="73"/>
                    </a:cubicBezTo>
                    <a:cubicBezTo>
                      <a:pt x="12263" y="32"/>
                      <a:pt x="12229" y="1"/>
                      <a:pt x="12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244025" y="4069550"/>
                <a:ext cx="407275" cy="89525"/>
              </a:xfrm>
              <a:custGeom>
                <a:rect b="b" l="l" r="r" t="t"/>
                <a:pathLst>
                  <a:path extrusionOk="0" h="3581" w="16291">
                    <a:moveTo>
                      <a:pt x="8576" y="1"/>
                    </a:moveTo>
                    <a:cubicBezTo>
                      <a:pt x="6510" y="1"/>
                      <a:pt x="4366" y="200"/>
                      <a:pt x="2510" y="1176"/>
                    </a:cubicBezTo>
                    <a:cubicBezTo>
                      <a:pt x="2009" y="1426"/>
                      <a:pt x="1550" y="1739"/>
                      <a:pt x="1112" y="2114"/>
                    </a:cubicBezTo>
                    <a:cubicBezTo>
                      <a:pt x="904" y="2302"/>
                      <a:pt x="695" y="2490"/>
                      <a:pt x="507" y="2719"/>
                    </a:cubicBezTo>
                    <a:cubicBezTo>
                      <a:pt x="320" y="2928"/>
                      <a:pt x="174" y="3157"/>
                      <a:pt x="49" y="3407"/>
                    </a:cubicBezTo>
                    <a:cubicBezTo>
                      <a:pt x="0" y="3488"/>
                      <a:pt x="76" y="3581"/>
                      <a:pt x="152" y="3581"/>
                    </a:cubicBezTo>
                    <a:cubicBezTo>
                      <a:pt x="174" y="3581"/>
                      <a:pt x="196" y="3573"/>
                      <a:pt x="215" y="3553"/>
                    </a:cubicBezTo>
                    <a:cubicBezTo>
                      <a:pt x="820" y="2782"/>
                      <a:pt x="1550" y="2135"/>
                      <a:pt x="2405" y="1614"/>
                    </a:cubicBezTo>
                    <a:cubicBezTo>
                      <a:pt x="3302" y="1113"/>
                      <a:pt x="4262" y="759"/>
                      <a:pt x="5284" y="571"/>
                    </a:cubicBezTo>
                    <a:cubicBezTo>
                      <a:pt x="6354" y="402"/>
                      <a:pt x="7441" y="317"/>
                      <a:pt x="8544" y="317"/>
                    </a:cubicBezTo>
                    <a:cubicBezTo>
                      <a:pt x="8667" y="317"/>
                      <a:pt x="8790" y="318"/>
                      <a:pt x="8913" y="321"/>
                    </a:cubicBezTo>
                    <a:cubicBezTo>
                      <a:pt x="9333" y="313"/>
                      <a:pt x="9753" y="308"/>
                      <a:pt x="10174" y="308"/>
                    </a:cubicBezTo>
                    <a:cubicBezTo>
                      <a:pt x="10903" y="308"/>
                      <a:pt x="11635" y="323"/>
                      <a:pt x="12375" y="362"/>
                    </a:cubicBezTo>
                    <a:cubicBezTo>
                      <a:pt x="13648" y="446"/>
                      <a:pt x="14920" y="696"/>
                      <a:pt x="16151" y="1113"/>
                    </a:cubicBezTo>
                    <a:cubicBezTo>
                      <a:pt x="16159" y="1115"/>
                      <a:pt x="16166" y="1115"/>
                      <a:pt x="16173" y="1115"/>
                    </a:cubicBezTo>
                    <a:cubicBezTo>
                      <a:pt x="16261" y="1115"/>
                      <a:pt x="16290" y="1004"/>
                      <a:pt x="16213" y="946"/>
                    </a:cubicBezTo>
                    <a:cubicBezTo>
                      <a:pt x="15149" y="467"/>
                      <a:pt x="14023" y="195"/>
                      <a:pt x="12855" y="112"/>
                    </a:cubicBezTo>
                    <a:cubicBezTo>
                      <a:pt x="11666" y="8"/>
                      <a:pt x="10477" y="29"/>
                      <a:pt x="9268" y="8"/>
                    </a:cubicBezTo>
                    <a:cubicBezTo>
                      <a:pt x="9038" y="3"/>
                      <a:pt x="8808" y="1"/>
                      <a:pt x="8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111300" y="3669175"/>
                <a:ext cx="180300" cy="94500"/>
              </a:xfrm>
              <a:custGeom>
                <a:rect b="b" l="l" r="r" t="t"/>
                <a:pathLst>
                  <a:path extrusionOk="0" h="3780" w="7212">
                    <a:moveTo>
                      <a:pt x="4182" y="0"/>
                    </a:moveTo>
                    <a:cubicBezTo>
                      <a:pt x="3918" y="0"/>
                      <a:pt x="3653" y="36"/>
                      <a:pt x="3395" y="108"/>
                    </a:cubicBezTo>
                    <a:cubicBezTo>
                      <a:pt x="2686" y="338"/>
                      <a:pt x="2102" y="776"/>
                      <a:pt x="1663" y="1360"/>
                    </a:cubicBezTo>
                    <a:cubicBezTo>
                      <a:pt x="1392" y="1714"/>
                      <a:pt x="1142" y="2090"/>
                      <a:pt x="892" y="2444"/>
                    </a:cubicBezTo>
                    <a:lnTo>
                      <a:pt x="433" y="3070"/>
                    </a:lnTo>
                    <a:cubicBezTo>
                      <a:pt x="287" y="3279"/>
                      <a:pt x="183" y="3508"/>
                      <a:pt x="16" y="3717"/>
                    </a:cubicBezTo>
                    <a:cubicBezTo>
                      <a:pt x="1" y="3746"/>
                      <a:pt x="28" y="3776"/>
                      <a:pt x="60" y="3776"/>
                    </a:cubicBezTo>
                    <a:cubicBezTo>
                      <a:pt x="69" y="3776"/>
                      <a:pt x="78" y="3773"/>
                      <a:pt x="87" y="3768"/>
                    </a:cubicBezTo>
                    <a:lnTo>
                      <a:pt x="87" y="3768"/>
                    </a:lnTo>
                    <a:cubicBezTo>
                      <a:pt x="84" y="3772"/>
                      <a:pt x="81" y="3776"/>
                      <a:pt x="78" y="3779"/>
                    </a:cubicBezTo>
                    <a:lnTo>
                      <a:pt x="99" y="3758"/>
                    </a:lnTo>
                    <a:lnTo>
                      <a:pt x="99" y="3758"/>
                    </a:lnTo>
                    <a:cubicBezTo>
                      <a:pt x="95" y="3762"/>
                      <a:pt x="91" y="3766"/>
                      <a:pt x="87" y="3768"/>
                    </a:cubicBezTo>
                    <a:lnTo>
                      <a:pt x="87" y="3768"/>
                    </a:lnTo>
                    <a:cubicBezTo>
                      <a:pt x="210" y="3607"/>
                      <a:pt x="352" y="3484"/>
                      <a:pt x="454" y="3341"/>
                    </a:cubicBezTo>
                    <a:cubicBezTo>
                      <a:pt x="579" y="3195"/>
                      <a:pt x="704" y="3028"/>
                      <a:pt x="829" y="2862"/>
                    </a:cubicBezTo>
                    <a:cubicBezTo>
                      <a:pt x="1059" y="2549"/>
                      <a:pt x="1288" y="2215"/>
                      <a:pt x="1538" y="1902"/>
                    </a:cubicBezTo>
                    <a:cubicBezTo>
                      <a:pt x="1956" y="1339"/>
                      <a:pt x="2414" y="755"/>
                      <a:pt x="3082" y="484"/>
                    </a:cubicBezTo>
                    <a:cubicBezTo>
                      <a:pt x="3424" y="336"/>
                      <a:pt x="3783" y="266"/>
                      <a:pt x="4138" y="266"/>
                    </a:cubicBezTo>
                    <a:cubicBezTo>
                      <a:pt x="5036" y="266"/>
                      <a:pt x="5905" y="719"/>
                      <a:pt x="6398" y="1527"/>
                    </a:cubicBezTo>
                    <a:cubicBezTo>
                      <a:pt x="6586" y="1819"/>
                      <a:pt x="6711" y="2152"/>
                      <a:pt x="6774" y="2486"/>
                    </a:cubicBezTo>
                    <a:cubicBezTo>
                      <a:pt x="6815" y="2653"/>
                      <a:pt x="6836" y="2820"/>
                      <a:pt x="6836" y="3008"/>
                    </a:cubicBezTo>
                    <a:cubicBezTo>
                      <a:pt x="6815" y="3174"/>
                      <a:pt x="6815" y="3341"/>
                      <a:pt x="6857" y="3508"/>
                    </a:cubicBezTo>
                    <a:cubicBezTo>
                      <a:pt x="6868" y="3553"/>
                      <a:pt x="6903" y="3574"/>
                      <a:pt x="6940" y="3574"/>
                    </a:cubicBezTo>
                    <a:cubicBezTo>
                      <a:pt x="6972" y="3574"/>
                      <a:pt x="7005" y="3558"/>
                      <a:pt x="7024" y="3529"/>
                    </a:cubicBezTo>
                    <a:cubicBezTo>
                      <a:pt x="7212" y="3279"/>
                      <a:pt x="7149" y="2862"/>
                      <a:pt x="7107" y="2570"/>
                    </a:cubicBezTo>
                    <a:cubicBezTo>
                      <a:pt x="7045" y="2236"/>
                      <a:pt x="6961" y="1923"/>
                      <a:pt x="6815" y="1631"/>
                    </a:cubicBezTo>
                    <a:cubicBezTo>
                      <a:pt x="6523" y="1026"/>
                      <a:pt x="6023" y="526"/>
                      <a:pt x="5397" y="254"/>
                    </a:cubicBezTo>
                    <a:cubicBezTo>
                      <a:pt x="5014" y="88"/>
                      <a:pt x="4599" y="0"/>
                      <a:pt x="4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390650" y="3865550"/>
                <a:ext cx="302175" cy="65575"/>
              </a:xfrm>
              <a:custGeom>
                <a:rect b="b" l="l" r="r" t="t"/>
                <a:pathLst>
                  <a:path extrusionOk="0" h="2623" w="12087">
                    <a:moveTo>
                      <a:pt x="2430" y="1"/>
                    </a:moveTo>
                    <a:cubicBezTo>
                      <a:pt x="2327" y="1"/>
                      <a:pt x="2222" y="5"/>
                      <a:pt x="2117" y="12"/>
                    </a:cubicBezTo>
                    <a:cubicBezTo>
                      <a:pt x="1366" y="75"/>
                      <a:pt x="511" y="367"/>
                      <a:pt x="31" y="993"/>
                    </a:cubicBezTo>
                    <a:cubicBezTo>
                      <a:pt x="1" y="1038"/>
                      <a:pt x="47" y="1072"/>
                      <a:pt x="90" y="1072"/>
                    </a:cubicBezTo>
                    <a:cubicBezTo>
                      <a:pt x="107" y="1072"/>
                      <a:pt x="124" y="1067"/>
                      <a:pt x="135" y="1055"/>
                    </a:cubicBezTo>
                    <a:cubicBezTo>
                      <a:pt x="677" y="576"/>
                      <a:pt x="1387" y="284"/>
                      <a:pt x="2117" y="242"/>
                    </a:cubicBezTo>
                    <a:cubicBezTo>
                      <a:pt x="2205" y="237"/>
                      <a:pt x="2294" y="235"/>
                      <a:pt x="2382" y="235"/>
                    </a:cubicBezTo>
                    <a:cubicBezTo>
                      <a:pt x="3085" y="235"/>
                      <a:pt x="3781" y="381"/>
                      <a:pt x="4411" y="659"/>
                    </a:cubicBezTo>
                    <a:cubicBezTo>
                      <a:pt x="6017" y="1264"/>
                      <a:pt x="7435" y="2348"/>
                      <a:pt x="9167" y="2578"/>
                    </a:cubicBezTo>
                    <a:cubicBezTo>
                      <a:pt x="9389" y="2607"/>
                      <a:pt x="9607" y="2622"/>
                      <a:pt x="9823" y="2622"/>
                    </a:cubicBezTo>
                    <a:cubicBezTo>
                      <a:pt x="10072" y="2622"/>
                      <a:pt x="10318" y="2602"/>
                      <a:pt x="10564" y="2557"/>
                    </a:cubicBezTo>
                    <a:cubicBezTo>
                      <a:pt x="10814" y="2515"/>
                      <a:pt x="11065" y="2474"/>
                      <a:pt x="11294" y="2432"/>
                    </a:cubicBezTo>
                    <a:cubicBezTo>
                      <a:pt x="11544" y="2411"/>
                      <a:pt x="11795" y="2348"/>
                      <a:pt x="12024" y="2265"/>
                    </a:cubicBezTo>
                    <a:cubicBezTo>
                      <a:pt x="12087" y="2223"/>
                      <a:pt x="12066" y="2161"/>
                      <a:pt x="12003" y="2140"/>
                    </a:cubicBezTo>
                    <a:cubicBezTo>
                      <a:pt x="11937" y="2125"/>
                      <a:pt x="11868" y="2118"/>
                      <a:pt x="11798" y="2118"/>
                    </a:cubicBezTo>
                    <a:cubicBezTo>
                      <a:pt x="11670" y="2118"/>
                      <a:pt x="11540" y="2141"/>
                      <a:pt x="11419" y="2182"/>
                    </a:cubicBezTo>
                    <a:cubicBezTo>
                      <a:pt x="11169" y="2223"/>
                      <a:pt x="10939" y="2265"/>
                      <a:pt x="10689" y="2307"/>
                    </a:cubicBezTo>
                    <a:cubicBezTo>
                      <a:pt x="10397" y="2362"/>
                      <a:pt x="10096" y="2390"/>
                      <a:pt x="9798" y="2390"/>
                    </a:cubicBezTo>
                    <a:cubicBezTo>
                      <a:pt x="9649" y="2390"/>
                      <a:pt x="9500" y="2383"/>
                      <a:pt x="9354" y="2369"/>
                    </a:cubicBezTo>
                    <a:cubicBezTo>
                      <a:pt x="8457" y="2244"/>
                      <a:pt x="7581" y="1952"/>
                      <a:pt x="6768" y="1514"/>
                    </a:cubicBezTo>
                    <a:cubicBezTo>
                      <a:pt x="5399" y="849"/>
                      <a:pt x="3993" y="1"/>
                      <a:pt x="2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27" name="Google Shape;3227;p4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_1_1">
    <p:spTree>
      <p:nvGrpSpPr>
        <p:cNvPr id="3228" name="Shape 3228"/>
        <p:cNvGrpSpPr/>
        <p:nvPr/>
      </p:nvGrpSpPr>
      <p:grpSpPr>
        <a:xfrm>
          <a:off x="0" y="0"/>
          <a:ext cx="0" cy="0"/>
          <a:chOff x="0" y="0"/>
          <a:chExt cx="0" cy="0"/>
        </a:xfrm>
      </p:grpSpPr>
      <p:sp>
        <p:nvSpPr>
          <p:cNvPr id="3229" name="Google Shape;3229;p47"/>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232" name="Google Shape;3232;p47"/>
          <p:cNvGrpSpPr/>
          <p:nvPr/>
        </p:nvGrpSpPr>
        <p:grpSpPr>
          <a:xfrm>
            <a:off x="2936544" y="-329546"/>
            <a:ext cx="2934233" cy="708308"/>
            <a:chOff x="2375925" y="3297600"/>
            <a:chExt cx="735950" cy="177650"/>
          </a:xfrm>
        </p:grpSpPr>
        <p:sp>
          <p:nvSpPr>
            <p:cNvPr id="3233" name="Google Shape;3233;p47"/>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47"/>
          <p:cNvGrpSpPr/>
          <p:nvPr/>
        </p:nvGrpSpPr>
        <p:grpSpPr>
          <a:xfrm>
            <a:off x="8581300" y="2272600"/>
            <a:ext cx="1174850" cy="2506000"/>
            <a:chOff x="8505100" y="2272600"/>
            <a:chExt cx="1174850" cy="2506000"/>
          </a:xfrm>
        </p:grpSpPr>
        <p:sp>
          <p:nvSpPr>
            <p:cNvPr id="3240" name="Google Shape;3240;p47"/>
            <p:cNvSpPr/>
            <p:nvPr/>
          </p:nvSpPr>
          <p:spPr>
            <a:xfrm>
              <a:off x="8814300" y="46652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1" name="Google Shape;3241;p47"/>
            <p:cNvGrpSpPr/>
            <p:nvPr/>
          </p:nvGrpSpPr>
          <p:grpSpPr>
            <a:xfrm>
              <a:off x="8505100" y="2272600"/>
              <a:ext cx="1174850" cy="2455800"/>
              <a:chOff x="8428900" y="2272600"/>
              <a:chExt cx="1174850" cy="2455800"/>
            </a:xfrm>
          </p:grpSpPr>
          <p:sp>
            <p:nvSpPr>
              <p:cNvPr id="3242" name="Google Shape;3242;p47"/>
              <p:cNvSpPr/>
              <p:nvPr/>
            </p:nvSpPr>
            <p:spPr>
              <a:xfrm>
                <a:off x="8818950" y="4235450"/>
                <a:ext cx="574125" cy="492950"/>
              </a:xfrm>
              <a:custGeom>
                <a:rect b="b" l="l" r="r" t="t"/>
                <a:pathLst>
                  <a:path extrusionOk="0" h="19718" w="22965">
                    <a:moveTo>
                      <a:pt x="19544" y="1"/>
                    </a:moveTo>
                    <a:cubicBezTo>
                      <a:pt x="18835" y="22"/>
                      <a:pt x="18147" y="105"/>
                      <a:pt x="17458" y="105"/>
                    </a:cubicBezTo>
                    <a:lnTo>
                      <a:pt x="5298" y="105"/>
                    </a:lnTo>
                    <a:cubicBezTo>
                      <a:pt x="4902" y="105"/>
                      <a:pt x="4318" y="147"/>
                      <a:pt x="3922" y="147"/>
                    </a:cubicBezTo>
                    <a:cubicBezTo>
                      <a:pt x="3873" y="154"/>
                      <a:pt x="3822" y="156"/>
                      <a:pt x="3768" y="156"/>
                    </a:cubicBezTo>
                    <a:cubicBezTo>
                      <a:pt x="3660" y="156"/>
                      <a:pt x="3539" y="147"/>
                      <a:pt x="3400" y="147"/>
                    </a:cubicBezTo>
                    <a:lnTo>
                      <a:pt x="3379" y="147"/>
                    </a:lnTo>
                    <a:cubicBezTo>
                      <a:pt x="3025" y="147"/>
                      <a:pt x="2608" y="126"/>
                      <a:pt x="2170" y="126"/>
                    </a:cubicBezTo>
                    <a:cubicBezTo>
                      <a:pt x="1377" y="147"/>
                      <a:pt x="584" y="293"/>
                      <a:pt x="272" y="814"/>
                    </a:cubicBezTo>
                    <a:cubicBezTo>
                      <a:pt x="0" y="1273"/>
                      <a:pt x="522" y="2962"/>
                      <a:pt x="605" y="3484"/>
                    </a:cubicBezTo>
                    <a:cubicBezTo>
                      <a:pt x="730" y="4381"/>
                      <a:pt x="856" y="5278"/>
                      <a:pt x="1002" y="6174"/>
                    </a:cubicBezTo>
                    <a:lnTo>
                      <a:pt x="1168" y="7322"/>
                    </a:lnTo>
                    <a:cubicBezTo>
                      <a:pt x="1669" y="10429"/>
                      <a:pt x="2253" y="13537"/>
                      <a:pt x="2879" y="16624"/>
                    </a:cubicBezTo>
                    <a:cubicBezTo>
                      <a:pt x="3025" y="17271"/>
                      <a:pt x="3150" y="17896"/>
                      <a:pt x="3275" y="18522"/>
                    </a:cubicBezTo>
                    <a:lnTo>
                      <a:pt x="3838" y="18689"/>
                    </a:lnTo>
                    <a:cubicBezTo>
                      <a:pt x="4422" y="18877"/>
                      <a:pt x="5006" y="19023"/>
                      <a:pt x="5590" y="19148"/>
                    </a:cubicBezTo>
                    <a:cubicBezTo>
                      <a:pt x="7319" y="19529"/>
                      <a:pt x="9078" y="19718"/>
                      <a:pt x="10836" y="19718"/>
                    </a:cubicBezTo>
                    <a:cubicBezTo>
                      <a:pt x="13406" y="19718"/>
                      <a:pt x="15974" y="19315"/>
                      <a:pt x="18439" y="18522"/>
                    </a:cubicBezTo>
                    <a:cubicBezTo>
                      <a:pt x="19169" y="15769"/>
                      <a:pt x="19919" y="12974"/>
                      <a:pt x="20670" y="10200"/>
                    </a:cubicBezTo>
                    <a:cubicBezTo>
                      <a:pt x="20775" y="9804"/>
                      <a:pt x="20879" y="9407"/>
                      <a:pt x="20983" y="9032"/>
                    </a:cubicBezTo>
                    <a:cubicBezTo>
                      <a:pt x="21129" y="8427"/>
                      <a:pt x="21296" y="7822"/>
                      <a:pt x="21442" y="7217"/>
                    </a:cubicBezTo>
                    <a:cubicBezTo>
                      <a:pt x="21755" y="6028"/>
                      <a:pt x="22068" y="4840"/>
                      <a:pt x="22422" y="3672"/>
                    </a:cubicBezTo>
                    <a:cubicBezTo>
                      <a:pt x="22777" y="2399"/>
                      <a:pt x="22965" y="522"/>
                      <a:pt x="21275" y="126"/>
                    </a:cubicBezTo>
                    <a:cubicBezTo>
                      <a:pt x="20962" y="42"/>
                      <a:pt x="20629" y="1"/>
                      <a:pt x="20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8789600" y="4236375"/>
                <a:ext cx="613900" cy="204900"/>
              </a:xfrm>
              <a:custGeom>
                <a:rect b="b" l="l" r="r" t="t"/>
                <a:pathLst>
                  <a:path extrusionOk="0" h="8196" w="24556">
                    <a:moveTo>
                      <a:pt x="21731" y="0"/>
                    </a:moveTo>
                    <a:cubicBezTo>
                      <a:pt x="21636" y="0"/>
                      <a:pt x="21542" y="2"/>
                      <a:pt x="21448" y="5"/>
                    </a:cubicBezTo>
                    <a:lnTo>
                      <a:pt x="21427" y="5"/>
                    </a:lnTo>
                    <a:cubicBezTo>
                      <a:pt x="21177" y="5"/>
                      <a:pt x="20927" y="26"/>
                      <a:pt x="20676" y="47"/>
                    </a:cubicBezTo>
                    <a:lnTo>
                      <a:pt x="20655" y="47"/>
                    </a:lnTo>
                    <a:cubicBezTo>
                      <a:pt x="20113" y="68"/>
                      <a:pt x="19571" y="110"/>
                      <a:pt x="19029" y="110"/>
                    </a:cubicBezTo>
                    <a:lnTo>
                      <a:pt x="5867" y="110"/>
                    </a:lnTo>
                    <a:cubicBezTo>
                      <a:pt x="5513" y="110"/>
                      <a:pt x="4970" y="151"/>
                      <a:pt x="4574" y="172"/>
                    </a:cubicBezTo>
                    <a:lnTo>
                      <a:pt x="4407" y="172"/>
                    </a:lnTo>
                    <a:cubicBezTo>
                      <a:pt x="4074" y="172"/>
                      <a:pt x="3719" y="151"/>
                      <a:pt x="3323" y="131"/>
                    </a:cubicBezTo>
                    <a:lnTo>
                      <a:pt x="2968" y="110"/>
                    </a:lnTo>
                    <a:cubicBezTo>
                      <a:pt x="2854" y="105"/>
                      <a:pt x="2739" y="102"/>
                      <a:pt x="2625" y="102"/>
                    </a:cubicBezTo>
                    <a:cubicBezTo>
                      <a:pt x="1279" y="102"/>
                      <a:pt x="1" y="480"/>
                      <a:pt x="423" y="2133"/>
                    </a:cubicBezTo>
                    <a:cubicBezTo>
                      <a:pt x="799" y="3614"/>
                      <a:pt x="1174" y="5095"/>
                      <a:pt x="1550" y="6575"/>
                    </a:cubicBezTo>
                    <a:cubicBezTo>
                      <a:pt x="1592" y="6742"/>
                      <a:pt x="1654" y="6909"/>
                      <a:pt x="1758" y="7034"/>
                    </a:cubicBezTo>
                    <a:cubicBezTo>
                      <a:pt x="1925" y="7180"/>
                      <a:pt x="2134" y="7264"/>
                      <a:pt x="2342" y="7306"/>
                    </a:cubicBezTo>
                    <a:cubicBezTo>
                      <a:pt x="2593" y="7368"/>
                      <a:pt x="2885" y="7389"/>
                      <a:pt x="3072" y="7431"/>
                    </a:cubicBezTo>
                    <a:cubicBezTo>
                      <a:pt x="3698" y="7556"/>
                      <a:pt x="4366" y="7660"/>
                      <a:pt x="5012" y="7764"/>
                    </a:cubicBezTo>
                    <a:cubicBezTo>
                      <a:pt x="7259" y="8043"/>
                      <a:pt x="9517" y="8196"/>
                      <a:pt x="11779" y="8196"/>
                    </a:cubicBezTo>
                    <a:cubicBezTo>
                      <a:pt x="12561" y="8196"/>
                      <a:pt x="13344" y="8177"/>
                      <a:pt x="14127" y="8140"/>
                    </a:cubicBezTo>
                    <a:cubicBezTo>
                      <a:pt x="15524" y="8098"/>
                      <a:pt x="16901" y="7994"/>
                      <a:pt x="18299" y="7848"/>
                    </a:cubicBezTo>
                    <a:cubicBezTo>
                      <a:pt x="19592" y="7702"/>
                      <a:pt x="20885" y="7514"/>
                      <a:pt x="22157" y="7243"/>
                    </a:cubicBezTo>
                    <a:cubicBezTo>
                      <a:pt x="22303" y="7222"/>
                      <a:pt x="22449" y="7201"/>
                      <a:pt x="22595" y="7201"/>
                    </a:cubicBezTo>
                    <a:cubicBezTo>
                      <a:pt x="22622" y="7203"/>
                      <a:pt x="22649" y="7204"/>
                      <a:pt x="22676" y="7204"/>
                    </a:cubicBezTo>
                    <a:cubicBezTo>
                      <a:pt x="22916" y="7204"/>
                      <a:pt x="23133" y="7120"/>
                      <a:pt x="23283" y="6951"/>
                    </a:cubicBezTo>
                    <a:cubicBezTo>
                      <a:pt x="23409" y="6784"/>
                      <a:pt x="23471" y="6596"/>
                      <a:pt x="23492" y="6388"/>
                    </a:cubicBezTo>
                    <a:lnTo>
                      <a:pt x="23555" y="6137"/>
                    </a:lnTo>
                    <a:cubicBezTo>
                      <a:pt x="23784" y="4949"/>
                      <a:pt x="24014" y="3781"/>
                      <a:pt x="24264" y="2592"/>
                    </a:cubicBezTo>
                    <a:cubicBezTo>
                      <a:pt x="24347" y="2195"/>
                      <a:pt x="24431" y="1778"/>
                      <a:pt x="24514" y="1382"/>
                    </a:cubicBezTo>
                    <a:cubicBezTo>
                      <a:pt x="24556" y="1194"/>
                      <a:pt x="24556" y="1007"/>
                      <a:pt x="24514" y="819"/>
                    </a:cubicBezTo>
                    <a:cubicBezTo>
                      <a:pt x="24389" y="485"/>
                      <a:pt x="23492" y="214"/>
                      <a:pt x="23179" y="131"/>
                    </a:cubicBezTo>
                    <a:cubicBezTo>
                      <a:pt x="22693" y="44"/>
                      <a:pt x="22206" y="0"/>
                      <a:pt x="21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8803300" y="4218250"/>
                <a:ext cx="598650" cy="78750"/>
              </a:xfrm>
              <a:custGeom>
                <a:rect b="b" l="l" r="r" t="t"/>
                <a:pathLst>
                  <a:path extrusionOk="0" h="3150" w="23946">
                    <a:moveTo>
                      <a:pt x="11347" y="0"/>
                    </a:moveTo>
                    <a:cubicBezTo>
                      <a:pt x="11013" y="0"/>
                      <a:pt x="10659" y="21"/>
                      <a:pt x="10304" y="21"/>
                    </a:cubicBezTo>
                    <a:lnTo>
                      <a:pt x="8365" y="21"/>
                    </a:lnTo>
                    <a:cubicBezTo>
                      <a:pt x="8344" y="32"/>
                      <a:pt x="8318" y="37"/>
                      <a:pt x="8292" y="37"/>
                    </a:cubicBezTo>
                    <a:cubicBezTo>
                      <a:pt x="8265" y="37"/>
                      <a:pt x="8239" y="32"/>
                      <a:pt x="8219" y="21"/>
                    </a:cubicBezTo>
                    <a:cubicBezTo>
                      <a:pt x="8198" y="32"/>
                      <a:pt x="8182" y="37"/>
                      <a:pt x="8166" y="37"/>
                    </a:cubicBezTo>
                    <a:cubicBezTo>
                      <a:pt x="8151" y="37"/>
                      <a:pt x="8135" y="32"/>
                      <a:pt x="8114" y="21"/>
                    </a:cubicBezTo>
                    <a:lnTo>
                      <a:pt x="7843" y="21"/>
                    </a:lnTo>
                    <a:cubicBezTo>
                      <a:pt x="7655" y="42"/>
                      <a:pt x="7468" y="42"/>
                      <a:pt x="7259" y="63"/>
                    </a:cubicBezTo>
                    <a:lnTo>
                      <a:pt x="6571" y="63"/>
                    </a:lnTo>
                    <a:lnTo>
                      <a:pt x="5716" y="126"/>
                    </a:lnTo>
                    <a:lnTo>
                      <a:pt x="5570" y="146"/>
                    </a:lnTo>
                    <a:lnTo>
                      <a:pt x="5403" y="167"/>
                    </a:lnTo>
                    <a:cubicBezTo>
                      <a:pt x="4402" y="251"/>
                      <a:pt x="3505" y="376"/>
                      <a:pt x="2733" y="501"/>
                    </a:cubicBezTo>
                    <a:lnTo>
                      <a:pt x="2587" y="522"/>
                    </a:lnTo>
                    <a:lnTo>
                      <a:pt x="2441" y="564"/>
                    </a:lnTo>
                    <a:cubicBezTo>
                      <a:pt x="898" y="856"/>
                      <a:pt x="1" y="1189"/>
                      <a:pt x="1" y="1586"/>
                    </a:cubicBezTo>
                    <a:cubicBezTo>
                      <a:pt x="1" y="2024"/>
                      <a:pt x="1252" y="2441"/>
                      <a:pt x="3275" y="2733"/>
                    </a:cubicBezTo>
                    <a:cubicBezTo>
                      <a:pt x="3338" y="2754"/>
                      <a:pt x="3400" y="2754"/>
                      <a:pt x="3463" y="2774"/>
                    </a:cubicBezTo>
                    <a:cubicBezTo>
                      <a:pt x="3505" y="2774"/>
                      <a:pt x="3567" y="2795"/>
                      <a:pt x="3630" y="2795"/>
                    </a:cubicBezTo>
                    <a:cubicBezTo>
                      <a:pt x="3880" y="2816"/>
                      <a:pt x="4130" y="2858"/>
                      <a:pt x="4381" y="2879"/>
                    </a:cubicBezTo>
                    <a:cubicBezTo>
                      <a:pt x="4548" y="2900"/>
                      <a:pt x="4714" y="2920"/>
                      <a:pt x="4881" y="2941"/>
                    </a:cubicBezTo>
                    <a:cubicBezTo>
                      <a:pt x="5382" y="2983"/>
                      <a:pt x="5903" y="3046"/>
                      <a:pt x="6467" y="3066"/>
                    </a:cubicBezTo>
                    <a:lnTo>
                      <a:pt x="6633" y="3087"/>
                    </a:lnTo>
                    <a:lnTo>
                      <a:pt x="6800" y="3087"/>
                    </a:lnTo>
                    <a:cubicBezTo>
                      <a:pt x="6946" y="3108"/>
                      <a:pt x="7071" y="3108"/>
                      <a:pt x="7197" y="3108"/>
                    </a:cubicBezTo>
                    <a:lnTo>
                      <a:pt x="7468" y="3129"/>
                    </a:lnTo>
                    <a:lnTo>
                      <a:pt x="9241" y="3129"/>
                    </a:lnTo>
                    <a:lnTo>
                      <a:pt x="9616" y="3150"/>
                    </a:lnTo>
                    <a:lnTo>
                      <a:pt x="10033" y="3150"/>
                    </a:lnTo>
                    <a:cubicBezTo>
                      <a:pt x="10044" y="3139"/>
                      <a:pt x="10059" y="3134"/>
                      <a:pt x="10075" y="3134"/>
                    </a:cubicBezTo>
                    <a:cubicBezTo>
                      <a:pt x="10091" y="3134"/>
                      <a:pt x="10106" y="3139"/>
                      <a:pt x="10117" y="3150"/>
                    </a:cubicBezTo>
                    <a:lnTo>
                      <a:pt x="14643" y="3150"/>
                    </a:lnTo>
                    <a:cubicBezTo>
                      <a:pt x="14789" y="3150"/>
                      <a:pt x="14914" y="3129"/>
                      <a:pt x="15060" y="3129"/>
                    </a:cubicBezTo>
                    <a:lnTo>
                      <a:pt x="15560" y="3129"/>
                    </a:lnTo>
                    <a:cubicBezTo>
                      <a:pt x="16019" y="3108"/>
                      <a:pt x="16457" y="3087"/>
                      <a:pt x="16895" y="3066"/>
                    </a:cubicBezTo>
                    <a:cubicBezTo>
                      <a:pt x="16916" y="3056"/>
                      <a:pt x="16937" y="3051"/>
                      <a:pt x="16958" y="3051"/>
                    </a:cubicBezTo>
                    <a:cubicBezTo>
                      <a:pt x="16979" y="3051"/>
                      <a:pt x="17000" y="3056"/>
                      <a:pt x="17020" y="3066"/>
                    </a:cubicBezTo>
                    <a:lnTo>
                      <a:pt x="17187" y="3046"/>
                    </a:lnTo>
                    <a:lnTo>
                      <a:pt x="17563" y="3046"/>
                    </a:lnTo>
                    <a:lnTo>
                      <a:pt x="17709" y="3025"/>
                    </a:lnTo>
                    <a:cubicBezTo>
                      <a:pt x="19002" y="2941"/>
                      <a:pt x="20316" y="2774"/>
                      <a:pt x="21588" y="2545"/>
                    </a:cubicBezTo>
                    <a:cubicBezTo>
                      <a:pt x="21651" y="2545"/>
                      <a:pt x="21713" y="2524"/>
                      <a:pt x="21755" y="2524"/>
                    </a:cubicBezTo>
                    <a:lnTo>
                      <a:pt x="21943" y="2482"/>
                    </a:lnTo>
                    <a:cubicBezTo>
                      <a:pt x="23194" y="2211"/>
                      <a:pt x="23945" y="1898"/>
                      <a:pt x="23945" y="1544"/>
                    </a:cubicBezTo>
                    <a:cubicBezTo>
                      <a:pt x="23945" y="1252"/>
                      <a:pt x="23361" y="960"/>
                      <a:pt x="22381" y="710"/>
                    </a:cubicBezTo>
                    <a:cubicBezTo>
                      <a:pt x="22339" y="710"/>
                      <a:pt x="22277" y="689"/>
                      <a:pt x="22235" y="689"/>
                    </a:cubicBezTo>
                    <a:cubicBezTo>
                      <a:pt x="22193" y="668"/>
                      <a:pt x="22131" y="668"/>
                      <a:pt x="22089" y="647"/>
                    </a:cubicBezTo>
                    <a:cubicBezTo>
                      <a:pt x="20858" y="397"/>
                      <a:pt x="19628" y="230"/>
                      <a:pt x="18397" y="126"/>
                    </a:cubicBezTo>
                    <a:cubicBezTo>
                      <a:pt x="18335" y="126"/>
                      <a:pt x="18293" y="126"/>
                      <a:pt x="18230" y="105"/>
                    </a:cubicBezTo>
                    <a:lnTo>
                      <a:pt x="17855" y="105"/>
                    </a:lnTo>
                    <a:cubicBezTo>
                      <a:pt x="17813" y="105"/>
                      <a:pt x="17751" y="105"/>
                      <a:pt x="17709" y="84"/>
                    </a:cubicBezTo>
                    <a:cubicBezTo>
                      <a:pt x="17688" y="94"/>
                      <a:pt x="17667" y="99"/>
                      <a:pt x="17649" y="99"/>
                    </a:cubicBezTo>
                    <a:cubicBezTo>
                      <a:pt x="17631" y="99"/>
                      <a:pt x="17615" y="94"/>
                      <a:pt x="17604" y="84"/>
                    </a:cubicBezTo>
                    <a:lnTo>
                      <a:pt x="17292" y="84"/>
                    </a:lnTo>
                    <a:cubicBezTo>
                      <a:pt x="16812" y="63"/>
                      <a:pt x="16311" y="21"/>
                      <a:pt x="15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8813925" y="4282750"/>
                <a:ext cx="405500" cy="41400"/>
              </a:xfrm>
              <a:custGeom>
                <a:rect b="b" l="l" r="r" t="t"/>
                <a:pathLst>
                  <a:path extrusionOk="0" h="1656" w="16220">
                    <a:moveTo>
                      <a:pt x="125" y="1"/>
                    </a:moveTo>
                    <a:cubicBezTo>
                      <a:pt x="28" y="1"/>
                      <a:pt x="1" y="159"/>
                      <a:pt x="76" y="215"/>
                    </a:cubicBezTo>
                    <a:cubicBezTo>
                      <a:pt x="493" y="486"/>
                      <a:pt x="973" y="674"/>
                      <a:pt x="1453" y="778"/>
                    </a:cubicBezTo>
                    <a:cubicBezTo>
                      <a:pt x="1953" y="904"/>
                      <a:pt x="2433" y="1008"/>
                      <a:pt x="2934" y="1112"/>
                    </a:cubicBezTo>
                    <a:cubicBezTo>
                      <a:pt x="3956" y="1300"/>
                      <a:pt x="4978" y="1425"/>
                      <a:pt x="6021" y="1508"/>
                    </a:cubicBezTo>
                    <a:cubicBezTo>
                      <a:pt x="7303" y="1608"/>
                      <a:pt x="8593" y="1656"/>
                      <a:pt x="9881" y="1656"/>
                    </a:cubicBezTo>
                    <a:cubicBezTo>
                      <a:pt x="10751" y="1656"/>
                      <a:pt x="11620" y="1634"/>
                      <a:pt x="12487" y="1592"/>
                    </a:cubicBezTo>
                    <a:cubicBezTo>
                      <a:pt x="13655" y="1529"/>
                      <a:pt x="14823" y="1467"/>
                      <a:pt x="15991" y="1383"/>
                    </a:cubicBezTo>
                    <a:cubicBezTo>
                      <a:pt x="16214" y="1363"/>
                      <a:pt x="16220" y="1007"/>
                      <a:pt x="16009" y="1007"/>
                    </a:cubicBezTo>
                    <a:cubicBezTo>
                      <a:pt x="16003" y="1007"/>
                      <a:pt x="15997" y="1007"/>
                      <a:pt x="15991" y="1008"/>
                    </a:cubicBezTo>
                    <a:cubicBezTo>
                      <a:pt x="13760" y="1142"/>
                      <a:pt x="11518" y="1289"/>
                      <a:pt x="9279" y="1289"/>
                    </a:cubicBezTo>
                    <a:cubicBezTo>
                      <a:pt x="7352" y="1289"/>
                      <a:pt x="5428" y="1180"/>
                      <a:pt x="3518" y="862"/>
                    </a:cubicBezTo>
                    <a:cubicBezTo>
                      <a:pt x="2371" y="695"/>
                      <a:pt x="1244" y="403"/>
                      <a:pt x="160" y="7"/>
                    </a:cubicBezTo>
                    <a:cubicBezTo>
                      <a:pt x="147" y="3"/>
                      <a:pt x="136"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9235575" y="4282375"/>
                <a:ext cx="150725" cy="29850"/>
              </a:xfrm>
              <a:custGeom>
                <a:rect b="b" l="l" r="r" t="t"/>
                <a:pathLst>
                  <a:path extrusionOk="0" h="1194" w="6029">
                    <a:moveTo>
                      <a:pt x="5841" y="1"/>
                    </a:moveTo>
                    <a:cubicBezTo>
                      <a:pt x="5632" y="22"/>
                      <a:pt x="5424" y="84"/>
                      <a:pt x="5236" y="189"/>
                    </a:cubicBezTo>
                    <a:cubicBezTo>
                      <a:pt x="5048" y="272"/>
                      <a:pt x="4840" y="335"/>
                      <a:pt x="4631" y="418"/>
                    </a:cubicBezTo>
                    <a:cubicBezTo>
                      <a:pt x="4214" y="543"/>
                      <a:pt x="3797" y="668"/>
                      <a:pt x="3359" y="752"/>
                    </a:cubicBezTo>
                    <a:cubicBezTo>
                      <a:pt x="2274" y="919"/>
                      <a:pt x="1190" y="1002"/>
                      <a:pt x="84" y="1023"/>
                    </a:cubicBezTo>
                    <a:cubicBezTo>
                      <a:pt x="1" y="1044"/>
                      <a:pt x="1" y="1169"/>
                      <a:pt x="84" y="1190"/>
                    </a:cubicBezTo>
                    <a:cubicBezTo>
                      <a:pt x="225" y="1192"/>
                      <a:pt x="365" y="1194"/>
                      <a:pt x="505" y="1194"/>
                    </a:cubicBezTo>
                    <a:cubicBezTo>
                      <a:pt x="1487" y="1194"/>
                      <a:pt x="2454" y="1130"/>
                      <a:pt x="3421" y="1002"/>
                    </a:cubicBezTo>
                    <a:cubicBezTo>
                      <a:pt x="3901" y="939"/>
                      <a:pt x="4360" y="835"/>
                      <a:pt x="4798" y="710"/>
                    </a:cubicBezTo>
                    <a:cubicBezTo>
                      <a:pt x="5173" y="606"/>
                      <a:pt x="5716" y="522"/>
                      <a:pt x="5966" y="209"/>
                    </a:cubicBezTo>
                    <a:cubicBezTo>
                      <a:pt x="6028" y="126"/>
                      <a:pt x="5924" y="1"/>
                      <a:pt x="5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8952425" y="4681800"/>
                <a:ext cx="277450" cy="25700"/>
              </a:xfrm>
              <a:custGeom>
                <a:rect b="b" l="l" r="r" t="t"/>
                <a:pathLst>
                  <a:path extrusionOk="0" h="1028" w="11098">
                    <a:moveTo>
                      <a:pt x="10868" y="1"/>
                    </a:moveTo>
                    <a:cubicBezTo>
                      <a:pt x="10659" y="1"/>
                      <a:pt x="10451" y="63"/>
                      <a:pt x="10242" y="147"/>
                    </a:cubicBezTo>
                    <a:cubicBezTo>
                      <a:pt x="10033" y="188"/>
                      <a:pt x="9825" y="251"/>
                      <a:pt x="9616" y="293"/>
                    </a:cubicBezTo>
                    <a:cubicBezTo>
                      <a:pt x="9178" y="397"/>
                      <a:pt x="8719" y="480"/>
                      <a:pt x="8261" y="522"/>
                    </a:cubicBezTo>
                    <a:cubicBezTo>
                      <a:pt x="7611" y="599"/>
                      <a:pt x="6950" y="642"/>
                      <a:pt x="6286" y="642"/>
                    </a:cubicBezTo>
                    <a:cubicBezTo>
                      <a:pt x="6054" y="642"/>
                      <a:pt x="5822" y="637"/>
                      <a:pt x="5591" y="626"/>
                    </a:cubicBezTo>
                    <a:cubicBezTo>
                      <a:pt x="4715" y="606"/>
                      <a:pt x="3839" y="543"/>
                      <a:pt x="2942" y="460"/>
                    </a:cubicBezTo>
                    <a:cubicBezTo>
                      <a:pt x="2024" y="376"/>
                      <a:pt x="1065" y="355"/>
                      <a:pt x="126" y="209"/>
                    </a:cubicBezTo>
                    <a:cubicBezTo>
                      <a:pt x="43" y="209"/>
                      <a:pt x="1" y="334"/>
                      <a:pt x="84" y="376"/>
                    </a:cubicBezTo>
                    <a:lnTo>
                      <a:pt x="84" y="355"/>
                    </a:lnTo>
                    <a:cubicBezTo>
                      <a:pt x="981" y="606"/>
                      <a:pt x="1899" y="772"/>
                      <a:pt x="2838" y="835"/>
                    </a:cubicBezTo>
                    <a:cubicBezTo>
                      <a:pt x="3776" y="918"/>
                      <a:pt x="4715" y="1002"/>
                      <a:pt x="5653" y="1023"/>
                    </a:cubicBezTo>
                    <a:cubicBezTo>
                      <a:pt x="5810" y="1026"/>
                      <a:pt x="5966" y="1028"/>
                      <a:pt x="6121" y="1028"/>
                    </a:cubicBezTo>
                    <a:cubicBezTo>
                      <a:pt x="6898" y="1028"/>
                      <a:pt x="7666" y="984"/>
                      <a:pt x="8448" y="898"/>
                    </a:cubicBezTo>
                    <a:cubicBezTo>
                      <a:pt x="8886" y="835"/>
                      <a:pt x="9345" y="772"/>
                      <a:pt x="9783" y="668"/>
                    </a:cubicBezTo>
                    <a:cubicBezTo>
                      <a:pt x="10159" y="585"/>
                      <a:pt x="10680" y="522"/>
                      <a:pt x="10972" y="251"/>
                    </a:cubicBezTo>
                    <a:cubicBezTo>
                      <a:pt x="11097" y="168"/>
                      <a:pt x="10993" y="1"/>
                      <a:pt x="10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8827300" y="2694875"/>
                <a:ext cx="271175" cy="222400"/>
              </a:xfrm>
              <a:custGeom>
                <a:rect b="b" l="l" r="r" t="t"/>
                <a:pathLst>
                  <a:path extrusionOk="0" h="8896" w="10847">
                    <a:moveTo>
                      <a:pt x="9220" y="1"/>
                    </a:moveTo>
                    <a:cubicBezTo>
                      <a:pt x="9158" y="1"/>
                      <a:pt x="9095" y="4"/>
                      <a:pt x="9031" y="11"/>
                    </a:cubicBezTo>
                    <a:cubicBezTo>
                      <a:pt x="8468" y="73"/>
                      <a:pt x="7905" y="261"/>
                      <a:pt x="7425" y="574"/>
                    </a:cubicBezTo>
                    <a:cubicBezTo>
                      <a:pt x="4026" y="2347"/>
                      <a:pt x="1001" y="5100"/>
                      <a:pt x="0" y="8896"/>
                    </a:cubicBezTo>
                    <a:cubicBezTo>
                      <a:pt x="918" y="8354"/>
                      <a:pt x="2023" y="8062"/>
                      <a:pt x="3004" y="7686"/>
                    </a:cubicBezTo>
                    <a:lnTo>
                      <a:pt x="5653" y="6643"/>
                    </a:lnTo>
                    <a:cubicBezTo>
                      <a:pt x="6841" y="6184"/>
                      <a:pt x="8051" y="5705"/>
                      <a:pt x="9052" y="4912"/>
                    </a:cubicBezTo>
                    <a:cubicBezTo>
                      <a:pt x="10033" y="4120"/>
                      <a:pt x="10825" y="2952"/>
                      <a:pt x="10825" y="1700"/>
                    </a:cubicBezTo>
                    <a:cubicBezTo>
                      <a:pt x="10846" y="1325"/>
                      <a:pt x="10742" y="970"/>
                      <a:pt x="10554" y="657"/>
                    </a:cubicBezTo>
                    <a:cubicBezTo>
                      <a:pt x="10238" y="229"/>
                      <a:pt x="9739" y="1"/>
                      <a:pt x="9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8821550" y="2922125"/>
                <a:ext cx="286300" cy="197975"/>
              </a:xfrm>
              <a:custGeom>
                <a:rect b="b" l="l" r="r" t="t"/>
                <a:pathLst>
                  <a:path extrusionOk="0" h="7919" w="11452">
                    <a:moveTo>
                      <a:pt x="9347" y="1"/>
                    </a:moveTo>
                    <a:cubicBezTo>
                      <a:pt x="8624" y="1"/>
                      <a:pt x="7906" y="285"/>
                      <a:pt x="7238" y="619"/>
                    </a:cubicBezTo>
                    <a:cubicBezTo>
                      <a:pt x="5549" y="1433"/>
                      <a:pt x="4026" y="2580"/>
                      <a:pt x="2754" y="3957"/>
                    </a:cubicBezTo>
                    <a:cubicBezTo>
                      <a:pt x="2274" y="4478"/>
                      <a:pt x="1" y="7648"/>
                      <a:pt x="1419" y="7899"/>
                    </a:cubicBezTo>
                    <a:cubicBezTo>
                      <a:pt x="1491" y="7912"/>
                      <a:pt x="1569" y="7919"/>
                      <a:pt x="1651" y="7919"/>
                    </a:cubicBezTo>
                    <a:cubicBezTo>
                      <a:pt x="2573" y="7919"/>
                      <a:pt x="4093" y="7122"/>
                      <a:pt x="4840" y="6835"/>
                    </a:cubicBezTo>
                    <a:cubicBezTo>
                      <a:pt x="5987" y="6397"/>
                      <a:pt x="7071" y="5875"/>
                      <a:pt x="8156" y="5291"/>
                    </a:cubicBezTo>
                    <a:cubicBezTo>
                      <a:pt x="9199" y="4728"/>
                      <a:pt x="10242" y="4040"/>
                      <a:pt x="10930" y="3060"/>
                    </a:cubicBezTo>
                    <a:cubicBezTo>
                      <a:pt x="11285" y="2622"/>
                      <a:pt x="11452" y="2038"/>
                      <a:pt x="11410" y="1454"/>
                    </a:cubicBezTo>
                    <a:cubicBezTo>
                      <a:pt x="11264" y="640"/>
                      <a:pt x="10429" y="77"/>
                      <a:pt x="9616" y="14"/>
                    </a:cubicBezTo>
                    <a:cubicBezTo>
                      <a:pt x="9526" y="5"/>
                      <a:pt x="9436"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8607250" y="2631900"/>
                <a:ext cx="211200" cy="281925"/>
              </a:xfrm>
              <a:custGeom>
                <a:rect b="b" l="l" r="r" t="t"/>
                <a:pathLst>
                  <a:path extrusionOk="0" h="11277" w="8448">
                    <a:moveTo>
                      <a:pt x="1373" y="0"/>
                    </a:moveTo>
                    <a:cubicBezTo>
                      <a:pt x="1136" y="0"/>
                      <a:pt x="905" y="59"/>
                      <a:pt x="688" y="194"/>
                    </a:cubicBezTo>
                    <a:cubicBezTo>
                      <a:pt x="230" y="527"/>
                      <a:pt x="0" y="1090"/>
                      <a:pt x="84" y="1674"/>
                    </a:cubicBezTo>
                    <a:cubicBezTo>
                      <a:pt x="167" y="2217"/>
                      <a:pt x="355" y="2759"/>
                      <a:pt x="647" y="3239"/>
                    </a:cubicBezTo>
                    <a:cubicBezTo>
                      <a:pt x="1585" y="4991"/>
                      <a:pt x="2774" y="6618"/>
                      <a:pt x="4130" y="8078"/>
                    </a:cubicBezTo>
                    <a:cubicBezTo>
                      <a:pt x="4957" y="8945"/>
                      <a:pt x="6956" y="11277"/>
                      <a:pt x="8313" y="11277"/>
                    </a:cubicBezTo>
                    <a:cubicBezTo>
                      <a:pt x="8358" y="11277"/>
                      <a:pt x="8403" y="11274"/>
                      <a:pt x="8448" y="11269"/>
                    </a:cubicBezTo>
                    <a:cubicBezTo>
                      <a:pt x="7196" y="7619"/>
                      <a:pt x="6070" y="3802"/>
                      <a:pt x="3296" y="986"/>
                    </a:cubicBezTo>
                    <a:cubicBezTo>
                      <a:pt x="2770" y="476"/>
                      <a:pt x="2050" y="0"/>
                      <a:pt x="1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8602550" y="2932225"/>
                <a:ext cx="250575" cy="190325"/>
              </a:xfrm>
              <a:custGeom>
                <a:rect b="b" l="l" r="r" t="t"/>
                <a:pathLst>
                  <a:path extrusionOk="0" h="7613" w="10023">
                    <a:moveTo>
                      <a:pt x="1795" y="1"/>
                    </a:moveTo>
                    <a:cubicBezTo>
                      <a:pt x="1272" y="1"/>
                      <a:pt x="775" y="140"/>
                      <a:pt x="438" y="528"/>
                    </a:cubicBezTo>
                    <a:cubicBezTo>
                      <a:pt x="0" y="1029"/>
                      <a:pt x="0" y="1801"/>
                      <a:pt x="272" y="2385"/>
                    </a:cubicBezTo>
                    <a:cubicBezTo>
                      <a:pt x="564" y="2969"/>
                      <a:pt x="1002" y="3490"/>
                      <a:pt x="1523" y="3886"/>
                    </a:cubicBezTo>
                    <a:cubicBezTo>
                      <a:pt x="3379" y="5409"/>
                      <a:pt x="5528" y="6556"/>
                      <a:pt x="7822" y="7244"/>
                    </a:cubicBezTo>
                    <a:cubicBezTo>
                      <a:pt x="8358" y="7410"/>
                      <a:pt x="8972" y="7612"/>
                      <a:pt x="9376" y="7612"/>
                    </a:cubicBezTo>
                    <a:cubicBezTo>
                      <a:pt x="9835" y="7612"/>
                      <a:pt x="10022" y="7350"/>
                      <a:pt x="9512" y="6473"/>
                    </a:cubicBezTo>
                    <a:cubicBezTo>
                      <a:pt x="8844" y="5284"/>
                      <a:pt x="8093" y="4178"/>
                      <a:pt x="7238" y="3135"/>
                    </a:cubicBezTo>
                    <a:cubicBezTo>
                      <a:pt x="6028" y="1759"/>
                      <a:pt x="4527" y="591"/>
                      <a:pt x="2754" y="132"/>
                    </a:cubicBezTo>
                    <a:cubicBezTo>
                      <a:pt x="2445" y="53"/>
                      <a:pt x="2115" y="1"/>
                      <a:pt x="1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8918025" y="3070050"/>
                <a:ext cx="213800" cy="264375"/>
              </a:xfrm>
              <a:custGeom>
                <a:rect b="b" l="l" r="r" t="t"/>
                <a:pathLst>
                  <a:path extrusionOk="0" h="10575" w="8552">
                    <a:moveTo>
                      <a:pt x="7280" y="0"/>
                    </a:moveTo>
                    <a:cubicBezTo>
                      <a:pt x="6195" y="0"/>
                      <a:pt x="5152" y="355"/>
                      <a:pt x="4318" y="1043"/>
                    </a:cubicBezTo>
                    <a:cubicBezTo>
                      <a:pt x="3484" y="1710"/>
                      <a:pt x="2774" y="2503"/>
                      <a:pt x="2211" y="3400"/>
                    </a:cubicBezTo>
                    <a:cubicBezTo>
                      <a:pt x="605" y="5736"/>
                      <a:pt x="0" y="7780"/>
                      <a:pt x="0" y="10575"/>
                    </a:cubicBezTo>
                    <a:cubicBezTo>
                      <a:pt x="334" y="9907"/>
                      <a:pt x="1210" y="9136"/>
                      <a:pt x="1815" y="8656"/>
                    </a:cubicBezTo>
                    <a:cubicBezTo>
                      <a:pt x="2316" y="8281"/>
                      <a:pt x="2837" y="7926"/>
                      <a:pt x="3379" y="7592"/>
                    </a:cubicBezTo>
                    <a:cubicBezTo>
                      <a:pt x="4652" y="6779"/>
                      <a:pt x="5986" y="5986"/>
                      <a:pt x="6967" y="4818"/>
                    </a:cubicBezTo>
                    <a:cubicBezTo>
                      <a:pt x="7947" y="3671"/>
                      <a:pt x="8552" y="2065"/>
                      <a:pt x="8114" y="626"/>
                    </a:cubicBezTo>
                    <a:cubicBezTo>
                      <a:pt x="8072" y="459"/>
                      <a:pt x="7989" y="313"/>
                      <a:pt x="7864" y="188"/>
                    </a:cubicBezTo>
                    <a:cubicBezTo>
                      <a:pt x="7697" y="63"/>
                      <a:pt x="7488" y="0"/>
                      <a:pt x="7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9355000" y="2794100"/>
                <a:ext cx="213800" cy="263975"/>
              </a:xfrm>
              <a:custGeom>
                <a:rect b="b" l="l" r="r" t="t"/>
                <a:pathLst>
                  <a:path extrusionOk="0" h="10559" w="8552">
                    <a:moveTo>
                      <a:pt x="7359" y="1"/>
                    </a:moveTo>
                    <a:cubicBezTo>
                      <a:pt x="7332" y="1"/>
                      <a:pt x="7306" y="2"/>
                      <a:pt x="7279" y="5"/>
                    </a:cubicBezTo>
                    <a:cubicBezTo>
                      <a:pt x="7251" y="4"/>
                      <a:pt x="7223" y="4"/>
                      <a:pt x="7195" y="4"/>
                    </a:cubicBezTo>
                    <a:cubicBezTo>
                      <a:pt x="6160" y="4"/>
                      <a:pt x="5130" y="377"/>
                      <a:pt x="4318" y="1047"/>
                    </a:cubicBezTo>
                    <a:cubicBezTo>
                      <a:pt x="3504" y="1715"/>
                      <a:pt x="2795" y="2507"/>
                      <a:pt x="2211" y="3404"/>
                    </a:cubicBezTo>
                    <a:cubicBezTo>
                      <a:pt x="605" y="5720"/>
                      <a:pt x="0" y="7764"/>
                      <a:pt x="0" y="10558"/>
                    </a:cubicBezTo>
                    <a:cubicBezTo>
                      <a:pt x="355" y="9891"/>
                      <a:pt x="1231" y="9119"/>
                      <a:pt x="1836" y="8660"/>
                    </a:cubicBezTo>
                    <a:cubicBezTo>
                      <a:pt x="2336" y="8264"/>
                      <a:pt x="2878" y="7910"/>
                      <a:pt x="3400" y="7576"/>
                    </a:cubicBezTo>
                    <a:cubicBezTo>
                      <a:pt x="4672" y="6762"/>
                      <a:pt x="5986" y="5970"/>
                      <a:pt x="6987" y="4823"/>
                    </a:cubicBezTo>
                    <a:cubicBezTo>
                      <a:pt x="7968" y="3655"/>
                      <a:pt x="8552" y="2069"/>
                      <a:pt x="8114" y="609"/>
                    </a:cubicBezTo>
                    <a:cubicBezTo>
                      <a:pt x="8072" y="443"/>
                      <a:pt x="7989" y="297"/>
                      <a:pt x="7863" y="171"/>
                    </a:cubicBezTo>
                    <a:cubicBezTo>
                      <a:pt x="7718" y="62"/>
                      <a:pt x="7540" y="1"/>
                      <a:pt x="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8590550" y="3124400"/>
                <a:ext cx="309775" cy="168175"/>
              </a:xfrm>
              <a:custGeom>
                <a:rect b="b" l="l" r="r" t="t"/>
                <a:pathLst>
                  <a:path extrusionOk="0" h="6727" w="12391">
                    <a:moveTo>
                      <a:pt x="2567" y="1"/>
                    </a:moveTo>
                    <a:cubicBezTo>
                      <a:pt x="2241" y="1"/>
                      <a:pt x="1918" y="49"/>
                      <a:pt x="1607" y="162"/>
                    </a:cubicBezTo>
                    <a:cubicBezTo>
                      <a:pt x="689" y="496"/>
                      <a:pt x="1" y="1539"/>
                      <a:pt x="334" y="2457"/>
                    </a:cubicBezTo>
                    <a:cubicBezTo>
                      <a:pt x="522" y="2999"/>
                      <a:pt x="1023" y="3374"/>
                      <a:pt x="1502" y="3687"/>
                    </a:cubicBezTo>
                    <a:cubicBezTo>
                      <a:pt x="4002" y="5320"/>
                      <a:pt x="7060" y="6727"/>
                      <a:pt x="10104" y="6727"/>
                    </a:cubicBezTo>
                    <a:cubicBezTo>
                      <a:pt x="10870" y="6727"/>
                      <a:pt x="11635" y="6637"/>
                      <a:pt x="12390" y="6440"/>
                    </a:cubicBezTo>
                    <a:cubicBezTo>
                      <a:pt x="9491" y="4813"/>
                      <a:pt x="7489" y="1768"/>
                      <a:pt x="4443" y="433"/>
                    </a:cubicBezTo>
                    <a:cubicBezTo>
                      <a:pt x="3850" y="185"/>
                      <a:pt x="3203" y="1"/>
                      <a:pt x="25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9194375" y="3377975"/>
                <a:ext cx="204450" cy="110800"/>
              </a:xfrm>
              <a:custGeom>
                <a:rect b="b" l="l" r="r" t="t"/>
                <a:pathLst>
                  <a:path extrusionOk="0" h="4432" w="8178">
                    <a:moveTo>
                      <a:pt x="1708" y="1"/>
                    </a:moveTo>
                    <a:cubicBezTo>
                      <a:pt x="1490" y="1"/>
                      <a:pt x="1273" y="35"/>
                      <a:pt x="1065" y="114"/>
                    </a:cubicBezTo>
                    <a:cubicBezTo>
                      <a:pt x="460" y="323"/>
                      <a:pt x="1" y="1011"/>
                      <a:pt x="230" y="1616"/>
                    </a:cubicBezTo>
                    <a:cubicBezTo>
                      <a:pt x="397" y="1971"/>
                      <a:pt x="668" y="2242"/>
                      <a:pt x="1002" y="2429"/>
                    </a:cubicBezTo>
                    <a:cubicBezTo>
                      <a:pt x="2654" y="3497"/>
                      <a:pt x="4666" y="4432"/>
                      <a:pt x="6676" y="4432"/>
                    </a:cubicBezTo>
                    <a:cubicBezTo>
                      <a:pt x="7178" y="4432"/>
                      <a:pt x="7681" y="4373"/>
                      <a:pt x="8177" y="4244"/>
                    </a:cubicBezTo>
                    <a:cubicBezTo>
                      <a:pt x="6258" y="3159"/>
                      <a:pt x="4944" y="1178"/>
                      <a:pt x="2921" y="302"/>
                    </a:cubicBezTo>
                    <a:cubicBezTo>
                      <a:pt x="2539" y="124"/>
                      <a:pt x="2120"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9176125" y="3514300"/>
                <a:ext cx="161150" cy="161150"/>
              </a:xfrm>
              <a:custGeom>
                <a:rect b="b" l="l" r="r" t="t"/>
                <a:pathLst>
                  <a:path extrusionOk="0" h="6446" w="6446">
                    <a:moveTo>
                      <a:pt x="1275" y="0"/>
                    </a:moveTo>
                    <a:cubicBezTo>
                      <a:pt x="661" y="0"/>
                      <a:pt x="1" y="473"/>
                      <a:pt x="1" y="1106"/>
                    </a:cubicBezTo>
                    <a:cubicBezTo>
                      <a:pt x="22" y="1482"/>
                      <a:pt x="168" y="1857"/>
                      <a:pt x="418" y="2149"/>
                    </a:cubicBezTo>
                    <a:cubicBezTo>
                      <a:pt x="1857" y="4151"/>
                      <a:pt x="3901" y="6154"/>
                      <a:pt x="6446" y="6446"/>
                    </a:cubicBezTo>
                    <a:cubicBezTo>
                      <a:pt x="5048" y="4735"/>
                      <a:pt x="4569" y="2399"/>
                      <a:pt x="3004" y="856"/>
                    </a:cubicBezTo>
                    <a:cubicBezTo>
                      <a:pt x="2545" y="397"/>
                      <a:pt x="1961" y="22"/>
                      <a:pt x="1315" y="1"/>
                    </a:cubicBezTo>
                    <a:cubicBezTo>
                      <a:pt x="1302" y="0"/>
                      <a:pt x="1289"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8696925" y="3376625"/>
                <a:ext cx="293075" cy="116850"/>
              </a:xfrm>
              <a:custGeom>
                <a:rect b="b" l="l" r="r" t="t"/>
                <a:pathLst>
                  <a:path extrusionOk="0" h="4674" w="11723">
                    <a:moveTo>
                      <a:pt x="2028" y="0"/>
                    </a:moveTo>
                    <a:cubicBezTo>
                      <a:pt x="1236" y="0"/>
                      <a:pt x="326" y="241"/>
                      <a:pt x="126" y="982"/>
                    </a:cubicBezTo>
                    <a:cubicBezTo>
                      <a:pt x="1" y="1482"/>
                      <a:pt x="168" y="2004"/>
                      <a:pt x="543" y="2358"/>
                    </a:cubicBezTo>
                    <a:cubicBezTo>
                      <a:pt x="1169" y="3005"/>
                      <a:pt x="2107" y="3255"/>
                      <a:pt x="2983" y="3443"/>
                    </a:cubicBezTo>
                    <a:cubicBezTo>
                      <a:pt x="5883" y="4110"/>
                      <a:pt x="8740" y="4632"/>
                      <a:pt x="11723" y="4673"/>
                    </a:cubicBezTo>
                    <a:cubicBezTo>
                      <a:pt x="10972" y="4131"/>
                      <a:pt x="10283" y="3505"/>
                      <a:pt x="9658" y="2817"/>
                    </a:cubicBezTo>
                    <a:cubicBezTo>
                      <a:pt x="9011" y="2150"/>
                      <a:pt x="8302" y="1816"/>
                      <a:pt x="7426" y="1461"/>
                    </a:cubicBezTo>
                    <a:cubicBezTo>
                      <a:pt x="5716" y="752"/>
                      <a:pt x="3964" y="43"/>
                      <a:pt x="2128" y="1"/>
                    </a:cubicBezTo>
                    <a:cubicBezTo>
                      <a:pt x="2095" y="1"/>
                      <a:pt x="2062" y="0"/>
                      <a:pt x="2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9116700" y="2971975"/>
                <a:ext cx="247700" cy="99125"/>
              </a:xfrm>
              <a:custGeom>
                <a:rect b="b" l="l" r="r" t="t"/>
                <a:pathLst>
                  <a:path extrusionOk="0" h="3965" w="9908">
                    <a:moveTo>
                      <a:pt x="1701" y="1"/>
                    </a:moveTo>
                    <a:cubicBezTo>
                      <a:pt x="1034" y="1"/>
                      <a:pt x="283" y="218"/>
                      <a:pt x="84" y="836"/>
                    </a:cubicBezTo>
                    <a:cubicBezTo>
                      <a:pt x="0" y="1253"/>
                      <a:pt x="146" y="1691"/>
                      <a:pt x="459" y="1983"/>
                    </a:cubicBezTo>
                    <a:cubicBezTo>
                      <a:pt x="980" y="2547"/>
                      <a:pt x="1773" y="2755"/>
                      <a:pt x="2524" y="2922"/>
                    </a:cubicBezTo>
                    <a:cubicBezTo>
                      <a:pt x="4964" y="3485"/>
                      <a:pt x="7405" y="3923"/>
                      <a:pt x="9907" y="3965"/>
                    </a:cubicBezTo>
                    <a:cubicBezTo>
                      <a:pt x="9261" y="3506"/>
                      <a:pt x="8698" y="2985"/>
                      <a:pt x="8176" y="2401"/>
                    </a:cubicBezTo>
                    <a:cubicBezTo>
                      <a:pt x="7634" y="1817"/>
                      <a:pt x="7008" y="1545"/>
                      <a:pt x="6278" y="1233"/>
                    </a:cubicBezTo>
                    <a:cubicBezTo>
                      <a:pt x="4818" y="649"/>
                      <a:pt x="3337" y="44"/>
                      <a:pt x="1794" y="2"/>
                    </a:cubicBezTo>
                    <a:cubicBezTo>
                      <a:pt x="1763" y="1"/>
                      <a:pt x="173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9003025" y="3311325"/>
                <a:ext cx="185650" cy="245775"/>
              </a:xfrm>
              <a:custGeom>
                <a:rect b="b" l="l" r="r" t="t"/>
                <a:pathLst>
                  <a:path extrusionOk="0" h="9831" w="7426">
                    <a:moveTo>
                      <a:pt x="6365" y="1"/>
                    </a:moveTo>
                    <a:cubicBezTo>
                      <a:pt x="6329" y="1"/>
                      <a:pt x="6293" y="3"/>
                      <a:pt x="6257" y="6"/>
                    </a:cubicBezTo>
                    <a:cubicBezTo>
                      <a:pt x="4881" y="48"/>
                      <a:pt x="3588" y="840"/>
                      <a:pt x="2712" y="1904"/>
                    </a:cubicBezTo>
                    <a:cubicBezTo>
                      <a:pt x="1836" y="2947"/>
                      <a:pt x="1293" y="4261"/>
                      <a:pt x="897" y="5575"/>
                    </a:cubicBezTo>
                    <a:cubicBezTo>
                      <a:pt x="459" y="6993"/>
                      <a:pt x="42" y="8307"/>
                      <a:pt x="0" y="9830"/>
                    </a:cubicBezTo>
                    <a:cubicBezTo>
                      <a:pt x="814" y="8474"/>
                      <a:pt x="2357" y="7786"/>
                      <a:pt x="3629" y="6931"/>
                    </a:cubicBezTo>
                    <a:cubicBezTo>
                      <a:pt x="5444" y="5659"/>
                      <a:pt x="7008" y="3802"/>
                      <a:pt x="7342" y="1591"/>
                    </a:cubicBezTo>
                    <a:cubicBezTo>
                      <a:pt x="7425" y="1049"/>
                      <a:pt x="7363" y="361"/>
                      <a:pt x="6862" y="110"/>
                    </a:cubicBezTo>
                    <a:cubicBezTo>
                      <a:pt x="6707" y="41"/>
                      <a:pt x="6537" y="1"/>
                      <a:pt x="6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9193875" y="3897725"/>
                <a:ext cx="274300" cy="153175"/>
              </a:xfrm>
              <a:custGeom>
                <a:rect b="b" l="l" r="r" t="t"/>
                <a:pathLst>
                  <a:path extrusionOk="0" h="6127" w="10972">
                    <a:moveTo>
                      <a:pt x="8262" y="1"/>
                    </a:moveTo>
                    <a:cubicBezTo>
                      <a:pt x="7541" y="1"/>
                      <a:pt x="6808" y="160"/>
                      <a:pt x="6132" y="432"/>
                    </a:cubicBezTo>
                    <a:cubicBezTo>
                      <a:pt x="4860" y="933"/>
                      <a:pt x="3775" y="1829"/>
                      <a:pt x="2795" y="2810"/>
                    </a:cubicBezTo>
                    <a:cubicBezTo>
                      <a:pt x="1752" y="3853"/>
                      <a:pt x="772" y="4833"/>
                      <a:pt x="0" y="6126"/>
                    </a:cubicBezTo>
                    <a:cubicBezTo>
                      <a:pt x="1377" y="5334"/>
                      <a:pt x="3045" y="5459"/>
                      <a:pt x="4568" y="5292"/>
                    </a:cubicBezTo>
                    <a:cubicBezTo>
                      <a:pt x="6779" y="5021"/>
                      <a:pt x="9031" y="4103"/>
                      <a:pt x="10366" y="2330"/>
                    </a:cubicBezTo>
                    <a:cubicBezTo>
                      <a:pt x="10700" y="1892"/>
                      <a:pt x="10971" y="1245"/>
                      <a:pt x="10658" y="807"/>
                    </a:cubicBezTo>
                    <a:cubicBezTo>
                      <a:pt x="10512" y="641"/>
                      <a:pt x="10345" y="515"/>
                      <a:pt x="10158" y="432"/>
                    </a:cubicBezTo>
                    <a:cubicBezTo>
                      <a:pt x="9570" y="133"/>
                      <a:pt x="8921" y="1"/>
                      <a:pt x="8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9417550" y="3063075"/>
                <a:ext cx="186200" cy="245300"/>
              </a:xfrm>
              <a:custGeom>
                <a:rect b="b" l="l" r="r" t="t"/>
                <a:pathLst>
                  <a:path extrusionOk="0" h="9812" w="7448">
                    <a:moveTo>
                      <a:pt x="6427" y="0"/>
                    </a:moveTo>
                    <a:cubicBezTo>
                      <a:pt x="6378" y="0"/>
                      <a:pt x="6328" y="3"/>
                      <a:pt x="6279" y="8"/>
                    </a:cubicBezTo>
                    <a:cubicBezTo>
                      <a:pt x="4903" y="50"/>
                      <a:pt x="3609" y="821"/>
                      <a:pt x="2733" y="1885"/>
                    </a:cubicBezTo>
                    <a:cubicBezTo>
                      <a:pt x="1857" y="2949"/>
                      <a:pt x="1315" y="4242"/>
                      <a:pt x="898" y="5556"/>
                    </a:cubicBezTo>
                    <a:cubicBezTo>
                      <a:pt x="460" y="6974"/>
                      <a:pt x="64" y="8309"/>
                      <a:pt x="1" y="9811"/>
                    </a:cubicBezTo>
                    <a:cubicBezTo>
                      <a:pt x="835" y="8476"/>
                      <a:pt x="2379" y="7788"/>
                      <a:pt x="3630" y="6912"/>
                    </a:cubicBezTo>
                    <a:cubicBezTo>
                      <a:pt x="5466" y="5640"/>
                      <a:pt x="7030" y="3783"/>
                      <a:pt x="7364" y="1572"/>
                    </a:cubicBezTo>
                    <a:cubicBezTo>
                      <a:pt x="7447" y="1030"/>
                      <a:pt x="7385" y="363"/>
                      <a:pt x="6884" y="91"/>
                    </a:cubicBezTo>
                    <a:cubicBezTo>
                      <a:pt x="6741" y="28"/>
                      <a:pt x="6585" y="0"/>
                      <a:pt x="6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8752725" y="3554275"/>
                <a:ext cx="265950" cy="79100"/>
              </a:xfrm>
              <a:custGeom>
                <a:rect b="b" l="l" r="r" t="t"/>
                <a:pathLst>
                  <a:path extrusionOk="0" h="3164" w="10638">
                    <a:moveTo>
                      <a:pt x="3386" y="0"/>
                    </a:moveTo>
                    <a:cubicBezTo>
                      <a:pt x="2711" y="0"/>
                      <a:pt x="2042" y="107"/>
                      <a:pt x="1398" y="300"/>
                    </a:cubicBezTo>
                    <a:cubicBezTo>
                      <a:pt x="960" y="425"/>
                      <a:pt x="584" y="696"/>
                      <a:pt x="313" y="1030"/>
                    </a:cubicBezTo>
                    <a:cubicBezTo>
                      <a:pt x="42" y="1405"/>
                      <a:pt x="0" y="1885"/>
                      <a:pt x="230" y="2281"/>
                    </a:cubicBezTo>
                    <a:cubicBezTo>
                      <a:pt x="459" y="2657"/>
                      <a:pt x="939" y="2803"/>
                      <a:pt x="1377" y="2886"/>
                    </a:cubicBezTo>
                    <a:cubicBezTo>
                      <a:pt x="2305" y="3072"/>
                      <a:pt x="3244" y="3164"/>
                      <a:pt x="4181" y="3164"/>
                    </a:cubicBezTo>
                    <a:cubicBezTo>
                      <a:pt x="5457" y="3164"/>
                      <a:pt x="6730" y="2993"/>
                      <a:pt x="7968" y="2657"/>
                    </a:cubicBezTo>
                    <a:cubicBezTo>
                      <a:pt x="8802" y="2427"/>
                      <a:pt x="9887" y="2302"/>
                      <a:pt x="10638" y="1989"/>
                    </a:cubicBezTo>
                    <a:cubicBezTo>
                      <a:pt x="10200" y="1176"/>
                      <a:pt x="8364" y="821"/>
                      <a:pt x="7530" y="613"/>
                    </a:cubicBezTo>
                    <a:cubicBezTo>
                      <a:pt x="6383" y="279"/>
                      <a:pt x="5173" y="91"/>
                      <a:pt x="3984" y="29"/>
                    </a:cubicBezTo>
                    <a:cubicBezTo>
                      <a:pt x="3785" y="10"/>
                      <a:pt x="3585" y="0"/>
                      <a:pt x="3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9186050" y="3145675"/>
                <a:ext cx="234150" cy="145475"/>
              </a:xfrm>
              <a:custGeom>
                <a:rect b="b" l="l" r="r" t="t"/>
                <a:pathLst>
                  <a:path extrusionOk="0" h="5819" w="9366">
                    <a:moveTo>
                      <a:pt x="1535" y="0"/>
                    </a:moveTo>
                    <a:cubicBezTo>
                      <a:pt x="1241" y="0"/>
                      <a:pt x="949" y="60"/>
                      <a:pt x="668" y="187"/>
                    </a:cubicBezTo>
                    <a:cubicBezTo>
                      <a:pt x="250" y="375"/>
                      <a:pt x="0" y="771"/>
                      <a:pt x="0" y="1230"/>
                    </a:cubicBezTo>
                    <a:cubicBezTo>
                      <a:pt x="42" y="1668"/>
                      <a:pt x="396" y="2023"/>
                      <a:pt x="751" y="2294"/>
                    </a:cubicBezTo>
                    <a:cubicBezTo>
                      <a:pt x="2482" y="3691"/>
                      <a:pt x="4505" y="4672"/>
                      <a:pt x="6675" y="5172"/>
                    </a:cubicBezTo>
                    <a:cubicBezTo>
                      <a:pt x="7530" y="5360"/>
                      <a:pt x="8552" y="5756"/>
                      <a:pt x="9365" y="5819"/>
                    </a:cubicBezTo>
                    <a:cubicBezTo>
                      <a:pt x="9344" y="4901"/>
                      <a:pt x="7884" y="3733"/>
                      <a:pt x="7259" y="3149"/>
                    </a:cubicBezTo>
                    <a:cubicBezTo>
                      <a:pt x="6383" y="2336"/>
                      <a:pt x="5423" y="1606"/>
                      <a:pt x="4380" y="1001"/>
                    </a:cubicBezTo>
                    <a:cubicBezTo>
                      <a:pt x="3650" y="521"/>
                      <a:pt x="2837" y="187"/>
                      <a:pt x="1961" y="41"/>
                    </a:cubicBezTo>
                    <a:cubicBezTo>
                      <a:pt x="1819" y="14"/>
                      <a:pt x="1676" y="0"/>
                      <a:pt x="15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9047850" y="3459600"/>
                <a:ext cx="200800" cy="206950"/>
              </a:xfrm>
              <a:custGeom>
                <a:rect b="b" l="l" r="r" t="t"/>
                <a:pathLst>
                  <a:path extrusionOk="0" h="8278" w="8032">
                    <a:moveTo>
                      <a:pt x="7024" y="0"/>
                    </a:moveTo>
                    <a:cubicBezTo>
                      <a:pt x="6676" y="0"/>
                      <a:pt x="6296" y="125"/>
                      <a:pt x="5987" y="291"/>
                    </a:cubicBezTo>
                    <a:cubicBezTo>
                      <a:pt x="4527" y="1042"/>
                      <a:pt x="3359" y="2293"/>
                      <a:pt x="2462" y="3690"/>
                    </a:cubicBezTo>
                    <a:cubicBezTo>
                      <a:pt x="2233" y="4024"/>
                      <a:pt x="1" y="7904"/>
                      <a:pt x="752" y="8258"/>
                    </a:cubicBezTo>
                    <a:cubicBezTo>
                      <a:pt x="781" y="8271"/>
                      <a:pt x="815" y="8278"/>
                      <a:pt x="855" y="8278"/>
                    </a:cubicBezTo>
                    <a:cubicBezTo>
                      <a:pt x="1441" y="8278"/>
                      <a:pt x="3115" y="6906"/>
                      <a:pt x="3526" y="6652"/>
                    </a:cubicBezTo>
                    <a:cubicBezTo>
                      <a:pt x="4569" y="6006"/>
                      <a:pt x="5632" y="5338"/>
                      <a:pt x="6488" y="4441"/>
                    </a:cubicBezTo>
                    <a:cubicBezTo>
                      <a:pt x="7343" y="3544"/>
                      <a:pt x="7989" y="2418"/>
                      <a:pt x="8010" y="1188"/>
                    </a:cubicBezTo>
                    <a:cubicBezTo>
                      <a:pt x="8031" y="896"/>
                      <a:pt x="7969" y="604"/>
                      <a:pt x="7802" y="353"/>
                    </a:cubicBezTo>
                    <a:cubicBezTo>
                      <a:pt x="7615" y="98"/>
                      <a:pt x="7332" y="0"/>
                      <a:pt x="7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8857000" y="3677150"/>
                <a:ext cx="240950" cy="117350"/>
              </a:xfrm>
              <a:custGeom>
                <a:rect b="b" l="l" r="r" t="t"/>
                <a:pathLst>
                  <a:path extrusionOk="0" h="4694" w="9638">
                    <a:moveTo>
                      <a:pt x="2173" y="0"/>
                    </a:moveTo>
                    <a:cubicBezTo>
                      <a:pt x="1699" y="0"/>
                      <a:pt x="1226" y="96"/>
                      <a:pt x="773" y="286"/>
                    </a:cubicBezTo>
                    <a:cubicBezTo>
                      <a:pt x="376" y="474"/>
                      <a:pt x="1" y="891"/>
                      <a:pt x="168" y="1287"/>
                    </a:cubicBezTo>
                    <a:cubicBezTo>
                      <a:pt x="251" y="1454"/>
                      <a:pt x="376" y="1579"/>
                      <a:pt x="522" y="1663"/>
                    </a:cubicBezTo>
                    <a:cubicBezTo>
                      <a:pt x="1836" y="2685"/>
                      <a:pt x="3317" y="3477"/>
                      <a:pt x="4903" y="3999"/>
                    </a:cubicBezTo>
                    <a:cubicBezTo>
                      <a:pt x="5756" y="4279"/>
                      <a:pt x="7171" y="4693"/>
                      <a:pt x="8347" y="4693"/>
                    </a:cubicBezTo>
                    <a:cubicBezTo>
                      <a:pt x="8838" y="4693"/>
                      <a:pt x="9287" y="4621"/>
                      <a:pt x="9637" y="4437"/>
                    </a:cubicBezTo>
                    <a:cubicBezTo>
                      <a:pt x="9011" y="2935"/>
                      <a:pt x="6884" y="1955"/>
                      <a:pt x="5549" y="1204"/>
                    </a:cubicBezTo>
                    <a:cubicBezTo>
                      <a:pt x="4819" y="766"/>
                      <a:pt x="4047" y="411"/>
                      <a:pt x="3234" y="161"/>
                    </a:cubicBezTo>
                    <a:cubicBezTo>
                      <a:pt x="2885" y="54"/>
                      <a:pt x="2529" y="0"/>
                      <a:pt x="2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9113550" y="3656125"/>
                <a:ext cx="215400" cy="197650"/>
              </a:xfrm>
              <a:custGeom>
                <a:rect b="b" l="l" r="r" t="t"/>
                <a:pathLst>
                  <a:path extrusionOk="0" h="7906" w="8616">
                    <a:moveTo>
                      <a:pt x="7299" y="1"/>
                    </a:moveTo>
                    <a:cubicBezTo>
                      <a:pt x="7090" y="1"/>
                      <a:pt x="6873" y="46"/>
                      <a:pt x="6675" y="105"/>
                    </a:cubicBezTo>
                    <a:cubicBezTo>
                      <a:pt x="4882" y="648"/>
                      <a:pt x="3359" y="1941"/>
                      <a:pt x="2254" y="3484"/>
                    </a:cubicBezTo>
                    <a:cubicBezTo>
                      <a:pt x="1357" y="4673"/>
                      <a:pt x="293" y="6404"/>
                      <a:pt x="1" y="7906"/>
                    </a:cubicBezTo>
                    <a:cubicBezTo>
                      <a:pt x="502" y="7551"/>
                      <a:pt x="1044" y="7259"/>
                      <a:pt x="1607" y="7009"/>
                    </a:cubicBezTo>
                    <a:cubicBezTo>
                      <a:pt x="3171" y="6404"/>
                      <a:pt x="4798" y="5987"/>
                      <a:pt x="6175" y="5049"/>
                    </a:cubicBezTo>
                    <a:cubicBezTo>
                      <a:pt x="7551" y="4110"/>
                      <a:pt x="8615" y="2483"/>
                      <a:pt x="8261" y="856"/>
                    </a:cubicBezTo>
                    <a:cubicBezTo>
                      <a:pt x="8219" y="606"/>
                      <a:pt x="8115" y="376"/>
                      <a:pt x="7927" y="210"/>
                    </a:cubicBezTo>
                    <a:cubicBezTo>
                      <a:pt x="7751" y="56"/>
                      <a:pt x="7530" y="1"/>
                      <a:pt x="7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9384200" y="3297650"/>
                <a:ext cx="215375" cy="197900"/>
              </a:xfrm>
              <a:custGeom>
                <a:rect b="b" l="l" r="r" t="t"/>
                <a:pathLst>
                  <a:path extrusionOk="0" h="7916" w="8615">
                    <a:moveTo>
                      <a:pt x="7339" y="0"/>
                    </a:moveTo>
                    <a:cubicBezTo>
                      <a:pt x="7118" y="0"/>
                      <a:pt x="6883" y="53"/>
                      <a:pt x="6675" y="115"/>
                    </a:cubicBezTo>
                    <a:cubicBezTo>
                      <a:pt x="4881" y="637"/>
                      <a:pt x="3358" y="1951"/>
                      <a:pt x="2253" y="3473"/>
                    </a:cubicBezTo>
                    <a:cubicBezTo>
                      <a:pt x="1377" y="4704"/>
                      <a:pt x="292" y="6414"/>
                      <a:pt x="0" y="7916"/>
                    </a:cubicBezTo>
                    <a:cubicBezTo>
                      <a:pt x="501" y="7561"/>
                      <a:pt x="1043" y="7248"/>
                      <a:pt x="1627" y="7019"/>
                    </a:cubicBezTo>
                    <a:cubicBezTo>
                      <a:pt x="3170" y="6414"/>
                      <a:pt x="4818" y="5997"/>
                      <a:pt x="6174" y="5058"/>
                    </a:cubicBezTo>
                    <a:cubicBezTo>
                      <a:pt x="7551" y="4120"/>
                      <a:pt x="8614" y="2472"/>
                      <a:pt x="8260" y="845"/>
                    </a:cubicBezTo>
                    <a:cubicBezTo>
                      <a:pt x="8218" y="616"/>
                      <a:pt x="8114" y="386"/>
                      <a:pt x="7926" y="199"/>
                    </a:cubicBezTo>
                    <a:cubicBezTo>
                      <a:pt x="7770" y="53"/>
                      <a:pt x="7561" y="0"/>
                      <a:pt x="7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9309625" y="3584200"/>
                <a:ext cx="259700" cy="115775"/>
              </a:xfrm>
              <a:custGeom>
                <a:rect b="b" l="l" r="r" t="t"/>
                <a:pathLst>
                  <a:path extrusionOk="0" h="4631" w="10388">
                    <a:moveTo>
                      <a:pt x="8408" y="0"/>
                    </a:moveTo>
                    <a:cubicBezTo>
                      <a:pt x="6780" y="0"/>
                      <a:pt x="5168" y="568"/>
                      <a:pt x="3776" y="1418"/>
                    </a:cubicBezTo>
                    <a:cubicBezTo>
                      <a:pt x="2462" y="2190"/>
                      <a:pt x="814" y="3358"/>
                      <a:pt x="0" y="4630"/>
                    </a:cubicBezTo>
                    <a:cubicBezTo>
                      <a:pt x="605" y="4505"/>
                      <a:pt x="1210" y="4442"/>
                      <a:pt x="1815" y="4442"/>
                    </a:cubicBezTo>
                    <a:cubicBezTo>
                      <a:pt x="2824" y="4468"/>
                      <a:pt x="3848" y="4572"/>
                      <a:pt x="4865" y="4572"/>
                    </a:cubicBezTo>
                    <a:cubicBezTo>
                      <a:pt x="5508" y="4572"/>
                      <a:pt x="6148" y="4530"/>
                      <a:pt x="6779" y="4401"/>
                    </a:cubicBezTo>
                    <a:cubicBezTo>
                      <a:pt x="8406" y="4067"/>
                      <a:pt x="10012" y="2982"/>
                      <a:pt x="10325" y="1355"/>
                    </a:cubicBezTo>
                    <a:cubicBezTo>
                      <a:pt x="10388" y="1105"/>
                      <a:pt x="10367" y="855"/>
                      <a:pt x="10283" y="625"/>
                    </a:cubicBezTo>
                    <a:cubicBezTo>
                      <a:pt x="10096" y="229"/>
                      <a:pt x="9595" y="83"/>
                      <a:pt x="9157" y="41"/>
                    </a:cubicBezTo>
                    <a:cubicBezTo>
                      <a:pt x="8907" y="14"/>
                      <a:pt x="8657" y="0"/>
                      <a:pt x="8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8834075" y="3824050"/>
                <a:ext cx="271175" cy="191900"/>
              </a:xfrm>
              <a:custGeom>
                <a:rect b="b" l="l" r="r" t="t"/>
                <a:pathLst>
                  <a:path extrusionOk="0" h="7676" w="10847">
                    <a:moveTo>
                      <a:pt x="1398" y="0"/>
                    </a:moveTo>
                    <a:cubicBezTo>
                      <a:pt x="1205" y="0"/>
                      <a:pt x="1015" y="28"/>
                      <a:pt x="835" y="84"/>
                    </a:cubicBezTo>
                    <a:cubicBezTo>
                      <a:pt x="209" y="334"/>
                      <a:pt x="0" y="1189"/>
                      <a:pt x="251" y="1794"/>
                    </a:cubicBezTo>
                    <a:cubicBezTo>
                      <a:pt x="501" y="2420"/>
                      <a:pt x="1064" y="2858"/>
                      <a:pt x="1627" y="3233"/>
                    </a:cubicBezTo>
                    <a:cubicBezTo>
                      <a:pt x="2712" y="3942"/>
                      <a:pt x="3880" y="4505"/>
                      <a:pt x="5090" y="4922"/>
                    </a:cubicBezTo>
                    <a:cubicBezTo>
                      <a:pt x="6132" y="5298"/>
                      <a:pt x="7217" y="5548"/>
                      <a:pt x="8239" y="5965"/>
                    </a:cubicBezTo>
                    <a:cubicBezTo>
                      <a:pt x="8760" y="6174"/>
                      <a:pt x="9261" y="6466"/>
                      <a:pt x="9720" y="6779"/>
                    </a:cubicBezTo>
                    <a:cubicBezTo>
                      <a:pt x="10054" y="7050"/>
                      <a:pt x="10450" y="7634"/>
                      <a:pt x="10846" y="7676"/>
                    </a:cubicBezTo>
                    <a:cubicBezTo>
                      <a:pt x="10262" y="3650"/>
                      <a:pt x="5423" y="459"/>
                      <a:pt x="1690" y="21"/>
                    </a:cubicBezTo>
                    <a:cubicBezTo>
                      <a:pt x="1592" y="7"/>
                      <a:pt x="1495"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9111625" y="3808000"/>
                <a:ext cx="237650" cy="201450"/>
              </a:xfrm>
              <a:custGeom>
                <a:rect b="b" l="l" r="r" t="t"/>
                <a:pathLst>
                  <a:path extrusionOk="0" h="8058" w="9506">
                    <a:moveTo>
                      <a:pt x="7717" y="1"/>
                    </a:moveTo>
                    <a:cubicBezTo>
                      <a:pt x="6594" y="1"/>
                      <a:pt x="5463" y="446"/>
                      <a:pt x="4562" y="1122"/>
                    </a:cubicBezTo>
                    <a:cubicBezTo>
                      <a:pt x="2748" y="2498"/>
                      <a:pt x="1350" y="4814"/>
                      <a:pt x="537" y="6899"/>
                    </a:cubicBezTo>
                    <a:cubicBezTo>
                      <a:pt x="305" y="7461"/>
                      <a:pt x="1" y="8058"/>
                      <a:pt x="574" y="8058"/>
                    </a:cubicBezTo>
                    <a:cubicBezTo>
                      <a:pt x="619" y="8058"/>
                      <a:pt x="669" y="8054"/>
                      <a:pt x="725" y="8047"/>
                    </a:cubicBezTo>
                    <a:cubicBezTo>
                      <a:pt x="1267" y="7984"/>
                      <a:pt x="2101" y="7296"/>
                      <a:pt x="2623" y="7045"/>
                    </a:cubicBezTo>
                    <a:cubicBezTo>
                      <a:pt x="3290" y="6712"/>
                      <a:pt x="3937" y="6399"/>
                      <a:pt x="4583" y="6023"/>
                    </a:cubicBezTo>
                    <a:cubicBezTo>
                      <a:pt x="6168" y="5126"/>
                      <a:pt x="7587" y="3938"/>
                      <a:pt x="8755" y="2519"/>
                    </a:cubicBezTo>
                    <a:cubicBezTo>
                      <a:pt x="9047" y="2227"/>
                      <a:pt x="9255" y="1873"/>
                      <a:pt x="9380" y="1476"/>
                    </a:cubicBezTo>
                    <a:cubicBezTo>
                      <a:pt x="9506" y="1080"/>
                      <a:pt x="9401" y="642"/>
                      <a:pt x="9130" y="350"/>
                    </a:cubicBezTo>
                    <a:cubicBezTo>
                      <a:pt x="8922" y="183"/>
                      <a:pt x="8671" y="79"/>
                      <a:pt x="8400" y="58"/>
                    </a:cubicBezTo>
                    <a:cubicBezTo>
                      <a:pt x="8174" y="19"/>
                      <a:pt x="7946" y="1"/>
                      <a:pt x="7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9167275" y="2953000"/>
                <a:ext cx="261250" cy="1345050"/>
              </a:xfrm>
              <a:custGeom>
                <a:rect b="b" l="l" r="r" t="t"/>
                <a:pathLst>
                  <a:path extrusionOk="0" h="53802" w="10450">
                    <a:moveTo>
                      <a:pt x="4737" y="0"/>
                    </a:moveTo>
                    <a:cubicBezTo>
                      <a:pt x="4498" y="0"/>
                      <a:pt x="4291" y="331"/>
                      <a:pt x="4485" y="573"/>
                    </a:cubicBezTo>
                    <a:cubicBezTo>
                      <a:pt x="9345" y="6288"/>
                      <a:pt x="10450" y="13985"/>
                      <a:pt x="8740" y="21160"/>
                    </a:cubicBezTo>
                    <a:cubicBezTo>
                      <a:pt x="6988" y="28522"/>
                      <a:pt x="2253" y="34780"/>
                      <a:pt x="814" y="42267"/>
                    </a:cubicBezTo>
                    <a:cubicBezTo>
                      <a:pt x="313" y="44979"/>
                      <a:pt x="42" y="47753"/>
                      <a:pt x="21" y="50506"/>
                    </a:cubicBezTo>
                    <a:cubicBezTo>
                      <a:pt x="0" y="51612"/>
                      <a:pt x="21" y="52717"/>
                      <a:pt x="63" y="53802"/>
                    </a:cubicBezTo>
                    <a:cubicBezTo>
                      <a:pt x="209" y="53802"/>
                      <a:pt x="334" y="53781"/>
                      <a:pt x="459" y="53781"/>
                    </a:cubicBezTo>
                    <a:lnTo>
                      <a:pt x="501" y="53781"/>
                    </a:lnTo>
                    <a:cubicBezTo>
                      <a:pt x="543" y="52696"/>
                      <a:pt x="563" y="51612"/>
                      <a:pt x="605" y="50527"/>
                    </a:cubicBezTo>
                    <a:cubicBezTo>
                      <a:pt x="709" y="47815"/>
                      <a:pt x="876" y="45104"/>
                      <a:pt x="1398" y="42413"/>
                    </a:cubicBezTo>
                    <a:cubicBezTo>
                      <a:pt x="2149" y="38450"/>
                      <a:pt x="3817" y="34800"/>
                      <a:pt x="5528" y="31150"/>
                    </a:cubicBezTo>
                    <a:cubicBezTo>
                      <a:pt x="7154" y="27688"/>
                      <a:pt x="8760" y="24184"/>
                      <a:pt x="9532" y="20409"/>
                    </a:cubicBezTo>
                    <a:cubicBezTo>
                      <a:pt x="10262" y="17009"/>
                      <a:pt x="10346" y="13505"/>
                      <a:pt x="9762" y="10063"/>
                    </a:cubicBezTo>
                    <a:cubicBezTo>
                      <a:pt x="9115" y="6434"/>
                      <a:pt x="7592" y="2742"/>
                      <a:pt x="4944" y="94"/>
                    </a:cubicBezTo>
                    <a:cubicBezTo>
                      <a:pt x="4878" y="28"/>
                      <a:pt x="4806" y="0"/>
                      <a:pt x="4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8428900" y="3567825"/>
                <a:ext cx="175750" cy="105025"/>
              </a:xfrm>
              <a:custGeom>
                <a:rect b="b" l="l" r="r" t="t"/>
                <a:pathLst>
                  <a:path extrusionOk="0" h="4201" w="7030">
                    <a:moveTo>
                      <a:pt x="1519" y="0"/>
                    </a:moveTo>
                    <a:cubicBezTo>
                      <a:pt x="1112" y="0"/>
                      <a:pt x="706" y="93"/>
                      <a:pt x="335" y="279"/>
                    </a:cubicBezTo>
                    <a:cubicBezTo>
                      <a:pt x="209" y="321"/>
                      <a:pt x="105" y="425"/>
                      <a:pt x="63" y="530"/>
                    </a:cubicBezTo>
                    <a:cubicBezTo>
                      <a:pt x="22" y="634"/>
                      <a:pt x="1" y="738"/>
                      <a:pt x="43" y="842"/>
                    </a:cubicBezTo>
                    <a:cubicBezTo>
                      <a:pt x="168" y="1739"/>
                      <a:pt x="898" y="2469"/>
                      <a:pt x="1732" y="2845"/>
                    </a:cubicBezTo>
                    <a:cubicBezTo>
                      <a:pt x="2566" y="3220"/>
                      <a:pt x="3505" y="3324"/>
                      <a:pt x="4402" y="3450"/>
                    </a:cubicBezTo>
                    <a:cubicBezTo>
                      <a:pt x="4777" y="3491"/>
                      <a:pt x="5174" y="3554"/>
                      <a:pt x="5549" y="3637"/>
                    </a:cubicBezTo>
                    <a:cubicBezTo>
                      <a:pt x="6070" y="3721"/>
                      <a:pt x="6571" y="3929"/>
                      <a:pt x="7030" y="4200"/>
                    </a:cubicBezTo>
                    <a:cubicBezTo>
                      <a:pt x="6404" y="2782"/>
                      <a:pt x="5340" y="1593"/>
                      <a:pt x="3985" y="842"/>
                    </a:cubicBezTo>
                    <a:cubicBezTo>
                      <a:pt x="3442" y="488"/>
                      <a:pt x="2837" y="238"/>
                      <a:pt x="2212" y="92"/>
                    </a:cubicBezTo>
                    <a:cubicBezTo>
                      <a:pt x="1984" y="31"/>
                      <a:pt x="1751"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8689625" y="3814550"/>
                <a:ext cx="92325" cy="102850"/>
              </a:xfrm>
              <a:custGeom>
                <a:rect b="b" l="l" r="r" t="t"/>
                <a:pathLst>
                  <a:path extrusionOk="0" h="4114" w="3693">
                    <a:moveTo>
                      <a:pt x="2918" y="0"/>
                    </a:moveTo>
                    <a:cubicBezTo>
                      <a:pt x="2891" y="0"/>
                      <a:pt x="2864" y="2"/>
                      <a:pt x="2837" y="5"/>
                    </a:cubicBezTo>
                    <a:cubicBezTo>
                      <a:pt x="2462" y="67"/>
                      <a:pt x="2107" y="276"/>
                      <a:pt x="1857" y="589"/>
                    </a:cubicBezTo>
                    <a:cubicBezTo>
                      <a:pt x="981" y="1590"/>
                      <a:pt x="772" y="3029"/>
                      <a:pt x="1" y="4114"/>
                    </a:cubicBezTo>
                    <a:cubicBezTo>
                      <a:pt x="1523" y="3822"/>
                      <a:pt x="2691" y="2528"/>
                      <a:pt x="3463" y="1277"/>
                    </a:cubicBezTo>
                    <a:cubicBezTo>
                      <a:pt x="3609" y="1089"/>
                      <a:pt x="3672" y="860"/>
                      <a:pt x="3692" y="630"/>
                    </a:cubicBezTo>
                    <a:cubicBezTo>
                      <a:pt x="3615" y="261"/>
                      <a:pt x="3283" y="0"/>
                      <a:pt x="29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8602550" y="3571375"/>
                <a:ext cx="118900" cy="110850"/>
              </a:xfrm>
              <a:custGeom>
                <a:rect b="b" l="l" r="r" t="t"/>
                <a:pathLst>
                  <a:path extrusionOk="0" h="4434" w="4756">
                    <a:moveTo>
                      <a:pt x="4084" y="0"/>
                    </a:moveTo>
                    <a:cubicBezTo>
                      <a:pt x="3864" y="0"/>
                      <a:pt x="3624" y="77"/>
                      <a:pt x="3421" y="179"/>
                    </a:cubicBezTo>
                    <a:cubicBezTo>
                      <a:pt x="2587" y="596"/>
                      <a:pt x="1919" y="1305"/>
                      <a:pt x="1294" y="1994"/>
                    </a:cubicBezTo>
                    <a:cubicBezTo>
                      <a:pt x="960" y="2306"/>
                      <a:pt x="710" y="2703"/>
                      <a:pt x="543" y="3120"/>
                    </a:cubicBezTo>
                    <a:cubicBezTo>
                      <a:pt x="397" y="3579"/>
                      <a:pt x="209" y="4017"/>
                      <a:pt x="0" y="4434"/>
                    </a:cubicBezTo>
                    <a:cubicBezTo>
                      <a:pt x="1335" y="3746"/>
                      <a:pt x="2608" y="2911"/>
                      <a:pt x="3776" y="1973"/>
                    </a:cubicBezTo>
                    <a:cubicBezTo>
                      <a:pt x="4151" y="1681"/>
                      <a:pt x="4527" y="1368"/>
                      <a:pt x="4673" y="930"/>
                    </a:cubicBezTo>
                    <a:cubicBezTo>
                      <a:pt x="4756" y="680"/>
                      <a:pt x="4714" y="408"/>
                      <a:pt x="4568" y="200"/>
                    </a:cubicBezTo>
                    <a:cubicBezTo>
                      <a:pt x="4444" y="56"/>
                      <a:pt x="4271" y="0"/>
                      <a:pt x="4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8472700" y="3726950"/>
                <a:ext cx="161675" cy="98675"/>
              </a:xfrm>
              <a:custGeom>
                <a:rect b="b" l="l" r="r" t="t"/>
                <a:pathLst>
                  <a:path extrusionOk="0" h="3947" w="6467">
                    <a:moveTo>
                      <a:pt x="1581" y="1"/>
                    </a:moveTo>
                    <a:cubicBezTo>
                      <a:pt x="1215" y="1"/>
                      <a:pt x="848" y="65"/>
                      <a:pt x="501" y="192"/>
                    </a:cubicBezTo>
                    <a:cubicBezTo>
                      <a:pt x="397" y="234"/>
                      <a:pt x="293" y="317"/>
                      <a:pt x="209" y="401"/>
                    </a:cubicBezTo>
                    <a:cubicBezTo>
                      <a:pt x="1" y="672"/>
                      <a:pt x="147" y="1068"/>
                      <a:pt x="335" y="1339"/>
                    </a:cubicBezTo>
                    <a:cubicBezTo>
                      <a:pt x="1085" y="2445"/>
                      <a:pt x="2399" y="3071"/>
                      <a:pt x="3734" y="3300"/>
                    </a:cubicBezTo>
                    <a:cubicBezTo>
                      <a:pt x="4652" y="3446"/>
                      <a:pt x="5674" y="3425"/>
                      <a:pt x="6467" y="3947"/>
                    </a:cubicBezTo>
                    <a:cubicBezTo>
                      <a:pt x="6029" y="3196"/>
                      <a:pt x="5507" y="2487"/>
                      <a:pt x="4882" y="1861"/>
                    </a:cubicBezTo>
                    <a:cubicBezTo>
                      <a:pt x="4339" y="1235"/>
                      <a:pt x="3672" y="693"/>
                      <a:pt x="2942" y="317"/>
                    </a:cubicBezTo>
                    <a:cubicBezTo>
                      <a:pt x="2519" y="106"/>
                      <a:pt x="205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8622875" y="3683775"/>
                <a:ext cx="105875" cy="133000"/>
              </a:xfrm>
              <a:custGeom>
                <a:rect b="b" l="l" r="r" t="t"/>
                <a:pathLst>
                  <a:path extrusionOk="0" h="5320" w="4235">
                    <a:moveTo>
                      <a:pt x="3547" y="0"/>
                    </a:moveTo>
                    <a:cubicBezTo>
                      <a:pt x="3276" y="0"/>
                      <a:pt x="3004" y="105"/>
                      <a:pt x="2796" y="272"/>
                    </a:cubicBezTo>
                    <a:cubicBezTo>
                      <a:pt x="2358" y="564"/>
                      <a:pt x="2003" y="960"/>
                      <a:pt x="1711" y="1398"/>
                    </a:cubicBezTo>
                    <a:cubicBezTo>
                      <a:pt x="1315" y="2003"/>
                      <a:pt x="960" y="2649"/>
                      <a:pt x="689" y="3317"/>
                    </a:cubicBezTo>
                    <a:cubicBezTo>
                      <a:pt x="501" y="3817"/>
                      <a:pt x="1" y="4819"/>
                      <a:pt x="230" y="5319"/>
                    </a:cubicBezTo>
                    <a:cubicBezTo>
                      <a:pt x="668" y="5090"/>
                      <a:pt x="1127" y="4610"/>
                      <a:pt x="1544" y="4276"/>
                    </a:cubicBezTo>
                    <a:cubicBezTo>
                      <a:pt x="2587" y="3463"/>
                      <a:pt x="3463" y="2399"/>
                      <a:pt x="4047" y="1189"/>
                    </a:cubicBezTo>
                    <a:cubicBezTo>
                      <a:pt x="4193" y="960"/>
                      <a:pt x="4235" y="668"/>
                      <a:pt x="4172" y="418"/>
                    </a:cubicBezTo>
                    <a:cubicBezTo>
                      <a:pt x="4068" y="167"/>
                      <a:pt x="3818" y="0"/>
                      <a:pt x="3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8541025" y="3854825"/>
                <a:ext cx="159575" cy="66875"/>
              </a:xfrm>
              <a:custGeom>
                <a:rect b="b" l="l" r="r" t="t"/>
                <a:pathLst>
                  <a:path extrusionOk="0" h="2675" w="6383">
                    <a:moveTo>
                      <a:pt x="1349" y="1"/>
                    </a:moveTo>
                    <a:cubicBezTo>
                      <a:pt x="1136" y="1"/>
                      <a:pt x="923" y="14"/>
                      <a:pt x="709" y="41"/>
                    </a:cubicBezTo>
                    <a:cubicBezTo>
                      <a:pt x="438" y="41"/>
                      <a:pt x="188" y="187"/>
                      <a:pt x="42" y="417"/>
                    </a:cubicBezTo>
                    <a:cubicBezTo>
                      <a:pt x="0" y="542"/>
                      <a:pt x="0" y="709"/>
                      <a:pt x="42" y="855"/>
                    </a:cubicBezTo>
                    <a:cubicBezTo>
                      <a:pt x="271" y="1835"/>
                      <a:pt x="1273" y="2461"/>
                      <a:pt x="2274" y="2607"/>
                    </a:cubicBezTo>
                    <a:cubicBezTo>
                      <a:pt x="2562" y="2656"/>
                      <a:pt x="2853" y="2674"/>
                      <a:pt x="3146" y="2674"/>
                    </a:cubicBezTo>
                    <a:cubicBezTo>
                      <a:pt x="3851" y="2674"/>
                      <a:pt x="4564" y="2568"/>
                      <a:pt x="5256" y="2523"/>
                    </a:cubicBezTo>
                    <a:cubicBezTo>
                      <a:pt x="5350" y="2518"/>
                      <a:pt x="5444" y="2516"/>
                      <a:pt x="5538" y="2516"/>
                    </a:cubicBezTo>
                    <a:cubicBezTo>
                      <a:pt x="5820" y="2516"/>
                      <a:pt x="6101" y="2539"/>
                      <a:pt x="6383" y="2586"/>
                    </a:cubicBezTo>
                    <a:cubicBezTo>
                      <a:pt x="5840" y="1835"/>
                      <a:pt x="4818" y="1189"/>
                      <a:pt x="4005" y="751"/>
                    </a:cubicBezTo>
                    <a:cubicBezTo>
                      <a:pt x="3190" y="258"/>
                      <a:pt x="2278"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8627575" y="3991325"/>
                <a:ext cx="166375" cy="63925"/>
              </a:xfrm>
              <a:custGeom>
                <a:rect b="b" l="l" r="r" t="t"/>
                <a:pathLst>
                  <a:path extrusionOk="0" h="2557" w="6655">
                    <a:moveTo>
                      <a:pt x="3066" y="1"/>
                    </a:moveTo>
                    <a:cubicBezTo>
                      <a:pt x="2155" y="1"/>
                      <a:pt x="1255" y="225"/>
                      <a:pt x="459" y="672"/>
                    </a:cubicBezTo>
                    <a:cubicBezTo>
                      <a:pt x="230" y="797"/>
                      <a:pt x="42" y="1026"/>
                      <a:pt x="1" y="1277"/>
                    </a:cubicBezTo>
                    <a:cubicBezTo>
                      <a:pt x="1" y="1444"/>
                      <a:pt x="63" y="1569"/>
                      <a:pt x="167" y="1694"/>
                    </a:cubicBezTo>
                    <a:cubicBezTo>
                      <a:pt x="601" y="2297"/>
                      <a:pt x="1355" y="2556"/>
                      <a:pt x="2116" y="2556"/>
                    </a:cubicBezTo>
                    <a:cubicBezTo>
                      <a:pt x="2381" y="2556"/>
                      <a:pt x="2647" y="2525"/>
                      <a:pt x="2900" y="2466"/>
                    </a:cubicBezTo>
                    <a:cubicBezTo>
                      <a:pt x="3859" y="2215"/>
                      <a:pt x="4714" y="1652"/>
                      <a:pt x="5611" y="1193"/>
                    </a:cubicBezTo>
                    <a:cubicBezTo>
                      <a:pt x="5945" y="1047"/>
                      <a:pt x="6300" y="922"/>
                      <a:pt x="6654" y="839"/>
                    </a:cubicBezTo>
                    <a:cubicBezTo>
                      <a:pt x="5882" y="359"/>
                      <a:pt x="4673" y="150"/>
                      <a:pt x="3776" y="46"/>
                    </a:cubicBezTo>
                    <a:cubicBezTo>
                      <a:pt x="3540" y="16"/>
                      <a:pt x="3303" y="1"/>
                      <a:pt x="3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8566050" y="3596425"/>
                <a:ext cx="456275" cy="701100"/>
              </a:xfrm>
              <a:custGeom>
                <a:rect b="b" l="l" r="r" t="t"/>
                <a:pathLst>
                  <a:path extrusionOk="0" h="28044" w="18251">
                    <a:moveTo>
                      <a:pt x="2065" y="0"/>
                    </a:moveTo>
                    <a:cubicBezTo>
                      <a:pt x="1977" y="0"/>
                      <a:pt x="1890" y="48"/>
                      <a:pt x="1857" y="157"/>
                    </a:cubicBezTo>
                    <a:cubicBezTo>
                      <a:pt x="0" y="5413"/>
                      <a:pt x="2941" y="11212"/>
                      <a:pt x="6675" y="14820"/>
                    </a:cubicBezTo>
                    <a:cubicBezTo>
                      <a:pt x="8802" y="16885"/>
                      <a:pt x="11264" y="18554"/>
                      <a:pt x="13287" y="20744"/>
                    </a:cubicBezTo>
                    <a:cubicBezTo>
                      <a:pt x="14434" y="21995"/>
                      <a:pt x="15414" y="23413"/>
                      <a:pt x="16228" y="24915"/>
                    </a:cubicBezTo>
                    <a:cubicBezTo>
                      <a:pt x="16812" y="25937"/>
                      <a:pt x="17333" y="27001"/>
                      <a:pt x="17896" y="28044"/>
                    </a:cubicBezTo>
                    <a:lnTo>
                      <a:pt x="18251" y="28044"/>
                    </a:lnTo>
                    <a:cubicBezTo>
                      <a:pt x="17792" y="26959"/>
                      <a:pt x="17271" y="25916"/>
                      <a:pt x="16687" y="24873"/>
                    </a:cubicBezTo>
                    <a:cubicBezTo>
                      <a:pt x="16082" y="23747"/>
                      <a:pt x="15372" y="22683"/>
                      <a:pt x="14601" y="21661"/>
                    </a:cubicBezTo>
                    <a:cubicBezTo>
                      <a:pt x="12932" y="19513"/>
                      <a:pt x="10784" y="17865"/>
                      <a:pt x="8719" y="16134"/>
                    </a:cubicBezTo>
                    <a:cubicBezTo>
                      <a:pt x="4047" y="12129"/>
                      <a:pt x="626" y="6623"/>
                      <a:pt x="2274" y="282"/>
                    </a:cubicBezTo>
                    <a:cubicBezTo>
                      <a:pt x="2324" y="108"/>
                      <a:pt x="2194" y="0"/>
                      <a:pt x="2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8799125" y="2433975"/>
                <a:ext cx="322275" cy="1865125"/>
              </a:xfrm>
              <a:custGeom>
                <a:rect b="b" l="l" r="r" t="t"/>
                <a:pathLst>
                  <a:path extrusionOk="0" h="74605" w="12891">
                    <a:moveTo>
                      <a:pt x="816" y="1"/>
                    </a:moveTo>
                    <a:cubicBezTo>
                      <a:pt x="751" y="1"/>
                      <a:pt x="687" y="39"/>
                      <a:pt x="668" y="122"/>
                    </a:cubicBezTo>
                    <a:cubicBezTo>
                      <a:pt x="105" y="2458"/>
                      <a:pt x="126" y="4982"/>
                      <a:pt x="63" y="7401"/>
                    </a:cubicBezTo>
                    <a:cubicBezTo>
                      <a:pt x="1" y="9821"/>
                      <a:pt x="22" y="12240"/>
                      <a:pt x="188" y="14660"/>
                    </a:cubicBezTo>
                    <a:cubicBezTo>
                      <a:pt x="522" y="19520"/>
                      <a:pt x="1273" y="24338"/>
                      <a:pt x="2441" y="29072"/>
                    </a:cubicBezTo>
                    <a:cubicBezTo>
                      <a:pt x="3609" y="33890"/>
                      <a:pt x="5215" y="38583"/>
                      <a:pt x="7238" y="43089"/>
                    </a:cubicBezTo>
                    <a:cubicBezTo>
                      <a:pt x="8302" y="45508"/>
                      <a:pt x="9533" y="47844"/>
                      <a:pt x="10450" y="50326"/>
                    </a:cubicBezTo>
                    <a:cubicBezTo>
                      <a:pt x="11368" y="52829"/>
                      <a:pt x="11910" y="55457"/>
                      <a:pt x="12077" y="58127"/>
                    </a:cubicBezTo>
                    <a:cubicBezTo>
                      <a:pt x="12349" y="62486"/>
                      <a:pt x="11952" y="66887"/>
                      <a:pt x="11514" y="71246"/>
                    </a:cubicBezTo>
                    <a:cubicBezTo>
                      <a:pt x="11410" y="72373"/>
                      <a:pt x="11306" y="73478"/>
                      <a:pt x="11201" y="74604"/>
                    </a:cubicBezTo>
                    <a:lnTo>
                      <a:pt x="11785" y="74604"/>
                    </a:lnTo>
                    <a:cubicBezTo>
                      <a:pt x="11910" y="73478"/>
                      <a:pt x="12036" y="72352"/>
                      <a:pt x="12161" y="71225"/>
                    </a:cubicBezTo>
                    <a:cubicBezTo>
                      <a:pt x="12536" y="67575"/>
                      <a:pt x="12891" y="63884"/>
                      <a:pt x="12828" y="60213"/>
                    </a:cubicBezTo>
                    <a:cubicBezTo>
                      <a:pt x="12766" y="55228"/>
                      <a:pt x="11556" y="50764"/>
                      <a:pt x="9470" y="46259"/>
                    </a:cubicBezTo>
                    <a:cubicBezTo>
                      <a:pt x="5132" y="36894"/>
                      <a:pt x="2066" y="27237"/>
                      <a:pt x="1085" y="16912"/>
                    </a:cubicBezTo>
                    <a:cubicBezTo>
                      <a:pt x="814" y="14222"/>
                      <a:pt x="668" y="11490"/>
                      <a:pt x="668" y="8778"/>
                    </a:cubicBezTo>
                    <a:cubicBezTo>
                      <a:pt x="668" y="5900"/>
                      <a:pt x="1065" y="3042"/>
                      <a:pt x="981" y="164"/>
                    </a:cubicBezTo>
                    <a:cubicBezTo>
                      <a:pt x="981" y="60"/>
                      <a:pt x="898"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8745425" y="2272600"/>
                <a:ext cx="121000" cy="407950"/>
              </a:xfrm>
              <a:custGeom>
                <a:rect b="b" l="l" r="r" t="t"/>
                <a:pathLst>
                  <a:path extrusionOk="0" h="16318" w="4840">
                    <a:moveTo>
                      <a:pt x="2636" y="0"/>
                    </a:moveTo>
                    <a:cubicBezTo>
                      <a:pt x="1929" y="0"/>
                      <a:pt x="1246" y="817"/>
                      <a:pt x="939" y="1551"/>
                    </a:cubicBezTo>
                    <a:cubicBezTo>
                      <a:pt x="105" y="3657"/>
                      <a:pt x="0" y="5951"/>
                      <a:pt x="292" y="8183"/>
                    </a:cubicBezTo>
                    <a:cubicBezTo>
                      <a:pt x="564" y="10248"/>
                      <a:pt x="1002" y="12897"/>
                      <a:pt x="1898" y="14774"/>
                    </a:cubicBezTo>
                    <a:cubicBezTo>
                      <a:pt x="2149" y="15296"/>
                      <a:pt x="2378" y="15838"/>
                      <a:pt x="2670" y="16318"/>
                    </a:cubicBezTo>
                    <a:cubicBezTo>
                      <a:pt x="3150" y="15421"/>
                      <a:pt x="3317" y="14274"/>
                      <a:pt x="3588" y="13293"/>
                    </a:cubicBezTo>
                    <a:cubicBezTo>
                      <a:pt x="3963" y="11938"/>
                      <a:pt x="4255" y="10582"/>
                      <a:pt x="4464" y="9184"/>
                    </a:cubicBezTo>
                    <a:cubicBezTo>
                      <a:pt x="4839" y="6473"/>
                      <a:pt x="4756" y="3657"/>
                      <a:pt x="3776" y="1092"/>
                    </a:cubicBezTo>
                    <a:cubicBezTo>
                      <a:pt x="3671" y="695"/>
                      <a:pt x="3421" y="362"/>
                      <a:pt x="3108" y="132"/>
                    </a:cubicBezTo>
                    <a:cubicBezTo>
                      <a:pt x="2952" y="41"/>
                      <a:pt x="2794" y="0"/>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9113550" y="2722675"/>
                <a:ext cx="188800" cy="262925"/>
              </a:xfrm>
              <a:custGeom>
                <a:rect b="b" l="l" r="r" t="t"/>
                <a:pathLst>
                  <a:path extrusionOk="0" h="10517" w="7552">
                    <a:moveTo>
                      <a:pt x="1351" y="1"/>
                    </a:moveTo>
                    <a:cubicBezTo>
                      <a:pt x="1318" y="1"/>
                      <a:pt x="1285" y="2"/>
                      <a:pt x="1252" y="4"/>
                    </a:cubicBezTo>
                    <a:cubicBezTo>
                      <a:pt x="335" y="150"/>
                      <a:pt x="1" y="1276"/>
                      <a:pt x="84" y="2048"/>
                    </a:cubicBezTo>
                    <a:cubicBezTo>
                      <a:pt x="272" y="3821"/>
                      <a:pt x="1127" y="5323"/>
                      <a:pt x="2254" y="6595"/>
                    </a:cubicBezTo>
                    <a:cubicBezTo>
                      <a:pt x="3338" y="7784"/>
                      <a:pt x="4777" y="9223"/>
                      <a:pt x="6279" y="9953"/>
                    </a:cubicBezTo>
                    <a:cubicBezTo>
                      <a:pt x="6696" y="10141"/>
                      <a:pt x="7093" y="10370"/>
                      <a:pt x="7531" y="10516"/>
                    </a:cubicBezTo>
                    <a:cubicBezTo>
                      <a:pt x="7551" y="9682"/>
                      <a:pt x="7218" y="8889"/>
                      <a:pt x="7030" y="8118"/>
                    </a:cubicBezTo>
                    <a:cubicBezTo>
                      <a:pt x="6801" y="7075"/>
                      <a:pt x="6467" y="6053"/>
                      <a:pt x="6071" y="5052"/>
                    </a:cubicBezTo>
                    <a:cubicBezTo>
                      <a:pt x="5257" y="3133"/>
                      <a:pt x="4026" y="1402"/>
                      <a:pt x="2170" y="275"/>
                    </a:cubicBezTo>
                    <a:cubicBezTo>
                      <a:pt x="1926" y="87"/>
                      <a:pt x="1648"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8597850" y="3434275"/>
                <a:ext cx="73025" cy="184875"/>
              </a:xfrm>
              <a:custGeom>
                <a:rect b="b" l="l" r="r" t="t"/>
                <a:pathLst>
                  <a:path extrusionOk="0" h="7395" w="2921">
                    <a:moveTo>
                      <a:pt x="1636" y="0"/>
                    </a:moveTo>
                    <a:cubicBezTo>
                      <a:pt x="1572" y="0"/>
                      <a:pt x="1506" y="10"/>
                      <a:pt x="1440" y="31"/>
                    </a:cubicBezTo>
                    <a:cubicBezTo>
                      <a:pt x="1252" y="94"/>
                      <a:pt x="1085" y="240"/>
                      <a:pt x="981" y="407"/>
                    </a:cubicBezTo>
                    <a:cubicBezTo>
                      <a:pt x="314" y="1491"/>
                      <a:pt x="1" y="2764"/>
                      <a:pt x="84" y="4036"/>
                    </a:cubicBezTo>
                    <a:cubicBezTo>
                      <a:pt x="126" y="4683"/>
                      <a:pt x="209" y="5329"/>
                      <a:pt x="355" y="5955"/>
                    </a:cubicBezTo>
                    <a:cubicBezTo>
                      <a:pt x="439" y="6414"/>
                      <a:pt x="460" y="6956"/>
                      <a:pt x="689" y="7394"/>
                    </a:cubicBezTo>
                    <a:cubicBezTo>
                      <a:pt x="877" y="7206"/>
                      <a:pt x="1064" y="6977"/>
                      <a:pt x="1231" y="6768"/>
                    </a:cubicBezTo>
                    <a:cubicBezTo>
                      <a:pt x="1878" y="5976"/>
                      <a:pt x="2295" y="4808"/>
                      <a:pt x="2566" y="3890"/>
                    </a:cubicBezTo>
                    <a:cubicBezTo>
                      <a:pt x="2900" y="2910"/>
                      <a:pt x="2921" y="1846"/>
                      <a:pt x="2608" y="845"/>
                    </a:cubicBezTo>
                    <a:cubicBezTo>
                      <a:pt x="2462" y="462"/>
                      <a:pt x="207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4" name="Google Shape;3284;p47"/>
          <p:cNvGrpSpPr/>
          <p:nvPr/>
        </p:nvGrpSpPr>
        <p:grpSpPr>
          <a:xfrm>
            <a:off x="-178494" y="4045477"/>
            <a:ext cx="776332" cy="864342"/>
            <a:chOff x="-102294" y="3740677"/>
            <a:chExt cx="776332" cy="864342"/>
          </a:xfrm>
        </p:grpSpPr>
        <p:sp>
          <p:nvSpPr>
            <p:cNvPr id="3285" name="Google Shape;3285;p47"/>
            <p:cNvSpPr/>
            <p:nvPr/>
          </p:nvSpPr>
          <p:spPr>
            <a:xfrm>
              <a:off x="112455" y="4509756"/>
              <a:ext cx="561583" cy="95263"/>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151090" y="3740677"/>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168153" y="3773036"/>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208602" y="3864673"/>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241844" y="3750580"/>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158250" y="3892522"/>
              <a:ext cx="26129" cy="18922"/>
            </a:xfrm>
            <a:custGeom>
              <a:rect b="b" l="l" r="r" t="t"/>
              <a:pathLst>
                <a:path extrusionOk="0" h="407" w="562">
                  <a:moveTo>
                    <a:pt x="156" y="1"/>
                  </a:moveTo>
                  <a:lnTo>
                    <a:pt x="271" y="252"/>
                  </a:lnTo>
                  <a:lnTo>
                    <a:pt x="1" y="406"/>
                  </a:lnTo>
                  <a:lnTo>
                    <a:pt x="1" y="406"/>
                  </a:lnTo>
                  <a:lnTo>
                    <a:pt x="561" y="368"/>
                  </a:lnTo>
                  <a:lnTo>
                    <a:pt x="484" y="213"/>
                  </a:lnTo>
                  <a:lnTo>
                    <a:pt x="156"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232824" y="3914978"/>
              <a:ext cx="106979" cy="43192"/>
            </a:xfrm>
            <a:custGeom>
              <a:rect b="b" l="l" r="r" t="t"/>
              <a:pathLst>
                <a:path extrusionOk="0" h="929" w="2301">
                  <a:moveTo>
                    <a:pt x="2300" y="1"/>
                  </a:moveTo>
                  <a:lnTo>
                    <a:pt x="1508" y="426"/>
                  </a:lnTo>
                  <a:lnTo>
                    <a:pt x="697" y="426"/>
                  </a:lnTo>
                  <a:lnTo>
                    <a:pt x="1" y="658"/>
                  </a:lnTo>
                  <a:lnTo>
                    <a:pt x="909" y="928"/>
                  </a:lnTo>
                  <a:lnTo>
                    <a:pt x="1354" y="754"/>
                  </a:lnTo>
                  <a:lnTo>
                    <a:pt x="2223" y="97"/>
                  </a:lnTo>
                  <a:lnTo>
                    <a:pt x="2300"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310095" y="3788286"/>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328087" y="3811671"/>
              <a:ext cx="58441" cy="35985"/>
            </a:xfrm>
            <a:custGeom>
              <a:rect b="b" l="l" r="r" t="t"/>
              <a:pathLst>
                <a:path extrusionOk="0" h="774" w="1257">
                  <a:moveTo>
                    <a:pt x="0" y="0"/>
                  </a:moveTo>
                  <a:lnTo>
                    <a:pt x="58" y="194"/>
                  </a:lnTo>
                  <a:lnTo>
                    <a:pt x="773" y="406"/>
                  </a:lnTo>
                  <a:lnTo>
                    <a:pt x="870" y="599"/>
                  </a:lnTo>
                  <a:lnTo>
                    <a:pt x="1102" y="773"/>
                  </a:lnTo>
                  <a:lnTo>
                    <a:pt x="1256" y="561"/>
                  </a:lnTo>
                  <a:lnTo>
                    <a:pt x="831" y="15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280479" y="3792795"/>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47479" y="3751464"/>
              <a:ext cx="245341" cy="233625"/>
            </a:xfrm>
            <a:custGeom>
              <a:rect b="b" l="l" r="r" t="t"/>
              <a:pathLst>
                <a:path extrusionOk="0" h="5025" w="5277">
                  <a:moveTo>
                    <a:pt x="2049" y="1"/>
                  </a:moveTo>
                  <a:lnTo>
                    <a:pt x="1682" y="155"/>
                  </a:lnTo>
                  <a:lnTo>
                    <a:pt x="1469" y="561"/>
                  </a:lnTo>
                  <a:lnTo>
                    <a:pt x="233" y="774"/>
                  </a:lnTo>
                  <a:lnTo>
                    <a:pt x="97" y="1566"/>
                  </a:lnTo>
                  <a:lnTo>
                    <a:pt x="290" y="2146"/>
                  </a:lnTo>
                  <a:lnTo>
                    <a:pt x="1" y="2880"/>
                  </a:lnTo>
                  <a:lnTo>
                    <a:pt x="213" y="3150"/>
                  </a:lnTo>
                  <a:lnTo>
                    <a:pt x="155" y="3421"/>
                  </a:lnTo>
                  <a:lnTo>
                    <a:pt x="1" y="3692"/>
                  </a:lnTo>
                  <a:lnTo>
                    <a:pt x="542" y="4465"/>
                  </a:lnTo>
                  <a:lnTo>
                    <a:pt x="967" y="4349"/>
                  </a:lnTo>
                  <a:lnTo>
                    <a:pt x="1392" y="4503"/>
                  </a:lnTo>
                  <a:lnTo>
                    <a:pt x="1778" y="4948"/>
                  </a:lnTo>
                  <a:lnTo>
                    <a:pt x="3692" y="5025"/>
                  </a:lnTo>
                  <a:lnTo>
                    <a:pt x="4233" y="4426"/>
                  </a:lnTo>
                  <a:lnTo>
                    <a:pt x="4329" y="3981"/>
                  </a:lnTo>
                  <a:lnTo>
                    <a:pt x="4986" y="3556"/>
                  </a:lnTo>
                  <a:lnTo>
                    <a:pt x="5276" y="2590"/>
                  </a:lnTo>
                  <a:lnTo>
                    <a:pt x="5083" y="2378"/>
                  </a:lnTo>
                  <a:lnTo>
                    <a:pt x="5180" y="2107"/>
                  </a:lnTo>
                  <a:lnTo>
                    <a:pt x="4774" y="1566"/>
                  </a:lnTo>
                  <a:lnTo>
                    <a:pt x="4774" y="832"/>
                  </a:lnTo>
                  <a:lnTo>
                    <a:pt x="4291" y="542"/>
                  </a:lnTo>
                  <a:lnTo>
                    <a:pt x="3846" y="368"/>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29486" y="3783822"/>
              <a:ext cx="104236" cy="84477"/>
            </a:xfrm>
            <a:custGeom>
              <a:rect b="b" l="l" r="r" t="t"/>
              <a:pathLst>
                <a:path extrusionOk="0" h="1817" w="2242">
                  <a:moveTo>
                    <a:pt x="1333" y="0"/>
                  </a:moveTo>
                  <a:lnTo>
                    <a:pt x="522" y="252"/>
                  </a:lnTo>
                  <a:lnTo>
                    <a:pt x="232" y="561"/>
                  </a:lnTo>
                  <a:lnTo>
                    <a:pt x="812" y="541"/>
                  </a:lnTo>
                  <a:lnTo>
                    <a:pt x="1237" y="677"/>
                  </a:lnTo>
                  <a:lnTo>
                    <a:pt x="1314" y="1372"/>
                  </a:lnTo>
                  <a:lnTo>
                    <a:pt x="1121" y="1160"/>
                  </a:lnTo>
                  <a:lnTo>
                    <a:pt x="406" y="677"/>
                  </a:lnTo>
                  <a:lnTo>
                    <a:pt x="135" y="812"/>
                  </a:lnTo>
                  <a:lnTo>
                    <a:pt x="0" y="1198"/>
                  </a:lnTo>
                  <a:lnTo>
                    <a:pt x="406" y="1817"/>
                  </a:lnTo>
                  <a:lnTo>
                    <a:pt x="1623" y="1546"/>
                  </a:lnTo>
                  <a:lnTo>
                    <a:pt x="2242" y="1566"/>
                  </a:lnTo>
                  <a:lnTo>
                    <a:pt x="2164" y="1430"/>
                  </a:lnTo>
                  <a:cubicBezTo>
                    <a:pt x="2164" y="1430"/>
                    <a:pt x="1623" y="1082"/>
                    <a:pt x="1604" y="1063"/>
                  </a:cubicBezTo>
                  <a:cubicBezTo>
                    <a:pt x="1585" y="1024"/>
                    <a:pt x="1411" y="368"/>
                    <a:pt x="1411" y="367"/>
                  </a:cubicBezTo>
                  <a:lnTo>
                    <a:pt x="1411" y="367"/>
                  </a:lnTo>
                  <a:lnTo>
                    <a:pt x="1778" y="561"/>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10916" y="3874576"/>
              <a:ext cx="118649" cy="55745"/>
            </a:xfrm>
            <a:custGeom>
              <a:rect b="b" l="l" r="r" t="t"/>
              <a:pathLst>
                <a:path extrusionOk="0" h="1199" w="2552">
                  <a:moveTo>
                    <a:pt x="1643" y="0"/>
                  </a:moveTo>
                  <a:lnTo>
                    <a:pt x="503" y="193"/>
                  </a:lnTo>
                  <a:lnTo>
                    <a:pt x="1" y="657"/>
                  </a:lnTo>
                  <a:lnTo>
                    <a:pt x="812" y="329"/>
                  </a:lnTo>
                  <a:lnTo>
                    <a:pt x="1392" y="348"/>
                  </a:lnTo>
                  <a:lnTo>
                    <a:pt x="1392" y="599"/>
                  </a:lnTo>
                  <a:lnTo>
                    <a:pt x="1199" y="1005"/>
                  </a:lnTo>
                  <a:lnTo>
                    <a:pt x="948" y="1198"/>
                  </a:lnTo>
                  <a:lnTo>
                    <a:pt x="1064" y="1198"/>
                  </a:lnTo>
                  <a:lnTo>
                    <a:pt x="2552" y="676"/>
                  </a:lnTo>
                  <a:lnTo>
                    <a:pt x="2436" y="618"/>
                  </a:lnTo>
                  <a:lnTo>
                    <a:pt x="1817" y="618"/>
                  </a:lnTo>
                  <a:lnTo>
                    <a:pt x="1585" y="367"/>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44158" y="3760437"/>
              <a:ext cx="53978" cy="37798"/>
            </a:xfrm>
            <a:custGeom>
              <a:rect b="b" l="l" r="r" t="t"/>
              <a:pathLst>
                <a:path extrusionOk="0" h="813" w="1161">
                  <a:moveTo>
                    <a:pt x="522" y="1"/>
                  </a:moveTo>
                  <a:lnTo>
                    <a:pt x="464" y="136"/>
                  </a:lnTo>
                  <a:lnTo>
                    <a:pt x="948" y="581"/>
                  </a:lnTo>
                  <a:lnTo>
                    <a:pt x="194" y="40"/>
                  </a:lnTo>
                  <a:lnTo>
                    <a:pt x="1" y="310"/>
                  </a:lnTo>
                  <a:lnTo>
                    <a:pt x="310" y="503"/>
                  </a:lnTo>
                  <a:lnTo>
                    <a:pt x="1102" y="812"/>
                  </a:lnTo>
                  <a:lnTo>
                    <a:pt x="1160" y="677"/>
                  </a:lnTo>
                  <a:lnTo>
                    <a:pt x="851" y="175"/>
                  </a:lnTo>
                  <a:lnTo>
                    <a:pt x="5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39389" y="3902425"/>
              <a:ext cx="25199" cy="18876"/>
            </a:xfrm>
            <a:custGeom>
              <a:rect b="b" l="l" r="r" t="t"/>
              <a:pathLst>
                <a:path extrusionOk="0" h="406" w="542">
                  <a:moveTo>
                    <a:pt x="136" y="0"/>
                  </a:moveTo>
                  <a:lnTo>
                    <a:pt x="271" y="251"/>
                  </a:lnTo>
                  <a:lnTo>
                    <a:pt x="1" y="406"/>
                  </a:lnTo>
                  <a:lnTo>
                    <a:pt x="542" y="387"/>
                  </a:lnTo>
                  <a:lnTo>
                    <a:pt x="484" y="213"/>
                  </a:lnTo>
                  <a:lnTo>
                    <a:pt x="136"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35185" y="3924881"/>
              <a:ext cx="106979" cy="44075"/>
            </a:xfrm>
            <a:custGeom>
              <a:rect b="b" l="l" r="r" t="t"/>
              <a:pathLst>
                <a:path extrusionOk="0" h="948" w="2301">
                  <a:moveTo>
                    <a:pt x="2300" y="0"/>
                  </a:moveTo>
                  <a:lnTo>
                    <a:pt x="1508" y="425"/>
                  </a:lnTo>
                  <a:lnTo>
                    <a:pt x="696" y="425"/>
                  </a:lnTo>
                  <a:lnTo>
                    <a:pt x="0" y="677"/>
                  </a:lnTo>
                  <a:lnTo>
                    <a:pt x="909" y="947"/>
                  </a:lnTo>
                  <a:lnTo>
                    <a:pt x="1353" y="754"/>
                  </a:lnTo>
                  <a:lnTo>
                    <a:pt x="2223" y="116"/>
                  </a:lnTo>
                  <a:lnTo>
                    <a:pt x="2300"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112455" y="3798189"/>
              <a:ext cx="40448" cy="18922"/>
            </a:xfrm>
            <a:custGeom>
              <a:rect b="b" l="l" r="r" t="t"/>
              <a:pathLst>
                <a:path extrusionOk="0" h="407" w="870">
                  <a:moveTo>
                    <a:pt x="174" y="0"/>
                  </a:moveTo>
                  <a:lnTo>
                    <a:pt x="0" y="155"/>
                  </a:lnTo>
                  <a:lnTo>
                    <a:pt x="174" y="329"/>
                  </a:lnTo>
                  <a:lnTo>
                    <a:pt x="870" y="406"/>
                  </a:lnTo>
                  <a:lnTo>
                    <a:pt x="870" y="406"/>
                  </a:lnTo>
                  <a:lnTo>
                    <a:pt x="1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129518" y="3821528"/>
              <a:ext cx="59324" cy="35985"/>
            </a:xfrm>
            <a:custGeom>
              <a:rect b="b" l="l" r="r" t="t"/>
              <a:pathLst>
                <a:path extrusionOk="0" h="774" w="1276">
                  <a:moveTo>
                    <a:pt x="1" y="1"/>
                  </a:moveTo>
                  <a:lnTo>
                    <a:pt x="78" y="194"/>
                  </a:lnTo>
                  <a:lnTo>
                    <a:pt x="793" y="407"/>
                  </a:lnTo>
                  <a:lnTo>
                    <a:pt x="889" y="600"/>
                  </a:lnTo>
                  <a:lnTo>
                    <a:pt x="1121" y="774"/>
                  </a:lnTo>
                  <a:lnTo>
                    <a:pt x="1276" y="581"/>
                  </a:lnTo>
                  <a:lnTo>
                    <a:pt x="851" y="15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82793" y="3802698"/>
              <a:ext cx="76434" cy="99773"/>
            </a:xfrm>
            <a:custGeom>
              <a:rect b="b" l="l" r="r" t="t"/>
              <a:pathLst>
                <a:path extrusionOk="0" h="2146" w="1644">
                  <a:moveTo>
                    <a:pt x="233" y="0"/>
                  </a:moveTo>
                  <a:lnTo>
                    <a:pt x="1" y="503"/>
                  </a:lnTo>
                  <a:lnTo>
                    <a:pt x="561" y="1449"/>
                  </a:lnTo>
                  <a:lnTo>
                    <a:pt x="561" y="1739"/>
                  </a:lnTo>
                  <a:lnTo>
                    <a:pt x="1315" y="2145"/>
                  </a:lnTo>
                  <a:lnTo>
                    <a:pt x="1643" y="1701"/>
                  </a:lnTo>
                  <a:lnTo>
                    <a:pt x="1547" y="1179"/>
                  </a:lnTo>
                  <a:lnTo>
                    <a:pt x="1373" y="1411"/>
                  </a:lnTo>
                  <a:lnTo>
                    <a:pt x="870" y="986"/>
                  </a:lnTo>
                  <a:lnTo>
                    <a:pt x="426" y="792"/>
                  </a:lnTo>
                  <a:lnTo>
                    <a:pt x="3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102294" y="3884432"/>
              <a:ext cx="584969" cy="720587"/>
            </a:xfrm>
            <a:custGeom>
              <a:rect b="b" l="l" r="r" t="t"/>
              <a:pathLst>
                <a:path extrusionOk="0" h="15499" w="12582">
                  <a:moveTo>
                    <a:pt x="1" y="1"/>
                  </a:moveTo>
                  <a:lnTo>
                    <a:pt x="1991" y="15499"/>
                  </a:lnTo>
                  <a:lnTo>
                    <a:pt x="9740" y="15499"/>
                  </a:lnTo>
                  <a:lnTo>
                    <a:pt x="125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307398" y="3884432"/>
              <a:ext cx="175277" cy="720587"/>
            </a:xfrm>
            <a:custGeom>
              <a:rect b="b" l="l" r="r" t="t"/>
              <a:pathLst>
                <a:path extrusionOk="0" h="15499" w="3770">
                  <a:moveTo>
                    <a:pt x="580" y="1"/>
                  </a:moveTo>
                  <a:lnTo>
                    <a:pt x="1" y="15499"/>
                  </a:lnTo>
                  <a:lnTo>
                    <a:pt x="928" y="15499"/>
                  </a:lnTo>
                  <a:lnTo>
                    <a:pt x="37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6" name="Google Shape;3306;p4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_1_1_1">
    <p:spTree>
      <p:nvGrpSpPr>
        <p:cNvPr id="3307" name="Shape 3307"/>
        <p:cNvGrpSpPr/>
        <p:nvPr/>
      </p:nvGrpSpPr>
      <p:grpSpPr>
        <a:xfrm>
          <a:off x="0" y="0"/>
          <a:ext cx="0" cy="0"/>
          <a:chOff x="0" y="0"/>
          <a:chExt cx="0" cy="0"/>
        </a:xfrm>
      </p:grpSpPr>
      <p:sp>
        <p:nvSpPr>
          <p:cNvPr id="3308" name="Google Shape;3308;p48"/>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8"/>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8"/>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311" name="Google Shape;3311;p48"/>
          <p:cNvGrpSpPr/>
          <p:nvPr/>
        </p:nvGrpSpPr>
        <p:grpSpPr>
          <a:xfrm>
            <a:off x="2936544" y="-329546"/>
            <a:ext cx="2934233" cy="708308"/>
            <a:chOff x="2375925" y="3297600"/>
            <a:chExt cx="735950" cy="177650"/>
          </a:xfrm>
        </p:grpSpPr>
        <p:sp>
          <p:nvSpPr>
            <p:cNvPr id="3312" name="Google Shape;3312;p48"/>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8"/>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8"/>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8"/>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8"/>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8"/>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8" name="Google Shape;3318;p48"/>
          <p:cNvSpPr/>
          <p:nvPr/>
        </p:nvSpPr>
        <p:spPr>
          <a:xfrm>
            <a:off x="11970243" y="4035430"/>
            <a:ext cx="62146" cy="493896"/>
          </a:xfrm>
          <a:custGeom>
            <a:rect b="b" l="l" r="r" t="t"/>
            <a:pathLst>
              <a:path extrusionOk="0" h="5601" w="661">
                <a:moveTo>
                  <a:pt x="0" y="1"/>
                </a:moveTo>
                <a:lnTo>
                  <a:pt x="436" y="5600"/>
                </a:lnTo>
                <a:lnTo>
                  <a:pt x="660" y="5600"/>
                </a:lnTo>
                <a:lnTo>
                  <a:pt x="0" y="1"/>
                </a:lnTo>
                <a:close/>
              </a:path>
            </a:pathLst>
          </a:custGeom>
          <a:solidFill>
            <a:srgbClr val="F3D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8"/>
          <p:cNvSpPr/>
          <p:nvPr/>
        </p:nvSpPr>
        <p:spPr>
          <a:xfrm>
            <a:off x="11329514" y="2816165"/>
            <a:ext cx="188787" cy="1537242"/>
          </a:xfrm>
          <a:custGeom>
            <a:rect b="b" l="l" r="r" t="t"/>
            <a:pathLst>
              <a:path extrusionOk="0" h="17433" w="2008">
                <a:moveTo>
                  <a:pt x="0" y="0"/>
                </a:moveTo>
                <a:lnTo>
                  <a:pt x="1387" y="17433"/>
                </a:lnTo>
                <a:lnTo>
                  <a:pt x="2008" y="17433"/>
                </a:lnTo>
                <a:lnTo>
                  <a:pt x="200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8"/>
          <p:cNvSpPr/>
          <p:nvPr/>
        </p:nvSpPr>
        <p:spPr>
          <a:xfrm>
            <a:off x="11869644" y="2847557"/>
            <a:ext cx="199975" cy="1681769"/>
          </a:xfrm>
          <a:custGeom>
            <a:rect b="b" l="l" r="r" t="t"/>
            <a:pathLst>
              <a:path extrusionOk="0" h="19072" w="2127">
                <a:moveTo>
                  <a:pt x="0" y="1"/>
                </a:moveTo>
                <a:lnTo>
                  <a:pt x="1506" y="19071"/>
                </a:lnTo>
                <a:lnTo>
                  <a:pt x="2127" y="19071"/>
                </a:lnTo>
                <a:lnTo>
                  <a:pt x="21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1" name="Google Shape;3321;p48"/>
          <p:cNvGrpSpPr/>
          <p:nvPr/>
        </p:nvGrpSpPr>
        <p:grpSpPr>
          <a:xfrm>
            <a:off x="8593699" y="2276906"/>
            <a:ext cx="3589118" cy="2553555"/>
            <a:chOff x="8600374" y="2054956"/>
            <a:chExt cx="3589118" cy="2553555"/>
          </a:xfrm>
        </p:grpSpPr>
        <p:sp>
          <p:nvSpPr>
            <p:cNvPr id="3322" name="Google Shape;3322;p48"/>
            <p:cNvSpPr/>
            <p:nvPr/>
          </p:nvSpPr>
          <p:spPr>
            <a:xfrm>
              <a:off x="9146709" y="2750912"/>
              <a:ext cx="308001" cy="11728"/>
            </a:xfrm>
            <a:custGeom>
              <a:rect b="b" l="l" r="r" t="t"/>
              <a:pathLst>
                <a:path extrusionOk="0" h="133" w="3276">
                  <a:moveTo>
                    <a:pt x="132" y="1"/>
                  </a:moveTo>
                  <a:lnTo>
                    <a:pt x="0" y="133"/>
                  </a:lnTo>
                  <a:lnTo>
                    <a:pt x="3276" y="133"/>
                  </a:lnTo>
                  <a:lnTo>
                    <a:pt x="3144" y="1"/>
                  </a:lnTo>
                  <a:close/>
                </a:path>
              </a:pathLst>
            </a:custGeom>
            <a:solidFill>
              <a:srgbClr val="1A2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3" name="Google Shape;3323;p48"/>
            <p:cNvGrpSpPr/>
            <p:nvPr/>
          </p:nvGrpSpPr>
          <p:grpSpPr>
            <a:xfrm>
              <a:off x="8664966" y="2054956"/>
              <a:ext cx="697711" cy="684965"/>
              <a:chOff x="9012641" y="2066194"/>
              <a:chExt cx="697711" cy="684965"/>
            </a:xfrm>
          </p:grpSpPr>
          <p:grpSp>
            <p:nvGrpSpPr>
              <p:cNvPr id="3324" name="Google Shape;3324;p48"/>
              <p:cNvGrpSpPr/>
              <p:nvPr/>
            </p:nvGrpSpPr>
            <p:grpSpPr>
              <a:xfrm flipH="1">
                <a:off x="9380483" y="2392372"/>
                <a:ext cx="329869" cy="358787"/>
                <a:chOff x="7482936" y="3436295"/>
                <a:chExt cx="450871" cy="522861"/>
              </a:xfrm>
            </p:grpSpPr>
            <p:sp>
              <p:nvSpPr>
                <p:cNvPr id="3325" name="Google Shape;3325;p48"/>
                <p:cNvSpPr/>
                <p:nvPr/>
              </p:nvSpPr>
              <p:spPr>
                <a:xfrm>
                  <a:off x="7482936" y="3607177"/>
                  <a:ext cx="450871" cy="351978"/>
                </a:xfrm>
                <a:custGeom>
                  <a:rect b="b" l="l" r="r" t="t"/>
                  <a:pathLst>
                    <a:path extrusionOk="0" h="2826" w="3620">
                      <a:moveTo>
                        <a:pt x="2354" y="0"/>
                      </a:moveTo>
                      <a:cubicBezTo>
                        <a:pt x="2124" y="0"/>
                        <a:pt x="1897" y="66"/>
                        <a:pt x="1691" y="187"/>
                      </a:cubicBezTo>
                      <a:cubicBezTo>
                        <a:pt x="1691" y="187"/>
                        <a:pt x="1383" y="38"/>
                        <a:pt x="1031" y="38"/>
                      </a:cubicBezTo>
                      <a:cubicBezTo>
                        <a:pt x="719" y="38"/>
                        <a:pt x="371" y="155"/>
                        <a:pt x="172" y="596"/>
                      </a:cubicBezTo>
                      <a:cubicBezTo>
                        <a:pt x="1" y="966"/>
                        <a:pt x="14" y="1402"/>
                        <a:pt x="185" y="1771"/>
                      </a:cubicBezTo>
                      <a:cubicBezTo>
                        <a:pt x="344" y="2115"/>
                        <a:pt x="568" y="2419"/>
                        <a:pt x="833" y="2683"/>
                      </a:cubicBezTo>
                      <a:cubicBezTo>
                        <a:pt x="833" y="2683"/>
                        <a:pt x="1189" y="2825"/>
                        <a:pt x="1626" y="2825"/>
                      </a:cubicBezTo>
                      <a:cubicBezTo>
                        <a:pt x="1917" y="2825"/>
                        <a:pt x="2243" y="2762"/>
                        <a:pt x="2523" y="2551"/>
                      </a:cubicBezTo>
                      <a:cubicBezTo>
                        <a:pt x="3619" y="1719"/>
                        <a:pt x="3553" y="913"/>
                        <a:pt x="3131" y="372"/>
                      </a:cubicBezTo>
                      <a:cubicBezTo>
                        <a:pt x="2959" y="147"/>
                        <a:pt x="2708" y="2"/>
                        <a:pt x="2417" y="2"/>
                      </a:cubicBezTo>
                      <a:cubicBezTo>
                        <a:pt x="2396" y="1"/>
                        <a:pt x="2375" y="0"/>
                        <a:pt x="2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8"/>
                <p:cNvSpPr/>
                <p:nvPr/>
              </p:nvSpPr>
              <p:spPr>
                <a:xfrm>
                  <a:off x="7505978" y="3607302"/>
                  <a:ext cx="427829" cy="351854"/>
                </a:xfrm>
                <a:custGeom>
                  <a:rect b="b" l="l" r="r" t="t"/>
                  <a:pathLst>
                    <a:path extrusionOk="0" h="2825" w="3435">
                      <a:moveTo>
                        <a:pt x="2232" y="1"/>
                      </a:moveTo>
                      <a:cubicBezTo>
                        <a:pt x="2206" y="14"/>
                        <a:pt x="2166" y="40"/>
                        <a:pt x="2166" y="40"/>
                      </a:cubicBezTo>
                      <a:cubicBezTo>
                        <a:pt x="2166" y="40"/>
                        <a:pt x="2774" y="1044"/>
                        <a:pt x="1942" y="1757"/>
                      </a:cubicBezTo>
                      <a:cubicBezTo>
                        <a:pt x="1678" y="1979"/>
                        <a:pt x="1373" y="2055"/>
                        <a:pt x="1078" y="2055"/>
                      </a:cubicBezTo>
                      <a:cubicBezTo>
                        <a:pt x="634" y="2055"/>
                        <a:pt x="215" y="1882"/>
                        <a:pt x="0" y="1770"/>
                      </a:cubicBezTo>
                      <a:lnTo>
                        <a:pt x="0" y="1770"/>
                      </a:lnTo>
                      <a:cubicBezTo>
                        <a:pt x="159" y="2114"/>
                        <a:pt x="383" y="2418"/>
                        <a:pt x="648" y="2682"/>
                      </a:cubicBezTo>
                      <a:cubicBezTo>
                        <a:pt x="648" y="2682"/>
                        <a:pt x="1004" y="2824"/>
                        <a:pt x="1441" y="2824"/>
                      </a:cubicBezTo>
                      <a:cubicBezTo>
                        <a:pt x="1732" y="2824"/>
                        <a:pt x="2058" y="2761"/>
                        <a:pt x="2338" y="2550"/>
                      </a:cubicBezTo>
                      <a:cubicBezTo>
                        <a:pt x="3434" y="1718"/>
                        <a:pt x="3368" y="912"/>
                        <a:pt x="2946" y="371"/>
                      </a:cubicBezTo>
                      <a:cubicBezTo>
                        <a:pt x="2774" y="146"/>
                        <a:pt x="2523"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8"/>
                <p:cNvSpPr/>
                <p:nvPr/>
              </p:nvSpPr>
              <p:spPr>
                <a:xfrm>
                  <a:off x="7570121" y="3475777"/>
                  <a:ext cx="123429" cy="167893"/>
                </a:xfrm>
                <a:custGeom>
                  <a:rect b="b" l="l" r="r" t="t"/>
                  <a:pathLst>
                    <a:path extrusionOk="0" h="1348" w="991">
                      <a:moveTo>
                        <a:pt x="212" y="0"/>
                      </a:moveTo>
                      <a:lnTo>
                        <a:pt x="1" y="119"/>
                      </a:lnTo>
                      <a:cubicBezTo>
                        <a:pt x="344" y="489"/>
                        <a:pt x="634" y="885"/>
                        <a:pt x="859" y="1334"/>
                      </a:cubicBezTo>
                      <a:lnTo>
                        <a:pt x="991" y="1347"/>
                      </a:lnTo>
                      <a:cubicBezTo>
                        <a:pt x="951" y="793"/>
                        <a:pt x="212" y="0"/>
                        <a:pt x="2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8"/>
                <p:cNvSpPr/>
                <p:nvPr/>
              </p:nvSpPr>
              <p:spPr>
                <a:xfrm>
                  <a:off x="7573359" y="3436295"/>
                  <a:ext cx="238264" cy="208995"/>
                </a:xfrm>
                <a:custGeom>
                  <a:rect b="b" l="l" r="r" t="t"/>
                  <a:pathLst>
                    <a:path extrusionOk="0" h="1678" w="1913">
                      <a:moveTo>
                        <a:pt x="1718" y="0"/>
                      </a:moveTo>
                      <a:lnTo>
                        <a:pt x="1718" y="0"/>
                      </a:lnTo>
                      <a:cubicBezTo>
                        <a:pt x="1718" y="0"/>
                        <a:pt x="1718" y="0"/>
                        <a:pt x="1718" y="0"/>
                      </a:cubicBezTo>
                      <a:cubicBezTo>
                        <a:pt x="1" y="1017"/>
                        <a:pt x="991" y="1678"/>
                        <a:pt x="991" y="1678"/>
                      </a:cubicBezTo>
                      <a:cubicBezTo>
                        <a:pt x="1912" y="1585"/>
                        <a:pt x="1719" y="0"/>
                        <a:pt x="1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9" name="Google Shape;3329;p48"/>
              <p:cNvSpPr/>
              <p:nvPr/>
            </p:nvSpPr>
            <p:spPr>
              <a:xfrm>
                <a:off x="9284549" y="2583266"/>
                <a:ext cx="32326" cy="88099"/>
              </a:xfrm>
              <a:custGeom>
                <a:rect b="b" l="l" r="r" t="t"/>
                <a:pathLst>
                  <a:path extrusionOk="0" h="423" w="344">
                    <a:moveTo>
                      <a:pt x="0" y="0"/>
                    </a:moveTo>
                    <a:lnTo>
                      <a:pt x="0" y="423"/>
                    </a:lnTo>
                    <a:lnTo>
                      <a:pt x="344" y="423"/>
                    </a:lnTo>
                    <a:lnTo>
                      <a:pt x="344" y="13"/>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8"/>
              <p:cNvSpPr/>
              <p:nvPr/>
            </p:nvSpPr>
            <p:spPr>
              <a:xfrm>
                <a:off x="9159124" y="2671375"/>
                <a:ext cx="283181" cy="73731"/>
              </a:xfrm>
              <a:custGeom>
                <a:rect b="b" l="l" r="r" t="t"/>
                <a:pathLst>
                  <a:path extrusionOk="0" h="1678" w="3012">
                    <a:moveTo>
                      <a:pt x="1202" y="1"/>
                    </a:moveTo>
                    <a:lnTo>
                      <a:pt x="1202" y="1268"/>
                    </a:lnTo>
                    <a:lnTo>
                      <a:pt x="53" y="1625"/>
                    </a:lnTo>
                    <a:lnTo>
                      <a:pt x="0" y="1678"/>
                    </a:lnTo>
                    <a:lnTo>
                      <a:pt x="3012" y="1678"/>
                    </a:lnTo>
                    <a:lnTo>
                      <a:pt x="2959" y="1625"/>
                    </a:lnTo>
                    <a:lnTo>
                      <a:pt x="1810" y="1268"/>
                    </a:lnTo>
                    <a:lnTo>
                      <a:pt x="18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8"/>
              <p:cNvSpPr/>
              <p:nvPr/>
            </p:nvSpPr>
            <p:spPr>
              <a:xfrm>
                <a:off x="9177735" y="2066194"/>
                <a:ext cx="434643" cy="522996"/>
              </a:xfrm>
              <a:custGeom>
                <a:rect b="b" l="l" r="r" t="t"/>
                <a:pathLst>
                  <a:path extrusionOk="0" h="5931" w="4623">
                    <a:moveTo>
                      <a:pt x="2576" y="159"/>
                    </a:moveTo>
                    <a:cubicBezTo>
                      <a:pt x="3830" y="766"/>
                      <a:pt x="4504" y="2153"/>
                      <a:pt x="4187" y="3500"/>
                    </a:cubicBezTo>
                    <a:cubicBezTo>
                      <a:pt x="3885" y="4851"/>
                      <a:pt x="2698" y="5811"/>
                      <a:pt x="1310" y="5811"/>
                    </a:cubicBezTo>
                    <a:cubicBezTo>
                      <a:pt x="1301" y="5811"/>
                      <a:pt x="1291" y="5811"/>
                      <a:pt x="1282" y="5811"/>
                    </a:cubicBezTo>
                    <a:cubicBezTo>
                      <a:pt x="899" y="5811"/>
                      <a:pt x="516" y="5745"/>
                      <a:pt x="159" y="5587"/>
                    </a:cubicBezTo>
                    <a:lnTo>
                      <a:pt x="2576" y="159"/>
                    </a:lnTo>
                    <a:close/>
                    <a:moveTo>
                      <a:pt x="2523" y="0"/>
                    </a:moveTo>
                    <a:lnTo>
                      <a:pt x="1" y="5653"/>
                    </a:lnTo>
                    <a:lnTo>
                      <a:pt x="53" y="5679"/>
                    </a:lnTo>
                    <a:cubicBezTo>
                      <a:pt x="450" y="5851"/>
                      <a:pt x="859" y="5930"/>
                      <a:pt x="1282" y="5930"/>
                    </a:cubicBezTo>
                    <a:cubicBezTo>
                      <a:pt x="2747" y="5930"/>
                      <a:pt x="4002" y="4926"/>
                      <a:pt x="4306" y="3500"/>
                    </a:cubicBezTo>
                    <a:cubicBezTo>
                      <a:pt x="4623" y="2074"/>
                      <a:pt x="3896" y="634"/>
                      <a:pt x="2576" y="27"/>
                    </a:cubicBezTo>
                    <a:lnTo>
                      <a:pt x="25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8"/>
              <p:cNvSpPr/>
              <p:nvPr/>
            </p:nvSpPr>
            <p:spPr>
              <a:xfrm>
                <a:off x="9012641" y="2081008"/>
                <a:ext cx="572473" cy="470705"/>
              </a:xfrm>
              <a:custGeom>
                <a:rect b="b" l="l" r="r" t="t"/>
                <a:pathLst>
                  <a:path extrusionOk="0" h="5338" w="6089">
                    <a:moveTo>
                      <a:pt x="3046" y="0"/>
                    </a:moveTo>
                    <a:cubicBezTo>
                      <a:pt x="2560" y="0"/>
                      <a:pt x="2068" y="134"/>
                      <a:pt x="1624" y="414"/>
                    </a:cubicBezTo>
                    <a:cubicBezTo>
                      <a:pt x="383" y="1193"/>
                      <a:pt x="0" y="2830"/>
                      <a:pt x="779" y="4085"/>
                    </a:cubicBezTo>
                    <a:cubicBezTo>
                      <a:pt x="1283" y="4896"/>
                      <a:pt x="2151" y="5337"/>
                      <a:pt x="3041" y="5337"/>
                    </a:cubicBezTo>
                    <a:cubicBezTo>
                      <a:pt x="3528" y="5337"/>
                      <a:pt x="4020" y="5206"/>
                      <a:pt x="4464" y="4930"/>
                    </a:cubicBezTo>
                    <a:cubicBezTo>
                      <a:pt x="5705" y="4151"/>
                      <a:pt x="6088" y="2500"/>
                      <a:pt x="5309" y="1259"/>
                    </a:cubicBezTo>
                    <a:cubicBezTo>
                      <a:pt x="4805" y="447"/>
                      <a:pt x="3936" y="0"/>
                      <a:pt x="3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8"/>
              <p:cNvSpPr/>
              <p:nvPr/>
            </p:nvSpPr>
            <p:spPr>
              <a:xfrm>
                <a:off x="9145487" y="2082507"/>
                <a:ext cx="238428" cy="402983"/>
              </a:xfrm>
              <a:custGeom>
                <a:rect b="b" l="l" r="r" t="t"/>
                <a:pathLst>
                  <a:path extrusionOk="0" h="4570" w="2536">
                    <a:moveTo>
                      <a:pt x="1426" y="0"/>
                    </a:moveTo>
                    <a:cubicBezTo>
                      <a:pt x="1017" y="27"/>
                      <a:pt x="634" y="159"/>
                      <a:pt x="291" y="357"/>
                    </a:cubicBezTo>
                    <a:lnTo>
                      <a:pt x="132" y="621"/>
                    </a:lnTo>
                    <a:lnTo>
                      <a:pt x="0" y="832"/>
                    </a:lnTo>
                    <a:lnTo>
                      <a:pt x="53" y="832"/>
                    </a:lnTo>
                    <a:lnTo>
                      <a:pt x="145" y="740"/>
                    </a:lnTo>
                    <a:lnTo>
                      <a:pt x="291" y="529"/>
                    </a:lnTo>
                    <a:lnTo>
                      <a:pt x="145" y="832"/>
                    </a:lnTo>
                    <a:lnTo>
                      <a:pt x="27" y="964"/>
                    </a:lnTo>
                    <a:lnTo>
                      <a:pt x="145" y="1123"/>
                    </a:lnTo>
                    <a:lnTo>
                      <a:pt x="423" y="1413"/>
                    </a:lnTo>
                    <a:lnTo>
                      <a:pt x="489" y="1625"/>
                    </a:lnTo>
                    <a:lnTo>
                      <a:pt x="740" y="1823"/>
                    </a:lnTo>
                    <a:lnTo>
                      <a:pt x="647" y="1968"/>
                    </a:lnTo>
                    <a:lnTo>
                      <a:pt x="423" y="2100"/>
                    </a:lnTo>
                    <a:lnTo>
                      <a:pt x="264" y="2377"/>
                    </a:lnTo>
                    <a:cubicBezTo>
                      <a:pt x="264" y="2377"/>
                      <a:pt x="594" y="2932"/>
                      <a:pt x="594" y="2959"/>
                    </a:cubicBezTo>
                    <a:cubicBezTo>
                      <a:pt x="594" y="2985"/>
                      <a:pt x="528" y="3289"/>
                      <a:pt x="528" y="3289"/>
                    </a:cubicBezTo>
                    <a:lnTo>
                      <a:pt x="304" y="3817"/>
                    </a:lnTo>
                    <a:lnTo>
                      <a:pt x="225" y="4292"/>
                    </a:lnTo>
                    <a:lnTo>
                      <a:pt x="330" y="4570"/>
                    </a:lnTo>
                    <a:lnTo>
                      <a:pt x="423" y="4517"/>
                    </a:lnTo>
                    <a:lnTo>
                      <a:pt x="489" y="4306"/>
                    </a:lnTo>
                    <a:lnTo>
                      <a:pt x="687" y="4094"/>
                    </a:lnTo>
                    <a:lnTo>
                      <a:pt x="1308" y="3936"/>
                    </a:lnTo>
                    <a:lnTo>
                      <a:pt x="1519" y="3685"/>
                    </a:lnTo>
                    <a:lnTo>
                      <a:pt x="1743" y="3685"/>
                    </a:lnTo>
                    <a:lnTo>
                      <a:pt x="2113" y="3487"/>
                    </a:lnTo>
                    <a:lnTo>
                      <a:pt x="2179" y="3342"/>
                    </a:lnTo>
                    <a:lnTo>
                      <a:pt x="2443" y="3223"/>
                    </a:lnTo>
                    <a:lnTo>
                      <a:pt x="2536" y="3104"/>
                    </a:lnTo>
                    <a:lnTo>
                      <a:pt x="2113" y="2853"/>
                    </a:lnTo>
                    <a:lnTo>
                      <a:pt x="2087" y="2708"/>
                    </a:lnTo>
                    <a:lnTo>
                      <a:pt x="1875" y="2668"/>
                    </a:lnTo>
                    <a:lnTo>
                      <a:pt x="1875" y="2404"/>
                    </a:lnTo>
                    <a:lnTo>
                      <a:pt x="1638" y="2259"/>
                    </a:lnTo>
                    <a:lnTo>
                      <a:pt x="1374" y="1876"/>
                    </a:lnTo>
                    <a:lnTo>
                      <a:pt x="1057" y="1691"/>
                    </a:lnTo>
                    <a:lnTo>
                      <a:pt x="740" y="1744"/>
                    </a:lnTo>
                    <a:lnTo>
                      <a:pt x="594" y="1638"/>
                    </a:lnTo>
                    <a:lnTo>
                      <a:pt x="568" y="1479"/>
                    </a:lnTo>
                    <a:lnTo>
                      <a:pt x="634" y="1400"/>
                    </a:lnTo>
                    <a:lnTo>
                      <a:pt x="634" y="1308"/>
                    </a:lnTo>
                    <a:lnTo>
                      <a:pt x="515" y="1189"/>
                    </a:lnTo>
                    <a:lnTo>
                      <a:pt x="727" y="1083"/>
                    </a:lnTo>
                    <a:lnTo>
                      <a:pt x="594" y="1057"/>
                    </a:lnTo>
                    <a:lnTo>
                      <a:pt x="423" y="1123"/>
                    </a:lnTo>
                    <a:lnTo>
                      <a:pt x="330" y="1057"/>
                    </a:lnTo>
                    <a:lnTo>
                      <a:pt x="489" y="819"/>
                    </a:lnTo>
                    <a:lnTo>
                      <a:pt x="660" y="727"/>
                    </a:lnTo>
                    <a:lnTo>
                      <a:pt x="872" y="740"/>
                    </a:lnTo>
                    <a:lnTo>
                      <a:pt x="1017" y="793"/>
                    </a:lnTo>
                    <a:lnTo>
                      <a:pt x="1004" y="938"/>
                    </a:lnTo>
                    <a:lnTo>
                      <a:pt x="951" y="1096"/>
                    </a:lnTo>
                    <a:lnTo>
                      <a:pt x="1096" y="1096"/>
                    </a:lnTo>
                    <a:lnTo>
                      <a:pt x="1202" y="819"/>
                    </a:lnTo>
                    <a:lnTo>
                      <a:pt x="1479" y="740"/>
                    </a:lnTo>
                    <a:lnTo>
                      <a:pt x="1651" y="608"/>
                    </a:lnTo>
                    <a:lnTo>
                      <a:pt x="1809" y="647"/>
                    </a:lnTo>
                    <a:lnTo>
                      <a:pt x="1994" y="542"/>
                    </a:lnTo>
                    <a:lnTo>
                      <a:pt x="1994" y="423"/>
                    </a:lnTo>
                    <a:lnTo>
                      <a:pt x="1598" y="423"/>
                    </a:lnTo>
                    <a:lnTo>
                      <a:pt x="1321" y="251"/>
                    </a:lnTo>
                    <a:lnTo>
                      <a:pt x="1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8"/>
              <p:cNvSpPr/>
              <p:nvPr/>
            </p:nvSpPr>
            <p:spPr>
              <a:xfrm>
                <a:off x="9228599" y="2188500"/>
                <a:ext cx="56034" cy="31480"/>
              </a:xfrm>
              <a:custGeom>
                <a:rect b="b" l="l" r="r" t="t"/>
                <a:pathLst>
                  <a:path extrusionOk="0" h="357" w="596">
                    <a:moveTo>
                      <a:pt x="1" y="0"/>
                    </a:moveTo>
                    <a:lnTo>
                      <a:pt x="173" y="145"/>
                    </a:lnTo>
                    <a:lnTo>
                      <a:pt x="331" y="238"/>
                    </a:lnTo>
                    <a:lnTo>
                      <a:pt x="503" y="357"/>
                    </a:lnTo>
                    <a:lnTo>
                      <a:pt x="595" y="357"/>
                    </a:lnTo>
                    <a:lnTo>
                      <a:pt x="384" y="198"/>
                    </a:lnTo>
                    <a:lnTo>
                      <a:pt x="1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8"/>
              <p:cNvSpPr/>
              <p:nvPr/>
            </p:nvSpPr>
            <p:spPr>
              <a:xfrm>
                <a:off x="9291967" y="2082507"/>
                <a:ext cx="86966" cy="55994"/>
              </a:xfrm>
              <a:custGeom>
                <a:rect b="b" l="l" r="r" t="t"/>
                <a:pathLst>
                  <a:path extrusionOk="0" h="635" w="925">
                    <a:moveTo>
                      <a:pt x="1" y="0"/>
                    </a:moveTo>
                    <a:lnTo>
                      <a:pt x="1" y="132"/>
                    </a:lnTo>
                    <a:lnTo>
                      <a:pt x="93" y="238"/>
                    </a:lnTo>
                    <a:lnTo>
                      <a:pt x="133" y="357"/>
                    </a:lnTo>
                    <a:lnTo>
                      <a:pt x="516" y="397"/>
                    </a:lnTo>
                    <a:lnTo>
                      <a:pt x="753" y="476"/>
                    </a:lnTo>
                    <a:lnTo>
                      <a:pt x="872" y="634"/>
                    </a:lnTo>
                    <a:lnTo>
                      <a:pt x="925" y="595"/>
                    </a:lnTo>
                    <a:lnTo>
                      <a:pt x="925" y="357"/>
                    </a:lnTo>
                    <a:lnTo>
                      <a:pt x="793" y="264"/>
                    </a:lnTo>
                    <a:lnTo>
                      <a:pt x="727" y="159"/>
                    </a:lnTo>
                    <a:lnTo>
                      <a:pt x="634" y="159"/>
                    </a:lnTo>
                    <a:lnTo>
                      <a:pt x="463" y="278"/>
                    </a:lnTo>
                    <a:lnTo>
                      <a:pt x="317" y="278"/>
                    </a:lnTo>
                    <a:lnTo>
                      <a:pt x="357" y="198"/>
                    </a:lnTo>
                    <a:lnTo>
                      <a:pt x="291" y="80"/>
                    </a:lnTo>
                    <a:lnTo>
                      <a:pt x="502" y="80"/>
                    </a:lnTo>
                    <a:lnTo>
                      <a:pt x="555" y="40"/>
                    </a:lnTo>
                    <a:cubicBezTo>
                      <a:pt x="397" y="14"/>
                      <a:pt x="238" y="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8"/>
              <p:cNvSpPr/>
              <p:nvPr/>
            </p:nvSpPr>
            <p:spPr>
              <a:xfrm>
                <a:off x="9501814" y="2201286"/>
                <a:ext cx="27359" cy="44355"/>
              </a:xfrm>
              <a:custGeom>
                <a:rect b="b" l="l" r="r" t="t"/>
                <a:pathLst>
                  <a:path extrusionOk="0" h="503" w="291">
                    <a:moveTo>
                      <a:pt x="159" y="0"/>
                    </a:moveTo>
                    <a:lnTo>
                      <a:pt x="106" y="40"/>
                    </a:lnTo>
                    <a:lnTo>
                      <a:pt x="66" y="159"/>
                    </a:lnTo>
                    <a:lnTo>
                      <a:pt x="0" y="212"/>
                    </a:lnTo>
                    <a:lnTo>
                      <a:pt x="132" y="502"/>
                    </a:lnTo>
                    <a:lnTo>
                      <a:pt x="185" y="502"/>
                    </a:lnTo>
                    <a:lnTo>
                      <a:pt x="185" y="370"/>
                    </a:lnTo>
                    <a:lnTo>
                      <a:pt x="291" y="251"/>
                    </a:lnTo>
                    <a:cubicBezTo>
                      <a:pt x="251" y="172"/>
                      <a:pt x="212" y="80"/>
                      <a:pt x="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8"/>
              <p:cNvSpPr/>
              <p:nvPr/>
            </p:nvSpPr>
            <p:spPr>
              <a:xfrm>
                <a:off x="9473232" y="2248991"/>
                <a:ext cx="77094" cy="230679"/>
              </a:xfrm>
              <a:custGeom>
                <a:rect b="b" l="l" r="r" t="t"/>
                <a:pathLst>
                  <a:path extrusionOk="0" h="2616" w="820">
                    <a:moveTo>
                      <a:pt x="489" y="1"/>
                    </a:moveTo>
                    <a:lnTo>
                      <a:pt x="304" y="146"/>
                    </a:lnTo>
                    <a:lnTo>
                      <a:pt x="146" y="265"/>
                    </a:lnTo>
                    <a:lnTo>
                      <a:pt x="146" y="331"/>
                    </a:lnTo>
                    <a:lnTo>
                      <a:pt x="1" y="476"/>
                    </a:lnTo>
                    <a:lnTo>
                      <a:pt x="67" y="899"/>
                    </a:lnTo>
                    <a:lnTo>
                      <a:pt x="120" y="1229"/>
                    </a:lnTo>
                    <a:lnTo>
                      <a:pt x="304" y="1335"/>
                    </a:lnTo>
                    <a:lnTo>
                      <a:pt x="529" y="1388"/>
                    </a:lnTo>
                    <a:lnTo>
                      <a:pt x="582" y="1559"/>
                    </a:lnTo>
                    <a:lnTo>
                      <a:pt x="489" y="2048"/>
                    </a:lnTo>
                    <a:lnTo>
                      <a:pt x="133" y="2391"/>
                    </a:lnTo>
                    <a:lnTo>
                      <a:pt x="80" y="2616"/>
                    </a:lnTo>
                    <a:cubicBezTo>
                      <a:pt x="555" y="2114"/>
                      <a:pt x="819" y="1454"/>
                      <a:pt x="819" y="767"/>
                    </a:cubicBezTo>
                    <a:cubicBezTo>
                      <a:pt x="819" y="529"/>
                      <a:pt x="780" y="291"/>
                      <a:pt x="727" y="67"/>
                    </a:cubicBezTo>
                    <a:lnTo>
                      <a:pt x="5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8" name="Google Shape;3338;p48"/>
            <p:cNvSpPr/>
            <p:nvPr/>
          </p:nvSpPr>
          <p:spPr>
            <a:xfrm>
              <a:off x="8698434" y="4349880"/>
              <a:ext cx="3491058" cy="258632"/>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8"/>
            <p:cNvSpPr/>
            <p:nvPr/>
          </p:nvSpPr>
          <p:spPr>
            <a:xfrm>
              <a:off x="8677900" y="2798700"/>
              <a:ext cx="869973" cy="1368377"/>
            </a:xfrm>
            <a:custGeom>
              <a:rect b="b" l="l" r="r" t="t"/>
              <a:pathLst>
                <a:path extrusionOk="0" h="15518" w="9457">
                  <a:moveTo>
                    <a:pt x="317" y="0"/>
                  </a:moveTo>
                  <a:lnTo>
                    <a:pt x="0" y="13497"/>
                  </a:lnTo>
                  <a:lnTo>
                    <a:pt x="9284" y="15518"/>
                  </a:lnTo>
                  <a:lnTo>
                    <a:pt x="9456" y="30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8"/>
            <p:cNvSpPr/>
            <p:nvPr/>
          </p:nvSpPr>
          <p:spPr>
            <a:xfrm>
              <a:off x="9506796" y="2847557"/>
              <a:ext cx="2562823" cy="1285753"/>
            </a:xfrm>
            <a:custGeom>
              <a:rect b="b" l="l" r="r" t="t"/>
              <a:pathLst>
                <a:path extrusionOk="0" h="14581" w="27259">
                  <a:moveTo>
                    <a:pt x="0" y="1"/>
                  </a:moveTo>
                  <a:lnTo>
                    <a:pt x="0" y="14581"/>
                  </a:lnTo>
                  <a:lnTo>
                    <a:pt x="27259" y="13432"/>
                  </a:lnTo>
                  <a:lnTo>
                    <a:pt x="272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8"/>
            <p:cNvSpPr/>
            <p:nvPr/>
          </p:nvSpPr>
          <p:spPr>
            <a:xfrm>
              <a:off x="9506796" y="2847557"/>
              <a:ext cx="196215" cy="1733002"/>
            </a:xfrm>
            <a:custGeom>
              <a:rect b="b" l="l" r="r" t="t"/>
              <a:pathLst>
                <a:path extrusionOk="0" h="19653" w="2087">
                  <a:moveTo>
                    <a:pt x="0" y="1"/>
                  </a:moveTo>
                  <a:lnTo>
                    <a:pt x="0" y="19652"/>
                  </a:lnTo>
                  <a:lnTo>
                    <a:pt x="621" y="19652"/>
                  </a:lnTo>
                  <a:lnTo>
                    <a:pt x="20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8"/>
            <p:cNvSpPr/>
            <p:nvPr/>
          </p:nvSpPr>
          <p:spPr>
            <a:xfrm>
              <a:off x="8664964" y="2761405"/>
              <a:ext cx="196215" cy="1635122"/>
            </a:xfrm>
            <a:custGeom>
              <a:rect b="b" l="l" r="r" t="t"/>
              <a:pathLst>
                <a:path extrusionOk="0" h="18543" w="2087">
                  <a:moveTo>
                    <a:pt x="0" y="1"/>
                  </a:moveTo>
                  <a:lnTo>
                    <a:pt x="0" y="18543"/>
                  </a:lnTo>
                  <a:lnTo>
                    <a:pt x="621" y="18543"/>
                  </a:lnTo>
                  <a:lnTo>
                    <a:pt x="20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8"/>
            <p:cNvSpPr/>
            <p:nvPr/>
          </p:nvSpPr>
          <p:spPr>
            <a:xfrm>
              <a:off x="8600374" y="2713700"/>
              <a:ext cx="906517" cy="133945"/>
            </a:xfrm>
            <a:custGeom>
              <a:rect b="b" l="l" r="r" t="t"/>
              <a:pathLst>
                <a:path extrusionOk="0" h="1519" w="9642">
                  <a:moveTo>
                    <a:pt x="0" y="0"/>
                  </a:moveTo>
                  <a:lnTo>
                    <a:pt x="0" y="898"/>
                  </a:lnTo>
                  <a:lnTo>
                    <a:pt x="9641" y="1519"/>
                  </a:lnTo>
                  <a:lnTo>
                    <a:pt x="9641" y="370"/>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8"/>
            <p:cNvSpPr/>
            <p:nvPr/>
          </p:nvSpPr>
          <p:spPr>
            <a:xfrm>
              <a:off x="9506796" y="2745092"/>
              <a:ext cx="2672071" cy="102553"/>
            </a:xfrm>
            <a:custGeom>
              <a:rect b="b" l="l" r="r" t="t"/>
              <a:pathLst>
                <a:path extrusionOk="0" h="1163" w="28421">
                  <a:moveTo>
                    <a:pt x="0" y="1"/>
                  </a:moveTo>
                  <a:lnTo>
                    <a:pt x="0" y="1163"/>
                  </a:lnTo>
                  <a:lnTo>
                    <a:pt x="28421" y="1163"/>
                  </a:lnTo>
                  <a:lnTo>
                    <a:pt x="284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8"/>
            <p:cNvSpPr/>
            <p:nvPr/>
          </p:nvSpPr>
          <p:spPr>
            <a:xfrm>
              <a:off x="9506796" y="2847557"/>
              <a:ext cx="2562823" cy="617348"/>
            </a:xfrm>
            <a:custGeom>
              <a:rect b="b" l="l" r="r" t="t"/>
              <a:pathLst>
                <a:path extrusionOk="0" h="7001" w="27259">
                  <a:moveTo>
                    <a:pt x="0" y="1"/>
                  </a:moveTo>
                  <a:lnTo>
                    <a:pt x="0" y="1401"/>
                  </a:lnTo>
                  <a:lnTo>
                    <a:pt x="27259" y="7000"/>
                  </a:lnTo>
                  <a:lnTo>
                    <a:pt x="272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8"/>
            <p:cNvSpPr/>
            <p:nvPr/>
          </p:nvSpPr>
          <p:spPr>
            <a:xfrm>
              <a:off x="8698434" y="3980670"/>
              <a:ext cx="59701" cy="415857"/>
            </a:xfrm>
            <a:custGeom>
              <a:rect b="b" l="l" r="r" t="t"/>
              <a:pathLst>
                <a:path extrusionOk="0" h="4716" w="635">
                  <a:moveTo>
                    <a:pt x="635" y="1"/>
                  </a:moveTo>
                  <a:lnTo>
                    <a:pt x="1" y="4716"/>
                  </a:lnTo>
                  <a:lnTo>
                    <a:pt x="265" y="4716"/>
                  </a:lnTo>
                  <a:lnTo>
                    <a:pt x="6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8"/>
            <p:cNvSpPr/>
            <p:nvPr/>
          </p:nvSpPr>
          <p:spPr>
            <a:xfrm>
              <a:off x="9545250" y="4231101"/>
              <a:ext cx="49735" cy="349457"/>
            </a:xfrm>
            <a:custGeom>
              <a:rect b="b" l="l" r="r" t="t"/>
              <a:pathLst>
                <a:path extrusionOk="0" h="3963" w="529">
                  <a:moveTo>
                    <a:pt x="529" y="0"/>
                  </a:moveTo>
                  <a:lnTo>
                    <a:pt x="1" y="3962"/>
                  </a:lnTo>
                  <a:lnTo>
                    <a:pt x="212" y="3962"/>
                  </a:lnTo>
                  <a:lnTo>
                    <a:pt x="52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8"/>
            <p:cNvSpPr/>
            <p:nvPr/>
          </p:nvSpPr>
          <p:spPr>
            <a:xfrm>
              <a:off x="8664964" y="2796324"/>
              <a:ext cx="841927" cy="174773"/>
            </a:xfrm>
            <a:custGeom>
              <a:rect b="b" l="l" r="r" t="t"/>
              <a:pathLst>
                <a:path extrusionOk="0" h="1982" w="8955">
                  <a:moveTo>
                    <a:pt x="0" y="1"/>
                  </a:moveTo>
                  <a:lnTo>
                    <a:pt x="0" y="331"/>
                  </a:lnTo>
                  <a:lnTo>
                    <a:pt x="8954" y="1982"/>
                  </a:lnTo>
                  <a:lnTo>
                    <a:pt x="8954" y="582"/>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48"/>
          <p:cNvGrpSpPr/>
          <p:nvPr/>
        </p:nvGrpSpPr>
        <p:grpSpPr>
          <a:xfrm>
            <a:off x="-656555" y="2994141"/>
            <a:ext cx="1133441" cy="1842956"/>
            <a:chOff x="-668855" y="2961316"/>
            <a:chExt cx="1133441" cy="1842956"/>
          </a:xfrm>
        </p:grpSpPr>
        <p:sp>
          <p:nvSpPr>
            <p:cNvPr id="3350" name="Google Shape;3350;p48"/>
            <p:cNvSpPr/>
            <p:nvPr/>
          </p:nvSpPr>
          <p:spPr>
            <a:xfrm>
              <a:off x="-481719" y="4765328"/>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1" name="Google Shape;3351;p48"/>
            <p:cNvGrpSpPr/>
            <p:nvPr/>
          </p:nvGrpSpPr>
          <p:grpSpPr>
            <a:xfrm>
              <a:off x="-668855" y="2961316"/>
              <a:ext cx="1133441" cy="1830531"/>
              <a:chOff x="-668855" y="2961316"/>
              <a:chExt cx="1133441" cy="1830531"/>
            </a:xfrm>
          </p:grpSpPr>
          <p:sp>
            <p:nvSpPr>
              <p:cNvPr id="3352" name="Google Shape;3352;p48"/>
              <p:cNvSpPr/>
              <p:nvPr/>
            </p:nvSpPr>
            <p:spPr>
              <a:xfrm>
                <a:off x="-548811" y="3395139"/>
                <a:ext cx="107706" cy="494274"/>
              </a:xfrm>
              <a:custGeom>
                <a:rect b="b" l="l" r="r" t="t"/>
                <a:pathLst>
                  <a:path extrusionOk="0" h="11537" w="2514">
                    <a:moveTo>
                      <a:pt x="1" y="0"/>
                    </a:moveTo>
                    <a:lnTo>
                      <a:pt x="967" y="11537"/>
                    </a:lnTo>
                    <a:lnTo>
                      <a:pt x="2069"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8"/>
              <p:cNvSpPr/>
              <p:nvPr/>
            </p:nvSpPr>
            <p:spPr>
              <a:xfrm>
                <a:off x="-538014" y="3531721"/>
                <a:ext cx="91940" cy="45584"/>
              </a:xfrm>
              <a:custGeom>
                <a:rect b="b" l="l" r="r" t="t"/>
                <a:pathLst>
                  <a:path extrusionOk="0" h="1064" w="2146">
                    <a:moveTo>
                      <a:pt x="0" y="1"/>
                    </a:moveTo>
                    <a:lnTo>
                      <a:pt x="77" y="1064"/>
                    </a:lnTo>
                    <a:lnTo>
                      <a:pt x="2126" y="542"/>
                    </a:lnTo>
                    <a:lnTo>
                      <a:pt x="21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48"/>
              <p:cNvGrpSpPr/>
              <p:nvPr/>
            </p:nvGrpSpPr>
            <p:grpSpPr>
              <a:xfrm>
                <a:off x="-668855" y="2961316"/>
                <a:ext cx="1133441" cy="1830531"/>
                <a:chOff x="4722745" y="2927241"/>
                <a:chExt cx="1133441" cy="1830531"/>
              </a:xfrm>
            </p:grpSpPr>
            <p:sp>
              <p:nvSpPr>
                <p:cNvPr id="3355" name="Google Shape;3355;p48"/>
                <p:cNvSpPr/>
                <p:nvPr/>
              </p:nvSpPr>
              <p:spPr>
                <a:xfrm>
                  <a:off x="4841975" y="3361878"/>
                  <a:ext cx="53853" cy="494317"/>
                </a:xfrm>
                <a:custGeom>
                  <a:rect b="b" l="l" r="r" t="t"/>
                  <a:pathLst>
                    <a:path extrusionOk="0" h="11538" w="1257">
                      <a:moveTo>
                        <a:pt x="1" y="1"/>
                      </a:moveTo>
                      <a:lnTo>
                        <a:pt x="967" y="11537"/>
                      </a:lnTo>
                      <a:lnTo>
                        <a:pt x="1257"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8"/>
                <p:cNvSpPr/>
                <p:nvPr/>
              </p:nvSpPr>
              <p:spPr>
                <a:xfrm>
                  <a:off x="5523343" y="3361064"/>
                  <a:ext cx="107663" cy="494274"/>
                </a:xfrm>
                <a:custGeom>
                  <a:rect b="b" l="l" r="r" t="t"/>
                  <a:pathLst>
                    <a:path extrusionOk="0" h="11537" w="2513">
                      <a:moveTo>
                        <a:pt x="1" y="0"/>
                      </a:moveTo>
                      <a:lnTo>
                        <a:pt x="967" y="11537"/>
                      </a:lnTo>
                      <a:lnTo>
                        <a:pt x="2068"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8"/>
                <p:cNvSpPr/>
                <p:nvPr/>
              </p:nvSpPr>
              <p:spPr>
                <a:xfrm>
                  <a:off x="5522529" y="3361878"/>
                  <a:ext cx="53853" cy="494317"/>
                </a:xfrm>
                <a:custGeom>
                  <a:rect b="b" l="l" r="r" t="t"/>
                  <a:pathLst>
                    <a:path extrusionOk="0" h="11538" w="1257">
                      <a:moveTo>
                        <a:pt x="0" y="1"/>
                      </a:moveTo>
                      <a:lnTo>
                        <a:pt x="966" y="11537"/>
                      </a:lnTo>
                      <a:lnTo>
                        <a:pt x="1256"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8"/>
                <p:cNvSpPr/>
                <p:nvPr/>
              </p:nvSpPr>
              <p:spPr>
                <a:xfrm>
                  <a:off x="5534096" y="3497646"/>
                  <a:ext cx="91940" cy="45584"/>
                </a:xfrm>
                <a:custGeom>
                  <a:rect b="b" l="l" r="r" t="t"/>
                  <a:pathLst>
                    <a:path extrusionOk="0" h="1064" w="2146">
                      <a:moveTo>
                        <a:pt x="1" y="1"/>
                      </a:moveTo>
                      <a:lnTo>
                        <a:pt x="78" y="1064"/>
                      </a:lnTo>
                      <a:lnTo>
                        <a:pt x="2126" y="542"/>
                      </a:lnTo>
                      <a:lnTo>
                        <a:pt x="21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8"/>
                <p:cNvSpPr/>
                <p:nvPr/>
              </p:nvSpPr>
              <p:spPr>
                <a:xfrm>
                  <a:off x="5441385" y="3919045"/>
                  <a:ext cx="108477" cy="837057"/>
                </a:xfrm>
                <a:custGeom>
                  <a:rect b="b" l="l" r="r" t="t"/>
                  <a:pathLst>
                    <a:path extrusionOk="0" h="19538" w="2532">
                      <a:moveTo>
                        <a:pt x="0" y="1"/>
                      </a:moveTo>
                      <a:lnTo>
                        <a:pt x="967" y="19538"/>
                      </a:lnTo>
                      <a:lnTo>
                        <a:pt x="2087" y="19538"/>
                      </a:lnTo>
                      <a:lnTo>
                        <a:pt x="25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8"/>
                <p:cNvSpPr/>
                <p:nvPr/>
              </p:nvSpPr>
              <p:spPr>
                <a:xfrm>
                  <a:off x="5441385" y="3919902"/>
                  <a:ext cx="53039" cy="837871"/>
                </a:xfrm>
                <a:custGeom>
                  <a:rect b="b" l="l" r="r" t="t"/>
                  <a:pathLst>
                    <a:path extrusionOk="0" h="19557" w="1238">
                      <a:moveTo>
                        <a:pt x="0" y="0"/>
                      </a:moveTo>
                      <a:lnTo>
                        <a:pt x="947" y="19556"/>
                      </a:lnTo>
                      <a:lnTo>
                        <a:pt x="123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8"/>
                <p:cNvSpPr/>
                <p:nvPr/>
              </p:nvSpPr>
              <p:spPr>
                <a:xfrm>
                  <a:off x="4869309" y="3919045"/>
                  <a:ext cx="107663" cy="837057"/>
                </a:xfrm>
                <a:custGeom>
                  <a:rect b="b" l="l" r="r" t="t"/>
                  <a:pathLst>
                    <a:path extrusionOk="0" h="19538" w="2513">
                      <a:moveTo>
                        <a:pt x="0" y="1"/>
                      </a:moveTo>
                      <a:lnTo>
                        <a:pt x="966" y="19538"/>
                      </a:lnTo>
                      <a:lnTo>
                        <a:pt x="2068" y="19538"/>
                      </a:lnTo>
                      <a:lnTo>
                        <a:pt x="2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8"/>
                <p:cNvSpPr/>
                <p:nvPr/>
              </p:nvSpPr>
              <p:spPr>
                <a:xfrm>
                  <a:off x="4868452" y="3919902"/>
                  <a:ext cx="53853" cy="837871"/>
                </a:xfrm>
                <a:custGeom>
                  <a:rect b="b" l="l" r="r" t="t"/>
                  <a:pathLst>
                    <a:path extrusionOk="0" h="19557" w="1257">
                      <a:moveTo>
                        <a:pt x="1" y="0"/>
                      </a:moveTo>
                      <a:lnTo>
                        <a:pt x="967" y="19556"/>
                      </a:lnTo>
                      <a:lnTo>
                        <a:pt x="1257" y="19556"/>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8"/>
                <p:cNvSpPr/>
                <p:nvPr/>
              </p:nvSpPr>
              <p:spPr>
                <a:xfrm>
                  <a:off x="5036523" y="3919045"/>
                  <a:ext cx="107663" cy="837057"/>
                </a:xfrm>
                <a:custGeom>
                  <a:rect b="b" l="l" r="r" t="t"/>
                  <a:pathLst>
                    <a:path extrusionOk="0" h="19538" w="2513">
                      <a:moveTo>
                        <a:pt x="1" y="1"/>
                      </a:moveTo>
                      <a:lnTo>
                        <a:pt x="967" y="19538"/>
                      </a:lnTo>
                      <a:lnTo>
                        <a:pt x="2068"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8"/>
                <p:cNvSpPr/>
                <p:nvPr/>
              </p:nvSpPr>
              <p:spPr>
                <a:xfrm>
                  <a:off x="5035709" y="3919902"/>
                  <a:ext cx="53853" cy="837871"/>
                </a:xfrm>
                <a:custGeom>
                  <a:rect b="b" l="l" r="r" t="t"/>
                  <a:pathLst>
                    <a:path extrusionOk="0" h="19557" w="1257">
                      <a:moveTo>
                        <a:pt x="0" y="0"/>
                      </a:moveTo>
                      <a:lnTo>
                        <a:pt x="967"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8"/>
                <p:cNvSpPr/>
                <p:nvPr/>
              </p:nvSpPr>
              <p:spPr>
                <a:xfrm>
                  <a:off x="5695527" y="3919045"/>
                  <a:ext cx="107706" cy="837057"/>
                </a:xfrm>
                <a:custGeom>
                  <a:rect b="b" l="l" r="r" t="t"/>
                  <a:pathLst>
                    <a:path extrusionOk="0" h="19538" w="2514">
                      <a:moveTo>
                        <a:pt x="1" y="1"/>
                      </a:moveTo>
                      <a:lnTo>
                        <a:pt x="948" y="19538"/>
                      </a:lnTo>
                      <a:lnTo>
                        <a:pt x="2069"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8"/>
                <p:cNvSpPr/>
                <p:nvPr/>
              </p:nvSpPr>
              <p:spPr>
                <a:xfrm>
                  <a:off x="5694713" y="3919902"/>
                  <a:ext cx="53853" cy="837871"/>
                </a:xfrm>
                <a:custGeom>
                  <a:rect b="b" l="l" r="r" t="t"/>
                  <a:pathLst>
                    <a:path extrusionOk="0" h="19557" w="1257">
                      <a:moveTo>
                        <a:pt x="1" y="0"/>
                      </a:moveTo>
                      <a:lnTo>
                        <a:pt x="948"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8"/>
                <p:cNvSpPr/>
                <p:nvPr/>
              </p:nvSpPr>
              <p:spPr>
                <a:xfrm>
                  <a:off x="4722745" y="292724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8"/>
                <p:cNvSpPr/>
                <p:nvPr/>
              </p:nvSpPr>
              <p:spPr>
                <a:xfrm>
                  <a:off x="4722745" y="292724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8"/>
                <p:cNvSpPr/>
                <p:nvPr/>
              </p:nvSpPr>
              <p:spPr>
                <a:xfrm>
                  <a:off x="4776555" y="385529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0" name="Google Shape;3370;p48"/>
              <p:cNvSpPr/>
              <p:nvPr/>
            </p:nvSpPr>
            <p:spPr>
              <a:xfrm>
                <a:off x="-615045" y="3890184"/>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8"/>
              <p:cNvSpPr/>
              <p:nvPr/>
            </p:nvSpPr>
            <p:spPr>
              <a:xfrm>
                <a:off x="52270"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8"/>
              <p:cNvSpPr/>
              <p:nvPr/>
            </p:nvSpPr>
            <p:spPr>
              <a:xfrm>
                <a:off x="-520663" y="3994549"/>
                <a:ext cx="105221" cy="67091"/>
              </a:xfrm>
              <a:custGeom>
                <a:rect b="b" l="l" r="r" t="t"/>
                <a:pathLst>
                  <a:path extrusionOk="0" h="1566" w="2456">
                    <a:moveTo>
                      <a:pt x="1" y="0"/>
                    </a:moveTo>
                    <a:lnTo>
                      <a:pt x="78" y="1565"/>
                    </a:lnTo>
                    <a:lnTo>
                      <a:pt x="2436" y="1005"/>
                    </a:lnTo>
                    <a:lnTo>
                      <a:pt x="2455" y="50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8"/>
              <p:cNvSpPr/>
              <p:nvPr/>
            </p:nvSpPr>
            <p:spPr>
              <a:xfrm>
                <a:off x="-352592" y="4016056"/>
                <a:ext cx="103550" cy="45584"/>
              </a:xfrm>
              <a:custGeom>
                <a:rect b="b" l="l" r="r" t="t"/>
                <a:pathLst>
                  <a:path extrusionOk="0" h="1064" w="2417">
                    <a:moveTo>
                      <a:pt x="1" y="1"/>
                    </a:moveTo>
                    <a:lnTo>
                      <a:pt x="5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8"/>
              <p:cNvSpPr/>
              <p:nvPr/>
            </p:nvSpPr>
            <p:spPr>
              <a:xfrm>
                <a:off x="304783"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8"/>
              <p:cNvSpPr/>
              <p:nvPr/>
            </p:nvSpPr>
            <p:spPr>
              <a:xfrm>
                <a:off x="-614188" y="3971371"/>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76" name="Google Shape;3376;p4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_1_1_1_1">
    <p:spTree>
      <p:nvGrpSpPr>
        <p:cNvPr id="3377" name="Shape 3377"/>
        <p:cNvGrpSpPr/>
        <p:nvPr/>
      </p:nvGrpSpPr>
      <p:grpSpPr>
        <a:xfrm>
          <a:off x="0" y="0"/>
          <a:ext cx="0" cy="0"/>
          <a:chOff x="0" y="0"/>
          <a:chExt cx="0" cy="0"/>
        </a:xfrm>
      </p:grpSpPr>
      <p:sp>
        <p:nvSpPr>
          <p:cNvPr id="3378" name="Google Shape;3378;p49"/>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9"/>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9"/>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381" name="Google Shape;3381;p49"/>
          <p:cNvGrpSpPr/>
          <p:nvPr/>
        </p:nvGrpSpPr>
        <p:grpSpPr>
          <a:xfrm>
            <a:off x="2936544" y="-329546"/>
            <a:ext cx="2934233" cy="708308"/>
            <a:chOff x="2375925" y="3297600"/>
            <a:chExt cx="735950" cy="177650"/>
          </a:xfrm>
        </p:grpSpPr>
        <p:sp>
          <p:nvSpPr>
            <p:cNvPr id="3382" name="Google Shape;3382;p49"/>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9"/>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9"/>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9"/>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9"/>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9"/>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49"/>
          <p:cNvGrpSpPr/>
          <p:nvPr/>
        </p:nvGrpSpPr>
        <p:grpSpPr>
          <a:xfrm>
            <a:off x="-656555" y="2994141"/>
            <a:ext cx="1133441" cy="1842956"/>
            <a:chOff x="-668855" y="2961316"/>
            <a:chExt cx="1133441" cy="1842956"/>
          </a:xfrm>
        </p:grpSpPr>
        <p:sp>
          <p:nvSpPr>
            <p:cNvPr id="3389" name="Google Shape;3389;p49"/>
            <p:cNvSpPr/>
            <p:nvPr/>
          </p:nvSpPr>
          <p:spPr>
            <a:xfrm>
              <a:off x="-481719" y="4765328"/>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0" name="Google Shape;3390;p49"/>
            <p:cNvGrpSpPr/>
            <p:nvPr/>
          </p:nvGrpSpPr>
          <p:grpSpPr>
            <a:xfrm>
              <a:off x="-668855" y="2961316"/>
              <a:ext cx="1133441" cy="1830531"/>
              <a:chOff x="-668855" y="2961316"/>
              <a:chExt cx="1133441" cy="1830531"/>
            </a:xfrm>
          </p:grpSpPr>
          <p:sp>
            <p:nvSpPr>
              <p:cNvPr id="3391" name="Google Shape;3391;p49"/>
              <p:cNvSpPr/>
              <p:nvPr/>
            </p:nvSpPr>
            <p:spPr>
              <a:xfrm>
                <a:off x="-548811" y="3395139"/>
                <a:ext cx="107706" cy="494274"/>
              </a:xfrm>
              <a:custGeom>
                <a:rect b="b" l="l" r="r" t="t"/>
                <a:pathLst>
                  <a:path extrusionOk="0" h="11537" w="2514">
                    <a:moveTo>
                      <a:pt x="1" y="0"/>
                    </a:moveTo>
                    <a:lnTo>
                      <a:pt x="967" y="11537"/>
                    </a:lnTo>
                    <a:lnTo>
                      <a:pt x="2069"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9"/>
              <p:cNvSpPr/>
              <p:nvPr/>
            </p:nvSpPr>
            <p:spPr>
              <a:xfrm>
                <a:off x="-538014" y="3531721"/>
                <a:ext cx="91940" cy="45584"/>
              </a:xfrm>
              <a:custGeom>
                <a:rect b="b" l="l" r="r" t="t"/>
                <a:pathLst>
                  <a:path extrusionOk="0" h="1064" w="2146">
                    <a:moveTo>
                      <a:pt x="0" y="1"/>
                    </a:moveTo>
                    <a:lnTo>
                      <a:pt x="77" y="1064"/>
                    </a:lnTo>
                    <a:lnTo>
                      <a:pt x="2126" y="542"/>
                    </a:lnTo>
                    <a:lnTo>
                      <a:pt x="21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3" name="Google Shape;3393;p49"/>
              <p:cNvGrpSpPr/>
              <p:nvPr/>
            </p:nvGrpSpPr>
            <p:grpSpPr>
              <a:xfrm>
                <a:off x="-668855" y="2961316"/>
                <a:ext cx="1133441" cy="1830531"/>
                <a:chOff x="4722745" y="2927241"/>
                <a:chExt cx="1133441" cy="1830531"/>
              </a:xfrm>
            </p:grpSpPr>
            <p:sp>
              <p:nvSpPr>
                <p:cNvPr id="3394" name="Google Shape;3394;p49"/>
                <p:cNvSpPr/>
                <p:nvPr/>
              </p:nvSpPr>
              <p:spPr>
                <a:xfrm>
                  <a:off x="4841975" y="3361878"/>
                  <a:ext cx="53853" cy="494317"/>
                </a:xfrm>
                <a:custGeom>
                  <a:rect b="b" l="l" r="r" t="t"/>
                  <a:pathLst>
                    <a:path extrusionOk="0" h="11538" w="1257">
                      <a:moveTo>
                        <a:pt x="1" y="1"/>
                      </a:moveTo>
                      <a:lnTo>
                        <a:pt x="967" y="11537"/>
                      </a:lnTo>
                      <a:lnTo>
                        <a:pt x="1257"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9"/>
                <p:cNvSpPr/>
                <p:nvPr/>
              </p:nvSpPr>
              <p:spPr>
                <a:xfrm>
                  <a:off x="5523343" y="3361064"/>
                  <a:ext cx="107663" cy="494274"/>
                </a:xfrm>
                <a:custGeom>
                  <a:rect b="b" l="l" r="r" t="t"/>
                  <a:pathLst>
                    <a:path extrusionOk="0" h="11537" w="2513">
                      <a:moveTo>
                        <a:pt x="1" y="0"/>
                      </a:moveTo>
                      <a:lnTo>
                        <a:pt x="967" y="11537"/>
                      </a:lnTo>
                      <a:lnTo>
                        <a:pt x="2068"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9"/>
                <p:cNvSpPr/>
                <p:nvPr/>
              </p:nvSpPr>
              <p:spPr>
                <a:xfrm>
                  <a:off x="5522529" y="3361878"/>
                  <a:ext cx="53853" cy="494317"/>
                </a:xfrm>
                <a:custGeom>
                  <a:rect b="b" l="l" r="r" t="t"/>
                  <a:pathLst>
                    <a:path extrusionOk="0" h="11538" w="1257">
                      <a:moveTo>
                        <a:pt x="0" y="1"/>
                      </a:moveTo>
                      <a:lnTo>
                        <a:pt x="966" y="11537"/>
                      </a:lnTo>
                      <a:lnTo>
                        <a:pt x="1256"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9"/>
                <p:cNvSpPr/>
                <p:nvPr/>
              </p:nvSpPr>
              <p:spPr>
                <a:xfrm>
                  <a:off x="5534096" y="3497646"/>
                  <a:ext cx="91940" cy="45584"/>
                </a:xfrm>
                <a:custGeom>
                  <a:rect b="b" l="l" r="r" t="t"/>
                  <a:pathLst>
                    <a:path extrusionOk="0" h="1064" w="2146">
                      <a:moveTo>
                        <a:pt x="1" y="1"/>
                      </a:moveTo>
                      <a:lnTo>
                        <a:pt x="78" y="1064"/>
                      </a:lnTo>
                      <a:lnTo>
                        <a:pt x="2126" y="542"/>
                      </a:lnTo>
                      <a:lnTo>
                        <a:pt x="21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9"/>
                <p:cNvSpPr/>
                <p:nvPr/>
              </p:nvSpPr>
              <p:spPr>
                <a:xfrm>
                  <a:off x="5441385" y="3919045"/>
                  <a:ext cx="108477" cy="837057"/>
                </a:xfrm>
                <a:custGeom>
                  <a:rect b="b" l="l" r="r" t="t"/>
                  <a:pathLst>
                    <a:path extrusionOk="0" h="19538" w="2532">
                      <a:moveTo>
                        <a:pt x="0" y="1"/>
                      </a:moveTo>
                      <a:lnTo>
                        <a:pt x="967" y="19538"/>
                      </a:lnTo>
                      <a:lnTo>
                        <a:pt x="2087" y="19538"/>
                      </a:lnTo>
                      <a:lnTo>
                        <a:pt x="25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9"/>
                <p:cNvSpPr/>
                <p:nvPr/>
              </p:nvSpPr>
              <p:spPr>
                <a:xfrm>
                  <a:off x="5441385" y="3919902"/>
                  <a:ext cx="53039" cy="837871"/>
                </a:xfrm>
                <a:custGeom>
                  <a:rect b="b" l="l" r="r" t="t"/>
                  <a:pathLst>
                    <a:path extrusionOk="0" h="19557" w="1238">
                      <a:moveTo>
                        <a:pt x="0" y="0"/>
                      </a:moveTo>
                      <a:lnTo>
                        <a:pt x="947" y="19556"/>
                      </a:lnTo>
                      <a:lnTo>
                        <a:pt x="123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9"/>
                <p:cNvSpPr/>
                <p:nvPr/>
              </p:nvSpPr>
              <p:spPr>
                <a:xfrm>
                  <a:off x="4869309" y="3919045"/>
                  <a:ext cx="107663" cy="837057"/>
                </a:xfrm>
                <a:custGeom>
                  <a:rect b="b" l="l" r="r" t="t"/>
                  <a:pathLst>
                    <a:path extrusionOk="0" h="19538" w="2513">
                      <a:moveTo>
                        <a:pt x="0" y="1"/>
                      </a:moveTo>
                      <a:lnTo>
                        <a:pt x="966" y="19538"/>
                      </a:lnTo>
                      <a:lnTo>
                        <a:pt x="2068" y="19538"/>
                      </a:lnTo>
                      <a:lnTo>
                        <a:pt x="2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9"/>
                <p:cNvSpPr/>
                <p:nvPr/>
              </p:nvSpPr>
              <p:spPr>
                <a:xfrm>
                  <a:off x="4868452" y="3919902"/>
                  <a:ext cx="53853" cy="837871"/>
                </a:xfrm>
                <a:custGeom>
                  <a:rect b="b" l="l" r="r" t="t"/>
                  <a:pathLst>
                    <a:path extrusionOk="0" h="19557" w="1257">
                      <a:moveTo>
                        <a:pt x="1" y="0"/>
                      </a:moveTo>
                      <a:lnTo>
                        <a:pt x="967" y="19556"/>
                      </a:lnTo>
                      <a:lnTo>
                        <a:pt x="1257" y="19556"/>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9"/>
                <p:cNvSpPr/>
                <p:nvPr/>
              </p:nvSpPr>
              <p:spPr>
                <a:xfrm>
                  <a:off x="5036523" y="3919045"/>
                  <a:ext cx="107663" cy="837057"/>
                </a:xfrm>
                <a:custGeom>
                  <a:rect b="b" l="l" r="r" t="t"/>
                  <a:pathLst>
                    <a:path extrusionOk="0" h="19538" w="2513">
                      <a:moveTo>
                        <a:pt x="1" y="1"/>
                      </a:moveTo>
                      <a:lnTo>
                        <a:pt x="967" y="19538"/>
                      </a:lnTo>
                      <a:lnTo>
                        <a:pt x="2068"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9"/>
                <p:cNvSpPr/>
                <p:nvPr/>
              </p:nvSpPr>
              <p:spPr>
                <a:xfrm>
                  <a:off x="5035709" y="3919902"/>
                  <a:ext cx="53853" cy="837871"/>
                </a:xfrm>
                <a:custGeom>
                  <a:rect b="b" l="l" r="r" t="t"/>
                  <a:pathLst>
                    <a:path extrusionOk="0" h="19557" w="1257">
                      <a:moveTo>
                        <a:pt x="0" y="0"/>
                      </a:moveTo>
                      <a:lnTo>
                        <a:pt x="967"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9"/>
                <p:cNvSpPr/>
                <p:nvPr/>
              </p:nvSpPr>
              <p:spPr>
                <a:xfrm>
                  <a:off x="5695527" y="3919045"/>
                  <a:ext cx="107706" cy="837057"/>
                </a:xfrm>
                <a:custGeom>
                  <a:rect b="b" l="l" r="r" t="t"/>
                  <a:pathLst>
                    <a:path extrusionOk="0" h="19538" w="2514">
                      <a:moveTo>
                        <a:pt x="1" y="1"/>
                      </a:moveTo>
                      <a:lnTo>
                        <a:pt x="948" y="19538"/>
                      </a:lnTo>
                      <a:lnTo>
                        <a:pt x="2069"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9"/>
                <p:cNvSpPr/>
                <p:nvPr/>
              </p:nvSpPr>
              <p:spPr>
                <a:xfrm>
                  <a:off x="5694713" y="3919902"/>
                  <a:ext cx="53853" cy="837871"/>
                </a:xfrm>
                <a:custGeom>
                  <a:rect b="b" l="l" r="r" t="t"/>
                  <a:pathLst>
                    <a:path extrusionOk="0" h="19557" w="1257">
                      <a:moveTo>
                        <a:pt x="1" y="0"/>
                      </a:moveTo>
                      <a:lnTo>
                        <a:pt x="948"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9"/>
                <p:cNvSpPr/>
                <p:nvPr/>
              </p:nvSpPr>
              <p:spPr>
                <a:xfrm>
                  <a:off x="4722745" y="292724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9"/>
                <p:cNvSpPr/>
                <p:nvPr/>
              </p:nvSpPr>
              <p:spPr>
                <a:xfrm>
                  <a:off x="4722745" y="292724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9"/>
                <p:cNvSpPr/>
                <p:nvPr/>
              </p:nvSpPr>
              <p:spPr>
                <a:xfrm>
                  <a:off x="4776555" y="385529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9" name="Google Shape;3409;p49"/>
              <p:cNvSpPr/>
              <p:nvPr/>
            </p:nvSpPr>
            <p:spPr>
              <a:xfrm>
                <a:off x="-615045" y="3890184"/>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9"/>
              <p:cNvSpPr/>
              <p:nvPr/>
            </p:nvSpPr>
            <p:spPr>
              <a:xfrm>
                <a:off x="52270"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9"/>
              <p:cNvSpPr/>
              <p:nvPr/>
            </p:nvSpPr>
            <p:spPr>
              <a:xfrm>
                <a:off x="-520663" y="3994549"/>
                <a:ext cx="105221" cy="67091"/>
              </a:xfrm>
              <a:custGeom>
                <a:rect b="b" l="l" r="r" t="t"/>
                <a:pathLst>
                  <a:path extrusionOk="0" h="1566" w="2456">
                    <a:moveTo>
                      <a:pt x="1" y="0"/>
                    </a:moveTo>
                    <a:lnTo>
                      <a:pt x="78" y="1565"/>
                    </a:lnTo>
                    <a:lnTo>
                      <a:pt x="2436" y="1005"/>
                    </a:lnTo>
                    <a:lnTo>
                      <a:pt x="2455" y="50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9"/>
              <p:cNvSpPr/>
              <p:nvPr/>
            </p:nvSpPr>
            <p:spPr>
              <a:xfrm>
                <a:off x="-352592" y="4016056"/>
                <a:ext cx="103550" cy="45584"/>
              </a:xfrm>
              <a:custGeom>
                <a:rect b="b" l="l" r="r" t="t"/>
                <a:pathLst>
                  <a:path extrusionOk="0" h="1064" w="2417">
                    <a:moveTo>
                      <a:pt x="1" y="1"/>
                    </a:moveTo>
                    <a:lnTo>
                      <a:pt x="5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9"/>
              <p:cNvSpPr/>
              <p:nvPr/>
            </p:nvSpPr>
            <p:spPr>
              <a:xfrm>
                <a:off x="304783"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9"/>
              <p:cNvSpPr/>
              <p:nvPr/>
            </p:nvSpPr>
            <p:spPr>
              <a:xfrm>
                <a:off x="-614188" y="3971371"/>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5" name="Google Shape;3415;p49"/>
          <p:cNvGrpSpPr/>
          <p:nvPr/>
        </p:nvGrpSpPr>
        <p:grpSpPr>
          <a:xfrm>
            <a:off x="7738198" y="526625"/>
            <a:ext cx="1793806" cy="1146767"/>
            <a:chOff x="2413900" y="1707875"/>
            <a:chExt cx="835650" cy="534225"/>
          </a:xfrm>
        </p:grpSpPr>
        <p:sp>
          <p:nvSpPr>
            <p:cNvPr id="3416" name="Google Shape;3416;p49"/>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9"/>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9"/>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9"/>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9"/>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9"/>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9"/>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423" name="Google Shape;3423;p49"/>
            <p:cNvSpPr/>
            <p:nvPr/>
          </p:nvSpPr>
          <p:spPr>
            <a:xfrm>
              <a:off x="2455825" y="1763000"/>
              <a:ext cx="735625" cy="364200"/>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9"/>
            <p:cNvSpPr/>
            <p:nvPr/>
          </p:nvSpPr>
          <p:spPr>
            <a:xfrm>
              <a:off x="2479700" y="1827050"/>
              <a:ext cx="305325" cy="38025"/>
            </a:xfrm>
            <a:custGeom>
              <a:rect b="b" l="l" r="r" t="t"/>
              <a:pathLst>
                <a:path extrusionOk="0" h="1521" w="12213">
                  <a:moveTo>
                    <a:pt x="12120" y="1"/>
                  </a:moveTo>
                  <a:lnTo>
                    <a:pt x="115" y="1361"/>
                  </a:lnTo>
                  <a:cubicBezTo>
                    <a:pt x="1" y="1374"/>
                    <a:pt x="21" y="1520"/>
                    <a:pt x="116" y="1520"/>
                  </a:cubicBezTo>
                  <a:cubicBezTo>
                    <a:pt x="120" y="1520"/>
                    <a:pt x="124" y="1520"/>
                    <a:pt x="128" y="1519"/>
                  </a:cubicBezTo>
                  <a:lnTo>
                    <a:pt x="12133" y="172"/>
                  </a:lnTo>
                  <a:cubicBezTo>
                    <a:pt x="12186" y="159"/>
                    <a:pt x="12212" y="119"/>
                    <a:pt x="12212" y="80"/>
                  </a:cubicBezTo>
                  <a:cubicBezTo>
                    <a:pt x="12199" y="27"/>
                    <a:pt x="12159" y="1"/>
                    <a:pt x="1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9"/>
            <p:cNvSpPr/>
            <p:nvPr/>
          </p:nvSpPr>
          <p:spPr>
            <a:xfrm>
              <a:off x="2488500" y="1796350"/>
              <a:ext cx="293875" cy="67975"/>
            </a:xfrm>
            <a:custGeom>
              <a:rect b="b" l="l" r="r" t="t"/>
              <a:pathLst>
                <a:path extrusionOk="0" h="2719" w="11755">
                  <a:moveTo>
                    <a:pt x="9074" y="0"/>
                  </a:moveTo>
                  <a:cubicBezTo>
                    <a:pt x="7819" y="0"/>
                    <a:pt x="7053" y="502"/>
                    <a:pt x="6617" y="938"/>
                  </a:cubicBezTo>
                  <a:cubicBezTo>
                    <a:pt x="6380" y="1163"/>
                    <a:pt x="6195" y="1440"/>
                    <a:pt x="6036" y="1730"/>
                  </a:cubicBezTo>
                  <a:cubicBezTo>
                    <a:pt x="5851" y="1479"/>
                    <a:pt x="5640" y="1255"/>
                    <a:pt x="5376" y="1070"/>
                  </a:cubicBezTo>
                  <a:cubicBezTo>
                    <a:pt x="4848" y="701"/>
                    <a:pt x="4221" y="505"/>
                    <a:pt x="3588" y="505"/>
                  </a:cubicBezTo>
                  <a:cubicBezTo>
                    <a:pt x="3383" y="505"/>
                    <a:pt x="3176" y="526"/>
                    <a:pt x="2972" y="568"/>
                  </a:cubicBezTo>
                  <a:cubicBezTo>
                    <a:pt x="767" y="925"/>
                    <a:pt x="14" y="2589"/>
                    <a:pt x="14" y="2602"/>
                  </a:cubicBezTo>
                  <a:cubicBezTo>
                    <a:pt x="1" y="2642"/>
                    <a:pt x="14" y="2694"/>
                    <a:pt x="54" y="2708"/>
                  </a:cubicBezTo>
                  <a:cubicBezTo>
                    <a:pt x="65" y="2715"/>
                    <a:pt x="77" y="2718"/>
                    <a:pt x="89" y="2718"/>
                  </a:cubicBezTo>
                  <a:cubicBezTo>
                    <a:pt x="121" y="2718"/>
                    <a:pt x="153" y="2697"/>
                    <a:pt x="172" y="2668"/>
                  </a:cubicBezTo>
                  <a:cubicBezTo>
                    <a:pt x="172" y="2655"/>
                    <a:pt x="886" y="1070"/>
                    <a:pt x="2999" y="727"/>
                  </a:cubicBezTo>
                  <a:cubicBezTo>
                    <a:pt x="3192" y="688"/>
                    <a:pt x="3386" y="669"/>
                    <a:pt x="3580" y="669"/>
                  </a:cubicBezTo>
                  <a:cubicBezTo>
                    <a:pt x="4181" y="669"/>
                    <a:pt x="4774" y="852"/>
                    <a:pt x="5283" y="1202"/>
                  </a:cubicBezTo>
                  <a:cubicBezTo>
                    <a:pt x="5561" y="1400"/>
                    <a:pt x="5798" y="1651"/>
                    <a:pt x="5983" y="1942"/>
                  </a:cubicBezTo>
                  <a:cubicBezTo>
                    <a:pt x="6001" y="1971"/>
                    <a:pt x="6030" y="1985"/>
                    <a:pt x="6057" y="1985"/>
                  </a:cubicBezTo>
                  <a:cubicBezTo>
                    <a:pt x="6090" y="1985"/>
                    <a:pt x="6121" y="1965"/>
                    <a:pt x="6129" y="1929"/>
                  </a:cubicBezTo>
                  <a:cubicBezTo>
                    <a:pt x="6274" y="1598"/>
                    <a:pt x="6485" y="1295"/>
                    <a:pt x="6749" y="1044"/>
                  </a:cubicBezTo>
                  <a:cubicBezTo>
                    <a:pt x="7344" y="463"/>
                    <a:pt x="8123" y="172"/>
                    <a:pt x="9074" y="172"/>
                  </a:cubicBezTo>
                  <a:cubicBezTo>
                    <a:pt x="10883" y="172"/>
                    <a:pt x="11596" y="1361"/>
                    <a:pt x="11596" y="1374"/>
                  </a:cubicBezTo>
                  <a:cubicBezTo>
                    <a:pt x="11609" y="1400"/>
                    <a:pt x="11649" y="1413"/>
                    <a:pt x="11675" y="1413"/>
                  </a:cubicBezTo>
                  <a:cubicBezTo>
                    <a:pt x="11689" y="1413"/>
                    <a:pt x="11689" y="1400"/>
                    <a:pt x="11702" y="1400"/>
                  </a:cubicBezTo>
                  <a:cubicBezTo>
                    <a:pt x="11741" y="1374"/>
                    <a:pt x="11755" y="1321"/>
                    <a:pt x="11728" y="1281"/>
                  </a:cubicBezTo>
                  <a:cubicBezTo>
                    <a:pt x="11702" y="1242"/>
                    <a:pt x="10975" y="14"/>
                    <a:pt x="9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9"/>
            <p:cNvSpPr/>
            <p:nvPr/>
          </p:nvSpPr>
          <p:spPr>
            <a:xfrm>
              <a:off x="2477950" y="1846475"/>
              <a:ext cx="7600" cy="33500"/>
            </a:xfrm>
            <a:custGeom>
              <a:rect b="b" l="l" r="r" t="t"/>
              <a:pathLst>
                <a:path extrusionOk="0" h="1340" w="304">
                  <a:moveTo>
                    <a:pt x="95" y="0"/>
                  </a:moveTo>
                  <a:cubicBezTo>
                    <a:pt x="90" y="0"/>
                    <a:pt x="85" y="1"/>
                    <a:pt x="79" y="3"/>
                  </a:cubicBezTo>
                  <a:cubicBezTo>
                    <a:pt x="40" y="3"/>
                    <a:pt x="0" y="42"/>
                    <a:pt x="13" y="95"/>
                  </a:cubicBezTo>
                  <a:lnTo>
                    <a:pt x="145" y="1271"/>
                  </a:lnTo>
                  <a:cubicBezTo>
                    <a:pt x="145" y="1305"/>
                    <a:pt x="175" y="1339"/>
                    <a:pt x="217" y="1339"/>
                  </a:cubicBezTo>
                  <a:cubicBezTo>
                    <a:pt x="224" y="1339"/>
                    <a:pt x="231" y="1338"/>
                    <a:pt x="238" y="1337"/>
                  </a:cubicBezTo>
                  <a:cubicBezTo>
                    <a:pt x="278" y="1337"/>
                    <a:pt x="304" y="1297"/>
                    <a:pt x="304" y="1244"/>
                  </a:cubicBezTo>
                  <a:lnTo>
                    <a:pt x="172" y="69"/>
                  </a:lnTo>
                  <a:cubicBezTo>
                    <a:pt x="160" y="34"/>
                    <a:pt x="129" y="0"/>
                    <a:pt x="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9"/>
            <p:cNvSpPr/>
            <p:nvPr/>
          </p:nvSpPr>
          <p:spPr>
            <a:xfrm>
              <a:off x="2779050" y="1812200"/>
              <a:ext cx="7625" cy="33700"/>
            </a:xfrm>
            <a:custGeom>
              <a:rect b="b" l="l" r="r" t="t"/>
              <a:pathLst>
                <a:path extrusionOk="0" h="1348" w="305">
                  <a:moveTo>
                    <a:pt x="80" y="0"/>
                  </a:moveTo>
                  <a:cubicBezTo>
                    <a:pt x="27" y="13"/>
                    <a:pt x="1" y="53"/>
                    <a:pt x="1" y="93"/>
                  </a:cubicBezTo>
                  <a:lnTo>
                    <a:pt x="133" y="1281"/>
                  </a:lnTo>
                  <a:cubicBezTo>
                    <a:pt x="146" y="1321"/>
                    <a:pt x="185" y="1347"/>
                    <a:pt x="225" y="1347"/>
                  </a:cubicBezTo>
                  <a:cubicBezTo>
                    <a:pt x="278" y="1347"/>
                    <a:pt x="304" y="1295"/>
                    <a:pt x="304" y="1255"/>
                  </a:cubicBezTo>
                  <a:lnTo>
                    <a:pt x="172" y="80"/>
                  </a:lnTo>
                  <a:cubicBezTo>
                    <a:pt x="159" y="27"/>
                    <a:pt x="119" y="0"/>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9"/>
            <p:cNvSpPr/>
            <p:nvPr/>
          </p:nvSpPr>
          <p:spPr>
            <a:xfrm>
              <a:off x="2574350" y="1921100"/>
              <a:ext cx="244025" cy="209075"/>
            </a:xfrm>
            <a:custGeom>
              <a:rect b="b" l="l" r="r" t="t"/>
              <a:pathLst>
                <a:path extrusionOk="0" h="8363" w="9761">
                  <a:moveTo>
                    <a:pt x="5587" y="161"/>
                  </a:moveTo>
                  <a:cubicBezTo>
                    <a:pt x="7806" y="161"/>
                    <a:pt x="9615" y="1957"/>
                    <a:pt x="9615" y="4189"/>
                  </a:cubicBezTo>
                  <a:cubicBezTo>
                    <a:pt x="9615" y="6620"/>
                    <a:pt x="7625" y="8228"/>
                    <a:pt x="5553" y="8228"/>
                  </a:cubicBezTo>
                  <a:cubicBezTo>
                    <a:pt x="4563" y="8228"/>
                    <a:pt x="3554" y="7861"/>
                    <a:pt x="2734" y="7041"/>
                  </a:cubicBezTo>
                  <a:cubicBezTo>
                    <a:pt x="185" y="4506"/>
                    <a:pt x="1981" y="161"/>
                    <a:pt x="5587" y="161"/>
                  </a:cubicBezTo>
                  <a:close/>
                  <a:moveTo>
                    <a:pt x="5549" y="1"/>
                  </a:moveTo>
                  <a:cubicBezTo>
                    <a:pt x="4523" y="1"/>
                    <a:pt x="3478" y="381"/>
                    <a:pt x="2629" y="1231"/>
                  </a:cubicBezTo>
                  <a:cubicBezTo>
                    <a:pt x="1" y="3872"/>
                    <a:pt x="1863" y="8362"/>
                    <a:pt x="5587" y="8362"/>
                  </a:cubicBezTo>
                  <a:cubicBezTo>
                    <a:pt x="7885" y="8362"/>
                    <a:pt x="9760" y="6500"/>
                    <a:pt x="9760" y="4189"/>
                  </a:cubicBezTo>
                  <a:cubicBezTo>
                    <a:pt x="9760" y="1668"/>
                    <a:pt x="7697" y="1"/>
                    <a:pt x="5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9"/>
            <p:cNvSpPr/>
            <p:nvPr/>
          </p:nvSpPr>
          <p:spPr>
            <a:xfrm>
              <a:off x="2711875" y="1921650"/>
              <a:ext cx="100225" cy="105825"/>
            </a:xfrm>
            <a:custGeom>
              <a:rect b="b" l="l" r="r" t="t"/>
              <a:pathLst>
                <a:path extrusionOk="0" h="4233" w="4009">
                  <a:moveTo>
                    <a:pt x="79" y="0"/>
                  </a:moveTo>
                  <a:cubicBezTo>
                    <a:pt x="40" y="0"/>
                    <a:pt x="0" y="20"/>
                    <a:pt x="7" y="60"/>
                  </a:cubicBezTo>
                  <a:lnTo>
                    <a:pt x="7" y="4167"/>
                  </a:lnTo>
                  <a:cubicBezTo>
                    <a:pt x="7" y="4206"/>
                    <a:pt x="33" y="4233"/>
                    <a:pt x="86" y="4233"/>
                  </a:cubicBezTo>
                  <a:lnTo>
                    <a:pt x="99" y="4233"/>
                  </a:lnTo>
                  <a:lnTo>
                    <a:pt x="3955" y="2793"/>
                  </a:lnTo>
                  <a:cubicBezTo>
                    <a:pt x="3982" y="2780"/>
                    <a:pt x="4008" y="2741"/>
                    <a:pt x="3995" y="2701"/>
                  </a:cubicBezTo>
                  <a:cubicBezTo>
                    <a:pt x="3985" y="2671"/>
                    <a:pt x="3953" y="2656"/>
                    <a:pt x="3926" y="2656"/>
                  </a:cubicBezTo>
                  <a:cubicBezTo>
                    <a:pt x="3917" y="2656"/>
                    <a:pt x="3909" y="2658"/>
                    <a:pt x="3903" y="2661"/>
                  </a:cubicBezTo>
                  <a:lnTo>
                    <a:pt x="152" y="4074"/>
                  </a:lnTo>
                  <a:lnTo>
                    <a:pt x="152" y="60"/>
                  </a:lnTo>
                  <a:cubicBezTo>
                    <a:pt x="159" y="20"/>
                    <a:pt x="119"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9"/>
            <p:cNvSpPr/>
            <p:nvPr/>
          </p:nvSpPr>
          <p:spPr>
            <a:xfrm>
              <a:off x="2712625" y="2023825"/>
              <a:ext cx="32125" cy="102375"/>
            </a:xfrm>
            <a:custGeom>
              <a:rect b="b" l="l" r="r" t="t"/>
              <a:pathLst>
                <a:path extrusionOk="0" h="4095" w="1285">
                  <a:moveTo>
                    <a:pt x="92" y="1"/>
                  </a:moveTo>
                  <a:cubicBezTo>
                    <a:pt x="47" y="1"/>
                    <a:pt x="0" y="37"/>
                    <a:pt x="16" y="93"/>
                  </a:cubicBezTo>
                  <a:lnTo>
                    <a:pt x="1126" y="4042"/>
                  </a:lnTo>
                  <a:cubicBezTo>
                    <a:pt x="1139" y="4068"/>
                    <a:pt x="1165" y="4095"/>
                    <a:pt x="1205" y="4095"/>
                  </a:cubicBezTo>
                  <a:lnTo>
                    <a:pt x="1218" y="4095"/>
                  </a:lnTo>
                  <a:cubicBezTo>
                    <a:pt x="1258" y="4081"/>
                    <a:pt x="1284" y="4042"/>
                    <a:pt x="1271" y="4002"/>
                  </a:cubicBezTo>
                  <a:lnTo>
                    <a:pt x="162" y="53"/>
                  </a:lnTo>
                  <a:cubicBezTo>
                    <a:pt x="151" y="17"/>
                    <a:pt x="122"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9"/>
            <p:cNvSpPr/>
            <p:nvPr/>
          </p:nvSpPr>
          <p:spPr>
            <a:xfrm>
              <a:off x="2956025" y="1796650"/>
              <a:ext cx="141200" cy="216075"/>
            </a:xfrm>
            <a:custGeom>
              <a:rect b="b" l="l" r="r" t="t"/>
              <a:pathLst>
                <a:path extrusionOk="0" h="8643" w="5648">
                  <a:moveTo>
                    <a:pt x="5455" y="332"/>
                  </a:moveTo>
                  <a:lnTo>
                    <a:pt x="4134" y="8507"/>
                  </a:lnTo>
                  <a:lnTo>
                    <a:pt x="198" y="7873"/>
                  </a:lnTo>
                  <a:lnTo>
                    <a:pt x="5455" y="332"/>
                  </a:lnTo>
                  <a:close/>
                  <a:moveTo>
                    <a:pt x="5576" y="0"/>
                  </a:moveTo>
                  <a:cubicBezTo>
                    <a:pt x="5555" y="0"/>
                    <a:pt x="5535" y="9"/>
                    <a:pt x="5521" y="28"/>
                  </a:cubicBezTo>
                  <a:lnTo>
                    <a:pt x="27" y="7886"/>
                  </a:lnTo>
                  <a:cubicBezTo>
                    <a:pt x="0" y="7925"/>
                    <a:pt x="27" y="7978"/>
                    <a:pt x="66" y="7978"/>
                  </a:cubicBezTo>
                  <a:lnTo>
                    <a:pt x="4174" y="8639"/>
                  </a:lnTo>
                  <a:cubicBezTo>
                    <a:pt x="4181" y="8641"/>
                    <a:pt x="4188" y="8642"/>
                    <a:pt x="4194" y="8642"/>
                  </a:cubicBezTo>
                  <a:cubicBezTo>
                    <a:pt x="4226" y="8642"/>
                    <a:pt x="4253" y="8618"/>
                    <a:pt x="4253" y="8586"/>
                  </a:cubicBezTo>
                  <a:lnTo>
                    <a:pt x="5639" y="81"/>
                  </a:lnTo>
                  <a:cubicBezTo>
                    <a:pt x="5648" y="30"/>
                    <a:pt x="5612" y="0"/>
                    <a:pt x="5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9"/>
            <p:cNvSpPr/>
            <p:nvPr/>
          </p:nvSpPr>
          <p:spPr>
            <a:xfrm>
              <a:off x="3059025" y="1796675"/>
              <a:ext cx="106025" cy="232800"/>
            </a:xfrm>
            <a:custGeom>
              <a:rect b="b" l="l" r="r" t="t"/>
              <a:pathLst>
                <a:path extrusionOk="0" h="9312" w="4241">
                  <a:moveTo>
                    <a:pt x="1467" y="357"/>
                  </a:moveTo>
                  <a:lnTo>
                    <a:pt x="4082" y="9166"/>
                  </a:lnTo>
                  <a:lnTo>
                    <a:pt x="146" y="8532"/>
                  </a:lnTo>
                  <a:lnTo>
                    <a:pt x="1467" y="357"/>
                  </a:lnTo>
                  <a:close/>
                  <a:moveTo>
                    <a:pt x="1440" y="1"/>
                  </a:moveTo>
                  <a:cubicBezTo>
                    <a:pt x="1414" y="1"/>
                    <a:pt x="1387" y="27"/>
                    <a:pt x="1387" y="53"/>
                  </a:cubicBezTo>
                  <a:lnTo>
                    <a:pt x="1" y="8572"/>
                  </a:lnTo>
                  <a:cubicBezTo>
                    <a:pt x="1" y="8611"/>
                    <a:pt x="27" y="8638"/>
                    <a:pt x="54" y="8651"/>
                  </a:cubicBezTo>
                  <a:lnTo>
                    <a:pt x="4161" y="9311"/>
                  </a:lnTo>
                  <a:cubicBezTo>
                    <a:pt x="4187" y="9311"/>
                    <a:pt x="4200" y="9311"/>
                    <a:pt x="4214" y="9298"/>
                  </a:cubicBezTo>
                  <a:cubicBezTo>
                    <a:pt x="4240" y="9272"/>
                    <a:pt x="4240" y="9258"/>
                    <a:pt x="4227" y="9232"/>
                  </a:cubicBezTo>
                  <a:lnTo>
                    <a:pt x="1506" y="53"/>
                  </a:lnTo>
                  <a:cubicBezTo>
                    <a:pt x="1506" y="27"/>
                    <a:pt x="1480" y="1"/>
                    <a:pt x="14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9"/>
            <p:cNvSpPr/>
            <p:nvPr/>
          </p:nvSpPr>
          <p:spPr>
            <a:xfrm>
              <a:off x="2950400" y="2029675"/>
              <a:ext cx="208700" cy="36525"/>
            </a:xfrm>
            <a:custGeom>
              <a:rect b="b" l="l" r="r" t="t"/>
              <a:pathLst>
                <a:path extrusionOk="0" h="1461" w="8348">
                  <a:moveTo>
                    <a:pt x="60" y="1"/>
                  </a:moveTo>
                  <a:cubicBezTo>
                    <a:pt x="31" y="1"/>
                    <a:pt x="12" y="25"/>
                    <a:pt x="1" y="57"/>
                  </a:cubicBezTo>
                  <a:cubicBezTo>
                    <a:pt x="1" y="84"/>
                    <a:pt x="27" y="123"/>
                    <a:pt x="54" y="123"/>
                  </a:cubicBezTo>
                  <a:lnTo>
                    <a:pt x="8268" y="1457"/>
                  </a:lnTo>
                  <a:cubicBezTo>
                    <a:pt x="8275" y="1459"/>
                    <a:pt x="8282" y="1460"/>
                    <a:pt x="8288" y="1460"/>
                  </a:cubicBezTo>
                  <a:cubicBezTo>
                    <a:pt x="8317" y="1460"/>
                    <a:pt x="8336" y="1437"/>
                    <a:pt x="8347" y="1404"/>
                  </a:cubicBezTo>
                  <a:cubicBezTo>
                    <a:pt x="8347" y="1365"/>
                    <a:pt x="8321" y="1338"/>
                    <a:pt x="8294" y="1325"/>
                  </a:cubicBezTo>
                  <a:lnTo>
                    <a:pt x="80" y="4"/>
                  </a:lnTo>
                  <a:cubicBezTo>
                    <a:pt x="73" y="2"/>
                    <a:pt x="66"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9"/>
            <p:cNvSpPr/>
            <p:nvPr/>
          </p:nvSpPr>
          <p:spPr>
            <a:xfrm>
              <a:off x="2945775" y="2057750"/>
              <a:ext cx="209250" cy="36450"/>
            </a:xfrm>
            <a:custGeom>
              <a:rect b="b" l="l" r="r" t="t"/>
              <a:pathLst>
                <a:path extrusionOk="0" h="1458" w="8370">
                  <a:moveTo>
                    <a:pt x="60" y="0"/>
                  </a:moveTo>
                  <a:cubicBezTo>
                    <a:pt x="32" y="0"/>
                    <a:pt x="12" y="24"/>
                    <a:pt x="1" y="57"/>
                  </a:cubicBezTo>
                  <a:cubicBezTo>
                    <a:pt x="1" y="83"/>
                    <a:pt x="27" y="123"/>
                    <a:pt x="67" y="123"/>
                  </a:cubicBezTo>
                  <a:lnTo>
                    <a:pt x="8268" y="1457"/>
                  </a:lnTo>
                  <a:cubicBezTo>
                    <a:pt x="8272" y="1457"/>
                    <a:pt x="8276" y="1458"/>
                    <a:pt x="8280" y="1458"/>
                  </a:cubicBezTo>
                  <a:cubicBezTo>
                    <a:pt x="8350" y="1458"/>
                    <a:pt x="8370" y="1350"/>
                    <a:pt x="8295" y="1338"/>
                  </a:cubicBezTo>
                  <a:lnTo>
                    <a:pt x="80" y="4"/>
                  </a:lnTo>
                  <a:cubicBezTo>
                    <a:pt x="73" y="2"/>
                    <a:pt x="66" y="0"/>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9"/>
            <p:cNvSpPr/>
            <p:nvPr/>
          </p:nvSpPr>
          <p:spPr>
            <a:xfrm>
              <a:off x="2941150" y="2085900"/>
              <a:ext cx="208700" cy="36675"/>
            </a:xfrm>
            <a:custGeom>
              <a:rect b="b" l="l" r="r" t="t"/>
              <a:pathLst>
                <a:path extrusionOk="0" h="1467" w="8348">
                  <a:moveTo>
                    <a:pt x="80" y="0"/>
                  </a:moveTo>
                  <a:cubicBezTo>
                    <a:pt x="54" y="0"/>
                    <a:pt x="14" y="14"/>
                    <a:pt x="14" y="53"/>
                  </a:cubicBezTo>
                  <a:cubicBezTo>
                    <a:pt x="1" y="93"/>
                    <a:pt x="27" y="119"/>
                    <a:pt x="67" y="133"/>
                  </a:cubicBezTo>
                  <a:lnTo>
                    <a:pt x="8268" y="1466"/>
                  </a:lnTo>
                  <a:cubicBezTo>
                    <a:pt x="8308" y="1466"/>
                    <a:pt x="8334" y="1440"/>
                    <a:pt x="8348" y="1414"/>
                  </a:cubicBezTo>
                  <a:cubicBezTo>
                    <a:pt x="8348" y="1374"/>
                    <a:pt x="8321" y="1334"/>
                    <a:pt x="8295" y="1334"/>
                  </a:cubicBezTo>
                  <a:lnTo>
                    <a:pt x="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9"/>
            <p:cNvSpPr/>
            <p:nvPr/>
          </p:nvSpPr>
          <p:spPr>
            <a:xfrm>
              <a:off x="2831550" y="1781450"/>
              <a:ext cx="35350" cy="44325"/>
            </a:xfrm>
            <a:custGeom>
              <a:rect b="b" l="l" r="r" t="t"/>
              <a:pathLst>
                <a:path extrusionOk="0" h="1773" w="1414">
                  <a:moveTo>
                    <a:pt x="880" y="1"/>
                  </a:moveTo>
                  <a:cubicBezTo>
                    <a:pt x="626" y="1"/>
                    <a:pt x="370" y="293"/>
                    <a:pt x="357" y="306"/>
                  </a:cubicBezTo>
                  <a:cubicBezTo>
                    <a:pt x="318" y="344"/>
                    <a:pt x="357" y="397"/>
                    <a:pt x="402" y="397"/>
                  </a:cubicBezTo>
                  <a:cubicBezTo>
                    <a:pt x="418" y="397"/>
                    <a:pt x="435" y="390"/>
                    <a:pt x="449" y="372"/>
                  </a:cubicBezTo>
                  <a:cubicBezTo>
                    <a:pt x="513" y="308"/>
                    <a:pt x="726" y="120"/>
                    <a:pt x="883" y="120"/>
                  </a:cubicBezTo>
                  <a:cubicBezTo>
                    <a:pt x="888" y="120"/>
                    <a:pt x="893" y="120"/>
                    <a:pt x="898" y="121"/>
                  </a:cubicBezTo>
                  <a:cubicBezTo>
                    <a:pt x="978" y="134"/>
                    <a:pt x="1044" y="187"/>
                    <a:pt x="1083" y="253"/>
                  </a:cubicBezTo>
                  <a:cubicBezTo>
                    <a:pt x="1242" y="530"/>
                    <a:pt x="529" y="1191"/>
                    <a:pt x="27" y="1547"/>
                  </a:cubicBezTo>
                  <a:cubicBezTo>
                    <a:pt x="14" y="1560"/>
                    <a:pt x="0" y="1587"/>
                    <a:pt x="14" y="1613"/>
                  </a:cubicBezTo>
                  <a:cubicBezTo>
                    <a:pt x="14" y="1640"/>
                    <a:pt x="40" y="1653"/>
                    <a:pt x="53" y="1653"/>
                  </a:cubicBezTo>
                  <a:lnTo>
                    <a:pt x="1057" y="1772"/>
                  </a:lnTo>
                  <a:cubicBezTo>
                    <a:pt x="1061" y="1772"/>
                    <a:pt x="1065" y="1773"/>
                    <a:pt x="1069" y="1773"/>
                  </a:cubicBezTo>
                  <a:cubicBezTo>
                    <a:pt x="1137" y="1773"/>
                    <a:pt x="1145" y="1666"/>
                    <a:pt x="1070" y="1666"/>
                  </a:cubicBezTo>
                  <a:lnTo>
                    <a:pt x="212" y="1560"/>
                  </a:lnTo>
                  <a:cubicBezTo>
                    <a:pt x="555" y="1296"/>
                    <a:pt x="1414" y="583"/>
                    <a:pt x="1189" y="200"/>
                  </a:cubicBezTo>
                  <a:cubicBezTo>
                    <a:pt x="1136" y="95"/>
                    <a:pt x="1031" y="15"/>
                    <a:pt x="912" y="2"/>
                  </a:cubicBezTo>
                  <a:cubicBezTo>
                    <a:pt x="901" y="1"/>
                    <a:pt x="891" y="1"/>
                    <a:pt x="8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9"/>
            <p:cNvSpPr/>
            <p:nvPr/>
          </p:nvSpPr>
          <p:spPr>
            <a:xfrm>
              <a:off x="2890325" y="1788675"/>
              <a:ext cx="35350" cy="44350"/>
            </a:xfrm>
            <a:custGeom>
              <a:rect b="b" l="l" r="r" t="t"/>
              <a:pathLst>
                <a:path extrusionOk="0" h="1774" w="1414">
                  <a:moveTo>
                    <a:pt x="878" y="0"/>
                  </a:moveTo>
                  <a:cubicBezTo>
                    <a:pt x="629" y="0"/>
                    <a:pt x="382" y="282"/>
                    <a:pt x="370" y="294"/>
                  </a:cubicBezTo>
                  <a:cubicBezTo>
                    <a:pt x="344" y="321"/>
                    <a:pt x="344" y="360"/>
                    <a:pt x="370" y="373"/>
                  </a:cubicBezTo>
                  <a:cubicBezTo>
                    <a:pt x="377" y="387"/>
                    <a:pt x="390" y="393"/>
                    <a:pt x="405" y="393"/>
                  </a:cubicBezTo>
                  <a:cubicBezTo>
                    <a:pt x="419" y="393"/>
                    <a:pt x="436" y="387"/>
                    <a:pt x="449" y="373"/>
                  </a:cubicBezTo>
                  <a:cubicBezTo>
                    <a:pt x="511" y="299"/>
                    <a:pt x="713" y="120"/>
                    <a:pt x="879" y="120"/>
                  </a:cubicBezTo>
                  <a:cubicBezTo>
                    <a:pt x="890" y="120"/>
                    <a:pt x="901" y="121"/>
                    <a:pt x="911" y="122"/>
                  </a:cubicBezTo>
                  <a:cubicBezTo>
                    <a:pt x="991" y="136"/>
                    <a:pt x="1057" y="188"/>
                    <a:pt x="1083" y="255"/>
                  </a:cubicBezTo>
                  <a:cubicBezTo>
                    <a:pt x="1242" y="532"/>
                    <a:pt x="528" y="1192"/>
                    <a:pt x="40" y="1549"/>
                  </a:cubicBezTo>
                  <a:cubicBezTo>
                    <a:pt x="13" y="1562"/>
                    <a:pt x="0" y="1588"/>
                    <a:pt x="13" y="1615"/>
                  </a:cubicBezTo>
                  <a:cubicBezTo>
                    <a:pt x="13" y="1628"/>
                    <a:pt x="40" y="1654"/>
                    <a:pt x="66" y="1654"/>
                  </a:cubicBezTo>
                  <a:lnTo>
                    <a:pt x="1070" y="1773"/>
                  </a:lnTo>
                  <a:cubicBezTo>
                    <a:pt x="1136" y="1773"/>
                    <a:pt x="1149" y="1681"/>
                    <a:pt x="1083" y="1668"/>
                  </a:cubicBezTo>
                  <a:lnTo>
                    <a:pt x="225" y="1562"/>
                  </a:lnTo>
                  <a:cubicBezTo>
                    <a:pt x="555" y="1298"/>
                    <a:pt x="1413" y="585"/>
                    <a:pt x="1189" y="188"/>
                  </a:cubicBezTo>
                  <a:cubicBezTo>
                    <a:pt x="1136" y="83"/>
                    <a:pt x="1043" y="17"/>
                    <a:pt x="925" y="4"/>
                  </a:cubicBezTo>
                  <a:cubicBezTo>
                    <a:pt x="909" y="1"/>
                    <a:pt x="894" y="0"/>
                    <a:pt x="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9"/>
            <p:cNvSpPr/>
            <p:nvPr/>
          </p:nvSpPr>
          <p:spPr>
            <a:xfrm>
              <a:off x="2871175" y="1797200"/>
              <a:ext cx="12575" cy="24600"/>
            </a:xfrm>
            <a:custGeom>
              <a:rect b="b" l="l" r="r" t="t"/>
              <a:pathLst>
                <a:path extrusionOk="0" h="984" w="503">
                  <a:moveTo>
                    <a:pt x="439" y="1"/>
                  </a:moveTo>
                  <a:cubicBezTo>
                    <a:pt x="417" y="1"/>
                    <a:pt x="393" y="13"/>
                    <a:pt x="383" y="32"/>
                  </a:cubicBezTo>
                  <a:lnTo>
                    <a:pt x="13" y="904"/>
                  </a:lnTo>
                  <a:cubicBezTo>
                    <a:pt x="0" y="930"/>
                    <a:pt x="13" y="970"/>
                    <a:pt x="40" y="983"/>
                  </a:cubicBezTo>
                  <a:lnTo>
                    <a:pt x="66" y="983"/>
                  </a:lnTo>
                  <a:cubicBezTo>
                    <a:pt x="79" y="983"/>
                    <a:pt x="106" y="970"/>
                    <a:pt x="119" y="957"/>
                  </a:cubicBezTo>
                  <a:lnTo>
                    <a:pt x="489" y="85"/>
                  </a:lnTo>
                  <a:cubicBezTo>
                    <a:pt x="502" y="59"/>
                    <a:pt x="489" y="19"/>
                    <a:pt x="462" y="6"/>
                  </a:cubicBezTo>
                  <a:cubicBezTo>
                    <a:pt x="455" y="2"/>
                    <a:pt x="447" y="1"/>
                    <a:pt x="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9"/>
            <p:cNvSpPr/>
            <p:nvPr/>
          </p:nvSpPr>
          <p:spPr>
            <a:xfrm>
              <a:off x="2866225" y="1806900"/>
              <a:ext cx="22125" cy="5325"/>
            </a:xfrm>
            <a:custGeom>
              <a:rect b="b" l="l" r="r" t="t"/>
              <a:pathLst>
                <a:path extrusionOk="0" h="213" w="885">
                  <a:moveTo>
                    <a:pt x="93" y="1"/>
                  </a:moveTo>
                  <a:cubicBezTo>
                    <a:pt x="13" y="1"/>
                    <a:pt x="0" y="93"/>
                    <a:pt x="66" y="120"/>
                  </a:cubicBezTo>
                  <a:lnTo>
                    <a:pt x="819" y="212"/>
                  </a:lnTo>
                  <a:cubicBezTo>
                    <a:pt x="845" y="212"/>
                    <a:pt x="885" y="186"/>
                    <a:pt x="885" y="159"/>
                  </a:cubicBezTo>
                  <a:cubicBezTo>
                    <a:pt x="885" y="120"/>
                    <a:pt x="859" y="93"/>
                    <a:pt x="832" y="93"/>
                  </a:cubicBezTo>
                  <a:lnTo>
                    <a:pt x="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9"/>
            <p:cNvSpPr/>
            <p:nvPr/>
          </p:nvSpPr>
          <p:spPr>
            <a:xfrm>
              <a:off x="2929375" y="1807550"/>
              <a:ext cx="26575" cy="5675"/>
            </a:xfrm>
            <a:custGeom>
              <a:rect b="b" l="l" r="r" t="t"/>
              <a:pathLst>
                <a:path extrusionOk="0" h="227" w="1063">
                  <a:moveTo>
                    <a:pt x="90" y="0"/>
                  </a:moveTo>
                  <a:cubicBezTo>
                    <a:pt x="9" y="0"/>
                    <a:pt x="1" y="120"/>
                    <a:pt x="89" y="120"/>
                  </a:cubicBezTo>
                  <a:lnTo>
                    <a:pt x="974" y="226"/>
                  </a:lnTo>
                  <a:cubicBezTo>
                    <a:pt x="978" y="227"/>
                    <a:pt x="982" y="227"/>
                    <a:pt x="986" y="227"/>
                  </a:cubicBezTo>
                  <a:cubicBezTo>
                    <a:pt x="1054" y="227"/>
                    <a:pt x="1062" y="120"/>
                    <a:pt x="987" y="120"/>
                  </a:cubicBezTo>
                  <a:lnTo>
                    <a:pt x="102" y="1"/>
                  </a:lnTo>
                  <a:cubicBezTo>
                    <a:pt x="98" y="1"/>
                    <a:pt x="94" y="0"/>
                    <a:pt x="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9"/>
            <p:cNvSpPr/>
            <p:nvPr/>
          </p:nvSpPr>
          <p:spPr>
            <a:xfrm>
              <a:off x="2926625" y="1818125"/>
              <a:ext cx="25450" cy="5650"/>
            </a:xfrm>
            <a:custGeom>
              <a:rect b="b" l="l" r="r" t="t"/>
              <a:pathLst>
                <a:path extrusionOk="0" h="226" w="1018">
                  <a:moveTo>
                    <a:pt x="80" y="1"/>
                  </a:moveTo>
                  <a:cubicBezTo>
                    <a:pt x="41" y="1"/>
                    <a:pt x="14" y="27"/>
                    <a:pt x="14" y="54"/>
                  </a:cubicBezTo>
                  <a:cubicBezTo>
                    <a:pt x="1" y="80"/>
                    <a:pt x="27" y="120"/>
                    <a:pt x="54" y="120"/>
                  </a:cubicBezTo>
                  <a:lnTo>
                    <a:pt x="952" y="225"/>
                  </a:lnTo>
                  <a:cubicBezTo>
                    <a:pt x="978" y="225"/>
                    <a:pt x="1005" y="212"/>
                    <a:pt x="1018" y="173"/>
                  </a:cubicBezTo>
                  <a:cubicBezTo>
                    <a:pt x="1018" y="146"/>
                    <a:pt x="991" y="120"/>
                    <a:pt x="965" y="107"/>
                  </a:cubicBez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9"/>
            <p:cNvSpPr/>
            <p:nvPr/>
          </p:nvSpPr>
          <p:spPr>
            <a:xfrm>
              <a:off x="2965925" y="1800675"/>
              <a:ext cx="27000" cy="20450"/>
            </a:xfrm>
            <a:custGeom>
              <a:rect b="b" l="l" r="r" t="t"/>
              <a:pathLst>
                <a:path extrusionOk="0" h="818" w="1080">
                  <a:moveTo>
                    <a:pt x="604" y="0"/>
                  </a:moveTo>
                  <a:cubicBezTo>
                    <a:pt x="592" y="0"/>
                    <a:pt x="579" y="4"/>
                    <a:pt x="568" y="12"/>
                  </a:cubicBezTo>
                  <a:lnTo>
                    <a:pt x="27" y="593"/>
                  </a:lnTo>
                  <a:cubicBezTo>
                    <a:pt x="0" y="607"/>
                    <a:pt x="0" y="633"/>
                    <a:pt x="14" y="659"/>
                  </a:cubicBezTo>
                  <a:cubicBezTo>
                    <a:pt x="14" y="686"/>
                    <a:pt x="27" y="699"/>
                    <a:pt x="53" y="699"/>
                  </a:cubicBezTo>
                  <a:lnTo>
                    <a:pt x="1004" y="818"/>
                  </a:lnTo>
                  <a:lnTo>
                    <a:pt x="991" y="805"/>
                  </a:lnTo>
                  <a:lnTo>
                    <a:pt x="991" y="805"/>
                  </a:lnTo>
                  <a:cubicBezTo>
                    <a:pt x="995" y="805"/>
                    <a:pt x="999" y="806"/>
                    <a:pt x="1003" y="806"/>
                  </a:cubicBezTo>
                  <a:cubicBezTo>
                    <a:pt x="1071" y="806"/>
                    <a:pt x="1080" y="699"/>
                    <a:pt x="1017" y="699"/>
                  </a:cubicBezTo>
                  <a:lnTo>
                    <a:pt x="185" y="593"/>
                  </a:lnTo>
                  <a:lnTo>
                    <a:pt x="648" y="105"/>
                  </a:lnTo>
                  <a:cubicBezTo>
                    <a:pt x="689" y="52"/>
                    <a:pt x="649" y="0"/>
                    <a:pt x="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9"/>
            <p:cNvSpPr/>
            <p:nvPr/>
          </p:nvSpPr>
          <p:spPr>
            <a:xfrm>
              <a:off x="2967575" y="1799100"/>
              <a:ext cx="32050" cy="45475"/>
            </a:xfrm>
            <a:custGeom>
              <a:rect b="b" l="l" r="r" t="t"/>
              <a:pathLst>
                <a:path extrusionOk="0" h="1819" w="1282">
                  <a:moveTo>
                    <a:pt x="1218" y="1"/>
                  </a:moveTo>
                  <a:cubicBezTo>
                    <a:pt x="1200" y="1"/>
                    <a:pt x="1184" y="7"/>
                    <a:pt x="1176" y="22"/>
                  </a:cubicBezTo>
                  <a:lnTo>
                    <a:pt x="14" y="1726"/>
                  </a:lnTo>
                  <a:cubicBezTo>
                    <a:pt x="1" y="1752"/>
                    <a:pt x="1" y="1792"/>
                    <a:pt x="27" y="1805"/>
                  </a:cubicBezTo>
                  <a:cubicBezTo>
                    <a:pt x="40" y="1805"/>
                    <a:pt x="53" y="1819"/>
                    <a:pt x="53" y="1819"/>
                  </a:cubicBezTo>
                  <a:cubicBezTo>
                    <a:pt x="80" y="1819"/>
                    <a:pt x="93" y="1805"/>
                    <a:pt x="106" y="1792"/>
                  </a:cubicBezTo>
                  <a:lnTo>
                    <a:pt x="1268" y="88"/>
                  </a:lnTo>
                  <a:cubicBezTo>
                    <a:pt x="1282" y="62"/>
                    <a:pt x="1282" y="36"/>
                    <a:pt x="1255" y="9"/>
                  </a:cubicBezTo>
                  <a:cubicBezTo>
                    <a:pt x="1244" y="4"/>
                    <a:pt x="1231" y="1"/>
                    <a:pt x="12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49"/>
          <p:cNvGrpSpPr/>
          <p:nvPr/>
        </p:nvGrpSpPr>
        <p:grpSpPr>
          <a:xfrm>
            <a:off x="8505100" y="2272600"/>
            <a:ext cx="1174850" cy="2506000"/>
            <a:chOff x="8505100" y="2272600"/>
            <a:chExt cx="1174850" cy="2506000"/>
          </a:xfrm>
        </p:grpSpPr>
        <p:sp>
          <p:nvSpPr>
            <p:cNvPr id="3445" name="Google Shape;3445;p49"/>
            <p:cNvSpPr/>
            <p:nvPr/>
          </p:nvSpPr>
          <p:spPr>
            <a:xfrm>
              <a:off x="8814300" y="46652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6" name="Google Shape;3446;p49"/>
            <p:cNvGrpSpPr/>
            <p:nvPr/>
          </p:nvGrpSpPr>
          <p:grpSpPr>
            <a:xfrm>
              <a:off x="8505100" y="2272600"/>
              <a:ext cx="1174850" cy="2455800"/>
              <a:chOff x="8428900" y="2272600"/>
              <a:chExt cx="1174850" cy="2455800"/>
            </a:xfrm>
          </p:grpSpPr>
          <p:sp>
            <p:nvSpPr>
              <p:cNvPr id="3447" name="Google Shape;3447;p49"/>
              <p:cNvSpPr/>
              <p:nvPr/>
            </p:nvSpPr>
            <p:spPr>
              <a:xfrm>
                <a:off x="8818950" y="4235450"/>
                <a:ext cx="574125" cy="492950"/>
              </a:xfrm>
              <a:custGeom>
                <a:rect b="b" l="l" r="r" t="t"/>
                <a:pathLst>
                  <a:path extrusionOk="0" h="19718" w="22965">
                    <a:moveTo>
                      <a:pt x="19544" y="1"/>
                    </a:moveTo>
                    <a:cubicBezTo>
                      <a:pt x="18835" y="22"/>
                      <a:pt x="18147" y="105"/>
                      <a:pt x="17458" y="105"/>
                    </a:cubicBezTo>
                    <a:lnTo>
                      <a:pt x="5298" y="105"/>
                    </a:lnTo>
                    <a:cubicBezTo>
                      <a:pt x="4902" y="105"/>
                      <a:pt x="4318" y="147"/>
                      <a:pt x="3922" y="147"/>
                    </a:cubicBezTo>
                    <a:cubicBezTo>
                      <a:pt x="3873" y="154"/>
                      <a:pt x="3822" y="156"/>
                      <a:pt x="3768" y="156"/>
                    </a:cubicBezTo>
                    <a:cubicBezTo>
                      <a:pt x="3660" y="156"/>
                      <a:pt x="3539" y="147"/>
                      <a:pt x="3400" y="147"/>
                    </a:cubicBezTo>
                    <a:lnTo>
                      <a:pt x="3379" y="147"/>
                    </a:lnTo>
                    <a:cubicBezTo>
                      <a:pt x="3025" y="147"/>
                      <a:pt x="2608" y="126"/>
                      <a:pt x="2170" y="126"/>
                    </a:cubicBezTo>
                    <a:cubicBezTo>
                      <a:pt x="1377" y="147"/>
                      <a:pt x="584" y="293"/>
                      <a:pt x="272" y="814"/>
                    </a:cubicBezTo>
                    <a:cubicBezTo>
                      <a:pt x="0" y="1273"/>
                      <a:pt x="522" y="2962"/>
                      <a:pt x="605" y="3484"/>
                    </a:cubicBezTo>
                    <a:cubicBezTo>
                      <a:pt x="730" y="4381"/>
                      <a:pt x="856" y="5278"/>
                      <a:pt x="1002" y="6174"/>
                    </a:cubicBezTo>
                    <a:lnTo>
                      <a:pt x="1168" y="7322"/>
                    </a:lnTo>
                    <a:cubicBezTo>
                      <a:pt x="1669" y="10429"/>
                      <a:pt x="2253" y="13537"/>
                      <a:pt x="2879" y="16624"/>
                    </a:cubicBezTo>
                    <a:cubicBezTo>
                      <a:pt x="3025" y="17271"/>
                      <a:pt x="3150" y="17896"/>
                      <a:pt x="3275" y="18522"/>
                    </a:cubicBezTo>
                    <a:lnTo>
                      <a:pt x="3838" y="18689"/>
                    </a:lnTo>
                    <a:cubicBezTo>
                      <a:pt x="4422" y="18877"/>
                      <a:pt x="5006" y="19023"/>
                      <a:pt x="5590" y="19148"/>
                    </a:cubicBezTo>
                    <a:cubicBezTo>
                      <a:pt x="7319" y="19529"/>
                      <a:pt x="9078" y="19718"/>
                      <a:pt x="10836" y="19718"/>
                    </a:cubicBezTo>
                    <a:cubicBezTo>
                      <a:pt x="13406" y="19718"/>
                      <a:pt x="15974" y="19315"/>
                      <a:pt x="18439" y="18522"/>
                    </a:cubicBezTo>
                    <a:cubicBezTo>
                      <a:pt x="19169" y="15769"/>
                      <a:pt x="19919" y="12974"/>
                      <a:pt x="20670" y="10200"/>
                    </a:cubicBezTo>
                    <a:cubicBezTo>
                      <a:pt x="20775" y="9804"/>
                      <a:pt x="20879" y="9407"/>
                      <a:pt x="20983" y="9032"/>
                    </a:cubicBezTo>
                    <a:cubicBezTo>
                      <a:pt x="21129" y="8427"/>
                      <a:pt x="21296" y="7822"/>
                      <a:pt x="21442" y="7217"/>
                    </a:cubicBezTo>
                    <a:cubicBezTo>
                      <a:pt x="21755" y="6028"/>
                      <a:pt x="22068" y="4840"/>
                      <a:pt x="22422" y="3672"/>
                    </a:cubicBezTo>
                    <a:cubicBezTo>
                      <a:pt x="22777" y="2399"/>
                      <a:pt x="22965" y="522"/>
                      <a:pt x="21275" y="126"/>
                    </a:cubicBezTo>
                    <a:cubicBezTo>
                      <a:pt x="20962" y="42"/>
                      <a:pt x="20629" y="1"/>
                      <a:pt x="20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9"/>
              <p:cNvSpPr/>
              <p:nvPr/>
            </p:nvSpPr>
            <p:spPr>
              <a:xfrm>
                <a:off x="8789600" y="4236375"/>
                <a:ext cx="613900" cy="204900"/>
              </a:xfrm>
              <a:custGeom>
                <a:rect b="b" l="l" r="r" t="t"/>
                <a:pathLst>
                  <a:path extrusionOk="0" h="8196" w="24556">
                    <a:moveTo>
                      <a:pt x="21731" y="0"/>
                    </a:moveTo>
                    <a:cubicBezTo>
                      <a:pt x="21636" y="0"/>
                      <a:pt x="21542" y="2"/>
                      <a:pt x="21448" y="5"/>
                    </a:cubicBezTo>
                    <a:lnTo>
                      <a:pt x="21427" y="5"/>
                    </a:lnTo>
                    <a:cubicBezTo>
                      <a:pt x="21177" y="5"/>
                      <a:pt x="20927" y="26"/>
                      <a:pt x="20676" y="47"/>
                    </a:cubicBezTo>
                    <a:lnTo>
                      <a:pt x="20655" y="47"/>
                    </a:lnTo>
                    <a:cubicBezTo>
                      <a:pt x="20113" y="68"/>
                      <a:pt x="19571" y="110"/>
                      <a:pt x="19029" y="110"/>
                    </a:cubicBezTo>
                    <a:lnTo>
                      <a:pt x="5867" y="110"/>
                    </a:lnTo>
                    <a:cubicBezTo>
                      <a:pt x="5513" y="110"/>
                      <a:pt x="4970" y="151"/>
                      <a:pt x="4574" y="172"/>
                    </a:cubicBezTo>
                    <a:lnTo>
                      <a:pt x="4407" y="172"/>
                    </a:lnTo>
                    <a:cubicBezTo>
                      <a:pt x="4074" y="172"/>
                      <a:pt x="3719" y="151"/>
                      <a:pt x="3323" y="131"/>
                    </a:cubicBezTo>
                    <a:lnTo>
                      <a:pt x="2968" y="110"/>
                    </a:lnTo>
                    <a:cubicBezTo>
                      <a:pt x="2854" y="105"/>
                      <a:pt x="2739" y="102"/>
                      <a:pt x="2625" y="102"/>
                    </a:cubicBezTo>
                    <a:cubicBezTo>
                      <a:pt x="1279" y="102"/>
                      <a:pt x="1" y="480"/>
                      <a:pt x="423" y="2133"/>
                    </a:cubicBezTo>
                    <a:cubicBezTo>
                      <a:pt x="799" y="3614"/>
                      <a:pt x="1174" y="5095"/>
                      <a:pt x="1550" y="6575"/>
                    </a:cubicBezTo>
                    <a:cubicBezTo>
                      <a:pt x="1592" y="6742"/>
                      <a:pt x="1654" y="6909"/>
                      <a:pt x="1758" y="7034"/>
                    </a:cubicBezTo>
                    <a:cubicBezTo>
                      <a:pt x="1925" y="7180"/>
                      <a:pt x="2134" y="7264"/>
                      <a:pt x="2342" y="7306"/>
                    </a:cubicBezTo>
                    <a:cubicBezTo>
                      <a:pt x="2593" y="7368"/>
                      <a:pt x="2885" y="7389"/>
                      <a:pt x="3072" y="7431"/>
                    </a:cubicBezTo>
                    <a:cubicBezTo>
                      <a:pt x="3698" y="7556"/>
                      <a:pt x="4366" y="7660"/>
                      <a:pt x="5012" y="7764"/>
                    </a:cubicBezTo>
                    <a:cubicBezTo>
                      <a:pt x="7259" y="8043"/>
                      <a:pt x="9517" y="8196"/>
                      <a:pt x="11779" y="8196"/>
                    </a:cubicBezTo>
                    <a:cubicBezTo>
                      <a:pt x="12561" y="8196"/>
                      <a:pt x="13344" y="8177"/>
                      <a:pt x="14127" y="8140"/>
                    </a:cubicBezTo>
                    <a:cubicBezTo>
                      <a:pt x="15524" y="8098"/>
                      <a:pt x="16901" y="7994"/>
                      <a:pt x="18299" y="7848"/>
                    </a:cubicBezTo>
                    <a:cubicBezTo>
                      <a:pt x="19592" y="7702"/>
                      <a:pt x="20885" y="7514"/>
                      <a:pt x="22157" y="7243"/>
                    </a:cubicBezTo>
                    <a:cubicBezTo>
                      <a:pt x="22303" y="7222"/>
                      <a:pt x="22449" y="7201"/>
                      <a:pt x="22595" y="7201"/>
                    </a:cubicBezTo>
                    <a:cubicBezTo>
                      <a:pt x="22622" y="7203"/>
                      <a:pt x="22649" y="7204"/>
                      <a:pt x="22676" y="7204"/>
                    </a:cubicBezTo>
                    <a:cubicBezTo>
                      <a:pt x="22916" y="7204"/>
                      <a:pt x="23133" y="7120"/>
                      <a:pt x="23283" y="6951"/>
                    </a:cubicBezTo>
                    <a:cubicBezTo>
                      <a:pt x="23409" y="6784"/>
                      <a:pt x="23471" y="6596"/>
                      <a:pt x="23492" y="6388"/>
                    </a:cubicBezTo>
                    <a:lnTo>
                      <a:pt x="23555" y="6137"/>
                    </a:lnTo>
                    <a:cubicBezTo>
                      <a:pt x="23784" y="4949"/>
                      <a:pt x="24014" y="3781"/>
                      <a:pt x="24264" y="2592"/>
                    </a:cubicBezTo>
                    <a:cubicBezTo>
                      <a:pt x="24347" y="2195"/>
                      <a:pt x="24431" y="1778"/>
                      <a:pt x="24514" y="1382"/>
                    </a:cubicBezTo>
                    <a:cubicBezTo>
                      <a:pt x="24556" y="1194"/>
                      <a:pt x="24556" y="1007"/>
                      <a:pt x="24514" y="819"/>
                    </a:cubicBezTo>
                    <a:cubicBezTo>
                      <a:pt x="24389" y="485"/>
                      <a:pt x="23492" y="214"/>
                      <a:pt x="23179" y="131"/>
                    </a:cubicBezTo>
                    <a:cubicBezTo>
                      <a:pt x="22693" y="44"/>
                      <a:pt x="22206" y="0"/>
                      <a:pt x="21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9"/>
              <p:cNvSpPr/>
              <p:nvPr/>
            </p:nvSpPr>
            <p:spPr>
              <a:xfrm>
                <a:off x="8803300" y="4218250"/>
                <a:ext cx="598650" cy="78750"/>
              </a:xfrm>
              <a:custGeom>
                <a:rect b="b" l="l" r="r" t="t"/>
                <a:pathLst>
                  <a:path extrusionOk="0" h="3150" w="23946">
                    <a:moveTo>
                      <a:pt x="11347" y="0"/>
                    </a:moveTo>
                    <a:cubicBezTo>
                      <a:pt x="11013" y="0"/>
                      <a:pt x="10659" y="21"/>
                      <a:pt x="10304" y="21"/>
                    </a:cubicBezTo>
                    <a:lnTo>
                      <a:pt x="8365" y="21"/>
                    </a:lnTo>
                    <a:cubicBezTo>
                      <a:pt x="8344" y="32"/>
                      <a:pt x="8318" y="37"/>
                      <a:pt x="8292" y="37"/>
                    </a:cubicBezTo>
                    <a:cubicBezTo>
                      <a:pt x="8265" y="37"/>
                      <a:pt x="8239" y="32"/>
                      <a:pt x="8219" y="21"/>
                    </a:cubicBezTo>
                    <a:cubicBezTo>
                      <a:pt x="8198" y="32"/>
                      <a:pt x="8182" y="37"/>
                      <a:pt x="8166" y="37"/>
                    </a:cubicBezTo>
                    <a:cubicBezTo>
                      <a:pt x="8151" y="37"/>
                      <a:pt x="8135" y="32"/>
                      <a:pt x="8114" y="21"/>
                    </a:cubicBezTo>
                    <a:lnTo>
                      <a:pt x="7843" y="21"/>
                    </a:lnTo>
                    <a:cubicBezTo>
                      <a:pt x="7655" y="42"/>
                      <a:pt x="7468" y="42"/>
                      <a:pt x="7259" y="63"/>
                    </a:cubicBezTo>
                    <a:lnTo>
                      <a:pt x="6571" y="63"/>
                    </a:lnTo>
                    <a:lnTo>
                      <a:pt x="5716" y="126"/>
                    </a:lnTo>
                    <a:lnTo>
                      <a:pt x="5570" y="146"/>
                    </a:lnTo>
                    <a:lnTo>
                      <a:pt x="5403" y="167"/>
                    </a:lnTo>
                    <a:cubicBezTo>
                      <a:pt x="4402" y="251"/>
                      <a:pt x="3505" y="376"/>
                      <a:pt x="2733" y="501"/>
                    </a:cubicBezTo>
                    <a:lnTo>
                      <a:pt x="2587" y="522"/>
                    </a:lnTo>
                    <a:lnTo>
                      <a:pt x="2441" y="564"/>
                    </a:lnTo>
                    <a:cubicBezTo>
                      <a:pt x="898" y="856"/>
                      <a:pt x="1" y="1189"/>
                      <a:pt x="1" y="1586"/>
                    </a:cubicBezTo>
                    <a:cubicBezTo>
                      <a:pt x="1" y="2024"/>
                      <a:pt x="1252" y="2441"/>
                      <a:pt x="3275" y="2733"/>
                    </a:cubicBezTo>
                    <a:cubicBezTo>
                      <a:pt x="3338" y="2754"/>
                      <a:pt x="3400" y="2754"/>
                      <a:pt x="3463" y="2774"/>
                    </a:cubicBezTo>
                    <a:cubicBezTo>
                      <a:pt x="3505" y="2774"/>
                      <a:pt x="3567" y="2795"/>
                      <a:pt x="3630" y="2795"/>
                    </a:cubicBezTo>
                    <a:cubicBezTo>
                      <a:pt x="3880" y="2816"/>
                      <a:pt x="4130" y="2858"/>
                      <a:pt x="4381" y="2879"/>
                    </a:cubicBezTo>
                    <a:cubicBezTo>
                      <a:pt x="4548" y="2900"/>
                      <a:pt x="4714" y="2920"/>
                      <a:pt x="4881" y="2941"/>
                    </a:cubicBezTo>
                    <a:cubicBezTo>
                      <a:pt x="5382" y="2983"/>
                      <a:pt x="5903" y="3046"/>
                      <a:pt x="6467" y="3066"/>
                    </a:cubicBezTo>
                    <a:lnTo>
                      <a:pt x="6633" y="3087"/>
                    </a:lnTo>
                    <a:lnTo>
                      <a:pt x="6800" y="3087"/>
                    </a:lnTo>
                    <a:cubicBezTo>
                      <a:pt x="6946" y="3108"/>
                      <a:pt x="7071" y="3108"/>
                      <a:pt x="7197" y="3108"/>
                    </a:cubicBezTo>
                    <a:lnTo>
                      <a:pt x="7468" y="3129"/>
                    </a:lnTo>
                    <a:lnTo>
                      <a:pt x="9241" y="3129"/>
                    </a:lnTo>
                    <a:lnTo>
                      <a:pt x="9616" y="3150"/>
                    </a:lnTo>
                    <a:lnTo>
                      <a:pt x="10033" y="3150"/>
                    </a:lnTo>
                    <a:cubicBezTo>
                      <a:pt x="10044" y="3139"/>
                      <a:pt x="10059" y="3134"/>
                      <a:pt x="10075" y="3134"/>
                    </a:cubicBezTo>
                    <a:cubicBezTo>
                      <a:pt x="10091" y="3134"/>
                      <a:pt x="10106" y="3139"/>
                      <a:pt x="10117" y="3150"/>
                    </a:cubicBezTo>
                    <a:lnTo>
                      <a:pt x="14643" y="3150"/>
                    </a:lnTo>
                    <a:cubicBezTo>
                      <a:pt x="14789" y="3150"/>
                      <a:pt x="14914" y="3129"/>
                      <a:pt x="15060" y="3129"/>
                    </a:cubicBezTo>
                    <a:lnTo>
                      <a:pt x="15560" y="3129"/>
                    </a:lnTo>
                    <a:cubicBezTo>
                      <a:pt x="16019" y="3108"/>
                      <a:pt x="16457" y="3087"/>
                      <a:pt x="16895" y="3066"/>
                    </a:cubicBezTo>
                    <a:cubicBezTo>
                      <a:pt x="16916" y="3056"/>
                      <a:pt x="16937" y="3051"/>
                      <a:pt x="16958" y="3051"/>
                    </a:cubicBezTo>
                    <a:cubicBezTo>
                      <a:pt x="16979" y="3051"/>
                      <a:pt x="17000" y="3056"/>
                      <a:pt x="17020" y="3066"/>
                    </a:cubicBezTo>
                    <a:lnTo>
                      <a:pt x="17187" y="3046"/>
                    </a:lnTo>
                    <a:lnTo>
                      <a:pt x="17563" y="3046"/>
                    </a:lnTo>
                    <a:lnTo>
                      <a:pt x="17709" y="3025"/>
                    </a:lnTo>
                    <a:cubicBezTo>
                      <a:pt x="19002" y="2941"/>
                      <a:pt x="20316" y="2774"/>
                      <a:pt x="21588" y="2545"/>
                    </a:cubicBezTo>
                    <a:cubicBezTo>
                      <a:pt x="21651" y="2545"/>
                      <a:pt x="21713" y="2524"/>
                      <a:pt x="21755" y="2524"/>
                    </a:cubicBezTo>
                    <a:lnTo>
                      <a:pt x="21943" y="2482"/>
                    </a:lnTo>
                    <a:cubicBezTo>
                      <a:pt x="23194" y="2211"/>
                      <a:pt x="23945" y="1898"/>
                      <a:pt x="23945" y="1544"/>
                    </a:cubicBezTo>
                    <a:cubicBezTo>
                      <a:pt x="23945" y="1252"/>
                      <a:pt x="23361" y="960"/>
                      <a:pt x="22381" y="710"/>
                    </a:cubicBezTo>
                    <a:cubicBezTo>
                      <a:pt x="22339" y="710"/>
                      <a:pt x="22277" y="689"/>
                      <a:pt x="22235" y="689"/>
                    </a:cubicBezTo>
                    <a:cubicBezTo>
                      <a:pt x="22193" y="668"/>
                      <a:pt x="22131" y="668"/>
                      <a:pt x="22089" y="647"/>
                    </a:cubicBezTo>
                    <a:cubicBezTo>
                      <a:pt x="20858" y="397"/>
                      <a:pt x="19628" y="230"/>
                      <a:pt x="18397" y="126"/>
                    </a:cubicBezTo>
                    <a:cubicBezTo>
                      <a:pt x="18335" y="126"/>
                      <a:pt x="18293" y="126"/>
                      <a:pt x="18230" y="105"/>
                    </a:cubicBezTo>
                    <a:lnTo>
                      <a:pt x="17855" y="105"/>
                    </a:lnTo>
                    <a:cubicBezTo>
                      <a:pt x="17813" y="105"/>
                      <a:pt x="17751" y="105"/>
                      <a:pt x="17709" y="84"/>
                    </a:cubicBezTo>
                    <a:cubicBezTo>
                      <a:pt x="17688" y="94"/>
                      <a:pt x="17667" y="99"/>
                      <a:pt x="17649" y="99"/>
                    </a:cubicBezTo>
                    <a:cubicBezTo>
                      <a:pt x="17631" y="99"/>
                      <a:pt x="17615" y="94"/>
                      <a:pt x="17604" y="84"/>
                    </a:cubicBezTo>
                    <a:lnTo>
                      <a:pt x="17292" y="84"/>
                    </a:lnTo>
                    <a:cubicBezTo>
                      <a:pt x="16812" y="63"/>
                      <a:pt x="16311" y="21"/>
                      <a:pt x="15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9"/>
              <p:cNvSpPr/>
              <p:nvPr/>
            </p:nvSpPr>
            <p:spPr>
              <a:xfrm>
                <a:off x="8813925" y="4282750"/>
                <a:ext cx="405500" cy="41400"/>
              </a:xfrm>
              <a:custGeom>
                <a:rect b="b" l="l" r="r" t="t"/>
                <a:pathLst>
                  <a:path extrusionOk="0" h="1656" w="16220">
                    <a:moveTo>
                      <a:pt x="125" y="1"/>
                    </a:moveTo>
                    <a:cubicBezTo>
                      <a:pt x="28" y="1"/>
                      <a:pt x="1" y="159"/>
                      <a:pt x="76" y="215"/>
                    </a:cubicBezTo>
                    <a:cubicBezTo>
                      <a:pt x="493" y="486"/>
                      <a:pt x="973" y="674"/>
                      <a:pt x="1453" y="778"/>
                    </a:cubicBezTo>
                    <a:cubicBezTo>
                      <a:pt x="1953" y="904"/>
                      <a:pt x="2433" y="1008"/>
                      <a:pt x="2934" y="1112"/>
                    </a:cubicBezTo>
                    <a:cubicBezTo>
                      <a:pt x="3956" y="1300"/>
                      <a:pt x="4978" y="1425"/>
                      <a:pt x="6021" y="1508"/>
                    </a:cubicBezTo>
                    <a:cubicBezTo>
                      <a:pt x="7303" y="1608"/>
                      <a:pt x="8593" y="1656"/>
                      <a:pt x="9881" y="1656"/>
                    </a:cubicBezTo>
                    <a:cubicBezTo>
                      <a:pt x="10751" y="1656"/>
                      <a:pt x="11620" y="1634"/>
                      <a:pt x="12487" y="1592"/>
                    </a:cubicBezTo>
                    <a:cubicBezTo>
                      <a:pt x="13655" y="1529"/>
                      <a:pt x="14823" y="1467"/>
                      <a:pt x="15991" y="1383"/>
                    </a:cubicBezTo>
                    <a:cubicBezTo>
                      <a:pt x="16214" y="1363"/>
                      <a:pt x="16220" y="1007"/>
                      <a:pt x="16009" y="1007"/>
                    </a:cubicBezTo>
                    <a:cubicBezTo>
                      <a:pt x="16003" y="1007"/>
                      <a:pt x="15997" y="1007"/>
                      <a:pt x="15991" y="1008"/>
                    </a:cubicBezTo>
                    <a:cubicBezTo>
                      <a:pt x="13760" y="1142"/>
                      <a:pt x="11518" y="1289"/>
                      <a:pt x="9279" y="1289"/>
                    </a:cubicBezTo>
                    <a:cubicBezTo>
                      <a:pt x="7352" y="1289"/>
                      <a:pt x="5428" y="1180"/>
                      <a:pt x="3518" y="862"/>
                    </a:cubicBezTo>
                    <a:cubicBezTo>
                      <a:pt x="2371" y="695"/>
                      <a:pt x="1244" y="403"/>
                      <a:pt x="160" y="7"/>
                    </a:cubicBezTo>
                    <a:cubicBezTo>
                      <a:pt x="147" y="3"/>
                      <a:pt x="136"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9"/>
              <p:cNvSpPr/>
              <p:nvPr/>
            </p:nvSpPr>
            <p:spPr>
              <a:xfrm>
                <a:off x="9235575" y="4282375"/>
                <a:ext cx="150725" cy="29850"/>
              </a:xfrm>
              <a:custGeom>
                <a:rect b="b" l="l" r="r" t="t"/>
                <a:pathLst>
                  <a:path extrusionOk="0" h="1194" w="6029">
                    <a:moveTo>
                      <a:pt x="5841" y="1"/>
                    </a:moveTo>
                    <a:cubicBezTo>
                      <a:pt x="5632" y="22"/>
                      <a:pt x="5424" y="84"/>
                      <a:pt x="5236" y="189"/>
                    </a:cubicBezTo>
                    <a:cubicBezTo>
                      <a:pt x="5048" y="272"/>
                      <a:pt x="4840" y="335"/>
                      <a:pt x="4631" y="418"/>
                    </a:cubicBezTo>
                    <a:cubicBezTo>
                      <a:pt x="4214" y="543"/>
                      <a:pt x="3797" y="668"/>
                      <a:pt x="3359" y="752"/>
                    </a:cubicBezTo>
                    <a:cubicBezTo>
                      <a:pt x="2274" y="919"/>
                      <a:pt x="1190" y="1002"/>
                      <a:pt x="84" y="1023"/>
                    </a:cubicBezTo>
                    <a:cubicBezTo>
                      <a:pt x="1" y="1044"/>
                      <a:pt x="1" y="1169"/>
                      <a:pt x="84" y="1190"/>
                    </a:cubicBezTo>
                    <a:cubicBezTo>
                      <a:pt x="225" y="1192"/>
                      <a:pt x="365" y="1194"/>
                      <a:pt x="505" y="1194"/>
                    </a:cubicBezTo>
                    <a:cubicBezTo>
                      <a:pt x="1487" y="1194"/>
                      <a:pt x="2454" y="1130"/>
                      <a:pt x="3421" y="1002"/>
                    </a:cubicBezTo>
                    <a:cubicBezTo>
                      <a:pt x="3901" y="939"/>
                      <a:pt x="4360" y="835"/>
                      <a:pt x="4798" y="710"/>
                    </a:cubicBezTo>
                    <a:cubicBezTo>
                      <a:pt x="5173" y="606"/>
                      <a:pt x="5716" y="522"/>
                      <a:pt x="5966" y="209"/>
                    </a:cubicBezTo>
                    <a:cubicBezTo>
                      <a:pt x="6028" y="126"/>
                      <a:pt x="5924" y="1"/>
                      <a:pt x="5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9"/>
              <p:cNvSpPr/>
              <p:nvPr/>
            </p:nvSpPr>
            <p:spPr>
              <a:xfrm>
                <a:off x="8952425" y="4681800"/>
                <a:ext cx="277450" cy="25700"/>
              </a:xfrm>
              <a:custGeom>
                <a:rect b="b" l="l" r="r" t="t"/>
                <a:pathLst>
                  <a:path extrusionOk="0" h="1028" w="11098">
                    <a:moveTo>
                      <a:pt x="10868" y="1"/>
                    </a:moveTo>
                    <a:cubicBezTo>
                      <a:pt x="10659" y="1"/>
                      <a:pt x="10451" y="63"/>
                      <a:pt x="10242" y="147"/>
                    </a:cubicBezTo>
                    <a:cubicBezTo>
                      <a:pt x="10033" y="188"/>
                      <a:pt x="9825" y="251"/>
                      <a:pt x="9616" y="293"/>
                    </a:cubicBezTo>
                    <a:cubicBezTo>
                      <a:pt x="9178" y="397"/>
                      <a:pt x="8719" y="480"/>
                      <a:pt x="8261" y="522"/>
                    </a:cubicBezTo>
                    <a:cubicBezTo>
                      <a:pt x="7611" y="599"/>
                      <a:pt x="6950" y="642"/>
                      <a:pt x="6286" y="642"/>
                    </a:cubicBezTo>
                    <a:cubicBezTo>
                      <a:pt x="6054" y="642"/>
                      <a:pt x="5822" y="637"/>
                      <a:pt x="5591" y="626"/>
                    </a:cubicBezTo>
                    <a:cubicBezTo>
                      <a:pt x="4715" y="606"/>
                      <a:pt x="3839" y="543"/>
                      <a:pt x="2942" y="460"/>
                    </a:cubicBezTo>
                    <a:cubicBezTo>
                      <a:pt x="2024" y="376"/>
                      <a:pt x="1065" y="355"/>
                      <a:pt x="126" y="209"/>
                    </a:cubicBezTo>
                    <a:cubicBezTo>
                      <a:pt x="43" y="209"/>
                      <a:pt x="1" y="334"/>
                      <a:pt x="84" y="376"/>
                    </a:cubicBezTo>
                    <a:lnTo>
                      <a:pt x="84" y="355"/>
                    </a:lnTo>
                    <a:cubicBezTo>
                      <a:pt x="981" y="606"/>
                      <a:pt x="1899" y="772"/>
                      <a:pt x="2838" y="835"/>
                    </a:cubicBezTo>
                    <a:cubicBezTo>
                      <a:pt x="3776" y="918"/>
                      <a:pt x="4715" y="1002"/>
                      <a:pt x="5653" y="1023"/>
                    </a:cubicBezTo>
                    <a:cubicBezTo>
                      <a:pt x="5810" y="1026"/>
                      <a:pt x="5966" y="1028"/>
                      <a:pt x="6121" y="1028"/>
                    </a:cubicBezTo>
                    <a:cubicBezTo>
                      <a:pt x="6898" y="1028"/>
                      <a:pt x="7666" y="984"/>
                      <a:pt x="8448" y="898"/>
                    </a:cubicBezTo>
                    <a:cubicBezTo>
                      <a:pt x="8886" y="835"/>
                      <a:pt x="9345" y="772"/>
                      <a:pt x="9783" y="668"/>
                    </a:cubicBezTo>
                    <a:cubicBezTo>
                      <a:pt x="10159" y="585"/>
                      <a:pt x="10680" y="522"/>
                      <a:pt x="10972" y="251"/>
                    </a:cubicBezTo>
                    <a:cubicBezTo>
                      <a:pt x="11097" y="168"/>
                      <a:pt x="10993" y="1"/>
                      <a:pt x="10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9"/>
              <p:cNvSpPr/>
              <p:nvPr/>
            </p:nvSpPr>
            <p:spPr>
              <a:xfrm>
                <a:off x="8827300" y="2694875"/>
                <a:ext cx="271175" cy="222400"/>
              </a:xfrm>
              <a:custGeom>
                <a:rect b="b" l="l" r="r" t="t"/>
                <a:pathLst>
                  <a:path extrusionOk="0" h="8896" w="10847">
                    <a:moveTo>
                      <a:pt x="9220" y="1"/>
                    </a:moveTo>
                    <a:cubicBezTo>
                      <a:pt x="9158" y="1"/>
                      <a:pt x="9095" y="4"/>
                      <a:pt x="9031" y="11"/>
                    </a:cubicBezTo>
                    <a:cubicBezTo>
                      <a:pt x="8468" y="73"/>
                      <a:pt x="7905" y="261"/>
                      <a:pt x="7425" y="574"/>
                    </a:cubicBezTo>
                    <a:cubicBezTo>
                      <a:pt x="4026" y="2347"/>
                      <a:pt x="1001" y="5100"/>
                      <a:pt x="0" y="8896"/>
                    </a:cubicBezTo>
                    <a:cubicBezTo>
                      <a:pt x="918" y="8354"/>
                      <a:pt x="2023" y="8062"/>
                      <a:pt x="3004" y="7686"/>
                    </a:cubicBezTo>
                    <a:lnTo>
                      <a:pt x="5653" y="6643"/>
                    </a:lnTo>
                    <a:cubicBezTo>
                      <a:pt x="6841" y="6184"/>
                      <a:pt x="8051" y="5705"/>
                      <a:pt x="9052" y="4912"/>
                    </a:cubicBezTo>
                    <a:cubicBezTo>
                      <a:pt x="10033" y="4120"/>
                      <a:pt x="10825" y="2952"/>
                      <a:pt x="10825" y="1700"/>
                    </a:cubicBezTo>
                    <a:cubicBezTo>
                      <a:pt x="10846" y="1325"/>
                      <a:pt x="10742" y="970"/>
                      <a:pt x="10554" y="657"/>
                    </a:cubicBezTo>
                    <a:cubicBezTo>
                      <a:pt x="10238" y="229"/>
                      <a:pt x="9739" y="1"/>
                      <a:pt x="9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9"/>
              <p:cNvSpPr/>
              <p:nvPr/>
            </p:nvSpPr>
            <p:spPr>
              <a:xfrm>
                <a:off x="8821550" y="2922125"/>
                <a:ext cx="286300" cy="197975"/>
              </a:xfrm>
              <a:custGeom>
                <a:rect b="b" l="l" r="r" t="t"/>
                <a:pathLst>
                  <a:path extrusionOk="0" h="7919" w="11452">
                    <a:moveTo>
                      <a:pt x="9347" y="1"/>
                    </a:moveTo>
                    <a:cubicBezTo>
                      <a:pt x="8624" y="1"/>
                      <a:pt x="7906" y="285"/>
                      <a:pt x="7238" y="619"/>
                    </a:cubicBezTo>
                    <a:cubicBezTo>
                      <a:pt x="5549" y="1433"/>
                      <a:pt x="4026" y="2580"/>
                      <a:pt x="2754" y="3957"/>
                    </a:cubicBezTo>
                    <a:cubicBezTo>
                      <a:pt x="2274" y="4478"/>
                      <a:pt x="1" y="7648"/>
                      <a:pt x="1419" y="7899"/>
                    </a:cubicBezTo>
                    <a:cubicBezTo>
                      <a:pt x="1491" y="7912"/>
                      <a:pt x="1569" y="7919"/>
                      <a:pt x="1651" y="7919"/>
                    </a:cubicBezTo>
                    <a:cubicBezTo>
                      <a:pt x="2573" y="7919"/>
                      <a:pt x="4093" y="7122"/>
                      <a:pt x="4840" y="6835"/>
                    </a:cubicBezTo>
                    <a:cubicBezTo>
                      <a:pt x="5987" y="6397"/>
                      <a:pt x="7071" y="5875"/>
                      <a:pt x="8156" y="5291"/>
                    </a:cubicBezTo>
                    <a:cubicBezTo>
                      <a:pt x="9199" y="4728"/>
                      <a:pt x="10242" y="4040"/>
                      <a:pt x="10930" y="3060"/>
                    </a:cubicBezTo>
                    <a:cubicBezTo>
                      <a:pt x="11285" y="2622"/>
                      <a:pt x="11452" y="2038"/>
                      <a:pt x="11410" y="1454"/>
                    </a:cubicBezTo>
                    <a:cubicBezTo>
                      <a:pt x="11264" y="640"/>
                      <a:pt x="10429" y="77"/>
                      <a:pt x="9616" y="14"/>
                    </a:cubicBezTo>
                    <a:cubicBezTo>
                      <a:pt x="9526" y="5"/>
                      <a:pt x="9436"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9"/>
              <p:cNvSpPr/>
              <p:nvPr/>
            </p:nvSpPr>
            <p:spPr>
              <a:xfrm>
                <a:off x="8607250" y="2631900"/>
                <a:ext cx="211200" cy="281925"/>
              </a:xfrm>
              <a:custGeom>
                <a:rect b="b" l="l" r="r" t="t"/>
                <a:pathLst>
                  <a:path extrusionOk="0" h="11277" w="8448">
                    <a:moveTo>
                      <a:pt x="1373" y="0"/>
                    </a:moveTo>
                    <a:cubicBezTo>
                      <a:pt x="1136" y="0"/>
                      <a:pt x="905" y="59"/>
                      <a:pt x="688" y="194"/>
                    </a:cubicBezTo>
                    <a:cubicBezTo>
                      <a:pt x="230" y="527"/>
                      <a:pt x="0" y="1090"/>
                      <a:pt x="84" y="1674"/>
                    </a:cubicBezTo>
                    <a:cubicBezTo>
                      <a:pt x="167" y="2217"/>
                      <a:pt x="355" y="2759"/>
                      <a:pt x="647" y="3239"/>
                    </a:cubicBezTo>
                    <a:cubicBezTo>
                      <a:pt x="1585" y="4991"/>
                      <a:pt x="2774" y="6618"/>
                      <a:pt x="4130" y="8078"/>
                    </a:cubicBezTo>
                    <a:cubicBezTo>
                      <a:pt x="4957" y="8945"/>
                      <a:pt x="6956" y="11277"/>
                      <a:pt x="8313" y="11277"/>
                    </a:cubicBezTo>
                    <a:cubicBezTo>
                      <a:pt x="8358" y="11277"/>
                      <a:pt x="8403" y="11274"/>
                      <a:pt x="8448" y="11269"/>
                    </a:cubicBezTo>
                    <a:cubicBezTo>
                      <a:pt x="7196" y="7619"/>
                      <a:pt x="6070" y="3802"/>
                      <a:pt x="3296" y="986"/>
                    </a:cubicBezTo>
                    <a:cubicBezTo>
                      <a:pt x="2770" y="476"/>
                      <a:pt x="2050" y="0"/>
                      <a:pt x="1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9"/>
              <p:cNvSpPr/>
              <p:nvPr/>
            </p:nvSpPr>
            <p:spPr>
              <a:xfrm>
                <a:off x="8602550" y="2932225"/>
                <a:ext cx="250575" cy="190325"/>
              </a:xfrm>
              <a:custGeom>
                <a:rect b="b" l="l" r="r" t="t"/>
                <a:pathLst>
                  <a:path extrusionOk="0" h="7613" w="10023">
                    <a:moveTo>
                      <a:pt x="1795" y="1"/>
                    </a:moveTo>
                    <a:cubicBezTo>
                      <a:pt x="1272" y="1"/>
                      <a:pt x="775" y="140"/>
                      <a:pt x="438" y="528"/>
                    </a:cubicBezTo>
                    <a:cubicBezTo>
                      <a:pt x="0" y="1029"/>
                      <a:pt x="0" y="1801"/>
                      <a:pt x="272" y="2385"/>
                    </a:cubicBezTo>
                    <a:cubicBezTo>
                      <a:pt x="564" y="2969"/>
                      <a:pt x="1002" y="3490"/>
                      <a:pt x="1523" y="3886"/>
                    </a:cubicBezTo>
                    <a:cubicBezTo>
                      <a:pt x="3379" y="5409"/>
                      <a:pt x="5528" y="6556"/>
                      <a:pt x="7822" y="7244"/>
                    </a:cubicBezTo>
                    <a:cubicBezTo>
                      <a:pt x="8358" y="7410"/>
                      <a:pt x="8972" y="7612"/>
                      <a:pt x="9376" y="7612"/>
                    </a:cubicBezTo>
                    <a:cubicBezTo>
                      <a:pt x="9835" y="7612"/>
                      <a:pt x="10022" y="7350"/>
                      <a:pt x="9512" y="6473"/>
                    </a:cubicBezTo>
                    <a:cubicBezTo>
                      <a:pt x="8844" y="5284"/>
                      <a:pt x="8093" y="4178"/>
                      <a:pt x="7238" y="3135"/>
                    </a:cubicBezTo>
                    <a:cubicBezTo>
                      <a:pt x="6028" y="1759"/>
                      <a:pt x="4527" y="591"/>
                      <a:pt x="2754" y="132"/>
                    </a:cubicBezTo>
                    <a:cubicBezTo>
                      <a:pt x="2445" y="53"/>
                      <a:pt x="2115" y="1"/>
                      <a:pt x="1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9"/>
              <p:cNvSpPr/>
              <p:nvPr/>
            </p:nvSpPr>
            <p:spPr>
              <a:xfrm>
                <a:off x="8918025" y="3070050"/>
                <a:ext cx="213800" cy="264375"/>
              </a:xfrm>
              <a:custGeom>
                <a:rect b="b" l="l" r="r" t="t"/>
                <a:pathLst>
                  <a:path extrusionOk="0" h="10575" w="8552">
                    <a:moveTo>
                      <a:pt x="7280" y="0"/>
                    </a:moveTo>
                    <a:cubicBezTo>
                      <a:pt x="6195" y="0"/>
                      <a:pt x="5152" y="355"/>
                      <a:pt x="4318" y="1043"/>
                    </a:cubicBezTo>
                    <a:cubicBezTo>
                      <a:pt x="3484" y="1710"/>
                      <a:pt x="2774" y="2503"/>
                      <a:pt x="2211" y="3400"/>
                    </a:cubicBezTo>
                    <a:cubicBezTo>
                      <a:pt x="605" y="5736"/>
                      <a:pt x="0" y="7780"/>
                      <a:pt x="0" y="10575"/>
                    </a:cubicBezTo>
                    <a:cubicBezTo>
                      <a:pt x="334" y="9907"/>
                      <a:pt x="1210" y="9136"/>
                      <a:pt x="1815" y="8656"/>
                    </a:cubicBezTo>
                    <a:cubicBezTo>
                      <a:pt x="2316" y="8281"/>
                      <a:pt x="2837" y="7926"/>
                      <a:pt x="3379" y="7592"/>
                    </a:cubicBezTo>
                    <a:cubicBezTo>
                      <a:pt x="4652" y="6779"/>
                      <a:pt x="5986" y="5986"/>
                      <a:pt x="6967" y="4818"/>
                    </a:cubicBezTo>
                    <a:cubicBezTo>
                      <a:pt x="7947" y="3671"/>
                      <a:pt x="8552" y="2065"/>
                      <a:pt x="8114" y="626"/>
                    </a:cubicBezTo>
                    <a:cubicBezTo>
                      <a:pt x="8072" y="459"/>
                      <a:pt x="7989" y="313"/>
                      <a:pt x="7864" y="188"/>
                    </a:cubicBezTo>
                    <a:cubicBezTo>
                      <a:pt x="7697" y="63"/>
                      <a:pt x="7488" y="0"/>
                      <a:pt x="7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9"/>
              <p:cNvSpPr/>
              <p:nvPr/>
            </p:nvSpPr>
            <p:spPr>
              <a:xfrm>
                <a:off x="9355000" y="2794100"/>
                <a:ext cx="213800" cy="263975"/>
              </a:xfrm>
              <a:custGeom>
                <a:rect b="b" l="l" r="r" t="t"/>
                <a:pathLst>
                  <a:path extrusionOk="0" h="10559" w="8552">
                    <a:moveTo>
                      <a:pt x="7359" y="1"/>
                    </a:moveTo>
                    <a:cubicBezTo>
                      <a:pt x="7332" y="1"/>
                      <a:pt x="7306" y="2"/>
                      <a:pt x="7279" y="5"/>
                    </a:cubicBezTo>
                    <a:cubicBezTo>
                      <a:pt x="7251" y="4"/>
                      <a:pt x="7223" y="4"/>
                      <a:pt x="7195" y="4"/>
                    </a:cubicBezTo>
                    <a:cubicBezTo>
                      <a:pt x="6160" y="4"/>
                      <a:pt x="5130" y="377"/>
                      <a:pt x="4318" y="1047"/>
                    </a:cubicBezTo>
                    <a:cubicBezTo>
                      <a:pt x="3504" y="1715"/>
                      <a:pt x="2795" y="2507"/>
                      <a:pt x="2211" y="3404"/>
                    </a:cubicBezTo>
                    <a:cubicBezTo>
                      <a:pt x="605" y="5720"/>
                      <a:pt x="0" y="7764"/>
                      <a:pt x="0" y="10558"/>
                    </a:cubicBezTo>
                    <a:cubicBezTo>
                      <a:pt x="355" y="9891"/>
                      <a:pt x="1231" y="9119"/>
                      <a:pt x="1836" y="8660"/>
                    </a:cubicBezTo>
                    <a:cubicBezTo>
                      <a:pt x="2336" y="8264"/>
                      <a:pt x="2878" y="7910"/>
                      <a:pt x="3400" y="7576"/>
                    </a:cubicBezTo>
                    <a:cubicBezTo>
                      <a:pt x="4672" y="6762"/>
                      <a:pt x="5986" y="5970"/>
                      <a:pt x="6987" y="4823"/>
                    </a:cubicBezTo>
                    <a:cubicBezTo>
                      <a:pt x="7968" y="3655"/>
                      <a:pt x="8552" y="2069"/>
                      <a:pt x="8114" y="609"/>
                    </a:cubicBezTo>
                    <a:cubicBezTo>
                      <a:pt x="8072" y="443"/>
                      <a:pt x="7989" y="297"/>
                      <a:pt x="7863" y="171"/>
                    </a:cubicBezTo>
                    <a:cubicBezTo>
                      <a:pt x="7718" y="62"/>
                      <a:pt x="7540" y="1"/>
                      <a:pt x="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9"/>
              <p:cNvSpPr/>
              <p:nvPr/>
            </p:nvSpPr>
            <p:spPr>
              <a:xfrm>
                <a:off x="8590550" y="3124400"/>
                <a:ext cx="309775" cy="168175"/>
              </a:xfrm>
              <a:custGeom>
                <a:rect b="b" l="l" r="r" t="t"/>
                <a:pathLst>
                  <a:path extrusionOk="0" h="6727" w="12391">
                    <a:moveTo>
                      <a:pt x="2567" y="1"/>
                    </a:moveTo>
                    <a:cubicBezTo>
                      <a:pt x="2241" y="1"/>
                      <a:pt x="1918" y="49"/>
                      <a:pt x="1607" y="162"/>
                    </a:cubicBezTo>
                    <a:cubicBezTo>
                      <a:pt x="689" y="496"/>
                      <a:pt x="1" y="1539"/>
                      <a:pt x="334" y="2457"/>
                    </a:cubicBezTo>
                    <a:cubicBezTo>
                      <a:pt x="522" y="2999"/>
                      <a:pt x="1023" y="3374"/>
                      <a:pt x="1502" y="3687"/>
                    </a:cubicBezTo>
                    <a:cubicBezTo>
                      <a:pt x="4002" y="5320"/>
                      <a:pt x="7060" y="6727"/>
                      <a:pt x="10104" y="6727"/>
                    </a:cubicBezTo>
                    <a:cubicBezTo>
                      <a:pt x="10870" y="6727"/>
                      <a:pt x="11635" y="6637"/>
                      <a:pt x="12390" y="6440"/>
                    </a:cubicBezTo>
                    <a:cubicBezTo>
                      <a:pt x="9491" y="4813"/>
                      <a:pt x="7489" y="1768"/>
                      <a:pt x="4443" y="433"/>
                    </a:cubicBezTo>
                    <a:cubicBezTo>
                      <a:pt x="3850" y="185"/>
                      <a:pt x="3203" y="1"/>
                      <a:pt x="25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9"/>
              <p:cNvSpPr/>
              <p:nvPr/>
            </p:nvSpPr>
            <p:spPr>
              <a:xfrm>
                <a:off x="9194375" y="3377975"/>
                <a:ext cx="204450" cy="110800"/>
              </a:xfrm>
              <a:custGeom>
                <a:rect b="b" l="l" r="r" t="t"/>
                <a:pathLst>
                  <a:path extrusionOk="0" h="4432" w="8178">
                    <a:moveTo>
                      <a:pt x="1708" y="1"/>
                    </a:moveTo>
                    <a:cubicBezTo>
                      <a:pt x="1490" y="1"/>
                      <a:pt x="1273" y="35"/>
                      <a:pt x="1065" y="114"/>
                    </a:cubicBezTo>
                    <a:cubicBezTo>
                      <a:pt x="460" y="323"/>
                      <a:pt x="1" y="1011"/>
                      <a:pt x="230" y="1616"/>
                    </a:cubicBezTo>
                    <a:cubicBezTo>
                      <a:pt x="397" y="1971"/>
                      <a:pt x="668" y="2242"/>
                      <a:pt x="1002" y="2429"/>
                    </a:cubicBezTo>
                    <a:cubicBezTo>
                      <a:pt x="2654" y="3497"/>
                      <a:pt x="4666" y="4432"/>
                      <a:pt x="6676" y="4432"/>
                    </a:cubicBezTo>
                    <a:cubicBezTo>
                      <a:pt x="7178" y="4432"/>
                      <a:pt x="7681" y="4373"/>
                      <a:pt x="8177" y="4244"/>
                    </a:cubicBezTo>
                    <a:cubicBezTo>
                      <a:pt x="6258" y="3159"/>
                      <a:pt x="4944" y="1178"/>
                      <a:pt x="2921" y="302"/>
                    </a:cubicBezTo>
                    <a:cubicBezTo>
                      <a:pt x="2539" y="124"/>
                      <a:pt x="2120"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9"/>
              <p:cNvSpPr/>
              <p:nvPr/>
            </p:nvSpPr>
            <p:spPr>
              <a:xfrm>
                <a:off x="9176125" y="3514300"/>
                <a:ext cx="161150" cy="161150"/>
              </a:xfrm>
              <a:custGeom>
                <a:rect b="b" l="l" r="r" t="t"/>
                <a:pathLst>
                  <a:path extrusionOk="0" h="6446" w="6446">
                    <a:moveTo>
                      <a:pt x="1275" y="0"/>
                    </a:moveTo>
                    <a:cubicBezTo>
                      <a:pt x="661" y="0"/>
                      <a:pt x="1" y="473"/>
                      <a:pt x="1" y="1106"/>
                    </a:cubicBezTo>
                    <a:cubicBezTo>
                      <a:pt x="22" y="1482"/>
                      <a:pt x="168" y="1857"/>
                      <a:pt x="418" y="2149"/>
                    </a:cubicBezTo>
                    <a:cubicBezTo>
                      <a:pt x="1857" y="4151"/>
                      <a:pt x="3901" y="6154"/>
                      <a:pt x="6446" y="6446"/>
                    </a:cubicBezTo>
                    <a:cubicBezTo>
                      <a:pt x="5048" y="4735"/>
                      <a:pt x="4569" y="2399"/>
                      <a:pt x="3004" y="856"/>
                    </a:cubicBezTo>
                    <a:cubicBezTo>
                      <a:pt x="2545" y="397"/>
                      <a:pt x="1961" y="22"/>
                      <a:pt x="1315" y="1"/>
                    </a:cubicBezTo>
                    <a:cubicBezTo>
                      <a:pt x="1302" y="0"/>
                      <a:pt x="1289"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9"/>
              <p:cNvSpPr/>
              <p:nvPr/>
            </p:nvSpPr>
            <p:spPr>
              <a:xfrm>
                <a:off x="8696925" y="3376625"/>
                <a:ext cx="293075" cy="116850"/>
              </a:xfrm>
              <a:custGeom>
                <a:rect b="b" l="l" r="r" t="t"/>
                <a:pathLst>
                  <a:path extrusionOk="0" h="4674" w="11723">
                    <a:moveTo>
                      <a:pt x="2028" y="0"/>
                    </a:moveTo>
                    <a:cubicBezTo>
                      <a:pt x="1236" y="0"/>
                      <a:pt x="326" y="241"/>
                      <a:pt x="126" y="982"/>
                    </a:cubicBezTo>
                    <a:cubicBezTo>
                      <a:pt x="1" y="1482"/>
                      <a:pt x="168" y="2004"/>
                      <a:pt x="543" y="2358"/>
                    </a:cubicBezTo>
                    <a:cubicBezTo>
                      <a:pt x="1169" y="3005"/>
                      <a:pt x="2107" y="3255"/>
                      <a:pt x="2983" y="3443"/>
                    </a:cubicBezTo>
                    <a:cubicBezTo>
                      <a:pt x="5883" y="4110"/>
                      <a:pt x="8740" y="4632"/>
                      <a:pt x="11723" y="4673"/>
                    </a:cubicBezTo>
                    <a:cubicBezTo>
                      <a:pt x="10972" y="4131"/>
                      <a:pt x="10283" y="3505"/>
                      <a:pt x="9658" y="2817"/>
                    </a:cubicBezTo>
                    <a:cubicBezTo>
                      <a:pt x="9011" y="2150"/>
                      <a:pt x="8302" y="1816"/>
                      <a:pt x="7426" y="1461"/>
                    </a:cubicBezTo>
                    <a:cubicBezTo>
                      <a:pt x="5716" y="752"/>
                      <a:pt x="3964" y="43"/>
                      <a:pt x="2128" y="1"/>
                    </a:cubicBezTo>
                    <a:cubicBezTo>
                      <a:pt x="2095" y="1"/>
                      <a:pt x="2062" y="0"/>
                      <a:pt x="2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9"/>
              <p:cNvSpPr/>
              <p:nvPr/>
            </p:nvSpPr>
            <p:spPr>
              <a:xfrm>
                <a:off x="9116700" y="2971975"/>
                <a:ext cx="247700" cy="99125"/>
              </a:xfrm>
              <a:custGeom>
                <a:rect b="b" l="l" r="r" t="t"/>
                <a:pathLst>
                  <a:path extrusionOk="0" h="3965" w="9908">
                    <a:moveTo>
                      <a:pt x="1701" y="1"/>
                    </a:moveTo>
                    <a:cubicBezTo>
                      <a:pt x="1034" y="1"/>
                      <a:pt x="283" y="218"/>
                      <a:pt x="84" y="836"/>
                    </a:cubicBezTo>
                    <a:cubicBezTo>
                      <a:pt x="0" y="1253"/>
                      <a:pt x="146" y="1691"/>
                      <a:pt x="459" y="1983"/>
                    </a:cubicBezTo>
                    <a:cubicBezTo>
                      <a:pt x="980" y="2547"/>
                      <a:pt x="1773" y="2755"/>
                      <a:pt x="2524" y="2922"/>
                    </a:cubicBezTo>
                    <a:cubicBezTo>
                      <a:pt x="4964" y="3485"/>
                      <a:pt x="7405" y="3923"/>
                      <a:pt x="9907" y="3965"/>
                    </a:cubicBezTo>
                    <a:cubicBezTo>
                      <a:pt x="9261" y="3506"/>
                      <a:pt x="8698" y="2985"/>
                      <a:pt x="8176" y="2401"/>
                    </a:cubicBezTo>
                    <a:cubicBezTo>
                      <a:pt x="7634" y="1817"/>
                      <a:pt x="7008" y="1545"/>
                      <a:pt x="6278" y="1233"/>
                    </a:cubicBezTo>
                    <a:cubicBezTo>
                      <a:pt x="4818" y="649"/>
                      <a:pt x="3337" y="44"/>
                      <a:pt x="1794" y="2"/>
                    </a:cubicBezTo>
                    <a:cubicBezTo>
                      <a:pt x="1763" y="1"/>
                      <a:pt x="173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9"/>
              <p:cNvSpPr/>
              <p:nvPr/>
            </p:nvSpPr>
            <p:spPr>
              <a:xfrm>
                <a:off x="9003025" y="3311325"/>
                <a:ext cx="185650" cy="245775"/>
              </a:xfrm>
              <a:custGeom>
                <a:rect b="b" l="l" r="r" t="t"/>
                <a:pathLst>
                  <a:path extrusionOk="0" h="9831" w="7426">
                    <a:moveTo>
                      <a:pt x="6365" y="1"/>
                    </a:moveTo>
                    <a:cubicBezTo>
                      <a:pt x="6329" y="1"/>
                      <a:pt x="6293" y="3"/>
                      <a:pt x="6257" y="6"/>
                    </a:cubicBezTo>
                    <a:cubicBezTo>
                      <a:pt x="4881" y="48"/>
                      <a:pt x="3588" y="840"/>
                      <a:pt x="2712" y="1904"/>
                    </a:cubicBezTo>
                    <a:cubicBezTo>
                      <a:pt x="1836" y="2947"/>
                      <a:pt x="1293" y="4261"/>
                      <a:pt x="897" y="5575"/>
                    </a:cubicBezTo>
                    <a:cubicBezTo>
                      <a:pt x="459" y="6993"/>
                      <a:pt x="42" y="8307"/>
                      <a:pt x="0" y="9830"/>
                    </a:cubicBezTo>
                    <a:cubicBezTo>
                      <a:pt x="814" y="8474"/>
                      <a:pt x="2357" y="7786"/>
                      <a:pt x="3629" y="6931"/>
                    </a:cubicBezTo>
                    <a:cubicBezTo>
                      <a:pt x="5444" y="5659"/>
                      <a:pt x="7008" y="3802"/>
                      <a:pt x="7342" y="1591"/>
                    </a:cubicBezTo>
                    <a:cubicBezTo>
                      <a:pt x="7425" y="1049"/>
                      <a:pt x="7363" y="361"/>
                      <a:pt x="6862" y="110"/>
                    </a:cubicBezTo>
                    <a:cubicBezTo>
                      <a:pt x="6707" y="41"/>
                      <a:pt x="6537" y="1"/>
                      <a:pt x="6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9"/>
              <p:cNvSpPr/>
              <p:nvPr/>
            </p:nvSpPr>
            <p:spPr>
              <a:xfrm>
                <a:off x="9193875" y="3897725"/>
                <a:ext cx="274300" cy="153175"/>
              </a:xfrm>
              <a:custGeom>
                <a:rect b="b" l="l" r="r" t="t"/>
                <a:pathLst>
                  <a:path extrusionOk="0" h="6127" w="10972">
                    <a:moveTo>
                      <a:pt x="8262" y="1"/>
                    </a:moveTo>
                    <a:cubicBezTo>
                      <a:pt x="7541" y="1"/>
                      <a:pt x="6808" y="160"/>
                      <a:pt x="6132" y="432"/>
                    </a:cubicBezTo>
                    <a:cubicBezTo>
                      <a:pt x="4860" y="933"/>
                      <a:pt x="3775" y="1829"/>
                      <a:pt x="2795" y="2810"/>
                    </a:cubicBezTo>
                    <a:cubicBezTo>
                      <a:pt x="1752" y="3853"/>
                      <a:pt x="772" y="4833"/>
                      <a:pt x="0" y="6126"/>
                    </a:cubicBezTo>
                    <a:cubicBezTo>
                      <a:pt x="1377" y="5334"/>
                      <a:pt x="3045" y="5459"/>
                      <a:pt x="4568" y="5292"/>
                    </a:cubicBezTo>
                    <a:cubicBezTo>
                      <a:pt x="6779" y="5021"/>
                      <a:pt x="9031" y="4103"/>
                      <a:pt x="10366" y="2330"/>
                    </a:cubicBezTo>
                    <a:cubicBezTo>
                      <a:pt x="10700" y="1892"/>
                      <a:pt x="10971" y="1245"/>
                      <a:pt x="10658" y="807"/>
                    </a:cubicBezTo>
                    <a:cubicBezTo>
                      <a:pt x="10512" y="641"/>
                      <a:pt x="10345" y="515"/>
                      <a:pt x="10158" y="432"/>
                    </a:cubicBezTo>
                    <a:cubicBezTo>
                      <a:pt x="9570" y="133"/>
                      <a:pt x="8921" y="1"/>
                      <a:pt x="8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9"/>
              <p:cNvSpPr/>
              <p:nvPr/>
            </p:nvSpPr>
            <p:spPr>
              <a:xfrm>
                <a:off x="9417550" y="3063075"/>
                <a:ext cx="186200" cy="245300"/>
              </a:xfrm>
              <a:custGeom>
                <a:rect b="b" l="l" r="r" t="t"/>
                <a:pathLst>
                  <a:path extrusionOk="0" h="9812" w="7448">
                    <a:moveTo>
                      <a:pt x="6427" y="0"/>
                    </a:moveTo>
                    <a:cubicBezTo>
                      <a:pt x="6378" y="0"/>
                      <a:pt x="6328" y="3"/>
                      <a:pt x="6279" y="8"/>
                    </a:cubicBezTo>
                    <a:cubicBezTo>
                      <a:pt x="4903" y="50"/>
                      <a:pt x="3609" y="821"/>
                      <a:pt x="2733" y="1885"/>
                    </a:cubicBezTo>
                    <a:cubicBezTo>
                      <a:pt x="1857" y="2949"/>
                      <a:pt x="1315" y="4242"/>
                      <a:pt x="898" y="5556"/>
                    </a:cubicBezTo>
                    <a:cubicBezTo>
                      <a:pt x="460" y="6974"/>
                      <a:pt x="64" y="8309"/>
                      <a:pt x="1" y="9811"/>
                    </a:cubicBezTo>
                    <a:cubicBezTo>
                      <a:pt x="835" y="8476"/>
                      <a:pt x="2379" y="7788"/>
                      <a:pt x="3630" y="6912"/>
                    </a:cubicBezTo>
                    <a:cubicBezTo>
                      <a:pt x="5466" y="5640"/>
                      <a:pt x="7030" y="3783"/>
                      <a:pt x="7364" y="1572"/>
                    </a:cubicBezTo>
                    <a:cubicBezTo>
                      <a:pt x="7447" y="1030"/>
                      <a:pt x="7385" y="363"/>
                      <a:pt x="6884" y="91"/>
                    </a:cubicBezTo>
                    <a:cubicBezTo>
                      <a:pt x="6741" y="28"/>
                      <a:pt x="6585" y="0"/>
                      <a:pt x="6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9"/>
              <p:cNvSpPr/>
              <p:nvPr/>
            </p:nvSpPr>
            <p:spPr>
              <a:xfrm>
                <a:off x="8752725" y="3554275"/>
                <a:ext cx="265950" cy="79100"/>
              </a:xfrm>
              <a:custGeom>
                <a:rect b="b" l="l" r="r" t="t"/>
                <a:pathLst>
                  <a:path extrusionOk="0" h="3164" w="10638">
                    <a:moveTo>
                      <a:pt x="3386" y="0"/>
                    </a:moveTo>
                    <a:cubicBezTo>
                      <a:pt x="2711" y="0"/>
                      <a:pt x="2042" y="107"/>
                      <a:pt x="1398" y="300"/>
                    </a:cubicBezTo>
                    <a:cubicBezTo>
                      <a:pt x="960" y="425"/>
                      <a:pt x="584" y="696"/>
                      <a:pt x="313" y="1030"/>
                    </a:cubicBezTo>
                    <a:cubicBezTo>
                      <a:pt x="42" y="1405"/>
                      <a:pt x="0" y="1885"/>
                      <a:pt x="230" y="2281"/>
                    </a:cubicBezTo>
                    <a:cubicBezTo>
                      <a:pt x="459" y="2657"/>
                      <a:pt x="939" y="2803"/>
                      <a:pt x="1377" y="2886"/>
                    </a:cubicBezTo>
                    <a:cubicBezTo>
                      <a:pt x="2305" y="3072"/>
                      <a:pt x="3244" y="3164"/>
                      <a:pt x="4181" y="3164"/>
                    </a:cubicBezTo>
                    <a:cubicBezTo>
                      <a:pt x="5457" y="3164"/>
                      <a:pt x="6730" y="2993"/>
                      <a:pt x="7968" y="2657"/>
                    </a:cubicBezTo>
                    <a:cubicBezTo>
                      <a:pt x="8802" y="2427"/>
                      <a:pt x="9887" y="2302"/>
                      <a:pt x="10638" y="1989"/>
                    </a:cubicBezTo>
                    <a:cubicBezTo>
                      <a:pt x="10200" y="1176"/>
                      <a:pt x="8364" y="821"/>
                      <a:pt x="7530" y="613"/>
                    </a:cubicBezTo>
                    <a:cubicBezTo>
                      <a:pt x="6383" y="279"/>
                      <a:pt x="5173" y="91"/>
                      <a:pt x="3984" y="29"/>
                    </a:cubicBezTo>
                    <a:cubicBezTo>
                      <a:pt x="3785" y="10"/>
                      <a:pt x="3585" y="0"/>
                      <a:pt x="3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9"/>
              <p:cNvSpPr/>
              <p:nvPr/>
            </p:nvSpPr>
            <p:spPr>
              <a:xfrm>
                <a:off x="9186050" y="3145675"/>
                <a:ext cx="234150" cy="145475"/>
              </a:xfrm>
              <a:custGeom>
                <a:rect b="b" l="l" r="r" t="t"/>
                <a:pathLst>
                  <a:path extrusionOk="0" h="5819" w="9366">
                    <a:moveTo>
                      <a:pt x="1535" y="0"/>
                    </a:moveTo>
                    <a:cubicBezTo>
                      <a:pt x="1241" y="0"/>
                      <a:pt x="949" y="60"/>
                      <a:pt x="668" y="187"/>
                    </a:cubicBezTo>
                    <a:cubicBezTo>
                      <a:pt x="250" y="375"/>
                      <a:pt x="0" y="771"/>
                      <a:pt x="0" y="1230"/>
                    </a:cubicBezTo>
                    <a:cubicBezTo>
                      <a:pt x="42" y="1668"/>
                      <a:pt x="396" y="2023"/>
                      <a:pt x="751" y="2294"/>
                    </a:cubicBezTo>
                    <a:cubicBezTo>
                      <a:pt x="2482" y="3691"/>
                      <a:pt x="4505" y="4672"/>
                      <a:pt x="6675" y="5172"/>
                    </a:cubicBezTo>
                    <a:cubicBezTo>
                      <a:pt x="7530" y="5360"/>
                      <a:pt x="8552" y="5756"/>
                      <a:pt x="9365" y="5819"/>
                    </a:cubicBezTo>
                    <a:cubicBezTo>
                      <a:pt x="9344" y="4901"/>
                      <a:pt x="7884" y="3733"/>
                      <a:pt x="7259" y="3149"/>
                    </a:cubicBezTo>
                    <a:cubicBezTo>
                      <a:pt x="6383" y="2336"/>
                      <a:pt x="5423" y="1606"/>
                      <a:pt x="4380" y="1001"/>
                    </a:cubicBezTo>
                    <a:cubicBezTo>
                      <a:pt x="3650" y="521"/>
                      <a:pt x="2837" y="187"/>
                      <a:pt x="1961" y="41"/>
                    </a:cubicBezTo>
                    <a:cubicBezTo>
                      <a:pt x="1819" y="14"/>
                      <a:pt x="1676" y="0"/>
                      <a:pt x="15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9"/>
              <p:cNvSpPr/>
              <p:nvPr/>
            </p:nvSpPr>
            <p:spPr>
              <a:xfrm>
                <a:off x="9047850" y="3459600"/>
                <a:ext cx="200800" cy="206950"/>
              </a:xfrm>
              <a:custGeom>
                <a:rect b="b" l="l" r="r" t="t"/>
                <a:pathLst>
                  <a:path extrusionOk="0" h="8278" w="8032">
                    <a:moveTo>
                      <a:pt x="7024" y="0"/>
                    </a:moveTo>
                    <a:cubicBezTo>
                      <a:pt x="6676" y="0"/>
                      <a:pt x="6296" y="125"/>
                      <a:pt x="5987" y="291"/>
                    </a:cubicBezTo>
                    <a:cubicBezTo>
                      <a:pt x="4527" y="1042"/>
                      <a:pt x="3359" y="2293"/>
                      <a:pt x="2462" y="3690"/>
                    </a:cubicBezTo>
                    <a:cubicBezTo>
                      <a:pt x="2233" y="4024"/>
                      <a:pt x="1" y="7904"/>
                      <a:pt x="752" y="8258"/>
                    </a:cubicBezTo>
                    <a:cubicBezTo>
                      <a:pt x="781" y="8271"/>
                      <a:pt x="815" y="8278"/>
                      <a:pt x="855" y="8278"/>
                    </a:cubicBezTo>
                    <a:cubicBezTo>
                      <a:pt x="1441" y="8278"/>
                      <a:pt x="3115" y="6906"/>
                      <a:pt x="3526" y="6652"/>
                    </a:cubicBezTo>
                    <a:cubicBezTo>
                      <a:pt x="4569" y="6006"/>
                      <a:pt x="5632" y="5338"/>
                      <a:pt x="6488" y="4441"/>
                    </a:cubicBezTo>
                    <a:cubicBezTo>
                      <a:pt x="7343" y="3544"/>
                      <a:pt x="7989" y="2418"/>
                      <a:pt x="8010" y="1188"/>
                    </a:cubicBezTo>
                    <a:cubicBezTo>
                      <a:pt x="8031" y="896"/>
                      <a:pt x="7969" y="604"/>
                      <a:pt x="7802" y="353"/>
                    </a:cubicBezTo>
                    <a:cubicBezTo>
                      <a:pt x="7615" y="98"/>
                      <a:pt x="7332" y="0"/>
                      <a:pt x="7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9"/>
              <p:cNvSpPr/>
              <p:nvPr/>
            </p:nvSpPr>
            <p:spPr>
              <a:xfrm>
                <a:off x="8857000" y="3677150"/>
                <a:ext cx="240950" cy="117350"/>
              </a:xfrm>
              <a:custGeom>
                <a:rect b="b" l="l" r="r" t="t"/>
                <a:pathLst>
                  <a:path extrusionOk="0" h="4694" w="9638">
                    <a:moveTo>
                      <a:pt x="2173" y="0"/>
                    </a:moveTo>
                    <a:cubicBezTo>
                      <a:pt x="1699" y="0"/>
                      <a:pt x="1226" y="96"/>
                      <a:pt x="773" y="286"/>
                    </a:cubicBezTo>
                    <a:cubicBezTo>
                      <a:pt x="376" y="474"/>
                      <a:pt x="1" y="891"/>
                      <a:pt x="168" y="1287"/>
                    </a:cubicBezTo>
                    <a:cubicBezTo>
                      <a:pt x="251" y="1454"/>
                      <a:pt x="376" y="1579"/>
                      <a:pt x="522" y="1663"/>
                    </a:cubicBezTo>
                    <a:cubicBezTo>
                      <a:pt x="1836" y="2685"/>
                      <a:pt x="3317" y="3477"/>
                      <a:pt x="4903" y="3999"/>
                    </a:cubicBezTo>
                    <a:cubicBezTo>
                      <a:pt x="5756" y="4279"/>
                      <a:pt x="7171" y="4693"/>
                      <a:pt x="8347" y="4693"/>
                    </a:cubicBezTo>
                    <a:cubicBezTo>
                      <a:pt x="8838" y="4693"/>
                      <a:pt x="9287" y="4621"/>
                      <a:pt x="9637" y="4437"/>
                    </a:cubicBezTo>
                    <a:cubicBezTo>
                      <a:pt x="9011" y="2935"/>
                      <a:pt x="6884" y="1955"/>
                      <a:pt x="5549" y="1204"/>
                    </a:cubicBezTo>
                    <a:cubicBezTo>
                      <a:pt x="4819" y="766"/>
                      <a:pt x="4047" y="411"/>
                      <a:pt x="3234" y="161"/>
                    </a:cubicBezTo>
                    <a:cubicBezTo>
                      <a:pt x="2885" y="54"/>
                      <a:pt x="2529" y="0"/>
                      <a:pt x="2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9"/>
              <p:cNvSpPr/>
              <p:nvPr/>
            </p:nvSpPr>
            <p:spPr>
              <a:xfrm>
                <a:off x="9113550" y="3656125"/>
                <a:ext cx="215400" cy="197650"/>
              </a:xfrm>
              <a:custGeom>
                <a:rect b="b" l="l" r="r" t="t"/>
                <a:pathLst>
                  <a:path extrusionOk="0" h="7906" w="8616">
                    <a:moveTo>
                      <a:pt x="7299" y="1"/>
                    </a:moveTo>
                    <a:cubicBezTo>
                      <a:pt x="7090" y="1"/>
                      <a:pt x="6873" y="46"/>
                      <a:pt x="6675" y="105"/>
                    </a:cubicBezTo>
                    <a:cubicBezTo>
                      <a:pt x="4882" y="648"/>
                      <a:pt x="3359" y="1941"/>
                      <a:pt x="2254" y="3484"/>
                    </a:cubicBezTo>
                    <a:cubicBezTo>
                      <a:pt x="1357" y="4673"/>
                      <a:pt x="293" y="6404"/>
                      <a:pt x="1" y="7906"/>
                    </a:cubicBezTo>
                    <a:cubicBezTo>
                      <a:pt x="502" y="7551"/>
                      <a:pt x="1044" y="7259"/>
                      <a:pt x="1607" y="7009"/>
                    </a:cubicBezTo>
                    <a:cubicBezTo>
                      <a:pt x="3171" y="6404"/>
                      <a:pt x="4798" y="5987"/>
                      <a:pt x="6175" y="5049"/>
                    </a:cubicBezTo>
                    <a:cubicBezTo>
                      <a:pt x="7551" y="4110"/>
                      <a:pt x="8615" y="2483"/>
                      <a:pt x="8261" y="856"/>
                    </a:cubicBezTo>
                    <a:cubicBezTo>
                      <a:pt x="8219" y="606"/>
                      <a:pt x="8115" y="376"/>
                      <a:pt x="7927" y="210"/>
                    </a:cubicBezTo>
                    <a:cubicBezTo>
                      <a:pt x="7751" y="56"/>
                      <a:pt x="7530" y="1"/>
                      <a:pt x="7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9"/>
              <p:cNvSpPr/>
              <p:nvPr/>
            </p:nvSpPr>
            <p:spPr>
              <a:xfrm>
                <a:off x="9384200" y="3297650"/>
                <a:ext cx="215375" cy="197900"/>
              </a:xfrm>
              <a:custGeom>
                <a:rect b="b" l="l" r="r" t="t"/>
                <a:pathLst>
                  <a:path extrusionOk="0" h="7916" w="8615">
                    <a:moveTo>
                      <a:pt x="7339" y="0"/>
                    </a:moveTo>
                    <a:cubicBezTo>
                      <a:pt x="7118" y="0"/>
                      <a:pt x="6883" y="53"/>
                      <a:pt x="6675" y="115"/>
                    </a:cubicBezTo>
                    <a:cubicBezTo>
                      <a:pt x="4881" y="637"/>
                      <a:pt x="3358" y="1951"/>
                      <a:pt x="2253" y="3473"/>
                    </a:cubicBezTo>
                    <a:cubicBezTo>
                      <a:pt x="1377" y="4704"/>
                      <a:pt x="292" y="6414"/>
                      <a:pt x="0" y="7916"/>
                    </a:cubicBezTo>
                    <a:cubicBezTo>
                      <a:pt x="501" y="7561"/>
                      <a:pt x="1043" y="7248"/>
                      <a:pt x="1627" y="7019"/>
                    </a:cubicBezTo>
                    <a:cubicBezTo>
                      <a:pt x="3170" y="6414"/>
                      <a:pt x="4818" y="5997"/>
                      <a:pt x="6174" y="5058"/>
                    </a:cubicBezTo>
                    <a:cubicBezTo>
                      <a:pt x="7551" y="4120"/>
                      <a:pt x="8614" y="2472"/>
                      <a:pt x="8260" y="845"/>
                    </a:cubicBezTo>
                    <a:cubicBezTo>
                      <a:pt x="8218" y="616"/>
                      <a:pt x="8114" y="386"/>
                      <a:pt x="7926" y="199"/>
                    </a:cubicBezTo>
                    <a:cubicBezTo>
                      <a:pt x="7770" y="53"/>
                      <a:pt x="7561" y="0"/>
                      <a:pt x="7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9"/>
              <p:cNvSpPr/>
              <p:nvPr/>
            </p:nvSpPr>
            <p:spPr>
              <a:xfrm>
                <a:off x="9309625" y="3584200"/>
                <a:ext cx="259700" cy="115775"/>
              </a:xfrm>
              <a:custGeom>
                <a:rect b="b" l="l" r="r" t="t"/>
                <a:pathLst>
                  <a:path extrusionOk="0" h="4631" w="10388">
                    <a:moveTo>
                      <a:pt x="8408" y="0"/>
                    </a:moveTo>
                    <a:cubicBezTo>
                      <a:pt x="6780" y="0"/>
                      <a:pt x="5168" y="568"/>
                      <a:pt x="3776" y="1418"/>
                    </a:cubicBezTo>
                    <a:cubicBezTo>
                      <a:pt x="2462" y="2190"/>
                      <a:pt x="814" y="3358"/>
                      <a:pt x="0" y="4630"/>
                    </a:cubicBezTo>
                    <a:cubicBezTo>
                      <a:pt x="605" y="4505"/>
                      <a:pt x="1210" y="4442"/>
                      <a:pt x="1815" y="4442"/>
                    </a:cubicBezTo>
                    <a:cubicBezTo>
                      <a:pt x="2824" y="4468"/>
                      <a:pt x="3848" y="4572"/>
                      <a:pt x="4865" y="4572"/>
                    </a:cubicBezTo>
                    <a:cubicBezTo>
                      <a:pt x="5508" y="4572"/>
                      <a:pt x="6148" y="4530"/>
                      <a:pt x="6779" y="4401"/>
                    </a:cubicBezTo>
                    <a:cubicBezTo>
                      <a:pt x="8406" y="4067"/>
                      <a:pt x="10012" y="2982"/>
                      <a:pt x="10325" y="1355"/>
                    </a:cubicBezTo>
                    <a:cubicBezTo>
                      <a:pt x="10388" y="1105"/>
                      <a:pt x="10367" y="855"/>
                      <a:pt x="10283" y="625"/>
                    </a:cubicBezTo>
                    <a:cubicBezTo>
                      <a:pt x="10096" y="229"/>
                      <a:pt x="9595" y="83"/>
                      <a:pt x="9157" y="41"/>
                    </a:cubicBezTo>
                    <a:cubicBezTo>
                      <a:pt x="8907" y="14"/>
                      <a:pt x="8657" y="0"/>
                      <a:pt x="8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9"/>
              <p:cNvSpPr/>
              <p:nvPr/>
            </p:nvSpPr>
            <p:spPr>
              <a:xfrm>
                <a:off x="8834075" y="3824050"/>
                <a:ext cx="271175" cy="191900"/>
              </a:xfrm>
              <a:custGeom>
                <a:rect b="b" l="l" r="r" t="t"/>
                <a:pathLst>
                  <a:path extrusionOk="0" h="7676" w="10847">
                    <a:moveTo>
                      <a:pt x="1398" y="0"/>
                    </a:moveTo>
                    <a:cubicBezTo>
                      <a:pt x="1205" y="0"/>
                      <a:pt x="1015" y="28"/>
                      <a:pt x="835" y="84"/>
                    </a:cubicBezTo>
                    <a:cubicBezTo>
                      <a:pt x="209" y="334"/>
                      <a:pt x="0" y="1189"/>
                      <a:pt x="251" y="1794"/>
                    </a:cubicBezTo>
                    <a:cubicBezTo>
                      <a:pt x="501" y="2420"/>
                      <a:pt x="1064" y="2858"/>
                      <a:pt x="1627" y="3233"/>
                    </a:cubicBezTo>
                    <a:cubicBezTo>
                      <a:pt x="2712" y="3942"/>
                      <a:pt x="3880" y="4505"/>
                      <a:pt x="5090" y="4922"/>
                    </a:cubicBezTo>
                    <a:cubicBezTo>
                      <a:pt x="6132" y="5298"/>
                      <a:pt x="7217" y="5548"/>
                      <a:pt x="8239" y="5965"/>
                    </a:cubicBezTo>
                    <a:cubicBezTo>
                      <a:pt x="8760" y="6174"/>
                      <a:pt x="9261" y="6466"/>
                      <a:pt x="9720" y="6779"/>
                    </a:cubicBezTo>
                    <a:cubicBezTo>
                      <a:pt x="10054" y="7050"/>
                      <a:pt x="10450" y="7634"/>
                      <a:pt x="10846" y="7676"/>
                    </a:cubicBezTo>
                    <a:cubicBezTo>
                      <a:pt x="10262" y="3650"/>
                      <a:pt x="5423" y="459"/>
                      <a:pt x="1690" y="21"/>
                    </a:cubicBezTo>
                    <a:cubicBezTo>
                      <a:pt x="1592" y="7"/>
                      <a:pt x="1495"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9"/>
              <p:cNvSpPr/>
              <p:nvPr/>
            </p:nvSpPr>
            <p:spPr>
              <a:xfrm>
                <a:off x="9111625" y="3808000"/>
                <a:ext cx="237650" cy="201450"/>
              </a:xfrm>
              <a:custGeom>
                <a:rect b="b" l="l" r="r" t="t"/>
                <a:pathLst>
                  <a:path extrusionOk="0" h="8058" w="9506">
                    <a:moveTo>
                      <a:pt x="7717" y="1"/>
                    </a:moveTo>
                    <a:cubicBezTo>
                      <a:pt x="6594" y="1"/>
                      <a:pt x="5463" y="446"/>
                      <a:pt x="4562" y="1122"/>
                    </a:cubicBezTo>
                    <a:cubicBezTo>
                      <a:pt x="2748" y="2498"/>
                      <a:pt x="1350" y="4814"/>
                      <a:pt x="537" y="6899"/>
                    </a:cubicBezTo>
                    <a:cubicBezTo>
                      <a:pt x="305" y="7461"/>
                      <a:pt x="1" y="8058"/>
                      <a:pt x="574" y="8058"/>
                    </a:cubicBezTo>
                    <a:cubicBezTo>
                      <a:pt x="619" y="8058"/>
                      <a:pt x="669" y="8054"/>
                      <a:pt x="725" y="8047"/>
                    </a:cubicBezTo>
                    <a:cubicBezTo>
                      <a:pt x="1267" y="7984"/>
                      <a:pt x="2101" y="7296"/>
                      <a:pt x="2623" y="7045"/>
                    </a:cubicBezTo>
                    <a:cubicBezTo>
                      <a:pt x="3290" y="6712"/>
                      <a:pt x="3937" y="6399"/>
                      <a:pt x="4583" y="6023"/>
                    </a:cubicBezTo>
                    <a:cubicBezTo>
                      <a:pt x="6168" y="5126"/>
                      <a:pt x="7587" y="3938"/>
                      <a:pt x="8755" y="2519"/>
                    </a:cubicBezTo>
                    <a:cubicBezTo>
                      <a:pt x="9047" y="2227"/>
                      <a:pt x="9255" y="1873"/>
                      <a:pt x="9380" y="1476"/>
                    </a:cubicBezTo>
                    <a:cubicBezTo>
                      <a:pt x="9506" y="1080"/>
                      <a:pt x="9401" y="642"/>
                      <a:pt x="9130" y="350"/>
                    </a:cubicBezTo>
                    <a:cubicBezTo>
                      <a:pt x="8922" y="183"/>
                      <a:pt x="8671" y="79"/>
                      <a:pt x="8400" y="58"/>
                    </a:cubicBezTo>
                    <a:cubicBezTo>
                      <a:pt x="8174" y="19"/>
                      <a:pt x="7946" y="1"/>
                      <a:pt x="7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9"/>
              <p:cNvSpPr/>
              <p:nvPr/>
            </p:nvSpPr>
            <p:spPr>
              <a:xfrm>
                <a:off x="9167275" y="2953000"/>
                <a:ext cx="261250" cy="1345050"/>
              </a:xfrm>
              <a:custGeom>
                <a:rect b="b" l="l" r="r" t="t"/>
                <a:pathLst>
                  <a:path extrusionOk="0" h="53802" w="10450">
                    <a:moveTo>
                      <a:pt x="4737" y="0"/>
                    </a:moveTo>
                    <a:cubicBezTo>
                      <a:pt x="4498" y="0"/>
                      <a:pt x="4291" y="331"/>
                      <a:pt x="4485" y="573"/>
                    </a:cubicBezTo>
                    <a:cubicBezTo>
                      <a:pt x="9345" y="6288"/>
                      <a:pt x="10450" y="13985"/>
                      <a:pt x="8740" y="21160"/>
                    </a:cubicBezTo>
                    <a:cubicBezTo>
                      <a:pt x="6988" y="28522"/>
                      <a:pt x="2253" y="34780"/>
                      <a:pt x="814" y="42267"/>
                    </a:cubicBezTo>
                    <a:cubicBezTo>
                      <a:pt x="313" y="44979"/>
                      <a:pt x="42" y="47753"/>
                      <a:pt x="21" y="50506"/>
                    </a:cubicBezTo>
                    <a:cubicBezTo>
                      <a:pt x="0" y="51612"/>
                      <a:pt x="21" y="52717"/>
                      <a:pt x="63" y="53802"/>
                    </a:cubicBezTo>
                    <a:cubicBezTo>
                      <a:pt x="209" y="53802"/>
                      <a:pt x="334" y="53781"/>
                      <a:pt x="459" y="53781"/>
                    </a:cubicBezTo>
                    <a:lnTo>
                      <a:pt x="501" y="53781"/>
                    </a:lnTo>
                    <a:cubicBezTo>
                      <a:pt x="543" y="52696"/>
                      <a:pt x="563" y="51612"/>
                      <a:pt x="605" y="50527"/>
                    </a:cubicBezTo>
                    <a:cubicBezTo>
                      <a:pt x="709" y="47815"/>
                      <a:pt x="876" y="45104"/>
                      <a:pt x="1398" y="42413"/>
                    </a:cubicBezTo>
                    <a:cubicBezTo>
                      <a:pt x="2149" y="38450"/>
                      <a:pt x="3817" y="34800"/>
                      <a:pt x="5528" y="31150"/>
                    </a:cubicBezTo>
                    <a:cubicBezTo>
                      <a:pt x="7154" y="27688"/>
                      <a:pt x="8760" y="24184"/>
                      <a:pt x="9532" y="20409"/>
                    </a:cubicBezTo>
                    <a:cubicBezTo>
                      <a:pt x="10262" y="17009"/>
                      <a:pt x="10346" y="13505"/>
                      <a:pt x="9762" y="10063"/>
                    </a:cubicBezTo>
                    <a:cubicBezTo>
                      <a:pt x="9115" y="6434"/>
                      <a:pt x="7592" y="2742"/>
                      <a:pt x="4944" y="94"/>
                    </a:cubicBezTo>
                    <a:cubicBezTo>
                      <a:pt x="4878" y="28"/>
                      <a:pt x="4806" y="0"/>
                      <a:pt x="4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9"/>
              <p:cNvSpPr/>
              <p:nvPr/>
            </p:nvSpPr>
            <p:spPr>
              <a:xfrm>
                <a:off x="8428900" y="3567825"/>
                <a:ext cx="175750" cy="105025"/>
              </a:xfrm>
              <a:custGeom>
                <a:rect b="b" l="l" r="r" t="t"/>
                <a:pathLst>
                  <a:path extrusionOk="0" h="4201" w="7030">
                    <a:moveTo>
                      <a:pt x="1519" y="0"/>
                    </a:moveTo>
                    <a:cubicBezTo>
                      <a:pt x="1112" y="0"/>
                      <a:pt x="706" y="93"/>
                      <a:pt x="335" y="279"/>
                    </a:cubicBezTo>
                    <a:cubicBezTo>
                      <a:pt x="209" y="321"/>
                      <a:pt x="105" y="425"/>
                      <a:pt x="63" y="530"/>
                    </a:cubicBezTo>
                    <a:cubicBezTo>
                      <a:pt x="22" y="634"/>
                      <a:pt x="1" y="738"/>
                      <a:pt x="43" y="842"/>
                    </a:cubicBezTo>
                    <a:cubicBezTo>
                      <a:pt x="168" y="1739"/>
                      <a:pt x="898" y="2469"/>
                      <a:pt x="1732" y="2845"/>
                    </a:cubicBezTo>
                    <a:cubicBezTo>
                      <a:pt x="2566" y="3220"/>
                      <a:pt x="3505" y="3324"/>
                      <a:pt x="4402" y="3450"/>
                    </a:cubicBezTo>
                    <a:cubicBezTo>
                      <a:pt x="4777" y="3491"/>
                      <a:pt x="5174" y="3554"/>
                      <a:pt x="5549" y="3637"/>
                    </a:cubicBezTo>
                    <a:cubicBezTo>
                      <a:pt x="6070" y="3721"/>
                      <a:pt x="6571" y="3929"/>
                      <a:pt x="7030" y="4200"/>
                    </a:cubicBezTo>
                    <a:cubicBezTo>
                      <a:pt x="6404" y="2782"/>
                      <a:pt x="5340" y="1593"/>
                      <a:pt x="3985" y="842"/>
                    </a:cubicBezTo>
                    <a:cubicBezTo>
                      <a:pt x="3442" y="488"/>
                      <a:pt x="2837" y="238"/>
                      <a:pt x="2212" y="92"/>
                    </a:cubicBezTo>
                    <a:cubicBezTo>
                      <a:pt x="1984" y="31"/>
                      <a:pt x="1751"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9"/>
              <p:cNvSpPr/>
              <p:nvPr/>
            </p:nvSpPr>
            <p:spPr>
              <a:xfrm>
                <a:off x="8689625" y="3814550"/>
                <a:ext cx="92325" cy="102850"/>
              </a:xfrm>
              <a:custGeom>
                <a:rect b="b" l="l" r="r" t="t"/>
                <a:pathLst>
                  <a:path extrusionOk="0" h="4114" w="3693">
                    <a:moveTo>
                      <a:pt x="2918" y="0"/>
                    </a:moveTo>
                    <a:cubicBezTo>
                      <a:pt x="2891" y="0"/>
                      <a:pt x="2864" y="2"/>
                      <a:pt x="2837" y="5"/>
                    </a:cubicBezTo>
                    <a:cubicBezTo>
                      <a:pt x="2462" y="67"/>
                      <a:pt x="2107" y="276"/>
                      <a:pt x="1857" y="589"/>
                    </a:cubicBezTo>
                    <a:cubicBezTo>
                      <a:pt x="981" y="1590"/>
                      <a:pt x="772" y="3029"/>
                      <a:pt x="1" y="4114"/>
                    </a:cubicBezTo>
                    <a:cubicBezTo>
                      <a:pt x="1523" y="3822"/>
                      <a:pt x="2691" y="2528"/>
                      <a:pt x="3463" y="1277"/>
                    </a:cubicBezTo>
                    <a:cubicBezTo>
                      <a:pt x="3609" y="1089"/>
                      <a:pt x="3672" y="860"/>
                      <a:pt x="3692" y="630"/>
                    </a:cubicBezTo>
                    <a:cubicBezTo>
                      <a:pt x="3615" y="261"/>
                      <a:pt x="3283" y="0"/>
                      <a:pt x="29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9"/>
              <p:cNvSpPr/>
              <p:nvPr/>
            </p:nvSpPr>
            <p:spPr>
              <a:xfrm>
                <a:off x="8602550" y="3571375"/>
                <a:ext cx="118900" cy="110850"/>
              </a:xfrm>
              <a:custGeom>
                <a:rect b="b" l="l" r="r" t="t"/>
                <a:pathLst>
                  <a:path extrusionOk="0" h="4434" w="4756">
                    <a:moveTo>
                      <a:pt x="4084" y="0"/>
                    </a:moveTo>
                    <a:cubicBezTo>
                      <a:pt x="3864" y="0"/>
                      <a:pt x="3624" y="77"/>
                      <a:pt x="3421" y="179"/>
                    </a:cubicBezTo>
                    <a:cubicBezTo>
                      <a:pt x="2587" y="596"/>
                      <a:pt x="1919" y="1305"/>
                      <a:pt x="1294" y="1994"/>
                    </a:cubicBezTo>
                    <a:cubicBezTo>
                      <a:pt x="960" y="2306"/>
                      <a:pt x="710" y="2703"/>
                      <a:pt x="543" y="3120"/>
                    </a:cubicBezTo>
                    <a:cubicBezTo>
                      <a:pt x="397" y="3579"/>
                      <a:pt x="209" y="4017"/>
                      <a:pt x="0" y="4434"/>
                    </a:cubicBezTo>
                    <a:cubicBezTo>
                      <a:pt x="1335" y="3746"/>
                      <a:pt x="2608" y="2911"/>
                      <a:pt x="3776" y="1973"/>
                    </a:cubicBezTo>
                    <a:cubicBezTo>
                      <a:pt x="4151" y="1681"/>
                      <a:pt x="4527" y="1368"/>
                      <a:pt x="4673" y="930"/>
                    </a:cubicBezTo>
                    <a:cubicBezTo>
                      <a:pt x="4756" y="680"/>
                      <a:pt x="4714" y="408"/>
                      <a:pt x="4568" y="200"/>
                    </a:cubicBezTo>
                    <a:cubicBezTo>
                      <a:pt x="4444" y="56"/>
                      <a:pt x="4271" y="0"/>
                      <a:pt x="4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9"/>
              <p:cNvSpPr/>
              <p:nvPr/>
            </p:nvSpPr>
            <p:spPr>
              <a:xfrm>
                <a:off x="8472700" y="3726950"/>
                <a:ext cx="161675" cy="98675"/>
              </a:xfrm>
              <a:custGeom>
                <a:rect b="b" l="l" r="r" t="t"/>
                <a:pathLst>
                  <a:path extrusionOk="0" h="3947" w="6467">
                    <a:moveTo>
                      <a:pt x="1581" y="1"/>
                    </a:moveTo>
                    <a:cubicBezTo>
                      <a:pt x="1215" y="1"/>
                      <a:pt x="848" y="65"/>
                      <a:pt x="501" y="192"/>
                    </a:cubicBezTo>
                    <a:cubicBezTo>
                      <a:pt x="397" y="234"/>
                      <a:pt x="293" y="317"/>
                      <a:pt x="209" y="401"/>
                    </a:cubicBezTo>
                    <a:cubicBezTo>
                      <a:pt x="1" y="672"/>
                      <a:pt x="147" y="1068"/>
                      <a:pt x="335" y="1339"/>
                    </a:cubicBezTo>
                    <a:cubicBezTo>
                      <a:pt x="1085" y="2445"/>
                      <a:pt x="2399" y="3071"/>
                      <a:pt x="3734" y="3300"/>
                    </a:cubicBezTo>
                    <a:cubicBezTo>
                      <a:pt x="4652" y="3446"/>
                      <a:pt x="5674" y="3425"/>
                      <a:pt x="6467" y="3947"/>
                    </a:cubicBezTo>
                    <a:cubicBezTo>
                      <a:pt x="6029" y="3196"/>
                      <a:pt x="5507" y="2487"/>
                      <a:pt x="4882" y="1861"/>
                    </a:cubicBezTo>
                    <a:cubicBezTo>
                      <a:pt x="4339" y="1235"/>
                      <a:pt x="3672" y="693"/>
                      <a:pt x="2942" y="317"/>
                    </a:cubicBezTo>
                    <a:cubicBezTo>
                      <a:pt x="2519" y="106"/>
                      <a:pt x="205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9"/>
              <p:cNvSpPr/>
              <p:nvPr/>
            </p:nvSpPr>
            <p:spPr>
              <a:xfrm>
                <a:off x="8622875" y="3683775"/>
                <a:ext cx="105875" cy="133000"/>
              </a:xfrm>
              <a:custGeom>
                <a:rect b="b" l="l" r="r" t="t"/>
                <a:pathLst>
                  <a:path extrusionOk="0" h="5320" w="4235">
                    <a:moveTo>
                      <a:pt x="3547" y="0"/>
                    </a:moveTo>
                    <a:cubicBezTo>
                      <a:pt x="3276" y="0"/>
                      <a:pt x="3004" y="105"/>
                      <a:pt x="2796" y="272"/>
                    </a:cubicBezTo>
                    <a:cubicBezTo>
                      <a:pt x="2358" y="564"/>
                      <a:pt x="2003" y="960"/>
                      <a:pt x="1711" y="1398"/>
                    </a:cubicBezTo>
                    <a:cubicBezTo>
                      <a:pt x="1315" y="2003"/>
                      <a:pt x="960" y="2649"/>
                      <a:pt x="689" y="3317"/>
                    </a:cubicBezTo>
                    <a:cubicBezTo>
                      <a:pt x="501" y="3817"/>
                      <a:pt x="1" y="4819"/>
                      <a:pt x="230" y="5319"/>
                    </a:cubicBezTo>
                    <a:cubicBezTo>
                      <a:pt x="668" y="5090"/>
                      <a:pt x="1127" y="4610"/>
                      <a:pt x="1544" y="4276"/>
                    </a:cubicBezTo>
                    <a:cubicBezTo>
                      <a:pt x="2587" y="3463"/>
                      <a:pt x="3463" y="2399"/>
                      <a:pt x="4047" y="1189"/>
                    </a:cubicBezTo>
                    <a:cubicBezTo>
                      <a:pt x="4193" y="960"/>
                      <a:pt x="4235" y="668"/>
                      <a:pt x="4172" y="418"/>
                    </a:cubicBezTo>
                    <a:cubicBezTo>
                      <a:pt x="4068" y="167"/>
                      <a:pt x="3818" y="0"/>
                      <a:pt x="3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9"/>
              <p:cNvSpPr/>
              <p:nvPr/>
            </p:nvSpPr>
            <p:spPr>
              <a:xfrm>
                <a:off x="8541025" y="3854825"/>
                <a:ext cx="159575" cy="66875"/>
              </a:xfrm>
              <a:custGeom>
                <a:rect b="b" l="l" r="r" t="t"/>
                <a:pathLst>
                  <a:path extrusionOk="0" h="2675" w="6383">
                    <a:moveTo>
                      <a:pt x="1349" y="1"/>
                    </a:moveTo>
                    <a:cubicBezTo>
                      <a:pt x="1136" y="1"/>
                      <a:pt x="923" y="14"/>
                      <a:pt x="709" y="41"/>
                    </a:cubicBezTo>
                    <a:cubicBezTo>
                      <a:pt x="438" y="41"/>
                      <a:pt x="188" y="187"/>
                      <a:pt x="42" y="417"/>
                    </a:cubicBezTo>
                    <a:cubicBezTo>
                      <a:pt x="0" y="542"/>
                      <a:pt x="0" y="709"/>
                      <a:pt x="42" y="855"/>
                    </a:cubicBezTo>
                    <a:cubicBezTo>
                      <a:pt x="271" y="1835"/>
                      <a:pt x="1273" y="2461"/>
                      <a:pt x="2274" y="2607"/>
                    </a:cubicBezTo>
                    <a:cubicBezTo>
                      <a:pt x="2562" y="2656"/>
                      <a:pt x="2853" y="2674"/>
                      <a:pt x="3146" y="2674"/>
                    </a:cubicBezTo>
                    <a:cubicBezTo>
                      <a:pt x="3851" y="2674"/>
                      <a:pt x="4564" y="2568"/>
                      <a:pt x="5256" y="2523"/>
                    </a:cubicBezTo>
                    <a:cubicBezTo>
                      <a:pt x="5350" y="2518"/>
                      <a:pt x="5444" y="2516"/>
                      <a:pt x="5538" y="2516"/>
                    </a:cubicBezTo>
                    <a:cubicBezTo>
                      <a:pt x="5820" y="2516"/>
                      <a:pt x="6101" y="2539"/>
                      <a:pt x="6383" y="2586"/>
                    </a:cubicBezTo>
                    <a:cubicBezTo>
                      <a:pt x="5840" y="1835"/>
                      <a:pt x="4818" y="1189"/>
                      <a:pt x="4005" y="751"/>
                    </a:cubicBezTo>
                    <a:cubicBezTo>
                      <a:pt x="3190" y="258"/>
                      <a:pt x="2278"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9"/>
              <p:cNvSpPr/>
              <p:nvPr/>
            </p:nvSpPr>
            <p:spPr>
              <a:xfrm>
                <a:off x="8627575" y="3991325"/>
                <a:ext cx="166375" cy="63925"/>
              </a:xfrm>
              <a:custGeom>
                <a:rect b="b" l="l" r="r" t="t"/>
                <a:pathLst>
                  <a:path extrusionOk="0" h="2557" w="6655">
                    <a:moveTo>
                      <a:pt x="3066" y="1"/>
                    </a:moveTo>
                    <a:cubicBezTo>
                      <a:pt x="2155" y="1"/>
                      <a:pt x="1255" y="225"/>
                      <a:pt x="459" y="672"/>
                    </a:cubicBezTo>
                    <a:cubicBezTo>
                      <a:pt x="230" y="797"/>
                      <a:pt x="42" y="1026"/>
                      <a:pt x="1" y="1277"/>
                    </a:cubicBezTo>
                    <a:cubicBezTo>
                      <a:pt x="1" y="1444"/>
                      <a:pt x="63" y="1569"/>
                      <a:pt x="167" y="1694"/>
                    </a:cubicBezTo>
                    <a:cubicBezTo>
                      <a:pt x="601" y="2297"/>
                      <a:pt x="1355" y="2556"/>
                      <a:pt x="2116" y="2556"/>
                    </a:cubicBezTo>
                    <a:cubicBezTo>
                      <a:pt x="2381" y="2556"/>
                      <a:pt x="2647" y="2525"/>
                      <a:pt x="2900" y="2466"/>
                    </a:cubicBezTo>
                    <a:cubicBezTo>
                      <a:pt x="3859" y="2215"/>
                      <a:pt x="4714" y="1652"/>
                      <a:pt x="5611" y="1193"/>
                    </a:cubicBezTo>
                    <a:cubicBezTo>
                      <a:pt x="5945" y="1047"/>
                      <a:pt x="6300" y="922"/>
                      <a:pt x="6654" y="839"/>
                    </a:cubicBezTo>
                    <a:cubicBezTo>
                      <a:pt x="5882" y="359"/>
                      <a:pt x="4673" y="150"/>
                      <a:pt x="3776" y="46"/>
                    </a:cubicBezTo>
                    <a:cubicBezTo>
                      <a:pt x="3540" y="16"/>
                      <a:pt x="3303" y="1"/>
                      <a:pt x="3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9"/>
              <p:cNvSpPr/>
              <p:nvPr/>
            </p:nvSpPr>
            <p:spPr>
              <a:xfrm>
                <a:off x="8566050" y="3596425"/>
                <a:ext cx="456275" cy="701100"/>
              </a:xfrm>
              <a:custGeom>
                <a:rect b="b" l="l" r="r" t="t"/>
                <a:pathLst>
                  <a:path extrusionOk="0" h="28044" w="18251">
                    <a:moveTo>
                      <a:pt x="2065" y="0"/>
                    </a:moveTo>
                    <a:cubicBezTo>
                      <a:pt x="1977" y="0"/>
                      <a:pt x="1890" y="48"/>
                      <a:pt x="1857" y="157"/>
                    </a:cubicBezTo>
                    <a:cubicBezTo>
                      <a:pt x="0" y="5413"/>
                      <a:pt x="2941" y="11212"/>
                      <a:pt x="6675" y="14820"/>
                    </a:cubicBezTo>
                    <a:cubicBezTo>
                      <a:pt x="8802" y="16885"/>
                      <a:pt x="11264" y="18554"/>
                      <a:pt x="13287" y="20744"/>
                    </a:cubicBezTo>
                    <a:cubicBezTo>
                      <a:pt x="14434" y="21995"/>
                      <a:pt x="15414" y="23413"/>
                      <a:pt x="16228" y="24915"/>
                    </a:cubicBezTo>
                    <a:cubicBezTo>
                      <a:pt x="16812" y="25937"/>
                      <a:pt x="17333" y="27001"/>
                      <a:pt x="17896" y="28044"/>
                    </a:cubicBezTo>
                    <a:lnTo>
                      <a:pt x="18251" y="28044"/>
                    </a:lnTo>
                    <a:cubicBezTo>
                      <a:pt x="17792" y="26959"/>
                      <a:pt x="17271" y="25916"/>
                      <a:pt x="16687" y="24873"/>
                    </a:cubicBezTo>
                    <a:cubicBezTo>
                      <a:pt x="16082" y="23747"/>
                      <a:pt x="15372" y="22683"/>
                      <a:pt x="14601" y="21661"/>
                    </a:cubicBezTo>
                    <a:cubicBezTo>
                      <a:pt x="12932" y="19513"/>
                      <a:pt x="10784" y="17865"/>
                      <a:pt x="8719" y="16134"/>
                    </a:cubicBezTo>
                    <a:cubicBezTo>
                      <a:pt x="4047" y="12129"/>
                      <a:pt x="626" y="6623"/>
                      <a:pt x="2274" y="282"/>
                    </a:cubicBezTo>
                    <a:cubicBezTo>
                      <a:pt x="2324" y="108"/>
                      <a:pt x="2194" y="0"/>
                      <a:pt x="2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9"/>
              <p:cNvSpPr/>
              <p:nvPr/>
            </p:nvSpPr>
            <p:spPr>
              <a:xfrm>
                <a:off x="8799125" y="2433975"/>
                <a:ext cx="322275" cy="1865125"/>
              </a:xfrm>
              <a:custGeom>
                <a:rect b="b" l="l" r="r" t="t"/>
                <a:pathLst>
                  <a:path extrusionOk="0" h="74605" w="12891">
                    <a:moveTo>
                      <a:pt x="816" y="1"/>
                    </a:moveTo>
                    <a:cubicBezTo>
                      <a:pt x="751" y="1"/>
                      <a:pt x="687" y="39"/>
                      <a:pt x="668" y="122"/>
                    </a:cubicBezTo>
                    <a:cubicBezTo>
                      <a:pt x="105" y="2458"/>
                      <a:pt x="126" y="4982"/>
                      <a:pt x="63" y="7401"/>
                    </a:cubicBezTo>
                    <a:cubicBezTo>
                      <a:pt x="1" y="9821"/>
                      <a:pt x="22" y="12240"/>
                      <a:pt x="188" y="14660"/>
                    </a:cubicBezTo>
                    <a:cubicBezTo>
                      <a:pt x="522" y="19520"/>
                      <a:pt x="1273" y="24338"/>
                      <a:pt x="2441" y="29072"/>
                    </a:cubicBezTo>
                    <a:cubicBezTo>
                      <a:pt x="3609" y="33890"/>
                      <a:pt x="5215" y="38583"/>
                      <a:pt x="7238" y="43089"/>
                    </a:cubicBezTo>
                    <a:cubicBezTo>
                      <a:pt x="8302" y="45508"/>
                      <a:pt x="9533" y="47844"/>
                      <a:pt x="10450" y="50326"/>
                    </a:cubicBezTo>
                    <a:cubicBezTo>
                      <a:pt x="11368" y="52829"/>
                      <a:pt x="11910" y="55457"/>
                      <a:pt x="12077" y="58127"/>
                    </a:cubicBezTo>
                    <a:cubicBezTo>
                      <a:pt x="12349" y="62486"/>
                      <a:pt x="11952" y="66887"/>
                      <a:pt x="11514" y="71246"/>
                    </a:cubicBezTo>
                    <a:cubicBezTo>
                      <a:pt x="11410" y="72373"/>
                      <a:pt x="11306" y="73478"/>
                      <a:pt x="11201" y="74604"/>
                    </a:cubicBezTo>
                    <a:lnTo>
                      <a:pt x="11785" y="74604"/>
                    </a:lnTo>
                    <a:cubicBezTo>
                      <a:pt x="11910" y="73478"/>
                      <a:pt x="12036" y="72352"/>
                      <a:pt x="12161" y="71225"/>
                    </a:cubicBezTo>
                    <a:cubicBezTo>
                      <a:pt x="12536" y="67575"/>
                      <a:pt x="12891" y="63884"/>
                      <a:pt x="12828" y="60213"/>
                    </a:cubicBezTo>
                    <a:cubicBezTo>
                      <a:pt x="12766" y="55228"/>
                      <a:pt x="11556" y="50764"/>
                      <a:pt x="9470" y="46259"/>
                    </a:cubicBezTo>
                    <a:cubicBezTo>
                      <a:pt x="5132" y="36894"/>
                      <a:pt x="2066" y="27237"/>
                      <a:pt x="1085" y="16912"/>
                    </a:cubicBezTo>
                    <a:cubicBezTo>
                      <a:pt x="814" y="14222"/>
                      <a:pt x="668" y="11490"/>
                      <a:pt x="668" y="8778"/>
                    </a:cubicBezTo>
                    <a:cubicBezTo>
                      <a:pt x="668" y="5900"/>
                      <a:pt x="1065" y="3042"/>
                      <a:pt x="981" y="164"/>
                    </a:cubicBezTo>
                    <a:cubicBezTo>
                      <a:pt x="981" y="60"/>
                      <a:pt x="898"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9"/>
              <p:cNvSpPr/>
              <p:nvPr/>
            </p:nvSpPr>
            <p:spPr>
              <a:xfrm>
                <a:off x="8745425" y="2272600"/>
                <a:ext cx="121000" cy="407950"/>
              </a:xfrm>
              <a:custGeom>
                <a:rect b="b" l="l" r="r" t="t"/>
                <a:pathLst>
                  <a:path extrusionOk="0" h="16318" w="4840">
                    <a:moveTo>
                      <a:pt x="2636" y="0"/>
                    </a:moveTo>
                    <a:cubicBezTo>
                      <a:pt x="1929" y="0"/>
                      <a:pt x="1246" y="817"/>
                      <a:pt x="939" y="1551"/>
                    </a:cubicBezTo>
                    <a:cubicBezTo>
                      <a:pt x="105" y="3657"/>
                      <a:pt x="0" y="5951"/>
                      <a:pt x="292" y="8183"/>
                    </a:cubicBezTo>
                    <a:cubicBezTo>
                      <a:pt x="564" y="10248"/>
                      <a:pt x="1002" y="12897"/>
                      <a:pt x="1898" y="14774"/>
                    </a:cubicBezTo>
                    <a:cubicBezTo>
                      <a:pt x="2149" y="15296"/>
                      <a:pt x="2378" y="15838"/>
                      <a:pt x="2670" y="16318"/>
                    </a:cubicBezTo>
                    <a:cubicBezTo>
                      <a:pt x="3150" y="15421"/>
                      <a:pt x="3317" y="14274"/>
                      <a:pt x="3588" y="13293"/>
                    </a:cubicBezTo>
                    <a:cubicBezTo>
                      <a:pt x="3963" y="11938"/>
                      <a:pt x="4255" y="10582"/>
                      <a:pt x="4464" y="9184"/>
                    </a:cubicBezTo>
                    <a:cubicBezTo>
                      <a:pt x="4839" y="6473"/>
                      <a:pt x="4756" y="3657"/>
                      <a:pt x="3776" y="1092"/>
                    </a:cubicBezTo>
                    <a:cubicBezTo>
                      <a:pt x="3671" y="695"/>
                      <a:pt x="3421" y="362"/>
                      <a:pt x="3108" y="132"/>
                    </a:cubicBezTo>
                    <a:cubicBezTo>
                      <a:pt x="2952" y="41"/>
                      <a:pt x="2794" y="0"/>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9"/>
              <p:cNvSpPr/>
              <p:nvPr/>
            </p:nvSpPr>
            <p:spPr>
              <a:xfrm>
                <a:off x="9113550" y="2722675"/>
                <a:ext cx="188800" cy="262925"/>
              </a:xfrm>
              <a:custGeom>
                <a:rect b="b" l="l" r="r" t="t"/>
                <a:pathLst>
                  <a:path extrusionOk="0" h="10517" w="7552">
                    <a:moveTo>
                      <a:pt x="1351" y="1"/>
                    </a:moveTo>
                    <a:cubicBezTo>
                      <a:pt x="1318" y="1"/>
                      <a:pt x="1285" y="2"/>
                      <a:pt x="1252" y="4"/>
                    </a:cubicBezTo>
                    <a:cubicBezTo>
                      <a:pt x="335" y="150"/>
                      <a:pt x="1" y="1276"/>
                      <a:pt x="84" y="2048"/>
                    </a:cubicBezTo>
                    <a:cubicBezTo>
                      <a:pt x="272" y="3821"/>
                      <a:pt x="1127" y="5323"/>
                      <a:pt x="2254" y="6595"/>
                    </a:cubicBezTo>
                    <a:cubicBezTo>
                      <a:pt x="3338" y="7784"/>
                      <a:pt x="4777" y="9223"/>
                      <a:pt x="6279" y="9953"/>
                    </a:cubicBezTo>
                    <a:cubicBezTo>
                      <a:pt x="6696" y="10141"/>
                      <a:pt x="7093" y="10370"/>
                      <a:pt x="7531" y="10516"/>
                    </a:cubicBezTo>
                    <a:cubicBezTo>
                      <a:pt x="7551" y="9682"/>
                      <a:pt x="7218" y="8889"/>
                      <a:pt x="7030" y="8118"/>
                    </a:cubicBezTo>
                    <a:cubicBezTo>
                      <a:pt x="6801" y="7075"/>
                      <a:pt x="6467" y="6053"/>
                      <a:pt x="6071" y="5052"/>
                    </a:cubicBezTo>
                    <a:cubicBezTo>
                      <a:pt x="5257" y="3133"/>
                      <a:pt x="4026" y="1402"/>
                      <a:pt x="2170" y="275"/>
                    </a:cubicBezTo>
                    <a:cubicBezTo>
                      <a:pt x="1926" y="87"/>
                      <a:pt x="1648"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9"/>
              <p:cNvSpPr/>
              <p:nvPr/>
            </p:nvSpPr>
            <p:spPr>
              <a:xfrm>
                <a:off x="8597850" y="3434275"/>
                <a:ext cx="73025" cy="184875"/>
              </a:xfrm>
              <a:custGeom>
                <a:rect b="b" l="l" r="r" t="t"/>
                <a:pathLst>
                  <a:path extrusionOk="0" h="7395" w="2921">
                    <a:moveTo>
                      <a:pt x="1636" y="0"/>
                    </a:moveTo>
                    <a:cubicBezTo>
                      <a:pt x="1572" y="0"/>
                      <a:pt x="1506" y="10"/>
                      <a:pt x="1440" y="31"/>
                    </a:cubicBezTo>
                    <a:cubicBezTo>
                      <a:pt x="1252" y="94"/>
                      <a:pt x="1085" y="240"/>
                      <a:pt x="981" y="407"/>
                    </a:cubicBezTo>
                    <a:cubicBezTo>
                      <a:pt x="314" y="1491"/>
                      <a:pt x="1" y="2764"/>
                      <a:pt x="84" y="4036"/>
                    </a:cubicBezTo>
                    <a:cubicBezTo>
                      <a:pt x="126" y="4683"/>
                      <a:pt x="209" y="5329"/>
                      <a:pt x="355" y="5955"/>
                    </a:cubicBezTo>
                    <a:cubicBezTo>
                      <a:pt x="439" y="6414"/>
                      <a:pt x="460" y="6956"/>
                      <a:pt x="689" y="7394"/>
                    </a:cubicBezTo>
                    <a:cubicBezTo>
                      <a:pt x="877" y="7206"/>
                      <a:pt x="1064" y="6977"/>
                      <a:pt x="1231" y="6768"/>
                    </a:cubicBezTo>
                    <a:cubicBezTo>
                      <a:pt x="1878" y="5976"/>
                      <a:pt x="2295" y="4808"/>
                      <a:pt x="2566" y="3890"/>
                    </a:cubicBezTo>
                    <a:cubicBezTo>
                      <a:pt x="2900" y="2910"/>
                      <a:pt x="2921" y="1846"/>
                      <a:pt x="2608" y="845"/>
                    </a:cubicBezTo>
                    <a:cubicBezTo>
                      <a:pt x="2462" y="462"/>
                      <a:pt x="207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89" name="Google Shape;3489;p49"/>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_1_1_1_1_1">
    <p:spTree>
      <p:nvGrpSpPr>
        <p:cNvPr id="3490" name="Shape 3490"/>
        <p:cNvGrpSpPr/>
        <p:nvPr/>
      </p:nvGrpSpPr>
      <p:grpSpPr>
        <a:xfrm>
          <a:off x="0" y="0"/>
          <a:ext cx="0" cy="0"/>
          <a:chOff x="0" y="0"/>
          <a:chExt cx="0" cy="0"/>
        </a:xfrm>
      </p:grpSpPr>
      <p:sp>
        <p:nvSpPr>
          <p:cNvPr id="3491" name="Google Shape;3491;p50"/>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0"/>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0"/>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494" name="Google Shape;3494;p50"/>
          <p:cNvGrpSpPr/>
          <p:nvPr/>
        </p:nvGrpSpPr>
        <p:grpSpPr>
          <a:xfrm>
            <a:off x="2936544" y="-329546"/>
            <a:ext cx="2934233" cy="708308"/>
            <a:chOff x="2375925" y="3297600"/>
            <a:chExt cx="735950" cy="177650"/>
          </a:xfrm>
        </p:grpSpPr>
        <p:sp>
          <p:nvSpPr>
            <p:cNvPr id="3495" name="Google Shape;3495;p50"/>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0"/>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0"/>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0"/>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0"/>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0"/>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50"/>
          <p:cNvGrpSpPr/>
          <p:nvPr/>
        </p:nvGrpSpPr>
        <p:grpSpPr>
          <a:xfrm>
            <a:off x="-718594" y="2815406"/>
            <a:ext cx="1371803" cy="1955994"/>
            <a:chOff x="29206" y="2199506"/>
            <a:chExt cx="1371803" cy="1955994"/>
          </a:xfrm>
        </p:grpSpPr>
        <p:sp>
          <p:nvSpPr>
            <p:cNvPr id="3502" name="Google Shape;3502;p50"/>
            <p:cNvSpPr/>
            <p:nvPr/>
          </p:nvSpPr>
          <p:spPr>
            <a:xfrm>
              <a:off x="411425" y="40421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3" name="Google Shape;3503;p50"/>
            <p:cNvGrpSpPr/>
            <p:nvPr/>
          </p:nvGrpSpPr>
          <p:grpSpPr>
            <a:xfrm>
              <a:off x="29206" y="2199506"/>
              <a:ext cx="1371803" cy="1916250"/>
              <a:chOff x="173975" y="1846850"/>
              <a:chExt cx="1630575" cy="2277725"/>
            </a:xfrm>
          </p:grpSpPr>
          <p:sp>
            <p:nvSpPr>
              <p:cNvPr id="3504" name="Google Shape;3504;p50"/>
              <p:cNvSpPr/>
              <p:nvPr/>
            </p:nvSpPr>
            <p:spPr>
              <a:xfrm>
                <a:off x="593225" y="1846850"/>
                <a:ext cx="549625" cy="700300"/>
              </a:xfrm>
              <a:custGeom>
                <a:rect b="b" l="l" r="r" t="t"/>
                <a:pathLst>
                  <a:path extrusionOk="0" h="28012" w="21985">
                    <a:moveTo>
                      <a:pt x="7413" y="1"/>
                    </a:moveTo>
                    <a:cubicBezTo>
                      <a:pt x="7250" y="1"/>
                      <a:pt x="7087" y="9"/>
                      <a:pt x="6925" y="25"/>
                    </a:cubicBezTo>
                    <a:cubicBezTo>
                      <a:pt x="5965" y="129"/>
                      <a:pt x="5048" y="463"/>
                      <a:pt x="4255" y="1005"/>
                    </a:cubicBezTo>
                    <a:cubicBezTo>
                      <a:pt x="939" y="3195"/>
                      <a:pt x="0" y="7888"/>
                      <a:pt x="1126" y="11684"/>
                    </a:cubicBezTo>
                    <a:cubicBezTo>
                      <a:pt x="2065" y="14792"/>
                      <a:pt x="3942" y="17629"/>
                      <a:pt x="5778" y="20236"/>
                    </a:cubicBezTo>
                    <a:cubicBezTo>
                      <a:pt x="7154" y="22197"/>
                      <a:pt x="8906" y="23865"/>
                      <a:pt x="10950" y="25137"/>
                    </a:cubicBezTo>
                    <a:cubicBezTo>
                      <a:pt x="11463" y="25441"/>
                      <a:pt x="16387" y="28011"/>
                      <a:pt x="17483" y="28011"/>
                    </a:cubicBezTo>
                    <a:cubicBezTo>
                      <a:pt x="17591" y="28011"/>
                      <a:pt x="17661" y="27986"/>
                      <a:pt x="17687" y="27932"/>
                    </a:cubicBezTo>
                    <a:cubicBezTo>
                      <a:pt x="21984" y="18880"/>
                      <a:pt x="20920" y="5135"/>
                      <a:pt x="10575" y="755"/>
                    </a:cubicBezTo>
                    <a:cubicBezTo>
                      <a:pt x="9561" y="339"/>
                      <a:pt x="8484" y="1"/>
                      <a:pt x="7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0"/>
              <p:cNvSpPr/>
              <p:nvPr/>
            </p:nvSpPr>
            <p:spPr>
              <a:xfrm>
                <a:off x="733475" y="1878750"/>
                <a:ext cx="78250" cy="230500"/>
              </a:xfrm>
              <a:custGeom>
                <a:rect b="b" l="l" r="r" t="t"/>
                <a:pathLst>
                  <a:path extrusionOk="0" h="9220" w="3130">
                    <a:moveTo>
                      <a:pt x="168" y="0"/>
                    </a:moveTo>
                    <a:cubicBezTo>
                      <a:pt x="168" y="42"/>
                      <a:pt x="22" y="84"/>
                      <a:pt x="22" y="126"/>
                    </a:cubicBezTo>
                    <a:cubicBezTo>
                      <a:pt x="1" y="1419"/>
                      <a:pt x="168" y="2691"/>
                      <a:pt x="501" y="3922"/>
                    </a:cubicBezTo>
                    <a:cubicBezTo>
                      <a:pt x="793" y="5152"/>
                      <a:pt x="1273" y="6320"/>
                      <a:pt x="1857" y="7447"/>
                    </a:cubicBezTo>
                    <a:cubicBezTo>
                      <a:pt x="2212" y="8072"/>
                      <a:pt x="2608" y="8656"/>
                      <a:pt x="3046" y="9220"/>
                    </a:cubicBezTo>
                    <a:cubicBezTo>
                      <a:pt x="3046" y="9220"/>
                      <a:pt x="3129" y="9178"/>
                      <a:pt x="3109" y="9157"/>
                    </a:cubicBezTo>
                    <a:lnTo>
                      <a:pt x="3129" y="9157"/>
                    </a:lnTo>
                    <a:cubicBezTo>
                      <a:pt x="1690" y="7071"/>
                      <a:pt x="731" y="4673"/>
                      <a:pt x="335" y="2149"/>
                    </a:cubicBezTo>
                    <a:cubicBezTo>
                      <a:pt x="230" y="1440"/>
                      <a:pt x="189" y="731"/>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0"/>
              <p:cNvSpPr/>
              <p:nvPr/>
            </p:nvSpPr>
            <p:spPr>
              <a:xfrm>
                <a:off x="811175" y="1883375"/>
                <a:ext cx="47475" cy="282425"/>
              </a:xfrm>
              <a:custGeom>
                <a:rect b="b" l="l" r="r" t="t"/>
                <a:pathLst>
                  <a:path extrusionOk="0" h="11297" w="1899">
                    <a:moveTo>
                      <a:pt x="1776" y="0"/>
                    </a:moveTo>
                    <a:cubicBezTo>
                      <a:pt x="1774" y="0"/>
                      <a:pt x="1773" y="1"/>
                      <a:pt x="1773" y="3"/>
                    </a:cubicBezTo>
                    <a:cubicBezTo>
                      <a:pt x="1356" y="3028"/>
                      <a:pt x="1" y="5989"/>
                      <a:pt x="418" y="9118"/>
                    </a:cubicBezTo>
                    <a:cubicBezTo>
                      <a:pt x="501" y="9848"/>
                      <a:pt x="751" y="10557"/>
                      <a:pt x="1127" y="11204"/>
                    </a:cubicBezTo>
                    <a:cubicBezTo>
                      <a:pt x="1127" y="11221"/>
                      <a:pt x="1214" y="11297"/>
                      <a:pt x="1219" y="11297"/>
                    </a:cubicBezTo>
                    <a:cubicBezTo>
                      <a:pt x="1220" y="11297"/>
                      <a:pt x="1217" y="11294"/>
                      <a:pt x="1210" y="11287"/>
                    </a:cubicBezTo>
                    <a:lnTo>
                      <a:pt x="1210" y="11266"/>
                    </a:lnTo>
                    <a:cubicBezTo>
                      <a:pt x="501" y="10077"/>
                      <a:pt x="418" y="8617"/>
                      <a:pt x="501" y="7262"/>
                    </a:cubicBezTo>
                    <a:cubicBezTo>
                      <a:pt x="605" y="5739"/>
                      <a:pt x="981" y="4258"/>
                      <a:pt x="1356" y="2798"/>
                    </a:cubicBezTo>
                    <a:cubicBezTo>
                      <a:pt x="1586" y="1922"/>
                      <a:pt x="1753" y="1025"/>
                      <a:pt x="1899" y="128"/>
                    </a:cubicBezTo>
                    <a:cubicBezTo>
                      <a:pt x="1899" y="90"/>
                      <a:pt x="1795" y="0"/>
                      <a:pt x="17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0"/>
              <p:cNvSpPr/>
              <p:nvPr/>
            </p:nvSpPr>
            <p:spPr>
              <a:xfrm>
                <a:off x="861450" y="1973650"/>
                <a:ext cx="137475" cy="249800"/>
              </a:xfrm>
              <a:custGeom>
                <a:rect b="b" l="l" r="r" t="t"/>
                <a:pathLst>
                  <a:path extrusionOk="0" h="9992" w="5499">
                    <a:moveTo>
                      <a:pt x="5436" y="1"/>
                    </a:moveTo>
                    <a:cubicBezTo>
                      <a:pt x="5436" y="1"/>
                      <a:pt x="5373" y="21"/>
                      <a:pt x="5373" y="42"/>
                    </a:cubicBezTo>
                    <a:cubicBezTo>
                      <a:pt x="5290" y="418"/>
                      <a:pt x="5206" y="814"/>
                      <a:pt x="5081" y="1169"/>
                    </a:cubicBezTo>
                    <a:cubicBezTo>
                      <a:pt x="4956" y="1481"/>
                      <a:pt x="4789" y="1794"/>
                      <a:pt x="4622" y="2065"/>
                    </a:cubicBezTo>
                    <a:cubicBezTo>
                      <a:pt x="4205" y="2649"/>
                      <a:pt x="3725" y="3192"/>
                      <a:pt x="3204" y="3692"/>
                    </a:cubicBezTo>
                    <a:cubicBezTo>
                      <a:pt x="2119" y="4798"/>
                      <a:pt x="993" y="5966"/>
                      <a:pt x="451" y="7468"/>
                    </a:cubicBezTo>
                    <a:cubicBezTo>
                      <a:pt x="117" y="8281"/>
                      <a:pt x="96" y="9178"/>
                      <a:pt x="367" y="9991"/>
                    </a:cubicBezTo>
                    <a:cubicBezTo>
                      <a:pt x="367" y="9991"/>
                      <a:pt x="455" y="9947"/>
                      <a:pt x="484" y="9921"/>
                    </a:cubicBezTo>
                    <a:lnTo>
                      <a:pt x="484" y="9921"/>
                    </a:lnTo>
                    <a:cubicBezTo>
                      <a:pt x="487" y="9930"/>
                      <a:pt x="489" y="9940"/>
                      <a:pt x="492" y="9950"/>
                    </a:cubicBezTo>
                    <a:lnTo>
                      <a:pt x="492" y="9908"/>
                    </a:lnTo>
                    <a:cubicBezTo>
                      <a:pt x="492" y="9911"/>
                      <a:pt x="489" y="9916"/>
                      <a:pt x="484" y="9921"/>
                    </a:cubicBezTo>
                    <a:lnTo>
                      <a:pt x="484" y="9921"/>
                    </a:lnTo>
                    <a:cubicBezTo>
                      <a:pt x="1" y="8345"/>
                      <a:pt x="728" y="6772"/>
                      <a:pt x="1661" y="5507"/>
                    </a:cubicBezTo>
                    <a:cubicBezTo>
                      <a:pt x="2140" y="4860"/>
                      <a:pt x="2683" y="4276"/>
                      <a:pt x="3246" y="3713"/>
                    </a:cubicBezTo>
                    <a:cubicBezTo>
                      <a:pt x="3767" y="3233"/>
                      <a:pt x="4226" y="2691"/>
                      <a:pt x="4643" y="2149"/>
                    </a:cubicBezTo>
                    <a:cubicBezTo>
                      <a:pt x="5081" y="1544"/>
                      <a:pt x="5498" y="751"/>
                      <a:pt x="5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0"/>
              <p:cNvSpPr/>
              <p:nvPr/>
            </p:nvSpPr>
            <p:spPr>
              <a:xfrm>
                <a:off x="919125" y="2106625"/>
                <a:ext cx="117850" cy="197650"/>
              </a:xfrm>
              <a:custGeom>
                <a:rect b="b" l="l" r="r" t="t"/>
                <a:pathLst>
                  <a:path extrusionOk="0" h="7906" w="4714">
                    <a:moveTo>
                      <a:pt x="4693" y="0"/>
                    </a:moveTo>
                    <a:cubicBezTo>
                      <a:pt x="4693" y="0"/>
                      <a:pt x="4589" y="21"/>
                      <a:pt x="4589" y="42"/>
                    </a:cubicBezTo>
                    <a:cubicBezTo>
                      <a:pt x="4485" y="334"/>
                      <a:pt x="4443" y="647"/>
                      <a:pt x="4359" y="939"/>
                    </a:cubicBezTo>
                    <a:cubicBezTo>
                      <a:pt x="4297" y="1231"/>
                      <a:pt x="4193" y="1544"/>
                      <a:pt x="4067" y="1836"/>
                    </a:cubicBezTo>
                    <a:cubicBezTo>
                      <a:pt x="3817" y="2378"/>
                      <a:pt x="3525" y="2899"/>
                      <a:pt x="3150" y="3379"/>
                    </a:cubicBezTo>
                    <a:cubicBezTo>
                      <a:pt x="2753" y="3859"/>
                      <a:pt x="2294" y="4297"/>
                      <a:pt x="1794" y="4672"/>
                    </a:cubicBezTo>
                    <a:cubicBezTo>
                      <a:pt x="1293" y="5048"/>
                      <a:pt x="876" y="5486"/>
                      <a:pt x="542" y="6007"/>
                    </a:cubicBezTo>
                    <a:cubicBezTo>
                      <a:pt x="188" y="6591"/>
                      <a:pt x="0" y="7238"/>
                      <a:pt x="0" y="7905"/>
                    </a:cubicBezTo>
                    <a:cubicBezTo>
                      <a:pt x="0" y="7905"/>
                      <a:pt x="125" y="7884"/>
                      <a:pt x="125" y="7863"/>
                    </a:cubicBezTo>
                    <a:lnTo>
                      <a:pt x="146" y="7863"/>
                    </a:lnTo>
                    <a:cubicBezTo>
                      <a:pt x="167" y="7217"/>
                      <a:pt x="355" y="6591"/>
                      <a:pt x="688" y="6049"/>
                    </a:cubicBezTo>
                    <a:cubicBezTo>
                      <a:pt x="1022" y="5486"/>
                      <a:pt x="1460" y="5006"/>
                      <a:pt x="1982" y="4610"/>
                    </a:cubicBezTo>
                    <a:cubicBezTo>
                      <a:pt x="2461" y="4255"/>
                      <a:pt x="2899" y="3838"/>
                      <a:pt x="3296" y="3379"/>
                    </a:cubicBezTo>
                    <a:cubicBezTo>
                      <a:pt x="3671" y="2920"/>
                      <a:pt x="3984" y="2420"/>
                      <a:pt x="4213" y="1877"/>
                    </a:cubicBezTo>
                    <a:cubicBezTo>
                      <a:pt x="4339" y="1585"/>
                      <a:pt x="4443" y="1293"/>
                      <a:pt x="4547" y="981"/>
                    </a:cubicBezTo>
                    <a:cubicBezTo>
                      <a:pt x="4651" y="668"/>
                      <a:pt x="4714" y="334"/>
                      <a:pt x="4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0"/>
              <p:cNvSpPr/>
              <p:nvPr/>
            </p:nvSpPr>
            <p:spPr>
              <a:xfrm>
                <a:off x="984825" y="2283900"/>
                <a:ext cx="57375" cy="129350"/>
              </a:xfrm>
              <a:custGeom>
                <a:rect b="b" l="l" r="r" t="t"/>
                <a:pathLst>
                  <a:path extrusionOk="0" h="5174" w="2295">
                    <a:moveTo>
                      <a:pt x="2295" y="1"/>
                    </a:moveTo>
                    <a:cubicBezTo>
                      <a:pt x="2253" y="1"/>
                      <a:pt x="2190" y="22"/>
                      <a:pt x="2149" y="42"/>
                    </a:cubicBezTo>
                    <a:cubicBezTo>
                      <a:pt x="1857" y="418"/>
                      <a:pt x="1585" y="814"/>
                      <a:pt x="1377" y="1231"/>
                    </a:cubicBezTo>
                    <a:cubicBezTo>
                      <a:pt x="1147" y="1649"/>
                      <a:pt x="939" y="2066"/>
                      <a:pt x="751" y="2504"/>
                    </a:cubicBezTo>
                    <a:cubicBezTo>
                      <a:pt x="396" y="3359"/>
                      <a:pt x="146" y="4256"/>
                      <a:pt x="0" y="5173"/>
                    </a:cubicBezTo>
                    <a:cubicBezTo>
                      <a:pt x="0" y="5173"/>
                      <a:pt x="146" y="5153"/>
                      <a:pt x="167" y="5111"/>
                    </a:cubicBezTo>
                    <a:lnTo>
                      <a:pt x="146" y="5111"/>
                    </a:lnTo>
                    <a:cubicBezTo>
                      <a:pt x="313" y="4172"/>
                      <a:pt x="584" y="3275"/>
                      <a:pt x="960" y="2399"/>
                    </a:cubicBezTo>
                    <a:cubicBezTo>
                      <a:pt x="1126" y="1982"/>
                      <a:pt x="1335" y="1565"/>
                      <a:pt x="1565" y="1190"/>
                    </a:cubicBezTo>
                    <a:cubicBezTo>
                      <a:pt x="1669" y="981"/>
                      <a:pt x="1794" y="793"/>
                      <a:pt x="1919" y="606"/>
                    </a:cubicBezTo>
                    <a:cubicBezTo>
                      <a:pt x="2023" y="397"/>
                      <a:pt x="2190" y="209"/>
                      <a:pt x="2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0"/>
              <p:cNvSpPr/>
              <p:nvPr/>
            </p:nvSpPr>
            <p:spPr>
              <a:xfrm>
                <a:off x="657350" y="1935575"/>
                <a:ext cx="156450" cy="183150"/>
              </a:xfrm>
              <a:custGeom>
                <a:rect b="b" l="l" r="r" t="t"/>
                <a:pathLst>
                  <a:path extrusionOk="0" h="7326" w="6258">
                    <a:moveTo>
                      <a:pt x="6257" y="7279"/>
                    </a:moveTo>
                    <a:cubicBezTo>
                      <a:pt x="6257" y="7280"/>
                      <a:pt x="6257" y="7280"/>
                      <a:pt x="6258" y="7280"/>
                    </a:cubicBezTo>
                    <a:cubicBezTo>
                      <a:pt x="6257" y="7280"/>
                      <a:pt x="6257" y="7280"/>
                      <a:pt x="6257" y="7279"/>
                    </a:cubicBezTo>
                    <a:close/>
                    <a:moveTo>
                      <a:pt x="188" y="1"/>
                    </a:moveTo>
                    <a:cubicBezTo>
                      <a:pt x="188" y="1"/>
                      <a:pt x="1" y="22"/>
                      <a:pt x="1" y="43"/>
                    </a:cubicBezTo>
                    <a:cubicBezTo>
                      <a:pt x="21" y="794"/>
                      <a:pt x="293" y="1503"/>
                      <a:pt x="731" y="2087"/>
                    </a:cubicBezTo>
                    <a:cubicBezTo>
                      <a:pt x="1148" y="2629"/>
                      <a:pt x="1607" y="3109"/>
                      <a:pt x="2149" y="3547"/>
                    </a:cubicBezTo>
                    <a:cubicBezTo>
                      <a:pt x="3046" y="4339"/>
                      <a:pt x="3880" y="5236"/>
                      <a:pt x="4756" y="6091"/>
                    </a:cubicBezTo>
                    <a:cubicBezTo>
                      <a:pt x="5173" y="6508"/>
                      <a:pt x="5611" y="6926"/>
                      <a:pt x="6070" y="7322"/>
                    </a:cubicBezTo>
                    <a:cubicBezTo>
                      <a:pt x="6075" y="7324"/>
                      <a:pt x="6081" y="7325"/>
                      <a:pt x="6087" y="7325"/>
                    </a:cubicBezTo>
                    <a:cubicBezTo>
                      <a:pt x="6132" y="7325"/>
                      <a:pt x="6215" y="7277"/>
                      <a:pt x="6247" y="7277"/>
                    </a:cubicBezTo>
                    <a:cubicBezTo>
                      <a:pt x="6251" y="7277"/>
                      <a:pt x="6254" y="7278"/>
                      <a:pt x="6257" y="7279"/>
                    </a:cubicBezTo>
                    <a:lnTo>
                      <a:pt x="6257" y="7279"/>
                    </a:lnTo>
                    <a:cubicBezTo>
                      <a:pt x="5360" y="6529"/>
                      <a:pt x="4568" y="5653"/>
                      <a:pt x="3734" y="4819"/>
                    </a:cubicBezTo>
                    <a:cubicBezTo>
                      <a:pt x="3317" y="4402"/>
                      <a:pt x="2900" y="3985"/>
                      <a:pt x="2483" y="3588"/>
                    </a:cubicBezTo>
                    <a:cubicBezTo>
                      <a:pt x="1982" y="3192"/>
                      <a:pt x="1523" y="2754"/>
                      <a:pt x="1106" y="2274"/>
                    </a:cubicBezTo>
                    <a:cubicBezTo>
                      <a:pt x="605" y="1628"/>
                      <a:pt x="272" y="835"/>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0"/>
              <p:cNvSpPr/>
              <p:nvPr/>
            </p:nvSpPr>
            <p:spPr>
              <a:xfrm>
                <a:off x="633200" y="2113450"/>
                <a:ext cx="265600" cy="166825"/>
              </a:xfrm>
              <a:custGeom>
                <a:rect b="b" l="l" r="r" t="t"/>
                <a:pathLst>
                  <a:path extrusionOk="0" h="6673" w="10624">
                    <a:moveTo>
                      <a:pt x="9" y="1"/>
                    </a:moveTo>
                    <a:cubicBezTo>
                      <a:pt x="2" y="1"/>
                      <a:pt x="0" y="5"/>
                      <a:pt x="7" y="19"/>
                    </a:cubicBezTo>
                    <a:cubicBezTo>
                      <a:pt x="800" y="645"/>
                      <a:pt x="1571" y="1271"/>
                      <a:pt x="2364" y="1896"/>
                    </a:cubicBezTo>
                    <a:cubicBezTo>
                      <a:pt x="3094" y="2501"/>
                      <a:pt x="3803" y="3106"/>
                      <a:pt x="4575" y="3648"/>
                    </a:cubicBezTo>
                    <a:cubicBezTo>
                      <a:pt x="5159" y="4086"/>
                      <a:pt x="5806" y="4420"/>
                      <a:pt x="6515" y="4650"/>
                    </a:cubicBezTo>
                    <a:cubicBezTo>
                      <a:pt x="7182" y="4858"/>
                      <a:pt x="7850" y="5025"/>
                      <a:pt x="8517" y="5234"/>
                    </a:cubicBezTo>
                    <a:cubicBezTo>
                      <a:pt x="9330" y="5505"/>
                      <a:pt x="10081" y="5880"/>
                      <a:pt x="10561" y="6631"/>
                    </a:cubicBezTo>
                    <a:cubicBezTo>
                      <a:pt x="10561" y="6645"/>
                      <a:pt x="10590" y="6650"/>
                      <a:pt x="10609" y="6658"/>
                    </a:cubicBezTo>
                    <a:lnTo>
                      <a:pt x="10609" y="6658"/>
                    </a:lnTo>
                    <a:lnTo>
                      <a:pt x="10603" y="6652"/>
                    </a:lnTo>
                    <a:cubicBezTo>
                      <a:pt x="9935" y="5546"/>
                      <a:pt x="8580" y="5171"/>
                      <a:pt x="7412" y="4837"/>
                    </a:cubicBezTo>
                    <a:cubicBezTo>
                      <a:pt x="6702" y="4670"/>
                      <a:pt x="6014" y="4420"/>
                      <a:pt x="5368" y="4128"/>
                    </a:cubicBezTo>
                    <a:cubicBezTo>
                      <a:pt x="4888" y="3857"/>
                      <a:pt x="4429" y="3544"/>
                      <a:pt x="4012" y="3190"/>
                    </a:cubicBezTo>
                    <a:cubicBezTo>
                      <a:pt x="3615" y="2877"/>
                      <a:pt x="3240" y="2564"/>
                      <a:pt x="2823" y="2230"/>
                    </a:cubicBezTo>
                    <a:cubicBezTo>
                      <a:pt x="1926" y="1521"/>
                      <a:pt x="1050" y="791"/>
                      <a:pt x="132" y="82"/>
                    </a:cubicBezTo>
                    <a:cubicBezTo>
                      <a:pt x="111" y="40"/>
                      <a:pt x="70" y="19"/>
                      <a:pt x="49" y="19"/>
                    </a:cubicBezTo>
                    <a:cubicBezTo>
                      <a:pt x="49" y="19"/>
                      <a:pt x="21" y="1"/>
                      <a:pt x="9" y="1"/>
                    </a:cubicBezTo>
                    <a:close/>
                    <a:moveTo>
                      <a:pt x="10609" y="6658"/>
                    </a:moveTo>
                    <a:lnTo>
                      <a:pt x="10624" y="6673"/>
                    </a:lnTo>
                    <a:cubicBezTo>
                      <a:pt x="10624" y="6666"/>
                      <a:pt x="10617" y="6662"/>
                      <a:pt x="10609" y="66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0"/>
              <p:cNvSpPr/>
              <p:nvPr/>
            </p:nvSpPr>
            <p:spPr>
              <a:xfrm>
                <a:off x="703850" y="2282625"/>
                <a:ext cx="260125" cy="90475"/>
              </a:xfrm>
              <a:custGeom>
                <a:rect b="b" l="l" r="r" t="t"/>
                <a:pathLst>
                  <a:path extrusionOk="0" h="3619" w="10405">
                    <a:moveTo>
                      <a:pt x="196" y="0"/>
                    </a:moveTo>
                    <a:cubicBezTo>
                      <a:pt x="129" y="0"/>
                      <a:pt x="0" y="76"/>
                      <a:pt x="18" y="93"/>
                    </a:cubicBezTo>
                    <a:cubicBezTo>
                      <a:pt x="748" y="1095"/>
                      <a:pt x="2124" y="1345"/>
                      <a:pt x="3251" y="1679"/>
                    </a:cubicBezTo>
                    <a:cubicBezTo>
                      <a:pt x="4752" y="2096"/>
                      <a:pt x="6233" y="2513"/>
                      <a:pt x="7735" y="2930"/>
                    </a:cubicBezTo>
                    <a:cubicBezTo>
                      <a:pt x="8590" y="3160"/>
                      <a:pt x="9445" y="3389"/>
                      <a:pt x="10301" y="3618"/>
                    </a:cubicBezTo>
                    <a:cubicBezTo>
                      <a:pt x="10342" y="3618"/>
                      <a:pt x="10363" y="3598"/>
                      <a:pt x="10405" y="3577"/>
                    </a:cubicBezTo>
                    <a:lnTo>
                      <a:pt x="10384" y="3577"/>
                    </a:lnTo>
                    <a:cubicBezTo>
                      <a:pt x="8924" y="3139"/>
                      <a:pt x="7464" y="2722"/>
                      <a:pt x="6004" y="2304"/>
                    </a:cubicBezTo>
                    <a:lnTo>
                      <a:pt x="3793" y="1679"/>
                    </a:lnTo>
                    <a:cubicBezTo>
                      <a:pt x="3146" y="1491"/>
                      <a:pt x="2500" y="1345"/>
                      <a:pt x="1874" y="1115"/>
                    </a:cubicBezTo>
                    <a:cubicBezTo>
                      <a:pt x="1227" y="907"/>
                      <a:pt x="664" y="531"/>
                      <a:pt x="226" y="10"/>
                    </a:cubicBezTo>
                    <a:cubicBezTo>
                      <a:pt x="219" y="3"/>
                      <a:pt x="209"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0"/>
              <p:cNvSpPr/>
              <p:nvPr/>
            </p:nvSpPr>
            <p:spPr>
              <a:xfrm>
                <a:off x="876350" y="2445550"/>
                <a:ext cx="131950" cy="25725"/>
              </a:xfrm>
              <a:custGeom>
                <a:rect b="b" l="l" r="r" t="t"/>
                <a:pathLst>
                  <a:path extrusionOk="0" h="1029" w="5278">
                    <a:moveTo>
                      <a:pt x="1" y="1"/>
                    </a:moveTo>
                    <a:cubicBezTo>
                      <a:pt x="63" y="84"/>
                      <a:pt x="147" y="126"/>
                      <a:pt x="230" y="167"/>
                    </a:cubicBezTo>
                    <a:cubicBezTo>
                      <a:pt x="355" y="230"/>
                      <a:pt x="460" y="293"/>
                      <a:pt x="585" y="334"/>
                    </a:cubicBezTo>
                    <a:cubicBezTo>
                      <a:pt x="814" y="439"/>
                      <a:pt x="1044" y="522"/>
                      <a:pt x="1273" y="605"/>
                    </a:cubicBezTo>
                    <a:cubicBezTo>
                      <a:pt x="1732" y="751"/>
                      <a:pt x="2191" y="877"/>
                      <a:pt x="2671" y="939"/>
                    </a:cubicBezTo>
                    <a:cubicBezTo>
                      <a:pt x="3077" y="997"/>
                      <a:pt x="3484" y="1028"/>
                      <a:pt x="3888" y="1028"/>
                    </a:cubicBezTo>
                    <a:cubicBezTo>
                      <a:pt x="4355" y="1028"/>
                      <a:pt x="4819" y="987"/>
                      <a:pt x="5278" y="897"/>
                    </a:cubicBezTo>
                    <a:lnTo>
                      <a:pt x="5236" y="897"/>
                    </a:lnTo>
                    <a:cubicBezTo>
                      <a:pt x="4808" y="974"/>
                      <a:pt x="4380" y="1011"/>
                      <a:pt x="3952" y="1011"/>
                    </a:cubicBezTo>
                    <a:cubicBezTo>
                      <a:pt x="3441" y="1011"/>
                      <a:pt x="2931" y="958"/>
                      <a:pt x="2420" y="856"/>
                    </a:cubicBezTo>
                    <a:cubicBezTo>
                      <a:pt x="2045" y="772"/>
                      <a:pt x="1669" y="668"/>
                      <a:pt x="1294" y="522"/>
                    </a:cubicBezTo>
                    <a:cubicBezTo>
                      <a:pt x="898" y="376"/>
                      <a:pt x="522" y="147"/>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0"/>
              <p:cNvSpPr/>
              <p:nvPr/>
            </p:nvSpPr>
            <p:spPr>
              <a:xfrm>
                <a:off x="173975" y="3082125"/>
                <a:ext cx="780625" cy="334425"/>
              </a:xfrm>
              <a:custGeom>
                <a:rect b="b" l="l" r="r" t="t"/>
                <a:pathLst>
                  <a:path extrusionOk="0" h="13377" w="31225">
                    <a:moveTo>
                      <a:pt x="31221" y="9950"/>
                    </a:moveTo>
                    <a:cubicBezTo>
                      <a:pt x="31222" y="9951"/>
                      <a:pt x="31223" y="9952"/>
                      <a:pt x="31224" y="9954"/>
                    </a:cubicBezTo>
                    <a:cubicBezTo>
                      <a:pt x="31223" y="9952"/>
                      <a:pt x="31222" y="9951"/>
                      <a:pt x="31221" y="9950"/>
                    </a:cubicBezTo>
                    <a:close/>
                    <a:moveTo>
                      <a:pt x="12160" y="1"/>
                    </a:moveTo>
                    <a:cubicBezTo>
                      <a:pt x="11118" y="1"/>
                      <a:pt x="10079" y="96"/>
                      <a:pt x="9053" y="297"/>
                    </a:cubicBezTo>
                    <a:cubicBezTo>
                      <a:pt x="7405" y="630"/>
                      <a:pt x="5757" y="1235"/>
                      <a:pt x="4506" y="2361"/>
                    </a:cubicBezTo>
                    <a:cubicBezTo>
                      <a:pt x="1" y="6387"/>
                      <a:pt x="4109" y="12039"/>
                      <a:pt x="8886" y="12769"/>
                    </a:cubicBezTo>
                    <a:cubicBezTo>
                      <a:pt x="11250" y="13140"/>
                      <a:pt x="13650" y="13376"/>
                      <a:pt x="16034" y="13376"/>
                    </a:cubicBezTo>
                    <a:cubicBezTo>
                      <a:pt x="19960" y="13376"/>
                      <a:pt x="23842" y="12735"/>
                      <a:pt x="27449" y="10996"/>
                    </a:cubicBezTo>
                    <a:cubicBezTo>
                      <a:pt x="27861" y="10791"/>
                      <a:pt x="29823" y="9796"/>
                      <a:pt x="30774" y="9796"/>
                    </a:cubicBezTo>
                    <a:cubicBezTo>
                      <a:pt x="30978" y="9796"/>
                      <a:pt x="31135" y="9841"/>
                      <a:pt x="31221" y="9950"/>
                    </a:cubicBezTo>
                    <a:lnTo>
                      <a:pt x="31221" y="9950"/>
                    </a:lnTo>
                    <a:cubicBezTo>
                      <a:pt x="29824" y="8158"/>
                      <a:pt x="27761" y="6761"/>
                      <a:pt x="25989" y="5344"/>
                    </a:cubicBezTo>
                    <a:cubicBezTo>
                      <a:pt x="24362" y="4051"/>
                      <a:pt x="22631" y="2945"/>
                      <a:pt x="20775" y="2049"/>
                    </a:cubicBezTo>
                    <a:cubicBezTo>
                      <a:pt x="18090" y="768"/>
                      <a:pt x="15120" y="1"/>
                      <a:pt x="12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0"/>
              <p:cNvSpPr/>
              <p:nvPr/>
            </p:nvSpPr>
            <p:spPr>
              <a:xfrm>
                <a:off x="678200" y="3273075"/>
                <a:ext cx="173150" cy="114225"/>
              </a:xfrm>
              <a:custGeom>
                <a:rect b="b" l="l" r="r" t="t"/>
                <a:pathLst>
                  <a:path extrusionOk="0" h="4569" w="6926">
                    <a:moveTo>
                      <a:pt x="6905" y="0"/>
                    </a:moveTo>
                    <a:cubicBezTo>
                      <a:pt x="5799" y="167"/>
                      <a:pt x="4736" y="522"/>
                      <a:pt x="3776" y="1043"/>
                    </a:cubicBezTo>
                    <a:cubicBezTo>
                      <a:pt x="2775" y="1586"/>
                      <a:pt x="1878" y="2274"/>
                      <a:pt x="1106" y="3087"/>
                    </a:cubicBezTo>
                    <a:cubicBezTo>
                      <a:pt x="877" y="3317"/>
                      <a:pt x="668" y="3546"/>
                      <a:pt x="481" y="3796"/>
                    </a:cubicBezTo>
                    <a:cubicBezTo>
                      <a:pt x="293" y="4026"/>
                      <a:pt x="126" y="4297"/>
                      <a:pt x="1" y="4568"/>
                    </a:cubicBezTo>
                    <a:cubicBezTo>
                      <a:pt x="43" y="4547"/>
                      <a:pt x="84" y="4547"/>
                      <a:pt x="105" y="4527"/>
                    </a:cubicBezTo>
                    <a:cubicBezTo>
                      <a:pt x="439" y="4088"/>
                      <a:pt x="752" y="3650"/>
                      <a:pt x="1106" y="3254"/>
                    </a:cubicBezTo>
                    <a:cubicBezTo>
                      <a:pt x="1461" y="2858"/>
                      <a:pt x="1836" y="2482"/>
                      <a:pt x="2253" y="2149"/>
                    </a:cubicBezTo>
                    <a:cubicBezTo>
                      <a:pt x="3067" y="1481"/>
                      <a:pt x="4006" y="960"/>
                      <a:pt x="4986" y="584"/>
                    </a:cubicBezTo>
                    <a:cubicBezTo>
                      <a:pt x="5570" y="376"/>
                      <a:pt x="6196" y="209"/>
                      <a:pt x="6800" y="84"/>
                    </a:cubicBezTo>
                    <a:cubicBezTo>
                      <a:pt x="6821" y="84"/>
                      <a:pt x="6926" y="21"/>
                      <a:pt x="6905" y="21"/>
                    </a:cubicBezTo>
                    <a:lnTo>
                      <a:pt x="6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0"/>
              <p:cNvSpPr/>
              <p:nvPr/>
            </p:nvSpPr>
            <p:spPr>
              <a:xfrm>
                <a:off x="396625" y="3216525"/>
                <a:ext cx="306125" cy="175450"/>
              </a:xfrm>
              <a:custGeom>
                <a:rect b="b" l="l" r="r" t="t"/>
                <a:pathLst>
                  <a:path extrusionOk="0" h="7018" w="12245">
                    <a:moveTo>
                      <a:pt x="11739" y="1"/>
                    </a:moveTo>
                    <a:cubicBezTo>
                      <a:pt x="10996" y="1"/>
                      <a:pt x="10282" y="318"/>
                      <a:pt x="9720" y="761"/>
                    </a:cubicBezTo>
                    <a:cubicBezTo>
                      <a:pt x="8865" y="1449"/>
                      <a:pt x="8281" y="2388"/>
                      <a:pt x="7509" y="3138"/>
                    </a:cubicBezTo>
                    <a:cubicBezTo>
                      <a:pt x="6133" y="4473"/>
                      <a:pt x="4214" y="4828"/>
                      <a:pt x="2483" y="5474"/>
                    </a:cubicBezTo>
                    <a:cubicBezTo>
                      <a:pt x="2003" y="5641"/>
                      <a:pt x="1544" y="5850"/>
                      <a:pt x="1106" y="6121"/>
                    </a:cubicBezTo>
                    <a:cubicBezTo>
                      <a:pt x="898" y="6225"/>
                      <a:pt x="710" y="6350"/>
                      <a:pt x="522" y="6496"/>
                    </a:cubicBezTo>
                    <a:cubicBezTo>
                      <a:pt x="355" y="6622"/>
                      <a:pt x="105" y="6789"/>
                      <a:pt x="1" y="7018"/>
                    </a:cubicBezTo>
                    <a:lnTo>
                      <a:pt x="230" y="7018"/>
                    </a:lnTo>
                    <a:cubicBezTo>
                      <a:pt x="418" y="6872"/>
                      <a:pt x="585" y="6747"/>
                      <a:pt x="752" y="6601"/>
                    </a:cubicBezTo>
                    <a:cubicBezTo>
                      <a:pt x="918" y="6455"/>
                      <a:pt x="1085" y="6330"/>
                      <a:pt x="1273" y="6225"/>
                    </a:cubicBezTo>
                    <a:cubicBezTo>
                      <a:pt x="1628" y="5996"/>
                      <a:pt x="2003" y="5808"/>
                      <a:pt x="2399" y="5662"/>
                    </a:cubicBezTo>
                    <a:cubicBezTo>
                      <a:pt x="3171" y="5328"/>
                      <a:pt x="4005" y="5099"/>
                      <a:pt x="4798" y="4828"/>
                    </a:cubicBezTo>
                    <a:cubicBezTo>
                      <a:pt x="5591" y="4578"/>
                      <a:pt x="6362" y="4223"/>
                      <a:pt x="7071" y="3764"/>
                    </a:cubicBezTo>
                    <a:cubicBezTo>
                      <a:pt x="7885" y="3201"/>
                      <a:pt x="8448" y="2408"/>
                      <a:pt x="9074" y="1678"/>
                    </a:cubicBezTo>
                    <a:cubicBezTo>
                      <a:pt x="9745" y="895"/>
                      <a:pt x="10683" y="12"/>
                      <a:pt x="11768" y="12"/>
                    </a:cubicBezTo>
                    <a:cubicBezTo>
                      <a:pt x="11897" y="12"/>
                      <a:pt x="12028" y="25"/>
                      <a:pt x="12161" y="52"/>
                    </a:cubicBezTo>
                    <a:lnTo>
                      <a:pt x="12244" y="52"/>
                    </a:lnTo>
                    <a:cubicBezTo>
                      <a:pt x="12075" y="17"/>
                      <a:pt x="11906" y="1"/>
                      <a:pt x="1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0"/>
              <p:cNvSpPr/>
              <p:nvPr/>
            </p:nvSpPr>
            <p:spPr>
              <a:xfrm>
                <a:off x="268875" y="3199025"/>
                <a:ext cx="251875" cy="109575"/>
              </a:xfrm>
              <a:custGeom>
                <a:rect b="b" l="l" r="r" t="t"/>
                <a:pathLst>
                  <a:path extrusionOk="0" h="4383" w="10075">
                    <a:moveTo>
                      <a:pt x="10033" y="1"/>
                    </a:moveTo>
                    <a:cubicBezTo>
                      <a:pt x="8698" y="564"/>
                      <a:pt x="7447" y="1294"/>
                      <a:pt x="6300" y="2149"/>
                    </a:cubicBezTo>
                    <a:cubicBezTo>
                      <a:pt x="5716" y="2608"/>
                      <a:pt x="5111" y="3025"/>
                      <a:pt x="4464" y="3400"/>
                    </a:cubicBezTo>
                    <a:cubicBezTo>
                      <a:pt x="3838" y="3713"/>
                      <a:pt x="3171" y="3943"/>
                      <a:pt x="2483" y="4068"/>
                    </a:cubicBezTo>
                    <a:cubicBezTo>
                      <a:pt x="2049" y="4115"/>
                      <a:pt x="1616" y="4142"/>
                      <a:pt x="1183" y="4142"/>
                    </a:cubicBezTo>
                    <a:cubicBezTo>
                      <a:pt x="844" y="4142"/>
                      <a:pt x="506" y="4125"/>
                      <a:pt x="167" y="4089"/>
                    </a:cubicBezTo>
                    <a:cubicBezTo>
                      <a:pt x="126" y="4089"/>
                      <a:pt x="1" y="4214"/>
                      <a:pt x="42" y="4235"/>
                    </a:cubicBezTo>
                    <a:cubicBezTo>
                      <a:pt x="188" y="4276"/>
                      <a:pt x="334" y="4318"/>
                      <a:pt x="480" y="4339"/>
                    </a:cubicBezTo>
                    <a:cubicBezTo>
                      <a:pt x="668" y="4360"/>
                      <a:pt x="835" y="4381"/>
                      <a:pt x="1043" y="4381"/>
                    </a:cubicBezTo>
                    <a:cubicBezTo>
                      <a:pt x="1086" y="4382"/>
                      <a:pt x="1129" y="4382"/>
                      <a:pt x="1172" y="4382"/>
                    </a:cubicBezTo>
                    <a:cubicBezTo>
                      <a:pt x="2151" y="4382"/>
                      <a:pt x="3128" y="4154"/>
                      <a:pt x="4047" y="3734"/>
                    </a:cubicBezTo>
                    <a:cubicBezTo>
                      <a:pt x="4673" y="3421"/>
                      <a:pt x="5257" y="3046"/>
                      <a:pt x="5820" y="2608"/>
                    </a:cubicBezTo>
                    <a:cubicBezTo>
                      <a:pt x="6404" y="2149"/>
                      <a:pt x="7050" y="1711"/>
                      <a:pt x="7697" y="1336"/>
                    </a:cubicBezTo>
                    <a:cubicBezTo>
                      <a:pt x="8427" y="877"/>
                      <a:pt x="9199" y="480"/>
                      <a:pt x="9971" y="105"/>
                    </a:cubicBezTo>
                    <a:cubicBezTo>
                      <a:pt x="9991" y="105"/>
                      <a:pt x="10075" y="1"/>
                      <a:pt x="10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0"/>
              <p:cNvSpPr/>
              <p:nvPr/>
            </p:nvSpPr>
            <p:spPr>
              <a:xfrm>
                <a:off x="249575" y="3178175"/>
                <a:ext cx="155950" cy="39125"/>
              </a:xfrm>
              <a:custGeom>
                <a:rect b="b" l="l" r="r" t="t"/>
                <a:pathLst>
                  <a:path extrusionOk="0" h="1565" w="6238">
                    <a:moveTo>
                      <a:pt x="1711" y="0"/>
                    </a:moveTo>
                    <a:cubicBezTo>
                      <a:pt x="1440" y="0"/>
                      <a:pt x="1169" y="0"/>
                      <a:pt x="898" y="42"/>
                    </a:cubicBezTo>
                    <a:cubicBezTo>
                      <a:pt x="627" y="42"/>
                      <a:pt x="355" y="84"/>
                      <a:pt x="105" y="188"/>
                    </a:cubicBezTo>
                    <a:cubicBezTo>
                      <a:pt x="105" y="188"/>
                      <a:pt x="1" y="272"/>
                      <a:pt x="22" y="272"/>
                    </a:cubicBezTo>
                    <a:cubicBezTo>
                      <a:pt x="58" y="278"/>
                      <a:pt x="97" y="280"/>
                      <a:pt x="136" y="280"/>
                    </a:cubicBezTo>
                    <a:cubicBezTo>
                      <a:pt x="231" y="280"/>
                      <a:pt x="330" y="265"/>
                      <a:pt x="418" y="251"/>
                    </a:cubicBezTo>
                    <a:cubicBezTo>
                      <a:pt x="543" y="230"/>
                      <a:pt x="689" y="209"/>
                      <a:pt x="793" y="209"/>
                    </a:cubicBezTo>
                    <a:cubicBezTo>
                      <a:pt x="1065" y="188"/>
                      <a:pt x="1336" y="167"/>
                      <a:pt x="1607" y="167"/>
                    </a:cubicBezTo>
                    <a:cubicBezTo>
                      <a:pt x="2128" y="188"/>
                      <a:pt x="2671" y="230"/>
                      <a:pt x="3192" y="355"/>
                    </a:cubicBezTo>
                    <a:cubicBezTo>
                      <a:pt x="3734" y="459"/>
                      <a:pt x="4256" y="626"/>
                      <a:pt x="4756" y="835"/>
                    </a:cubicBezTo>
                    <a:cubicBezTo>
                      <a:pt x="5007" y="939"/>
                      <a:pt x="5257" y="1064"/>
                      <a:pt x="5486" y="1189"/>
                    </a:cubicBezTo>
                    <a:cubicBezTo>
                      <a:pt x="5716" y="1335"/>
                      <a:pt x="5945" y="1440"/>
                      <a:pt x="6175" y="1565"/>
                    </a:cubicBezTo>
                    <a:cubicBezTo>
                      <a:pt x="6196" y="1565"/>
                      <a:pt x="6237" y="1502"/>
                      <a:pt x="6237" y="1502"/>
                    </a:cubicBezTo>
                    <a:lnTo>
                      <a:pt x="6216" y="1502"/>
                    </a:lnTo>
                    <a:cubicBezTo>
                      <a:pt x="6029" y="1294"/>
                      <a:pt x="5799" y="1127"/>
                      <a:pt x="5549" y="1022"/>
                    </a:cubicBezTo>
                    <a:cubicBezTo>
                      <a:pt x="5299" y="876"/>
                      <a:pt x="5069" y="772"/>
                      <a:pt x="4819" y="668"/>
                    </a:cubicBezTo>
                    <a:cubicBezTo>
                      <a:pt x="4318" y="459"/>
                      <a:pt x="3818" y="292"/>
                      <a:pt x="3317" y="188"/>
                    </a:cubicBezTo>
                    <a:cubicBezTo>
                      <a:pt x="2775" y="63"/>
                      <a:pt x="2253" y="21"/>
                      <a:pt x="1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0"/>
              <p:cNvSpPr/>
              <p:nvPr/>
            </p:nvSpPr>
            <p:spPr>
              <a:xfrm>
                <a:off x="352825" y="3106725"/>
                <a:ext cx="195575" cy="87625"/>
              </a:xfrm>
              <a:custGeom>
                <a:rect b="b" l="l" r="r" t="t"/>
                <a:pathLst>
                  <a:path extrusionOk="0" h="3505" w="7823">
                    <a:moveTo>
                      <a:pt x="1" y="1"/>
                    </a:moveTo>
                    <a:cubicBezTo>
                      <a:pt x="2" y="1"/>
                      <a:pt x="4" y="1"/>
                      <a:pt x="5" y="1"/>
                    </a:cubicBezTo>
                    <a:lnTo>
                      <a:pt x="5" y="1"/>
                    </a:lnTo>
                    <a:cubicBezTo>
                      <a:pt x="4" y="1"/>
                      <a:pt x="2" y="1"/>
                      <a:pt x="1" y="1"/>
                    </a:cubicBezTo>
                    <a:close/>
                    <a:moveTo>
                      <a:pt x="5" y="1"/>
                    </a:moveTo>
                    <a:cubicBezTo>
                      <a:pt x="27" y="7"/>
                      <a:pt x="66" y="43"/>
                      <a:pt x="105" y="43"/>
                    </a:cubicBezTo>
                    <a:cubicBezTo>
                      <a:pt x="731" y="251"/>
                      <a:pt x="1377" y="376"/>
                      <a:pt x="2024" y="564"/>
                    </a:cubicBezTo>
                    <a:cubicBezTo>
                      <a:pt x="2650" y="752"/>
                      <a:pt x="3234" y="856"/>
                      <a:pt x="3818" y="1023"/>
                    </a:cubicBezTo>
                    <a:cubicBezTo>
                      <a:pt x="4131" y="1085"/>
                      <a:pt x="4402" y="1211"/>
                      <a:pt x="4652" y="1398"/>
                    </a:cubicBezTo>
                    <a:cubicBezTo>
                      <a:pt x="4881" y="1586"/>
                      <a:pt x="5069" y="1795"/>
                      <a:pt x="5278" y="1982"/>
                    </a:cubicBezTo>
                    <a:cubicBezTo>
                      <a:pt x="5653" y="2337"/>
                      <a:pt x="6070" y="2650"/>
                      <a:pt x="6529" y="2921"/>
                    </a:cubicBezTo>
                    <a:cubicBezTo>
                      <a:pt x="6911" y="3142"/>
                      <a:pt x="7331" y="3343"/>
                      <a:pt x="7771" y="3488"/>
                    </a:cubicBezTo>
                    <a:lnTo>
                      <a:pt x="7771" y="3488"/>
                    </a:lnTo>
                    <a:cubicBezTo>
                      <a:pt x="7747" y="3474"/>
                      <a:pt x="7722" y="3455"/>
                      <a:pt x="7697" y="3442"/>
                    </a:cubicBezTo>
                    <a:cubicBezTo>
                      <a:pt x="7092" y="3234"/>
                      <a:pt x="6529" y="2942"/>
                      <a:pt x="6029" y="2566"/>
                    </a:cubicBezTo>
                    <a:cubicBezTo>
                      <a:pt x="5611" y="2233"/>
                      <a:pt x="5257" y="1815"/>
                      <a:pt x="4840" y="1482"/>
                    </a:cubicBezTo>
                    <a:cubicBezTo>
                      <a:pt x="4506" y="1231"/>
                      <a:pt x="4151" y="1065"/>
                      <a:pt x="3755" y="960"/>
                    </a:cubicBezTo>
                    <a:cubicBezTo>
                      <a:pt x="3171" y="793"/>
                      <a:pt x="2566" y="647"/>
                      <a:pt x="1982" y="501"/>
                    </a:cubicBezTo>
                    <a:lnTo>
                      <a:pt x="1002" y="230"/>
                    </a:lnTo>
                    <a:cubicBezTo>
                      <a:pt x="670" y="127"/>
                      <a:pt x="338" y="43"/>
                      <a:pt x="5" y="1"/>
                    </a:cubicBezTo>
                    <a:close/>
                    <a:moveTo>
                      <a:pt x="7771" y="3488"/>
                    </a:moveTo>
                    <a:lnTo>
                      <a:pt x="7771" y="3488"/>
                    </a:lnTo>
                    <a:cubicBezTo>
                      <a:pt x="7788" y="3498"/>
                      <a:pt x="7805" y="3505"/>
                      <a:pt x="7822" y="3505"/>
                    </a:cubicBezTo>
                    <a:cubicBezTo>
                      <a:pt x="7805" y="3500"/>
                      <a:pt x="7788" y="3494"/>
                      <a:pt x="7771" y="34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0"/>
              <p:cNvSpPr/>
              <p:nvPr/>
            </p:nvSpPr>
            <p:spPr>
              <a:xfrm>
                <a:off x="557225" y="3117175"/>
                <a:ext cx="148050" cy="105400"/>
              </a:xfrm>
              <a:custGeom>
                <a:rect b="b" l="l" r="r" t="t"/>
                <a:pathLst>
                  <a:path extrusionOk="0" h="4216" w="5922">
                    <a:moveTo>
                      <a:pt x="126" y="0"/>
                    </a:moveTo>
                    <a:cubicBezTo>
                      <a:pt x="105" y="0"/>
                      <a:pt x="1" y="104"/>
                      <a:pt x="22" y="104"/>
                    </a:cubicBezTo>
                    <a:cubicBezTo>
                      <a:pt x="293" y="229"/>
                      <a:pt x="564" y="355"/>
                      <a:pt x="835" y="438"/>
                    </a:cubicBezTo>
                    <a:cubicBezTo>
                      <a:pt x="1106" y="542"/>
                      <a:pt x="1357" y="647"/>
                      <a:pt x="1628" y="772"/>
                    </a:cubicBezTo>
                    <a:cubicBezTo>
                      <a:pt x="2149" y="1022"/>
                      <a:pt x="2650" y="1335"/>
                      <a:pt x="3109" y="1669"/>
                    </a:cubicBezTo>
                    <a:cubicBezTo>
                      <a:pt x="3609" y="2044"/>
                      <a:pt x="4068" y="2440"/>
                      <a:pt x="4485" y="2878"/>
                    </a:cubicBezTo>
                    <a:cubicBezTo>
                      <a:pt x="4923" y="3316"/>
                      <a:pt x="5320" y="3775"/>
                      <a:pt x="5758" y="4213"/>
                    </a:cubicBezTo>
                    <a:cubicBezTo>
                      <a:pt x="5761" y="4215"/>
                      <a:pt x="5764" y="4216"/>
                      <a:pt x="5769" y="4216"/>
                    </a:cubicBezTo>
                    <a:cubicBezTo>
                      <a:pt x="5817" y="4216"/>
                      <a:pt x="5921" y="4107"/>
                      <a:pt x="5883" y="4088"/>
                    </a:cubicBezTo>
                    <a:lnTo>
                      <a:pt x="5883" y="4067"/>
                    </a:lnTo>
                    <a:cubicBezTo>
                      <a:pt x="5486" y="3588"/>
                      <a:pt x="5069" y="3129"/>
                      <a:pt x="4631" y="2691"/>
                    </a:cubicBezTo>
                    <a:cubicBezTo>
                      <a:pt x="4214" y="2253"/>
                      <a:pt x="3734" y="1835"/>
                      <a:pt x="3255" y="1481"/>
                    </a:cubicBezTo>
                    <a:cubicBezTo>
                      <a:pt x="2775" y="1147"/>
                      <a:pt x="2274" y="834"/>
                      <a:pt x="1774" y="584"/>
                    </a:cubicBezTo>
                    <a:cubicBezTo>
                      <a:pt x="1252" y="292"/>
                      <a:pt x="689" y="104"/>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0"/>
              <p:cNvSpPr/>
              <p:nvPr/>
            </p:nvSpPr>
            <p:spPr>
              <a:xfrm>
                <a:off x="744425" y="3167225"/>
                <a:ext cx="67300" cy="82925"/>
              </a:xfrm>
              <a:custGeom>
                <a:rect b="b" l="l" r="r" t="t"/>
                <a:pathLst>
                  <a:path extrusionOk="0" h="3317" w="2692">
                    <a:moveTo>
                      <a:pt x="84" y="0"/>
                    </a:moveTo>
                    <a:cubicBezTo>
                      <a:pt x="63" y="21"/>
                      <a:pt x="22" y="63"/>
                      <a:pt x="1" y="84"/>
                    </a:cubicBezTo>
                    <a:cubicBezTo>
                      <a:pt x="230" y="334"/>
                      <a:pt x="481" y="584"/>
                      <a:pt x="752" y="814"/>
                    </a:cubicBezTo>
                    <a:cubicBezTo>
                      <a:pt x="1002" y="1064"/>
                      <a:pt x="1231" y="1314"/>
                      <a:pt x="1440" y="1586"/>
                    </a:cubicBezTo>
                    <a:cubicBezTo>
                      <a:pt x="1878" y="2128"/>
                      <a:pt x="2274" y="2712"/>
                      <a:pt x="2587" y="3317"/>
                    </a:cubicBezTo>
                    <a:cubicBezTo>
                      <a:pt x="2587" y="3317"/>
                      <a:pt x="2691" y="3254"/>
                      <a:pt x="2671" y="3233"/>
                    </a:cubicBezTo>
                    <a:lnTo>
                      <a:pt x="2671" y="3212"/>
                    </a:lnTo>
                    <a:cubicBezTo>
                      <a:pt x="2379" y="2566"/>
                      <a:pt x="2024" y="1961"/>
                      <a:pt x="1586" y="1419"/>
                    </a:cubicBezTo>
                    <a:cubicBezTo>
                      <a:pt x="1377" y="1168"/>
                      <a:pt x="1148" y="897"/>
                      <a:pt x="919" y="668"/>
                    </a:cubicBezTo>
                    <a:cubicBezTo>
                      <a:pt x="668" y="397"/>
                      <a:pt x="397" y="188"/>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0"/>
              <p:cNvSpPr/>
              <p:nvPr/>
            </p:nvSpPr>
            <p:spPr>
              <a:xfrm>
                <a:off x="1094325" y="3098000"/>
                <a:ext cx="659125" cy="352250"/>
              </a:xfrm>
              <a:custGeom>
                <a:rect b="b" l="l" r="r" t="t"/>
                <a:pathLst>
                  <a:path extrusionOk="0" h="14090" w="26365">
                    <a:moveTo>
                      <a:pt x="16734" y="0"/>
                    </a:moveTo>
                    <a:cubicBezTo>
                      <a:pt x="15615" y="0"/>
                      <a:pt x="14487" y="176"/>
                      <a:pt x="13391" y="538"/>
                    </a:cubicBezTo>
                    <a:cubicBezTo>
                      <a:pt x="12077" y="976"/>
                      <a:pt x="10888" y="1685"/>
                      <a:pt x="9720" y="2373"/>
                    </a:cubicBezTo>
                    <a:cubicBezTo>
                      <a:pt x="8030" y="3291"/>
                      <a:pt x="6424" y="4355"/>
                      <a:pt x="4902" y="5502"/>
                    </a:cubicBezTo>
                    <a:cubicBezTo>
                      <a:pt x="2962" y="6962"/>
                      <a:pt x="1419" y="8526"/>
                      <a:pt x="251" y="10653"/>
                    </a:cubicBezTo>
                    <a:cubicBezTo>
                      <a:pt x="105" y="10862"/>
                      <a:pt x="21" y="11112"/>
                      <a:pt x="0" y="11363"/>
                    </a:cubicBezTo>
                    <a:cubicBezTo>
                      <a:pt x="1669" y="11404"/>
                      <a:pt x="3171" y="12009"/>
                      <a:pt x="4714" y="12572"/>
                    </a:cubicBezTo>
                    <a:cubicBezTo>
                      <a:pt x="6737" y="13323"/>
                      <a:pt x="8865" y="13782"/>
                      <a:pt x="11013" y="13991"/>
                    </a:cubicBezTo>
                    <a:cubicBezTo>
                      <a:pt x="11778" y="14057"/>
                      <a:pt x="12547" y="14090"/>
                      <a:pt x="13317" y="14090"/>
                    </a:cubicBezTo>
                    <a:cubicBezTo>
                      <a:pt x="14962" y="14090"/>
                      <a:pt x="16610" y="13941"/>
                      <a:pt x="18230" y="13657"/>
                    </a:cubicBezTo>
                    <a:cubicBezTo>
                      <a:pt x="20191" y="13302"/>
                      <a:pt x="22172" y="12718"/>
                      <a:pt x="23736" y="11467"/>
                    </a:cubicBezTo>
                    <a:cubicBezTo>
                      <a:pt x="25301" y="10236"/>
                      <a:pt x="26364" y="8213"/>
                      <a:pt x="26031" y="6253"/>
                    </a:cubicBezTo>
                    <a:cubicBezTo>
                      <a:pt x="25822" y="4959"/>
                      <a:pt x="25029" y="3833"/>
                      <a:pt x="24091" y="2936"/>
                    </a:cubicBezTo>
                    <a:cubicBezTo>
                      <a:pt x="22072" y="1021"/>
                      <a:pt x="19429" y="0"/>
                      <a:pt x="16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0"/>
              <p:cNvSpPr/>
              <p:nvPr/>
            </p:nvSpPr>
            <p:spPr>
              <a:xfrm>
                <a:off x="1199650" y="3165650"/>
                <a:ext cx="133000" cy="151775"/>
              </a:xfrm>
              <a:custGeom>
                <a:rect b="b" l="l" r="r" t="t"/>
                <a:pathLst>
                  <a:path extrusionOk="0" h="6071" w="5320">
                    <a:moveTo>
                      <a:pt x="5257" y="1"/>
                    </a:moveTo>
                    <a:cubicBezTo>
                      <a:pt x="4819" y="230"/>
                      <a:pt x="4422" y="543"/>
                      <a:pt x="4089" y="898"/>
                    </a:cubicBezTo>
                    <a:cubicBezTo>
                      <a:pt x="3713" y="1294"/>
                      <a:pt x="3379" y="1711"/>
                      <a:pt x="3087" y="2170"/>
                    </a:cubicBezTo>
                    <a:cubicBezTo>
                      <a:pt x="2816" y="2608"/>
                      <a:pt x="2670" y="3088"/>
                      <a:pt x="2462" y="3526"/>
                    </a:cubicBezTo>
                    <a:cubicBezTo>
                      <a:pt x="2211" y="4026"/>
                      <a:pt x="1878" y="4485"/>
                      <a:pt x="1502" y="4881"/>
                    </a:cubicBezTo>
                    <a:cubicBezTo>
                      <a:pt x="1064" y="5340"/>
                      <a:pt x="564" y="5716"/>
                      <a:pt x="1" y="6008"/>
                    </a:cubicBezTo>
                    <a:cubicBezTo>
                      <a:pt x="1" y="6008"/>
                      <a:pt x="42" y="6070"/>
                      <a:pt x="63" y="6070"/>
                    </a:cubicBezTo>
                    <a:cubicBezTo>
                      <a:pt x="1085" y="5570"/>
                      <a:pt x="1919" y="4777"/>
                      <a:pt x="2462" y="3797"/>
                    </a:cubicBezTo>
                    <a:cubicBezTo>
                      <a:pt x="2712" y="3338"/>
                      <a:pt x="2837" y="2858"/>
                      <a:pt x="3108" y="2420"/>
                    </a:cubicBezTo>
                    <a:cubicBezTo>
                      <a:pt x="3359" y="1961"/>
                      <a:pt x="3692" y="1523"/>
                      <a:pt x="4047" y="1148"/>
                    </a:cubicBezTo>
                    <a:cubicBezTo>
                      <a:pt x="4422" y="731"/>
                      <a:pt x="4860" y="355"/>
                      <a:pt x="5319" y="63"/>
                    </a:cubicBezTo>
                    <a:cubicBezTo>
                      <a:pt x="5319" y="63"/>
                      <a:pt x="5278" y="1"/>
                      <a:pt x="5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0"/>
              <p:cNvSpPr/>
              <p:nvPr/>
            </p:nvSpPr>
            <p:spPr>
              <a:xfrm>
                <a:off x="1335400" y="3109650"/>
                <a:ext cx="135800" cy="162350"/>
              </a:xfrm>
              <a:custGeom>
                <a:rect b="b" l="l" r="r" t="t"/>
                <a:pathLst>
                  <a:path extrusionOk="0" h="6494" w="5432">
                    <a:moveTo>
                      <a:pt x="5413" y="0"/>
                    </a:moveTo>
                    <a:cubicBezTo>
                      <a:pt x="5408" y="0"/>
                      <a:pt x="5402" y="3"/>
                      <a:pt x="5396" y="9"/>
                    </a:cubicBezTo>
                    <a:cubicBezTo>
                      <a:pt x="4311" y="405"/>
                      <a:pt x="3393" y="1135"/>
                      <a:pt x="2726" y="2074"/>
                    </a:cubicBezTo>
                    <a:cubicBezTo>
                      <a:pt x="2079" y="2971"/>
                      <a:pt x="1704" y="4014"/>
                      <a:pt x="1162" y="4973"/>
                    </a:cubicBezTo>
                    <a:cubicBezTo>
                      <a:pt x="870" y="5536"/>
                      <a:pt x="473" y="6058"/>
                      <a:pt x="14" y="6475"/>
                    </a:cubicBezTo>
                    <a:cubicBezTo>
                      <a:pt x="0" y="6489"/>
                      <a:pt x="0" y="6493"/>
                      <a:pt x="7" y="6493"/>
                    </a:cubicBezTo>
                    <a:cubicBezTo>
                      <a:pt x="21" y="6493"/>
                      <a:pt x="63" y="6475"/>
                      <a:pt x="77" y="6475"/>
                    </a:cubicBezTo>
                    <a:cubicBezTo>
                      <a:pt x="890" y="5787"/>
                      <a:pt x="1370" y="4848"/>
                      <a:pt x="1850" y="3889"/>
                    </a:cubicBezTo>
                    <a:cubicBezTo>
                      <a:pt x="2350" y="2867"/>
                      <a:pt x="2872" y="1865"/>
                      <a:pt x="3727" y="1094"/>
                    </a:cubicBezTo>
                    <a:cubicBezTo>
                      <a:pt x="4228" y="656"/>
                      <a:pt x="4791" y="301"/>
                      <a:pt x="5417" y="30"/>
                    </a:cubicBezTo>
                    <a:cubicBezTo>
                      <a:pt x="5431" y="15"/>
                      <a:pt x="5425" y="0"/>
                      <a:pt x="5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0"/>
              <p:cNvSpPr/>
              <p:nvPr/>
            </p:nvSpPr>
            <p:spPr>
              <a:xfrm>
                <a:off x="1443300" y="3120300"/>
                <a:ext cx="169875" cy="138200"/>
              </a:xfrm>
              <a:custGeom>
                <a:rect b="b" l="l" r="r" t="t"/>
                <a:pathLst>
                  <a:path extrusionOk="0" h="5528" w="6795">
                    <a:moveTo>
                      <a:pt x="6670" y="0"/>
                    </a:moveTo>
                    <a:cubicBezTo>
                      <a:pt x="6378" y="63"/>
                      <a:pt x="6086" y="146"/>
                      <a:pt x="5793" y="250"/>
                    </a:cubicBezTo>
                    <a:cubicBezTo>
                      <a:pt x="5543" y="334"/>
                      <a:pt x="5272" y="417"/>
                      <a:pt x="5022" y="522"/>
                    </a:cubicBezTo>
                    <a:cubicBezTo>
                      <a:pt x="4500" y="688"/>
                      <a:pt x="4000" y="960"/>
                      <a:pt x="3562" y="1293"/>
                    </a:cubicBezTo>
                    <a:cubicBezTo>
                      <a:pt x="2581" y="2086"/>
                      <a:pt x="2206" y="3275"/>
                      <a:pt x="1518" y="4255"/>
                    </a:cubicBezTo>
                    <a:cubicBezTo>
                      <a:pt x="1163" y="4818"/>
                      <a:pt x="642" y="5256"/>
                      <a:pt x="37" y="5507"/>
                    </a:cubicBezTo>
                    <a:cubicBezTo>
                      <a:pt x="0" y="5507"/>
                      <a:pt x="76" y="5523"/>
                      <a:pt x="123" y="5527"/>
                    </a:cubicBezTo>
                    <a:lnTo>
                      <a:pt x="123" y="5527"/>
                    </a:lnTo>
                    <a:cubicBezTo>
                      <a:pt x="1268" y="5150"/>
                      <a:pt x="1873" y="4046"/>
                      <a:pt x="2415" y="3066"/>
                    </a:cubicBezTo>
                    <a:cubicBezTo>
                      <a:pt x="2707" y="2482"/>
                      <a:pt x="3082" y="1961"/>
                      <a:pt x="3541" y="1502"/>
                    </a:cubicBezTo>
                    <a:cubicBezTo>
                      <a:pt x="3958" y="1126"/>
                      <a:pt x="4438" y="834"/>
                      <a:pt x="4959" y="647"/>
                    </a:cubicBezTo>
                    <a:cubicBezTo>
                      <a:pt x="5251" y="522"/>
                      <a:pt x="5564" y="417"/>
                      <a:pt x="5898" y="313"/>
                    </a:cubicBezTo>
                    <a:cubicBezTo>
                      <a:pt x="6190" y="250"/>
                      <a:pt x="6503" y="146"/>
                      <a:pt x="6795" y="21"/>
                    </a:cubicBezTo>
                    <a:cubicBezTo>
                      <a:pt x="6753" y="0"/>
                      <a:pt x="6711" y="0"/>
                      <a:pt x="6670" y="0"/>
                    </a:cubicBezTo>
                    <a:close/>
                    <a:moveTo>
                      <a:pt x="123" y="5527"/>
                    </a:moveTo>
                    <a:lnTo>
                      <a:pt x="123" y="5527"/>
                    </a:lnTo>
                    <a:cubicBezTo>
                      <a:pt x="122" y="5527"/>
                      <a:pt x="121" y="5527"/>
                      <a:pt x="120" y="5527"/>
                    </a:cubicBezTo>
                    <a:lnTo>
                      <a:pt x="141" y="5527"/>
                    </a:lnTo>
                    <a:cubicBezTo>
                      <a:pt x="136" y="5527"/>
                      <a:pt x="130" y="5527"/>
                      <a:pt x="123" y="55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0"/>
              <p:cNvSpPr/>
              <p:nvPr/>
            </p:nvSpPr>
            <p:spPr>
              <a:xfrm>
                <a:off x="1519300" y="3258475"/>
                <a:ext cx="174175" cy="118250"/>
              </a:xfrm>
              <a:custGeom>
                <a:rect b="b" l="l" r="r" t="t"/>
                <a:pathLst>
                  <a:path extrusionOk="0" h="4730" w="6967">
                    <a:moveTo>
                      <a:pt x="125" y="0"/>
                    </a:moveTo>
                    <a:cubicBezTo>
                      <a:pt x="84" y="0"/>
                      <a:pt x="21" y="63"/>
                      <a:pt x="0" y="63"/>
                    </a:cubicBezTo>
                    <a:cubicBezTo>
                      <a:pt x="1168" y="84"/>
                      <a:pt x="2128" y="939"/>
                      <a:pt x="2858" y="1752"/>
                    </a:cubicBezTo>
                    <a:cubicBezTo>
                      <a:pt x="3588" y="2587"/>
                      <a:pt x="4172" y="3588"/>
                      <a:pt x="5110" y="4193"/>
                    </a:cubicBezTo>
                    <a:cubicBezTo>
                      <a:pt x="5531" y="4485"/>
                      <a:pt x="6095" y="4729"/>
                      <a:pt x="6607" y="4729"/>
                    </a:cubicBezTo>
                    <a:cubicBezTo>
                      <a:pt x="6680" y="4729"/>
                      <a:pt x="6751" y="4725"/>
                      <a:pt x="6821" y="4714"/>
                    </a:cubicBezTo>
                    <a:cubicBezTo>
                      <a:pt x="6883" y="4693"/>
                      <a:pt x="6925" y="4672"/>
                      <a:pt x="6967" y="4631"/>
                    </a:cubicBezTo>
                    <a:cubicBezTo>
                      <a:pt x="6862" y="4589"/>
                      <a:pt x="6758" y="4568"/>
                      <a:pt x="6654" y="4568"/>
                    </a:cubicBezTo>
                    <a:cubicBezTo>
                      <a:pt x="6487" y="4547"/>
                      <a:pt x="6341" y="4526"/>
                      <a:pt x="6174" y="4464"/>
                    </a:cubicBezTo>
                    <a:cubicBezTo>
                      <a:pt x="5945" y="4380"/>
                      <a:pt x="5715" y="4276"/>
                      <a:pt x="5507" y="4151"/>
                    </a:cubicBezTo>
                    <a:cubicBezTo>
                      <a:pt x="5048" y="3859"/>
                      <a:pt x="4652" y="3504"/>
                      <a:pt x="4318" y="3087"/>
                    </a:cubicBezTo>
                    <a:cubicBezTo>
                      <a:pt x="3546" y="2211"/>
                      <a:pt x="2899" y="1210"/>
                      <a:pt x="1919" y="543"/>
                    </a:cubicBezTo>
                    <a:cubicBezTo>
                      <a:pt x="1398" y="188"/>
                      <a:pt x="751"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0"/>
              <p:cNvSpPr/>
              <p:nvPr/>
            </p:nvSpPr>
            <p:spPr>
              <a:xfrm>
                <a:off x="1402025" y="3268300"/>
                <a:ext cx="169450" cy="144025"/>
              </a:xfrm>
              <a:custGeom>
                <a:rect b="b" l="l" r="r" t="t"/>
                <a:pathLst>
                  <a:path extrusionOk="0" h="5761" w="6778">
                    <a:moveTo>
                      <a:pt x="128" y="0"/>
                    </a:moveTo>
                    <a:cubicBezTo>
                      <a:pt x="81" y="0"/>
                      <a:pt x="1" y="66"/>
                      <a:pt x="19" y="66"/>
                    </a:cubicBezTo>
                    <a:lnTo>
                      <a:pt x="19" y="87"/>
                    </a:lnTo>
                    <a:cubicBezTo>
                      <a:pt x="2188" y="1130"/>
                      <a:pt x="3044" y="3633"/>
                      <a:pt x="4921" y="5010"/>
                    </a:cubicBezTo>
                    <a:cubicBezTo>
                      <a:pt x="5421" y="5406"/>
                      <a:pt x="6026" y="5656"/>
                      <a:pt x="6673" y="5760"/>
                    </a:cubicBezTo>
                    <a:cubicBezTo>
                      <a:pt x="6714" y="5740"/>
                      <a:pt x="6756" y="5719"/>
                      <a:pt x="6777" y="5677"/>
                    </a:cubicBezTo>
                    <a:cubicBezTo>
                      <a:pt x="6235" y="5552"/>
                      <a:pt x="5713" y="5322"/>
                      <a:pt x="5234" y="5010"/>
                    </a:cubicBezTo>
                    <a:cubicBezTo>
                      <a:pt x="4754" y="4676"/>
                      <a:pt x="4316" y="4279"/>
                      <a:pt x="3940" y="3821"/>
                    </a:cubicBezTo>
                    <a:cubicBezTo>
                      <a:pt x="3148" y="2945"/>
                      <a:pt x="2543" y="1943"/>
                      <a:pt x="1709" y="1109"/>
                    </a:cubicBezTo>
                    <a:cubicBezTo>
                      <a:pt x="1250" y="650"/>
                      <a:pt x="728" y="275"/>
                      <a:pt x="144" y="4"/>
                    </a:cubicBezTo>
                    <a:cubicBezTo>
                      <a:pt x="140" y="1"/>
                      <a:pt x="134"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0"/>
              <p:cNvSpPr/>
              <p:nvPr/>
            </p:nvSpPr>
            <p:spPr>
              <a:xfrm>
                <a:off x="1285175" y="3296200"/>
                <a:ext cx="141850" cy="139500"/>
              </a:xfrm>
              <a:custGeom>
                <a:rect b="b" l="l" r="r" t="t"/>
                <a:pathLst>
                  <a:path extrusionOk="0" h="5580" w="5674">
                    <a:moveTo>
                      <a:pt x="11" y="0"/>
                    </a:moveTo>
                    <a:cubicBezTo>
                      <a:pt x="1" y="0"/>
                      <a:pt x="14" y="10"/>
                      <a:pt x="63" y="35"/>
                    </a:cubicBezTo>
                    <a:lnTo>
                      <a:pt x="63" y="14"/>
                    </a:lnTo>
                    <a:cubicBezTo>
                      <a:pt x="37" y="5"/>
                      <a:pt x="18" y="0"/>
                      <a:pt x="11" y="0"/>
                    </a:cubicBezTo>
                    <a:close/>
                    <a:moveTo>
                      <a:pt x="63" y="14"/>
                    </a:moveTo>
                    <a:cubicBezTo>
                      <a:pt x="82" y="22"/>
                      <a:pt x="101" y="29"/>
                      <a:pt x="120" y="37"/>
                    </a:cubicBezTo>
                    <a:lnTo>
                      <a:pt x="120" y="37"/>
                    </a:lnTo>
                    <a:cubicBezTo>
                      <a:pt x="101" y="29"/>
                      <a:pt x="82" y="21"/>
                      <a:pt x="63" y="14"/>
                    </a:cubicBezTo>
                    <a:close/>
                    <a:moveTo>
                      <a:pt x="120" y="37"/>
                    </a:moveTo>
                    <a:cubicBezTo>
                      <a:pt x="1168" y="473"/>
                      <a:pt x="1740" y="1638"/>
                      <a:pt x="2211" y="2621"/>
                    </a:cubicBezTo>
                    <a:cubicBezTo>
                      <a:pt x="2670" y="3602"/>
                      <a:pt x="3191" y="4686"/>
                      <a:pt x="4213" y="5228"/>
                    </a:cubicBezTo>
                    <a:cubicBezTo>
                      <a:pt x="4553" y="5466"/>
                      <a:pt x="4962" y="5580"/>
                      <a:pt x="5384" y="5580"/>
                    </a:cubicBezTo>
                    <a:cubicBezTo>
                      <a:pt x="5480" y="5580"/>
                      <a:pt x="5577" y="5574"/>
                      <a:pt x="5673" y="5562"/>
                    </a:cubicBezTo>
                    <a:cubicBezTo>
                      <a:pt x="5673" y="5562"/>
                      <a:pt x="5597" y="5516"/>
                      <a:pt x="5562" y="5516"/>
                    </a:cubicBezTo>
                    <a:cubicBezTo>
                      <a:pt x="5556" y="5516"/>
                      <a:pt x="5551" y="5517"/>
                      <a:pt x="5548" y="5520"/>
                    </a:cubicBezTo>
                    <a:cubicBezTo>
                      <a:pt x="5496" y="5524"/>
                      <a:pt x="5444" y="5526"/>
                      <a:pt x="5392" y="5526"/>
                    </a:cubicBezTo>
                    <a:cubicBezTo>
                      <a:pt x="5132" y="5526"/>
                      <a:pt x="4874" y="5482"/>
                      <a:pt x="4631" y="5395"/>
                    </a:cubicBezTo>
                    <a:cubicBezTo>
                      <a:pt x="4339" y="5291"/>
                      <a:pt x="4088" y="5124"/>
                      <a:pt x="3880" y="4936"/>
                    </a:cubicBezTo>
                    <a:cubicBezTo>
                      <a:pt x="3463" y="4561"/>
                      <a:pt x="3129" y="4123"/>
                      <a:pt x="2879" y="3622"/>
                    </a:cubicBezTo>
                    <a:cubicBezTo>
                      <a:pt x="2378" y="2705"/>
                      <a:pt x="2023" y="1662"/>
                      <a:pt x="1293" y="869"/>
                    </a:cubicBezTo>
                    <a:cubicBezTo>
                      <a:pt x="973" y="489"/>
                      <a:pt x="576" y="224"/>
                      <a:pt x="120" y="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0"/>
              <p:cNvSpPr/>
              <p:nvPr/>
            </p:nvSpPr>
            <p:spPr>
              <a:xfrm>
                <a:off x="1173575" y="3328875"/>
                <a:ext cx="109525" cy="85525"/>
              </a:xfrm>
              <a:custGeom>
                <a:rect b="b" l="l" r="r" t="t"/>
                <a:pathLst>
                  <a:path extrusionOk="0" h="3421" w="4381">
                    <a:moveTo>
                      <a:pt x="84" y="0"/>
                    </a:moveTo>
                    <a:lnTo>
                      <a:pt x="1" y="104"/>
                    </a:lnTo>
                    <a:cubicBezTo>
                      <a:pt x="710" y="647"/>
                      <a:pt x="1440" y="1189"/>
                      <a:pt x="2149" y="1752"/>
                    </a:cubicBezTo>
                    <a:cubicBezTo>
                      <a:pt x="2504" y="2023"/>
                      <a:pt x="2858" y="2295"/>
                      <a:pt x="3213" y="2566"/>
                    </a:cubicBezTo>
                    <a:lnTo>
                      <a:pt x="3734" y="3004"/>
                    </a:lnTo>
                    <a:cubicBezTo>
                      <a:pt x="3901" y="3150"/>
                      <a:pt x="4089" y="3296"/>
                      <a:pt x="4276" y="3421"/>
                    </a:cubicBezTo>
                    <a:cubicBezTo>
                      <a:pt x="4276" y="3421"/>
                      <a:pt x="4381" y="3317"/>
                      <a:pt x="4381" y="3296"/>
                    </a:cubicBezTo>
                    <a:cubicBezTo>
                      <a:pt x="4235" y="3129"/>
                      <a:pt x="4068" y="2983"/>
                      <a:pt x="3880" y="2837"/>
                    </a:cubicBezTo>
                    <a:cubicBezTo>
                      <a:pt x="3692" y="2691"/>
                      <a:pt x="3526" y="2545"/>
                      <a:pt x="3338" y="2420"/>
                    </a:cubicBezTo>
                    <a:cubicBezTo>
                      <a:pt x="3004" y="2128"/>
                      <a:pt x="2650" y="1856"/>
                      <a:pt x="2295" y="1585"/>
                    </a:cubicBezTo>
                    <a:cubicBezTo>
                      <a:pt x="1586" y="1043"/>
                      <a:pt x="835" y="501"/>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0"/>
              <p:cNvSpPr/>
              <p:nvPr/>
            </p:nvSpPr>
            <p:spPr>
              <a:xfrm>
                <a:off x="911825" y="4045850"/>
                <a:ext cx="330600" cy="78725"/>
              </a:xfrm>
              <a:custGeom>
                <a:rect b="b" l="l" r="r" t="t"/>
                <a:pathLst>
                  <a:path extrusionOk="0" h="3149" w="13224">
                    <a:moveTo>
                      <a:pt x="13099" y="0"/>
                    </a:moveTo>
                    <a:lnTo>
                      <a:pt x="125" y="438"/>
                    </a:lnTo>
                    <a:cubicBezTo>
                      <a:pt x="146" y="1127"/>
                      <a:pt x="0" y="1711"/>
                      <a:pt x="146" y="2399"/>
                    </a:cubicBezTo>
                    <a:cubicBezTo>
                      <a:pt x="209" y="2628"/>
                      <a:pt x="2169" y="2879"/>
                      <a:pt x="2440" y="2920"/>
                    </a:cubicBezTo>
                    <a:cubicBezTo>
                      <a:pt x="3275" y="3045"/>
                      <a:pt x="4130" y="3129"/>
                      <a:pt x="4985" y="3129"/>
                    </a:cubicBezTo>
                    <a:cubicBezTo>
                      <a:pt x="5626" y="3139"/>
                      <a:pt x="6266" y="3148"/>
                      <a:pt x="6906" y="3148"/>
                    </a:cubicBezTo>
                    <a:cubicBezTo>
                      <a:pt x="8869" y="3148"/>
                      <a:pt x="10825" y="3063"/>
                      <a:pt x="12744" y="2670"/>
                    </a:cubicBezTo>
                    <a:cubicBezTo>
                      <a:pt x="13224" y="2587"/>
                      <a:pt x="13057" y="2128"/>
                      <a:pt x="13057" y="1752"/>
                    </a:cubicBezTo>
                    <a:cubicBezTo>
                      <a:pt x="13078" y="1168"/>
                      <a:pt x="13099" y="584"/>
                      <a:pt x="1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0"/>
              <p:cNvSpPr/>
              <p:nvPr/>
            </p:nvSpPr>
            <p:spPr>
              <a:xfrm>
                <a:off x="653700" y="3549450"/>
                <a:ext cx="850500" cy="551275"/>
              </a:xfrm>
              <a:custGeom>
                <a:rect b="b" l="l" r="r" t="t"/>
                <a:pathLst>
                  <a:path extrusionOk="0" h="22051" w="34020">
                    <a:moveTo>
                      <a:pt x="29583" y="0"/>
                    </a:moveTo>
                    <a:cubicBezTo>
                      <a:pt x="28943" y="0"/>
                      <a:pt x="28276" y="104"/>
                      <a:pt x="27720" y="104"/>
                    </a:cubicBezTo>
                    <a:lnTo>
                      <a:pt x="4589" y="125"/>
                    </a:lnTo>
                    <a:cubicBezTo>
                      <a:pt x="3943" y="125"/>
                      <a:pt x="3254" y="146"/>
                      <a:pt x="2754" y="542"/>
                    </a:cubicBezTo>
                    <a:cubicBezTo>
                      <a:pt x="1356" y="1668"/>
                      <a:pt x="3672" y="2315"/>
                      <a:pt x="3567" y="3379"/>
                    </a:cubicBezTo>
                    <a:cubicBezTo>
                      <a:pt x="3505" y="3921"/>
                      <a:pt x="2274" y="4922"/>
                      <a:pt x="1940" y="5423"/>
                    </a:cubicBezTo>
                    <a:cubicBezTo>
                      <a:pt x="918" y="6945"/>
                      <a:pt x="313" y="8697"/>
                      <a:pt x="167" y="10533"/>
                    </a:cubicBezTo>
                    <a:cubicBezTo>
                      <a:pt x="147" y="10637"/>
                      <a:pt x="147" y="10742"/>
                      <a:pt x="147" y="10846"/>
                    </a:cubicBezTo>
                    <a:cubicBezTo>
                      <a:pt x="1" y="15163"/>
                      <a:pt x="3004" y="18438"/>
                      <a:pt x="6821" y="20127"/>
                    </a:cubicBezTo>
                    <a:cubicBezTo>
                      <a:pt x="9866" y="21483"/>
                      <a:pt x="13349" y="22005"/>
                      <a:pt x="16666" y="22046"/>
                    </a:cubicBezTo>
                    <a:cubicBezTo>
                      <a:pt x="16841" y="22049"/>
                      <a:pt x="17018" y="22050"/>
                      <a:pt x="17199" y="22050"/>
                    </a:cubicBezTo>
                    <a:cubicBezTo>
                      <a:pt x="19840" y="22050"/>
                      <a:pt x="23061" y="21753"/>
                      <a:pt x="25989" y="20816"/>
                    </a:cubicBezTo>
                    <a:cubicBezTo>
                      <a:pt x="29639" y="19669"/>
                      <a:pt x="32810" y="17478"/>
                      <a:pt x="33748" y="13662"/>
                    </a:cubicBezTo>
                    <a:cubicBezTo>
                      <a:pt x="33936" y="12890"/>
                      <a:pt x="34019" y="12076"/>
                      <a:pt x="34019" y="11284"/>
                    </a:cubicBezTo>
                    <a:cubicBezTo>
                      <a:pt x="34019" y="9386"/>
                      <a:pt x="33498" y="7529"/>
                      <a:pt x="32518" y="5903"/>
                    </a:cubicBezTo>
                    <a:cubicBezTo>
                      <a:pt x="32121" y="5256"/>
                      <a:pt x="30390" y="3525"/>
                      <a:pt x="30640" y="2753"/>
                    </a:cubicBezTo>
                    <a:cubicBezTo>
                      <a:pt x="30912" y="1981"/>
                      <a:pt x="31934" y="2127"/>
                      <a:pt x="31746" y="1126"/>
                    </a:cubicBezTo>
                    <a:cubicBezTo>
                      <a:pt x="31662" y="542"/>
                      <a:pt x="31183" y="375"/>
                      <a:pt x="30703" y="167"/>
                    </a:cubicBezTo>
                    <a:cubicBezTo>
                      <a:pt x="30361" y="40"/>
                      <a:pt x="29977" y="0"/>
                      <a:pt x="2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0"/>
              <p:cNvSpPr/>
              <p:nvPr/>
            </p:nvSpPr>
            <p:spPr>
              <a:xfrm>
                <a:off x="656825" y="3549450"/>
                <a:ext cx="847375" cy="388125"/>
              </a:xfrm>
              <a:custGeom>
                <a:rect b="b" l="l" r="r" t="t"/>
                <a:pathLst>
                  <a:path extrusionOk="0" h="15525" w="33895">
                    <a:moveTo>
                      <a:pt x="29453" y="0"/>
                    </a:moveTo>
                    <a:cubicBezTo>
                      <a:pt x="28808" y="0"/>
                      <a:pt x="28138" y="104"/>
                      <a:pt x="27595" y="104"/>
                    </a:cubicBezTo>
                    <a:lnTo>
                      <a:pt x="4443" y="125"/>
                    </a:lnTo>
                    <a:cubicBezTo>
                      <a:pt x="3818" y="125"/>
                      <a:pt x="3129" y="146"/>
                      <a:pt x="2629" y="542"/>
                    </a:cubicBezTo>
                    <a:cubicBezTo>
                      <a:pt x="1210" y="1668"/>
                      <a:pt x="3547" y="2315"/>
                      <a:pt x="3421" y="3379"/>
                    </a:cubicBezTo>
                    <a:cubicBezTo>
                      <a:pt x="3380" y="3921"/>
                      <a:pt x="2149" y="4922"/>
                      <a:pt x="1815" y="5423"/>
                    </a:cubicBezTo>
                    <a:cubicBezTo>
                      <a:pt x="772" y="6945"/>
                      <a:pt x="168" y="8697"/>
                      <a:pt x="22" y="10533"/>
                    </a:cubicBezTo>
                    <a:cubicBezTo>
                      <a:pt x="1" y="10637"/>
                      <a:pt x="1" y="10742"/>
                      <a:pt x="1" y="10846"/>
                    </a:cubicBezTo>
                    <a:cubicBezTo>
                      <a:pt x="1148" y="11722"/>
                      <a:pt x="2378" y="12473"/>
                      <a:pt x="3693" y="13036"/>
                    </a:cubicBezTo>
                    <a:cubicBezTo>
                      <a:pt x="7655" y="14788"/>
                      <a:pt x="12119" y="15455"/>
                      <a:pt x="16416" y="15518"/>
                    </a:cubicBezTo>
                    <a:cubicBezTo>
                      <a:pt x="16667" y="15522"/>
                      <a:pt x="16924" y="15525"/>
                      <a:pt x="17185" y="15525"/>
                    </a:cubicBezTo>
                    <a:cubicBezTo>
                      <a:pt x="20561" y="15525"/>
                      <a:pt x="24693" y="15133"/>
                      <a:pt x="28430" y="13933"/>
                    </a:cubicBezTo>
                    <a:cubicBezTo>
                      <a:pt x="30369" y="13349"/>
                      <a:pt x="32226" y="12452"/>
                      <a:pt x="33894" y="11284"/>
                    </a:cubicBezTo>
                    <a:cubicBezTo>
                      <a:pt x="33894" y="9386"/>
                      <a:pt x="33373" y="7529"/>
                      <a:pt x="32393" y="5903"/>
                    </a:cubicBezTo>
                    <a:cubicBezTo>
                      <a:pt x="31996" y="5256"/>
                      <a:pt x="30244" y="3525"/>
                      <a:pt x="30515" y="2753"/>
                    </a:cubicBezTo>
                    <a:cubicBezTo>
                      <a:pt x="30766" y="1981"/>
                      <a:pt x="31788" y="2127"/>
                      <a:pt x="31621" y="1126"/>
                    </a:cubicBezTo>
                    <a:cubicBezTo>
                      <a:pt x="31517" y="542"/>
                      <a:pt x="31058" y="375"/>
                      <a:pt x="30578" y="167"/>
                    </a:cubicBezTo>
                    <a:cubicBezTo>
                      <a:pt x="30236" y="40"/>
                      <a:pt x="29849" y="0"/>
                      <a:pt x="294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0"/>
              <p:cNvSpPr/>
              <p:nvPr/>
            </p:nvSpPr>
            <p:spPr>
              <a:xfrm>
                <a:off x="690725" y="3549575"/>
                <a:ext cx="822325" cy="551150"/>
              </a:xfrm>
              <a:custGeom>
                <a:rect b="b" l="l" r="r" t="t"/>
                <a:pathLst>
                  <a:path extrusionOk="0" h="22046" w="32893">
                    <a:moveTo>
                      <a:pt x="28087" y="0"/>
                    </a:moveTo>
                    <a:cubicBezTo>
                      <a:pt x="27459" y="0"/>
                      <a:pt x="26803" y="99"/>
                      <a:pt x="26260" y="99"/>
                    </a:cubicBezTo>
                    <a:lnTo>
                      <a:pt x="24049" y="99"/>
                    </a:lnTo>
                    <a:cubicBezTo>
                      <a:pt x="24383" y="516"/>
                      <a:pt x="24717" y="913"/>
                      <a:pt x="24863" y="1142"/>
                    </a:cubicBezTo>
                    <a:cubicBezTo>
                      <a:pt x="26260" y="3457"/>
                      <a:pt x="26698" y="6252"/>
                      <a:pt x="26073" y="8901"/>
                    </a:cubicBezTo>
                    <a:cubicBezTo>
                      <a:pt x="25155" y="12718"/>
                      <a:pt x="21964" y="14887"/>
                      <a:pt x="18313" y="16055"/>
                    </a:cubicBezTo>
                    <a:cubicBezTo>
                      <a:pt x="15385" y="16992"/>
                      <a:pt x="12164" y="17290"/>
                      <a:pt x="9523" y="17290"/>
                    </a:cubicBezTo>
                    <a:cubicBezTo>
                      <a:pt x="9343" y="17290"/>
                      <a:pt x="9165" y="17288"/>
                      <a:pt x="8990" y="17286"/>
                    </a:cubicBezTo>
                    <a:cubicBezTo>
                      <a:pt x="5966" y="17223"/>
                      <a:pt x="2837" y="16785"/>
                      <a:pt x="0" y="15701"/>
                    </a:cubicBezTo>
                    <a:lnTo>
                      <a:pt x="0" y="15701"/>
                    </a:lnTo>
                    <a:cubicBezTo>
                      <a:pt x="1210" y="17640"/>
                      <a:pt x="3129" y="19142"/>
                      <a:pt x="5340" y="20102"/>
                    </a:cubicBezTo>
                    <a:cubicBezTo>
                      <a:pt x="8406" y="21457"/>
                      <a:pt x="11868" y="21979"/>
                      <a:pt x="15185" y="22041"/>
                    </a:cubicBezTo>
                    <a:cubicBezTo>
                      <a:pt x="15350" y="22044"/>
                      <a:pt x="15518" y="22045"/>
                      <a:pt x="15689" y="22045"/>
                    </a:cubicBezTo>
                    <a:cubicBezTo>
                      <a:pt x="18338" y="22045"/>
                      <a:pt x="21589" y="21732"/>
                      <a:pt x="24508" y="20811"/>
                    </a:cubicBezTo>
                    <a:cubicBezTo>
                      <a:pt x="28158" y="19643"/>
                      <a:pt x="31350" y="17473"/>
                      <a:pt x="32267" y="13657"/>
                    </a:cubicBezTo>
                    <a:cubicBezTo>
                      <a:pt x="32893" y="11008"/>
                      <a:pt x="32455" y="8234"/>
                      <a:pt x="31058" y="5898"/>
                    </a:cubicBezTo>
                    <a:cubicBezTo>
                      <a:pt x="30661" y="5251"/>
                      <a:pt x="28930" y="3541"/>
                      <a:pt x="29180" y="2769"/>
                    </a:cubicBezTo>
                    <a:cubicBezTo>
                      <a:pt x="29410" y="1976"/>
                      <a:pt x="30453" y="2122"/>
                      <a:pt x="30286" y="1121"/>
                    </a:cubicBezTo>
                    <a:cubicBezTo>
                      <a:pt x="30181" y="537"/>
                      <a:pt x="29702" y="370"/>
                      <a:pt x="29243" y="183"/>
                    </a:cubicBezTo>
                    <a:cubicBezTo>
                      <a:pt x="28897" y="42"/>
                      <a:pt x="28498" y="0"/>
                      <a:pt x="28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0"/>
              <p:cNvSpPr/>
              <p:nvPr/>
            </p:nvSpPr>
            <p:spPr>
              <a:xfrm>
                <a:off x="717100" y="3546300"/>
                <a:ext cx="540975" cy="31850"/>
              </a:xfrm>
              <a:custGeom>
                <a:rect b="b" l="l" r="r" t="t"/>
                <a:pathLst>
                  <a:path extrusionOk="0" h="1274" w="21639">
                    <a:moveTo>
                      <a:pt x="8477" y="1"/>
                    </a:moveTo>
                    <a:cubicBezTo>
                      <a:pt x="6830" y="1"/>
                      <a:pt x="5182" y="22"/>
                      <a:pt x="3555" y="42"/>
                    </a:cubicBezTo>
                    <a:cubicBezTo>
                      <a:pt x="3313" y="42"/>
                      <a:pt x="3059" y="37"/>
                      <a:pt x="2800" y="37"/>
                    </a:cubicBezTo>
                    <a:cubicBezTo>
                      <a:pt x="1828" y="37"/>
                      <a:pt x="789" y="115"/>
                      <a:pt x="113" y="856"/>
                    </a:cubicBezTo>
                    <a:cubicBezTo>
                      <a:pt x="0" y="969"/>
                      <a:pt x="100" y="1132"/>
                      <a:pt x="228" y="1132"/>
                    </a:cubicBezTo>
                    <a:cubicBezTo>
                      <a:pt x="266" y="1132"/>
                      <a:pt x="305" y="1118"/>
                      <a:pt x="343" y="1085"/>
                    </a:cubicBezTo>
                    <a:cubicBezTo>
                      <a:pt x="781" y="710"/>
                      <a:pt x="1386" y="647"/>
                      <a:pt x="1949" y="626"/>
                    </a:cubicBezTo>
                    <a:cubicBezTo>
                      <a:pt x="2056" y="623"/>
                      <a:pt x="2163" y="621"/>
                      <a:pt x="2270" y="621"/>
                    </a:cubicBezTo>
                    <a:cubicBezTo>
                      <a:pt x="2747" y="621"/>
                      <a:pt x="3224" y="655"/>
                      <a:pt x="3701" y="689"/>
                    </a:cubicBezTo>
                    <a:cubicBezTo>
                      <a:pt x="5161" y="731"/>
                      <a:pt x="6621" y="793"/>
                      <a:pt x="8102" y="856"/>
                    </a:cubicBezTo>
                    <a:cubicBezTo>
                      <a:pt x="11168" y="981"/>
                      <a:pt x="14213" y="1085"/>
                      <a:pt x="17279" y="1210"/>
                    </a:cubicBezTo>
                    <a:cubicBezTo>
                      <a:pt x="18030" y="1231"/>
                      <a:pt x="18802" y="1252"/>
                      <a:pt x="19553" y="1273"/>
                    </a:cubicBezTo>
                    <a:lnTo>
                      <a:pt x="20617" y="1273"/>
                    </a:lnTo>
                    <a:cubicBezTo>
                      <a:pt x="21013" y="1273"/>
                      <a:pt x="21472" y="1273"/>
                      <a:pt x="21597" y="793"/>
                    </a:cubicBezTo>
                    <a:cubicBezTo>
                      <a:pt x="21639" y="480"/>
                      <a:pt x="21451" y="168"/>
                      <a:pt x="21117" y="84"/>
                    </a:cubicBezTo>
                    <a:cubicBezTo>
                      <a:pt x="20973" y="42"/>
                      <a:pt x="20809" y="30"/>
                      <a:pt x="20639" y="30"/>
                    </a:cubicBezTo>
                    <a:cubicBezTo>
                      <a:pt x="20441" y="30"/>
                      <a:pt x="20235" y="46"/>
                      <a:pt x="20047" y="46"/>
                    </a:cubicBezTo>
                    <a:cubicBezTo>
                      <a:pt x="19999" y="46"/>
                      <a:pt x="19953" y="45"/>
                      <a:pt x="19907" y="42"/>
                    </a:cubicBezTo>
                    <a:cubicBezTo>
                      <a:pt x="19157" y="42"/>
                      <a:pt x="18385" y="22"/>
                      <a:pt x="17634" y="22"/>
                    </a:cubicBezTo>
                    <a:lnTo>
                      <a:pt x="8477" y="1"/>
                    </a:ln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0"/>
              <p:cNvSpPr/>
              <p:nvPr/>
            </p:nvSpPr>
            <p:spPr>
              <a:xfrm>
                <a:off x="1265875" y="3547875"/>
                <a:ext cx="59475" cy="26625"/>
              </a:xfrm>
              <a:custGeom>
                <a:rect b="b" l="l" r="r" t="t"/>
                <a:pathLst>
                  <a:path extrusionOk="0" h="1065" w="2379">
                    <a:moveTo>
                      <a:pt x="1857" y="0"/>
                    </a:moveTo>
                    <a:cubicBezTo>
                      <a:pt x="1732" y="0"/>
                      <a:pt x="1606" y="0"/>
                      <a:pt x="1481" y="21"/>
                    </a:cubicBezTo>
                    <a:lnTo>
                      <a:pt x="1148" y="63"/>
                    </a:lnTo>
                    <a:cubicBezTo>
                      <a:pt x="981" y="63"/>
                      <a:pt x="835" y="84"/>
                      <a:pt x="689" y="105"/>
                    </a:cubicBezTo>
                    <a:cubicBezTo>
                      <a:pt x="543" y="146"/>
                      <a:pt x="418" y="209"/>
                      <a:pt x="292" y="271"/>
                    </a:cubicBezTo>
                    <a:cubicBezTo>
                      <a:pt x="0" y="459"/>
                      <a:pt x="63" y="876"/>
                      <a:pt x="397" y="981"/>
                    </a:cubicBezTo>
                    <a:cubicBezTo>
                      <a:pt x="522" y="1022"/>
                      <a:pt x="668" y="1064"/>
                      <a:pt x="814" y="1064"/>
                    </a:cubicBezTo>
                    <a:cubicBezTo>
                      <a:pt x="939" y="1064"/>
                      <a:pt x="1043" y="1064"/>
                      <a:pt x="1168" y="1043"/>
                    </a:cubicBezTo>
                    <a:lnTo>
                      <a:pt x="1523" y="1022"/>
                    </a:lnTo>
                    <a:cubicBezTo>
                      <a:pt x="1669" y="1022"/>
                      <a:pt x="1836" y="1001"/>
                      <a:pt x="1982" y="960"/>
                    </a:cubicBezTo>
                    <a:cubicBezTo>
                      <a:pt x="2211" y="897"/>
                      <a:pt x="2378" y="668"/>
                      <a:pt x="2337" y="417"/>
                    </a:cubicBezTo>
                    <a:cubicBezTo>
                      <a:pt x="2295" y="188"/>
                      <a:pt x="2086" y="0"/>
                      <a:pt x="1857"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0"/>
              <p:cNvSpPr/>
              <p:nvPr/>
            </p:nvSpPr>
            <p:spPr>
              <a:xfrm>
                <a:off x="700804" y="3724050"/>
                <a:ext cx="74225" cy="236075"/>
              </a:xfrm>
              <a:custGeom>
                <a:rect b="b" l="l" r="r" t="t"/>
                <a:pathLst>
                  <a:path extrusionOk="0" h="9443" w="2969">
                    <a:moveTo>
                      <a:pt x="2240" y="1"/>
                    </a:moveTo>
                    <a:cubicBezTo>
                      <a:pt x="2159" y="1"/>
                      <a:pt x="2078" y="21"/>
                      <a:pt x="2003" y="66"/>
                    </a:cubicBezTo>
                    <a:cubicBezTo>
                      <a:pt x="1293" y="483"/>
                      <a:pt x="772" y="1317"/>
                      <a:pt x="480" y="2068"/>
                    </a:cubicBezTo>
                    <a:cubicBezTo>
                      <a:pt x="188" y="2819"/>
                      <a:pt x="21" y="3632"/>
                      <a:pt x="21" y="4467"/>
                    </a:cubicBezTo>
                    <a:cubicBezTo>
                      <a:pt x="0" y="5301"/>
                      <a:pt x="125" y="6135"/>
                      <a:pt x="355" y="6949"/>
                    </a:cubicBezTo>
                    <a:cubicBezTo>
                      <a:pt x="584" y="7762"/>
                      <a:pt x="960" y="8555"/>
                      <a:pt x="1502" y="9222"/>
                    </a:cubicBezTo>
                    <a:cubicBezTo>
                      <a:pt x="1638" y="9369"/>
                      <a:pt x="1822" y="9442"/>
                      <a:pt x="2009" y="9442"/>
                    </a:cubicBezTo>
                    <a:cubicBezTo>
                      <a:pt x="2168" y="9442"/>
                      <a:pt x="2328" y="9390"/>
                      <a:pt x="2462" y="9285"/>
                    </a:cubicBezTo>
                    <a:cubicBezTo>
                      <a:pt x="2754" y="9055"/>
                      <a:pt x="2837" y="8638"/>
                      <a:pt x="2670" y="8325"/>
                    </a:cubicBezTo>
                    <a:cubicBezTo>
                      <a:pt x="2503" y="8012"/>
                      <a:pt x="2316" y="7741"/>
                      <a:pt x="2169" y="7428"/>
                    </a:cubicBezTo>
                    <a:cubicBezTo>
                      <a:pt x="2044" y="7136"/>
                      <a:pt x="1919" y="6844"/>
                      <a:pt x="1836" y="6532"/>
                    </a:cubicBezTo>
                    <a:cubicBezTo>
                      <a:pt x="1627" y="5885"/>
                      <a:pt x="1502" y="5197"/>
                      <a:pt x="1460" y="4508"/>
                    </a:cubicBezTo>
                    <a:cubicBezTo>
                      <a:pt x="1419" y="3862"/>
                      <a:pt x="1502" y="3194"/>
                      <a:pt x="1690" y="2548"/>
                    </a:cubicBezTo>
                    <a:cubicBezTo>
                      <a:pt x="1773" y="2235"/>
                      <a:pt x="1919" y="1943"/>
                      <a:pt x="2065" y="1651"/>
                    </a:cubicBezTo>
                    <a:cubicBezTo>
                      <a:pt x="2253" y="1338"/>
                      <a:pt x="2503" y="1088"/>
                      <a:pt x="2712" y="775"/>
                    </a:cubicBezTo>
                    <a:cubicBezTo>
                      <a:pt x="2968" y="416"/>
                      <a:pt x="2608" y="1"/>
                      <a:pt x="2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0"/>
              <p:cNvSpPr/>
              <p:nvPr/>
            </p:nvSpPr>
            <p:spPr>
              <a:xfrm>
                <a:off x="714200" y="3528050"/>
                <a:ext cx="733675" cy="83450"/>
              </a:xfrm>
              <a:custGeom>
                <a:rect b="b" l="l" r="r" t="t"/>
                <a:pathLst>
                  <a:path extrusionOk="0" h="3338" w="29347">
                    <a:moveTo>
                      <a:pt x="12327" y="1"/>
                    </a:moveTo>
                    <a:lnTo>
                      <a:pt x="10950" y="42"/>
                    </a:lnTo>
                    <a:cubicBezTo>
                      <a:pt x="4651" y="230"/>
                      <a:pt x="0" y="856"/>
                      <a:pt x="0" y="1669"/>
                    </a:cubicBezTo>
                    <a:cubicBezTo>
                      <a:pt x="0" y="2483"/>
                      <a:pt x="5048" y="3150"/>
                      <a:pt x="11743" y="3317"/>
                    </a:cubicBezTo>
                    <a:lnTo>
                      <a:pt x="12828" y="3338"/>
                    </a:lnTo>
                    <a:lnTo>
                      <a:pt x="15852" y="3338"/>
                    </a:lnTo>
                    <a:cubicBezTo>
                      <a:pt x="16186" y="3338"/>
                      <a:pt x="16519" y="3317"/>
                      <a:pt x="16853" y="3317"/>
                    </a:cubicBezTo>
                    <a:lnTo>
                      <a:pt x="17437" y="3317"/>
                    </a:lnTo>
                    <a:cubicBezTo>
                      <a:pt x="24216" y="3171"/>
                      <a:pt x="29347" y="2483"/>
                      <a:pt x="29347" y="1669"/>
                    </a:cubicBezTo>
                    <a:cubicBezTo>
                      <a:pt x="29347" y="856"/>
                      <a:pt x="24299" y="188"/>
                      <a:pt x="17625" y="22"/>
                    </a:cubicBezTo>
                    <a:cubicBezTo>
                      <a:pt x="17395" y="22"/>
                      <a:pt x="17187" y="1"/>
                      <a:pt x="169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0"/>
              <p:cNvSpPr/>
              <p:nvPr/>
            </p:nvSpPr>
            <p:spPr>
              <a:xfrm>
                <a:off x="749350" y="3631275"/>
                <a:ext cx="657175" cy="43125"/>
              </a:xfrm>
              <a:custGeom>
                <a:rect b="b" l="l" r="r" t="t"/>
                <a:pathLst>
                  <a:path extrusionOk="0" h="1725" w="26287">
                    <a:moveTo>
                      <a:pt x="26083" y="1"/>
                    </a:moveTo>
                    <a:cubicBezTo>
                      <a:pt x="26077" y="1"/>
                      <a:pt x="26070" y="1"/>
                      <a:pt x="26064" y="2"/>
                    </a:cubicBezTo>
                    <a:cubicBezTo>
                      <a:pt x="25229" y="43"/>
                      <a:pt x="24416" y="210"/>
                      <a:pt x="23582" y="356"/>
                    </a:cubicBezTo>
                    <a:cubicBezTo>
                      <a:pt x="22768" y="481"/>
                      <a:pt x="21934" y="586"/>
                      <a:pt x="21099" y="690"/>
                    </a:cubicBezTo>
                    <a:cubicBezTo>
                      <a:pt x="19410" y="898"/>
                      <a:pt x="17741" y="1044"/>
                      <a:pt x="16052" y="1149"/>
                    </a:cubicBezTo>
                    <a:cubicBezTo>
                      <a:pt x="14417" y="1240"/>
                      <a:pt x="12777" y="1287"/>
                      <a:pt x="11137" y="1287"/>
                    </a:cubicBezTo>
                    <a:cubicBezTo>
                      <a:pt x="9409" y="1287"/>
                      <a:pt x="7680" y="1235"/>
                      <a:pt x="5957" y="1128"/>
                    </a:cubicBezTo>
                    <a:cubicBezTo>
                      <a:pt x="4080" y="1003"/>
                      <a:pt x="2182" y="815"/>
                      <a:pt x="388" y="168"/>
                    </a:cubicBezTo>
                    <a:cubicBezTo>
                      <a:pt x="358" y="158"/>
                      <a:pt x="331" y="153"/>
                      <a:pt x="305" y="153"/>
                    </a:cubicBezTo>
                    <a:cubicBezTo>
                      <a:pt x="75" y="153"/>
                      <a:pt x="0" y="533"/>
                      <a:pt x="263" y="627"/>
                    </a:cubicBezTo>
                    <a:lnTo>
                      <a:pt x="242" y="627"/>
                    </a:lnTo>
                    <a:cubicBezTo>
                      <a:pt x="1848" y="1149"/>
                      <a:pt x="3537" y="1441"/>
                      <a:pt x="5227" y="1524"/>
                    </a:cubicBezTo>
                    <a:cubicBezTo>
                      <a:pt x="6895" y="1628"/>
                      <a:pt x="8564" y="1691"/>
                      <a:pt x="10233" y="1712"/>
                    </a:cubicBezTo>
                    <a:cubicBezTo>
                      <a:pt x="10705" y="1720"/>
                      <a:pt x="11177" y="1725"/>
                      <a:pt x="11650" y="1725"/>
                    </a:cubicBezTo>
                    <a:cubicBezTo>
                      <a:pt x="14598" y="1725"/>
                      <a:pt x="17546" y="1559"/>
                      <a:pt x="20495" y="1253"/>
                    </a:cubicBezTo>
                    <a:cubicBezTo>
                      <a:pt x="21412" y="1149"/>
                      <a:pt x="22309" y="1044"/>
                      <a:pt x="23227" y="919"/>
                    </a:cubicBezTo>
                    <a:cubicBezTo>
                      <a:pt x="24207" y="815"/>
                      <a:pt x="25167" y="627"/>
                      <a:pt x="26105" y="356"/>
                    </a:cubicBezTo>
                    <a:cubicBezTo>
                      <a:pt x="26287" y="296"/>
                      <a:pt x="26273" y="1"/>
                      <a:pt x="260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0"/>
              <p:cNvSpPr/>
              <p:nvPr/>
            </p:nvSpPr>
            <p:spPr>
              <a:xfrm>
                <a:off x="1096400" y="2074550"/>
                <a:ext cx="486525" cy="542050"/>
              </a:xfrm>
              <a:custGeom>
                <a:rect b="b" l="l" r="r" t="t"/>
                <a:pathLst>
                  <a:path extrusionOk="0" h="21682" w="19461">
                    <a:moveTo>
                      <a:pt x="15156" y="0"/>
                    </a:moveTo>
                    <a:cubicBezTo>
                      <a:pt x="14416" y="0"/>
                      <a:pt x="13668" y="124"/>
                      <a:pt x="12953" y="303"/>
                    </a:cubicBezTo>
                    <a:cubicBezTo>
                      <a:pt x="8511" y="1429"/>
                      <a:pt x="4902" y="4892"/>
                      <a:pt x="2817" y="8980"/>
                    </a:cubicBezTo>
                    <a:cubicBezTo>
                      <a:pt x="1732" y="11128"/>
                      <a:pt x="939" y="13422"/>
                      <a:pt x="480" y="15800"/>
                    </a:cubicBezTo>
                    <a:cubicBezTo>
                      <a:pt x="335" y="16487"/>
                      <a:pt x="355" y="21452"/>
                      <a:pt x="3" y="21680"/>
                    </a:cubicBezTo>
                    <a:lnTo>
                      <a:pt x="3" y="21680"/>
                    </a:lnTo>
                    <a:cubicBezTo>
                      <a:pt x="1921" y="20493"/>
                      <a:pt x="3985" y="20305"/>
                      <a:pt x="6029" y="19492"/>
                    </a:cubicBezTo>
                    <a:cubicBezTo>
                      <a:pt x="8573" y="18532"/>
                      <a:pt x="10930" y="17177"/>
                      <a:pt x="13037" y="15466"/>
                    </a:cubicBezTo>
                    <a:cubicBezTo>
                      <a:pt x="16353" y="12692"/>
                      <a:pt x="18835" y="8750"/>
                      <a:pt x="19377" y="4454"/>
                    </a:cubicBezTo>
                    <a:cubicBezTo>
                      <a:pt x="19461" y="3932"/>
                      <a:pt x="19461" y="3432"/>
                      <a:pt x="19377" y="2910"/>
                    </a:cubicBezTo>
                    <a:cubicBezTo>
                      <a:pt x="19127" y="1638"/>
                      <a:pt x="18043" y="637"/>
                      <a:pt x="16791" y="240"/>
                    </a:cubicBezTo>
                    <a:cubicBezTo>
                      <a:pt x="16263" y="70"/>
                      <a:pt x="15712" y="0"/>
                      <a:pt x="15156" y="0"/>
                    </a:cubicBezTo>
                    <a:close/>
                    <a:moveTo>
                      <a:pt x="3" y="21680"/>
                    </a:moveTo>
                    <a:lnTo>
                      <a:pt x="3" y="21680"/>
                    </a:lnTo>
                    <a:cubicBezTo>
                      <a:pt x="2" y="21681"/>
                      <a:pt x="1" y="21681"/>
                      <a:pt x="1" y="21682"/>
                    </a:cubicBezTo>
                    <a:cubicBezTo>
                      <a:pt x="1" y="21681"/>
                      <a:pt x="2" y="21681"/>
                      <a:pt x="3" y="216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0"/>
              <p:cNvSpPr/>
              <p:nvPr/>
            </p:nvSpPr>
            <p:spPr>
              <a:xfrm>
                <a:off x="229775" y="2449725"/>
                <a:ext cx="699800" cy="368125"/>
              </a:xfrm>
              <a:custGeom>
                <a:rect b="b" l="l" r="r" t="t"/>
                <a:pathLst>
                  <a:path extrusionOk="0" h="14725" w="27992">
                    <a:moveTo>
                      <a:pt x="7679" y="1"/>
                    </a:moveTo>
                    <a:cubicBezTo>
                      <a:pt x="7050" y="1"/>
                      <a:pt x="6422" y="54"/>
                      <a:pt x="5799" y="167"/>
                    </a:cubicBezTo>
                    <a:cubicBezTo>
                      <a:pt x="3525" y="564"/>
                      <a:pt x="1252" y="1982"/>
                      <a:pt x="605" y="4193"/>
                    </a:cubicBezTo>
                    <a:cubicBezTo>
                      <a:pt x="0" y="6258"/>
                      <a:pt x="960" y="8531"/>
                      <a:pt x="2503" y="10012"/>
                    </a:cubicBezTo>
                    <a:cubicBezTo>
                      <a:pt x="4047" y="11493"/>
                      <a:pt x="6091" y="12327"/>
                      <a:pt x="8135" y="13016"/>
                    </a:cubicBezTo>
                    <a:cubicBezTo>
                      <a:pt x="11222" y="14058"/>
                      <a:pt x="14642" y="14392"/>
                      <a:pt x="17875" y="14601"/>
                    </a:cubicBezTo>
                    <a:cubicBezTo>
                      <a:pt x="19097" y="14688"/>
                      <a:pt x="20308" y="14725"/>
                      <a:pt x="21517" y="14725"/>
                    </a:cubicBezTo>
                    <a:cubicBezTo>
                      <a:pt x="22041" y="14725"/>
                      <a:pt x="22566" y="14718"/>
                      <a:pt x="23090" y="14705"/>
                    </a:cubicBezTo>
                    <a:cubicBezTo>
                      <a:pt x="23522" y="14688"/>
                      <a:pt x="26492" y="14269"/>
                      <a:pt x="27590" y="14269"/>
                    </a:cubicBezTo>
                    <a:cubicBezTo>
                      <a:pt x="27816" y="14269"/>
                      <a:pt x="27963" y="14287"/>
                      <a:pt x="27991" y="14330"/>
                    </a:cubicBezTo>
                    <a:cubicBezTo>
                      <a:pt x="26302" y="11764"/>
                      <a:pt x="24091" y="9845"/>
                      <a:pt x="21880" y="7718"/>
                    </a:cubicBezTo>
                    <a:cubicBezTo>
                      <a:pt x="19648" y="5549"/>
                      <a:pt x="17291" y="3442"/>
                      <a:pt x="14538" y="1919"/>
                    </a:cubicBezTo>
                    <a:cubicBezTo>
                      <a:pt x="12442" y="764"/>
                      <a:pt x="10060" y="1"/>
                      <a:pt x="7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0"/>
              <p:cNvSpPr/>
              <p:nvPr/>
            </p:nvSpPr>
            <p:spPr>
              <a:xfrm>
                <a:off x="1159500" y="2583400"/>
                <a:ext cx="645050" cy="442075"/>
              </a:xfrm>
              <a:custGeom>
                <a:rect b="b" l="l" r="r" t="t"/>
                <a:pathLst>
                  <a:path extrusionOk="0" h="17683" w="25802">
                    <a:moveTo>
                      <a:pt x="18524" y="0"/>
                    </a:moveTo>
                    <a:cubicBezTo>
                      <a:pt x="14916" y="0"/>
                      <a:pt x="11301" y="1644"/>
                      <a:pt x="8552" y="4060"/>
                    </a:cubicBezTo>
                    <a:cubicBezTo>
                      <a:pt x="6863" y="5583"/>
                      <a:pt x="5382" y="7335"/>
                      <a:pt x="4172" y="9254"/>
                    </a:cubicBezTo>
                    <a:cubicBezTo>
                      <a:pt x="2858" y="11339"/>
                      <a:pt x="1440" y="13342"/>
                      <a:pt x="0" y="15344"/>
                    </a:cubicBezTo>
                    <a:cubicBezTo>
                      <a:pt x="2211" y="15886"/>
                      <a:pt x="4276" y="16721"/>
                      <a:pt x="6446" y="17242"/>
                    </a:cubicBezTo>
                    <a:cubicBezTo>
                      <a:pt x="7666" y="17536"/>
                      <a:pt x="8916" y="17683"/>
                      <a:pt x="10168" y="17683"/>
                    </a:cubicBezTo>
                    <a:cubicBezTo>
                      <a:pt x="11227" y="17683"/>
                      <a:pt x="12287" y="17578"/>
                      <a:pt x="13329" y="17367"/>
                    </a:cubicBezTo>
                    <a:cubicBezTo>
                      <a:pt x="17354" y="16512"/>
                      <a:pt x="21004" y="14072"/>
                      <a:pt x="23486" y="10776"/>
                    </a:cubicBezTo>
                    <a:cubicBezTo>
                      <a:pt x="24446" y="9504"/>
                      <a:pt x="25238" y="8107"/>
                      <a:pt x="25509" y="6542"/>
                    </a:cubicBezTo>
                    <a:cubicBezTo>
                      <a:pt x="25801" y="4999"/>
                      <a:pt x="25489" y="3288"/>
                      <a:pt x="24446" y="2100"/>
                    </a:cubicBezTo>
                    <a:cubicBezTo>
                      <a:pt x="23632" y="1161"/>
                      <a:pt x="22443" y="640"/>
                      <a:pt x="21234" y="327"/>
                    </a:cubicBezTo>
                    <a:cubicBezTo>
                      <a:pt x="20340" y="104"/>
                      <a:pt x="19432" y="0"/>
                      <a:pt x="18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0"/>
              <p:cNvSpPr/>
              <p:nvPr/>
            </p:nvSpPr>
            <p:spPr>
              <a:xfrm>
                <a:off x="785750" y="2075125"/>
                <a:ext cx="303900" cy="1536375"/>
              </a:xfrm>
              <a:custGeom>
                <a:rect b="b" l="l" r="r" t="t"/>
                <a:pathLst>
                  <a:path extrusionOk="0" h="61455" w="12156">
                    <a:moveTo>
                      <a:pt x="290" y="0"/>
                    </a:moveTo>
                    <a:cubicBezTo>
                      <a:pt x="143" y="0"/>
                      <a:pt x="0" y="151"/>
                      <a:pt x="100" y="322"/>
                    </a:cubicBezTo>
                    <a:cubicBezTo>
                      <a:pt x="1789" y="3367"/>
                      <a:pt x="3208" y="6579"/>
                      <a:pt x="4918" y="9624"/>
                    </a:cubicBezTo>
                    <a:cubicBezTo>
                      <a:pt x="6503" y="12440"/>
                      <a:pt x="8193" y="15130"/>
                      <a:pt x="9277" y="18176"/>
                    </a:cubicBezTo>
                    <a:cubicBezTo>
                      <a:pt x="10341" y="21263"/>
                      <a:pt x="10988" y="24495"/>
                      <a:pt x="11154" y="27749"/>
                    </a:cubicBezTo>
                    <a:cubicBezTo>
                      <a:pt x="11551" y="34027"/>
                      <a:pt x="10487" y="40305"/>
                      <a:pt x="10153" y="46563"/>
                    </a:cubicBezTo>
                    <a:cubicBezTo>
                      <a:pt x="9966" y="49733"/>
                      <a:pt x="9903" y="52924"/>
                      <a:pt x="10195" y="56115"/>
                    </a:cubicBezTo>
                    <a:cubicBezTo>
                      <a:pt x="10258" y="56762"/>
                      <a:pt x="10320" y="57429"/>
                      <a:pt x="10404" y="58118"/>
                    </a:cubicBezTo>
                    <a:cubicBezTo>
                      <a:pt x="10529" y="59244"/>
                      <a:pt x="10716" y="60349"/>
                      <a:pt x="10967" y="61455"/>
                    </a:cubicBezTo>
                    <a:lnTo>
                      <a:pt x="11947" y="61455"/>
                    </a:lnTo>
                    <a:cubicBezTo>
                      <a:pt x="11759" y="60349"/>
                      <a:pt x="11572" y="59223"/>
                      <a:pt x="11405" y="58118"/>
                    </a:cubicBezTo>
                    <a:cubicBezTo>
                      <a:pt x="11217" y="56783"/>
                      <a:pt x="11092" y="55427"/>
                      <a:pt x="11029" y="54071"/>
                    </a:cubicBezTo>
                    <a:cubicBezTo>
                      <a:pt x="10946" y="50880"/>
                      <a:pt x="11092" y="47689"/>
                      <a:pt x="11321" y="44498"/>
                    </a:cubicBezTo>
                    <a:cubicBezTo>
                      <a:pt x="11759" y="38178"/>
                      <a:pt x="12156" y="31775"/>
                      <a:pt x="11467" y="25455"/>
                    </a:cubicBezTo>
                    <a:cubicBezTo>
                      <a:pt x="11134" y="22493"/>
                      <a:pt x="10570" y="19531"/>
                      <a:pt x="9486" y="16757"/>
                    </a:cubicBezTo>
                    <a:cubicBezTo>
                      <a:pt x="8443" y="14108"/>
                      <a:pt x="6962" y="11731"/>
                      <a:pt x="5502" y="9290"/>
                    </a:cubicBezTo>
                    <a:cubicBezTo>
                      <a:pt x="3729" y="6287"/>
                      <a:pt x="2332" y="3054"/>
                      <a:pt x="475" y="113"/>
                    </a:cubicBezTo>
                    <a:cubicBezTo>
                      <a:pt x="429" y="33"/>
                      <a:pt x="35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0"/>
              <p:cNvSpPr/>
              <p:nvPr/>
            </p:nvSpPr>
            <p:spPr>
              <a:xfrm>
                <a:off x="1160550" y="2302450"/>
                <a:ext cx="20875" cy="217850"/>
              </a:xfrm>
              <a:custGeom>
                <a:rect b="b" l="l" r="r" t="t"/>
                <a:pathLst>
                  <a:path extrusionOk="0" h="8714" w="835">
                    <a:moveTo>
                      <a:pt x="684" y="0"/>
                    </a:moveTo>
                    <a:cubicBezTo>
                      <a:pt x="675" y="0"/>
                      <a:pt x="668" y="3"/>
                      <a:pt x="668" y="10"/>
                    </a:cubicBezTo>
                    <a:cubicBezTo>
                      <a:pt x="188" y="1178"/>
                      <a:pt x="292" y="2450"/>
                      <a:pt x="376" y="3660"/>
                    </a:cubicBezTo>
                    <a:cubicBezTo>
                      <a:pt x="417" y="4244"/>
                      <a:pt x="459" y="4828"/>
                      <a:pt x="522" y="5412"/>
                    </a:cubicBezTo>
                    <a:cubicBezTo>
                      <a:pt x="584" y="5954"/>
                      <a:pt x="584" y="6496"/>
                      <a:pt x="543" y="7039"/>
                    </a:cubicBezTo>
                    <a:cubicBezTo>
                      <a:pt x="480" y="7623"/>
                      <a:pt x="292" y="8186"/>
                      <a:pt x="0" y="8686"/>
                    </a:cubicBezTo>
                    <a:cubicBezTo>
                      <a:pt x="0" y="8686"/>
                      <a:pt x="40" y="8713"/>
                      <a:pt x="67" y="8713"/>
                    </a:cubicBezTo>
                    <a:cubicBezTo>
                      <a:pt x="74" y="8713"/>
                      <a:pt x="79" y="8711"/>
                      <a:pt x="84" y="8707"/>
                    </a:cubicBezTo>
                    <a:cubicBezTo>
                      <a:pt x="835" y="7935"/>
                      <a:pt x="793" y="6684"/>
                      <a:pt x="730" y="5683"/>
                    </a:cubicBezTo>
                    <a:cubicBezTo>
                      <a:pt x="626" y="4494"/>
                      <a:pt x="501" y="3284"/>
                      <a:pt x="501" y="2095"/>
                    </a:cubicBezTo>
                    <a:cubicBezTo>
                      <a:pt x="480" y="1386"/>
                      <a:pt x="563" y="698"/>
                      <a:pt x="730" y="10"/>
                    </a:cubicBezTo>
                    <a:cubicBezTo>
                      <a:pt x="730" y="10"/>
                      <a:pt x="702"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0"/>
              <p:cNvSpPr/>
              <p:nvPr/>
            </p:nvSpPr>
            <p:spPr>
              <a:xfrm>
                <a:off x="1234575" y="2150425"/>
                <a:ext cx="53750" cy="252925"/>
              </a:xfrm>
              <a:custGeom>
                <a:rect b="b" l="l" r="r" t="t"/>
                <a:pathLst>
                  <a:path extrusionOk="0" h="10117" w="2150">
                    <a:moveTo>
                      <a:pt x="2066" y="0"/>
                    </a:moveTo>
                    <a:cubicBezTo>
                      <a:pt x="1023" y="647"/>
                      <a:pt x="648" y="1919"/>
                      <a:pt x="585" y="3087"/>
                    </a:cubicBezTo>
                    <a:cubicBezTo>
                      <a:pt x="502" y="4568"/>
                      <a:pt x="960" y="5965"/>
                      <a:pt x="1232" y="7405"/>
                    </a:cubicBezTo>
                    <a:cubicBezTo>
                      <a:pt x="1419" y="8302"/>
                      <a:pt x="1440" y="9219"/>
                      <a:pt x="1294" y="10116"/>
                    </a:cubicBezTo>
                    <a:lnTo>
                      <a:pt x="1378" y="10116"/>
                    </a:lnTo>
                    <a:cubicBezTo>
                      <a:pt x="1982" y="7238"/>
                      <a:pt x="1" y="4422"/>
                      <a:pt x="1023" y="1585"/>
                    </a:cubicBezTo>
                    <a:cubicBezTo>
                      <a:pt x="1232" y="960"/>
                      <a:pt x="1628" y="417"/>
                      <a:pt x="2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0"/>
              <p:cNvSpPr/>
              <p:nvPr/>
            </p:nvSpPr>
            <p:spPr>
              <a:xfrm>
                <a:off x="1337300" y="2096625"/>
                <a:ext cx="75650" cy="229550"/>
              </a:xfrm>
              <a:custGeom>
                <a:rect b="b" l="l" r="r" t="t"/>
                <a:pathLst>
                  <a:path extrusionOk="0" h="9182" w="3026">
                    <a:moveTo>
                      <a:pt x="3022" y="1"/>
                    </a:moveTo>
                    <a:cubicBezTo>
                      <a:pt x="3019" y="1"/>
                      <a:pt x="3012" y="5"/>
                      <a:pt x="3003" y="11"/>
                    </a:cubicBezTo>
                    <a:lnTo>
                      <a:pt x="3003" y="11"/>
                    </a:lnTo>
                    <a:cubicBezTo>
                      <a:pt x="3010" y="8"/>
                      <a:pt x="3018" y="6"/>
                      <a:pt x="3025" y="4"/>
                    </a:cubicBezTo>
                    <a:cubicBezTo>
                      <a:pt x="3025" y="2"/>
                      <a:pt x="3024" y="1"/>
                      <a:pt x="3022" y="1"/>
                    </a:cubicBezTo>
                    <a:close/>
                    <a:moveTo>
                      <a:pt x="3003" y="11"/>
                    </a:moveTo>
                    <a:lnTo>
                      <a:pt x="3003" y="11"/>
                    </a:lnTo>
                    <a:cubicBezTo>
                      <a:pt x="1911" y="352"/>
                      <a:pt x="1229" y="1388"/>
                      <a:pt x="877" y="2423"/>
                    </a:cubicBezTo>
                    <a:cubicBezTo>
                      <a:pt x="439" y="3779"/>
                      <a:pt x="585" y="5197"/>
                      <a:pt x="543" y="6616"/>
                    </a:cubicBezTo>
                    <a:cubicBezTo>
                      <a:pt x="543" y="7492"/>
                      <a:pt x="356" y="8368"/>
                      <a:pt x="1" y="9181"/>
                    </a:cubicBezTo>
                    <a:cubicBezTo>
                      <a:pt x="1" y="9181"/>
                      <a:pt x="22" y="9181"/>
                      <a:pt x="43" y="9140"/>
                    </a:cubicBezTo>
                    <a:cubicBezTo>
                      <a:pt x="731" y="7825"/>
                      <a:pt x="668" y="6345"/>
                      <a:pt x="689" y="4926"/>
                    </a:cubicBezTo>
                    <a:cubicBezTo>
                      <a:pt x="689" y="3717"/>
                      <a:pt x="814" y="2486"/>
                      <a:pt x="1419" y="1401"/>
                    </a:cubicBezTo>
                    <a:cubicBezTo>
                      <a:pt x="1732" y="797"/>
                      <a:pt x="2274" y="317"/>
                      <a:pt x="2921" y="66"/>
                    </a:cubicBezTo>
                    <a:cubicBezTo>
                      <a:pt x="2935" y="66"/>
                      <a:pt x="2977" y="29"/>
                      <a:pt x="3003"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0"/>
              <p:cNvSpPr/>
              <p:nvPr/>
            </p:nvSpPr>
            <p:spPr>
              <a:xfrm>
                <a:off x="1356075" y="2107075"/>
                <a:ext cx="129350" cy="204500"/>
              </a:xfrm>
              <a:custGeom>
                <a:rect b="b" l="l" r="r" t="t"/>
                <a:pathLst>
                  <a:path extrusionOk="0" h="8180" w="5174">
                    <a:moveTo>
                      <a:pt x="5038" y="1"/>
                    </a:moveTo>
                    <a:cubicBezTo>
                      <a:pt x="5034" y="1"/>
                      <a:pt x="5031" y="1"/>
                      <a:pt x="5028" y="3"/>
                    </a:cubicBezTo>
                    <a:cubicBezTo>
                      <a:pt x="4882" y="45"/>
                      <a:pt x="4756" y="87"/>
                      <a:pt x="4610" y="149"/>
                    </a:cubicBezTo>
                    <a:cubicBezTo>
                      <a:pt x="4485" y="212"/>
                      <a:pt x="4339" y="295"/>
                      <a:pt x="4214" y="379"/>
                    </a:cubicBezTo>
                    <a:cubicBezTo>
                      <a:pt x="3985" y="525"/>
                      <a:pt x="3776" y="712"/>
                      <a:pt x="3567" y="921"/>
                    </a:cubicBezTo>
                    <a:cubicBezTo>
                      <a:pt x="3150" y="1338"/>
                      <a:pt x="2796" y="1818"/>
                      <a:pt x="2525" y="2360"/>
                    </a:cubicBezTo>
                    <a:cubicBezTo>
                      <a:pt x="2253" y="2902"/>
                      <a:pt x="2003" y="3465"/>
                      <a:pt x="1815" y="4070"/>
                    </a:cubicBezTo>
                    <a:cubicBezTo>
                      <a:pt x="1565" y="4717"/>
                      <a:pt x="1315" y="5363"/>
                      <a:pt x="1023" y="6010"/>
                    </a:cubicBezTo>
                    <a:cubicBezTo>
                      <a:pt x="877" y="6365"/>
                      <a:pt x="710" y="6719"/>
                      <a:pt x="543" y="7053"/>
                    </a:cubicBezTo>
                    <a:cubicBezTo>
                      <a:pt x="376" y="7407"/>
                      <a:pt x="189" y="7783"/>
                      <a:pt x="1" y="8117"/>
                    </a:cubicBezTo>
                    <a:cubicBezTo>
                      <a:pt x="1" y="8117"/>
                      <a:pt x="63" y="8179"/>
                      <a:pt x="84" y="8179"/>
                    </a:cubicBezTo>
                    <a:lnTo>
                      <a:pt x="105" y="8179"/>
                    </a:lnTo>
                    <a:cubicBezTo>
                      <a:pt x="293" y="7908"/>
                      <a:pt x="501" y="7616"/>
                      <a:pt x="668" y="7303"/>
                    </a:cubicBezTo>
                    <a:cubicBezTo>
                      <a:pt x="835" y="7011"/>
                      <a:pt x="981" y="6698"/>
                      <a:pt x="1127" y="6385"/>
                    </a:cubicBezTo>
                    <a:cubicBezTo>
                      <a:pt x="1419" y="5739"/>
                      <a:pt x="1669" y="5092"/>
                      <a:pt x="1920" y="4446"/>
                    </a:cubicBezTo>
                    <a:cubicBezTo>
                      <a:pt x="2358" y="3299"/>
                      <a:pt x="2775" y="2131"/>
                      <a:pt x="3630" y="1213"/>
                    </a:cubicBezTo>
                    <a:cubicBezTo>
                      <a:pt x="3839" y="983"/>
                      <a:pt x="4068" y="775"/>
                      <a:pt x="4318" y="587"/>
                    </a:cubicBezTo>
                    <a:cubicBezTo>
                      <a:pt x="4464" y="504"/>
                      <a:pt x="4590" y="420"/>
                      <a:pt x="4736" y="337"/>
                    </a:cubicBezTo>
                    <a:cubicBezTo>
                      <a:pt x="4882" y="253"/>
                      <a:pt x="5028" y="170"/>
                      <a:pt x="5174" y="107"/>
                    </a:cubicBezTo>
                    <a:cubicBezTo>
                      <a:pt x="5174" y="107"/>
                      <a:pt x="5085" y="1"/>
                      <a:pt x="5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0"/>
              <p:cNvSpPr/>
              <p:nvPr/>
            </p:nvSpPr>
            <p:spPr>
              <a:xfrm>
                <a:off x="1291950" y="2292550"/>
                <a:ext cx="239375" cy="96700"/>
              </a:xfrm>
              <a:custGeom>
                <a:rect b="b" l="l" r="r" t="t"/>
                <a:pathLst>
                  <a:path extrusionOk="0" h="3868" w="9575">
                    <a:moveTo>
                      <a:pt x="1" y="3846"/>
                    </a:moveTo>
                    <a:cubicBezTo>
                      <a:pt x="1" y="3846"/>
                      <a:pt x="1" y="3847"/>
                      <a:pt x="0" y="3847"/>
                    </a:cubicBezTo>
                    <a:cubicBezTo>
                      <a:pt x="1" y="3847"/>
                      <a:pt x="1" y="3847"/>
                      <a:pt x="1" y="3846"/>
                    </a:cubicBezTo>
                    <a:close/>
                    <a:moveTo>
                      <a:pt x="9435" y="0"/>
                    </a:moveTo>
                    <a:cubicBezTo>
                      <a:pt x="9407" y="0"/>
                      <a:pt x="9386" y="2"/>
                      <a:pt x="9386" y="9"/>
                    </a:cubicBezTo>
                    <a:cubicBezTo>
                      <a:pt x="9157" y="593"/>
                      <a:pt x="8761" y="1094"/>
                      <a:pt x="8239" y="1469"/>
                    </a:cubicBezTo>
                    <a:cubicBezTo>
                      <a:pt x="7697" y="1845"/>
                      <a:pt x="7092" y="2116"/>
                      <a:pt x="6445" y="2262"/>
                    </a:cubicBezTo>
                    <a:cubicBezTo>
                      <a:pt x="5048" y="2617"/>
                      <a:pt x="3567" y="2512"/>
                      <a:pt x="2170" y="2804"/>
                    </a:cubicBezTo>
                    <a:cubicBezTo>
                      <a:pt x="1357" y="2950"/>
                      <a:pt x="606" y="3304"/>
                      <a:pt x="1" y="3846"/>
                    </a:cubicBezTo>
                    <a:lnTo>
                      <a:pt x="1" y="3846"/>
                    </a:lnTo>
                    <a:cubicBezTo>
                      <a:pt x="4" y="3844"/>
                      <a:pt x="9" y="3843"/>
                      <a:pt x="14" y="3843"/>
                    </a:cubicBezTo>
                    <a:cubicBezTo>
                      <a:pt x="35" y="3843"/>
                      <a:pt x="72" y="3862"/>
                      <a:pt x="99" y="3862"/>
                    </a:cubicBezTo>
                    <a:cubicBezTo>
                      <a:pt x="104" y="3862"/>
                      <a:pt x="109" y="3861"/>
                      <a:pt x="114" y="3859"/>
                    </a:cubicBezTo>
                    <a:lnTo>
                      <a:pt x="114" y="3859"/>
                    </a:lnTo>
                    <a:lnTo>
                      <a:pt x="105" y="3868"/>
                    </a:lnTo>
                    <a:cubicBezTo>
                      <a:pt x="109" y="3864"/>
                      <a:pt x="114" y="3860"/>
                      <a:pt x="118" y="3856"/>
                    </a:cubicBezTo>
                    <a:lnTo>
                      <a:pt x="118" y="3856"/>
                    </a:lnTo>
                    <a:cubicBezTo>
                      <a:pt x="119" y="3856"/>
                      <a:pt x="120" y="3855"/>
                      <a:pt x="120" y="3854"/>
                    </a:cubicBezTo>
                    <a:lnTo>
                      <a:pt x="120" y="3854"/>
                    </a:lnTo>
                    <a:cubicBezTo>
                      <a:pt x="1287" y="2845"/>
                      <a:pt x="2906" y="2699"/>
                      <a:pt x="4380" y="2575"/>
                    </a:cubicBezTo>
                    <a:cubicBezTo>
                      <a:pt x="5715" y="2471"/>
                      <a:pt x="7113" y="2345"/>
                      <a:pt x="8302" y="1615"/>
                    </a:cubicBezTo>
                    <a:cubicBezTo>
                      <a:pt x="8886" y="1261"/>
                      <a:pt x="9428" y="698"/>
                      <a:pt x="9574" y="9"/>
                    </a:cubicBezTo>
                    <a:cubicBezTo>
                      <a:pt x="9574" y="9"/>
                      <a:pt x="9491" y="0"/>
                      <a:pt x="9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0"/>
              <p:cNvSpPr/>
              <p:nvPr/>
            </p:nvSpPr>
            <p:spPr>
              <a:xfrm>
                <a:off x="1213725" y="2455925"/>
                <a:ext cx="203400" cy="20975"/>
              </a:xfrm>
              <a:custGeom>
                <a:rect b="b" l="l" r="r" t="t"/>
                <a:pathLst>
                  <a:path extrusionOk="0" h="839" w="8136">
                    <a:moveTo>
                      <a:pt x="7953" y="1"/>
                    </a:moveTo>
                    <a:cubicBezTo>
                      <a:pt x="7951" y="1"/>
                      <a:pt x="7949" y="1"/>
                      <a:pt x="7947" y="3"/>
                    </a:cubicBezTo>
                    <a:cubicBezTo>
                      <a:pt x="7359" y="507"/>
                      <a:pt x="6720" y="675"/>
                      <a:pt x="6054" y="675"/>
                    </a:cubicBezTo>
                    <a:cubicBezTo>
                      <a:pt x="4737" y="675"/>
                      <a:pt x="3319" y="17"/>
                      <a:pt x="2003" y="3"/>
                    </a:cubicBezTo>
                    <a:cubicBezTo>
                      <a:pt x="1336" y="44"/>
                      <a:pt x="668" y="128"/>
                      <a:pt x="1" y="253"/>
                    </a:cubicBezTo>
                    <a:cubicBezTo>
                      <a:pt x="22" y="253"/>
                      <a:pt x="63" y="316"/>
                      <a:pt x="84" y="316"/>
                    </a:cubicBezTo>
                    <a:cubicBezTo>
                      <a:pt x="689" y="232"/>
                      <a:pt x="1315" y="170"/>
                      <a:pt x="1940" y="149"/>
                    </a:cubicBezTo>
                    <a:cubicBezTo>
                      <a:pt x="2524" y="149"/>
                      <a:pt x="3108" y="211"/>
                      <a:pt x="3692" y="357"/>
                    </a:cubicBezTo>
                    <a:cubicBezTo>
                      <a:pt x="4514" y="563"/>
                      <a:pt x="5350" y="838"/>
                      <a:pt x="6200" y="838"/>
                    </a:cubicBezTo>
                    <a:cubicBezTo>
                      <a:pt x="6385" y="838"/>
                      <a:pt x="6572" y="825"/>
                      <a:pt x="6759" y="795"/>
                    </a:cubicBezTo>
                    <a:cubicBezTo>
                      <a:pt x="7280" y="754"/>
                      <a:pt x="7781" y="524"/>
                      <a:pt x="8135" y="128"/>
                    </a:cubicBezTo>
                    <a:cubicBezTo>
                      <a:pt x="8135" y="128"/>
                      <a:pt x="7990" y="1"/>
                      <a:pt x="7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0"/>
              <p:cNvSpPr/>
              <p:nvPr/>
            </p:nvSpPr>
            <p:spPr>
              <a:xfrm>
                <a:off x="1155775" y="2519025"/>
                <a:ext cx="116900" cy="16750"/>
              </a:xfrm>
              <a:custGeom>
                <a:rect b="b" l="l" r="r" t="t"/>
                <a:pathLst>
                  <a:path extrusionOk="0" h="670" w="4676">
                    <a:moveTo>
                      <a:pt x="2216" y="0"/>
                    </a:moveTo>
                    <a:cubicBezTo>
                      <a:pt x="1497" y="0"/>
                      <a:pt x="765" y="128"/>
                      <a:pt x="87" y="399"/>
                    </a:cubicBezTo>
                    <a:cubicBezTo>
                      <a:pt x="68" y="399"/>
                      <a:pt x="0" y="465"/>
                      <a:pt x="15" y="465"/>
                    </a:cubicBezTo>
                    <a:cubicBezTo>
                      <a:pt x="17" y="465"/>
                      <a:pt x="20" y="464"/>
                      <a:pt x="24" y="461"/>
                    </a:cubicBezTo>
                    <a:cubicBezTo>
                      <a:pt x="668" y="247"/>
                      <a:pt x="1327" y="140"/>
                      <a:pt x="1988" y="140"/>
                    </a:cubicBezTo>
                    <a:cubicBezTo>
                      <a:pt x="2098" y="140"/>
                      <a:pt x="2208" y="143"/>
                      <a:pt x="2319" y="148"/>
                    </a:cubicBezTo>
                    <a:cubicBezTo>
                      <a:pt x="2673" y="169"/>
                      <a:pt x="3049" y="211"/>
                      <a:pt x="3403" y="315"/>
                    </a:cubicBezTo>
                    <a:cubicBezTo>
                      <a:pt x="3591" y="357"/>
                      <a:pt x="3779" y="399"/>
                      <a:pt x="3946" y="461"/>
                    </a:cubicBezTo>
                    <a:cubicBezTo>
                      <a:pt x="4133" y="545"/>
                      <a:pt x="4321" y="607"/>
                      <a:pt x="4509" y="670"/>
                    </a:cubicBezTo>
                    <a:cubicBezTo>
                      <a:pt x="4550" y="670"/>
                      <a:pt x="4676" y="587"/>
                      <a:pt x="4634" y="566"/>
                    </a:cubicBezTo>
                    <a:cubicBezTo>
                      <a:pt x="4488" y="461"/>
                      <a:pt x="4321" y="378"/>
                      <a:pt x="4133" y="315"/>
                    </a:cubicBezTo>
                    <a:cubicBezTo>
                      <a:pt x="3966" y="253"/>
                      <a:pt x="3779" y="211"/>
                      <a:pt x="3570" y="169"/>
                    </a:cubicBezTo>
                    <a:cubicBezTo>
                      <a:pt x="3195" y="65"/>
                      <a:pt x="2798" y="2"/>
                      <a:pt x="2381" y="2"/>
                    </a:cubicBezTo>
                    <a:cubicBezTo>
                      <a:pt x="2326" y="1"/>
                      <a:pt x="2271"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0"/>
              <p:cNvSpPr/>
              <p:nvPr/>
            </p:nvSpPr>
            <p:spPr>
              <a:xfrm>
                <a:off x="1369650" y="2226025"/>
                <a:ext cx="141325" cy="67300"/>
              </a:xfrm>
              <a:custGeom>
                <a:rect b="b" l="l" r="r" t="t"/>
                <a:pathLst>
                  <a:path extrusionOk="0" h="2692" w="5653">
                    <a:moveTo>
                      <a:pt x="5590" y="1"/>
                    </a:moveTo>
                    <a:cubicBezTo>
                      <a:pt x="4797" y="63"/>
                      <a:pt x="4026" y="230"/>
                      <a:pt x="3275" y="522"/>
                    </a:cubicBezTo>
                    <a:cubicBezTo>
                      <a:pt x="2461" y="835"/>
                      <a:pt x="1690" y="1231"/>
                      <a:pt x="1001" y="1753"/>
                    </a:cubicBezTo>
                    <a:cubicBezTo>
                      <a:pt x="626" y="2024"/>
                      <a:pt x="292" y="2337"/>
                      <a:pt x="0" y="2691"/>
                    </a:cubicBezTo>
                    <a:lnTo>
                      <a:pt x="146" y="2691"/>
                    </a:lnTo>
                    <a:lnTo>
                      <a:pt x="146" y="2670"/>
                    </a:lnTo>
                    <a:cubicBezTo>
                      <a:pt x="855" y="1940"/>
                      <a:pt x="1690" y="1335"/>
                      <a:pt x="2628" y="897"/>
                    </a:cubicBezTo>
                    <a:cubicBezTo>
                      <a:pt x="3546" y="439"/>
                      <a:pt x="4547" y="147"/>
                      <a:pt x="5590" y="21"/>
                    </a:cubicBezTo>
                    <a:cubicBezTo>
                      <a:pt x="5611" y="21"/>
                      <a:pt x="5653" y="1"/>
                      <a:pt x="5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0"/>
              <p:cNvSpPr/>
              <p:nvPr/>
            </p:nvSpPr>
            <p:spPr>
              <a:xfrm>
                <a:off x="1060375" y="2265975"/>
                <a:ext cx="323025" cy="417200"/>
              </a:xfrm>
              <a:custGeom>
                <a:rect b="b" l="l" r="r" t="t"/>
                <a:pathLst>
                  <a:path extrusionOk="0" h="16688" w="12921">
                    <a:moveTo>
                      <a:pt x="12741" y="1"/>
                    </a:moveTo>
                    <a:cubicBezTo>
                      <a:pt x="12695" y="1"/>
                      <a:pt x="12650" y="22"/>
                      <a:pt x="12621" y="71"/>
                    </a:cubicBezTo>
                    <a:cubicBezTo>
                      <a:pt x="12058" y="1239"/>
                      <a:pt x="11328" y="2324"/>
                      <a:pt x="10452" y="3283"/>
                    </a:cubicBezTo>
                    <a:cubicBezTo>
                      <a:pt x="9576" y="4222"/>
                      <a:pt x="8638" y="5077"/>
                      <a:pt x="7678" y="5953"/>
                    </a:cubicBezTo>
                    <a:cubicBezTo>
                      <a:pt x="5613" y="7851"/>
                      <a:pt x="3819" y="9999"/>
                      <a:pt x="2318" y="12356"/>
                    </a:cubicBezTo>
                    <a:cubicBezTo>
                      <a:pt x="1483" y="13733"/>
                      <a:pt x="733" y="15130"/>
                      <a:pt x="44" y="16569"/>
                    </a:cubicBezTo>
                    <a:cubicBezTo>
                      <a:pt x="0" y="16628"/>
                      <a:pt x="60" y="16687"/>
                      <a:pt x="114" y="16687"/>
                    </a:cubicBezTo>
                    <a:cubicBezTo>
                      <a:pt x="136" y="16687"/>
                      <a:pt x="157" y="16677"/>
                      <a:pt x="169" y="16653"/>
                    </a:cubicBezTo>
                    <a:cubicBezTo>
                      <a:pt x="774" y="15360"/>
                      <a:pt x="1504" y="14129"/>
                      <a:pt x="2318" y="12940"/>
                    </a:cubicBezTo>
                    <a:cubicBezTo>
                      <a:pt x="3110" y="11731"/>
                      <a:pt x="3986" y="10583"/>
                      <a:pt x="4925" y="9478"/>
                    </a:cubicBezTo>
                    <a:cubicBezTo>
                      <a:pt x="5822" y="8414"/>
                      <a:pt x="6781" y="7392"/>
                      <a:pt x="7803" y="6433"/>
                    </a:cubicBezTo>
                    <a:cubicBezTo>
                      <a:pt x="8763" y="5557"/>
                      <a:pt x="9743" y="4702"/>
                      <a:pt x="10619" y="3763"/>
                    </a:cubicBezTo>
                    <a:cubicBezTo>
                      <a:pt x="11579" y="2762"/>
                      <a:pt x="12559" y="1552"/>
                      <a:pt x="12893" y="175"/>
                    </a:cubicBezTo>
                    <a:cubicBezTo>
                      <a:pt x="12920" y="79"/>
                      <a:pt x="12829" y="1"/>
                      <a:pt x="1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0"/>
              <p:cNvSpPr/>
              <p:nvPr/>
            </p:nvSpPr>
            <p:spPr>
              <a:xfrm>
                <a:off x="1053350" y="2679325"/>
                <a:ext cx="647275" cy="421000"/>
              </a:xfrm>
              <a:custGeom>
                <a:rect b="b" l="l" r="r" t="t"/>
                <a:pathLst>
                  <a:path extrusionOk="0" h="16840" w="25891">
                    <a:moveTo>
                      <a:pt x="25775" y="1"/>
                    </a:moveTo>
                    <a:cubicBezTo>
                      <a:pt x="25751" y="1"/>
                      <a:pt x="25727" y="11"/>
                      <a:pt x="25709" y="35"/>
                    </a:cubicBezTo>
                    <a:cubicBezTo>
                      <a:pt x="24770" y="1600"/>
                      <a:pt x="23185" y="2538"/>
                      <a:pt x="21558" y="3289"/>
                    </a:cubicBezTo>
                    <a:cubicBezTo>
                      <a:pt x="20599" y="3727"/>
                      <a:pt x="19598" y="4144"/>
                      <a:pt x="18617" y="4582"/>
                    </a:cubicBezTo>
                    <a:lnTo>
                      <a:pt x="15405" y="5980"/>
                    </a:lnTo>
                    <a:lnTo>
                      <a:pt x="8939" y="8796"/>
                    </a:lnTo>
                    <a:cubicBezTo>
                      <a:pt x="7021" y="9630"/>
                      <a:pt x="5081" y="10485"/>
                      <a:pt x="3412" y="11778"/>
                    </a:cubicBezTo>
                    <a:cubicBezTo>
                      <a:pt x="1973" y="12905"/>
                      <a:pt x="742" y="14385"/>
                      <a:pt x="158" y="16137"/>
                    </a:cubicBezTo>
                    <a:cubicBezTo>
                      <a:pt x="96" y="16346"/>
                      <a:pt x="33" y="16575"/>
                      <a:pt x="12" y="16805"/>
                    </a:cubicBezTo>
                    <a:cubicBezTo>
                      <a:pt x="0" y="16829"/>
                      <a:pt x="17" y="16839"/>
                      <a:pt x="32" y="16839"/>
                    </a:cubicBezTo>
                    <a:cubicBezTo>
                      <a:pt x="43" y="16839"/>
                      <a:pt x="54" y="16834"/>
                      <a:pt x="54" y="16826"/>
                    </a:cubicBezTo>
                    <a:cubicBezTo>
                      <a:pt x="304" y="15929"/>
                      <a:pt x="722" y="15074"/>
                      <a:pt x="1243" y="14302"/>
                    </a:cubicBezTo>
                    <a:cubicBezTo>
                      <a:pt x="1785" y="13551"/>
                      <a:pt x="2432" y="12863"/>
                      <a:pt x="3162" y="12258"/>
                    </a:cubicBezTo>
                    <a:cubicBezTo>
                      <a:pt x="4789" y="10944"/>
                      <a:pt x="6729" y="10047"/>
                      <a:pt x="8647" y="9213"/>
                    </a:cubicBezTo>
                    <a:cubicBezTo>
                      <a:pt x="10775" y="8295"/>
                      <a:pt x="12902" y="7356"/>
                      <a:pt x="15030" y="6439"/>
                    </a:cubicBezTo>
                    <a:cubicBezTo>
                      <a:pt x="17116" y="5542"/>
                      <a:pt x="19201" y="4645"/>
                      <a:pt x="21287" y="3727"/>
                    </a:cubicBezTo>
                    <a:cubicBezTo>
                      <a:pt x="22872" y="3018"/>
                      <a:pt x="24541" y="2163"/>
                      <a:pt x="25542" y="703"/>
                    </a:cubicBezTo>
                    <a:cubicBezTo>
                      <a:pt x="25667" y="515"/>
                      <a:pt x="25772" y="327"/>
                      <a:pt x="25876" y="119"/>
                    </a:cubicBezTo>
                    <a:cubicBezTo>
                      <a:pt x="25891" y="60"/>
                      <a:pt x="25832" y="1"/>
                      <a:pt x="2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0"/>
              <p:cNvSpPr/>
              <p:nvPr/>
            </p:nvSpPr>
            <p:spPr>
              <a:xfrm>
                <a:off x="286375" y="2552900"/>
                <a:ext cx="783300" cy="399950"/>
              </a:xfrm>
              <a:custGeom>
                <a:rect b="b" l="l" r="r" t="t"/>
                <a:pathLst>
                  <a:path extrusionOk="0" h="15998" w="31332">
                    <a:moveTo>
                      <a:pt x="4173" y="1"/>
                    </a:moveTo>
                    <a:cubicBezTo>
                      <a:pt x="3147" y="1"/>
                      <a:pt x="2122" y="125"/>
                      <a:pt x="1115" y="358"/>
                    </a:cubicBezTo>
                    <a:cubicBezTo>
                      <a:pt x="802" y="441"/>
                      <a:pt x="489" y="525"/>
                      <a:pt x="156" y="608"/>
                    </a:cubicBezTo>
                    <a:cubicBezTo>
                      <a:pt x="1" y="647"/>
                      <a:pt x="44" y="884"/>
                      <a:pt x="201" y="884"/>
                    </a:cubicBezTo>
                    <a:cubicBezTo>
                      <a:pt x="213" y="884"/>
                      <a:pt x="226" y="882"/>
                      <a:pt x="239" y="879"/>
                    </a:cubicBezTo>
                    <a:cubicBezTo>
                      <a:pt x="1366" y="546"/>
                      <a:pt x="2513" y="337"/>
                      <a:pt x="3702" y="295"/>
                    </a:cubicBezTo>
                    <a:cubicBezTo>
                      <a:pt x="3868" y="288"/>
                      <a:pt x="4036" y="285"/>
                      <a:pt x="4204" y="285"/>
                    </a:cubicBezTo>
                    <a:cubicBezTo>
                      <a:pt x="5043" y="285"/>
                      <a:pt x="5892" y="372"/>
                      <a:pt x="6726" y="546"/>
                    </a:cubicBezTo>
                    <a:cubicBezTo>
                      <a:pt x="7831" y="796"/>
                      <a:pt x="8916" y="1109"/>
                      <a:pt x="9959" y="1505"/>
                    </a:cubicBezTo>
                    <a:cubicBezTo>
                      <a:pt x="11148" y="1901"/>
                      <a:pt x="12316" y="2339"/>
                      <a:pt x="13442" y="2861"/>
                    </a:cubicBezTo>
                    <a:cubicBezTo>
                      <a:pt x="15695" y="3883"/>
                      <a:pt x="17864" y="5092"/>
                      <a:pt x="19950" y="6448"/>
                    </a:cubicBezTo>
                    <a:cubicBezTo>
                      <a:pt x="21952" y="7741"/>
                      <a:pt x="23934" y="9055"/>
                      <a:pt x="25832" y="10495"/>
                    </a:cubicBezTo>
                    <a:cubicBezTo>
                      <a:pt x="27646" y="11892"/>
                      <a:pt x="29398" y="13477"/>
                      <a:pt x="30754" y="15333"/>
                    </a:cubicBezTo>
                    <a:cubicBezTo>
                      <a:pt x="30921" y="15563"/>
                      <a:pt x="31088" y="15771"/>
                      <a:pt x="31255" y="15980"/>
                    </a:cubicBezTo>
                    <a:cubicBezTo>
                      <a:pt x="31261" y="15992"/>
                      <a:pt x="31270" y="15997"/>
                      <a:pt x="31280" y="15997"/>
                    </a:cubicBezTo>
                    <a:cubicBezTo>
                      <a:pt x="31305" y="15997"/>
                      <a:pt x="31332" y="15968"/>
                      <a:pt x="31317" y="15938"/>
                    </a:cubicBezTo>
                    <a:cubicBezTo>
                      <a:pt x="31025" y="15438"/>
                      <a:pt x="30712" y="14958"/>
                      <a:pt x="30337" y="14520"/>
                    </a:cubicBezTo>
                    <a:cubicBezTo>
                      <a:pt x="29982" y="14061"/>
                      <a:pt x="29607" y="13623"/>
                      <a:pt x="29210" y="13206"/>
                    </a:cubicBezTo>
                    <a:cubicBezTo>
                      <a:pt x="28397" y="12372"/>
                      <a:pt x="27542" y="11600"/>
                      <a:pt x="26624" y="10870"/>
                    </a:cubicBezTo>
                    <a:cubicBezTo>
                      <a:pt x="24747" y="9389"/>
                      <a:pt x="22807" y="8013"/>
                      <a:pt x="20784" y="6719"/>
                    </a:cubicBezTo>
                    <a:cubicBezTo>
                      <a:pt x="18719" y="5343"/>
                      <a:pt x="16550" y="4091"/>
                      <a:pt x="14297" y="2986"/>
                    </a:cubicBezTo>
                    <a:cubicBezTo>
                      <a:pt x="13171" y="2444"/>
                      <a:pt x="12024" y="1964"/>
                      <a:pt x="10856" y="1547"/>
                    </a:cubicBezTo>
                    <a:cubicBezTo>
                      <a:pt x="9729" y="1150"/>
                      <a:pt x="8603" y="754"/>
                      <a:pt x="7456" y="462"/>
                    </a:cubicBezTo>
                    <a:cubicBezTo>
                      <a:pt x="6455" y="191"/>
                      <a:pt x="5433" y="45"/>
                      <a:pt x="4411" y="3"/>
                    </a:cubicBezTo>
                    <a:cubicBezTo>
                      <a:pt x="4331" y="2"/>
                      <a:pt x="4252" y="1"/>
                      <a:pt x="4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0"/>
              <p:cNvSpPr/>
              <p:nvPr/>
            </p:nvSpPr>
            <p:spPr>
              <a:xfrm>
                <a:off x="312675" y="3194300"/>
                <a:ext cx="738925" cy="219450"/>
              </a:xfrm>
              <a:custGeom>
                <a:rect b="b" l="l" r="r" t="t"/>
                <a:pathLst>
                  <a:path extrusionOk="0" h="8778" w="29557">
                    <a:moveTo>
                      <a:pt x="9031" y="0"/>
                    </a:moveTo>
                    <a:cubicBezTo>
                      <a:pt x="8315" y="0"/>
                      <a:pt x="7599" y="28"/>
                      <a:pt x="6884" y="85"/>
                    </a:cubicBezTo>
                    <a:cubicBezTo>
                      <a:pt x="5799" y="169"/>
                      <a:pt x="4735" y="336"/>
                      <a:pt x="3672" y="565"/>
                    </a:cubicBezTo>
                    <a:cubicBezTo>
                      <a:pt x="2608" y="795"/>
                      <a:pt x="1586" y="1212"/>
                      <a:pt x="668" y="1817"/>
                    </a:cubicBezTo>
                    <a:cubicBezTo>
                      <a:pt x="564" y="1879"/>
                      <a:pt x="439" y="1963"/>
                      <a:pt x="334" y="2046"/>
                    </a:cubicBezTo>
                    <a:cubicBezTo>
                      <a:pt x="230" y="2150"/>
                      <a:pt x="147" y="2255"/>
                      <a:pt x="63" y="2380"/>
                    </a:cubicBezTo>
                    <a:cubicBezTo>
                      <a:pt x="1" y="2484"/>
                      <a:pt x="22" y="2588"/>
                      <a:pt x="105" y="2672"/>
                    </a:cubicBezTo>
                    <a:cubicBezTo>
                      <a:pt x="142" y="2721"/>
                      <a:pt x="200" y="2741"/>
                      <a:pt x="258" y="2741"/>
                    </a:cubicBezTo>
                    <a:cubicBezTo>
                      <a:pt x="300" y="2741"/>
                      <a:pt x="342" y="2731"/>
                      <a:pt x="376" y="2713"/>
                    </a:cubicBezTo>
                    <a:cubicBezTo>
                      <a:pt x="501" y="2672"/>
                      <a:pt x="626" y="2609"/>
                      <a:pt x="731" y="2547"/>
                    </a:cubicBezTo>
                    <a:cubicBezTo>
                      <a:pt x="856" y="2484"/>
                      <a:pt x="981" y="2401"/>
                      <a:pt x="1106" y="2317"/>
                    </a:cubicBezTo>
                    <a:cubicBezTo>
                      <a:pt x="1336" y="2192"/>
                      <a:pt x="1544" y="2067"/>
                      <a:pt x="1794" y="1963"/>
                    </a:cubicBezTo>
                    <a:cubicBezTo>
                      <a:pt x="2253" y="1733"/>
                      <a:pt x="2733" y="1545"/>
                      <a:pt x="3234" y="1399"/>
                    </a:cubicBezTo>
                    <a:cubicBezTo>
                      <a:pt x="4256" y="1107"/>
                      <a:pt x="5278" y="899"/>
                      <a:pt x="6341" y="795"/>
                    </a:cubicBezTo>
                    <a:cubicBezTo>
                      <a:pt x="7353" y="680"/>
                      <a:pt x="8370" y="622"/>
                      <a:pt x="9387" y="622"/>
                    </a:cubicBezTo>
                    <a:cubicBezTo>
                      <a:pt x="10403" y="622"/>
                      <a:pt x="11420" y="680"/>
                      <a:pt x="12432" y="795"/>
                    </a:cubicBezTo>
                    <a:cubicBezTo>
                      <a:pt x="14434" y="1024"/>
                      <a:pt x="16395" y="1483"/>
                      <a:pt x="18314" y="2129"/>
                    </a:cubicBezTo>
                    <a:cubicBezTo>
                      <a:pt x="20233" y="2776"/>
                      <a:pt x="22089" y="3631"/>
                      <a:pt x="23841" y="4674"/>
                    </a:cubicBezTo>
                    <a:cubicBezTo>
                      <a:pt x="24717" y="5175"/>
                      <a:pt x="25572" y="5759"/>
                      <a:pt x="26386" y="6363"/>
                    </a:cubicBezTo>
                    <a:cubicBezTo>
                      <a:pt x="27220" y="6968"/>
                      <a:pt x="27971" y="7636"/>
                      <a:pt x="28784" y="8262"/>
                    </a:cubicBezTo>
                    <a:cubicBezTo>
                      <a:pt x="28972" y="8428"/>
                      <a:pt x="29181" y="8574"/>
                      <a:pt x="29368" y="8741"/>
                    </a:cubicBezTo>
                    <a:cubicBezTo>
                      <a:pt x="29389" y="8767"/>
                      <a:pt x="29412" y="8777"/>
                      <a:pt x="29434" y="8777"/>
                    </a:cubicBezTo>
                    <a:cubicBezTo>
                      <a:pt x="29501" y="8777"/>
                      <a:pt x="29556" y="8679"/>
                      <a:pt x="29493" y="8616"/>
                    </a:cubicBezTo>
                    <a:cubicBezTo>
                      <a:pt x="29139" y="8241"/>
                      <a:pt x="28805" y="7844"/>
                      <a:pt x="28451" y="7469"/>
                    </a:cubicBezTo>
                    <a:cubicBezTo>
                      <a:pt x="28075" y="7114"/>
                      <a:pt x="27658" y="6781"/>
                      <a:pt x="27262" y="6468"/>
                    </a:cubicBezTo>
                    <a:cubicBezTo>
                      <a:pt x="26448" y="5800"/>
                      <a:pt x="25614" y="5195"/>
                      <a:pt x="24738" y="4632"/>
                    </a:cubicBezTo>
                    <a:cubicBezTo>
                      <a:pt x="21213" y="2380"/>
                      <a:pt x="17271" y="899"/>
                      <a:pt x="13141" y="294"/>
                    </a:cubicBezTo>
                    <a:cubicBezTo>
                      <a:pt x="11771" y="102"/>
                      <a:pt x="10401" y="0"/>
                      <a:pt x="90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0"/>
              <p:cNvSpPr/>
              <p:nvPr/>
            </p:nvSpPr>
            <p:spPr>
              <a:xfrm>
                <a:off x="1042700" y="3243875"/>
                <a:ext cx="584025" cy="238725"/>
              </a:xfrm>
              <a:custGeom>
                <a:rect b="b" l="l" r="r" t="t"/>
                <a:pathLst>
                  <a:path extrusionOk="0" h="9549" w="23361">
                    <a:moveTo>
                      <a:pt x="21776" y="0"/>
                    </a:moveTo>
                    <a:cubicBezTo>
                      <a:pt x="21296" y="21"/>
                      <a:pt x="20837" y="42"/>
                      <a:pt x="20378" y="63"/>
                    </a:cubicBezTo>
                    <a:cubicBezTo>
                      <a:pt x="19461" y="105"/>
                      <a:pt x="18543" y="167"/>
                      <a:pt x="17625" y="251"/>
                    </a:cubicBezTo>
                    <a:cubicBezTo>
                      <a:pt x="15790" y="418"/>
                      <a:pt x="13954" y="689"/>
                      <a:pt x="12140" y="1085"/>
                    </a:cubicBezTo>
                    <a:cubicBezTo>
                      <a:pt x="10346" y="1440"/>
                      <a:pt x="8573" y="1982"/>
                      <a:pt x="6883" y="2670"/>
                    </a:cubicBezTo>
                    <a:cubicBezTo>
                      <a:pt x="5298" y="3275"/>
                      <a:pt x="3817" y="4109"/>
                      <a:pt x="2482" y="5131"/>
                    </a:cubicBezTo>
                    <a:cubicBezTo>
                      <a:pt x="1794" y="5674"/>
                      <a:pt x="1231" y="6320"/>
                      <a:pt x="772" y="7050"/>
                    </a:cubicBezTo>
                    <a:cubicBezTo>
                      <a:pt x="272" y="7739"/>
                      <a:pt x="21" y="8573"/>
                      <a:pt x="0" y="9428"/>
                    </a:cubicBezTo>
                    <a:cubicBezTo>
                      <a:pt x="0" y="9506"/>
                      <a:pt x="60" y="9548"/>
                      <a:pt x="119" y="9548"/>
                    </a:cubicBezTo>
                    <a:cubicBezTo>
                      <a:pt x="170" y="9548"/>
                      <a:pt x="220" y="9517"/>
                      <a:pt x="230" y="9449"/>
                    </a:cubicBezTo>
                    <a:cubicBezTo>
                      <a:pt x="397" y="8740"/>
                      <a:pt x="668" y="8051"/>
                      <a:pt x="1043" y="7426"/>
                    </a:cubicBezTo>
                    <a:cubicBezTo>
                      <a:pt x="1460" y="6800"/>
                      <a:pt x="1961" y="6258"/>
                      <a:pt x="2524" y="5799"/>
                    </a:cubicBezTo>
                    <a:cubicBezTo>
                      <a:pt x="3776" y="4818"/>
                      <a:pt x="5173" y="4026"/>
                      <a:pt x="6675" y="3463"/>
                    </a:cubicBezTo>
                    <a:cubicBezTo>
                      <a:pt x="9991" y="2086"/>
                      <a:pt x="13537" y="1356"/>
                      <a:pt x="17104" y="981"/>
                    </a:cubicBezTo>
                    <a:cubicBezTo>
                      <a:pt x="18126" y="897"/>
                      <a:pt x="19127" y="814"/>
                      <a:pt x="20128" y="751"/>
                    </a:cubicBezTo>
                    <a:cubicBezTo>
                      <a:pt x="20649" y="730"/>
                      <a:pt x="21171" y="689"/>
                      <a:pt x="21671" y="668"/>
                    </a:cubicBezTo>
                    <a:cubicBezTo>
                      <a:pt x="21943" y="668"/>
                      <a:pt x="22193" y="647"/>
                      <a:pt x="22443" y="626"/>
                    </a:cubicBezTo>
                    <a:cubicBezTo>
                      <a:pt x="22568" y="626"/>
                      <a:pt x="22694" y="605"/>
                      <a:pt x="22819" y="605"/>
                    </a:cubicBezTo>
                    <a:cubicBezTo>
                      <a:pt x="22944" y="564"/>
                      <a:pt x="23090" y="522"/>
                      <a:pt x="23194" y="459"/>
                    </a:cubicBezTo>
                    <a:cubicBezTo>
                      <a:pt x="23361" y="397"/>
                      <a:pt x="23298" y="167"/>
                      <a:pt x="23152" y="105"/>
                    </a:cubicBezTo>
                    <a:cubicBezTo>
                      <a:pt x="22944" y="42"/>
                      <a:pt x="22694" y="0"/>
                      <a:pt x="22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0"/>
              <p:cNvSpPr/>
              <p:nvPr/>
            </p:nvSpPr>
            <p:spPr>
              <a:xfrm>
                <a:off x="503000" y="2638475"/>
                <a:ext cx="536050" cy="476950"/>
              </a:xfrm>
              <a:custGeom>
                <a:rect b="b" l="l" r="r" t="t"/>
                <a:pathLst>
                  <a:path extrusionOk="0" h="19078" w="21442">
                    <a:moveTo>
                      <a:pt x="7113" y="1"/>
                    </a:moveTo>
                    <a:cubicBezTo>
                      <a:pt x="5403" y="1"/>
                      <a:pt x="3630" y="439"/>
                      <a:pt x="2274" y="1482"/>
                    </a:cubicBezTo>
                    <a:cubicBezTo>
                      <a:pt x="918" y="2525"/>
                      <a:pt x="1" y="4214"/>
                      <a:pt x="105" y="5924"/>
                    </a:cubicBezTo>
                    <a:cubicBezTo>
                      <a:pt x="188" y="7718"/>
                      <a:pt x="1294" y="9282"/>
                      <a:pt x="2524" y="10596"/>
                    </a:cubicBezTo>
                    <a:cubicBezTo>
                      <a:pt x="5591" y="13788"/>
                      <a:pt x="9554" y="15915"/>
                      <a:pt x="13683" y="17375"/>
                    </a:cubicBezTo>
                    <a:cubicBezTo>
                      <a:pt x="15853" y="18147"/>
                      <a:pt x="18084" y="18710"/>
                      <a:pt x="20379" y="19044"/>
                    </a:cubicBezTo>
                    <a:cubicBezTo>
                      <a:pt x="20535" y="19066"/>
                      <a:pt x="20662" y="19077"/>
                      <a:pt x="20767" y="19077"/>
                    </a:cubicBezTo>
                    <a:cubicBezTo>
                      <a:pt x="21441" y="19077"/>
                      <a:pt x="21118" y="18610"/>
                      <a:pt x="21046" y="17688"/>
                    </a:cubicBezTo>
                    <a:cubicBezTo>
                      <a:pt x="20942" y="16478"/>
                      <a:pt x="20775" y="15289"/>
                      <a:pt x="20545" y="14101"/>
                    </a:cubicBezTo>
                    <a:cubicBezTo>
                      <a:pt x="20045" y="11514"/>
                      <a:pt x="19211" y="8970"/>
                      <a:pt x="17834" y="6717"/>
                    </a:cubicBezTo>
                    <a:cubicBezTo>
                      <a:pt x="15540" y="2942"/>
                      <a:pt x="11514" y="22"/>
                      <a:pt x="7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0"/>
              <p:cNvSpPr/>
              <p:nvPr/>
            </p:nvSpPr>
            <p:spPr>
              <a:xfrm>
                <a:off x="588625" y="2721925"/>
                <a:ext cx="478600" cy="513825"/>
              </a:xfrm>
              <a:custGeom>
                <a:rect b="b" l="l" r="r" t="t"/>
                <a:pathLst>
                  <a:path extrusionOk="0" h="20553" w="19144">
                    <a:moveTo>
                      <a:pt x="205" y="1"/>
                    </a:moveTo>
                    <a:cubicBezTo>
                      <a:pt x="42" y="1"/>
                      <a:pt x="0" y="264"/>
                      <a:pt x="163" y="355"/>
                    </a:cubicBezTo>
                    <a:cubicBezTo>
                      <a:pt x="977" y="855"/>
                      <a:pt x="1874" y="1272"/>
                      <a:pt x="2729" y="1731"/>
                    </a:cubicBezTo>
                    <a:cubicBezTo>
                      <a:pt x="3563" y="2190"/>
                      <a:pt x="4418" y="2670"/>
                      <a:pt x="5252" y="3170"/>
                    </a:cubicBezTo>
                    <a:cubicBezTo>
                      <a:pt x="6921" y="4151"/>
                      <a:pt x="8506" y="5235"/>
                      <a:pt x="10029" y="6445"/>
                    </a:cubicBezTo>
                    <a:cubicBezTo>
                      <a:pt x="11489" y="7592"/>
                      <a:pt x="12824" y="8906"/>
                      <a:pt x="14034" y="10304"/>
                    </a:cubicBezTo>
                    <a:cubicBezTo>
                      <a:pt x="15202" y="11680"/>
                      <a:pt x="16203" y="13182"/>
                      <a:pt x="17016" y="14788"/>
                    </a:cubicBezTo>
                    <a:cubicBezTo>
                      <a:pt x="17809" y="16373"/>
                      <a:pt x="18393" y="18063"/>
                      <a:pt x="18706" y="19815"/>
                    </a:cubicBezTo>
                    <a:cubicBezTo>
                      <a:pt x="18747" y="20023"/>
                      <a:pt x="18810" y="20253"/>
                      <a:pt x="18873" y="20461"/>
                    </a:cubicBezTo>
                    <a:cubicBezTo>
                      <a:pt x="18890" y="20524"/>
                      <a:pt x="18943" y="20552"/>
                      <a:pt x="18997" y="20552"/>
                    </a:cubicBezTo>
                    <a:cubicBezTo>
                      <a:pt x="19069" y="20552"/>
                      <a:pt x="19144" y="20503"/>
                      <a:pt x="19144" y="20420"/>
                    </a:cubicBezTo>
                    <a:cubicBezTo>
                      <a:pt x="19144" y="19961"/>
                      <a:pt x="19081" y="19523"/>
                      <a:pt x="18977" y="19085"/>
                    </a:cubicBezTo>
                    <a:cubicBezTo>
                      <a:pt x="18893" y="18647"/>
                      <a:pt x="18768" y="18188"/>
                      <a:pt x="18643" y="17750"/>
                    </a:cubicBezTo>
                    <a:cubicBezTo>
                      <a:pt x="18393" y="16895"/>
                      <a:pt x="18080" y="16060"/>
                      <a:pt x="17705" y="15247"/>
                    </a:cubicBezTo>
                    <a:cubicBezTo>
                      <a:pt x="16933" y="13578"/>
                      <a:pt x="15973" y="12014"/>
                      <a:pt x="14826" y="10596"/>
                    </a:cubicBezTo>
                    <a:cubicBezTo>
                      <a:pt x="13658" y="9136"/>
                      <a:pt x="12344" y="7801"/>
                      <a:pt x="10926" y="6612"/>
                    </a:cubicBezTo>
                    <a:cubicBezTo>
                      <a:pt x="9403" y="5340"/>
                      <a:pt x="7818" y="4192"/>
                      <a:pt x="6129" y="3170"/>
                    </a:cubicBezTo>
                    <a:cubicBezTo>
                      <a:pt x="4460" y="2128"/>
                      <a:pt x="2729" y="1210"/>
                      <a:pt x="977" y="313"/>
                    </a:cubicBezTo>
                    <a:cubicBezTo>
                      <a:pt x="747" y="188"/>
                      <a:pt x="518" y="104"/>
                      <a:pt x="288" y="21"/>
                    </a:cubicBezTo>
                    <a:cubicBezTo>
                      <a:pt x="258" y="7"/>
                      <a:pt x="230"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0"/>
              <p:cNvSpPr/>
              <p:nvPr/>
            </p:nvSpPr>
            <p:spPr>
              <a:xfrm>
                <a:off x="1370150" y="2612925"/>
                <a:ext cx="186725" cy="247350"/>
              </a:xfrm>
              <a:custGeom>
                <a:rect b="b" l="l" r="r" t="t"/>
                <a:pathLst>
                  <a:path extrusionOk="0" h="9894" w="7469">
                    <a:moveTo>
                      <a:pt x="4" y="9885"/>
                    </a:moveTo>
                    <a:cubicBezTo>
                      <a:pt x="3" y="9886"/>
                      <a:pt x="2" y="9887"/>
                      <a:pt x="1" y="9887"/>
                    </a:cubicBezTo>
                    <a:cubicBezTo>
                      <a:pt x="2" y="9887"/>
                      <a:pt x="3" y="9886"/>
                      <a:pt x="4" y="9885"/>
                    </a:cubicBezTo>
                    <a:close/>
                    <a:moveTo>
                      <a:pt x="7405" y="1"/>
                    </a:moveTo>
                    <a:cubicBezTo>
                      <a:pt x="6634" y="209"/>
                      <a:pt x="6842" y="1336"/>
                      <a:pt x="6738" y="1920"/>
                    </a:cubicBezTo>
                    <a:cubicBezTo>
                      <a:pt x="6550" y="2837"/>
                      <a:pt x="5925" y="3547"/>
                      <a:pt x="5257" y="4151"/>
                    </a:cubicBezTo>
                    <a:cubicBezTo>
                      <a:pt x="4569" y="4735"/>
                      <a:pt x="3714" y="5236"/>
                      <a:pt x="2984" y="5820"/>
                    </a:cubicBezTo>
                    <a:cubicBezTo>
                      <a:pt x="2629" y="6112"/>
                      <a:pt x="2316" y="6446"/>
                      <a:pt x="2045" y="6800"/>
                    </a:cubicBezTo>
                    <a:cubicBezTo>
                      <a:pt x="1836" y="7113"/>
                      <a:pt x="1628" y="7426"/>
                      <a:pt x="1461" y="7781"/>
                    </a:cubicBezTo>
                    <a:cubicBezTo>
                      <a:pt x="1252" y="8177"/>
                      <a:pt x="1023" y="8594"/>
                      <a:pt x="773" y="8970"/>
                    </a:cubicBezTo>
                    <a:cubicBezTo>
                      <a:pt x="586" y="9323"/>
                      <a:pt x="315" y="9635"/>
                      <a:pt x="4" y="9885"/>
                    </a:cubicBezTo>
                    <a:lnTo>
                      <a:pt x="4" y="9885"/>
                    </a:lnTo>
                    <a:cubicBezTo>
                      <a:pt x="8" y="9882"/>
                      <a:pt x="14" y="9881"/>
                      <a:pt x="21" y="9881"/>
                    </a:cubicBezTo>
                    <a:cubicBezTo>
                      <a:pt x="46" y="9881"/>
                      <a:pt x="82" y="9893"/>
                      <a:pt x="106" y="9893"/>
                    </a:cubicBezTo>
                    <a:cubicBezTo>
                      <a:pt x="115" y="9893"/>
                      <a:pt x="122" y="9892"/>
                      <a:pt x="126" y="9887"/>
                    </a:cubicBezTo>
                    <a:cubicBezTo>
                      <a:pt x="418" y="9679"/>
                      <a:pt x="668" y="9428"/>
                      <a:pt x="856" y="9116"/>
                    </a:cubicBezTo>
                    <a:cubicBezTo>
                      <a:pt x="1086" y="8761"/>
                      <a:pt x="1315" y="8406"/>
                      <a:pt x="1503" y="8052"/>
                    </a:cubicBezTo>
                    <a:cubicBezTo>
                      <a:pt x="1690" y="7718"/>
                      <a:pt x="1857" y="7384"/>
                      <a:pt x="2045" y="7072"/>
                    </a:cubicBezTo>
                    <a:cubicBezTo>
                      <a:pt x="2295" y="6696"/>
                      <a:pt x="2587" y="6342"/>
                      <a:pt x="2921" y="6050"/>
                    </a:cubicBezTo>
                    <a:cubicBezTo>
                      <a:pt x="4235" y="4861"/>
                      <a:pt x="6217" y="4089"/>
                      <a:pt x="6780" y="2253"/>
                    </a:cubicBezTo>
                    <a:cubicBezTo>
                      <a:pt x="6884" y="1815"/>
                      <a:pt x="6947" y="1377"/>
                      <a:pt x="6947" y="919"/>
                    </a:cubicBezTo>
                    <a:cubicBezTo>
                      <a:pt x="6988" y="564"/>
                      <a:pt x="7093" y="147"/>
                      <a:pt x="7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0"/>
              <p:cNvSpPr/>
              <p:nvPr/>
            </p:nvSpPr>
            <p:spPr>
              <a:xfrm>
                <a:off x="1585525" y="2611900"/>
                <a:ext cx="72500" cy="160100"/>
              </a:xfrm>
              <a:custGeom>
                <a:rect b="b" l="l" r="r" t="t"/>
                <a:pathLst>
                  <a:path extrusionOk="0" h="6404" w="2900">
                    <a:moveTo>
                      <a:pt x="2461" y="0"/>
                    </a:moveTo>
                    <a:cubicBezTo>
                      <a:pt x="2461" y="0"/>
                      <a:pt x="2378" y="84"/>
                      <a:pt x="2399" y="104"/>
                    </a:cubicBezTo>
                    <a:cubicBezTo>
                      <a:pt x="2503" y="292"/>
                      <a:pt x="2587" y="501"/>
                      <a:pt x="2670" y="688"/>
                    </a:cubicBezTo>
                    <a:cubicBezTo>
                      <a:pt x="2733" y="918"/>
                      <a:pt x="2753" y="1147"/>
                      <a:pt x="2733" y="1377"/>
                    </a:cubicBezTo>
                    <a:cubicBezTo>
                      <a:pt x="2691" y="1877"/>
                      <a:pt x="2545" y="2336"/>
                      <a:pt x="2315" y="2774"/>
                    </a:cubicBezTo>
                    <a:cubicBezTo>
                      <a:pt x="1857" y="3608"/>
                      <a:pt x="1106" y="4276"/>
                      <a:pt x="584" y="5068"/>
                    </a:cubicBezTo>
                    <a:cubicBezTo>
                      <a:pt x="292" y="5465"/>
                      <a:pt x="104" y="5924"/>
                      <a:pt x="0" y="6403"/>
                    </a:cubicBezTo>
                    <a:cubicBezTo>
                      <a:pt x="0" y="6403"/>
                      <a:pt x="63" y="6362"/>
                      <a:pt x="84" y="6341"/>
                    </a:cubicBezTo>
                    <a:cubicBezTo>
                      <a:pt x="292" y="5319"/>
                      <a:pt x="1022" y="4547"/>
                      <a:pt x="1648" y="3754"/>
                    </a:cubicBezTo>
                    <a:cubicBezTo>
                      <a:pt x="2211" y="3066"/>
                      <a:pt x="2733" y="2294"/>
                      <a:pt x="2837" y="1377"/>
                    </a:cubicBezTo>
                    <a:cubicBezTo>
                      <a:pt x="2899" y="939"/>
                      <a:pt x="2837" y="334"/>
                      <a:pt x="2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0"/>
              <p:cNvSpPr/>
              <p:nvPr/>
            </p:nvSpPr>
            <p:spPr>
              <a:xfrm>
                <a:off x="1524000" y="2786650"/>
                <a:ext cx="219025" cy="34550"/>
              </a:xfrm>
              <a:custGeom>
                <a:rect b="b" l="l" r="r" t="t"/>
                <a:pathLst>
                  <a:path extrusionOk="0" h="1382" w="8761">
                    <a:moveTo>
                      <a:pt x="42" y="252"/>
                    </a:moveTo>
                    <a:cubicBezTo>
                      <a:pt x="28" y="257"/>
                      <a:pt x="14" y="263"/>
                      <a:pt x="0" y="269"/>
                    </a:cubicBezTo>
                    <a:lnTo>
                      <a:pt x="0" y="289"/>
                    </a:lnTo>
                    <a:cubicBezTo>
                      <a:pt x="16" y="281"/>
                      <a:pt x="29" y="267"/>
                      <a:pt x="42" y="252"/>
                    </a:cubicBezTo>
                    <a:close/>
                    <a:moveTo>
                      <a:pt x="1246" y="0"/>
                    </a:moveTo>
                    <a:cubicBezTo>
                      <a:pt x="859" y="0"/>
                      <a:pt x="475" y="70"/>
                      <a:pt x="104" y="206"/>
                    </a:cubicBezTo>
                    <a:cubicBezTo>
                      <a:pt x="79" y="206"/>
                      <a:pt x="61" y="229"/>
                      <a:pt x="42" y="252"/>
                    </a:cubicBezTo>
                    <a:lnTo>
                      <a:pt x="42" y="252"/>
                    </a:lnTo>
                    <a:cubicBezTo>
                      <a:pt x="344" y="137"/>
                      <a:pt x="652" y="89"/>
                      <a:pt x="960" y="89"/>
                    </a:cubicBezTo>
                    <a:cubicBezTo>
                      <a:pt x="1853" y="89"/>
                      <a:pt x="2755" y="489"/>
                      <a:pt x="3567" y="811"/>
                    </a:cubicBezTo>
                    <a:cubicBezTo>
                      <a:pt x="4151" y="1082"/>
                      <a:pt x="4776" y="1270"/>
                      <a:pt x="5402" y="1353"/>
                    </a:cubicBezTo>
                    <a:cubicBezTo>
                      <a:pt x="5537" y="1372"/>
                      <a:pt x="5672" y="1382"/>
                      <a:pt x="5807" y="1382"/>
                    </a:cubicBezTo>
                    <a:cubicBezTo>
                      <a:pt x="6254" y="1382"/>
                      <a:pt x="6696" y="1279"/>
                      <a:pt x="7112" y="1103"/>
                    </a:cubicBezTo>
                    <a:cubicBezTo>
                      <a:pt x="7676" y="832"/>
                      <a:pt x="8197" y="477"/>
                      <a:pt x="8698" y="81"/>
                    </a:cubicBezTo>
                    <a:cubicBezTo>
                      <a:pt x="8719" y="60"/>
                      <a:pt x="8739" y="39"/>
                      <a:pt x="8760" y="18"/>
                    </a:cubicBezTo>
                    <a:lnTo>
                      <a:pt x="8760" y="18"/>
                    </a:lnTo>
                    <a:cubicBezTo>
                      <a:pt x="8301" y="373"/>
                      <a:pt x="7822" y="686"/>
                      <a:pt x="7300" y="957"/>
                    </a:cubicBezTo>
                    <a:cubicBezTo>
                      <a:pt x="6865" y="1150"/>
                      <a:pt x="6406" y="1256"/>
                      <a:pt x="5941" y="1256"/>
                    </a:cubicBezTo>
                    <a:cubicBezTo>
                      <a:pt x="5803" y="1256"/>
                      <a:pt x="5665" y="1247"/>
                      <a:pt x="5527" y="1228"/>
                    </a:cubicBezTo>
                    <a:cubicBezTo>
                      <a:pt x="4297" y="1082"/>
                      <a:pt x="3233" y="394"/>
                      <a:pt x="2044" y="102"/>
                    </a:cubicBezTo>
                    <a:cubicBezTo>
                      <a:pt x="1780" y="34"/>
                      <a:pt x="1513" y="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0"/>
              <p:cNvSpPr/>
              <p:nvPr/>
            </p:nvSpPr>
            <p:spPr>
              <a:xfrm>
                <a:off x="1444475" y="2839275"/>
                <a:ext cx="209900" cy="65450"/>
              </a:xfrm>
              <a:custGeom>
                <a:rect b="b" l="l" r="r" t="t"/>
                <a:pathLst>
                  <a:path extrusionOk="0" h="2618" w="8396">
                    <a:moveTo>
                      <a:pt x="871" y="1"/>
                    </a:moveTo>
                    <a:cubicBezTo>
                      <a:pt x="586" y="1"/>
                      <a:pt x="300" y="64"/>
                      <a:pt x="31" y="187"/>
                    </a:cubicBezTo>
                    <a:cubicBezTo>
                      <a:pt x="5" y="204"/>
                      <a:pt x="1" y="211"/>
                      <a:pt x="8" y="211"/>
                    </a:cubicBezTo>
                    <a:cubicBezTo>
                      <a:pt x="18" y="211"/>
                      <a:pt x="49" y="199"/>
                      <a:pt x="73" y="187"/>
                    </a:cubicBezTo>
                    <a:lnTo>
                      <a:pt x="73" y="208"/>
                    </a:lnTo>
                    <a:cubicBezTo>
                      <a:pt x="263" y="105"/>
                      <a:pt x="464" y="64"/>
                      <a:pt x="666" y="64"/>
                    </a:cubicBezTo>
                    <a:cubicBezTo>
                      <a:pt x="1041" y="64"/>
                      <a:pt x="1424" y="205"/>
                      <a:pt x="1763" y="354"/>
                    </a:cubicBezTo>
                    <a:cubicBezTo>
                      <a:pt x="2284" y="583"/>
                      <a:pt x="2806" y="854"/>
                      <a:pt x="3306" y="1146"/>
                    </a:cubicBezTo>
                    <a:cubicBezTo>
                      <a:pt x="4307" y="1688"/>
                      <a:pt x="5308" y="2272"/>
                      <a:pt x="6456" y="2502"/>
                    </a:cubicBezTo>
                    <a:cubicBezTo>
                      <a:pt x="6772" y="2581"/>
                      <a:pt x="7095" y="2617"/>
                      <a:pt x="7420" y="2617"/>
                    </a:cubicBezTo>
                    <a:cubicBezTo>
                      <a:pt x="7695" y="2617"/>
                      <a:pt x="7972" y="2591"/>
                      <a:pt x="8249" y="2544"/>
                    </a:cubicBezTo>
                    <a:cubicBezTo>
                      <a:pt x="8270" y="2544"/>
                      <a:pt x="8395" y="2460"/>
                      <a:pt x="8333" y="2460"/>
                    </a:cubicBezTo>
                    <a:cubicBezTo>
                      <a:pt x="8092" y="2492"/>
                      <a:pt x="7854" y="2509"/>
                      <a:pt x="7618" y="2509"/>
                    </a:cubicBezTo>
                    <a:cubicBezTo>
                      <a:pt x="7241" y="2509"/>
                      <a:pt x="6869" y="2467"/>
                      <a:pt x="6497" y="2377"/>
                    </a:cubicBezTo>
                    <a:cubicBezTo>
                      <a:pt x="5913" y="2231"/>
                      <a:pt x="5329" y="2022"/>
                      <a:pt x="4808" y="1751"/>
                    </a:cubicBezTo>
                    <a:cubicBezTo>
                      <a:pt x="4266" y="1501"/>
                      <a:pt x="3744" y="1188"/>
                      <a:pt x="3223" y="917"/>
                    </a:cubicBezTo>
                    <a:cubicBezTo>
                      <a:pt x="2701" y="604"/>
                      <a:pt x="2159" y="354"/>
                      <a:pt x="1596" y="145"/>
                    </a:cubicBezTo>
                    <a:cubicBezTo>
                      <a:pt x="1363" y="48"/>
                      <a:pt x="1117" y="1"/>
                      <a:pt x="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0"/>
              <p:cNvSpPr/>
              <p:nvPr/>
            </p:nvSpPr>
            <p:spPr>
              <a:xfrm>
                <a:off x="1306725" y="2882175"/>
                <a:ext cx="246975" cy="95000"/>
              </a:xfrm>
              <a:custGeom>
                <a:rect b="b" l="l" r="r" t="t"/>
                <a:pathLst>
                  <a:path extrusionOk="0" h="3800" w="9879">
                    <a:moveTo>
                      <a:pt x="1233" y="0"/>
                    </a:moveTo>
                    <a:cubicBezTo>
                      <a:pt x="844" y="0"/>
                      <a:pt x="454" y="69"/>
                      <a:pt x="77" y="202"/>
                    </a:cubicBezTo>
                    <a:cubicBezTo>
                      <a:pt x="77" y="202"/>
                      <a:pt x="0" y="248"/>
                      <a:pt x="5" y="248"/>
                    </a:cubicBezTo>
                    <a:cubicBezTo>
                      <a:pt x="5" y="248"/>
                      <a:pt x="8" y="247"/>
                      <a:pt x="14" y="244"/>
                    </a:cubicBezTo>
                    <a:lnTo>
                      <a:pt x="14" y="264"/>
                    </a:lnTo>
                    <a:cubicBezTo>
                      <a:pt x="348" y="150"/>
                      <a:pt x="692" y="92"/>
                      <a:pt x="1036" y="92"/>
                    </a:cubicBezTo>
                    <a:cubicBezTo>
                      <a:pt x="1380" y="92"/>
                      <a:pt x="1725" y="150"/>
                      <a:pt x="2058" y="264"/>
                    </a:cubicBezTo>
                    <a:cubicBezTo>
                      <a:pt x="2726" y="536"/>
                      <a:pt x="3351" y="911"/>
                      <a:pt x="3915" y="1370"/>
                    </a:cubicBezTo>
                    <a:cubicBezTo>
                      <a:pt x="5062" y="2246"/>
                      <a:pt x="6146" y="3247"/>
                      <a:pt x="7565" y="3643"/>
                    </a:cubicBezTo>
                    <a:cubicBezTo>
                      <a:pt x="7893" y="3747"/>
                      <a:pt x="8234" y="3799"/>
                      <a:pt x="8577" y="3799"/>
                    </a:cubicBezTo>
                    <a:cubicBezTo>
                      <a:pt x="8995" y="3799"/>
                      <a:pt x="9416" y="3721"/>
                      <a:pt x="9817" y="3560"/>
                    </a:cubicBezTo>
                    <a:cubicBezTo>
                      <a:pt x="9817" y="3560"/>
                      <a:pt x="9879" y="3514"/>
                      <a:pt x="9870" y="3514"/>
                    </a:cubicBezTo>
                    <a:cubicBezTo>
                      <a:pt x="9868" y="3514"/>
                      <a:pt x="9865" y="3515"/>
                      <a:pt x="9859" y="3518"/>
                    </a:cubicBezTo>
                    <a:cubicBezTo>
                      <a:pt x="9517" y="3634"/>
                      <a:pt x="9173" y="3685"/>
                      <a:pt x="8831" y="3685"/>
                    </a:cubicBezTo>
                    <a:cubicBezTo>
                      <a:pt x="7754" y="3685"/>
                      <a:pt x="6699" y="3176"/>
                      <a:pt x="5813" y="2559"/>
                    </a:cubicBezTo>
                    <a:cubicBezTo>
                      <a:pt x="4665" y="1745"/>
                      <a:pt x="3602" y="640"/>
                      <a:pt x="2246" y="160"/>
                    </a:cubicBezTo>
                    <a:cubicBezTo>
                      <a:pt x="1914" y="53"/>
                      <a:pt x="1574" y="0"/>
                      <a:pt x="1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0"/>
              <p:cNvSpPr/>
              <p:nvPr/>
            </p:nvSpPr>
            <p:spPr>
              <a:xfrm>
                <a:off x="1292475" y="2690100"/>
                <a:ext cx="80325" cy="204950"/>
              </a:xfrm>
              <a:custGeom>
                <a:rect b="b" l="l" r="r" t="t"/>
                <a:pathLst>
                  <a:path extrusionOk="0" h="8198" w="3213">
                    <a:moveTo>
                      <a:pt x="3108" y="1"/>
                    </a:moveTo>
                    <a:cubicBezTo>
                      <a:pt x="2649" y="293"/>
                      <a:pt x="2274" y="731"/>
                      <a:pt x="2065" y="1231"/>
                    </a:cubicBezTo>
                    <a:cubicBezTo>
                      <a:pt x="1857" y="1815"/>
                      <a:pt x="1794" y="2462"/>
                      <a:pt x="1919" y="3067"/>
                    </a:cubicBezTo>
                    <a:cubicBezTo>
                      <a:pt x="2023" y="3672"/>
                      <a:pt x="2003" y="4297"/>
                      <a:pt x="1877" y="4902"/>
                    </a:cubicBezTo>
                    <a:cubicBezTo>
                      <a:pt x="1731" y="5486"/>
                      <a:pt x="1502" y="6049"/>
                      <a:pt x="1189" y="6571"/>
                    </a:cubicBezTo>
                    <a:cubicBezTo>
                      <a:pt x="855" y="7155"/>
                      <a:pt x="459" y="7697"/>
                      <a:pt x="0" y="8198"/>
                    </a:cubicBezTo>
                    <a:cubicBezTo>
                      <a:pt x="11" y="8187"/>
                      <a:pt x="37" y="8187"/>
                      <a:pt x="63" y="8187"/>
                    </a:cubicBezTo>
                    <a:cubicBezTo>
                      <a:pt x="89" y="8187"/>
                      <a:pt x="115" y="8187"/>
                      <a:pt x="125" y="8177"/>
                    </a:cubicBezTo>
                    <a:cubicBezTo>
                      <a:pt x="960" y="7322"/>
                      <a:pt x="1606" y="6279"/>
                      <a:pt x="1982" y="5153"/>
                    </a:cubicBezTo>
                    <a:cubicBezTo>
                      <a:pt x="2169" y="4589"/>
                      <a:pt x="2211" y="3985"/>
                      <a:pt x="2149" y="3401"/>
                    </a:cubicBezTo>
                    <a:cubicBezTo>
                      <a:pt x="2086" y="2754"/>
                      <a:pt x="1982" y="2128"/>
                      <a:pt x="2149" y="1502"/>
                    </a:cubicBezTo>
                    <a:cubicBezTo>
                      <a:pt x="2336" y="898"/>
                      <a:pt x="2691" y="355"/>
                      <a:pt x="3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0"/>
              <p:cNvSpPr/>
              <p:nvPr/>
            </p:nvSpPr>
            <p:spPr>
              <a:xfrm>
                <a:off x="1241900" y="2912450"/>
                <a:ext cx="194500" cy="98375"/>
              </a:xfrm>
              <a:custGeom>
                <a:rect b="b" l="l" r="r" t="t"/>
                <a:pathLst>
                  <a:path extrusionOk="0" h="3935" w="7780">
                    <a:moveTo>
                      <a:pt x="615" y="1"/>
                    </a:moveTo>
                    <a:cubicBezTo>
                      <a:pt x="407" y="1"/>
                      <a:pt x="200" y="42"/>
                      <a:pt x="0" y="138"/>
                    </a:cubicBezTo>
                    <a:cubicBezTo>
                      <a:pt x="0" y="138"/>
                      <a:pt x="63" y="242"/>
                      <a:pt x="83" y="242"/>
                    </a:cubicBezTo>
                    <a:lnTo>
                      <a:pt x="83" y="221"/>
                    </a:lnTo>
                    <a:cubicBezTo>
                      <a:pt x="277" y="171"/>
                      <a:pt x="473" y="146"/>
                      <a:pt x="669" y="146"/>
                    </a:cubicBezTo>
                    <a:cubicBezTo>
                      <a:pt x="1041" y="146"/>
                      <a:pt x="1410" y="239"/>
                      <a:pt x="1752" y="430"/>
                    </a:cubicBezTo>
                    <a:cubicBezTo>
                      <a:pt x="2336" y="722"/>
                      <a:pt x="2774" y="1223"/>
                      <a:pt x="3212" y="1723"/>
                    </a:cubicBezTo>
                    <a:cubicBezTo>
                      <a:pt x="3546" y="2140"/>
                      <a:pt x="3963" y="2516"/>
                      <a:pt x="4401" y="2850"/>
                    </a:cubicBezTo>
                    <a:cubicBezTo>
                      <a:pt x="4860" y="3183"/>
                      <a:pt x="5381" y="3434"/>
                      <a:pt x="5924" y="3621"/>
                    </a:cubicBezTo>
                    <a:cubicBezTo>
                      <a:pt x="6528" y="3809"/>
                      <a:pt x="7154" y="3934"/>
                      <a:pt x="7780" y="3934"/>
                    </a:cubicBezTo>
                    <a:cubicBezTo>
                      <a:pt x="7759" y="3934"/>
                      <a:pt x="7738" y="3872"/>
                      <a:pt x="7717" y="3872"/>
                    </a:cubicBezTo>
                    <a:cubicBezTo>
                      <a:pt x="6528" y="3684"/>
                      <a:pt x="5360" y="3434"/>
                      <a:pt x="4359" y="2766"/>
                    </a:cubicBezTo>
                    <a:cubicBezTo>
                      <a:pt x="3337" y="2078"/>
                      <a:pt x="2774" y="931"/>
                      <a:pt x="1710" y="326"/>
                    </a:cubicBezTo>
                    <a:cubicBezTo>
                      <a:pt x="1374" y="137"/>
                      <a:pt x="994" y="1"/>
                      <a:pt x="6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0"/>
              <p:cNvSpPr/>
              <p:nvPr/>
            </p:nvSpPr>
            <p:spPr>
              <a:xfrm>
                <a:off x="616150" y="2643000"/>
                <a:ext cx="102225" cy="148225"/>
              </a:xfrm>
              <a:custGeom>
                <a:rect b="b" l="l" r="r" t="t"/>
                <a:pathLst>
                  <a:path extrusionOk="0" h="5929" w="4089">
                    <a:moveTo>
                      <a:pt x="146" y="1"/>
                    </a:moveTo>
                    <a:cubicBezTo>
                      <a:pt x="84" y="1"/>
                      <a:pt x="1" y="28"/>
                      <a:pt x="1" y="28"/>
                    </a:cubicBezTo>
                    <a:cubicBezTo>
                      <a:pt x="189" y="404"/>
                      <a:pt x="647" y="466"/>
                      <a:pt x="981" y="633"/>
                    </a:cubicBezTo>
                    <a:cubicBezTo>
                      <a:pt x="1377" y="842"/>
                      <a:pt x="1669" y="1217"/>
                      <a:pt x="1815" y="1655"/>
                    </a:cubicBezTo>
                    <a:cubicBezTo>
                      <a:pt x="1982" y="2072"/>
                      <a:pt x="2087" y="2531"/>
                      <a:pt x="2212" y="2990"/>
                    </a:cubicBezTo>
                    <a:cubicBezTo>
                      <a:pt x="2358" y="3491"/>
                      <a:pt x="2566" y="3991"/>
                      <a:pt x="2837" y="4471"/>
                    </a:cubicBezTo>
                    <a:cubicBezTo>
                      <a:pt x="3129" y="4993"/>
                      <a:pt x="3484" y="5493"/>
                      <a:pt x="3922" y="5910"/>
                    </a:cubicBezTo>
                    <a:cubicBezTo>
                      <a:pt x="3929" y="5924"/>
                      <a:pt x="3950" y="5929"/>
                      <a:pt x="3974" y="5929"/>
                    </a:cubicBezTo>
                    <a:cubicBezTo>
                      <a:pt x="4022" y="5929"/>
                      <a:pt x="4082" y="5910"/>
                      <a:pt x="4068" y="5910"/>
                    </a:cubicBezTo>
                    <a:lnTo>
                      <a:pt x="4089" y="5889"/>
                    </a:lnTo>
                    <a:cubicBezTo>
                      <a:pt x="3713" y="5493"/>
                      <a:pt x="3380" y="5034"/>
                      <a:pt x="3109" y="4575"/>
                    </a:cubicBezTo>
                    <a:cubicBezTo>
                      <a:pt x="2837" y="4117"/>
                      <a:pt x="2608" y="3616"/>
                      <a:pt x="2441" y="3115"/>
                    </a:cubicBezTo>
                    <a:cubicBezTo>
                      <a:pt x="2191" y="2323"/>
                      <a:pt x="2128" y="1280"/>
                      <a:pt x="1398" y="758"/>
                    </a:cubicBezTo>
                    <a:cubicBezTo>
                      <a:pt x="1044" y="487"/>
                      <a:pt x="418" y="466"/>
                      <a:pt x="209" y="28"/>
                    </a:cubicBezTo>
                    <a:cubicBezTo>
                      <a:pt x="202" y="8"/>
                      <a:pt x="177"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0"/>
              <p:cNvSpPr/>
              <p:nvPr/>
            </p:nvSpPr>
            <p:spPr>
              <a:xfrm>
                <a:off x="742175" y="2654950"/>
                <a:ext cx="60675" cy="189225"/>
              </a:xfrm>
              <a:custGeom>
                <a:rect b="b" l="l" r="r" t="t"/>
                <a:pathLst>
                  <a:path extrusionOk="0" h="7569" w="2427">
                    <a:moveTo>
                      <a:pt x="20" y="0"/>
                    </a:moveTo>
                    <a:cubicBezTo>
                      <a:pt x="7" y="0"/>
                      <a:pt x="0" y="2"/>
                      <a:pt x="7" y="9"/>
                    </a:cubicBezTo>
                    <a:cubicBezTo>
                      <a:pt x="153" y="197"/>
                      <a:pt x="341" y="343"/>
                      <a:pt x="487" y="531"/>
                    </a:cubicBezTo>
                    <a:cubicBezTo>
                      <a:pt x="633" y="739"/>
                      <a:pt x="758" y="948"/>
                      <a:pt x="863" y="1177"/>
                    </a:cubicBezTo>
                    <a:cubicBezTo>
                      <a:pt x="1050" y="1678"/>
                      <a:pt x="1196" y="2178"/>
                      <a:pt x="1238" y="2721"/>
                    </a:cubicBezTo>
                    <a:cubicBezTo>
                      <a:pt x="1405" y="3785"/>
                      <a:pt x="1301" y="4890"/>
                      <a:pt x="1551" y="5975"/>
                    </a:cubicBezTo>
                    <a:cubicBezTo>
                      <a:pt x="1655" y="6559"/>
                      <a:pt x="1926" y="7101"/>
                      <a:pt x="2323" y="7560"/>
                    </a:cubicBezTo>
                    <a:cubicBezTo>
                      <a:pt x="2330" y="7567"/>
                      <a:pt x="2343" y="7569"/>
                      <a:pt x="2359" y="7569"/>
                    </a:cubicBezTo>
                    <a:cubicBezTo>
                      <a:pt x="2390" y="7569"/>
                      <a:pt x="2427" y="7560"/>
                      <a:pt x="2427" y="7560"/>
                    </a:cubicBezTo>
                    <a:cubicBezTo>
                      <a:pt x="988" y="5787"/>
                      <a:pt x="1905" y="3326"/>
                      <a:pt x="1113" y="1323"/>
                    </a:cubicBezTo>
                    <a:cubicBezTo>
                      <a:pt x="946" y="781"/>
                      <a:pt x="591" y="322"/>
                      <a:pt x="112" y="9"/>
                    </a:cubicBezTo>
                    <a:cubicBezTo>
                      <a:pt x="98" y="9"/>
                      <a:pt x="4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0"/>
              <p:cNvSpPr/>
              <p:nvPr/>
            </p:nvSpPr>
            <p:spPr>
              <a:xfrm>
                <a:off x="854450" y="2752675"/>
                <a:ext cx="32350" cy="160625"/>
              </a:xfrm>
              <a:custGeom>
                <a:rect b="b" l="l" r="r" t="t"/>
                <a:pathLst>
                  <a:path extrusionOk="0" h="6425" w="1294">
                    <a:moveTo>
                      <a:pt x="1" y="1"/>
                    </a:moveTo>
                    <a:cubicBezTo>
                      <a:pt x="22" y="543"/>
                      <a:pt x="84" y="1064"/>
                      <a:pt x="209" y="1586"/>
                    </a:cubicBezTo>
                    <a:cubicBezTo>
                      <a:pt x="293" y="2128"/>
                      <a:pt x="376" y="2670"/>
                      <a:pt x="460" y="3192"/>
                    </a:cubicBezTo>
                    <a:cubicBezTo>
                      <a:pt x="647" y="4256"/>
                      <a:pt x="835" y="5340"/>
                      <a:pt x="1106" y="6383"/>
                    </a:cubicBezTo>
                    <a:cubicBezTo>
                      <a:pt x="1106" y="6407"/>
                      <a:pt x="1163" y="6418"/>
                      <a:pt x="1211" y="6418"/>
                    </a:cubicBezTo>
                    <a:cubicBezTo>
                      <a:pt x="1244" y="6418"/>
                      <a:pt x="1273" y="6413"/>
                      <a:pt x="1273" y="6404"/>
                    </a:cubicBezTo>
                    <a:lnTo>
                      <a:pt x="1294" y="6425"/>
                    </a:lnTo>
                    <a:cubicBezTo>
                      <a:pt x="1106" y="5361"/>
                      <a:pt x="856" y="4297"/>
                      <a:pt x="668" y="3234"/>
                    </a:cubicBezTo>
                    <a:cubicBezTo>
                      <a:pt x="564" y="2712"/>
                      <a:pt x="480" y="2191"/>
                      <a:pt x="397" y="1648"/>
                    </a:cubicBezTo>
                    <a:cubicBezTo>
                      <a:pt x="334" y="1106"/>
                      <a:pt x="251" y="564"/>
                      <a:pt x="126" y="22"/>
                    </a:cubicBezTo>
                    <a:cubicBezTo>
                      <a:pt x="126"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0"/>
              <p:cNvSpPr/>
              <p:nvPr/>
            </p:nvSpPr>
            <p:spPr>
              <a:xfrm>
                <a:off x="937375" y="2835875"/>
                <a:ext cx="24525" cy="155650"/>
              </a:xfrm>
              <a:custGeom>
                <a:rect b="b" l="l" r="r" t="t"/>
                <a:pathLst>
                  <a:path extrusionOk="0" h="6226" w="981">
                    <a:moveTo>
                      <a:pt x="740" y="1"/>
                    </a:moveTo>
                    <a:cubicBezTo>
                      <a:pt x="728" y="1"/>
                      <a:pt x="716" y="3"/>
                      <a:pt x="709" y="10"/>
                    </a:cubicBezTo>
                    <a:cubicBezTo>
                      <a:pt x="0" y="1991"/>
                      <a:pt x="146" y="4265"/>
                      <a:pt x="876" y="6205"/>
                    </a:cubicBezTo>
                    <a:cubicBezTo>
                      <a:pt x="876" y="6215"/>
                      <a:pt x="902" y="6220"/>
                      <a:pt x="928" y="6220"/>
                    </a:cubicBezTo>
                    <a:cubicBezTo>
                      <a:pt x="948" y="6220"/>
                      <a:pt x="967" y="6217"/>
                      <a:pt x="976" y="6211"/>
                    </a:cubicBezTo>
                    <a:lnTo>
                      <a:pt x="976" y="6211"/>
                    </a:lnTo>
                    <a:cubicBezTo>
                      <a:pt x="977" y="6216"/>
                      <a:pt x="979" y="6221"/>
                      <a:pt x="980" y="6225"/>
                    </a:cubicBezTo>
                    <a:lnTo>
                      <a:pt x="980" y="6205"/>
                    </a:lnTo>
                    <a:cubicBezTo>
                      <a:pt x="980" y="6207"/>
                      <a:pt x="979" y="6209"/>
                      <a:pt x="976" y="6211"/>
                    </a:cubicBezTo>
                    <a:lnTo>
                      <a:pt x="976" y="6211"/>
                    </a:lnTo>
                    <a:cubicBezTo>
                      <a:pt x="645" y="5215"/>
                      <a:pt x="480" y="4177"/>
                      <a:pt x="459" y="3138"/>
                    </a:cubicBezTo>
                    <a:cubicBezTo>
                      <a:pt x="438" y="2075"/>
                      <a:pt x="542" y="1032"/>
                      <a:pt x="793" y="10"/>
                    </a:cubicBezTo>
                    <a:cubicBezTo>
                      <a:pt x="793" y="10"/>
                      <a:pt x="765"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0"/>
              <p:cNvSpPr/>
              <p:nvPr/>
            </p:nvSpPr>
            <p:spPr>
              <a:xfrm>
                <a:off x="530650" y="2752025"/>
                <a:ext cx="127250" cy="14225"/>
              </a:xfrm>
              <a:custGeom>
                <a:rect b="b" l="l" r="r" t="t"/>
                <a:pathLst>
                  <a:path extrusionOk="0" h="569" w="5090">
                    <a:moveTo>
                      <a:pt x="2272" y="0"/>
                    </a:moveTo>
                    <a:cubicBezTo>
                      <a:pt x="1917" y="0"/>
                      <a:pt x="1570" y="38"/>
                      <a:pt x="1210" y="89"/>
                    </a:cubicBezTo>
                    <a:cubicBezTo>
                      <a:pt x="1001" y="131"/>
                      <a:pt x="814" y="173"/>
                      <a:pt x="605" y="214"/>
                    </a:cubicBezTo>
                    <a:cubicBezTo>
                      <a:pt x="396" y="256"/>
                      <a:pt x="209" y="319"/>
                      <a:pt x="42" y="444"/>
                    </a:cubicBezTo>
                    <a:cubicBezTo>
                      <a:pt x="0" y="465"/>
                      <a:pt x="125" y="569"/>
                      <a:pt x="146" y="569"/>
                    </a:cubicBezTo>
                    <a:cubicBezTo>
                      <a:pt x="355" y="527"/>
                      <a:pt x="584" y="486"/>
                      <a:pt x="793" y="402"/>
                    </a:cubicBezTo>
                    <a:cubicBezTo>
                      <a:pt x="980" y="360"/>
                      <a:pt x="1168" y="319"/>
                      <a:pt x="1356" y="298"/>
                    </a:cubicBezTo>
                    <a:cubicBezTo>
                      <a:pt x="1773" y="214"/>
                      <a:pt x="2190" y="173"/>
                      <a:pt x="2607" y="173"/>
                    </a:cubicBezTo>
                    <a:cubicBezTo>
                      <a:pt x="3442" y="173"/>
                      <a:pt x="4276" y="298"/>
                      <a:pt x="5069" y="548"/>
                    </a:cubicBezTo>
                    <a:cubicBezTo>
                      <a:pt x="5089" y="548"/>
                      <a:pt x="5027" y="465"/>
                      <a:pt x="5006" y="465"/>
                    </a:cubicBezTo>
                    <a:lnTo>
                      <a:pt x="5006" y="444"/>
                    </a:lnTo>
                    <a:cubicBezTo>
                      <a:pt x="4213" y="152"/>
                      <a:pt x="3358" y="6"/>
                      <a:pt x="2503" y="6"/>
                    </a:cubicBezTo>
                    <a:cubicBezTo>
                      <a:pt x="2425" y="2"/>
                      <a:pt x="2349" y="0"/>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0"/>
              <p:cNvSpPr/>
              <p:nvPr/>
            </p:nvSpPr>
            <p:spPr>
              <a:xfrm>
                <a:off x="535325" y="2810550"/>
                <a:ext cx="221125" cy="41750"/>
              </a:xfrm>
              <a:custGeom>
                <a:rect b="b" l="l" r="r" t="t"/>
                <a:pathLst>
                  <a:path extrusionOk="0" h="1670" w="8845">
                    <a:moveTo>
                      <a:pt x="8830" y="579"/>
                    </a:moveTo>
                    <a:lnTo>
                      <a:pt x="8830" y="579"/>
                    </a:lnTo>
                    <a:cubicBezTo>
                      <a:pt x="8835" y="583"/>
                      <a:pt x="8840" y="585"/>
                      <a:pt x="8845" y="585"/>
                    </a:cubicBezTo>
                    <a:cubicBezTo>
                      <a:pt x="8840" y="583"/>
                      <a:pt x="8835" y="581"/>
                      <a:pt x="8830" y="579"/>
                    </a:cubicBezTo>
                    <a:close/>
                    <a:moveTo>
                      <a:pt x="1" y="1106"/>
                    </a:moveTo>
                    <a:cubicBezTo>
                      <a:pt x="2" y="1106"/>
                      <a:pt x="4" y="1107"/>
                      <a:pt x="5" y="1107"/>
                    </a:cubicBezTo>
                    <a:lnTo>
                      <a:pt x="5" y="1107"/>
                    </a:lnTo>
                    <a:cubicBezTo>
                      <a:pt x="4" y="1107"/>
                      <a:pt x="2" y="1106"/>
                      <a:pt x="1" y="1106"/>
                    </a:cubicBezTo>
                    <a:close/>
                    <a:moveTo>
                      <a:pt x="6926" y="1"/>
                    </a:moveTo>
                    <a:cubicBezTo>
                      <a:pt x="6300" y="1"/>
                      <a:pt x="5820" y="293"/>
                      <a:pt x="5340" y="647"/>
                    </a:cubicBezTo>
                    <a:cubicBezTo>
                      <a:pt x="4882" y="1002"/>
                      <a:pt x="4360" y="1252"/>
                      <a:pt x="3818" y="1419"/>
                    </a:cubicBezTo>
                    <a:cubicBezTo>
                      <a:pt x="3427" y="1500"/>
                      <a:pt x="3028" y="1546"/>
                      <a:pt x="2631" y="1546"/>
                    </a:cubicBezTo>
                    <a:cubicBezTo>
                      <a:pt x="2414" y="1546"/>
                      <a:pt x="2197" y="1532"/>
                      <a:pt x="1982" y="1503"/>
                    </a:cubicBezTo>
                    <a:cubicBezTo>
                      <a:pt x="1316" y="1419"/>
                      <a:pt x="671" y="1211"/>
                      <a:pt x="5" y="1107"/>
                    </a:cubicBezTo>
                    <a:lnTo>
                      <a:pt x="5" y="1107"/>
                    </a:lnTo>
                    <a:cubicBezTo>
                      <a:pt x="29" y="1114"/>
                      <a:pt x="86" y="1170"/>
                      <a:pt x="105" y="1190"/>
                    </a:cubicBezTo>
                    <a:cubicBezTo>
                      <a:pt x="710" y="1377"/>
                      <a:pt x="1315" y="1523"/>
                      <a:pt x="1941" y="1607"/>
                    </a:cubicBezTo>
                    <a:cubicBezTo>
                      <a:pt x="2222" y="1649"/>
                      <a:pt x="2504" y="1669"/>
                      <a:pt x="2788" y="1669"/>
                    </a:cubicBezTo>
                    <a:cubicBezTo>
                      <a:pt x="3072" y="1669"/>
                      <a:pt x="3359" y="1649"/>
                      <a:pt x="3651" y="1607"/>
                    </a:cubicBezTo>
                    <a:cubicBezTo>
                      <a:pt x="4214" y="1523"/>
                      <a:pt x="4736" y="1294"/>
                      <a:pt x="5215" y="960"/>
                    </a:cubicBezTo>
                    <a:cubicBezTo>
                      <a:pt x="5674" y="627"/>
                      <a:pt x="6133" y="251"/>
                      <a:pt x="6696" y="147"/>
                    </a:cubicBezTo>
                    <a:cubicBezTo>
                      <a:pt x="6819" y="126"/>
                      <a:pt x="6942" y="117"/>
                      <a:pt x="7064" y="117"/>
                    </a:cubicBezTo>
                    <a:cubicBezTo>
                      <a:pt x="7680" y="117"/>
                      <a:pt x="8276" y="354"/>
                      <a:pt x="8830" y="579"/>
                    </a:cubicBezTo>
                    <a:lnTo>
                      <a:pt x="8830" y="579"/>
                    </a:lnTo>
                    <a:cubicBezTo>
                      <a:pt x="8814" y="567"/>
                      <a:pt x="8798" y="538"/>
                      <a:pt x="8782" y="522"/>
                    </a:cubicBezTo>
                    <a:cubicBezTo>
                      <a:pt x="8198" y="209"/>
                      <a:pt x="7572" y="43"/>
                      <a:pt x="6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0"/>
              <p:cNvSpPr/>
              <p:nvPr/>
            </p:nvSpPr>
            <p:spPr>
              <a:xfrm>
                <a:off x="624500" y="2878025"/>
                <a:ext cx="226850" cy="58625"/>
              </a:xfrm>
              <a:custGeom>
                <a:rect b="b" l="l" r="r" t="t"/>
                <a:pathLst>
                  <a:path extrusionOk="0" h="2345" w="9074">
                    <a:moveTo>
                      <a:pt x="7100" y="1"/>
                    </a:moveTo>
                    <a:cubicBezTo>
                      <a:pt x="6562" y="1"/>
                      <a:pt x="6023" y="80"/>
                      <a:pt x="5507" y="243"/>
                    </a:cubicBezTo>
                    <a:cubicBezTo>
                      <a:pt x="4923" y="451"/>
                      <a:pt x="4360" y="743"/>
                      <a:pt x="3838" y="1098"/>
                    </a:cubicBezTo>
                    <a:cubicBezTo>
                      <a:pt x="3296" y="1452"/>
                      <a:pt x="2712" y="1744"/>
                      <a:pt x="2107" y="1953"/>
                    </a:cubicBezTo>
                    <a:cubicBezTo>
                      <a:pt x="1753" y="2057"/>
                      <a:pt x="1398" y="2141"/>
                      <a:pt x="1043" y="2203"/>
                    </a:cubicBezTo>
                    <a:cubicBezTo>
                      <a:pt x="689" y="2245"/>
                      <a:pt x="355" y="2287"/>
                      <a:pt x="1" y="2287"/>
                    </a:cubicBezTo>
                    <a:cubicBezTo>
                      <a:pt x="1" y="2287"/>
                      <a:pt x="63" y="2328"/>
                      <a:pt x="84" y="2328"/>
                    </a:cubicBezTo>
                    <a:cubicBezTo>
                      <a:pt x="251" y="2339"/>
                      <a:pt x="418" y="2344"/>
                      <a:pt x="582" y="2344"/>
                    </a:cubicBezTo>
                    <a:cubicBezTo>
                      <a:pt x="746" y="2344"/>
                      <a:pt x="908" y="2339"/>
                      <a:pt x="1064" y="2328"/>
                    </a:cubicBezTo>
                    <a:cubicBezTo>
                      <a:pt x="1377" y="2287"/>
                      <a:pt x="1690" y="2245"/>
                      <a:pt x="1982" y="2162"/>
                    </a:cubicBezTo>
                    <a:cubicBezTo>
                      <a:pt x="2566" y="1995"/>
                      <a:pt x="3129" y="1765"/>
                      <a:pt x="3651" y="1452"/>
                    </a:cubicBezTo>
                    <a:cubicBezTo>
                      <a:pt x="4172" y="1098"/>
                      <a:pt x="4714" y="785"/>
                      <a:pt x="5278" y="514"/>
                    </a:cubicBezTo>
                    <a:cubicBezTo>
                      <a:pt x="5937" y="241"/>
                      <a:pt x="6634" y="104"/>
                      <a:pt x="7335" y="104"/>
                    </a:cubicBezTo>
                    <a:cubicBezTo>
                      <a:pt x="7919" y="104"/>
                      <a:pt x="8505" y="199"/>
                      <a:pt x="9074" y="389"/>
                    </a:cubicBezTo>
                    <a:cubicBezTo>
                      <a:pt x="9032" y="368"/>
                      <a:pt x="8990" y="347"/>
                      <a:pt x="8948" y="326"/>
                    </a:cubicBezTo>
                    <a:lnTo>
                      <a:pt x="8969" y="326"/>
                    </a:lnTo>
                    <a:cubicBezTo>
                      <a:pt x="8371" y="112"/>
                      <a:pt x="7735" y="1"/>
                      <a:pt x="7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0"/>
              <p:cNvSpPr/>
              <p:nvPr/>
            </p:nvSpPr>
            <p:spPr>
              <a:xfrm>
                <a:off x="746525" y="2958550"/>
                <a:ext cx="189300" cy="53375"/>
              </a:xfrm>
              <a:custGeom>
                <a:rect b="b" l="l" r="r" t="t"/>
                <a:pathLst>
                  <a:path extrusionOk="0" h="2135" w="7572">
                    <a:moveTo>
                      <a:pt x="7551" y="255"/>
                    </a:moveTo>
                    <a:cubicBezTo>
                      <a:pt x="7551" y="255"/>
                      <a:pt x="7547" y="257"/>
                      <a:pt x="7541" y="261"/>
                    </a:cubicBezTo>
                    <a:lnTo>
                      <a:pt x="7541" y="261"/>
                    </a:lnTo>
                    <a:cubicBezTo>
                      <a:pt x="7551" y="266"/>
                      <a:pt x="7562" y="270"/>
                      <a:pt x="7572" y="276"/>
                    </a:cubicBezTo>
                    <a:lnTo>
                      <a:pt x="7551" y="255"/>
                    </a:lnTo>
                    <a:close/>
                    <a:moveTo>
                      <a:pt x="6354" y="1"/>
                    </a:moveTo>
                    <a:cubicBezTo>
                      <a:pt x="5838" y="1"/>
                      <a:pt x="5315" y="123"/>
                      <a:pt x="4818" y="296"/>
                    </a:cubicBezTo>
                    <a:cubicBezTo>
                      <a:pt x="3859" y="630"/>
                      <a:pt x="3004" y="1193"/>
                      <a:pt x="2065" y="1610"/>
                    </a:cubicBezTo>
                    <a:cubicBezTo>
                      <a:pt x="1481" y="1882"/>
                      <a:pt x="855" y="2028"/>
                      <a:pt x="209" y="2048"/>
                    </a:cubicBezTo>
                    <a:cubicBezTo>
                      <a:pt x="167" y="2048"/>
                      <a:pt x="125" y="2069"/>
                      <a:pt x="84" y="2090"/>
                    </a:cubicBezTo>
                    <a:cubicBezTo>
                      <a:pt x="84" y="2090"/>
                      <a:pt x="0" y="2132"/>
                      <a:pt x="21" y="2132"/>
                    </a:cubicBezTo>
                    <a:cubicBezTo>
                      <a:pt x="64" y="2134"/>
                      <a:pt x="107" y="2135"/>
                      <a:pt x="149" y="2135"/>
                    </a:cubicBezTo>
                    <a:cubicBezTo>
                      <a:pt x="1028" y="2135"/>
                      <a:pt x="1935" y="1737"/>
                      <a:pt x="2691" y="1339"/>
                    </a:cubicBezTo>
                    <a:cubicBezTo>
                      <a:pt x="3692" y="860"/>
                      <a:pt x="4651" y="234"/>
                      <a:pt x="5757" y="88"/>
                    </a:cubicBezTo>
                    <a:cubicBezTo>
                      <a:pt x="5925" y="58"/>
                      <a:pt x="6094" y="43"/>
                      <a:pt x="6262" y="43"/>
                    </a:cubicBezTo>
                    <a:cubicBezTo>
                      <a:pt x="6681" y="43"/>
                      <a:pt x="7095" y="133"/>
                      <a:pt x="7467" y="296"/>
                    </a:cubicBezTo>
                    <a:cubicBezTo>
                      <a:pt x="7483" y="296"/>
                      <a:pt x="7523" y="272"/>
                      <a:pt x="7541" y="261"/>
                    </a:cubicBezTo>
                    <a:lnTo>
                      <a:pt x="7541" y="261"/>
                    </a:lnTo>
                    <a:cubicBezTo>
                      <a:pt x="7160" y="76"/>
                      <a:pt x="6759" y="1"/>
                      <a:pt x="6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0"/>
              <p:cNvSpPr/>
              <p:nvPr/>
            </p:nvSpPr>
            <p:spPr>
              <a:xfrm>
                <a:off x="298075" y="2487275"/>
                <a:ext cx="123000" cy="71500"/>
              </a:xfrm>
              <a:custGeom>
                <a:rect b="b" l="l" r="r" t="t"/>
                <a:pathLst>
                  <a:path extrusionOk="0" h="2860" w="4920">
                    <a:moveTo>
                      <a:pt x="63" y="0"/>
                    </a:moveTo>
                    <a:cubicBezTo>
                      <a:pt x="1" y="0"/>
                      <a:pt x="147" y="84"/>
                      <a:pt x="167" y="104"/>
                    </a:cubicBezTo>
                    <a:cubicBezTo>
                      <a:pt x="606" y="250"/>
                      <a:pt x="1023" y="355"/>
                      <a:pt x="1440" y="542"/>
                    </a:cubicBezTo>
                    <a:cubicBezTo>
                      <a:pt x="1857" y="709"/>
                      <a:pt x="2253" y="918"/>
                      <a:pt x="2650" y="1147"/>
                    </a:cubicBezTo>
                    <a:cubicBezTo>
                      <a:pt x="3421" y="1606"/>
                      <a:pt x="4151" y="2149"/>
                      <a:pt x="4777" y="2795"/>
                    </a:cubicBezTo>
                    <a:cubicBezTo>
                      <a:pt x="4792" y="2810"/>
                      <a:pt x="4887" y="2860"/>
                      <a:pt x="4911" y="2860"/>
                    </a:cubicBezTo>
                    <a:cubicBezTo>
                      <a:pt x="4919" y="2860"/>
                      <a:pt x="4919" y="2853"/>
                      <a:pt x="4902" y="2837"/>
                    </a:cubicBezTo>
                    <a:cubicBezTo>
                      <a:pt x="4235" y="2149"/>
                      <a:pt x="3484" y="1564"/>
                      <a:pt x="2650" y="1085"/>
                    </a:cubicBezTo>
                    <a:cubicBezTo>
                      <a:pt x="2253" y="834"/>
                      <a:pt x="1815" y="626"/>
                      <a:pt x="1398" y="459"/>
                    </a:cubicBezTo>
                    <a:cubicBezTo>
                      <a:pt x="960" y="250"/>
                      <a:pt x="522" y="104"/>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0"/>
              <p:cNvSpPr/>
              <p:nvPr/>
            </p:nvSpPr>
            <p:spPr>
              <a:xfrm>
                <a:off x="409675" y="2457025"/>
                <a:ext cx="118300" cy="128400"/>
              </a:xfrm>
              <a:custGeom>
                <a:rect b="b" l="l" r="r" t="t"/>
                <a:pathLst>
                  <a:path extrusionOk="0" h="5136" w="4732">
                    <a:moveTo>
                      <a:pt x="63" y="0"/>
                    </a:moveTo>
                    <a:cubicBezTo>
                      <a:pt x="63" y="0"/>
                      <a:pt x="0" y="21"/>
                      <a:pt x="0" y="42"/>
                    </a:cubicBezTo>
                    <a:cubicBezTo>
                      <a:pt x="334" y="501"/>
                      <a:pt x="709" y="939"/>
                      <a:pt x="1126" y="1335"/>
                    </a:cubicBezTo>
                    <a:lnTo>
                      <a:pt x="2274" y="2608"/>
                    </a:lnTo>
                    <a:lnTo>
                      <a:pt x="3400" y="3838"/>
                    </a:lnTo>
                    <a:cubicBezTo>
                      <a:pt x="3796" y="4276"/>
                      <a:pt x="4193" y="4735"/>
                      <a:pt x="4589" y="5131"/>
                    </a:cubicBezTo>
                    <a:cubicBezTo>
                      <a:pt x="4592" y="5134"/>
                      <a:pt x="4597" y="5136"/>
                      <a:pt x="4603" y="5136"/>
                    </a:cubicBezTo>
                    <a:cubicBezTo>
                      <a:pt x="4642" y="5136"/>
                      <a:pt x="4732" y="5087"/>
                      <a:pt x="4714" y="5069"/>
                    </a:cubicBezTo>
                    <a:cubicBezTo>
                      <a:pt x="4359" y="4610"/>
                      <a:pt x="3942" y="4193"/>
                      <a:pt x="3567" y="3776"/>
                    </a:cubicBezTo>
                    <a:lnTo>
                      <a:pt x="2441" y="2524"/>
                    </a:lnTo>
                    <a:lnTo>
                      <a:pt x="1293" y="1273"/>
                    </a:lnTo>
                    <a:cubicBezTo>
                      <a:pt x="918" y="814"/>
                      <a:pt x="501" y="397"/>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0"/>
              <p:cNvSpPr/>
              <p:nvPr/>
            </p:nvSpPr>
            <p:spPr>
              <a:xfrm>
                <a:off x="525950" y="2474750"/>
                <a:ext cx="82925" cy="135075"/>
              </a:xfrm>
              <a:custGeom>
                <a:rect b="b" l="l" r="r" t="t"/>
                <a:pathLst>
                  <a:path extrusionOk="0" h="5403" w="3317">
                    <a:moveTo>
                      <a:pt x="0" y="1"/>
                    </a:moveTo>
                    <a:lnTo>
                      <a:pt x="0" y="1"/>
                    </a:lnTo>
                    <a:cubicBezTo>
                      <a:pt x="21" y="21"/>
                      <a:pt x="42" y="63"/>
                      <a:pt x="84" y="84"/>
                    </a:cubicBezTo>
                    <a:cubicBezTo>
                      <a:pt x="1586" y="1481"/>
                      <a:pt x="2670" y="3296"/>
                      <a:pt x="3213" y="5298"/>
                    </a:cubicBezTo>
                    <a:cubicBezTo>
                      <a:pt x="3213" y="5340"/>
                      <a:pt x="3296" y="5361"/>
                      <a:pt x="3317" y="5403"/>
                    </a:cubicBezTo>
                    <a:lnTo>
                      <a:pt x="3317" y="5382"/>
                    </a:lnTo>
                    <a:cubicBezTo>
                      <a:pt x="2879" y="3692"/>
                      <a:pt x="2024" y="2128"/>
                      <a:pt x="856" y="856"/>
                    </a:cubicBezTo>
                    <a:cubicBezTo>
                      <a:pt x="584" y="543"/>
                      <a:pt x="292" y="2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0"/>
              <p:cNvSpPr/>
              <p:nvPr/>
            </p:nvSpPr>
            <p:spPr>
              <a:xfrm>
                <a:off x="281475" y="2565800"/>
                <a:ext cx="191800" cy="66600"/>
              </a:xfrm>
              <a:custGeom>
                <a:rect b="b" l="l" r="r" t="t"/>
                <a:pathLst>
                  <a:path extrusionOk="0" h="2664" w="7672">
                    <a:moveTo>
                      <a:pt x="6709" y="1"/>
                    </a:moveTo>
                    <a:cubicBezTo>
                      <a:pt x="6095" y="1"/>
                      <a:pt x="5463" y="269"/>
                      <a:pt x="4899" y="509"/>
                    </a:cubicBezTo>
                    <a:cubicBezTo>
                      <a:pt x="3856" y="926"/>
                      <a:pt x="2834" y="1323"/>
                      <a:pt x="1812" y="1761"/>
                    </a:cubicBezTo>
                    <a:lnTo>
                      <a:pt x="39" y="2470"/>
                    </a:lnTo>
                    <a:cubicBezTo>
                      <a:pt x="1" y="2489"/>
                      <a:pt x="153" y="2663"/>
                      <a:pt x="228" y="2663"/>
                    </a:cubicBezTo>
                    <a:cubicBezTo>
                      <a:pt x="235" y="2663"/>
                      <a:pt x="242" y="2661"/>
                      <a:pt x="247" y="2658"/>
                    </a:cubicBezTo>
                    <a:cubicBezTo>
                      <a:pt x="1520" y="2136"/>
                      <a:pt x="2792" y="1615"/>
                      <a:pt x="4044" y="1093"/>
                    </a:cubicBezTo>
                    <a:cubicBezTo>
                      <a:pt x="4648" y="843"/>
                      <a:pt x="5253" y="572"/>
                      <a:pt x="5858" y="363"/>
                    </a:cubicBezTo>
                    <a:cubicBezTo>
                      <a:pt x="6196" y="251"/>
                      <a:pt x="6557" y="161"/>
                      <a:pt x="6912" y="161"/>
                    </a:cubicBezTo>
                    <a:cubicBezTo>
                      <a:pt x="7150" y="161"/>
                      <a:pt x="7385" y="201"/>
                      <a:pt x="7610" y="301"/>
                    </a:cubicBezTo>
                    <a:cubicBezTo>
                      <a:pt x="7619" y="303"/>
                      <a:pt x="7626" y="304"/>
                      <a:pt x="7631" y="304"/>
                    </a:cubicBezTo>
                    <a:cubicBezTo>
                      <a:pt x="7672" y="304"/>
                      <a:pt x="7587" y="236"/>
                      <a:pt x="7569" y="217"/>
                    </a:cubicBezTo>
                    <a:cubicBezTo>
                      <a:pt x="7292" y="62"/>
                      <a:pt x="7002" y="1"/>
                      <a:pt x="6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0"/>
              <p:cNvSpPr/>
              <p:nvPr/>
            </p:nvSpPr>
            <p:spPr>
              <a:xfrm>
                <a:off x="352825" y="2602450"/>
                <a:ext cx="196625" cy="88725"/>
              </a:xfrm>
              <a:custGeom>
                <a:rect b="b" l="l" r="r" t="t"/>
                <a:pathLst>
                  <a:path extrusionOk="0" h="3549" w="7865">
                    <a:moveTo>
                      <a:pt x="7310" y="1"/>
                    </a:moveTo>
                    <a:cubicBezTo>
                      <a:pt x="6457" y="1"/>
                      <a:pt x="5626" y="433"/>
                      <a:pt x="4923" y="879"/>
                    </a:cubicBezTo>
                    <a:cubicBezTo>
                      <a:pt x="3964" y="1484"/>
                      <a:pt x="3129" y="2318"/>
                      <a:pt x="2128" y="2860"/>
                    </a:cubicBezTo>
                    <a:cubicBezTo>
                      <a:pt x="1565" y="3194"/>
                      <a:pt x="918" y="3382"/>
                      <a:pt x="251" y="3382"/>
                    </a:cubicBezTo>
                    <a:cubicBezTo>
                      <a:pt x="209" y="3382"/>
                      <a:pt x="147" y="3444"/>
                      <a:pt x="105" y="3465"/>
                    </a:cubicBezTo>
                    <a:cubicBezTo>
                      <a:pt x="63" y="3507"/>
                      <a:pt x="1" y="3548"/>
                      <a:pt x="22" y="3548"/>
                    </a:cubicBezTo>
                    <a:cubicBezTo>
                      <a:pt x="1085" y="3548"/>
                      <a:pt x="2024" y="3027"/>
                      <a:pt x="2879" y="2422"/>
                    </a:cubicBezTo>
                    <a:cubicBezTo>
                      <a:pt x="3859" y="1755"/>
                      <a:pt x="4715" y="900"/>
                      <a:pt x="5820" y="420"/>
                    </a:cubicBezTo>
                    <a:cubicBezTo>
                      <a:pt x="6339" y="195"/>
                      <a:pt x="6902" y="70"/>
                      <a:pt x="7460" y="70"/>
                    </a:cubicBezTo>
                    <a:cubicBezTo>
                      <a:pt x="7574" y="70"/>
                      <a:pt x="7688" y="75"/>
                      <a:pt x="7801" y="86"/>
                    </a:cubicBezTo>
                    <a:cubicBezTo>
                      <a:pt x="7813" y="86"/>
                      <a:pt x="7832" y="73"/>
                      <a:pt x="7846" y="61"/>
                    </a:cubicBezTo>
                    <a:lnTo>
                      <a:pt x="7846" y="61"/>
                    </a:lnTo>
                    <a:cubicBezTo>
                      <a:pt x="7852" y="62"/>
                      <a:pt x="7858" y="64"/>
                      <a:pt x="7864" y="65"/>
                    </a:cubicBezTo>
                    <a:lnTo>
                      <a:pt x="7864" y="44"/>
                    </a:lnTo>
                    <a:cubicBezTo>
                      <a:pt x="7864" y="44"/>
                      <a:pt x="7856" y="52"/>
                      <a:pt x="7846" y="61"/>
                    </a:cubicBezTo>
                    <a:lnTo>
                      <a:pt x="7846" y="61"/>
                    </a:lnTo>
                    <a:cubicBezTo>
                      <a:pt x="7667" y="20"/>
                      <a:pt x="7488" y="1"/>
                      <a:pt x="7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0"/>
              <p:cNvSpPr/>
              <p:nvPr/>
            </p:nvSpPr>
            <p:spPr>
              <a:xfrm>
                <a:off x="450850" y="2627525"/>
                <a:ext cx="150725" cy="122050"/>
              </a:xfrm>
              <a:custGeom>
                <a:rect b="b" l="l" r="r" t="t"/>
                <a:pathLst>
                  <a:path extrusionOk="0" h="4882" w="6029">
                    <a:moveTo>
                      <a:pt x="6029" y="1"/>
                    </a:moveTo>
                    <a:cubicBezTo>
                      <a:pt x="6027" y="1"/>
                      <a:pt x="6026" y="1"/>
                      <a:pt x="6024" y="2"/>
                    </a:cubicBezTo>
                    <a:lnTo>
                      <a:pt x="6024" y="2"/>
                    </a:lnTo>
                    <a:cubicBezTo>
                      <a:pt x="6026" y="2"/>
                      <a:pt x="6027" y="1"/>
                      <a:pt x="6029" y="1"/>
                    </a:cubicBezTo>
                    <a:close/>
                    <a:moveTo>
                      <a:pt x="6024" y="2"/>
                    </a:moveTo>
                    <a:lnTo>
                      <a:pt x="6024" y="2"/>
                    </a:lnTo>
                    <a:cubicBezTo>
                      <a:pt x="4003" y="504"/>
                      <a:pt x="2440" y="2004"/>
                      <a:pt x="1106" y="3547"/>
                    </a:cubicBezTo>
                    <a:cubicBezTo>
                      <a:pt x="919" y="3755"/>
                      <a:pt x="731" y="3985"/>
                      <a:pt x="543" y="4214"/>
                    </a:cubicBezTo>
                    <a:cubicBezTo>
                      <a:pt x="360" y="4418"/>
                      <a:pt x="176" y="4642"/>
                      <a:pt x="12" y="4867"/>
                    </a:cubicBezTo>
                    <a:lnTo>
                      <a:pt x="12" y="4867"/>
                    </a:lnTo>
                    <a:cubicBezTo>
                      <a:pt x="43" y="4839"/>
                      <a:pt x="134" y="4791"/>
                      <a:pt x="168" y="4756"/>
                    </a:cubicBezTo>
                    <a:cubicBezTo>
                      <a:pt x="481" y="4402"/>
                      <a:pt x="773" y="4026"/>
                      <a:pt x="1086" y="3651"/>
                    </a:cubicBezTo>
                    <a:cubicBezTo>
                      <a:pt x="1398" y="3296"/>
                      <a:pt x="1732" y="2900"/>
                      <a:pt x="2066" y="2566"/>
                    </a:cubicBezTo>
                    <a:cubicBezTo>
                      <a:pt x="2754" y="1836"/>
                      <a:pt x="3526" y="1211"/>
                      <a:pt x="4402" y="710"/>
                    </a:cubicBezTo>
                    <a:cubicBezTo>
                      <a:pt x="4882" y="439"/>
                      <a:pt x="5403" y="230"/>
                      <a:pt x="5925" y="84"/>
                    </a:cubicBezTo>
                    <a:cubicBezTo>
                      <a:pt x="5963" y="84"/>
                      <a:pt x="6002" y="12"/>
                      <a:pt x="6024" y="2"/>
                    </a:cubicBezTo>
                    <a:close/>
                    <a:moveTo>
                      <a:pt x="12" y="4867"/>
                    </a:moveTo>
                    <a:lnTo>
                      <a:pt x="12" y="4867"/>
                    </a:lnTo>
                    <a:cubicBezTo>
                      <a:pt x="5" y="4873"/>
                      <a:pt x="1" y="4878"/>
                      <a:pt x="1" y="4882"/>
                    </a:cubicBezTo>
                    <a:cubicBezTo>
                      <a:pt x="5" y="4877"/>
                      <a:pt x="8" y="4872"/>
                      <a:pt x="12" y="48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0"/>
              <p:cNvSpPr/>
              <p:nvPr/>
            </p:nvSpPr>
            <p:spPr>
              <a:xfrm>
                <a:off x="637025" y="2539925"/>
                <a:ext cx="29800" cy="81375"/>
              </a:xfrm>
              <a:custGeom>
                <a:rect b="b" l="l" r="r" t="t"/>
                <a:pathLst>
                  <a:path extrusionOk="0" h="3255" w="1192">
                    <a:moveTo>
                      <a:pt x="1189" y="3150"/>
                    </a:moveTo>
                    <a:lnTo>
                      <a:pt x="1189" y="3162"/>
                    </a:lnTo>
                    <a:lnTo>
                      <a:pt x="1189" y="3162"/>
                    </a:lnTo>
                    <a:cubicBezTo>
                      <a:pt x="1192" y="3157"/>
                      <a:pt x="1192" y="3153"/>
                      <a:pt x="1189" y="3150"/>
                    </a:cubicBezTo>
                    <a:close/>
                    <a:moveTo>
                      <a:pt x="167" y="1"/>
                    </a:moveTo>
                    <a:cubicBezTo>
                      <a:pt x="167" y="1"/>
                      <a:pt x="0" y="84"/>
                      <a:pt x="0" y="126"/>
                    </a:cubicBezTo>
                    <a:cubicBezTo>
                      <a:pt x="0" y="418"/>
                      <a:pt x="42" y="689"/>
                      <a:pt x="125" y="981"/>
                    </a:cubicBezTo>
                    <a:cubicBezTo>
                      <a:pt x="188" y="1231"/>
                      <a:pt x="271" y="1503"/>
                      <a:pt x="355" y="1753"/>
                    </a:cubicBezTo>
                    <a:cubicBezTo>
                      <a:pt x="522" y="2295"/>
                      <a:pt x="751" y="2796"/>
                      <a:pt x="1064" y="3255"/>
                    </a:cubicBezTo>
                    <a:cubicBezTo>
                      <a:pt x="1064" y="3255"/>
                      <a:pt x="1165" y="3197"/>
                      <a:pt x="1187" y="3166"/>
                    </a:cubicBezTo>
                    <a:lnTo>
                      <a:pt x="1187" y="3166"/>
                    </a:lnTo>
                    <a:cubicBezTo>
                      <a:pt x="1188" y="3167"/>
                      <a:pt x="1188" y="3169"/>
                      <a:pt x="1189" y="3171"/>
                    </a:cubicBezTo>
                    <a:lnTo>
                      <a:pt x="1189" y="3162"/>
                    </a:lnTo>
                    <a:lnTo>
                      <a:pt x="1189" y="3162"/>
                    </a:lnTo>
                    <a:cubicBezTo>
                      <a:pt x="1188" y="3163"/>
                      <a:pt x="1188" y="3164"/>
                      <a:pt x="1187" y="3166"/>
                    </a:cubicBezTo>
                    <a:lnTo>
                      <a:pt x="1187" y="3166"/>
                    </a:lnTo>
                    <a:cubicBezTo>
                      <a:pt x="979" y="2646"/>
                      <a:pt x="730" y="2126"/>
                      <a:pt x="563" y="1607"/>
                    </a:cubicBezTo>
                    <a:cubicBezTo>
                      <a:pt x="480" y="1336"/>
                      <a:pt x="396" y="1085"/>
                      <a:pt x="334" y="814"/>
                    </a:cubicBezTo>
                    <a:cubicBezTo>
                      <a:pt x="271" y="564"/>
                      <a:pt x="250" y="25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0" name="Google Shape;3580;p50"/>
          <p:cNvGrpSpPr/>
          <p:nvPr/>
        </p:nvGrpSpPr>
        <p:grpSpPr>
          <a:xfrm>
            <a:off x="8614375" y="717490"/>
            <a:ext cx="1274701" cy="774312"/>
            <a:chOff x="7154175" y="717490"/>
            <a:chExt cx="1274701" cy="774312"/>
          </a:xfrm>
        </p:grpSpPr>
        <p:grpSp>
          <p:nvGrpSpPr>
            <p:cNvPr id="3581" name="Google Shape;3581;p50"/>
            <p:cNvGrpSpPr/>
            <p:nvPr/>
          </p:nvGrpSpPr>
          <p:grpSpPr>
            <a:xfrm>
              <a:off x="7154175" y="1283675"/>
              <a:ext cx="1274701" cy="208127"/>
              <a:chOff x="7154175" y="1055075"/>
              <a:chExt cx="1274701" cy="208127"/>
            </a:xfrm>
          </p:grpSpPr>
          <p:sp>
            <p:nvSpPr>
              <p:cNvPr id="3582" name="Google Shape;3582;p50"/>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0"/>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4" name="Google Shape;3584;p50"/>
            <p:cNvGrpSpPr/>
            <p:nvPr/>
          </p:nvGrpSpPr>
          <p:grpSpPr>
            <a:xfrm>
              <a:off x="7791730" y="717627"/>
              <a:ext cx="579356" cy="566052"/>
              <a:chOff x="791550" y="2156375"/>
              <a:chExt cx="1145425" cy="1118900"/>
            </a:xfrm>
          </p:grpSpPr>
          <p:sp>
            <p:nvSpPr>
              <p:cNvPr id="3585" name="Google Shape;3585;p50"/>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0"/>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0"/>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0"/>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0"/>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0"/>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0"/>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0"/>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0"/>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0"/>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0"/>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0"/>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0"/>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0"/>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0"/>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50"/>
            <p:cNvGrpSpPr/>
            <p:nvPr/>
          </p:nvGrpSpPr>
          <p:grpSpPr>
            <a:xfrm>
              <a:off x="7211965" y="717490"/>
              <a:ext cx="579343" cy="566026"/>
              <a:chOff x="8817561" y="3596620"/>
              <a:chExt cx="650143" cy="635200"/>
            </a:xfrm>
          </p:grpSpPr>
          <p:grpSp>
            <p:nvGrpSpPr>
              <p:cNvPr id="3601" name="Google Shape;3601;p50"/>
              <p:cNvGrpSpPr/>
              <p:nvPr/>
            </p:nvGrpSpPr>
            <p:grpSpPr>
              <a:xfrm>
                <a:off x="8817561" y="3596620"/>
                <a:ext cx="650143" cy="635200"/>
                <a:chOff x="791550" y="2156375"/>
                <a:chExt cx="1145425" cy="1118900"/>
              </a:xfrm>
            </p:grpSpPr>
            <p:sp>
              <p:nvSpPr>
                <p:cNvPr id="3602" name="Google Shape;3602;p50"/>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0"/>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0"/>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0"/>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0"/>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0"/>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0"/>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0"/>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0"/>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0"/>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0"/>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0"/>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0"/>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5" name="Google Shape;3615;p50"/>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0"/>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7" name="Google Shape;3617;p50"/>
          <p:cNvGrpSpPr/>
          <p:nvPr/>
        </p:nvGrpSpPr>
        <p:grpSpPr>
          <a:xfrm>
            <a:off x="8274890" y="4608502"/>
            <a:ext cx="308013" cy="233671"/>
            <a:chOff x="745065" y="4677252"/>
            <a:chExt cx="308013" cy="233671"/>
          </a:xfrm>
        </p:grpSpPr>
        <p:sp>
          <p:nvSpPr>
            <p:cNvPr id="3618" name="Google Shape;3618;p50"/>
            <p:cNvSpPr/>
            <p:nvPr/>
          </p:nvSpPr>
          <p:spPr>
            <a:xfrm>
              <a:off x="830523" y="4844100"/>
              <a:ext cx="222556" cy="65676"/>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9" name="Google Shape;3619;p50"/>
            <p:cNvGrpSpPr/>
            <p:nvPr/>
          </p:nvGrpSpPr>
          <p:grpSpPr>
            <a:xfrm>
              <a:off x="745065" y="4677252"/>
              <a:ext cx="244411" cy="233671"/>
              <a:chOff x="745065" y="4677252"/>
              <a:chExt cx="244411" cy="233671"/>
            </a:xfrm>
          </p:grpSpPr>
          <p:sp>
            <p:nvSpPr>
              <p:cNvPr id="3620" name="Google Shape;3620;p50"/>
              <p:cNvSpPr/>
              <p:nvPr/>
            </p:nvSpPr>
            <p:spPr>
              <a:xfrm>
                <a:off x="745065" y="4677252"/>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0"/>
              <p:cNvSpPr/>
              <p:nvPr/>
            </p:nvSpPr>
            <p:spPr>
              <a:xfrm>
                <a:off x="762128" y="4709611"/>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0"/>
              <p:cNvSpPr/>
              <p:nvPr/>
            </p:nvSpPr>
            <p:spPr>
              <a:xfrm>
                <a:off x="802577" y="4801248"/>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0"/>
              <p:cNvSpPr/>
              <p:nvPr/>
            </p:nvSpPr>
            <p:spPr>
              <a:xfrm>
                <a:off x="835819" y="4687155"/>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0"/>
              <p:cNvSpPr/>
              <p:nvPr/>
            </p:nvSpPr>
            <p:spPr>
              <a:xfrm>
                <a:off x="904070" y="4724861"/>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0"/>
              <p:cNvSpPr/>
              <p:nvPr/>
            </p:nvSpPr>
            <p:spPr>
              <a:xfrm>
                <a:off x="874454" y="4729370"/>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26" name="Google Shape;3626;p5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_1_1_1_1_1_1">
    <p:spTree>
      <p:nvGrpSpPr>
        <p:cNvPr id="3627" name="Shape 3627"/>
        <p:cNvGrpSpPr/>
        <p:nvPr/>
      </p:nvGrpSpPr>
      <p:grpSpPr>
        <a:xfrm>
          <a:off x="0" y="0"/>
          <a:ext cx="0" cy="0"/>
          <a:chOff x="0" y="0"/>
          <a:chExt cx="0" cy="0"/>
        </a:xfrm>
      </p:grpSpPr>
      <p:sp>
        <p:nvSpPr>
          <p:cNvPr id="3628" name="Google Shape;3628;p51"/>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1"/>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1"/>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631" name="Google Shape;3631;p51"/>
          <p:cNvGrpSpPr/>
          <p:nvPr/>
        </p:nvGrpSpPr>
        <p:grpSpPr>
          <a:xfrm>
            <a:off x="2936544" y="-329546"/>
            <a:ext cx="2934233" cy="708308"/>
            <a:chOff x="2375925" y="3297600"/>
            <a:chExt cx="735950" cy="177650"/>
          </a:xfrm>
        </p:grpSpPr>
        <p:sp>
          <p:nvSpPr>
            <p:cNvPr id="3632" name="Google Shape;3632;p51"/>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1"/>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1"/>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1"/>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1"/>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1"/>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51"/>
          <p:cNvGrpSpPr/>
          <p:nvPr/>
        </p:nvGrpSpPr>
        <p:grpSpPr>
          <a:xfrm flipH="1">
            <a:off x="-1316585" y="1471357"/>
            <a:ext cx="1658342" cy="3137156"/>
            <a:chOff x="6265575" y="1978274"/>
            <a:chExt cx="1536925" cy="2057017"/>
          </a:xfrm>
        </p:grpSpPr>
        <p:sp>
          <p:nvSpPr>
            <p:cNvPr id="3639" name="Google Shape;3639;p51"/>
            <p:cNvSpPr/>
            <p:nvPr/>
          </p:nvSpPr>
          <p:spPr>
            <a:xfrm>
              <a:off x="7369046" y="1978274"/>
              <a:ext cx="433454" cy="2057017"/>
            </a:xfrm>
            <a:custGeom>
              <a:rect b="b" l="l" r="r" t="t"/>
              <a:pathLst>
                <a:path extrusionOk="0" h="76313" w="11538">
                  <a:moveTo>
                    <a:pt x="2029" y="1"/>
                  </a:moveTo>
                  <a:lnTo>
                    <a:pt x="0" y="2725"/>
                  </a:lnTo>
                  <a:lnTo>
                    <a:pt x="0" y="76312"/>
                  </a:lnTo>
                  <a:lnTo>
                    <a:pt x="11537" y="76312"/>
                  </a:lnTo>
                  <a:lnTo>
                    <a:pt x="2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0" name="Google Shape;3640;p51"/>
            <p:cNvGrpSpPr/>
            <p:nvPr/>
          </p:nvGrpSpPr>
          <p:grpSpPr>
            <a:xfrm>
              <a:off x="6265575" y="1978281"/>
              <a:ext cx="1179732" cy="2056993"/>
              <a:chOff x="-221497" y="1179358"/>
              <a:chExt cx="1179732" cy="2866889"/>
            </a:xfrm>
          </p:grpSpPr>
          <p:grpSp>
            <p:nvGrpSpPr>
              <p:cNvPr id="3641" name="Google Shape;3641;p51"/>
              <p:cNvGrpSpPr/>
              <p:nvPr/>
            </p:nvGrpSpPr>
            <p:grpSpPr>
              <a:xfrm>
                <a:off x="-221497" y="1179358"/>
                <a:ext cx="1179732" cy="2866889"/>
                <a:chOff x="-221497" y="1179358"/>
                <a:chExt cx="1179732" cy="2866889"/>
              </a:xfrm>
            </p:grpSpPr>
            <p:sp>
              <p:nvSpPr>
                <p:cNvPr id="3642" name="Google Shape;3642;p51"/>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1"/>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1"/>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1"/>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1"/>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1"/>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1"/>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1"/>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0" name="Google Shape;3650;p51"/>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51" name="Google Shape;3651;p51"/>
          <p:cNvGrpSpPr/>
          <p:nvPr/>
        </p:nvGrpSpPr>
        <p:grpSpPr>
          <a:xfrm flipH="1">
            <a:off x="-449208" y="1761968"/>
            <a:ext cx="701573" cy="635200"/>
            <a:chOff x="791550" y="2156375"/>
            <a:chExt cx="1145425" cy="1118900"/>
          </a:xfrm>
        </p:grpSpPr>
        <p:sp>
          <p:nvSpPr>
            <p:cNvPr id="3652" name="Google Shape;3652;p5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1"/>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1"/>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1"/>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1"/>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1"/>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1"/>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51"/>
          <p:cNvGrpSpPr/>
          <p:nvPr/>
        </p:nvGrpSpPr>
        <p:grpSpPr>
          <a:xfrm flipH="1">
            <a:off x="-449208" y="2676904"/>
            <a:ext cx="701573" cy="635200"/>
            <a:chOff x="791550" y="2156375"/>
            <a:chExt cx="1145425" cy="1118900"/>
          </a:xfrm>
        </p:grpSpPr>
        <p:sp>
          <p:nvSpPr>
            <p:cNvPr id="3668" name="Google Shape;3668;p5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1"/>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1"/>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1"/>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1"/>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1"/>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51"/>
          <p:cNvGrpSpPr/>
          <p:nvPr/>
        </p:nvGrpSpPr>
        <p:grpSpPr>
          <a:xfrm flipH="1">
            <a:off x="-449165" y="3596586"/>
            <a:ext cx="701505" cy="635200"/>
            <a:chOff x="8817561" y="3596620"/>
            <a:chExt cx="650143" cy="635200"/>
          </a:xfrm>
        </p:grpSpPr>
        <p:grpSp>
          <p:nvGrpSpPr>
            <p:cNvPr id="3683" name="Google Shape;3683;p51"/>
            <p:cNvGrpSpPr/>
            <p:nvPr/>
          </p:nvGrpSpPr>
          <p:grpSpPr>
            <a:xfrm>
              <a:off x="8817561" y="3596620"/>
              <a:ext cx="650143" cy="635200"/>
              <a:chOff x="791550" y="2156375"/>
              <a:chExt cx="1145425" cy="1118900"/>
            </a:xfrm>
          </p:grpSpPr>
          <p:sp>
            <p:nvSpPr>
              <p:cNvPr id="3684" name="Google Shape;3684;p5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1"/>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1"/>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1"/>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1"/>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7" name="Google Shape;3697;p51"/>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1"/>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51"/>
          <p:cNvGrpSpPr/>
          <p:nvPr/>
        </p:nvGrpSpPr>
        <p:grpSpPr>
          <a:xfrm>
            <a:off x="8447350" y="4074110"/>
            <a:ext cx="741900" cy="704490"/>
            <a:chOff x="8218750" y="4074110"/>
            <a:chExt cx="741900" cy="704490"/>
          </a:xfrm>
        </p:grpSpPr>
        <p:sp>
          <p:nvSpPr>
            <p:cNvPr id="3700" name="Google Shape;3700;p51"/>
            <p:cNvSpPr/>
            <p:nvPr/>
          </p:nvSpPr>
          <p:spPr>
            <a:xfrm>
              <a:off x="8218750" y="4665200"/>
              <a:ext cx="7419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1" name="Google Shape;3701;p51"/>
            <p:cNvGrpSpPr/>
            <p:nvPr/>
          </p:nvGrpSpPr>
          <p:grpSpPr>
            <a:xfrm>
              <a:off x="8352385" y="4074110"/>
              <a:ext cx="474643" cy="655339"/>
              <a:chOff x="2305875" y="238125"/>
              <a:chExt cx="646300" cy="892225"/>
            </a:xfrm>
          </p:grpSpPr>
          <p:sp>
            <p:nvSpPr>
              <p:cNvPr id="3702" name="Google Shape;3702;p51"/>
              <p:cNvSpPr/>
              <p:nvPr/>
            </p:nvSpPr>
            <p:spPr>
              <a:xfrm>
                <a:off x="2896675" y="302025"/>
                <a:ext cx="55500" cy="125400"/>
              </a:xfrm>
              <a:custGeom>
                <a:rect b="b" l="l" r="r" t="t"/>
                <a:pathLst>
                  <a:path extrusionOk="0" h="5016" w="2220">
                    <a:moveTo>
                      <a:pt x="1" y="0"/>
                    </a:moveTo>
                    <a:lnTo>
                      <a:pt x="1" y="5016"/>
                    </a:lnTo>
                    <a:lnTo>
                      <a:pt x="1833" y="5016"/>
                    </a:lnTo>
                    <a:cubicBezTo>
                      <a:pt x="2026" y="5016"/>
                      <a:pt x="2219" y="4871"/>
                      <a:pt x="2219" y="4678"/>
                    </a:cubicBezTo>
                    <a:lnTo>
                      <a:pt x="2219" y="386"/>
                    </a:lnTo>
                    <a:cubicBezTo>
                      <a:pt x="2219" y="145"/>
                      <a:pt x="2074" y="0"/>
                      <a:pt x="1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1"/>
              <p:cNvSpPr/>
              <p:nvPr/>
            </p:nvSpPr>
            <p:spPr>
              <a:xfrm>
                <a:off x="2896675" y="524875"/>
                <a:ext cx="55500" cy="125600"/>
              </a:xfrm>
              <a:custGeom>
                <a:rect b="b" l="l" r="r" t="t"/>
                <a:pathLst>
                  <a:path extrusionOk="0" h="5024" w="2220">
                    <a:moveTo>
                      <a:pt x="1906" y="1"/>
                    </a:moveTo>
                    <a:cubicBezTo>
                      <a:pt x="1883" y="1"/>
                      <a:pt x="1859" y="3"/>
                      <a:pt x="1833" y="8"/>
                    </a:cubicBezTo>
                    <a:lnTo>
                      <a:pt x="1" y="8"/>
                    </a:lnTo>
                    <a:lnTo>
                      <a:pt x="1" y="5024"/>
                    </a:lnTo>
                    <a:lnTo>
                      <a:pt x="1833" y="5024"/>
                    </a:lnTo>
                    <a:cubicBezTo>
                      <a:pt x="2074" y="5024"/>
                      <a:pt x="2219" y="4831"/>
                      <a:pt x="2219" y="4638"/>
                    </a:cubicBezTo>
                    <a:lnTo>
                      <a:pt x="2219" y="346"/>
                    </a:lnTo>
                    <a:cubicBezTo>
                      <a:pt x="2219" y="173"/>
                      <a:pt x="2103" y="1"/>
                      <a:pt x="19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1"/>
              <p:cNvSpPr/>
              <p:nvPr/>
            </p:nvSpPr>
            <p:spPr>
              <a:xfrm>
                <a:off x="2896675" y="446500"/>
                <a:ext cx="55500" cy="125625"/>
              </a:xfrm>
              <a:custGeom>
                <a:rect b="b" l="l" r="r" t="t"/>
                <a:pathLst>
                  <a:path extrusionOk="0" h="5025" w="2220">
                    <a:moveTo>
                      <a:pt x="1906" y="1"/>
                    </a:moveTo>
                    <a:cubicBezTo>
                      <a:pt x="1883" y="1"/>
                      <a:pt x="1859" y="3"/>
                      <a:pt x="1833" y="8"/>
                    </a:cubicBezTo>
                    <a:lnTo>
                      <a:pt x="1" y="8"/>
                    </a:lnTo>
                    <a:lnTo>
                      <a:pt x="1" y="5024"/>
                    </a:lnTo>
                    <a:lnTo>
                      <a:pt x="1833" y="5024"/>
                    </a:lnTo>
                    <a:cubicBezTo>
                      <a:pt x="2074" y="5024"/>
                      <a:pt x="2219" y="4831"/>
                      <a:pt x="2219" y="4638"/>
                    </a:cubicBezTo>
                    <a:lnTo>
                      <a:pt x="2219" y="346"/>
                    </a:lnTo>
                    <a:cubicBezTo>
                      <a:pt x="2219" y="173"/>
                      <a:pt x="2103" y="1"/>
                      <a:pt x="1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1"/>
              <p:cNvSpPr/>
              <p:nvPr/>
            </p:nvSpPr>
            <p:spPr>
              <a:xfrm>
                <a:off x="2896675" y="880750"/>
                <a:ext cx="55500" cy="125425"/>
              </a:xfrm>
              <a:custGeom>
                <a:rect b="b" l="l" r="r" t="t"/>
                <a:pathLst>
                  <a:path extrusionOk="0" h="5017" w="2220">
                    <a:moveTo>
                      <a:pt x="1" y="0"/>
                    </a:moveTo>
                    <a:lnTo>
                      <a:pt x="1" y="5016"/>
                    </a:lnTo>
                    <a:lnTo>
                      <a:pt x="1833" y="5016"/>
                    </a:lnTo>
                    <a:cubicBezTo>
                      <a:pt x="2074" y="5016"/>
                      <a:pt x="2219" y="4823"/>
                      <a:pt x="2219" y="4630"/>
                    </a:cubicBezTo>
                    <a:lnTo>
                      <a:pt x="2219" y="338"/>
                    </a:lnTo>
                    <a:cubicBezTo>
                      <a:pt x="2219" y="145"/>
                      <a:pt x="2074" y="0"/>
                      <a:pt x="18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1"/>
              <p:cNvSpPr/>
              <p:nvPr/>
            </p:nvSpPr>
            <p:spPr>
              <a:xfrm>
                <a:off x="2896675" y="691450"/>
                <a:ext cx="55500" cy="125425"/>
              </a:xfrm>
              <a:custGeom>
                <a:rect b="b" l="l" r="r" t="t"/>
                <a:pathLst>
                  <a:path extrusionOk="0" h="5017" w="2220">
                    <a:moveTo>
                      <a:pt x="1" y="1"/>
                    </a:moveTo>
                    <a:lnTo>
                      <a:pt x="1" y="5016"/>
                    </a:lnTo>
                    <a:lnTo>
                      <a:pt x="1833" y="5016"/>
                    </a:lnTo>
                    <a:cubicBezTo>
                      <a:pt x="2074" y="5016"/>
                      <a:pt x="2219" y="4872"/>
                      <a:pt x="2219" y="4631"/>
                    </a:cubicBezTo>
                    <a:lnTo>
                      <a:pt x="2219" y="338"/>
                    </a:lnTo>
                    <a:cubicBezTo>
                      <a:pt x="2219" y="145"/>
                      <a:pt x="2074" y="1"/>
                      <a:pt x="18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1"/>
              <p:cNvSpPr/>
              <p:nvPr/>
            </p:nvSpPr>
            <p:spPr>
              <a:xfrm>
                <a:off x="2305875" y="238125"/>
                <a:ext cx="624575" cy="892225"/>
              </a:xfrm>
              <a:custGeom>
                <a:rect b="b" l="l" r="r" t="t"/>
                <a:pathLst>
                  <a:path extrusionOk="0" h="35689" w="24983">
                    <a:moveTo>
                      <a:pt x="1" y="0"/>
                    </a:moveTo>
                    <a:lnTo>
                      <a:pt x="1" y="35689"/>
                    </a:lnTo>
                    <a:lnTo>
                      <a:pt x="23633" y="35689"/>
                    </a:lnTo>
                    <a:cubicBezTo>
                      <a:pt x="24404" y="35689"/>
                      <a:pt x="24983" y="35062"/>
                      <a:pt x="24983" y="34338"/>
                    </a:cubicBezTo>
                    <a:lnTo>
                      <a:pt x="24983" y="1350"/>
                    </a:lnTo>
                    <a:cubicBezTo>
                      <a:pt x="24983" y="579"/>
                      <a:pt x="24404" y="0"/>
                      <a:pt x="236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1"/>
              <p:cNvSpPr/>
              <p:nvPr/>
            </p:nvSpPr>
            <p:spPr>
              <a:xfrm>
                <a:off x="2387875" y="238125"/>
                <a:ext cx="50675" cy="891025"/>
              </a:xfrm>
              <a:custGeom>
                <a:rect b="b" l="l" r="r" t="t"/>
                <a:pathLst>
                  <a:path extrusionOk="0" h="35641" w="2027">
                    <a:moveTo>
                      <a:pt x="0" y="0"/>
                    </a:moveTo>
                    <a:lnTo>
                      <a:pt x="0" y="35640"/>
                    </a:lnTo>
                    <a:lnTo>
                      <a:pt x="2026" y="35640"/>
                    </a:lnTo>
                    <a:lnTo>
                      <a:pt x="2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1"/>
              <p:cNvSpPr/>
              <p:nvPr/>
            </p:nvSpPr>
            <p:spPr>
              <a:xfrm>
                <a:off x="2490350" y="375550"/>
                <a:ext cx="262875" cy="37425"/>
              </a:xfrm>
              <a:custGeom>
                <a:rect b="b" l="l" r="r" t="t"/>
                <a:pathLst>
                  <a:path extrusionOk="0" h="1497" w="10515">
                    <a:moveTo>
                      <a:pt x="1" y="1"/>
                    </a:moveTo>
                    <a:lnTo>
                      <a:pt x="1" y="1496"/>
                    </a:lnTo>
                    <a:lnTo>
                      <a:pt x="10514" y="1496"/>
                    </a:lnTo>
                    <a:lnTo>
                      <a:pt x="105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10" name="Google Shape;3710;p5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1_1_1_1_1_1_1_1_1">
    <p:spTree>
      <p:nvGrpSpPr>
        <p:cNvPr id="3711" name="Shape 3711"/>
        <p:cNvGrpSpPr/>
        <p:nvPr/>
      </p:nvGrpSpPr>
      <p:grpSpPr>
        <a:xfrm>
          <a:off x="0" y="0"/>
          <a:ext cx="0" cy="0"/>
          <a:chOff x="0" y="0"/>
          <a:chExt cx="0" cy="0"/>
        </a:xfrm>
      </p:grpSpPr>
      <p:sp>
        <p:nvSpPr>
          <p:cNvPr id="3712" name="Google Shape;3712;p52"/>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2"/>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2"/>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715" name="Google Shape;3715;p52"/>
          <p:cNvGrpSpPr/>
          <p:nvPr/>
        </p:nvGrpSpPr>
        <p:grpSpPr>
          <a:xfrm>
            <a:off x="2936544" y="-329546"/>
            <a:ext cx="2934233" cy="708308"/>
            <a:chOff x="2375925" y="3297600"/>
            <a:chExt cx="735950" cy="177650"/>
          </a:xfrm>
        </p:grpSpPr>
        <p:sp>
          <p:nvSpPr>
            <p:cNvPr id="3716" name="Google Shape;3716;p52"/>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2"/>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2"/>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2"/>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2"/>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2"/>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52"/>
          <p:cNvGrpSpPr/>
          <p:nvPr/>
        </p:nvGrpSpPr>
        <p:grpSpPr>
          <a:xfrm>
            <a:off x="-794794" y="2815406"/>
            <a:ext cx="1371803" cy="1955994"/>
            <a:chOff x="29206" y="2199506"/>
            <a:chExt cx="1371803" cy="1955994"/>
          </a:xfrm>
        </p:grpSpPr>
        <p:sp>
          <p:nvSpPr>
            <p:cNvPr id="3723" name="Google Shape;3723;p52"/>
            <p:cNvSpPr/>
            <p:nvPr/>
          </p:nvSpPr>
          <p:spPr>
            <a:xfrm>
              <a:off x="411425" y="40421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4" name="Google Shape;3724;p52"/>
            <p:cNvGrpSpPr/>
            <p:nvPr/>
          </p:nvGrpSpPr>
          <p:grpSpPr>
            <a:xfrm>
              <a:off x="29206" y="2199506"/>
              <a:ext cx="1371803" cy="1916250"/>
              <a:chOff x="173975" y="1846850"/>
              <a:chExt cx="1630575" cy="2277725"/>
            </a:xfrm>
          </p:grpSpPr>
          <p:sp>
            <p:nvSpPr>
              <p:cNvPr id="3725" name="Google Shape;3725;p52"/>
              <p:cNvSpPr/>
              <p:nvPr/>
            </p:nvSpPr>
            <p:spPr>
              <a:xfrm>
                <a:off x="593225" y="1846850"/>
                <a:ext cx="549625" cy="700300"/>
              </a:xfrm>
              <a:custGeom>
                <a:rect b="b" l="l" r="r" t="t"/>
                <a:pathLst>
                  <a:path extrusionOk="0" h="28012" w="21985">
                    <a:moveTo>
                      <a:pt x="7413" y="1"/>
                    </a:moveTo>
                    <a:cubicBezTo>
                      <a:pt x="7250" y="1"/>
                      <a:pt x="7087" y="9"/>
                      <a:pt x="6925" y="25"/>
                    </a:cubicBezTo>
                    <a:cubicBezTo>
                      <a:pt x="5965" y="129"/>
                      <a:pt x="5048" y="463"/>
                      <a:pt x="4255" y="1005"/>
                    </a:cubicBezTo>
                    <a:cubicBezTo>
                      <a:pt x="939" y="3195"/>
                      <a:pt x="0" y="7888"/>
                      <a:pt x="1126" y="11684"/>
                    </a:cubicBezTo>
                    <a:cubicBezTo>
                      <a:pt x="2065" y="14792"/>
                      <a:pt x="3942" y="17629"/>
                      <a:pt x="5778" y="20236"/>
                    </a:cubicBezTo>
                    <a:cubicBezTo>
                      <a:pt x="7154" y="22197"/>
                      <a:pt x="8906" y="23865"/>
                      <a:pt x="10950" y="25137"/>
                    </a:cubicBezTo>
                    <a:cubicBezTo>
                      <a:pt x="11463" y="25441"/>
                      <a:pt x="16387" y="28011"/>
                      <a:pt x="17483" y="28011"/>
                    </a:cubicBezTo>
                    <a:cubicBezTo>
                      <a:pt x="17591" y="28011"/>
                      <a:pt x="17661" y="27986"/>
                      <a:pt x="17687" y="27932"/>
                    </a:cubicBezTo>
                    <a:cubicBezTo>
                      <a:pt x="21984" y="18880"/>
                      <a:pt x="20920" y="5135"/>
                      <a:pt x="10575" y="755"/>
                    </a:cubicBezTo>
                    <a:cubicBezTo>
                      <a:pt x="9561" y="339"/>
                      <a:pt x="8484" y="1"/>
                      <a:pt x="7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2"/>
              <p:cNvSpPr/>
              <p:nvPr/>
            </p:nvSpPr>
            <p:spPr>
              <a:xfrm>
                <a:off x="733475" y="1878750"/>
                <a:ext cx="78250" cy="230500"/>
              </a:xfrm>
              <a:custGeom>
                <a:rect b="b" l="l" r="r" t="t"/>
                <a:pathLst>
                  <a:path extrusionOk="0" h="9220" w="3130">
                    <a:moveTo>
                      <a:pt x="168" y="0"/>
                    </a:moveTo>
                    <a:cubicBezTo>
                      <a:pt x="168" y="42"/>
                      <a:pt x="22" y="84"/>
                      <a:pt x="22" y="126"/>
                    </a:cubicBezTo>
                    <a:cubicBezTo>
                      <a:pt x="1" y="1419"/>
                      <a:pt x="168" y="2691"/>
                      <a:pt x="501" y="3922"/>
                    </a:cubicBezTo>
                    <a:cubicBezTo>
                      <a:pt x="793" y="5152"/>
                      <a:pt x="1273" y="6320"/>
                      <a:pt x="1857" y="7447"/>
                    </a:cubicBezTo>
                    <a:cubicBezTo>
                      <a:pt x="2212" y="8072"/>
                      <a:pt x="2608" y="8656"/>
                      <a:pt x="3046" y="9220"/>
                    </a:cubicBezTo>
                    <a:cubicBezTo>
                      <a:pt x="3046" y="9220"/>
                      <a:pt x="3129" y="9178"/>
                      <a:pt x="3109" y="9157"/>
                    </a:cubicBezTo>
                    <a:lnTo>
                      <a:pt x="3129" y="9157"/>
                    </a:lnTo>
                    <a:cubicBezTo>
                      <a:pt x="1690" y="7071"/>
                      <a:pt x="731" y="4673"/>
                      <a:pt x="335" y="2149"/>
                    </a:cubicBezTo>
                    <a:cubicBezTo>
                      <a:pt x="230" y="1440"/>
                      <a:pt x="189" y="731"/>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2"/>
              <p:cNvSpPr/>
              <p:nvPr/>
            </p:nvSpPr>
            <p:spPr>
              <a:xfrm>
                <a:off x="811175" y="1883375"/>
                <a:ext cx="47475" cy="282425"/>
              </a:xfrm>
              <a:custGeom>
                <a:rect b="b" l="l" r="r" t="t"/>
                <a:pathLst>
                  <a:path extrusionOk="0" h="11297" w="1899">
                    <a:moveTo>
                      <a:pt x="1776" y="0"/>
                    </a:moveTo>
                    <a:cubicBezTo>
                      <a:pt x="1774" y="0"/>
                      <a:pt x="1773" y="1"/>
                      <a:pt x="1773" y="3"/>
                    </a:cubicBezTo>
                    <a:cubicBezTo>
                      <a:pt x="1356" y="3028"/>
                      <a:pt x="1" y="5989"/>
                      <a:pt x="418" y="9118"/>
                    </a:cubicBezTo>
                    <a:cubicBezTo>
                      <a:pt x="501" y="9848"/>
                      <a:pt x="751" y="10557"/>
                      <a:pt x="1127" y="11204"/>
                    </a:cubicBezTo>
                    <a:cubicBezTo>
                      <a:pt x="1127" y="11221"/>
                      <a:pt x="1214" y="11297"/>
                      <a:pt x="1219" y="11297"/>
                    </a:cubicBezTo>
                    <a:cubicBezTo>
                      <a:pt x="1220" y="11297"/>
                      <a:pt x="1217" y="11294"/>
                      <a:pt x="1210" y="11287"/>
                    </a:cubicBezTo>
                    <a:lnTo>
                      <a:pt x="1210" y="11266"/>
                    </a:lnTo>
                    <a:cubicBezTo>
                      <a:pt x="501" y="10077"/>
                      <a:pt x="418" y="8617"/>
                      <a:pt x="501" y="7262"/>
                    </a:cubicBezTo>
                    <a:cubicBezTo>
                      <a:pt x="605" y="5739"/>
                      <a:pt x="981" y="4258"/>
                      <a:pt x="1356" y="2798"/>
                    </a:cubicBezTo>
                    <a:cubicBezTo>
                      <a:pt x="1586" y="1922"/>
                      <a:pt x="1753" y="1025"/>
                      <a:pt x="1899" y="128"/>
                    </a:cubicBezTo>
                    <a:cubicBezTo>
                      <a:pt x="1899" y="90"/>
                      <a:pt x="1795" y="0"/>
                      <a:pt x="17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2"/>
              <p:cNvSpPr/>
              <p:nvPr/>
            </p:nvSpPr>
            <p:spPr>
              <a:xfrm>
                <a:off x="861450" y="1973650"/>
                <a:ext cx="137475" cy="249800"/>
              </a:xfrm>
              <a:custGeom>
                <a:rect b="b" l="l" r="r" t="t"/>
                <a:pathLst>
                  <a:path extrusionOk="0" h="9992" w="5499">
                    <a:moveTo>
                      <a:pt x="5436" y="1"/>
                    </a:moveTo>
                    <a:cubicBezTo>
                      <a:pt x="5436" y="1"/>
                      <a:pt x="5373" y="21"/>
                      <a:pt x="5373" y="42"/>
                    </a:cubicBezTo>
                    <a:cubicBezTo>
                      <a:pt x="5290" y="418"/>
                      <a:pt x="5206" y="814"/>
                      <a:pt x="5081" y="1169"/>
                    </a:cubicBezTo>
                    <a:cubicBezTo>
                      <a:pt x="4956" y="1481"/>
                      <a:pt x="4789" y="1794"/>
                      <a:pt x="4622" y="2065"/>
                    </a:cubicBezTo>
                    <a:cubicBezTo>
                      <a:pt x="4205" y="2649"/>
                      <a:pt x="3725" y="3192"/>
                      <a:pt x="3204" y="3692"/>
                    </a:cubicBezTo>
                    <a:cubicBezTo>
                      <a:pt x="2119" y="4798"/>
                      <a:pt x="993" y="5966"/>
                      <a:pt x="451" y="7468"/>
                    </a:cubicBezTo>
                    <a:cubicBezTo>
                      <a:pt x="117" y="8281"/>
                      <a:pt x="96" y="9178"/>
                      <a:pt x="367" y="9991"/>
                    </a:cubicBezTo>
                    <a:cubicBezTo>
                      <a:pt x="367" y="9991"/>
                      <a:pt x="455" y="9947"/>
                      <a:pt x="484" y="9921"/>
                    </a:cubicBezTo>
                    <a:lnTo>
                      <a:pt x="484" y="9921"/>
                    </a:lnTo>
                    <a:cubicBezTo>
                      <a:pt x="487" y="9930"/>
                      <a:pt x="489" y="9940"/>
                      <a:pt x="492" y="9950"/>
                    </a:cubicBezTo>
                    <a:lnTo>
                      <a:pt x="492" y="9908"/>
                    </a:lnTo>
                    <a:cubicBezTo>
                      <a:pt x="492" y="9911"/>
                      <a:pt x="489" y="9916"/>
                      <a:pt x="484" y="9921"/>
                    </a:cubicBezTo>
                    <a:lnTo>
                      <a:pt x="484" y="9921"/>
                    </a:lnTo>
                    <a:cubicBezTo>
                      <a:pt x="1" y="8345"/>
                      <a:pt x="728" y="6772"/>
                      <a:pt x="1661" y="5507"/>
                    </a:cubicBezTo>
                    <a:cubicBezTo>
                      <a:pt x="2140" y="4860"/>
                      <a:pt x="2683" y="4276"/>
                      <a:pt x="3246" y="3713"/>
                    </a:cubicBezTo>
                    <a:cubicBezTo>
                      <a:pt x="3767" y="3233"/>
                      <a:pt x="4226" y="2691"/>
                      <a:pt x="4643" y="2149"/>
                    </a:cubicBezTo>
                    <a:cubicBezTo>
                      <a:pt x="5081" y="1544"/>
                      <a:pt x="5498" y="751"/>
                      <a:pt x="5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2"/>
              <p:cNvSpPr/>
              <p:nvPr/>
            </p:nvSpPr>
            <p:spPr>
              <a:xfrm>
                <a:off x="919125" y="2106625"/>
                <a:ext cx="117850" cy="197650"/>
              </a:xfrm>
              <a:custGeom>
                <a:rect b="b" l="l" r="r" t="t"/>
                <a:pathLst>
                  <a:path extrusionOk="0" h="7906" w="4714">
                    <a:moveTo>
                      <a:pt x="4693" y="0"/>
                    </a:moveTo>
                    <a:cubicBezTo>
                      <a:pt x="4693" y="0"/>
                      <a:pt x="4589" y="21"/>
                      <a:pt x="4589" y="42"/>
                    </a:cubicBezTo>
                    <a:cubicBezTo>
                      <a:pt x="4485" y="334"/>
                      <a:pt x="4443" y="647"/>
                      <a:pt x="4359" y="939"/>
                    </a:cubicBezTo>
                    <a:cubicBezTo>
                      <a:pt x="4297" y="1231"/>
                      <a:pt x="4193" y="1544"/>
                      <a:pt x="4067" y="1836"/>
                    </a:cubicBezTo>
                    <a:cubicBezTo>
                      <a:pt x="3817" y="2378"/>
                      <a:pt x="3525" y="2899"/>
                      <a:pt x="3150" y="3379"/>
                    </a:cubicBezTo>
                    <a:cubicBezTo>
                      <a:pt x="2753" y="3859"/>
                      <a:pt x="2294" y="4297"/>
                      <a:pt x="1794" y="4672"/>
                    </a:cubicBezTo>
                    <a:cubicBezTo>
                      <a:pt x="1293" y="5048"/>
                      <a:pt x="876" y="5486"/>
                      <a:pt x="542" y="6007"/>
                    </a:cubicBezTo>
                    <a:cubicBezTo>
                      <a:pt x="188" y="6591"/>
                      <a:pt x="0" y="7238"/>
                      <a:pt x="0" y="7905"/>
                    </a:cubicBezTo>
                    <a:cubicBezTo>
                      <a:pt x="0" y="7905"/>
                      <a:pt x="125" y="7884"/>
                      <a:pt x="125" y="7863"/>
                    </a:cubicBezTo>
                    <a:lnTo>
                      <a:pt x="146" y="7863"/>
                    </a:lnTo>
                    <a:cubicBezTo>
                      <a:pt x="167" y="7217"/>
                      <a:pt x="355" y="6591"/>
                      <a:pt x="688" y="6049"/>
                    </a:cubicBezTo>
                    <a:cubicBezTo>
                      <a:pt x="1022" y="5486"/>
                      <a:pt x="1460" y="5006"/>
                      <a:pt x="1982" y="4610"/>
                    </a:cubicBezTo>
                    <a:cubicBezTo>
                      <a:pt x="2461" y="4255"/>
                      <a:pt x="2899" y="3838"/>
                      <a:pt x="3296" y="3379"/>
                    </a:cubicBezTo>
                    <a:cubicBezTo>
                      <a:pt x="3671" y="2920"/>
                      <a:pt x="3984" y="2420"/>
                      <a:pt x="4213" y="1877"/>
                    </a:cubicBezTo>
                    <a:cubicBezTo>
                      <a:pt x="4339" y="1585"/>
                      <a:pt x="4443" y="1293"/>
                      <a:pt x="4547" y="981"/>
                    </a:cubicBezTo>
                    <a:cubicBezTo>
                      <a:pt x="4651" y="668"/>
                      <a:pt x="4714" y="334"/>
                      <a:pt x="4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2"/>
              <p:cNvSpPr/>
              <p:nvPr/>
            </p:nvSpPr>
            <p:spPr>
              <a:xfrm>
                <a:off x="984825" y="2283900"/>
                <a:ext cx="57375" cy="129350"/>
              </a:xfrm>
              <a:custGeom>
                <a:rect b="b" l="l" r="r" t="t"/>
                <a:pathLst>
                  <a:path extrusionOk="0" h="5174" w="2295">
                    <a:moveTo>
                      <a:pt x="2295" y="1"/>
                    </a:moveTo>
                    <a:cubicBezTo>
                      <a:pt x="2253" y="1"/>
                      <a:pt x="2190" y="22"/>
                      <a:pt x="2149" y="42"/>
                    </a:cubicBezTo>
                    <a:cubicBezTo>
                      <a:pt x="1857" y="418"/>
                      <a:pt x="1585" y="814"/>
                      <a:pt x="1377" y="1231"/>
                    </a:cubicBezTo>
                    <a:cubicBezTo>
                      <a:pt x="1147" y="1649"/>
                      <a:pt x="939" y="2066"/>
                      <a:pt x="751" y="2504"/>
                    </a:cubicBezTo>
                    <a:cubicBezTo>
                      <a:pt x="396" y="3359"/>
                      <a:pt x="146" y="4256"/>
                      <a:pt x="0" y="5173"/>
                    </a:cubicBezTo>
                    <a:cubicBezTo>
                      <a:pt x="0" y="5173"/>
                      <a:pt x="146" y="5153"/>
                      <a:pt x="167" y="5111"/>
                    </a:cubicBezTo>
                    <a:lnTo>
                      <a:pt x="146" y="5111"/>
                    </a:lnTo>
                    <a:cubicBezTo>
                      <a:pt x="313" y="4172"/>
                      <a:pt x="584" y="3275"/>
                      <a:pt x="960" y="2399"/>
                    </a:cubicBezTo>
                    <a:cubicBezTo>
                      <a:pt x="1126" y="1982"/>
                      <a:pt x="1335" y="1565"/>
                      <a:pt x="1565" y="1190"/>
                    </a:cubicBezTo>
                    <a:cubicBezTo>
                      <a:pt x="1669" y="981"/>
                      <a:pt x="1794" y="793"/>
                      <a:pt x="1919" y="606"/>
                    </a:cubicBezTo>
                    <a:cubicBezTo>
                      <a:pt x="2023" y="397"/>
                      <a:pt x="2190" y="209"/>
                      <a:pt x="2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2"/>
              <p:cNvSpPr/>
              <p:nvPr/>
            </p:nvSpPr>
            <p:spPr>
              <a:xfrm>
                <a:off x="657350" y="1935575"/>
                <a:ext cx="156450" cy="183150"/>
              </a:xfrm>
              <a:custGeom>
                <a:rect b="b" l="l" r="r" t="t"/>
                <a:pathLst>
                  <a:path extrusionOk="0" h="7326" w="6258">
                    <a:moveTo>
                      <a:pt x="6257" y="7279"/>
                    </a:moveTo>
                    <a:cubicBezTo>
                      <a:pt x="6257" y="7280"/>
                      <a:pt x="6257" y="7280"/>
                      <a:pt x="6258" y="7280"/>
                    </a:cubicBezTo>
                    <a:cubicBezTo>
                      <a:pt x="6257" y="7280"/>
                      <a:pt x="6257" y="7280"/>
                      <a:pt x="6257" y="7279"/>
                    </a:cubicBezTo>
                    <a:close/>
                    <a:moveTo>
                      <a:pt x="188" y="1"/>
                    </a:moveTo>
                    <a:cubicBezTo>
                      <a:pt x="188" y="1"/>
                      <a:pt x="1" y="22"/>
                      <a:pt x="1" y="43"/>
                    </a:cubicBezTo>
                    <a:cubicBezTo>
                      <a:pt x="21" y="794"/>
                      <a:pt x="293" y="1503"/>
                      <a:pt x="731" y="2087"/>
                    </a:cubicBezTo>
                    <a:cubicBezTo>
                      <a:pt x="1148" y="2629"/>
                      <a:pt x="1607" y="3109"/>
                      <a:pt x="2149" y="3547"/>
                    </a:cubicBezTo>
                    <a:cubicBezTo>
                      <a:pt x="3046" y="4339"/>
                      <a:pt x="3880" y="5236"/>
                      <a:pt x="4756" y="6091"/>
                    </a:cubicBezTo>
                    <a:cubicBezTo>
                      <a:pt x="5173" y="6508"/>
                      <a:pt x="5611" y="6926"/>
                      <a:pt x="6070" y="7322"/>
                    </a:cubicBezTo>
                    <a:cubicBezTo>
                      <a:pt x="6075" y="7324"/>
                      <a:pt x="6081" y="7325"/>
                      <a:pt x="6087" y="7325"/>
                    </a:cubicBezTo>
                    <a:cubicBezTo>
                      <a:pt x="6132" y="7325"/>
                      <a:pt x="6215" y="7277"/>
                      <a:pt x="6247" y="7277"/>
                    </a:cubicBezTo>
                    <a:cubicBezTo>
                      <a:pt x="6251" y="7277"/>
                      <a:pt x="6254" y="7278"/>
                      <a:pt x="6257" y="7279"/>
                    </a:cubicBezTo>
                    <a:lnTo>
                      <a:pt x="6257" y="7279"/>
                    </a:lnTo>
                    <a:cubicBezTo>
                      <a:pt x="5360" y="6529"/>
                      <a:pt x="4568" y="5653"/>
                      <a:pt x="3734" y="4819"/>
                    </a:cubicBezTo>
                    <a:cubicBezTo>
                      <a:pt x="3317" y="4402"/>
                      <a:pt x="2900" y="3985"/>
                      <a:pt x="2483" y="3588"/>
                    </a:cubicBezTo>
                    <a:cubicBezTo>
                      <a:pt x="1982" y="3192"/>
                      <a:pt x="1523" y="2754"/>
                      <a:pt x="1106" y="2274"/>
                    </a:cubicBezTo>
                    <a:cubicBezTo>
                      <a:pt x="605" y="1628"/>
                      <a:pt x="272" y="835"/>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2"/>
              <p:cNvSpPr/>
              <p:nvPr/>
            </p:nvSpPr>
            <p:spPr>
              <a:xfrm>
                <a:off x="633200" y="2113450"/>
                <a:ext cx="265600" cy="166825"/>
              </a:xfrm>
              <a:custGeom>
                <a:rect b="b" l="l" r="r" t="t"/>
                <a:pathLst>
                  <a:path extrusionOk="0" h="6673" w="10624">
                    <a:moveTo>
                      <a:pt x="9" y="1"/>
                    </a:moveTo>
                    <a:cubicBezTo>
                      <a:pt x="2" y="1"/>
                      <a:pt x="0" y="5"/>
                      <a:pt x="7" y="19"/>
                    </a:cubicBezTo>
                    <a:cubicBezTo>
                      <a:pt x="800" y="645"/>
                      <a:pt x="1571" y="1271"/>
                      <a:pt x="2364" y="1896"/>
                    </a:cubicBezTo>
                    <a:cubicBezTo>
                      <a:pt x="3094" y="2501"/>
                      <a:pt x="3803" y="3106"/>
                      <a:pt x="4575" y="3648"/>
                    </a:cubicBezTo>
                    <a:cubicBezTo>
                      <a:pt x="5159" y="4086"/>
                      <a:pt x="5806" y="4420"/>
                      <a:pt x="6515" y="4650"/>
                    </a:cubicBezTo>
                    <a:cubicBezTo>
                      <a:pt x="7182" y="4858"/>
                      <a:pt x="7850" y="5025"/>
                      <a:pt x="8517" y="5234"/>
                    </a:cubicBezTo>
                    <a:cubicBezTo>
                      <a:pt x="9330" y="5505"/>
                      <a:pt x="10081" y="5880"/>
                      <a:pt x="10561" y="6631"/>
                    </a:cubicBezTo>
                    <a:cubicBezTo>
                      <a:pt x="10561" y="6645"/>
                      <a:pt x="10590" y="6650"/>
                      <a:pt x="10609" y="6658"/>
                    </a:cubicBezTo>
                    <a:lnTo>
                      <a:pt x="10609" y="6658"/>
                    </a:lnTo>
                    <a:lnTo>
                      <a:pt x="10603" y="6652"/>
                    </a:lnTo>
                    <a:cubicBezTo>
                      <a:pt x="9935" y="5546"/>
                      <a:pt x="8580" y="5171"/>
                      <a:pt x="7412" y="4837"/>
                    </a:cubicBezTo>
                    <a:cubicBezTo>
                      <a:pt x="6702" y="4670"/>
                      <a:pt x="6014" y="4420"/>
                      <a:pt x="5368" y="4128"/>
                    </a:cubicBezTo>
                    <a:cubicBezTo>
                      <a:pt x="4888" y="3857"/>
                      <a:pt x="4429" y="3544"/>
                      <a:pt x="4012" y="3190"/>
                    </a:cubicBezTo>
                    <a:cubicBezTo>
                      <a:pt x="3615" y="2877"/>
                      <a:pt x="3240" y="2564"/>
                      <a:pt x="2823" y="2230"/>
                    </a:cubicBezTo>
                    <a:cubicBezTo>
                      <a:pt x="1926" y="1521"/>
                      <a:pt x="1050" y="791"/>
                      <a:pt x="132" y="82"/>
                    </a:cubicBezTo>
                    <a:cubicBezTo>
                      <a:pt x="111" y="40"/>
                      <a:pt x="70" y="19"/>
                      <a:pt x="49" y="19"/>
                    </a:cubicBezTo>
                    <a:cubicBezTo>
                      <a:pt x="49" y="19"/>
                      <a:pt x="21" y="1"/>
                      <a:pt x="9" y="1"/>
                    </a:cubicBezTo>
                    <a:close/>
                    <a:moveTo>
                      <a:pt x="10609" y="6658"/>
                    </a:moveTo>
                    <a:lnTo>
                      <a:pt x="10624" y="6673"/>
                    </a:lnTo>
                    <a:cubicBezTo>
                      <a:pt x="10624" y="6666"/>
                      <a:pt x="10617" y="6662"/>
                      <a:pt x="10609" y="66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2"/>
              <p:cNvSpPr/>
              <p:nvPr/>
            </p:nvSpPr>
            <p:spPr>
              <a:xfrm>
                <a:off x="703850" y="2282625"/>
                <a:ext cx="260125" cy="90475"/>
              </a:xfrm>
              <a:custGeom>
                <a:rect b="b" l="l" r="r" t="t"/>
                <a:pathLst>
                  <a:path extrusionOk="0" h="3619" w="10405">
                    <a:moveTo>
                      <a:pt x="196" y="0"/>
                    </a:moveTo>
                    <a:cubicBezTo>
                      <a:pt x="129" y="0"/>
                      <a:pt x="0" y="76"/>
                      <a:pt x="18" y="93"/>
                    </a:cubicBezTo>
                    <a:cubicBezTo>
                      <a:pt x="748" y="1095"/>
                      <a:pt x="2124" y="1345"/>
                      <a:pt x="3251" y="1679"/>
                    </a:cubicBezTo>
                    <a:cubicBezTo>
                      <a:pt x="4752" y="2096"/>
                      <a:pt x="6233" y="2513"/>
                      <a:pt x="7735" y="2930"/>
                    </a:cubicBezTo>
                    <a:cubicBezTo>
                      <a:pt x="8590" y="3160"/>
                      <a:pt x="9445" y="3389"/>
                      <a:pt x="10301" y="3618"/>
                    </a:cubicBezTo>
                    <a:cubicBezTo>
                      <a:pt x="10342" y="3618"/>
                      <a:pt x="10363" y="3598"/>
                      <a:pt x="10405" y="3577"/>
                    </a:cubicBezTo>
                    <a:lnTo>
                      <a:pt x="10384" y="3577"/>
                    </a:lnTo>
                    <a:cubicBezTo>
                      <a:pt x="8924" y="3139"/>
                      <a:pt x="7464" y="2722"/>
                      <a:pt x="6004" y="2304"/>
                    </a:cubicBezTo>
                    <a:lnTo>
                      <a:pt x="3793" y="1679"/>
                    </a:lnTo>
                    <a:cubicBezTo>
                      <a:pt x="3146" y="1491"/>
                      <a:pt x="2500" y="1345"/>
                      <a:pt x="1874" y="1115"/>
                    </a:cubicBezTo>
                    <a:cubicBezTo>
                      <a:pt x="1227" y="907"/>
                      <a:pt x="664" y="531"/>
                      <a:pt x="226" y="10"/>
                    </a:cubicBezTo>
                    <a:cubicBezTo>
                      <a:pt x="219" y="3"/>
                      <a:pt x="209" y="0"/>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2"/>
              <p:cNvSpPr/>
              <p:nvPr/>
            </p:nvSpPr>
            <p:spPr>
              <a:xfrm>
                <a:off x="876350" y="2445550"/>
                <a:ext cx="131950" cy="25725"/>
              </a:xfrm>
              <a:custGeom>
                <a:rect b="b" l="l" r="r" t="t"/>
                <a:pathLst>
                  <a:path extrusionOk="0" h="1029" w="5278">
                    <a:moveTo>
                      <a:pt x="1" y="1"/>
                    </a:moveTo>
                    <a:cubicBezTo>
                      <a:pt x="63" y="84"/>
                      <a:pt x="147" y="126"/>
                      <a:pt x="230" y="167"/>
                    </a:cubicBezTo>
                    <a:cubicBezTo>
                      <a:pt x="355" y="230"/>
                      <a:pt x="460" y="293"/>
                      <a:pt x="585" y="334"/>
                    </a:cubicBezTo>
                    <a:cubicBezTo>
                      <a:pt x="814" y="439"/>
                      <a:pt x="1044" y="522"/>
                      <a:pt x="1273" y="605"/>
                    </a:cubicBezTo>
                    <a:cubicBezTo>
                      <a:pt x="1732" y="751"/>
                      <a:pt x="2191" y="877"/>
                      <a:pt x="2671" y="939"/>
                    </a:cubicBezTo>
                    <a:cubicBezTo>
                      <a:pt x="3077" y="997"/>
                      <a:pt x="3484" y="1028"/>
                      <a:pt x="3888" y="1028"/>
                    </a:cubicBezTo>
                    <a:cubicBezTo>
                      <a:pt x="4355" y="1028"/>
                      <a:pt x="4819" y="987"/>
                      <a:pt x="5278" y="897"/>
                    </a:cubicBezTo>
                    <a:lnTo>
                      <a:pt x="5236" y="897"/>
                    </a:lnTo>
                    <a:cubicBezTo>
                      <a:pt x="4808" y="974"/>
                      <a:pt x="4380" y="1011"/>
                      <a:pt x="3952" y="1011"/>
                    </a:cubicBezTo>
                    <a:cubicBezTo>
                      <a:pt x="3441" y="1011"/>
                      <a:pt x="2931" y="958"/>
                      <a:pt x="2420" y="856"/>
                    </a:cubicBezTo>
                    <a:cubicBezTo>
                      <a:pt x="2045" y="772"/>
                      <a:pt x="1669" y="668"/>
                      <a:pt x="1294" y="522"/>
                    </a:cubicBezTo>
                    <a:cubicBezTo>
                      <a:pt x="898" y="376"/>
                      <a:pt x="522" y="147"/>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2"/>
              <p:cNvSpPr/>
              <p:nvPr/>
            </p:nvSpPr>
            <p:spPr>
              <a:xfrm>
                <a:off x="173975" y="3082125"/>
                <a:ext cx="780625" cy="334425"/>
              </a:xfrm>
              <a:custGeom>
                <a:rect b="b" l="l" r="r" t="t"/>
                <a:pathLst>
                  <a:path extrusionOk="0" h="13377" w="31225">
                    <a:moveTo>
                      <a:pt x="31221" y="9950"/>
                    </a:moveTo>
                    <a:cubicBezTo>
                      <a:pt x="31222" y="9951"/>
                      <a:pt x="31223" y="9952"/>
                      <a:pt x="31224" y="9954"/>
                    </a:cubicBezTo>
                    <a:cubicBezTo>
                      <a:pt x="31223" y="9952"/>
                      <a:pt x="31222" y="9951"/>
                      <a:pt x="31221" y="9950"/>
                    </a:cubicBezTo>
                    <a:close/>
                    <a:moveTo>
                      <a:pt x="12160" y="1"/>
                    </a:moveTo>
                    <a:cubicBezTo>
                      <a:pt x="11118" y="1"/>
                      <a:pt x="10079" y="96"/>
                      <a:pt x="9053" y="297"/>
                    </a:cubicBezTo>
                    <a:cubicBezTo>
                      <a:pt x="7405" y="630"/>
                      <a:pt x="5757" y="1235"/>
                      <a:pt x="4506" y="2361"/>
                    </a:cubicBezTo>
                    <a:cubicBezTo>
                      <a:pt x="1" y="6387"/>
                      <a:pt x="4109" y="12039"/>
                      <a:pt x="8886" y="12769"/>
                    </a:cubicBezTo>
                    <a:cubicBezTo>
                      <a:pt x="11250" y="13140"/>
                      <a:pt x="13650" y="13376"/>
                      <a:pt x="16034" y="13376"/>
                    </a:cubicBezTo>
                    <a:cubicBezTo>
                      <a:pt x="19960" y="13376"/>
                      <a:pt x="23842" y="12735"/>
                      <a:pt x="27449" y="10996"/>
                    </a:cubicBezTo>
                    <a:cubicBezTo>
                      <a:pt x="27861" y="10791"/>
                      <a:pt x="29823" y="9796"/>
                      <a:pt x="30774" y="9796"/>
                    </a:cubicBezTo>
                    <a:cubicBezTo>
                      <a:pt x="30978" y="9796"/>
                      <a:pt x="31135" y="9841"/>
                      <a:pt x="31221" y="9950"/>
                    </a:cubicBezTo>
                    <a:lnTo>
                      <a:pt x="31221" y="9950"/>
                    </a:lnTo>
                    <a:cubicBezTo>
                      <a:pt x="29824" y="8158"/>
                      <a:pt x="27761" y="6761"/>
                      <a:pt x="25989" y="5344"/>
                    </a:cubicBezTo>
                    <a:cubicBezTo>
                      <a:pt x="24362" y="4051"/>
                      <a:pt x="22631" y="2945"/>
                      <a:pt x="20775" y="2049"/>
                    </a:cubicBezTo>
                    <a:cubicBezTo>
                      <a:pt x="18090" y="768"/>
                      <a:pt x="15120" y="1"/>
                      <a:pt x="121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2"/>
              <p:cNvSpPr/>
              <p:nvPr/>
            </p:nvSpPr>
            <p:spPr>
              <a:xfrm>
                <a:off x="678200" y="3273075"/>
                <a:ext cx="173150" cy="114225"/>
              </a:xfrm>
              <a:custGeom>
                <a:rect b="b" l="l" r="r" t="t"/>
                <a:pathLst>
                  <a:path extrusionOk="0" h="4569" w="6926">
                    <a:moveTo>
                      <a:pt x="6905" y="0"/>
                    </a:moveTo>
                    <a:cubicBezTo>
                      <a:pt x="5799" y="167"/>
                      <a:pt x="4736" y="522"/>
                      <a:pt x="3776" y="1043"/>
                    </a:cubicBezTo>
                    <a:cubicBezTo>
                      <a:pt x="2775" y="1586"/>
                      <a:pt x="1878" y="2274"/>
                      <a:pt x="1106" y="3087"/>
                    </a:cubicBezTo>
                    <a:cubicBezTo>
                      <a:pt x="877" y="3317"/>
                      <a:pt x="668" y="3546"/>
                      <a:pt x="481" y="3796"/>
                    </a:cubicBezTo>
                    <a:cubicBezTo>
                      <a:pt x="293" y="4026"/>
                      <a:pt x="126" y="4297"/>
                      <a:pt x="1" y="4568"/>
                    </a:cubicBezTo>
                    <a:cubicBezTo>
                      <a:pt x="43" y="4547"/>
                      <a:pt x="84" y="4547"/>
                      <a:pt x="105" y="4527"/>
                    </a:cubicBezTo>
                    <a:cubicBezTo>
                      <a:pt x="439" y="4088"/>
                      <a:pt x="752" y="3650"/>
                      <a:pt x="1106" y="3254"/>
                    </a:cubicBezTo>
                    <a:cubicBezTo>
                      <a:pt x="1461" y="2858"/>
                      <a:pt x="1836" y="2482"/>
                      <a:pt x="2253" y="2149"/>
                    </a:cubicBezTo>
                    <a:cubicBezTo>
                      <a:pt x="3067" y="1481"/>
                      <a:pt x="4006" y="960"/>
                      <a:pt x="4986" y="584"/>
                    </a:cubicBezTo>
                    <a:cubicBezTo>
                      <a:pt x="5570" y="376"/>
                      <a:pt x="6196" y="209"/>
                      <a:pt x="6800" y="84"/>
                    </a:cubicBezTo>
                    <a:cubicBezTo>
                      <a:pt x="6821" y="84"/>
                      <a:pt x="6926" y="21"/>
                      <a:pt x="6905" y="21"/>
                    </a:cubicBezTo>
                    <a:lnTo>
                      <a:pt x="6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2"/>
              <p:cNvSpPr/>
              <p:nvPr/>
            </p:nvSpPr>
            <p:spPr>
              <a:xfrm>
                <a:off x="396625" y="3216525"/>
                <a:ext cx="306125" cy="175450"/>
              </a:xfrm>
              <a:custGeom>
                <a:rect b="b" l="l" r="r" t="t"/>
                <a:pathLst>
                  <a:path extrusionOk="0" h="7018" w="12245">
                    <a:moveTo>
                      <a:pt x="11739" y="1"/>
                    </a:moveTo>
                    <a:cubicBezTo>
                      <a:pt x="10996" y="1"/>
                      <a:pt x="10282" y="318"/>
                      <a:pt x="9720" y="761"/>
                    </a:cubicBezTo>
                    <a:cubicBezTo>
                      <a:pt x="8865" y="1449"/>
                      <a:pt x="8281" y="2388"/>
                      <a:pt x="7509" y="3138"/>
                    </a:cubicBezTo>
                    <a:cubicBezTo>
                      <a:pt x="6133" y="4473"/>
                      <a:pt x="4214" y="4828"/>
                      <a:pt x="2483" y="5474"/>
                    </a:cubicBezTo>
                    <a:cubicBezTo>
                      <a:pt x="2003" y="5641"/>
                      <a:pt x="1544" y="5850"/>
                      <a:pt x="1106" y="6121"/>
                    </a:cubicBezTo>
                    <a:cubicBezTo>
                      <a:pt x="898" y="6225"/>
                      <a:pt x="710" y="6350"/>
                      <a:pt x="522" y="6496"/>
                    </a:cubicBezTo>
                    <a:cubicBezTo>
                      <a:pt x="355" y="6622"/>
                      <a:pt x="105" y="6789"/>
                      <a:pt x="1" y="7018"/>
                    </a:cubicBezTo>
                    <a:lnTo>
                      <a:pt x="230" y="7018"/>
                    </a:lnTo>
                    <a:cubicBezTo>
                      <a:pt x="418" y="6872"/>
                      <a:pt x="585" y="6747"/>
                      <a:pt x="752" y="6601"/>
                    </a:cubicBezTo>
                    <a:cubicBezTo>
                      <a:pt x="918" y="6455"/>
                      <a:pt x="1085" y="6330"/>
                      <a:pt x="1273" y="6225"/>
                    </a:cubicBezTo>
                    <a:cubicBezTo>
                      <a:pt x="1628" y="5996"/>
                      <a:pt x="2003" y="5808"/>
                      <a:pt x="2399" y="5662"/>
                    </a:cubicBezTo>
                    <a:cubicBezTo>
                      <a:pt x="3171" y="5328"/>
                      <a:pt x="4005" y="5099"/>
                      <a:pt x="4798" y="4828"/>
                    </a:cubicBezTo>
                    <a:cubicBezTo>
                      <a:pt x="5591" y="4578"/>
                      <a:pt x="6362" y="4223"/>
                      <a:pt x="7071" y="3764"/>
                    </a:cubicBezTo>
                    <a:cubicBezTo>
                      <a:pt x="7885" y="3201"/>
                      <a:pt x="8448" y="2408"/>
                      <a:pt x="9074" y="1678"/>
                    </a:cubicBezTo>
                    <a:cubicBezTo>
                      <a:pt x="9745" y="895"/>
                      <a:pt x="10683" y="12"/>
                      <a:pt x="11768" y="12"/>
                    </a:cubicBezTo>
                    <a:cubicBezTo>
                      <a:pt x="11897" y="12"/>
                      <a:pt x="12028" y="25"/>
                      <a:pt x="12161" y="52"/>
                    </a:cubicBezTo>
                    <a:lnTo>
                      <a:pt x="12244" y="52"/>
                    </a:lnTo>
                    <a:cubicBezTo>
                      <a:pt x="12075" y="17"/>
                      <a:pt x="11906" y="1"/>
                      <a:pt x="1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2"/>
              <p:cNvSpPr/>
              <p:nvPr/>
            </p:nvSpPr>
            <p:spPr>
              <a:xfrm>
                <a:off x="268875" y="3199025"/>
                <a:ext cx="251875" cy="109575"/>
              </a:xfrm>
              <a:custGeom>
                <a:rect b="b" l="l" r="r" t="t"/>
                <a:pathLst>
                  <a:path extrusionOk="0" h="4383" w="10075">
                    <a:moveTo>
                      <a:pt x="10033" y="1"/>
                    </a:moveTo>
                    <a:cubicBezTo>
                      <a:pt x="8698" y="564"/>
                      <a:pt x="7447" y="1294"/>
                      <a:pt x="6300" y="2149"/>
                    </a:cubicBezTo>
                    <a:cubicBezTo>
                      <a:pt x="5716" y="2608"/>
                      <a:pt x="5111" y="3025"/>
                      <a:pt x="4464" y="3400"/>
                    </a:cubicBezTo>
                    <a:cubicBezTo>
                      <a:pt x="3838" y="3713"/>
                      <a:pt x="3171" y="3943"/>
                      <a:pt x="2483" y="4068"/>
                    </a:cubicBezTo>
                    <a:cubicBezTo>
                      <a:pt x="2049" y="4115"/>
                      <a:pt x="1616" y="4142"/>
                      <a:pt x="1183" y="4142"/>
                    </a:cubicBezTo>
                    <a:cubicBezTo>
                      <a:pt x="844" y="4142"/>
                      <a:pt x="506" y="4125"/>
                      <a:pt x="167" y="4089"/>
                    </a:cubicBezTo>
                    <a:cubicBezTo>
                      <a:pt x="126" y="4089"/>
                      <a:pt x="1" y="4214"/>
                      <a:pt x="42" y="4235"/>
                    </a:cubicBezTo>
                    <a:cubicBezTo>
                      <a:pt x="188" y="4276"/>
                      <a:pt x="334" y="4318"/>
                      <a:pt x="480" y="4339"/>
                    </a:cubicBezTo>
                    <a:cubicBezTo>
                      <a:pt x="668" y="4360"/>
                      <a:pt x="835" y="4381"/>
                      <a:pt x="1043" y="4381"/>
                    </a:cubicBezTo>
                    <a:cubicBezTo>
                      <a:pt x="1086" y="4382"/>
                      <a:pt x="1129" y="4382"/>
                      <a:pt x="1172" y="4382"/>
                    </a:cubicBezTo>
                    <a:cubicBezTo>
                      <a:pt x="2151" y="4382"/>
                      <a:pt x="3128" y="4154"/>
                      <a:pt x="4047" y="3734"/>
                    </a:cubicBezTo>
                    <a:cubicBezTo>
                      <a:pt x="4673" y="3421"/>
                      <a:pt x="5257" y="3046"/>
                      <a:pt x="5820" y="2608"/>
                    </a:cubicBezTo>
                    <a:cubicBezTo>
                      <a:pt x="6404" y="2149"/>
                      <a:pt x="7050" y="1711"/>
                      <a:pt x="7697" y="1336"/>
                    </a:cubicBezTo>
                    <a:cubicBezTo>
                      <a:pt x="8427" y="877"/>
                      <a:pt x="9199" y="480"/>
                      <a:pt x="9971" y="105"/>
                    </a:cubicBezTo>
                    <a:cubicBezTo>
                      <a:pt x="9991" y="105"/>
                      <a:pt x="10075" y="1"/>
                      <a:pt x="100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2"/>
              <p:cNvSpPr/>
              <p:nvPr/>
            </p:nvSpPr>
            <p:spPr>
              <a:xfrm>
                <a:off x="249575" y="3178175"/>
                <a:ext cx="155950" cy="39125"/>
              </a:xfrm>
              <a:custGeom>
                <a:rect b="b" l="l" r="r" t="t"/>
                <a:pathLst>
                  <a:path extrusionOk="0" h="1565" w="6238">
                    <a:moveTo>
                      <a:pt x="1711" y="0"/>
                    </a:moveTo>
                    <a:cubicBezTo>
                      <a:pt x="1440" y="0"/>
                      <a:pt x="1169" y="0"/>
                      <a:pt x="898" y="42"/>
                    </a:cubicBezTo>
                    <a:cubicBezTo>
                      <a:pt x="627" y="42"/>
                      <a:pt x="355" y="84"/>
                      <a:pt x="105" y="188"/>
                    </a:cubicBezTo>
                    <a:cubicBezTo>
                      <a:pt x="105" y="188"/>
                      <a:pt x="1" y="272"/>
                      <a:pt x="22" y="272"/>
                    </a:cubicBezTo>
                    <a:cubicBezTo>
                      <a:pt x="58" y="278"/>
                      <a:pt x="97" y="280"/>
                      <a:pt x="136" y="280"/>
                    </a:cubicBezTo>
                    <a:cubicBezTo>
                      <a:pt x="231" y="280"/>
                      <a:pt x="330" y="265"/>
                      <a:pt x="418" y="251"/>
                    </a:cubicBezTo>
                    <a:cubicBezTo>
                      <a:pt x="543" y="230"/>
                      <a:pt x="689" y="209"/>
                      <a:pt x="793" y="209"/>
                    </a:cubicBezTo>
                    <a:cubicBezTo>
                      <a:pt x="1065" y="188"/>
                      <a:pt x="1336" y="167"/>
                      <a:pt x="1607" y="167"/>
                    </a:cubicBezTo>
                    <a:cubicBezTo>
                      <a:pt x="2128" y="188"/>
                      <a:pt x="2671" y="230"/>
                      <a:pt x="3192" y="355"/>
                    </a:cubicBezTo>
                    <a:cubicBezTo>
                      <a:pt x="3734" y="459"/>
                      <a:pt x="4256" y="626"/>
                      <a:pt x="4756" y="835"/>
                    </a:cubicBezTo>
                    <a:cubicBezTo>
                      <a:pt x="5007" y="939"/>
                      <a:pt x="5257" y="1064"/>
                      <a:pt x="5486" y="1189"/>
                    </a:cubicBezTo>
                    <a:cubicBezTo>
                      <a:pt x="5716" y="1335"/>
                      <a:pt x="5945" y="1440"/>
                      <a:pt x="6175" y="1565"/>
                    </a:cubicBezTo>
                    <a:cubicBezTo>
                      <a:pt x="6196" y="1565"/>
                      <a:pt x="6237" y="1502"/>
                      <a:pt x="6237" y="1502"/>
                    </a:cubicBezTo>
                    <a:lnTo>
                      <a:pt x="6216" y="1502"/>
                    </a:lnTo>
                    <a:cubicBezTo>
                      <a:pt x="6029" y="1294"/>
                      <a:pt x="5799" y="1127"/>
                      <a:pt x="5549" y="1022"/>
                    </a:cubicBezTo>
                    <a:cubicBezTo>
                      <a:pt x="5299" y="876"/>
                      <a:pt x="5069" y="772"/>
                      <a:pt x="4819" y="668"/>
                    </a:cubicBezTo>
                    <a:cubicBezTo>
                      <a:pt x="4318" y="459"/>
                      <a:pt x="3818" y="292"/>
                      <a:pt x="3317" y="188"/>
                    </a:cubicBezTo>
                    <a:cubicBezTo>
                      <a:pt x="2775" y="63"/>
                      <a:pt x="2253" y="21"/>
                      <a:pt x="1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2"/>
              <p:cNvSpPr/>
              <p:nvPr/>
            </p:nvSpPr>
            <p:spPr>
              <a:xfrm>
                <a:off x="352825" y="3106725"/>
                <a:ext cx="195575" cy="87625"/>
              </a:xfrm>
              <a:custGeom>
                <a:rect b="b" l="l" r="r" t="t"/>
                <a:pathLst>
                  <a:path extrusionOk="0" h="3505" w="7823">
                    <a:moveTo>
                      <a:pt x="1" y="1"/>
                    </a:moveTo>
                    <a:cubicBezTo>
                      <a:pt x="2" y="1"/>
                      <a:pt x="4" y="1"/>
                      <a:pt x="5" y="1"/>
                    </a:cubicBezTo>
                    <a:lnTo>
                      <a:pt x="5" y="1"/>
                    </a:lnTo>
                    <a:cubicBezTo>
                      <a:pt x="4" y="1"/>
                      <a:pt x="2" y="1"/>
                      <a:pt x="1" y="1"/>
                    </a:cubicBezTo>
                    <a:close/>
                    <a:moveTo>
                      <a:pt x="5" y="1"/>
                    </a:moveTo>
                    <a:cubicBezTo>
                      <a:pt x="27" y="7"/>
                      <a:pt x="66" y="43"/>
                      <a:pt x="105" y="43"/>
                    </a:cubicBezTo>
                    <a:cubicBezTo>
                      <a:pt x="731" y="251"/>
                      <a:pt x="1377" y="376"/>
                      <a:pt x="2024" y="564"/>
                    </a:cubicBezTo>
                    <a:cubicBezTo>
                      <a:pt x="2650" y="752"/>
                      <a:pt x="3234" y="856"/>
                      <a:pt x="3818" y="1023"/>
                    </a:cubicBezTo>
                    <a:cubicBezTo>
                      <a:pt x="4131" y="1085"/>
                      <a:pt x="4402" y="1211"/>
                      <a:pt x="4652" y="1398"/>
                    </a:cubicBezTo>
                    <a:cubicBezTo>
                      <a:pt x="4881" y="1586"/>
                      <a:pt x="5069" y="1795"/>
                      <a:pt x="5278" y="1982"/>
                    </a:cubicBezTo>
                    <a:cubicBezTo>
                      <a:pt x="5653" y="2337"/>
                      <a:pt x="6070" y="2650"/>
                      <a:pt x="6529" y="2921"/>
                    </a:cubicBezTo>
                    <a:cubicBezTo>
                      <a:pt x="6911" y="3142"/>
                      <a:pt x="7331" y="3343"/>
                      <a:pt x="7771" y="3488"/>
                    </a:cubicBezTo>
                    <a:lnTo>
                      <a:pt x="7771" y="3488"/>
                    </a:lnTo>
                    <a:cubicBezTo>
                      <a:pt x="7747" y="3474"/>
                      <a:pt x="7722" y="3455"/>
                      <a:pt x="7697" y="3442"/>
                    </a:cubicBezTo>
                    <a:cubicBezTo>
                      <a:pt x="7092" y="3234"/>
                      <a:pt x="6529" y="2942"/>
                      <a:pt x="6029" y="2566"/>
                    </a:cubicBezTo>
                    <a:cubicBezTo>
                      <a:pt x="5611" y="2233"/>
                      <a:pt x="5257" y="1815"/>
                      <a:pt x="4840" y="1482"/>
                    </a:cubicBezTo>
                    <a:cubicBezTo>
                      <a:pt x="4506" y="1231"/>
                      <a:pt x="4151" y="1065"/>
                      <a:pt x="3755" y="960"/>
                    </a:cubicBezTo>
                    <a:cubicBezTo>
                      <a:pt x="3171" y="793"/>
                      <a:pt x="2566" y="647"/>
                      <a:pt x="1982" y="501"/>
                    </a:cubicBezTo>
                    <a:lnTo>
                      <a:pt x="1002" y="230"/>
                    </a:lnTo>
                    <a:cubicBezTo>
                      <a:pt x="670" y="127"/>
                      <a:pt x="338" y="43"/>
                      <a:pt x="5" y="1"/>
                    </a:cubicBezTo>
                    <a:close/>
                    <a:moveTo>
                      <a:pt x="7771" y="3488"/>
                    </a:moveTo>
                    <a:lnTo>
                      <a:pt x="7771" y="3488"/>
                    </a:lnTo>
                    <a:cubicBezTo>
                      <a:pt x="7788" y="3498"/>
                      <a:pt x="7805" y="3505"/>
                      <a:pt x="7822" y="3505"/>
                    </a:cubicBezTo>
                    <a:cubicBezTo>
                      <a:pt x="7805" y="3500"/>
                      <a:pt x="7788" y="3494"/>
                      <a:pt x="7771" y="34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2"/>
              <p:cNvSpPr/>
              <p:nvPr/>
            </p:nvSpPr>
            <p:spPr>
              <a:xfrm>
                <a:off x="557225" y="3117175"/>
                <a:ext cx="148050" cy="105400"/>
              </a:xfrm>
              <a:custGeom>
                <a:rect b="b" l="l" r="r" t="t"/>
                <a:pathLst>
                  <a:path extrusionOk="0" h="4216" w="5922">
                    <a:moveTo>
                      <a:pt x="126" y="0"/>
                    </a:moveTo>
                    <a:cubicBezTo>
                      <a:pt x="105" y="0"/>
                      <a:pt x="1" y="104"/>
                      <a:pt x="22" y="104"/>
                    </a:cubicBezTo>
                    <a:cubicBezTo>
                      <a:pt x="293" y="229"/>
                      <a:pt x="564" y="355"/>
                      <a:pt x="835" y="438"/>
                    </a:cubicBezTo>
                    <a:cubicBezTo>
                      <a:pt x="1106" y="542"/>
                      <a:pt x="1357" y="647"/>
                      <a:pt x="1628" y="772"/>
                    </a:cubicBezTo>
                    <a:cubicBezTo>
                      <a:pt x="2149" y="1022"/>
                      <a:pt x="2650" y="1335"/>
                      <a:pt x="3109" y="1669"/>
                    </a:cubicBezTo>
                    <a:cubicBezTo>
                      <a:pt x="3609" y="2044"/>
                      <a:pt x="4068" y="2440"/>
                      <a:pt x="4485" y="2878"/>
                    </a:cubicBezTo>
                    <a:cubicBezTo>
                      <a:pt x="4923" y="3316"/>
                      <a:pt x="5320" y="3775"/>
                      <a:pt x="5758" y="4213"/>
                    </a:cubicBezTo>
                    <a:cubicBezTo>
                      <a:pt x="5761" y="4215"/>
                      <a:pt x="5764" y="4216"/>
                      <a:pt x="5769" y="4216"/>
                    </a:cubicBezTo>
                    <a:cubicBezTo>
                      <a:pt x="5817" y="4216"/>
                      <a:pt x="5921" y="4107"/>
                      <a:pt x="5883" y="4088"/>
                    </a:cubicBezTo>
                    <a:lnTo>
                      <a:pt x="5883" y="4067"/>
                    </a:lnTo>
                    <a:cubicBezTo>
                      <a:pt x="5486" y="3588"/>
                      <a:pt x="5069" y="3129"/>
                      <a:pt x="4631" y="2691"/>
                    </a:cubicBezTo>
                    <a:cubicBezTo>
                      <a:pt x="4214" y="2253"/>
                      <a:pt x="3734" y="1835"/>
                      <a:pt x="3255" y="1481"/>
                    </a:cubicBezTo>
                    <a:cubicBezTo>
                      <a:pt x="2775" y="1147"/>
                      <a:pt x="2274" y="834"/>
                      <a:pt x="1774" y="584"/>
                    </a:cubicBezTo>
                    <a:cubicBezTo>
                      <a:pt x="1252" y="292"/>
                      <a:pt x="689" y="104"/>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2"/>
              <p:cNvSpPr/>
              <p:nvPr/>
            </p:nvSpPr>
            <p:spPr>
              <a:xfrm>
                <a:off x="744425" y="3167225"/>
                <a:ext cx="67300" cy="82925"/>
              </a:xfrm>
              <a:custGeom>
                <a:rect b="b" l="l" r="r" t="t"/>
                <a:pathLst>
                  <a:path extrusionOk="0" h="3317" w="2692">
                    <a:moveTo>
                      <a:pt x="84" y="0"/>
                    </a:moveTo>
                    <a:cubicBezTo>
                      <a:pt x="63" y="21"/>
                      <a:pt x="22" y="63"/>
                      <a:pt x="1" y="84"/>
                    </a:cubicBezTo>
                    <a:cubicBezTo>
                      <a:pt x="230" y="334"/>
                      <a:pt x="481" y="584"/>
                      <a:pt x="752" y="814"/>
                    </a:cubicBezTo>
                    <a:cubicBezTo>
                      <a:pt x="1002" y="1064"/>
                      <a:pt x="1231" y="1314"/>
                      <a:pt x="1440" y="1586"/>
                    </a:cubicBezTo>
                    <a:cubicBezTo>
                      <a:pt x="1878" y="2128"/>
                      <a:pt x="2274" y="2712"/>
                      <a:pt x="2587" y="3317"/>
                    </a:cubicBezTo>
                    <a:cubicBezTo>
                      <a:pt x="2587" y="3317"/>
                      <a:pt x="2691" y="3254"/>
                      <a:pt x="2671" y="3233"/>
                    </a:cubicBezTo>
                    <a:lnTo>
                      <a:pt x="2671" y="3212"/>
                    </a:lnTo>
                    <a:cubicBezTo>
                      <a:pt x="2379" y="2566"/>
                      <a:pt x="2024" y="1961"/>
                      <a:pt x="1586" y="1419"/>
                    </a:cubicBezTo>
                    <a:cubicBezTo>
                      <a:pt x="1377" y="1168"/>
                      <a:pt x="1148" y="897"/>
                      <a:pt x="919" y="668"/>
                    </a:cubicBezTo>
                    <a:cubicBezTo>
                      <a:pt x="668" y="397"/>
                      <a:pt x="397" y="188"/>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2"/>
              <p:cNvSpPr/>
              <p:nvPr/>
            </p:nvSpPr>
            <p:spPr>
              <a:xfrm>
                <a:off x="1094325" y="3098000"/>
                <a:ext cx="659125" cy="352250"/>
              </a:xfrm>
              <a:custGeom>
                <a:rect b="b" l="l" r="r" t="t"/>
                <a:pathLst>
                  <a:path extrusionOk="0" h="14090" w="26365">
                    <a:moveTo>
                      <a:pt x="16734" y="0"/>
                    </a:moveTo>
                    <a:cubicBezTo>
                      <a:pt x="15615" y="0"/>
                      <a:pt x="14487" y="176"/>
                      <a:pt x="13391" y="538"/>
                    </a:cubicBezTo>
                    <a:cubicBezTo>
                      <a:pt x="12077" y="976"/>
                      <a:pt x="10888" y="1685"/>
                      <a:pt x="9720" y="2373"/>
                    </a:cubicBezTo>
                    <a:cubicBezTo>
                      <a:pt x="8030" y="3291"/>
                      <a:pt x="6424" y="4355"/>
                      <a:pt x="4902" y="5502"/>
                    </a:cubicBezTo>
                    <a:cubicBezTo>
                      <a:pt x="2962" y="6962"/>
                      <a:pt x="1419" y="8526"/>
                      <a:pt x="251" y="10653"/>
                    </a:cubicBezTo>
                    <a:cubicBezTo>
                      <a:pt x="105" y="10862"/>
                      <a:pt x="21" y="11112"/>
                      <a:pt x="0" y="11363"/>
                    </a:cubicBezTo>
                    <a:cubicBezTo>
                      <a:pt x="1669" y="11404"/>
                      <a:pt x="3171" y="12009"/>
                      <a:pt x="4714" y="12572"/>
                    </a:cubicBezTo>
                    <a:cubicBezTo>
                      <a:pt x="6737" y="13323"/>
                      <a:pt x="8865" y="13782"/>
                      <a:pt x="11013" y="13991"/>
                    </a:cubicBezTo>
                    <a:cubicBezTo>
                      <a:pt x="11778" y="14057"/>
                      <a:pt x="12547" y="14090"/>
                      <a:pt x="13317" y="14090"/>
                    </a:cubicBezTo>
                    <a:cubicBezTo>
                      <a:pt x="14962" y="14090"/>
                      <a:pt x="16610" y="13941"/>
                      <a:pt x="18230" y="13657"/>
                    </a:cubicBezTo>
                    <a:cubicBezTo>
                      <a:pt x="20191" y="13302"/>
                      <a:pt x="22172" y="12718"/>
                      <a:pt x="23736" y="11467"/>
                    </a:cubicBezTo>
                    <a:cubicBezTo>
                      <a:pt x="25301" y="10236"/>
                      <a:pt x="26364" y="8213"/>
                      <a:pt x="26031" y="6253"/>
                    </a:cubicBezTo>
                    <a:cubicBezTo>
                      <a:pt x="25822" y="4959"/>
                      <a:pt x="25029" y="3833"/>
                      <a:pt x="24091" y="2936"/>
                    </a:cubicBezTo>
                    <a:cubicBezTo>
                      <a:pt x="22072" y="1021"/>
                      <a:pt x="19429" y="0"/>
                      <a:pt x="16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2"/>
              <p:cNvSpPr/>
              <p:nvPr/>
            </p:nvSpPr>
            <p:spPr>
              <a:xfrm>
                <a:off x="1199650" y="3165650"/>
                <a:ext cx="133000" cy="151775"/>
              </a:xfrm>
              <a:custGeom>
                <a:rect b="b" l="l" r="r" t="t"/>
                <a:pathLst>
                  <a:path extrusionOk="0" h="6071" w="5320">
                    <a:moveTo>
                      <a:pt x="5257" y="1"/>
                    </a:moveTo>
                    <a:cubicBezTo>
                      <a:pt x="4819" y="230"/>
                      <a:pt x="4422" y="543"/>
                      <a:pt x="4089" y="898"/>
                    </a:cubicBezTo>
                    <a:cubicBezTo>
                      <a:pt x="3713" y="1294"/>
                      <a:pt x="3379" y="1711"/>
                      <a:pt x="3087" y="2170"/>
                    </a:cubicBezTo>
                    <a:cubicBezTo>
                      <a:pt x="2816" y="2608"/>
                      <a:pt x="2670" y="3088"/>
                      <a:pt x="2462" y="3526"/>
                    </a:cubicBezTo>
                    <a:cubicBezTo>
                      <a:pt x="2211" y="4026"/>
                      <a:pt x="1878" y="4485"/>
                      <a:pt x="1502" y="4881"/>
                    </a:cubicBezTo>
                    <a:cubicBezTo>
                      <a:pt x="1064" y="5340"/>
                      <a:pt x="564" y="5716"/>
                      <a:pt x="1" y="6008"/>
                    </a:cubicBezTo>
                    <a:cubicBezTo>
                      <a:pt x="1" y="6008"/>
                      <a:pt x="42" y="6070"/>
                      <a:pt x="63" y="6070"/>
                    </a:cubicBezTo>
                    <a:cubicBezTo>
                      <a:pt x="1085" y="5570"/>
                      <a:pt x="1919" y="4777"/>
                      <a:pt x="2462" y="3797"/>
                    </a:cubicBezTo>
                    <a:cubicBezTo>
                      <a:pt x="2712" y="3338"/>
                      <a:pt x="2837" y="2858"/>
                      <a:pt x="3108" y="2420"/>
                    </a:cubicBezTo>
                    <a:cubicBezTo>
                      <a:pt x="3359" y="1961"/>
                      <a:pt x="3692" y="1523"/>
                      <a:pt x="4047" y="1148"/>
                    </a:cubicBezTo>
                    <a:cubicBezTo>
                      <a:pt x="4422" y="731"/>
                      <a:pt x="4860" y="355"/>
                      <a:pt x="5319" y="63"/>
                    </a:cubicBezTo>
                    <a:cubicBezTo>
                      <a:pt x="5319" y="63"/>
                      <a:pt x="5278" y="1"/>
                      <a:pt x="5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2"/>
              <p:cNvSpPr/>
              <p:nvPr/>
            </p:nvSpPr>
            <p:spPr>
              <a:xfrm>
                <a:off x="1335400" y="3109650"/>
                <a:ext cx="135800" cy="162350"/>
              </a:xfrm>
              <a:custGeom>
                <a:rect b="b" l="l" r="r" t="t"/>
                <a:pathLst>
                  <a:path extrusionOk="0" h="6494" w="5432">
                    <a:moveTo>
                      <a:pt x="5413" y="0"/>
                    </a:moveTo>
                    <a:cubicBezTo>
                      <a:pt x="5408" y="0"/>
                      <a:pt x="5402" y="3"/>
                      <a:pt x="5396" y="9"/>
                    </a:cubicBezTo>
                    <a:cubicBezTo>
                      <a:pt x="4311" y="405"/>
                      <a:pt x="3393" y="1135"/>
                      <a:pt x="2726" y="2074"/>
                    </a:cubicBezTo>
                    <a:cubicBezTo>
                      <a:pt x="2079" y="2971"/>
                      <a:pt x="1704" y="4014"/>
                      <a:pt x="1162" y="4973"/>
                    </a:cubicBezTo>
                    <a:cubicBezTo>
                      <a:pt x="870" y="5536"/>
                      <a:pt x="473" y="6058"/>
                      <a:pt x="14" y="6475"/>
                    </a:cubicBezTo>
                    <a:cubicBezTo>
                      <a:pt x="0" y="6489"/>
                      <a:pt x="0" y="6493"/>
                      <a:pt x="7" y="6493"/>
                    </a:cubicBezTo>
                    <a:cubicBezTo>
                      <a:pt x="21" y="6493"/>
                      <a:pt x="63" y="6475"/>
                      <a:pt x="77" y="6475"/>
                    </a:cubicBezTo>
                    <a:cubicBezTo>
                      <a:pt x="890" y="5787"/>
                      <a:pt x="1370" y="4848"/>
                      <a:pt x="1850" y="3889"/>
                    </a:cubicBezTo>
                    <a:cubicBezTo>
                      <a:pt x="2350" y="2867"/>
                      <a:pt x="2872" y="1865"/>
                      <a:pt x="3727" y="1094"/>
                    </a:cubicBezTo>
                    <a:cubicBezTo>
                      <a:pt x="4228" y="656"/>
                      <a:pt x="4791" y="301"/>
                      <a:pt x="5417" y="30"/>
                    </a:cubicBezTo>
                    <a:cubicBezTo>
                      <a:pt x="5431" y="15"/>
                      <a:pt x="5425" y="0"/>
                      <a:pt x="5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2"/>
              <p:cNvSpPr/>
              <p:nvPr/>
            </p:nvSpPr>
            <p:spPr>
              <a:xfrm>
                <a:off x="1443300" y="3120300"/>
                <a:ext cx="169875" cy="138200"/>
              </a:xfrm>
              <a:custGeom>
                <a:rect b="b" l="l" r="r" t="t"/>
                <a:pathLst>
                  <a:path extrusionOk="0" h="5528" w="6795">
                    <a:moveTo>
                      <a:pt x="6670" y="0"/>
                    </a:moveTo>
                    <a:cubicBezTo>
                      <a:pt x="6378" y="63"/>
                      <a:pt x="6086" y="146"/>
                      <a:pt x="5793" y="250"/>
                    </a:cubicBezTo>
                    <a:cubicBezTo>
                      <a:pt x="5543" y="334"/>
                      <a:pt x="5272" y="417"/>
                      <a:pt x="5022" y="522"/>
                    </a:cubicBezTo>
                    <a:cubicBezTo>
                      <a:pt x="4500" y="688"/>
                      <a:pt x="4000" y="960"/>
                      <a:pt x="3562" y="1293"/>
                    </a:cubicBezTo>
                    <a:cubicBezTo>
                      <a:pt x="2581" y="2086"/>
                      <a:pt x="2206" y="3275"/>
                      <a:pt x="1518" y="4255"/>
                    </a:cubicBezTo>
                    <a:cubicBezTo>
                      <a:pt x="1163" y="4818"/>
                      <a:pt x="642" y="5256"/>
                      <a:pt x="37" y="5507"/>
                    </a:cubicBezTo>
                    <a:cubicBezTo>
                      <a:pt x="0" y="5507"/>
                      <a:pt x="76" y="5523"/>
                      <a:pt x="123" y="5527"/>
                    </a:cubicBezTo>
                    <a:lnTo>
                      <a:pt x="123" y="5527"/>
                    </a:lnTo>
                    <a:cubicBezTo>
                      <a:pt x="1268" y="5150"/>
                      <a:pt x="1873" y="4046"/>
                      <a:pt x="2415" y="3066"/>
                    </a:cubicBezTo>
                    <a:cubicBezTo>
                      <a:pt x="2707" y="2482"/>
                      <a:pt x="3082" y="1961"/>
                      <a:pt x="3541" y="1502"/>
                    </a:cubicBezTo>
                    <a:cubicBezTo>
                      <a:pt x="3958" y="1126"/>
                      <a:pt x="4438" y="834"/>
                      <a:pt x="4959" y="647"/>
                    </a:cubicBezTo>
                    <a:cubicBezTo>
                      <a:pt x="5251" y="522"/>
                      <a:pt x="5564" y="417"/>
                      <a:pt x="5898" y="313"/>
                    </a:cubicBezTo>
                    <a:cubicBezTo>
                      <a:pt x="6190" y="250"/>
                      <a:pt x="6503" y="146"/>
                      <a:pt x="6795" y="21"/>
                    </a:cubicBezTo>
                    <a:cubicBezTo>
                      <a:pt x="6753" y="0"/>
                      <a:pt x="6711" y="0"/>
                      <a:pt x="6670" y="0"/>
                    </a:cubicBezTo>
                    <a:close/>
                    <a:moveTo>
                      <a:pt x="123" y="5527"/>
                    </a:moveTo>
                    <a:lnTo>
                      <a:pt x="123" y="5527"/>
                    </a:lnTo>
                    <a:cubicBezTo>
                      <a:pt x="122" y="5527"/>
                      <a:pt x="121" y="5527"/>
                      <a:pt x="120" y="5527"/>
                    </a:cubicBezTo>
                    <a:lnTo>
                      <a:pt x="141" y="5527"/>
                    </a:lnTo>
                    <a:cubicBezTo>
                      <a:pt x="136" y="5527"/>
                      <a:pt x="130" y="5527"/>
                      <a:pt x="123" y="55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2"/>
              <p:cNvSpPr/>
              <p:nvPr/>
            </p:nvSpPr>
            <p:spPr>
              <a:xfrm>
                <a:off x="1519300" y="3258475"/>
                <a:ext cx="174175" cy="118250"/>
              </a:xfrm>
              <a:custGeom>
                <a:rect b="b" l="l" r="r" t="t"/>
                <a:pathLst>
                  <a:path extrusionOk="0" h="4730" w="6967">
                    <a:moveTo>
                      <a:pt x="125" y="0"/>
                    </a:moveTo>
                    <a:cubicBezTo>
                      <a:pt x="84" y="0"/>
                      <a:pt x="21" y="63"/>
                      <a:pt x="0" y="63"/>
                    </a:cubicBezTo>
                    <a:cubicBezTo>
                      <a:pt x="1168" y="84"/>
                      <a:pt x="2128" y="939"/>
                      <a:pt x="2858" y="1752"/>
                    </a:cubicBezTo>
                    <a:cubicBezTo>
                      <a:pt x="3588" y="2587"/>
                      <a:pt x="4172" y="3588"/>
                      <a:pt x="5110" y="4193"/>
                    </a:cubicBezTo>
                    <a:cubicBezTo>
                      <a:pt x="5531" y="4485"/>
                      <a:pt x="6095" y="4729"/>
                      <a:pt x="6607" y="4729"/>
                    </a:cubicBezTo>
                    <a:cubicBezTo>
                      <a:pt x="6680" y="4729"/>
                      <a:pt x="6751" y="4725"/>
                      <a:pt x="6821" y="4714"/>
                    </a:cubicBezTo>
                    <a:cubicBezTo>
                      <a:pt x="6883" y="4693"/>
                      <a:pt x="6925" y="4672"/>
                      <a:pt x="6967" y="4631"/>
                    </a:cubicBezTo>
                    <a:cubicBezTo>
                      <a:pt x="6862" y="4589"/>
                      <a:pt x="6758" y="4568"/>
                      <a:pt x="6654" y="4568"/>
                    </a:cubicBezTo>
                    <a:cubicBezTo>
                      <a:pt x="6487" y="4547"/>
                      <a:pt x="6341" y="4526"/>
                      <a:pt x="6174" y="4464"/>
                    </a:cubicBezTo>
                    <a:cubicBezTo>
                      <a:pt x="5945" y="4380"/>
                      <a:pt x="5715" y="4276"/>
                      <a:pt x="5507" y="4151"/>
                    </a:cubicBezTo>
                    <a:cubicBezTo>
                      <a:pt x="5048" y="3859"/>
                      <a:pt x="4652" y="3504"/>
                      <a:pt x="4318" y="3087"/>
                    </a:cubicBezTo>
                    <a:cubicBezTo>
                      <a:pt x="3546" y="2211"/>
                      <a:pt x="2899" y="1210"/>
                      <a:pt x="1919" y="543"/>
                    </a:cubicBezTo>
                    <a:cubicBezTo>
                      <a:pt x="1398" y="188"/>
                      <a:pt x="751"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2"/>
              <p:cNvSpPr/>
              <p:nvPr/>
            </p:nvSpPr>
            <p:spPr>
              <a:xfrm>
                <a:off x="1402025" y="3268300"/>
                <a:ext cx="169450" cy="144025"/>
              </a:xfrm>
              <a:custGeom>
                <a:rect b="b" l="l" r="r" t="t"/>
                <a:pathLst>
                  <a:path extrusionOk="0" h="5761" w="6778">
                    <a:moveTo>
                      <a:pt x="128" y="0"/>
                    </a:moveTo>
                    <a:cubicBezTo>
                      <a:pt x="81" y="0"/>
                      <a:pt x="1" y="66"/>
                      <a:pt x="19" y="66"/>
                    </a:cubicBezTo>
                    <a:lnTo>
                      <a:pt x="19" y="87"/>
                    </a:lnTo>
                    <a:cubicBezTo>
                      <a:pt x="2188" y="1130"/>
                      <a:pt x="3044" y="3633"/>
                      <a:pt x="4921" y="5010"/>
                    </a:cubicBezTo>
                    <a:cubicBezTo>
                      <a:pt x="5421" y="5406"/>
                      <a:pt x="6026" y="5656"/>
                      <a:pt x="6673" y="5760"/>
                    </a:cubicBezTo>
                    <a:cubicBezTo>
                      <a:pt x="6714" y="5740"/>
                      <a:pt x="6756" y="5719"/>
                      <a:pt x="6777" y="5677"/>
                    </a:cubicBezTo>
                    <a:cubicBezTo>
                      <a:pt x="6235" y="5552"/>
                      <a:pt x="5713" y="5322"/>
                      <a:pt x="5234" y="5010"/>
                    </a:cubicBezTo>
                    <a:cubicBezTo>
                      <a:pt x="4754" y="4676"/>
                      <a:pt x="4316" y="4279"/>
                      <a:pt x="3940" y="3821"/>
                    </a:cubicBezTo>
                    <a:cubicBezTo>
                      <a:pt x="3148" y="2945"/>
                      <a:pt x="2543" y="1943"/>
                      <a:pt x="1709" y="1109"/>
                    </a:cubicBezTo>
                    <a:cubicBezTo>
                      <a:pt x="1250" y="650"/>
                      <a:pt x="728" y="275"/>
                      <a:pt x="144" y="4"/>
                    </a:cubicBezTo>
                    <a:cubicBezTo>
                      <a:pt x="140" y="1"/>
                      <a:pt x="134"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2"/>
              <p:cNvSpPr/>
              <p:nvPr/>
            </p:nvSpPr>
            <p:spPr>
              <a:xfrm>
                <a:off x="1285175" y="3296200"/>
                <a:ext cx="141850" cy="139500"/>
              </a:xfrm>
              <a:custGeom>
                <a:rect b="b" l="l" r="r" t="t"/>
                <a:pathLst>
                  <a:path extrusionOk="0" h="5580" w="5674">
                    <a:moveTo>
                      <a:pt x="11" y="0"/>
                    </a:moveTo>
                    <a:cubicBezTo>
                      <a:pt x="1" y="0"/>
                      <a:pt x="14" y="10"/>
                      <a:pt x="63" y="35"/>
                    </a:cubicBezTo>
                    <a:lnTo>
                      <a:pt x="63" y="14"/>
                    </a:lnTo>
                    <a:cubicBezTo>
                      <a:pt x="37" y="5"/>
                      <a:pt x="18" y="0"/>
                      <a:pt x="11" y="0"/>
                    </a:cubicBezTo>
                    <a:close/>
                    <a:moveTo>
                      <a:pt x="63" y="14"/>
                    </a:moveTo>
                    <a:cubicBezTo>
                      <a:pt x="82" y="22"/>
                      <a:pt x="101" y="29"/>
                      <a:pt x="120" y="37"/>
                    </a:cubicBezTo>
                    <a:lnTo>
                      <a:pt x="120" y="37"/>
                    </a:lnTo>
                    <a:cubicBezTo>
                      <a:pt x="101" y="29"/>
                      <a:pt x="82" y="21"/>
                      <a:pt x="63" y="14"/>
                    </a:cubicBezTo>
                    <a:close/>
                    <a:moveTo>
                      <a:pt x="120" y="37"/>
                    </a:moveTo>
                    <a:cubicBezTo>
                      <a:pt x="1168" y="473"/>
                      <a:pt x="1740" y="1638"/>
                      <a:pt x="2211" y="2621"/>
                    </a:cubicBezTo>
                    <a:cubicBezTo>
                      <a:pt x="2670" y="3602"/>
                      <a:pt x="3191" y="4686"/>
                      <a:pt x="4213" y="5228"/>
                    </a:cubicBezTo>
                    <a:cubicBezTo>
                      <a:pt x="4553" y="5466"/>
                      <a:pt x="4962" y="5580"/>
                      <a:pt x="5384" y="5580"/>
                    </a:cubicBezTo>
                    <a:cubicBezTo>
                      <a:pt x="5480" y="5580"/>
                      <a:pt x="5577" y="5574"/>
                      <a:pt x="5673" y="5562"/>
                    </a:cubicBezTo>
                    <a:cubicBezTo>
                      <a:pt x="5673" y="5562"/>
                      <a:pt x="5597" y="5516"/>
                      <a:pt x="5562" y="5516"/>
                    </a:cubicBezTo>
                    <a:cubicBezTo>
                      <a:pt x="5556" y="5516"/>
                      <a:pt x="5551" y="5517"/>
                      <a:pt x="5548" y="5520"/>
                    </a:cubicBezTo>
                    <a:cubicBezTo>
                      <a:pt x="5496" y="5524"/>
                      <a:pt x="5444" y="5526"/>
                      <a:pt x="5392" y="5526"/>
                    </a:cubicBezTo>
                    <a:cubicBezTo>
                      <a:pt x="5132" y="5526"/>
                      <a:pt x="4874" y="5482"/>
                      <a:pt x="4631" y="5395"/>
                    </a:cubicBezTo>
                    <a:cubicBezTo>
                      <a:pt x="4339" y="5291"/>
                      <a:pt x="4088" y="5124"/>
                      <a:pt x="3880" y="4936"/>
                    </a:cubicBezTo>
                    <a:cubicBezTo>
                      <a:pt x="3463" y="4561"/>
                      <a:pt x="3129" y="4123"/>
                      <a:pt x="2879" y="3622"/>
                    </a:cubicBezTo>
                    <a:cubicBezTo>
                      <a:pt x="2378" y="2705"/>
                      <a:pt x="2023" y="1662"/>
                      <a:pt x="1293" y="869"/>
                    </a:cubicBezTo>
                    <a:cubicBezTo>
                      <a:pt x="973" y="489"/>
                      <a:pt x="576" y="224"/>
                      <a:pt x="120" y="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2"/>
              <p:cNvSpPr/>
              <p:nvPr/>
            </p:nvSpPr>
            <p:spPr>
              <a:xfrm>
                <a:off x="1173575" y="3328875"/>
                <a:ext cx="109525" cy="85525"/>
              </a:xfrm>
              <a:custGeom>
                <a:rect b="b" l="l" r="r" t="t"/>
                <a:pathLst>
                  <a:path extrusionOk="0" h="3421" w="4381">
                    <a:moveTo>
                      <a:pt x="84" y="0"/>
                    </a:moveTo>
                    <a:lnTo>
                      <a:pt x="1" y="104"/>
                    </a:lnTo>
                    <a:cubicBezTo>
                      <a:pt x="710" y="647"/>
                      <a:pt x="1440" y="1189"/>
                      <a:pt x="2149" y="1752"/>
                    </a:cubicBezTo>
                    <a:cubicBezTo>
                      <a:pt x="2504" y="2023"/>
                      <a:pt x="2858" y="2295"/>
                      <a:pt x="3213" y="2566"/>
                    </a:cubicBezTo>
                    <a:lnTo>
                      <a:pt x="3734" y="3004"/>
                    </a:lnTo>
                    <a:cubicBezTo>
                      <a:pt x="3901" y="3150"/>
                      <a:pt x="4089" y="3296"/>
                      <a:pt x="4276" y="3421"/>
                    </a:cubicBezTo>
                    <a:cubicBezTo>
                      <a:pt x="4276" y="3421"/>
                      <a:pt x="4381" y="3317"/>
                      <a:pt x="4381" y="3296"/>
                    </a:cubicBezTo>
                    <a:cubicBezTo>
                      <a:pt x="4235" y="3129"/>
                      <a:pt x="4068" y="2983"/>
                      <a:pt x="3880" y="2837"/>
                    </a:cubicBezTo>
                    <a:cubicBezTo>
                      <a:pt x="3692" y="2691"/>
                      <a:pt x="3526" y="2545"/>
                      <a:pt x="3338" y="2420"/>
                    </a:cubicBezTo>
                    <a:cubicBezTo>
                      <a:pt x="3004" y="2128"/>
                      <a:pt x="2650" y="1856"/>
                      <a:pt x="2295" y="1585"/>
                    </a:cubicBezTo>
                    <a:cubicBezTo>
                      <a:pt x="1586" y="1043"/>
                      <a:pt x="835" y="501"/>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2"/>
              <p:cNvSpPr/>
              <p:nvPr/>
            </p:nvSpPr>
            <p:spPr>
              <a:xfrm>
                <a:off x="911825" y="4045850"/>
                <a:ext cx="330600" cy="78725"/>
              </a:xfrm>
              <a:custGeom>
                <a:rect b="b" l="l" r="r" t="t"/>
                <a:pathLst>
                  <a:path extrusionOk="0" h="3149" w="13224">
                    <a:moveTo>
                      <a:pt x="13099" y="0"/>
                    </a:moveTo>
                    <a:lnTo>
                      <a:pt x="125" y="438"/>
                    </a:lnTo>
                    <a:cubicBezTo>
                      <a:pt x="146" y="1127"/>
                      <a:pt x="0" y="1711"/>
                      <a:pt x="146" y="2399"/>
                    </a:cubicBezTo>
                    <a:cubicBezTo>
                      <a:pt x="209" y="2628"/>
                      <a:pt x="2169" y="2879"/>
                      <a:pt x="2440" y="2920"/>
                    </a:cubicBezTo>
                    <a:cubicBezTo>
                      <a:pt x="3275" y="3045"/>
                      <a:pt x="4130" y="3129"/>
                      <a:pt x="4985" y="3129"/>
                    </a:cubicBezTo>
                    <a:cubicBezTo>
                      <a:pt x="5626" y="3139"/>
                      <a:pt x="6266" y="3148"/>
                      <a:pt x="6906" y="3148"/>
                    </a:cubicBezTo>
                    <a:cubicBezTo>
                      <a:pt x="8869" y="3148"/>
                      <a:pt x="10825" y="3063"/>
                      <a:pt x="12744" y="2670"/>
                    </a:cubicBezTo>
                    <a:cubicBezTo>
                      <a:pt x="13224" y="2587"/>
                      <a:pt x="13057" y="2128"/>
                      <a:pt x="13057" y="1752"/>
                    </a:cubicBezTo>
                    <a:cubicBezTo>
                      <a:pt x="13078" y="1168"/>
                      <a:pt x="13099" y="584"/>
                      <a:pt x="1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2"/>
              <p:cNvSpPr/>
              <p:nvPr/>
            </p:nvSpPr>
            <p:spPr>
              <a:xfrm>
                <a:off x="653700" y="3549450"/>
                <a:ext cx="850500" cy="551275"/>
              </a:xfrm>
              <a:custGeom>
                <a:rect b="b" l="l" r="r" t="t"/>
                <a:pathLst>
                  <a:path extrusionOk="0" h="22051" w="34020">
                    <a:moveTo>
                      <a:pt x="29583" y="0"/>
                    </a:moveTo>
                    <a:cubicBezTo>
                      <a:pt x="28943" y="0"/>
                      <a:pt x="28276" y="104"/>
                      <a:pt x="27720" y="104"/>
                    </a:cubicBezTo>
                    <a:lnTo>
                      <a:pt x="4589" y="125"/>
                    </a:lnTo>
                    <a:cubicBezTo>
                      <a:pt x="3943" y="125"/>
                      <a:pt x="3254" y="146"/>
                      <a:pt x="2754" y="542"/>
                    </a:cubicBezTo>
                    <a:cubicBezTo>
                      <a:pt x="1356" y="1668"/>
                      <a:pt x="3672" y="2315"/>
                      <a:pt x="3567" y="3379"/>
                    </a:cubicBezTo>
                    <a:cubicBezTo>
                      <a:pt x="3505" y="3921"/>
                      <a:pt x="2274" y="4922"/>
                      <a:pt x="1940" y="5423"/>
                    </a:cubicBezTo>
                    <a:cubicBezTo>
                      <a:pt x="918" y="6945"/>
                      <a:pt x="313" y="8697"/>
                      <a:pt x="167" y="10533"/>
                    </a:cubicBezTo>
                    <a:cubicBezTo>
                      <a:pt x="147" y="10637"/>
                      <a:pt x="147" y="10742"/>
                      <a:pt x="147" y="10846"/>
                    </a:cubicBezTo>
                    <a:cubicBezTo>
                      <a:pt x="1" y="15163"/>
                      <a:pt x="3004" y="18438"/>
                      <a:pt x="6821" y="20127"/>
                    </a:cubicBezTo>
                    <a:cubicBezTo>
                      <a:pt x="9866" y="21483"/>
                      <a:pt x="13349" y="22005"/>
                      <a:pt x="16666" y="22046"/>
                    </a:cubicBezTo>
                    <a:cubicBezTo>
                      <a:pt x="16841" y="22049"/>
                      <a:pt x="17018" y="22050"/>
                      <a:pt x="17199" y="22050"/>
                    </a:cubicBezTo>
                    <a:cubicBezTo>
                      <a:pt x="19840" y="22050"/>
                      <a:pt x="23061" y="21753"/>
                      <a:pt x="25989" y="20816"/>
                    </a:cubicBezTo>
                    <a:cubicBezTo>
                      <a:pt x="29639" y="19669"/>
                      <a:pt x="32810" y="17478"/>
                      <a:pt x="33748" y="13662"/>
                    </a:cubicBezTo>
                    <a:cubicBezTo>
                      <a:pt x="33936" y="12890"/>
                      <a:pt x="34019" y="12076"/>
                      <a:pt x="34019" y="11284"/>
                    </a:cubicBezTo>
                    <a:cubicBezTo>
                      <a:pt x="34019" y="9386"/>
                      <a:pt x="33498" y="7529"/>
                      <a:pt x="32518" y="5903"/>
                    </a:cubicBezTo>
                    <a:cubicBezTo>
                      <a:pt x="32121" y="5256"/>
                      <a:pt x="30390" y="3525"/>
                      <a:pt x="30640" y="2753"/>
                    </a:cubicBezTo>
                    <a:cubicBezTo>
                      <a:pt x="30912" y="1981"/>
                      <a:pt x="31934" y="2127"/>
                      <a:pt x="31746" y="1126"/>
                    </a:cubicBezTo>
                    <a:cubicBezTo>
                      <a:pt x="31662" y="542"/>
                      <a:pt x="31183" y="375"/>
                      <a:pt x="30703" y="167"/>
                    </a:cubicBezTo>
                    <a:cubicBezTo>
                      <a:pt x="30361" y="40"/>
                      <a:pt x="29977" y="0"/>
                      <a:pt x="29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2"/>
              <p:cNvSpPr/>
              <p:nvPr/>
            </p:nvSpPr>
            <p:spPr>
              <a:xfrm>
                <a:off x="656825" y="3549450"/>
                <a:ext cx="847375" cy="388125"/>
              </a:xfrm>
              <a:custGeom>
                <a:rect b="b" l="l" r="r" t="t"/>
                <a:pathLst>
                  <a:path extrusionOk="0" h="15525" w="33895">
                    <a:moveTo>
                      <a:pt x="29453" y="0"/>
                    </a:moveTo>
                    <a:cubicBezTo>
                      <a:pt x="28808" y="0"/>
                      <a:pt x="28138" y="104"/>
                      <a:pt x="27595" y="104"/>
                    </a:cubicBezTo>
                    <a:lnTo>
                      <a:pt x="4443" y="125"/>
                    </a:lnTo>
                    <a:cubicBezTo>
                      <a:pt x="3818" y="125"/>
                      <a:pt x="3129" y="146"/>
                      <a:pt x="2629" y="542"/>
                    </a:cubicBezTo>
                    <a:cubicBezTo>
                      <a:pt x="1210" y="1668"/>
                      <a:pt x="3547" y="2315"/>
                      <a:pt x="3421" y="3379"/>
                    </a:cubicBezTo>
                    <a:cubicBezTo>
                      <a:pt x="3380" y="3921"/>
                      <a:pt x="2149" y="4922"/>
                      <a:pt x="1815" y="5423"/>
                    </a:cubicBezTo>
                    <a:cubicBezTo>
                      <a:pt x="772" y="6945"/>
                      <a:pt x="168" y="8697"/>
                      <a:pt x="22" y="10533"/>
                    </a:cubicBezTo>
                    <a:cubicBezTo>
                      <a:pt x="1" y="10637"/>
                      <a:pt x="1" y="10742"/>
                      <a:pt x="1" y="10846"/>
                    </a:cubicBezTo>
                    <a:cubicBezTo>
                      <a:pt x="1148" y="11722"/>
                      <a:pt x="2378" y="12473"/>
                      <a:pt x="3693" y="13036"/>
                    </a:cubicBezTo>
                    <a:cubicBezTo>
                      <a:pt x="7655" y="14788"/>
                      <a:pt x="12119" y="15455"/>
                      <a:pt x="16416" y="15518"/>
                    </a:cubicBezTo>
                    <a:cubicBezTo>
                      <a:pt x="16667" y="15522"/>
                      <a:pt x="16924" y="15525"/>
                      <a:pt x="17185" y="15525"/>
                    </a:cubicBezTo>
                    <a:cubicBezTo>
                      <a:pt x="20561" y="15525"/>
                      <a:pt x="24693" y="15133"/>
                      <a:pt x="28430" y="13933"/>
                    </a:cubicBezTo>
                    <a:cubicBezTo>
                      <a:pt x="30369" y="13349"/>
                      <a:pt x="32226" y="12452"/>
                      <a:pt x="33894" y="11284"/>
                    </a:cubicBezTo>
                    <a:cubicBezTo>
                      <a:pt x="33894" y="9386"/>
                      <a:pt x="33373" y="7529"/>
                      <a:pt x="32393" y="5903"/>
                    </a:cubicBezTo>
                    <a:cubicBezTo>
                      <a:pt x="31996" y="5256"/>
                      <a:pt x="30244" y="3525"/>
                      <a:pt x="30515" y="2753"/>
                    </a:cubicBezTo>
                    <a:cubicBezTo>
                      <a:pt x="30766" y="1981"/>
                      <a:pt x="31788" y="2127"/>
                      <a:pt x="31621" y="1126"/>
                    </a:cubicBezTo>
                    <a:cubicBezTo>
                      <a:pt x="31517" y="542"/>
                      <a:pt x="31058" y="375"/>
                      <a:pt x="30578" y="167"/>
                    </a:cubicBezTo>
                    <a:cubicBezTo>
                      <a:pt x="30236" y="40"/>
                      <a:pt x="29849" y="0"/>
                      <a:pt x="294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2"/>
              <p:cNvSpPr/>
              <p:nvPr/>
            </p:nvSpPr>
            <p:spPr>
              <a:xfrm>
                <a:off x="690725" y="3549575"/>
                <a:ext cx="822325" cy="551150"/>
              </a:xfrm>
              <a:custGeom>
                <a:rect b="b" l="l" r="r" t="t"/>
                <a:pathLst>
                  <a:path extrusionOk="0" h="22046" w="32893">
                    <a:moveTo>
                      <a:pt x="28087" y="0"/>
                    </a:moveTo>
                    <a:cubicBezTo>
                      <a:pt x="27459" y="0"/>
                      <a:pt x="26803" y="99"/>
                      <a:pt x="26260" y="99"/>
                    </a:cubicBezTo>
                    <a:lnTo>
                      <a:pt x="24049" y="99"/>
                    </a:lnTo>
                    <a:cubicBezTo>
                      <a:pt x="24383" y="516"/>
                      <a:pt x="24717" y="913"/>
                      <a:pt x="24863" y="1142"/>
                    </a:cubicBezTo>
                    <a:cubicBezTo>
                      <a:pt x="26260" y="3457"/>
                      <a:pt x="26698" y="6252"/>
                      <a:pt x="26073" y="8901"/>
                    </a:cubicBezTo>
                    <a:cubicBezTo>
                      <a:pt x="25155" y="12718"/>
                      <a:pt x="21964" y="14887"/>
                      <a:pt x="18313" y="16055"/>
                    </a:cubicBezTo>
                    <a:cubicBezTo>
                      <a:pt x="15385" y="16992"/>
                      <a:pt x="12164" y="17290"/>
                      <a:pt x="9523" y="17290"/>
                    </a:cubicBezTo>
                    <a:cubicBezTo>
                      <a:pt x="9343" y="17290"/>
                      <a:pt x="9165" y="17288"/>
                      <a:pt x="8990" y="17286"/>
                    </a:cubicBezTo>
                    <a:cubicBezTo>
                      <a:pt x="5966" y="17223"/>
                      <a:pt x="2837" y="16785"/>
                      <a:pt x="0" y="15701"/>
                    </a:cubicBezTo>
                    <a:lnTo>
                      <a:pt x="0" y="15701"/>
                    </a:lnTo>
                    <a:cubicBezTo>
                      <a:pt x="1210" y="17640"/>
                      <a:pt x="3129" y="19142"/>
                      <a:pt x="5340" y="20102"/>
                    </a:cubicBezTo>
                    <a:cubicBezTo>
                      <a:pt x="8406" y="21457"/>
                      <a:pt x="11868" y="21979"/>
                      <a:pt x="15185" y="22041"/>
                    </a:cubicBezTo>
                    <a:cubicBezTo>
                      <a:pt x="15350" y="22044"/>
                      <a:pt x="15518" y="22045"/>
                      <a:pt x="15689" y="22045"/>
                    </a:cubicBezTo>
                    <a:cubicBezTo>
                      <a:pt x="18338" y="22045"/>
                      <a:pt x="21589" y="21732"/>
                      <a:pt x="24508" y="20811"/>
                    </a:cubicBezTo>
                    <a:cubicBezTo>
                      <a:pt x="28158" y="19643"/>
                      <a:pt x="31350" y="17473"/>
                      <a:pt x="32267" y="13657"/>
                    </a:cubicBezTo>
                    <a:cubicBezTo>
                      <a:pt x="32893" y="11008"/>
                      <a:pt x="32455" y="8234"/>
                      <a:pt x="31058" y="5898"/>
                    </a:cubicBezTo>
                    <a:cubicBezTo>
                      <a:pt x="30661" y="5251"/>
                      <a:pt x="28930" y="3541"/>
                      <a:pt x="29180" y="2769"/>
                    </a:cubicBezTo>
                    <a:cubicBezTo>
                      <a:pt x="29410" y="1976"/>
                      <a:pt x="30453" y="2122"/>
                      <a:pt x="30286" y="1121"/>
                    </a:cubicBezTo>
                    <a:cubicBezTo>
                      <a:pt x="30181" y="537"/>
                      <a:pt x="29702" y="370"/>
                      <a:pt x="29243" y="183"/>
                    </a:cubicBezTo>
                    <a:cubicBezTo>
                      <a:pt x="28897" y="42"/>
                      <a:pt x="28498" y="0"/>
                      <a:pt x="28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2"/>
              <p:cNvSpPr/>
              <p:nvPr/>
            </p:nvSpPr>
            <p:spPr>
              <a:xfrm>
                <a:off x="717100" y="3546300"/>
                <a:ext cx="540975" cy="31850"/>
              </a:xfrm>
              <a:custGeom>
                <a:rect b="b" l="l" r="r" t="t"/>
                <a:pathLst>
                  <a:path extrusionOk="0" h="1274" w="21639">
                    <a:moveTo>
                      <a:pt x="8477" y="1"/>
                    </a:moveTo>
                    <a:cubicBezTo>
                      <a:pt x="6830" y="1"/>
                      <a:pt x="5182" y="22"/>
                      <a:pt x="3555" y="42"/>
                    </a:cubicBezTo>
                    <a:cubicBezTo>
                      <a:pt x="3313" y="42"/>
                      <a:pt x="3059" y="37"/>
                      <a:pt x="2800" y="37"/>
                    </a:cubicBezTo>
                    <a:cubicBezTo>
                      <a:pt x="1828" y="37"/>
                      <a:pt x="789" y="115"/>
                      <a:pt x="113" y="856"/>
                    </a:cubicBezTo>
                    <a:cubicBezTo>
                      <a:pt x="0" y="969"/>
                      <a:pt x="100" y="1132"/>
                      <a:pt x="228" y="1132"/>
                    </a:cubicBezTo>
                    <a:cubicBezTo>
                      <a:pt x="266" y="1132"/>
                      <a:pt x="305" y="1118"/>
                      <a:pt x="343" y="1085"/>
                    </a:cubicBezTo>
                    <a:cubicBezTo>
                      <a:pt x="781" y="710"/>
                      <a:pt x="1386" y="647"/>
                      <a:pt x="1949" y="626"/>
                    </a:cubicBezTo>
                    <a:cubicBezTo>
                      <a:pt x="2056" y="623"/>
                      <a:pt x="2163" y="621"/>
                      <a:pt x="2270" y="621"/>
                    </a:cubicBezTo>
                    <a:cubicBezTo>
                      <a:pt x="2747" y="621"/>
                      <a:pt x="3224" y="655"/>
                      <a:pt x="3701" y="689"/>
                    </a:cubicBezTo>
                    <a:cubicBezTo>
                      <a:pt x="5161" y="731"/>
                      <a:pt x="6621" y="793"/>
                      <a:pt x="8102" y="856"/>
                    </a:cubicBezTo>
                    <a:cubicBezTo>
                      <a:pt x="11168" y="981"/>
                      <a:pt x="14213" y="1085"/>
                      <a:pt x="17279" y="1210"/>
                    </a:cubicBezTo>
                    <a:cubicBezTo>
                      <a:pt x="18030" y="1231"/>
                      <a:pt x="18802" y="1252"/>
                      <a:pt x="19553" y="1273"/>
                    </a:cubicBezTo>
                    <a:lnTo>
                      <a:pt x="20617" y="1273"/>
                    </a:lnTo>
                    <a:cubicBezTo>
                      <a:pt x="21013" y="1273"/>
                      <a:pt x="21472" y="1273"/>
                      <a:pt x="21597" y="793"/>
                    </a:cubicBezTo>
                    <a:cubicBezTo>
                      <a:pt x="21639" y="480"/>
                      <a:pt x="21451" y="168"/>
                      <a:pt x="21117" y="84"/>
                    </a:cubicBezTo>
                    <a:cubicBezTo>
                      <a:pt x="20973" y="42"/>
                      <a:pt x="20809" y="30"/>
                      <a:pt x="20639" y="30"/>
                    </a:cubicBezTo>
                    <a:cubicBezTo>
                      <a:pt x="20441" y="30"/>
                      <a:pt x="20235" y="46"/>
                      <a:pt x="20047" y="46"/>
                    </a:cubicBezTo>
                    <a:cubicBezTo>
                      <a:pt x="19999" y="46"/>
                      <a:pt x="19953" y="45"/>
                      <a:pt x="19907" y="42"/>
                    </a:cubicBezTo>
                    <a:cubicBezTo>
                      <a:pt x="19157" y="42"/>
                      <a:pt x="18385" y="22"/>
                      <a:pt x="17634" y="22"/>
                    </a:cubicBezTo>
                    <a:lnTo>
                      <a:pt x="8477" y="1"/>
                    </a:ln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2"/>
              <p:cNvSpPr/>
              <p:nvPr/>
            </p:nvSpPr>
            <p:spPr>
              <a:xfrm>
                <a:off x="1265875" y="3547875"/>
                <a:ext cx="59475" cy="26625"/>
              </a:xfrm>
              <a:custGeom>
                <a:rect b="b" l="l" r="r" t="t"/>
                <a:pathLst>
                  <a:path extrusionOk="0" h="1065" w="2379">
                    <a:moveTo>
                      <a:pt x="1857" y="0"/>
                    </a:moveTo>
                    <a:cubicBezTo>
                      <a:pt x="1732" y="0"/>
                      <a:pt x="1606" y="0"/>
                      <a:pt x="1481" y="21"/>
                    </a:cubicBezTo>
                    <a:lnTo>
                      <a:pt x="1148" y="63"/>
                    </a:lnTo>
                    <a:cubicBezTo>
                      <a:pt x="981" y="63"/>
                      <a:pt x="835" y="84"/>
                      <a:pt x="689" y="105"/>
                    </a:cubicBezTo>
                    <a:cubicBezTo>
                      <a:pt x="543" y="146"/>
                      <a:pt x="418" y="209"/>
                      <a:pt x="292" y="271"/>
                    </a:cubicBezTo>
                    <a:cubicBezTo>
                      <a:pt x="0" y="459"/>
                      <a:pt x="63" y="876"/>
                      <a:pt x="397" y="981"/>
                    </a:cubicBezTo>
                    <a:cubicBezTo>
                      <a:pt x="522" y="1022"/>
                      <a:pt x="668" y="1064"/>
                      <a:pt x="814" y="1064"/>
                    </a:cubicBezTo>
                    <a:cubicBezTo>
                      <a:pt x="939" y="1064"/>
                      <a:pt x="1043" y="1064"/>
                      <a:pt x="1168" y="1043"/>
                    </a:cubicBezTo>
                    <a:lnTo>
                      <a:pt x="1523" y="1022"/>
                    </a:lnTo>
                    <a:cubicBezTo>
                      <a:pt x="1669" y="1022"/>
                      <a:pt x="1836" y="1001"/>
                      <a:pt x="1982" y="960"/>
                    </a:cubicBezTo>
                    <a:cubicBezTo>
                      <a:pt x="2211" y="897"/>
                      <a:pt x="2378" y="668"/>
                      <a:pt x="2337" y="417"/>
                    </a:cubicBezTo>
                    <a:cubicBezTo>
                      <a:pt x="2295" y="188"/>
                      <a:pt x="2086" y="0"/>
                      <a:pt x="1857"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2"/>
              <p:cNvSpPr/>
              <p:nvPr/>
            </p:nvSpPr>
            <p:spPr>
              <a:xfrm>
                <a:off x="700804" y="3724050"/>
                <a:ext cx="74225" cy="236075"/>
              </a:xfrm>
              <a:custGeom>
                <a:rect b="b" l="l" r="r" t="t"/>
                <a:pathLst>
                  <a:path extrusionOk="0" h="9443" w="2969">
                    <a:moveTo>
                      <a:pt x="2240" y="1"/>
                    </a:moveTo>
                    <a:cubicBezTo>
                      <a:pt x="2159" y="1"/>
                      <a:pt x="2078" y="21"/>
                      <a:pt x="2003" y="66"/>
                    </a:cubicBezTo>
                    <a:cubicBezTo>
                      <a:pt x="1293" y="483"/>
                      <a:pt x="772" y="1317"/>
                      <a:pt x="480" y="2068"/>
                    </a:cubicBezTo>
                    <a:cubicBezTo>
                      <a:pt x="188" y="2819"/>
                      <a:pt x="21" y="3632"/>
                      <a:pt x="21" y="4467"/>
                    </a:cubicBezTo>
                    <a:cubicBezTo>
                      <a:pt x="0" y="5301"/>
                      <a:pt x="125" y="6135"/>
                      <a:pt x="355" y="6949"/>
                    </a:cubicBezTo>
                    <a:cubicBezTo>
                      <a:pt x="584" y="7762"/>
                      <a:pt x="960" y="8555"/>
                      <a:pt x="1502" y="9222"/>
                    </a:cubicBezTo>
                    <a:cubicBezTo>
                      <a:pt x="1638" y="9369"/>
                      <a:pt x="1822" y="9442"/>
                      <a:pt x="2009" y="9442"/>
                    </a:cubicBezTo>
                    <a:cubicBezTo>
                      <a:pt x="2168" y="9442"/>
                      <a:pt x="2328" y="9390"/>
                      <a:pt x="2462" y="9285"/>
                    </a:cubicBezTo>
                    <a:cubicBezTo>
                      <a:pt x="2754" y="9055"/>
                      <a:pt x="2837" y="8638"/>
                      <a:pt x="2670" y="8325"/>
                    </a:cubicBezTo>
                    <a:cubicBezTo>
                      <a:pt x="2503" y="8012"/>
                      <a:pt x="2316" y="7741"/>
                      <a:pt x="2169" y="7428"/>
                    </a:cubicBezTo>
                    <a:cubicBezTo>
                      <a:pt x="2044" y="7136"/>
                      <a:pt x="1919" y="6844"/>
                      <a:pt x="1836" y="6532"/>
                    </a:cubicBezTo>
                    <a:cubicBezTo>
                      <a:pt x="1627" y="5885"/>
                      <a:pt x="1502" y="5197"/>
                      <a:pt x="1460" y="4508"/>
                    </a:cubicBezTo>
                    <a:cubicBezTo>
                      <a:pt x="1419" y="3862"/>
                      <a:pt x="1502" y="3194"/>
                      <a:pt x="1690" y="2548"/>
                    </a:cubicBezTo>
                    <a:cubicBezTo>
                      <a:pt x="1773" y="2235"/>
                      <a:pt x="1919" y="1943"/>
                      <a:pt x="2065" y="1651"/>
                    </a:cubicBezTo>
                    <a:cubicBezTo>
                      <a:pt x="2253" y="1338"/>
                      <a:pt x="2503" y="1088"/>
                      <a:pt x="2712" y="775"/>
                    </a:cubicBezTo>
                    <a:cubicBezTo>
                      <a:pt x="2968" y="416"/>
                      <a:pt x="2608" y="1"/>
                      <a:pt x="2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2"/>
              <p:cNvSpPr/>
              <p:nvPr/>
            </p:nvSpPr>
            <p:spPr>
              <a:xfrm>
                <a:off x="714200" y="3528050"/>
                <a:ext cx="733675" cy="83450"/>
              </a:xfrm>
              <a:custGeom>
                <a:rect b="b" l="l" r="r" t="t"/>
                <a:pathLst>
                  <a:path extrusionOk="0" h="3338" w="29347">
                    <a:moveTo>
                      <a:pt x="12327" y="1"/>
                    </a:moveTo>
                    <a:lnTo>
                      <a:pt x="10950" y="42"/>
                    </a:lnTo>
                    <a:cubicBezTo>
                      <a:pt x="4651" y="230"/>
                      <a:pt x="0" y="856"/>
                      <a:pt x="0" y="1669"/>
                    </a:cubicBezTo>
                    <a:cubicBezTo>
                      <a:pt x="0" y="2483"/>
                      <a:pt x="5048" y="3150"/>
                      <a:pt x="11743" y="3317"/>
                    </a:cubicBezTo>
                    <a:lnTo>
                      <a:pt x="12828" y="3338"/>
                    </a:lnTo>
                    <a:lnTo>
                      <a:pt x="15852" y="3338"/>
                    </a:lnTo>
                    <a:cubicBezTo>
                      <a:pt x="16186" y="3338"/>
                      <a:pt x="16519" y="3317"/>
                      <a:pt x="16853" y="3317"/>
                    </a:cubicBezTo>
                    <a:lnTo>
                      <a:pt x="17437" y="3317"/>
                    </a:lnTo>
                    <a:cubicBezTo>
                      <a:pt x="24216" y="3171"/>
                      <a:pt x="29347" y="2483"/>
                      <a:pt x="29347" y="1669"/>
                    </a:cubicBezTo>
                    <a:cubicBezTo>
                      <a:pt x="29347" y="856"/>
                      <a:pt x="24299" y="188"/>
                      <a:pt x="17625" y="22"/>
                    </a:cubicBezTo>
                    <a:cubicBezTo>
                      <a:pt x="17395" y="22"/>
                      <a:pt x="17187" y="1"/>
                      <a:pt x="169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2"/>
              <p:cNvSpPr/>
              <p:nvPr/>
            </p:nvSpPr>
            <p:spPr>
              <a:xfrm>
                <a:off x="749350" y="3631275"/>
                <a:ext cx="657175" cy="43125"/>
              </a:xfrm>
              <a:custGeom>
                <a:rect b="b" l="l" r="r" t="t"/>
                <a:pathLst>
                  <a:path extrusionOk="0" h="1725" w="26287">
                    <a:moveTo>
                      <a:pt x="26083" y="1"/>
                    </a:moveTo>
                    <a:cubicBezTo>
                      <a:pt x="26077" y="1"/>
                      <a:pt x="26070" y="1"/>
                      <a:pt x="26064" y="2"/>
                    </a:cubicBezTo>
                    <a:cubicBezTo>
                      <a:pt x="25229" y="43"/>
                      <a:pt x="24416" y="210"/>
                      <a:pt x="23582" y="356"/>
                    </a:cubicBezTo>
                    <a:cubicBezTo>
                      <a:pt x="22768" y="481"/>
                      <a:pt x="21934" y="586"/>
                      <a:pt x="21099" y="690"/>
                    </a:cubicBezTo>
                    <a:cubicBezTo>
                      <a:pt x="19410" y="898"/>
                      <a:pt x="17741" y="1044"/>
                      <a:pt x="16052" y="1149"/>
                    </a:cubicBezTo>
                    <a:cubicBezTo>
                      <a:pt x="14417" y="1240"/>
                      <a:pt x="12777" y="1287"/>
                      <a:pt x="11137" y="1287"/>
                    </a:cubicBezTo>
                    <a:cubicBezTo>
                      <a:pt x="9409" y="1287"/>
                      <a:pt x="7680" y="1235"/>
                      <a:pt x="5957" y="1128"/>
                    </a:cubicBezTo>
                    <a:cubicBezTo>
                      <a:pt x="4080" y="1003"/>
                      <a:pt x="2182" y="815"/>
                      <a:pt x="388" y="168"/>
                    </a:cubicBezTo>
                    <a:cubicBezTo>
                      <a:pt x="358" y="158"/>
                      <a:pt x="331" y="153"/>
                      <a:pt x="305" y="153"/>
                    </a:cubicBezTo>
                    <a:cubicBezTo>
                      <a:pt x="75" y="153"/>
                      <a:pt x="0" y="533"/>
                      <a:pt x="263" y="627"/>
                    </a:cubicBezTo>
                    <a:lnTo>
                      <a:pt x="242" y="627"/>
                    </a:lnTo>
                    <a:cubicBezTo>
                      <a:pt x="1848" y="1149"/>
                      <a:pt x="3537" y="1441"/>
                      <a:pt x="5227" y="1524"/>
                    </a:cubicBezTo>
                    <a:cubicBezTo>
                      <a:pt x="6895" y="1628"/>
                      <a:pt x="8564" y="1691"/>
                      <a:pt x="10233" y="1712"/>
                    </a:cubicBezTo>
                    <a:cubicBezTo>
                      <a:pt x="10705" y="1720"/>
                      <a:pt x="11177" y="1725"/>
                      <a:pt x="11650" y="1725"/>
                    </a:cubicBezTo>
                    <a:cubicBezTo>
                      <a:pt x="14598" y="1725"/>
                      <a:pt x="17546" y="1559"/>
                      <a:pt x="20495" y="1253"/>
                    </a:cubicBezTo>
                    <a:cubicBezTo>
                      <a:pt x="21412" y="1149"/>
                      <a:pt x="22309" y="1044"/>
                      <a:pt x="23227" y="919"/>
                    </a:cubicBezTo>
                    <a:cubicBezTo>
                      <a:pt x="24207" y="815"/>
                      <a:pt x="25167" y="627"/>
                      <a:pt x="26105" y="356"/>
                    </a:cubicBezTo>
                    <a:cubicBezTo>
                      <a:pt x="26287" y="296"/>
                      <a:pt x="26273" y="1"/>
                      <a:pt x="260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2"/>
              <p:cNvSpPr/>
              <p:nvPr/>
            </p:nvSpPr>
            <p:spPr>
              <a:xfrm>
                <a:off x="1096400" y="2074550"/>
                <a:ext cx="486525" cy="542050"/>
              </a:xfrm>
              <a:custGeom>
                <a:rect b="b" l="l" r="r" t="t"/>
                <a:pathLst>
                  <a:path extrusionOk="0" h="21682" w="19461">
                    <a:moveTo>
                      <a:pt x="15156" y="0"/>
                    </a:moveTo>
                    <a:cubicBezTo>
                      <a:pt x="14416" y="0"/>
                      <a:pt x="13668" y="124"/>
                      <a:pt x="12953" y="303"/>
                    </a:cubicBezTo>
                    <a:cubicBezTo>
                      <a:pt x="8511" y="1429"/>
                      <a:pt x="4902" y="4892"/>
                      <a:pt x="2817" y="8980"/>
                    </a:cubicBezTo>
                    <a:cubicBezTo>
                      <a:pt x="1732" y="11128"/>
                      <a:pt x="939" y="13422"/>
                      <a:pt x="480" y="15800"/>
                    </a:cubicBezTo>
                    <a:cubicBezTo>
                      <a:pt x="335" y="16487"/>
                      <a:pt x="355" y="21452"/>
                      <a:pt x="3" y="21680"/>
                    </a:cubicBezTo>
                    <a:lnTo>
                      <a:pt x="3" y="21680"/>
                    </a:lnTo>
                    <a:cubicBezTo>
                      <a:pt x="1921" y="20493"/>
                      <a:pt x="3985" y="20305"/>
                      <a:pt x="6029" y="19492"/>
                    </a:cubicBezTo>
                    <a:cubicBezTo>
                      <a:pt x="8573" y="18532"/>
                      <a:pt x="10930" y="17177"/>
                      <a:pt x="13037" y="15466"/>
                    </a:cubicBezTo>
                    <a:cubicBezTo>
                      <a:pt x="16353" y="12692"/>
                      <a:pt x="18835" y="8750"/>
                      <a:pt x="19377" y="4454"/>
                    </a:cubicBezTo>
                    <a:cubicBezTo>
                      <a:pt x="19461" y="3932"/>
                      <a:pt x="19461" y="3432"/>
                      <a:pt x="19377" y="2910"/>
                    </a:cubicBezTo>
                    <a:cubicBezTo>
                      <a:pt x="19127" y="1638"/>
                      <a:pt x="18043" y="637"/>
                      <a:pt x="16791" y="240"/>
                    </a:cubicBezTo>
                    <a:cubicBezTo>
                      <a:pt x="16263" y="70"/>
                      <a:pt x="15712" y="0"/>
                      <a:pt x="15156" y="0"/>
                    </a:cubicBezTo>
                    <a:close/>
                    <a:moveTo>
                      <a:pt x="3" y="21680"/>
                    </a:moveTo>
                    <a:lnTo>
                      <a:pt x="3" y="21680"/>
                    </a:lnTo>
                    <a:cubicBezTo>
                      <a:pt x="2" y="21681"/>
                      <a:pt x="1" y="21681"/>
                      <a:pt x="1" y="21682"/>
                    </a:cubicBezTo>
                    <a:cubicBezTo>
                      <a:pt x="1" y="21681"/>
                      <a:pt x="2" y="21681"/>
                      <a:pt x="3" y="216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2"/>
              <p:cNvSpPr/>
              <p:nvPr/>
            </p:nvSpPr>
            <p:spPr>
              <a:xfrm>
                <a:off x="229775" y="2449725"/>
                <a:ext cx="699800" cy="368125"/>
              </a:xfrm>
              <a:custGeom>
                <a:rect b="b" l="l" r="r" t="t"/>
                <a:pathLst>
                  <a:path extrusionOk="0" h="14725" w="27992">
                    <a:moveTo>
                      <a:pt x="7679" y="1"/>
                    </a:moveTo>
                    <a:cubicBezTo>
                      <a:pt x="7050" y="1"/>
                      <a:pt x="6422" y="54"/>
                      <a:pt x="5799" y="167"/>
                    </a:cubicBezTo>
                    <a:cubicBezTo>
                      <a:pt x="3525" y="564"/>
                      <a:pt x="1252" y="1982"/>
                      <a:pt x="605" y="4193"/>
                    </a:cubicBezTo>
                    <a:cubicBezTo>
                      <a:pt x="0" y="6258"/>
                      <a:pt x="960" y="8531"/>
                      <a:pt x="2503" y="10012"/>
                    </a:cubicBezTo>
                    <a:cubicBezTo>
                      <a:pt x="4047" y="11493"/>
                      <a:pt x="6091" y="12327"/>
                      <a:pt x="8135" y="13016"/>
                    </a:cubicBezTo>
                    <a:cubicBezTo>
                      <a:pt x="11222" y="14058"/>
                      <a:pt x="14642" y="14392"/>
                      <a:pt x="17875" y="14601"/>
                    </a:cubicBezTo>
                    <a:cubicBezTo>
                      <a:pt x="19097" y="14688"/>
                      <a:pt x="20308" y="14725"/>
                      <a:pt x="21517" y="14725"/>
                    </a:cubicBezTo>
                    <a:cubicBezTo>
                      <a:pt x="22041" y="14725"/>
                      <a:pt x="22566" y="14718"/>
                      <a:pt x="23090" y="14705"/>
                    </a:cubicBezTo>
                    <a:cubicBezTo>
                      <a:pt x="23522" y="14688"/>
                      <a:pt x="26492" y="14269"/>
                      <a:pt x="27590" y="14269"/>
                    </a:cubicBezTo>
                    <a:cubicBezTo>
                      <a:pt x="27816" y="14269"/>
                      <a:pt x="27963" y="14287"/>
                      <a:pt x="27991" y="14330"/>
                    </a:cubicBezTo>
                    <a:cubicBezTo>
                      <a:pt x="26302" y="11764"/>
                      <a:pt x="24091" y="9845"/>
                      <a:pt x="21880" y="7718"/>
                    </a:cubicBezTo>
                    <a:cubicBezTo>
                      <a:pt x="19648" y="5549"/>
                      <a:pt x="17291" y="3442"/>
                      <a:pt x="14538" y="1919"/>
                    </a:cubicBezTo>
                    <a:cubicBezTo>
                      <a:pt x="12442" y="764"/>
                      <a:pt x="10060" y="1"/>
                      <a:pt x="7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2"/>
              <p:cNvSpPr/>
              <p:nvPr/>
            </p:nvSpPr>
            <p:spPr>
              <a:xfrm>
                <a:off x="1159500" y="2583400"/>
                <a:ext cx="645050" cy="442075"/>
              </a:xfrm>
              <a:custGeom>
                <a:rect b="b" l="l" r="r" t="t"/>
                <a:pathLst>
                  <a:path extrusionOk="0" h="17683" w="25802">
                    <a:moveTo>
                      <a:pt x="18524" y="0"/>
                    </a:moveTo>
                    <a:cubicBezTo>
                      <a:pt x="14916" y="0"/>
                      <a:pt x="11301" y="1644"/>
                      <a:pt x="8552" y="4060"/>
                    </a:cubicBezTo>
                    <a:cubicBezTo>
                      <a:pt x="6863" y="5583"/>
                      <a:pt x="5382" y="7335"/>
                      <a:pt x="4172" y="9254"/>
                    </a:cubicBezTo>
                    <a:cubicBezTo>
                      <a:pt x="2858" y="11339"/>
                      <a:pt x="1440" y="13342"/>
                      <a:pt x="0" y="15344"/>
                    </a:cubicBezTo>
                    <a:cubicBezTo>
                      <a:pt x="2211" y="15886"/>
                      <a:pt x="4276" y="16721"/>
                      <a:pt x="6446" y="17242"/>
                    </a:cubicBezTo>
                    <a:cubicBezTo>
                      <a:pt x="7666" y="17536"/>
                      <a:pt x="8916" y="17683"/>
                      <a:pt x="10168" y="17683"/>
                    </a:cubicBezTo>
                    <a:cubicBezTo>
                      <a:pt x="11227" y="17683"/>
                      <a:pt x="12287" y="17578"/>
                      <a:pt x="13329" y="17367"/>
                    </a:cubicBezTo>
                    <a:cubicBezTo>
                      <a:pt x="17354" y="16512"/>
                      <a:pt x="21004" y="14072"/>
                      <a:pt x="23486" y="10776"/>
                    </a:cubicBezTo>
                    <a:cubicBezTo>
                      <a:pt x="24446" y="9504"/>
                      <a:pt x="25238" y="8107"/>
                      <a:pt x="25509" y="6542"/>
                    </a:cubicBezTo>
                    <a:cubicBezTo>
                      <a:pt x="25801" y="4999"/>
                      <a:pt x="25489" y="3288"/>
                      <a:pt x="24446" y="2100"/>
                    </a:cubicBezTo>
                    <a:cubicBezTo>
                      <a:pt x="23632" y="1161"/>
                      <a:pt x="22443" y="640"/>
                      <a:pt x="21234" y="327"/>
                    </a:cubicBezTo>
                    <a:cubicBezTo>
                      <a:pt x="20340" y="104"/>
                      <a:pt x="19432" y="0"/>
                      <a:pt x="18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2"/>
              <p:cNvSpPr/>
              <p:nvPr/>
            </p:nvSpPr>
            <p:spPr>
              <a:xfrm>
                <a:off x="785750" y="2075125"/>
                <a:ext cx="303900" cy="1536375"/>
              </a:xfrm>
              <a:custGeom>
                <a:rect b="b" l="l" r="r" t="t"/>
                <a:pathLst>
                  <a:path extrusionOk="0" h="61455" w="12156">
                    <a:moveTo>
                      <a:pt x="290" y="0"/>
                    </a:moveTo>
                    <a:cubicBezTo>
                      <a:pt x="143" y="0"/>
                      <a:pt x="0" y="151"/>
                      <a:pt x="100" y="322"/>
                    </a:cubicBezTo>
                    <a:cubicBezTo>
                      <a:pt x="1789" y="3367"/>
                      <a:pt x="3208" y="6579"/>
                      <a:pt x="4918" y="9624"/>
                    </a:cubicBezTo>
                    <a:cubicBezTo>
                      <a:pt x="6503" y="12440"/>
                      <a:pt x="8193" y="15130"/>
                      <a:pt x="9277" y="18176"/>
                    </a:cubicBezTo>
                    <a:cubicBezTo>
                      <a:pt x="10341" y="21263"/>
                      <a:pt x="10988" y="24495"/>
                      <a:pt x="11154" y="27749"/>
                    </a:cubicBezTo>
                    <a:cubicBezTo>
                      <a:pt x="11551" y="34027"/>
                      <a:pt x="10487" y="40305"/>
                      <a:pt x="10153" y="46563"/>
                    </a:cubicBezTo>
                    <a:cubicBezTo>
                      <a:pt x="9966" y="49733"/>
                      <a:pt x="9903" y="52924"/>
                      <a:pt x="10195" y="56115"/>
                    </a:cubicBezTo>
                    <a:cubicBezTo>
                      <a:pt x="10258" y="56762"/>
                      <a:pt x="10320" y="57429"/>
                      <a:pt x="10404" y="58118"/>
                    </a:cubicBezTo>
                    <a:cubicBezTo>
                      <a:pt x="10529" y="59244"/>
                      <a:pt x="10716" y="60349"/>
                      <a:pt x="10967" y="61455"/>
                    </a:cubicBezTo>
                    <a:lnTo>
                      <a:pt x="11947" y="61455"/>
                    </a:lnTo>
                    <a:cubicBezTo>
                      <a:pt x="11759" y="60349"/>
                      <a:pt x="11572" y="59223"/>
                      <a:pt x="11405" y="58118"/>
                    </a:cubicBezTo>
                    <a:cubicBezTo>
                      <a:pt x="11217" y="56783"/>
                      <a:pt x="11092" y="55427"/>
                      <a:pt x="11029" y="54071"/>
                    </a:cubicBezTo>
                    <a:cubicBezTo>
                      <a:pt x="10946" y="50880"/>
                      <a:pt x="11092" y="47689"/>
                      <a:pt x="11321" y="44498"/>
                    </a:cubicBezTo>
                    <a:cubicBezTo>
                      <a:pt x="11759" y="38178"/>
                      <a:pt x="12156" y="31775"/>
                      <a:pt x="11467" y="25455"/>
                    </a:cubicBezTo>
                    <a:cubicBezTo>
                      <a:pt x="11134" y="22493"/>
                      <a:pt x="10570" y="19531"/>
                      <a:pt x="9486" y="16757"/>
                    </a:cubicBezTo>
                    <a:cubicBezTo>
                      <a:pt x="8443" y="14108"/>
                      <a:pt x="6962" y="11731"/>
                      <a:pt x="5502" y="9290"/>
                    </a:cubicBezTo>
                    <a:cubicBezTo>
                      <a:pt x="3729" y="6287"/>
                      <a:pt x="2332" y="3054"/>
                      <a:pt x="475" y="113"/>
                    </a:cubicBezTo>
                    <a:cubicBezTo>
                      <a:pt x="429" y="33"/>
                      <a:pt x="35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2"/>
              <p:cNvSpPr/>
              <p:nvPr/>
            </p:nvSpPr>
            <p:spPr>
              <a:xfrm>
                <a:off x="1160550" y="2302450"/>
                <a:ext cx="20875" cy="217850"/>
              </a:xfrm>
              <a:custGeom>
                <a:rect b="b" l="l" r="r" t="t"/>
                <a:pathLst>
                  <a:path extrusionOk="0" h="8714" w="835">
                    <a:moveTo>
                      <a:pt x="684" y="0"/>
                    </a:moveTo>
                    <a:cubicBezTo>
                      <a:pt x="675" y="0"/>
                      <a:pt x="668" y="3"/>
                      <a:pt x="668" y="10"/>
                    </a:cubicBezTo>
                    <a:cubicBezTo>
                      <a:pt x="188" y="1178"/>
                      <a:pt x="292" y="2450"/>
                      <a:pt x="376" y="3660"/>
                    </a:cubicBezTo>
                    <a:cubicBezTo>
                      <a:pt x="417" y="4244"/>
                      <a:pt x="459" y="4828"/>
                      <a:pt x="522" y="5412"/>
                    </a:cubicBezTo>
                    <a:cubicBezTo>
                      <a:pt x="584" y="5954"/>
                      <a:pt x="584" y="6496"/>
                      <a:pt x="543" y="7039"/>
                    </a:cubicBezTo>
                    <a:cubicBezTo>
                      <a:pt x="480" y="7623"/>
                      <a:pt x="292" y="8186"/>
                      <a:pt x="0" y="8686"/>
                    </a:cubicBezTo>
                    <a:cubicBezTo>
                      <a:pt x="0" y="8686"/>
                      <a:pt x="40" y="8713"/>
                      <a:pt x="67" y="8713"/>
                    </a:cubicBezTo>
                    <a:cubicBezTo>
                      <a:pt x="74" y="8713"/>
                      <a:pt x="79" y="8711"/>
                      <a:pt x="84" y="8707"/>
                    </a:cubicBezTo>
                    <a:cubicBezTo>
                      <a:pt x="835" y="7935"/>
                      <a:pt x="793" y="6684"/>
                      <a:pt x="730" y="5683"/>
                    </a:cubicBezTo>
                    <a:cubicBezTo>
                      <a:pt x="626" y="4494"/>
                      <a:pt x="501" y="3284"/>
                      <a:pt x="501" y="2095"/>
                    </a:cubicBezTo>
                    <a:cubicBezTo>
                      <a:pt x="480" y="1386"/>
                      <a:pt x="563" y="698"/>
                      <a:pt x="730" y="10"/>
                    </a:cubicBezTo>
                    <a:cubicBezTo>
                      <a:pt x="730" y="10"/>
                      <a:pt x="702"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2"/>
              <p:cNvSpPr/>
              <p:nvPr/>
            </p:nvSpPr>
            <p:spPr>
              <a:xfrm>
                <a:off x="1234575" y="2150425"/>
                <a:ext cx="53750" cy="252925"/>
              </a:xfrm>
              <a:custGeom>
                <a:rect b="b" l="l" r="r" t="t"/>
                <a:pathLst>
                  <a:path extrusionOk="0" h="10117" w="2150">
                    <a:moveTo>
                      <a:pt x="2066" y="0"/>
                    </a:moveTo>
                    <a:cubicBezTo>
                      <a:pt x="1023" y="647"/>
                      <a:pt x="648" y="1919"/>
                      <a:pt x="585" y="3087"/>
                    </a:cubicBezTo>
                    <a:cubicBezTo>
                      <a:pt x="502" y="4568"/>
                      <a:pt x="960" y="5965"/>
                      <a:pt x="1232" y="7405"/>
                    </a:cubicBezTo>
                    <a:cubicBezTo>
                      <a:pt x="1419" y="8302"/>
                      <a:pt x="1440" y="9219"/>
                      <a:pt x="1294" y="10116"/>
                    </a:cubicBezTo>
                    <a:lnTo>
                      <a:pt x="1378" y="10116"/>
                    </a:lnTo>
                    <a:cubicBezTo>
                      <a:pt x="1982" y="7238"/>
                      <a:pt x="1" y="4422"/>
                      <a:pt x="1023" y="1585"/>
                    </a:cubicBezTo>
                    <a:cubicBezTo>
                      <a:pt x="1232" y="960"/>
                      <a:pt x="1628" y="417"/>
                      <a:pt x="2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2"/>
              <p:cNvSpPr/>
              <p:nvPr/>
            </p:nvSpPr>
            <p:spPr>
              <a:xfrm>
                <a:off x="1337300" y="2096625"/>
                <a:ext cx="75650" cy="229550"/>
              </a:xfrm>
              <a:custGeom>
                <a:rect b="b" l="l" r="r" t="t"/>
                <a:pathLst>
                  <a:path extrusionOk="0" h="9182" w="3026">
                    <a:moveTo>
                      <a:pt x="3022" y="1"/>
                    </a:moveTo>
                    <a:cubicBezTo>
                      <a:pt x="3019" y="1"/>
                      <a:pt x="3012" y="5"/>
                      <a:pt x="3003" y="11"/>
                    </a:cubicBezTo>
                    <a:lnTo>
                      <a:pt x="3003" y="11"/>
                    </a:lnTo>
                    <a:cubicBezTo>
                      <a:pt x="3010" y="8"/>
                      <a:pt x="3018" y="6"/>
                      <a:pt x="3025" y="4"/>
                    </a:cubicBezTo>
                    <a:cubicBezTo>
                      <a:pt x="3025" y="2"/>
                      <a:pt x="3024" y="1"/>
                      <a:pt x="3022" y="1"/>
                    </a:cubicBezTo>
                    <a:close/>
                    <a:moveTo>
                      <a:pt x="3003" y="11"/>
                    </a:moveTo>
                    <a:lnTo>
                      <a:pt x="3003" y="11"/>
                    </a:lnTo>
                    <a:cubicBezTo>
                      <a:pt x="1911" y="352"/>
                      <a:pt x="1229" y="1388"/>
                      <a:pt x="877" y="2423"/>
                    </a:cubicBezTo>
                    <a:cubicBezTo>
                      <a:pt x="439" y="3779"/>
                      <a:pt x="585" y="5197"/>
                      <a:pt x="543" y="6616"/>
                    </a:cubicBezTo>
                    <a:cubicBezTo>
                      <a:pt x="543" y="7492"/>
                      <a:pt x="356" y="8368"/>
                      <a:pt x="1" y="9181"/>
                    </a:cubicBezTo>
                    <a:cubicBezTo>
                      <a:pt x="1" y="9181"/>
                      <a:pt x="22" y="9181"/>
                      <a:pt x="43" y="9140"/>
                    </a:cubicBezTo>
                    <a:cubicBezTo>
                      <a:pt x="731" y="7825"/>
                      <a:pt x="668" y="6345"/>
                      <a:pt x="689" y="4926"/>
                    </a:cubicBezTo>
                    <a:cubicBezTo>
                      <a:pt x="689" y="3717"/>
                      <a:pt x="814" y="2486"/>
                      <a:pt x="1419" y="1401"/>
                    </a:cubicBezTo>
                    <a:cubicBezTo>
                      <a:pt x="1732" y="797"/>
                      <a:pt x="2274" y="317"/>
                      <a:pt x="2921" y="66"/>
                    </a:cubicBezTo>
                    <a:cubicBezTo>
                      <a:pt x="2935" y="66"/>
                      <a:pt x="2977" y="29"/>
                      <a:pt x="3003"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2"/>
              <p:cNvSpPr/>
              <p:nvPr/>
            </p:nvSpPr>
            <p:spPr>
              <a:xfrm>
                <a:off x="1356075" y="2107075"/>
                <a:ext cx="129350" cy="204500"/>
              </a:xfrm>
              <a:custGeom>
                <a:rect b="b" l="l" r="r" t="t"/>
                <a:pathLst>
                  <a:path extrusionOk="0" h="8180" w="5174">
                    <a:moveTo>
                      <a:pt x="5038" y="1"/>
                    </a:moveTo>
                    <a:cubicBezTo>
                      <a:pt x="5034" y="1"/>
                      <a:pt x="5031" y="1"/>
                      <a:pt x="5028" y="3"/>
                    </a:cubicBezTo>
                    <a:cubicBezTo>
                      <a:pt x="4882" y="45"/>
                      <a:pt x="4756" y="87"/>
                      <a:pt x="4610" y="149"/>
                    </a:cubicBezTo>
                    <a:cubicBezTo>
                      <a:pt x="4485" y="212"/>
                      <a:pt x="4339" y="295"/>
                      <a:pt x="4214" y="379"/>
                    </a:cubicBezTo>
                    <a:cubicBezTo>
                      <a:pt x="3985" y="525"/>
                      <a:pt x="3776" y="712"/>
                      <a:pt x="3567" y="921"/>
                    </a:cubicBezTo>
                    <a:cubicBezTo>
                      <a:pt x="3150" y="1338"/>
                      <a:pt x="2796" y="1818"/>
                      <a:pt x="2525" y="2360"/>
                    </a:cubicBezTo>
                    <a:cubicBezTo>
                      <a:pt x="2253" y="2902"/>
                      <a:pt x="2003" y="3465"/>
                      <a:pt x="1815" y="4070"/>
                    </a:cubicBezTo>
                    <a:cubicBezTo>
                      <a:pt x="1565" y="4717"/>
                      <a:pt x="1315" y="5363"/>
                      <a:pt x="1023" y="6010"/>
                    </a:cubicBezTo>
                    <a:cubicBezTo>
                      <a:pt x="877" y="6365"/>
                      <a:pt x="710" y="6719"/>
                      <a:pt x="543" y="7053"/>
                    </a:cubicBezTo>
                    <a:cubicBezTo>
                      <a:pt x="376" y="7407"/>
                      <a:pt x="189" y="7783"/>
                      <a:pt x="1" y="8117"/>
                    </a:cubicBezTo>
                    <a:cubicBezTo>
                      <a:pt x="1" y="8117"/>
                      <a:pt x="63" y="8179"/>
                      <a:pt x="84" y="8179"/>
                    </a:cubicBezTo>
                    <a:lnTo>
                      <a:pt x="105" y="8179"/>
                    </a:lnTo>
                    <a:cubicBezTo>
                      <a:pt x="293" y="7908"/>
                      <a:pt x="501" y="7616"/>
                      <a:pt x="668" y="7303"/>
                    </a:cubicBezTo>
                    <a:cubicBezTo>
                      <a:pt x="835" y="7011"/>
                      <a:pt x="981" y="6698"/>
                      <a:pt x="1127" y="6385"/>
                    </a:cubicBezTo>
                    <a:cubicBezTo>
                      <a:pt x="1419" y="5739"/>
                      <a:pt x="1669" y="5092"/>
                      <a:pt x="1920" y="4446"/>
                    </a:cubicBezTo>
                    <a:cubicBezTo>
                      <a:pt x="2358" y="3299"/>
                      <a:pt x="2775" y="2131"/>
                      <a:pt x="3630" y="1213"/>
                    </a:cubicBezTo>
                    <a:cubicBezTo>
                      <a:pt x="3839" y="983"/>
                      <a:pt x="4068" y="775"/>
                      <a:pt x="4318" y="587"/>
                    </a:cubicBezTo>
                    <a:cubicBezTo>
                      <a:pt x="4464" y="504"/>
                      <a:pt x="4590" y="420"/>
                      <a:pt x="4736" y="337"/>
                    </a:cubicBezTo>
                    <a:cubicBezTo>
                      <a:pt x="4882" y="253"/>
                      <a:pt x="5028" y="170"/>
                      <a:pt x="5174" y="107"/>
                    </a:cubicBezTo>
                    <a:cubicBezTo>
                      <a:pt x="5174" y="107"/>
                      <a:pt x="5085" y="1"/>
                      <a:pt x="5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2"/>
              <p:cNvSpPr/>
              <p:nvPr/>
            </p:nvSpPr>
            <p:spPr>
              <a:xfrm>
                <a:off x="1291950" y="2292550"/>
                <a:ext cx="239375" cy="96700"/>
              </a:xfrm>
              <a:custGeom>
                <a:rect b="b" l="l" r="r" t="t"/>
                <a:pathLst>
                  <a:path extrusionOk="0" h="3868" w="9575">
                    <a:moveTo>
                      <a:pt x="1" y="3846"/>
                    </a:moveTo>
                    <a:cubicBezTo>
                      <a:pt x="1" y="3846"/>
                      <a:pt x="1" y="3847"/>
                      <a:pt x="0" y="3847"/>
                    </a:cubicBezTo>
                    <a:cubicBezTo>
                      <a:pt x="1" y="3847"/>
                      <a:pt x="1" y="3847"/>
                      <a:pt x="1" y="3846"/>
                    </a:cubicBezTo>
                    <a:close/>
                    <a:moveTo>
                      <a:pt x="9435" y="0"/>
                    </a:moveTo>
                    <a:cubicBezTo>
                      <a:pt x="9407" y="0"/>
                      <a:pt x="9386" y="2"/>
                      <a:pt x="9386" y="9"/>
                    </a:cubicBezTo>
                    <a:cubicBezTo>
                      <a:pt x="9157" y="593"/>
                      <a:pt x="8761" y="1094"/>
                      <a:pt x="8239" y="1469"/>
                    </a:cubicBezTo>
                    <a:cubicBezTo>
                      <a:pt x="7697" y="1845"/>
                      <a:pt x="7092" y="2116"/>
                      <a:pt x="6445" y="2262"/>
                    </a:cubicBezTo>
                    <a:cubicBezTo>
                      <a:pt x="5048" y="2617"/>
                      <a:pt x="3567" y="2512"/>
                      <a:pt x="2170" y="2804"/>
                    </a:cubicBezTo>
                    <a:cubicBezTo>
                      <a:pt x="1357" y="2950"/>
                      <a:pt x="606" y="3304"/>
                      <a:pt x="1" y="3846"/>
                    </a:cubicBezTo>
                    <a:lnTo>
                      <a:pt x="1" y="3846"/>
                    </a:lnTo>
                    <a:cubicBezTo>
                      <a:pt x="4" y="3844"/>
                      <a:pt x="9" y="3843"/>
                      <a:pt x="14" y="3843"/>
                    </a:cubicBezTo>
                    <a:cubicBezTo>
                      <a:pt x="35" y="3843"/>
                      <a:pt x="72" y="3862"/>
                      <a:pt x="99" y="3862"/>
                    </a:cubicBezTo>
                    <a:cubicBezTo>
                      <a:pt x="104" y="3862"/>
                      <a:pt x="109" y="3861"/>
                      <a:pt x="114" y="3859"/>
                    </a:cubicBezTo>
                    <a:lnTo>
                      <a:pt x="114" y="3859"/>
                    </a:lnTo>
                    <a:lnTo>
                      <a:pt x="105" y="3868"/>
                    </a:lnTo>
                    <a:cubicBezTo>
                      <a:pt x="109" y="3864"/>
                      <a:pt x="114" y="3860"/>
                      <a:pt x="118" y="3856"/>
                    </a:cubicBezTo>
                    <a:lnTo>
                      <a:pt x="118" y="3856"/>
                    </a:lnTo>
                    <a:cubicBezTo>
                      <a:pt x="119" y="3856"/>
                      <a:pt x="120" y="3855"/>
                      <a:pt x="120" y="3854"/>
                    </a:cubicBezTo>
                    <a:lnTo>
                      <a:pt x="120" y="3854"/>
                    </a:lnTo>
                    <a:cubicBezTo>
                      <a:pt x="1287" y="2845"/>
                      <a:pt x="2906" y="2699"/>
                      <a:pt x="4380" y="2575"/>
                    </a:cubicBezTo>
                    <a:cubicBezTo>
                      <a:pt x="5715" y="2471"/>
                      <a:pt x="7113" y="2345"/>
                      <a:pt x="8302" y="1615"/>
                    </a:cubicBezTo>
                    <a:cubicBezTo>
                      <a:pt x="8886" y="1261"/>
                      <a:pt x="9428" y="698"/>
                      <a:pt x="9574" y="9"/>
                    </a:cubicBezTo>
                    <a:cubicBezTo>
                      <a:pt x="9574" y="9"/>
                      <a:pt x="9491" y="0"/>
                      <a:pt x="9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2"/>
              <p:cNvSpPr/>
              <p:nvPr/>
            </p:nvSpPr>
            <p:spPr>
              <a:xfrm>
                <a:off x="1213725" y="2455925"/>
                <a:ext cx="203400" cy="20975"/>
              </a:xfrm>
              <a:custGeom>
                <a:rect b="b" l="l" r="r" t="t"/>
                <a:pathLst>
                  <a:path extrusionOk="0" h="839" w="8136">
                    <a:moveTo>
                      <a:pt x="7953" y="1"/>
                    </a:moveTo>
                    <a:cubicBezTo>
                      <a:pt x="7951" y="1"/>
                      <a:pt x="7949" y="1"/>
                      <a:pt x="7947" y="3"/>
                    </a:cubicBezTo>
                    <a:cubicBezTo>
                      <a:pt x="7359" y="507"/>
                      <a:pt x="6720" y="675"/>
                      <a:pt x="6054" y="675"/>
                    </a:cubicBezTo>
                    <a:cubicBezTo>
                      <a:pt x="4737" y="675"/>
                      <a:pt x="3319" y="17"/>
                      <a:pt x="2003" y="3"/>
                    </a:cubicBezTo>
                    <a:cubicBezTo>
                      <a:pt x="1336" y="44"/>
                      <a:pt x="668" y="128"/>
                      <a:pt x="1" y="253"/>
                    </a:cubicBezTo>
                    <a:cubicBezTo>
                      <a:pt x="22" y="253"/>
                      <a:pt x="63" y="316"/>
                      <a:pt x="84" y="316"/>
                    </a:cubicBezTo>
                    <a:cubicBezTo>
                      <a:pt x="689" y="232"/>
                      <a:pt x="1315" y="170"/>
                      <a:pt x="1940" y="149"/>
                    </a:cubicBezTo>
                    <a:cubicBezTo>
                      <a:pt x="2524" y="149"/>
                      <a:pt x="3108" y="211"/>
                      <a:pt x="3692" y="357"/>
                    </a:cubicBezTo>
                    <a:cubicBezTo>
                      <a:pt x="4514" y="563"/>
                      <a:pt x="5350" y="838"/>
                      <a:pt x="6200" y="838"/>
                    </a:cubicBezTo>
                    <a:cubicBezTo>
                      <a:pt x="6385" y="838"/>
                      <a:pt x="6572" y="825"/>
                      <a:pt x="6759" y="795"/>
                    </a:cubicBezTo>
                    <a:cubicBezTo>
                      <a:pt x="7280" y="754"/>
                      <a:pt x="7781" y="524"/>
                      <a:pt x="8135" y="128"/>
                    </a:cubicBezTo>
                    <a:cubicBezTo>
                      <a:pt x="8135" y="128"/>
                      <a:pt x="7990" y="1"/>
                      <a:pt x="7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2"/>
              <p:cNvSpPr/>
              <p:nvPr/>
            </p:nvSpPr>
            <p:spPr>
              <a:xfrm>
                <a:off x="1155775" y="2519025"/>
                <a:ext cx="116900" cy="16750"/>
              </a:xfrm>
              <a:custGeom>
                <a:rect b="b" l="l" r="r" t="t"/>
                <a:pathLst>
                  <a:path extrusionOk="0" h="670" w="4676">
                    <a:moveTo>
                      <a:pt x="2216" y="0"/>
                    </a:moveTo>
                    <a:cubicBezTo>
                      <a:pt x="1497" y="0"/>
                      <a:pt x="765" y="128"/>
                      <a:pt x="87" y="399"/>
                    </a:cubicBezTo>
                    <a:cubicBezTo>
                      <a:pt x="68" y="399"/>
                      <a:pt x="0" y="465"/>
                      <a:pt x="15" y="465"/>
                    </a:cubicBezTo>
                    <a:cubicBezTo>
                      <a:pt x="17" y="465"/>
                      <a:pt x="20" y="464"/>
                      <a:pt x="24" y="461"/>
                    </a:cubicBezTo>
                    <a:cubicBezTo>
                      <a:pt x="668" y="247"/>
                      <a:pt x="1327" y="140"/>
                      <a:pt x="1988" y="140"/>
                    </a:cubicBezTo>
                    <a:cubicBezTo>
                      <a:pt x="2098" y="140"/>
                      <a:pt x="2208" y="143"/>
                      <a:pt x="2319" y="148"/>
                    </a:cubicBezTo>
                    <a:cubicBezTo>
                      <a:pt x="2673" y="169"/>
                      <a:pt x="3049" y="211"/>
                      <a:pt x="3403" y="315"/>
                    </a:cubicBezTo>
                    <a:cubicBezTo>
                      <a:pt x="3591" y="357"/>
                      <a:pt x="3779" y="399"/>
                      <a:pt x="3946" y="461"/>
                    </a:cubicBezTo>
                    <a:cubicBezTo>
                      <a:pt x="4133" y="545"/>
                      <a:pt x="4321" y="607"/>
                      <a:pt x="4509" y="670"/>
                    </a:cubicBezTo>
                    <a:cubicBezTo>
                      <a:pt x="4550" y="670"/>
                      <a:pt x="4676" y="587"/>
                      <a:pt x="4634" y="566"/>
                    </a:cubicBezTo>
                    <a:cubicBezTo>
                      <a:pt x="4488" y="461"/>
                      <a:pt x="4321" y="378"/>
                      <a:pt x="4133" y="315"/>
                    </a:cubicBezTo>
                    <a:cubicBezTo>
                      <a:pt x="3966" y="253"/>
                      <a:pt x="3779" y="211"/>
                      <a:pt x="3570" y="169"/>
                    </a:cubicBezTo>
                    <a:cubicBezTo>
                      <a:pt x="3195" y="65"/>
                      <a:pt x="2798" y="2"/>
                      <a:pt x="2381" y="2"/>
                    </a:cubicBezTo>
                    <a:cubicBezTo>
                      <a:pt x="2326" y="1"/>
                      <a:pt x="2271"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2"/>
              <p:cNvSpPr/>
              <p:nvPr/>
            </p:nvSpPr>
            <p:spPr>
              <a:xfrm>
                <a:off x="1369650" y="2226025"/>
                <a:ext cx="141325" cy="67300"/>
              </a:xfrm>
              <a:custGeom>
                <a:rect b="b" l="l" r="r" t="t"/>
                <a:pathLst>
                  <a:path extrusionOk="0" h="2692" w="5653">
                    <a:moveTo>
                      <a:pt x="5590" y="1"/>
                    </a:moveTo>
                    <a:cubicBezTo>
                      <a:pt x="4797" y="63"/>
                      <a:pt x="4026" y="230"/>
                      <a:pt x="3275" y="522"/>
                    </a:cubicBezTo>
                    <a:cubicBezTo>
                      <a:pt x="2461" y="835"/>
                      <a:pt x="1690" y="1231"/>
                      <a:pt x="1001" y="1753"/>
                    </a:cubicBezTo>
                    <a:cubicBezTo>
                      <a:pt x="626" y="2024"/>
                      <a:pt x="292" y="2337"/>
                      <a:pt x="0" y="2691"/>
                    </a:cubicBezTo>
                    <a:lnTo>
                      <a:pt x="146" y="2691"/>
                    </a:lnTo>
                    <a:lnTo>
                      <a:pt x="146" y="2670"/>
                    </a:lnTo>
                    <a:cubicBezTo>
                      <a:pt x="855" y="1940"/>
                      <a:pt x="1690" y="1335"/>
                      <a:pt x="2628" y="897"/>
                    </a:cubicBezTo>
                    <a:cubicBezTo>
                      <a:pt x="3546" y="439"/>
                      <a:pt x="4547" y="147"/>
                      <a:pt x="5590" y="21"/>
                    </a:cubicBezTo>
                    <a:cubicBezTo>
                      <a:pt x="5611" y="21"/>
                      <a:pt x="5653" y="1"/>
                      <a:pt x="5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2"/>
              <p:cNvSpPr/>
              <p:nvPr/>
            </p:nvSpPr>
            <p:spPr>
              <a:xfrm>
                <a:off x="1060375" y="2265975"/>
                <a:ext cx="323025" cy="417200"/>
              </a:xfrm>
              <a:custGeom>
                <a:rect b="b" l="l" r="r" t="t"/>
                <a:pathLst>
                  <a:path extrusionOk="0" h="16688" w="12921">
                    <a:moveTo>
                      <a:pt x="12741" y="1"/>
                    </a:moveTo>
                    <a:cubicBezTo>
                      <a:pt x="12695" y="1"/>
                      <a:pt x="12650" y="22"/>
                      <a:pt x="12621" y="71"/>
                    </a:cubicBezTo>
                    <a:cubicBezTo>
                      <a:pt x="12058" y="1239"/>
                      <a:pt x="11328" y="2324"/>
                      <a:pt x="10452" y="3283"/>
                    </a:cubicBezTo>
                    <a:cubicBezTo>
                      <a:pt x="9576" y="4222"/>
                      <a:pt x="8638" y="5077"/>
                      <a:pt x="7678" y="5953"/>
                    </a:cubicBezTo>
                    <a:cubicBezTo>
                      <a:pt x="5613" y="7851"/>
                      <a:pt x="3819" y="9999"/>
                      <a:pt x="2318" y="12356"/>
                    </a:cubicBezTo>
                    <a:cubicBezTo>
                      <a:pt x="1483" y="13733"/>
                      <a:pt x="733" y="15130"/>
                      <a:pt x="44" y="16569"/>
                    </a:cubicBezTo>
                    <a:cubicBezTo>
                      <a:pt x="0" y="16628"/>
                      <a:pt x="60" y="16687"/>
                      <a:pt x="114" y="16687"/>
                    </a:cubicBezTo>
                    <a:cubicBezTo>
                      <a:pt x="136" y="16687"/>
                      <a:pt x="157" y="16677"/>
                      <a:pt x="169" y="16653"/>
                    </a:cubicBezTo>
                    <a:cubicBezTo>
                      <a:pt x="774" y="15360"/>
                      <a:pt x="1504" y="14129"/>
                      <a:pt x="2318" y="12940"/>
                    </a:cubicBezTo>
                    <a:cubicBezTo>
                      <a:pt x="3110" y="11731"/>
                      <a:pt x="3986" y="10583"/>
                      <a:pt x="4925" y="9478"/>
                    </a:cubicBezTo>
                    <a:cubicBezTo>
                      <a:pt x="5822" y="8414"/>
                      <a:pt x="6781" y="7392"/>
                      <a:pt x="7803" y="6433"/>
                    </a:cubicBezTo>
                    <a:cubicBezTo>
                      <a:pt x="8763" y="5557"/>
                      <a:pt x="9743" y="4702"/>
                      <a:pt x="10619" y="3763"/>
                    </a:cubicBezTo>
                    <a:cubicBezTo>
                      <a:pt x="11579" y="2762"/>
                      <a:pt x="12559" y="1552"/>
                      <a:pt x="12893" y="175"/>
                    </a:cubicBezTo>
                    <a:cubicBezTo>
                      <a:pt x="12920" y="79"/>
                      <a:pt x="12829" y="1"/>
                      <a:pt x="1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2"/>
              <p:cNvSpPr/>
              <p:nvPr/>
            </p:nvSpPr>
            <p:spPr>
              <a:xfrm>
                <a:off x="1053350" y="2679325"/>
                <a:ext cx="647275" cy="421000"/>
              </a:xfrm>
              <a:custGeom>
                <a:rect b="b" l="l" r="r" t="t"/>
                <a:pathLst>
                  <a:path extrusionOk="0" h="16840" w="25891">
                    <a:moveTo>
                      <a:pt x="25775" y="1"/>
                    </a:moveTo>
                    <a:cubicBezTo>
                      <a:pt x="25751" y="1"/>
                      <a:pt x="25727" y="11"/>
                      <a:pt x="25709" y="35"/>
                    </a:cubicBezTo>
                    <a:cubicBezTo>
                      <a:pt x="24770" y="1600"/>
                      <a:pt x="23185" y="2538"/>
                      <a:pt x="21558" y="3289"/>
                    </a:cubicBezTo>
                    <a:cubicBezTo>
                      <a:pt x="20599" y="3727"/>
                      <a:pt x="19598" y="4144"/>
                      <a:pt x="18617" y="4582"/>
                    </a:cubicBezTo>
                    <a:lnTo>
                      <a:pt x="15405" y="5980"/>
                    </a:lnTo>
                    <a:lnTo>
                      <a:pt x="8939" y="8796"/>
                    </a:lnTo>
                    <a:cubicBezTo>
                      <a:pt x="7021" y="9630"/>
                      <a:pt x="5081" y="10485"/>
                      <a:pt x="3412" y="11778"/>
                    </a:cubicBezTo>
                    <a:cubicBezTo>
                      <a:pt x="1973" y="12905"/>
                      <a:pt x="742" y="14385"/>
                      <a:pt x="158" y="16137"/>
                    </a:cubicBezTo>
                    <a:cubicBezTo>
                      <a:pt x="96" y="16346"/>
                      <a:pt x="33" y="16575"/>
                      <a:pt x="12" y="16805"/>
                    </a:cubicBezTo>
                    <a:cubicBezTo>
                      <a:pt x="0" y="16829"/>
                      <a:pt x="17" y="16839"/>
                      <a:pt x="32" y="16839"/>
                    </a:cubicBezTo>
                    <a:cubicBezTo>
                      <a:pt x="43" y="16839"/>
                      <a:pt x="54" y="16834"/>
                      <a:pt x="54" y="16826"/>
                    </a:cubicBezTo>
                    <a:cubicBezTo>
                      <a:pt x="304" y="15929"/>
                      <a:pt x="722" y="15074"/>
                      <a:pt x="1243" y="14302"/>
                    </a:cubicBezTo>
                    <a:cubicBezTo>
                      <a:pt x="1785" y="13551"/>
                      <a:pt x="2432" y="12863"/>
                      <a:pt x="3162" y="12258"/>
                    </a:cubicBezTo>
                    <a:cubicBezTo>
                      <a:pt x="4789" y="10944"/>
                      <a:pt x="6729" y="10047"/>
                      <a:pt x="8647" y="9213"/>
                    </a:cubicBezTo>
                    <a:cubicBezTo>
                      <a:pt x="10775" y="8295"/>
                      <a:pt x="12902" y="7356"/>
                      <a:pt x="15030" y="6439"/>
                    </a:cubicBezTo>
                    <a:cubicBezTo>
                      <a:pt x="17116" y="5542"/>
                      <a:pt x="19201" y="4645"/>
                      <a:pt x="21287" y="3727"/>
                    </a:cubicBezTo>
                    <a:cubicBezTo>
                      <a:pt x="22872" y="3018"/>
                      <a:pt x="24541" y="2163"/>
                      <a:pt x="25542" y="703"/>
                    </a:cubicBezTo>
                    <a:cubicBezTo>
                      <a:pt x="25667" y="515"/>
                      <a:pt x="25772" y="327"/>
                      <a:pt x="25876" y="119"/>
                    </a:cubicBezTo>
                    <a:cubicBezTo>
                      <a:pt x="25891" y="60"/>
                      <a:pt x="25832" y="1"/>
                      <a:pt x="2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2"/>
              <p:cNvSpPr/>
              <p:nvPr/>
            </p:nvSpPr>
            <p:spPr>
              <a:xfrm>
                <a:off x="286375" y="2552900"/>
                <a:ext cx="783300" cy="399950"/>
              </a:xfrm>
              <a:custGeom>
                <a:rect b="b" l="l" r="r" t="t"/>
                <a:pathLst>
                  <a:path extrusionOk="0" h="15998" w="31332">
                    <a:moveTo>
                      <a:pt x="4173" y="1"/>
                    </a:moveTo>
                    <a:cubicBezTo>
                      <a:pt x="3147" y="1"/>
                      <a:pt x="2122" y="125"/>
                      <a:pt x="1115" y="358"/>
                    </a:cubicBezTo>
                    <a:cubicBezTo>
                      <a:pt x="802" y="441"/>
                      <a:pt x="489" y="525"/>
                      <a:pt x="156" y="608"/>
                    </a:cubicBezTo>
                    <a:cubicBezTo>
                      <a:pt x="1" y="647"/>
                      <a:pt x="44" y="884"/>
                      <a:pt x="201" y="884"/>
                    </a:cubicBezTo>
                    <a:cubicBezTo>
                      <a:pt x="213" y="884"/>
                      <a:pt x="226" y="882"/>
                      <a:pt x="239" y="879"/>
                    </a:cubicBezTo>
                    <a:cubicBezTo>
                      <a:pt x="1366" y="546"/>
                      <a:pt x="2513" y="337"/>
                      <a:pt x="3702" y="295"/>
                    </a:cubicBezTo>
                    <a:cubicBezTo>
                      <a:pt x="3868" y="288"/>
                      <a:pt x="4036" y="285"/>
                      <a:pt x="4204" y="285"/>
                    </a:cubicBezTo>
                    <a:cubicBezTo>
                      <a:pt x="5043" y="285"/>
                      <a:pt x="5892" y="372"/>
                      <a:pt x="6726" y="546"/>
                    </a:cubicBezTo>
                    <a:cubicBezTo>
                      <a:pt x="7831" y="796"/>
                      <a:pt x="8916" y="1109"/>
                      <a:pt x="9959" y="1505"/>
                    </a:cubicBezTo>
                    <a:cubicBezTo>
                      <a:pt x="11148" y="1901"/>
                      <a:pt x="12316" y="2339"/>
                      <a:pt x="13442" y="2861"/>
                    </a:cubicBezTo>
                    <a:cubicBezTo>
                      <a:pt x="15695" y="3883"/>
                      <a:pt x="17864" y="5092"/>
                      <a:pt x="19950" y="6448"/>
                    </a:cubicBezTo>
                    <a:cubicBezTo>
                      <a:pt x="21952" y="7741"/>
                      <a:pt x="23934" y="9055"/>
                      <a:pt x="25832" y="10495"/>
                    </a:cubicBezTo>
                    <a:cubicBezTo>
                      <a:pt x="27646" y="11892"/>
                      <a:pt x="29398" y="13477"/>
                      <a:pt x="30754" y="15333"/>
                    </a:cubicBezTo>
                    <a:cubicBezTo>
                      <a:pt x="30921" y="15563"/>
                      <a:pt x="31088" y="15771"/>
                      <a:pt x="31255" y="15980"/>
                    </a:cubicBezTo>
                    <a:cubicBezTo>
                      <a:pt x="31261" y="15992"/>
                      <a:pt x="31270" y="15997"/>
                      <a:pt x="31280" y="15997"/>
                    </a:cubicBezTo>
                    <a:cubicBezTo>
                      <a:pt x="31305" y="15997"/>
                      <a:pt x="31332" y="15968"/>
                      <a:pt x="31317" y="15938"/>
                    </a:cubicBezTo>
                    <a:cubicBezTo>
                      <a:pt x="31025" y="15438"/>
                      <a:pt x="30712" y="14958"/>
                      <a:pt x="30337" y="14520"/>
                    </a:cubicBezTo>
                    <a:cubicBezTo>
                      <a:pt x="29982" y="14061"/>
                      <a:pt x="29607" y="13623"/>
                      <a:pt x="29210" y="13206"/>
                    </a:cubicBezTo>
                    <a:cubicBezTo>
                      <a:pt x="28397" y="12372"/>
                      <a:pt x="27542" y="11600"/>
                      <a:pt x="26624" y="10870"/>
                    </a:cubicBezTo>
                    <a:cubicBezTo>
                      <a:pt x="24747" y="9389"/>
                      <a:pt x="22807" y="8013"/>
                      <a:pt x="20784" y="6719"/>
                    </a:cubicBezTo>
                    <a:cubicBezTo>
                      <a:pt x="18719" y="5343"/>
                      <a:pt x="16550" y="4091"/>
                      <a:pt x="14297" y="2986"/>
                    </a:cubicBezTo>
                    <a:cubicBezTo>
                      <a:pt x="13171" y="2444"/>
                      <a:pt x="12024" y="1964"/>
                      <a:pt x="10856" y="1547"/>
                    </a:cubicBezTo>
                    <a:cubicBezTo>
                      <a:pt x="9729" y="1150"/>
                      <a:pt x="8603" y="754"/>
                      <a:pt x="7456" y="462"/>
                    </a:cubicBezTo>
                    <a:cubicBezTo>
                      <a:pt x="6455" y="191"/>
                      <a:pt x="5433" y="45"/>
                      <a:pt x="4411" y="3"/>
                    </a:cubicBezTo>
                    <a:cubicBezTo>
                      <a:pt x="4331" y="2"/>
                      <a:pt x="4252" y="1"/>
                      <a:pt x="4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2"/>
              <p:cNvSpPr/>
              <p:nvPr/>
            </p:nvSpPr>
            <p:spPr>
              <a:xfrm>
                <a:off x="312675" y="3194300"/>
                <a:ext cx="738925" cy="219450"/>
              </a:xfrm>
              <a:custGeom>
                <a:rect b="b" l="l" r="r" t="t"/>
                <a:pathLst>
                  <a:path extrusionOk="0" h="8778" w="29557">
                    <a:moveTo>
                      <a:pt x="9031" y="0"/>
                    </a:moveTo>
                    <a:cubicBezTo>
                      <a:pt x="8315" y="0"/>
                      <a:pt x="7599" y="28"/>
                      <a:pt x="6884" y="85"/>
                    </a:cubicBezTo>
                    <a:cubicBezTo>
                      <a:pt x="5799" y="169"/>
                      <a:pt x="4735" y="336"/>
                      <a:pt x="3672" y="565"/>
                    </a:cubicBezTo>
                    <a:cubicBezTo>
                      <a:pt x="2608" y="795"/>
                      <a:pt x="1586" y="1212"/>
                      <a:pt x="668" y="1817"/>
                    </a:cubicBezTo>
                    <a:cubicBezTo>
                      <a:pt x="564" y="1879"/>
                      <a:pt x="439" y="1963"/>
                      <a:pt x="334" y="2046"/>
                    </a:cubicBezTo>
                    <a:cubicBezTo>
                      <a:pt x="230" y="2150"/>
                      <a:pt x="147" y="2255"/>
                      <a:pt x="63" y="2380"/>
                    </a:cubicBezTo>
                    <a:cubicBezTo>
                      <a:pt x="1" y="2484"/>
                      <a:pt x="22" y="2588"/>
                      <a:pt x="105" y="2672"/>
                    </a:cubicBezTo>
                    <a:cubicBezTo>
                      <a:pt x="142" y="2721"/>
                      <a:pt x="200" y="2741"/>
                      <a:pt x="258" y="2741"/>
                    </a:cubicBezTo>
                    <a:cubicBezTo>
                      <a:pt x="300" y="2741"/>
                      <a:pt x="342" y="2731"/>
                      <a:pt x="376" y="2713"/>
                    </a:cubicBezTo>
                    <a:cubicBezTo>
                      <a:pt x="501" y="2672"/>
                      <a:pt x="626" y="2609"/>
                      <a:pt x="731" y="2547"/>
                    </a:cubicBezTo>
                    <a:cubicBezTo>
                      <a:pt x="856" y="2484"/>
                      <a:pt x="981" y="2401"/>
                      <a:pt x="1106" y="2317"/>
                    </a:cubicBezTo>
                    <a:cubicBezTo>
                      <a:pt x="1336" y="2192"/>
                      <a:pt x="1544" y="2067"/>
                      <a:pt x="1794" y="1963"/>
                    </a:cubicBezTo>
                    <a:cubicBezTo>
                      <a:pt x="2253" y="1733"/>
                      <a:pt x="2733" y="1545"/>
                      <a:pt x="3234" y="1399"/>
                    </a:cubicBezTo>
                    <a:cubicBezTo>
                      <a:pt x="4256" y="1107"/>
                      <a:pt x="5278" y="899"/>
                      <a:pt x="6341" y="795"/>
                    </a:cubicBezTo>
                    <a:cubicBezTo>
                      <a:pt x="7353" y="680"/>
                      <a:pt x="8370" y="622"/>
                      <a:pt x="9387" y="622"/>
                    </a:cubicBezTo>
                    <a:cubicBezTo>
                      <a:pt x="10403" y="622"/>
                      <a:pt x="11420" y="680"/>
                      <a:pt x="12432" y="795"/>
                    </a:cubicBezTo>
                    <a:cubicBezTo>
                      <a:pt x="14434" y="1024"/>
                      <a:pt x="16395" y="1483"/>
                      <a:pt x="18314" y="2129"/>
                    </a:cubicBezTo>
                    <a:cubicBezTo>
                      <a:pt x="20233" y="2776"/>
                      <a:pt x="22089" y="3631"/>
                      <a:pt x="23841" y="4674"/>
                    </a:cubicBezTo>
                    <a:cubicBezTo>
                      <a:pt x="24717" y="5175"/>
                      <a:pt x="25572" y="5759"/>
                      <a:pt x="26386" y="6363"/>
                    </a:cubicBezTo>
                    <a:cubicBezTo>
                      <a:pt x="27220" y="6968"/>
                      <a:pt x="27971" y="7636"/>
                      <a:pt x="28784" y="8262"/>
                    </a:cubicBezTo>
                    <a:cubicBezTo>
                      <a:pt x="28972" y="8428"/>
                      <a:pt x="29181" y="8574"/>
                      <a:pt x="29368" y="8741"/>
                    </a:cubicBezTo>
                    <a:cubicBezTo>
                      <a:pt x="29389" y="8767"/>
                      <a:pt x="29412" y="8777"/>
                      <a:pt x="29434" y="8777"/>
                    </a:cubicBezTo>
                    <a:cubicBezTo>
                      <a:pt x="29501" y="8777"/>
                      <a:pt x="29556" y="8679"/>
                      <a:pt x="29493" y="8616"/>
                    </a:cubicBezTo>
                    <a:cubicBezTo>
                      <a:pt x="29139" y="8241"/>
                      <a:pt x="28805" y="7844"/>
                      <a:pt x="28451" y="7469"/>
                    </a:cubicBezTo>
                    <a:cubicBezTo>
                      <a:pt x="28075" y="7114"/>
                      <a:pt x="27658" y="6781"/>
                      <a:pt x="27262" y="6468"/>
                    </a:cubicBezTo>
                    <a:cubicBezTo>
                      <a:pt x="26448" y="5800"/>
                      <a:pt x="25614" y="5195"/>
                      <a:pt x="24738" y="4632"/>
                    </a:cubicBezTo>
                    <a:cubicBezTo>
                      <a:pt x="21213" y="2380"/>
                      <a:pt x="17271" y="899"/>
                      <a:pt x="13141" y="294"/>
                    </a:cubicBezTo>
                    <a:cubicBezTo>
                      <a:pt x="11771" y="102"/>
                      <a:pt x="10401" y="0"/>
                      <a:pt x="90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2"/>
              <p:cNvSpPr/>
              <p:nvPr/>
            </p:nvSpPr>
            <p:spPr>
              <a:xfrm>
                <a:off x="1042700" y="3243875"/>
                <a:ext cx="584025" cy="238725"/>
              </a:xfrm>
              <a:custGeom>
                <a:rect b="b" l="l" r="r" t="t"/>
                <a:pathLst>
                  <a:path extrusionOk="0" h="9549" w="23361">
                    <a:moveTo>
                      <a:pt x="21776" y="0"/>
                    </a:moveTo>
                    <a:cubicBezTo>
                      <a:pt x="21296" y="21"/>
                      <a:pt x="20837" y="42"/>
                      <a:pt x="20378" y="63"/>
                    </a:cubicBezTo>
                    <a:cubicBezTo>
                      <a:pt x="19461" y="105"/>
                      <a:pt x="18543" y="167"/>
                      <a:pt x="17625" y="251"/>
                    </a:cubicBezTo>
                    <a:cubicBezTo>
                      <a:pt x="15790" y="418"/>
                      <a:pt x="13954" y="689"/>
                      <a:pt x="12140" y="1085"/>
                    </a:cubicBezTo>
                    <a:cubicBezTo>
                      <a:pt x="10346" y="1440"/>
                      <a:pt x="8573" y="1982"/>
                      <a:pt x="6883" y="2670"/>
                    </a:cubicBezTo>
                    <a:cubicBezTo>
                      <a:pt x="5298" y="3275"/>
                      <a:pt x="3817" y="4109"/>
                      <a:pt x="2482" y="5131"/>
                    </a:cubicBezTo>
                    <a:cubicBezTo>
                      <a:pt x="1794" y="5674"/>
                      <a:pt x="1231" y="6320"/>
                      <a:pt x="772" y="7050"/>
                    </a:cubicBezTo>
                    <a:cubicBezTo>
                      <a:pt x="272" y="7739"/>
                      <a:pt x="21" y="8573"/>
                      <a:pt x="0" y="9428"/>
                    </a:cubicBezTo>
                    <a:cubicBezTo>
                      <a:pt x="0" y="9506"/>
                      <a:pt x="60" y="9548"/>
                      <a:pt x="119" y="9548"/>
                    </a:cubicBezTo>
                    <a:cubicBezTo>
                      <a:pt x="170" y="9548"/>
                      <a:pt x="220" y="9517"/>
                      <a:pt x="230" y="9449"/>
                    </a:cubicBezTo>
                    <a:cubicBezTo>
                      <a:pt x="397" y="8740"/>
                      <a:pt x="668" y="8051"/>
                      <a:pt x="1043" y="7426"/>
                    </a:cubicBezTo>
                    <a:cubicBezTo>
                      <a:pt x="1460" y="6800"/>
                      <a:pt x="1961" y="6258"/>
                      <a:pt x="2524" y="5799"/>
                    </a:cubicBezTo>
                    <a:cubicBezTo>
                      <a:pt x="3776" y="4818"/>
                      <a:pt x="5173" y="4026"/>
                      <a:pt x="6675" y="3463"/>
                    </a:cubicBezTo>
                    <a:cubicBezTo>
                      <a:pt x="9991" y="2086"/>
                      <a:pt x="13537" y="1356"/>
                      <a:pt x="17104" y="981"/>
                    </a:cubicBezTo>
                    <a:cubicBezTo>
                      <a:pt x="18126" y="897"/>
                      <a:pt x="19127" y="814"/>
                      <a:pt x="20128" y="751"/>
                    </a:cubicBezTo>
                    <a:cubicBezTo>
                      <a:pt x="20649" y="730"/>
                      <a:pt x="21171" y="689"/>
                      <a:pt x="21671" y="668"/>
                    </a:cubicBezTo>
                    <a:cubicBezTo>
                      <a:pt x="21943" y="668"/>
                      <a:pt x="22193" y="647"/>
                      <a:pt x="22443" y="626"/>
                    </a:cubicBezTo>
                    <a:cubicBezTo>
                      <a:pt x="22568" y="626"/>
                      <a:pt x="22694" y="605"/>
                      <a:pt x="22819" y="605"/>
                    </a:cubicBezTo>
                    <a:cubicBezTo>
                      <a:pt x="22944" y="564"/>
                      <a:pt x="23090" y="522"/>
                      <a:pt x="23194" y="459"/>
                    </a:cubicBezTo>
                    <a:cubicBezTo>
                      <a:pt x="23361" y="397"/>
                      <a:pt x="23298" y="167"/>
                      <a:pt x="23152" y="105"/>
                    </a:cubicBezTo>
                    <a:cubicBezTo>
                      <a:pt x="22944" y="42"/>
                      <a:pt x="22694" y="0"/>
                      <a:pt x="22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503000" y="2638475"/>
                <a:ext cx="536050" cy="476950"/>
              </a:xfrm>
              <a:custGeom>
                <a:rect b="b" l="l" r="r" t="t"/>
                <a:pathLst>
                  <a:path extrusionOk="0" h="19078" w="21442">
                    <a:moveTo>
                      <a:pt x="7113" y="1"/>
                    </a:moveTo>
                    <a:cubicBezTo>
                      <a:pt x="5403" y="1"/>
                      <a:pt x="3630" y="439"/>
                      <a:pt x="2274" y="1482"/>
                    </a:cubicBezTo>
                    <a:cubicBezTo>
                      <a:pt x="918" y="2525"/>
                      <a:pt x="1" y="4214"/>
                      <a:pt x="105" y="5924"/>
                    </a:cubicBezTo>
                    <a:cubicBezTo>
                      <a:pt x="188" y="7718"/>
                      <a:pt x="1294" y="9282"/>
                      <a:pt x="2524" y="10596"/>
                    </a:cubicBezTo>
                    <a:cubicBezTo>
                      <a:pt x="5591" y="13788"/>
                      <a:pt x="9554" y="15915"/>
                      <a:pt x="13683" y="17375"/>
                    </a:cubicBezTo>
                    <a:cubicBezTo>
                      <a:pt x="15853" y="18147"/>
                      <a:pt x="18084" y="18710"/>
                      <a:pt x="20379" y="19044"/>
                    </a:cubicBezTo>
                    <a:cubicBezTo>
                      <a:pt x="20535" y="19066"/>
                      <a:pt x="20662" y="19077"/>
                      <a:pt x="20767" y="19077"/>
                    </a:cubicBezTo>
                    <a:cubicBezTo>
                      <a:pt x="21441" y="19077"/>
                      <a:pt x="21118" y="18610"/>
                      <a:pt x="21046" y="17688"/>
                    </a:cubicBezTo>
                    <a:cubicBezTo>
                      <a:pt x="20942" y="16478"/>
                      <a:pt x="20775" y="15289"/>
                      <a:pt x="20545" y="14101"/>
                    </a:cubicBezTo>
                    <a:cubicBezTo>
                      <a:pt x="20045" y="11514"/>
                      <a:pt x="19211" y="8970"/>
                      <a:pt x="17834" y="6717"/>
                    </a:cubicBezTo>
                    <a:cubicBezTo>
                      <a:pt x="15540" y="2942"/>
                      <a:pt x="11514" y="22"/>
                      <a:pt x="7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p:nvPr/>
            </p:nvSpPr>
            <p:spPr>
              <a:xfrm>
                <a:off x="588625" y="2721925"/>
                <a:ext cx="478600" cy="513825"/>
              </a:xfrm>
              <a:custGeom>
                <a:rect b="b" l="l" r="r" t="t"/>
                <a:pathLst>
                  <a:path extrusionOk="0" h="20553" w="19144">
                    <a:moveTo>
                      <a:pt x="205" y="1"/>
                    </a:moveTo>
                    <a:cubicBezTo>
                      <a:pt x="42" y="1"/>
                      <a:pt x="0" y="264"/>
                      <a:pt x="163" y="355"/>
                    </a:cubicBezTo>
                    <a:cubicBezTo>
                      <a:pt x="977" y="855"/>
                      <a:pt x="1874" y="1272"/>
                      <a:pt x="2729" y="1731"/>
                    </a:cubicBezTo>
                    <a:cubicBezTo>
                      <a:pt x="3563" y="2190"/>
                      <a:pt x="4418" y="2670"/>
                      <a:pt x="5252" y="3170"/>
                    </a:cubicBezTo>
                    <a:cubicBezTo>
                      <a:pt x="6921" y="4151"/>
                      <a:pt x="8506" y="5235"/>
                      <a:pt x="10029" y="6445"/>
                    </a:cubicBezTo>
                    <a:cubicBezTo>
                      <a:pt x="11489" y="7592"/>
                      <a:pt x="12824" y="8906"/>
                      <a:pt x="14034" y="10304"/>
                    </a:cubicBezTo>
                    <a:cubicBezTo>
                      <a:pt x="15202" y="11680"/>
                      <a:pt x="16203" y="13182"/>
                      <a:pt x="17016" y="14788"/>
                    </a:cubicBezTo>
                    <a:cubicBezTo>
                      <a:pt x="17809" y="16373"/>
                      <a:pt x="18393" y="18063"/>
                      <a:pt x="18706" y="19815"/>
                    </a:cubicBezTo>
                    <a:cubicBezTo>
                      <a:pt x="18747" y="20023"/>
                      <a:pt x="18810" y="20253"/>
                      <a:pt x="18873" y="20461"/>
                    </a:cubicBezTo>
                    <a:cubicBezTo>
                      <a:pt x="18890" y="20524"/>
                      <a:pt x="18943" y="20552"/>
                      <a:pt x="18997" y="20552"/>
                    </a:cubicBezTo>
                    <a:cubicBezTo>
                      <a:pt x="19069" y="20552"/>
                      <a:pt x="19144" y="20503"/>
                      <a:pt x="19144" y="20420"/>
                    </a:cubicBezTo>
                    <a:cubicBezTo>
                      <a:pt x="19144" y="19961"/>
                      <a:pt x="19081" y="19523"/>
                      <a:pt x="18977" y="19085"/>
                    </a:cubicBezTo>
                    <a:cubicBezTo>
                      <a:pt x="18893" y="18647"/>
                      <a:pt x="18768" y="18188"/>
                      <a:pt x="18643" y="17750"/>
                    </a:cubicBezTo>
                    <a:cubicBezTo>
                      <a:pt x="18393" y="16895"/>
                      <a:pt x="18080" y="16060"/>
                      <a:pt x="17705" y="15247"/>
                    </a:cubicBezTo>
                    <a:cubicBezTo>
                      <a:pt x="16933" y="13578"/>
                      <a:pt x="15973" y="12014"/>
                      <a:pt x="14826" y="10596"/>
                    </a:cubicBezTo>
                    <a:cubicBezTo>
                      <a:pt x="13658" y="9136"/>
                      <a:pt x="12344" y="7801"/>
                      <a:pt x="10926" y="6612"/>
                    </a:cubicBezTo>
                    <a:cubicBezTo>
                      <a:pt x="9403" y="5340"/>
                      <a:pt x="7818" y="4192"/>
                      <a:pt x="6129" y="3170"/>
                    </a:cubicBezTo>
                    <a:cubicBezTo>
                      <a:pt x="4460" y="2128"/>
                      <a:pt x="2729" y="1210"/>
                      <a:pt x="977" y="313"/>
                    </a:cubicBezTo>
                    <a:cubicBezTo>
                      <a:pt x="747" y="188"/>
                      <a:pt x="518" y="104"/>
                      <a:pt x="288" y="21"/>
                    </a:cubicBezTo>
                    <a:cubicBezTo>
                      <a:pt x="258" y="7"/>
                      <a:pt x="230"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2"/>
              <p:cNvSpPr/>
              <p:nvPr/>
            </p:nvSpPr>
            <p:spPr>
              <a:xfrm>
                <a:off x="1370150" y="2612925"/>
                <a:ext cx="186725" cy="247350"/>
              </a:xfrm>
              <a:custGeom>
                <a:rect b="b" l="l" r="r" t="t"/>
                <a:pathLst>
                  <a:path extrusionOk="0" h="9894" w="7469">
                    <a:moveTo>
                      <a:pt x="4" y="9885"/>
                    </a:moveTo>
                    <a:cubicBezTo>
                      <a:pt x="3" y="9886"/>
                      <a:pt x="2" y="9887"/>
                      <a:pt x="1" y="9887"/>
                    </a:cubicBezTo>
                    <a:cubicBezTo>
                      <a:pt x="2" y="9887"/>
                      <a:pt x="3" y="9886"/>
                      <a:pt x="4" y="9885"/>
                    </a:cubicBezTo>
                    <a:close/>
                    <a:moveTo>
                      <a:pt x="7405" y="1"/>
                    </a:moveTo>
                    <a:cubicBezTo>
                      <a:pt x="6634" y="209"/>
                      <a:pt x="6842" y="1336"/>
                      <a:pt x="6738" y="1920"/>
                    </a:cubicBezTo>
                    <a:cubicBezTo>
                      <a:pt x="6550" y="2837"/>
                      <a:pt x="5925" y="3547"/>
                      <a:pt x="5257" y="4151"/>
                    </a:cubicBezTo>
                    <a:cubicBezTo>
                      <a:pt x="4569" y="4735"/>
                      <a:pt x="3714" y="5236"/>
                      <a:pt x="2984" y="5820"/>
                    </a:cubicBezTo>
                    <a:cubicBezTo>
                      <a:pt x="2629" y="6112"/>
                      <a:pt x="2316" y="6446"/>
                      <a:pt x="2045" y="6800"/>
                    </a:cubicBezTo>
                    <a:cubicBezTo>
                      <a:pt x="1836" y="7113"/>
                      <a:pt x="1628" y="7426"/>
                      <a:pt x="1461" y="7781"/>
                    </a:cubicBezTo>
                    <a:cubicBezTo>
                      <a:pt x="1252" y="8177"/>
                      <a:pt x="1023" y="8594"/>
                      <a:pt x="773" y="8970"/>
                    </a:cubicBezTo>
                    <a:cubicBezTo>
                      <a:pt x="586" y="9323"/>
                      <a:pt x="315" y="9635"/>
                      <a:pt x="4" y="9885"/>
                    </a:cubicBezTo>
                    <a:lnTo>
                      <a:pt x="4" y="9885"/>
                    </a:lnTo>
                    <a:cubicBezTo>
                      <a:pt x="8" y="9882"/>
                      <a:pt x="14" y="9881"/>
                      <a:pt x="21" y="9881"/>
                    </a:cubicBezTo>
                    <a:cubicBezTo>
                      <a:pt x="46" y="9881"/>
                      <a:pt x="82" y="9893"/>
                      <a:pt x="106" y="9893"/>
                    </a:cubicBezTo>
                    <a:cubicBezTo>
                      <a:pt x="115" y="9893"/>
                      <a:pt x="122" y="9892"/>
                      <a:pt x="126" y="9887"/>
                    </a:cubicBezTo>
                    <a:cubicBezTo>
                      <a:pt x="418" y="9679"/>
                      <a:pt x="668" y="9428"/>
                      <a:pt x="856" y="9116"/>
                    </a:cubicBezTo>
                    <a:cubicBezTo>
                      <a:pt x="1086" y="8761"/>
                      <a:pt x="1315" y="8406"/>
                      <a:pt x="1503" y="8052"/>
                    </a:cubicBezTo>
                    <a:cubicBezTo>
                      <a:pt x="1690" y="7718"/>
                      <a:pt x="1857" y="7384"/>
                      <a:pt x="2045" y="7072"/>
                    </a:cubicBezTo>
                    <a:cubicBezTo>
                      <a:pt x="2295" y="6696"/>
                      <a:pt x="2587" y="6342"/>
                      <a:pt x="2921" y="6050"/>
                    </a:cubicBezTo>
                    <a:cubicBezTo>
                      <a:pt x="4235" y="4861"/>
                      <a:pt x="6217" y="4089"/>
                      <a:pt x="6780" y="2253"/>
                    </a:cubicBezTo>
                    <a:cubicBezTo>
                      <a:pt x="6884" y="1815"/>
                      <a:pt x="6947" y="1377"/>
                      <a:pt x="6947" y="919"/>
                    </a:cubicBezTo>
                    <a:cubicBezTo>
                      <a:pt x="6988" y="564"/>
                      <a:pt x="7093" y="147"/>
                      <a:pt x="7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2"/>
              <p:cNvSpPr/>
              <p:nvPr/>
            </p:nvSpPr>
            <p:spPr>
              <a:xfrm>
                <a:off x="1585525" y="2611900"/>
                <a:ext cx="72500" cy="160100"/>
              </a:xfrm>
              <a:custGeom>
                <a:rect b="b" l="l" r="r" t="t"/>
                <a:pathLst>
                  <a:path extrusionOk="0" h="6404" w="2900">
                    <a:moveTo>
                      <a:pt x="2461" y="0"/>
                    </a:moveTo>
                    <a:cubicBezTo>
                      <a:pt x="2461" y="0"/>
                      <a:pt x="2378" y="84"/>
                      <a:pt x="2399" y="104"/>
                    </a:cubicBezTo>
                    <a:cubicBezTo>
                      <a:pt x="2503" y="292"/>
                      <a:pt x="2587" y="501"/>
                      <a:pt x="2670" y="688"/>
                    </a:cubicBezTo>
                    <a:cubicBezTo>
                      <a:pt x="2733" y="918"/>
                      <a:pt x="2753" y="1147"/>
                      <a:pt x="2733" y="1377"/>
                    </a:cubicBezTo>
                    <a:cubicBezTo>
                      <a:pt x="2691" y="1877"/>
                      <a:pt x="2545" y="2336"/>
                      <a:pt x="2315" y="2774"/>
                    </a:cubicBezTo>
                    <a:cubicBezTo>
                      <a:pt x="1857" y="3608"/>
                      <a:pt x="1106" y="4276"/>
                      <a:pt x="584" y="5068"/>
                    </a:cubicBezTo>
                    <a:cubicBezTo>
                      <a:pt x="292" y="5465"/>
                      <a:pt x="104" y="5924"/>
                      <a:pt x="0" y="6403"/>
                    </a:cubicBezTo>
                    <a:cubicBezTo>
                      <a:pt x="0" y="6403"/>
                      <a:pt x="63" y="6362"/>
                      <a:pt x="84" y="6341"/>
                    </a:cubicBezTo>
                    <a:cubicBezTo>
                      <a:pt x="292" y="5319"/>
                      <a:pt x="1022" y="4547"/>
                      <a:pt x="1648" y="3754"/>
                    </a:cubicBezTo>
                    <a:cubicBezTo>
                      <a:pt x="2211" y="3066"/>
                      <a:pt x="2733" y="2294"/>
                      <a:pt x="2837" y="1377"/>
                    </a:cubicBezTo>
                    <a:cubicBezTo>
                      <a:pt x="2899" y="939"/>
                      <a:pt x="2837" y="334"/>
                      <a:pt x="2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2"/>
              <p:cNvSpPr/>
              <p:nvPr/>
            </p:nvSpPr>
            <p:spPr>
              <a:xfrm>
                <a:off x="1524000" y="2786650"/>
                <a:ext cx="219025" cy="34550"/>
              </a:xfrm>
              <a:custGeom>
                <a:rect b="b" l="l" r="r" t="t"/>
                <a:pathLst>
                  <a:path extrusionOk="0" h="1382" w="8761">
                    <a:moveTo>
                      <a:pt x="42" y="252"/>
                    </a:moveTo>
                    <a:cubicBezTo>
                      <a:pt x="28" y="257"/>
                      <a:pt x="14" y="263"/>
                      <a:pt x="0" y="269"/>
                    </a:cubicBezTo>
                    <a:lnTo>
                      <a:pt x="0" y="289"/>
                    </a:lnTo>
                    <a:cubicBezTo>
                      <a:pt x="16" y="281"/>
                      <a:pt x="29" y="267"/>
                      <a:pt x="42" y="252"/>
                    </a:cubicBezTo>
                    <a:close/>
                    <a:moveTo>
                      <a:pt x="1246" y="0"/>
                    </a:moveTo>
                    <a:cubicBezTo>
                      <a:pt x="859" y="0"/>
                      <a:pt x="475" y="70"/>
                      <a:pt x="104" y="206"/>
                    </a:cubicBezTo>
                    <a:cubicBezTo>
                      <a:pt x="79" y="206"/>
                      <a:pt x="61" y="229"/>
                      <a:pt x="42" y="252"/>
                    </a:cubicBezTo>
                    <a:lnTo>
                      <a:pt x="42" y="252"/>
                    </a:lnTo>
                    <a:cubicBezTo>
                      <a:pt x="344" y="137"/>
                      <a:pt x="652" y="89"/>
                      <a:pt x="960" y="89"/>
                    </a:cubicBezTo>
                    <a:cubicBezTo>
                      <a:pt x="1853" y="89"/>
                      <a:pt x="2755" y="489"/>
                      <a:pt x="3567" y="811"/>
                    </a:cubicBezTo>
                    <a:cubicBezTo>
                      <a:pt x="4151" y="1082"/>
                      <a:pt x="4776" y="1270"/>
                      <a:pt x="5402" y="1353"/>
                    </a:cubicBezTo>
                    <a:cubicBezTo>
                      <a:pt x="5537" y="1372"/>
                      <a:pt x="5672" y="1382"/>
                      <a:pt x="5807" y="1382"/>
                    </a:cubicBezTo>
                    <a:cubicBezTo>
                      <a:pt x="6254" y="1382"/>
                      <a:pt x="6696" y="1279"/>
                      <a:pt x="7112" y="1103"/>
                    </a:cubicBezTo>
                    <a:cubicBezTo>
                      <a:pt x="7676" y="832"/>
                      <a:pt x="8197" y="477"/>
                      <a:pt x="8698" y="81"/>
                    </a:cubicBezTo>
                    <a:cubicBezTo>
                      <a:pt x="8719" y="60"/>
                      <a:pt x="8739" y="39"/>
                      <a:pt x="8760" y="18"/>
                    </a:cubicBezTo>
                    <a:lnTo>
                      <a:pt x="8760" y="18"/>
                    </a:lnTo>
                    <a:cubicBezTo>
                      <a:pt x="8301" y="373"/>
                      <a:pt x="7822" y="686"/>
                      <a:pt x="7300" y="957"/>
                    </a:cubicBezTo>
                    <a:cubicBezTo>
                      <a:pt x="6865" y="1150"/>
                      <a:pt x="6406" y="1256"/>
                      <a:pt x="5941" y="1256"/>
                    </a:cubicBezTo>
                    <a:cubicBezTo>
                      <a:pt x="5803" y="1256"/>
                      <a:pt x="5665" y="1247"/>
                      <a:pt x="5527" y="1228"/>
                    </a:cubicBezTo>
                    <a:cubicBezTo>
                      <a:pt x="4297" y="1082"/>
                      <a:pt x="3233" y="394"/>
                      <a:pt x="2044" y="102"/>
                    </a:cubicBezTo>
                    <a:cubicBezTo>
                      <a:pt x="1780" y="34"/>
                      <a:pt x="1513" y="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2"/>
              <p:cNvSpPr/>
              <p:nvPr/>
            </p:nvSpPr>
            <p:spPr>
              <a:xfrm>
                <a:off x="1444475" y="2839275"/>
                <a:ext cx="209900" cy="65450"/>
              </a:xfrm>
              <a:custGeom>
                <a:rect b="b" l="l" r="r" t="t"/>
                <a:pathLst>
                  <a:path extrusionOk="0" h="2618" w="8396">
                    <a:moveTo>
                      <a:pt x="871" y="1"/>
                    </a:moveTo>
                    <a:cubicBezTo>
                      <a:pt x="586" y="1"/>
                      <a:pt x="300" y="64"/>
                      <a:pt x="31" y="187"/>
                    </a:cubicBezTo>
                    <a:cubicBezTo>
                      <a:pt x="5" y="204"/>
                      <a:pt x="1" y="211"/>
                      <a:pt x="8" y="211"/>
                    </a:cubicBezTo>
                    <a:cubicBezTo>
                      <a:pt x="18" y="211"/>
                      <a:pt x="49" y="199"/>
                      <a:pt x="73" y="187"/>
                    </a:cubicBezTo>
                    <a:lnTo>
                      <a:pt x="73" y="208"/>
                    </a:lnTo>
                    <a:cubicBezTo>
                      <a:pt x="263" y="105"/>
                      <a:pt x="464" y="64"/>
                      <a:pt x="666" y="64"/>
                    </a:cubicBezTo>
                    <a:cubicBezTo>
                      <a:pt x="1041" y="64"/>
                      <a:pt x="1424" y="205"/>
                      <a:pt x="1763" y="354"/>
                    </a:cubicBezTo>
                    <a:cubicBezTo>
                      <a:pt x="2284" y="583"/>
                      <a:pt x="2806" y="854"/>
                      <a:pt x="3306" y="1146"/>
                    </a:cubicBezTo>
                    <a:cubicBezTo>
                      <a:pt x="4307" y="1688"/>
                      <a:pt x="5308" y="2272"/>
                      <a:pt x="6456" y="2502"/>
                    </a:cubicBezTo>
                    <a:cubicBezTo>
                      <a:pt x="6772" y="2581"/>
                      <a:pt x="7095" y="2617"/>
                      <a:pt x="7420" y="2617"/>
                    </a:cubicBezTo>
                    <a:cubicBezTo>
                      <a:pt x="7695" y="2617"/>
                      <a:pt x="7972" y="2591"/>
                      <a:pt x="8249" y="2544"/>
                    </a:cubicBezTo>
                    <a:cubicBezTo>
                      <a:pt x="8270" y="2544"/>
                      <a:pt x="8395" y="2460"/>
                      <a:pt x="8333" y="2460"/>
                    </a:cubicBezTo>
                    <a:cubicBezTo>
                      <a:pt x="8092" y="2492"/>
                      <a:pt x="7854" y="2509"/>
                      <a:pt x="7618" y="2509"/>
                    </a:cubicBezTo>
                    <a:cubicBezTo>
                      <a:pt x="7241" y="2509"/>
                      <a:pt x="6869" y="2467"/>
                      <a:pt x="6497" y="2377"/>
                    </a:cubicBezTo>
                    <a:cubicBezTo>
                      <a:pt x="5913" y="2231"/>
                      <a:pt x="5329" y="2022"/>
                      <a:pt x="4808" y="1751"/>
                    </a:cubicBezTo>
                    <a:cubicBezTo>
                      <a:pt x="4266" y="1501"/>
                      <a:pt x="3744" y="1188"/>
                      <a:pt x="3223" y="917"/>
                    </a:cubicBezTo>
                    <a:cubicBezTo>
                      <a:pt x="2701" y="604"/>
                      <a:pt x="2159" y="354"/>
                      <a:pt x="1596" y="145"/>
                    </a:cubicBezTo>
                    <a:cubicBezTo>
                      <a:pt x="1363" y="48"/>
                      <a:pt x="1117" y="1"/>
                      <a:pt x="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2"/>
              <p:cNvSpPr/>
              <p:nvPr/>
            </p:nvSpPr>
            <p:spPr>
              <a:xfrm>
                <a:off x="1306725" y="2882175"/>
                <a:ext cx="246975" cy="95000"/>
              </a:xfrm>
              <a:custGeom>
                <a:rect b="b" l="l" r="r" t="t"/>
                <a:pathLst>
                  <a:path extrusionOk="0" h="3800" w="9879">
                    <a:moveTo>
                      <a:pt x="1233" y="0"/>
                    </a:moveTo>
                    <a:cubicBezTo>
                      <a:pt x="844" y="0"/>
                      <a:pt x="454" y="69"/>
                      <a:pt x="77" y="202"/>
                    </a:cubicBezTo>
                    <a:cubicBezTo>
                      <a:pt x="77" y="202"/>
                      <a:pt x="0" y="248"/>
                      <a:pt x="5" y="248"/>
                    </a:cubicBezTo>
                    <a:cubicBezTo>
                      <a:pt x="5" y="248"/>
                      <a:pt x="8" y="247"/>
                      <a:pt x="14" y="244"/>
                    </a:cubicBezTo>
                    <a:lnTo>
                      <a:pt x="14" y="264"/>
                    </a:lnTo>
                    <a:cubicBezTo>
                      <a:pt x="348" y="150"/>
                      <a:pt x="692" y="92"/>
                      <a:pt x="1036" y="92"/>
                    </a:cubicBezTo>
                    <a:cubicBezTo>
                      <a:pt x="1380" y="92"/>
                      <a:pt x="1725" y="150"/>
                      <a:pt x="2058" y="264"/>
                    </a:cubicBezTo>
                    <a:cubicBezTo>
                      <a:pt x="2726" y="536"/>
                      <a:pt x="3351" y="911"/>
                      <a:pt x="3915" y="1370"/>
                    </a:cubicBezTo>
                    <a:cubicBezTo>
                      <a:pt x="5062" y="2246"/>
                      <a:pt x="6146" y="3247"/>
                      <a:pt x="7565" y="3643"/>
                    </a:cubicBezTo>
                    <a:cubicBezTo>
                      <a:pt x="7893" y="3747"/>
                      <a:pt x="8234" y="3799"/>
                      <a:pt x="8577" y="3799"/>
                    </a:cubicBezTo>
                    <a:cubicBezTo>
                      <a:pt x="8995" y="3799"/>
                      <a:pt x="9416" y="3721"/>
                      <a:pt x="9817" y="3560"/>
                    </a:cubicBezTo>
                    <a:cubicBezTo>
                      <a:pt x="9817" y="3560"/>
                      <a:pt x="9879" y="3514"/>
                      <a:pt x="9870" y="3514"/>
                    </a:cubicBezTo>
                    <a:cubicBezTo>
                      <a:pt x="9868" y="3514"/>
                      <a:pt x="9865" y="3515"/>
                      <a:pt x="9859" y="3518"/>
                    </a:cubicBezTo>
                    <a:cubicBezTo>
                      <a:pt x="9517" y="3634"/>
                      <a:pt x="9173" y="3685"/>
                      <a:pt x="8831" y="3685"/>
                    </a:cubicBezTo>
                    <a:cubicBezTo>
                      <a:pt x="7754" y="3685"/>
                      <a:pt x="6699" y="3176"/>
                      <a:pt x="5813" y="2559"/>
                    </a:cubicBezTo>
                    <a:cubicBezTo>
                      <a:pt x="4665" y="1745"/>
                      <a:pt x="3602" y="640"/>
                      <a:pt x="2246" y="160"/>
                    </a:cubicBezTo>
                    <a:cubicBezTo>
                      <a:pt x="1914" y="53"/>
                      <a:pt x="1574" y="0"/>
                      <a:pt x="1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2"/>
              <p:cNvSpPr/>
              <p:nvPr/>
            </p:nvSpPr>
            <p:spPr>
              <a:xfrm>
                <a:off x="1292475" y="2690100"/>
                <a:ext cx="80325" cy="204950"/>
              </a:xfrm>
              <a:custGeom>
                <a:rect b="b" l="l" r="r" t="t"/>
                <a:pathLst>
                  <a:path extrusionOk="0" h="8198" w="3213">
                    <a:moveTo>
                      <a:pt x="3108" y="1"/>
                    </a:moveTo>
                    <a:cubicBezTo>
                      <a:pt x="2649" y="293"/>
                      <a:pt x="2274" y="731"/>
                      <a:pt x="2065" y="1231"/>
                    </a:cubicBezTo>
                    <a:cubicBezTo>
                      <a:pt x="1857" y="1815"/>
                      <a:pt x="1794" y="2462"/>
                      <a:pt x="1919" y="3067"/>
                    </a:cubicBezTo>
                    <a:cubicBezTo>
                      <a:pt x="2023" y="3672"/>
                      <a:pt x="2003" y="4297"/>
                      <a:pt x="1877" y="4902"/>
                    </a:cubicBezTo>
                    <a:cubicBezTo>
                      <a:pt x="1731" y="5486"/>
                      <a:pt x="1502" y="6049"/>
                      <a:pt x="1189" y="6571"/>
                    </a:cubicBezTo>
                    <a:cubicBezTo>
                      <a:pt x="855" y="7155"/>
                      <a:pt x="459" y="7697"/>
                      <a:pt x="0" y="8198"/>
                    </a:cubicBezTo>
                    <a:cubicBezTo>
                      <a:pt x="11" y="8187"/>
                      <a:pt x="37" y="8187"/>
                      <a:pt x="63" y="8187"/>
                    </a:cubicBezTo>
                    <a:cubicBezTo>
                      <a:pt x="89" y="8187"/>
                      <a:pt x="115" y="8187"/>
                      <a:pt x="125" y="8177"/>
                    </a:cubicBezTo>
                    <a:cubicBezTo>
                      <a:pt x="960" y="7322"/>
                      <a:pt x="1606" y="6279"/>
                      <a:pt x="1982" y="5153"/>
                    </a:cubicBezTo>
                    <a:cubicBezTo>
                      <a:pt x="2169" y="4589"/>
                      <a:pt x="2211" y="3985"/>
                      <a:pt x="2149" y="3401"/>
                    </a:cubicBezTo>
                    <a:cubicBezTo>
                      <a:pt x="2086" y="2754"/>
                      <a:pt x="1982" y="2128"/>
                      <a:pt x="2149" y="1502"/>
                    </a:cubicBezTo>
                    <a:cubicBezTo>
                      <a:pt x="2336" y="898"/>
                      <a:pt x="2691" y="355"/>
                      <a:pt x="3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2"/>
              <p:cNvSpPr/>
              <p:nvPr/>
            </p:nvSpPr>
            <p:spPr>
              <a:xfrm>
                <a:off x="1241900" y="2912450"/>
                <a:ext cx="194500" cy="98375"/>
              </a:xfrm>
              <a:custGeom>
                <a:rect b="b" l="l" r="r" t="t"/>
                <a:pathLst>
                  <a:path extrusionOk="0" h="3935" w="7780">
                    <a:moveTo>
                      <a:pt x="615" y="1"/>
                    </a:moveTo>
                    <a:cubicBezTo>
                      <a:pt x="407" y="1"/>
                      <a:pt x="200" y="42"/>
                      <a:pt x="0" y="138"/>
                    </a:cubicBezTo>
                    <a:cubicBezTo>
                      <a:pt x="0" y="138"/>
                      <a:pt x="63" y="242"/>
                      <a:pt x="83" y="242"/>
                    </a:cubicBezTo>
                    <a:lnTo>
                      <a:pt x="83" y="221"/>
                    </a:lnTo>
                    <a:cubicBezTo>
                      <a:pt x="277" y="171"/>
                      <a:pt x="473" y="146"/>
                      <a:pt x="669" y="146"/>
                    </a:cubicBezTo>
                    <a:cubicBezTo>
                      <a:pt x="1041" y="146"/>
                      <a:pt x="1410" y="239"/>
                      <a:pt x="1752" y="430"/>
                    </a:cubicBezTo>
                    <a:cubicBezTo>
                      <a:pt x="2336" y="722"/>
                      <a:pt x="2774" y="1223"/>
                      <a:pt x="3212" y="1723"/>
                    </a:cubicBezTo>
                    <a:cubicBezTo>
                      <a:pt x="3546" y="2140"/>
                      <a:pt x="3963" y="2516"/>
                      <a:pt x="4401" y="2850"/>
                    </a:cubicBezTo>
                    <a:cubicBezTo>
                      <a:pt x="4860" y="3183"/>
                      <a:pt x="5381" y="3434"/>
                      <a:pt x="5924" y="3621"/>
                    </a:cubicBezTo>
                    <a:cubicBezTo>
                      <a:pt x="6528" y="3809"/>
                      <a:pt x="7154" y="3934"/>
                      <a:pt x="7780" y="3934"/>
                    </a:cubicBezTo>
                    <a:cubicBezTo>
                      <a:pt x="7759" y="3934"/>
                      <a:pt x="7738" y="3872"/>
                      <a:pt x="7717" y="3872"/>
                    </a:cubicBezTo>
                    <a:cubicBezTo>
                      <a:pt x="6528" y="3684"/>
                      <a:pt x="5360" y="3434"/>
                      <a:pt x="4359" y="2766"/>
                    </a:cubicBezTo>
                    <a:cubicBezTo>
                      <a:pt x="3337" y="2078"/>
                      <a:pt x="2774" y="931"/>
                      <a:pt x="1710" y="326"/>
                    </a:cubicBezTo>
                    <a:cubicBezTo>
                      <a:pt x="1374" y="137"/>
                      <a:pt x="994" y="1"/>
                      <a:pt x="6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2"/>
              <p:cNvSpPr/>
              <p:nvPr/>
            </p:nvSpPr>
            <p:spPr>
              <a:xfrm>
                <a:off x="616150" y="2643000"/>
                <a:ext cx="102225" cy="148225"/>
              </a:xfrm>
              <a:custGeom>
                <a:rect b="b" l="l" r="r" t="t"/>
                <a:pathLst>
                  <a:path extrusionOk="0" h="5929" w="4089">
                    <a:moveTo>
                      <a:pt x="146" y="1"/>
                    </a:moveTo>
                    <a:cubicBezTo>
                      <a:pt x="84" y="1"/>
                      <a:pt x="1" y="28"/>
                      <a:pt x="1" y="28"/>
                    </a:cubicBezTo>
                    <a:cubicBezTo>
                      <a:pt x="189" y="404"/>
                      <a:pt x="647" y="466"/>
                      <a:pt x="981" y="633"/>
                    </a:cubicBezTo>
                    <a:cubicBezTo>
                      <a:pt x="1377" y="842"/>
                      <a:pt x="1669" y="1217"/>
                      <a:pt x="1815" y="1655"/>
                    </a:cubicBezTo>
                    <a:cubicBezTo>
                      <a:pt x="1982" y="2072"/>
                      <a:pt x="2087" y="2531"/>
                      <a:pt x="2212" y="2990"/>
                    </a:cubicBezTo>
                    <a:cubicBezTo>
                      <a:pt x="2358" y="3491"/>
                      <a:pt x="2566" y="3991"/>
                      <a:pt x="2837" y="4471"/>
                    </a:cubicBezTo>
                    <a:cubicBezTo>
                      <a:pt x="3129" y="4993"/>
                      <a:pt x="3484" y="5493"/>
                      <a:pt x="3922" y="5910"/>
                    </a:cubicBezTo>
                    <a:cubicBezTo>
                      <a:pt x="3929" y="5924"/>
                      <a:pt x="3950" y="5929"/>
                      <a:pt x="3974" y="5929"/>
                    </a:cubicBezTo>
                    <a:cubicBezTo>
                      <a:pt x="4022" y="5929"/>
                      <a:pt x="4082" y="5910"/>
                      <a:pt x="4068" y="5910"/>
                    </a:cubicBezTo>
                    <a:lnTo>
                      <a:pt x="4089" y="5889"/>
                    </a:lnTo>
                    <a:cubicBezTo>
                      <a:pt x="3713" y="5493"/>
                      <a:pt x="3380" y="5034"/>
                      <a:pt x="3109" y="4575"/>
                    </a:cubicBezTo>
                    <a:cubicBezTo>
                      <a:pt x="2837" y="4117"/>
                      <a:pt x="2608" y="3616"/>
                      <a:pt x="2441" y="3115"/>
                    </a:cubicBezTo>
                    <a:cubicBezTo>
                      <a:pt x="2191" y="2323"/>
                      <a:pt x="2128" y="1280"/>
                      <a:pt x="1398" y="758"/>
                    </a:cubicBezTo>
                    <a:cubicBezTo>
                      <a:pt x="1044" y="487"/>
                      <a:pt x="418" y="466"/>
                      <a:pt x="209" y="28"/>
                    </a:cubicBezTo>
                    <a:cubicBezTo>
                      <a:pt x="202" y="8"/>
                      <a:pt x="177"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2"/>
              <p:cNvSpPr/>
              <p:nvPr/>
            </p:nvSpPr>
            <p:spPr>
              <a:xfrm>
                <a:off x="742175" y="2654950"/>
                <a:ext cx="60675" cy="189225"/>
              </a:xfrm>
              <a:custGeom>
                <a:rect b="b" l="l" r="r" t="t"/>
                <a:pathLst>
                  <a:path extrusionOk="0" h="7569" w="2427">
                    <a:moveTo>
                      <a:pt x="20" y="0"/>
                    </a:moveTo>
                    <a:cubicBezTo>
                      <a:pt x="7" y="0"/>
                      <a:pt x="0" y="2"/>
                      <a:pt x="7" y="9"/>
                    </a:cubicBezTo>
                    <a:cubicBezTo>
                      <a:pt x="153" y="197"/>
                      <a:pt x="341" y="343"/>
                      <a:pt x="487" y="531"/>
                    </a:cubicBezTo>
                    <a:cubicBezTo>
                      <a:pt x="633" y="739"/>
                      <a:pt x="758" y="948"/>
                      <a:pt x="863" y="1177"/>
                    </a:cubicBezTo>
                    <a:cubicBezTo>
                      <a:pt x="1050" y="1678"/>
                      <a:pt x="1196" y="2178"/>
                      <a:pt x="1238" y="2721"/>
                    </a:cubicBezTo>
                    <a:cubicBezTo>
                      <a:pt x="1405" y="3785"/>
                      <a:pt x="1301" y="4890"/>
                      <a:pt x="1551" y="5975"/>
                    </a:cubicBezTo>
                    <a:cubicBezTo>
                      <a:pt x="1655" y="6559"/>
                      <a:pt x="1926" y="7101"/>
                      <a:pt x="2323" y="7560"/>
                    </a:cubicBezTo>
                    <a:cubicBezTo>
                      <a:pt x="2330" y="7567"/>
                      <a:pt x="2343" y="7569"/>
                      <a:pt x="2359" y="7569"/>
                    </a:cubicBezTo>
                    <a:cubicBezTo>
                      <a:pt x="2390" y="7569"/>
                      <a:pt x="2427" y="7560"/>
                      <a:pt x="2427" y="7560"/>
                    </a:cubicBezTo>
                    <a:cubicBezTo>
                      <a:pt x="988" y="5787"/>
                      <a:pt x="1905" y="3326"/>
                      <a:pt x="1113" y="1323"/>
                    </a:cubicBezTo>
                    <a:cubicBezTo>
                      <a:pt x="946" y="781"/>
                      <a:pt x="591" y="322"/>
                      <a:pt x="112" y="9"/>
                    </a:cubicBezTo>
                    <a:cubicBezTo>
                      <a:pt x="98" y="9"/>
                      <a:pt x="4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2"/>
              <p:cNvSpPr/>
              <p:nvPr/>
            </p:nvSpPr>
            <p:spPr>
              <a:xfrm>
                <a:off x="854450" y="2752675"/>
                <a:ext cx="32350" cy="160625"/>
              </a:xfrm>
              <a:custGeom>
                <a:rect b="b" l="l" r="r" t="t"/>
                <a:pathLst>
                  <a:path extrusionOk="0" h="6425" w="1294">
                    <a:moveTo>
                      <a:pt x="1" y="1"/>
                    </a:moveTo>
                    <a:cubicBezTo>
                      <a:pt x="22" y="543"/>
                      <a:pt x="84" y="1064"/>
                      <a:pt x="209" y="1586"/>
                    </a:cubicBezTo>
                    <a:cubicBezTo>
                      <a:pt x="293" y="2128"/>
                      <a:pt x="376" y="2670"/>
                      <a:pt x="460" y="3192"/>
                    </a:cubicBezTo>
                    <a:cubicBezTo>
                      <a:pt x="647" y="4256"/>
                      <a:pt x="835" y="5340"/>
                      <a:pt x="1106" y="6383"/>
                    </a:cubicBezTo>
                    <a:cubicBezTo>
                      <a:pt x="1106" y="6407"/>
                      <a:pt x="1163" y="6418"/>
                      <a:pt x="1211" y="6418"/>
                    </a:cubicBezTo>
                    <a:cubicBezTo>
                      <a:pt x="1244" y="6418"/>
                      <a:pt x="1273" y="6413"/>
                      <a:pt x="1273" y="6404"/>
                    </a:cubicBezTo>
                    <a:lnTo>
                      <a:pt x="1294" y="6425"/>
                    </a:lnTo>
                    <a:cubicBezTo>
                      <a:pt x="1106" y="5361"/>
                      <a:pt x="856" y="4297"/>
                      <a:pt x="668" y="3234"/>
                    </a:cubicBezTo>
                    <a:cubicBezTo>
                      <a:pt x="564" y="2712"/>
                      <a:pt x="480" y="2191"/>
                      <a:pt x="397" y="1648"/>
                    </a:cubicBezTo>
                    <a:cubicBezTo>
                      <a:pt x="334" y="1106"/>
                      <a:pt x="251" y="564"/>
                      <a:pt x="126" y="22"/>
                    </a:cubicBezTo>
                    <a:cubicBezTo>
                      <a:pt x="126"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2"/>
              <p:cNvSpPr/>
              <p:nvPr/>
            </p:nvSpPr>
            <p:spPr>
              <a:xfrm>
                <a:off x="937375" y="2835875"/>
                <a:ext cx="24525" cy="155650"/>
              </a:xfrm>
              <a:custGeom>
                <a:rect b="b" l="l" r="r" t="t"/>
                <a:pathLst>
                  <a:path extrusionOk="0" h="6226" w="981">
                    <a:moveTo>
                      <a:pt x="740" y="1"/>
                    </a:moveTo>
                    <a:cubicBezTo>
                      <a:pt x="728" y="1"/>
                      <a:pt x="716" y="3"/>
                      <a:pt x="709" y="10"/>
                    </a:cubicBezTo>
                    <a:cubicBezTo>
                      <a:pt x="0" y="1991"/>
                      <a:pt x="146" y="4265"/>
                      <a:pt x="876" y="6205"/>
                    </a:cubicBezTo>
                    <a:cubicBezTo>
                      <a:pt x="876" y="6215"/>
                      <a:pt x="902" y="6220"/>
                      <a:pt x="928" y="6220"/>
                    </a:cubicBezTo>
                    <a:cubicBezTo>
                      <a:pt x="948" y="6220"/>
                      <a:pt x="967" y="6217"/>
                      <a:pt x="976" y="6211"/>
                    </a:cubicBezTo>
                    <a:lnTo>
                      <a:pt x="976" y="6211"/>
                    </a:lnTo>
                    <a:cubicBezTo>
                      <a:pt x="977" y="6216"/>
                      <a:pt x="979" y="6221"/>
                      <a:pt x="980" y="6225"/>
                    </a:cubicBezTo>
                    <a:lnTo>
                      <a:pt x="980" y="6205"/>
                    </a:lnTo>
                    <a:cubicBezTo>
                      <a:pt x="980" y="6207"/>
                      <a:pt x="979" y="6209"/>
                      <a:pt x="976" y="6211"/>
                    </a:cubicBezTo>
                    <a:lnTo>
                      <a:pt x="976" y="6211"/>
                    </a:lnTo>
                    <a:cubicBezTo>
                      <a:pt x="645" y="5215"/>
                      <a:pt x="480" y="4177"/>
                      <a:pt x="459" y="3138"/>
                    </a:cubicBezTo>
                    <a:cubicBezTo>
                      <a:pt x="438" y="2075"/>
                      <a:pt x="542" y="1032"/>
                      <a:pt x="793" y="10"/>
                    </a:cubicBezTo>
                    <a:cubicBezTo>
                      <a:pt x="793" y="10"/>
                      <a:pt x="765"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2"/>
              <p:cNvSpPr/>
              <p:nvPr/>
            </p:nvSpPr>
            <p:spPr>
              <a:xfrm>
                <a:off x="530650" y="2752025"/>
                <a:ext cx="127250" cy="14225"/>
              </a:xfrm>
              <a:custGeom>
                <a:rect b="b" l="l" r="r" t="t"/>
                <a:pathLst>
                  <a:path extrusionOk="0" h="569" w="5090">
                    <a:moveTo>
                      <a:pt x="2272" y="0"/>
                    </a:moveTo>
                    <a:cubicBezTo>
                      <a:pt x="1917" y="0"/>
                      <a:pt x="1570" y="38"/>
                      <a:pt x="1210" y="89"/>
                    </a:cubicBezTo>
                    <a:cubicBezTo>
                      <a:pt x="1001" y="131"/>
                      <a:pt x="814" y="173"/>
                      <a:pt x="605" y="214"/>
                    </a:cubicBezTo>
                    <a:cubicBezTo>
                      <a:pt x="396" y="256"/>
                      <a:pt x="209" y="319"/>
                      <a:pt x="42" y="444"/>
                    </a:cubicBezTo>
                    <a:cubicBezTo>
                      <a:pt x="0" y="465"/>
                      <a:pt x="125" y="569"/>
                      <a:pt x="146" y="569"/>
                    </a:cubicBezTo>
                    <a:cubicBezTo>
                      <a:pt x="355" y="527"/>
                      <a:pt x="584" y="486"/>
                      <a:pt x="793" y="402"/>
                    </a:cubicBezTo>
                    <a:cubicBezTo>
                      <a:pt x="980" y="360"/>
                      <a:pt x="1168" y="319"/>
                      <a:pt x="1356" y="298"/>
                    </a:cubicBezTo>
                    <a:cubicBezTo>
                      <a:pt x="1773" y="214"/>
                      <a:pt x="2190" y="173"/>
                      <a:pt x="2607" y="173"/>
                    </a:cubicBezTo>
                    <a:cubicBezTo>
                      <a:pt x="3442" y="173"/>
                      <a:pt x="4276" y="298"/>
                      <a:pt x="5069" y="548"/>
                    </a:cubicBezTo>
                    <a:cubicBezTo>
                      <a:pt x="5089" y="548"/>
                      <a:pt x="5027" y="465"/>
                      <a:pt x="5006" y="465"/>
                    </a:cubicBezTo>
                    <a:lnTo>
                      <a:pt x="5006" y="444"/>
                    </a:lnTo>
                    <a:cubicBezTo>
                      <a:pt x="4213" y="152"/>
                      <a:pt x="3358" y="6"/>
                      <a:pt x="2503" y="6"/>
                    </a:cubicBezTo>
                    <a:cubicBezTo>
                      <a:pt x="2425" y="2"/>
                      <a:pt x="2349" y="0"/>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2"/>
              <p:cNvSpPr/>
              <p:nvPr/>
            </p:nvSpPr>
            <p:spPr>
              <a:xfrm>
                <a:off x="535325" y="2810550"/>
                <a:ext cx="221125" cy="41750"/>
              </a:xfrm>
              <a:custGeom>
                <a:rect b="b" l="l" r="r" t="t"/>
                <a:pathLst>
                  <a:path extrusionOk="0" h="1670" w="8845">
                    <a:moveTo>
                      <a:pt x="8830" y="579"/>
                    </a:moveTo>
                    <a:lnTo>
                      <a:pt x="8830" y="579"/>
                    </a:lnTo>
                    <a:cubicBezTo>
                      <a:pt x="8835" y="583"/>
                      <a:pt x="8840" y="585"/>
                      <a:pt x="8845" y="585"/>
                    </a:cubicBezTo>
                    <a:cubicBezTo>
                      <a:pt x="8840" y="583"/>
                      <a:pt x="8835" y="581"/>
                      <a:pt x="8830" y="579"/>
                    </a:cubicBezTo>
                    <a:close/>
                    <a:moveTo>
                      <a:pt x="1" y="1106"/>
                    </a:moveTo>
                    <a:cubicBezTo>
                      <a:pt x="2" y="1106"/>
                      <a:pt x="4" y="1107"/>
                      <a:pt x="5" y="1107"/>
                    </a:cubicBezTo>
                    <a:lnTo>
                      <a:pt x="5" y="1107"/>
                    </a:lnTo>
                    <a:cubicBezTo>
                      <a:pt x="4" y="1107"/>
                      <a:pt x="2" y="1106"/>
                      <a:pt x="1" y="1106"/>
                    </a:cubicBezTo>
                    <a:close/>
                    <a:moveTo>
                      <a:pt x="6926" y="1"/>
                    </a:moveTo>
                    <a:cubicBezTo>
                      <a:pt x="6300" y="1"/>
                      <a:pt x="5820" y="293"/>
                      <a:pt x="5340" y="647"/>
                    </a:cubicBezTo>
                    <a:cubicBezTo>
                      <a:pt x="4882" y="1002"/>
                      <a:pt x="4360" y="1252"/>
                      <a:pt x="3818" y="1419"/>
                    </a:cubicBezTo>
                    <a:cubicBezTo>
                      <a:pt x="3427" y="1500"/>
                      <a:pt x="3028" y="1546"/>
                      <a:pt x="2631" y="1546"/>
                    </a:cubicBezTo>
                    <a:cubicBezTo>
                      <a:pt x="2414" y="1546"/>
                      <a:pt x="2197" y="1532"/>
                      <a:pt x="1982" y="1503"/>
                    </a:cubicBezTo>
                    <a:cubicBezTo>
                      <a:pt x="1316" y="1419"/>
                      <a:pt x="671" y="1211"/>
                      <a:pt x="5" y="1107"/>
                    </a:cubicBezTo>
                    <a:lnTo>
                      <a:pt x="5" y="1107"/>
                    </a:lnTo>
                    <a:cubicBezTo>
                      <a:pt x="29" y="1114"/>
                      <a:pt x="86" y="1170"/>
                      <a:pt x="105" y="1190"/>
                    </a:cubicBezTo>
                    <a:cubicBezTo>
                      <a:pt x="710" y="1377"/>
                      <a:pt x="1315" y="1523"/>
                      <a:pt x="1941" y="1607"/>
                    </a:cubicBezTo>
                    <a:cubicBezTo>
                      <a:pt x="2222" y="1649"/>
                      <a:pt x="2504" y="1669"/>
                      <a:pt x="2788" y="1669"/>
                    </a:cubicBezTo>
                    <a:cubicBezTo>
                      <a:pt x="3072" y="1669"/>
                      <a:pt x="3359" y="1649"/>
                      <a:pt x="3651" y="1607"/>
                    </a:cubicBezTo>
                    <a:cubicBezTo>
                      <a:pt x="4214" y="1523"/>
                      <a:pt x="4736" y="1294"/>
                      <a:pt x="5215" y="960"/>
                    </a:cubicBezTo>
                    <a:cubicBezTo>
                      <a:pt x="5674" y="627"/>
                      <a:pt x="6133" y="251"/>
                      <a:pt x="6696" y="147"/>
                    </a:cubicBezTo>
                    <a:cubicBezTo>
                      <a:pt x="6819" y="126"/>
                      <a:pt x="6942" y="117"/>
                      <a:pt x="7064" y="117"/>
                    </a:cubicBezTo>
                    <a:cubicBezTo>
                      <a:pt x="7680" y="117"/>
                      <a:pt x="8276" y="354"/>
                      <a:pt x="8830" y="579"/>
                    </a:cubicBezTo>
                    <a:lnTo>
                      <a:pt x="8830" y="579"/>
                    </a:lnTo>
                    <a:cubicBezTo>
                      <a:pt x="8814" y="567"/>
                      <a:pt x="8798" y="538"/>
                      <a:pt x="8782" y="522"/>
                    </a:cubicBezTo>
                    <a:cubicBezTo>
                      <a:pt x="8198" y="209"/>
                      <a:pt x="7572" y="43"/>
                      <a:pt x="6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2"/>
              <p:cNvSpPr/>
              <p:nvPr/>
            </p:nvSpPr>
            <p:spPr>
              <a:xfrm>
                <a:off x="624500" y="2878025"/>
                <a:ext cx="226850" cy="58625"/>
              </a:xfrm>
              <a:custGeom>
                <a:rect b="b" l="l" r="r" t="t"/>
                <a:pathLst>
                  <a:path extrusionOk="0" h="2345" w="9074">
                    <a:moveTo>
                      <a:pt x="7100" y="1"/>
                    </a:moveTo>
                    <a:cubicBezTo>
                      <a:pt x="6562" y="1"/>
                      <a:pt x="6023" y="80"/>
                      <a:pt x="5507" y="243"/>
                    </a:cubicBezTo>
                    <a:cubicBezTo>
                      <a:pt x="4923" y="451"/>
                      <a:pt x="4360" y="743"/>
                      <a:pt x="3838" y="1098"/>
                    </a:cubicBezTo>
                    <a:cubicBezTo>
                      <a:pt x="3296" y="1452"/>
                      <a:pt x="2712" y="1744"/>
                      <a:pt x="2107" y="1953"/>
                    </a:cubicBezTo>
                    <a:cubicBezTo>
                      <a:pt x="1753" y="2057"/>
                      <a:pt x="1398" y="2141"/>
                      <a:pt x="1043" y="2203"/>
                    </a:cubicBezTo>
                    <a:cubicBezTo>
                      <a:pt x="689" y="2245"/>
                      <a:pt x="355" y="2287"/>
                      <a:pt x="1" y="2287"/>
                    </a:cubicBezTo>
                    <a:cubicBezTo>
                      <a:pt x="1" y="2287"/>
                      <a:pt x="63" y="2328"/>
                      <a:pt x="84" y="2328"/>
                    </a:cubicBezTo>
                    <a:cubicBezTo>
                      <a:pt x="251" y="2339"/>
                      <a:pt x="418" y="2344"/>
                      <a:pt x="582" y="2344"/>
                    </a:cubicBezTo>
                    <a:cubicBezTo>
                      <a:pt x="746" y="2344"/>
                      <a:pt x="908" y="2339"/>
                      <a:pt x="1064" y="2328"/>
                    </a:cubicBezTo>
                    <a:cubicBezTo>
                      <a:pt x="1377" y="2287"/>
                      <a:pt x="1690" y="2245"/>
                      <a:pt x="1982" y="2162"/>
                    </a:cubicBezTo>
                    <a:cubicBezTo>
                      <a:pt x="2566" y="1995"/>
                      <a:pt x="3129" y="1765"/>
                      <a:pt x="3651" y="1452"/>
                    </a:cubicBezTo>
                    <a:cubicBezTo>
                      <a:pt x="4172" y="1098"/>
                      <a:pt x="4714" y="785"/>
                      <a:pt x="5278" y="514"/>
                    </a:cubicBezTo>
                    <a:cubicBezTo>
                      <a:pt x="5937" y="241"/>
                      <a:pt x="6634" y="104"/>
                      <a:pt x="7335" y="104"/>
                    </a:cubicBezTo>
                    <a:cubicBezTo>
                      <a:pt x="7919" y="104"/>
                      <a:pt x="8505" y="199"/>
                      <a:pt x="9074" y="389"/>
                    </a:cubicBezTo>
                    <a:cubicBezTo>
                      <a:pt x="9032" y="368"/>
                      <a:pt x="8990" y="347"/>
                      <a:pt x="8948" y="326"/>
                    </a:cubicBezTo>
                    <a:lnTo>
                      <a:pt x="8969" y="326"/>
                    </a:lnTo>
                    <a:cubicBezTo>
                      <a:pt x="8371" y="112"/>
                      <a:pt x="7735" y="1"/>
                      <a:pt x="7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2"/>
              <p:cNvSpPr/>
              <p:nvPr/>
            </p:nvSpPr>
            <p:spPr>
              <a:xfrm>
                <a:off x="746525" y="2958550"/>
                <a:ext cx="189300" cy="53375"/>
              </a:xfrm>
              <a:custGeom>
                <a:rect b="b" l="l" r="r" t="t"/>
                <a:pathLst>
                  <a:path extrusionOk="0" h="2135" w="7572">
                    <a:moveTo>
                      <a:pt x="7551" y="255"/>
                    </a:moveTo>
                    <a:cubicBezTo>
                      <a:pt x="7551" y="255"/>
                      <a:pt x="7547" y="257"/>
                      <a:pt x="7541" y="261"/>
                    </a:cubicBezTo>
                    <a:lnTo>
                      <a:pt x="7541" y="261"/>
                    </a:lnTo>
                    <a:cubicBezTo>
                      <a:pt x="7551" y="266"/>
                      <a:pt x="7562" y="270"/>
                      <a:pt x="7572" y="276"/>
                    </a:cubicBezTo>
                    <a:lnTo>
                      <a:pt x="7551" y="255"/>
                    </a:lnTo>
                    <a:close/>
                    <a:moveTo>
                      <a:pt x="6354" y="1"/>
                    </a:moveTo>
                    <a:cubicBezTo>
                      <a:pt x="5838" y="1"/>
                      <a:pt x="5315" y="123"/>
                      <a:pt x="4818" y="296"/>
                    </a:cubicBezTo>
                    <a:cubicBezTo>
                      <a:pt x="3859" y="630"/>
                      <a:pt x="3004" y="1193"/>
                      <a:pt x="2065" y="1610"/>
                    </a:cubicBezTo>
                    <a:cubicBezTo>
                      <a:pt x="1481" y="1882"/>
                      <a:pt x="855" y="2028"/>
                      <a:pt x="209" y="2048"/>
                    </a:cubicBezTo>
                    <a:cubicBezTo>
                      <a:pt x="167" y="2048"/>
                      <a:pt x="125" y="2069"/>
                      <a:pt x="84" y="2090"/>
                    </a:cubicBezTo>
                    <a:cubicBezTo>
                      <a:pt x="84" y="2090"/>
                      <a:pt x="0" y="2132"/>
                      <a:pt x="21" y="2132"/>
                    </a:cubicBezTo>
                    <a:cubicBezTo>
                      <a:pt x="64" y="2134"/>
                      <a:pt x="107" y="2135"/>
                      <a:pt x="149" y="2135"/>
                    </a:cubicBezTo>
                    <a:cubicBezTo>
                      <a:pt x="1028" y="2135"/>
                      <a:pt x="1935" y="1737"/>
                      <a:pt x="2691" y="1339"/>
                    </a:cubicBezTo>
                    <a:cubicBezTo>
                      <a:pt x="3692" y="860"/>
                      <a:pt x="4651" y="234"/>
                      <a:pt x="5757" y="88"/>
                    </a:cubicBezTo>
                    <a:cubicBezTo>
                      <a:pt x="5925" y="58"/>
                      <a:pt x="6094" y="43"/>
                      <a:pt x="6262" y="43"/>
                    </a:cubicBezTo>
                    <a:cubicBezTo>
                      <a:pt x="6681" y="43"/>
                      <a:pt x="7095" y="133"/>
                      <a:pt x="7467" y="296"/>
                    </a:cubicBezTo>
                    <a:cubicBezTo>
                      <a:pt x="7483" y="296"/>
                      <a:pt x="7523" y="272"/>
                      <a:pt x="7541" y="261"/>
                    </a:cubicBezTo>
                    <a:lnTo>
                      <a:pt x="7541" y="261"/>
                    </a:lnTo>
                    <a:cubicBezTo>
                      <a:pt x="7160" y="76"/>
                      <a:pt x="6759" y="1"/>
                      <a:pt x="6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2"/>
              <p:cNvSpPr/>
              <p:nvPr/>
            </p:nvSpPr>
            <p:spPr>
              <a:xfrm>
                <a:off x="298075" y="2487275"/>
                <a:ext cx="123000" cy="71500"/>
              </a:xfrm>
              <a:custGeom>
                <a:rect b="b" l="l" r="r" t="t"/>
                <a:pathLst>
                  <a:path extrusionOk="0" h="2860" w="4920">
                    <a:moveTo>
                      <a:pt x="63" y="0"/>
                    </a:moveTo>
                    <a:cubicBezTo>
                      <a:pt x="1" y="0"/>
                      <a:pt x="147" y="84"/>
                      <a:pt x="167" y="104"/>
                    </a:cubicBezTo>
                    <a:cubicBezTo>
                      <a:pt x="606" y="250"/>
                      <a:pt x="1023" y="355"/>
                      <a:pt x="1440" y="542"/>
                    </a:cubicBezTo>
                    <a:cubicBezTo>
                      <a:pt x="1857" y="709"/>
                      <a:pt x="2253" y="918"/>
                      <a:pt x="2650" y="1147"/>
                    </a:cubicBezTo>
                    <a:cubicBezTo>
                      <a:pt x="3421" y="1606"/>
                      <a:pt x="4151" y="2149"/>
                      <a:pt x="4777" y="2795"/>
                    </a:cubicBezTo>
                    <a:cubicBezTo>
                      <a:pt x="4792" y="2810"/>
                      <a:pt x="4887" y="2860"/>
                      <a:pt x="4911" y="2860"/>
                    </a:cubicBezTo>
                    <a:cubicBezTo>
                      <a:pt x="4919" y="2860"/>
                      <a:pt x="4919" y="2853"/>
                      <a:pt x="4902" y="2837"/>
                    </a:cubicBezTo>
                    <a:cubicBezTo>
                      <a:pt x="4235" y="2149"/>
                      <a:pt x="3484" y="1564"/>
                      <a:pt x="2650" y="1085"/>
                    </a:cubicBezTo>
                    <a:cubicBezTo>
                      <a:pt x="2253" y="834"/>
                      <a:pt x="1815" y="626"/>
                      <a:pt x="1398" y="459"/>
                    </a:cubicBezTo>
                    <a:cubicBezTo>
                      <a:pt x="960" y="250"/>
                      <a:pt x="522" y="104"/>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2"/>
              <p:cNvSpPr/>
              <p:nvPr/>
            </p:nvSpPr>
            <p:spPr>
              <a:xfrm>
                <a:off x="409675" y="2457025"/>
                <a:ext cx="118300" cy="128400"/>
              </a:xfrm>
              <a:custGeom>
                <a:rect b="b" l="l" r="r" t="t"/>
                <a:pathLst>
                  <a:path extrusionOk="0" h="5136" w="4732">
                    <a:moveTo>
                      <a:pt x="63" y="0"/>
                    </a:moveTo>
                    <a:cubicBezTo>
                      <a:pt x="63" y="0"/>
                      <a:pt x="0" y="21"/>
                      <a:pt x="0" y="42"/>
                    </a:cubicBezTo>
                    <a:cubicBezTo>
                      <a:pt x="334" y="501"/>
                      <a:pt x="709" y="939"/>
                      <a:pt x="1126" y="1335"/>
                    </a:cubicBezTo>
                    <a:lnTo>
                      <a:pt x="2274" y="2608"/>
                    </a:lnTo>
                    <a:lnTo>
                      <a:pt x="3400" y="3838"/>
                    </a:lnTo>
                    <a:cubicBezTo>
                      <a:pt x="3796" y="4276"/>
                      <a:pt x="4193" y="4735"/>
                      <a:pt x="4589" y="5131"/>
                    </a:cubicBezTo>
                    <a:cubicBezTo>
                      <a:pt x="4592" y="5134"/>
                      <a:pt x="4597" y="5136"/>
                      <a:pt x="4603" y="5136"/>
                    </a:cubicBezTo>
                    <a:cubicBezTo>
                      <a:pt x="4642" y="5136"/>
                      <a:pt x="4732" y="5087"/>
                      <a:pt x="4714" y="5069"/>
                    </a:cubicBezTo>
                    <a:cubicBezTo>
                      <a:pt x="4359" y="4610"/>
                      <a:pt x="3942" y="4193"/>
                      <a:pt x="3567" y="3776"/>
                    </a:cubicBezTo>
                    <a:lnTo>
                      <a:pt x="2441" y="2524"/>
                    </a:lnTo>
                    <a:lnTo>
                      <a:pt x="1293" y="1273"/>
                    </a:lnTo>
                    <a:cubicBezTo>
                      <a:pt x="918" y="814"/>
                      <a:pt x="501" y="397"/>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2"/>
              <p:cNvSpPr/>
              <p:nvPr/>
            </p:nvSpPr>
            <p:spPr>
              <a:xfrm>
                <a:off x="525950" y="2474750"/>
                <a:ext cx="82925" cy="135075"/>
              </a:xfrm>
              <a:custGeom>
                <a:rect b="b" l="l" r="r" t="t"/>
                <a:pathLst>
                  <a:path extrusionOk="0" h="5403" w="3317">
                    <a:moveTo>
                      <a:pt x="0" y="1"/>
                    </a:moveTo>
                    <a:lnTo>
                      <a:pt x="0" y="1"/>
                    </a:lnTo>
                    <a:cubicBezTo>
                      <a:pt x="21" y="21"/>
                      <a:pt x="42" y="63"/>
                      <a:pt x="84" y="84"/>
                    </a:cubicBezTo>
                    <a:cubicBezTo>
                      <a:pt x="1586" y="1481"/>
                      <a:pt x="2670" y="3296"/>
                      <a:pt x="3213" y="5298"/>
                    </a:cubicBezTo>
                    <a:cubicBezTo>
                      <a:pt x="3213" y="5340"/>
                      <a:pt x="3296" y="5361"/>
                      <a:pt x="3317" y="5403"/>
                    </a:cubicBezTo>
                    <a:lnTo>
                      <a:pt x="3317" y="5382"/>
                    </a:lnTo>
                    <a:cubicBezTo>
                      <a:pt x="2879" y="3692"/>
                      <a:pt x="2024" y="2128"/>
                      <a:pt x="856" y="856"/>
                    </a:cubicBezTo>
                    <a:cubicBezTo>
                      <a:pt x="584" y="543"/>
                      <a:pt x="292" y="2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2"/>
              <p:cNvSpPr/>
              <p:nvPr/>
            </p:nvSpPr>
            <p:spPr>
              <a:xfrm>
                <a:off x="281475" y="2565800"/>
                <a:ext cx="191800" cy="66600"/>
              </a:xfrm>
              <a:custGeom>
                <a:rect b="b" l="l" r="r" t="t"/>
                <a:pathLst>
                  <a:path extrusionOk="0" h="2664" w="7672">
                    <a:moveTo>
                      <a:pt x="6709" y="1"/>
                    </a:moveTo>
                    <a:cubicBezTo>
                      <a:pt x="6095" y="1"/>
                      <a:pt x="5463" y="269"/>
                      <a:pt x="4899" y="509"/>
                    </a:cubicBezTo>
                    <a:cubicBezTo>
                      <a:pt x="3856" y="926"/>
                      <a:pt x="2834" y="1323"/>
                      <a:pt x="1812" y="1761"/>
                    </a:cubicBezTo>
                    <a:lnTo>
                      <a:pt x="39" y="2470"/>
                    </a:lnTo>
                    <a:cubicBezTo>
                      <a:pt x="1" y="2489"/>
                      <a:pt x="153" y="2663"/>
                      <a:pt x="228" y="2663"/>
                    </a:cubicBezTo>
                    <a:cubicBezTo>
                      <a:pt x="235" y="2663"/>
                      <a:pt x="242" y="2661"/>
                      <a:pt x="247" y="2658"/>
                    </a:cubicBezTo>
                    <a:cubicBezTo>
                      <a:pt x="1520" y="2136"/>
                      <a:pt x="2792" y="1615"/>
                      <a:pt x="4044" y="1093"/>
                    </a:cubicBezTo>
                    <a:cubicBezTo>
                      <a:pt x="4648" y="843"/>
                      <a:pt x="5253" y="572"/>
                      <a:pt x="5858" y="363"/>
                    </a:cubicBezTo>
                    <a:cubicBezTo>
                      <a:pt x="6196" y="251"/>
                      <a:pt x="6557" y="161"/>
                      <a:pt x="6912" y="161"/>
                    </a:cubicBezTo>
                    <a:cubicBezTo>
                      <a:pt x="7150" y="161"/>
                      <a:pt x="7385" y="201"/>
                      <a:pt x="7610" y="301"/>
                    </a:cubicBezTo>
                    <a:cubicBezTo>
                      <a:pt x="7619" y="303"/>
                      <a:pt x="7626" y="304"/>
                      <a:pt x="7631" y="304"/>
                    </a:cubicBezTo>
                    <a:cubicBezTo>
                      <a:pt x="7672" y="304"/>
                      <a:pt x="7587" y="236"/>
                      <a:pt x="7569" y="217"/>
                    </a:cubicBezTo>
                    <a:cubicBezTo>
                      <a:pt x="7292" y="62"/>
                      <a:pt x="7002" y="1"/>
                      <a:pt x="6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2"/>
              <p:cNvSpPr/>
              <p:nvPr/>
            </p:nvSpPr>
            <p:spPr>
              <a:xfrm>
                <a:off x="352825" y="2602450"/>
                <a:ext cx="196625" cy="88725"/>
              </a:xfrm>
              <a:custGeom>
                <a:rect b="b" l="l" r="r" t="t"/>
                <a:pathLst>
                  <a:path extrusionOk="0" h="3549" w="7865">
                    <a:moveTo>
                      <a:pt x="7310" y="1"/>
                    </a:moveTo>
                    <a:cubicBezTo>
                      <a:pt x="6457" y="1"/>
                      <a:pt x="5626" y="433"/>
                      <a:pt x="4923" y="879"/>
                    </a:cubicBezTo>
                    <a:cubicBezTo>
                      <a:pt x="3964" y="1484"/>
                      <a:pt x="3129" y="2318"/>
                      <a:pt x="2128" y="2860"/>
                    </a:cubicBezTo>
                    <a:cubicBezTo>
                      <a:pt x="1565" y="3194"/>
                      <a:pt x="918" y="3382"/>
                      <a:pt x="251" y="3382"/>
                    </a:cubicBezTo>
                    <a:cubicBezTo>
                      <a:pt x="209" y="3382"/>
                      <a:pt x="147" y="3444"/>
                      <a:pt x="105" y="3465"/>
                    </a:cubicBezTo>
                    <a:cubicBezTo>
                      <a:pt x="63" y="3507"/>
                      <a:pt x="1" y="3548"/>
                      <a:pt x="22" y="3548"/>
                    </a:cubicBezTo>
                    <a:cubicBezTo>
                      <a:pt x="1085" y="3548"/>
                      <a:pt x="2024" y="3027"/>
                      <a:pt x="2879" y="2422"/>
                    </a:cubicBezTo>
                    <a:cubicBezTo>
                      <a:pt x="3859" y="1755"/>
                      <a:pt x="4715" y="900"/>
                      <a:pt x="5820" y="420"/>
                    </a:cubicBezTo>
                    <a:cubicBezTo>
                      <a:pt x="6339" y="195"/>
                      <a:pt x="6902" y="70"/>
                      <a:pt x="7460" y="70"/>
                    </a:cubicBezTo>
                    <a:cubicBezTo>
                      <a:pt x="7574" y="70"/>
                      <a:pt x="7688" y="75"/>
                      <a:pt x="7801" y="86"/>
                    </a:cubicBezTo>
                    <a:cubicBezTo>
                      <a:pt x="7813" y="86"/>
                      <a:pt x="7832" y="73"/>
                      <a:pt x="7846" y="61"/>
                    </a:cubicBezTo>
                    <a:lnTo>
                      <a:pt x="7846" y="61"/>
                    </a:lnTo>
                    <a:cubicBezTo>
                      <a:pt x="7852" y="62"/>
                      <a:pt x="7858" y="64"/>
                      <a:pt x="7864" y="65"/>
                    </a:cubicBezTo>
                    <a:lnTo>
                      <a:pt x="7864" y="44"/>
                    </a:lnTo>
                    <a:cubicBezTo>
                      <a:pt x="7864" y="44"/>
                      <a:pt x="7856" y="52"/>
                      <a:pt x="7846" y="61"/>
                    </a:cubicBezTo>
                    <a:lnTo>
                      <a:pt x="7846" y="61"/>
                    </a:lnTo>
                    <a:cubicBezTo>
                      <a:pt x="7667" y="20"/>
                      <a:pt x="7488" y="1"/>
                      <a:pt x="7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2"/>
              <p:cNvSpPr/>
              <p:nvPr/>
            </p:nvSpPr>
            <p:spPr>
              <a:xfrm>
                <a:off x="450850" y="2627525"/>
                <a:ext cx="150725" cy="122050"/>
              </a:xfrm>
              <a:custGeom>
                <a:rect b="b" l="l" r="r" t="t"/>
                <a:pathLst>
                  <a:path extrusionOk="0" h="4882" w="6029">
                    <a:moveTo>
                      <a:pt x="6029" y="1"/>
                    </a:moveTo>
                    <a:cubicBezTo>
                      <a:pt x="6027" y="1"/>
                      <a:pt x="6026" y="1"/>
                      <a:pt x="6024" y="2"/>
                    </a:cubicBezTo>
                    <a:lnTo>
                      <a:pt x="6024" y="2"/>
                    </a:lnTo>
                    <a:cubicBezTo>
                      <a:pt x="6026" y="2"/>
                      <a:pt x="6027" y="1"/>
                      <a:pt x="6029" y="1"/>
                    </a:cubicBezTo>
                    <a:close/>
                    <a:moveTo>
                      <a:pt x="6024" y="2"/>
                    </a:moveTo>
                    <a:lnTo>
                      <a:pt x="6024" y="2"/>
                    </a:lnTo>
                    <a:cubicBezTo>
                      <a:pt x="4003" y="504"/>
                      <a:pt x="2440" y="2004"/>
                      <a:pt x="1106" y="3547"/>
                    </a:cubicBezTo>
                    <a:cubicBezTo>
                      <a:pt x="919" y="3755"/>
                      <a:pt x="731" y="3985"/>
                      <a:pt x="543" y="4214"/>
                    </a:cubicBezTo>
                    <a:cubicBezTo>
                      <a:pt x="360" y="4418"/>
                      <a:pt x="176" y="4642"/>
                      <a:pt x="12" y="4867"/>
                    </a:cubicBezTo>
                    <a:lnTo>
                      <a:pt x="12" y="4867"/>
                    </a:lnTo>
                    <a:cubicBezTo>
                      <a:pt x="43" y="4839"/>
                      <a:pt x="134" y="4791"/>
                      <a:pt x="168" y="4756"/>
                    </a:cubicBezTo>
                    <a:cubicBezTo>
                      <a:pt x="481" y="4402"/>
                      <a:pt x="773" y="4026"/>
                      <a:pt x="1086" y="3651"/>
                    </a:cubicBezTo>
                    <a:cubicBezTo>
                      <a:pt x="1398" y="3296"/>
                      <a:pt x="1732" y="2900"/>
                      <a:pt x="2066" y="2566"/>
                    </a:cubicBezTo>
                    <a:cubicBezTo>
                      <a:pt x="2754" y="1836"/>
                      <a:pt x="3526" y="1211"/>
                      <a:pt x="4402" y="710"/>
                    </a:cubicBezTo>
                    <a:cubicBezTo>
                      <a:pt x="4882" y="439"/>
                      <a:pt x="5403" y="230"/>
                      <a:pt x="5925" y="84"/>
                    </a:cubicBezTo>
                    <a:cubicBezTo>
                      <a:pt x="5963" y="84"/>
                      <a:pt x="6002" y="12"/>
                      <a:pt x="6024" y="2"/>
                    </a:cubicBezTo>
                    <a:close/>
                    <a:moveTo>
                      <a:pt x="12" y="4867"/>
                    </a:moveTo>
                    <a:lnTo>
                      <a:pt x="12" y="4867"/>
                    </a:lnTo>
                    <a:cubicBezTo>
                      <a:pt x="5" y="4873"/>
                      <a:pt x="1" y="4878"/>
                      <a:pt x="1" y="4882"/>
                    </a:cubicBezTo>
                    <a:cubicBezTo>
                      <a:pt x="5" y="4877"/>
                      <a:pt x="8" y="4872"/>
                      <a:pt x="12" y="48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2"/>
              <p:cNvSpPr/>
              <p:nvPr/>
            </p:nvSpPr>
            <p:spPr>
              <a:xfrm>
                <a:off x="637025" y="2539925"/>
                <a:ext cx="29800" cy="81375"/>
              </a:xfrm>
              <a:custGeom>
                <a:rect b="b" l="l" r="r" t="t"/>
                <a:pathLst>
                  <a:path extrusionOk="0" h="3255" w="1192">
                    <a:moveTo>
                      <a:pt x="1189" y="3150"/>
                    </a:moveTo>
                    <a:lnTo>
                      <a:pt x="1189" y="3162"/>
                    </a:lnTo>
                    <a:lnTo>
                      <a:pt x="1189" y="3162"/>
                    </a:lnTo>
                    <a:cubicBezTo>
                      <a:pt x="1192" y="3157"/>
                      <a:pt x="1192" y="3153"/>
                      <a:pt x="1189" y="3150"/>
                    </a:cubicBezTo>
                    <a:close/>
                    <a:moveTo>
                      <a:pt x="167" y="1"/>
                    </a:moveTo>
                    <a:cubicBezTo>
                      <a:pt x="167" y="1"/>
                      <a:pt x="0" y="84"/>
                      <a:pt x="0" y="126"/>
                    </a:cubicBezTo>
                    <a:cubicBezTo>
                      <a:pt x="0" y="418"/>
                      <a:pt x="42" y="689"/>
                      <a:pt x="125" y="981"/>
                    </a:cubicBezTo>
                    <a:cubicBezTo>
                      <a:pt x="188" y="1231"/>
                      <a:pt x="271" y="1503"/>
                      <a:pt x="355" y="1753"/>
                    </a:cubicBezTo>
                    <a:cubicBezTo>
                      <a:pt x="522" y="2295"/>
                      <a:pt x="751" y="2796"/>
                      <a:pt x="1064" y="3255"/>
                    </a:cubicBezTo>
                    <a:cubicBezTo>
                      <a:pt x="1064" y="3255"/>
                      <a:pt x="1165" y="3197"/>
                      <a:pt x="1187" y="3166"/>
                    </a:cubicBezTo>
                    <a:lnTo>
                      <a:pt x="1187" y="3166"/>
                    </a:lnTo>
                    <a:cubicBezTo>
                      <a:pt x="1188" y="3167"/>
                      <a:pt x="1188" y="3169"/>
                      <a:pt x="1189" y="3171"/>
                    </a:cubicBezTo>
                    <a:lnTo>
                      <a:pt x="1189" y="3162"/>
                    </a:lnTo>
                    <a:lnTo>
                      <a:pt x="1189" y="3162"/>
                    </a:lnTo>
                    <a:cubicBezTo>
                      <a:pt x="1188" y="3163"/>
                      <a:pt x="1188" y="3164"/>
                      <a:pt x="1187" y="3166"/>
                    </a:cubicBezTo>
                    <a:lnTo>
                      <a:pt x="1187" y="3166"/>
                    </a:lnTo>
                    <a:cubicBezTo>
                      <a:pt x="979" y="2646"/>
                      <a:pt x="730" y="2126"/>
                      <a:pt x="563" y="1607"/>
                    </a:cubicBezTo>
                    <a:cubicBezTo>
                      <a:pt x="480" y="1336"/>
                      <a:pt x="396" y="1085"/>
                      <a:pt x="334" y="814"/>
                    </a:cubicBezTo>
                    <a:cubicBezTo>
                      <a:pt x="271" y="564"/>
                      <a:pt x="250" y="25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1" name="Google Shape;3801;p52"/>
          <p:cNvGrpSpPr/>
          <p:nvPr/>
        </p:nvGrpSpPr>
        <p:grpSpPr>
          <a:xfrm>
            <a:off x="8581300" y="2272600"/>
            <a:ext cx="1174850" cy="2506000"/>
            <a:chOff x="8505100" y="2272600"/>
            <a:chExt cx="1174850" cy="2506000"/>
          </a:xfrm>
        </p:grpSpPr>
        <p:sp>
          <p:nvSpPr>
            <p:cNvPr id="3802" name="Google Shape;3802;p52"/>
            <p:cNvSpPr/>
            <p:nvPr/>
          </p:nvSpPr>
          <p:spPr>
            <a:xfrm>
              <a:off x="8814300" y="46652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3" name="Google Shape;3803;p52"/>
            <p:cNvGrpSpPr/>
            <p:nvPr/>
          </p:nvGrpSpPr>
          <p:grpSpPr>
            <a:xfrm>
              <a:off x="8505100" y="2272600"/>
              <a:ext cx="1174850" cy="2455800"/>
              <a:chOff x="8428900" y="2272600"/>
              <a:chExt cx="1174850" cy="2455800"/>
            </a:xfrm>
          </p:grpSpPr>
          <p:sp>
            <p:nvSpPr>
              <p:cNvPr id="3804" name="Google Shape;3804;p52"/>
              <p:cNvSpPr/>
              <p:nvPr/>
            </p:nvSpPr>
            <p:spPr>
              <a:xfrm>
                <a:off x="8818950" y="4235450"/>
                <a:ext cx="574125" cy="492950"/>
              </a:xfrm>
              <a:custGeom>
                <a:rect b="b" l="l" r="r" t="t"/>
                <a:pathLst>
                  <a:path extrusionOk="0" h="19718" w="22965">
                    <a:moveTo>
                      <a:pt x="19544" y="1"/>
                    </a:moveTo>
                    <a:cubicBezTo>
                      <a:pt x="18835" y="22"/>
                      <a:pt x="18147" y="105"/>
                      <a:pt x="17458" y="105"/>
                    </a:cubicBezTo>
                    <a:lnTo>
                      <a:pt x="5298" y="105"/>
                    </a:lnTo>
                    <a:cubicBezTo>
                      <a:pt x="4902" y="105"/>
                      <a:pt x="4318" y="147"/>
                      <a:pt x="3922" y="147"/>
                    </a:cubicBezTo>
                    <a:cubicBezTo>
                      <a:pt x="3873" y="154"/>
                      <a:pt x="3822" y="156"/>
                      <a:pt x="3768" y="156"/>
                    </a:cubicBezTo>
                    <a:cubicBezTo>
                      <a:pt x="3660" y="156"/>
                      <a:pt x="3539" y="147"/>
                      <a:pt x="3400" y="147"/>
                    </a:cubicBezTo>
                    <a:lnTo>
                      <a:pt x="3379" y="147"/>
                    </a:lnTo>
                    <a:cubicBezTo>
                      <a:pt x="3025" y="147"/>
                      <a:pt x="2608" y="126"/>
                      <a:pt x="2170" y="126"/>
                    </a:cubicBezTo>
                    <a:cubicBezTo>
                      <a:pt x="1377" y="147"/>
                      <a:pt x="584" y="293"/>
                      <a:pt x="272" y="814"/>
                    </a:cubicBezTo>
                    <a:cubicBezTo>
                      <a:pt x="0" y="1273"/>
                      <a:pt x="522" y="2962"/>
                      <a:pt x="605" y="3484"/>
                    </a:cubicBezTo>
                    <a:cubicBezTo>
                      <a:pt x="730" y="4381"/>
                      <a:pt x="856" y="5278"/>
                      <a:pt x="1002" y="6174"/>
                    </a:cubicBezTo>
                    <a:lnTo>
                      <a:pt x="1168" y="7322"/>
                    </a:lnTo>
                    <a:cubicBezTo>
                      <a:pt x="1669" y="10429"/>
                      <a:pt x="2253" y="13537"/>
                      <a:pt x="2879" y="16624"/>
                    </a:cubicBezTo>
                    <a:cubicBezTo>
                      <a:pt x="3025" y="17271"/>
                      <a:pt x="3150" y="17896"/>
                      <a:pt x="3275" y="18522"/>
                    </a:cubicBezTo>
                    <a:lnTo>
                      <a:pt x="3838" y="18689"/>
                    </a:lnTo>
                    <a:cubicBezTo>
                      <a:pt x="4422" y="18877"/>
                      <a:pt x="5006" y="19023"/>
                      <a:pt x="5590" y="19148"/>
                    </a:cubicBezTo>
                    <a:cubicBezTo>
                      <a:pt x="7319" y="19529"/>
                      <a:pt x="9078" y="19718"/>
                      <a:pt x="10836" y="19718"/>
                    </a:cubicBezTo>
                    <a:cubicBezTo>
                      <a:pt x="13406" y="19718"/>
                      <a:pt x="15974" y="19315"/>
                      <a:pt x="18439" y="18522"/>
                    </a:cubicBezTo>
                    <a:cubicBezTo>
                      <a:pt x="19169" y="15769"/>
                      <a:pt x="19919" y="12974"/>
                      <a:pt x="20670" y="10200"/>
                    </a:cubicBezTo>
                    <a:cubicBezTo>
                      <a:pt x="20775" y="9804"/>
                      <a:pt x="20879" y="9407"/>
                      <a:pt x="20983" y="9032"/>
                    </a:cubicBezTo>
                    <a:cubicBezTo>
                      <a:pt x="21129" y="8427"/>
                      <a:pt x="21296" y="7822"/>
                      <a:pt x="21442" y="7217"/>
                    </a:cubicBezTo>
                    <a:cubicBezTo>
                      <a:pt x="21755" y="6028"/>
                      <a:pt x="22068" y="4840"/>
                      <a:pt x="22422" y="3672"/>
                    </a:cubicBezTo>
                    <a:cubicBezTo>
                      <a:pt x="22777" y="2399"/>
                      <a:pt x="22965" y="522"/>
                      <a:pt x="21275" y="126"/>
                    </a:cubicBezTo>
                    <a:cubicBezTo>
                      <a:pt x="20962" y="42"/>
                      <a:pt x="20629" y="1"/>
                      <a:pt x="20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2"/>
              <p:cNvSpPr/>
              <p:nvPr/>
            </p:nvSpPr>
            <p:spPr>
              <a:xfrm>
                <a:off x="8789600" y="4236375"/>
                <a:ext cx="613900" cy="204900"/>
              </a:xfrm>
              <a:custGeom>
                <a:rect b="b" l="l" r="r" t="t"/>
                <a:pathLst>
                  <a:path extrusionOk="0" h="8196" w="24556">
                    <a:moveTo>
                      <a:pt x="21731" y="0"/>
                    </a:moveTo>
                    <a:cubicBezTo>
                      <a:pt x="21636" y="0"/>
                      <a:pt x="21542" y="2"/>
                      <a:pt x="21448" y="5"/>
                    </a:cubicBezTo>
                    <a:lnTo>
                      <a:pt x="21427" y="5"/>
                    </a:lnTo>
                    <a:cubicBezTo>
                      <a:pt x="21177" y="5"/>
                      <a:pt x="20927" y="26"/>
                      <a:pt x="20676" y="47"/>
                    </a:cubicBezTo>
                    <a:lnTo>
                      <a:pt x="20655" y="47"/>
                    </a:lnTo>
                    <a:cubicBezTo>
                      <a:pt x="20113" y="68"/>
                      <a:pt x="19571" y="110"/>
                      <a:pt x="19029" y="110"/>
                    </a:cubicBezTo>
                    <a:lnTo>
                      <a:pt x="5867" y="110"/>
                    </a:lnTo>
                    <a:cubicBezTo>
                      <a:pt x="5513" y="110"/>
                      <a:pt x="4970" y="151"/>
                      <a:pt x="4574" y="172"/>
                    </a:cubicBezTo>
                    <a:lnTo>
                      <a:pt x="4407" y="172"/>
                    </a:lnTo>
                    <a:cubicBezTo>
                      <a:pt x="4074" y="172"/>
                      <a:pt x="3719" y="151"/>
                      <a:pt x="3323" y="131"/>
                    </a:cubicBezTo>
                    <a:lnTo>
                      <a:pt x="2968" y="110"/>
                    </a:lnTo>
                    <a:cubicBezTo>
                      <a:pt x="2854" y="105"/>
                      <a:pt x="2739" y="102"/>
                      <a:pt x="2625" y="102"/>
                    </a:cubicBezTo>
                    <a:cubicBezTo>
                      <a:pt x="1279" y="102"/>
                      <a:pt x="1" y="480"/>
                      <a:pt x="423" y="2133"/>
                    </a:cubicBezTo>
                    <a:cubicBezTo>
                      <a:pt x="799" y="3614"/>
                      <a:pt x="1174" y="5095"/>
                      <a:pt x="1550" y="6575"/>
                    </a:cubicBezTo>
                    <a:cubicBezTo>
                      <a:pt x="1592" y="6742"/>
                      <a:pt x="1654" y="6909"/>
                      <a:pt x="1758" y="7034"/>
                    </a:cubicBezTo>
                    <a:cubicBezTo>
                      <a:pt x="1925" y="7180"/>
                      <a:pt x="2134" y="7264"/>
                      <a:pt x="2342" y="7306"/>
                    </a:cubicBezTo>
                    <a:cubicBezTo>
                      <a:pt x="2593" y="7368"/>
                      <a:pt x="2885" y="7389"/>
                      <a:pt x="3072" y="7431"/>
                    </a:cubicBezTo>
                    <a:cubicBezTo>
                      <a:pt x="3698" y="7556"/>
                      <a:pt x="4366" y="7660"/>
                      <a:pt x="5012" y="7764"/>
                    </a:cubicBezTo>
                    <a:cubicBezTo>
                      <a:pt x="7259" y="8043"/>
                      <a:pt x="9517" y="8196"/>
                      <a:pt x="11779" y="8196"/>
                    </a:cubicBezTo>
                    <a:cubicBezTo>
                      <a:pt x="12561" y="8196"/>
                      <a:pt x="13344" y="8177"/>
                      <a:pt x="14127" y="8140"/>
                    </a:cubicBezTo>
                    <a:cubicBezTo>
                      <a:pt x="15524" y="8098"/>
                      <a:pt x="16901" y="7994"/>
                      <a:pt x="18299" y="7848"/>
                    </a:cubicBezTo>
                    <a:cubicBezTo>
                      <a:pt x="19592" y="7702"/>
                      <a:pt x="20885" y="7514"/>
                      <a:pt x="22157" y="7243"/>
                    </a:cubicBezTo>
                    <a:cubicBezTo>
                      <a:pt x="22303" y="7222"/>
                      <a:pt x="22449" y="7201"/>
                      <a:pt x="22595" y="7201"/>
                    </a:cubicBezTo>
                    <a:cubicBezTo>
                      <a:pt x="22622" y="7203"/>
                      <a:pt x="22649" y="7204"/>
                      <a:pt x="22676" y="7204"/>
                    </a:cubicBezTo>
                    <a:cubicBezTo>
                      <a:pt x="22916" y="7204"/>
                      <a:pt x="23133" y="7120"/>
                      <a:pt x="23283" y="6951"/>
                    </a:cubicBezTo>
                    <a:cubicBezTo>
                      <a:pt x="23409" y="6784"/>
                      <a:pt x="23471" y="6596"/>
                      <a:pt x="23492" y="6388"/>
                    </a:cubicBezTo>
                    <a:lnTo>
                      <a:pt x="23555" y="6137"/>
                    </a:lnTo>
                    <a:cubicBezTo>
                      <a:pt x="23784" y="4949"/>
                      <a:pt x="24014" y="3781"/>
                      <a:pt x="24264" y="2592"/>
                    </a:cubicBezTo>
                    <a:cubicBezTo>
                      <a:pt x="24347" y="2195"/>
                      <a:pt x="24431" y="1778"/>
                      <a:pt x="24514" y="1382"/>
                    </a:cubicBezTo>
                    <a:cubicBezTo>
                      <a:pt x="24556" y="1194"/>
                      <a:pt x="24556" y="1007"/>
                      <a:pt x="24514" y="819"/>
                    </a:cubicBezTo>
                    <a:cubicBezTo>
                      <a:pt x="24389" y="485"/>
                      <a:pt x="23492" y="214"/>
                      <a:pt x="23179" y="131"/>
                    </a:cubicBezTo>
                    <a:cubicBezTo>
                      <a:pt x="22693" y="44"/>
                      <a:pt x="22206" y="0"/>
                      <a:pt x="21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2"/>
              <p:cNvSpPr/>
              <p:nvPr/>
            </p:nvSpPr>
            <p:spPr>
              <a:xfrm>
                <a:off x="8803300" y="4218250"/>
                <a:ext cx="598650" cy="78750"/>
              </a:xfrm>
              <a:custGeom>
                <a:rect b="b" l="l" r="r" t="t"/>
                <a:pathLst>
                  <a:path extrusionOk="0" h="3150" w="23946">
                    <a:moveTo>
                      <a:pt x="11347" y="0"/>
                    </a:moveTo>
                    <a:cubicBezTo>
                      <a:pt x="11013" y="0"/>
                      <a:pt x="10659" y="21"/>
                      <a:pt x="10304" y="21"/>
                    </a:cubicBezTo>
                    <a:lnTo>
                      <a:pt x="8365" y="21"/>
                    </a:lnTo>
                    <a:cubicBezTo>
                      <a:pt x="8344" y="32"/>
                      <a:pt x="8318" y="37"/>
                      <a:pt x="8292" y="37"/>
                    </a:cubicBezTo>
                    <a:cubicBezTo>
                      <a:pt x="8265" y="37"/>
                      <a:pt x="8239" y="32"/>
                      <a:pt x="8219" y="21"/>
                    </a:cubicBezTo>
                    <a:cubicBezTo>
                      <a:pt x="8198" y="32"/>
                      <a:pt x="8182" y="37"/>
                      <a:pt x="8166" y="37"/>
                    </a:cubicBezTo>
                    <a:cubicBezTo>
                      <a:pt x="8151" y="37"/>
                      <a:pt x="8135" y="32"/>
                      <a:pt x="8114" y="21"/>
                    </a:cubicBezTo>
                    <a:lnTo>
                      <a:pt x="7843" y="21"/>
                    </a:lnTo>
                    <a:cubicBezTo>
                      <a:pt x="7655" y="42"/>
                      <a:pt x="7468" y="42"/>
                      <a:pt x="7259" y="63"/>
                    </a:cubicBezTo>
                    <a:lnTo>
                      <a:pt x="6571" y="63"/>
                    </a:lnTo>
                    <a:lnTo>
                      <a:pt x="5716" y="126"/>
                    </a:lnTo>
                    <a:lnTo>
                      <a:pt x="5570" y="146"/>
                    </a:lnTo>
                    <a:lnTo>
                      <a:pt x="5403" y="167"/>
                    </a:lnTo>
                    <a:cubicBezTo>
                      <a:pt x="4402" y="251"/>
                      <a:pt x="3505" y="376"/>
                      <a:pt x="2733" y="501"/>
                    </a:cubicBezTo>
                    <a:lnTo>
                      <a:pt x="2587" y="522"/>
                    </a:lnTo>
                    <a:lnTo>
                      <a:pt x="2441" y="564"/>
                    </a:lnTo>
                    <a:cubicBezTo>
                      <a:pt x="898" y="856"/>
                      <a:pt x="1" y="1189"/>
                      <a:pt x="1" y="1586"/>
                    </a:cubicBezTo>
                    <a:cubicBezTo>
                      <a:pt x="1" y="2024"/>
                      <a:pt x="1252" y="2441"/>
                      <a:pt x="3275" y="2733"/>
                    </a:cubicBezTo>
                    <a:cubicBezTo>
                      <a:pt x="3338" y="2754"/>
                      <a:pt x="3400" y="2754"/>
                      <a:pt x="3463" y="2774"/>
                    </a:cubicBezTo>
                    <a:cubicBezTo>
                      <a:pt x="3505" y="2774"/>
                      <a:pt x="3567" y="2795"/>
                      <a:pt x="3630" y="2795"/>
                    </a:cubicBezTo>
                    <a:cubicBezTo>
                      <a:pt x="3880" y="2816"/>
                      <a:pt x="4130" y="2858"/>
                      <a:pt x="4381" y="2879"/>
                    </a:cubicBezTo>
                    <a:cubicBezTo>
                      <a:pt x="4548" y="2900"/>
                      <a:pt x="4714" y="2920"/>
                      <a:pt x="4881" y="2941"/>
                    </a:cubicBezTo>
                    <a:cubicBezTo>
                      <a:pt x="5382" y="2983"/>
                      <a:pt x="5903" y="3046"/>
                      <a:pt x="6467" y="3066"/>
                    </a:cubicBezTo>
                    <a:lnTo>
                      <a:pt x="6633" y="3087"/>
                    </a:lnTo>
                    <a:lnTo>
                      <a:pt x="6800" y="3087"/>
                    </a:lnTo>
                    <a:cubicBezTo>
                      <a:pt x="6946" y="3108"/>
                      <a:pt x="7071" y="3108"/>
                      <a:pt x="7197" y="3108"/>
                    </a:cubicBezTo>
                    <a:lnTo>
                      <a:pt x="7468" y="3129"/>
                    </a:lnTo>
                    <a:lnTo>
                      <a:pt x="9241" y="3129"/>
                    </a:lnTo>
                    <a:lnTo>
                      <a:pt x="9616" y="3150"/>
                    </a:lnTo>
                    <a:lnTo>
                      <a:pt x="10033" y="3150"/>
                    </a:lnTo>
                    <a:cubicBezTo>
                      <a:pt x="10044" y="3139"/>
                      <a:pt x="10059" y="3134"/>
                      <a:pt x="10075" y="3134"/>
                    </a:cubicBezTo>
                    <a:cubicBezTo>
                      <a:pt x="10091" y="3134"/>
                      <a:pt x="10106" y="3139"/>
                      <a:pt x="10117" y="3150"/>
                    </a:cubicBezTo>
                    <a:lnTo>
                      <a:pt x="14643" y="3150"/>
                    </a:lnTo>
                    <a:cubicBezTo>
                      <a:pt x="14789" y="3150"/>
                      <a:pt x="14914" y="3129"/>
                      <a:pt x="15060" y="3129"/>
                    </a:cubicBezTo>
                    <a:lnTo>
                      <a:pt x="15560" y="3129"/>
                    </a:lnTo>
                    <a:cubicBezTo>
                      <a:pt x="16019" y="3108"/>
                      <a:pt x="16457" y="3087"/>
                      <a:pt x="16895" y="3066"/>
                    </a:cubicBezTo>
                    <a:cubicBezTo>
                      <a:pt x="16916" y="3056"/>
                      <a:pt x="16937" y="3051"/>
                      <a:pt x="16958" y="3051"/>
                    </a:cubicBezTo>
                    <a:cubicBezTo>
                      <a:pt x="16979" y="3051"/>
                      <a:pt x="17000" y="3056"/>
                      <a:pt x="17020" y="3066"/>
                    </a:cubicBezTo>
                    <a:lnTo>
                      <a:pt x="17187" y="3046"/>
                    </a:lnTo>
                    <a:lnTo>
                      <a:pt x="17563" y="3046"/>
                    </a:lnTo>
                    <a:lnTo>
                      <a:pt x="17709" y="3025"/>
                    </a:lnTo>
                    <a:cubicBezTo>
                      <a:pt x="19002" y="2941"/>
                      <a:pt x="20316" y="2774"/>
                      <a:pt x="21588" y="2545"/>
                    </a:cubicBezTo>
                    <a:cubicBezTo>
                      <a:pt x="21651" y="2545"/>
                      <a:pt x="21713" y="2524"/>
                      <a:pt x="21755" y="2524"/>
                    </a:cubicBezTo>
                    <a:lnTo>
                      <a:pt x="21943" y="2482"/>
                    </a:lnTo>
                    <a:cubicBezTo>
                      <a:pt x="23194" y="2211"/>
                      <a:pt x="23945" y="1898"/>
                      <a:pt x="23945" y="1544"/>
                    </a:cubicBezTo>
                    <a:cubicBezTo>
                      <a:pt x="23945" y="1252"/>
                      <a:pt x="23361" y="960"/>
                      <a:pt x="22381" y="710"/>
                    </a:cubicBezTo>
                    <a:cubicBezTo>
                      <a:pt x="22339" y="710"/>
                      <a:pt x="22277" y="689"/>
                      <a:pt x="22235" y="689"/>
                    </a:cubicBezTo>
                    <a:cubicBezTo>
                      <a:pt x="22193" y="668"/>
                      <a:pt x="22131" y="668"/>
                      <a:pt x="22089" y="647"/>
                    </a:cubicBezTo>
                    <a:cubicBezTo>
                      <a:pt x="20858" y="397"/>
                      <a:pt x="19628" y="230"/>
                      <a:pt x="18397" y="126"/>
                    </a:cubicBezTo>
                    <a:cubicBezTo>
                      <a:pt x="18335" y="126"/>
                      <a:pt x="18293" y="126"/>
                      <a:pt x="18230" y="105"/>
                    </a:cubicBezTo>
                    <a:lnTo>
                      <a:pt x="17855" y="105"/>
                    </a:lnTo>
                    <a:cubicBezTo>
                      <a:pt x="17813" y="105"/>
                      <a:pt x="17751" y="105"/>
                      <a:pt x="17709" y="84"/>
                    </a:cubicBezTo>
                    <a:cubicBezTo>
                      <a:pt x="17688" y="94"/>
                      <a:pt x="17667" y="99"/>
                      <a:pt x="17649" y="99"/>
                    </a:cubicBezTo>
                    <a:cubicBezTo>
                      <a:pt x="17631" y="99"/>
                      <a:pt x="17615" y="94"/>
                      <a:pt x="17604" y="84"/>
                    </a:cubicBezTo>
                    <a:lnTo>
                      <a:pt x="17292" y="84"/>
                    </a:lnTo>
                    <a:cubicBezTo>
                      <a:pt x="16812" y="63"/>
                      <a:pt x="16311" y="21"/>
                      <a:pt x="15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2"/>
              <p:cNvSpPr/>
              <p:nvPr/>
            </p:nvSpPr>
            <p:spPr>
              <a:xfrm>
                <a:off x="8813925" y="4282750"/>
                <a:ext cx="405500" cy="41400"/>
              </a:xfrm>
              <a:custGeom>
                <a:rect b="b" l="l" r="r" t="t"/>
                <a:pathLst>
                  <a:path extrusionOk="0" h="1656" w="16220">
                    <a:moveTo>
                      <a:pt x="125" y="1"/>
                    </a:moveTo>
                    <a:cubicBezTo>
                      <a:pt x="28" y="1"/>
                      <a:pt x="1" y="159"/>
                      <a:pt x="76" y="215"/>
                    </a:cubicBezTo>
                    <a:cubicBezTo>
                      <a:pt x="493" y="486"/>
                      <a:pt x="973" y="674"/>
                      <a:pt x="1453" y="778"/>
                    </a:cubicBezTo>
                    <a:cubicBezTo>
                      <a:pt x="1953" y="904"/>
                      <a:pt x="2433" y="1008"/>
                      <a:pt x="2934" y="1112"/>
                    </a:cubicBezTo>
                    <a:cubicBezTo>
                      <a:pt x="3956" y="1300"/>
                      <a:pt x="4978" y="1425"/>
                      <a:pt x="6021" y="1508"/>
                    </a:cubicBezTo>
                    <a:cubicBezTo>
                      <a:pt x="7303" y="1608"/>
                      <a:pt x="8593" y="1656"/>
                      <a:pt x="9881" y="1656"/>
                    </a:cubicBezTo>
                    <a:cubicBezTo>
                      <a:pt x="10751" y="1656"/>
                      <a:pt x="11620" y="1634"/>
                      <a:pt x="12487" y="1592"/>
                    </a:cubicBezTo>
                    <a:cubicBezTo>
                      <a:pt x="13655" y="1529"/>
                      <a:pt x="14823" y="1467"/>
                      <a:pt x="15991" y="1383"/>
                    </a:cubicBezTo>
                    <a:cubicBezTo>
                      <a:pt x="16214" y="1363"/>
                      <a:pt x="16220" y="1007"/>
                      <a:pt x="16009" y="1007"/>
                    </a:cubicBezTo>
                    <a:cubicBezTo>
                      <a:pt x="16003" y="1007"/>
                      <a:pt x="15997" y="1007"/>
                      <a:pt x="15991" y="1008"/>
                    </a:cubicBezTo>
                    <a:cubicBezTo>
                      <a:pt x="13760" y="1142"/>
                      <a:pt x="11518" y="1289"/>
                      <a:pt x="9279" y="1289"/>
                    </a:cubicBezTo>
                    <a:cubicBezTo>
                      <a:pt x="7352" y="1289"/>
                      <a:pt x="5428" y="1180"/>
                      <a:pt x="3518" y="862"/>
                    </a:cubicBezTo>
                    <a:cubicBezTo>
                      <a:pt x="2371" y="695"/>
                      <a:pt x="1244" y="403"/>
                      <a:pt x="160" y="7"/>
                    </a:cubicBezTo>
                    <a:cubicBezTo>
                      <a:pt x="147" y="3"/>
                      <a:pt x="136"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2"/>
              <p:cNvSpPr/>
              <p:nvPr/>
            </p:nvSpPr>
            <p:spPr>
              <a:xfrm>
                <a:off x="9235575" y="4282375"/>
                <a:ext cx="150725" cy="29850"/>
              </a:xfrm>
              <a:custGeom>
                <a:rect b="b" l="l" r="r" t="t"/>
                <a:pathLst>
                  <a:path extrusionOk="0" h="1194" w="6029">
                    <a:moveTo>
                      <a:pt x="5841" y="1"/>
                    </a:moveTo>
                    <a:cubicBezTo>
                      <a:pt x="5632" y="22"/>
                      <a:pt x="5424" y="84"/>
                      <a:pt x="5236" y="189"/>
                    </a:cubicBezTo>
                    <a:cubicBezTo>
                      <a:pt x="5048" y="272"/>
                      <a:pt x="4840" y="335"/>
                      <a:pt x="4631" y="418"/>
                    </a:cubicBezTo>
                    <a:cubicBezTo>
                      <a:pt x="4214" y="543"/>
                      <a:pt x="3797" y="668"/>
                      <a:pt x="3359" y="752"/>
                    </a:cubicBezTo>
                    <a:cubicBezTo>
                      <a:pt x="2274" y="919"/>
                      <a:pt x="1190" y="1002"/>
                      <a:pt x="84" y="1023"/>
                    </a:cubicBezTo>
                    <a:cubicBezTo>
                      <a:pt x="1" y="1044"/>
                      <a:pt x="1" y="1169"/>
                      <a:pt x="84" y="1190"/>
                    </a:cubicBezTo>
                    <a:cubicBezTo>
                      <a:pt x="225" y="1192"/>
                      <a:pt x="365" y="1194"/>
                      <a:pt x="505" y="1194"/>
                    </a:cubicBezTo>
                    <a:cubicBezTo>
                      <a:pt x="1487" y="1194"/>
                      <a:pt x="2454" y="1130"/>
                      <a:pt x="3421" y="1002"/>
                    </a:cubicBezTo>
                    <a:cubicBezTo>
                      <a:pt x="3901" y="939"/>
                      <a:pt x="4360" y="835"/>
                      <a:pt x="4798" y="710"/>
                    </a:cubicBezTo>
                    <a:cubicBezTo>
                      <a:pt x="5173" y="606"/>
                      <a:pt x="5716" y="522"/>
                      <a:pt x="5966" y="209"/>
                    </a:cubicBezTo>
                    <a:cubicBezTo>
                      <a:pt x="6028" y="126"/>
                      <a:pt x="5924" y="1"/>
                      <a:pt x="5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2"/>
              <p:cNvSpPr/>
              <p:nvPr/>
            </p:nvSpPr>
            <p:spPr>
              <a:xfrm>
                <a:off x="8952425" y="4681800"/>
                <a:ext cx="277450" cy="25700"/>
              </a:xfrm>
              <a:custGeom>
                <a:rect b="b" l="l" r="r" t="t"/>
                <a:pathLst>
                  <a:path extrusionOk="0" h="1028" w="11098">
                    <a:moveTo>
                      <a:pt x="10868" y="1"/>
                    </a:moveTo>
                    <a:cubicBezTo>
                      <a:pt x="10659" y="1"/>
                      <a:pt x="10451" y="63"/>
                      <a:pt x="10242" y="147"/>
                    </a:cubicBezTo>
                    <a:cubicBezTo>
                      <a:pt x="10033" y="188"/>
                      <a:pt x="9825" y="251"/>
                      <a:pt x="9616" y="293"/>
                    </a:cubicBezTo>
                    <a:cubicBezTo>
                      <a:pt x="9178" y="397"/>
                      <a:pt x="8719" y="480"/>
                      <a:pt x="8261" y="522"/>
                    </a:cubicBezTo>
                    <a:cubicBezTo>
                      <a:pt x="7611" y="599"/>
                      <a:pt x="6950" y="642"/>
                      <a:pt x="6286" y="642"/>
                    </a:cubicBezTo>
                    <a:cubicBezTo>
                      <a:pt x="6054" y="642"/>
                      <a:pt x="5822" y="637"/>
                      <a:pt x="5591" y="626"/>
                    </a:cubicBezTo>
                    <a:cubicBezTo>
                      <a:pt x="4715" y="606"/>
                      <a:pt x="3839" y="543"/>
                      <a:pt x="2942" y="460"/>
                    </a:cubicBezTo>
                    <a:cubicBezTo>
                      <a:pt x="2024" y="376"/>
                      <a:pt x="1065" y="355"/>
                      <a:pt x="126" y="209"/>
                    </a:cubicBezTo>
                    <a:cubicBezTo>
                      <a:pt x="43" y="209"/>
                      <a:pt x="1" y="334"/>
                      <a:pt x="84" y="376"/>
                    </a:cubicBezTo>
                    <a:lnTo>
                      <a:pt x="84" y="355"/>
                    </a:lnTo>
                    <a:cubicBezTo>
                      <a:pt x="981" y="606"/>
                      <a:pt x="1899" y="772"/>
                      <a:pt x="2838" y="835"/>
                    </a:cubicBezTo>
                    <a:cubicBezTo>
                      <a:pt x="3776" y="918"/>
                      <a:pt x="4715" y="1002"/>
                      <a:pt x="5653" y="1023"/>
                    </a:cubicBezTo>
                    <a:cubicBezTo>
                      <a:pt x="5810" y="1026"/>
                      <a:pt x="5966" y="1028"/>
                      <a:pt x="6121" y="1028"/>
                    </a:cubicBezTo>
                    <a:cubicBezTo>
                      <a:pt x="6898" y="1028"/>
                      <a:pt x="7666" y="984"/>
                      <a:pt x="8448" y="898"/>
                    </a:cubicBezTo>
                    <a:cubicBezTo>
                      <a:pt x="8886" y="835"/>
                      <a:pt x="9345" y="772"/>
                      <a:pt x="9783" y="668"/>
                    </a:cubicBezTo>
                    <a:cubicBezTo>
                      <a:pt x="10159" y="585"/>
                      <a:pt x="10680" y="522"/>
                      <a:pt x="10972" y="251"/>
                    </a:cubicBezTo>
                    <a:cubicBezTo>
                      <a:pt x="11097" y="168"/>
                      <a:pt x="10993" y="1"/>
                      <a:pt x="10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2"/>
              <p:cNvSpPr/>
              <p:nvPr/>
            </p:nvSpPr>
            <p:spPr>
              <a:xfrm>
                <a:off x="8827300" y="2694875"/>
                <a:ext cx="271175" cy="222400"/>
              </a:xfrm>
              <a:custGeom>
                <a:rect b="b" l="l" r="r" t="t"/>
                <a:pathLst>
                  <a:path extrusionOk="0" h="8896" w="10847">
                    <a:moveTo>
                      <a:pt x="9220" y="1"/>
                    </a:moveTo>
                    <a:cubicBezTo>
                      <a:pt x="9158" y="1"/>
                      <a:pt x="9095" y="4"/>
                      <a:pt x="9031" y="11"/>
                    </a:cubicBezTo>
                    <a:cubicBezTo>
                      <a:pt x="8468" y="73"/>
                      <a:pt x="7905" y="261"/>
                      <a:pt x="7425" y="574"/>
                    </a:cubicBezTo>
                    <a:cubicBezTo>
                      <a:pt x="4026" y="2347"/>
                      <a:pt x="1001" y="5100"/>
                      <a:pt x="0" y="8896"/>
                    </a:cubicBezTo>
                    <a:cubicBezTo>
                      <a:pt x="918" y="8354"/>
                      <a:pt x="2023" y="8062"/>
                      <a:pt x="3004" y="7686"/>
                    </a:cubicBezTo>
                    <a:lnTo>
                      <a:pt x="5653" y="6643"/>
                    </a:lnTo>
                    <a:cubicBezTo>
                      <a:pt x="6841" y="6184"/>
                      <a:pt x="8051" y="5705"/>
                      <a:pt x="9052" y="4912"/>
                    </a:cubicBezTo>
                    <a:cubicBezTo>
                      <a:pt x="10033" y="4120"/>
                      <a:pt x="10825" y="2952"/>
                      <a:pt x="10825" y="1700"/>
                    </a:cubicBezTo>
                    <a:cubicBezTo>
                      <a:pt x="10846" y="1325"/>
                      <a:pt x="10742" y="970"/>
                      <a:pt x="10554" y="657"/>
                    </a:cubicBezTo>
                    <a:cubicBezTo>
                      <a:pt x="10238" y="229"/>
                      <a:pt x="9739" y="1"/>
                      <a:pt x="9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2"/>
              <p:cNvSpPr/>
              <p:nvPr/>
            </p:nvSpPr>
            <p:spPr>
              <a:xfrm>
                <a:off x="8821550" y="2922125"/>
                <a:ext cx="286300" cy="197975"/>
              </a:xfrm>
              <a:custGeom>
                <a:rect b="b" l="l" r="r" t="t"/>
                <a:pathLst>
                  <a:path extrusionOk="0" h="7919" w="11452">
                    <a:moveTo>
                      <a:pt x="9347" y="1"/>
                    </a:moveTo>
                    <a:cubicBezTo>
                      <a:pt x="8624" y="1"/>
                      <a:pt x="7906" y="285"/>
                      <a:pt x="7238" y="619"/>
                    </a:cubicBezTo>
                    <a:cubicBezTo>
                      <a:pt x="5549" y="1433"/>
                      <a:pt x="4026" y="2580"/>
                      <a:pt x="2754" y="3957"/>
                    </a:cubicBezTo>
                    <a:cubicBezTo>
                      <a:pt x="2274" y="4478"/>
                      <a:pt x="1" y="7648"/>
                      <a:pt x="1419" y="7899"/>
                    </a:cubicBezTo>
                    <a:cubicBezTo>
                      <a:pt x="1491" y="7912"/>
                      <a:pt x="1569" y="7919"/>
                      <a:pt x="1651" y="7919"/>
                    </a:cubicBezTo>
                    <a:cubicBezTo>
                      <a:pt x="2573" y="7919"/>
                      <a:pt x="4093" y="7122"/>
                      <a:pt x="4840" y="6835"/>
                    </a:cubicBezTo>
                    <a:cubicBezTo>
                      <a:pt x="5987" y="6397"/>
                      <a:pt x="7071" y="5875"/>
                      <a:pt x="8156" y="5291"/>
                    </a:cubicBezTo>
                    <a:cubicBezTo>
                      <a:pt x="9199" y="4728"/>
                      <a:pt x="10242" y="4040"/>
                      <a:pt x="10930" y="3060"/>
                    </a:cubicBezTo>
                    <a:cubicBezTo>
                      <a:pt x="11285" y="2622"/>
                      <a:pt x="11452" y="2038"/>
                      <a:pt x="11410" y="1454"/>
                    </a:cubicBezTo>
                    <a:cubicBezTo>
                      <a:pt x="11264" y="640"/>
                      <a:pt x="10429" y="77"/>
                      <a:pt x="9616" y="14"/>
                    </a:cubicBezTo>
                    <a:cubicBezTo>
                      <a:pt x="9526" y="5"/>
                      <a:pt x="9436"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2"/>
              <p:cNvSpPr/>
              <p:nvPr/>
            </p:nvSpPr>
            <p:spPr>
              <a:xfrm>
                <a:off x="8607250" y="2631900"/>
                <a:ext cx="211200" cy="281925"/>
              </a:xfrm>
              <a:custGeom>
                <a:rect b="b" l="l" r="r" t="t"/>
                <a:pathLst>
                  <a:path extrusionOk="0" h="11277" w="8448">
                    <a:moveTo>
                      <a:pt x="1373" y="0"/>
                    </a:moveTo>
                    <a:cubicBezTo>
                      <a:pt x="1136" y="0"/>
                      <a:pt x="905" y="59"/>
                      <a:pt x="688" y="194"/>
                    </a:cubicBezTo>
                    <a:cubicBezTo>
                      <a:pt x="230" y="527"/>
                      <a:pt x="0" y="1090"/>
                      <a:pt x="84" y="1674"/>
                    </a:cubicBezTo>
                    <a:cubicBezTo>
                      <a:pt x="167" y="2217"/>
                      <a:pt x="355" y="2759"/>
                      <a:pt x="647" y="3239"/>
                    </a:cubicBezTo>
                    <a:cubicBezTo>
                      <a:pt x="1585" y="4991"/>
                      <a:pt x="2774" y="6618"/>
                      <a:pt x="4130" y="8078"/>
                    </a:cubicBezTo>
                    <a:cubicBezTo>
                      <a:pt x="4957" y="8945"/>
                      <a:pt x="6956" y="11277"/>
                      <a:pt x="8313" y="11277"/>
                    </a:cubicBezTo>
                    <a:cubicBezTo>
                      <a:pt x="8358" y="11277"/>
                      <a:pt x="8403" y="11274"/>
                      <a:pt x="8448" y="11269"/>
                    </a:cubicBezTo>
                    <a:cubicBezTo>
                      <a:pt x="7196" y="7619"/>
                      <a:pt x="6070" y="3802"/>
                      <a:pt x="3296" y="986"/>
                    </a:cubicBezTo>
                    <a:cubicBezTo>
                      <a:pt x="2770" y="476"/>
                      <a:pt x="2050" y="0"/>
                      <a:pt x="1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2"/>
              <p:cNvSpPr/>
              <p:nvPr/>
            </p:nvSpPr>
            <p:spPr>
              <a:xfrm>
                <a:off x="8602550" y="2932225"/>
                <a:ext cx="250575" cy="190325"/>
              </a:xfrm>
              <a:custGeom>
                <a:rect b="b" l="l" r="r" t="t"/>
                <a:pathLst>
                  <a:path extrusionOk="0" h="7613" w="10023">
                    <a:moveTo>
                      <a:pt x="1795" y="1"/>
                    </a:moveTo>
                    <a:cubicBezTo>
                      <a:pt x="1272" y="1"/>
                      <a:pt x="775" y="140"/>
                      <a:pt x="438" y="528"/>
                    </a:cubicBezTo>
                    <a:cubicBezTo>
                      <a:pt x="0" y="1029"/>
                      <a:pt x="0" y="1801"/>
                      <a:pt x="272" y="2385"/>
                    </a:cubicBezTo>
                    <a:cubicBezTo>
                      <a:pt x="564" y="2969"/>
                      <a:pt x="1002" y="3490"/>
                      <a:pt x="1523" y="3886"/>
                    </a:cubicBezTo>
                    <a:cubicBezTo>
                      <a:pt x="3379" y="5409"/>
                      <a:pt x="5528" y="6556"/>
                      <a:pt x="7822" y="7244"/>
                    </a:cubicBezTo>
                    <a:cubicBezTo>
                      <a:pt x="8358" y="7410"/>
                      <a:pt x="8972" y="7612"/>
                      <a:pt x="9376" y="7612"/>
                    </a:cubicBezTo>
                    <a:cubicBezTo>
                      <a:pt x="9835" y="7612"/>
                      <a:pt x="10022" y="7350"/>
                      <a:pt x="9512" y="6473"/>
                    </a:cubicBezTo>
                    <a:cubicBezTo>
                      <a:pt x="8844" y="5284"/>
                      <a:pt x="8093" y="4178"/>
                      <a:pt x="7238" y="3135"/>
                    </a:cubicBezTo>
                    <a:cubicBezTo>
                      <a:pt x="6028" y="1759"/>
                      <a:pt x="4527" y="591"/>
                      <a:pt x="2754" y="132"/>
                    </a:cubicBezTo>
                    <a:cubicBezTo>
                      <a:pt x="2445" y="53"/>
                      <a:pt x="2115" y="1"/>
                      <a:pt x="1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2"/>
              <p:cNvSpPr/>
              <p:nvPr/>
            </p:nvSpPr>
            <p:spPr>
              <a:xfrm>
                <a:off x="8918025" y="3070050"/>
                <a:ext cx="213800" cy="264375"/>
              </a:xfrm>
              <a:custGeom>
                <a:rect b="b" l="l" r="r" t="t"/>
                <a:pathLst>
                  <a:path extrusionOk="0" h="10575" w="8552">
                    <a:moveTo>
                      <a:pt x="7280" y="0"/>
                    </a:moveTo>
                    <a:cubicBezTo>
                      <a:pt x="6195" y="0"/>
                      <a:pt x="5152" y="355"/>
                      <a:pt x="4318" y="1043"/>
                    </a:cubicBezTo>
                    <a:cubicBezTo>
                      <a:pt x="3484" y="1710"/>
                      <a:pt x="2774" y="2503"/>
                      <a:pt x="2211" y="3400"/>
                    </a:cubicBezTo>
                    <a:cubicBezTo>
                      <a:pt x="605" y="5736"/>
                      <a:pt x="0" y="7780"/>
                      <a:pt x="0" y="10575"/>
                    </a:cubicBezTo>
                    <a:cubicBezTo>
                      <a:pt x="334" y="9907"/>
                      <a:pt x="1210" y="9136"/>
                      <a:pt x="1815" y="8656"/>
                    </a:cubicBezTo>
                    <a:cubicBezTo>
                      <a:pt x="2316" y="8281"/>
                      <a:pt x="2837" y="7926"/>
                      <a:pt x="3379" y="7592"/>
                    </a:cubicBezTo>
                    <a:cubicBezTo>
                      <a:pt x="4652" y="6779"/>
                      <a:pt x="5986" y="5986"/>
                      <a:pt x="6967" y="4818"/>
                    </a:cubicBezTo>
                    <a:cubicBezTo>
                      <a:pt x="7947" y="3671"/>
                      <a:pt x="8552" y="2065"/>
                      <a:pt x="8114" y="626"/>
                    </a:cubicBezTo>
                    <a:cubicBezTo>
                      <a:pt x="8072" y="459"/>
                      <a:pt x="7989" y="313"/>
                      <a:pt x="7864" y="188"/>
                    </a:cubicBezTo>
                    <a:cubicBezTo>
                      <a:pt x="7697" y="63"/>
                      <a:pt x="7488" y="0"/>
                      <a:pt x="7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2"/>
              <p:cNvSpPr/>
              <p:nvPr/>
            </p:nvSpPr>
            <p:spPr>
              <a:xfrm>
                <a:off x="9355000" y="2794100"/>
                <a:ext cx="213800" cy="263975"/>
              </a:xfrm>
              <a:custGeom>
                <a:rect b="b" l="l" r="r" t="t"/>
                <a:pathLst>
                  <a:path extrusionOk="0" h="10559" w="8552">
                    <a:moveTo>
                      <a:pt x="7359" y="1"/>
                    </a:moveTo>
                    <a:cubicBezTo>
                      <a:pt x="7332" y="1"/>
                      <a:pt x="7306" y="2"/>
                      <a:pt x="7279" y="5"/>
                    </a:cubicBezTo>
                    <a:cubicBezTo>
                      <a:pt x="7251" y="4"/>
                      <a:pt x="7223" y="4"/>
                      <a:pt x="7195" y="4"/>
                    </a:cubicBezTo>
                    <a:cubicBezTo>
                      <a:pt x="6160" y="4"/>
                      <a:pt x="5130" y="377"/>
                      <a:pt x="4318" y="1047"/>
                    </a:cubicBezTo>
                    <a:cubicBezTo>
                      <a:pt x="3504" y="1715"/>
                      <a:pt x="2795" y="2507"/>
                      <a:pt x="2211" y="3404"/>
                    </a:cubicBezTo>
                    <a:cubicBezTo>
                      <a:pt x="605" y="5720"/>
                      <a:pt x="0" y="7764"/>
                      <a:pt x="0" y="10558"/>
                    </a:cubicBezTo>
                    <a:cubicBezTo>
                      <a:pt x="355" y="9891"/>
                      <a:pt x="1231" y="9119"/>
                      <a:pt x="1836" y="8660"/>
                    </a:cubicBezTo>
                    <a:cubicBezTo>
                      <a:pt x="2336" y="8264"/>
                      <a:pt x="2878" y="7910"/>
                      <a:pt x="3400" y="7576"/>
                    </a:cubicBezTo>
                    <a:cubicBezTo>
                      <a:pt x="4672" y="6762"/>
                      <a:pt x="5986" y="5970"/>
                      <a:pt x="6987" y="4823"/>
                    </a:cubicBezTo>
                    <a:cubicBezTo>
                      <a:pt x="7968" y="3655"/>
                      <a:pt x="8552" y="2069"/>
                      <a:pt x="8114" y="609"/>
                    </a:cubicBezTo>
                    <a:cubicBezTo>
                      <a:pt x="8072" y="443"/>
                      <a:pt x="7989" y="297"/>
                      <a:pt x="7863" y="171"/>
                    </a:cubicBezTo>
                    <a:cubicBezTo>
                      <a:pt x="7718" y="62"/>
                      <a:pt x="7540" y="1"/>
                      <a:pt x="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2"/>
              <p:cNvSpPr/>
              <p:nvPr/>
            </p:nvSpPr>
            <p:spPr>
              <a:xfrm>
                <a:off x="8590550" y="3124400"/>
                <a:ext cx="309775" cy="168175"/>
              </a:xfrm>
              <a:custGeom>
                <a:rect b="b" l="l" r="r" t="t"/>
                <a:pathLst>
                  <a:path extrusionOk="0" h="6727" w="12391">
                    <a:moveTo>
                      <a:pt x="2567" y="1"/>
                    </a:moveTo>
                    <a:cubicBezTo>
                      <a:pt x="2241" y="1"/>
                      <a:pt x="1918" y="49"/>
                      <a:pt x="1607" y="162"/>
                    </a:cubicBezTo>
                    <a:cubicBezTo>
                      <a:pt x="689" y="496"/>
                      <a:pt x="1" y="1539"/>
                      <a:pt x="334" y="2457"/>
                    </a:cubicBezTo>
                    <a:cubicBezTo>
                      <a:pt x="522" y="2999"/>
                      <a:pt x="1023" y="3374"/>
                      <a:pt x="1502" y="3687"/>
                    </a:cubicBezTo>
                    <a:cubicBezTo>
                      <a:pt x="4002" y="5320"/>
                      <a:pt x="7060" y="6727"/>
                      <a:pt x="10104" y="6727"/>
                    </a:cubicBezTo>
                    <a:cubicBezTo>
                      <a:pt x="10870" y="6727"/>
                      <a:pt x="11635" y="6637"/>
                      <a:pt x="12390" y="6440"/>
                    </a:cubicBezTo>
                    <a:cubicBezTo>
                      <a:pt x="9491" y="4813"/>
                      <a:pt x="7489" y="1768"/>
                      <a:pt x="4443" y="433"/>
                    </a:cubicBezTo>
                    <a:cubicBezTo>
                      <a:pt x="3850" y="185"/>
                      <a:pt x="3203" y="1"/>
                      <a:pt x="25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2"/>
              <p:cNvSpPr/>
              <p:nvPr/>
            </p:nvSpPr>
            <p:spPr>
              <a:xfrm>
                <a:off x="9194375" y="3377975"/>
                <a:ext cx="204450" cy="110800"/>
              </a:xfrm>
              <a:custGeom>
                <a:rect b="b" l="l" r="r" t="t"/>
                <a:pathLst>
                  <a:path extrusionOk="0" h="4432" w="8178">
                    <a:moveTo>
                      <a:pt x="1708" y="1"/>
                    </a:moveTo>
                    <a:cubicBezTo>
                      <a:pt x="1490" y="1"/>
                      <a:pt x="1273" y="35"/>
                      <a:pt x="1065" y="114"/>
                    </a:cubicBezTo>
                    <a:cubicBezTo>
                      <a:pt x="460" y="323"/>
                      <a:pt x="1" y="1011"/>
                      <a:pt x="230" y="1616"/>
                    </a:cubicBezTo>
                    <a:cubicBezTo>
                      <a:pt x="397" y="1971"/>
                      <a:pt x="668" y="2242"/>
                      <a:pt x="1002" y="2429"/>
                    </a:cubicBezTo>
                    <a:cubicBezTo>
                      <a:pt x="2654" y="3497"/>
                      <a:pt x="4666" y="4432"/>
                      <a:pt x="6676" y="4432"/>
                    </a:cubicBezTo>
                    <a:cubicBezTo>
                      <a:pt x="7178" y="4432"/>
                      <a:pt x="7681" y="4373"/>
                      <a:pt x="8177" y="4244"/>
                    </a:cubicBezTo>
                    <a:cubicBezTo>
                      <a:pt x="6258" y="3159"/>
                      <a:pt x="4944" y="1178"/>
                      <a:pt x="2921" y="302"/>
                    </a:cubicBezTo>
                    <a:cubicBezTo>
                      <a:pt x="2539" y="124"/>
                      <a:pt x="2120"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2"/>
              <p:cNvSpPr/>
              <p:nvPr/>
            </p:nvSpPr>
            <p:spPr>
              <a:xfrm>
                <a:off x="9176125" y="3514300"/>
                <a:ext cx="161150" cy="161150"/>
              </a:xfrm>
              <a:custGeom>
                <a:rect b="b" l="l" r="r" t="t"/>
                <a:pathLst>
                  <a:path extrusionOk="0" h="6446" w="6446">
                    <a:moveTo>
                      <a:pt x="1275" y="0"/>
                    </a:moveTo>
                    <a:cubicBezTo>
                      <a:pt x="661" y="0"/>
                      <a:pt x="1" y="473"/>
                      <a:pt x="1" y="1106"/>
                    </a:cubicBezTo>
                    <a:cubicBezTo>
                      <a:pt x="22" y="1482"/>
                      <a:pt x="168" y="1857"/>
                      <a:pt x="418" y="2149"/>
                    </a:cubicBezTo>
                    <a:cubicBezTo>
                      <a:pt x="1857" y="4151"/>
                      <a:pt x="3901" y="6154"/>
                      <a:pt x="6446" y="6446"/>
                    </a:cubicBezTo>
                    <a:cubicBezTo>
                      <a:pt x="5048" y="4735"/>
                      <a:pt x="4569" y="2399"/>
                      <a:pt x="3004" y="856"/>
                    </a:cubicBezTo>
                    <a:cubicBezTo>
                      <a:pt x="2545" y="397"/>
                      <a:pt x="1961" y="22"/>
                      <a:pt x="1315" y="1"/>
                    </a:cubicBezTo>
                    <a:cubicBezTo>
                      <a:pt x="1302" y="0"/>
                      <a:pt x="1289"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2"/>
              <p:cNvSpPr/>
              <p:nvPr/>
            </p:nvSpPr>
            <p:spPr>
              <a:xfrm>
                <a:off x="8696925" y="3376625"/>
                <a:ext cx="293075" cy="116850"/>
              </a:xfrm>
              <a:custGeom>
                <a:rect b="b" l="l" r="r" t="t"/>
                <a:pathLst>
                  <a:path extrusionOk="0" h="4674" w="11723">
                    <a:moveTo>
                      <a:pt x="2028" y="0"/>
                    </a:moveTo>
                    <a:cubicBezTo>
                      <a:pt x="1236" y="0"/>
                      <a:pt x="326" y="241"/>
                      <a:pt x="126" y="982"/>
                    </a:cubicBezTo>
                    <a:cubicBezTo>
                      <a:pt x="1" y="1482"/>
                      <a:pt x="168" y="2004"/>
                      <a:pt x="543" y="2358"/>
                    </a:cubicBezTo>
                    <a:cubicBezTo>
                      <a:pt x="1169" y="3005"/>
                      <a:pt x="2107" y="3255"/>
                      <a:pt x="2983" y="3443"/>
                    </a:cubicBezTo>
                    <a:cubicBezTo>
                      <a:pt x="5883" y="4110"/>
                      <a:pt x="8740" y="4632"/>
                      <a:pt x="11723" y="4673"/>
                    </a:cubicBezTo>
                    <a:cubicBezTo>
                      <a:pt x="10972" y="4131"/>
                      <a:pt x="10283" y="3505"/>
                      <a:pt x="9658" y="2817"/>
                    </a:cubicBezTo>
                    <a:cubicBezTo>
                      <a:pt x="9011" y="2150"/>
                      <a:pt x="8302" y="1816"/>
                      <a:pt x="7426" y="1461"/>
                    </a:cubicBezTo>
                    <a:cubicBezTo>
                      <a:pt x="5716" y="752"/>
                      <a:pt x="3964" y="43"/>
                      <a:pt x="2128" y="1"/>
                    </a:cubicBezTo>
                    <a:cubicBezTo>
                      <a:pt x="2095" y="1"/>
                      <a:pt x="2062" y="0"/>
                      <a:pt x="2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2"/>
              <p:cNvSpPr/>
              <p:nvPr/>
            </p:nvSpPr>
            <p:spPr>
              <a:xfrm>
                <a:off x="9116700" y="2971975"/>
                <a:ext cx="247700" cy="99125"/>
              </a:xfrm>
              <a:custGeom>
                <a:rect b="b" l="l" r="r" t="t"/>
                <a:pathLst>
                  <a:path extrusionOk="0" h="3965" w="9908">
                    <a:moveTo>
                      <a:pt x="1701" y="1"/>
                    </a:moveTo>
                    <a:cubicBezTo>
                      <a:pt x="1034" y="1"/>
                      <a:pt x="283" y="218"/>
                      <a:pt x="84" y="836"/>
                    </a:cubicBezTo>
                    <a:cubicBezTo>
                      <a:pt x="0" y="1253"/>
                      <a:pt x="146" y="1691"/>
                      <a:pt x="459" y="1983"/>
                    </a:cubicBezTo>
                    <a:cubicBezTo>
                      <a:pt x="980" y="2547"/>
                      <a:pt x="1773" y="2755"/>
                      <a:pt x="2524" y="2922"/>
                    </a:cubicBezTo>
                    <a:cubicBezTo>
                      <a:pt x="4964" y="3485"/>
                      <a:pt x="7405" y="3923"/>
                      <a:pt x="9907" y="3965"/>
                    </a:cubicBezTo>
                    <a:cubicBezTo>
                      <a:pt x="9261" y="3506"/>
                      <a:pt x="8698" y="2985"/>
                      <a:pt x="8176" y="2401"/>
                    </a:cubicBezTo>
                    <a:cubicBezTo>
                      <a:pt x="7634" y="1817"/>
                      <a:pt x="7008" y="1545"/>
                      <a:pt x="6278" y="1233"/>
                    </a:cubicBezTo>
                    <a:cubicBezTo>
                      <a:pt x="4818" y="649"/>
                      <a:pt x="3337" y="44"/>
                      <a:pt x="1794" y="2"/>
                    </a:cubicBezTo>
                    <a:cubicBezTo>
                      <a:pt x="1763" y="1"/>
                      <a:pt x="173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2"/>
              <p:cNvSpPr/>
              <p:nvPr/>
            </p:nvSpPr>
            <p:spPr>
              <a:xfrm>
                <a:off x="9003025" y="3311325"/>
                <a:ext cx="185650" cy="245775"/>
              </a:xfrm>
              <a:custGeom>
                <a:rect b="b" l="l" r="r" t="t"/>
                <a:pathLst>
                  <a:path extrusionOk="0" h="9831" w="7426">
                    <a:moveTo>
                      <a:pt x="6365" y="1"/>
                    </a:moveTo>
                    <a:cubicBezTo>
                      <a:pt x="6329" y="1"/>
                      <a:pt x="6293" y="3"/>
                      <a:pt x="6257" y="6"/>
                    </a:cubicBezTo>
                    <a:cubicBezTo>
                      <a:pt x="4881" y="48"/>
                      <a:pt x="3588" y="840"/>
                      <a:pt x="2712" y="1904"/>
                    </a:cubicBezTo>
                    <a:cubicBezTo>
                      <a:pt x="1836" y="2947"/>
                      <a:pt x="1293" y="4261"/>
                      <a:pt x="897" y="5575"/>
                    </a:cubicBezTo>
                    <a:cubicBezTo>
                      <a:pt x="459" y="6993"/>
                      <a:pt x="42" y="8307"/>
                      <a:pt x="0" y="9830"/>
                    </a:cubicBezTo>
                    <a:cubicBezTo>
                      <a:pt x="814" y="8474"/>
                      <a:pt x="2357" y="7786"/>
                      <a:pt x="3629" y="6931"/>
                    </a:cubicBezTo>
                    <a:cubicBezTo>
                      <a:pt x="5444" y="5659"/>
                      <a:pt x="7008" y="3802"/>
                      <a:pt x="7342" y="1591"/>
                    </a:cubicBezTo>
                    <a:cubicBezTo>
                      <a:pt x="7425" y="1049"/>
                      <a:pt x="7363" y="361"/>
                      <a:pt x="6862" y="110"/>
                    </a:cubicBezTo>
                    <a:cubicBezTo>
                      <a:pt x="6707" y="41"/>
                      <a:pt x="6537" y="1"/>
                      <a:pt x="6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2"/>
              <p:cNvSpPr/>
              <p:nvPr/>
            </p:nvSpPr>
            <p:spPr>
              <a:xfrm>
                <a:off x="9193875" y="3897725"/>
                <a:ext cx="274300" cy="153175"/>
              </a:xfrm>
              <a:custGeom>
                <a:rect b="b" l="l" r="r" t="t"/>
                <a:pathLst>
                  <a:path extrusionOk="0" h="6127" w="10972">
                    <a:moveTo>
                      <a:pt x="8262" y="1"/>
                    </a:moveTo>
                    <a:cubicBezTo>
                      <a:pt x="7541" y="1"/>
                      <a:pt x="6808" y="160"/>
                      <a:pt x="6132" y="432"/>
                    </a:cubicBezTo>
                    <a:cubicBezTo>
                      <a:pt x="4860" y="933"/>
                      <a:pt x="3775" y="1829"/>
                      <a:pt x="2795" y="2810"/>
                    </a:cubicBezTo>
                    <a:cubicBezTo>
                      <a:pt x="1752" y="3853"/>
                      <a:pt x="772" y="4833"/>
                      <a:pt x="0" y="6126"/>
                    </a:cubicBezTo>
                    <a:cubicBezTo>
                      <a:pt x="1377" y="5334"/>
                      <a:pt x="3045" y="5459"/>
                      <a:pt x="4568" y="5292"/>
                    </a:cubicBezTo>
                    <a:cubicBezTo>
                      <a:pt x="6779" y="5021"/>
                      <a:pt x="9031" y="4103"/>
                      <a:pt x="10366" y="2330"/>
                    </a:cubicBezTo>
                    <a:cubicBezTo>
                      <a:pt x="10700" y="1892"/>
                      <a:pt x="10971" y="1245"/>
                      <a:pt x="10658" y="807"/>
                    </a:cubicBezTo>
                    <a:cubicBezTo>
                      <a:pt x="10512" y="641"/>
                      <a:pt x="10345" y="515"/>
                      <a:pt x="10158" y="432"/>
                    </a:cubicBezTo>
                    <a:cubicBezTo>
                      <a:pt x="9570" y="133"/>
                      <a:pt x="8921" y="1"/>
                      <a:pt x="8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2"/>
              <p:cNvSpPr/>
              <p:nvPr/>
            </p:nvSpPr>
            <p:spPr>
              <a:xfrm>
                <a:off x="9417550" y="3063075"/>
                <a:ext cx="186200" cy="245300"/>
              </a:xfrm>
              <a:custGeom>
                <a:rect b="b" l="l" r="r" t="t"/>
                <a:pathLst>
                  <a:path extrusionOk="0" h="9812" w="7448">
                    <a:moveTo>
                      <a:pt x="6427" y="0"/>
                    </a:moveTo>
                    <a:cubicBezTo>
                      <a:pt x="6378" y="0"/>
                      <a:pt x="6328" y="3"/>
                      <a:pt x="6279" y="8"/>
                    </a:cubicBezTo>
                    <a:cubicBezTo>
                      <a:pt x="4903" y="50"/>
                      <a:pt x="3609" y="821"/>
                      <a:pt x="2733" y="1885"/>
                    </a:cubicBezTo>
                    <a:cubicBezTo>
                      <a:pt x="1857" y="2949"/>
                      <a:pt x="1315" y="4242"/>
                      <a:pt x="898" y="5556"/>
                    </a:cubicBezTo>
                    <a:cubicBezTo>
                      <a:pt x="460" y="6974"/>
                      <a:pt x="64" y="8309"/>
                      <a:pt x="1" y="9811"/>
                    </a:cubicBezTo>
                    <a:cubicBezTo>
                      <a:pt x="835" y="8476"/>
                      <a:pt x="2379" y="7788"/>
                      <a:pt x="3630" y="6912"/>
                    </a:cubicBezTo>
                    <a:cubicBezTo>
                      <a:pt x="5466" y="5640"/>
                      <a:pt x="7030" y="3783"/>
                      <a:pt x="7364" y="1572"/>
                    </a:cubicBezTo>
                    <a:cubicBezTo>
                      <a:pt x="7447" y="1030"/>
                      <a:pt x="7385" y="363"/>
                      <a:pt x="6884" y="91"/>
                    </a:cubicBezTo>
                    <a:cubicBezTo>
                      <a:pt x="6741" y="28"/>
                      <a:pt x="6585" y="0"/>
                      <a:pt x="6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2"/>
              <p:cNvSpPr/>
              <p:nvPr/>
            </p:nvSpPr>
            <p:spPr>
              <a:xfrm>
                <a:off x="8752725" y="3554275"/>
                <a:ext cx="265950" cy="79100"/>
              </a:xfrm>
              <a:custGeom>
                <a:rect b="b" l="l" r="r" t="t"/>
                <a:pathLst>
                  <a:path extrusionOk="0" h="3164" w="10638">
                    <a:moveTo>
                      <a:pt x="3386" y="0"/>
                    </a:moveTo>
                    <a:cubicBezTo>
                      <a:pt x="2711" y="0"/>
                      <a:pt x="2042" y="107"/>
                      <a:pt x="1398" y="300"/>
                    </a:cubicBezTo>
                    <a:cubicBezTo>
                      <a:pt x="960" y="425"/>
                      <a:pt x="584" y="696"/>
                      <a:pt x="313" y="1030"/>
                    </a:cubicBezTo>
                    <a:cubicBezTo>
                      <a:pt x="42" y="1405"/>
                      <a:pt x="0" y="1885"/>
                      <a:pt x="230" y="2281"/>
                    </a:cubicBezTo>
                    <a:cubicBezTo>
                      <a:pt x="459" y="2657"/>
                      <a:pt x="939" y="2803"/>
                      <a:pt x="1377" y="2886"/>
                    </a:cubicBezTo>
                    <a:cubicBezTo>
                      <a:pt x="2305" y="3072"/>
                      <a:pt x="3244" y="3164"/>
                      <a:pt x="4181" y="3164"/>
                    </a:cubicBezTo>
                    <a:cubicBezTo>
                      <a:pt x="5457" y="3164"/>
                      <a:pt x="6730" y="2993"/>
                      <a:pt x="7968" y="2657"/>
                    </a:cubicBezTo>
                    <a:cubicBezTo>
                      <a:pt x="8802" y="2427"/>
                      <a:pt x="9887" y="2302"/>
                      <a:pt x="10638" y="1989"/>
                    </a:cubicBezTo>
                    <a:cubicBezTo>
                      <a:pt x="10200" y="1176"/>
                      <a:pt x="8364" y="821"/>
                      <a:pt x="7530" y="613"/>
                    </a:cubicBezTo>
                    <a:cubicBezTo>
                      <a:pt x="6383" y="279"/>
                      <a:pt x="5173" y="91"/>
                      <a:pt x="3984" y="29"/>
                    </a:cubicBezTo>
                    <a:cubicBezTo>
                      <a:pt x="3785" y="10"/>
                      <a:pt x="3585" y="0"/>
                      <a:pt x="3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2"/>
              <p:cNvSpPr/>
              <p:nvPr/>
            </p:nvSpPr>
            <p:spPr>
              <a:xfrm>
                <a:off x="9186050" y="3145675"/>
                <a:ext cx="234150" cy="145475"/>
              </a:xfrm>
              <a:custGeom>
                <a:rect b="b" l="l" r="r" t="t"/>
                <a:pathLst>
                  <a:path extrusionOk="0" h="5819" w="9366">
                    <a:moveTo>
                      <a:pt x="1535" y="0"/>
                    </a:moveTo>
                    <a:cubicBezTo>
                      <a:pt x="1241" y="0"/>
                      <a:pt x="949" y="60"/>
                      <a:pt x="668" y="187"/>
                    </a:cubicBezTo>
                    <a:cubicBezTo>
                      <a:pt x="250" y="375"/>
                      <a:pt x="0" y="771"/>
                      <a:pt x="0" y="1230"/>
                    </a:cubicBezTo>
                    <a:cubicBezTo>
                      <a:pt x="42" y="1668"/>
                      <a:pt x="396" y="2023"/>
                      <a:pt x="751" y="2294"/>
                    </a:cubicBezTo>
                    <a:cubicBezTo>
                      <a:pt x="2482" y="3691"/>
                      <a:pt x="4505" y="4672"/>
                      <a:pt x="6675" y="5172"/>
                    </a:cubicBezTo>
                    <a:cubicBezTo>
                      <a:pt x="7530" y="5360"/>
                      <a:pt x="8552" y="5756"/>
                      <a:pt x="9365" y="5819"/>
                    </a:cubicBezTo>
                    <a:cubicBezTo>
                      <a:pt x="9344" y="4901"/>
                      <a:pt x="7884" y="3733"/>
                      <a:pt x="7259" y="3149"/>
                    </a:cubicBezTo>
                    <a:cubicBezTo>
                      <a:pt x="6383" y="2336"/>
                      <a:pt x="5423" y="1606"/>
                      <a:pt x="4380" y="1001"/>
                    </a:cubicBezTo>
                    <a:cubicBezTo>
                      <a:pt x="3650" y="521"/>
                      <a:pt x="2837" y="187"/>
                      <a:pt x="1961" y="41"/>
                    </a:cubicBezTo>
                    <a:cubicBezTo>
                      <a:pt x="1819" y="14"/>
                      <a:pt x="1676" y="0"/>
                      <a:pt x="15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2"/>
              <p:cNvSpPr/>
              <p:nvPr/>
            </p:nvSpPr>
            <p:spPr>
              <a:xfrm>
                <a:off x="9047850" y="3459600"/>
                <a:ext cx="200800" cy="206950"/>
              </a:xfrm>
              <a:custGeom>
                <a:rect b="b" l="l" r="r" t="t"/>
                <a:pathLst>
                  <a:path extrusionOk="0" h="8278" w="8032">
                    <a:moveTo>
                      <a:pt x="7024" y="0"/>
                    </a:moveTo>
                    <a:cubicBezTo>
                      <a:pt x="6676" y="0"/>
                      <a:pt x="6296" y="125"/>
                      <a:pt x="5987" y="291"/>
                    </a:cubicBezTo>
                    <a:cubicBezTo>
                      <a:pt x="4527" y="1042"/>
                      <a:pt x="3359" y="2293"/>
                      <a:pt x="2462" y="3690"/>
                    </a:cubicBezTo>
                    <a:cubicBezTo>
                      <a:pt x="2233" y="4024"/>
                      <a:pt x="1" y="7904"/>
                      <a:pt x="752" y="8258"/>
                    </a:cubicBezTo>
                    <a:cubicBezTo>
                      <a:pt x="781" y="8271"/>
                      <a:pt x="815" y="8278"/>
                      <a:pt x="855" y="8278"/>
                    </a:cubicBezTo>
                    <a:cubicBezTo>
                      <a:pt x="1441" y="8278"/>
                      <a:pt x="3115" y="6906"/>
                      <a:pt x="3526" y="6652"/>
                    </a:cubicBezTo>
                    <a:cubicBezTo>
                      <a:pt x="4569" y="6006"/>
                      <a:pt x="5632" y="5338"/>
                      <a:pt x="6488" y="4441"/>
                    </a:cubicBezTo>
                    <a:cubicBezTo>
                      <a:pt x="7343" y="3544"/>
                      <a:pt x="7989" y="2418"/>
                      <a:pt x="8010" y="1188"/>
                    </a:cubicBezTo>
                    <a:cubicBezTo>
                      <a:pt x="8031" y="896"/>
                      <a:pt x="7969" y="604"/>
                      <a:pt x="7802" y="353"/>
                    </a:cubicBezTo>
                    <a:cubicBezTo>
                      <a:pt x="7615" y="98"/>
                      <a:pt x="7332" y="0"/>
                      <a:pt x="7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2"/>
              <p:cNvSpPr/>
              <p:nvPr/>
            </p:nvSpPr>
            <p:spPr>
              <a:xfrm>
                <a:off x="8857000" y="3677150"/>
                <a:ext cx="240950" cy="117350"/>
              </a:xfrm>
              <a:custGeom>
                <a:rect b="b" l="l" r="r" t="t"/>
                <a:pathLst>
                  <a:path extrusionOk="0" h="4694" w="9638">
                    <a:moveTo>
                      <a:pt x="2173" y="0"/>
                    </a:moveTo>
                    <a:cubicBezTo>
                      <a:pt x="1699" y="0"/>
                      <a:pt x="1226" y="96"/>
                      <a:pt x="773" y="286"/>
                    </a:cubicBezTo>
                    <a:cubicBezTo>
                      <a:pt x="376" y="474"/>
                      <a:pt x="1" y="891"/>
                      <a:pt x="168" y="1287"/>
                    </a:cubicBezTo>
                    <a:cubicBezTo>
                      <a:pt x="251" y="1454"/>
                      <a:pt x="376" y="1579"/>
                      <a:pt x="522" y="1663"/>
                    </a:cubicBezTo>
                    <a:cubicBezTo>
                      <a:pt x="1836" y="2685"/>
                      <a:pt x="3317" y="3477"/>
                      <a:pt x="4903" y="3999"/>
                    </a:cubicBezTo>
                    <a:cubicBezTo>
                      <a:pt x="5756" y="4279"/>
                      <a:pt x="7171" y="4693"/>
                      <a:pt x="8347" y="4693"/>
                    </a:cubicBezTo>
                    <a:cubicBezTo>
                      <a:pt x="8838" y="4693"/>
                      <a:pt x="9287" y="4621"/>
                      <a:pt x="9637" y="4437"/>
                    </a:cubicBezTo>
                    <a:cubicBezTo>
                      <a:pt x="9011" y="2935"/>
                      <a:pt x="6884" y="1955"/>
                      <a:pt x="5549" y="1204"/>
                    </a:cubicBezTo>
                    <a:cubicBezTo>
                      <a:pt x="4819" y="766"/>
                      <a:pt x="4047" y="411"/>
                      <a:pt x="3234" y="161"/>
                    </a:cubicBezTo>
                    <a:cubicBezTo>
                      <a:pt x="2885" y="54"/>
                      <a:pt x="2529" y="0"/>
                      <a:pt x="2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2"/>
              <p:cNvSpPr/>
              <p:nvPr/>
            </p:nvSpPr>
            <p:spPr>
              <a:xfrm>
                <a:off x="9113550" y="3656125"/>
                <a:ext cx="215400" cy="197650"/>
              </a:xfrm>
              <a:custGeom>
                <a:rect b="b" l="l" r="r" t="t"/>
                <a:pathLst>
                  <a:path extrusionOk="0" h="7906" w="8616">
                    <a:moveTo>
                      <a:pt x="7299" y="1"/>
                    </a:moveTo>
                    <a:cubicBezTo>
                      <a:pt x="7090" y="1"/>
                      <a:pt x="6873" y="46"/>
                      <a:pt x="6675" y="105"/>
                    </a:cubicBezTo>
                    <a:cubicBezTo>
                      <a:pt x="4882" y="648"/>
                      <a:pt x="3359" y="1941"/>
                      <a:pt x="2254" y="3484"/>
                    </a:cubicBezTo>
                    <a:cubicBezTo>
                      <a:pt x="1357" y="4673"/>
                      <a:pt x="293" y="6404"/>
                      <a:pt x="1" y="7906"/>
                    </a:cubicBezTo>
                    <a:cubicBezTo>
                      <a:pt x="502" y="7551"/>
                      <a:pt x="1044" y="7259"/>
                      <a:pt x="1607" y="7009"/>
                    </a:cubicBezTo>
                    <a:cubicBezTo>
                      <a:pt x="3171" y="6404"/>
                      <a:pt x="4798" y="5987"/>
                      <a:pt x="6175" y="5049"/>
                    </a:cubicBezTo>
                    <a:cubicBezTo>
                      <a:pt x="7551" y="4110"/>
                      <a:pt x="8615" y="2483"/>
                      <a:pt x="8261" y="856"/>
                    </a:cubicBezTo>
                    <a:cubicBezTo>
                      <a:pt x="8219" y="606"/>
                      <a:pt x="8115" y="376"/>
                      <a:pt x="7927" y="210"/>
                    </a:cubicBezTo>
                    <a:cubicBezTo>
                      <a:pt x="7751" y="56"/>
                      <a:pt x="7530" y="1"/>
                      <a:pt x="7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2"/>
              <p:cNvSpPr/>
              <p:nvPr/>
            </p:nvSpPr>
            <p:spPr>
              <a:xfrm>
                <a:off x="9384200" y="3297650"/>
                <a:ext cx="215375" cy="197900"/>
              </a:xfrm>
              <a:custGeom>
                <a:rect b="b" l="l" r="r" t="t"/>
                <a:pathLst>
                  <a:path extrusionOk="0" h="7916" w="8615">
                    <a:moveTo>
                      <a:pt x="7339" y="0"/>
                    </a:moveTo>
                    <a:cubicBezTo>
                      <a:pt x="7118" y="0"/>
                      <a:pt x="6883" y="53"/>
                      <a:pt x="6675" y="115"/>
                    </a:cubicBezTo>
                    <a:cubicBezTo>
                      <a:pt x="4881" y="637"/>
                      <a:pt x="3358" y="1951"/>
                      <a:pt x="2253" y="3473"/>
                    </a:cubicBezTo>
                    <a:cubicBezTo>
                      <a:pt x="1377" y="4704"/>
                      <a:pt x="292" y="6414"/>
                      <a:pt x="0" y="7916"/>
                    </a:cubicBezTo>
                    <a:cubicBezTo>
                      <a:pt x="501" y="7561"/>
                      <a:pt x="1043" y="7248"/>
                      <a:pt x="1627" y="7019"/>
                    </a:cubicBezTo>
                    <a:cubicBezTo>
                      <a:pt x="3170" y="6414"/>
                      <a:pt x="4818" y="5997"/>
                      <a:pt x="6174" y="5058"/>
                    </a:cubicBezTo>
                    <a:cubicBezTo>
                      <a:pt x="7551" y="4120"/>
                      <a:pt x="8614" y="2472"/>
                      <a:pt x="8260" y="845"/>
                    </a:cubicBezTo>
                    <a:cubicBezTo>
                      <a:pt x="8218" y="616"/>
                      <a:pt x="8114" y="386"/>
                      <a:pt x="7926" y="199"/>
                    </a:cubicBezTo>
                    <a:cubicBezTo>
                      <a:pt x="7770" y="53"/>
                      <a:pt x="7561" y="0"/>
                      <a:pt x="7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2"/>
              <p:cNvSpPr/>
              <p:nvPr/>
            </p:nvSpPr>
            <p:spPr>
              <a:xfrm>
                <a:off x="9309625" y="3584200"/>
                <a:ext cx="259700" cy="115775"/>
              </a:xfrm>
              <a:custGeom>
                <a:rect b="b" l="l" r="r" t="t"/>
                <a:pathLst>
                  <a:path extrusionOk="0" h="4631" w="10388">
                    <a:moveTo>
                      <a:pt x="8408" y="0"/>
                    </a:moveTo>
                    <a:cubicBezTo>
                      <a:pt x="6780" y="0"/>
                      <a:pt x="5168" y="568"/>
                      <a:pt x="3776" y="1418"/>
                    </a:cubicBezTo>
                    <a:cubicBezTo>
                      <a:pt x="2462" y="2190"/>
                      <a:pt x="814" y="3358"/>
                      <a:pt x="0" y="4630"/>
                    </a:cubicBezTo>
                    <a:cubicBezTo>
                      <a:pt x="605" y="4505"/>
                      <a:pt x="1210" y="4442"/>
                      <a:pt x="1815" y="4442"/>
                    </a:cubicBezTo>
                    <a:cubicBezTo>
                      <a:pt x="2824" y="4468"/>
                      <a:pt x="3848" y="4572"/>
                      <a:pt x="4865" y="4572"/>
                    </a:cubicBezTo>
                    <a:cubicBezTo>
                      <a:pt x="5508" y="4572"/>
                      <a:pt x="6148" y="4530"/>
                      <a:pt x="6779" y="4401"/>
                    </a:cubicBezTo>
                    <a:cubicBezTo>
                      <a:pt x="8406" y="4067"/>
                      <a:pt x="10012" y="2982"/>
                      <a:pt x="10325" y="1355"/>
                    </a:cubicBezTo>
                    <a:cubicBezTo>
                      <a:pt x="10388" y="1105"/>
                      <a:pt x="10367" y="855"/>
                      <a:pt x="10283" y="625"/>
                    </a:cubicBezTo>
                    <a:cubicBezTo>
                      <a:pt x="10096" y="229"/>
                      <a:pt x="9595" y="83"/>
                      <a:pt x="9157" y="41"/>
                    </a:cubicBezTo>
                    <a:cubicBezTo>
                      <a:pt x="8907" y="14"/>
                      <a:pt x="8657" y="0"/>
                      <a:pt x="8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2"/>
              <p:cNvSpPr/>
              <p:nvPr/>
            </p:nvSpPr>
            <p:spPr>
              <a:xfrm>
                <a:off x="8834075" y="3824050"/>
                <a:ext cx="271175" cy="191900"/>
              </a:xfrm>
              <a:custGeom>
                <a:rect b="b" l="l" r="r" t="t"/>
                <a:pathLst>
                  <a:path extrusionOk="0" h="7676" w="10847">
                    <a:moveTo>
                      <a:pt x="1398" y="0"/>
                    </a:moveTo>
                    <a:cubicBezTo>
                      <a:pt x="1205" y="0"/>
                      <a:pt x="1015" y="28"/>
                      <a:pt x="835" y="84"/>
                    </a:cubicBezTo>
                    <a:cubicBezTo>
                      <a:pt x="209" y="334"/>
                      <a:pt x="0" y="1189"/>
                      <a:pt x="251" y="1794"/>
                    </a:cubicBezTo>
                    <a:cubicBezTo>
                      <a:pt x="501" y="2420"/>
                      <a:pt x="1064" y="2858"/>
                      <a:pt x="1627" y="3233"/>
                    </a:cubicBezTo>
                    <a:cubicBezTo>
                      <a:pt x="2712" y="3942"/>
                      <a:pt x="3880" y="4505"/>
                      <a:pt x="5090" y="4922"/>
                    </a:cubicBezTo>
                    <a:cubicBezTo>
                      <a:pt x="6132" y="5298"/>
                      <a:pt x="7217" y="5548"/>
                      <a:pt x="8239" y="5965"/>
                    </a:cubicBezTo>
                    <a:cubicBezTo>
                      <a:pt x="8760" y="6174"/>
                      <a:pt x="9261" y="6466"/>
                      <a:pt x="9720" y="6779"/>
                    </a:cubicBezTo>
                    <a:cubicBezTo>
                      <a:pt x="10054" y="7050"/>
                      <a:pt x="10450" y="7634"/>
                      <a:pt x="10846" y="7676"/>
                    </a:cubicBezTo>
                    <a:cubicBezTo>
                      <a:pt x="10262" y="3650"/>
                      <a:pt x="5423" y="459"/>
                      <a:pt x="1690" y="21"/>
                    </a:cubicBezTo>
                    <a:cubicBezTo>
                      <a:pt x="1592" y="7"/>
                      <a:pt x="1495"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2"/>
              <p:cNvSpPr/>
              <p:nvPr/>
            </p:nvSpPr>
            <p:spPr>
              <a:xfrm>
                <a:off x="9111625" y="3808000"/>
                <a:ext cx="237650" cy="201450"/>
              </a:xfrm>
              <a:custGeom>
                <a:rect b="b" l="l" r="r" t="t"/>
                <a:pathLst>
                  <a:path extrusionOk="0" h="8058" w="9506">
                    <a:moveTo>
                      <a:pt x="7717" y="1"/>
                    </a:moveTo>
                    <a:cubicBezTo>
                      <a:pt x="6594" y="1"/>
                      <a:pt x="5463" y="446"/>
                      <a:pt x="4562" y="1122"/>
                    </a:cubicBezTo>
                    <a:cubicBezTo>
                      <a:pt x="2748" y="2498"/>
                      <a:pt x="1350" y="4814"/>
                      <a:pt x="537" y="6899"/>
                    </a:cubicBezTo>
                    <a:cubicBezTo>
                      <a:pt x="305" y="7461"/>
                      <a:pt x="1" y="8058"/>
                      <a:pt x="574" y="8058"/>
                    </a:cubicBezTo>
                    <a:cubicBezTo>
                      <a:pt x="619" y="8058"/>
                      <a:pt x="669" y="8054"/>
                      <a:pt x="725" y="8047"/>
                    </a:cubicBezTo>
                    <a:cubicBezTo>
                      <a:pt x="1267" y="7984"/>
                      <a:pt x="2101" y="7296"/>
                      <a:pt x="2623" y="7045"/>
                    </a:cubicBezTo>
                    <a:cubicBezTo>
                      <a:pt x="3290" y="6712"/>
                      <a:pt x="3937" y="6399"/>
                      <a:pt x="4583" y="6023"/>
                    </a:cubicBezTo>
                    <a:cubicBezTo>
                      <a:pt x="6168" y="5126"/>
                      <a:pt x="7587" y="3938"/>
                      <a:pt x="8755" y="2519"/>
                    </a:cubicBezTo>
                    <a:cubicBezTo>
                      <a:pt x="9047" y="2227"/>
                      <a:pt x="9255" y="1873"/>
                      <a:pt x="9380" y="1476"/>
                    </a:cubicBezTo>
                    <a:cubicBezTo>
                      <a:pt x="9506" y="1080"/>
                      <a:pt x="9401" y="642"/>
                      <a:pt x="9130" y="350"/>
                    </a:cubicBezTo>
                    <a:cubicBezTo>
                      <a:pt x="8922" y="183"/>
                      <a:pt x="8671" y="79"/>
                      <a:pt x="8400" y="58"/>
                    </a:cubicBezTo>
                    <a:cubicBezTo>
                      <a:pt x="8174" y="19"/>
                      <a:pt x="7946" y="1"/>
                      <a:pt x="7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2"/>
              <p:cNvSpPr/>
              <p:nvPr/>
            </p:nvSpPr>
            <p:spPr>
              <a:xfrm>
                <a:off x="9167275" y="2953000"/>
                <a:ext cx="261250" cy="1345050"/>
              </a:xfrm>
              <a:custGeom>
                <a:rect b="b" l="l" r="r" t="t"/>
                <a:pathLst>
                  <a:path extrusionOk="0" h="53802" w="10450">
                    <a:moveTo>
                      <a:pt x="4737" y="0"/>
                    </a:moveTo>
                    <a:cubicBezTo>
                      <a:pt x="4498" y="0"/>
                      <a:pt x="4291" y="331"/>
                      <a:pt x="4485" y="573"/>
                    </a:cubicBezTo>
                    <a:cubicBezTo>
                      <a:pt x="9345" y="6288"/>
                      <a:pt x="10450" y="13985"/>
                      <a:pt x="8740" y="21160"/>
                    </a:cubicBezTo>
                    <a:cubicBezTo>
                      <a:pt x="6988" y="28522"/>
                      <a:pt x="2253" y="34780"/>
                      <a:pt x="814" y="42267"/>
                    </a:cubicBezTo>
                    <a:cubicBezTo>
                      <a:pt x="313" y="44979"/>
                      <a:pt x="42" y="47753"/>
                      <a:pt x="21" y="50506"/>
                    </a:cubicBezTo>
                    <a:cubicBezTo>
                      <a:pt x="0" y="51612"/>
                      <a:pt x="21" y="52717"/>
                      <a:pt x="63" y="53802"/>
                    </a:cubicBezTo>
                    <a:cubicBezTo>
                      <a:pt x="209" y="53802"/>
                      <a:pt x="334" y="53781"/>
                      <a:pt x="459" y="53781"/>
                    </a:cubicBezTo>
                    <a:lnTo>
                      <a:pt x="501" y="53781"/>
                    </a:lnTo>
                    <a:cubicBezTo>
                      <a:pt x="543" y="52696"/>
                      <a:pt x="563" y="51612"/>
                      <a:pt x="605" y="50527"/>
                    </a:cubicBezTo>
                    <a:cubicBezTo>
                      <a:pt x="709" y="47815"/>
                      <a:pt x="876" y="45104"/>
                      <a:pt x="1398" y="42413"/>
                    </a:cubicBezTo>
                    <a:cubicBezTo>
                      <a:pt x="2149" y="38450"/>
                      <a:pt x="3817" y="34800"/>
                      <a:pt x="5528" y="31150"/>
                    </a:cubicBezTo>
                    <a:cubicBezTo>
                      <a:pt x="7154" y="27688"/>
                      <a:pt x="8760" y="24184"/>
                      <a:pt x="9532" y="20409"/>
                    </a:cubicBezTo>
                    <a:cubicBezTo>
                      <a:pt x="10262" y="17009"/>
                      <a:pt x="10346" y="13505"/>
                      <a:pt x="9762" y="10063"/>
                    </a:cubicBezTo>
                    <a:cubicBezTo>
                      <a:pt x="9115" y="6434"/>
                      <a:pt x="7592" y="2742"/>
                      <a:pt x="4944" y="94"/>
                    </a:cubicBezTo>
                    <a:cubicBezTo>
                      <a:pt x="4878" y="28"/>
                      <a:pt x="4806" y="0"/>
                      <a:pt x="4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2"/>
              <p:cNvSpPr/>
              <p:nvPr/>
            </p:nvSpPr>
            <p:spPr>
              <a:xfrm>
                <a:off x="8428900" y="3567825"/>
                <a:ext cx="175750" cy="105025"/>
              </a:xfrm>
              <a:custGeom>
                <a:rect b="b" l="l" r="r" t="t"/>
                <a:pathLst>
                  <a:path extrusionOk="0" h="4201" w="7030">
                    <a:moveTo>
                      <a:pt x="1519" y="0"/>
                    </a:moveTo>
                    <a:cubicBezTo>
                      <a:pt x="1112" y="0"/>
                      <a:pt x="706" y="93"/>
                      <a:pt x="335" y="279"/>
                    </a:cubicBezTo>
                    <a:cubicBezTo>
                      <a:pt x="209" y="321"/>
                      <a:pt x="105" y="425"/>
                      <a:pt x="63" y="530"/>
                    </a:cubicBezTo>
                    <a:cubicBezTo>
                      <a:pt x="22" y="634"/>
                      <a:pt x="1" y="738"/>
                      <a:pt x="43" y="842"/>
                    </a:cubicBezTo>
                    <a:cubicBezTo>
                      <a:pt x="168" y="1739"/>
                      <a:pt x="898" y="2469"/>
                      <a:pt x="1732" y="2845"/>
                    </a:cubicBezTo>
                    <a:cubicBezTo>
                      <a:pt x="2566" y="3220"/>
                      <a:pt x="3505" y="3324"/>
                      <a:pt x="4402" y="3450"/>
                    </a:cubicBezTo>
                    <a:cubicBezTo>
                      <a:pt x="4777" y="3491"/>
                      <a:pt x="5174" y="3554"/>
                      <a:pt x="5549" y="3637"/>
                    </a:cubicBezTo>
                    <a:cubicBezTo>
                      <a:pt x="6070" y="3721"/>
                      <a:pt x="6571" y="3929"/>
                      <a:pt x="7030" y="4200"/>
                    </a:cubicBezTo>
                    <a:cubicBezTo>
                      <a:pt x="6404" y="2782"/>
                      <a:pt x="5340" y="1593"/>
                      <a:pt x="3985" y="842"/>
                    </a:cubicBezTo>
                    <a:cubicBezTo>
                      <a:pt x="3442" y="488"/>
                      <a:pt x="2837" y="238"/>
                      <a:pt x="2212" y="92"/>
                    </a:cubicBezTo>
                    <a:cubicBezTo>
                      <a:pt x="1984" y="31"/>
                      <a:pt x="1751"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2"/>
              <p:cNvSpPr/>
              <p:nvPr/>
            </p:nvSpPr>
            <p:spPr>
              <a:xfrm>
                <a:off x="8689625" y="3814550"/>
                <a:ext cx="92325" cy="102850"/>
              </a:xfrm>
              <a:custGeom>
                <a:rect b="b" l="l" r="r" t="t"/>
                <a:pathLst>
                  <a:path extrusionOk="0" h="4114" w="3693">
                    <a:moveTo>
                      <a:pt x="2918" y="0"/>
                    </a:moveTo>
                    <a:cubicBezTo>
                      <a:pt x="2891" y="0"/>
                      <a:pt x="2864" y="2"/>
                      <a:pt x="2837" y="5"/>
                    </a:cubicBezTo>
                    <a:cubicBezTo>
                      <a:pt x="2462" y="67"/>
                      <a:pt x="2107" y="276"/>
                      <a:pt x="1857" y="589"/>
                    </a:cubicBezTo>
                    <a:cubicBezTo>
                      <a:pt x="981" y="1590"/>
                      <a:pt x="772" y="3029"/>
                      <a:pt x="1" y="4114"/>
                    </a:cubicBezTo>
                    <a:cubicBezTo>
                      <a:pt x="1523" y="3822"/>
                      <a:pt x="2691" y="2528"/>
                      <a:pt x="3463" y="1277"/>
                    </a:cubicBezTo>
                    <a:cubicBezTo>
                      <a:pt x="3609" y="1089"/>
                      <a:pt x="3672" y="860"/>
                      <a:pt x="3692" y="630"/>
                    </a:cubicBezTo>
                    <a:cubicBezTo>
                      <a:pt x="3615" y="261"/>
                      <a:pt x="3283" y="0"/>
                      <a:pt x="29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2"/>
              <p:cNvSpPr/>
              <p:nvPr/>
            </p:nvSpPr>
            <p:spPr>
              <a:xfrm>
                <a:off x="8602550" y="3571375"/>
                <a:ext cx="118900" cy="110850"/>
              </a:xfrm>
              <a:custGeom>
                <a:rect b="b" l="l" r="r" t="t"/>
                <a:pathLst>
                  <a:path extrusionOk="0" h="4434" w="4756">
                    <a:moveTo>
                      <a:pt x="4084" y="0"/>
                    </a:moveTo>
                    <a:cubicBezTo>
                      <a:pt x="3864" y="0"/>
                      <a:pt x="3624" y="77"/>
                      <a:pt x="3421" y="179"/>
                    </a:cubicBezTo>
                    <a:cubicBezTo>
                      <a:pt x="2587" y="596"/>
                      <a:pt x="1919" y="1305"/>
                      <a:pt x="1294" y="1994"/>
                    </a:cubicBezTo>
                    <a:cubicBezTo>
                      <a:pt x="960" y="2306"/>
                      <a:pt x="710" y="2703"/>
                      <a:pt x="543" y="3120"/>
                    </a:cubicBezTo>
                    <a:cubicBezTo>
                      <a:pt x="397" y="3579"/>
                      <a:pt x="209" y="4017"/>
                      <a:pt x="0" y="4434"/>
                    </a:cubicBezTo>
                    <a:cubicBezTo>
                      <a:pt x="1335" y="3746"/>
                      <a:pt x="2608" y="2911"/>
                      <a:pt x="3776" y="1973"/>
                    </a:cubicBezTo>
                    <a:cubicBezTo>
                      <a:pt x="4151" y="1681"/>
                      <a:pt x="4527" y="1368"/>
                      <a:pt x="4673" y="930"/>
                    </a:cubicBezTo>
                    <a:cubicBezTo>
                      <a:pt x="4756" y="680"/>
                      <a:pt x="4714" y="408"/>
                      <a:pt x="4568" y="200"/>
                    </a:cubicBezTo>
                    <a:cubicBezTo>
                      <a:pt x="4444" y="56"/>
                      <a:pt x="4271" y="0"/>
                      <a:pt x="4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2"/>
              <p:cNvSpPr/>
              <p:nvPr/>
            </p:nvSpPr>
            <p:spPr>
              <a:xfrm>
                <a:off x="8472700" y="3726950"/>
                <a:ext cx="161675" cy="98675"/>
              </a:xfrm>
              <a:custGeom>
                <a:rect b="b" l="l" r="r" t="t"/>
                <a:pathLst>
                  <a:path extrusionOk="0" h="3947" w="6467">
                    <a:moveTo>
                      <a:pt x="1581" y="1"/>
                    </a:moveTo>
                    <a:cubicBezTo>
                      <a:pt x="1215" y="1"/>
                      <a:pt x="848" y="65"/>
                      <a:pt x="501" y="192"/>
                    </a:cubicBezTo>
                    <a:cubicBezTo>
                      <a:pt x="397" y="234"/>
                      <a:pt x="293" y="317"/>
                      <a:pt x="209" y="401"/>
                    </a:cubicBezTo>
                    <a:cubicBezTo>
                      <a:pt x="1" y="672"/>
                      <a:pt x="147" y="1068"/>
                      <a:pt x="335" y="1339"/>
                    </a:cubicBezTo>
                    <a:cubicBezTo>
                      <a:pt x="1085" y="2445"/>
                      <a:pt x="2399" y="3071"/>
                      <a:pt x="3734" y="3300"/>
                    </a:cubicBezTo>
                    <a:cubicBezTo>
                      <a:pt x="4652" y="3446"/>
                      <a:pt x="5674" y="3425"/>
                      <a:pt x="6467" y="3947"/>
                    </a:cubicBezTo>
                    <a:cubicBezTo>
                      <a:pt x="6029" y="3196"/>
                      <a:pt x="5507" y="2487"/>
                      <a:pt x="4882" y="1861"/>
                    </a:cubicBezTo>
                    <a:cubicBezTo>
                      <a:pt x="4339" y="1235"/>
                      <a:pt x="3672" y="693"/>
                      <a:pt x="2942" y="317"/>
                    </a:cubicBezTo>
                    <a:cubicBezTo>
                      <a:pt x="2519" y="106"/>
                      <a:pt x="205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2"/>
              <p:cNvSpPr/>
              <p:nvPr/>
            </p:nvSpPr>
            <p:spPr>
              <a:xfrm>
                <a:off x="8622875" y="3683775"/>
                <a:ext cx="105875" cy="133000"/>
              </a:xfrm>
              <a:custGeom>
                <a:rect b="b" l="l" r="r" t="t"/>
                <a:pathLst>
                  <a:path extrusionOk="0" h="5320" w="4235">
                    <a:moveTo>
                      <a:pt x="3547" y="0"/>
                    </a:moveTo>
                    <a:cubicBezTo>
                      <a:pt x="3276" y="0"/>
                      <a:pt x="3004" y="105"/>
                      <a:pt x="2796" y="272"/>
                    </a:cubicBezTo>
                    <a:cubicBezTo>
                      <a:pt x="2358" y="564"/>
                      <a:pt x="2003" y="960"/>
                      <a:pt x="1711" y="1398"/>
                    </a:cubicBezTo>
                    <a:cubicBezTo>
                      <a:pt x="1315" y="2003"/>
                      <a:pt x="960" y="2649"/>
                      <a:pt x="689" y="3317"/>
                    </a:cubicBezTo>
                    <a:cubicBezTo>
                      <a:pt x="501" y="3817"/>
                      <a:pt x="1" y="4819"/>
                      <a:pt x="230" y="5319"/>
                    </a:cubicBezTo>
                    <a:cubicBezTo>
                      <a:pt x="668" y="5090"/>
                      <a:pt x="1127" y="4610"/>
                      <a:pt x="1544" y="4276"/>
                    </a:cubicBezTo>
                    <a:cubicBezTo>
                      <a:pt x="2587" y="3463"/>
                      <a:pt x="3463" y="2399"/>
                      <a:pt x="4047" y="1189"/>
                    </a:cubicBezTo>
                    <a:cubicBezTo>
                      <a:pt x="4193" y="960"/>
                      <a:pt x="4235" y="668"/>
                      <a:pt x="4172" y="418"/>
                    </a:cubicBezTo>
                    <a:cubicBezTo>
                      <a:pt x="4068" y="167"/>
                      <a:pt x="3818" y="0"/>
                      <a:pt x="3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2"/>
              <p:cNvSpPr/>
              <p:nvPr/>
            </p:nvSpPr>
            <p:spPr>
              <a:xfrm>
                <a:off x="8541025" y="3854825"/>
                <a:ext cx="159575" cy="66875"/>
              </a:xfrm>
              <a:custGeom>
                <a:rect b="b" l="l" r="r" t="t"/>
                <a:pathLst>
                  <a:path extrusionOk="0" h="2675" w="6383">
                    <a:moveTo>
                      <a:pt x="1349" y="1"/>
                    </a:moveTo>
                    <a:cubicBezTo>
                      <a:pt x="1136" y="1"/>
                      <a:pt x="923" y="14"/>
                      <a:pt x="709" y="41"/>
                    </a:cubicBezTo>
                    <a:cubicBezTo>
                      <a:pt x="438" y="41"/>
                      <a:pt x="188" y="187"/>
                      <a:pt x="42" y="417"/>
                    </a:cubicBezTo>
                    <a:cubicBezTo>
                      <a:pt x="0" y="542"/>
                      <a:pt x="0" y="709"/>
                      <a:pt x="42" y="855"/>
                    </a:cubicBezTo>
                    <a:cubicBezTo>
                      <a:pt x="271" y="1835"/>
                      <a:pt x="1273" y="2461"/>
                      <a:pt x="2274" y="2607"/>
                    </a:cubicBezTo>
                    <a:cubicBezTo>
                      <a:pt x="2562" y="2656"/>
                      <a:pt x="2853" y="2674"/>
                      <a:pt x="3146" y="2674"/>
                    </a:cubicBezTo>
                    <a:cubicBezTo>
                      <a:pt x="3851" y="2674"/>
                      <a:pt x="4564" y="2568"/>
                      <a:pt x="5256" y="2523"/>
                    </a:cubicBezTo>
                    <a:cubicBezTo>
                      <a:pt x="5350" y="2518"/>
                      <a:pt x="5444" y="2516"/>
                      <a:pt x="5538" y="2516"/>
                    </a:cubicBezTo>
                    <a:cubicBezTo>
                      <a:pt x="5820" y="2516"/>
                      <a:pt x="6101" y="2539"/>
                      <a:pt x="6383" y="2586"/>
                    </a:cubicBezTo>
                    <a:cubicBezTo>
                      <a:pt x="5840" y="1835"/>
                      <a:pt x="4818" y="1189"/>
                      <a:pt x="4005" y="751"/>
                    </a:cubicBezTo>
                    <a:cubicBezTo>
                      <a:pt x="3190" y="258"/>
                      <a:pt x="2278"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2"/>
              <p:cNvSpPr/>
              <p:nvPr/>
            </p:nvSpPr>
            <p:spPr>
              <a:xfrm>
                <a:off x="8627575" y="3991325"/>
                <a:ext cx="166375" cy="63925"/>
              </a:xfrm>
              <a:custGeom>
                <a:rect b="b" l="l" r="r" t="t"/>
                <a:pathLst>
                  <a:path extrusionOk="0" h="2557" w="6655">
                    <a:moveTo>
                      <a:pt x="3066" y="1"/>
                    </a:moveTo>
                    <a:cubicBezTo>
                      <a:pt x="2155" y="1"/>
                      <a:pt x="1255" y="225"/>
                      <a:pt x="459" y="672"/>
                    </a:cubicBezTo>
                    <a:cubicBezTo>
                      <a:pt x="230" y="797"/>
                      <a:pt x="42" y="1026"/>
                      <a:pt x="1" y="1277"/>
                    </a:cubicBezTo>
                    <a:cubicBezTo>
                      <a:pt x="1" y="1444"/>
                      <a:pt x="63" y="1569"/>
                      <a:pt x="167" y="1694"/>
                    </a:cubicBezTo>
                    <a:cubicBezTo>
                      <a:pt x="601" y="2297"/>
                      <a:pt x="1355" y="2556"/>
                      <a:pt x="2116" y="2556"/>
                    </a:cubicBezTo>
                    <a:cubicBezTo>
                      <a:pt x="2381" y="2556"/>
                      <a:pt x="2647" y="2525"/>
                      <a:pt x="2900" y="2466"/>
                    </a:cubicBezTo>
                    <a:cubicBezTo>
                      <a:pt x="3859" y="2215"/>
                      <a:pt x="4714" y="1652"/>
                      <a:pt x="5611" y="1193"/>
                    </a:cubicBezTo>
                    <a:cubicBezTo>
                      <a:pt x="5945" y="1047"/>
                      <a:pt x="6300" y="922"/>
                      <a:pt x="6654" y="839"/>
                    </a:cubicBezTo>
                    <a:cubicBezTo>
                      <a:pt x="5882" y="359"/>
                      <a:pt x="4673" y="150"/>
                      <a:pt x="3776" y="46"/>
                    </a:cubicBezTo>
                    <a:cubicBezTo>
                      <a:pt x="3540" y="16"/>
                      <a:pt x="3303" y="1"/>
                      <a:pt x="3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2"/>
              <p:cNvSpPr/>
              <p:nvPr/>
            </p:nvSpPr>
            <p:spPr>
              <a:xfrm>
                <a:off x="8566050" y="3596425"/>
                <a:ext cx="456275" cy="701100"/>
              </a:xfrm>
              <a:custGeom>
                <a:rect b="b" l="l" r="r" t="t"/>
                <a:pathLst>
                  <a:path extrusionOk="0" h="28044" w="18251">
                    <a:moveTo>
                      <a:pt x="2065" y="0"/>
                    </a:moveTo>
                    <a:cubicBezTo>
                      <a:pt x="1977" y="0"/>
                      <a:pt x="1890" y="48"/>
                      <a:pt x="1857" y="157"/>
                    </a:cubicBezTo>
                    <a:cubicBezTo>
                      <a:pt x="0" y="5413"/>
                      <a:pt x="2941" y="11212"/>
                      <a:pt x="6675" y="14820"/>
                    </a:cubicBezTo>
                    <a:cubicBezTo>
                      <a:pt x="8802" y="16885"/>
                      <a:pt x="11264" y="18554"/>
                      <a:pt x="13287" y="20744"/>
                    </a:cubicBezTo>
                    <a:cubicBezTo>
                      <a:pt x="14434" y="21995"/>
                      <a:pt x="15414" y="23413"/>
                      <a:pt x="16228" y="24915"/>
                    </a:cubicBezTo>
                    <a:cubicBezTo>
                      <a:pt x="16812" y="25937"/>
                      <a:pt x="17333" y="27001"/>
                      <a:pt x="17896" y="28044"/>
                    </a:cubicBezTo>
                    <a:lnTo>
                      <a:pt x="18251" y="28044"/>
                    </a:lnTo>
                    <a:cubicBezTo>
                      <a:pt x="17792" y="26959"/>
                      <a:pt x="17271" y="25916"/>
                      <a:pt x="16687" y="24873"/>
                    </a:cubicBezTo>
                    <a:cubicBezTo>
                      <a:pt x="16082" y="23747"/>
                      <a:pt x="15372" y="22683"/>
                      <a:pt x="14601" y="21661"/>
                    </a:cubicBezTo>
                    <a:cubicBezTo>
                      <a:pt x="12932" y="19513"/>
                      <a:pt x="10784" y="17865"/>
                      <a:pt x="8719" y="16134"/>
                    </a:cubicBezTo>
                    <a:cubicBezTo>
                      <a:pt x="4047" y="12129"/>
                      <a:pt x="626" y="6623"/>
                      <a:pt x="2274" y="282"/>
                    </a:cubicBezTo>
                    <a:cubicBezTo>
                      <a:pt x="2324" y="108"/>
                      <a:pt x="2194" y="0"/>
                      <a:pt x="2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2"/>
              <p:cNvSpPr/>
              <p:nvPr/>
            </p:nvSpPr>
            <p:spPr>
              <a:xfrm>
                <a:off x="8799125" y="2433975"/>
                <a:ext cx="322275" cy="1865125"/>
              </a:xfrm>
              <a:custGeom>
                <a:rect b="b" l="l" r="r" t="t"/>
                <a:pathLst>
                  <a:path extrusionOk="0" h="74605" w="12891">
                    <a:moveTo>
                      <a:pt x="816" y="1"/>
                    </a:moveTo>
                    <a:cubicBezTo>
                      <a:pt x="751" y="1"/>
                      <a:pt x="687" y="39"/>
                      <a:pt x="668" y="122"/>
                    </a:cubicBezTo>
                    <a:cubicBezTo>
                      <a:pt x="105" y="2458"/>
                      <a:pt x="126" y="4982"/>
                      <a:pt x="63" y="7401"/>
                    </a:cubicBezTo>
                    <a:cubicBezTo>
                      <a:pt x="1" y="9821"/>
                      <a:pt x="22" y="12240"/>
                      <a:pt x="188" y="14660"/>
                    </a:cubicBezTo>
                    <a:cubicBezTo>
                      <a:pt x="522" y="19520"/>
                      <a:pt x="1273" y="24338"/>
                      <a:pt x="2441" y="29072"/>
                    </a:cubicBezTo>
                    <a:cubicBezTo>
                      <a:pt x="3609" y="33890"/>
                      <a:pt x="5215" y="38583"/>
                      <a:pt x="7238" y="43089"/>
                    </a:cubicBezTo>
                    <a:cubicBezTo>
                      <a:pt x="8302" y="45508"/>
                      <a:pt x="9533" y="47844"/>
                      <a:pt x="10450" y="50326"/>
                    </a:cubicBezTo>
                    <a:cubicBezTo>
                      <a:pt x="11368" y="52829"/>
                      <a:pt x="11910" y="55457"/>
                      <a:pt x="12077" y="58127"/>
                    </a:cubicBezTo>
                    <a:cubicBezTo>
                      <a:pt x="12349" y="62486"/>
                      <a:pt x="11952" y="66887"/>
                      <a:pt x="11514" y="71246"/>
                    </a:cubicBezTo>
                    <a:cubicBezTo>
                      <a:pt x="11410" y="72373"/>
                      <a:pt x="11306" y="73478"/>
                      <a:pt x="11201" y="74604"/>
                    </a:cubicBezTo>
                    <a:lnTo>
                      <a:pt x="11785" y="74604"/>
                    </a:lnTo>
                    <a:cubicBezTo>
                      <a:pt x="11910" y="73478"/>
                      <a:pt x="12036" y="72352"/>
                      <a:pt x="12161" y="71225"/>
                    </a:cubicBezTo>
                    <a:cubicBezTo>
                      <a:pt x="12536" y="67575"/>
                      <a:pt x="12891" y="63884"/>
                      <a:pt x="12828" y="60213"/>
                    </a:cubicBezTo>
                    <a:cubicBezTo>
                      <a:pt x="12766" y="55228"/>
                      <a:pt x="11556" y="50764"/>
                      <a:pt x="9470" y="46259"/>
                    </a:cubicBezTo>
                    <a:cubicBezTo>
                      <a:pt x="5132" y="36894"/>
                      <a:pt x="2066" y="27237"/>
                      <a:pt x="1085" y="16912"/>
                    </a:cubicBezTo>
                    <a:cubicBezTo>
                      <a:pt x="814" y="14222"/>
                      <a:pt x="668" y="11490"/>
                      <a:pt x="668" y="8778"/>
                    </a:cubicBezTo>
                    <a:cubicBezTo>
                      <a:pt x="668" y="5900"/>
                      <a:pt x="1065" y="3042"/>
                      <a:pt x="981" y="164"/>
                    </a:cubicBezTo>
                    <a:cubicBezTo>
                      <a:pt x="981" y="60"/>
                      <a:pt x="898"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2"/>
              <p:cNvSpPr/>
              <p:nvPr/>
            </p:nvSpPr>
            <p:spPr>
              <a:xfrm>
                <a:off x="8745425" y="2272600"/>
                <a:ext cx="121000" cy="407950"/>
              </a:xfrm>
              <a:custGeom>
                <a:rect b="b" l="l" r="r" t="t"/>
                <a:pathLst>
                  <a:path extrusionOk="0" h="16318" w="4840">
                    <a:moveTo>
                      <a:pt x="2636" y="0"/>
                    </a:moveTo>
                    <a:cubicBezTo>
                      <a:pt x="1929" y="0"/>
                      <a:pt x="1246" y="817"/>
                      <a:pt x="939" y="1551"/>
                    </a:cubicBezTo>
                    <a:cubicBezTo>
                      <a:pt x="105" y="3657"/>
                      <a:pt x="0" y="5951"/>
                      <a:pt x="292" y="8183"/>
                    </a:cubicBezTo>
                    <a:cubicBezTo>
                      <a:pt x="564" y="10248"/>
                      <a:pt x="1002" y="12897"/>
                      <a:pt x="1898" y="14774"/>
                    </a:cubicBezTo>
                    <a:cubicBezTo>
                      <a:pt x="2149" y="15296"/>
                      <a:pt x="2378" y="15838"/>
                      <a:pt x="2670" y="16318"/>
                    </a:cubicBezTo>
                    <a:cubicBezTo>
                      <a:pt x="3150" y="15421"/>
                      <a:pt x="3317" y="14274"/>
                      <a:pt x="3588" y="13293"/>
                    </a:cubicBezTo>
                    <a:cubicBezTo>
                      <a:pt x="3963" y="11938"/>
                      <a:pt x="4255" y="10582"/>
                      <a:pt x="4464" y="9184"/>
                    </a:cubicBezTo>
                    <a:cubicBezTo>
                      <a:pt x="4839" y="6473"/>
                      <a:pt x="4756" y="3657"/>
                      <a:pt x="3776" y="1092"/>
                    </a:cubicBezTo>
                    <a:cubicBezTo>
                      <a:pt x="3671" y="695"/>
                      <a:pt x="3421" y="362"/>
                      <a:pt x="3108" y="132"/>
                    </a:cubicBezTo>
                    <a:cubicBezTo>
                      <a:pt x="2952" y="41"/>
                      <a:pt x="2794" y="0"/>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2"/>
              <p:cNvSpPr/>
              <p:nvPr/>
            </p:nvSpPr>
            <p:spPr>
              <a:xfrm>
                <a:off x="9113550" y="2722675"/>
                <a:ext cx="188800" cy="262925"/>
              </a:xfrm>
              <a:custGeom>
                <a:rect b="b" l="l" r="r" t="t"/>
                <a:pathLst>
                  <a:path extrusionOk="0" h="10517" w="7552">
                    <a:moveTo>
                      <a:pt x="1351" y="1"/>
                    </a:moveTo>
                    <a:cubicBezTo>
                      <a:pt x="1318" y="1"/>
                      <a:pt x="1285" y="2"/>
                      <a:pt x="1252" y="4"/>
                    </a:cubicBezTo>
                    <a:cubicBezTo>
                      <a:pt x="335" y="150"/>
                      <a:pt x="1" y="1276"/>
                      <a:pt x="84" y="2048"/>
                    </a:cubicBezTo>
                    <a:cubicBezTo>
                      <a:pt x="272" y="3821"/>
                      <a:pt x="1127" y="5323"/>
                      <a:pt x="2254" y="6595"/>
                    </a:cubicBezTo>
                    <a:cubicBezTo>
                      <a:pt x="3338" y="7784"/>
                      <a:pt x="4777" y="9223"/>
                      <a:pt x="6279" y="9953"/>
                    </a:cubicBezTo>
                    <a:cubicBezTo>
                      <a:pt x="6696" y="10141"/>
                      <a:pt x="7093" y="10370"/>
                      <a:pt x="7531" y="10516"/>
                    </a:cubicBezTo>
                    <a:cubicBezTo>
                      <a:pt x="7551" y="9682"/>
                      <a:pt x="7218" y="8889"/>
                      <a:pt x="7030" y="8118"/>
                    </a:cubicBezTo>
                    <a:cubicBezTo>
                      <a:pt x="6801" y="7075"/>
                      <a:pt x="6467" y="6053"/>
                      <a:pt x="6071" y="5052"/>
                    </a:cubicBezTo>
                    <a:cubicBezTo>
                      <a:pt x="5257" y="3133"/>
                      <a:pt x="4026" y="1402"/>
                      <a:pt x="2170" y="275"/>
                    </a:cubicBezTo>
                    <a:cubicBezTo>
                      <a:pt x="1926" y="87"/>
                      <a:pt x="1648"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2"/>
              <p:cNvSpPr/>
              <p:nvPr/>
            </p:nvSpPr>
            <p:spPr>
              <a:xfrm>
                <a:off x="8597850" y="3434275"/>
                <a:ext cx="73025" cy="184875"/>
              </a:xfrm>
              <a:custGeom>
                <a:rect b="b" l="l" r="r" t="t"/>
                <a:pathLst>
                  <a:path extrusionOk="0" h="7395" w="2921">
                    <a:moveTo>
                      <a:pt x="1636" y="0"/>
                    </a:moveTo>
                    <a:cubicBezTo>
                      <a:pt x="1572" y="0"/>
                      <a:pt x="1506" y="10"/>
                      <a:pt x="1440" y="31"/>
                    </a:cubicBezTo>
                    <a:cubicBezTo>
                      <a:pt x="1252" y="94"/>
                      <a:pt x="1085" y="240"/>
                      <a:pt x="981" y="407"/>
                    </a:cubicBezTo>
                    <a:cubicBezTo>
                      <a:pt x="314" y="1491"/>
                      <a:pt x="1" y="2764"/>
                      <a:pt x="84" y="4036"/>
                    </a:cubicBezTo>
                    <a:cubicBezTo>
                      <a:pt x="126" y="4683"/>
                      <a:pt x="209" y="5329"/>
                      <a:pt x="355" y="5955"/>
                    </a:cubicBezTo>
                    <a:cubicBezTo>
                      <a:pt x="439" y="6414"/>
                      <a:pt x="460" y="6956"/>
                      <a:pt x="689" y="7394"/>
                    </a:cubicBezTo>
                    <a:cubicBezTo>
                      <a:pt x="877" y="7206"/>
                      <a:pt x="1064" y="6977"/>
                      <a:pt x="1231" y="6768"/>
                    </a:cubicBezTo>
                    <a:cubicBezTo>
                      <a:pt x="1878" y="5976"/>
                      <a:pt x="2295" y="4808"/>
                      <a:pt x="2566" y="3890"/>
                    </a:cubicBezTo>
                    <a:cubicBezTo>
                      <a:pt x="2900" y="2910"/>
                      <a:pt x="2921" y="1846"/>
                      <a:pt x="2608" y="845"/>
                    </a:cubicBezTo>
                    <a:cubicBezTo>
                      <a:pt x="2462" y="462"/>
                      <a:pt x="207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46" name="Google Shape;3846;p52"/>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_1_1_1_1_1_1_1_1_1">
    <p:spTree>
      <p:nvGrpSpPr>
        <p:cNvPr id="3847" name="Shape 3847"/>
        <p:cNvGrpSpPr/>
        <p:nvPr/>
      </p:nvGrpSpPr>
      <p:grpSpPr>
        <a:xfrm>
          <a:off x="0" y="0"/>
          <a:ext cx="0" cy="0"/>
          <a:chOff x="0" y="0"/>
          <a:chExt cx="0" cy="0"/>
        </a:xfrm>
      </p:grpSpPr>
      <p:sp>
        <p:nvSpPr>
          <p:cNvPr id="3848" name="Google Shape;3848;p53"/>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3"/>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3"/>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851" name="Google Shape;3851;p53"/>
          <p:cNvGrpSpPr/>
          <p:nvPr/>
        </p:nvGrpSpPr>
        <p:grpSpPr>
          <a:xfrm>
            <a:off x="2936544" y="-329546"/>
            <a:ext cx="2934233" cy="708308"/>
            <a:chOff x="2375925" y="3297600"/>
            <a:chExt cx="735950" cy="177650"/>
          </a:xfrm>
        </p:grpSpPr>
        <p:sp>
          <p:nvSpPr>
            <p:cNvPr id="3852" name="Google Shape;3852;p53"/>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3"/>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3"/>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3"/>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3"/>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3"/>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8" name="Google Shape;3858;p5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_1_1_1_1_1_1_1_1_1_1">
    <p:spTree>
      <p:nvGrpSpPr>
        <p:cNvPr id="3859" name="Shape 3859"/>
        <p:cNvGrpSpPr/>
        <p:nvPr/>
      </p:nvGrpSpPr>
      <p:grpSpPr>
        <a:xfrm>
          <a:off x="0" y="0"/>
          <a:ext cx="0" cy="0"/>
          <a:chOff x="0" y="0"/>
          <a:chExt cx="0" cy="0"/>
        </a:xfrm>
      </p:grpSpPr>
      <p:sp>
        <p:nvSpPr>
          <p:cNvPr id="3860" name="Google Shape;3860;p54"/>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863" name="Google Shape;3863;p54"/>
          <p:cNvGrpSpPr/>
          <p:nvPr/>
        </p:nvGrpSpPr>
        <p:grpSpPr>
          <a:xfrm>
            <a:off x="2936544" y="-329546"/>
            <a:ext cx="2934233" cy="708308"/>
            <a:chOff x="2375925" y="3297600"/>
            <a:chExt cx="735950" cy="177650"/>
          </a:xfrm>
        </p:grpSpPr>
        <p:sp>
          <p:nvSpPr>
            <p:cNvPr id="3864" name="Google Shape;3864;p54"/>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0" name="Google Shape;3870;p5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871" name="Google Shape;3871;p54"/>
          <p:cNvGrpSpPr/>
          <p:nvPr/>
        </p:nvGrpSpPr>
        <p:grpSpPr>
          <a:xfrm>
            <a:off x="-462611" y="2781317"/>
            <a:ext cx="1030215" cy="2137882"/>
            <a:chOff x="237400" y="852100"/>
            <a:chExt cx="1760750" cy="3653250"/>
          </a:xfrm>
        </p:grpSpPr>
        <p:sp>
          <p:nvSpPr>
            <p:cNvPr id="3872" name="Google Shape;3872;p54"/>
            <p:cNvSpPr/>
            <p:nvPr/>
          </p:nvSpPr>
          <p:spPr>
            <a:xfrm>
              <a:off x="639250" y="4239075"/>
              <a:ext cx="953525" cy="266275"/>
            </a:xfrm>
            <a:custGeom>
              <a:rect b="b" l="l" r="r" t="t"/>
              <a:pathLst>
                <a:path extrusionOk="0" h="10651" w="38141">
                  <a:moveTo>
                    <a:pt x="19056" y="1"/>
                  </a:moveTo>
                  <a:cubicBezTo>
                    <a:pt x="8548" y="1"/>
                    <a:pt x="0" y="2386"/>
                    <a:pt x="0" y="5311"/>
                  </a:cubicBezTo>
                  <a:cubicBezTo>
                    <a:pt x="0" y="8265"/>
                    <a:pt x="8548" y="10650"/>
                    <a:pt x="19056" y="10650"/>
                  </a:cubicBezTo>
                  <a:cubicBezTo>
                    <a:pt x="29592" y="10650"/>
                    <a:pt x="38140" y="8265"/>
                    <a:pt x="38140" y="5311"/>
                  </a:cubicBezTo>
                  <a:cubicBezTo>
                    <a:pt x="38140" y="2386"/>
                    <a:pt x="29592" y="1"/>
                    <a:pt x="19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508600" y="2269475"/>
              <a:ext cx="629075" cy="817375"/>
            </a:xfrm>
            <a:custGeom>
              <a:rect b="b" l="l" r="r" t="t"/>
              <a:pathLst>
                <a:path extrusionOk="0" h="32695" w="25163">
                  <a:moveTo>
                    <a:pt x="8656" y="1"/>
                  </a:moveTo>
                  <a:cubicBezTo>
                    <a:pt x="7764" y="1"/>
                    <a:pt x="6875" y="187"/>
                    <a:pt x="6078" y="574"/>
                  </a:cubicBezTo>
                  <a:cubicBezTo>
                    <a:pt x="4658" y="1227"/>
                    <a:pt x="3409" y="2250"/>
                    <a:pt x="2500" y="3499"/>
                  </a:cubicBezTo>
                  <a:cubicBezTo>
                    <a:pt x="1620" y="4720"/>
                    <a:pt x="938" y="6055"/>
                    <a:pt x="484" y="7504"/>
                  </a:cubicBezTo>
                  <a:cubicBezTo>
                    <a:pt x="370" y="7788"/>
                    <a:pt x="313" y="8072"/>
                    <a:pt x="257" y="8356"/>
                  </a:cubicBezTo>
                  <a:cubicBezTo>
                    <a:pt x="29" y="9548"/>
                    <a:pt x="1" y="10769"/>
                    <a:pt x="143" y="11991"/>
                  </a:cubicBezTo>
                  <a:cubicBezTo>
                    <a:pt x="257" y="13183"/>
                    <a:pt x="512" y="14348"/>
                    <a:pt x="910" y="15484"/>
                  </a:cubicBezTo>
                  <a:cubicBezTo>
                    <a:pt x="1648" y="17528"/>
                    <a:pt x="2784" y="19403"/>
                    <a:pt x="4232" y="20993"/>
                  </a:cubicBezTo>
                  <a:cubicBezTo>
                    <a:pt x="5340" y="22186"/>
                    <a:pt x="6618" y="23180"/>
                    <a:pt x="8038" y="24003"/>
                  </a:cubicBezTo>
                  <a:cubicBezTo>
                    <a:pt x="8805" y="24429"/>
                    <a:pt x="9600" y="24798"/>
                    <a:pt x="10452" y="25111"/>
                  </a:cubicBezTo>
                  <a:cubicBezTo>
                    <a:pt x="11474" y="25452"/>
                    <a:pt x="12525" y="25792"/>
                    <a:pt x="13547" y="26162"/>
                  </a:cubicBezTo>
                  <a:cubicBezTo>
                    <a:pt x="14399" y="26446"/>
                    <a:pt x="15194" y="26872"/>
                    <a:pt x="15876" y="27440"/>
                  </a:cubicBezTo>
                  <a:cubicBezTo>
                    <a:pt x="16302" y="27809"/>
                    <a:pt x="16671" y="28263"/>
                    <a:pt x="16984" y="28717"/>
                  </a:cubicBezTo>
                  <a:cubicBezTo>
                    <a:pt x="17239" y="29087"/>
                    <a:pt x="17466" y="29427"/>
                    <a:pt x="17694" y="29797"/>
                  </a:cubicBezTo>
                  <a:cubicBezTo>
                    <a:pt x="18120" y="30450"/>
                    <a:pt x="18716" y="30989"/>
                    <a:pt x="19454" y="31330"/>
                  </a:cubicBezTo>
                  <a:cubicBezTo>
                    <a:pt x="20022" y="31586"/>
                    <a:pt x="20562" y="31898"/>
                    <a:pt x="21101" y="32239"/>
                  </a:cubicBezTo>
                  <a:cubicBezTo>
                    <a:pt x="21584" y="32551"/>
                    <a:pt x="22152" y="32693"/>
                    <a:pt x="22720" y="32693"/>
                  </a:cubicBezTo>
                  <a:cubicBezTo>
                    <a:pt x="22747" y="32694"/>
                    <a:pt x="22773" y="32695"/>
                    <a:pt x="22799" y="32695"/>
                  </a:cubicBezTo>
                  <a:cubicBezTo>
                    <a:pt x="23452" y="32695"/>
                    <a:pt x="24068" y="32358"/>
                    <a:pt x="24396" y="31785"/>
                  </a:cubicBezTo>
                  <a:cubicBezTo>
                    <a:pt x="24907" y="30933"/>
                    <a:pt x="25162" y="29939"/>
                    <a:pt x="25162" y="28945"/>
                  </a:cubicBezTo>
                  <a:cubicBezTo>
                    <a:pt x="25162" y="26701"/>
                    <a:pt x="24594" y="24514"/>
                    <a:pt x="23515" y="22555"/>
                  </a:cubicBezTo>
                  <a:cubicBezTo>
                    <a:pt x="22862" y="21334"/>
                    <a:pt x="22181" y="20084"/>
                    <a:pt x="21641" y="18806"/>
                  </a:cubicBezTo>
                  <a:cubicBezTo>
                    <a:pt x="21101" y="17614"/>
                    <a:pt x="20675" y="16364"/>
                    <a:pt x="20420" y="15058"/>
                  </a:cubicBezTo>
                  <a:cubicBezTo>
                    <a:pt x="20221" y="14092"/>
                    <a:pt x="20022" y="13098"/>
                    <a:pt x="19767" y="12104"/>
                  </a:cubicBezTo>
                  <a:cubicBezTo>
                    <a:pt x="19454" y="10599"/>
                    <a:pt x="18858" y="9151"/>
                    <a:pt x="18063" y="7844"/>
                  </a:cubicBezTo>
                  <a:cubicBezTo>
                    <a:pt x="17694" y="7248"/>
                    <a:pt x="17268" y="6708"/>
                    <a:pt x="16785" y="6169"/>
                  </a:cubicBezTo>
                  <a:cubicBezTo>
                    <a:pt x="16103" y="5374"/>
                    <a:pt x="15478" y="4550"/>
                    <a:pt x="14854" y="3698"/>
                  </a:cubicBezTo>
                  <a:cubicBezTo>
                    <a:pt x="14342" y="2960"/>
                    <a:pt x="13746" y="2278"/>
                    <a:pt x="13093" y="1682"/>
                  </a:cubicBezTo>
                  <a:cubicBezTo>
                    <a:pt x="12042" y="773"/>
                    <a:pt x="10707" y="177"/>
                    <a:pt x="9316" y="35"/>
                  </a:cubicBezTo>
                  <a:cubicBezTo>
                    <a:pt x="9097" y="12"/>
                    <a:pt x="8876" y="1"/>
                    <a:pt x="8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573925" y="2325700"/>
              <a:ext cx="498425" cy="699650"/>
            </a:xfrm>
            <a:custGeom>
              <a:rect b="b" l="l" r="r" t="t"/>
              <a:pathLst>
                <a:path extrusionOk="0" h="27986" w="19937">
                  <a:moveTo>
                    <a:pt x="10735" y="10906"/>
                  </a:moveTo>
                  <a:lnTo>
                    <a:pt x="10735" y="10934"/>
                  </a:lnTo>
                  <a:lnTo>
                    <a:pt x="10707" y="10906"/>
                  </a:lnTo>
                  <a:close/>
                  <a:moveTo>
                    <a:pt x="8890" y="1"/>
                  </a:moveTo>
                  <a:cubicBezTo>
                    <a:pt x="8776" y="29"/>
                    <a:pt x="8776" y="114"/>
                    <a:pt x="8804" y="200"/>
                  </a:cubicBezTo>
                  <a:cubicBezTo>
                    <a:pt x="8918" y="484"/>
                    <a:pt x="9003" y="739"/>
                    <a:pt x="9117" y="995"/>
                  </a:cubicBezTo>
                  <a:cubicBezTo>
                    <a:pt x="9429" y="1648"/>
                    <a:pt x="9742" y="2301"/>
                    <a:pt x="10054" y="2983"/>
                  </a:cubicBezTo>
                  <a:cubicBezTo>
                    <a:pt x="10395" y="3749"/>
                    <a:pt x="10622" y="4601"/>
                    <a:pt x="10764" y="5453"/>
                  </a:cubicBezTo>
                  <a:cubicBezTo>
                    <a:pt x="10963" y="6845"/>
                    <a:pt x="11048" y="8236"/>
                    <a:pt x="11105" y="9628"/>
                  </a:cubicBezTo>
                  <a:cubicBezTo>
                    <a:pt x="11133" y="9770"/>
                    <a:pt x="11161" y="9940"/>
                    <a:pt x="11048" y="10082"/>
                  </a:cubicBezTo>
                  <a:cubicBezTo>
                    <a:pt x="11019" y="10054"/>
                    <a:pt x="10991" y="10054"/>
                    <a:pt x="10991" y="10054"/>
                  </a:cubicBezTo>
                  <a:cubicBezTo>
                    <a:pt x="10821" y="9770"/>
                    <a:pt x="10650" y="9458"/>
                    <a:pt x="10480" y="9174"/>
                  </a:cubicBezTo>
                  <a:cubicBezTo>
                    <a:pt x="10423" y="9060"/>
                    <a:pt x="10366" y="8946"/>
                    <a:pt x="10310" y="8833"/>
                  </a:cubicBezTo>
                  <a:cubicBezTo>
                    <a:pt x="9088" y="6731"/>
                    <a:pt x="7725" y="4687"/>
                    <a:pt x="6220" y="2755"/>
                  </a:cubicBezTo>
                  <a:cubicBezTo>
                    <a:pt x="5709" y="2102"/>
                    <a:pt x="5226" y="1421"/>
                    <a:pt x="4687" y="796"/>
                  </a:cubicBezTo>
                  <a:cubicBezTo>
                    <a:pt x="4545" y="626"/>
                    <a:pt x="4374" y="484"/>
                    <a:pt x="4175" y="370"/>
                  </a:cubicBezTo>
                  <a:cubicBezTo>
                    <a:pt x="4167" y="362"/>
                    <a:pt x="4159" y="358"/>
                    <a:pt x="4150" y="358"/>
                  </a:cubicBezTo>
                  <a:cubicBezTo>
                    <a:pt x="4128" y="358"/>
                    <a:pt x="4102" y="378"/>
                    <a:pt x="4062" y="398"/>
                  </a:cubicBezTo>
                  <a:cubicBezTo>
                    <a:pt x="4033" y="398"/>
                    <a:pt x="4033" y="455"/>
                    <a:pt x="4033" y="484"/>
                  </a:cubicBezTo>
                  <a:cubicBezTo>
                    <a:pt x="4062" y="682"/>
                    <a:pt x="4147" y="881"/>
                    <a:pt x="4261" y="1023"/>
                  </a:cubicBezTo>
                  <a:cubicBezTo>
                    <a:pt x="4601" y="1477"/>
                    <a:pt x="4885" y="1903"/>
                    <a:pt x="5254" y="2329"/>
                  </a:cubicBezTo>
                  <a:cubicBezTo>
                    <a:pt x="5964" y="3238"/>
                    <a:pt x="6646" y="4175"/>
                    <a:pt x="7299" y="5113"/>
                  </a:cubicBezTo>
                  <a:cubicBezTo>
                    <a:pt x="8208" y="6419"/>
                    <a:pt x="9032" y="7782"/>
                    <a:pt x="9855" y="9174"/>
                  </a:cubicBezTo>
                  <a:cubicBezTo>
                    <a:pt x="10111" y="9600"/>
                    <a:pt x="10338" y="10054"/>
                    <a:pt x="10565" y="10508"/>
                  </a:cubicBezTo>
                  <a:cubicBezTo>
                    <a:pt x="10593" y="10594"/>
                    <a:pt x="10650" y="10650"/>
                    <a:pt x="10565" y="10736"/>
                  </a:cubicBezTo>
                  <a:cubicBezTo>
                    <a:pt x="10534" y="10767"/>
                    <a:pt x="10499" y="10779"/>
                    <a:pt x="10462" y="10779"/>
                  </a:cubicBezTo>
                  <a:cubicBezTo>
                    <a:pt x="10400" y="10779"/>
                    <a:pt x="10335" y="10743"/>
                    <a:pt x="10281" y="10707"/>
                  </a:cubicBezTo>
                  <a:cubicBezTo>
                    <a:pt x="9003" y="9969"/>
                    <a:pt x="7725" y="9287"/>
                    <a:pt x="6390" y="8691"/>
                  </a:cubicBezTo>
                  <a:cubicBezTo>
                    <a:pt x="5567" y="8265"/>
                    <a:pt x="4743" y="7867"/>
                    <a:pt x="3977" y="7413"/>
                  </a:cubicBezTo>
                  <a:cubicBezTo>
                    <a:pt x="3238" y="6987"/>
                    <a:pt x="2557" y="6476"/>
                    <a:pt x="1932" y="5851"/>
                  </a:cubicBezTo>
                  <a:lnTo>
                    <a:pt x="625" y="4601"/>
                  </a:lnTo>
                  <a:cubicBezTo>
                    <a:pt x="512" y="4459"/>
                    <a:pt x="341" y="4317"/>
                    <a:pt x="171" y="4232"/>
                  </a:cubicBezTo>
                  <a:cubicBezTo>
                    <a:pt x="143" y="4232"/>
                    <a:pt x="86" y="4232"/>
                    <a:pt x="57" y="4261"/>
                  </a:cubicBezTo>
                  <a:cubicBezTo>
                    <a:pt x="29" y="4289"/>
                    <a:pt x="29" y="4317"/>
                    <a:pt x="29" y="4374"/>
                  </a:cubicBezTo>
                  <a:cubicBezTo>
                    <a:pt x="86" y="4516"/>
                    <a:pt x="171" y="4658"/>
                    <a:pt x="285" y="4772"/>
                  </a:cubicBezTo>
                  <a:cubicBezTo>
                    <a:pt x="1108" y="5709"/>
                    <a:pt x="2017" y="6589"/>
                    <a:pt x="3039" y="7328"/>
                  </a:cubicBezTo>
                  <a:cubicBezTo>
                    <a:pt x="3494" y="7668"/>
                    <a:pt x="3977" y="7952"/>
                    <a:pt x="4488" y="8208"/>
                  </a:cubicBezTo>
                  <a:cubicBezTo>
                    <a:pt x="5567" y="8804"/>
                    <a:pt x="6674" y="9316"/>
                    <a:pt x="7782" y="9855"/>
                  </a:cubicBezTo>
                  <a:cubicBezTo>
                    <a:pt x="8719" y="10281"/>
                    <a:pt x="9628" y="10792"/>
                    <a:pt x="10508" y="11303"/>
                  </a:cubicBezTo>
                  <a:cubicBezTo>
                    <a:pt x="11019" y="11616"/>
                    <a:pt x="11417" y="12070"/>
                    <a:pt x="11673" y="12581"/>
                  </a:cubicBezTo>
                  <a:cubicBezTo>
                    <a:pt x="12297" y="13916"/>
                    <a:pt x="12951" y="15194"/>
                    <a:pt x="13519" y="16529"/>
                  </a:cubicBezTo>
                  <a:cubicBezTo>
                    <a:pt x="13575" y="16699"/>
                    <a:pt x="13632" y="16841"/>
                    <a:pt x="13689" y="17012"/>
                  </a:cubicBezTo>
                  <a:cubicBezTo>
                    <a:pt x="13689" y="17040"/>
                    <a:pt x="13746" y="17068"/>
                    <a:pt x="13746" y="17068"/>
                  </a:cubicBezTo>
                  <a:cubicBezTo>
                    <a:pt x="13714" y="17100"/>
                    <a:pt x="13691" y="17112"/>
                    <a:pt x="13672" y="17112"/>
                  </a:cubicBezTo>
                  <a:cubicBezTo>
                    <a:pt x="13640" y="17112"/>
                    <a:pt x="13622" y="17076"/>
                    <a:pt x="13604" y="17040"/>
                  </a:cubicBezTo>
                  <a:cubicBezTo>
                    <a:pt x="13490" y="17012"/>
                    <a:pt x="13377" y="16955"/>
                    <a:pt x="13263" y="16898"/>
                  </a:cubicBezTo>
                  <a:cubicBezTo>
                    <a:pt x="12894" y="16642"/>
                    <a:pt x="12496" y="16387"/>
                    <a:pt x="12070" y="16188"/>
                  </a:cubicBezTo>
                  <a:cubicBezTo>
                    <a:pt x="11332" y="15762"/>
                    <a:pt x="10565" y="15393"/>
                    <a:pt x="9798" y="15052"/>
                  </a:cubicBezTo>
                  <a:cubicBezTo>
                    <a:pt x="8918" y="14655"/>
                    <a:pt x="8038" y="14342"/>
                    <a:pt x="7186" y="13945"/>
                  </a:cubicBezTo>
                  <a:cubicBezTo>
                    <a:pt x="5993" y="13433"/>
                    <a:pt x="4857" y="12865"/>
                    <a:pt x="3806" y="12155"/>
                  </a:cubicBezTo>
                  <a:cubicBezTo>
                    <a:pt x="2699" y="11389"/>
                    <a:pt x="1648" y="10537"/>
                    <a:pt x="625" y="9628"/>
                  </a:cubicBezTo>
                  <a:cubicBezTo>
                    <a:pt x="483" y="9514"/>
                    <a:pt x="370" y="9372"/>
                    <a:pt x="256" y="9230"/>
                  </a:cubicBezTo>
                  <a:cubicBezTo>
                    <a:pt x="228" y="9202"/>
                    <a:pt x="185" y="9188"/>
                    <a:pt x="143" y="9188"/>
                  </a:cubicBezTo>
                  <a:cubicBezTo>
                    <a:pt x="100" y="9188"/>
                    <a:pt x="57" y="9202"/>
                    <a:pt x="29" y="9230"/>
                  </a:cubicBezTo>
                  <a:cubicBezTo>
                    <a:pt x="1" y="9287"/>
                    <a:pt x="1" y="9344"/>
                    <a:pt x="29" y="9401"/>
                  </a:cubicBezTo>
                  <a:cubicBezTo>
                    <a:pt x="143" y="9600"/>
                    <a:pt x="285" y="9770"/>
                    <a:pt x="455" y="9940"/>
                  </a:cubicBezTo>
                  <a:cubicBezTo>
                    <a:pt x="824" y="10310"/>
                    <a:pt x="1222" y="10707"/>
                    <a:pt x="1648" y="11048"/>
                  </a:cubicBezTo>
                  <a:cubicBezTo>
                    <a:pt x="2301" y="11644"/>
                    <a:pt x="2983" y="12212"/>
                    <a:pt x="3749" y="12695"/>
                  </a:cubicBezTo>
                  <a:cubicBezTo>
                    <a:pt x="4374" y="13093"/>
                    <a:pt x="4999" y="13462"/>
                    <a:pt x="5680" y="13803"/>
                  </a:cubicBezTo>
                  <a:cubicBezTo>
                    <a:pt x="6589" y="14257"/>
                    <a:pt x="7555" y="14626"/>
                    <a:pt x="8492" y="15081"/>
                  </a:cubicBezTo>
                  <a:cubicBezTo>
                    <a:pt x="9230" y="15421"/>
                    <a:pt x="9969" y="15705"/>
                    <a:pt x="10707" y="16046"/>
                  </a:cubicBezTo>
                  <a:cubicBezTo>
                    <a:pt x="11729" y="16500"/>
                    <a:pt x="12695" y="17040"/>
                    <a:pt x="13632" y="17665"/>
                  </a:cubicBezTo>
                  <a:cubicBezTo>
                    <a:pt x="13689" y="17693"/>
                    <a:pt x="13717" y="17750"/>
                    <a:pt x="13774" y="17750"/>
                  </a:cubicBezTo>
                  <a:cubicBezTo>
                    <a:pt x="14172" y="17807"/>
                    <a:pt x="14257" y="18119"/>
                    <a:pt x="14399" y="18403"/>
                  </a:cubicBezTo>
                  <a:cubicBezTo>
                    <a:pt x="14882" y="19340"/>
                    <a:pt x="15365" y="20278"/>
                    <a:pt x="15876" y="21215"/>
                  </a:cubicBezTo>
                  <a:cubicBezTo>
                    <a:pt x="16074" y="21555"/>
                    <a:pt x="16245" y="21925"/>
                    <a:pt x="16415" y="22265"/>
                  </a:cubicBezTo>
                  <a:cubicBezTo>
                    <a:pt x="16472" y="22351"/>
                    <a:pt x="16472" y="22436"/>
                    <a:pt x="16415" y="22521"/>
                  </a:cubicBezTo>
                  <a:lnTo>
                    <a:pt x="15535" y="22152"/>
                  </a:lnTo>
                  <a:cubicBezTo>
                    <a:pt x="15421" y="22095"/>
                    <a:pt x="15279" y="22067"/>
                    <a:pt x="15137" y="22010"/>
                  </a:cubicBezTo>
                  <a:cubicBezTo>
                    <a:pt x="14143" y="21783"/>
                    <a:pt x="13149" y="21499"/>
                    <a:pt x="12127" y="21300"/>
                  </a:cubicBezTo>
                  <a:cubicBezTo>
                    <a:pt x="11076" y="21130"/>
                    <a:pt x="10026" y="20817"/>
                    <a:pt x="9060" y="20420"/>
                  </a:cubicBezTo>
                  <a:cubicBezTo>
                    <a:pt x="8151" y="20050"/>
                    <a:pt x="7271" y="19624"/>
                    <a:pt x="6447" y="19142"/>
                  </a:cubicBezTo>
                  <a:cubicBezTo>
                    <a:pt x="6305" y="19028"/>
                    <a:pt x="6163" y="18971"/>
                    <a:pt x="5993" y="18943"/>
                  </a:cubicBezTo>
                  <a:cubicBezTo>
                    <a:pt x="5964" y="18943"/>
                    <a:pt x="5908" y="18943"/>
                    <a:pt x="5908" y="18971"/>
                  </a:cubicBezTo>
                  <a:cubicBezTo>
                    <a:pt x="5879" y="19000"/>
                    <a:pt x="5879" y="19028"/>
                    <a:pt x="5908" y="19085"/>
                  </a:cubicBezTo>
                  <a:cubicBezTo>
                    <a:pt x="5964" y="19227"/>
                    <a:pt x="6106" y="19340"/>
                    <a:pt x="6248" y="19426"/>
                  </a:cubicBezTo>
                  <a:cubicBezTo>
                    <a:pt x="6561" y="19653"/>
                    <a:pt x="6873" y="19852"/>
                    <a:pt x="7214" y="20022"/>
                  </a:cubicBezTo>
                  <a:cubicBezTo>
                    <a:pt x="7981" y="20448"/>
                    <a:pt x="8776" y="20817"/>
                    <a:pt x="9571" y="21130"/>
                  </a:cubicBezTo>
                  <a:cubicBezTo>
                    <a:pt x="10054" y="21272"/>
                    <a:pt x="10537" y="21442"/>
                    <a:pt x="11019" y="21555"/>
                  </a:cubicBezTo>
                  <a:cubicBezTo>
                    <a:pt x="11729" y="21726"/>
                    <a:pt x="12439" y="21896"/>
                    <a:pt x="13149" y="22010"/>
                  </a:cubicBezTo>
                  <a:cubicBezTo>
                    <a:pt x="13945" y="22180"/>
                    <a:pt x="14740" y="22407"/>
                    <a:pt x="15507" y="22635"/>
                  </a:cubicBezTo>
                  <a:cubicBezTo>
                    <a:pt x="15847" y="22720"/>
                    <a:pt x="16188" y="22890"/>
                    <a:pt x="16472" y="23117"/>
                  </a:cubicBezTo>
                  <a:cubicBezTo>
                    <a:pt x="16557" y="23203"/>
                    <a:pt x="16671" y="23316"/>
                    <a:pt x="16756" y="23316"/>
                  </a:cubicBezTo>
                  <a:cubicBezTo>
                    <a:pt x="17012" y="23345"/>
                    <a:pt x="17097" y="23543"/>
                    <a:pt x="17210" y="23714"/>
                  </a:cubicBezTo>
                  <a:lnTo>
                    <a:pt x="18261" y="25560"/>
                  </a:lnTo>
                  <a:cubicBezTo>
                    <a:pt x="18403" y="25730"/>
                    <a:pt x="18488" y="25929"/>
                    <a:pt x="18630" y="26185"/>
                  </a:cubicBezTo>
                  <a:cubicBezTo>
                    <a:pt x="18204" y="26071"/>
                    <a:pt x="17778" y="25901"/>
                    <a:pt x="17409" y="25702"/>
                  </a:cubicBezTo>
                  <a:cubicBezTo>
                    <a:pt x="16955" y="25531"/>
                    <a:pt x="16529" y="25333"/>
                    <a:pt x="16074" y="25134"/>
                  </a:cubicBezTo>
                  <a:cubicBezTo>
                    <a:pt x="16018" y="25105"/>
                    <a:pt x="15961" y="25105"/>
                    <a:pt x="15904" y="25077"/>
                  </a:cubicBezTo>
                  <a:cubicBezTo>
                    <a:pt x="15847" y="25077"/>
                    <a:pt x="15790" y="25077"/>
                    <a:pt x="15762" y="25134"/>
                  </a:cubicBezTo>
                  <a:cubicBezTo>
                    <a:pt x="15734" y="25191"/>
                    <a:pt x="15734" y="25219"/>
                    <a:pt x="15762" y="25247"/>
                  </a:cubicBezTo>
                  <a:cubicBezTo>
                    <a:pt x="15790" y="25304"/>
                    <a:pt x="15847" y="25333"/>
                    <a:pt x="15876" y="25389"/>
                  </a:cubicBezTo>
                  <a:cubicBezTo>
                    <a:pt x="16103" y="25560"/>
                    <a:pt x="16330" y="25702"/>
                    <a:pt x="16586" y="25844"/>
                  </a:cubicBezTo>
                  <a:cubicBezTo>
                    <a:pt x="17267" y="26156"/>
                    <a:pt x="17977" y="26440"/>
                    <a:pt x="18687" y="26639"/>
                  </a:cubicBezTo>
                  <a:cubicBezTo>
                    <a:pt x="18829" y="26667"/>
                    <a:pt x="18971" y="26781"/>
                    <a:pt x="19056" y="26923"/>
                  </a:cubicBezTo>
                  <a:lnTo>
                    <a:pt x="19511" y="27718"/>
                  </a:lnTo>
                  <a:cubicBezTo>
                    <a:pt x="19568" y="27803"/>
                    <a:pt x="19624" y="27888"/>
                    <a:pt x="19681" y="27945"/>
                  </a:cubicBezTo>
                  <a:cubicBezTo>
                    <a:pt x="19721" y="27965"/>
                    <a:pt x="19761" y="27985"/>
                    <a:pt x="19802" y="27985"/>
                  </a:cubicBezTo>
                  <a:cubicBezTo>
                    <a:pt x="19818" y="27985"/>
                    <a:pt x="19835" y="27982"/>
                    <a:pt x="19852" y="27974"/>
                  </a:cubicBezTo>
                  <a:cubicBezTo>
                    <a:pt x="19908" y="27945"/>
                    <a:pt x="19937" y="27888"/>
                    <a:pt x="19937" y="27832"/>
                  </a:cubicBezTo>
                  <a:cubicBezTo>
                    <a:pt x="19937" y="27633"/>
                    <a:pt x="19880" y="27434"/>
                    <a:pt x="19766" y="27264"/>
                  </a:cubicBezTo>
                  <a:cubicBezTo>
                    <a:pt x="19624" y="27008"/>
                    <a:pt x="19511" y="26724"/>
                    <a:pt x="19426" y="26440"/>
                  </a:cubicBezTo>
                  <a:cubicBezTo>
                    <a:pt x="19369" y="26270"/>
                    <a:pt x="19340" y="26099"/>
                    <a:pt x="19397" y="25929"/>
                  </a:cubicBezTo>
                  <a:cubicBezTo>
                    <a:pt x="19539" y="25304"/>
                    <a:pt x="19624" y="24651"/>
                    <a:pt x="19596" y="23998"/>
                  </a:cubicBezTo>
                  <a:cubicBezTo>
                    <a:pt x="19653" y="23487"/>
                    <a:pt x="19653" y="22947"/>
                    <a:pt x="19596" y="22436"/>
                  </a:cubicBezTo>
                  <a:cubicBezTo>
                    <a:pt x="19596" y="22322"/>
                    <a:pt x="19568" y="22237"/>
                    <a:pt x="19539" y="22123"/>
                  </a:cubicBezTo>
                  <a:cubicBezTo>
                    <a:pt x="19516" y="22077"/>
                    <a:pt x="19493" y="22031"/>
                    <a:pt x="19439" y="22031"/>
                  </a:cubicBezTo>
                  <a:cubicBezTo>
                    <a:pt x="19427" y="22031"/>
                    <a:pt x="19413" y="22033"/>
                    <a:pt x="19397" y="22038"/>
                  </a:cubicBezTo>
                  <a:cubicBezTo>
                    <a:pt x="19369" y="22038"/>
                    <a:pt x="19340" y="22067"/>
                    <a:pt x="19312" y="22123"/>
                  </a:cubicBezTo>
                  <a:cubicBezTo>
                    <a:pt x="19312" y="22180"/>
                    <a:pt x="19284" y="22265"/>
                    <a:pt x="19284" y="22351"/>
                  </a:cubicBezTo>
                  <a:cubicBezTo>
                    <a:pt x="19227" y="23316"/>
                    <a:pt x="19198" y="24282"/>
                    <a:pt x="19142" y="25247"/>
                  </a:cubicBezTo>
                  <a:cubicBezTo>
                    <a:pt x="19113" y="25389"/>
                    <a:pt x="19142" y="25531"/>
                    <a:pt x="19028" y="25645"/>
                  </a:cubicBezTo>
                  <a:cubicBezTo>
                    <a:pt x="18943" y="25645"/>
                    <a:pt x="18914" y="25588"/>
                    <a:pt x="18886" y="25531"/>
                  </a:cubicBezTo>
                  <a:cubicBezTo>
                    <a:pt x="18488" y="24821"/>
                    <a:pt x="18062" y="24083"/>
                    <a:pt x="17665" y="23373"/>
                  </a:cubicBezTo>
                  <a:cubicBezTo>
                    <a:pt x="17580" y="23174"/>
                    <a:pt x="17551" y="22975"/>
                    <a:pt x="17580" y="22777"/>
                  </a:cubicBezTo>
                  <a:cubicBezTo>
                    <a:pt x="17636" y="21726"/>
                    <a:pt x="17665" y="20675"/>
                    <a:pt x="17778" y="19653"/>
                  </a:cubicBezTo>
                  <a:cubicBezTo>
                    <a:pt x="17835" y="18914"/>
                    <a:pt x="17835" y="18176"/>
                    <a:pt x="17835" y="17466"/>
                  </a:cubicBezTo>
                  <a:cubicBezTo>
                    <a:pt x="17835" y="17068"/>
                    <a:pt x="17835" y="16642"/>
                    <a:pt x="17750" y="16245"/>
                  </a:cubicBezTo>
                  <a:cubicBezTo>
                    <a:pt x="17722" y="16160"/>
                    <a:pt x="17693" y="16046"/>
                    <a:pt x="17665" y="15961"/>
                  </a:cubicBezTo>
                  <a:cubicBezTo>
                    <a:pt x="17636" y="15961"/>
                    <a:pt x="17580" y="15933"/>
                    <a:pt x="17551" y="15933"/>
                  </a:cubicBezTo>
                  <a:cubicBezTo>
                    <a:pt x="17523" y="15933"/>
                    <a:pt x="17494" y="15961"/>
                    <a:pt x="17466" y="15989"/>
                  </a:cubicBezTo>
                  <a:cubicBezTo>
                    <a:pt x="17438" y="16046"/>
                    <a:pt x="17438" y="16103"/>
                    <a:pt x="17438" y="16160"/>
                  </a:cubicBezTo>
                  <a:cubicBezTo>
                    <a:pt x="17409" y="16870"/>
                    <a:pt x="17381" y="17580"/>
                    <a:pt x="17381" y="18290"/>
                  </a:cubicBezTo>
                  <a:cubicBezTo>
                    <a:pt x="17409" y="19113"/>
                    <a:pt x="17296" y="19908"/>
                    <a:pt x="17210" y="20732"/>
                  </a:cubicBezTo>
                  <a:cubicBezTo>
                    <a:pt x="17239" y="21186"/>
                    <a:pt x="17182" y="21641"/>
                    <a:pt x="17097" y="22095"/>
                  </a:cubicBezTo>
                  <a:cubicBezTo>
                    <a:pt x="17154" y="22123"/>
                    <a:pt x="17154" y="22180"/>
                    <a:pt x="17125" y="22180"/>
                  </a:cubicBezTo>
                  <a:cubicBezTo>
                    <a:pt x="17118" y="22188"/>
                    <a:pt x="17110" y="22191"/>
                    <a:pt x="17103" y="22191"/>
                  </a:cubicBezTo>
                  <a:cubicBezTo>
                    <a:pt x="17084" y="22191"/>
                    <a:pt x="17068" y="22165"/>
                    <a:pt x="17068" y="22123"/>
                  </a:cubicBezTo>
                  <a:cubicBezTo>
                    <a:pt x="16870" y="21953"/>
                    <a:pt x="16756" y="21754"/>
                    <a:pt x="16671" y="21527"/>
                  </a:cubicBezTo>
                  <a:cubicBezTo>
                    <a:pt x="16046" y="20363"/>
                    <a:pt x="15450" y="19170"/>
                    <a:pt x="14853" y="17977"/>
                  </a:cubicBezTo>
                  <a:cubicBezTo>
                    <a:pt x="14711" y="17693"/>
                    <a:pt x="14626" y="17381"/>
                    <a:pt x="14626" y="17040"/>
                  </a:cubicBezTo>
                  <a:cubicBezTo>
                    <a:pt x="14569" y="16330"/>
                    <a:pt x="14598" y="15592"/>
                    <a:pt x="14683" y="14882"/>
                  </a:cubicBezTo>
                  <a:cubicBezTo>
                    <a:pt x="14797" y="13945"/>
                    <a:pt x="14910" y="13036"/>
                    <a:pt x="14995" y="12099"/>
                  </a:cubicBezTo>
                  <a:cubicBezTo>
                    <a:pt x="15024" y="11673"/>
                    <a:pt x="15024" y="11218"/>
                    <a:pt x="14995" y="10764"/>
                  </a:cubicBezTo>
                  <a:cubicBezTo>
                    <a:pt x="14882" y="9287"/>
                    <a:pt x="14569" y="7810"/>
                    <a:pt x="14087" y="6390"/>
                  </a:cubicBezTo>
                  <a:cubicBezTo>
                    <a:pt x="13973" y="6021"/>
                    <a:pt x="13831" y="5652"/>
                    <a:pt x="13689" y="5311"/>
                  </a:cubicBezTo>
                  <a:cubicBezTo>
                    <a:pt x="13661" y="5198"/>
                    <a:pt x="13604" y="5084"/>
                    <a:pt x="13519" y="4999"/>
                  </a:cubicBezTo>
                  <a:cubicBezTo>
                    <a:pt x="13490" y="4942"/>
                    <a:pt x="13433" y="4942"/>
                    <a:pt x="13377" y="4942"/>
                  </a:cubicBezTo>
                  <a:cubicBezTo>
                    <a:pt x="13320" y="4971"/>
                    <a:pt x="13291" y="5027"/>
                    <a:pt x="13291" y="5084"/>
                  </a:cubicBezTo>
                  <a:cubicBezTo>
                    <a:pt x="13320" y="5340"/>
                    <a:pt x="13377" y="5595"/>
                    <a:pt x="13462" y="5851"/>
                  </a:cubicBezTo>
                  <a:cubicBezTo>
                    <a:pt x="13831" y="7072"/>
                    <a:pt x="14143" y="8293"/>
                    <a:pt x="14371" y="9571"/>
                  </a:cubicBezTo>
                  <a:cubicBezTo>
                    <a:pt x="14541" y="10565"/>
                    <a:pt x="14569" y="11616"/>
                    <a:pt x="14427" y="12638"/>
                  </a:cubicBezTo>
                  <a:cubicBezTo>
                    <a:pt x="14285" y="13575"/>
                    <a:pt x="14200" y="14513"/>
                    <a:pt x="14172" y="15478"/>
                  </a:cubicBezTo>
                  <a:cubicBezTo>
                    <a:pt x="14172" y="15705"/>
                    <a:pt x="14143" y="15961"/>
                    <a:pt x="14058" y="16188"/>
                  </a:cubicBezTo>
                  <a:cubicBezTo>
                    <a:pt x="13859" y="15876"/>
                    <a:pt x="13717" y="15563"/>
                    <a:pt x="13575" y="15223"/>
                  </a:cubicBezTo>
                  <a:cubicBezTo>
                    <a:pt x="13036" y="14001"/>
                    <a:pt x="12439" y="12809"/>
                    <a:pt x="11815" y="11644"/>
                  </a:cubicBezTo>
                  <a:cubicBezTo>
                    <a:pt x="11673" y="11360"/>
                    <a:pt x="11587" y="11076"/>
                    <a:pt x="11587" y="10792"/>
                  </a:cubicBezTo>
                  <a:cubicBezTo>
                    <a:pt x="11587" y="9316"/>
                    <a:pt x="11502" y="7839"/>
                    <a:pt x="11332" y="6362"/>
                  </a:cubicBezTo>
                  <a:cubicBezTo>
                    <a:pt x="11275" y="5397"/>
                    <a:pt x="11076" y="4403"/>
                    <a:pt x="10764" y="3465"/>
                  </a:cubicBezTo>
                  <a:cubicBezTo>
                    <a:pt x="10537" y="2841"/>
                    <a:pt x="10253" y="2244"/>
                    <a:pt x="9940" y="1648"/>
                  </a:cubicBezTo>
                  <a:cubicBezTo>
                    <a:pt x="9713" y="1193"/>
                    <a:pt x="9486" y="796"/>
                    <a:pt x="9259" y="370"/>
                  </a:cubicBezTo>
                  <a:cubicBezTo>
                    <a:pt x="9174" y="256"/>
                    <a:pt x="9117" y="143"/>
                    <a:pt x="9032" y="58"/>
                  </a:cubicBezTo>
                  <a:cubicBezTo>
                    <a:pt x="9003" y="29"/>
                    <a:pt x="8946" y="1"/>
                    <a:pt x="8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914000" y="2750975"/>
              <a:ext cx="3575" cy="2525"/>
            </a:xfrm>
            <a:custGeom>
              <a:rect b="b" l="l" r="r" t="t"/>
              <a:pathLst>
                <a:path extrusionOk="0" h="101" w="143">
                  <a:moveTo>
                    <a:pt x="86" y="1"/>
                  </a:moveTo>
                  <a:lnTo>
                    <a:pt x="1" y="29"/>
                  </a:lnTo>
                  <a:cubicBezTo>
                    <a:pt x="19" y="65"/>
                    <a:pt x="37" y="101"/>
                    <a:pt x="69" y="101"/>
                  </a:cubicBezTo>
                  <a:cubicBezTo>
                    <a:pt x="88" y="101"/>
                    <a:pt x="111" y="89"/>
                    <a:pt x="143" y="57"/>
                  </a:cubicBezTo>
                  <a:cubicBezTo>
                    <a:pt x="143" y="57"/>
                    <a:pt x="86" y="29"/>
                    <a:pt x="86"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1000625" y="2879475"/>
              <a:ext cx="2150" cy="2450"/>
            </a:xfrm>
            <a:custGeom>
              <a:rect b="b" l="l" r="r" t="t"/>
              <a:pathLst>
                <a:path extrusionOk="0" h="98" w="86">
                  <a:moveTo>
                    <a:pt x="29" y="1"/>
                  </a:moveTo>
                  <a:lnTo>
                    <a:pt x="0" y="29"/>
                  </a:lnTo>
                  <a:cubicBezTo>
                    <a:pt x="0" y="71"/>
                    <a:pt x="16" y="97"/>
                    <a:pt x="35" y="97"/>
                  </a:cubicBezTo>
                  <a:cubicBezTo>
                    <a:pt x="42" y="97"/>
                    <a:pt x="50" y="94"/>
                    <a:pt x="57" y="86"/>
                  </a:cubicBezTo>
                  <a:cubicBezTo>
                    <a:pt x="86" y="58"/>
                    <a:pt x="86" y="29"/>
                    <a:pt x="29"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841600" y="2597625"/>
              <a:ext cx="725" cy="725"/>
            </a:xfrm>
            <a:custGeom>
              <a:rect b="b" l="l" r="r" t="t"/>
              <a:pathLst>
                <a:path extrusionOk="0" h="29" w="29">
                  <a:moveTo>
                    <a:pt x="28" y="1"/>
                  </a:moveTo>
                  <a:lnTo>
                    <a:pt x="0" y="29"/>
                  </a:lnTo>
                  <a:lnTo>
                    <a:pt x="28" y="29"/>
                  </a:lnTo>
                  <a:lnTo>
                    <a:pt x="28"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769875" y="3171575"/>
              <a:ext cx="704325" cy="121525"/>
            </a:xfrm>
            <a:custGeom>
              <a:rect b="b" l="l" r="r" t="t"/>
              <a:pathLst>
                <a:path extrusionOk="0" h="4861" w="28173">
                  <a:moveTo>
                    <a:pt x="17197" y="1"/>
                  </a:moveTo>
                  <a:cubicBezTo>
                    <a:pt x="14714" y="1"/>
                    <a:pt x="12224" y="100"/>
                    <a:pt x="9770" y="330"/>
                  </a:cubicBezTo>
                  <a:cubicBezTo>
                    <a:pt x="7981" y="443"/>
                    <a:pt x="6220" y="699"/>
                    <a:pt x="4488" y="1096"/>
                  </a:cubicBezTo>
                  <a:cubicBezTo>
                    <a:pt x="3267" y="1352"/>
                    <a:pt x="2074" y="1721"/>
                    <a:pt x="938" y="2232"/>
                  </a:cubicBezTo>
                  <a:cubicBezTo>
                    <a:pt x="626" y="2374"/>
                    <a:pt x="342" y="2545"/>
                    <a:pt x="58" y="2772"/>
                  </a:cubicBezTo>
                  <a:cubicBezTo>
                    <a:pt x="1" y="2800"/>
                    <a:pt x="1" y="2885"/>
                    <a:pt x="29" y="2942"/>
                  </a:cubicBezTo>
                  <a:cubicBezTo>
                    <a:pt x="43" y="2956"/>
                    <a:pt x="72" y="2964"/>
                    <a:pt x="100" y="2964"/>
                  </a:cubicBezTo>
                  <a:cubicBezTo>
                    <a:pt x="129" y="2964"/>
                    <a:pt x="157" y="2956"/>
                    <a:pt x="171" y="2942"/>
                  </a:cubicBezTo>
                  <a:cubicBezTo>
                    <a:pt x="308" y="2825"/>
                    <a:pt x="486" y="2761"/>
                    <a:pt x="667" y="2761"/>
                  </a:cubicBezTo>
                  <a:cubicBezTo>
                    <a:pt x="749" y="2761"/>
                    <a:pt x="830" y="2774"/>
                    <a:pt x="910" y="2800"/>
                  </a:cubicBezTo>
                  <a:cubicBezTo>
                    <a:pt x="2046" y="3056"/>
                    <a:pt x="3181" y="3283"/>
                    <a:pt x="4346" y="3510"/>
                  </a:cubicBezTo>
                  <a:cubicBezTo>
                    <a:pt x="6419" y="3965"/>
                    <a:pt x="8549" y="4305"/>
                    <a:pt x="10679" y="4533"/>
                  </a:cubicBezTo>
                  <a:cubicBezTo>
                    <a:pt x="12099" y="4703"/>
                    <a:pt x="13547" y="4817"/>
                    <a:pt x="14967" y="4845"/>
                  </a:cubicBezTo>
                  <a:cubicBezTo>
                    <a:pt x="15301" y="4856"/>
                    <a:pt x="15635" y="4861"/>
                    <a:pt x="15969" y="4861"/>
                  </a:cubicBezTo>
                  <a:cubicBezTo>
                    <a:pt x="18338" y="4861"/>
                    <a:pt x="20714" y="4594"/>
                    <a:pt x="23004" y="4021"/>
                  </a:cubicBezTo>
                  <a:cubicBezTo>
                    <a:pt x="24253" y="3737"/>
                    <a:pt x="25475" y="3255"/>
                    <a:pt x="26582" y="2602"/>
                  </a:cubicBezTo>
                  <a:cubicBezTo>
                    <a:pt x="27122" y="2289"/>
                    <a:pt x="27661" y="1948"/>
                    <a:pt x="28173" y="1579"/>
                  </a:cubicBezTo>
                  <a:cubicBezTo>
                    <a:pt x="28144" y="1437"/>
                    <a:pt x="28031" y="1352"/>
                    <a:pt x="27889" y="1324"/>
                  </a:cubicBezTo>
                  <a:cubicBezTo>
                    <a:pt x="27633" y="1238"/>
                    <a:pt x="27377" y="1153"/>
                    <a:pt x="27122" y="1096"/>
                  </a:cubicBezTo>
                  <a:cubicBezTo>
                    <a:pt x="24452" y="415"/>
                    <a:pt x="21726" y="46"/>
                    <a:pt x="18971" y="17"/>
                  </a:cubicBezTo>
                  <a:cubicBezTo>
                    <a:pt x="18381" y="6"/>
                    <a:pt x="17789" y="1"/>
                    <a:pt x="17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846550" y="3216375"/>
              <a:ext cx="584350" cy="76950"/>
            </a:xfrm>
            <a:custGeom>
              <a:rect b="b" l="l" r="r" t="t"/>
              <a:pathLst>
                <a:path extrusionOk="0" h="3078" w="23374">
                  <a:moveTo>
                    <a:pt x="14320" y="0"/>
                  </a:moveTo>
                  <a:cubicBezTo>
                    <a:pt x="11772" y="0"/>
                    <a:pt x="9223" y="114"/>
                    <a:pt x="6675" y="327"/>
                  </a:cubicBezTo>
                  <a:cubicBezTo>
                    <a:pt x="4914" y="469"/>
                    <a:pt x="3153" y="724"/>
                    <a:pt x="1421" y="1093"/>
                  </a:cubicBezTo>
                  <a:cubicBezTo>
                    <a:pt x="938" y="1207"/>
                    <a:pt x="455" y="1321"/>
                    <a:pt x="1" y="1463"/>
                  </a:cubicBezTo>
                  <a:lnTo>
                    <a:pt x="1279" y="1718"/>
                  </a:lnTo>
                  <a:cubicBezTo>
                    <a:pt x="3380" y="2173"/>
                    <a:pt x="5482" y="2513"/>
                    <a:pt x="7612" y="2769"/>
                  </a:cubicBezTo>
                  <a:cubicBezTo>
                    <a:pt x="9032" y="2911"/>
                    <a:pt x="10480" y="3025"/>
                    <a:pt x="11900" y="3053"/>
                  </a:cubicBezTo>
                  <a:cubicBezTo>
                    <a:pt x="12292" y="3069"/>
                    <a:pt x="12682" y="3077"/>
                    <a:pt x="13073" y="3077"/>
                  </a:cubicBezTo>
                  <a:cubicBezTo>
                    <a:pt x="15399" y="3077"/>
                    <a:pt x="17699" y="2789"/>
                    <a:pt x="19937" y="2229"/>
                  </a:cubicBezTo>
                  <a:cubicBezTo>
                    <a:pt x="21130" y="1945"/>
                    <a:pt x="22294" y="1519"/>
                    <a:pt x="23373" y="923"/>
                  </a:cubicBezTo>
                  <a:cubicBezTo>
                    <a:pt x="20902" y="355"/>
                    <a:pt x="18403" y="43"/>
                    <a:pt x="15876" y="14"/>
                  </a:cubicBezTo>
                  <a:cubicBezTo>
                    <a:pt x="15357" y="5"/>
                    <a:pt x="14839" y="0"/>
                    <a:pt x="143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1094350" y="1609350"/>
              <a:ext cx="200925" cy="2009025"/>
            </a:xfrm>
            <a:custGeom>
              <a:rect b="b" l="l" r="r" t="t"/>
              <a:pathLst>
                <a:path extrusionOk="0" h="80361" w="8037">
                  <a:moveTo>
                    <a:pt x="7668" y="0"/>
                  </a:moveTo>
                  <a:cubicBezTo>
                    <a:pt x="7554" y="0"/>
                    <a:pt x="7441" y="29"/>
                    <a:pt x="7327" y="85"/>
                  </a:cubicBezTo>
                  <a:cubicBezTo>
                    <a:pt x="7071" y="171"/>
                    <a:pt x="6873" y="341"/>
                    <a:pt x="6674" y="540"/>
                  </a:cubicBezTo>
                  <a:cubicBezTo>
                    <a:pt x="6021" y="1221"/>
                    <a:pt x="5368" y="1931"/>
                    <a:pt x="4771" y="2670"/>
                  </a:cubicBezTo>
                  <a:cubicBezTo>
                    <a:pt x="3692" y="3976"/>
                    <a:pt x="2726" y="5396"/>
                    <a:pt x="1931" y="6901"/>
                  </a:cubicBezTo>
                  <a:cubicBezTo>
                    <a:pt x="1903" y="6986"/>
                    <a:pt x="1846" y="7072"/>
                    <a:pt x="1789" y="7157"/>
                  </a:cubicBezTo>
                  <a:lnTo>
                    <a:pt x="1647" y="7157"/>
                  </a:lnTo>
                  <a:cubicBezTo>
                    <a:pt x="1647" y="7157"/>
                    <a:pt x="1619" y="7128"/>
                    <a:pt x="1619" y="7100"/>
                  </a:cubicBezTo>
                  <a:cubicBezTo>
                    <a:pt x="1590" y="6958"/>
                    <a:pt x="1590" y="6759"/>
                    <a:pt x="1562" y="6589"/>
                  </a:cubicBezTo>
                  <a:cubicBezTo>
                    <a:pt x="1562" y="6390"/>
                    <a:pt x="1505" y="6220"/>
                    <a:pt x="1448" y="6021"/>
                  </a:cubicBezTo>
                  <a:cubicBezTo>
                    <a:pt x="1399" y="5872"/>
                    <a:pt x="1263" y="5788"/>
                    <a:pt x="1116" y="5788"/>
                  </a:cubicBezTo>
                  <a:cubicBezTo>
                    <a:pt x="1094" y="5788"/>
                    <a:pt x="1073" y="5790"/>
                    <a:pt x="1051" y="5794"/>
                  </a:cubicBezTo>
                  <a:cubicBezTo>
                    <a:pt x="852" y="5822"/>
                    <a:pt x="767" y="5907"/>
                    <a:pt x="738" y="6134"/>
                  </a:cubicBezTo>
                  <a:lnTo>
                    <a:pt x="738" y="6418"/>
                  </a:lnTo>
                  <a:cubicBezTo>
                    <a:pt x="682" y="7270"/>
                    <a:pt x="653" y="8122"/>
                    <a:pt x="596" y="8974"/>
                  </a:cubicBezTo>
                  <a:cubicBezTo>
                    <a:pt x="454" y="11729"/>
                    <a:pt x="341" y="14484"/>
                    <a:pt x="369" y="17238"/>
                  </a:cubicBezTo>
                  <a:cubicBezTo>
                    <a:pt x="398" y="18204"/>
                    <a:pt x="454" y="19170"/>
                    <a:pt x="454" y="20163"/>
                  </a:cubicBezTo>
                  <a:cubicBezTo>
                    <a:pt x="483" y="22577"/>
                    <a:pt x="540" y="24963"/>
                    <a:pt x="540" y="27377"/>
                  </a:cubicBezTo>
                  <a:cubicBezTo>
                    <a:pt x="540" y="30841"/>
                    <a:pt x="568" y="34306"/>
                    <a:pt x="426" y="37771"/>
                  </a:cubicBezTo>
                  <a:cubicBezTo>
                    <a:pt x="369" y="39645"/>
                    <a:pt x="312" y="41519"/>
                    <a:pt x="426" y="43394"/>
                  </a:cubicBezTo>
                  <a:cubicBezTo>
                    <a:pt x="568" y="45864"/>
                    <a:pt x="738" y="48364"/>
                    <a:pt x="880" y="50834"/>
                  </a:cubicBezTo>
                  <a:cubicBezTo>
                    <a:pt x="966" y="52623"/>
                    <a:pt x="966" y="54384"/>
                    <a:pt x="880" y="56173"/>
                  </a:cubicBezTo>
                  <a:cubicBezTo>
                    <a:pt x="738" y="58502"/>
                    <a:pt x="596" y="60831"/>
                    <a:pt x="511" y="63188"/>
                  </a:cubicBezTo>
                  <a:cubicBezTo>
                    <a:pt x="454" y="64636"/>
                    <a:pt x="369" y="66084"/>
                    <a:pt x="227" y="67561"/>
                  </a:cubicBezTo>
                  <a:cubicBezTo>
                    <a:pt x="29" y="69578"/>
                    <a:pt x="0" y="71594"/>
                    <a:pt x="114" y="73639"/>
                  </a:cubicBezTo>
                  <a:cubicBezTo>
                    <a:pt x="199" y="74973"/>
                    <a:pt x="256" y="76194"/>
                    <a:pt x="312" y="77416"/>
                  </a:cubicBezTo>
                  <a:cubicBezTo>
                    <a:pt x="369" y="78154"/>
                    <a:pt x="426" y="78864"/>
                    <a:pt x="483" y="79602"/>
                  </a:cubicBezTo>
                  <a:cubicBezTo>
                    <a:pt x="511" y="79830"/>
                    <a:pt x="568" y="80028"/>
                    <a:pt x="682" y="80227"/>
                  </a:cubicBezTo>
                  <a:cubicBezTo>
                    <a:pt x="758" y="80317"/>
                    <a:pt x="864" y="80360"/>
                    <a:pt x="967" y="80360"/>
                  </a:cubicBezTo>
                  <a:cubicBezTo>
                    <a:pt x="1093" y="80360"/>
                    <a:pt x="1216" y="80295"/>
                    <a:pt x="1278" y="80170"/>
                  </a:cubicBezTo>
                  <a:cubicBezTo>
                    <a:pt x="1335" y="80057"/>
                    <a:pt x="1363" y="79915"/>
                    <a:pt x="1363" y="79801"/>
                  </a:cubicBezTo>
                  <a:cubicBezTo>
                    <a:pt x="1392" y="79574"/>
                    <a:pt x="1392" y="79375"/>
                    <a:pt x="1392" y="79148"/>
                  </a:cubicBezTo>
                  <a:cubicBezTo>
                    <a:pt x="1392" y="77416"/>
                    <a:pt x="1221" y="75683"/>
                    <a:pt x="1136" y="73951"/>
                  </a:cubicBezTo>
                  <a:cubicBezTo>
                    <a:pt x="1022" y="72219"/>
                    <a:pt x="1051" y="70458"/>
                    <a:pt x="1164" y="68697"/>
                  </a:cubicBezTo>
                  <a:cubicBezTo>
                    <a:pt x="1306" y="66823"/>
                    <a:pt x="1477" y="64863"/>
                    <a:pt x="1534" y="63017"/>
                  </a:cubicBezTo>
                  <a:cubicBezTo>
                    <a:pt x="1619" y="61171"/>
                    <a:pt x="1704" y="59326"/>
                    <a:pt x="1789" y="57480"/>
                  </a:cubicBezTo>
                  <a:cubicBezTo>
                    <a:pt x="1874" y="55634"/>
                    <a:pt x="2016" y="53788"/>
                    <a:pt x="1931" y="51913"/>
                  </a:cubicBezTo>
                  <a:cubicBezTo>
                    <a:pt x="1818" y="50181"/>
                    <a:pt x="1732" y="48420"/>
                    <a:pt x="1619" y="46688"/>
                  </a:cubicBezTo>
                  <a:cubicBezTo>
                    <a:pt x="1562" y="46234"/>
                    <a:pt x="1676" y="45808"/>
                    <a:pt x="1874" y="45410"/>
                  </a:cubicBezTo>
                  <a:cubicBezTo>
                    <a:pt x="2641" y="43962"/>
                    <a:pt x="3351" y="42457"/>
                    <a:pt x="3948" y="40923"/>
                  </a:cubicBezTo>
                  <a:cubicBezTo>
                    <a:pt x="4061" y="40667"/>
                    <a:pt x="4260" y="40412"/>
                    <a:pt x="4118" y="40099"/>
                  </a:cubicBezTo>
                  <a:cubicBezTo>
                    <a:pt x="4103" y="40098"/>
                    <a:pt x="4089" y="40098"/>
                    <a:pt x="4076" y="40098"/>
                  </a:cubicBezTo>
                  <a:cubicBezTo>
                    <a:pt x="3714" y="40098"/>
                    <a:pt x="3629" y="40449"/>
                    <a:pt x="3465" y="40667"/>
                  </a:cubicBezTo>
                  <a:cubicBezTo>
                    <a:pt x="2897" y="41519"/>
                    <a:pt x="2386" y="42400"/>
                    <a:pt x="1960" y="43337"/>
                  </a:cubicBezTo>
                  <a:cubicBezTo>
                    <a:pt x="1874" y="43536"/>
                    <a:pt x="1818" y="43735"/>
                    <a:pt x="1590" y="43848"/>
                  </a:cubicBezTo>
                  <a:cubicBezTo>
                    <a:pt x="1363" y="43706"/>
                    <a:pt x="1477" y="43479"/>
                    <a:pt x="1448" y="43280"/>
                  </a:cubicBezTo>
                  <a:cubicBezTo>
                    <a:pt x="1420" y="42968"/>
                    <a:pt x="1420" y="42627"/>
                    <a:pt x="1420" y="42315"/>
                  </a:cubicBezTo>
                  <a:cubicBezTo>
                    <a:pt x="1420" y="40241"/>
                    <a:pt x="1448" y="38140"/>
                    <a:pt x="1505" y="36038"/>
                  </a:cubicBezTo>
                  <a:cubicBezTo>
                    <a:pt x="1647" y="32403"/>
                    <a:pt x="1590" y="28768"/>
                    <a:pt x="1562" y="25162"/>
                  </a:cubicBezTo>
                  <a:cubicBezTo>
                    <a:pt x="1562" y="23600"/>
                    <a:pt x="1562" y="22066"/>
                    <a:pt x="1505" y="20533"/>
                  </a:cubicBezTo>
                  <a:cubicBezTo>
                    <a:pt x="1363" y="17721"/>
                    <a:pt x="1363" y="14938"/>
                    <a:pt x="1420" y="12127"/>
                  </a:cubicBezTo>
                  <a:cubicBezTo>
                    <a:pt x="1420" y="11956"/>
                    <a:pt x="1448" y="11786"/>
                    <a:pt x="1448" y="11615"/>
                  </a:cubicBezTo>
                  <a:cubicBezTo>
                    <a:pt x="1676" y="10139"/>
                    <a:pt x="2158" y="8690"/>
                    <a:pt x="2840" y="7327"/>
                  </a:cubicBezTo>
                  <a:cubicBezTo>
                    <a:pt x="3607" y="5907"/>
                    <a:pt x="4487" y="4572"/>
                    <a:pt x="5538" y="3351"/>
                  </a:cubicBezTo>
                  <a:cubicBezTo>
                    <a:pt x="6163" y="2613"/>
                    <a:pt x="6787" y="1875"/>
                    <a:pt x="7441" y="1136"/>
                  </a:cubicBezTo>
                  <a:cubicBezTo>
                    <a:pt x="7639" y="909"/>
                    <a:pt x="7810" y="682"/>
                    <a:pt x="7952" y="426"/>
                  </a:cubicBezTo>
                  <a:cubicBezTo>
                    <a:pt x="8037" y="227"/>
                    <a:pt x="7895" y="29"/>
                    <a:pt x="7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1116350" y="2087075"/>
              <a:ext cx="140500" cy="230850"/>
            </a:xfrm>
            <a:custGeom>
              <a:rect b="b" l="l" r="r" t="t"/>
              <a:pathLst>
                <a:path extrusionOk="0" h="9234" w="5620">
                  <a:moveTo>
                    <a:pt x="5283" y="1"/>
                  </a:moveTo>
                  <a:cubicBezTo>
                    <a:pt x="5273" y="1"/>
                    <a:pt x="5264" y="2"/>
                    <a:pt x="5254" y="4"/>
                  </a:cubicBezTo>
                  <a:cubicBezTo>
                    <a:pt x="5141" y="32"/>
                    <a:pt x="5027" y="89"/>
                    <a:pt x="4942" y="174"/>
                  </a:cubicBezTo>
                  <a:cubicBezTo>
                    <a:pt x="4686" y="345"/>
                    <a:pt x="4459" y="600"/>
                    <a:pt x="4289" y="856"/>
                  </a:cubicBezTo>
                  <a:cubicBezTo>
                    <a:pt x="3295" y="2048"/>
                    <a:pt x="2443" y="3298"/>
                    <a:pt x="1648" y="4633"/>
                  </a:cubicBezTo>
                  <a:cubicBezTo>
                    <a:pt x="1108" y="5570"/>
                    <a:pt x="625" y="6564"/>
                    <a:pt x="228" y="7586"/>
                  </a:cubicBezTo>
                  <a:cubicBezTo>
                    <a:pt x="86" y="7927"/>
                    <a:pt x="0" y="8268"/>
                    <a:pt x="0" y="8637"/>
                  </a:cubicBezTo>
                  <a:cubicBezTo>
                    <a:pt x="0" y="8694"/>
                    <a:pt x="0" y="8751"/>
                    <a:pt x="0" y="8779"/>
                  </a:cubicBezTo>
                  <a:cubicBezTo>
                    <a:pt x="29" y="9091"/>
                    <a:pt x="199" y="9233"/>
                    <a:pt x="398" y="9233"/>
                  </a:cubicBezTo>
                  <a:cubicBezTo>
                    <a:pt x="597" y="9233"/>
                    <a:pt x="710" y="9148"/>
                    <a:pt x="796" y="8893"/>
                  </a:cubicBezTo>
                  <a:cubicBezTo>
                    <a:pt x="1165" y="7671"/>
                    <a:pt x="1704" y="6535"/>
                    <a:pt x="2358" y="5456"/>
                  </a:cubicBezTo>
                  <a:cubicBezTo>
                    <a:pt x="3153" y="4065"/>
                    <a:pt x="4090" y="2758"/>
                    <a:pt x="4970" y="1395"/>
                  </a:cubicBezTo>
                  <a:cubicBezTo>
                    <a:pt x="5197" y="1083"/>
                    <a:pt x="5396" y="714"/>
                    <a:pt x="5567" y="316"/>
                  </a:cubicBezTo>
                  <a:cubicBezTo>
                    <a:pt x="5620" y="183"/>
                    <a:pt x="5425" y="1"/>
                    <a:pt x="5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966550" y="2202175"/>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63"/>
                  </a:cubicBezTo>
                  <a:cubicBezTo>
                    <a:pt x="1449" y="1903"/>
                    <a:pt x="2102" y="2471"/>
                    <a:pt x="2755" y="3011"/>
                  </a:cubicBezTo>
                  <a:cubicBezTo>
                    <a:pt x="3579" y="3692"/>
                    <a:pt x="4289" y="4487"/>
                    <a:pt x="4913" y="5396"/>
                  </a:cubicBezTo>
                  <a:cubicBezTo>
                    <a:pt x="5141" y="5765"/>
                    <a:pt x="5396" y="6163"/>
                    <a:pt x="5652" y="6560"/>
                  </a:cubicBezTo>
                  <a:cubicBezTo>
                    <a:pt x="5737" y="6702"/>
                    <a:pt x="5850" y="6816"/>
                    <a:pt x="5964" y="6930"/>
                  </a:cubicBezTo>
                  <a:cubicBezTo>
                    <a:pt x="6035" y="6972"/>
                    <a:pt x="6113" y="6994"/>
                    <a:pt x="6188" y="6994"/>
                  </a:cubicBezTo>
                  <a:cubicBezTo>
                    <a:pt x="6262" y="6994"/>
                    <a:pt x="6333" y="6972"/>
                    <a:pt x="6390" y="6930"/>
                  </a:cubicBezTo>
                  <a:cubicBezTo>
                    <a:pt x="6532" y="6844"/>
                    <a:pt x="6589" y="6702"/>
                    <a:pt x="6532" y="6560"/>
                  </a:cubicBezTo>
                  <a:cubicBezTo>
                    <a:pt x="6504" y="6418"/>
                    <a:pt x="6447" y="6276"/>
                    <a:pt x="6390" y="6134"/>
                  </a:cubicBezTo>
                  <a:cubicBezTo>
                    <a:pt x="5907" y="4999"/>
                    <a:pt x="5169" y="3976"/>
                    <a:pt x="4289" y="3124"/>
                  </a:cubicBezTo>
                  <a:cubicBezTo>
                    <a:pt x="3664" y="2499"/>
                    <a:pt x="3011" y="1903"/>
                    <a:pt x="2357" y="1335"/>
                  </a:cubicBezTo>
                  <a:cubicBezTo>
                    <a:pt x="1988" y="994"/>
                    <a:pt x="1591" y="682"/>
                    <a:pt x="1165"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82850" y="1466175"/>
              <a:ext cx="719925" cy="774650"/>
            </a:xfrm>
            <a:custGeom>
              <a:rect b="b" l="l" r="r" t="t"/>
              <a:pathLst>
                <a:path extrusionOk="0" h="30986" w="28797">
                  <a:moveTo>
                    <a:pt x="10562" y="0"/>
                  </a:moveTo>
                  <a:cubicBezTo>
                    <a:pt x="9883" y="0"/>
                    <a:pt x="9205" y="101"/>
                    <a:pt x="8548" y="303"/>
                  </a:cubicBezTo>
                  <a:cubicBezTo>
                    <a:pt x="7412" y="644"/>
                    <a:pt x="6361" y="1212"/>
                    <a:pt x="5453" y="1950"/>
                  </a:cubicBezTo>
                  <a:cubicBezTo>
                    <a:pt x="4402" y="2831"/>
                    <a:pt x="3465" y="3853"/>
                    <a:pt x="2670" y="5017"/>
                  </a:cubicBezTo>
                  <a:cubicBezTo>
                    <a:pt x="1988" y="6011"/>
                    <a:pt x="1448" y="7062"/>
                    <a:pt x="1079" y="8226"/>
                  </a:cubicBezTo>
                  <a:cubicBezTo>
                    <a:pt x="313" y="10555"/>
                    <a:pt x="0" y="13026"/>
                    <a:pt x="171" y="15496"/>
                  </a:cubicBezTo>
                  <a:cubicBezTo>
                    <a:pt x="227" y="16632"/>
                    <a:pt x="483" y="17768"/>
                    <a:pt x="880" y="18819"/>
                  </a:cubicBezTo>
                  <a:cubicBezTo>
                    <a:pt x="1477" y="20267"/>
                    <a:pt x="2499" y="21517"/>
                    <a:pt x="3777" y="22426"/>
                  </a:cubicBezTo>
                  <a:cubicBezTo>
                    <a:pt x="4033" y="22596"/>
                    <a:pt x="4317" y="22767"/>
                    <a:pt x="4601" y="22880"/>
                  </a:cubicBezTo>
                  <a:cubicBezTo>
                    <a:pt x="5737" y="23363"/>
                    <a:pt x="6929" y="23647"/>
                    <a:pt x="8151" y="23704"/>
                  </a:cubicBezTo>
                  <a:cubicBezTo>
                    <a:pt x="8719" y="23761"/>
                    <a:pt x="9258" y="23732"/>
                    <a:pt x="9826" y="23789"/>
                  </a:cubicBezTo>
                  <a:cubicBezTo>
                    <a:pt x="11076" y="23874"/>
                    <a:pt x="12354" y="24045"/>
                    <a:pt x="13575" y="24300"/>
                  </a:cubicBezTo>
                  <a:cubicBezTo>
                    <a:pt x="14711" y="24499"/>
                    <a:pt x="15762" y="24982"/>
                    <a:pt x="16670" y="25663"/>
                  </a:cubicBezTo>
                  <a:cubicBezTo>
                    <a:pt x="16897" y="25862"/>
                    <a:pt x="17153" y="26032"/>
                    <a:pt x="17380" y="26203"/>
                  </a:cubicBezTo>
                  <a:cubicBezTo>
                    <a:pt x="18261" y="26913"/>
                    <a:pt x="19113" y="27623"/>
                    <a:pt x="19993" y="28304"/>
                  </a:cubicBezTo>
                  <a:cubicBezTo>
                    <a:pt x="21356" y="29384"/>
                    <a:pt x="22890" y="30207"/>
                    <a:pt x="24508" y="30803"/>
                  </a:cubicBezTo>
                  <a:cubicBezTo>
                    <a:pt x="24913" y="30926"/>
                    <a:pt x="25334" y="30985"/>
                    <a:pt x="25755" y="30985"/>
                  </a:cubicBezTo>
                  <a:cubicBezTo>
                    <a:pt x="26308" y="30985"/>
                    <a:pt x="26861" y="30883"/>
                    <a:pt x="27377" y="30690"/>
                  </a:cubicBezTo>
                  <a:cubicBezTo>
                    <a:pt x="27746" y="30576"/>
                    <a:pt x="28058" y="30292"/>
                    <a:pt x="28257" y="29952"/>
                  </a:cubicBezTo>
                  <a:cubicBezTo>
                    <a:pt x="28456" y="29611"/>
                    <a:pt x="28598" y="29213"/>
                    <a:pt x="28683" y="28787"/>
                  </a:cubicBezTo>
                  <a:cubicBezTo>
                    <a:pt x="28797" y="27992"/>
                    <a:pt x="28740" y="27197"/>
                    <a:pt x="28569" y="26402"/>
                  </a:cubicBezTo>
                  <a:cubicBezTo>
                    <a:pt x="28399" y="25720"/>
                    <a:pt x="28200" y="25039"/>
                    <a:pt x="28001" y="24357"/>
                  </a:cubicBezTo>
                  <a:cubicBezTo>
                    <a:pt x="27604" y="23107"/>
                    <a:pt x="27292" y="21801"/>
                    <a:pt x="27150" y="20466"/>
                  </a:cubicBezTo>
                  <a:cubicBezTo>
                    <a:pt x="27093" y="20012"/>
                    <a:pt x="27036" y="19558"/>
                    <a:pt x="26979" y="19075"/>
                  </a:cubicBezTo>
                  <a:cubicBezTo>
                    <a:pt x="26866" y="18138"/>
                    <a:pt x="26780" y="17200"/>
                    <a:pt x="26638" y="16235"/>
                  </a:cubicBezTo>
                  <a:cubicBezTo>
                    <a:pt x="26440" y="15014"/>
                    <a:pt x="26014" y="13821"/>
                    <a:pt x="25332" y="12799"/>
                  </a:cubicBezTo>
                  <a:cubicBezTo>
                    <a:pt x="24736" y="11833"/>
                    <a:pt x="23940" y="10981"/>
                    <a:pt x="23060" y="10243"/>
                  </a:cubicBezTo>
                  <a:cubicBezTo>
                    <a:pt x="22293" y="9675"/>
                    <a:pt x="21640" y="8993"/>
                    <a:pt x="21044" y="8255"/>
                  </a:cubicBezTo>
                  <a:cubicBezTo>
                    <a:pt x="20447" y="7431"/>
                    <a:pt x="19851" y="6608"/>
                    <a:pt x="19226" y="5812"/>
                  </a:cubicBezTo>
                  <a:cubicBezTo>
                    <a:pt x="18317" y="4620"/>
                    <a:pt x="17323" y="3512"/>
                    <a:pt x="16216" y="2518"/>
                  </a:cubicBezTo>
                  <a:cubicBezTo>
                    <a:pt x="15307" y="1638"/>
                    <a:pt x="14228" y="956"/>
                    <a:pt x="13064" y="473"/>
                  </a:cubicBezTo>
                  <a:cubicBezTo>
                    <a:pt x="12259" y="158"/>
                    <a:pt x="11411" y="0"/>
                    <a:pt x="10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392875" y="1540200"/>
              <a:ext cx="576525" cy="649925"/>
            </a:xfrm>
            <a:custGeom>
              <a:rect b="b" l="l" r="r" t="t"/>
              <a:pathLst>
                <a:path extrusionOk="0" h="25997" w="23061">
                  <a:moveTo>
                    <a:pt x="6170" y="0"/>
                  </a:moveTo>
                  <a:cubicBezTo>
                    <a:pt x="6122" y="0"/>
                    <a:pt x="6071" y="27"/>
                    <a:pt x="6050" y="68"/>
                  </a:cubicBezTo>
                  <a:cubicBezTo>
                    <a:pt x="5993" y="125"/>
                    <a:pt x="6022" y="210"/>
                    <a:pt x="6078" y="267"/>
                  </a:cubicBezTo>
                  <a:cubicBezTo>
                    <a:pt x="6448" y="693"/>
                    <a:pt x="6845" y="1148"/>
                    <a:pt x="7243" y="1574"/>
                  </a:cubicBezTo>
                  <a:cubicBezTo>
                    <a:pt x="8549" y="2937"/>
                    <a:pt x="9486" y="4584"/>
                    <a:pt x="10054" y="6373"/>
                  </a:cubicBezTo>
                  <a:cubicBezTo>
                    <a:pt x="10338" y="7395"/>
                    <a:pt x="10651" y="8418"/>
                    <a:pt x="10935" y="9468"/>
                  </a:cubicBezTo>
                  <a:cubicBezTo>
                    <a:pt x="10935" y="9497"/>
                    <a:pt x="10935" y="9554"/>
                    <a:pt x="10935" y="9610"/>
                  </a:cubicBezTo>
                  <a:cubicBezTo>
                    <a:pt x="10935" y="9657"/>
                    <a:pt x="10878" y="9703"/>
                    <a:pt x="10811" y="9703"/>
                  </a:cubicBezTo>
                  <a:cubicBezTo>
                    <a:pt x="10795" y="9703"/>
                    <a:pt x="10780" y="9701"/>
                    <a:pt x="10764" y="9696"/>
                  </a:cubicBezTo>
                  <a:cubicBezTo>
                    <a:pt x="10679" y="9667"/>
                    <a:pt x="10594" y="9610"/>
                    <a:pt x="10537" y="9554"/>
                  </a:cubicBezTo>
                  <a:cubicBezTo>
                    <a:pt x="9259" y="8531"/>
                    <a:pt x="7839" y="7708"/>
                    <a:pt x="6334" y="7083"/>
                  </a:cubicBezTo>
                  <a:cubicBezTo>
                    <a:pt x="5482" y="6771"/>
                    <a:pt x="4658" y="6430"/>
                    <a:pt x="3835" y="6061"/>
                  </a:cubicBezTo>
                  <a:cubicBezTo>
                    <a:pt x="3267" y="5833"/>
                    <a:pt x="2727" y="5578"/>
                    <a:pt x="2159" y="5322"/>
                  </a:cubicBezTo>
                  <a:cubicBezTo>
                    <a:pt x="1932" y="5209"/>
                    <a:pt x="1648" y="5152"/>
                    <a:pt x="1393" y="5152"/>
                  </a:cubicBezTo>
                  <a:cubicBezTo>
                    <a:pt x="1336" y="5152"/>
                    <a:pt x="1307" y="5180"/>
                    <a:pt x="1279" y="5237"/>
                  </a:cubicBezTo>
                  <a:cubicBezTo>
                    <a:pt x="1222" y="5294"/>
                    <a:pt x="1251" y="5379"/>
                    <a:pt x="1336" y="5407"/>
                  </a:cubicBezTo>
                  <a:cubicBezTo>
                    <a:pt x="2046" y="5748"/>
                    <a:pt x="2756" y="6117"/>
                    <a:pt x="3494" y="6430"/>
                  </a:cubicBezTo>
                  <a:cubicBezTo>
                    <a:pt x="4516" y="6884"/>
                    <a:pt x="5567" y="7310"/>
                    <a:pt x="6590" y="7764"/>
                  </a:cubicBezTo>
                  <a:cubicBezTo>
                    <a:pt x="8038" y="8418"/>
                    <a:pt x="9373" y="9270"/>
                    <a:pt x="10565" y="10292"/>
                  </a:cubicBezTo>
                  <a:cubicBezTo>
                    <a:pt x="10679" y="10406"/>
                    <a:pt x="10849" y="10491"/>
                    <a:pt x="10849" y="10690"/>
                  </a:cubicBezTo>
                  <a:cubicBezTo>
                    <a:pt x="10811" y="10765"/>
                    <a:pt x="10748" y="10778"/>
                    <a:pt x="10685" y="10778"/>
                  </a:cubicBezTo>
                  <a:cubicBezTo>
                    <a:pt x="10654" y="10778"/>
                    <a:pt x="10622" y="10775"/>
                    <a:pt x="10594" y="10775"/>
                  </a:cubicBezTo>
                  <a:cubicBezTo>
                    <a:pt x="10404" y="10775"/>
                    <a:pt x="10228" y="10762"/>
                    <a:pt x="10055" y="10762"/>
                  </a:cubicBezTo>
                  <a:cubicBezTo>
                    <a:pt x="9969" y="10762"/>
                    <a:pt x="9884" y="10765"/>
                    <a:pt x="9799" y="10775"/>
                  </a:cubicBezTo>
                  <a:cubicBezTo>
                    <a:pt x="8805" y="10917"/>
                    <a:pt x="7839" y="11087"/>
                    <a:pt x="6874" y="11371"/>
                  </a:cubicBezTo>
                  <a:cubicBezTo>
                    <a:pt x="5732" y="11619"/>
                    <a:pt x="4603" y="11828"/>
                    <a:pt x="3452" y="11828"/>
                  </a:cubicBezTo>
                  <a:cubicBezTo>
                    <a:pt x="2886" y="11828"/>
                    <a:pt x="2314" y="11777"/>
                    <a:pt x="1733" y="11655"/>
                  </a:cubicBezTo>
                  <a:cubicBezTo>
                    <a:pt x="1279" y="11570"/>
                    <a:pt x="825" y="11542"/>
                    <a:pt x="370" y="11485"/>
                  </a:cubicBezTo>
                  <a:cubicBezTo>
                    <a:pt x="332" y="11480"/>
                    <a:pt x="297" y="11478"/>
                    <a:pt x="264" y="11478"/>
                  </a:cubicBezTo>
                  <a:cubicBezTo>
                    <a:pt x="100" y="11478"/>
                    <a:pt x="1" y="11537"/>
                    <a:pt x="1" y="11655"/>
                  </a:cubicBezTo>
                  <a:cubicBezTo>
                    <a:pt x="29" y="11797"/>
                    <a:pt x="143" y="11854"/>
                    <a:pt x="257" y="11882"/>
                  </a:cubicBezTo>
                  <a:cubicBezTo>
                    <a:pt x="342" y="11939"/>
                    <a:pt x="455" y="11968"/>
                    <a:pt x="541" y="11996"/>
                  </a:cubicBezTo>
                  <a:cubicBezTo>
                    <a:pt x="1500" y="12241"/>
                    <a:pt x="2495" y="12364"/>
                    <a:pt x="3483" y="12364"/>
                  </a:cubicBezTo>
                  <a:cubicBezTo>
                    <a:pt x="3752" y="12364"/>
                    <a:pt x="4021" y="12355"/>
                    <a:pt x="4289" y="12337"/>
                  </a:cubicBezTo>
                  <a:cubicBezTo>
                    <a:pt x="5567" y="12195"/>
                    <a:pt x="6788" y="11968"/>
                    <a:pt x="8038" y="11684"/>
                  </a:cubicBezTo>
                  <a:cubicBezTo>
                    <a:pt x="9003" y="11456"/>
                    <a:pt x="9997" y="11343"/>
                    <a:pt x="10991" y="11343"/>
                  </a:cubicBezTo>
                  <a:cubicBezTo>
                    <a:pt x="11446" y="11343"/>
                    <a:pt x="11872" y="11513"/>
                    <a:pt x="12156" y="11826"/>
                  </a:cubicBezTo>
                  <a:cubicBezTo>
                    <a:pt x="13150" y="12848"/>
                    <a:pt x="14087" y="13899"/>
                    <a:pt x="14967" y="15006"/>
                  </a:cubicBezTo>
                  <a:cubicBezTo>
                    <a:pt x="15024" y="15063"/>
                    <a:pt x="15081" y="15148"/>
                    <a:pt x="15138" y="15233"/>
                  </a:cubicBezTo>
                  <a:cubicBezTo>
                    <a:pt x="15166" y="15347"/>
                    <a:pt x="15109" y="15432"/>
                    <a:pt x="14996" y="15432"/>
                  </a:cubicBezTo>
                  <a:cubicBezTo>
                    <a:pt x="14882" y="15432"/>
                    <a:pt x="14768" y="15432"/>
                    <a:pt x="14655" y="15404"/>
                  </a:cubicBezTo>
                  <a:cubicBezTo>
                    <a:pt x="14361" y="15383"/>
                    <a:pt x="14068" y="15373"/>
                    <a:pt x="13775" y="15373"/>
                  </a:cubicBezTo>
                  <a:cubicBezTo>
                    <a:pt x="12848" y="15373"/>
                    <a:pt x="11926" y="15479"/>
                    <a:pt x="11020" y="15716"/>
                  </a:cubicBezTo>
                  <a:cubicBezTo>
                    <a:pt x="9969" y="15943"/>
                    <a:pt x="8947" y="16227"/>
                    <a:pt x="7867" y="16369"/>
                  </a:cubicBezTo>
                  <a:cubicBezTo>
                    <a:pt x="7388" y="16458"/>
                    <a:pt x="6887" y="16502"/>
                    <a:pt x="6384" y="16502"/>
                  </a:cubicBezTo>
                  <a:cubicBezTo>
                    <a:pt x="6082" y="16502"/>
                    <a:pt x="5780" y="16486"/>
                    <a:pt x="5482" y="16455"/>
                  </a:cubicBezTo>
                  <a:lnTo>
                    <a:pt x="4176" y="16256"/>
                  </a:lnTo>
                  <a:cubicBezTo>
                    <a:pt x="4076" y="16227"/>
                    <a:pt x="3970" y="16213"/>
                    <a:pt x="3860" y="16213"/>
                  </a:cubicBezTo>
                  <a:cubicBezTo>
                    <a:pt x="3750" y="16213"/>
                    <a:pt x="3636" y="16227"/>
                    <a:pt x="3522" y="16256"/>
                  </a:cubicBezTo>
                  <a:cubicBezTo>
                    <a:pt x="3466" y="16256"/>
                    <a:pt x="3466" y="16313"/>
                    <a:pt x="3466" y="16369"/>
                  </a:cubicBezTo>
                  <a:cubicBezTo>
                    <a:pt x="3494" y="16369"/>
                    <a:pt x="3494" y="16398"/>
                    <a:pt x="3494" y="16426"/>
                  </a:cubicBezTo>
                  <a:cubicBezTo>
                    <a:pt x="3608" y="16540"/>
                    <a:pt x="3721" y="16597"/>
                    <a:pt x="3892" y="16625"/>
                  </a:cubicBezTo>
                  <a:cubicBezTo>
                    <a:pt x="4545" y="16767"/>
                    <a:pt x="5198" y="16909"/>
                    <a:pt x="5880" y="16994"/>
                  </a:cubicBezTo>
                  <a:cubicBezTo>
                    <a:pt x="6083" y="17013"/>
                    <a:pt x="6287" y="17022"/>
                    <a:pt x="6490" y="17022"/>
                  </a:cubicBezTo>
                  <a:cubicBezTo>
                    <a:pt x="7477" y="17022"/>
                    <a:pt x="8454" y="16818"/>
                    <a:pt x="9373" y="16653"/>
                  </a:cubicBezTo>
                  <a:cubicBezTo>
                    <a:pt x="10452" y="16426"/>
                    <a:pt x="11531" y="16142"/>
                    <a:pt x="12638" y="16000"/>
                  </a:cubicBezTo>
                  <a:cubicBezTo>
                    <a:pt x="13050" y="15958"/>
                    <a:pt x="13455" y="15936"/>
                    <a:pt x="13856" y="15936"/>
                  </a:cubicBezTo>
                  <a:cubicBezTo>
                    <a:pt x="14257" y="15936"/>
                    <a:pt x="14655" y="15958"/>
                    <a:pt x="15052" y="16000"/>
                  </a:cubicBezTo>
                  <a:cubicBezTo>
                    <a:pt x="15535" y="16000"/>
                    <a:pt x="15961" y="16256"/>
                    <a:pt x="16188" y="16653"/>
                  </a:cubicBezTo>
                  <a:cubicBezTo>
                    <a:pt x="16898" y="17818"/>
                    <a:pt x="17665" y="18954"/>
                    <a:pt x="18375" y="20118"/>
                  </a:cubicBezTo>
                  <a:cubicBezTo>
                    <a:pt x="18432" y="20232"/>
                    <a:pt x="18489" y="20345"/>
                    <a:pt x="18517" y="20459"/>
                  </a:cubicBezTo>
                  <a:cubicBezTo>
                    <a:pt x="18545" y="20544"/>
                    <a:pt x="18460" y="20629"/>
                    <a:pt x="18375" y="20629"/>
                  </a:cubicBezTo>
                  <a:cubicBezTo>
                    <a:pt x="18290" y="20601"/>
                    <a:pt x="18233" y="20601"/>
                    <a:pt x="18148" y="20572"/>
                  </a:cubicBezTo>
                  <a:cubicBezTo>
                    <a:pt x="17608" y="20402"/>
                    <a:pt x="17069" y="20317"/>
                    <a:pt x="16501" y="20260"/>
                  </a:cubicBezTo>
                  <a:cubicBezTo>
                    <a:pt x="15138" y="20118"/>
                    <a:pt x="13774" y="19891"/>
                    <a:pt x="12411" y="19578"/>
                  </a:cubicBezTo>
                  <a:cubicBezTo>
                    <a:pt x="11929" y="19465"/>
                    <a:pt x="11474" y="19323"/>
                    <a:pt x="10991" y="19209"/>
                  </a:cubicBezTo>
                  <a:cubicBezTo>
                    <a:pt x="10965" y="19203"/>
                    <a:pt x="10936" y="19199"/>
                    <a:pt x="10908" y="19199"/>
                  </a:cubicBezTo>
                  <a:cubicBezTo>
                    <a:pt x="10815" y="19199"/>
                    <a:pt x="10722" y="19236"/>
                    <a:pt x="10679" y="19323"/>
                  </a:cubicBezTo>
                  <a:cubicBezTo>
                    <a:pt x="10651" y="19436"/>
                    <a:pt x="10736" y="19493"/>
                    <a:pt x="10821" y="19550"/>
                  </a:cubicBezTo>
                  <a:cubicBezTo>
                    <a:pt x="11105" y="19692"/>
                    <a:pt x="11389" y="19834"/>
                    <a:pt x="11701" y="19891"/>
                  </a:cubicBezTo>
                  <a:cubicBezTo>
                    <a:pt x="13008" y="20232"/>
                    <a:pt x="14342" y="20487"/>
                    <a:pt x="15706" y="20658"/>
                  </a:cubicBezTo>
                  <a:cubicBezTo>
                    <a:pt x="16671" y="20743"/>
                    <a:pt x="17637" y="20942"/>
                    <a:pt x="18574" y="21197"/>
                  </a:cubicBezTo>
                  <a:cubicBezTo>
                    <a:pt x="18943" y="21282"/>
                    <a:pt x="19227" y="21510"/>
                    <a:pt x="19426" y="21822"/>
                  </a:cubicBezTo>
                  <a:cubicBezTo>
                    <a:pt x="19710" y="22305"/>
                    <a:pt x="20022" y="22759"/>
                    <a:pt x="20306" y="23242"/>
                  </a:cubicBezTo>
                  <a:lnTo>
                    <a:pt x="20931" y="24207"/>
                  </a:lnTo>
                  <a:cubicBezTo>
                    <a:pt x="20858" y="24262"/>
                    <a:pt x="20772" y="24294"/>
                    <a:pt x="20683" y="24294"/>
                  </a:cubicBezTo>
                  <a:cubicBezTo>
                    <a:pt x="20634" y="24294"/>
                    <a:pt x="20584" y="24284"/>
                    <a:pt x="20533" y="24264"/>
                  </a:cubicBezTo>
                  <a:cubicBezTo>
                    <a:pt x="19170" y="23952"/>
                    <a:pt x="17779" y="23696"/>
                    <a:pt x="16416" y="23299"/>
                  </a:cubicBezTo>
                  <a:cubicBezTo>
                    <a:pt x="16332" y="23257"/>
                    <a:pt x="16219" y="23231"/>
                    <a:pt x="16108" y="23231"/>
                  </a:cubicBezTo>
                  <a:cubicBezTo>
                    <a:pt x="16068" y="23231"/>
                    <a:pt x="16028" y="23234"/>
                    <a:pt x="15990" y="23242"/>
                  </a:cubicBezTo>
                  <a:cubicBezTo>
                    <a:pt x="15961" y="23270"/>
                    <a:pt x="15904" y="23299"/>
                    <a:pt x="15904" y="23327"/>
                  </a:cubicBezTo>
                  <a:cubicBezTo>
                    <a:pt x="15904" y="23384"/>
                    <a:pt x="15904" y="23441"/>
                    <a:pt x="15961" y="23469"/>
                  </a:cubicBezTo>
                  <a:cubicBezTo>
                    <a:pt x="16132" y="23583"/>
                    <a:pt x="16330" y="23668"/>
                    <a:pt x="16529" y="23753"/>
                  </a:cubicBezTo>
                  <a:cubicBezTo>
                    <a:pt x="17069" y="23952"/>
                    <a:pt x="17637" y="24122"/>
                    <a:pt x="18205" y="24264"/>
                  </a:cubicBezTo>
                  <a:cubicBezTo>
                    <a:pt x="19170" y="24491"/>
                    <a:pt x="20136" y="24662"/>
                    <a:pt x="21130" y="24861"/>
                  </a:cubicBezTo>
                  <a:cubicBezTo>
                    <a:pt x="21357" y="24917"/>
                    <a:pt x="21584" y="25031"/>
                    <a:pt x="21755" y="25230"/>
                  </a:cubicBezTo>
                  <a:cubicBezTo>
                    <a:pt x="21925" y="25429"/>
                    <a:pt x="22152" y="25656"/>
                    <a:pt x="22379" y="25826"/>
                  </a:cubicBezTo>
                  <a:cubicBezTo>
                    <a:pt x="22465" y="25940"/>
                    <a:pt x="22607" y="25997"/>
                    <a:pt x="22777" y="25997"/>
                  </a:cubicBezTo>
                  <a:cubicBezTo>
                    <a:pt x="22919" y="25968"/>
                    <a:pt x="23061" y="25798"/>
                    <a:pt x="22976" y="25684"/>
                  </a:cubicBezTo>
                  <a:cubicBezTo>
                    <a:pt x="22805" y="25400"/>
                    <a:pt x="22635" y="25145"/>
                    <a:pt x="22465" y="24889"/>
                  </a:cubicBezTo>
                  <a:cubicBezTo>
                    <a:pt x="21755" y="23923"/>
                    <a:pt x="21101" y="22929"/>
                    <a:pt x="20533" y="21879"/>
                  </a:cubicBezTo>
                  <a:cubicBezTo>
                    <a:pt x="20420" y="21708"/>
                    <a:pt x="20363" y="21538"/>
                    <a:pt x="20306" y="21339"/>
                  </a:cubicBezTo>
                  <a:cubicBezTo>
                    <a:pt x="20193" y="20658"/>
                    <a:pt x="20107" y="19948"/>
                    <a:pt x="20107" y="19238"/>
                  </a:cubicBezTo>
                  <a:cubicBezTo>
                    <a:pt x="20107" y="18073"/>
                    <a:pt x="20051" y="16909"/>
                    <a:pt x="19880" y="15745"/>
                  </a:cubicBezTo>
                  <a:cubicBezTo>
                    <a:pt x="19767" y="14978"/>
                    <a:pt x="19653" y="14211"/>
                    <a:pt x="19483" y="13444"/>
                  </a:cubicBezTo>
                  <a:cubicBezTo>
                    <a:pt x="19369" y="12933"/>
                    <a:pt x="19170" y="12422"/>
                    <a:pt x="19000" y="11911"/>
                  </a:cubicBezTo>
                  <a:cubicBezTo>
                    <a:pt x="18971" y="11797"/>
                    <a:pt x="18886" y="11684"/>
                    <a:pt x="18773" y="11655"/>
                  </a:cubicBezTo>
                  <a:cubicBezTo>
                    <a:pt x="18752" y="11645"/>
                    <a:pt x="18723" y="11638"/>
                    <a:pt x="18696" y="11638"/>
                  </a:cubicBezTo>
                  <a:cubicBezTo>
                    <a:pt x="18648" y="11638"/>
                    <a:pt x="18602" y="11658"/>
                    <a:pt x="18602" y="11712"/>
                  </a:cubicBezTo>
                  <a:cubicBezTo>
                    <a:pt x="18574" y="11797"/>
                    <a:pt x="18574" y="11882"/>
                    <a:pt x="18602" y="11996"/>
                  </a:cubicBezTo>
                  <a:cubicBezTo>
                    <a:pt x="18858" y="12848"/>
                    <a:pt x="19057" y="13728"/>
                    <a:pt x="19170" y="14637"/>
                  </a:cubicBezTo>
                  <a:cubicBezTo>
                    <a:pt x="19454" y="16284"/>
                    <a:pt x="19625" y="17960"/>
                    <a:pt x="19625" y="19635"/>
                  </a:cubicBezTo>
                  <a:cubicBezTo>
                    <a:pt x="19653" y="19806"/>
                    <a:pt x="19681" y="19976"/>
                    <a:pt x="19511" y="20090"/>
                  </a:cubicBezTo>
                  <a:cubicBezTo>
                    <a:pt x="19454" y="20061"/>
                    <a:pt x="19397" y="20004"/>
                    <a:pt x="19341" y="19948"/>
                  </a:cubicBezTo>
                  <a:cubicBezTo>
                    <a:pt x="18943" y="19351"/>
                    <a:pt x="18574" y="18726"/>
                    <a:pt x="18148" y="18130"/>
                  </a:cubicBezTo>
                  <a:cubicBezTo>
                    <a:pt x="17835" y="17619"/>
                    <a:pt x="17495" y="17108"/>
                    <a:pt x="17154" y="16625"/>
                  </a:cubicBezTo>
                  <a:cubicBezTo>
                    <a:pt x="16785" y="16142"/>
                    <a:pt x="16558" y="15603"/>
                    <a:pt x="16472" y="15006"/>
                  </a:cubicBezTo>
                  <a:cubicBezTo>
                    <a:pt x="16302" y="13984"/>
                    <a:pt x="16103" y="12905"/>
                    <a:pt x="15933" y="11854"/>
                  </a:cubicBezTo>
                  <a:cubicBezTo>
                    <a:pt x="15791" y="10917"/>
                    <a:pt x="15564" y="9980"/>
                    <a:pt x="15280" y="9099"/>
                  </a:cubicBezTo>
                  <a:cubicBezTo>
                    <a:pt x="14683" y="7310"/>
                    <a:pt x="13774" y="5635"/>
                    <a:pt x="12638" y="4158"/>
                  </a:cubicBezTo>
                  <a:cubicBezTo>
                    <a:pt x="12553" y="3987"/>
                    <a:pt x="12411" y="3845"/>
                    <a:pt x="12241" y="3760"/>
                  </a:cubicBezTo>
                  <a:cubicBezTo>
                    <a:pt x="12224" y="3752"/>
                    <a:pt x="12208" y="3748"/>
                    <a:pt x="12192" y="3748"/>
                  </a:cubicBezTo>
                  <a:cubicBezTo>
                    <a:pt x="12153" y="3748"/>
                    <a:pt x="12119" y="3769"/>
                    <a:pt x="12099" y="3789"/>
                  </a:cubicBezTo>
                  <a:cubicBezTo>
                    <a:pt x="12071" y="3817"/>
                    <a:pt x="12042" y="3845"/>
                    <a:pt x="12042" y="3902"/>
                  </a:cubicBezTo>
                  <a:cubicBezTo>
                    <a:pt x="12099" y="4016"/>
                    <a:pt x="12127" y="4129"/>
                    <a:pt x="12184" y="4243"/>
                  </a:cubicBezTo>
                  <a:cubicBezTo>
                    <a:pt x="12582" y="4896"/>
                    <a:pt x="12951" y="5549"/>
                    <a:pt x="13348" y="6174"/>
                  </a:cubicBezTo>
                  <a:cubicBezTo>
                    <a:pt x="14030" y="7367"/>
                    <a:pt x="14570" y="8616"/>
                    <a:pt x="14967" y="9923"/>
                  </a:cubicBezTo>
                  <a:cubicBezTo>
                    <a:pt x="15052" y="10207"/>
                    <a:pt x="15138" y="10519"/>
                    <a:pt x="15194" y="10832"/>
                  </a:cubicBezTo>
                  <a:cubicBezTo>
                    <a:pt x="15422" y="11939"/>
                    <a:pt x="15592" y="13075"/>
                    <a:pt x="15791" y="14211"/>
                  </a:cubicBezTo>
                  <a:cubicBezTo>
                    <a:pt x="15819" y="14325"/>
                    <a:pt x="15904" y="14467"/>
                    <a:pt x="15791" y="14609"/>
                  </a:cubicBezTo>
                  <a:cubicBezTo>
                    <a:pt x="15734" y="14609"/>
                    <a:pt x="15677" y="14609"/>
                    <a:pt x="15649" y="14580"/>
                  </a:cubicBezTo>
                  <a:cubicBezTo>
                    <a:pt x="15507" y="14410"/>
                    <a:pt x="15336" y="14268"/>
                    <a:pt x="15194" y="14097"/>
                  </a:cubicBezTo>
                  <a:cubicBezTo>
                    <a:pt x="14342" y="13103"/>
                    <a:pt x="13434" y="12166"/>
                    <a:pt x="12496" y="11258"/>
                  </a:cubicBezTo>
                  <a:cubicBezTo>
                    <a:pt x="12326" y="11116"/>
                    <a:pt x="12184" y="10945"/>
                    <a:pt x="12071" y="10746"/>
                  </a:cubicBezTo>
                  <a:cubicBezTo>
                    <a:pt x="11843" y="10349"/>
                    <a:pt x="11673" y="9923"/>
                    <a:pt x="11531" y="9468"/>
                  </a:cubicBezTo>
                  <a:cubicBezTo>
                    <a:pt x="11247" y="8474"/>
                    <a:pt x="10991" y="7452"/>
                    <a:pt x="10679" y="6458"/>
                  </a:cubicBezTo>
                  <a:cubicBezTo>
                    <a:pt x="10423" y="5578"/>
                    <a:pt x="10111" y="4754"/>
                    <a:pt x="9685" y="3959"/>
                  </a:cubicBezTo>
                  <a:cubicBezTo>
                    <a:pt x="9060" y="2681"/>
                    <a:pt x="8095" y="1630"/>
                    <a:pt x="7101" y="608"/>
                  </a:cubicBezTo>
                  <a:cubicBezTo>
                    <a:pt x="6930" y="438"/>
                    <a:pt x="6760" y="296"/>
                    <a:pt x="6561" y="154"/>
                  </a:cubicBezTo>
                  <a:cubicBezTo>
                    <a:pt x="6448" y="68"/>
                    <a:pt x="6334" y="40"/>
                    <a:pt x="6220" y="12"/>
                  </a:cubicBezTo>
                  <a:cubicBezTo>
                    <a:pt x="6205" y="4"/>
                    <a:pt x="6188" y="0"/>
                    <a:pt x="6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1127700" y="2939050"/>
              <a:ext cx="164650" cy="174225"/>
            </a:xfrm>
            <a:custGeom>
              <a:rect b="b" l="l" r="r" t="t"/>
              <a:pathLst>
                <a:path extrusionOk="0" h="6969" w="6586">
                  <a:moveTo>
                    <a:pt x="6235" y="1"/>
                  </a:moveTo>
                  <a:cubicBezTo>
                    <a:pt x="6221" y="1"/>
                    <a:pt x="6206" y="2"/>
                    <a:pt x="6192" y="3"/>
                  </a:cubicBezTo>
                  <a:cubicBezTo>
                    <a:pt x="5908" y="32"/>
                    <a:pt x="5624" y="145"/>
                    <a:pt x="5425" y="344"/>
                  </a:cubicBezTo>
                  <a:cubicBezTo>
                    <a:pt x="4999" y="657"/>
                    <a:pt x="4601" y="969"/>
                    <a:pt x="4232" y="1310"/>
                  </a:cubicBezTo>
                  <a:cubicBezTo>
                    <a:pt x="3579" y="1878"/>
                    <a:pt x="2926" y="2474"/>
                    <a:pt x="2301" y="3099"/>
                  </a:cubicBezTo>
                  <a:cubicBezTo>
                    <a:pt x="1392" y="3951"/>
                    <a:pt x="682" y="4973"/>
                    <a:pt x="200" y="6109"/>
                  </a:cubicBezTo>
                  <a:cubicBezTo>
                    <a:pt x="114" y="6251"/>
                    <a:pt x="86" y="6393"/>
                    <a:pt x="29" y="6535"/>
                  </a:cubicBezTo>
                  <a:cubicBezTo>
                    <a:pt x="1" y="6677"/>
                    <a:pt x="58" y="6848"/>
                    <a:pt x="200" y="6904"/>
                  </a:cubicBezTo>
                  <a:cubicBezTo>
                    <a:pt x="256" y="6947"/>
                    <a:pt x="327" y="6968"/>
                    <a:pt x="398" y="6968"/>
                  </a:cubicBezTo>
                  <a:cubicBezTo>
                    <a:pt x="469" y="6968"/>
                    <a:pt x="540" y="6947"/>
                    <a:pt x="597" y="6904"/>
                  </a:cubicBezTo>
                  <a:cubicBezTo>
                    <a:pt x="739" y="6791"/>
                    <a:pt x="853" y="6677"/>
                    <a:pt x="938" y="6535"/>
                  </a:cubicBezTo>
                  <a:cubicBezTo>
                    <a:pt x="1194" y="6138"/>
                    <a:pt x="1421" y="5740"/>
                    <a:pt x="1676" y="5371"/>
                  </a:cubicBezTo>
                  <a:cubicBezTo>
                    <a:pt x="2273" y="4490"/>
                    <a:pt x="3011" y="3695"/>
                    <a:pt x="3835" y="3014"/>
                  </a:cubicBezTo>
                  <a:cubicBezTo>
                    <a:pt x="4459" y="2446"/>
                    <a:pt x="5113" y="1878"/>
                    <a:pt x="5766" y="1338"/>
                  </a:cubicBezTo>
                  <a:cubicBezTo>
                    <a:pt x="5965" y="1168"/>
                    <a:pt x="6163" y="969"/>
                    <a:pt x="6334" y="770"/>
                  </a:cubicBezTo>
                  <a:cubicBezTo>
                    <a:pt x="6419" y="657"/>
                    <a:pt x="6476" y="515"/>
                    <a:pt x="6533" y="373"/>
                  </a:cubicBezTo>
                  <a:cubicBezTo>
                    <a:pt x="6586" y="187"/>
                    <a:pt x="6440" y="1"/>
                    <a:pt x="6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957325" y="2004800"/>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35"/>
                  </a:cubicBezTo>
                  <a:cubicBezTo>
                    <a:pt x="1448" y="1903"/>
                    <a:pt x="2102" y="2443"/>
                    <a:pt x="2755" y="3011"/>
                  </a:cubicBezTo>
                  <a:cubicBezTo>
                    <a:pt x="3578" y="3692"/>
                    <a:pt x="4288" y="4487"/>
                    <a:pt x="4913" y="5368"/>
                  </a:cubicBezTo>
                  <a:cubicBezTo>
                    <a:pt x="5140" y="5765"/>
                    <a:pt x="5396" y="6163"/>
                    <a:pt x="5652" y="6561"/>
                  </a:cubicBezTo>
                  <a:cubicBezTo>
                    <a:pt x="5737" y="6703"/>
                    <a:pt x="5850" y="6816"/>
                    <a:pt x="5964" y="6930"/>
                  </a:cubicBezTo>
                  <a:cubicBezTo>
                    <a:pt x="6035" y="6972"/>
                    <a:pt x="6113" y="6994"/>
                    <a:pt x="6188" y="6994"/>
                  </a:cubicBezTo>
                  <a:cubicBezTo>
                    <a:pt x="6262" y="6994"/>
                    <a:pt x="6333" y="6972"/>
                    <a:pt x="6390" y="6930"/>
                  </a:cubicBezTo>
                  <a:cubicBezTo>
                    <a:pt x="6532" y="6845"/>
                    <a:pt x="6589" y="6703"/>
                    <a:pt x="6532" y="6561"/>
                  </a:cubicBezTo>
                  <a:cubicBezTo>
                    <a:pt x="6503" y="6419"/>
                    <a:pt x="6447" y="6277"/>
                    <a:pt x="6390" y="6135"/>
                  </a:cubicBezTo>
                  <a:cubicBezTo>
                    <a:pt x="5907" y="4999"/>
                    <a:pt x="5169" y="3976"/>
                    <a:pt x="4288" y="3096"/>
                  </a:cubicBezTo>
                  <a:cubicBezTo>
                    <a:pt x="3664" y="2500"/>
                    <a:pt x="3010" y="1903"/>
                    <a:pt x="2357" y="1335"/>
                  </a:cubicBezTo>
                  <a:cubicBezTo>
                    <a:pt x="1988" y="994"/>
                    <a:pt x="1562" y="682"/>
                    <a:pt x="1164"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1138350" y="1497775"/>
              <a:ext cx="78125" cy="223050"/>
            </a:xfrm>
            <a:custGeom>
              <a:rect b="b" l="l" r="r" t="t"/>
              <a:pathLst>
                <a:path extrusionOk="0" h="8922" w="3125">
                  <a:moveTo>
                    <a:pt x="342" y="0"/>
                  </a:moveTo>
                  <a:cubicBezTo>
                    <a:pt x="206" y="0"/>
                    <a:pt x="71" y="85"/>
                    <a:pt x="29" y="232"/>
                  </a:cubicBezTo>
                  <a:cubicBezTo>
                    <a:pt x="1" y="374"/>
                    <a:pt x="1" y="516"/>
                    <a:pt x="29" y="658"/>
                  </a:cubicBezTo>
                  <a:cubicBezTo>
                    <a:pt x="86" y="913"/>
                    <a:pt x="171" y="1169"/>
                    <a:pt x="285" y="1425"/>
                  </a:cubicBezTo>
                  <a:cubicBezTo>
                    <a:pt x="597" y="2220"/>
                    <a:pt x="938" y="2987"/>
                    <a:pt x="1222" y="3782"/>
                  </a:cubicBezTo>
                  <a:cubicBezTo>
                    <a:pt x="1648" y="4776"/>
                    <a:pt x="1932" y="5798"/>
                    <a:pt x="2074" y="6877"/>
                  </a:cubicBezTo>
                  <a:cubicBezTo>
                    <a:pt x="2131" y="7332"/>
                    <a:pt x="2159" y="7786"/>
                    <a:pt x="2216" y="8240"/>
                  </a:cubicBezTo>
                  <a:cubicBezTo>
                    <a:pt x="2216" y="8411"/>
                    <a:pt x="2273" y="8581"/>
                    <a:pt x="2330" y="8723"/>
                  </a:cubicBezTo>
                  <a:cubicBezTo>
                    <a:pt x="2386" y="8865"/>
                    <a:pt x="2528" y="8922"/>
                    <a:pt x="2699" y="8922"/>
                  </a:cubicBezTo>
                  <a:cubicBezTo>
                    <a:pt x="2841" y="8922"/>
                    <a:pt x="2954" y="8808"/>
                    <a:pt x="2983" y="8666"/>
                  </a:cubicBezTo>
                  <a:cubicBezTo>
                    <a:pt x="3011" y="8524"/>
                    <a:pt x="3040" y="8382"/>
                    <a:pt x="3040" y="8240"/>
                  </a:cubicBezTo>
                  <a:cubicBezTo>
                    <a:pt x="3125" y="6991"/>
                    <a:pt x="2954" y="5770"/>
                    <a:pt x="2557" y="4577"/>
                  </a:cubicBezTo>
                  <a:cubicBezTo>
                    <a:pt x="2273" y="3753"/>
                    <a:pt x="1960" y="2958"/>
                    <a:pt x="1648" y="2135"/>
                  </a:cubicBezTo>
                  <a:cubicBezTo>
                    <a:pt x="1449" y="1652"/>
                    <a:pt x="1250" y="1169"/>
                    <a:pt x="1023" y="715"/>
                  </a:cubicBezTo>
                  <a:cubicBezTo>
                    <a:pt x="910" y="431"/>
                    <a:pt x="739" y="203"/>
                    <a:pt x="484" y="33"/>
                  </a:cubicBezTo>
                  <a:cubicBezTo>
                    <a:pt x="439" y="11"/>
                    <a:pt x="391"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1208650" y="2357525"/>
              <a:ext cx="762525" cy="678650"/>
            </a:xfrm>
            <a:custGeom>
              <a:rect b="b" l="l" r="r" t="t"/>
              <a:pathLst>
                <a:path extrusionOk="0" h="27146" w="30501">
                  <a:moveTo>
                    <a:pt x="21383" y="0"/>
                  </a:moveTo>
                  <a:cubicBezTo>
                    <a:pt x="20966" y="0"/>
                    <a:pt x="20549" y="40"/>
                    <a:pt x="20135" y="119"/>
                  </a:cubicBezTo>
                  <a:cubicBezTo>
                    <a:pt x="18914" y="375"/>
                    <a:pt x="17778" y="829"/>
                    <a:pt x="16727" y="1511"/>
                  </a:cubicBezTo>
                  <a:cubicBezTo>
                    <a:pt x="15478" y="2249"/>
                    <a:pt x="14342" y="3130"/>
                    <a:pt x="13263" y="4095"/>
                  </a:cubicBezTo>
                  <a:cubicBezTo>
                    <a:pt x="12524" y="4777"/>
                    <a:pt x="11786" y="5458"/>
                    <a:pt x="11076" y="6140"/>
                  </a:cubicBezTo>
                  <a:cubicBezTo>
                    <a:pt x="10366" y="6736"/>
                    <a:pt x="9599" y="7276"/>
                    <a:pt x="8776" y="7673"/>
                  </a:cubicBezTo>
                  <a:cubicBezTo>
                    <a:pt x="7782" y="8213"/>
                    <a:pt x="6873" y="8866"/>
                    <a:pt x="6106" y="9690"/>
                  </a:cubicBezTo>
                  <a:cubicBezTo>
                    <a:pt x="5283" y="10570"/>
                    <a:pt x="4629" y="11621"/>
                    <a:pt x="4232" y="12785"/>
                  </a:cubicBezTo>
                  <a:cubicBezTo>
                    <a:pt x="3948" y="13637"/>
                    <a:pt x="3692" y="14546"/>
                    <a:pt x="3408" y="15426"/>
                  </a:cubicBezTo>
                  <a:cubicBezTo>
                    <a:pt x="3266" y="15852"/>
                    <a:pt x="3124" y="16278"/>
                    <a:pt x="2982" y="16704"/>
                  </a:cubicBezTo>
                  <a:cubicBezTo>
                    <a:pt x="2613" y="17954"/>
                    <a:pt x="2102" y="19175"/>
                    <a:pt x="1449" y="20311"/>
                  </a:cubicBezTo>
                  <a:cubicBezTo>
                    <a:pt x="1136" y="20936"/>
                    <a:pt x="852" y="21560"/>
                    <a:pt x="568" y="22185"/>
                  </a:cubicBezTo>
                  <a:cubicBezTo>
                    <a:pt x="228" y="22895"/>
                    <a:pt x="57" y="23662"/>
                    <a:pt x="29" y="24457"/>
                  </a:cubicBezTo>
                  <a:cubicBezTo>
                    <a:pt x="0" y="24855"/>
                    <a:pt x="86" y="25252"/>
                    <a:pt x="228" y="25650"/>
                  </a:cubicBezTo>
                  <a:cubicBezTo>
                    <a:pt x="341" y="26019"/>
                    <a:pt x="597" y="26331"/>
                    <a:pt x="937" y="26502"/>
                  </a:cubicBezTo>
                  <a:cubicBezTo>
                    <a:pt x="1614" y="26937"/>
                    <a:pt x="2414" y="27146"/>
                    <a:pt x="3233" y="27146"/>
                  </a:cubicBezTo>
                  <a:cubicBezTo>
                    <a:pt x="3376" y="27146"/>
                    <a:pt x="3520" y="27139"/>
                    <a:pt x="3664" y="27127"/>
                  </a:cubicBezTo>
                  <a:cubicBezTo>
                    <a:pt x="5311" y="26871"/>
                    <a:pt x="6930" y="26331"/>
                    <a:pt x="8435" y="25536"/>
                  </a:cubicBezTo>
                  <a:cubicBezTo>
                    <a:pt x="9400" y="25054"/>
                    <a:pt x="10366" y="24514"/>
                    <a:pt x="11332" y="24003"/>
                  </a:cubicBezTo>
                  <a:cubicBezTo>
                    <a:pt x="11587" y="23889"/>
                    <a:pt x="11843" y="23747"/>
                    <a:pt x="12098" y="23634"/>
                  </a:cubicBezTo>
                  <a:cubicBezTo>
                    <a:pt x="13092" y="23122"/>
                    <a:pt x="14200" y="22867"/>
                    <a:pt x="15336" y="22867"/>
                  </a:cubicBezTo>
                  <a:cubicBezTo>
                    <a:pt x="15493" y="22863"/>
                    <a:pt x="15651" y="22861"/>
                    <a:pt x="15809" y="22861"/>
                  </a:cubicBezTo>
                  <a:cubicBezTo>
                    <a:pt x="16873" y="22861"/>
                    <a:pt x="17939" y="22942"/>
                    <a:pt x="19028" y="23066"/>
                  </a:cubicBezTo>
                  <a:cubicBezTo>
                    <a:pt x="19567" y="23122"/>
                    <a:pt x="20107" y="23236"/>
                    <a:pt x="20646" y="23293"/>
                  </a:cubicBezTo>
                  <a:cubicBezTo>
                    <a:pt x="21094" y="23358"/>
                    <a:pt x="21549" y="23390"/>
                    <a:pt x="22007" y="23390"/>
                  </a:cubicBezTo>
                  <a:cubicBezTo>
                    <a:pt x="22741" y="23390"/>
                    <a:pt x="23479" y="23308"/>
                    <a:pt x="24196" y="23151"/>
                  </a:cubicBezTo>
                  <a:cubicBezTo>
                    <a:pt x="24480" y="23066"/>
                    <a:pt x="24764" y="22980"/>
                    <a:pt x="25048" y="22838"/>
                  </a:cubicBezTo>
                  <a:cubicBezTo>
                    <a:pt x="26440" y="22214"/>
                    <a:pt x="27632" y="21191"/>
                    <a:pt x="28484" y="19913"/>
                  </a:cubicBezTo>
                  <a:cubicBezTo>
                    <a:pt x="29052" y="18948"/>
                    <a:pt x="29478" y="17925"/>
                    <a:pt x="29762" y="16846"/>
                  </a:cubicBezTo>
                  <a:cubicBezTo>
                    <a:pt x="30359" y="14518"/>
                    <a:pt x="30501" y="12075"/>
                    <a:pt x="30188" y="9690"/>
                  </a:cubicBezTo>
                  <a:cubicBezTo>
                    <a:pt x="30046" y="8554"/>
                    <a:pt x="29734" y="7418"/>
                    <a:pt x="29251" y="6367"/>
                  </a:cubicBezTo>
                  <a:cubicBezTo>
                    <a:pt x="28712" y="5117"/>
                    <a:pt x="28002" y="3953"/>
                    <a:pt x="27150" y="2902"/>
                  </a:cubicBezTo>
                  <a:cubicBezTo>
                    <a:pt x="26411" y="2022"/>
                    <a:pt x="25503" y="1312"/>
                    <a:pt x="24480" y="772"/>
                  </a:cubicBezTo>
                  <a:cubicBezTo>
                    <a:pt x="23519" y="261"/>
                    <a:pt x="22455" y="0"/>
                    <a:pt x="2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1238475" y="2430775"/>
              <a:ext cx="617700" cy="548150"/>
            </a:xfrm>
            <a:custGeom>
              <a:rect b="b" l="l" r="r" t="t"/>
              <a:pathLst>
                <a:path extrusionOk="0" h="21926" w="24708">
                  <a:moveTo>
                    <a:pt x="20817" y="1"/>
                  </a:moveTo>
                  <a:cubicBezTo>
                    <a:pt x="20703" y="1"/>
                    <a:pt x="20589" y="29"/>
                    <a:pt x="20476" y="86"/>
                  </a:cubicBezTo>
                  <a:cubicBezTo>
                    <a:pt x="20249" y="171"/>
                    <a:pt x="20050" y="313"/>
                    <a:pt x="19851" y="427"/>
                  </a:cubicBezTo>
                  <a:cubicBezTo>
                    <a:pt x="18715" y="1222"/>
                    <a:pt x="17607" y="2045"/>
                    <a:pt x="16755" y="3153"/>
                  </a:cubicBezTo>
                  <a:cubicBezTo>
                    <a:pt x="16216" y="3863"/>
                    <a:pt x="15761" y="4601"/>
                    <a:pt x="15336" y="5368"/>
                  </a:cubicBezTo>
                  <a:cubicBezTo>
                    <a:pt x="14881" y="6305"/>
                    <a:pt x="14455" y="7214"/>
                    <a:pt x="13972" y="8123"/>
                  </a:cubicBezTo>
                  <a:cubicBezTo>
                    <a:pt x="13774" y="8520"/>
                    <a:pt x="13518" y="8890"/>
                    <a:pt x="13234" y="9230"/>
                  </a:cubicBezTo>
                  <a:cubicBezTo>
                    <a:pt x="13092" y="9401"/>
                    <a:pt x="12922" y="9543"/>
                    <a:pt x="12751" y="9656"/>
                  </a:cubicBezTo>
                  <a:cubicBezTo>
                    <a:pt x="11672" y="10338"/>
                    <a:pt x="10621" y="11105"/>
                    <a:pt x="9627" y="11900"/>
                  </a:cubicBezTo>
                  <a:cubicBezTo>
                    <a:pt x="9457" y="12042"/>
                    <a:pt x="9287" y="12155"/>
                    <a:pt x="9116" y="12269"/>
                  </a:cubicBezTo>
                  <a:lnTo>
                    <a:pt x="8974" y="12269"/>
                  </a:lnTo>
                  <a:cubicBezTo>
                    <a:pt x="8889" y="12127"/>
                    <a:pt x="9003" y="11985"/>
                    <a:pt x="9031" y="11872"/>
                  </a:cubicBezTo>
                  <a:cubicBezTo>
                    <a:pt x="9429" y="10821"/>
                    <a:pt x="9798" y="9770"/>
                    <a:pt x="10195" y="8719"/>
                  </a:cubicBezTo>
                  <a:cubicBezTo>
                    <a:pt x="10309" y="8435"/>
                    <a:pt x="10451" y="8180"/>
                    <a:pt x="10621" y="7896"/>
                  </a:cubicBezTo>
                  <a:cubicBezTo>
                    <a:pt x="11218" y="6731"/>
                    <a:pt x="11956" y="5624"/>
                    <a:pt x="12836" y="4601"/>
                  </a:cubicBezTo>
                  <a:cubicBezTo>
                    <a:pt x="13348" y="4062"/>
                    <a:pt x="13802" y="3494"/>
                    <a:pt x="14285" y="2954"/>
                  </a:cubicBezTo>
                  <a:cubicBezTo>
                    <a:pt x="14370" y="2869"/>
                    <a:pt x="14427" y="2755"/>
                    <a:pt x="14484" y="2642"/>
                  </a:cubicBezTo>
                  <a:cubicBezTo>
                    <a:pt x="14484" y="2613"/>
                    <a:pt x="14484" y="2557"/>
                    <a:pt x="14455" y="2528"/>
                  </a:cubicBezTo>
                  <a:cubicBezTo>
                    <a:pt x="14427" y="2500"/>
                    <a:pt x="14370" y="2471"/>
                    <a:pt x="14342" y="2471"/>
                  </a:cubicBezTo>
                  <a:cubicBezTo>
                    <a:pt x="14143" y="2528"/>
                    <a:pt x="14001" y="2642"/>
                    <a:pt x="13859" y="2784"/>
                  </a:cubicBezTo>
                  <a:cubicBezTo>
                    <a:pt x="12496" y="4005"/>
                    <a:pt x="11360" y="5453"/>
                    <a:pt x="10451" y="7044"/>
                  </a:cubicBezTo>
                  <a:cubicBezTo>
                    <a:pt x="10025" y="7867"/>
                    <a:pt x="9627" y="8691"/>
                    <a:pt x="9315" y="9571"/>
                  </a:cubicBezTo>
                  <a:cubicBezTo>
                    <a:pt x="8974" y="10565"/>
                    <a:pt x="8605" y="11531"/>
                    <a:pt x="8264" y="12525"/>
                  </a:cubicBezTo>
                  <a:cubicBezTo>
                    <a:pt x="8065" y="13064"/>
                    <a:pt x="7753" y="13547"/>
                    <a:pt x="7327" y="13945"/>
                  </a:cubicBezTo>
                  <a:cubicBezTo>
                    <a:pt x="6873" y="14342"/>
                    <a:pt x="6475" y="14768"/>
                    <a:pt x="6077" y="15194"/>
                  </a:cubicBezTo>
                  <a:cubicBezTo>
                    <a:pt x="5566" y="15705"/>
                    <a:pt x="5083" y="16217"/>
                    <a:pt x="4601" y="16728"/>
                  </a:cubicBezTo>
                  <a:cubicBezTo>
                    <a:pt x="4544" y="16785"/>
                    <a:pt x="4487" y="16813"/>
                    <a:pt x="4430" y="16841"/>
                  </a:cubicBezTo>
                  <a:cubicBezTo>
                    <a:pt x="4260" y="16699"/>
                    <a:pt x="4345" y="16529"/>
                    <a:pt x="4374" y="16387"/>
                  </a:cubicBezTo>
                  <a:cubicBezTo>
                    <a:pt x="4686" y="14768"/>
                    <a:pt x="5140" y="13206"/>
                    <a:pt x="5737" y="11673"/>
                  </a:cubicBezTo>
                  <a:cubicBezTo>
                    <a:pt x="5992" y="10821"/>
                    <a:pt x="6333" y="10026"/>
                    <a:pt x="6759" y="9230"/>
                  </a:cubicBezTo>
                  <a:cubicBezTo>
                    <a:pt x="6787" y="9145"/>
                    <a:pt x="6816" y="9060"/>
                    <a:pt x="6816" y="8975"/>
                  </a:cubicBezTo>
                  <a:cubicBezTo>
                    <a:pt x="6816" y="8890"/>
                    <a:pt x="6731" y="8861"/>
                    <a:pt x="6645" y="8861"/>
                  </a:cubicBezTo>
                  <a:cubicBezTo>
                    <a:pt x="6532" y="8890"/>
                    <a:pt x="6447" y="8975"/>
                    <a:pt x="6390" y="9088"/>
                  </a:cubicBezTo>
                  <a:cubicBezTo>
                    <a:pt x="6134" y="9543"/>
                    <a:pt x="5879" y="9997"/>
                    <a:pt x="5651" y="10480"/>
                  </a:cubicBezTo>
                  <a:cubicBezTo>
                    <a:pt x="5367" y="11190"/>
                    <a:pt x="5112" y="11900"/>
                    <a:pt x="4856" y="12610"/>
                  </a:cubicBezTo>
                  <a:cubicBezTo>
                    <a:pt x="4487" y="13689"/>
                    <a:pt x="4203" y="14797"/>
                    <a:pt x="4004" y="15933"/>
                  </a:cubicBezTo>
                  <a:cubicBezTo>
                    <a:pt x="3862" y="16586"/>
                    <a:pt x="3664" y="17267"/>
                    <a:pt x="3408" y="17892"/>
                  </a:cubicBezTo>
                  <a:cubicBezTo>
                    <a:pt x="3351" y="18062"/>
                    <a:pt x="3266" y="18233"/>
                    <a:pt x="3124" y="18375"/>
                  </a:cubicBezTo>
                  <a:cubicBezTo>
                    <a:pt x="2386" y="19255"/>
                    <a:pt x="1562" y="20107"/>
                    <a:pt x="738" y="20902"/>
                  </a:cubicBezTo>
                  <a:cubicBezTo>
                    <a:pt x="511" y="21130"/>
                    <a:pt x="284" y="21357"/>
                    <a:pt x="85" y="21584"/>
                  </a:cubicBezTo>
                  <a:cubicBezTo>
                    <a:pt x="0" y="21669"/>
                    <a:pt x="85" y="21868"/>
                    <a:pt x="227" y="21896"/>
                  </a:cubicBezTo>
                  <a:cubicBezTo>
                    <a:pt x="278" y="21916"/>
                    <a:pt x="328" y="21926"/>
                    <a:pt x="378" y="21926"/>
                  </a:cubicBezTo>
                  <a:cubicBezTo>
                    <a:pt x="470" y="21926"/>
                    <a:pt x="562" y="21895"/>
                    <a:pt x="653" y="21840"/>
                  </a:cubicBezTo>
                  <a:cubicBezTo>
                    <a:pt x="880" y="21698"/>
                    <a:pt x="1136" y="21527"/>
                    <a:pt x="1363" y="21357"/>
                  </a:cubicBezTo>
                  <a:cubicBezTo>
                    <a:pt x="1512" y="21233"/>
                    <a:pt x="1703" y="21153"/>
                    <a:pt x="1919" y="21153"/>
                  </a:cubicBezTo>
                  <a:cubicBezTo>
                    <a:pt x="1951" y="21153"/>
                    <a:pt x="1983" y="21154"/>
                    <a:pt x="2016" y="21158"/>
                  </a:cubicBezTo>
                  <a:cubicBezTo>
                    <a:pt x="2982" y="21158"/>
                    <a:pt x="3948" y="21158"/>
                    <a:pt x="4913" y="21101"/>
                  </a:cubicBezTo>
                  <a:cubicBezTo>
                    <a:pt x="5481" y="21073"/>
                    <a:pt x="6049" y="20988"/>
                    <a:pt x="6617" y="20902"/>
                  </a:cubicBezTo>
                  <a:cubicBezTo>
                    <a:pt x="6844" y="20874"/>
                    <a:pt x="7043" y="20789"/>
                    <a:pt x="7242" y="20732"/>
                  </a:cubicBezTo>
                  <a:cubicBezTo>
                    <a:pt x="7270" y="20704"/>
                    <a:pt x="7299" y="20647"/>
                    <a:pt x="7299" y="20618"/>
                  </a:cubicBezTo>
                  <a:cubicBezTo>
                    <a:pt x="7299" y="20562"/>
                    <a:pt x="7270" y="20533"/>
                    <a:pt x="7213" y="20505"/>
                  </a:cubicBezTo>
                  <a:cubicBezTo>
                    <a:pt x="7147" y="20471"/>
                    <a:pt x="7071" y="20458"/>
                    <a:pt x="6990" y="20458"/>
                  </a:cubicBezTo>
                  <a:cubicBezTo>
                    <a:pt x="6933" y="20458"/>
                    <a:pt x="6875" y="20465"/>
                    <a:pt x="6816" y="20476"/>
                  </a:cubicBezTo>
                  <a:cubicBezTo>
                    <a:pt x="5424" y="20618"/>
                    <a:pt x="4061" y="20618"/>
                    <a:pt x="2698" y="20647"/>
                  </a:cubicBezTo>
                  <a:cubicBezTo>
                    <a:pt x="2664" y="20653"/>
                    <a:pt x="2631" y="20657"/>
                    <a:pt x="2598" y="20657"/>
                  </a:cubicBezTo>
                  <a:cubicBezTo>
                    <a:pt x="2492" y="20657"/>
                    <a:pt x="2394" y="20620"/>
                    <a:pt x="2329" y="20533"/>
                  </a:cubicBezTo>
                  <a:lnTo>
                    <a:pt x="3096" y="19710"/>
                  </a:lnTo>
                  <a:cubicBezTo>
                    <a:pt x="3436" y="19312"/>
                    <a:pt x="3834" y="18914"/>
                    <a:pt x="4203" y="18517"/>
                  </a:cubicBezTo>
                  <a:cubicBezTo>
                    <a:pt x="4430" y="18233"/>
                    <a:pt x="4771" y="18091"/>
                    <a:pt x="5140" y="18091"/>
                  </a:cubicBezTo>
                  <a:cubicBezTo>
                    <a:pt x="5609" y="18048"/>
                    <a:pt x="6085" y="18027"/>
                    <a:pt x="6560" y="18027"/>
                  </a:cubicBezTo>
                  <a:cubicBezTo>
                    <a:pt x="7036" y="18027"/>
                    <a:pt x="7512" y="18048"/>
                    <a:pt x="7980" y="18091"/>
                  </a:cubicBezTo>
                  <a:cubicBezTo>
                    <a:pt x="8648" y="18133"/>
                    <a:pt x="9308" y="18155"/>
                    <a:pt x="9968" y="18155"/>
                  </a:cubicBezTo>
                  <a:cubicBezTo>
                    <a:pt x="10628" y="18155"/>
                    <a:pt x="11289" y="18133"/>
                    <a:pt x="11956" y="18091"/>
                  </a:cubicBezTo>
                  <a:cubicBezTo>
                    <a:pt x="12268" y="18062"/>
                    <a:pt x="12581" y="18006"/>
                    <a:pt x="12865" y="17892"/>
                  </a:cubicBezTo>
                  <a:cubicBezTo>
                    <a:pt x="12950" y="17864"/>
                    <a:pt x="13064" y="17807"/>
                    <a:pt x="13035" y="17693"/>
                  </a:cubicBezTo>
                  <a:cubicBezTo>
                    <a:pt x="13035" y="17580"/>
                    <a:pt x="12893" y="17551"/>
                    <a:pt x="12751" y="17551"/>
                  </a:cubicBezTo>
                  <a:cubicBezTo>
                    <a:pt x="12297" y="17580"/>
                    <a:pt x="11814" y="17608"/>
                    <a:pt x="11331" y="17636"/>
                  </a:cubicBezTo>
                  <a:cubicBezTo>
                    <a:pt x="10998" y="17644"/>
                    <a:pt x="10662" y="17647"/>
                    <a:pt x="10326" y="17647"/>
                  </a:cubicBezTo>
                  <a:cubicBezTo>
                    <a:pt x="9317" y="17647"/>
                    <a:pt x="8300" y="17615"/>
                    <a:pt x="7299" y="17551"/>
                  </a:cubicBezTo>
                  <a:cubicBezTo>
                    <a:pt x="7029" y="17523"/>
                    <a:pt x="6752" y="17509"/>
                    <a:pt x="6475" y="17509"/>
                  </a:cubicBezTo>
                  <a:cubicBezTo>
                    <a:pt x="6198" y="17509"/>
                    <a:pt x="5921" y="17523"/>
                    <a:pt x="5651" y="17551"/>
                  </a:cubicBezTo>
                  <a:lnTo>
                    <a:pt x="5453" y="17551"/>
                  </a:lnTo>
                  <a:cubicBezTo>
                    <a:pt x="5367" y="17551"/>
                    <a:pt x="5282" y="17438"/>
                    <a:pt x="5339" y="17352"/>
                  </a:cubicBezTo>
                  <a:cubicBezTo>
                    <a:pt x="5396" y="17239"/>
                    <a:pt x="5453" y="17154"/>
                    <a:pt x="5538" y="17069"/>
                  </a:cubicBezTo>
                  <a:cubicBezTo>
                    <a:pt x="6447" y="16075"/>
                    <a:pt x="7355" y="15109"/>
                    <a:pt x="8236" y="14143"/>
                  </a:cubicBezTo>
                  <a:cubicBezTo>
                    <a:pt x="8490" y="13843"/>
                    <a:pt x="8837" y="13693"/>
                    <a:pt x="9202" y="13693"/>
                  </a:cubicBezTo>
                  <a:cubicBezTo>
                    <a:pt x="9287" y="13693"/>
                    <a:pt x="9372" y="13701"/>
                    <a:pt x="9457" y="13717"/>
                  </a:cubicBezTo>
                  <a:cubicBezTo>
                    <a:pt x="10224" y="13774"/>
                    <a:pt x="11019" y="13916"/>
                    <a:pt x="11757" y="14143"/>
                  </a:cubicBezTo>
                  <a:cubicBezTo>
                    <a:pt x="12808" y="14484"/>
                    <a:pt x="13802" y="14939"/>
                    <a:pt x="14796" y="15365"/>
                  </a:cubicBezTo>
                  <a:cubicBezTo>
                    <a:pt x="15818" y="15847"/>
                    <a:pt x="16926" y="16160"/>
                    <a:pt x="18062" y="16330"/>
                  </a:cubicBezTo>
                  <a:cubicBezTo>
                    <a:pt x="18280" y="16340"/>
                    <a:pt x="18500" y="16343"/>
                    <a:pt x="18722" y="16343"/>
                  </a:cubicBezTo>
                  <a:cubicBezTo>
                    <a:pt x="19166" y="16343"/>
                    <a:pt x="19614" y="16330"/>
                    <a:pt x="20050" y="16330"/>
                  </a:cubicBezTo>
                  <a:cubicBezTo>
                    <a:pt x="20192" y="16330"/>
                    <a:pt x="20334" y="16273"/>
                    <a:pt x="20447" y="16188"/>
                  </a:cubicBezTo>
                  <a:cubicBezTo>
                    <a:pt x="20476" y="16188"/>
                    <a:pt x="20476" y="16160"/>
                    <a:pt x="20504" y="16131"/>
                  </a:cubicBezTo>
                  <a:cubicBezTo>
                    <a:pt x="20533" y="16103"/>
                    <a:pt x="20504" y="16046"/>
                    <a:pt x="20447" y="16018"/>
                  </a:cubicBezTo>
                  <a:cubicBezTo>
                    <a:pt x="20249" y="15933"/>
                    <a:pt x="20050" y="15904"/>
                    <a:pt x="19823" y="15904"/>
                  </a:cubicBezTo>
                  <a:lnTo>
                    <a:pt x="18545" y="15876"/>
                  </a:lnTo>
                  <a:cubicBezTo>
                    <a:pt x="17778" y="15791"/>
                    <a:pt x="17011" y="15620"/>
                    <a:pt x="16273" y="15336"/>
                  </a:cubicBezTo>
                  <a:cubicBezTo>
                    <a:pt x="15279" y="14995"/>
                    <a:pt x="14342" y="14569"/>
                    <a:pt x="13376" y="14143"/>
                  </a:cubicBezTo>
                  <a:cubicBezTo>
                    <a:pt x="12297" y="13632"/>
                    <a:pt x="11132" y="13320"/>
                    <a:pt x="9968" y="13206"/>
                  </a:cubicBezTo>
                  <a:cubicBezTo>
                    <a:pt x="9826" y="13206"/>
                    <a:pt x="9713" y="13178"/>
                    <a:pt x="9599" y="13149"/>
                  </a:cubicBezTo>
                  <a:cubicBezTo>
                    <a:pt x="9514" y="13149"/>
                    <a:pt x="9457" y="13036"/>
                    <a:pt x="9514" y="12951"/>
                  </a:cubicBezTo>
                  <a:cubicBezTo>
                    <a:pt x="9571" y="12865"/>
                    <a:pt x="9627" y="12809"/>
                    <a:pt x="9713" y="12752"/>
                  </a:cubicBezTo>
                  <a:cubicBezTo>
                    <a:pt x="10763" y="11843"/>
                    <a:pt x="11842" y="11020"/>
                    <a:pt x="12978" y="10224"/>
                  </a:cubicBezTo>
                  <a:cubicBezTo>
                    <a:pt x="13230" y="10036"/>
                    <a:pt x="13542" y="9925"/>
                    <a:pt x="13849" y="9925"/>
                  </a:cubicBezTo>
                  <a:cubicBezTo>
                    <a:pt x="13958" y="9925"/>
                    <a:pt x="14067" y="9939"/>
                    <a:pt x="14171" y="9969"/>
                  </a:cubicBezTo>
                  <a:cubicBezTo>
                    <a:pt x="15137" y="10139"/>
                    <a:pt x="16074" y="10423"/>
                    <a:pt x="16954" y="10821"/>
                  </a:cubicBezTo>
                  <a:cubicBezTo>
                    <a:pt x="18090" y="11332"/>
                    <a:pt x="19255" y="11758"/>
                    <a:pt x="20419" y="12127"/>
                  </a:cubicBezTo>
                  <a:cubicBezTo>
                    <a:pt x="21416" y="12388"/>
                    <a:pt x="22452" y="12510"/>
                    <a:pt x="23478" y="12510"/>
                  </a:cubicBezTo>
                  <a:cubicBezTo>
                    <a:pt x="23680" y="12510"/>
                    <a:pt x="23882" y="12506"/>
                    <a:pt x="24082" y="12496"/>
                  </a:cubicBezTo>
                  <a:cubicBezTo>
                    <a:pt x="24196" y="12468"/>
                    <a:pt x="24281" y="12468"/>
                    <a:pt x="24366" y="12439"/>
                  </a:cubicBezTo>
                  <a:cubicBezTo>
                    <a:pt x="24480" y="12411"/>
                    <a:pt x="24594" y="12411"/>
                    <a:pt x="24650" y="12269"/>
                  </a:cubicBezTo>
                  <a:cubicBezTo>
                    <a:pt x="24707" y="12127"/>
                    <a:pt x="24565" y="12070"/>
                    <a:pt x="24366" y="12042"/>
                  </a:cubicBezTo>
                  <a:cubicBezTo>
                    <a:pt x="23912" y="12014"/>
                    <a:pt x="23458" y="11957"/>
                    <a:pt x="23003" y="11957"/>
                  </a:cubicBezTo>
                  <a:cubicBezTo>
                    <a:pt x="21271" y="11957"/>
                    <a:pt x="19709" y="11417"/>
                    <a:pt x="18147" y="10736"/>
                  </a:cubicBezTo>
                  <a:cubicBezTo>
                    <a:pt x="17267" y="10310"/>
                    <a:pt x="16358" y="9969"/>
                    <a:pt x="15421" y="9685"/>
                  </a:cubicBezTo>
                  <a:cubicBezTo>
                    <a:pt x="15165" y="9600"/>
                    <a:pt x="14910" y="9571"/>
                    <a:pt x="14654" y="9543"/>
                  </a:cubicBezTo>
                  <a:cubicBezTo>
                    <a:pt x="14634" y="9550"/>
                    <a:pt x="14614" y="9553"/>
                    <a:pt x="14594" y="9553"/>
                  </a:cubicBezTo>
                  <a:cubicBezTo>
                    <a:pt x="14530" y="9553"/>
                    <a:pt x="14470" y="9516"/>
                    <a:pt x="14427" y="9429"/>
                  </a:cubicBezTo>
                  <a:cubicBezTo>
                    <a:pt x="14484" y="9230"/>
                    <a:pt x="14654" y="9174"/>
                    <a:pt x="14796" y="9088"/>
                  </a:cubicBezTo>
                  <a:cubicBezTo>
                    <a:pt x="16131" y="8322"/>
                    <a:pt x="17579" y="7754"/>
                    <a:pt x="19084" y="7384"/>
                  </a:cubicBezTo>
                  <a:cubicBezTo>
                    <a:pt x="20135" y="7129"/>
                    <a:pt x="21214" y="6930"/>
                    <a:pt x="22265" y="6675"/>
                  </a:cubicBezTo>
                  <a:cubicBezTo>
                    <a:pt x="23032" y="6504"/>
                    <a:pt x="23798" y="6277"/>
                    <a:pt x="24537" y="6078"/>
                  </a:cubicBezTo>
                  <a:cubicBezTo>
                    <a:pt x="24622" y="6050"/>
                    <a:pt x="24650" y="5965"/>
                    <a:pt x="24622" y="5908"/>
                  </a:cubicBezTo>
                  <a:cubicBezTo>
                    <a:pt x="24594" y="5879"/>
                    <a:pt x="24565" y="5823"/>
                    <a:pt x="24537" y="5823"/>
                  </a:cubicBezTo>
                  <a:cubicBezTo>
                    <a:pt x="24422" y="5797"/>
                    <a:pt x="24301" y="5783"/>
                    <a:pt x="24183" y="5783"/>
                  </a:cubicBezTo>
                  <a:cubicBezTo>
                    <a:pt x="24037" y="5783"/>
                    <a:pt x="23895" y="5804"/>
                    <a:pt x="23770" y="5851"/>
                  </a:cubicBezTo>
                  <a:cubicBezTo>
                    <a:pt x="23174" y="5965"/>
                    <a:pt x="22606" y="6135"/>
                    <a:pt x="22009" y="6249"/>
                  </a:cubicBezTo>
                  <a:cubicBezTo>
                    <a:pt x="21157" y="6419"/>
                    <a:pt x="20305" y="6618"/>
                    <a:pt x="19453" y="6788"/>
                  </a:cubicBezTo>
                  <a:cubicBezTo>
                    <a:pt x="17891" y="7072"/>
                    <a:pt x="16358" y="7612"/>
                    <a:pt x="14966" y="8378"/>
                  </a:cubicBezTo>
                  <a:cubicBezTo>
                    <a:pt x="14881" y="8407"/>
                    <a:pt x="14796" y="8435"/>
                    <a:pt x="14711" y="8464"/>
                  </a:cubicBezTo>
                  <a:cubicBezTo>
                    <a:pt x="14654" y="8464"/>
                    <a:pt x="14569" y="8464"/>
                    <a:pt x="14569" y="8350"/>
                  </a:cubicBezTo>
                  <a:cubicBezTo>
                    <a:pt x="14569" y="8293"/>
                    <a:pt x="14569" y="8265"/>
                    <a:pt x="14597" y="8208"/>
                  </a:cubicBezTo>
                  <a:cubicBezTo>
                    <a:pt x="15080" y="7271"/>
                    <a:pt x="15534" y="6334"/>
                    <a:pt x="16017" y="5425"/>
                  </a:cubicBezTo>
                  <a:cubicBezTo>
                    <a:pt x="16869" y="3778"/>
                    <a:pt x="18090" y="2386"/>
                    <a:pt x="19567" y="1307"/>
                  </a:cubicBezTo>
                  <a:cubicBezTo>
                    <a:pt x="20021" y="966"/>
                    <a:pt x="20476" y="626"/>
                    <a:pt x="20930" y="285"/>
                  </a:cubicBezTo>
                  <a:cubicBezTo>
                    <a:pt x="20987" y="228"/>
                    <a:pt x="21044" y="171"/>
                    <a:pt x="20987" y="86"/>
                  </a:cubicBezTo>
                  <a:cubicBezTo>
                    <a:pt x="20958" y="29"/>
                    <a:pt x="20902" y="1"/>
                    <a:pt x="20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1166750" y="1518850"/>
              <a:ext cx="700775" cy="669050"/>
            </a:xfrm>
            <a:custGeom>
              <a:rect b="b" l="l" r="r" t="t"/>
              <a:pathLst>
                <a:path extrusionOk="0" h="26762" w="28031">
                  <a:moveTo>
                    <a:pt x="19105" y="1"/>
                  </a:moveTo>
                  <a:cubicBezTo>
                    <a:pt x="18567" y="1"/>
                    <a:pt x="18027" y="71"/>
                    <a:pt x="17495" y="212"/>
                  </a:cubicBezTo>
                  <a:cubicBezTo>
                    <a:pt x="16359" y="525"/>
                    <a:pt x="15308" y="1036"/>
                    <a:pt x="14371" y="1718"/>
                  </a:cubicBezTo>
                  <a:cubicBezTo>
                    <a:pt x="13235" y="2513"/>
                    <a:pt x="12212" y="3421"/>
                    <a:pt x="11247" y="4415"/>
                  </a:cubicBezTo>
                  <a:cubicBezTo>
                    <a:pt x="10594" y="5069"/>
                    <a:pt x="9940" y="5779"/>
                    <a:pt x="9316" y="6460"/>
                  </a:cubicBezTo>
                  <a:cubicBezTo>
                    <a:pt x="8691" y="7057"/>
                    <a:pt x="7981" y="7596"/>
                    <a:pt x="7243" y="8050"/>
                  </a:cubicBezTo>
                  <a:cubicBezTo>
                    <a:pt x="6334" y="8590"/>
                    <a:pt x="5510" y="9300"/>
                    <a:pt x="4829" y="10095"/>
                  </a:cubicBezTo>
                  <a:cubicBezTo>
                    <a:pt x="4090" y="10976"/>
                    <a:pt x="3551" y="12026"/>
                    <a:pt x="3267" y="13134"/>
                  </a:cubicBezTo>
                  <a:cubicBezTo>
                    <a:pt x="3039" y="13986"/>
                    <a:pt x="2841" y="14838"/>
                    <a:pt x="2613" y="15690"/>
                  </a:cubicBezTo>
                  <a:cubicBezTo>
                    <a:pt x="2528" y="16087"/>
                    <a:pt x="2415" y="16513"/>
                    <a:pt x="2330" y="16939"/>
                  </a:cubicBezTo>
                  <a:cubicBezTo>
                    <a:pt x="2017" y="18132"/>
                    <a:pt x="1620" y="19296"/>
                    <a:pt x="1080" y="20432"/>
                  </a:cubicBezTo>
                  <a:cubicBezTo>
                    <a:pt x="824" y="21029"/>
                    <a:pt x="597" y="21625"/>
                    <a:pt x="342" y="22222"/>
                  </a:cubicBezTo>
                  <a:cubicBezTo>
                    <a:pt x="114" y="22932"/>
                    <a:pt x="1" y="23670"/>
                    <a:pt x="1" y="24408"/>
                  </a:cubicBezTo>
                  <a:cubicBezTo>
                    <a:pt x="29" y="24777"/>
                    <a:pt x="114" y="25175"/>
                    <a:pt x="256" y="25516"/>
                  </a:cubicBezTo>
                  <a:cubicBezTo>
                    <a:pt x="398" y="25857"/>
                    <a:pt x="654" y="26112"/>
                    <a:pt x="966" y="26283"/>
                  </a:cubicBezTo>
                  <a:cubicBezTo>
                    <a:pt x="1563" y="26602"/>
                    <a:pt x="2239" y="26762"/>
                    <a:pt x="2911" y="26762"/>
                  </a:cubicBezTo>
                  <a:cubicBezTo>
                    <a:pt x="3135" y="26762"/>
                    <a:pt x="3359" y="26744"/>
                    <a:pt x="3579" y="26709"/>
                  </a:cubicBezTo>
                  <a:cubicBezTo>
                    <a:pt x="5141" y="26339"/>
                    <a:pt x="6646" y="25743"/>
                    <a:pt x="8009" y="24919"/>
                  </a:cubicBezTo>
                  <a:cubicBezTo>
                    <a:pt x="8890" y="24380"/>
                    <a:pt x="9770" y="23840"/>
                    <a:pt x="10650" y="23301"/>
                  </a:cubicBezTo>
                  <a:cubicBezTo>
                    <a:pt x="10878" y="23159"/>
                    <a:pt x="11105" y="23017"/>
                    <a:pt x="11360" y="22875"/>
                  </a:cubicBezTo>
                  <a:cubicBezTo>
                    <a:pt x="12269" y="22335"/>
                    <a:pt x="13291" y="22023"/>
                    <a:pt x="14342" y="21966"/>
                  </a:cubicBezTo>
                  <a:cubicBezTo>
                    <a:pt x="15019" y="21916"/>
                    <a:pt x="15696" y="21886"/>
                    <a:pt x="16372" y="21886"/>
                  </a:cubicBezTo>
                  <a:cubicBezTo>
                    <a:pt x="16860" y="21886"/>
                    <a:pt x="17348" y="21902"/>
                    <a:pt x="17835" y="21938"/>
                  </a:cubicBezTo>
                  <a:cubicBezTo>
                    <a:pt x="18375" y="21938"/>
                    <a:pt x="18886" y="22023"/>
                    <a:pt x="19397" y="22051"/>
                  </a:cubicBezTo>
                  <a:cubicBezTo>
                    <a:pt x="19631" y="22069"/>
                    <a:pt x="19866" y="22078"/>
                    <a:pt x="20102" y="22078"/>
                  </a:cubicBezTo>
                  <a:cubicBezTo>
                    <a:pt x="20982" y="22078"/>
                    <a:pt x="21869" y="21951"/>
                    <a:pt x="22720" y="21682"/>
                  </a:cubicBezTo>
                  <a:cubicBezTo>
                    <a:pt x="23004" y="21597"/>
                    <a:pt x="23260" y="21483"/>
                    <a:pt x="23515" y="21341"/>
                  </a:cubicBezTo>
                  <a:cubicBezTo>
                    <a:pt x="24793" y="20660"/>
                    <a:pt x="25872" y="19637"/>
                    <a:pt x="26582" y="18359"/>
                  </a:cubicBezTo>
                  <a:cubicBezTo>
                    <a:pt x="27065" y="17422"/>
                    <a:pt x="27406" y="16428"/>
                    <a:pt x="27605" y="15377"/>
                  </a:cubicBezTo>
                  <a:cubicBezTo>
                    <a:pt x="28031" y="13162"/>
                    <a:pt x="28031" y="10862"/>
                    <a:pt x="27576" y="8647"/>
                  </a:cubicBezTo>
                  <a:cubicBezTo>
                    <a:pt x="27349" y="7568"/>
                    <a:pt x="26980" y="6517"/>
                    <a:pt x="26469" y="5551"/>
                  </a:cubicBezTo>
                  <a:cubicBezTo>
                    <a:pt x="25901" y="4387"/>
                    <a:pt x="25134" y="3336"/>
                    <a:pt x="24282" y="2399"/>
                  </a:cubicBezTo>
                  <a:cubicBezTo>
                    <a:pt x="23515" y="1632"/>
                    <a:pt x="22635" y="1008"/>
                    <a:pt x="21641" y="553"/>
                  </a:cubicBezTo>
                  <a:cubicBezTo>
                    <a:pt x="20834" y="185"/>
                    <a:pt x="19973" y="1"/>
                    <a:pt x="19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1194450" y="1588050"/>
              <a:ext cx="568700" cy="549100"/>
            </a:xfrm>
            <a:custGeom>
              <a:rect b="b" l="l" r="r" t="t"/>
              <a:pathLst>
                <a:path extrusionOk="0" h="21964" w="22748">
                  <a:moveTo>
                    <a:pt x="18346" y="0"/>
                  </a:moveTo>
                  <a:cubicBezTo>
                    <a:pt x="18232" y="0"/>
                    <a:pt x="18119" y="29"/>
                    <a:pt x="18034" y="85"/>
                  </a:cubicBezTo>
                  <a:cubicBezTo>
                    <a:pt x="17835" y="171"/>
                    <a:pt x="17636" y="313"/>
                    <a:pt x="17466" y="426"/>
                  </a:cubicBezTo>
                  <a:cubicBezTo>
                    <a:pt x="16443" y="1250"/>
                    <a:pt x="15449" y="2102"/>
                    <a:pt x="14711" y="3181"/>
                  </a:cubicBezTo>
                  <a:cubicBezTo>
                    <a:pt x="14257" y="3891"/>
                    <a:pt x="13859" y="4629"/>
                    <a:pt x="13518" y="5368"/>
                  </a:cubicBezTo>
                  <a:cubicBezTo>
                    <a:pt x="13149" y="6276"/>
                    <a:pt x="12780" y="7157"/>
                    <a:pt x="12411" y="8037"/>
                  </a:cubicBezTo>
                  <a:cubicBezTo>
                    <a:pt x="12240" y="8435"/>
                    <a:pt x="12013" y="8804"/>
                    <a:pt x="11758" y="9145"/>
                  </a:cubicBezTo>
                  <a:cubicBezTo>
                    <a:pt x="11644" y="9315"/>
                    <a:pt x="11502" y="9457"/>
                    <a:pt x="11332" y="9571"/>
                  </a:cubicBezTo>
                  <a:cubicBezTo>
                    <a:pt x="10366" y="10281"/>
                    <a:pt x="9429" y="11076"/>
                    <a:pt x="8520" y="11899"/>
                  </a:cubicBezTo>
                  <a:cubicBezTo>
                    <a:pt x="8378" y="12013"/>
                    <a:pt x="8208" y="12155"/>
                    <a:pt x="8066" y="12269"/>
                  </a:cubicBezTo>
                  <a:cubicBezTo>
                    <a:pt x="8051" y="12283"/>
                    <a:pt x="8030" y="12283"/>
                    <a:pt x="8005" y="12283"/>
                  </a:cubicBezTo>
                  <a:cubicBezTo>
                    <a:pt x="7980" y="12283"/>
                    <a:pt x="7952" y="12283"/>
                    <a:pt x="7924" y="12297"/>
                  </a:cubicBezTo>
                  <a:cubicBezTo>
                    <a:pt x="7838" y="12155"/>
                    <a:pt x="7924" y="12041"/>
                    <a:pt x="7980" y="11928"/>
                  </a:cubicBezTo>
                  <a:cubicBezTo>
                    <a:pt x="8264" y="10934"/>
                    <a:pt x="8577" y="9912"/>
                    <a:pt x="8889" y="8889"/>
                  </a:cubicBezTo>
                  <a:cubicBezTo>
                    <a:pt x="8974" y="8634"/>
                    <a:pt x="9088" y="8350"/>
                    <a:pt x="9202" y="8094"/>
                  </a:cubicBezTo>
                  <a:cubicBezTo>
                    <a:pt x="9713" y="6930"/>
                    <a:pt x="10338" y="5850"/>
                    <a:pt x="11104" y="4857"/>
                  </a:cubicBezTo>
                  <a:cubicBezTo>
                    <a:pt x="11530" y="4317"/>
                    <a:pt x="11928" y="3749"/>
                    <a:pt x="12354" y="3209"/>
                  </a:cubicBezTo>
                  <a:cubicBezTo>
                    <a:pt x="12411" y="3096"/>
                    <a:pt x="12467" y="3011"/>
                    <a:pt x="12524" y="2925"/>
                  </a:cubicBezTo>
                  <a:cubicBezTo>
                    <a:pt x="12524" y="2869"/>
                    <a:pt x="12524" y="2840"/>
                    <a:pt x="12524" y="2812"/>
                  </a:cubicBezTo>
                  <a:cubicBezTo>
                    <a:pt x="12467" y="2783"/>
                    <a:pt x="12439" y="2755"/>
                    <a:pt x="12382" y="2755"/>
                  </a:cubicBezTo>
                  <a:cubicBezTo>
                    <a:pt x="12212" y="2840"/>
                    <a:pt x="12070" y="2925"/>
                    <a:pt x="11956" y="3096"/>
                  </a:cubicBezTo>
                  <a:cubicBezTo>
                    <a:pt x="10764" y="4317"/>
                    <a:pt x="9741" y="5737"/>
                    <a:pt x="9003" y="7299"/>
                  </a:cubicBezTo>
                  <a:cubicBezTo>
                    <a:pt x="8634" y="8094"/>
                    <a:pt x="8321" y="8918"/>
                    <a:pt x="8094" y="9770"/>
                  </a:cubicBezTo>
                  <a:cubicBezTo>
                    <a:pt x="7810" y="10707"/>
                    <a:pt x="7526" y="11672"/>
                    <a:pt x="7242" y="12609"/>
                  </a:cubicBezTo>
                  <a:cubicBezTo>
                    <a:pt x="7100" y="13121"/>
                    <a:pt x="6816" y="13603"/>
                    <a:pt x="6447" y="14001"/>
                  </a:cubicBezTo>
                  <a:cubicBezTo>
                    <a:pt x="6049" y="14399"/>
                    <a:pt x="5709" y="14825"/>
                    <a:pt x="5339" y="15251"/>
                  </a:cubicBezTo>
                  <a:cubicBezTo>
                    <a:pt x="4913" y="15762"/>
                    <a:pt x="4487" y="16301"/>
                    <a:pt x="4033" y="16812"/>
                  </a:cubicBezTo>
                  <a:cubicBezTo>
                    <a:pt x="4005" y="16841"/>
                    <a:pt x="3948" y="16898"/>
                    <a:pt x="3891" y="16926"/>
                  </a:cubicBezTo>
                  <a:cubicBezTo>
                    <a:pt x="3749" y="16784"/>
                    <a:pt x="3806" y="16614"/>
                    <a:pt x="3834" y="16472"/>
                  </a:cubicBezTo>
                  <a:cubicBezTo>
                    <a:pt x="4033" y="14938"/>
                    <a:pt x="4345" y="13433"/>
                    <a:pt x="4800" y="11956"/>
                  </a:cubicBezTo>
                  <a:cubicBezTo>
                    <a:pt x="5027" y="11133"/>
                    <a:pt x="5283" y="10337"/>
                    <a:pt x="5623" y="9599"/>
                  </a:cubicBezTo>
                  <a:cubicBezTo>
                    <a:pt x="5652" y="9514"/>
                    <a:pt x="5680" y="9429"/>
                    <a:pt x="5652" y="9344"/>
                  </a:cubicBezTo>
                  <a:cubicBezTo>
                    <a:pt x="5652" y="9280"/>
                    <a:pt x="5620" y="9248"/>
                    <a:pt x="5568" y="9248"/>
                  </a:cubicBezTo>
                  <a:cubicBezTo>
                    <a:pt x="5551" y="9248"/>
                    <a:pt x="5531" y="9251"/>
                    <a:pt x="5510" y="9258"/>
                  </a:cubicBezTo>
                  <a:cubicBezTo>
                    <a:pt x="5396" y="9287"/>
                    <a:pt x="5311" y="9372"/>
                    <a:pt x="5283" y="9486"/>
                  </a:cubicBezTo>
                  <a:cubicBezTo>
                    <a:pt x="5084" y="9940"/>
                    <a:pt x="4828" y="10366"/>
                    <a:pt x="4686" y="10820"/>
                  </a:cubicBezTo>
                  <a:cubicBezTo>
                    <a:pt x="4431" y="11502"/>
                    <a:pt x="4232" y="12183"/>
                    <a:pt x="4033" y="12893"/>
                  </a:cubicBezTo>
                  <a:cubicBezTo>
                    <a:pt x="3749" y="13944"/>
                    <a:pt x="3550" y="14995"/>
                    <a:pt x="3437" y="16074"/>
                  </a:cubicBezTo>
                  <a:cubicBezTo>
                    <a:pt x="3351" y="16727"/>
                    <a:pt x="3209" y="17352"/>
                    <a:pt x="3011" y="17977"/>
                  </a:cubicBezTo>
                  <a:cubicBezTo>
                    <a:pt x="2954" y="18147"/>
                    <a:pt x="2869" y="18318"/>
                    <a:pt x="2755" y="18460"/>
                  </a:cubicBezTo>
                  <a:cubicBezTo>
                    <a:pt x="2102" y="19340"/>
                    <a:pt x="1392" y="20192"/>
                    <a:pt x="654" y="20987"/>
                  </a:cubicBezTo>
                  <a:cubicBezTo>
                    <a:pt x="455" y="21214"/>
                    <a:pt x="284" y="21441"/>
                    <a:pt x="86" y="21669"/>
                  </a:cubicBezTo>
                  <a:cubicBezTo>
                    <a:pt x="0" y="21782"/>
                    <a:pt x="114" y="21953"/>
                    <a:pt x="256" y="21953"/>
                  </a:cubicBezTo>
                  <a:cubicBezTo>
                    <a:pt x="284" y="21960"/>
                    <a:pt x="315" y="21963"/>
                    <a:pt x="346" y="21963"/>
                  </a:cubicBezTo>
                  <a:cubicBezTo>
                    <a:pt x="439" y="21963"/>
                    <a:pt x="540" y="21931"/>
                    <a:pt x="625" y="21867"/>
                  </a:cubicBezTo>
                  <a:cubicBezTo>
                    <a:pt x="852" y="21725"/>
                    <a:pt x="1080" y="21555"/>
                    <a:pt x="1278" y="21385"/>
                  </a:cubicBezTo>
                  <a:cubicBezTo>
                    <a:pt x="1449" y="21243"/>
                    <a:pt x="1647" y="21157"/>
                    <a:pt x="1875" y="21129"/>
                  </a:cubicBezTo>
                  <a:cubicBezTo>
                    <a:pt x="2783" y="21072"/>
                    <a:pt x="3721" y="21015"/>
                    <a:pt x="4629" y="20902"/>
                  </a:cubicBezTo>
                  <a:cubicBezTo>
                    <a:pt x="5169" y="20845"/>
                    <a:pt x="5680" y="20731"/>
                    <a:pt x="6220" y="20618"/>
                  </a:cubicBezTo>
                  <a:cubicBezTo>
                    <a:pt x="6419" y="20561"/>
                    <a:pt x="6589" y="20504"/>
                    <a:pt x="6788" y="20419"/>
                  </a:cubicBezTo>
                  <a:cubicBezTo>
                    <a:pt x="6816" y="20391"/>
                    <a:pt x="6844" y="20362"/>
                    <a:pt x="6844" y="20306"/>
                  </a:cubicBezTo>
                  <a:cubicBezTo>
                    <a:pt x="6816" y="20277"/>
                    <a:pt x="6788" y="20249"/>
                    <a:pt x="6759" y="20220"/>
                  </a:cubicBezTo>
                  <a:cubicBezTo>
                    <a:pt x="6703" y="20192"/>
                    <a:pt x="6639" y="20178"/>
                    <a:pt x="6571" y="20178"/>
                  </a:cubicBezTo>
                  <a:cubicBezTo>
                    <a:pt x="6504" y="20178"/>
                    <a:pt x="6433" y="20192"/>
                    <a:pt x="6362" y="20220"/>
                  </a:cubicBezTo>
                  <a:cubicBezTo>
                    <a:pt x="5084" y="20447"/>
                    <a:pt x="3777" y="20504"/>
                    <a:pt x="2471" y="20618"/>
                  </a:cubicBezTo>
                  <a:cubicBezTo>
                    <a:pt x="2439" y="20634"/>
                    <a:pt x="2405" y="20641"/>
                    <a:pt x="2371" y="20641"/>
                  </a:cubicBezTo>
                  <a:cubicBezTo>
                    <a:pt x="2283" y="20641"/>
                    <a:pt x="2192" y="20594"/>
                    <a:pt x="2130" y="20533"/>
                  </a:cubicBezTo>
                  <a:cubicBezTo>
                    <a:pt x="2357" y="20277"/>
                    <a:pt x="2585" y="19993"/>
                    <a:pt x="2783" y="19709"/>
                  </a:cubicBezTo>
                  <a:cubicBezTo>
                    <a:pt x="3124" y="19312"/>
                    <a:pt x="3465" y="18914"/>
                    <a:pt x="3777" y="18516"/>
                  </a:cubicBezTo>
                  <a:cubicBezTo>
                    <a:pt x="3976" y="18232"/>
                    <a:pt x="4289" y="18062"/>
                    <a:pt x="4629" y="18034"/>
                  </a:cubicBezTo>
                  <a:cubicBezTo>
                    <a:pt x="5282" y="17928"/>
                    <a:pt x="5951" y="17870"/>
                    <a:pt x="6612" y="17870"/>
                  </a:cubicBezTo>
                  <a:cubicBezTo>
                    <a:pt x="6842" y="17870"/>
                    <a:pt x="7071" y="17877"/>
                    <a:pt x="7299" y="17892"/>
                  </a:cubicBezTo>
                  <a:cubicBezTo>
                    <a:pt x="8577" y="17863"/>
                    <a:pt x="9826" y="17778"/>
                    <a:pt x="11076" y="17608"/>
                  </a:cubicBezTo>
                  <a:cubicBezTo>
                    <a:pt x="11360" y="17579"/>
                    <a:pt x="11644" y="17522"/>
                    <a:pt x="11900" y="17380"/>
                  </a:cubicBezTo>
                  <a:cubicBezTo>
                    <a:pt x="11985" y="17352"/>
                    <a:pt x="12070" y="17295"/>
                    <a:pt x="12070" y="17182"/>
                  </a:cubicBezTo>
                  <a:cubicBezTo>
                    <a:pt x="12042" y="17096"/>
                    <a:pt x="11900" y="17068"/>
                    <a:pt x="11786" y="17068"/>
                  </a:cubicBezTo>
                  <a:cubicBezTo>
                    <a:pt x="11360" y="17125"/>
                    <a:pt x="10906" y="17182"/>
                    <a:pt x="10451" y="17238"/>
                  </a:cubicBezTo>
                  <a:cubicBezTo>
                    <a:pt x="9173" y="17352"/>
                    <a:pt x="7895" y="17409"/>
                    <a:pt x="6617" y="17409"/>
                  </a:cubicBezTo>
                  <a:cubicBezTo>
                    <a:pt x="6490" y="17402"/>
                    <a:pt x="6362" y="17398"/>
                    <a:pt x="6234" y="17398"/>
                  </a:cubicBezTo>
                  <a:cubicBezTo>
                    <a:pt x="5851" y="17398"/>
                    <a:pt x="5467" y="17430"/>
                    <a:pt x="5084" y="17494"/>
                  </a:cubicBezTo>
                  <a:lnTo>
                    <a:pt x="4885" y="17494"/>
                  </a:lnTo>
                  <a:cubicBezTo>
                    <a:pt x="4876" y="17497"/>
                    <a:pt x="4867" y="17498"/>
                    <a:pt x="4858" y="17498"/>
                  </a:cubicBezTo>
                  <a:cubicBezTo>
                    <a:pt x="4783" y="17498"/>
                    <a:pt x="4721" y="17400"/>
                    <a:pt x="4771" y="17324"/>
                  </a:cubicBezTo>
                  <a:cubicBezTo>
                    <a:pt x="4800" y="17238"/>
                    <a:pt x="4857" y="17125"/>
                    <a:pt x="4942" y="17040"/>
                  </a:cubicBezTo>
                  <a:cubicBezTo>
                    <a:pt x="5737" y="16074"/>
                    <a:pt x="6532" y="15109"/>
                    <a:pt x="7299" y="14115"/>
                  </a:cubicBezTo>
                  <a:cubicBezTo>
                    <a:pt x="7562" y="13798"/>
                    <a:pt x="7948" y="13629"/>
                    <a:pt x="8343" y="13629"/>
                  </a:cubicBezTo>
                  <a:cubicBezTo>
                    <a:pt x="8374" y="13629"/>
                    <a:pt x="8404" y="13630"/>
                    <a:pt x="8435" y="13632"/>
                  </a:cubicBezTo>
                  <a:cubicBezTo>
                    <a:pt x="9173" y="13660"/>
                    <a:pt x="9912" y="13745"/>
                    <a:pt x="10622" y="13916"/>
                  </a:cubicBezTo>
                  <a:cubicBezTo>
                    <a:pt x="11644" y="14171"/>
                    <a:pt x="12609" y="14541"/>
                    <a:pt x="13575" y="14881"/>
                  </a:cubicBezTo>
                  <a:cubicBezTo>
                    <a:pt x="14597" y="15279"/>
                    <a:pt x="15648" y="15506"/>
                    <a:pt x="16727" y="15591"/>
                  </a:cubicBezTo>
                  <a:cubicBezTo>
                    <a:pt x="17352" y="15591"/>
                    <a:pt x="17977" y="15506"/>
                    <a:pt x="18602" y="15478"/>
                  </a:cubicBezTo>
                  <a:cubicBezTo>
                    <a:pt x="18744" y="15449"/>
                    <a:pt x="18857" y="15421"/>
                    <a:pt x="18971" y="15336"/>
                  </a:cubicBezTo>
                  <a:cubicBezTo>
                    <a:pt x="18999" y="15307"/>
                    <a:pt x="18999" y="15279"/>
                    <a:pt x="18999" y="15279"/>
                  </a:cubicBezTo>
                  <a:cubicBezTo>
                    <a:pt x="19028" y="15222"/>
                    <a:pt x="18999" y="15194"/>
                    <a:pt x="18971" y="15165"/>
                  </a:cubicBezTo>
                  <a:cubicBezTo>
                    <a:pt x="18822" y="15101"/>
                    <a:pt x="18673" y="15069"/>
                    <a:pt x="18524" y="15069"/>
                  </a:cubicBezTo>
                  <a:cubicBezTo>
                    <a:pt x="18474" y="15069"/>
                    <a:pt x="18424" y="15073"/>
                    <a:pt x="18374" y="15080"/>
                  </a:cubicBezTo>
                  <a:lnTo>
                    <a:pt x="17153" y="15137"/>
                  </a:lnTo>
                  <a:cubicBezTo>
                    <a:pt x="16415" y="15109"/>
                    <a:pt x="15677" y="14995"/>
                    <a:pt x="14967" y="14768"/>
                  </a:cubicBezTo>
                  <a:cubicBezTo>
                    <a:pt x="14001" y="14512"/>
                    <a:pt x="13092" y="14171"/>
                    <a:pt x="12155" y="13831"/>
                  </a:cubicBezTo>
                  <a:cubicBezTo>
                    <a:pt x="11104" y="13405"/>
                    <a:pt x="9997" y="13177"/>
                    <a:pt x="8889" y="13149"/>
                  </a:cubicBezTo>
                  <a:cubicBezTo>
                    <a:pt x="8776" y="13149"/>
                    <a:pt x="8662" y="13149"/>
                    <a:pt x="8548" y="13121"/>
                  </a:cubicBezTo>
                  <a:cubicBezTo>
                    <a:pt x="8463" y="13121"/>
                    <a:pt x="8406" y="13007"/>
                    <a:pt x="8435" y="12922"/>
                  </a:cubicBezTo>
                  <a:cubicBezTo>
                    <a:pt x="8492" y="12865"/>
                    <a:pt x="8548" y="12780"/>
                    <a:pt x="8634" y="12723"/>
                  </a:cubicBezTo>
                  <a:cubicBezTo>
                    <a:pt x="9571" y="11814"/>
                    <a:pt x="10536" y="10962"/>
                    <a:pt x="11530" y="10139"/>
                  </a:cubicBezTo>
                  <a:cubicBezTo>
                    <a:pt x="11813" y="9926"/>
                    <a:pt x="12136" y="9812"/>
                    <a:pt x="12465" y="9812"/>
                  </a:cubicBezTo>
                  <a:cubicBezTo>
                    <a:pt x="12532" y="9812"/>
                    <a:pt x="12599" y="9817"/>
                    <a:pt x="12666" y="9826"/>
                  </a:cubicBezTo>
                  <a:cubicBezTo>
                    <a:pt x="13575" y="9940"/>
                    <a:pt x="14484" y="10139"/>
                    <a:pt x="15364" y="10451"/>
                  </a:cubicBezTo>
                  <a:cubicBezTo>
                    <a:pt x="16443" y="10877"/>
                    <a:pt x="17551" y="11218"/>
                    <a:pt x="18687" y="11502"/>
                  </a:cubicBezTo>
                  <a:cubicBezTo>
                    <a:pt x="19366" y="11618"/>
                    <a:pt x="20045" y="11676"/>
                    <a:pt x="20724" y="11676"/>
                  </a:cubicBezTo>
                  <a:cubicBezTo>
                    <a:pt x="21210" y="11676"/>
                    <a:pt x="21695" y="11646"/>
                    <a:pt x="22180" y="11587"/>
                  </a:cubicBezTo>
                  <a:cubicBezTo>
                    <a:pt x="22265" y="11587"/>
                    <a:pt x="22350" y="11559"/>
                    <a:pt x="22436" y="11530"/>
                  </a:cubicBezTo>
                  <a:cubicBezTo>
                    <a:pt x="22549" y="11502"/>
                    <a:pt x="22663" y="11473"/>
                    <a:pt x="22691" y="11331"/>
                  </a:cubicBezTo>
                  <a:cubicBezTo>
                    <a:pt x="22748" y="11218"/>
                    <a:pt x="22606" y="11161"/>
                    <a:pt x="22407" y="11133"/>
                  </a:cubicBezTo>
                  <a:lnTo>
                    <a:pt x="21129" y="11133"/>
                  </a:lnTo>
                  <a:cubicBezTo>
                    <a:pt x="20922" y="11151"/>
                    <a:pt x="20717" y="11159"/>
                    <a:pt x="20514" y="11159"/>
                  </a:cubicBezTo>
                  <a:cubicBezTo>
                    <a:pt x="19103" y="11159"/>
                    <a:pt x="17787" y="10752"/>
                    <a:pt x="16472" y="10281"/>
                  </a:cubicBezTo>
                  <a:cubicBezTo>
                    <a:pt x="15591" y="9968"/>
                    <a:pt x="14711" y="9684"/>
                    <a:pt x="13831" y="9457"/>
                  </a:cubicBezTo>
                  <a:cubicBezTo>
                    <a:pt x="13575" y="9429"/>
                    <a:pt x="13348" y="9400"/>
                    <a:pt x="13092" y="9372"/>
                  </a:cubicBezTo>
                  <a:cubicBezTo>
                    <a:pt x="13007" y="9372"/>
                    <a:pt x="12922" y="9372"/>
                    <a:pt x="12865" y="9258"/>
                  </a:cubicBezTo>
                  <a:cubicBezTo>
                    <a:pt x="12893" y="9088"/>
                    <a:pt x="13035" y="9031"/>
                    <a:pt x="13177" y="8946"/>
                  </a:cubicBezTo>
                  <a:cubicBezTo>
                    <a:pt x="14399" y="8122"/>
                    <a:pt x="15733" y="7498"/>
                    <a:pt x="17125" y="7072"/>
                  </a:cubicBezTo>
                  <a:cubicBezTo>
                    <a:pt x="18119" y="6759"/>
                    <a:pt x="19113" y="6504"/>
                    <a:pt x="20107" y="6220"/>
                  </a:cubicBezTo>
                  <a:cubicBezTo>
                    <a:pt x="20817" y="5992"/>
                    <a:pt x="21527" y="5737"/>
                    <a:pt x="22237" y="5510"/>
                  </a:cubicBezTo>
                  <a:cubicBezTo>
                    <a:pt x="22294" y="5481"/>
                    <a:pt x="22322" y="5396"/>
                    <a:pt x="22294" y="5339"/>
                  </a:cubicBezTo>
                  <a:cubicBezTo>
                    <a:pt x="22265" y="5282"/>
                    <a:pt x="22237" y="5254"/>
                    <a:pt x="22208" y="5254"/>
                  </a:cubicBezTo>
                  <a:cubicBezTo>
                    <a:pt x="22123" y="5245"/>
                    <a:pt x="22038" y="5238"/>
                    <a:pt x="21955" y="5238"/>
                  </a:cubicBezTo>
                  <a:cubicBezTo>
                    <a:pt x="21789" y="5238"/>
                    <a:pt x="21631" y="5264"/>
                    <a:pt x="21498" y="5339"/>
                  </a:cubicBezTo>
                  <a:cubicBezTo>
                    <a:pt x="20959" y="5481"/>
                    <a:pt x="20419" y="5652"/>
                    <a:pt x="19880" y="5822"/>
                  </a:cubicBezTo>
                  <a:cubicBezTo>
                    <a:pt x="19056" y="6049"/>
                    <a:pt x="18261" y="6276"/>
                    <a:pt x="17466" y="6475"/>
                  </a:cubicBezTo>
                  <a:cubicBezTo>
                    <a:pt x="16017" y="6844"/>
                    <a:pt x="14626" y="7441"/>
                    <a:pt x="13348" y="8236"/>
                  </a:cubicBezTo>
                  <a:cubicBezTo>
                    <a:pt x="13263" y="8293"/>
                    <a:pt x="13177" y="8321"/>
                    <a:pt x="13092" y="8350"/>
                  </a:cubicBezTo>
                  <a:cubicBezTo>
                    <a:pt x="13082" y="8355"/>
                    <a:pt x="13070" y="8357"/>
                    <a:pt x="13059" y="8357"/>
                  </a:cubicBezTo>
                  <a:cubicBezTo>
                    <a:pt x="13007" y="8357"/>
                    <a:pt x="12950" y="8311"/>
                    <a:pt x="12950" y="8264"/>
                  </a:cubicBezTo>
                  <a:cubicBezTo>
                    <a:pt x="12950" y="8208"/>
                    <a:pt x="12950" y="8151"/>
                    <a:pt x="12950" y="8122"/>
                  </a:cubicBezTo>
                  <a:cubicBezTo>
                    <a:pt x="13348" y="7214"/>
                    <a:pt x="13745" y="6305"/>
                    <a:pt x="14143" y="5396"/>
                  </a:cubicBezTo>
                  <a:cubicBezTo>
                    <a:pt x="14825" y="3806"/>
                    <a:pt x="15904" y="2414"/>
                    <a:pt x="17239" y="1307"/>
                  </a:cubicBezTo>
                  <a:cubicBezTo>
                    <a:pt x="17636" y="937"/>
                    <a:pt x="18034" y="597"/>
                    <a:pt x="18460" y="227"/>
                  </a:cubicBezTo>
                  <a:cubicBezTo>
                    <a:pt x="18516" y="199"/>
                    <a:pt x="18545" y="114"/>
                    <a:pt x="18516" y="57"/>
                  </a:cubicBezTo>
                  <a:cubicBezTo>
                    <a:pt x="18460" y="29"/>
                    <a:pt x="18403" y="0"/>
                    <a:pt x="18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419150" y="1312175"/>
              <a:ext cx="621975" cy="755600"/>
            </a:xfrm>
            <a:custGeom>
              <a:rect b="b" l="l" r="r" t="t"/>
              <a:pathLst>
                <a:path extrusionOk="0" h="30224" w="24879">
                  <a:moveTo>
                    <a:pt x="10627" y="0"/>
                  </a:moveTo>
                  <a:cubicBezTo>
                    <a:pt x="10255" y="0"/>
                    <a:pt x="9883" y="34"/>
                    <a:pt x="9514" y="102"/>
                  </a:cubicBezTo>
                  <a:cubicBezTo>
                    <a:pt x="8435" y="272"/>
                    <a:pt x="7413" y="670"/>
                    <a:pt x="6504" y="1238"/>
                  </a:cubicBezTo>
                  <a:cubicBezTo>
                    <a:pt x="5425" y="1919"/>
                    <a:pt x="4431" y="2771"/>
                    <a:pt x="3607" y="3737"/>
                  </a:cubicBezTo>
                  <a:cubicBezTo>
                    <a:pt x="2841" y="4532"/>
                    <a:pt x="2244" y="5469"/>
                    <a:pt x="1761" y="6463"/>
                  </a:cubicBezTo>
                  <a:cubicBezTo>
                    <a:pt x="767" y="8508"/>
                    <a:pt x="200" y="10723"/>
                    <a:pt x="86" y="12995"/>
                  </a:cubicBezTo>
                  <a:cubicBezTo>
                    <a:pt x="1" y="14074"/>
                    <a:pt x="86" y="15125"/>
                    <a:pt x="342" y="16147"/>
                  </a:cubicBezTo>
                  <a:cubicBezTo>
                    <a:pt x="711" y="17539"/>
                    <a:pt x="1477" y="18817"/>
                    <a:pt x="2557" y="19782"/>
                  </a:cubicBezTo>
                  <a:cubicBezTo>
                    <a:pt x="2784" y="19981"/>
                    <a:pt x="3011" y="20151"/>
                    <a:pt x="3267" y="20293"/>
                  </a:cubicBezTo>
                  <a:cubicBezTo>
                    <a:pt x="4232" y="20890"/>
                    <a:pt x="5283" y="21287"/>
                    <a:pt x="6390" y="21486"/>
                  </a:cubicBezTo>
                  <a:cubicBezTo>
                    <a:pt x="6902" y="21571"/>
                    <a:pt x="7413" y="21628"/>
                    <a:pt x="7924" y="21742"/>
                  </a:cubicBezTo>
                  <a:cubicBezTo>
                    <a:pt x="9060" y="21969"/>
                    <a:pt x="10196" y="22281"/>
                    <a:pt x="11304" y="22650"/>
                  </a:cubicBezTo>
                  <a:cubicBezTo>
                    <a:pt x="12326" y="22963"/>
                    <a:pt x="13235" y="23531"/>
                    <a:pt x="14001" y="24269"/>
                  </a:cubicBezTo>
                  <a:cubicBezTo>
                    <a:pt x="14172" y="24468"/>
                    <a:pt x="14371" y="24638"/>
                    <a:pt x="14569" y="24837"/>
                  </a:cubicBezTo>
                  <a:cubicBezTo>
                    <a:pt x="15279" y="25576"/>
                    <a:pt x="15989" y="26342"/>
                    <a:pt x="16728" y="27052"/>
                  </a:cubicBezTo>
                  <a:cubicBezTo>
                    <a:pt x="17835" y="28217"/>
                    <a:pt x="19142" y="29154"/>
                    <a:pt x="20562" y="29864"/>
                  </a:cubicBezTo>
                  <a:cubicBezTo>
                    <a:pt x="21097" y="30104"/>
                    <a:pt x="21680" y="30224"/>
                    <a:pt x="22265" y="30224"/>
                  </a:cubicBezTo>
                  <a:cubicBezTo>
                    <a:pt x="22579" y="30224"/>
                    <a:pt x="22895" y="30189"/>
                    <a:pt x="23203" y="30119"/>
                  </a:cubicBezTo>
                  <a:cubicBezTo>
                    <a:pt x="23572" y="30034"/>
                    <a:pt x="23884" y="29835"/>
                    <a:pt x="24083" y="29551"/>
                  </a:cubicBezTo>
                  <a:cubicBezTo>
                    <a:pt x="24339" y="29239"/>
                    <a:pt x="24509" y="28898"/>
                    <a:pt x="24594" y="28529"/>
                  </a:cubicBezTo>
                  <a:cubicBezTo>
                    <a:pt x="24793" y="27819"/>
                    <a:pt x="24878" y="27081"/>
                    <a:pt x="24793" y="26342"/>
                  </a:cubicBezTo>
                  <a:cubicBezTo>
                    <a:pt x="24708" y="25718"/>
                    <a:pt x="24623" y="25064"/>
                    <a:pt x="24537" y="24411"/>
                  </a:cubicBezTo>
                  <a:cubicBezTo>
                    <a:pt x="24282" y="23190"/>
                    <a:pt x="24168" y="21969"/>
                    <a:pt x="24197" y="20719"/>
                  </a:cubicBezTo>
                  <a:lnTo>
                    <a:pt x="24197" y="19441"/>
                  </a:lnTo>
                  <a:cubicBezTo>
                    <a:pt x="24197" y="18561"/>
                    <a:pt x="24225" y="17709"/>
                    <a:pt x="24197" y="16829"/>
                  </a:cubicBezTo>
                  <a:cubicBezTo>
                    <a:pt x="24168" y="15664"/>
                    <a:pt x="23913" y="14528"/>
                    <a:pt x="23430" y="13506"/>
                  </a:cubicBezTo>
                  <a:cubicBezTo>
                    <a:pt x="22947" y="12540"/>
                    <a:pt x="22351" y="11688"/>
                    <a:pt x="21612" y="10922"/>
                  </a:cubicBezTo>
                  <a:cubicBezTo>
                    <a:pt x="20988" y="10297"/>
                    <a:pt x="20476" y="9615"/>
                    <a:pt x="20022" y="8877"/>
                  </a:cubicBezTo>
                  <a:cubicBezTo>
                    <a:pt x="19568" y="8053"/>
                    <a:pt x="19113" y="7201"/>
                    <a:pt x="18630" y="6378"/>
                  </a:cubicBezTo>
                  <a:cubicBezTo>
                    <a:pt x="17949" y="5185"/>
                    <a:pt x="17182" y="4049"/>
                    <a:pt x="16273" y="3027"/>
                  </a:cubicBezTo>
                  <a:cubicBezTo>
                    <a:pt x="15535" y="2118"/>
                    <a:pt x="14626" y="1351"/>
                    <a:pt x="13604" y="783"/>
                  </a:cubicBezTo>
                  <a:cubicBezTo>
                    <a:pt x="12685" y="261"/>
                    <a:pt x="11659" y="0"/>
                    <a:pt x="10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520675" y="1381850"/>
              <a:ext cx="486250" cy="642950"/>
            </a:xfrm>
            <a:custGeom>
              <a:rect b="b" l="l" r="r" t="t"/>
              <a:pathLst>
                <a:path extrusionOk="0" h="25718" w="19450">
                  <a:moveTo>
                    <a:pt x="6989" y="1"/>
                  </a:moveTo>
                  <a:cubicBezTo>
                    <a:pt x="6942" y="1"/>
                    <a:pt x="6893" y="21"/>
                    <a:pt x="6873" y="41"/>
                  </a:cubicBezTo>
                  <a:cubicBezTo>
                    <a:pt x="6788" y="98"/>
                    <a:pt x="6817" y="155"/>
                    <a:pt x="6873" y="211"/>
                  </a:cubicBezTo>
                  <a:cubicBezTo>
                    <a:pt x="7157" y="666"/>
                    <a:pt x="7470" y="1120"/>
                    <a:pt x="7754" y="1546"/>
                  </a:cubicBezTo>
                  <a:cubicBezTo>
                    <a:pt x="8776" y="2938"/>
                    <a:pt x="9458" y="4585"/>
                    <a:pt x="9742" y="6289"/>
                  </a:cubicBezTo>
                  <a:cubicBezTo>
                    <a:pt x="9912" y="7254"/>
                    <a:pt x="10054" y="8248"/>
                    <a:pt x="10224" y="9214"/>
                  </a:cubicBezTo>
                  <a:cubicBezTo>
                    <a:pt x="10224" y="9242"/>
                    <a:pt x="10224" y="9299"/>
                    <a:pt x="10224" y="9356"/>
                  </a:cubicBezTo>
                  <a:cubicBezTo>
                    <a:pt x="10204" y="9397"/>
                    <a:pt x="10152" y="9424"/>
                    <a:pt x="10104" y="9424"/>
                  </a:cubicBezTo>
                  <a:cubicBezTo>
                    <a:pt x="10086" y="9424"/>
                    <a:pt x="10069" y="9420"/>
                    <a:pt x="10054" y="9413"/>
                  </a:cubicBezTo>
                  <a:cubicBezTo>
                    <a:pt x="9997" y="9356"/>
                    <a:pt x="9912" y="9299"/>
                    <a:pt x="9855" y="9242"/>
                  </a:cubicBezTo>
                  <a:cubicBezTo>
                    <a:pt x="8804" y="8163"/>
                    <a:pt x="7612" y="7254"/>
                    <a:pt x="6277" y="6516"/>
                  </a:cubicBezTo>
                  <a:cubicBezTo>
                    <a:pt x="5539" y="6118"/>
                    <a:pt x="4829" y="5692"/>
                    <a:pt x="4119" y="5266"/>
                  </a:cubicBezTo>
                  <a:cubicBezTo>
                    <a:pt x="3636" y="4982"/>
                    <a:pt x="3153" y="4698"/>
                    <a:pt x="2670" y="4414"/>
                  </a:cubicBezTo>
                  <a:cubicBezTo>
                    <a:pt x="2471" y="4272"/>
                    <a:pt x="2244" y="4187"/>
                    <a:pt x="1989" y="4159"/>
                  </a:cubicBezTo>
                  <a:cubicBezTo>
                    <a:pt x="1960" y="4159"/>
                    <a:pt x="1904" y="4187"/>
                    <a:pt x="1875" y="4216"/>
                  </a:cubicBezTo>
                  <a:cubicBezTo>
                    <a:pt x="1818" y="4272"/>
                    <a:pt x="1847" y="4358"/>
                    <a:pt x="1904" y="4386"/>
                  </a:cubicBezTo>
                  <a:cubicBezTo>
                    <a:pt x="2528" y="4784"/>
                    <a:pt x="3125" y="5210"/>
                    <a:pt x="3778" y="5579"/>
                  </a:cubicBezTo>
                  <a:cubicBezTo>
                    <a:pt x="4687" y="6118"/>
                    <a:pt x="5567" y="6601"/>
                    <a:pt x="6447" y="7141"/>
                  </a:cubicBezTo>
                  <a:cubicBezTo>
                    <a:pt x="7697" y="7908"/>
                    <a:pt x="8833" y="8845"/>
                    <a:pt x="9827" y="9952"/>
                  </a:cubicBezTo>
                  <a:cubicBezTo>
                    <a:pt x="9912" y="10066"/>
                    <a:pt x="10026" y="10151"/>
                    <a:pt x="10026" y="10350"/>
                  </a:cubicBezTo>
                  <a:cubicBezTo>
                    <a:pt x="9992" y="10401"/>
                    <a:pt x="9947" y="10411"/>
                    <a:pt x="9899" y="10411"/>
                  </a:cubicBezTo>
                  <a:cubicBezTo>
                    <a:pt x="9867" y="10411"/>
                    <a:pt x="9832" y="10407"/>
                    <a:pt x="9798" y="10407"/>
                  </a:cubicBezTo>
                  <a:cubicBezTo>
                    <a:pt x="9543" y="10378"/>
                    <a:pt x="9316" y="10293"/>
                    <a:pt x="9060" y="10293"/>
                  </a:cubicBezTo>
                  <a:cubicBezTo>
                    <a:pt x="8151" y="10293"/>
                    <a:pt x="7214" y="10350"/>
                    <a:pt x="6305" y="10463"/>
                  </a:cubicBezTo>
                  <a:cubicBezTo>
                    <a:pt x="5691" y="10518"/>
                    <a:pt x="5077" y="10560"/>
                    <a:pt x="4465" y="10560"/>
                  </a:cubicBezTo>
                  <a:cubicBezTo>
                    <a:pt x="3491" y="10560"/>
                    <a:pt x="2522" y="10454"/>
                    <a:pt x="1563" y="10123"/>
                  </a:cubicBezTo>
                  <a:cubicBezTo>
                    <a:pt x="1165" y="10009"/>
                    <a:pt x="739" y="9924"/>
                    <a:pt x="342" y="9810"/>
                  </a:cubicBezTo>
                  <a:cubicBezTo>
                    <a:pt x="280" y="9801"/>
                    <a:pt x="224" y="9795"/>
                    <a:pt x="176" y="9795"/>
                  </a:cubicBezTo>
                  <a:cubicBezTo>
                    <a:pt x="69" y="9795"/>
                    <a:pt x="1" y="9826"/>
                    <a:pt x="1" y="9924"/>
                  </a:cubicBezTo>
                  <a:cubicBezTo>
                    <a:pt x="1" y="10066"/>
                    <a:pt x="114" y="10123"/>
                    <a:pt x="200" y="10179"/>
                  </a:cubicBezTo>
                  <a:cubicBezTo>
                    <a:pt x="285" y="10236"/>
                    <a:pt x="342" y="10265"/>
                    <a:pt x="427" y="10293"/>
                  </a:cubicBezTo>
                  <a:cubicBezTo>
                    <a:pt x="1534" y="10719"/>
                    <a:pt x="2670" y="10975"/>
                    <a:pt x="3835" y="11060"/>
                  </a:cubicBezTo>
                  <a:cubicBezTo>
                    <a:pt x="4999" y="11060"/>
                    <a:pt x="6163" y="11003"/>
                    <a:pt x="7328" y="10889"/>
                  </a:cubicBezTo>
                  <a:cubicBezTo>
                    <a:pt x="7763" y="10850"/>
                    <a:pt x="8191" y="10829"/>
                    <a:pt x="8617" y="10829"/>
                  </a:cubicBezTo>
                  <a:cubicBezTo>
                    <a:pt x="9108" y="10829"/>
                    <a:pt x="9595" y="10857"/>
                    <a:pt x="10082" y="10918"/>
                  </a:cubicBezTo>
                  <a:cubicBezTo>
                    <a:pt x="10480" y="10975"/>
                    <a:pt x="10849" y="11173"/>
                    <a:pt x="11105" y="11514"/>
                  </a:cubicBezTo>
                  <a:cubicBezTo>
                    <a:pt x="11872" y="12565"/>
                    <a:pt x="12610" y="13616"/>
                    <a:pt x="13291" y="14752"/>
                  </a:cubicBezTo>
                  <a:cubicBezTo>
                    <a:pt x="13348" y="14808"/>
                    <a:pt x="13377" y="14894"/>
                    <a:pt x="13433" y="14979"/>
                  </a:cubicBezTo>
                  <a:cubicBezTo>
                    <a:pt x="13433" y="15064"/>
                    <a:pt x="13377" y="15149"/>
                    <a:pt x="13291" y="15149"/>
                  </a:cubicBezTo>
                  <a:cubicBezTo>
                    <a:pt x="13178" y="15121"/>
                    <a:pt x="13064" y="15092"/>
                    <a:pt x="12951" y="15092"/>
                  </a:cubicBezTo>
                  <a:cubicBezTo>
                    <a:pt x="12239" y="14928"/>
                    <a:pt x="11515" y="14846"/>
                    <a:pt x="10795" y="14846"/>
                  </a:cubicBezTo>
                  <a:cubicBezTo>
                    <a:pt x="10394" y="14846"/>
                    <a:pt x="9995" y="14871"/>
                    <a:pt x="9600" y="14922"/>
                  </a:cubicBezTo>
                  <a:cubicBezTo>
                    <a:pt x="8606" y="15036"/>
                    <a:pt x="7640" y="15149"/>
                    <a:pt x="6646" y="15149"/>
                  </a:cubicBezTo>
                  <a:cubicBezTo>
                    <a:pt x="6462" y="15163"/>
                    <a:pt x="6277" y="15171"/>
                    <a:pt x="6092" y="15171"/>
                  </a:cubicBezTo>
                  <a:cubicBezTo>
                    <a:pt x="5539" y="15171"/>
                    <a:pt x="4985" y="15107"/>
                    <a:pt x="4431" y="14979"/>
                  </a:cubicBezTo>
                  <a:lnTo>
                    <a:pt x="3267" y="14610"/>
                  </a:lnTo>
                  <a:cubicBezTo>
                    <a:pt x="3142" y="14568"/>
                    <a:pt x="2987" y="14542"/>
                    <a:pt x="2835" y="14542"/>
                  </a:cubicBezTo>
                  <a:cubicBezTo>
                    <a:pt x="2779" y="14542"/>
                    <a:pt x="2724" y="14545"/>
                    <a:pt x="2670" y="14553"/>
                  </a:cubicBezTo>
                  <a:cubicBezTo>
                    <a:pt x="2613" y="14553"/>
                    <a:pt x="2613" y="14581"/>
                    <a:pt x="2613" y="14638"/>
                  </a:cubicBezTo>
                  <a:cubicBezTo>
                    <a:pt x="2613" y="14666"/>
                    <a:pt x="2613" y="14666"/>
                    <a:pt x="2642" y="14695"/>
                  </a:cubicBezTo>
                  <a:cubicBezTo>
                    <a:pt x="2699" y="14808"/>
                    <a:pt x="2812" y="14894"/>
                    <a:pt x="2954" y="14922"/>
                  </a:cubicBezTo>
                  <a:cubicBezTo>
                    <a:pt x="3551" y="15121"/>
                    <a:pt x="4147" y="15348"/>
                    <a:pt x="4743" y="15490"/>
                  </a:cubicBezTo>
                  <a:cubicBezTo>
                    <a:pt x="5407" y="15612"/>
                    <a:pt x="6070" y="15670"/>
                    <a:pt x="6734" y="15670"/>
                  </a:cubicBezTo>
                  <a:cubicBezTo>
                    <a:pt x="7150" y="15670"/>
                    <a:pt x="7565" y="15647"/>
                    <a:pt x="7981" y="15604"/>
                  </a:cubicBezTo>
                  <a:cubicBezTo>
                    <a:pt x="9003" y="15518"/>
                    <a:pt x="10026" y="15376"/>
                    <a:pt x="11048" y="15376"/>
                  </a:cubicBezTo>
                  <a:cubicBezTo>
                    <a:pt x="11786" y="15405"/>
                    <a:pt x="12525" y="15490"/>
                    <a:pt x="13263" y="15660"/>
                  </a:cubicBezTo>
                  <a:cubicBezTo>
                    <a:pt x="13689" y="15717"/>
                    <a:pt x="14058" y="16001"/>
                    <a:pt x="14229" y="16399"/>
                  </a:cubicBezTo>
                  <a:cubicBezTo>
                    <a:pt x="14740" y="17535"/>
                    <a:pt x="15279" y="18671"/>
                    <a:pt x="15819" y="19835"/>
                  </a:cubicBezTo>
                  <a:cubicBezTo>
                    <a:pt x="15847" y="19920"/>
                    <a:pt x="15876" y="20034"/>
                    <a:pt x="15904" y="20147"/>
                  </a:cubicBezTo>
                  <a:cubicBezTo>
                    <a:pt x="15929" y="20221"/>
                    <a:pt x="15868" y="20295"/>
                    <a:pt x="15796" y="20295"/>
                  </a:cubicBezTo>
                  <a:cubicBezTo>
                    <a:pt x="15785" y="20295"/>
                    <a:pt x="15774" y="20293"/>
                    <a:pt x="15762" y="20289"/>
                  </a:cubicBezTo>
                  <a:lnTo>
                    <a:pt x="15563" y="20204"/>
                  </a:lnTo>
                  <a:cubicBezTo>
                    <a:pt x="15081" y="20005"/>
                    <a:pt x="14598" y="19835"/>
                    <a:pt x="14087" y="19721"/>
                  </a:cubicBezTo>
                  <a:cubicBezTo>
                    <a:pt x="12837" y="19437"/>
                    <a:pt x="11616" y="19068"/>
                    <a:pt x="10423" y="18614"/>
                  </a:cubicBezTo>
                  <a:cubicBezTo>
                    <a:pt x="9997" y="18472"/>
                    <a:pt x="9571" y="18302"/>
                    <a:pt x="9174" y="18160"/>
                  </a:cubicBezTo>
                  <a:cubicBezTo>
                    <a:pt x="9123" y="18134"/>
                    <a:pt x="9066" y="18120"/>
                    <a:pt x="9014" y="18120"/>
                  </a:cubicBezTo>
                  <a:cubicBezTo>
                    <a:pt x="8950" y="18120"/>
                    <a:pt x="8893" y="18141"/>
                    <a:pt x="8861" y="18188"/>
                  </a:cubicBezTo>
                  <a:cubicBezTo>
                    <a:pt x="8833" y="18302"/>
                    <a:pt x="8918" y="18358"/>
                    <a:pt x="8975" y="18415"/>
                  </a:cubicBezTo>
                  <a:cubicBezTo>
                    <a:pt x="9202" y="18614"/>
                    <a:pt x="9458" y="18756"/>
                    <a:pt x="9742" y="18869"/>
                  </a:cubicBezTo>
                  <a:cubicBezTo>
                    <a:pt x="10906" y="19324"/>
                    <a:pt x="12099" y="19721"/>
                    <a:pt x="13320" y="20034"/>
                  </a:cubicBezTo>
                  <a:cubicBezTo>
                    <a:pt x="14172" y="20233"/>
                    <a:pt x="15052" y="20488"/>
                    <a:pt x="15876" y="20857"/>
                  </a:cubicBezTo>
                  <a:cubicBezTo>
                    <a:pt x="16188" y="20971"/>
                    <a:pt x="16444" y="21198"/>
                    <a:pt x="16586" y="21511"/>
                  </a:cubicBezTo>
                  <a:cubicBezTo>
                    <a:pt x="16785" y="21993"/>
                    <a:pt x="17012" y="22476"/>
                    <a:pt x="17211" y="22931"/>
                  </a:cubicBezTo>
                  <a:cubicBezTo>
                    <a:pt x="17381" y="23243"/>
                    <a:pt x="17523" y="23584"/>
                    <a:pt x="17665" y="23896"/>
                  </a:cubicBezTo>
                  <a:cubicBezTo>
                    <a:pt x="17608" y="23924"/>
                    <a:pt x="17544" y="23939"/>
                    <a:pt x="17484" y="23939"/>
                  </a:cubicBezTo>
                  <a:cubicBezTo>
                    <a:pt x="17424" y="23939"/>
                    <a:pt x="17367" y="23924"/>
                    <a:pt x="17324" y="23896"/>
                  </a:cubicBezTo>
                  <a:cubicBezTo>
                    <a:pt x="16103" y="23442"/>
                    <a:pt x="14853" y="23044"/>
                    <a:pt x="13661" y="22533"/>
                  </a:cubicBezTo>
                  <a:cubicBezTo>
                    <a:pt x="13547" y="22448"/>
                    <a:pt x="13405" y="22419"/>
                    <a:pt x="13263" y="22419"/>
                  </a:cubicBezTo>
                  <a:cubicBezTo>
                    <a:pt x="13235" y="22419"/>
                    <a:pt x="13206" y="22448"/>
                    <a:pt x="13178" y="22505"/>
                  </a:cubicBezTo>
                  <a:cubicBezTo>
                    <a:pt x="13178" y="22533"/>
                    <a:pt x="13178" y="22590"/>
                    <a:pt x="13206" y="22618"/>
                  </a:cubicBezTo>
                  <a:cubicBezTo>
                    <a:pt x="13348" y="22760"/>
                    <a:pt x="13519" y="22874"/>
                    <a:pt x="13689" y="22959"/>
                  </a:cubicBezTo>
                  <a:cubicBezTo>
                    <a:pt x="14200" y="23215"/>
                    <a:pt x="14683" y="23442"/>
                    <a:pt x="15166" y="23640"/>
                  </a:cubicBezTo>
                  <a:cubicBezTo>
                    <a:pt x="16046" y="23953"/>
                    <a:pt x="16898" y="24237"/>
                    <a:pt x="17779" y="24549"/>
                  </a:cubicBezTo>
                  <a:cubicBezTo>
                    <a:pt x="18006" y="24578"/>
                    <a:pt x="18204" y="24720"/>
                    <a:pt x="18318" y="24918"/>
                  </a:cubicBezTo>
                  <a:cubicBezTo>
                    <a:pt x="18460" y="25117"/>
                    <a:pt x="18630" y="25344"/>
                    <a:pt x="18801" y="25543"/>
                  </a:cubicBezTo>
                  <a:cubicBezTo>
                    <a:pt x="18914" y="25657"/>
                    <a:pt x="19028" y="25714"/>
                    <a:pt x="19170" y="25714"/>
                  </a:cubicBezTo>
                  <a:cubicBezTo>
                    <a:pt x="19182" y="25716"/>
                    <a:pt x="19195" y="25717"/>
                    <a:pt x="19207" y="25717"/>
                  </a:cubicBezTo>
                  <a:cubicBezTo>
                    <a:pt x="19335" y="25717"/>
                    <a:pt x="19449" y="25588"/>
                    <a:pt x="19397" y="25458"/>
                  </a:cubicBezTo>
                  <a:cubicBezTo>
                    <a:pt x="19284" y="25202"/>
                    <a:pt x="19142" y="24947"/>
                    <a:pt x="19000" y="24691"/>
                  </a:cubicBezTo>
                  <a:cubicBezTo>
                    <a:pt x="18488" y="23726"/>
                    <a:pt x="18006" y="22732"/>
                    <a:pt x="17580" y="21709"/>
                  </a:cubicBezTo>
                  <a:cubicBezTo>
                    <a:pt x="17523" y="21539"/>
                    <a:pt x="17466" y="21369"/>
                    <a:pt x="17466" y="21198"/>
                  </a:cubicBezTo>
                  <a:cubicBezTo>
                    <a:pt x="17409" y="20545"/>
                    <a:pt x="17438" y="19892"/>
                    <a:pt x="17495" y="19239"/>
                  </a:cubicBezTo>
                  <a:cubicBezTo>
                    <a:pt x="17665" y="18160"/>
                    <a:pt x="17722" y="17080"/>
                    <a:pt x="17722" y="16001"/>
                  </a:cubicBezTo>
                  <a:cubicBezTo>
                    <a:pt x="17693" y="15263"/>
                    <a:pt x="17665" y="14553"/>
                    <a:pt x="17608" y="13843"/>
                  </a:cubicBezTo>
                  <a:cubicBezTo>
                    <a:pt x="17551" y="13360"/>
                    <a:pt x="17438" y="12877"/>
                    <a:pt x="17353" y="12395"/>
                  </a:cubicBezTo>
                  <a:cubicBezTo>
                    <a:pt x="17353" y="12281"/>
                    <a:pt x="17267" y="12167"/>
                    <a:pt x="17182" y="12111"/>
                  </a:cubicBezTo>
                  <a:cubicBezTo>
                    <a:pt x="17161" y="12100"/>
                    <a:pt x="17137" y="12094"/>
                    <a:pt x="17113" y="12094"/>
                  </a:cubicBezTo>
                  <a:cubicBezTo>
                    <a:pt x="17071" y="12094"/>
                    <a:pt x="17030" y="12113"/>
                    <a:pt x="17012" y="12167"/>
                  </a:cubicBezTo>
                  <a:cubicBezTo>
                    <a:pt x="16983" y="12253"/>
                    <a:pt x="16983" y="12338"/>
                    <a:pt x="16983" y="12423"/>
                  </a:cubicBezTo>
                  <a:cubicBezTo>
                    <a:pt x="17125" y="13247"/>
                    <a:pt x="17182" y="14070"/>
                    <a:pt x="17211" y="14922"/>
                  </a:cubicBezTo>
                  <a:cubicBezTo>
                    <a:pt x="17267" y="16456"/>
                    <a:pt x="17211" y="18018"/>
                    <a:pt x="17040" y="19551"/>
                  </a:cubicBezTo>
                  <a:cubicBezTo>
                    <a:pt x="17012" y="19693"/>
                    <a:pt x="17040" y="19863"/>
                    <a:pt x="16870" y="19949"/>
                  </a:cubicBezTo>
                  <a:cubicBezTo>
                    <a:pt x="16813" y="19920"/>
                    <a:pt x="16785" y="19863"/>
                    <a:pt x="16728" y="19807"/>
                  </a:cubicBezTo>
                  <a:cubicBezTo>
                    <a:pt x="16444" y="19210"/>
                    <a:pt x="16160" y="18585"/>
                    <a:pt x="15876" y="17989"/>
                  </a:cubicBezTo>
                  <a:cubicBezTo>
                    <a:pt x="15620" y="17478"/>
                    <a:pt x="15393" y="16967"/>
                    <a:pt x="15109" y="16484"/>
                  </a:cubicBezTo>
                  <a:cubicBezTo>
                    <a:pt x="14825" y="16030"/>
                    <a:pt x="14683" y="15490"/>
                    <a:pt x="14683" y="14950"/>
                  </a:cubicBezTo>
                  <a:cubicBezTo>
                    <a:pt x="14655" y="13956"/>
                    <a:pt x="14598" y="12963"/>
                    <a:pt x="14569" y="11997"/>
                  </a:cubicBezTo>
                  <a:cubicBezTo>
                    <a:pt x="14541" y="11117"/>
                    <a:pt x="14427" y="10236"/>
                    <a:pt x="14285" y="9384"/>
                  </a:cubicBezTo>
                  <a:cubicBezTo>
                    <a:pt x="13945" y="7680"/>
                    <a:pt x="13320" y="6062"/>
                    <a:pt x="12440" y="4556"/>
                  </a:cubicBezTo>
                  <a:cubicBezTo>
                    <a:pt x="12383" y="4386"/>
                    <a:pt x="12269" y="4244"/>
                    <a:pt x="12127" y="4130"/>
                  </a:cubicBezTo>
                  <a:cubicBezTo>
                    <a:pt x="12108" y="4126"/>
                    <a:pt x="12089" y="4123"/>
                    <a:pt x="12071" y="4123"/>
                  </a:cubicBezTo>
                  <a:cubicBezTo>
                    <a:pt x="11987" y="4123"/>
                    <a:pt x="11928" y="4178"/>
                    <a:pt x="11928" y="4272"/>
                  </a:cubicBezTo>
                  <a:cubicBezTo>
                    <a:pt x="11957" y="4358"/>
                    <a:pt x="11985" y="4471"/>
                    <a:pt x="12014" y="4585"/>
                  </a:cubicBezTo>
                  <a:cubicBezTo>
                    <a:pt x="12298" y="5210"/>
                    <a:pt x="12553" y="5863"/>
                    <a:pt x="12837" y="6488"/>
                  </a:cubicBezTo>
                  <a:cubicBezTo>
                    <a:pt x="13348" y="7652"/>
                    <a:pt x="13689" y="8873"/>
                    <a:pt x="13916" y="10123"/>
                  </a:cubicBezTo>
                  <a:cubicBezTo>
                    <a:pt x="13945" y="10407"/>
                    <a:pt x="13973" y="10691"/>
                    <a:pt x="13973" y="10975"/>
                  </a:cubicBezTo>
                  <a:cubicBezTo>
                    <a:pt x="14030" y="12025"/>
                    <a:pt x="14087" y="13076"/>
                    <a:pt x="14115" y="14155"/>
                  </a:cubicBezTo>
                  <a:cubicBezTo>
                    <a:pt x="14115" y="14269"/>
                    <a:pt x="14172" y="14411"/>
                    <a:pt x="14058" y="14496"/>
                  </a:cubicBezTo>
                  <a:cubicBezTo>
                    <a:pt x="14030" y="14496"/>
                    <a:pt x="13973" y="14496"/>
                    <a:pt x="13945" y="14468"/>
                  </a:cubicBezTo>
                  <a:cubicBezTo>
                    <a:pt x="13831" y="14297"/>
                    <a:pt x="13717" y="14127"/>
                    <a:pt x="13604" y="13956"/>
                  </a:cubicBezTo>
                  <a:cubicBezTo>
                    <a:pt x="12951" y="12963"/>
                    <a:pt x="12212" y="11969"/>
                    <a:pt x="11474" y="11031"/>
                  </a:cubicBezTo>
                  <a:cubicBezTo>
                    <a:pt x="11332" y="10889"/>
                    <a:pt x="11218" y="10719"/>
                    <a:pt x="11162" y="10520"/>
                  </a:cubicBezTo>
                  <a:cubicBezTo>
                    <a:pt x="10991" y="10123"/>
                    <a:pt x="10878" y="9725"/>
                    <a:pt x="10792" y="9299"/>
                  </a:cubicBezTo>
                  <a:cubicBezTo>
                    <a:pt x="10650" y="8333"/>
                    <a:pt x="10508" y="7396"/>
                    <a:pt x="10366" y="6431"/>
                  </a:cubicBezTo>
                  <a:cubicBezTo>
                    <a:pt x="10253" y="5607"/>
                    <a:pt x="10026" y="4812"/>
                    <a:pt x="9770" y="4017"/>
                  </a:cubicBezTo>
                  <a:cubicBezTo>
                    <a:pt x="9316" y="2767"/>
                    <a:pt x="8549" y="1745"/>
                    <a:pt x="7782" y="666"/>
                  </a:cubicBezTo>
                  <a:cubicBezTo>
                    <a:pt x="7640" y="495"/>
                    <a:pt x="7498" y="325"/>
                    <a:pt x="7328" y="183"/>
                  </a:cubicBezTo>
                  <a:cubicBezTo>
                    <a:pt x="7243" y="98"/>
                    <a:pt x="7157" y="41"/>
                    <a:pt x="7044" y="13"/>
                  </a:cubicBezTo>
                  <a:cubicBezTo>
                    <a:pt x="7027" y="4"/>
                    <a:pt x="7008" y="1"/>
                    <a:pt x="6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1134800" y="1787950"/>
              <a:ext cx="863350" cy="88617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1210075" y="1840800"/>
              <a:ext cx="729150" cy="761650"/>
            </a:xfrm>
            <a:custGeom>
              <a:rect b="b" l="l" r="r" t="t"/>
              <a:pathLst>
                <a:path extrusionOk="0" h="30466" w="29166">
                  <a:moveTo>
                    <a:pt x="14938" y="12411"/>
                  </a:moveTo>
                  <a:lnTo>
                    <a:pt x="14995" y="12439"/>
                  </a:lnTo>
                  <a:lnTo>
                    <a:pt x="14938" y="12439"/>
                  </a:lnTo>
                  <a:lnTo>
                    <a:pt x="14938" y="12411"/>
                  </a:lnTo>
                  <a:close/>
                  <a:moveTo>
                    <a:pt x="19737" y="0"/>
                  </a:moveTo>
                  <a:cubicBezTo>
                    <a:pt x="19652" y="0"/>
                    <a:pt x="19595" y="0"/>
                    <a:pt x="19539" y="57"/>
                  </a:cubicBezTo>
                  <a:cubicBezTo>
                    <a:pt x="19397" y="142"/>
                    <a:pt x="19311" y="227"/>
                    <a:pt x="19198" y="341"/>
                  </a:cubicBezTo>
                  <a:cubicBezTo>
                    <a:pt x="18829" y="795"/>
                    <a:pt x="18431" y="1221"/>
                    <a:pt x="18090" y="1676"/>
                  </a:cubicBezTo>
                  <a:cubicBezTo>
                    <a:pt x="17579" y="2329"/>
                    <a:pt x="17125" y="2982"/>
                    <a:pt x="16699" y="3664"/>
                  </a:cubicBezTo>
                  <a:cubicBezTo>
                    <a:pt x="16102" y="4686"/>
                    <a:pt x="15648" y="5794"/>
                    <a:pt x="15336" y="6958"/>
                  </a:cubicBezTo>
                  <a:cubicBezTo>
                    <a:pt x="14796" y="8634"/>
                    <a:pt x="14342" y="10366"/>
                    <a:pt x="14001" y="12098"/>
                  </a:cubicBezTo>
                  <a:cubicBezTo>
                    <a:pt x="13916" y="12439"/>
                    <a:pt x="13745" y="12780"/>
                    <a:pt x="13518" y="13064"/>
                  </a:cubicBezTo>
                  <a:cubicBezTo>
                    <a:pt x="12496" y="14313"/>
                    <a:pt x="11502" y="15563"/>
                    <a:pt x="10565" y="16869"/>
                  </a:cubicBezTo>
                  <a:cubicBezTo>
                    <a:pt x="10337" y="17238"/>
                    <a:pt x="10053" y="17579"/>
                    <a:pt x="9769" y="17892"/>
                  </a:cubicBezTo>
                  <a:cubicBezTo>
                    <a:pt x="9713" y="17579"/>
                    <a:pt x="9713" y="17295"/>
                    <a:pt x="9798" y="16983"/>
                  </a:cubicBezTo>
                  <a:cubicBezTo>
                    <a:pt x="9968" y="15847"/>
                    <a:pt x="10110" y="14711"/>
                    <a:pt x="10167" y="13575"/>
                  </a:cubicBezTo>
                  <a:cubicBezTo>
                    <a:pt x="10252" y="12354"/>
                    <a:pt x="10536" y="11133"/>
                    <a:pt x="10962" y="9968"/>
                  </a:cubicBezTo>
                  <a:cubicBezTo>
                    <a:pt x="11530" y="8548"/>
                    <a:pt x="12183" y="7157"/>
                    <a:pt x="12950" y="5822"/>
                  </a:cubicBezTo>
                  <a:cubicBezTo>
                    <a:pt x="13092" y="5538"/>
                    <a:pt x="13206" y="5254"/>
                    <a:pt x="13319" y="4942"/>
                  </a:cubicBezTo>
                  <a:cubicBezTo>
                    <a:pt x="13348" y="4885"/>
                    <a:pt x="13319" y="4800"/>
                    <a:pt x="13262" y="4771"/>
                  </a:cubicBezTo>
                  <a:cubicBezTo>
                    <a:pt x="13239" y="4760"/>
                    <a:pt x="13211" y="4753"/>
                    <a:pt x="13181" y="4753"/>
                  </a:cubicBezTo>
                  <a:cubicBezTo>
                    <a:pt x="13140" y="4753"/>
                    <a:pt x="13097" y="4766"/>
                    <a:pt x="13064" y="4800"/>
                  </a:cubicBezTo>
                  <a:cubicBezTo>
                    <a:pt x="12950" y="4885"/>
                    <a:pt x="12865" y="4999"/>
                    <a:pt x="12780" y="5112"/>
                  </a:cubicBezTo>
                  <a:cubicBezTo>
                    <a:pt x="12552" y="5510"/>
                    <a:pt x="12297" y="5907"/>
                    <a:pt x="12070" y="6305"/>
                  </a:cubicBezTo>
                  <a:cubicBezTo>
                    <a:pt x="11161" y="7867"/>
                    <a:pt x="10451" y="9514"/>
                    <a:pt x="9968" y="11246"/>
                  </a:cubicBezTo>
                  <a:cubicBezTo>
                    <a:pt x="9826" y="11757"/>
                    <a:pt x="9713" y="12297"/>
                    <a:pt x="9656" y="12837"/>
                  </a:cubicBezTo>
                  <a:cubicBezTo>
                    <a:pt x="9514" y="13944"/>
                    <a:pt x="9457" y="15052"/>
                    <a:pt x="9343" y="16159"/>
                  </a:cubicBezTo>
                  <a:cubicBezTo>
                    <a:pt x="9258" y="17040"/>
                    <a:pt x="9116" y="17892"/>
                    <a:pt x="8889" y="18744"/>
                  </a:cubicBezTo>
                  <a:cubicBezTo>
                    <a:pt x="8804" y="19141"/>
                    <a:pt x="8633" y="19482"/>
                    <a:pt x="8378" y="19794"/>
                  </a:cubicBezTo>
                  <a:cubicBezTo>
                    <a:pt x="7384" y="21044"/>
                    <a:pt x="6418" y="22322"/>
                    <a:pt x="5424" y="23571"/>
                  </a:cubicBezTo>
                  <a:cubicBezTo>
                    <a:pt x="5254" y="23827"/>
                    <a:pt x="5055" y="24026"/>
                    <a:pt x="4800" y="24168"/>
                  </a:cubicBezTo>
                  <a:cubicBezTo>
                    <a:pt x="4778" y="24232"/>
                    <a:pt x="4757" y="24264"/>
                    <a:pt x="4736" y="24264"/>
                  </a:cubicBezTo>
                  <a:cubicBezTo>
                    <a:pt x="4729" y="24264"/>
                    <a:pt x="4721" y="24260"/>
                    <a:pt x="4714" y="24253"/>
                  </a:cubicBezTo>
                  <a:cubicBezTo>
                    <a:pt x="4686" y="24196"/>
                    <a:pt x="4714" y="24139"/>
                    <a:pt x="4771" y="24139"/>
                  </a:cubicBezTo>
                  <a:cubicBezTo>
                    <a:pt x="4771" y="23571"/>
                    <a:pt x="4828" y="23032"/>
                    <a:pt x="4942" y="22464"/>
                  </a:cubicBezTo>
                  <a:cubicBezTo>
                    <a:pt x="5055" y="21527"/>
                    <a:pt x="5112" y="20533"/>
                    <a:pt x="5339" y="19596"/>
                  </a:cubicBezTo>
                  <a:cubicBezTo>
                    <a:pt x="5510" y="18772"/>
                    <a:pt x="5652" y="17920"/>
                    <a:pt x="5794" y="17068"/>
                  </a:cubicBezTo>
                  <a:cubicBezTo>
                    <a:pt x="5794" y="17011"/>
                    <a:pt x="5794" y="16926"/>
                    <a:pt x="5794" y="16869"/>
                  </a:cubicBezTo>
                  <a:cubicBezTo>
                    <a:pt x="5775" y="16794"/>
                    <a:pt x="5718" y="16756"/>
                    <a:pt x="5657" y="16756"/>
                  </a:cubicBezTo>
                  <a:cubicBezTo>
                    <a:pt x="5626" y="16756"/>
                    <a:pt x="5595" y="16765"/>
                    <a:pt x="5566" y="16784"/>
                  </a:cubicBezTo>
                  <a:cubicBezTo>
                    <a:pt x="5481" y="16898"/>
                    <a:pt x="5424" y="16983"/>
                    <a:pt x="5368" y="17096"/>
                  </a:cubicBezTo>
                  <a:cubicBezTo>
                    <a:pt x="5197" y="17551"/>
                    <a:pt x="5084" y="18034"/>
                    <a:pt x="5027" y="18516"/>
                  </a:cubicBezTo>
                  <a:cubicBezTo>
                    <a:pt x="4856" y="19368"/>
                    <a:pt x="4658" y="20220"/>
                    <a:pt x="4544" y="21101"/>
                  </a:cubicBezTo>
                  <a:cubicBezTo>
                    <a:pt x="4402" y="22379"/>
                    <a:pt x="4232" y="23600"/>
                    <a:pt x="4061" y="24849"/>
                  </a:cubicBezTo>
                  <a:cubicBezTo>
                    <a:pt x="4033" y="25105"/>
                    <a:pt x="3948" y="25332"/>
                    <a:pt x="3777" y="25531"/>
                  </a:cubicBezTo>
                  <a:lnTo>
                    <a:pt x="1846" y="27803"/>
                  </a:lnTo>
                  <a:cubicBezTo>
                    <a:pt x="1800" y="27849"/>
                    <a:pt x="1753" y="27896"/>
                    <a:pt x="1691" y="27896"/>
                  </a:cubicBezTo>
                  <a:cubicBezTo>
                    <a:pt x="1678" y="27896"/>
                    <a:pt x="1663" y="27893"/>
                    <a:pt x="1647" y="27888"/>
                  </a:cubicBezTo>
                  <a:cubicBezTo>
                    <a:pt x="1534" y="27718"/>
                    <a:pt x="1590" y="27547"/>
                    <a:pt x="1619" y="27405"/>
                  </a:cubicBezTo>
                  <a:cubicBezTo>
                    <a:pt x="1789" y="26241"/>
                    <a:pt x="1960" y="25105"/>
                    <a:pt x="2130" y="23941"/>
                  </a:cubicBezTo>
                  <a:cubicBezTo>
                    <a:pt x="2158" y="23855"/>
                    <a:pt x="2158" y="23742"/>
                    <a:pt x="2130" y="23657"/>
                  </a:cubicBezTo>
                  <a:cubicBezTo>
                    <a:pt x="2130" y="23600"/>
                    <a:pt x="2102" y="23571"/>
                    <a:pt x="2073" y="23543"/>
                  </a:cubicBezTo>
                  <a:cubicBezTo>
                    <a:pt x="2053" y="23530"/>
                    <a:pt x="2035" y="23524"/>
                    <a:pt x="2018" y="23524"/>
                  </a:cubicBezTo>
                  <a:cubicBezTo>
                    <a:pt x="1962" y="23524"/>
                    <a:pt x="1918" y="23585"/>
                    <a:pt x="1874" y="23628"/>
                  </a:cubicBezTo>
                  <a:cubicBezTo>
                    <a:pt x="1846" y="23742"/>
                    <a:pt x="1789" y="23827"/>
                    <a:pt x="1732" y="23969"/>
                  </a:cubicBezTo>
                  <a:cubicBezTo>
                    <a:pt x="1562" y="24565"/>
                    <a:pt x="1420" y="25190"/>
                    <a:pt x="1335" y="25815"/>
                  </a:cubicBezTo>
                  <a:cubicBezTo>
                    <a:pt x="1164" y="26582"/>
                    <a:pt x="1108" y="27348"/>
                    <a:pt x="1136" y="28144"/>
                  </a:cubicBezTo>
                  <a:cubicBezTo>
                    <a:pt x="1136" y="28342"/>
                    <a:pt x="1079" y="28541"/>
                    <a:pt x="966" y="28740"/>
                  </a:cubicBezTo>
                  <a:cubicBezTo>
                    <a:pt x="795" y="29052"/>
                    <a:pt x="597" y="29365"/>
                    <a:pt x="341" y="29620"/>
                  </a:cubicBezTo>
                  <a:cubicBezTo>
                    <a:pt x="171" y="29791"/>
                    <a:pt x="57" y="30018"/>
                    <a:pt x="0" y="30245"/>
                  </a:cubicBezTo>
                  <a:cubicBezTo>
                    <a:pt x="0" y="30330"/>
                    <a:pt x="29" y="30387"/>
                    <a:pt x="85" y="30444"/>
                  </a:cubicBezTo>
                  <a:cubicBezTo>
                    <a:pt x="114" y="30458"/>
                    <a:pt x="149" y="30465"/>
                    <a:pt x="185" y="30465"/>
                  </a:cubicBezTo>
                  <a:cubicBezTo>
                    <a:pt x="220" y="30465"/>
                    <a:pt x="256" y="30458"/>
                    <a:pt x="284" y="30444"/>
                  </a:cubicBezTo>
                  <a:cubicBezTo>
                    <a:pt x="369" y="30359"/>
                    <a:pt x="455" y="30274"/>
                    <a:pt x="540" y="30188"/>
                  </a:cubicBezTo>
                  <a:lnTo>
                    <a:pt x="1250" y="29365"/>
                  </a:lnTo>
                  <a:cubicBezTo>
                    <a:pt x="1392" y="29223"/>
                    <a:pt x="1562" y="29138"/>
                    <a:pt x="1761" y="29138"/>
                  </a:cubicBezTo>
                  <a:cubicBezTo>
                    <a:pt x="2670" y="29052"/>
                    <a:pt x="3550" y="28882"/>
                    <a:pt x="4402" y="28683"/>
                  </a:cubicBezTo>
                  <a:cubicBezTo>
                    <a:pt x="4743" y="28598"/>
                    <a:pt x="5055" y="28484"/>
                    <a:pt x="5368" y="28314"/>
                  </a:cubicBezTo>
                  <a:cubicBezTo>
                    <a:pt x="5424" y="28286"/>
                    <a:pt x="5481" y="28229"/>
                    <a:pt x="5538" y="28200"/>
                  </a:cubicBezTo>
                  <a:cubicBezTo>
                    <a:pt x="5566" y="28172"/>
                    <a:pt x="5595" y="28115"/>
                    <a:pt x="5595" y="28058"/>
                  </a:cubicBezTo>
                  <a:cubicBezTo>
                    <a:pt x="5595" y="27973"/>
                    <a:pt x="5510" y="27973"/>
                    <a:pt x="5424" y="27973"/>
                  </a:cubicBezTo>
                  <a:lnTo>
                    <a:pt x="5226" y="27973"/>
                  </a:lnTo>
                  <a:cubicBezTo>
                    <a:pt x="4658" y="28115"/>
                    <a:pt x="4090" y="28229"/>
                    <a:pt x="3522" y="28342"/>
                  </a:cubicBezTo>
                  <a:cubicBezTo>
                    <a:pt x="3010" y="28456"/>
                    <a:pt x="2499" y="28513"/>
                    <a:pt x="1988" y="28513"/>
                  </a:cubicBezTo>
                  <a:cubicBezTo>
                    <a:pt x="2215" y="28257"/>
                    <a:pt x="2386" y="28058"/>
                    <a:pt x="2556" y="27860"/>
                  </a:cubicBezTo>
                  <a:cubicBezTo>
                    <a:pt x="3096" y="27206"/>
                    <a:pt x="3664" y="26582"/>
                    <a:pt x="4232" y="25928"/>
                  </a:cubicBezTo>
                  <a:cubicBezTo>
                    <a:pt x="4374" y="25730"/>
                    <a:pt x="4601" y="25588"/>
                    <a:pt x="4828" y="25588"/>
                  </a:cubicBezTo>
                  <a:cubicBezTo>
                    <a:pt x="4970" y="25588"/>
                    <a:pt x="5084" y="25474"/>
                    <a:pt x="5226" y="25417"/>
                  </a:cubicBezTo>
                  <a:cubicBezTo>
                    <a:pt x="5623" y="25219"/>
                    <a:pt x="6049" y="25105"/>
                    <a:pt x="6475" y="25048"/>
                  </a:cubicBezTo>
                  <a:cubicBezTo>
                    <a:pt x="7362" y="24997"/>
                    <a:pt x="8225" y="24902"/>
                    <a:pt x="9087" y="24902"/>
                  </a:cubicBezTo>
                  <a:cubicBezTo>
                    <a:pt x="9191" y="24902"/>
                    <a:pt x="9296" y="24903"/>
                    <a:pt x="9400" y="24906"/>
                  </a:cubicBezTo>
                  <a:cubicBezTo>
                    <a:pt x="9658" y="24914"/>
                    <a:pt x="9916" y="24918"/>
                    <a:pt x="10174" y="24918"/>
                  </a:cubicBezTo>
                  <a:cubicBezTo>
                    <a:pt x="10796" y="24918"/>
                    <a:pt x="11419" y="24898"/>
                    <a:pt x="12041" y="24878"/>
                  </a:cubicBezTo>
                  <a:cubicBezTo>
                    <a:pt x="12638" y="24849"/>
                    <a:pt x="13234" y="24793"/>
                    <a:pt x="13859" y="24707"/>
                  </a:cubicBezTo>
                  <a:cubicBezTo>
                    <a:pt x="14881" y="24537"/>
                    <a:pt x="15904" y="24281"/>
                    <a:pt x="16897" y="23997"/>
                  </a:cubicBezTo>
                  <a:cubicBezTo>
                    <a:pt x="17352" y="23855"/>
                    <a:pt x="17778" y="23685"/>
                    <a:pt x="18204" y="23515"/>
                  </a:cubicBezTo>
                  <a:cubicBezTo>
                    <a:pt x="18374" y="23458"/>
                    <a:pt x="18545" y="23344"/>
                    <a:pt x="18658" y="23174"/>
                  </a:cubicBezTo>
                  <a:cubicBezTo>
                    <a:pt x="18715" y="23145"/>
                    <a:pt x="18715" y="23089"/>
                    <a:pt x="18715" y="23060"/>
                  </a:cubicBezTo>
                  <a:cubicBezTo>
                    <a:pt x="18687" y="23003"/>
                    <a:pt x="18630" y="23003"/>
                    <a:pt x="18601" y="22975"/>
                  </a:cubicBezTo>
                  <a:cubicBezTo>
                    <a:pt x="18403" y="23003"/>
                    <a:pt x="18204" y="23032"/>
                    <a:pt x="18033" y="23117"/>
                  </a:cubicBezTo>
                  <a:cubicBezTo>
                    <a:pt x="16926" y="23515"/>
                    <a:pt x="15790" y="23799"/>
                    <a:pt x="14654" y="23997"/>
                  </a:cubicBezTo>
                  <a:cubicBezTo>
                    <a:pt x="13503" y="24253"/>
                    <a:pt x="12351" y="24371"/>
                    <a:pt x="11179" y="24371"/>
                  </a:cubicBezTo>
                  <a:cubicBezTo>
                    <a:pt x="11050" y="24371"/>
                    <a:pt x="10921" y="24369"/>
                    <a:pt x="10792" y="24367"/>
                  </a:cubicBezTo>
                  <a:cubicBezTo>
                    <a:pt x="10658" y="24363"/>
                    <a:pt x="10524" y="24362"/>
                    <a:pt x="10389" y="24362"/>
                  </a:cubicBezTo>
                  <a:cubicBezTo>
                    <a:pt x="9297" y="24362"/>
                    <a:pt x="8184" y="24455"/>
                    <a:pt x="7071" y="24480"/>
                  </a:cubicBezTo>
                  <a:cubicBezTo>
                    <a:pt x="6901" y="24480"/>
                    <a:pt x="6731" y="24509"/>
                    <a:pt x="6589" y="24537"/>
                  </a:cubicBezTo>
                  <a:cubicBezTo>
                    <a:pt x="6191" y="24622"/>
                    <a:pt x="5794" y="24679"/>
                    <a:pt x="5453" y="24764"/>
                  </a:cubicBezTo>
                  <a:cubicBezTo>
                    <a:pt x="5424" y="24651"/>
                    <a:pt x="5453" y="24537"/>
                    <a:pt x="5538" y="24480"/>
                  </a:cubicBezTo>
                  <a:cubicBezTo>
                    <a:pt x="5822" y="24111"/>
                    <a:pt x="6134" y="23713"/>
                    <a:pt x="6447" y="23344"/>
                  </a:cubicBezTo>
                  <a:cubicBezTo>
                    <a:pt x="7242" y="22350"/>
                    <a:pt x="8037" y="21385"/>
                    <a:pt x="8832" y="20391"/>
                  </a:cubicBezTo>
                  <a:cubicBezTo>
                    <a:pt x="9042" y="20102"/>
                    <a:pt x="9228" y="19788"/>
                    <a:pt x="9615" y="19788"/>
                  </a:cubicBezTo>
                  <a:cubicBezTo>
                    <a:pt x="9646" y="19788"/>
                    <a:pt x="9679" y="19790"/>
                    <a:pt x="9713" y="19794"/>
                  </a:cubicBezTo>
                  <a:cubicBezTo>
                    <a:pt x="9798" y="19794"/>
                    <a:pt x="9855" y="19738"/>
                    <a:pt x="9911" y="19681"/>
                  </a:cubicBezTo>
                  <a:cubicBezTo>
                    <a:pt x="11161" y="19198"/>
                    <a:pt x="12439" y="18772"/>
                    <a:pt x="13745" y="18488"/>
                  </a:cubicBezTo>
                  <a:cubicBezTo>
                    <a:pt x="14682" y="18261"/>
                    <a:pt x="15648" y="18119"/>
                    <a:pt x="16585" y="17863"/>
                  </a:cubicBezTo>
                  <a:cubicBezTo>
                    <a:pt x="17778" y="17579"/>
                    <a:pt x="18999" y="17380"/>
                    <a:pt x="20220" y="17040"/>
                  </a:cubicBezTo>
                  <a:cubicBezTo>
                    <a:pt x="21072" y="16812"/>
                    <a:pt x="21924" y="16500"/>
                    <a:pt x="22776" y="16188"/>
                  </a:cubicBezTo>
                  <a:cubicBezTo>
                    <a:pt x="23770" y="15790"/>
                    <a:pt x="24707" y="15336"/>
                    <a:pt x="25644" y="14768"/>
                  </a:cubicBezTo>
                  <a:cubicBezTo>
                    <a:pt x="26212" y="14455"/>
                    <a:pt x="26752" y="14086"/>
                    <a:pt x="27320" y="13745"/>
                  </a:cubicBezTo>
                  <a:cubicBezTo>
                    <a:pt x="27519" y="13575"/>
                    <a:pt x="27717" y="13405"/>
                    <a:pt x="27916" y="13234"/>
                  </a:cubicBezTo>
                  <a:cubicBezTo>
                    <a:pt x="27945" y="13177"/>
                    <a:pt x="27973" y="13092"/>
                    <a:pt x="27945" y="13035"/>
                  </a:cubicBezTo>
                  <a:cubicBezTo>
                    <a:pt x="27908" y="12980"/>
                    <a:pt x="27848" y="12949"/>
                    <a:pt x="27787" y="12949"/>
                  </a:cubicBezTo>
                  <a:cubicBezTo>
                    <a:pt x="27753" y="12949"/>
                    <a:pt x="27719" y="12958"/>
                    <a:pt x="27689" y="12979"/>
                  </a:cubicBezTo>
                  <a:cubicBezTo>
                    <a:pt x="27519" y="13121"/>
                    <a:pt x="27348" y="13263"/>
                    <a:pt x="27150" y="13376"/>
                  </a:cubicBezTo>
                  <a:cubicBezTo>
                    <a:pt x="25758" y="14171"/>
                    <a:pt x="24281" y="14938"/>
                    <a:pt x="22804" y="15591"/>
                  </a:cubicBezTo>
                  <a:cubicBezTo>
                    <a:pt x="21385" y="16159"/>
                    <a:pt x="19908" y="16585"/>
                    <a:pt x="18403" y="16898"/>
                  </a:cubicBezTo>
                  <a:cubicBezTo>
                    <a:pt x="17295" y="17125"/>
                    <a:pt x="16159" y="17324"/>
                    <a:pt x="15052" y="17579"/>
                  </a:cubicBezTo>
                  <a:cubicBezTo>
                    <a:pt x="14058" y="17806"/>
                    <a:pt x="13064" y="18034"/>
                    <a:pt x="12098" y="18374"/>
                  </a:cubicBezTo>
                  <a:cubicBezTo>
                    <a:pt x="11558" y="18516"/>
                    <a:pt x="11019" y="18687"/>
                    <a:pt x="10508" y="18914"/>
                  </a:cubicBezTo>
                  <a:cubicBezTo>
                    <a:pt x="10366" y="18942"/>
                    <a:pt x="10224" y="18971"/>
                    <a:pt x="10082" y="18999"/>
                  </a:cubicBezTo>
                  <a:cubicBezTo>
                    <a:pt x="10062" y="19019"/>
                    <a:pt x="10029" y="19052"/>
                    <a:pt x="9992" y="19052"/>
                  </a:cubicBezTo>
                  <a:cubicBezTo>
                    <a:pt x="9975" y="19052"/>
                    <a:pt x="9957" y="19045"/>
                    <a:pt x="9940" y="19028"/>
                  </a:cubicBezTo>
                  <a:cubicBezTo>
                    <a:pt x="9940" y="19028"/>
                    <a:pt x="9997" y="18971"/>
                    <a:pt x="10025" y="18942"/>
                  </a:cubicBezTo>
                  <a:cubicBezTo>
                    <a:pt x="10110" y="18772"/>
                    <a:pt x="10224" y="18602"/>
                    <a:pt x="10309" y="18460"/>
                  </a:cubicBezTo>
                  <a:cubicBezTo>
                    <a:pt x="11331" y="17011"/>
                    <a:pt x="12382" y="15648"/>
                    <a:pt x="13461" y="14228"/>
                  </a:cubicBezTo>
                  <a:cubicBezTo>
                    <a:pt x="13887" y="13660"/>
                    <a:pt x="14455" y="13234"/>
                    <a:pt x="15137" y="13007"/>
                  </a:cubicBezTo>
                  <a:cubicBezTo>
                    <a:pt x="16301" y="12581"/>
                    <a:pt x="17465" y="12240"/>
                    <a:pt x="18687" y="11928"/>
                  </a:cubicBezTo>
                  <a:cubicBezTo>
                    <a:pt x="20107" y="11559"/>
                    <a:pt x="21555" y="11189"/>
                    <a:pt x="22975" y="10792"/>
                  </a:cubicBezTo>
                  <a:cubicBezTo>
                    <a:pt x="23628" y="10593"/>
                    <a:pt x="24281" y="10366"/>
                    <a:pt x="24906" y="10082"/>
                  </a:cubicBezTo>
                  <a:cubicBezTo>
                    <a:pt x="26241" y="9429"/>
                    <a:pt x="27547" y="8634"/>
                    <a:pt x="28740" y="7725"/>
                  </a:cubicBezTo>
                  <a:cubicBezTo>
                    <a:pt x="28910" y="7640"/>
                    <a:pt x="29052" y="7469"/>
                    <a:pt x="29137" y="7299"/>
                  </a:cubicBezTo>
                  <a:cubicBezTo>
                    <a:pt x="29166" y="7270"/>
                    <a:pt x="29166" y="7214"/>
                    <a:pt x="29137" y="7185"/>
                  </a:cubicBezTo>
                  <a:cubicBezTo>
                    <a:pt x="29109" y="7128"/>
                    <a:pt x="29052" y="7128"/>
                    <a:pt x="29024" y="7128"/>
                  </a:cubicBezTo>
                  <a:cubicBezTo>
                    <a:pt x="28768" y="7185"/>
                    <a:pt x="28569" y="7299"/>
                    <a:pt x="28371" y="7441"/>
                  </a:cubicBezTo>
                  <a:cubicBezTo>
                    <a:pt x="27746" y="7838"/>
                    <a:pt x="27150" y="8236"/>
                    <a:pt x="26525" y="8634"/>
                  </a:cubicBezTo>
                  <a:cubicBezTo>
                    <a:pt x="25673" y="9173"/>
                    <a:pt x="24736" y="9628"/>
                    <a:pt x="23770" y="9968"/>
                  </a:cubicBezTo>
                  <a:cubicBezTo>
                    <a:pt x="22719" y="10309"/>
                    <a:pt x="21697" y="10593"/>
                    <a:pt x="20618" y="10877"/>
                  </a:cubicBezTo>
                  <a:cubicBezTo>
                    <a:pt x="18885" y="11275"/>
                    <a:pt x="17181" y="11757"/>
                    <a:pt x="15506" y="12325"/>
                  </a:cubicBezTo>
                  <a:cubicBezTo>
                    <a:pt x="15455" y="12351"/>
                    <a:pt x="15398" y="12365"/>
                    <a:pt x="15346" y="12365"/>
                  </a:cubicBezTo>
                  <a:cubicBezTo>
                    <a:pt x="15282" y="12365"/>
                    <a:pt x="15225" y="12344"/>
                    <a:pt x="15194" y="12297"/>
                  </a:cubicBezTo>
                  <a:cubicBezTo>
                    <a:pt x="15137" y="12212"/>
                    <a:pt x="15194" y="12127"/>
                    <a:pt x="15250" y="12041"/>
                  </a:cubicBezTo>
                  <a:cubicBezTo>
                    <a:pt x="15648" y="11559"/>
                    <a:pt x="15989" y="11076"/>
                    <a:pt x="16386" y="10621"/>
                  </a:cubicBezTo>
                  <a:cubicBezTo>
                    <a:pt x="17693" y="9173"/>
                    <a:pt x="18999" y="7782"/>
                    <a:pt x="20391" y="6447"/>
                  </a:cubicBezTo>
                  <a:cubicBezTo>
                    <a:pt x="21385" y="5481"/>
                    <a:pt x="22407" y="4544"/>
                    <a:pt x="23458" y="3664"/>
                  </a:cubicBezTo>
                  <a:cubicBezTo>
                    <a:pt x="23969" y="3238"/>
                    <a:pt x="24452" y="2783"/>
                    <a:pt x="24934" y="2357"/>
                  </a:cubicBezTo>
                  <a:cubicBezTo>
                    <a:pt x="25105" y="2187"/>
                    <a:pt x="25275" y="1988"/>
                    <a:pt x="25360" y="1761"/>
                  </a:cubicBezTo>
                  <a:cubicBezTo>
                    <a:pt x="25360" y="1704"/>
                    <a:pt x="25332" y="1676"/>
                    <a:pt x="25304" y="1619"/>
                  </a:cubicBezTo>
                  <a:cubicBezTo>
                    <a:pt x="25275" y="1591"/>
                    <a:pt x="25247" y="1591"/>
                    <a:pt x="25190" y="1591"/>
                  </a:cubicBezTo>
                  <a:cubicBezTo>
                    <a:pt x="24934" y="1676"/>
                    <a:pt x="24707" y="1789"/>
                    <a:pt x="24508" y="1988"/>
                  </a:cubicBezTo>
                  <a:cubicBezTo>
                    <a:pt x="23713" y="2585"/>
                    <a:pt x="22975" y="3266"/>
                    <a:pt x="22208" y="3919"/>
                  </a:cubicBezTo>
                  <a:cubicBezTo>
                    <a:pt x="19993" y="5850"/>
                    <a:pt x="17891" y="7924"/>
                    <a:pt x="15932" y="10110"/>
                  </a:cubicBezTo>
                  <a:cubicBezTo>
                    <a:pt x="15847" y="10224"/>
                    <a:pt x="15762" y="10366"/>
                    <a:pt x="15676" y="10479"/>
                  </a:cubicBezTo>
                  <a:cubicBezTo>
                    <a:pt x="15392" y="10792"/>
                    <a:pt x="15137" y="11104"/>
                    <a:pt x="14853" y="11388"/>
                  </a:cubicBezTo>
                  <a:lnTo>
                    <a:pt x="14768" y="11388"/>
                  </a:lnTo>
                  <a:cubicBezTo>
                    <a:pt x="14654" y="11218"/>
                    <a:pt x="14768" y="11019"/>
                    <a:pt x="14796" y="10849"/>
                  </a:cubicBezTo>
                  <a:cubicBezTo>
                    <a:pt x="15222" y="9230"/>
                    <a:pt x="15648" y="7611"/>
                    <a:pt x="16216" y="6021"/>
                  </a:cubicBezTo>
                  <a:cubicBezTo>
                    <a:pt x="16557" y="5027"/>
                    <a:pt x="17039" y="4090"/>
                    <a:pt x="17636" y="3238"/>
                  </a:cubicBezTo>
                  <a:cubicBezTo>
                    <a:pt x="18147" y="2528"/>
                    <a:pt x="18687" y="1818"/>
                    <a:pt x="19198" y="1108"/>
                  </a:cubicBezTo>
                  <a:cubicBezTo>
                    <a:pt x="19397" y="852"/>
                    <a:pt x="19567" y="540"/>
                    <a:pt x="19766" y="256"/>
                  </a:cubicBezTo>
                  <a:cubicBezTo>
                    <a:pt x="19823" y="199"/>
                    <a:pt x="19823" y="57"/>
                    <a:pt x="19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1458550" y="2312925"/>
              <a:ext cx="3575" cy="4000"/>
            </a:xfrm>
            <a:custGeom>
              <a:rect b="b" l="l" r="r" t="t"/>
              <a:pathLst>
                <a:path extrusionOk="0" h="160" w="143">
                  <a:moveTo>
                    <a:pt x="86" y="1"/>
                  </a:moveTo>
                  <a:cubicBezTo>
                    <a:pt x="58" y="57"/>
                    <a:pt x="1" y="114"/>
                    <a:pt x="1" y="114"/>
                  </a:cubicBezTo>
                  <a:cubicBezTo>
                    <a:pt x="23" y="148"/>
                    <a:pt x="41" y="159"/>
                    <a:pt x="58" y="159"/>
                  </a:cubicBezTo>
                  <a:cubicBezTo>
                    <a:pt x="84" y="159"/>
                    <a:pt x="108" y="131"/>
                    <a:pt x="143" y="114"/>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1326500" y="2444975"/>
              <a:ext cx="3575" cy="3150"/>
            </a:xfrm>
            <a:custGeom>
              <a:rect b="b" l="l" r="r" t="t"/>
              <a:pathLst>
                <a:path extrusionOk="0" h="126" w="143">
                  <a:moveTo>
                    <a:pt x="86" y="1"/>
                  </a:moveTo>
                  <a:cubicBezTo>
                    <a:pt x="29" y="29"/>
                    <a:pt x="1" y="86"/>
                    <a:pt x="29" y="114"/>
                  </a:cubicBezTo>
                  <a:cubicBezTo>
                    <a:pt x="44" y="122"/>
                    <a:pt x="57" y="125"/>
                    <a:pt x="69" y="125"/>
                  </a:cubicBezTo>
                  <a:cubicBezTo>
                    <a:pt x="101" y="125"/>
                    <a:pt x="122" y="99"/>
                    <a:pt x="143" y="58"/>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1583500" y="2151050"/>
              <a:ext cx="1450" cy="750"/>
            </a:xfrm>
            <a:custGeom>
              <a:rect b="b" l="l" r="r" t="t"/>
              <a:pathLst>
                <a:path extrusionOk="0" h="30" w="58">
                  <a:moveTo>
                    <a:pt x="1" y="1"/>
                  </a:moveTo>
                  <a:lnTo>
                    <a:pt x="1" y="29"/>
                  </a:lnTo>
                  <a:lnTo>
                    <a:pt x="58" y="29"/>
                  </a:lnTo>
                  <a:lnTo>
                    <a:pt x="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37400" y="2357375"/>
              <a:ext cx="891050" cy="778975"/>
            </a:xfrm>
            <a:custGeom>
              <a:rect b="b" l="l" r="r" t="t"/>
              <a:pathLst>
                <a:path extrusionOk="0" h="31159" w="35642">
                  <a:moveTo>
                    <a:pt x="8624" y="0"/>
                  </a:moveTo>
                  <a:cubicBezTo>
                    <a:pt x="8047" y="0"/>
                    <a:pt x="7469" y="61"/>
                    <a:pt x="6902" y="182"/>
                  </a:cubicBezTo>
                  <a:cubicBezTo>
                    <a:pt x="5652" y="494"/>
                    <a:pt x="4488" y="1119"/>
                    <a:pt x="3550" y="2028"/>
                  </a:cubicBezTo>
                  <a:cubicBezTo>
                    <a:pt x="2244" y="3278"/>
                    <a:pt x="1279" y="4868"/>
                    <a:pt x="739" y="6600"/>
                  </a:cubicBezTo>
                  <a:cubicBezTo>
                    <a:pt x="228" y="8247"/>
                    <a:pt x="1" y="9980"/>
                    <a:pt x="29" y="11712"/>
                  </a:cubicBezTo>
                  <a:cubicBezTo>
                    <a:pt x="29" y="12053"/>
                    <a:pt x="57" y="12394"/>
                    <a:pt x="114" y="12734"/>
                  </a:cubicBezTo>
                  <a:cubicBezTo>
                    <a:pt x="341" y="14126"/>
                    <a:pt x="767" y="15489"/>
                    <a:pt x="1364" y="16767"/>
                  </a:cubicBezTo>
                  <a:cubicBezTo>
                    <a:pt x="1960" y="18017"/>
                    <a:pt x="2670" y="19209"/>
                    <a:pt x="3522" y="20317"/>
                  </a:cubicBezTo>
                  <a:cubicBezTo>
                    <a:pt x="4204" y="21197"/>
                    <a:pt x="4999" y="22021"/>
                    <a:pt x="5851" y="22731"/>
                  </a:cubicBezTo>
                  <a:cubicBezTo>
                    <a:pt x="6873" y="23668"/>
                    <a:pt x="8037" y="24463"/>
                    <a:pt x="9259" y="25116"/>
                  </a:cubicBezTo>
                  <a:cubicBezTo>
                    <a:pt x="10934" y="25968"/>
                    <a:pt x="12695" y="26565"/>
                    <a:pt x="14541" y="26934"/>
                  </a:cubicBezTo>
                  <a:cubicBezTo>
                    <a:pt x="15563" y="27133"/>
                    <a:pt x="16586" y="27218"/>
                    <a:pt x="17608" y="27246"/>
                  </a:cubicBezTo>
                  <a:cubicBezTo>
                    <a:pt x="18460" y="27246"/>
                    <a:pt x="19312" y="27234"/>
                    <a:pt x="20155" y="27234"/>
                  </a:cubicBezTo>
                  <a:cubicBezTo>
                    <a:pt x="20577" y="27234"/>
                    <a:pt x="20997" y="27237"/>
                    <a:pt x="21413" y="27246"/>
                  </a:cubicBezTo>
                  <a:cubicBezTo>
                    <a:pt x="21488" y="27244"/>
                    <a:pt x="21563" y="27243"/>
                    <a:pt x="21638" y="27243"/>
                  </a:cubicBezTo>
                  <a:cubicBezTo>
                    <a:pt x="22610" y="27243"/>
                    <a:pt x="23555" y="27415"/>
                    <a:pt x="24452" y="27757"/>
                  </a:cubicBezTo>
                  <a:cubicBezTo>
                    <a:pt x="25077" y="28013"/>
                    <a:pt x="25645" y="28354"/>
                    <a:pt x="26184" y="28751"/>
                  </a:cubicBezTo>
                  <a:cubicBezTo>
                    <a:pt x="26582" y="29064"/>
                    <a:pt x="26951" y="29376"/>
                    <a:pt x="27349" y="29660"/>
                  </a:cubicBezTo>
                  <a:cubicBezTo>
                    <a:pt x="28059" y="30257"/>
                    <a:pt x="28911" y="30597"/>
                    <a:pt x="29819" y="30711"/>
                  </a:cubicBezTo>
                  <a:cubicBezTo>
                    <a:pt x="30558" y="30768"/>
                    <a:pt x="31268" y="30910"/>
                    <a:pt x="31949" y="31080"/>
                  </a:cubicBezTo>
                  <a:cubicBezTo>
                    <a:pt x="32196" y="31134"/>
                    <a:pt x="32447" y="31159"/>
                    <a:pt x="32697" y="31159"/>
                  </a:cubicBezTo>
                  <a:cubicBezTo>
                    <a:pt x="33109" y="31159"/>
                    <a:pt x="33520" y="31090"/>
                    <a:pt x="33909" y="30966"/>
                  </a:cubicBezTo>
                  <a:cubicBezTo>
                    <a:pt x="34676" y="30739"/>
                    <a:pt x="35244" y="30115"/>
                    <a:pt x="35386" y="29319"/>
                  </a:cubicBezTo>
                  <a:cubicBezTo>
                    <a:pt x="35641" y="28183"/>
                    <a:pt x="35556" y="27019"/>
                    <a:pt x="35187" y="25940"/>
                  </a:cubicBezTo>
                  <a:cubicBezTo>
                    <a:pt x="34335" y="23469"/>
                    <a:pt x="32887" y="21282"/>
                    <a:pt x="30984" y="19550"/>
                  </a:cubicBezTo>
                  <a:cubicBezTo>
                    <a:pt x="29791" y="18443"/>
                    <a:pt x="28598" y="17335"/>
                    <a:pt x="27491" y="16171"/>
                  </a:cubicBezTo>
                  <a:cubicBezTo>
                    <a:pt x="26440" y="15035"/>
                    <a:pt x="25531" y="13814"/>
                    <a:pt x="24764" y="12507"/>
                  </a:cubicBezTo>
                  <a:cubicBezTo>
                    <a:pt x="24168" y="11513"/>
                    <a:pt x="23572" y="10491"/>
                    <a:pt x="22947" y="9497"/>
                  </a:cubicBezTo>
                  <a:cubicBezTo>
                    <a:pt x="22010" y="7992"/>
                    <a:pt x="20817" y="6629"/>
                    <a:pt x="19454" y="5493"/>
                  </a:cubicBezTo>
                  <a:cubicBezTo>
                    <a:pt x="18801" y="4981"/>
                    <a:pt x="18119" y="4527"/>
                    <a:pt x="17409" y="4101"/>
                  </a:cubicBezTo>
                  <a:cubicBezTo>
                    <a:pt x="16358" y="3505"/>
                    <a:pt x="15364" y="2823"/>
                    <a:pt x="14370" y="2113"/>
                  </a:cubicBezTo>
                  <a:cubicBezTo>
                    <a:pt x="13518" y="1488"/>
                    <a:pt x="12610" y="1006"/>
                    <a:pt x="11673" y="580"/>
                  </a:cubicBezTo>
                  <a:cubicBezTo>
                    <a:pt x="10704" y="196"/>
                    <a:pt x="9665" y="0"/>
                    <a:pt x="8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87100" y="2401850"/>
              <a:ext cx="771050" cy="666800"/>
            </a:xfrm>
            <a:custGeom>
              <a:rect b="b" l="l" r="r" t="t"/>
              <a:pathLst>
                <a:path extrusionOk="0" h="26672" w="30842">
                  <a:moveTo>
                    <a:pt x="14314" y="11268"/>
                  </a:moveTo>
                  <a:lnTo>
                    <a:pt x="14314" y="11296"/>
                  </a:lnTo>
                  <a:lnTo>
                    <a:pt x="14257" y="11296"/>
                  </a:lnTo>
                  <a:lnTo>
                    <a:pt x="14314" y="11268"/>
                  </a:lnTo>
                  <a:close/>
                  <a:moveTo>
                    <a:pt x="8268" y="1"/>
                  </a:moveTo>
                  <a:cubicBezTo>
                    <a:pt x="8236" y="1"/>
                    <a:pt x="8208" y="8"/>
                    <a:pt x="8179" y="22"/>
                  </a:cubicBezTo>
                  <a:cubicBezTo>
                    <a:pt x="8094" y="79"/>
                    <a:pt x="8094" y="192"/>
                    <a:pt x="8179" y="249"/>
                  </a:cubicBezTo>
                  <a:cubicBezTo>
                    <a:pt x="8378" y="505"/>
                    <a:pt x="8605" y="760"/>
                    <a:pt x="8833" y="987"/>
                  </a:cubicBezTo>
                  <a:lnTo>
                    <a:pt x="10565" y="2833"/>
                  </a:lnTo>
                  <a:cubicBezTo>
                    <a:pt x="11247" y="3572"/>
                    <a:pt x="11843" y="4395"/>
                    <a:pt x="12297" y="5304"/>
                  </a:cubicBezTo>
                  <a:cubicBezTo>
                    <a:pt x="13036" y="6752"/>
                    <a:pt x="13632" y="8257"/>
                    <a:pt x="14228" y="9734"/>
                  </a:cubicBezTo>
                  <a:cubicBezTo>
                    <a:pt x="14314" y="9905"/>
                    <a:pt x="14427" y="10075"/>
                    <a:pt x="14342" y="10274"/>
                  </a:cubicBezTo>
                  <a:lnTo>
                    <a:pt x="14257" y="10274"/>
                  </a:lnTo>
                  <a:cubicBezTo>
                    <a:pt x="13973" y="9990"/>
                    <a:pt x="13660" y="9734"/>
                    <a:pt x="13376" y="9479"/>
                  </a:cubicBezTo>
                  <a:cubicBezTo>
                    <a:pt x="13263" y="9393"/>
                    <a:pt x="13178" y="9280"/>
                    <a:pt x="13064" y="9166"/>
                  </a:cubicBezTo>
                  <a:cubicBezTo>
                    <a:pt x="10906" y="7320"/>
                    <a:pt x="8662" y="5616"/>
                    <a:pt x="6277" y="4054"/>
                  </a:cubicBezTo>
                  <a:cubicBezTo>
                    <a:pt x="5482" y="3515"/>
                    <a:pt x="4686" y="2975"/>
                    <a:pt x="3863" y="2493"/>
                  </a:cubicBezTo>
                  <a:cubicBezTo>
                    <a:pt x="3636" y="2351"/>
                    <a:pt x="3408" y="2265"/>
                    <a:pt x="3153" y="2209"/>
                  </a:cubicBezTo>
                  <a:cubicBezTo>
                    <a:pt x="3096" y="2209"/>
                    <a:pt x="3068" y="2237"/>
                    <a:pt x="3039" y="2265"/>
                  </a:cubicBezTo>
                  <a:cubicBezTo>
                    <a:pt x="3011" y="2294"/>
                    <a:pt x="3011" y="2351"/>
                    <a:pt x="3011" y="2407"/>
                  </a:cubicBezTo>
                  <a:cubicBezTo>
                    <a:pt x="3124" y="2606"/>
                    <a:pt x="3295" y="2777"/>
                    <a:pt x="3494" y="2919"/>
                  </a:cubicBezTo>
                  <a:cubicBezTo>
                    <a:pt x="4005" y="3259"/>
                    <a:pt x="4516" y="3628"/>
                    <a:pt x="5056" y="3969"/>
                  </a:cubicBezTo>
                  <a:cubicBezTo>
                    <a:pt x="6191" y="4679"/>
                    <a:pt x="7271" y="5474"/>
                    <a:pt x="8321" y="6241"/>
                  </a:cubicBezTo>
                  <a:cubicBezTo>
                    <a:pt x="9798" y="7320"/>
                    <a:pt x="11247" y="8513"/>
                    <a:pt x="12638" y="9706"/>
                  </a:cubicBezTo>
                  <a:cubicBezTo>
                    <a:pt x="13092" y="10103"/>
                    <a:pt x="13490" y="10529"/>
                    <a:pt x="13916" y="10927"/>
                  </a:cubicBezTo>
                  <a:cubicBezTo>
                    <a:pt x="13973" y="10984"/>
                    <a:pt x="14086" y="11041"/>
                    <a:pt x="14030" y="11154"/>
                  </a:cubicBezTo>
                  <a:cubicBezTo>
                    <a:pt x="13973" y="11230"/>
                    <a:pt x="13903" y="11255"/>
                    <a:pt x="13830" y="11255"/>
                  </a:cubicBezTo>
                  <a:cubicBezTo>
                    <a:pt x="13793" y="11255"/>
                    <a:pt x="13755" y="11249"/>
                    <a:pt x="13717" y="11239"/>
                  </a:cubicBezTo>
                  <a:cubicBezTo>
                    <a:pt x="12042" y="10899"/>
                    <a:pt x="10338" y="10643"/>
                    <a:pt x="8634" y="10501"/>
                  </a:cubicBezTo>
                  <a:cubicBezTo>
                    <a:pt x="7583" y="10387"/>
                    <a:pt x="6561" y="10217"/>
                    <a:pt x="5510" y="10018"/>
                  </a:cubicBezTo>
                  <a:cubicBezTo>
                    <a:pt x="4544" y="9819"/>
                    <a:pt x="3607" y="9507"/>
                    <a:pt x="2727" y="9081"/>
                  </a:cubicBezTo>
                  <a:cubicBezTo>
                    <a:pt x="2074" y="8797"/>
                    <a:pt x="1449" y="8485"/>
                    <a:pt x="824" y="8201"/>
                  </a:cubicBezTo>
                  <a:cubicBezTo>
                    <a:pt x="597" y="8087"/>
                    <a:pt x="398" y="8002"/>
                    <a:pt x="143" y="7974"/>
                  </a:cubicBezTo>
                  <a:cubicBezTo>
                    <a:pt x="57" y="7974"/>
                    <a:pt x="1" y="8087"/>
                    <a:pt x="57" y="8172"/>
                  </a:cubicBezTo>
                  <a:cubicBezTo>
                    <a:pt x="171" y="8314"/>
                    <a:pt x="313" y="8428"/>
                    <a:pt x="483" y="8513"/>
                  </a:cubicBezTo>
                  <a:cubicBezTo>
                    <a:pt x="1733" y="9251"/>
                    <a:pt x="3068" y="9848"/>
                    <a:pt x="4459" y="10302"/>
                  </a:cubicBezTo>
                  <a:cubicBezTo>
                    <a:pt x="5084" y="10473"/>
                    <a:pt x="5737" y="10615"/>
                    <a:pt x="6362" y="10728"/>
                  </a:cubicBezTo>
                  <a:cubicBezTo>
                    <a:pt x="7782" y="10899"/>
                    <a:pt x="9202" y="11097"/>
                    <a:pt x="10622" y="11268"/>
                  </a:cubicBezTo>
                  <a:cubicBezTo>
                    <a:pt x="11814" y="11381"/>
                    <a:pt x="13007" y="11580"/>
                    <a:pt x="14200" y="11836"/>
                  </a:cubicBezTo>
                  <a:cubicBezTo>
                    <a:pt x="14853" y="11978"/>
                    <a:pt x="15450" y="12319"/>
                    <a:pt x="15932" y="12801"/>
                  </a:cubicBezTo>
                  <a:cubicBezTo>
                    <a:pt x="17125" y="13994"/>
                    <a:pt x="18346" y="15158"/>
                    <a:pt x="19454" y="16436"/>
                  </a:cubicBezTo>
                  <a:cubicBezTo>
                    <a:pt x="19596" y="16550"/>
                    <a:pt x="19709" y="16720"/>
                    <a:pt x="19823" y="16862"/>
                  </a:cubicBezTo>
                  <a:lnTo>
                    <a:pt x="19908" y="16948"/>
                  </a:lnTo>
                  <a:cubicBezTo>
                    <a:pt x="19886" y="16981"/>
                    <a:pt x="19864" y="16993"/>
                    <a:pt x="19841" y="16993"/>
                  </a:cubicBezTo>
                  <a:cubicBezTo>
                    <a:pt x="19807" y="16993"/>
                    <a:pt x="19772" y="16965"/>
                    <a:pt x="19738" y="16948"/>
                  </a:cubicBezTo>
                  <a:cubicBezTo>
                    <a:pt x="19596" y="16948"/>
                    <a:pt x="19454" y="16948"/>
                    <a:pt x="19312" y="16919"/>
                  </a:cubicBezTo>
                  <a:cubicBezTo>
                    <a:pt x="18801" y="16777"/>
                    <a:pt x="18261" y="16664"/>
                    <a:pt x="17750" y="16607"/>
                  </a:cubicBezTo>
                  <a:cubicBezTo>
                    <a:pt x="16784" y="16408"/>
                    <a:pt x="15790" y="16294"/>
                    <a:pt x="14825" y="16209"/>
                  </a:cubicBezTo>
                  <a:cubicBezTo>
                    <a:pt x="13717" y="16096"/>
                    <a:pt x="12638" y="16067"/>
                    <a:pt x="11530" y="15982"/>
                  </a:cubicBezTo>
                  <a:cubicBezTo>
                    <a:pt x="10054" y="15897"/>
                    <a:pt x="8605" y="15670"/>
                    <a:pt x="7185" y="15300"/>
                  </a:cubicBezTo>
                  <a:cubicBezTo>
                    <a:pt x="5680" y="14874"/>
                    <a:pt x="4204" y="14335"/>
                    <a:pt x="2755" y="13738"/>
                  </a:cubicBezTo>
                  <a:cubicBezTo>
                    <a:pt x="2556" y="13653"/>
                    <a:pt x="2386" y="13540"/>
                    <a:pt x="2187" y="13454"/>
                  </a:cubicBezTo>
                  <a:cubicBezTo>
                    <a:pt x="2157" y="13434"/>
                    <a:pt x="2123" y="13425"/>
                    <a:pt x="2091" y="13425"/>
                  </a:cubicBezTo>
                  <a:cubicBezTo>
                    <a:pt x="2032" y="13425"/>
                    <a:pt x="1978" y="13456"/>
                    <a:pt x="1960" y="13511"/>
                  </a:cubicBezTo>
                  <a:cubicBezTo>
                    <a:pt x="1932" y="13568"/>
                    <a:pt x="1960" y="13653"/>
                    <a:pt x="2017" y="13710"/>
                  </a:cubicBezTo>
                  <a:cubicBezTo>
                    <a:pt x="2216" y="13852"/>
                    <a:pt x="2414" y="13994"/>
                    <a:pt x="2642" y="14108"/>
                  </a:cubicBezTo>
                  <a:cubicBezTo>
                    <a:pt x="3238" y="14392"/>
                    <a:pt x="3806" y="14647"/>
                    <a:pt x="4374" y="14903"/>
                  </a:cubicBezTo>
                  <a:cubicBezTo>
                    <a:pt x="5340" y="15300"/>
                    <a:pt x="6305" y="15641"/>
                    <a:pt x="7299" y="15897"/>
                  </a:cubicBezTo>
                  <a:cubicBezTo>
                    <a:pt x="8151" y="16096"/>
                    <a:pt x="9003" y="16294"/>
                    <a:pt x="9855" y="16380"/>
                  </a:cubicBezTo>
                  <a:cubicBezTo>
                    <a:pt x="11019" y="16550"/>
                    <a:pt x="12212" y="16578"/>
                    <a:pt x="13405" y="16720"/>
                  </a:cubicBezTo>
                  <a:cubicBezTo>
                    <a:pt x="14342" y="16834"/>
                    <a:pt x="15279" y="16834"/>
                    <a:pt x="16188" y="16948"/>
                  </a:cubicBezTo>
                  <a:cubicBezTo>
                    <a:pt x="17494" y="17061"/>
                    <a:pt x="18772" y="17288"/>
                    <a:pt x="19993" y="17629"/>
                  </a:cubicBezTo>
                  <a:cubicBezTo>
                    <a:pt x="20079" y="17629"/>
                    <a:pt x="20135" y="17686"/>
                    <a:pt x="20192" y="17686"/>
                  </a:cubicBezTo>
                  <a:cubicBezTo>
                    <a:pt x="20258" y="17669"/>
                    <a:pt x="20319" y="17662"/>
                    <a:pt x="20377" y="17662"/>
                  </a:cubicBezTo>
                  <a:cubicBezTo>
                    <a:pt x="20713" y="17662"/>
                    <a:pt x="20911" y="17922"/>
                    <a:pt x="21129" y="18140"/>
                  </a:cubicBezTo>
                  <a:cubicBezTo>
                    <a:pt x="22010" y="18992"/>
                    <a:pt x="22890" y="19816"/>
                    <a:pt x="23799" y="20668"/>
                  </a:cubicBezTo>
                  <a:cubicBezTo>
                    <a:pt x="24140" y="20980"/>
                    <a:pt x="24452" y="21293"/>
                    <a:pt x="24793" y="21633"/>
                  </a:cubicBezTo>
                  <a:cubicBezTo>
                    <a:pt x="24878" y="21690"/>
                    <a:pt x="24935" y="21775"/>
                    <a:pt x="24906" y="21889"/>
                  </a:cubicBezTo>
                  <a:lnTo>
                    <a:pt x="23799" y="21832"/>
                  </a:lnTo>
                  <a:cubicBezTo>
                    <a:pt x="23728" y="21818"/>
                    <a:pt x="23650" y="21811"/>
                    <a:pt x="23568" y="21811"/>
                  </a:cubicBezTo>
                  <a:cubicBezTo>
                    <a:pt x="23486" y="21811"/>
                    <a:pt x="23401" y="21818"/>
                    <a:pt x="23316" y="21832"/>
                  </a:cubicBezTo>
                  <a:cubicBezTo>
                    <a:pt x="22123" y="21946"/>
                    <a:pt x="20931" y="22003"/>
                    <a:pt x="19738" y="22173"/>
                  </a:cubicBezTo>
                  <a:cubicBezTo>
                    <a:pt x="18883" y="22312"/>
                    <a:pt x="18014" y="22382"/>
                    <a:pt x="17151" y="22382"/>
                  </a:cubicBezTo>
                  <a:cubicBezTo>
                    <a:pt x="16781" y="22382"/>
                    <a:pt x="16412" y="22369"/>
                    <a:pt x="16046" y="22343"/>
                  </a:cubicBezTo>
                  <a:cubicBezTo>
                    <a:pt x="14910" y="22287"/>
                    <a:pt x="13802" y="22145"/>
                    <a:pt x="12695" y="21917"/>
                  </a:cubicBezTo>
                  <a:cubicBezTo>
                    <a:pt x="12524" y="21861"/>
                    <a:pt x="12326" y="21861"/>
                    <a:pt x="12155" y="21861"/>
                  </a:cubicBezTo>
                  <a:cubicBezTo>
                    <a:pt x="12098" y="21889"/>
                    <a:pt x="12042" y="21917"/>
                    <a:pt x="12042" y="21946"/>
                  </a:cubicBezTo>
                  <a:cubicBezTo>
                    <a:pt x="12042" y="22003"/>
                    <a:pt x="12070" y="22031"/>
                    <a:pt x="12098" y="22059"/>
                  </a:cubicBezTo>
                  <a:cubicBezTo>
                    <a:pt x="12240" y="22201"/>
                    <a:pt x="12411" y="22287"/>
                    <a:pt x="12581" y="22315"/>
                  </a:cubicBezTo>
                  <a:cubicBezTo>
                    <a:pt x="13007" y="22457"/>
                    <a:pt x="13462" y="22542"/>
                    <a:pt x="13888" y="22627"/>
                  </a:cubicBezTo>
                  <a:cubicBezTo>
                    <a:pt x="14882" y="22769"/>
                    <a:pt x="15876" y="22883"/>
                    <a:pt x="16898" y="22911"/>
                  </a:cubicBezTo>
                  <a:cubicBezTo>
                    <a:pt x="17466" y="22911"/>
                    <a:pt x="18062" y="22911"/>
                    <a:pt x="18630" y="22855"/>
                  </a:cubicBezTo>
                  <a:cubicBezTo>
                    <a:pt x="19482" y="22769"/>
                    <a:pt x="20334" y="22684"/>
                    <a:pt x="21158" y="22542"/>
                  </a:cubicBezTo>
                  <a:cubicBezTo>
                    <a:pt x="22095" y="22400"/>
                    <a:pt x="23032" y="22400"/>
                    <a:pt x="23969" y="22315"/>
                  </a:cubicBezTo>
                  <a:cubicBezTo>
                    <a:pt x="24395" y="22315"/>
                    <a:pt x="24793" y="22372"/>
                    <a:pt x="25219" y="22514"/>
                  </a:cubicBezTo>
                  <a:cubicBezTo>
                    <a:pt x="25320" y="22539"/>
                    <a:pt x="25444" y="22632"/>
                    <a:pt x="25570" y="22632"/>
                  </a:cubicBezTo>
                  <a:cubicBezTo>
                    <a:pt x="25585" y="22632"/>
                    <a:pt x="25601" y="22630"/>
                    <a:pt x="25616" y="22627"/>
                  </a:cubicBezTo>
                  <a:cubicBezTo>
                    <a:pt x="25645" y="22624"/>
                    <a:pt x="25673" y="22622"/>
                    <a:pt x="25701" y="22622"/>
                  </a:cubicBezTo>
                  <a:cubicBezTo>
                    <a:pt x="25899" y="22622"/>
                    <a:pt x="26092" y="22709"/>
                    <a:pt x="26241" y="22883"/>
                  </a:cubicBezTo>
                  <a:lnTo>
                    <a:pt x="28087" y="24502"/>
                  </a:lnTo>
                  <a:cubicBezTo>
                    <a:pt x="28257" y="24672"/>
                    <a:pt x="28456" y="24842"/>
                    <a:pt x="28683" y="25070"/>
                  </a:cubicBezTo>
                  <a:cubicBezTo>
                    <a:pt x="28442" y="25098"/>
                    <a:pt x="28201" y="25112"/>
                    <a:pt x="27956" y="25112"/>
                  </a:cubicBezTo>
                  <a:cubicBezTo>
                    <a:pt x="27711" y="25112"/>
                    <a:pt x="27462" y="25098"/>
                    <a:pt x="27207" y="25070"/>
                  </a:cubicBezTo>
                  <a:cubicBezTo>
                    <a:pt x="26667" y="25070"/>
                    <a:pt x="26099" y="24984"/>
                    <a:pt x="25531" y="24956"/>
                  </a:cubicBezTo>
                  <a:lnTo>
                    <a:pt x="25332" y="24956"/>
                  </a:lnTo>
                  <a:cubicBezTo>
                    <a:pt x="25247" y="24956"/>
                    <a:pt x="25190" y="24984"/>
                    <a:pt x="25190" y="25070"/>
                  </a:cubicBezTo>
                  <a:cubicBezTo>
                    <a:pt x="25190" y="25126"/>
                    <a:pt x="25219" y="25155"/>
                    <a:pt x="25247" y="25183"/>
                  </a:cubicBezTo>
                  <a:cubicBezTo>
                    <a:pt x="25304" y="25212"/>
                    <a:pt x="25389" y="25240"/>
                    <a:pt x="25446" y="25268"/>
                  </a:cubicBezTo>
                  <a:cubicBezTo>
                    <a:pt x="25758" y="25382"/>
                    <a:pt x="26071" y="25467"/>
                    <a:pt x="26412" y="25496"/>
                  </a:cubicBezTo>
                  <a:cubicBezTo>
                    <a:pt x="27062" y="25582"/>
                    <a:pt x="27713" y="25619"/>
                    <a:pt x="28377" y="25619"/>
                  </a:cubicBezTo>
                  <a:cubicBezTo>
                    <a:pt x="28582" y="25619"/>
                    <a:pt x="28788" y="25616"/>
                    <a:pt x="28996" y="25609"/>
                  </a:cubicBezTo>
                  <a:cubicBezTo>
                    <a:pt x="29025" y="25604"/>
                    <a:pt x="29055" y="25602"/>
                    <a:pt x="29086" y="25602"/>
                  </a:cubicBezTo>
                  <a:cubicBezTo>
                    <a:pt x="29233" y="25602"/>
                    <a:pt x="29389" y="25657"/>
                    <a:pt x="29507" y="25751"/>
                  </a:cubicBezTo>
                  <a:cubicBezTo>
                    <a:pt x="29763" y="25978"/>
                    <a:pt x="30047" y="26234"/>
                    <a:pt x="30302" y="26461"/>
                  </a:cubicBezTo>
                  <a:cubicBezTo>
                    <a:pt x="30387" y="26546"/>
                    <a:pt x="30473" y="26603"/>
                    <a:pt x="30586" y="26660"/>
                  </a:cubicBezTo>
                  <a:cubicBezTo>
                    <a:pt x="30603" y="26668"/>
                    <a:pt x="30619" y="26672"/>
                    <a:pt x="30636" y="26672"/>
                  </a:cubicBezTo>
                  <a:cubicBezTo>
                    <a:pt x="30676" y="26672"/>
                    <a:pt x="30716" y="26652"/>
                    <a:pt x="30757" y="26632"/>
                  </a:cubicBezTo>
                  <a:cubicBezTo>
                    <a:pt x="30813" y="26575"/>
                    <a:pt x="30842" y="26518"/>
                    <a:pt x="30842" y="26433"/>
                  </a:cubicBezTo>
                  <a:cubicBezTo>
                    <a:pt x="30757" y="26234"/>
                    <a:pt x="30615" y="26035"/>
                    <a:pt x="30416" y="25893"/>
                  </a:cubicBezTo>
                  <a:cubicBezTo>
                    <a:pt x="30160" y="25666"/>
                    <a:pt x="29905" y="25410"/>
                    <a:pt x="29706" y="25126"/>
                  </a:cubicBezTo>
                  <a:cubicBezTo>
                    <a:pt x="29592" y="24956"/>
                    <a:pt x="29507" y="24757"/>
                    <a:pt x="29479" y="24558"/>
                  </a:cubicBezTo>
                  <a:cubicBezTo>
                    <a:pt x="29422" y="23820"/>
                    <a:pt x="29251" y="23082"/>
                    <a:pt x="28996" y="22400"/>
                  </a:cubicBezTo>
                  <a:cubicBezTo>
                    <a:pt x="28825" y="21804"/>
                    <a:pt x="28627" y="21236"/>
                    <a:pt x="28371" y="20668"/>
                  </a:cubicBezTo>
                  <a:cubicBezTo>
                    <a:pt x="28314" y="20554"/>
                    <a:pt x="28257" y="20469"/>
                    <a:pt x="28201" y="20355"/>
                  </a:cubicBezTo>
                  <a:cubicBezTo>
                    <a:pt x="28161" y="20336"/>
                    <a:pt x="28122" y="20303"/>
                    <a:pt x="28074" y="20303"/>
                  </a:cubicBezTo>
                  <a:cubicBezTo>
                    <a:pt x="28052" y="20303"/>
                    <a:pt x="28028" y="20309"/>
                    <a:pt x="28002" y="20327"/>
                  </a:cubicBezTo>
                  <a:cubicBezTo>
                    <a:pt x="27973" y="20327"/>
                    <a:pt x="27945" y="20384"/>
                    <a:pt x="27945" y="20441"/>
                  </a:cubicBezTo>
                  <a:cubicBezTo>
                    <a:pt x="27945" y="20526"/>
                    <a:pt x="27973" y="20611"/>
                    <a:pt x="28002" y="20696"/>
                  </a:cubicBezTo>
                  <a:cubicBezTo>
                    <a:pt x="28314" y="21775"/>
                    <a:pt x="28627" y="22883"/>
                    <a:pt x="28939" y="23934"/>
                  </a:cubicBezTo>
                  <a:cubicBezTo>
                    <a:pt x="28967" y="24076"/>
                    <a:pt x="29053" y="24246"/>
                    <a:pt x="28967" y="24388"/>
                  </a:cubicBezTo>
                  <a:cubicBezTo>
                    <a:pt x="28932" y="24400"/>
                    <a:pt x="28897" y="24407"/>
                    <a:pt x="28866" y="24407"/>
                  </a:cubicBezTo>
                  <a:cubicBezTo>
                    <a:pt x="28821" y="24407"/>
                    <a:pt x="28785" y="24393"/>
                    <a:pt x="28769" y="24360"/>
                  </a:cubicBezTo>
                  <a:cubicBezTo>
                    <a:pt x="28059" y="23706"/>
                    <a:pt x="27349" y="23082"/>
                    <a:pt x="26639" y="22429"/>
                  </a:cubicBezTo>
                  <a:cubicBezTo>
                    <a:pt x="26468" y="22258"/>
                    <a:pt x="26326" y="22059"/>
                    <a:pt x="26270" y="21832"/>
                  </a:cubicBezTo>
                  <a:cubicBezTo>
                    <a:pt x="25957" y="20639"/>
                    <a:pt x="25616" y="19475"/>
                    <a:pt x="25332" y="18282"/>
                  </a:cubicBezTo>
                  <a:cubicBezTo>
                    <a:pt x="25134" y="17487"/>
                    <a:pt x="24821" y="16692"/>
                    <a:pt x="24566" y="15897"/>
                  </a:cubicBezTo>
                  <a:cubicBezTo>
                    <a:pt x="24424" y="15442"/>
                    <a:pt x="24253" y="15016"/>
                    <a:pt x="24026" y="14590"/>
                  </a:cubicBezTo>
                  <a:cubicBezTo>
                    <a:pt x="23969" y="14505"/>
                    <a:pt x="23884" y="14392"/>
                    <a:pt x="23799" y="14335"/>
                  </a:cubicBezTo>
                  <a:cubicBezTo>
                    <a:pt x="23785" y="14321"/>
                    <a:pt x="23763" y="14314"/>
                    <a:pt x="23742" y="14314"/>
                  </a:cubicBezTo>
                  <a:cubicBezTo>
                    <a:pt x="23721" y="14314"/>
                    <a:pt x="23699" y="14321"/>
                    <a:pt x="23685" y="14335"/>
                  </a:cubicBezTo>
                  <a:cubicBezTo>
                    <a:pt x="23628" y="14335"/>
                    <a:pt x="23600" y="14392"/>
                    <a:pt x="23600" y="14420"/>
                  </a:cubicBezTo>
                  <a:cubicBezTo>
                    <a:pt x="23600" y="14505"/>
                    <a:pt x="23600" y="14562"/>
                    <a:pt x="23628" y="14647"/>
                  </a:cubicBezTo>
                  <a:cubicBezTo>
                    <a:pt x="23884" y="15414"/>
                    <a:pt x="24111" y="16209"/>
                    <a:pt x="24395" y="16976"/>
                  </a:cubicBezTo>
                  <a:cubicBezTo>
                    <a:pt x="24708" y="17856"/>
                    <a:pt x="24878" y="18765"/>
                    <a:pt x="25105" y="19674"/>
                  </a:cubicBezTo>
                  <a:cubicBezTo>
                    <a:pt x="25304" y="20185"/>
                    <a:pt x="25418" y="20725"/>
                    <a:pt x="25503" y="21236"/>
                  </a:cubicBezTo>
                  <a:cubicBezTo>
                    <a:pt x="25560" y="21264"/>
                    <a:pt x="25588" y="21293"/>
                    <a:pt x="25560" y="21349"/>
                  </a:cubicBezTo>
                  <a:cubicBezTo>
                    <a:pt x="25552" y="21357"/>
                    <a:pt x="25544" y="21361"/>
                    <a:pt x="25537" y="21361"/>
                  </a:cubicBezTo>
                  <a:cubicBezTo>
                    <a:pt x="25516" y="21361"/>
                    <a:pt x="25495" y="21334"/>
                    <a:pt x="25474" y="21293"/>
                  </a:cubicBezTo>
                  <a:cubicBezTo>
                    <a:pt x="25219" y="21179"/>
                    <a:pt x="24992" y="21009"/>
                    <a:pt x="24793" y="20781"/>
                  </a:cubicBezTo>
                  <a:cubicBezTo>
                    <a:pt x="23685" y="19702"/>
                    <a:pt x="22606" y="18623"/>
                    <a:pt x="21499" y="17544"/>
                  </a:cubicBezTo>
                  <a:cubicBezTo>
                    <a:pt x="21215" y="17288"/>
                    <a:pt x="21016" y="16976"/>
                    <a:pt x="20874" y="16635"/>
                  </a:cubicBezTo>
                  <a:cubicBezTo>
                    <a:pt x="20561" y="15840"/>
                    <a:pt x="20306" y="15045"/>
                    <a:pt x="20135" y="14221"/>
                  </a:cubicBezTo>
                  <a:cubicBezTo>
                    <a:pt x="19880" y="13171"/>
                    <a:pt x="19681" y="12120"/>
                    <a:pt x="19425" y="11069"/>
                  </a:cubicBezTo>
                  <a:cubicBezTo>
                    <a:pt x="19283" y="10558"/>
                    <a:pt x="19113" y="10075"/>
                    <a:pt x="18914" y="9592"/>
                  </a:cubicBezTo>
                  <a:cubicBezTo>
                    <a:pt x="18233" y="8002"/>
                    <a:pt x="17352" y="6497"/>
                    <a:pt x="16273" y="5134"/>
                  </a:cubicBezTo>
                  <a:cubicBezTo>
                    <a:pt x="16018" y="4793"/>
                    <a:pt x="15734" y="4452"/>
                    <a:pt x="15450" y="4111"/>
                  </a:cubicBezTo>
                  <a:cubicBezTo>
                    <a:pt x="15336" y="3998"/>
                    <a:pt x="15251" y="3884"/>
                    <a:pt x="15137" y="3827"/>
                  </a:cubicBezTo>
                  <a:cubicBezTo>
                    <a:pt x="15109" y="3799"/>
                    <a:pt x="15073" y="3785"/>
                    <a:pt x="15038" y="3785"/>
                  </a:cubicBezTo>
                  <a:cubicBezTo>
                    <a:pt x="15002" y="3785"/>
                    <a:pt x="14967" y="3799"/>
                    <a:pt x="14938" y="3827"/>
                  </a:cubicBezTo>
                  <a:cubicBezTo>
                    <a:pt x="14882" y="3856"/>
                    <a:pt x="14882" y="3941"/>
                    <a:pt x="14910" y="3998"/>
                  </a:cubicBezTo>
                  <a:cubicBezTo>
                    <a:pt x="15052" y="4253"/>
                    <a:pt x="15194" y="4537"/>
                    <a:pt x="15364" y="4793"/>
                  </a:cubicBezTo>
                  <a:cubicBezTo>
                    <a:pt x="16245" y="5957"/>
                    <a:pt x="17068" y="7207"/>
                    <a:pt x="17778" y="8485"/>
                  </a:cubicBezTo>
                  <a:cubicBezTo>
                    <a:pt x="18346" y="9535"/>
                    <a:pt x="18772" y="10671"/>
                    <a:pt x="19028" y="11836"/>
                  </a:cubicBezTo>
                  <a:cubicBezTo>
                    <a:pt x="19227" y="12915"/>
                    <a:pt x="19482" y="13994"/>
                    <a:pt x="19795" y="15045"/>
                  </a:cubicBezTo>
                  <a:cubicBezTo>
                    <a:pt x="19880" y="15300"/>
                    <a:pt x="19937" y="15556"/>
                    <a:pt x="19937" y="15840"/>
                  </a:cubicBezTo>
                  <a:cubicBezTo>
                    <a:pt x="19596" y="15584"/>
                    <a:pt x="19312" y="15300"/>
                    <a:pt x="19056" y="14960"/>
                  </a:cubicBezTo>
                  <a:cubicBezTo>
                    <a:pt x="17977" y="13852"/>
                    <a:pt x="16869" y="12773"/>
                    <a:pt x="15734" y="11722"/>
                  </a:cubicBezTo>
                  <a:cubicBezTo>
                    <a:pt x="15478" y="11467"/>
                    <a:pt x="15279" y="11183"/>
                    <a:pt x="15166" y="10842"/>
                  </a:cubicBezTo>
                  <a:cubicBezTo>
                    <a:pt x="14598" y="9223"/>
                    <a:pt x="13973" y="7661"/>
                    <a:pt x="13234" y="6099"/>
                  </a:cubicBezTo>
                  <a:cubicBezTo>
                    <a:pt x="12808" y="5048"/>
                    <a:pt x="12212" y="4026"/>
                    <a:pt x="11530" y="3117"/>
                  </a:cubicBezTo>
                  <a:cubicBezTo>
                    <a:pt x="11048" y="2521"/>
                    <a:pt x="10508" y="1953"/>
                    <a:pt x="9969" y="1385"/>
                  </a:cubicBezTo>
                  <a:cubicBezTo>
                    <a:pt x="9571" y="987"/>
                    <a:pt x="9145" y="618"/>
                    <a:pt x="8719" y="249"/>
                  </a:cubicBezTo>
                  <a:cubicBezTo>
                    <a:pt x="8605" y="164"/>
                    <a:pt x="8492" y="79"/>
                    <a:pt x="8378" y="22"/>
                  </a:cubicBezTo>
                  <a:cubicBezTo>
                    <a:pt x="8336" y="8"/>
                    <a:pt x="8300" y="1"/>
                    <a:pt x="8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781250" y="2823400"/>
              <a:ext cx="3575" cy="3275"/>
            </a:xfrm>
            <a:custGeom>
              <a:rect b="b" l="l" r="r" t="t"/>
              <a:pathLst>
                <a:path extrusionOk="0" h="131" w="143">
                  <a:moveTo>
                    <a:pt x="57" y="0"/>
                  </a:moveTo>
                  <a:lnTo>
                    <a:pt x="0" y="86"/>
                  </a:lnTo>
                  <a:cubicBezTo>
                    <a:pt x="17" y="103"/>
                    <a:pt x="45" y="131"/>
                    <a:pt x="77" y="131"/>
                  </a:cubicBezTo>
                  <a:cubicBezTo>
                    <a:pt x="98" y="131"/>
                    <a:pt x="120" y="119"/>
                    <a:pt x="142" y="86"/>
                  </a:cubicBezTo>
                  <a:lnTo>
                    <a:pt x="57"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923950" y="2932025"/>
              <a:ext cx="2850" cy="3150"/>
            </a:xfrm>
            <a:custGeom>
              <a:rect b="b" l="l" r="r" t="t"/>
              <a:pathLst>
                <a:path extrusionOk="0" h="126" w="114">
                  <a:moveTo>
                    <a:pt x="29" y="0"/>
                  </a:moveTo>
                  <a:lnTo>
                    <a:pt x="0" y="57"/>
                  </a:lnTo>
                  <a:cubicBezTo>
                    <a:pt x="21" y="99"/>
                    <a:pt x="42" y="125"/>
                    <a:pt x="63" y="125"/>
                  </a:cubicBezTo>
                  <a:cubicBezTo>
                    <a:pt x="70" y="125"/>
                    <a:pt x="78" y="122"/>
                    <a:pt x="86" y="114"/>
                  </a:cubicBezTo>
                  <a:cubicBezTo>
                    <a:pt x="114" y="57"/>
                    <a:pt x="86" y="29"/>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643500" y="2683525"/>
              <a:ext cx="1450" cy="750"/>
            </a:xfrm>
            <a:custGeom>
              <a:rect b="b" l="l" r="r" t="t"/>
              <a:pathLst>
                <a:path extrusionOk="0" h="30" w="58">
                  <a:moveTo>
                    <a:pt x="29" y="1"/>
                  </a:moveTo>
                  <a:lnTo>
                    <a:pt x="1" y="29"/>
                  </a:lnTo>
                  <a:lnTo>
                    <a:pt x="58" y="29"/>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1220000" y="1004925"/>
              <a:ext cx="661025" cy="702250"/>
            </a:xfrm>
            <a:custGeom>
              <a:rect b="b" l="l" r="r" t="t"/>
              <a:pathLst>
                <a:path extrusionOk="0" h="28090" w="26441">
                  <a:moveTo>
                    <a:pt x="17888" y="1"/>
                  </a:moveTo>
                  <a:cubicBezTo>
                    <a:pt x="16994" y="1"/>
                    <a:pt x="16102" y="165"/>
                    <a:pt x="15279" y="521"/>
                  </a:cubicBezTo>
                  <a:cubicBezTo>
                    <a:pt x="14456" y="862"/>
                    <a:pt x="13717" y="1345"/>
                    <a:pt x="13149" y="2026"/>
                  </a:cubicBezTo>
                  <a:cubicBezTo>
                    <a:pt x="12922" y="2282"/>
                    <a:pt x="12667" y="2509"/>
                    <a:pt x="12439" y="2736"/>
                  </a:cubicBezTo>
                  <a:cubicBezTo>
                    <a:pt x="10821" y="4355"/>
                    <a:pt x="9174" y="5917"/>
                    <a:pt x="7725" y="7706"/>
                  </a:cubicBezTo>
                  <a:cubicBezTo>
                    <a:pt x="6930" y="8615"/>
                    <a:pt x="6220" y="9609"/>
                    <a:pt x="5595" y="10659"/>
                  </a:cubicBezTo>
                  <a:cubicBezTo>
                    <a:pt x="4999" y="11710"/>
                    <a:pt x="4403" y="12733"/>
                    <a:pt x="3806" y="13755"/>
                  </a:cubicBezTo>
                  <a:cubicBezTo>
                    <a:pt x="3465" y="14380"/>
                    <a:pt x="3096" y="15033"/>
                    <a:pt x="2755" y="15686"/>
                  </a:cubicBezTo>
                  <a:cubicBezTo>
                    <a:pt x="2329" y="16481"/>
                    <a:pt x="2017" y="17305"/>
                    <a:pt x="1790" y="18185"/>
                  </a:cubicBezTo>
                  <a:cubicBezTo>
                    <a:pt x="1477" y="19463"/>
                    <a:pt x="1222" y="20769"/>
                    <a:pt x="909" y="22047"/>
                  </a:cubicBezTo>
                  <a:cubicBezTo>
                    <a:pt x="767" y="22757"/>
                    <a:pt x="625" y="23467"/>
                    <a:pt x="398" y="24177"/>
                  </a:cubicBezTo>
                  <a:cubicBezTo>
                    <a:pt x="285" y="24461"/>
                    <a:pt x="200" y="24774"/>
                    <a:pt x="114" y="25058"/>
                  </a:cubicBezTo>
                  <a:cubicBezTo>
                    <a:pt x="29" y="25427"/>
                    <a:pt x="1" y="25796"/>
                    <a:pt x="29" y="26165"/>
                  </a:cubicBezTo>
                  <a:cubicBezTo>
                    <a:pt x="143" y="26960"/>
                    <a:pt x="682" y="27670"/>
                    <a:pt x="1449" y="27926"/>
                  </a:cubicBezTo>
                  <a:cubicBezTo>
                    <a:pt x="1849" y="28031"/>
                    <a:pt x="2249" y="28090"/>
                    <a:pt x="2650" y="28090"/>
                  </a:cubicBezTo>
                  <a:cubicBezTo>
                    <a:pt x="2789" y="28090"/>
                    <a:pt x="2928" y="28083"/>
                    <a:pt x="3068" y="28068"/>
                  </a:cubicBezTo>
                  <a:cubicBezTo>
                    <a:pt x="3778" y="27983"/>
                    <a:pt x="4488" y="27784"/>
                    <a:pt x="5198" y="27528"/>
                  </a:cubicBezTo>
                  <a:cubicBezTo>
                    <a:pt x="6788" y="26875"/>
                    <a:pt x="8322" y="26023"/>
                    <a:pt x="9713" y="24972"/>
                  </a:cubicBezTo>
                  <a:cubicBezTo>
                    <a:pt x="10594" y="24348"/>
                    <a:pt x="11445" y="23638"/>
                    <a:pt x="12354" y="23041"/>
                  </a:cubicBezTo>
                  <a:cubicBezTo>
                    <a:pt x="14456" y="21735"/>
                    <a:pt x="16699" y="20599"/>
                    <a:pt x="19000" y="19719"/>
                  </a:cubicBezTo>
                  <a:cubicBezTo>
                    <a:pt x="20221" y="19264"/>
                    <a:pt x="21385" y="18696"/>
                    <a:pt x="22493" y="18043"/>
                  </a:cubicBezTo>
                  <a:cubicBezTo>
                    <a:pt x="23373" y="17532"/>
                    <a:pt x="24140" y="16794"/>
                    <a:pt x="24679" y="15942"/>
                  </a:cubicBezTo>
                  <a:cubicBezTo>
                    <a:pt x="25134" y="15232"/>
                    <a:pt x="25475" y="14436"/>
                    <a:pt x="25844" y="13670"/>
                  </a:cubicBezTo>
                  <a:cubicBezTo>
                    <a:pt x="26156" y="13102"/>
                    <a:pt x="26327" y="12477"/>
                    <a:pt x="26412" y="11852"/>
                  </a:cubicBezTo>
                  <a:cubicBezTo>
                    <a:pt x="26440" y="11455"/>
                    <a:pt x="26440" y="11085"/>
                    <a:pt x="26412" y="10688"/>
                  </a:cubicBezTo>
                  <a:cubicBezTo>
                    <a:pt x="26355" y="9097"/>
                    <a:pt x="26071" y="7536"/>
                    <a:pt x="25645" y="6030"/>
                  </a:cubicBezTo>
                  <a:cubicBezTo>
                    <a:pt x="25304" y="4894"/>
                    <a:pt x="24850" y="3815"/>
                    <a:pt x="23998" y="2963"/>
                  </a:cubicBezTo>
                  <a:cubicBezTo>
                    <a:pt x="22805" y="1856"/>
                    <a:pt x="21414" y="947"/>
                    <a:pt x="19908" y="351"/>
                  </a:cubicBezTo>
                  <a:cubicBezTo>
                    <a:pt x="19482" y="209"/>
                    <a:pt x="19056" y="95"/>
                    <a:pt x="18630" y="38"/>
                  </a:cubicBezTo>
                  <a:cubicBezTo>
                    <a:pt x="18384" y="14"/>
                    <a:pt x="18136" y="1"/>
                    <a:pt x="17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1244850" y="1041775"/>
              <a:ext cx="587175" cy="623025"/>
            </a:xfrm>
            <a:custGeom>
              <a:rect b="b" l="l" r="r" t="t"/>
              <a:pathLst>
                <a:path extrusionOk="0" h="24921" w="23487">
                  <a:moveTo>
                    <a:pt x="8662" y="13048"/>
                  </a:moveTo>
                  <a:lnTo>
                    <a:pt x="8719" y="13104"/>
                  </a:lnTo>
                  <a:lnTo>
                    <a:pt x="8662" y="13104"/>
                  </a:lnTo>
                  <a:lnTo>
                    <a:pt x="8662" y="13048"/>
                  </a:lnTo>
                  <a:close/>
                  <a:moveTo>
                    <a:pt x="15676" y="1"/>
                  </a:moveTo>
                  <a:cubicBezTo>
                    <a:pt x="15656" y="1"/>
                    <a:pt x="15637" y="4"/>
                    <a:pt x="15620" y="13"/>
                  </a:cubicBezTo>
                  <a:cubicBezTo>
                    <a:pt x="15535" y="41"/>
                    <a:pt x="15450" y="98"/>
                    <a:pt x="15364" y="155"/>
                  </a:cubicBezTo>
                  <a:cubicBezTo>
                    <a:pt x="15109" y="410"/>
                    <a:pt x="14825" y="637"/>
                    <a:pt x="14598" y="921"/>
                  </a:cubicBezTo>
                  <a:cubicBezTo>
                    <a:pt x="13803" y="1688"/>
                    <a:pt x="13149" y="2568"/>
                    <a:pt x="12638" y="3534"/>
                  </a:cubicBezTo>
                  <a:cubicBezTo>
                    <a:pt x="11758" y="5181"/>
                    <a:pt x="11218" y="6970"/>
                    <a:pt x="10991" y="8788"/>
                  </a:cubicBezTo>
                  <a:cubicBezTo>
                    <a:pt x="10963" y="9100"/>
                    <a:pt x="10877" y="9384"/>
                    <a:pt x="10792" y="9640"/>
                  </a:cubicBezTo>
                  <a:cubicBezTo>
                    <a:pt x="10735" y="9867"/>
                    <a:pt x="10622" y="10037"/>
                    <a:pt x="10451" y="10179"/>
                  </a:cubicBezTo>
                  <a:cubicBezTo>
                    <a:pt x="9685" y="10918"/>
                    <a:pt x="8975" y="11656"/>
                    <a:pt x="8208" y="12394"/>
                  </a:cubicBezTo>
                  <a:cubicBezTo>
                    <a:pt x="8094" y="12508"/>
                    <a:pt x="8009" y="12678"/>
                    <a:pt x="7782" y="12678"/>
                  </a:cubicBezTo>
                  <a:cubicBezTo>
                    <a:pt x="7782" y="12281"/>
                    <a:pt x="7725" y="11855"/>
                    <a:pt x="7782" y="11457"/>
                  </a:cubicBezTo>
                  <a:cubicBezTo>
                    <a:pt x="7867" y="10009"/>
                    <a:pt x="8236" y="8617"/>
                    <a:pt x="8833" y="7311"/>
                  </a:cubicBezTo>
                  <a:cubicBezTo>
                    <a:pt x="9145" y="6658"/>
                    <a:pt x="9429" y="5976"/>
                    <a:pt x="9713" y="5295"/>
                  </a:cubicBezTo>
                  <a:cubicBezTo>
                    <a:pt x="9770" y="5210"/>
                    <a:pt x="9713" y="5096"/>
                    <a:pt x="9628" y="5068"/>
                  </a:cubicBezTo>
                  <a:cubicBezTo>
                    <a:pt x="9605" y="5060"/>
                    <a:pt x="9582" y="5056"/>
                    <a:pt x="9561" y="5056"/>
                  </a:cubicBezTo>
                  <a:cubicBezTo>
                    <a:pt x="9501" y="5056"/>
                    <a:pt x="9450" y="5083"/>
                    <a:pt x="9429" y="5124"/>
                  </a:cubicBezTo>
                  <a:cubicBezTo>
                    <a:pt x="9344" y="5210"/>
                    <a:pt x="9287" y="5323"/>
                    <a:pt x="9230" y="5437"/>
                  </a:cubicBezTo>
                  <a:cubicBezTo>
                    <a:pt x="8748" y="6289"/>
                    <a:pt x="8322" y="7197"/>
                    <a:pt x="7981" y="8135"/>
                  </a:cubicBezTo>
                  <a:cubicBezTo>
                    <a:pt x="7725" y="8759"/>
                    <a:pt x="7555" y="9384"/>
                    <a:pt x="7441" y="10037"/>
                  </a:cubicBezTo>
                  <a:cubicBezTo>
                    <a:pt x="7328" y="10634"/>
                    <a:pt x="7242" y="11230"/>
                    <a:pt x="7242" y="11826"/>
                  </a:cubicBezTo>
                  <a:cubicBezTo>
                    <a:pt x="7242" y="12338"/>
                    <a:pt x="7157" y="12849"/>
                    <a:pt x="7129" y="13360"/>
                  </a:cubicBezTo>
                  <a:cubicBezTo>
                    <a:pt x="7100" y="13587"/>
                    <a:pt x="7015" y="13786"/>
                    <a:pt x="6873" y="13956"/>
                  </a:cubicBezTo>
                  <a:cubicBezTo>
                    <a:pt x="6334" y="14666"/>
                    <a:pt x="5794" y="15433"/>
                    <a:pt x="5283" y="16143"/>
                  </a:cubicBezTo>
                  <a:cubicBezTo>
                    <a:pt x="4999" y="16512"/>
                    <a:pt x="4743" y="16881"/>
                    <a:pt x="4459" y="17251"/>
                  </a:cubicBezTo>
                  <a:cubicBezTo>
                    <a:pt x="4419" y="17291"/>
                    <a:pt x="4379" y="17331"/>
                    <a:pt x="4329" y="17331"/>
                  </a:cubicBezTo>
                  <a:cubicBezTo>
                    <a:pt x="4308" y="17331"/>
                    <a:pt x="4285" y="17324"/>
                    <a:pt x="4261" y="17307"/>
                  </a:cubicBezTo>
                  <a:cubicBezTo>
                    <a:pt x="4232" y="17279"/>
                    <a:pt x="4204" y="17251"/>
                    <a:pt x="4204" y="17194"/>
                  </a:cubicBezTo>
                  <a:cubicBezTo>
                    <a:pt x="4062" y="16285"/>
                    <a:pt x="4062" y="15348"/>
                    <a:pt x="4204" y="14439"/>
                  </a:cubicBezTo>
                  <a:cubicBezTo>
                    <a:pt x="4488" y="13161"/>
                    <a:pt x="4601" y="11855"/>
                    <a:pt x="5112" y="10634"/>
                  </a:cubicBezTo>
                  <a:cubicBezTo>
                    <a:pt x="5169" y="10549"/>
                    <a:pt x="5141" y="10463"/>
                    <a:pt x="5056" y="10463"/>
                  </a:cubicBezTo>
                  <a:cubicBezTo>
                    <a:pt x="5039" y="10455"/>
                    <a:pt x="5025" y="10452"/>
                    <a:pt x="5012" y="10452"/>
                  </a:cubicBezTo>
                  <a:cubicBezTo>
                    <a:pt x="4980" y="10452"/>
                    <a:pt x="4954" y="10472"/>
                    <a:pt x="4914" y="10492"/>
                  </a:cubicBezTo>
                  <a:cubicBezTo>
                    <a:pt x="4658" y="10719"/>
                    <a:pt x="4488" y="11003"/>
                    <a:pt x="4403" y="11344"/>
                  </a:cubicBezTo>
                  <a:cubicBezTo>
                    <a:pt x="4261" y="11826"/>
                    <a:pt x="4147" y="12281"/>
                    <a:pt x="4033" y="12764"/>
                  </a:cubicBezTo>
                  <a:cubicBezTo>
                    <a:pt x="3664" y="14212"/>
                    <a:pt x="3551" y="15689"/>
                    <a:pt x="3693" y="17165"/>
                  </a:cubicBezTo>
                  <a:cubicBezTo>
                    <a:pt x="3806" y="18358"/>
                    <a:pt x="3778" y="18358"/>
                    <a:pt x="3153" y="19437"/>
                  </a:cubicBezTo>
                  <a:cubicBezTo>
                    <a:pt x="3096" y="19551"/>
                    <a:pt x="3039" y="19636"/>
                    <a:pt x="2983" y="19750"/>
                  </a:cubicBezTo>
                  <a:cubicBezTo>
                    <a:pt x="2727" y="20176"/>
                    <a:pt x="2471" y="20573"/>
                    <a:pt x="2187" y="20971"/>
                  </a:cubicBezTo>
                  <a:cubicBezTo>
                    <a:pt x="2159" y="20999"/>
                    <a:pt x="2131" y="21028"/>
                    <a:pt x="2074" y="21028"/>
                  </a:cubicBezTo>
                  <a:cubicBezTo>
                    <a:pt x="2045" y="20999"/>
                    <a:pt x="2017" y="20971"/>
                    <a:pt x="1989" y="20943"/>
                  </a:cubicBezTo>
                  <a:cubicBezTo>
                    <a:pt x="1960" y="20488"/>
                    <a:pt x="1960" y="20062"/>
                    <a:pt x="1989" y="19608"/>
                  </a:cubicBezTo>
                  <a:cubicBezTo>
                    <a:pt x="2074" y="19068"/>
                    <a:pt x="2131" y="18500"/>
                    <a:pt x="2187" y="17961"/>
                  </a:cubicBezTo>
                  <a:lnTo>
                    <a:pt x="2187" y="17591"/>
                  </a:lnTo>
                  <a:cubicBezTo>
                    <a:pt x="2187" y="17535"/>
                    <a:pt x="2131" y="17506"/>
                    <a:pt x="2074" y="17506"/>
                  </a:cubicBezTo>
                  <a:cubicBezTo>
                    <a:pt x="2045" y="17506"/>
                    <a:pt x="1960" y="17535"/>
                    <a:pt x="1960" y="17563"/>
                  </a:cubicBezTo>
                  <a:cubicBezTo>
                    <a:pt x="1818" y="17790"/>
                    <a:pt x="1733" y="18046"/>
                    <a:pt x="1705" y="18301"/>
                  </a:cubicBezTo>
                  <a:cubicBezTo>
                    <a:pt x="1506" y="19381"/>
                    <a:pt x="1449" y="20488"/>
                    <a:pt x="1534" y="21596"/>
                  </a:cubicBezTo>
                  <a:cubicBezTo>
                    <a:pt x="1563" y="21851"/>
                    <a:pt x="1506" y="22107"/>
                    <a:pt x="1364" y="22334"/>
                  </a:cubicBezTo>
                  <a:cubicBezTo>
                    <a:pt x="966" y="22959"/>
                    <a:pt x="597" y="23584"/>
                    <a:pt x="228" y="24208"/>
                  </a:cubicBezTo>
                  <a:cubicBezTo>
                    <a:pt x="143" y="24322"/>
                    <a:pt x="86" y="24464"/>
                    <a:pt x="29" y="24606"/>
                  </a:cubicBezTo>
                  <a:cubicBezTo>
                    <a:pt x="1" y="24691"/>
                    <a:pt x="57" y="24805"/>
                    <a:pt x="143" y="24862"/>
                  </a:cubicBezTo>
                  <a:cubicBezTo>
                    <a:pt x="178" y="24897"/>
                    <a:pt x="235" y="24921"/>
                    <a:pt x="293" y="24921"/>
                  </a:cubicBezTo>
                  <a:cubicBezTo>
                    <a:pt x="329" y="24921"/>
                    <a:pt x="366" y="24912"/>
                    <a:pt x="398" y="24890"/>
                  </a:cubicBezTo>
                  <a:cubicBezTo>
                    <a:pt x="597" y="24805"/>
                    <a:pt x="767" y="24634"/>
                    <a:pt x="881" y="24464"/>
                  </a:cubicBezTo>
                  <a:cubicBezTo>
                    <a:pt x="1193" y="24010"/>
                    <a:pt x="1506" y="23584"/>
                    <a:pt x="1790" y="23129"/>
                  </a:cubicBezTo>
                  <a:cubicBezTo>
                    <a:pt x="1979" y="22752"/>
                    <a:pt x="2372" y="22502"/>
                    <a:pt x="2800" y="22502"/>
                  </a:cubicBezTo>
                  <a:cubicBezTo>
                    <a:pt x="2823" y="22502"/>
                    <a:pt x="2846" y="22503"/>
                    <a:pt x="2869" y="22504"/>
                  </a:cubicBezTo>
                  <a:cubicBezTo>
                    <a:pt x="3465" y="22476"/>
                    <a:pt x="4062" y="22448"/>
                    <a:pt x="4687" y="22448"/>
                  </a:cubicBezTo>
                  <a:cubicBezTo>
                    <a:pt x="5766" y="22419"/>
                    <a:pt x="6845" y="22164"/>
                    <a:pt x="7839" y="21709"/>
                  </a:cubicBezTo>
                  <a:cubicBezTo>
                    <a:pt x="8066" y="21624"/>
                    <a:pt x="8236" y="21482"/>
                    <a:pt x="8350" y="21283"/>
                  </a:cubicBezTo>
                  <a:cubicBezTo>
                    <a:pt x="8378" y="21255"/>
                    <a:pt x="8378" y="21198"/>
                    <a:pt x="8350" y="21170"/>
                  </a:cubicBezTo>
                  <a:cubicBezTo>
                    <a:pt x="8322" y="21113"/>
                    <a:pt x="8293" y="21085"/>
                    <a:pt x="8236" y="21085"/>
                  </a:cubicBezTo>
                  <a:cubicBezTo>
                    <a:pt x="8038" y="21170"/>
                    <a:pt x="7810" y="21227"/>
                    <a:pt x="7612" y="21283"/>
                  </a:cubicBezTo>
                  <a:cubicBezTo>
                    <a:pt x="6674" y="21653"/>
                    <a:pt x="5709" y="21851"/>
                    <a:pt x="4715" y="21908"/>
                  </a:cubicBezTo>
                  <a:cubicBezTo>
                    <a:pt x="4412" y="21908"/>
                    <a:pt x="4122" y="21895"/>
                    <a:pt x="3827" y="21895"/>
                  </a:cubicBezTo>
                  <a:cubicBezTo>
                    <a:pt x="3680" y="21895"/>
                    <a:pt x="3532" y="21899"/>
                    <a:pt x="3380" y="21908"/>
                  </a:cubicBezTo>
                  <a:cubicBezTo>
                    <a:pt x="3288" y="21921"/>
                    <a:pt x="3178" y="21940"/>
                    <a:pt x="3075" y="21940"/>
                  </a:cubicBezTo>
                  <a:cubicBezTo>
                    <a:pt x="2955" y="21940"/>
                    <a:pt x="2845" y="21914"/>
                    <a:pt x="2784" y="21823"/>
                  </a:cubicBezTo>
                  <a:cubicBezTo>
                    <a:pt x="2699" y="21653"/>
                    <a:pt x="2897" y="21482"/>
                    <a:pt x="3011" y="21312"/>
                  </a:cubicBezTo>
                  <a:cubicBezTo>
                    <a:pt x="3039" y="21227"/>
                    <a:pt x="3096" y="21141"/>
                    <a:pt x="3153" y="21056"/>
                  </a:cubicBezTo>
                  <a:cubicBezTo>
                    <a:pt x="3664" y="20261"/>
                    <a:pt x="4204" y="19466"/>
                    <a:pt x="4658" y="18642"/>
                  </a:cubicBezTo>
                  <a:cubicBezTo>
                    <a:pt x="4914" y="18195"/>
                    <a:pt x="4962" y="18067"/>
                    <a:pt x="5269" y="18067"/>
                  </a:cubicBezTo>
                  <a:cubicBezTo>
                    <a:pt x="5372" y="18067"/>
                    <a:pt x="5503" y="18081"/>
                    <a:pt x="5680" y="18103"/>
                  </a:cubicBezTo>
                  <a:cubicBezTo>
                    <a:pt x="5879" y="18131"/>
                    <a:pt x="6106" y="18159"/>
                    <a:pt x="6334" y="18188"/>
                  </a:cubicBezTo>
                  <a:cubicBezTo>
                    <a:pt x="6987" y="18273"/>
                    <a:pt x="7640" y="18358"/>
                    <a:pt x="8293" y="18415"/>
                  </a:cubicBezTo>
                  <a:cubicBezTo>
                    <a:pt x="8610" y="18441"/>
                    <a:pt x="8926" y="18454"/>
                    <a:pt x="9242" y="18454"/>
                  </a:cubicBezTo>
                  <a:cubicBezTo>
                    <a:pt x="9946" y="18454"/>
                    <a:pt x="10646" y="18391"/>
                    <a:pt x="11332" y="18273"/>
                  </a:cubicBezTo>
                  <a:cubicBezTo>
                    <a:pt x="13405" y="17904"/>
                    <a:pt x="15279" y="17023"/>
                    <a:pt x="17097" y="16030"/>
                  </a:cubicBezTo>
                  <a:cubicBezTo>
                    <a:pt x="17210" y="15973"/>
                    <a:pt x="17324" y="15888"/>
                    <a:pt x="17438" y="15774"/>
                  </a:cubicBezTo>
                  <a:cubicBezTo>
                    <a:pt x="17494" y="15717"/>
                    <a:pt x="17580" y="15632"/>
                    <a:pt x="17494" y="15547"/>
                  </a:cubicBezTo>
                  <a:cubicBezTo>
                    <a:pt x="17459" y="15512"/>
                    <a:pt x="17413" y="15487"/>
                    <a:pt x="17370" y="15487"/>
                  </a:cubicBezTo>
                  <a:cubicBezTo>
                    <a:pt x="17343" y="15487"/>
                    <a:pt x="17317" y="15497"/>
                    <a:pt x="17296" y="15518"/>
                  </a:cubicBezTo>
                  <a:lnTo>
                    <a:pt x="16046" y="16086"/>
                  </a:lnTo>
                  <a:cubicBezTo>
                    <a:pt x="14683" y="16711"/>
                    <a:pt x="13291" y="17364"/>
                    <a:pt x="11815" y="17648"/>
                  </a:cubicBezTo>
                  <a:cubicBezTo>
                    <a:pt x="10934" y="17819"/>
                    <a:pt x="10082" y="17904"/>
                    <a:pt x="9202" y="17904"/>
                  </a:cubicBezTo>
                  <a:cubicBezTo>
                    <a:pt x="7952" y="17847"/>
                    <a:pt x="6674" y="17705"/>
                    <a:pt x="5453" y="17478"/>
                  </a:cubicBezTo>
                  <a:cubicBezTo>
                    <a:pt x="5453" y="17393"/>
                    <a:pt x="5482" y="17336"/>
                    <a:pt x="5538" y="17251"/>
                  </a:cubicBezTo>
                  <a:cubicBezTo>
                    <a:pt x="6248" y="16257"/>
                    <a:pt x="6958" y="15234"/>
                    <a:pt x="7668" y="14212"/>
                  </a:cubicBezTo>
                  <a:cubicBezTo>
                    <a:pt x="7810" y="13956"/>
                    <a:pt x="8094" y="13758"/>
                    <a:pt x="8407" y="13701"/>
                  </a:cubicBezTo>
                  <a:cubicBezTo>
                    <a:pt x="8885" y="13659"/>
                    <a:pt x="9363" y="13633"/>
                    <a:pt x="9841" y="13633"/>
                  </a:cubicBezTo>
                  <a:cubicBezTo>
                    <a:pt x="10016" y="13633"/>
                    <a:pt x="10191" y="13636"/>
                    <a:pt x="10366" y="13644"/>
                  </a:cubicBezTo>
                  <a:cubicBezTo>
                    <a:pt x="11559" y="13644"/>
                    <a:pt x="12752" y="13701"/>
                    <a:pt x="13945" y="13701"/>
                  </a:cubicBezTo>
                  <a:lnTo>
                    <a:pt x="15109" y="13701"/>
                  </a:lnTo>
                  <a:cubicBezTo>
                    <a:pt x="16273" y="13616"/>
                    <a:pt x="17409" y="13388"/>
                    <a:pt x="18545" y="13048"/>
                  </a:cubicBezTo>
                  <a:cubicBezTo>
                    <a:pt x="18858" y="12962"/>
                    <a:pt x="19170" y="12820"/>
                    <a:pt x="19482" y="12707"/>
                  </a:cubicBezTo>
                  <a:cubicBezTo>
                    <a:pt x="20590" y="12224"/>
                    <a:pt x="21612" y="11628"/>
                    <a:pt x="22606" y="10946"/>
                  </a:cubicBezTo>
                  <a:cubicBezTo>
                    <a:pt x="22691" y="10889"/>
                    <a:pt x="22777" y="10804"/>
                    <a:pt x="22862" y="10719"/>
                  </a:cubicBezTo>
                  <a:cubicBezTo>
                    <a:pt x="22919" y="10662"/>
                    <a:pt x="22947" y="10577"/>
                    <a:pt x="22975" y="10520"/>
                  </a:cubicBezTo>
                  <a:cubicBezTo>
                    <a:pt x="22975" y="10463"/>
                    <a:pt x="22975" y="10407"/>
                    <a:pt x="22947" y="10378"/>
                  </a:cubicBezTo>
                  <a:cubicBezTo>
                    <a:pt x="22919" y="10350"/>
                    <a:pt x="22833" y="10321"/>
                    <a:pt x="22805" y="10321"/>
                  </a:cubicBezTo>
                  <a:cubicBezTo>
                    <a:pt x="22663" y="10378"/>
                    <a:pt x="22493" y="10463"/>
                    <a:pt x="22351" y="10549"/>
                  </a:cubicBezTo>
                  <a:cubicBezTo>
                    <a:pt x="21754" y="10861"/>
                    <a:pt x="21186" y="11230"/>
                    <a:pt x="20562" y="11543"/>
                  </a:cubicBezTo>
                  <a:cubicBezTo>
                    <a:pt x="18801" y="12508"/>
                    <a:pt x="16813" y="13048"/>
                    <a:pt x="14797" y="13133"/>
                  </a:cubicBezTo>
                  <a:cubicBezTo>
                    <a:pt x="14229" y="13133"/>
                    <a:pt x="13661" y="13104"/>
                    <a:pt x="13121" y="13104"/>
                  </a:cubicBezTo>
                  <a:lnTo>
                    <a:pt x="9458" y="13104"/>
                  </a:lnTo>
                  <a:cubicBezTo>
                    <a:pt x="9287" y="13076"/>
                    <a:pt x="9117" y="13076"/>
                    <a:pt x="8975" y="13019"/>
                  </a:cubicBezTo>
                  <a:cubicBezTo>
                    <a:pt x="8861" y="13019"/>
                    <a:pt x="8861" y="12934"/>
                    <a:pt x="8861" y="12849"/>
                  </a:cubicBezTo>
                  <a:cubicBezTo>
                    <a:pt x="8890" y="12792"/>
                    <a:pt x="8890" y="12707"/>
                    <a:pt x="8946" y="12650"/>
                  </a:cubicBezTo>
                  <a:cubicBezTo>
                    <a:pt x="9600" y="11883"/>
                    <a:pt x="10309" y="11173"/>
                    <a:pt x="11048" y="10520"/>
                  </a:cubicBezTo>
                  <a:cubicBezTo>
                    <a:pt x="11247" y="10378"/>
                    <a:pt x="11474" y="10265"/>
                    <a:pt x="11729" y="10265"/>
                  </a:cubicBezTo>
                  <a:lnTo>
                    <a:pt x="13604" y="10151"/>
                  </a:lnTo>
                  <a:cubicBezTo>
                    <a:pt x="15137" y="10094"/>
                    <a:pt x="16642" y="9810"/>
                    <a:pt x="18119" y="9327"/>
                  </a:cubicBezTo>
                  <a:cubicBezTo>
                    <a:pt x="19795" y="8759"/>
                    <a:pt x="21357" y="7851"/>
                    <a:pt x="22720" y="6715"/>
                  </a:cubicBezTo>
                  <a:cubicBezTo>
                    <a:pt x="23032" y="6488"/>
                    <a:pt x="23288" y="6232"/>
                    <a:pt x="23458" y="5920"/>
                  </a:cubicBezTo>
                  <a:cubicBezTo>
                    <a:pt x="23487" y="5834"/>
                    <a:pt x="23458" y="5778"/>
                    <a:pt x="23430" y="5721"/>
                  </a:cubicBezTo>
                  <a:cubicBezTo>
                    <a:pt x="23401" y="5692"/>
                    <a:pt x="23366" y="5678"/>
                    <a:pt x="23330" y="5678"/>
                  </a:cubicBezTo>
                  <a:cubicBezTo>
                    <a:pt x="23295" y="5678"/>
                    <a:pt x="23259" y="5692"/>
                    <a:pt x="23231" y="5721"/>
                  </a:cubicBezTo>
                  <a:cubicBezTo>
                    <a:pt x="22720" y="6090"/>
                    <a:pt x="22180" y="6488"/>
                    <a:pt x="21641" y="6885"/>
                  </a:cubicBezTo>
                  <a:cubicBezTo>
                    <a:pt x="20278" y="7879"/>
                    <a:pt x="18744" y="8589"/>
                    <a:pt x="17097" y="8987"/>
                  </a:cubicBezTo>
                  <a:cubicBezTo>
                    <a:pt x="16302" y="9157"/>
                    <a:pt x="15478" y="9299"/>
                    <a:pt x="14683" y="9413"/>
                  </a:cubicBezTo>
                  <a:cubicBezTo>
                    <a:pt x="13888" y="9526"/>
                    <a:pt x="13121" y="9583"/>
                    <a:pt x="12354" y="9611"/>
                  </a:cubicBezTo>
                  <a:cubicBezTo>
                    <a:pt x="12326" y="9640"/>
                    <a:pt x="12297" y="9668"/>
                    <a:pt x="12241" y="9668"/>
                  </a:cubicBezTo>
                  <a:cubicBezTo>
                    <a:pt x="12212" y="9668"/>
                    <a:pt x="12184" y="9611"/>
                    <a:pt x="12155" y="9611"/>
                  </a:cubicBezTo>
                  <a:cubicBezTo>
                    <a:pt x="12184" y="9611"/>
                    <a:pt x="12184" y="9583"/>
                    <a:pt x="12212" y="9583"/>
                  </a:cubicBezTo>
                  <a:lnTo>
                    <a:pt x="12326" y="9583"/>
                  </a:lnTo>
                  <a:cubicBezTo>
                    <a:pt x="12326" y="9384"/>
                    <a:pt x="12496" y="9299"/>
                    <a:pt x="12638" y="9185"/>
                  </a:cubicBezTo>
                  <a:cubicBezTo>
                    <a:pt x="13803" y="8106"/>
                    <a:pt x="14882" y="6942"/>
                    <a:pt x="15876" y="5721"/>
                  </a:cubicBezTo>
                  <a:cubicBezTo>
                    <a:pt x="16728" y="4613"/>
                    <a:pt x="17722" y="3619"/>
                    <a:pt x="18829" y="2796"/>
                  </a:cubicBezTo>
                  <a:cubicBezTo>
                    <a:pt x="19085" y="2597"/>
                    <a:pt x="19312" y="2370"/>
                    <a:pt x="19568" y="2171"/>
                  </a:cubicBezTo>
                  <a:cubicBezTo>
                    <a:pt x="19624" y="2114"/>
                    <a:pt x="19681" y="2086"/>
                    <a:pt x="19766" y="1972"/>
                  </a:cubicBezTo>
                  <a:cubicBezTo>
                    <a:pt x="19880" y="1858"/>
                    <a:pt x="19908" y="1716"/>
                    <a:pt x="19823" y="1660"/>
                  </a:cubicBezTo>
                  <a:cubicBezTo>
                    <a:pt x="19781" y="1631"/>
                    <a:pt x="19731" y="1617"/>
                    <a:pt x="19681" y="1617"/>
                  </a:cubicBezTo>
                  <a:cubicBezTo>
                    <a:pt x="19631" y="1617"/>
                    <a:pt x="19582" y="1631"/>
                    <a:pt x="19539" y="1660"/>
                  </a:cubicBezTo>
                  <a:cubicBezTo>
                    <a:pt x="18886" y="2000"/>
                    <a:pt x="18261" y="2426"/>
                    <a:pt x="17693" y="2938"/>
                  </a:cubicBezTo>
                  <a:cubicBezTo>
                    <a:pt x="16841" y="3761"/>
                    <a:pt x="16046" y="4613"/>
                    <a:pt x="15336" y="5522"/>
                  </a:cubicBezTo>
                  <a:cubicBezTo>
                    <a:pt x="14285" y="6771"/>
                    <a:pt x="13149" y="7936"/>
                    <a:pt x="11900" y="9015"/>
                  </a:cubicBezTo>
                  <a:cubicBezTo>
                    <a:pt x="11840" y="9075"/>
                    <a:pt x="11779" y="9135"/>
                    <a:pt x="11699" y="9135"/>
                  </a:cubicBezTo>
                  <a:cubicBezTo>
                    <a:pt x="11666" y="9135"/>
                    <a:pt x="11629" y="9125"/>
                    <a:pt x="11587" y="9100"/>
                  </a:cubicBezTo>
                  <a:lnTo>
                    <a:pt x="11587" y="8816"/>
                  </a:lnTo>
                  <a:cubicBezTo>
                    <a:pt x="11701" y="7765"/>
                    <a:pt x="11928" y="6743"/>
                    <a:pt x="12269" y="5749"/>
                  </a:cubicBezTo>
                  <a:cubicBezTo>
                    <a:pt x="12638" y="4471"/>
                    <a:pt x="13263" y="3307"/>
                    <a:pt x="14115" y="2284"/>
                  </a:cubicBezTo>
                  <a:cubicBezTo>
                    <a:pt x="14598" y="1688"/>
                    <a:pt x="15109" y="1092"/>
                    <a:pt x="15620" y="495"/>
                  </a:cubicBezTo>
                  <a:cubicBezTo>
                    <a:pt x="15677" y="410"/>
                    <a:pt x="15790" y="297"/>
                    <a:pt x="15847" y="240"/>
                  </a:cubicBezTo>
                  <a:cubicBezTo>
                    <a:pt x="15876" y="155"/>
                    <a:pt x="15904" y="69"/>
                    <a:pt x="15819" y="41"/>
                  </a:cubicBezTo>
                  <a:cubicBezTo>
                    <a:pt x="15779" y="21"/>
                    <a:pt x="15724" y="1"/>
                    <a:pt x="15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1548725" y="1281325"/>
              <a:ext cx="5000" cy="2375"/>
            </a:xfrm>
            <a:custGeom>
              <a:rect b="b" l="l" r="r" t="t"/>
              <a:pathLst>
                <a:path extrusionOk="0" h="95" w="200">
                  <a:moveTo>
                    <a:pt x="57" y="1"/>
                  </a:moveTo>
                  <a:cubicBezTo>
                    <a:pt x="29" y="29"/>
                    <a:pt x="0" y="29"/>
                    <a:pt x="0" y="58"/>
                  </a:cubicBezTo>
                  <a:cubicBezTo>
                    <a:pt x="23" y="58"/>
                    <a:pt x="46" y="94"/>
                    <a:pt x="69" y="94"/>
                  </a:cubicBezTo>
                  <a:cubicBezTo>
                    <a:pt x="74" y="94"/>
                    <a:pt x="80" y="92"/>
                    <a:pt x="86" y="86"/>
                  </a:cubicBezTo>
                  <a:cubicBezTo>
                    <a:pt x="142" y="86"/>
                    <a:pt x="171" y="58"/>
                    <a:pt x="199" y="29"/>
                  </a:cubicBezTo>
                  <a:lnTo>
                    <a:pt x="17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1461400" y="1368675"/>
              <a:ext cx="1450" cy="725"/>
            </a:xfrm>
            <a:custGeom>
              <a:rect b="b" l="l" r="r" t="t"/>
              <a:pathLst>
                <a:path extrusionOk="0" h="29" w="58">
                  <a:moveTo>
                    <a:pt x="0" y="0"/>
                  </a:moveTo>
                  <a:lnTo>
                    <a:pt x="0" y="28"/>
                  </a:lnTo>
                  <a:lnTo>
                    <a:pt x="57" y="28"/>
                  </a:lnTo>
                  <a:lnTo>
                    <a:pt x="0"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651325" y="852100"/>
              <a:ext cx="525400" cy="687525"/>
            </a:xfrm>
            <a:custGeom>
              <a:rect b="b" l="l" r="r" t="t"/>
              <a:pathLst>
                <a:path extrusionOk="0" h="27501" w="21016">
                  <a:moveTo>
                    <a:pt x="8417" y="0"/>
                  </a:moveTo>
                  <a:cubicBezTo>
                    <a:pt x="8172" y="0"/>
                    <a:pt x="7920" y="20"/>
                    <a:pt x="7668" y="74"/>
                  </a:cubicBezTo>
                  <a:cubicBezTo>
                    <a:pt x="6220" y="358"/>
                    <a:pt x="4856" y="897"/>
                    <a:pt x="3635" y="1693"/>
                  </a:cubicBezTo>
                  <a:cubicBezTo>
                    <a:pt x="2726" y="2317"/>
                    <a:pt x="2158" y="3169"/>
                    <a:pt x="1647" y="4106"/>
                  </a:cubicBezTo>
                  <a:cubicBezTo>
                    <a:pt x="1023" y="5384"/>
                    <a:pt x="540" y="6719"/>
                    <a:pt x="199" y="8111"/>
                  </a:cubicBezTo>
                  <a:cubicBezTo>
                    <a:pt x="142" y="8423"/>
                    <a:pt x="85" y="8764"/>
                    <a:pt x="57" y="9133"/>
                  </a:cubicBezTo>
                  <a:cubicBezTo>
                    <a:pt x="0" y="9701"/>
                    <a:pt x="57" y="10269"/>
                    <a:pt x="199" y="10809"/>
                  </a:cubicBezTo>
                  <a:cubicBezTo>
                    <a:pt x="426" y="11547"/>
                    <a:pt x="597" y="12285"/>
                    <a:pt x="881" y="12995"/>
                  </a:cubicBezTo>
                  <a:cubicBezTo>
                    <a:pt x="1193" y="13876"/>
                    <a:pt x="1761" y="14642"/>
                    <a:pt x="2442" y="15267"/>
                  </a:cubicBezTo>
                  <a:cubicBezTo>
                    <a:pt x="3323" y="16006"/>
                    <a:pt x="4260" y="16687"/>
                    <a:pt x="5226" y="17312"/>
                  </a:cubicBezTo>
                  <a:cubicBezTo>
                    <a:pt x="7128" y="18476"/>
                    <a:pt x="8917" y="19839"/>
                    <a:pt x="10565" y="21345"/>
                  </a:cubicBezTo>
                  <a:cubicBezTo>
                    <a:pt x="11275" y="21998"/>
                    <a:pt x="11899" y="22765"/>
                    <a:pt x="12581" y="23475"/>
                  </a:cubicBezTo>
                  <a:cubicBezTo>
                    <a:pt x="13632" y="24639"/>
                    <a:pt x="14824" y="25661"/>
                    <a:pt x="16159" y="26513"/>
                  </a:cubicBezTo>
                  <a:cubicBezTo>
                    <a:pt x="16699" y="26854"/>
                    <a:pt x="17295" y="27138"/>
                    <a:pt x="17920" y="27337"/>
                  </a:cubicBezTo>
                  <a:cubicBezTo>
                    <a:pt x="18278" y="27442"/>
                    <a:pt x="18636" y="27501"/>
                    <a:pt x="18982" y="27501"/>
                  </a:cubicBezTo>
                  <a:cubicBezTo>
                    <a:pt x="19103" y="27501"/>
                    <a:pt x="19222" y="27493"/>
                    <a:pt x="19340" y="27479"/>
                  </a:cubicBezTo>
                  <a:cubicBezTo>
                    <a:pt x="20078" y="27365"/>
                    <a:pt x="20675" y="26854"/>
                    <a:pt x="20902" y="26144"/>
                  </a:cubicBezTo>
                  <a:cubicBezTo>
                    <a:pt x="20987" y="25832"/>
                    <a:pt x="21015" y="25491"/>
                    <a:pt x="21015" y="25178"/>
                  </a:cubicBezTo>
                  <a:cubicBezTo>
                    <a:pt x="20959" y="24894"/>
                    <a:pt x="20959" y="24610"/>
                    <a:pt x="20902" y="24327"/>
                  </a:cubicBezTo>
                  <a:cubicBezTo>
                    <a:pt x="20845" y="23673"/>
                    <a:pt x="20817" y="23020"/>
                    <a:pt x="20817" y="22367"/>
                  </a:cubicBezTo>
                  <a:cubicBezTo>
                    <a:pt x="20760" y="21174"/>
                    <a:pt x="20731" y="20010"/>
                    <a:pt x="20675" y="18817"/>
                  </a:cubicBezTo>
                  <a:cubicBezTo>
                    <a:pt x="20618" y="18022"/>
                    <a:pt x="20476" y="17227"/>
                    <a:pt x="20249" y="16432"/>
                  </a:cubicBezTo>
                  <a:cubicBezTo>
                    <a:pt x="20050" y="15807"/>
                    <a:pt x="19851" y="15210"/>
                    <a:pt x="19624" y="14586"/>
                  </a:cubicBezTo>
                  <a:cubicBezTo>
                    <a:pt x="19283" y="13563"/>
                    <a:pt x="18914" y="12569"/>
                    <a:pt x="18573" y="11547"/>
                  </a:cubicBezTo>
                  <a:cubicBezTo>
                    <a:pt x="18204" y="10525"/>
                    <a:pt x="17721" y="9531"/>
                    <a:pt x="17182" y="8594"/>
                  </a:cubicBezTo>
                  <a:cubicBezTo>
                    <a:pt x="16216" y="6776"/>
                    <a:pt x="14995" y="5129"/>
                    <a:pt x="13859" y="3425"/>
                  </a:cubicBezTo>
                  <a:cubicBezTo>
                    <a:pt x="13717" y="3169"/>
                    <a:pt x="13518" y="2914"/>
                    <a:pt x="13348" y="2658"/>
                  </a:cubicBezTo>
                  <a:cubicBezTo>
                    <a:pt x="12950" y="1977"/>
                    <a:pt x="12382" y="1409"/>
                    <a:pt x="11729" y="983"/>
                  </a:cubicBezTo>
                  <a:cubicBezTo>
                    <a:pt x="10849" y="415"/>
                    <a:pt x="9883" y="74"/>
                    <a:pt x="8832" y="17"/>
                  </a:cubicBezTo>
                  <a:cubicBezTo>
                    <a:pt x="8697" y="7"/>
                    <a:pt x="8558" y="0"/>
                    <a:pt x="8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705275" y="891750"/>
              <a:ext cx="448025" cy="613075"/>
            </a:xfrm>
            <a:custGeom>
              <a:rect b="b" l="l" r="r" t="t"/>
              <a:pathLst>
                <a:path extrusionOk="0" h="24523" w="17921">
                  <a:moveTo>
                    <a:pt x="12212" y="12659"/>
                  </a:moveTo>
                  <a:lnTo>
                    <a:pt x="12212" y="12716"/>
                  </a:lnTo>
                  <a:lnTo>
                    <a:pt x="12155" y="12659"/>
                  </a:lnTo>
                  <a:close/>
                  <a:moveTo>
                    <a:pt x="8165" y="0"/>
                  </a:moveTo>
                  <a:cubicBezTo>
                    <a:pt x="8130" y="0"/>
                    <a:pt x="8094" y="7"/>
                    <a:pt x="8066" y="21"/>
                  </a:cubicBezTo>
                  <a:cubicBezTo>
                    <a:pt x="7981" y="50"/>
                    <a:pt x="7981" y="78"/>
                    <a:pt x="8037" y="192"/>
                  </a:cubicBezTo>
                  <a:cubicBezTo>
                    <a:pt x="8066" y="277"/>
                    <a:pt x="8123" y="391"/>
                    <a:pt x="8179" y="476"/>
                  </a:cubicBezTo>
                  <a:lnTo>
                    <a:pt x="9202" y="2293"/>
                  </a:lnTo>
                  <a:cubicBezTo>
                    <a:pt x="9770" y="3316"/>
                    <a:pt x="10111" y="4452"/>
                    <a:pt x="10224" y="5644"/>
                  </a:cubicBezTo>
                  <a:cubicBezTo>
                    <a:pt x="10366" y="6553"/>
                    <a:pt x="10395" y="7519"/>
                    <a:pt x="10338" y="8456"/>
                  </a:cubicBezTo>
                  <a:cubicBezTo>
                    <a:pt x="10309" y="8513"/>
                    <a:pt x="10309" y="8598"/>
                    <a:pt x="10309" y="8683"/>
                  </a:cubicBezTo>
                  <a:cubicBezTo>
                    <a:pt x="10277" y="8694"/>
                    <a:pt x="10248" y="8699"/>
                    <a:pt x="10223" y="8699"/>
                  </a:cubicBezTo>
                  <a:cubicBezTo>
                    <a:pt x="10117" y="8699"/>
                    <a:pt x="10071" y="8615"/>
                    <a:pt x="10025" y="8569"/>
                  </a:cubicBezTo>
                  <a:cubicBezTo>
                    <a:pt x="9088" y="7434"/>
                    <a:pt x="8293" y="6212"/>
                    <a:pt x="7583" y="4934"/>
                  </a:cubicBezTo>
                  <a:cubicBezTo>
                    <a:pt x="7100" y="3997"/>
                    <a:pt x="6532" y="3117"/>
                    <a:pt x="5907" y="2265"/>
                  </a:cubicBezTo>
                  <a:cubicBezTo>
                    <a:pt x="5510" y="1725"/>
                    <a:pt x="5027" y="1243"/>
                    <a:pt x="4488" y="817"/>
                  </a:cubicBezTo>
                  <a:cubicBezTo>
                    <a:pt x="4446" y="775"/>
                    <a:pt x="4389" y="749"/>
                    <a:pt x="4328" y="749"/>
                  </a:cubicBezTo>
                  <a:cubicBezTo>
                    <a:pt x="4306" y="749"/>
                    <a:pt x="4283" y="752"/>
                    <a:pt x="4260" y="760"/>
                  </a:cubicBezTo>
                  <a:cubicBezTo>
                    <a:pt x="4204" y="817"/>
                    <a:pt x="4204" y="987"/>
                    <a:pt x="4260" y="1072"/>
                  </a:cubicBezTo>
                  <a:cubicBezTo>
                    <a:pt x="4317" y="1129"/>
                    <a:pt x="4374" y="1214"/>
                    <a:pt x="4431" y="1271"/>
                  </a:cubicBezTo>
                  <a:cubicBezTo>
                    <a:pt x="4601" y="1498"/>
                    <a:pt x="4772" y="1725"/>
                    <a:pt x="4970" y="1924"/>
                  </a:cubicBezTo>
                  <a:cubicBezTo>
                    <a:pt x="5794" y="2861"/>
                    <a:pt x="6504" y="3884"/>
                    <a:pt x="7072" y="4991"/>
                  </a:cubicBezTo>
                  <a:cubicBezTo>
                    <a:pt x="7753" y="6241"/>
                    <a:pt x="8520" y="7462"/>
                    <a:pt x="9344" y="8598"/>
                  </a:cubicBezTo>
                  <a:cubicBezTo>
                    <a:pt x="9429" y="8711"/>
                    <a:pt x="9571" y="8825"/>
                    <a:pt x="9543" y="8995"/>
                  </a:cubicBezTo>
                  <a:cubicBezTo>
                    <a:pt x="9571" y="8995"/>
                    <a:pt x="9599" y="9024"/>
                    <a:pt x="9656" y="9024"/>
                  </a:cubicBezTo>
                  <a:cubicBezTo>
                    <a:pt x="9656" y="9024"/>
                    <a:pt x="9713" y="9052"/>
                    <a:pt x="9685" y="9052"/>
                  </a:cubicBezTo>
                  <a:cubicBezTo>
                    <a:pt x="9656" y="9081"/>
                    <a:pt x="9628" y="9109"/>
                    <a:pt x="9599" y="9109"/>
                  </a:cubicBezTo>
                  <a:cubicBezTo>
                    <a:pt x="9571" y="9081"/>
                    <a:pt x="9543" y="9052"/>
                    <a:pt x="9514" y="8995"/>
                  </a:cubicBezTo>
                  <a:cubicBezTo>
                    <a:pt x="8833" y="8853"/>
                    <a:pt x="8151" y="8683"/>
                    <a:pt x="7498" y="8456"/>
                  </a:cubicBezTo>
                  <a:cubicBezTo>
                    <a:pt x="6816" y="8200"/>
                    <a:pt x="6106" y="7973"/>
                    <a:pt x="5425" y="7689"/>
                  </a:cubicBezTo>
                  <a:cubicBezTo>
                    <a:pt x="4033" y="7064"/>
                    <a:pt x="2812" y="6184"/>
                    <a:pt x="1761" y="5076"/>
                  </a:cubicBezTo>
                  <a:cubicBezTo>
                    <a:pt x="1364" y="4650"/>
                    <a:pt x="966" y="4196"/>
                    <a:pt x="568" y="3770"/>
                  </a:cubicBezTo>
                  <a:cubicBezTo>
                    <a:pt x="540" y="3756"/>
                    <a:pt x="512" y="3749"/>
                    <a:pt x="483" y="3749"/>
                  </a:cubicBezTo>
                  <a:cubicBezTo>
                    <a:pt x="455" y="3749"/>
                    <a:pt x="426" y="3756"/>
                    <a:pt x="398" y="3770"/>
                  </a:cubicBezTo>
                  <a:cubicBezTo>
                    <a:pt x="341" y="3798"/>
                    <a:pt x="313" y="3855"/>
                    <a:pt x="341" y="3940"/>
                  </a:cubicBezTo>
                  <a:cubicBezTo>
                    <a:pt x="426" y="4224"/>
                    <a:pt x="625" y="4508"/>
                    <a:pt x="852" y="4764"/>
                  </a:cubicBezTo>
                  <a:cubicBezTo>
                    <a:pt x="1846" y="5985"/>
                    <a:pt x="3068" y="7036"/>
                    <a:pt x="4459" y="7831"/>
                  </a:cubicBezTo>
                  <a:cubicBezTo>
                    <a:pt x="5680" y="8484"/>
                    <a:pt x="6958" y="8995"/>
                    <a:pt x="8293" y="9308"/>
                  </a:cubicBezTo>
                  <a:lnTo>
                    <a:pt x="9940" y="9705"/>
                  </a:lnTo>
                  <a:cubicBezTo>
                    <a:pt x="10167" y="9762"/>
                    <a:pt x="10366" y="9876"/>
                    <a:pt x="10508" y="10075"/>
                  </a:cubicBezTo>
                  <a:cubicBezTo>
                    <a:pt x="11048" y="10756"/>
                    <a:pt x="11530" y="11495"/>
                    <a:pt x="11985" y="12261"/>
                  </a:cubicBezTo>
                  <a:cubicBezTo>
                    <a:pt x="12013" y="12318"/>
                    <a:pt x="12013" y="12403"/>
                    <a:pt x="12013" y="12460"/>
                  </a:cubicBezTo>
                  <a:cubicBezTo>
                    <a:pt x="12013" y="12517"/>
                    <a:pt x="11985" y="12602"/>
                    <a:pt x="11900" y="12602"/>
                  </a:cubicBezTo>
                  <a:cubicBezTo>
                    <a:pt x="11758" y="12602"/>
                    <a:pt x="11587" y="12574"/>
                    <a:pt x="11445" y="12574"/>
                  </a:cubicBezTo>
                  <a:cubicBezTo>
                    <a:pt x="10395" y="12375"/>
                    <a:pt x="9315" y="12148"/>
                    <a:pt x="8265" y="11949"/>
                  </a:cubicBezTo>
                  <a:cubicBezTo>
                    <a:pt x="7753" y="11864"/>
                    <a:pt x="7271" y="11807"/>
                    <a:pt x="6759" y="11693"/>
                  </a:cubicBezTo>
                  <a:cubicBezTo>
                    <a:pt x="4999" y="11324"/>
                    <a:pt x="3352" y="10501"/>
                    <a:pt x="1932" y="9365"/>
                  </a:cubicBezTo>
                  <a:cubicBezTo>
                    <a:pt x="1449" y="8967"/>
                    <a:pt x="994" y="8569"/>
                    <a:pt x="540" y="8172"/>
                  </a:cubicBezTo>
                  <a:cubicBezTo>
                    <a:pt x="398" y="8087"/>
                    <a:pt x="284" y="8001"/>
                    <a:pt x="142" y="7916"/>
                  </a:cubicBezTo>
                  <a:cubicBezTo>
                    <a:pt x="134" y="7908"/>
                    <a:pt x="123" y="7905"/>
                    <a:pt x="112" y="7905"/>
                  </a:cubicBezTo>
                  <a:cubicBezTo>
                    <a:pt x="83" y="7905"/>
                    <a:pt x="49" y="7925"/>
                    <a:pt x="29" y="7945"/>
                  </a:cubicBezTo>
                  <a:cubicBezTo>
                    <a:pt x="0" y="7973"/>
                    <a:pt x="0" y="8001"/>
                    <a:pt x="0" y="8058"/>
                  </a:cubicBezTo>
                  <a:cubicBezTo>
                    <a:pt x="0" y="8115"/>
                    <a:pt x="0" y="8172"/>
                    <a:pt x="29" y="8229"/>
                  </a:cubicBezTo>
                  <a:cubicBezTo>
                    <a:pt x="114" y="8342"/>
                    <a:pt x="171" y="8427"/>
                    <a:pt x="256" y="8484"/>
                  </a:cubicBezTo>
                  <a:cubicBezTo>
                    <a:pt x="994" y="9251"/>
                    <a:pt x="1818" y="9961"/>
                    <a:pt x="2698" y="10557"/>
                  </a:cubicBezTo>
                  <a:cubicBezTo>
                    <a:pt x="2954" y="10728"/>
                    <a:pt x="3210" y="10870"/>
                    <a:pt x="3465" y="11012"/>
                  </a:cubicBezTo>
                  <a:cubicBezTo>
                    <a:pt x="4402" y="11523"/>
                    <a:pt x="5396" y="11892"/>
                    <a:pt x="6390" y="12148"/>
                  </a:cubicBezTo>
                  <a:cubicBezTo>
                    <a:pt x="6731" y="12233"/>
                    <a:pt x="7072" y="12318"/>
                    <a:pt x="7413" y="12375"/>
                  </a:cubicBezTo>
                  <a:cubicBezTo>
                    <a:pt x="8492" y="12545"/>
                    <a:pt x="9514" y="12716"/>
                    <a:pt x="10593" y="12914"/>
                  </a:cubicBezTo>
                  <a:cubicBezTo>
                    <a:pt x="11161" y="13000"/>
                    <a:pt x="11729" y="13113"/>
                    <a:pt x="12297" y="13312"/>
                  </a:cubicBezTo>
                  <a:cubicBezTo>
                    <a:pt x="12553" y="13397"/>
                    <a:pt x="12780" y="13596"/>
                    <a:pt x="12894" y="13852"/>
                  </a:cubicBezTo>
                  <a:cubicBezTo>
                    <a:pt x="13348" y="14874"/>
                    <a:pt x="13802" y="15896"/>
                    <a:pt x="14285" y="16890"/>
                  </a:cubicBezTo>
                  <a:cubicBezTo>
                    <a:pt x="14285" y="16976"/>
                    <a:pt x="14314" y="17032"/>
                    <a:pt x="14314" y="17118"/>
                  </a:cubicBezTo>
                  <a:cubicBezTo>
                    <a:pt x="13178" y="17089"/>
                    <a:pt x="12042" y="17004"/>
                    <a:pt x="10906" y="16834"/>
                  </a:cubicBezTo>
                  <a:cubicBezTo>
                    <a:pt x="10139" y="16692"/>
                    <a:pt x="9372" y="16464"/>
                    <a:pt x="8662" y="16180"/>
                  </a:cubicBezTo>
                  <a:cubicBezTo>
                    <a:pt x="7413" y="15612"/>
                    <a:pt x="6248" y="14931"/>
                    <a:pt x="5197" y="14079"/>
                  </a:cubicBezTo>
                  <a:lnTo>
                    <a:pt x="4175" y="13369"/>
                  </a:lnTo>
                  <a:cubicBezTo>
                    <a:pt x="4147" y="13355"/>
                    <a:pt x="4118" y="13348"/>
                    <a:pt x="4090" y="13348"/>
                  </a:cubicBezTo>
                  <a:cubicBezTo>
                    <a:pt x="4062" y="13348"/>
                    <a:pt x="4033" y="13355"/>
                    <a:pt x="4005" y="13369"/>
                  </a:cubicBezTo>
                  <a:cubicBezTo>
                    <a:pt x="3891" y="13454"/>
                    <a:pt x="3948" y="13539"/>
                    <a:pt x="4005" y="13596"/>
                  </a:cubicBezTo>
                  <a:cubicBezTo>
                    <a:pt x="4090" y="13710"/>
                    <a:pt x="4175" y="13795"/>
                    <a:pt x="4260" y="13908"/>
                  </a:cubicBezTo>
                  <a:cubicBezTo>
                    <a:pt x="5709" y="15073"/>
                    <a:pt x="7214" y="16180"/>
                    <a:pt x="8975" y="16805"/>
                  </a:cubicBezTo>
                  <a:cubicBezTo>
                    <a:pt x="9827" y="17146"/>
                    <a:pt x="10735" y="17345"/>
                    <a:pt x="11644" y="17430"/>
                  </a:cubicBezTo>
                  <a:cubicBezTo>
                    <a:pt x="12240" y="17487"/>
                    <a:pt x="12808" y="17515"/>
                    <a:pt x="13405" y="17544"/>
                  </a:cubicBezTo>
                  <a:cubicBezTo>
                    <a:pt x="13604" y="17572"/>
                    <a:pt x="13802" y="17572"/>
                    <a:pt x="14001" y="17572"/>
                  </a:cubicBezTo>
                  <a:cubicBezTo>
                    <a:pt x="14626" y="17629"/>
                    <a:pt x="14598" y="17629"/>
                    <a:pt x="14796" y="18225"/>
                  </a:cubicBezTo>
                  <a:cubicBezTo>
                    <a:pt x="15080" y="19049"/>
                    <a:pt x="15421" y="19815"/>
                    <a:pt x="15734" y="20611"/>
                  </a:cubicBezTo>
                  <a:cubicBezTo>
                    <a:pt x="15762" y="20696"/>
                    <a:pt x="15790" y="20781"/>
                    <a:pt x="15819" y="20866"/>
                  </a:cubicBezTo>
                  <a:cubicBezTo>
                    <a:pt x="15875" y="21008"/>
                    <a:pt x="16046" y="21150"/>
                    <a:pt x="15904" y="21349"/>
                  </a:cubicBezTo>
                  <a:cubicBezTo>
                    <a:pt x="15849" y="21425"/>
                    <a:pt x="15787" y="21451"/>
                    <a:pt x="15719" y="21451"/>
                  </a:cubicBezTo>
                  <a:cubicBezTo>
                    <a:pt x="15609" y="21451"/>
                    <a:pt x="15487" y="21384"/>
                    <a:pt x="15364" y="21349"/>
                  </a:cubicBezTo>
                  <a:cubicBezTo>
                    <a:pt x="14995" y="21235"/>
                    <a:pt x="14598" y="21207"/>
                    <a:pt x="14228" y="21122"/>
                  </a:cubicBezTo>
                  <a:cubicBezTo>
                    <a:pt x="13348" y="20895"/>
                    <a:pt x="12524" y="20554"/>
                    <a:pt x="11758" y="20071"/>
                  </a:cubicBezTo>
                  <a:cubicBezTo>
                    <a:pt x="11587" y="19986"/>
                    <a:pt x="11417" y="19901"/>
                    <a:pt x="11246" y="19815"/>
                  </a:cubicBezTo>
                  <a:cubicBezTo>
                    <a:pt x="11235" y="19812"/>
                    <a:pt x="11224" y="19810"/>
                    <a:pt x="11213" y="19810"/>
                  </a:cubicBezTo>
                  <a:cubicBezTo>
                    <a:pt x="11140" y="19810"/>
                    <a:pt x="11080" y="19884"/>
                    <a:pt x="11104" y="19957"/>
                  </a:cubicBezTo>
                  <a:cubicBezTo>
                    <a:pt x="11190" y="20156"/>
                    <a:pt x="11332" y="20298"/>
                    <a:pt x="11502" y="20412"/>
                  </a:cubicBezTo>
                  <a:cubicBezTo>
                    <a:pt x="12297" y="20980"/>
                    <a:pt x="13178" y="21377"/>
                    <a:pt x="14143" y="21605"/>
                  </a:cubicBezTo>
                  <a:cubicBezTo>
                    <a:pt x="14683" y="21690"/>
                    <a:pt x="15222" y="21832"/>
                    <a:pt x="15762" y="21917"/>
                  </a:cubicBezTo>
                  <a:cubicBezTo>
                    <a:pt x="16159" y="22002"/>
                    <a:pt x="16500" y="22315"/>
                    <a:pt x="16614" y="22712"/>
                  </a:cubicBezTo>
                  <a:cubicBezTo>
                    <a:pt x="16784" y="23166"/>
                    <a:pt x="16983" y="23592"/>
                    <a:pt x="17182" y="24018"/>
                  </a:cubicBezTo>
                  <a:cubicBezTo>
                    <a:pt x="17267" y="24217"/>
                    <a:pt x="17381" y="24359"/>
                    <a:pt x="17551" y="24501"/>
                  </a:cubicBezTo>
                  <a:cubicBezTo>
                    <a:pt x="17579" y="24515"/>
                    <a:pt x="17622" y="24523"/>
                    <a:pt x="17665" y="24523"/>
                  </a:cubicBezTo>
                  <a:cubicBezTo>
                    <a:pt x="17707" y="24523"/>
                    <a:pt x="17750" y="24515"/>
                    <a:pt x="17778" y="24501"/>
                  </a:cubicBezTo>
                  <a:cubicBezTo>
                    <a:pt x="17863" y="24444"/>
                    <a:pt x="17920" y="24359"/>
                    <a:pt x="17920" y="24274"/>
                  </a:cubicBezTo>
                  <a:cubicBezTo>
                    <a:pt x="17892" y="24160"/>
                    <a:pt x="17863" y="24018"/>
                    <a:pt x="17835" y="23905"/>
                  </a:cubicBezTo>
                  <a:cubicBezTo>
                    <a:pt x="17579" y="23280"/>
                    <a:pt x="17352" y="22684"/>
                    <a:pt x="17125" y="22059"/>
                  </a:cubicBezTo>
                  <a:cubicBezTo>
                    <a:pt x="17011" y="21832"/>
                    <a:pt x="17011" y="21576"/>
                    <a:pt x="17068" y="21349"/>
                  </a:cubicBezTo>
                  <a:cubicBezTo>
                    <a:pt x="17324" y="20412"/>
                    <a:pt x="17466" y="19418"/>
                    <a:pt x="17466" y="18452"/>
                  </a:cubicBezTo>
                  <a:cubicBezTo>
                    <a:pt x="17494" y="18197"/>
                    <a:pt x="17437" y="17969"/>
                    <a:pt x="17381" y="17742"/>
                  </a:cubicBezTo>
                  <a:cubicBezTo>
                    <a:pt x="17381" y="17714"/>
                    <a:pt x="17324" y="17686"/>
                    <a:pt x="17267" y="17686"/>
                  </a:cubicBezTo>
                  <a:cubicBezTo>
                    <a:pt x="17259" y="17678"/>
                    <a:pt x="17250" y="17674"/>
                    <a:pt x="17240" y="17674"/>
                  </a:cubicBezTo>
                  <a:cubicBezTo>
                    <a:pt x="17212" y="17674"/>
                    <a:pt x="17182" y="17701"/>
                    <a:pt x="17182" y="17742"/>
                  </a:cubicBezTo>
                  <a:cubicBezTo>
                    <a:pt x="17153" y="17827"/>
                    <a:pt x="17125" y="17941"/>
                    <a:pt x="17125" y="18055"/>
                  </a:cubicBezTo>
                  <a:cubicBezTo>
                    <a:pt x="17068" y="18566"/>
                    <a:pt x="17040" y="19049"/>
                    <a:pt x="17011" y="19560"/>
                  </a:cubicBezTo>
                  <a:cubicBezTo>
                    <a:pt x="16955" y="19929"/>
                    <a:pt x="16869" y="20327"/>
                    <a:pt x="16784" y="20724"/>
                  </a:cubicBezTo>
                  <a:cubicBezTo>
                    <a:pt x="16784" y="20753"/>
                    <a:pt x="16727" y="20781"/>
                    <a:pt x="16699" y="20781"/>
                  </a:cubicBezTo>
                  <a:cubicBezTo>
                    <a:pt x="16671" y="20781"/>
                    <a:pt x="16614" y="20753"/>
                    <a:pt x="16585" y="20724"/>
                  </a:cubicBezTo>
                  <a:cubicBezTo>
                    <a:pt x="16443" y="20327"/>
                    <a:pt x="16273" y="19929"/>
                    <a:pt x="16103" y="19503"/>
                  </a:cubicBezTo>
                  <a:cubicBezTo>
                    <a:pt x="16074" y="19418"/>
                    <a:pt x="16046" y="19304"/>
                    <a:pt x="16017" y="19191"/>
                  </a:cubicBezTo>
                  <a:cubicBezTo>
                    <a:pt x="15648" y="18168"/>
                    <a:pt x="15592" y="18140"/>
                    <a:pt x="15904" y="17118"/>
                  </a:cubicBezTo>
                  <a:cubicBezTo>
                    <a:pt x="16273" y="15840"/>
                    <a:pt x="16415" y="14505"/>
                    <a:pt x="16358" y="13170"/>
                  </a:cubicBezTo>
                  <a:cubicBezTo>
                    <a:pt x="16330" y="12744"/>
                    <a:pt x="16301" y="12290"/>
                    <a:pt x="16245" y="11864"/>
                  </a:cubicBezTo>
                  <a:cubicBezTo>
                    <a:pt x="16245" y="11551"/>
                    <a:pt x="16131" y="11267"/>
                    <a:pt x="15932" y="11012"/>
                  </a:cubicBezTo>
                  <a:cubicBezTo>
                    <a:pt x="15904" y="10983"/>
                    <a:pt x="15875" y="10983"/>
                    <a:pt x="15819" y="10983"/>
                  </a:cubicBezTo>
                  <a:cubicBezTo>
                    <a:pt x="15762" y="10983"/>
                    <a:pt x="15705" y="11040"/>
                    <a:pt x="15734" y="11125"/>
                  </a:cubicBezTo>
                  <a:cubicBezTo>
                    <a:pt x="15989" y="12290"/>
                    <a:pt x="15875" y="13454"/>
                    <a:pt x="15904" y="14647"/>
                  </a:cubicBezTo>
                  <a:cubicBezTo>
                    <a:pt x="15875" y="15470"/>
                    <a:pt x="15734" y="16294"/>
                    <a:pt x="15478" y="17089"/>
                  </a:cubicBezTo>
                  <a:cubicBezTo>
                    <a:pt x="15450" y="17118"/>
                    <a:pt x="15421" y="17146"/>
                    <a:pt x="15393" y="17146"/>
                  </a:cubicBezTo>
                  <a:cubicBezTo>
                    <a:pt x="15373" y="17159"/>
                    <a:pt x="15356" y="17165"/>
                    <a:pt x="15342" y="17165"/>
                  </a:cubicBezTo>
                  <a:cubicBezTo>
                    <a:pt x="15294" y="17165"/>
                    <a:pt x="15273" y="17104"/>
                    <a:pt x="15251" y="17061"/>
                  </a:cubicBezTo>
                  <a:cubicBezTo>
                    <a:pt x="15052" y="16692"/>
                    <a:pt x="14882" y="16294"/>
                    <a:pt x="14711" y="15953"/>
                  </a:cubicBezTo>
                  <a:cubicBezTo>
                    <a:pt x="14342" y="15215"/>
                    <a:pt x="14001" y="14476"/>
                    <a:pt x="13632" y="13766"/>
                  </a:cubicBezTo>
                  <a:cubicBezTo>
                    <a:pt x="13547" y="13596"/>
                    <a:pt x="13490" y="13397"/>
                    <a:pt x="13518" y="13198"/>
                  </a:cubicBezTo>
                  <a:cubicBezTo>
                    <a:pt x="13575" y="12744"/>
                    <a:pt x="13604" y="12290"/>
                    <a:pt x="13660" y="11835"/>
                  </a:cubicBezTo>
                  <a:cubicBezTo>
                    <a:pt x="13746" y="11296"/>
                    <a:pt x="13802" y="10756"/>
                    <a:pt x="13802" y="10217"/>
                  </a:cubicBezTo>
                  <a:cubicBezTo>
                    <a:pt x="13802" y="9620"/>
                    <a:pt x="13746" y="9024"/>
                    <a:pt x="13632" y="8427"/>
                  </a:cubicBezTo>
                  <a:cubicBezTo>
                    <a:pt x="13462" y="7547"/>
                    <a:pt x="13263" y="6695"/>
                    <a:pt x="12979" y="5843"/>
                  </a:cubicBezTo>
                  <a:cubicBezTo>
                    <a:pt x="12950" y="5730"/>
                    <a:pt x="12894" y="5644"/>
                    <a:pt x="12837" y="5559"/>
                  </a:cubicBezTo>
                  <a:cubicBezTo>
                    <a:pt x="12816" y="5495"/>
                    <a:pt x="12778" y="5463"/>
                    <a:pt x="12725" y="5463"/>
                  </a:cubicBezTo>
                  <a:cubicBezTo>
                    <a:pt x="12707" y="5463"/>
                    <a:pt x="12688" y="5467"/>
                    <a:pt x="12666" y="5474"/>
                  </a:cubicBezTo>
                  <a:cubicBezTo>
                    <a:pt x="12581" y="5474"/>
                    <a:pt x="12524" y="5559"/>
                    <a:pt x="12581" y="5673"/>
                  </a:cubicBezTo>
                  <a:cubicBezTo>
                    <a:pt x="12695" y="6298"/>
                    <a:pt x="12837" y="6951"/>
                    <a:pt x="13007" y="7575"/>
                  </a:cubicBezTo>
                  <a:cubicBezTo>
                    <a:pt x="13320" y="8825"/>
                    <a:pt x="13405" y="10131"/>
                    <a:pt x="13263" y="11409"/>
                  </a:cubicBezTo>
                  <a:cubicBezTo>
                    <a:pt x="13206" y="11779"/>
                    <a:pt x="13121" y="12119"/>
                    <a:pt x="13064" y="12489"/>
                  </a:cubicBezTo>
                  <a:cubicBezTo>
                    <a:pt x="12837" y="12432"/>
                    <a:pt x="12780" y="12290"/>
                    <a:pt x="12695" y="12176"/>
                  </a:cubicBezTo>
                  <a:cubicBezTo>
                    <a:pt x="12155" y="11381"/>
                    <a:pt x="11644" y="10614"/>
                    <a:pt x="11104" y="9847"/>
                  </a:cubicBezTo>
                  <a:cubicBezTo>
                    <a:pt x="10991" y="9705"/>
                    <a:pt x="10906" y="9507"/>
                    <a:pt x="10877" y="9308"/>
                  </a:cubicBezTo>
                  <a:cubicBezTo>
                    <a:pt x="10849" y="9052"/>
                    <a:pt x="10849" y="8797"/>
                    <a:pt x="10849" y="8541"/>
                  </a:cubicBezTo>
                  <a:cubicBezTo>
                    <a:pt x="10962" y="6866"/>
                    <a:pt x="10792" y="5218"/>
                    <a:pt x="10309" y="3628"/>
                  </a:cubicBezTo>
                  <a:cubicBezTo>
                    <a:pt x="9997" y="2691"/>
                    <a:pt x="9543" y="1782"/>
                    <a:pt x="9003" y="987"/>
                  </a:cubicBezTo>
                  <a:cubicBezTo>
                    <a:pt x="8833" y="703"/>
                    <a:pt x="8634" y="447"/>
                    <a:pt x="8435" y="192"/>
                  </a:cubicBezTo>
                  <a:cubicBezTo>
                    <a:pt x="8407" y="135"/>
                    <a:pt x="8321" y="78"/>
                    <a:pt x="8265" y="21"/>
                  </a:cubicBezTo>
                  <a:cubicBezTo>
                    <a:pt x="8236" y="7"/>
                    <a:pt x="8201" y="0"/>
                    <a:pt x="8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943125" y="1115925"/>
              <a:ext cx="4975" cy="2850"/>
            </a:xfrm>
            <a:custGeom>
              <a:rect b="b" l="l" r="r" t="t"/>
              <a:pathLst>
                <a:path extrusionOk="0" h="114" w="199">
                  <a:moveTo>
                    <a:pt x="29" y="0"/>
                  </a:moveTo>
                  <a:lnTo>
                    <a:pt x="0" y="28"/>
                  </a:lnTo>
                  <a:cubicBezTo>
                    <a:pt x="29" y="57"/>
                    <a:pt x="57" y="114"/>
                    <a:pt x="85" y="114"/>
                  </a:cubicBezTo>
                  <a:cubicBezTo>
                    <a:pt x="114" y="114"/>
                    <a:pt x="142" y="85"/>
                    <a:pt x="171" y="85"/>
                  </a:cubicBezTo>
                  <a:cubicBezTo>
                    <a:pt x="199" y="57"/>
                    <a:pt x="142" y="57"/>
                    <a:pt x="142" y="57"/>
                  </a:cubicBezTo>
                  <a:cubicBezTo>
                    <a:pt x="85" y="28"/>
                    <a:pt x="57" y="28"/>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1009150" y="1208200"/>
              <a:ext cx="725" cy="1450"/>
            </a:xfrm>
            <a:custGeom>
              <a:rect b="b" l="l" r="r" t="t"/>
              <a:pathLst>
                <a:path extrusionOk="0" h="58" w="29">
                  <a:moveTo>
                    <a:pt x="29" y="1"/>
                  </a:moveTo>
                  <a:lnTo>
                    <a:pt x="0" y="29"/>
                  </a:lnTo>
                  <a:lnTo>
                    <a:pt x="29" y="58"/>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764925" y="3212325"/>
              <a:ext cx="727725" cy="1214925"/>
            </a:xfrm>
            <a:custGeom>
              <a:rect b="b" l="l" r="r" t="t"/>
              <a:pathLst>
                <a:path extrusionOk="0" h="48597" w="29109">
                  <a:moveTo>
                    <a:pt x="28401" y="0"/>
                  </a:moveTo>
                  <a:cubicBezTo>
                    <a:pt x="28303" y="0"/>
                    <a:pt x="28204" y="29"/>
                    <a:pt x="28115" y="91"/>
                  </a:cubicBezTo>
                  <a:cubicBezTo>
                    <a:pt x="27945" y="205"/>
                    <a:pt x="27774" y="318"/>
                    <a:pt x="27632" y="432"/>
                  </a:cubicBezTo>
                  <a:cubicBezTo>
                    <a:pt x="26865" y="1000"/>
                    <a:pt x="26042" y="1454"/>
                    <a:pt x="25161" y="1767"/>
                  </a:cubicBezTo>
                  <a:cubicBezTo>
                    <a:pt x="23770" y="2278"/>
                    <a:pt x="22322" y="2647"/>
                    <a:pt x="20845" y="2817"/>
                  </a:cubicBezTo>
                  <a:cubicBezTo>
                    <a:pt x="19141" y="3073"/>
                    <a:pt x="17465" y="3187"/>
                    <a:pt x="15761" y="3187"/>
                  </a:cubicBezTo>
                  <a:cubicBezTo>
                    <a:pt x="15080" y="3187"/>
                    <a:pt x="14398" y="3130"/>
                    <a:pt x="13717" y="3101"/>
                  </a:cubicBezTo>
                  <a:cubicBezTo>
                    <a:pt x="12893" y="3045"/>
                    <a:pt x="12041" y="2988"/>
                    <a:pt x="11218" y="2903"/>
                  </a:cubicBezTo>
                  <a:cubicBezTo>
                    <a:pt x="10508" y="2817"/>
                    <a:pt x="9826" y="2732"/>
                    <a:pt x="9116" y="2647"/>
                  </a:cubicBezTo>
                  <a:cubicBezTo>
                    <a:pt x="8548" y="2562"/>
                    <a:pt x="7980" y="2420"/>
                    <a:pt x="7384" y="2363"/>
                  </a:cubicBezTo>
                  <a:cubicBezTo>
                    <a:pt x="6163" y="2221"/>
                    <a:pt x="4941" y="1880"/>
                    <a:pt x="3749" y="1653"/>
                  </a:cubicBezTo>
                  <a:cubicBezTo>
                    <a:pt x="2840" y="1511"/>
                    <a:pt x="1960" y="1284"/>
                    <a:pt x="1108" y="1085"/>
                  </a:cubicBezTo>
                  <a:cubicBezTo>
                    <a:pt x="1033" y="1066"/>
                    <a:pt x="959" y="1058"/>
                    <a:pt x="886" y="1058"/>
                  </a:cubicBezTo>
                  <a:cubicBezTo>
                    <a:pt x="408" y="1058"/>
                    <a:pt x="4" y="1444"/>
                    <a:pt x="28" y="1937"/>
                  </a:cubicBezTo>
                  <a:cubicBezTo>
                    <a:pt x="28" y="3045"/>
                    <a:pt x="0" y="4181"/>
                    <a:pt x="0" y="5288"/>
                  </a:cubicBezTo>
                  <a:cubicBezTo>
                    <a:pt x="57" y="13155"/>
                    <a:pt x="0" y="20993"/>
                    <a:pt x="142" y="28831"/>
                  </a:cubicBezTo>
                  <a:cubicBezTo>
                    <a:pt x="170" y="31869"/>
                    <a:pt x="170" y="34908"/>
                    <a:pt x="199" y="37947"/>
                  </a:cubicBezTo>
                  <a:lnTo>
                    <a:pt x="199" y="44933"/>
                  </a:lnTo>
                  <a:lnTo>
                    <a:pt x="199" y="46012"/>
                  </a:lnTo>
                  <a:lnTo>
                    <a:pt x="284" y="46069"/>
                  </a:lnTo>
                  <a:cubicBezTo>
                    <a:pt x="1193" y="46495"/>
                    <a:pt x="2102" y="46864"/>
                    <a:pt x="3067" y="47176"/>
                  </a:cubicBezTo>
                  <a:cubicBezTo>
                    <a:pt x="6475" y="48114"/>
                    <a:pt x="10025" y="48596"/>
                    <a:pt x="13575" y="48596"/>
                  </a:cubicBezTo>
                  <a:cubicBezTo>
                    <a:pt x="16102" y="48568"/>
                    <a:pt x="18658" y="48341"/>
                    <a:pt x="21157" y="47886"/>
                  </a:cubicBezTo>
                  <a:cubicBezTo>
                    <a:pt x="22975" y="47546"/>
                    <a:pt x="24764" y="47006"/>
                    <a:pt x="26468" y="46296"/>
                  </a:cubicBezTo>
                  <a:cubicBezTo>
                    <a:pt x="27377" y="45899"/>
                    <a:pt x="28229" y="45387"/>
                    <a:pt x="29052" y="44791"/>
                  </a:cubicBezTo>
                  <a:lnTo>
                    <a:pt x="29024" y="43485"/>
                  </a:lnTo>
                  <a:lnTo>
                    <a:pt x="29024" y="28802"/>
                  </a:lnTo>
                  <a:lnTo>
                    <a:pt x="29024" y="22498"/>
                  </a:lnTo>
                  <a:lnTo>
                    <a:pt x="29109" y="22498"/>
                  </a:lnTo>
                  <a:lnTo>
                    <a:pt x="29109" y="3329"/>
                  </a:lnTo>
                  <a:cubicBezTo>
                    <a:pt x="29109" y="2704"/>
                    <a:pt x="29081" y="2079"/>
                    <a:pt x="29109" y="1426"/>
                  </a:cubicBezTo>
                  <a:cubicBezTo>
                    <a:pt x="29109" y="1057"/>
                    <a:pt x="29024" y="716"/>
                    <a:pt x="28882" y="375"/>
                  </a:cubicBezTo>
                  <a:cubicBezTo>
                    <a:pt x="28823" y="141"/>
                    <a:pt x="28617" y="0"/>
                    <a:pt x="28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744975" y="3270575"/>
              <a:ext cx="770625" cy="1091350"/>
            </a:xfrm>
            <a:custGeom>
              <a:rect b="b" l="l" r="r" t="t"/>
              <a:pathLst>
                <a:path extrusionOk="0" h="43654" w="30825">
                  <a:moveTo>
                    <a:pt x="29855" y="0"/>
                  </a:moveTo>
                  <a:cubicBezTo>
                    <a:pt x="29834" y="0"/>
                    <a:pt x="29814" y="2"/>
                    <a:pt x="29793" y="5"/>
                  </a:cubicBezTo>
                  <a:cubicBezTo>
                    <a:pt x="29623" y="33"/>
                    <a:pt x="29509" y="90"/>
                    <a:pt x="29396" y="203"/>
                  </a:cubicBezTo>
                  <a:cubicBezTo>
                    <a:pt x="28203" y="970"/>
                    <a:pt x="26925" y="1567"/>
                    <a:pt x="25562" y="1936"/>
                  </a:cubicBezTo>
                  <a:cubicBezTo>
                    <a:pt x="22608" y="2788"/>
                    <a:pt x="19570" y="3271"/>
                    <a:pt x="16503" y="3356"/>
                  </a:cubicBezTo>
                  <a:cubicBezTo>
                    <a:pt x="15660" y="3401"/>
                    <a:pt x="14818" y="3423"/>
                    <a:pt x="13977" y="3423"/>
                  </a:cubicBezTo>
                  <a:cubicBezTo>
                    <a:pt x="12180" y="3423"/>
                    <a:pt x="10387" y="3322"/>
                    <a:pt x="8608" y="3129"/>
                  </a:cubicBezTo>
                  <a:cubicBezTo>
                    <a:pt x="6137" y="2873"/>
                    <a:pt x="3723" y="2305"/>
                    <a:pt x="1394" y="1453"/>
                  </a:cubicBezTo>
                  <a:cubicBezTo>
                    <a:pt x="1196" y="1396"/>
                    <a:pt x="1025" y="1339"/>
                    <a:pt x="826" y="1283"/>
                  </a:cubicBezTo>
                  <a:cubicBezTo>
                    <a:pt x="774" y="1260"/>
                    <a:pt x="719" y="1250"/>
                    <a:pt x="662" y="1250"/>
                  </a:cubicBezTo>
                  <a:cubicBezTo>
                    <a:pt x="504" y="1250"/>
                    <a:pt x="342" y="1335"/>
                    <a:pt x="258" y="1481"/>
                  </a:cubicBezTo>
                  <a:cubicBezTo>
                    <a:pt x="173" y="1709"/>
                    <a:pt x="230" y="1936"/>
                    <a:pt x="429" y="2078"/>
                  </a:cubicBezTo>
                  <a:cubicBezTo>
                    <a:pt x="571" y="2191"/>
                    <a:pt x="713" y="2277"/>
                    <a:pt x="855" y="2333"/>
                  </a:cubicBezTo>
                  <a:cubicBezTo>
                    <a:pt x="1224" y="2532"/>
                    <a:pt x="1622" y="2703"/>
                    <a:pt x="1991" y="2845"/>
                  </a:cubicBezTo>
                  <a:cubicBezTo>
                    <a:pt x="3439" y="3356"/>
                    <a:pt x="4916" y="3753"/>
                    <a:pt x="6449" y="3981"/>
                  </a:cubicBezTo>
                  <a:cubicBezTo>
                    <a:pt x="8674" y="4356"/>
                    <a:pt x="10950" y="4579"/>
                    <a:pt x="13228" y="4579"/>
                  </a:cubicBezTo>
                  <a:cubicBezTo>
                    <a:pt x="13364" y="4579"/>
                    <a:pt x="13499" y="4578"/>
                    <a:pt x="13634" y="4577"/>
                  </a:cubicBezTo>
                  <a:cubicBezTo>
                    <a:pt x="13796" y="4579"/>
                    <a:pt x="13959" y="4580"/>
                    <a:pt x="14121" y="4580"/>
                  </a:cubicBezTo>
                  <a:cubicBezTo>
                    <a:pt x="16543" y="4580"/>
                    <a:pt x="18963" y="4382"/>
                    <a:pt x="21359" y="4009"/>
                  </a:cubicBezTo>
                  <a:cubicBezTo>
                    <a:pt x="23205" y="3725"/>
                    <a:pt x="25022" y="3271"/>
                    <a:pt x="26783" y="2674"/>
                  </a:cubicBezTo>
                  <a:cubicBezTo>
                    <a:pt x="27834" y="2305"/>
                    <a:pt x="28828" y="1822"/>
                    <a:pt x="29737" y="1254"/>
                  </a:cubicBezTo>
                  <a:cubicBezTo>
                    <a:pt x="29935" y="1112"/>
                    <a:pt x="30106" y="999"/>
                    <a:pt x="30248" y="828"/>
                  </a:cubicBezTo>
                  <a:cubicBezTo>
                    <a:pt x="30390" y="686"/>
                    <a:pt x="30418" y="459"/>
                    <a:pt x="30333" y="289"/>
                  </a:cubicBezTo>
                  <a:cubicBezTo>
                    <a:pt x="30231" y="110"/>
                    <a:pt x="30037" y="0"/>
                    <a:pt x="29855" y="0"/>
                  </a:cubicBezTo>
                  <a:close/>
                  <a:moveTo>
                    <a:pt x="30190" y="3316"/>
                  </a:moveTo>
                  <a:cubicBezTo>
                    <a:pt x="30103" y="3316"/>
                    <a:pt x="30015" y="3339"/>
                    <a:pt x="29935" y="3384"/>
                  </a:cubicBezTo>
                  <a:cubicBezTo>
                    <a:pt x="29822" y="3469"/>
                    <a:pt x="29680" y="3555"/>
                    <a:pt x="29595" y="3640"/>
                  </a:cubicBezTo>
                  <a:cubicBezTo>
                    <a:pt x="29140" y="4009"/>
                    <a:pt x="28629" y="4350"/>
                    <a:pt x="28118" y="4577"/>
                  </a:cubicBezTo>
                  <a:cubicBezTo>
                    <a:pt x="27379" y="4946"/>
                    <a:pt x="26641" y="5230"/>
                    <a:pt x="25874" y="5457"/>
                  </a:cubicBezTo>
                  <a:cubicBezTo>
                    <a:pt x="23148" y="6252"/>
                    <a:pt x="20365" y="6678"/>
                    <a:pt x="17525" y="6764"/>
                  </a:cubicBezTo>
                  <a:cubicBezTo>
                    <a:pt x="16650" y="6807"/>
                    <a:pt x="15771" y="6830"/>
                    <a:pt x="14890" y="6830"/>
                  </a:cubicBezTo>
                  <a:cubicBezTo>
                    <a:pt x="13485" y="6830"/>
                    <a:pt x="12078" y="6772"/>
                    <a:pt x="10681" y="6650"/>
                  </a:cubicBezTo>
                  <a:cubicBezTo>
                    <a:pt x="9261" y="6536"/>
                    <a:pt x="7869" y="6366"/>
                    <a:pt x="6478" y="6139"/>
                  </a:cubicBezTo>
                  <a:cubicBezTo>
                    <a:pt x="4717" y="5826"/>
                    <a:pt x="2956" y="5400"/>
                    <a:pt x="1252" y="4861"/>
                  </a:cubicBezTo>
                  <a:cubicBezTo>
                    <a:pt x="1082" y="4804"/>
                    <a:pt x="912" y="4747"/>
                    <a:pt x="741" y="4719"/>
                  </a:cubicBezTo>
                  <a:cubicBezTo>
                    <a:pt x="711" y="4714"/>
                    <a:pt x="683" y="4712"/>
                    <a:pt x="655" y="4712"/>
                  </a:cubicBezTo>
                  <a:cubicBezTo>
                    <a:pt x="203" y="4712"/>
                    <a:pt x="1" y="5330"/>
                    <a:pt x="429" y="5571"/>
                  </a:cubicBezTo>
                  <a:cubicBezTo>
                    <a:pt x="656" y="5713"/>
                    <a:pt x="883" y="5826"/>
                    <a:pt x="1139" y="5912"/>
                  </a:cubicBezTo>
                  <a:cubicBezTo>
                    <a:pt x="2502" y="6423"/>
                    <a:pt x="3922" y="6792"/>
                    <a:pt x="5342" y="7076"/>
                  </a:cubicBezTo>
                  <a:cubicBezTo>
                    <a:pt x="8466" y="7672"/>
                    <a:pt x="11618" y="7956"/>
                    <a:pt x="14799" y="7956"/>
                  </a:cubicBezTo>
                  <a:cubicBezTo>
                    <a:pt x="15991" y="7956"/>
                    <a:pt x="17156" y="7928"/>
                    <a:pt x="18320" y="7814"/>
                  </a:cubicBezTo>
                  <a:cubicBezTo>
                    <a:pt x="20450" y="7701"/>
                    <a:pt x="22580" y="7388"/>
                    <a:pt x="24653" y="6906"/>
                  </a:cubicBezTo>
                  <a:cubicBezTo>
                    <a:pt x="26045" y="6593"/>
                    <a:pt x="27408" y="6110"/>
                    <a:pt x="28714" y="5486"/>
                  </a:cubicBezTo>
                  <a:cubicBezTo>
                    <a:pt x="29254" y="5230"/>
                    <a:pt x="29765" y="4889"/>
                    <a:pt x="30219" y="4492"/>
                  </a:cubicBezTo>
                  <a:cubicBezTo>
                    <a:pt x="30390" y="4378"/>
                    <a:pt x="30503" y="4236"/>
                    <a:pt x="30617" y="4066"/>
                  </a:cubicBezTo>
                  <a:cubicBezTo>
                    <a:pt x="30730" y="3867"/>
                    <a:pt x="30702" y="3611"/>
                    <a:pt x="30532" y="3469"/>
                  </a:cubicBezTo>
                  <a:cubicBezTo>
                    <a:pt x="30446" y="3367"/>
                    <a:pt x="30320" y="3316"/>
                    <a:pt x="30190" y="3316"/>
                  </a:cubicBezTo>
                  <a:close/>
                  <a:moveTo>
                    <a:pt x="30216" y="6611"/>
                  </a:moveTo>
                  <a:cubicBezTo>
                    <a:pt x="30149" y="6611"/>
                    <a:pt x="30082" y="6624"/>
                    <a:pt x="30021" y="6650"/>
                  </a:cubicBezTo>
                  <a:cubicBezTo>
                    <a:pt x="29879" y="6735"/>
                    <a:pt x="29765" y="6820"/>
                    <a:pt x="29651" y="6906"/>
                  </a:cubicBezTo>
                  <a:cubicBezTo>
                    <a:pt x="29055" y="7445"/>
                    <a:pt x="28373" y="7871"/>
                    <a:pt x="27663" y="8240"/>
                  </a:cubicBezTo>
                  <a:cubicBezTo>
                    <a:pt x="26811" y="8638"/>
                    <a:pt x="25959" y="8979"/>
                    <a:pt x="25079" y="9263"/>
                  </a:cubicBezTo>
                  <a:cubicBezTo>
                    <a:pt x="22097" y="10171"/>
                    <a:pt x="19002" y="10654"/>
                    <a:pt x="15878" y="10711"/>
                  </a:cubicBezTo>
                  <a:cubicBezTo>
                    <a:pt x="15467" y="10726"/>
                    <a:pt x="15056" y="10733"/>
                    <a:pt x="14645" y="10733"/>
                  </a:cubicBezTo>
                  <a:cubicBezTo>
                    <a:pt x="13522" y="10733"/>
                    <a:pt x="12400" y="10681"/>
                    <a:pt x="11277" y="10597"/>
                  </a:cubicBezTo>
                  <a:cubicBezTo>
                    <a:pt x="9374" y="10455"/>
                    <a:pt x="7500" y="10171"/>
                    <a:pt x="5654" y="9745"/>
                  </a:cubicBezTo>
                  <a:cubicBezTo>
                    <a:pt x="4234" y="9405"/>
                    <a:pt x="2871" y="8979"/>
                    <a:pt x="1508" y="8439"/>
                  </a:cubicBezTo>
                  <a:cubicBezTo>
                    <a:pt x="1281" y="8297"/>
                    <a:pt x="1025" y="8240"/>
                    <a:pt x="770" y="8184"/>
                  </a:cubicBezTo>
                  <a:cubicBezTo>
                    <a:pt x="749" y="8181"/>
                    <a:pt x="729" y="8180"/>
                    <a:pt x="709" y="8180"/>
                  </a:cubicBezTo>
                  <a:cubicBezTo>
                    <a:pt x="293" y="8180"/>
                    <a:pt x="76" y="8735"/>
                    <a:pt x="429" y="8979"/>
                  </a:cubicBezTo>
                  <a:cubicBezTo>
                    <a:pt x="628" y="9121"/>
                    <a:pt x="855" y="9263"/>
                    <a:pt x="1054" y="9348"/>
                  </a:cubicBezTo>
                  <a:cubicBezTo>
                    <a:pt x="1962" y="9802"/>
                    <a:pt x="2900" y="10143"/>
                    <a:pt x="3865" y="10427"/>
                  </a:cubicBezTo>
                  <a:cubicBezTo>
                    <a:pt x="7273" y="11364"/>
                    <a:pt x="10794" y="11847"/>
                    <a:pt x="14344" y="11847"/>
                  </a:cubicBezTo>
                  <a:cubicBezTo>
                    <a:pt x="16900" y="11847"/>
                    <a:pt x="19456" y="11620"/>
                    <a:pt x="21984" y="11137"/>
                  </a:cubicBezTo>
                  <a:cubicBezTo>
                    <a:pt x="23801" y="10825"/>
                    <a:pt x="25590" y="10285"/>
                    <a:pt x="27294" y="9547"/>
                  </a:cubicBezTo>
                  <a:cubicBezTo>
                    <a:pt x="28345" y="9121"/>
                    <a:pt x="29339" y="8524"/>
                    <a:pt x="30219" y="7814"/>
                  </a:cubicBezTo>
                  <a:cubicBezTo>
                    <a:pt x="30361" y="7701"/>
                    <a:pt x="30503" y="7559"/>
                    <a:pt x="30645" y="7417"/>
                  </a:cubicBezTo>
                  <a:cubicBezTo>
                    <a:pt x="30787" y="7218"/>
                    <a:pt x="30759" y="6962"/>
                    <a:pt x="30617" y="6792"/>
                  </a:cubicBezTo>
                  <a:cubicBezTo>
                    <a:pt x="30519" y="6674"/>
                    <a:pt x="30367" y="6611"/>
                    <a:pt x="30216" y="6611"/>
                  </a:cubicBezTo>
                  <a:close/>
                  <a:moveTo>
                    <a:pt x="30187" y="10104"/>
                  </a:moveTo>
                  <a:cubicBezTo>
                    <a:pt x="30121" y="10104"/>
                    <a:pt x="30054" y="10117"/>
                    <a:pt x="29992" y="10143"/>
                  </a:cubicBezTo>
                  <a:cubicBezTo>
                    <a:pt x="29850" y="10200"/>
                    <a:pt x="29737" y="10285"/>
                    <a:pt x="29623" y="10399"/>
                  </a:cubicBezTo>
                  <a:cubicBezTo>
                    <a:pt x="29027" y="10910"/>
                    <a:pt x="28345" y="11364"/>
                    <a:pt x="27607" y="11705"/>
                  </a:cubicBezTo>
                  <a:cubicBezTo>
                    <a:pt x="26783" y="12131"/>
                    <a:pt x="25931" y="12472"/>
                    <a:pt x="25051" y="12756"/>
                  </a:cubicBezTo>
                  <a:cubicBezTo>
                    <a:pt x="22069" y="13636"/>
                    <a:pt x="18973" y="14147"/>
                    <a:pt x="15849" y="14204"/>
                  </a:cubicBezTo>
                  <a:cubicBezTo>
                    <a:pt x="15487" y="14211"/>
                    <a:pt x="15124" y="14214"/>
                    <a:pt x="14759" y="14214"/>
                  </a:cubicBezTo>
                  <a:cubicBezTo>
                    <a:pt x="13580" y="14214"/>
                    <a:pt x="12392" y="14177"/>
                    <a:pt x="11220" y="14091"/>
                  </a:cubicBezTo>
                  <a:cubicBezTo>
                    <a:pt x="9346" y="13949"/>
                    <a:pt x="7472" y="13665"/>
                    <a:pt x="5654" y="13239"/>
                  </a:cubicBezTo>
                  <a:cubicBezTo>
                    <a:pt x="4234" y="12898"/>
                    <a:pt x="2871" y="12472"/>
                    <a:pt x="1536" y="11961"/>
                  </a:cubicBezTo>
                  <a:cubicBezTo>
                    <a:pt x="1309" y="11819"/>
                    <a:pt x="1054" y="11733"/>
                    <a:pt x="770" y="11705"/>
                  </a:cubicBezTo>
                  <a:cubicBezTo>
                    <a:pt x="749" y="11702"/>
                    <a:pt x="729" y="11701"/>
                    <a:pt x="709" y="11701"/>
                  </a:cubicBezTo>
                  <a:cubicBezTo>
                    <a:pt x="532" y="11701"/>
                    <a:pt x="366" y="11810"/>
                    <a:pt x="315" y="11989"/>
                  </a:cubicBezTo>
                  <a:cubicBezTo>
                    <a:pt x="230" y="12159"/>
                    <a:pt x="287" y="12387"/>
                    <a:pt x="457" y="12500"/>
                  </a:cubicBezTo>
                  <a:cubicBezTo>
                    <a:pt x="656" y="12642"/>
                    <a:pt x="855" y="12756"/>
                    <a:pt x="1082" y="12869"/>
                  </a:cubicBezTo>
                  <a:cubicBezTo>
                    <a:pt x="1991" y="13295"/>
                    <a:pt x="2928" y="13665"/>
                    <a:pt x="3865" y="13949"/>
                  </a:cubicBezTo>
                  <a:cubicBezTo>
                    <a:pt x="7301" y="14886"/>
                    <a:pt x="10823" y="15368"/>
                    <a:pt x="14373" y="15368"/>
                  </a:cubicBezTo>
                  <a:cubicBezTo>
                    <a:pt x="16900" y="15340"/>
                    <a:pt x="19456" y="15113"/>
                    <a:pt x="21955" y="14630"/>
                  </a:cubicBezTo>
                  <a:cubicBezTo>
                    <a:pt x="23773" y="14289"/>
                    <a:pt x="25533" y="13778"/>
                    <a:pt x="27237" y="13040"/>
                  </a:cubicBezTo>
                  <a:cubicBezTo>
                    <a:pt x="28288" y="12585"/>
                    <a:pt x="29282" y="12017"/>
                    <a:pt x="30191" y="11307"/>
                  </a:cubicBezTo>
                  <a:cubicBezTo>
                    <a:pt x="30333" y="11165"/>
                    <a:pt x="30475" y="11023"/>
                    <a:pt x="30588" y="10881"/>
                  </a:cubicBezTo>
                  <a:cubicBezTo>
                    <a:pt x="30730" y="10711"/>
                    <a:pt x="30730" y="10455"/>
                    <a:pt x="30560" y="10285"/>
                  </a:cubicBezTo>
                  <a:cubicBezTo>
                    <a:pt x="30482" y="10167"/>
                    <a:pt x="30336" y="10104"/>
                    <a:pt x="30187" y="10104"/>
                  </a:cubicBezTo>
                  <a:close/>
                  <a:moveTo>
                    <a:pt x="29855" y="14171"/>
                  </a:moveTo>
                  <a:cubicBezTo>
                    <a:pt x="29834" y="14171"/>
                    <a:pt x="29814" y="14173"/>
                    <a:pt x="29793" y="14176"/>
                  </a:cubicBezTo>
                  <a:cubicBezTo>
                    <a:pt x="29623" y="14204"/>
                    <a:pt x="29509" y="14261"/>
                    <a:pt x="29396" y="14374"/>
                  </a:cubicBezTo>
                  <a:cubicBezTo>
                    <a:pt x="28203" y="15141"/>
                    <a:pt x="26925" y="15738"/>
                    <a:pt x="25562" y="16107"/>
                  </a:cubicBezTo>
                  <a:cubicBezTo>
                    <a:pt x="22608" y="16959"/>
                    <a:pt x="19570" y="17442"/>
                    <a:pt x="16503" y="17527"/>
                  </a:cubicBezTo>
                  <a:cubicBezTo>
                    <a:pt x="15660" y="17572"/>
                    <a:pt x="14818" y="17594"/>
                    <a:pt x="13977" y="17594"/>
                  </a:cubicBezTo>
                  <a:cubicBezTo>
                    <a:pt x="12180" y="17594"/>
                    <a:pt x="10387" y="17493"/>
                    <a:pt x="8608" y="17300"/>
                  </a:cubicBezTo>
                  <a:cubicBezTo>
                    <a:pt x="6137" y="17044"/>
                    <a:pt x="3723" y="16476"/>
                    <a:pt x="1394" y="15624"/>
                  </a:cubicBezTo>
                  <a:cubicBezTo>
                    <a:pt x="1196" y="15539"/>
                    <a:pt x="1025" y="15482"/>
                    <a:pt x="826" y="15425"/>
                  </a:cubicBezTo>
                  <a:cubicBezTo>
                    <a:pt x="786" y="15414"/>
                    <a:pt x="743" y="15408"/>
                    <a:pt x="699" y="15408"/>
                  </a:cubicBezTo>
                  <a:cubicBezTo>
                    <a:pt x="529" y="15408"/>
                    <a:pt x="349" y="15494"/>
                    <a:pt x="258" y="15652"/>
                  </a:cubicBezTo>
                  <a:cubicBezTo>
                    <a:pt x="173" y="15851"/>
                    <a:pt x="230" y="16107"/>
                    <a:pt x="429" y="16220"/>
                  </a:cubicBezTo>
                  <a:cubicBezTo>
                    <a:pt x="571" y="16334"/>
                    <a:pt x="713" y="16419"/>
                    <a:pt x="855" y="16504"/>
                  </a:cubicBezTo>
                  <a:cubicBezTo>
                    <a:pt x="1224" y="16675"/>
                    <a:pt x="1622" y="16845"/>
                    <a:pt x="1991" y="16987"/>
                  </a:cubicBezTo>
                  <a:cubicBezTo>
                    <a:pt x="3439" y="17527"/>
                    <a:pt x="4916" y="17896"/>
                    <a:pt x="6449" y="18123"/>
                  </a:cubicBezTo>
                  <a:cubicBezTo>
                    <a:pt x="8807" y="18549"/>
                    <a:pt x="11220" y="18748"/>
                    <a:pt x="13634" y="18748"/>
                  </a:cubicBezTo>
                  <a:cubicBezTo>
                    <a:pt x="16219" y="18748"/>
                    <a:pt x="18803" y="18578"/>
                    <a:pt x="21359" y="18180"/>
                  </a:cubicBezTo>
                  <a:cubicBezTo>
                    <a:pt x="23205" y="17896"/>
                    <a:pt x="25022" y="17470"/>
                    <a:pt x="26783" y="16845"/>
                  </a:cubicBezTo>
                  <a:cubicBezTo>
                    <a:pt x="27834" y="16476"/>
                    <a:pt x="28828" y="15993"/>
                    <a:pt x="29737" y="15425"/>
                  </a:cubicBezTo>
                  <a:cubicBezTo>
                    <a:pt x="29935" y="15312"/>
                    <a:pt x="30106" y="15170"/>
                    <a:pt x="30248" y="14999"/>
                  </a:cubicBezTo>
                  <a:cubicBezTo>
                    <a:pt x="30390" y="14857"/>
                    <a:pt x="30418" y="14630"/>
                    <a:pt x="30333" y="14460"/>
                  </a:cubicBezTo>
                  <a:cubicBezTo>
                    <a:pt x="30231" y="14281"/>
                    <a:pt x="30037" y="14171"/>
                    <a:pt x="29855" y="14171"/>
                  </a:cubicBezTo>
                  <a:close/>
                  <a:moveTo>
                    <a:pt x="30187" y="17458"/>
                  </a:moveTo>
                  <a:cubicBezTo>
                    <a:pt x="30105" y="17458"/>
                    <a:pt x="30020" y="17479"/>
                    <a:pt x="29935" y="17527"/>
                  </a:cubicBezTo>
                  <a:cubicBezTo>
                    <a:pt x="29822" y="17612"/>
                    <a:pt x="29680" y="17697"/>
                    <a:pt x="29595" y="17782"/>
                  </a:cubicBezTo>
                  <a:cubicBezTo>
                    <a:pt x="29140" y="18152"/>
                    <a:pt x="28629" y="18464"/>
                    <a:pt x="28118" y="18720"/>
                  </a:cubicBezTo>
                  <a:cubicBezTo>
                    <a:pt x="27379" y="19089"/>
                    <a:pt x="26641" y="19401"/>
                    <a:pt x="25874" y="19628"/>
                  </a:cubicBezTo>
                  <a:cubicBezTo>
                    <a:pt x="23148" y="20395"/>
                    <a:pt x="20365" y="20849"/>
                    <a:pt x="17525" y="20935"/>
                  </a:cubicBezTo>
                  <a:cubicBezTo>
                    <a:pt x="16650" y="20978"/>
                    <a:pt x="15771" y="21001"/>
                    <a:pt x="14890" y="21001"/>
                  </a:cubicBezTo>
                  <a:cubicBezTo>
                    <a:pt x="13485" y="21001"/>
                    <a:pt x="12078" y="20943"/>
                    <a:pt x="10681" y="20821"/>
                  </a:cubicBezTo>
                  <a:cubicBezTo>
                    <a:pt x="9261" y="20707"/>
                    <a:pt x="7869" y="20537"/>
                    <a:pt x="6478" y="20310"/>
                  </a:cubicBezTo>
                  <a:cubicBezTo>
                    <a:pt x="4717" y="19997"/>
                    <a:pt x="2956" y="19571"/>
                    <a:pt x="1252" y="19032"/>
                  </a:cubicBezTo>
                  <a:cubicBezTo>
                    <a:pt x="1082" y="18975"/>
                    <a:pt x="912" y="18918"/>
                    <a:pt x="741" y="18890"/>
                  </a:cubicBezTo>
                  <a:cubicBezTo>
                    <a:pt x="704" y="18882"/>
                    <a:pt x="668" y="18878"/>
                    <a:pt x="633" y="18878"/>
                  </a:cubicBezTo>
                  <a:cubicBezTo>
                    <a:pt x="196" y="18878"/>
                    <a:pt x="8" y="19505"/>
                    <a:pt x="429" y="19742"/>
                  </a:cubicBezTo>
                  <a:cubicBezTo>
                    <a:pt x="656" y="19884"/>
                    <a:pt x="883" y="19997"/>
                    <a:pt x="1139" y="20083"/>
                  </a:cubicBezTo>
                  <a:cubicBezTo>
                    <a:pt x="2502" y="20594"/>
                    <a:pt x="3922" y="20963"/>
                    <a:pt x="5342" y="21247"/>
                  </a:cubicBezTo>
                  <a:cubicBezTo>
                    <a:pt x="8466" y="21843"/>
                    <a:pt x="11646" y="22127"/>
                    <a:pt x="14799" y="22127"/>
                  </a:cubicBezTo>
                  <a:cubicBezTo>
                    <a:pt x="15991" y="22127"/>
                    <a:pt x="17156" y="22042"/>
                    <a:pt x="18320" y="21985"/>
                  </a:cubicBezTo>
                  <a:cubicBezTo>
                    <a:pt x="20450" y="21843"/>
                    <a:pt x="22580" y="21531"/>
                    <a:pt x="24653" y="21048"/>
                  </a:cubicBezTo>
                  <a:cubicBezTo>
                    <a:pt x="26045" y="20736"/>
                    <a:pt x="27408" y="20253"/>
                    <a:pt x="28714" y="19628"/>
                  </a:cubicBezTo>
                  <a:cubicBezTo>
                    <a:pt x="29254" y="19373"/>
                    <a:pt x="29765" y="19032"/>
                    <a:pt x="30219" y="18634"/>
                  </a:cubicBezTo>
                  <a:cubicBezTo>
                    <a:pt x="30390" y="18521"/>
                    <a:pt x="30503" y="18379"/>
                    <a:pt x="30617" y="18208"/>
                  </a:cubicBezTo>
                  <a:cubicBezTo>
                    <a:pt x="30825" y="17862"/>
                    <a:pt x="30544" y="17458"/>
                    <a:pt x="30187" y="17458"/>
                  </a:cubicBezTo>
                  <a:close/>
                  <a:moveTo>
                    <a:pt x="30188" y="20782"/>
                  </a:moveTo>
                  <a:cubicBezTo>
                    <a:pt x="30121" y="20782"/>
                    <a:pt x="30054" y="20795"/>
                    <a:pt x="29992" y="20821"/>
                  </a:cubicBezTo>
                  <a:cubicBezTo>
                    <a:pt x="29850" y="20878"/>
                    <a:pt x="29737" y="20963"/>
                    <a:pt x="29623" y="21077"/>
                  </a:cubicBezTo>
                  <a:cubicBezTo>
                    <a:pt x="29027" y="21588"/>
                    <a:pt x="28345" y="22042"/>
                    <a:pt x="27607" y="22383"/>
                  </a:cubicBezTo>
                  <a:cubicBezTo>
                    <a:pt x="26783" y="22809"/>
                    <a:pt x="25931" y="23150"/>
                    <a:pt x="25051" y="23434"/>
                  </a:cubicBezTo>
                  <a:cubicBezTo>
                    <a:pt x="22069" y="24342"/>
                    <a:pt x="18973" y="24825"/>
                    <a:pt x="15849" y="24882"/>
                  </a:cubicBezTo>
                  <a:cubicBezTo>
                    <a:pt x="15487" y="24889"/>
                    <a:pt x="15124" y="24892"/>
                    <a:pt x="14759" y="24892"/>
                  </a:cubicBezTo>
                  <a:cubicBezTo>
                    <a:pt x="13580" y="24892"/>
                    <a:pt x="12392" y="24855"/>
                    <a:pt x="11220" y="24768"/>
                  </a:cubicBezTo>
                  <a:cubicBezTo>
                    <a:pt x="9346" y="24598"/>
                    <a:pt x="7472" y="24314"/>
                    <a:pt x="5654" y="23888"/>
                  </a:cubicBezTo>
                  <a:cubicBezTo>
                    <a:pt x="4234" y="23576"/>
                    <a:pt x="2871" y="23121"/>
                    <a:pt x="1536" y="22610"/>
                  </a:cubicBezTo>
                  <a:cubicBezTo>
                    <a:pt x="1309" y="22468"/>
                    <a:pt x="1054" y="22383"/>
                    <a:pt x="770" y="22355"/>
                  </a:cubicBezTo>
                  <a:cubicBezTo>
                    <a:pt x="749" y="22352"/>
                    <a:pt x="729" y="22351"/>
                    <a:pt x="710" y="22351"/>
                  </a:cubicBezTo>
                  <a:cubicBezTo>
                    <a:pt x="296" y="22351"/>
                    <a:pt x="105" y="22906"/>
                    <a:pt x="457" y="23150"/>
                  </a:cubicBezTo>
                  <a:cubicBezTo>
                    <a:pt x="656" y="23292"/>
                    <a:pt x="855" y="23434"/>
                    <a:pt x="1054" y="23547"/>
                  </a:cubicBezTo>
                  <a:cubicBezTo>
                    <a:pt x="1962" y="23973"/>
                    <a:pt x="2900" y="24314"/>
                    <a:pt x="3865" y="24598"/>
                  </a:cubicBezTo>
                  <a:cubicBezTo>
                    <a:pt x="7273" y="25564"/>
                    <a:pt x="10823" y="26018"/>
                    <a:pt x="14373" y="26018"/>
                  </a:cubicBezTo>
                  <a:cubicBezTo>
                    <a:pt x="16900" y="26018"/>
                    <a:pt x="19456" y="25762"/>
                    <a:pt x="21955" y="25308"/>
                  </a:cubicBezTo>
                  <a:cubicBezTo>
                    <a:pt x="23773" y="24967"/>
                    <a:pt x="25533" y="24456"/>
                    <a:pt x="27237" y="23718"/>
                  </a:cubicBezTo>
                  <a:cubicBezTo>
                    <a:pt x="28288" y="23292"/>
                    <a:pt x="29282" y="22695"/>
                    <a:pt x="30191" y="21985"/>
                  </a:cubicBezTo>
                  <a:cubicBezTo>
                    <a:pt x="30333" y="21843"/>
                    <a:pt x="30475" y="21730"/>
                    <a:pt x="30588" y="21559"/>
                  </a:cubicBezTo>
                  <a:cubicBezTo>
                    <a:pt x="30730" y="21389"/>
                    <a:pt x="30730" y="21133"/>
                    <a:pt x="30588" y="20963"/>
                  </a:cubicBezTo>
                  <a:cubicBezTo>
                    <a:pt x="30490" y="20845"/>
                    <a:pt x="30338" y="20782"/>
                    <a:pt x="30188" y="20782"/>
                  </a:cubicBezTo>
                  <a:close/>
                  <a:moveTo>
                    <a:pt x="30210" y="24256"/>
                  </a:moveTo>
                  <a:cubicBezTo>
                    <a:pt x="30135" y="24256"/>
                    <a:pt x="30060" y="24275"/>
                    <a:pt x="29992" y="24314"/>
                  </a:cubicBezTo>
                  <a:cubicBezTo>
                    <a:pt x="29850" y="24371"/>
                    <a:pt x="29737" y="24456"/>
                    <a:pt x="29623" y="24570"/>
                  </a:cubicBezTo>
                  <a:cubicBezTo>
                    <a:pt x="29027" y="25081"/>
                    <a:pt x="28345" y="25535"/>
                    <a:pt x="27607" y="25876"/>
                  </a:cubicBezTo>
                  <a:cubicBezTo>
                    <a:pt x="26783" y="26274"/>
                    <a:pt x="25931" y="26643"/>
                    <a:pt x="25051" y="26898"/>
                  </a:cubicBezTo>
                  <a:cubicBezTo>
                    <a:pt x="22069" y="27807"/>
                    <a:pt x="18973" y="28290"/>
                    <a:pt x="15849" y="28347"/>
                  </a:cubicBezTo>
                  <a:cubicBezTo>
                    <a:pt x="15364" y="28365"/>
                    <a:pt x="14875" y="28374"/>
                    <a:pt x="14386" y="28374"/>
                  </a:cubicBezTo>
                  <a:cubicBezTo>
                    <a:pt x="13330" y="28374"/>
                    <a:pt x="12268" y="28330"/>
                    <a:pt x="11220" y="28233"/>
                  </a:cubicBezTo>
                  <a:cubicBezTo>
                    <a:pt x="9346" y="28091"/>
                    <a:pt x="7472" y="27807"/>
                    <a:pt x="5654" y="27381"/>
                  </a:cubicBezTo>
                  <a:cubicBezTo>
                    <a:pt x="4234" y="27040"/>
                    <a:pt x="2871" y="26614"/>
                    <a:pt x="1536" y="26103"/>
                  </a:cubicBezTo>
                  <a:cubicBezTo>
                    <a:pt x="1281" y="25961"/>
                    <a:pt x="1025" y="25876"/>
                    <a:pt x="770" y="25848"/>
                  </a:cubicBezTo>
                  <a:cubicBezTo>
                    <a:pt x="749" y="25845"/>
                    <a:pt x="729" y="25843"/>
                    <a:pt x="708" y="25843"/>
                  </a:cubicBezTo>
                  <a:cubicBezTo>
                    <a:pt x="531" y="25843"/>
                    <a:pt x="363" y="25950"/>
                    <a:pt x="287" y="26103"/>
                  </a:cubicBezTo>
                  <a:cubicBezTo>
                    <a:pt x="202" y="26302"/>
                    <a:pt x="287" y="26529"/>
                    <a:pt x="457" y="26643"/>
                  </a:cubicBezTo>
                  <a:cubicBezTo>
                    <a:pt x="628" y="26785"/>
                    <a:pt x="855" y="26898"/>
                    <a:pt x="1054" y="27012"/>
                  </a:cubicBezTo>
                  <a:cubicBezTo>
                    <a:pt x="1962" y="27438"/>
                    <a:pt x="2900" y="27807"/>
                    <a:pt x="3865" y="28091"/>
                  </a:cubicBezTo>
                  <a:cubicBezTo>
                    <a:pt x="7273" y="29028"/>
                    <a:pt x="10794" y="29511"/>
                    <a:pt x="14344" y="29511"/>
                  </a:cubicBezTo>
                  <a:cubicBezTo>
                    <a:pt x="16900" y="29483"/>
                    <a:pt x="19428" y="29256"/>
                    <a:pt x="21955" y="28773"/>
                  </a:cubicBezTo>
                  <a:lnTo>
                    <a:pt x="21955" y="28801"/>
                  </a:lnTo>
                  <a:cubicBezTo>
                    <a:pt x="23773" y="28460"/>
                    <a:pt x="25533" y="27921"/>
                    <a:pt x="27237" y="27211"/>
                  </a:cubicBezTo>
                  <a:cubicBezTo>
                    <a:pt x="28288" y="26756"/>
                    <a:pt x="29282" y="26160"/>
                    <a:pt x="30191" y="25450"/>
                  </a:cubicBezTo>
                  <a:cubicBezTo>
                    <a:pt x="30333" y="25336"/>
                    <a:pt x="30475" y="25194"/>
                    <a:pt x="30588" y="25052"/>
                  </a:cubicBezTo>
                  <a:cubicBezTo>
                    <a:pt x="30730" y="24882"/>
                    <a:pt x="30730" y="24626"/>
                    <a:pt x="30588" y="24456"/>
                  </a:cubicBezTo>
                  <a:cubicBezTo>
                    <a:pt x="30495" y="24326"/>
                    <a:pt x="30353" y="24256"/>
                    <a:pt x="30210" y="24256"/>
                  </a:cubicBezTo>
                  <a:close/>
                  <a:moveTo>
                    <a:pt x="29897" y="28332"/>
                  </a:moveTo>
                  <a:cubicBezTo>
                    <a:pt x="29862" y="28332"/>
                    <a:pt x="29827" y="28337"/>
                    <a:pt x="29793" y="28347"/>
                  </a:cubicBezTo>
                  <a:cubicBezTo>
                    <a:pt x="29623" y="28375"/>
                    <a:pt x="29509" y="28432"/>
                    <a:pt x="29396" y="28517"/>
                  </a:cubicBezTo>
                  <a:cubicBezTo>
                    <a:pt x="28203" y="29284"/>
                    <a:pt x="26925" y="29880"/>
                    <a:pt x="25562" y="30249"/>
                  </a:cubicBezTo>
                  <a:cubicBezTo>
                    <a:pt x="22608" y="31101"/>
                    <a:pt x="19570" y="31584"/>
                    <a:pt x="16503" y="31698"/>
                  </a:cubicBezTo>
                  <a:cubicBezTo>
                    <a:pt x="15660" y="31743"/>
                    <a:pt x="14818" y="31765"/>
                    <a:pt x="13977" y="31765"/>
                  </a:cubicBezTo>
                  <a:cubicBezTo>
                    <a:pt x="12180" y="31765"/>
                    <a:pt x="10387" y="31664"/>
                    <a:pt x="8608" y="31471"/>
                  </a:cubicBezTo>
                  <a:cubicBezTo>
                    <a:pt x="6137" y="31187"/>
                    <a:pt x="3723" y="30619"/>
                    <a:pt x="1394" y="29767"/>
                  </a:cubicBezTo>
                  <a:cubicBezTo>
                    <a:pt x="1196" y="29710"/>
                    <a:pt x="1025" y="29625"/>
                    <a:pt x="826" y="29596"/>
                  </a:cubicBezTo>
                  <a:cubicBezTo>
                    <a:pt x="774" y="29574"/>
                    <a:pt x="719" y="29563"/>
                    <a:pt x="662" y="29563"/>
                  </a:cubicBezTo>
                  <a:cubicBezTo>
                    <a:pt x="504" y="29563"/>
                    <a:pt x="342" y="29648"/>
                    <a:pt x="258" y="29795"/>
                  </a:cubicBezTo>
                  <a:cubicBezTo>
                    <a:pt x="173" y="29994"/>
                    <a:pt x="230" y="30249"/>
                    <a:pt x="429" y="30391"/>
                  </a:cubicBezTo>
                  <a:cubicBezTo>
                    <a:pt x="571" y="30477"/>
                    <a:pt x="713" y="30590"/>
                    <a:pt x="855" y="30647"/>
                  </a:cubicBezTo>
                  <a:cubicBezTo>
                    <a:pt x="1224" y="30817"/>
                    <a:pt x="1622" y="31016"/>
                    <a:pt x="1991" y="31130"/>
                  </a:cubicBezTo>
                  <a:cubicBezTo>
                    <a:pt x="3439" y="31669"/>
                    <a:pt x="4916" y="32039"/>
                    <a:pt x="6449" y="32294"/>
                  </a:cubicBezTo>
                  <a:cubicBezTo>
                    <a:pt x="8807" y="32692"/>
                    <a:pt x="11220" y="32891"/>
                    <a:pt x="13634" y="32891"/>
                  </a:cubicBezTo>
                  <a:cubicBezTo>
                    <a:pt x="13796" y="32892"/>
                    <a:pt x="13959" y="32893"/>
                    <a:pt x="14121" y="32893"/>
                  </a:cubicBezTo>
                  <a:cubicBezTo>
                    <a:pt x="16543" y="32893"/>
                    <a:pt x="18963" y="32695"/>
                    <a:pt x="21359" y="32323"/>
                  </a:cubicBezTo>
                  <a:cubicBezTo>
                    <a:pt x="23205" y="32067"/>
                    <a:pt x="25022" y="31613"/>
                    <a:pt x="26783" y="30988"/>
                  </a:cubicBezTo>
                  <a:cubicBezTo>
                    <a:pt x="27834" y="30647"/>
                    <a:pt x="28828" y="30164"/>
                    <a:pt x="29737" y="29568"/>
                  </a:cubicBezTo>
                  <a:cubicBezTo>
                    <a:pt x="29935" y="29454"/>
                    <a:pt x="30106" y="29312"/>
                    <a:pt x="30248" y="29170"/>
                  </a:cubicBezTo>
                  <a:cubicBezTo>
                    <a:pt x="30390" y="29028"/>
                    <a:pt x="30418" y="28801"/>
                    <a:pt x="30333" y="28631"/>
                  </a:cubicBezTo>
                  <a:cubicBezTo>
                    <a:pt x="30239" y="28443"/>
                    <a:pt x="30067" y="28332"/>
                    <a:pt x="29897" y="28332"/>
                  </a:cubicBezTo>
                  <a:close/>
                  <a:moveTo>
                    <a:pt x="30173" y="31640"/>
                  </a:moveTo>
                  <a:cubicBezTo>
                    <a:pt x="30096" y="31640"/>
                    <a:pt x="30016" y="31658"/>
                    <a:pt x="29935" y="31698"/>
                  </a:cubicBezTo>
                  <a:cubicBezTo>
                    <a:pt x="29822" y="31783"/>
                    <a:pt x="29680" y="31868"/>
                    <a:pt x="29595" y="31953"/>
                  </a:cubicBezTo>
                  <a:cubicBezTo>
                    <a:pt x="29140" y="32323"/>
                    <a:pt x="28629" y="32663"/>
                    <a:pt x="28118" y="32919"/>
                  </a:cubicBezTo>
                  <a:cubicBezTo>
                    <a:pt x="27379" y="33260"/>
                    <a:pt x="26641" y="33544"/>
                    <a:pt x="25874" y="33771"/>
                  </a:cubicBezTo>
                  <a:cubicBezTo>
                    <a:pt x="23148" y="34566"/>
                    <a:pt x="20365" y="34992"/>
                    <a:pt x="17525" y="35077"/>
                  </a:cubicBezTo>
                  <a:cubicBezTo>
                    <a:pt x="16650" y="35121"/>
                    <a:pt x="15771" y="35144"/>
                    <a:pt x="14890" y="35144"/>
                  </a:cubicBezTo>
                  <a:cubicBezTo>
                    <a:pt x="13485" y="35144"/>
                    <a:pt x="12078" y="35086"/>
                    <a:pt x="10681" y="34964"/>
                  </a:cubicBezTo>
                  <a:cubicBezTo>
                    <a:pt x="9261" y="34850"/>
                    <a:pt x="7869" y="34680"/>
                    <a:pt x="6478" y="34453"/>
                  </a:cubicBezTo>
                  <a:cubicBezTo>
                    <a:pt x="4717" y="34140"/>
                    <a:pt x="2956" y="33714"/>
                    <a:pt x="1252" y="33175"/>
                  </a:cubicBezTo>
                  <a:cubicBezTo>
                    <a:pt x="1082" y="33118"/>
                    <a:pt x="912" y="33061"/>
                    <a:pt x="741" y="33033"/>
                  </a:cubicBezTo>
                  <a:cubicBezTo>
                    <a:pt x="711" y="33028"/>
                    <a:pt x="683" y="33025"/>
                    <a:pt x="655" y="33025"/>
                  </a:cubicBezTo>
                  <a:cubicBezTo>
                    <a:pt x="203" y="33025"/>
                    <a:pt x="1" y="33645"/>
                    <a:pt x="429" y="33913"/>
                  </a:cubicBezTo>
                  <a:cubicBezTo>
                    <a:pt x="656" y="34027"/>
                    <a:pt x="883" y="34140"/>
                    <a:pt x="1139" y="34225"/>
                  </a:cubicBezTo>
                  <a:cubicBezTo>
                    <a:pt x="2502" y="34736"/>
                    <a:pt x="3922" y="35106"/>
                    <a:pt x="5342" y="35390"/>
                  </a:cubicBezTo>
                  <a:cubicBezTo>
                    <a:pt x="8466" y="35986"/>
                    <a:pt x="11618" y="36270"/>
                    <a:pt x="14799" y="36270"/>
                  </a:cubicBezTo>
                  <a:cubicBezTo>
                    <a:pt x="15991" y="36270"/>
                    <a:pt x="17156" y="36213"/>
                    <a:pt x="18320" y="36128"/>
                  </a:cubicBezTo>
                  <a:cubicBezTo>
                    <a:pt x="20450" y="36014"/>
                    <a:pt x="22580" y="35702"/>
                    <a:pt x="24653" y="35219"/>
                  </a:cubicBezTo>
                  <a:cubicBezTo>
                    <a:pt x="26045" y="34907"/>
                    <a:pt x="27408" y="34453"/>
                    <a:pt x="28714" y="33799"/>
                  </a:cubicBezTo>
                  <a:cubicBezTo>
                    <a:pt x="29254" y="33544"/>
                    <a:pt x="29765" y="33203"/>
                    <a:pt x="30219" y="32805"/>
                  </a:cubicBezTo>
                  <a:cubicBezTo>
                    <a:pt x="30390" y="32692"/>
                    <a:pt x="30503" y="32550"/>
                    <a:pt x="30617" y="32379"/>
                  </a:cubicBezTo>
                  <a:cubicBezTo>
                    <a:pt x="30804" y="32029"/>
                    <a:pt x="30529" y="31640"/>
                    <a:pt x="30173" y="31640"/>
                  </a:cubicBezTo>
                  <a:close/>
                  <a:moveTo>
                    <a:pt x="30188" y="34925"/>
                  </a:moveTo>
                  <a:cubicBezTo>
                    <a:pt x="30121" y="34925"/>
                    <a:pt x="30054" y="34937"/>
                    <a:pt x="29992" y="34964"/>
                  </a:cubicBezTo>
                  <a:cubicBezTo>
                    <a:pt x="29850" y="35049"/>
                    <a:pt x="29737" y="35134"/>
                    <a:pt x="29623" y="35219"/>
                  </a:cubicBezTo>
                  <a:cubicBezTo>
                    <a:pt x="29027" y="35759"/>
                    <a:pt x="28345" y="36185"/>
                    <a:pt x="27607" y="36554"/>
                  </a:cubicBezTo>
                  <a:cubicBezTo>
                    <a:pt x="26783" y="36952"/>
                    <a:pt x="25931" y="37292"/>
                    <a:pt x="25051" y="37576"/>
                  </a:cubicBezTo>
                  <a:cubicBezTo>
                    <a:pt x="22069" y="38485"/>
                    <a:pt x="18973" y="38968"/>
                    <a:pt x="15849" y="39025"/>
                  </a:cubicBezTo>
                  <a:cubicBezTo>
                    <a:pt x="15364" y="39043"/>
                    <a:pt x="14875" y="39052"/>
                    <a:pt x="14386" y="39052"/>
                  </a:cubicBezTo>
                  <a:cubicBezTo>
                    <a:pt x="13330" y="39052"/>
                    <a:pt x="12268" y="39008"/>
                    <a:pt x="11220" y="38911"/>
                  </a:cubicBezTo>
                  <a:cubicBezTo>
                    <a:pt x="9346" y="38769"/>
                    <a:pt x="7472" y="38485"/>
                    <a:pt x="5654" y="38059"/>
                  </a:cubicBezTo>
                  <a:cubicBezTo>
                    <a:pt x="4234" y="37718"/>
                    <a:pt x="2871" y="37292"/>
                    <a:pt x="1536" y="36753"/>
                  </a:cubicBezTo>
                  <a:cubicBezTo>
                    <a:pt x="1309" y="36639"/>
                    <a:pt x="1054" y="36554"/>
                    <a:pt x="770" y="36526"/>
                  </a:cubicBezTo>
                  <a:cubicBezTo>
                    <a:pt x="749" y="36523"/>
                    <a:pt x="729" y="36521"/>
                    <a:pt x="708" y="36521"/>
                  </a:cubicBezTo>
                  <a:cubicBezTo>
                    <a:pt x="531" y="36521"/>
                    <a:pt x="366" y="36628"/>
                    <a:pt x="315" y="36781"/>
                  </a:cubicBezTo>
                  <a:cubicBezTo>
                    <a:pt x="230" y="36980"/>
                    <a:pt x="287" y="37179"/>
                    <a:pt x="457" y="37321"/>
                  </a:cubicBezTo>
                  <a:cubicBezTo>
                    <a:pt x="656" y="37463"/>
                    <a:pt x="855" y="37576"/>
                    <a:pt x="1082" y="37690"/>
                  </a:cubicBezTo>
                  <a:cubicBezTo>
                    <a:pt x="1991" y="38116"/>
                    <a:pt x="2928" y="38485"/>
                    <a:pt x="3865" y="38741"/>
                  </a:cubicBezTo>
                  <a:cubicBezTo>
                    <a:pt x="7206" y="39679"/>
                    <a:pt x="10627" y="40162"/>
                    <a:pt x="14077" y="40162"/>
                  </a:cubicBezTo>
                  <a:cubicBezTo>
                    <a:pt x="14175" y="40162"/>
                    <a:pt x="14274" y="40161"/>
                    <a:pt x="14373" y="40161"/>
                  </a:cubicBezTo>
                  <a:cubicBezTo>
                    <a:pt x="16900" y="40161"/>
                    <a:pt x="19456" y="39905"/>
                    <a:pt x="21955" y="39451"/>
                  </a:cubicBezTo>
                  <a:cubicBezTo>
                    <a:pt x="23773" y="39138"/>
                    <a:pt x="25533" y="38599"/>
                    <a:pt x="27237" y="37889"/>
                  </a:cubicBezTo>
                  <a:cubicBezTo>
                    <a:pt x="28288" y="37434"/>
                    <a:pt x="29282" y="36838"/>
                    <a:pt x="30191" y="36128"/>
                  </a:cubicBezTo>
                  <a:cubicBezTo>
                    <a:pt x="30333" y="36014"/>
                    <a:pt x="30475" y="35872"/>
                    <a:pt x="30588" y="35730"/>
                  </a:cubicBezTo>
                  <a:cubicBezTo>
                    <a:pt x="30730" y="35532"/>
                    <a:pt x="30730" y="35276"/>
                    <a:pt x="30588" y="35106"/>
                  </a:cubicBezTo>
                  <a:cubicBezTo>
                    <a:pt x="30490" y="34988"/>
                    <a:pt x="30338" y="34925"/>
                    <a:pt x="30188" y="34925"/>
                  </a:cubicBezTo>
                  <a:close/>
                  <a:moveTo>
                    <a:pt x="30182" y="38418"/>
                  </a:moveTo>
                  <a:cubicBezTo>
                    <a:pt x="30118" y="38418"/>
                    <a:pt x="30054" y="38430"/>
                    <a:pt x="29992" y="38457"/>
                  </a:cubicBezTo>
                  <a:cubicBezTo>
                    <a:pt x="29850" y="38514"/>
                    <a:pt x="29737" y="38599"/>
                    <a:pt x="29623" y="38712"/>
                  </a:cubicBezTo>
                  <a:cubicBezTo>
                    <a:pt x="29027" y="39224"/>
                    <a:pt x="28345" y="39678"/>
                    <a:pt x="27607" y="40019"/>
                  </a:cubicBezTo>
                  <a:cubicBezTo>
                    <a:pt x="26783" y="40445"/>
                    <a:pt x="25931" y="40785"/>
                    <a:pt x="25051" y="41069"/>
                  </a:cubicBezTo>
                  <a:cubicBezTo>
                    <a:pt x="22069" y="41978"/>
                    <a:pt x="18973" y="42461"/>
                    <a:pt x="15849" y="42518"/>
                  </a:cubicBezTo>
                  <a:cubicBezTo>
                    <a:pt x="15487" y="42524"/>
                    <a:pt x="15124" y="42528"/>
                    <a:pt x="14759" y="42528"/>
                  </a:cubicBezTo>
                  <a:cubicBezTo>
                    <a:pt x="13580" y="42528"/>
                    <a:pt x="12392" y="42491"/>
                    <a:pt x="11220" y="42404"/>
                  </a:cubicBezTo>
                  <a:cubicBezTo>
                    <a:pt x="9346" y="42234"/>
                    <a:pt x="7472" y="41950"/>
                    <a:pt x="5654" y="41524"/>
                  </a:cubicBezTo>
                  <a:cubicBezTo>
                    <a:pt x="4234" y="41211"/>
                    <a:pt x="2871" y="40785"/>
                    <a:pt x="1536" y="40246"/>
                  </a:cubicBezTo>
                  <a:cubicBezTo>
                    <a:pt x="1309" y="40132"/>
                    <a:pt x="1054" y="40047"/>
                    <a:pt x="770" y="39990"/>
                  </a:cubicBezTo>
                  <a:cubicBezTo>
                    <a:pt x="749" y="39987"/>
                    <a:pt x="729" y="39986"/>
                    <a:pt x="709" y="39986"/>
                  </a:cubicBezTo>
                  <a:cubicBezTo>
                    <a:pt x="532" y="39986"/>
                    <a:pt x="366" y="40096"/>
                    <a:pt x="315" y="40274"/>
                  </a:cubicBezTo>
                  <a:cubicBezTo>
                    <a:pt x="230" y="40445"/>
                    <a:pt x="287" y="40672"/>
                    <a:pt x="457" y="40785"/>
                  </a:cubicBezTo>
                  <a:cubicBezTo>
                    <a:pt x="656" y="40927"/>
                    <a:pt x="855" y="41069"/>
                    <a:pt x="1082" y="41183"/>
                  </a:cubicBezTo>
                  <a:cubicBezTo>
                    <a:pt x="1991" y="41609"/>
                    <a:pt x="2928" y="41950"/>
                    <a:pt x="3865" y="42234"/>
                  </a:cubicBezTo>
                  <a:cubicBezTo>
                    <a:pt x="7301" y="43199"/>
                    <a:pt x="10823" y="43654"/>
                    <a:pt x="14373" y="43654"/>
                  </a:cubicBezTo>
                  <a:cubicBezTo>
                    <a:pt x="16900" y="43654"/>
                    <a:pt x="19456" y="43398"/>
                    <a:pt x="21955" y="42944"/>
                  </a:cubicBezTo>
                  <a:cubicBezTo>
                    <a:pt x="23773" y="42603"/>
                    <a:pt x="25533" y="42092"/>
                    <a:pt x="27237" y="41353"/>
                  </a:cubicBezTo>
                  <a:cubicBezTo>
                    <a:pt x="28288" y="40927"/>
                    <a:pt x="29282" y="40331"/>
                    <a:pt x="30191" y="39621"/>
                  </a:cubicBezTo>
                  <a:cubicBezTo>
                    <a:pt x="30333" y="39479"/>
                    <a:pt x="30475" y="39366"/>
                    <a:pt x="30588" y="39195"/>
                  </a:cubicBezTo>
                  <a:cubicBezTo>
                    <a:pt x="30730" y="39025"/>
                    <a:pt x="30730" y="38769"/>
                    <a:pt x="30588" y="38599"/>
                  </a:cubicBezTo>
                  <a:cubicBezTo>
                    <a:pt x="30471" y="38481"/>
                    <a:pt x="30326" y="38418"/>
                    <a:pt x="30182" y="384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54"/>
          <p:cNvGrpSpPr/>
          <p:nvPr/>
        </p:nvGrpSpPr>
        <p:grpSpPr>
          <a:xfrm>
            <a:off x="8598143" y="2400917"/>
            <a:ext cx="1030199" cy="2558529"/>
            <a:chOff x="7280950" y="1859275"/>
            <a:chExt cx="1123200" cy="2789500"/>
          </a:xfrm>
        </p:grpSpPr>
        <p:sp>
          <p:nvSpPr>
            <p:cNvPr id="3915" name="Google Shape;3915;p54"/>
            <p:cNvSpPr/>
            <p:nvPr/>
          </p:nvSpPr>
          <p:spPr>
            <a:xfrm>
              <a:off x="7426500" y="4427250"/>
              <a:ext cx="793050" cy="221525"/>
            </a:xfrm>
            <a:custGeom>
              <a:rect b="b" l="l" r="r" t="t"/>
              <a:pathLst>
                <a:path extrusionOk="0" h="8861" w="31722">
                  <a:moveTo>
                    <a:pt x="15875" y="0"/>
                  </a:moveTo>
                  <a:cubicBezTo>
                    <a:pt x="7100" y="0"/>
                    <a:pt x="0" y="1988"/>
                    <a:pt x="0" y="4431"/>
                  </a:cubicBezTo>
                  <a:cubicBezTo>
                    <a:pt x="0" y="6873"/>
                    <a:pt x="7100" y="8861"/>
                    <a:pt x="15875" y="8861"/>
                  </a:cubicBezTo>
                  <a:cubicBezTo>
                    <a:pt x="24622" y="8861"/>
                    <a:pt x="31722" y="6873"/>
                    <a:pt x="31722" y="4431"/>
                  </a:cubicBezTo>
                  <a:cubicBezTo>
                    <a:pt x="31722" y="1988"/>
                    <a:pt x="24622" y="0"/>
                    <a:pt x="15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7448500" y="3988375"/>
              <a:ext cx="719225" cy="576900"/>
            </a:xfrm>
            <a:custGeom>
              <a:rect b="b" l="l" r="r" t="t"/>
              <a:pathLst>
                <a:path extrusionOk="0" h="23076" w="28769">
                  <a:moveTo>
                    <a:pt x="401" y="1"/>
                  </a:moveTo>
                  <a:cubicBezTo>
                    <a:pt x="382" y="1"/>
                    <a:pt x="362" y="2"/>
                    <a:pt x="341" y="5"/>
                  </a:cubicBezTo>
                  <a:cubicBezTo>
                    <a:pt x="114" y="62"/>
                    <a:pt x="1" y="260"/>
                    <a:pt x="57" y="544"/>
                  </a:cubicBezTo>
                  <a:cubicBezTo>
                    <a:pt x="86" y="885"/>
                    <a:pt x="143" y="1254"/>
                    <a:pt x="228" y="1595"/>
                  </a:cubicBezTo>
                  <a:cubicBezTo>
                    <a:pt x="512" y="2703"/>
                    <a:pt x="796" y="3810"/>
                    <a:pt x="1080" y="4946"/>
                  </a:cubicBezTo>
                  <a:cubicBezTo>
                    <a:pt x="2358" y="9944"/>
                    <a:pt x="3664" y="14943"/>
                    <a:pt x="4942" y="19941"/>
                  </a:cubicBezTo>
                  <a:cubicBezTo>
                    <a:pt x="4999" y="20140"/>
                    <a:pt x="5084" y="20310"/>
                    <a:pt x="5141" y="20480"/>
                  </a:cubicBezTo>
                  <a:cubicBezTo>
                    <a:pt x="5226" y="20764"/>
                    <a:pt x="5396" y="20963"/>
                    <a:pt x="5652" y="21105"/>
                  </a:cubicBezTo>
                  <a:cubicBezTo>
                    <a:pt x="6050" y="21332"/>
                    <a:pt x="6476" y="21531"/>
                    <a:pt x="6930" y="21645"/>
                  </a:cubicBezTo>
                  <a:cubicBezTo>
                    <a:pt x="9563" y="22486"/>
                    <a:pt x="12223" y="23068"/>
                    <a:pt x="14834" y="23068"/>
                  </a:cubicBezTo>
                  <a:cubicBezTo>
                    <a:pt x="14954" y="23068"/>
                    <a:pt x="15074" y="23067"/>
                    <a:pt x="15194" y="23065"/>
                  </a:cubicBezTo>
                  <a:cubicBezTo>
                    <a:pt x="15420" y="23072"/>
                    <a:pt x="15645" y="23075"/>
                    <a:pt x="15870" y="23075"/>
                  </a:cubicBezTo>
                  <a:cubicBezTo>
                    <a:pt x="17462" y="23075"/>
                    <a:pt x="19048" y="22898"/>
                    <a:pt x="20590" y="22525"/>
                  </a:cubicBezTo>
                  <a:cubicBezTo>
                    <a:pt x="21726" y="22241"/>
                    <a:pt x="22833" y="21787"/>
                    <a:pt x="23827" y="21190"/>
                  </a:cubicBezTo>
                  <a:cubicBezTo>
                    <a:pt x="24395" y="20821"/>
                    <a:pt x="24850" y="20367"/>
                    <a:pt x="24907" y="19628"/>
                  </a:cubicBezTo>
                  <a:cubicBezTo>
                    <a:pt x="24907" y="19572"/>
                    <a:pt x="24907" y="19515"/>
                    <a:pt x="24935" y="19458"/>
                  </a:cubicBezTo>
                  <a:cubicBezTo>
                    <a:pt x="25730" y="15624"/>
                    <a:pt x="26525" y="11762"/>
                    <a:pt x="27349" y="7900"/>
                  </a:cubicBezTo>
                  <a:cubicBezTo>
                    <a:pt x="27803" y="5741"/>
                    <a:pt x="28258" y="3555"/>
                    <a:pt x="28684" y="1368"/>
                  </a:cubicBezTo>
                  <a:cubicBezTo>
                    <a:pt x="28740" y="1084"/>
                    <a:pt x="28769" y="772"/>
                    <a:pt x="28740" y="488"/>
                  </a:cubicBezTo>
                  <a:cubicBezTo>
                    <a:pt x="28769" y="346"/>
                    <a:pt x="28655" y="204"/>
                    <a:pt x="28513" y="204"/>
                  </a:cubicBezTo>
                  <a:cubicBezTo>
                    <a:pt x="28494" y="199"/>
                    <a:pt x="28474" y="196"/>
                    <a:pt x="28455" y="196"/>
                  </a:cubicBezTo>
                  <a:cubicBezTo>
                    <a:pt x="28362" y="196"/>
                    <a:pt x="28276" y="252"/>
                    <a:pt x="28229" y="346"/>
                  </a:cubicBezTo>
                  <a:cubicBezTo>
                    <a:pt x="28030" y="715"/>
                    <a:pt x="27661" y="970"/>
                    <a:pt x="27235" y="970"/>
                  </a:cubicBezTo>
                  <a:cubicBezTo>
                    <a:pt x="27036" y="999"/>
                    <a:pt x="26866" y="1056"/>
                    <a:pt x="26696" y="1141"/>
                  </a:cubicBezTo>
                  <a:cubicBezTo>
                    <a:pt x="25333" y="1595"/>
                    <a:pt x="23941" y="1879"/>
                    <a:pt x="22521" y="1993"/>
                  </a:cubicBezTo>
                  <a:cubicBezTo>
                    <a:pt x="21328" y="2106"/>
                    <a:pt x="20164" y="2248"/>
                    <a:pt x="18943" y="2362"/>
                  </a:cubicBezTo>
                  <a:cubicBezTo>
                    <a:pt x="17693" y="2504"/>
                    <a:pt x="16472" y="2646"/>
                    <a:pt x="15251" y="2646"/>
                  </a:cubicBezTo>
                  <a:lnTo>
                    <a:pt x="12695" y="2646"/>
                  </a:lnTo>
                  <a:cubicBezTo>
                    <a:pt x="11502" y="2646"/>
                    <a:pt x="10309" y="2532"/>
                    <a:pt x="9117" y="2334"/>
                  </a:cubicBezTo>
                  <a:cubicBezTo>
                    <a:pt x="8350" y="2248"/>
                    <a:pt x="7612" y="2106"/>
                    <a:pt x="6845" y="1993"/>
                  </a:cubicBezTo>
                  <a:cubicBezTo>
                    <a:pt x="5851" y="1851"/>
                    <a:pt x="4828" y="1709"/>
                    <a:pt x="3835" y="1567"/>
                  </a:cubicBezTo>
                  <a:cubicBezTo>
                    <a:pt x="3636" y="1510"/>
                    <a:pt x="3430" y="1482"/>
                    <a:pt x="3227" y="1482"/>
                  </a:cubicBezTo>
                  <a:cubicBezTo>
                    <a:pt x="3025" y="1482"/>
                    <a:pt x="2826" y="1510"/>
                    <a:pt x="2642" y="1567"/>
                  </a:cubicBezTo>
                  <a:cubicBezTo>
                    <a:pt x="2557" y="1609"/>
                    <a:pt x="2471" y="1631"/>
                    <a:pt x="2390" y="1631"/>
                  </a:cubicBezTo>
                  <a:cubicBezTo>
                    <a:pt x="2308" y="1631"/>
                    <a:pt x="2230" y="1609"/>
                    <a:pt x="2159" y="1567"/>
                  </a:cubicBezTo>
                  <a:cubicBezTo>
                    <a:pt x="1903" y="1510"/>
                    <a:pt x="1676" y="1425"/>
                    <a:pt x="1449" y="1340"/>
                  </a:cubicBezTo>
                  <a:cubicBezTo>
                    <a:pt x="1222" y="1283"/>
                    <a:pt x="1051" y="1112"/>
                    <a:pt x="995" y="914"/>
                  </a:cubicBezTo>
                  <a:cubicBezTo>
                    <a:pt x="938" y="686"/>
                    <a:pt x="881" y="488"/>
                    <a:pt x="796" y="289"/>
                  </a:cubicBezTo>
                  <a:cubicBezTo>
                    <a:pt x="719" y="110"/>
                    <a:pt x="574" y="1"/>
                    <a:pt x="4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7368975" y="3711475"/>
              <a:ext cx="881125" cy="367325"/>
            </a:xfrm>
            <a:custGeom>
              <a:rect b="b" l="l" r="r" t="t"/>
              <a:pathLst>
                <a:path extrusionOk="0" h="14693" w="35245">
                  <a:moveTo>
                    <a:pt x="15437" y="655"/>
                  </a:moveTo>
                  <a:cubicBezTo>
                    <a:pt x="17070" y="655"/>
                    <a:pt x="18702" y="698"/>
                    <a:pt x="20335" y="772"/>
                  </a:cubicBezTo>
                  <a:cubicBezTo>
                    <a:pt x="22209" y="857"/>
                    <a:pt x="24112" y="999"/>
                    <a:pt x="25986" y="1198"/>
                  </a:cubicBezTo>
                  <a:cubicBezTo>
                    <a:pt x="27548" y="1368"/>
                    <a:pt x="29138" y="1596"/>
                    <a:pt x="30672" y="1908"/>
                  </a:cubicBezTo>
                  <a:cubicBezTo>
                    <a:pt x="31637" y="2078"/>
                    <a:pt x="32546" y="2362"/>
                    <a:pt x="33427" y="2703"/>
                  </a:cubicBezTo>
                  <a:cubicBezTo>
                    <a:pt x="33767" y="2817"/>
                    <a:pt x="34080" y="3016"/>
                    <a:pt x="34335" y="3271"/>
                  </a:cubicBezTo>
                  <a:cubicBezTo>
                    <a:pt x="34449" y="3356"/>
                    <a:pt x="34449" y="3527"/>
                    <a:pt x="34335" y="3640"/>
                  </a:cubicBezTo>
                  <a:cubicBezTo>
                    <a:pt x="34137" y="3811"/>
                    <a:pt x="33909" y="3953"/>
                    <a:pt x="33654" y="4066"/>
                  </a:cubicBezTo>
                  <a:cubicBezTo>
                    <a:pt x="32972" y="4322"/>
                    <a:pt x="32291" y="4521"/>
                    <a:pt x="31609" y="4634"/>
                  </a:cubicBezTo>
                  <a:cubicBezTo>
                    <a:pt x="30246" y="4890"/>
                    <a:pt x="28883" y="5089"/>
                    <a:pt x="27520" y="5202"/>
                  </a:cubicBezTo>
                  <a:cubicBezTo>
                    <a:pt x="24935" y="5401"/>
                    <a:pt x="22294" y="5515"/>
                    <a:pt x="19710" y="5515"/>
                  </a:cubicBezTo>
                  <a:cubicBezTo>
                    <a:pt x="16842" y="5515"/>
                    <a:pt x="14030" y="5373"/>
                    <a:pt x="11219" y="5174"/>
                  </a:cubicBezTo>
                  <a:cubicBezTo>
                    <a:pt x="9429" y="5060"/>
                    <a:pt x="7669" y="4833"/>
                    <a:pt x="5908" y="4521"/>
                  </a:cubicBezTo>
                  <a:cubicBezTo>
                    <a:pt x="4630" y="4294"/>
                    <a:pt x="3352" y="3981"/>
                    <a:pt x="2103" y="3555"/>
                  </a:cubicBezTo>
                  <a:cubicBezTo>
                    <a:pt x="1677" y="3442"/>
                    <a:pt x="1279" y="3214"/>
                    <a:pt x="967" y="2959"/>
                  </a:cubicBezTo>
                  <a:cubicBezTo>
                    <a:pt x="825" y="2845"/>
                    <a:pt x="825" y="2618"/>
                    <a:pt x="967" y="2504"/>
                  </a:cubicBezTo>
                  <a:cubicBezTo>
                    <a:pt x="1194" y="2334"/>
                    <a:pt x="1449" y="2164"/>
                    <a:pt x="1733" y="2078"/>
                  </a:cubicBezTo>
                  <a:cubicBezTo>
                    <a:pt x="2500" y="1794"/>
                    <a:pt x="3295" y="1567"/>
                    <a:pt x="4119" y="1454"/>
                  </a:cubicBezTo>
                  <a:cubicBezTo>
                    <a:pt x="6391" y="1084"/>
                    <a:pt x="8663" y="857"/>
                    <a:pt x="10963" y="772"/>
                  </a:cubicBezTo>
                  <a:cubicBezTo>
                    <a:pt x="12454" y="691"/>
                    <a:pt x="13946" y="655"/>
                    <a:pt x="15437" y="655"/>
                  </a:cubicBezTo>
                  <a:close/>
                  <a:moveTo>
                    <a:pt x="15256" y="0"/>
                  </a:moveTo>
                  <a:cubicBezTo>
                    <a:pt x="11962" y="0"/>
                    <a:pt x="8661" y="191"/>
                    <a:pt x="5397" y="602"/>
                  </a:cubicBezTo>
                  <a:cubicBezTo>
                    <a:pt x="4147" y="744"/>
                    <a:pt x="2954" y="999"/>
                    <a:pt x="1790" y="1397"/>
                  </a:cubicBezTo>
                  <a:cubicBezTo>
                    <a:pt x="1393" y="1510"/>
                    <a:pt x="1023" y="1681"/>
                    <a:pt x="683" y="1908"/>
                  </a:cubicBezTo>
                  <a:cubicBezTo>
                    <a:pt x="228" y="2220"/>
                    <a:pt x="1" y="2788"/>
                    <a:pt x="115" y="3328"/>
                  </a:cubicBezTo>
                  <a:cubicBezTo>
                    <a:pt x="143" y="3555"/>
                    <a:pt x="171" y="3726"/>
                    <a:pt x="228" y="3896"/>
                  </a:cubicBezTo>
                  <a:cubicBezTo>
                    <a:pt x="626" y="5515"/>
                    <a:pt x="995" y="7162"/>
                    <a:pt x="1393" y="8781"/>
                  </a:cubicBezTo>
                  <a:cubicBezTo>
                    <a:pt x="1449" y="8923"/>
                    <a:pt x="1478" y="9093"/>
                    <a:pt x="1478" y="9263"/>
                  </a:cubicBezTo>
                  <a:cubicBezTo>
                    <a:pt x="1506" y="9831"/>
                    <a:pt x="1648" y="10399"/>
                    <a:pt x="1932" y="10910"/>
                  </a:cubicBezTo>
                  <a:cubicBezTo>
                    <a:pt x="2131" y="11507"/>
                    <a:pt x="2642" y="11961"/>
                    <a:pt x="3238" y="12160"/>
                  </a:cubicBezTo>
                  <a:cubicBezTo>
                    <a:pt x="4062" y="12416"/>
                    <a:pt x="4857" y="12700"/>
                    <a:pt x="5681" y="12927"/>
                  </a:cubicBezTo>
                  <a:cubicBezTo>
                    <a:pt x="7669" y="13438"/>
                    <a:pt x="9713" y="13836"/>
                    <a:pt x="11787" y="14120"/>
                  </a:cubicBezTo>
                  <a:cubicBezTo>
                    <a:pt x="14257" y="14489"/>
                    <a:pt x="16728" y="14602"/>
                    <a:pt x="18517" y="14688"/>
                  </a:cubicBezTo>
                  <a:cubicBezTo>
                    <a:pt x="18751" y="14691"/>
                    <a:pt x="18986" y="14693"/>
                    <a:pt x="19220" y="14693"/>
                  </a:cubicBezTo>
                  <a:cubicBezTo>
                    <a:pt x="20860" y="14693"/>
                    <a:pt x="22500" y="14606"/>
                    <a:pt x="24140" y="14432"/>
                  </a:cubicBezTo>
                  <a:cubicBezTo>
                    <a:pt x="26327" y="14176"/>
                    <a:pt x="28514" y="13665"/>
                    <a:pt x="30587" y="12927"/>
                  </a:cubicBezTo>
                  <a:cubicBezTo>
                    <a:pt x="31240" y="12671"/>
                    <a:pt x="31836" y="12387"/>
                    <a:pt x="32433" y="12046"/>
                  </a:cubicBezTo>
                  <a:cubicBezTo>
                    <a:pt x="33029" y="11677"/>
                    <a:pt x="33455" y="11109"/>
                    <a:pt x="33625" y="10456"/>
                  </a:cubicBezTo>
                  <a:cubicBezTo>
                    <a:pt x="33995" y="9093"/>
                    <a:pt x="34392" y="7758"/>
                    <a:pt x="34733" y="6395"/>
                  </a:cubicBezTo>
                  <a:cubicBezTo>
                    <a:pt x="34960" y="5628"/>
                    <a:pt x="35074" y="4805"/>
                    <a:pt x="35159" y="3981"/>
                  </a:cubicBezTo>
                  <a:cubicBezTo>
                    <a:pt x="35244" y="3300"/>
                    <a:pt x="34875" y="2646"/>
                    <a:pt x="34250" y="2391"/>
                  </a:cubicBezTo>
                  <a:cubicBezTo>
                    <a:pt x="34023" y="2277"/>
                    <a:pt x="33796" y="2164"/>
                    <a:pt x="33569" y="2078"/>
                  </a:cubicBezTo>
                  <a:cubicBezTo>
                    <a:pt x="33057" y="1908"/>
                    <a:pt x="32546" y="1738"/>
                    <a:pt x="32007" y="1596"/>
                  </a:cubicBezTo>
                  <a:cubicBezTo>
                    <a:pt x="29678" y="1028"/>
                    <a:pt x="27292" y="658"/>
                    <a:pt x="24878" y="460"/>
                  </a:cubicBezTo>
                  <a:cubicBezTo>
                    <a:pt x="22493" y="204"/>
                    <a:pt x="20079" y="90"/>
                    <a:pt x="17665" y="34"/>
                  </a:cubicBezTo>
                  <a:cubicBezTo>
                    <a:pt x="16863" y="11"/>
                    <a:pt x="16060" y="0"/>
                    <a:pt x="152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7389575" y="3727650"/>
              <a:ext cx="840625" cy="121700"/>
            </a:xfrm>
            <a:custGeom>
              <a:rect b="b" l="l" r="r" t="t"/>
              <a:pathLst>
                <a:path extrusionOk="0" h="4868" w="33625">
                  <a:moveTo>
                    <a:pt x="14595" y="1"/>
                  </a:moveTo>
                  <a:cubicBezTo>
                    <a:pt x="13119" y="1"/>
                    <a:pt x="11643" y="30"/>
                    <a:pt x="10167" y="97"/>
                  </a:cubicBezTo>
                  <a:cubicBezTo>
                    <a:pt x="7867" y="182"/>
                    <a:pt x="5567" y="409"/>
                    <a:pt x="3295" y="778"/>
                  </a:cubicBezTo>
                  <a:cubicBezTo>
                    <a:pt x="2500" y="920"/>
                    <a:pt x="1704" y="1119"/>
                    <a:pt x="938" y="1403"/>
                  </a:cubicBezTo>
                  <a:cubicBezTo>
                    <a:pt x="625" y="1517"/>
                    <a:pt x="370" y="1659"/>
                    <a:pt x="143" y="1857"/>
                  </a:cubicBezTo>
                  <a:cubicBezTo>
                    <a:pt x="1" y="1971"/>
                    <a:pt x="1" y="2170"/>
                    <a:pt x="143" y="2283"/>
                  </a:cubicBezTo>
                  <a:cubicBezTo>
                    <a:pt x="483" y="2567"/>
                    <a:pt x="881" y="2766"/>
                    <a:pt x="1307" y="2908"/>
                  </a:cubicBezTo>
                  <a:cubicBezTo>
                    <a:pt x="2528" y="3306"/>
                    <a:pt x="3806" y="3618"/>
                    <a:pt x="5084" y="3845"/>
                  </a:cubicBezTo>
                  <a:cubicBezTo>
                    <a:pt x="6845" y="4158"/>
                    <a:pt x="8605" y="4385"/>
                    <a:pt x="10366" y="4498"/>
                  </a:cubicBezTo>
                  <a:cubicBezTo>
                    <a:pt x="13206" y="4726"/>
                    <a:pt x="16018" y="4868"/>
                    <a:pt x="18886" y="4868"/>
                  </a:cubicBezTo>
                  <a:cubicBezTo>
                    <a:pt x="21470" y="4868"/>
                    <a:pt x="24111" y="4754"/>
                    <a:pt x="26724" y="4527"/>
                  </a:cubicBezTo>
                  <a:cubicBezTo>
                    <a:pt x="28087" y="4413"/>
                    <a:pt x="29450" y="4243"/>
                    <a:pt x="30785" y="3987"/>
                  </a:cubicBezTo>
                  <a:cubicBezTo>
                    <a:pt x="31495" y="3845"/>
                    <a:pt x="32177" y="3647"/>
                    <a:pt x="32830" y="3391"/>
                  </a:cubicBezTo>
                  <a:cubicBezTo>
                    <a:pt x="33114" y="3306"/>
                    <a:pt x="33341" y="3164"/>
                    <a:pt x="33540" y="2965"/>
                  </a:cubicBezTo>
                  <a:cubicBezTo>
                    <a:pt x="33625" y="2880"/>
                    <a:pt x="33625" y="2709"/>
                    <a:pt x="33540" y="2596"/>
                  </a:cubicBezTo>
                  <a:cubicBezTo>
                    <a:pt x="33284" y="2369"/>
                    <a:pt x="32972" y="2170"/>
                    <a:pt x="32631" y="2056"/>
                  </a:cubicBezTo>
                  <a:cubicBezTo>
                    <a:pt x="31751" y="1687"/>
                    <a:pt x="30813" y="1431"/>
                    <a:pt x="29876" y="1261"/>
                  </a:cubicBezTo>
                  <a:cubicBezTo>
                    <a:pt x="28314" y="920"/>
                    <a:pt x="26752" y="721"/>
                    <a:pt x="25190" y="551"/>
                  </a:cubicBezTo>
                  <a:cubicBezTo>
                    <a:pt x="23288" y="324"/>
                    <a:pt x="21413" y="182"/>
                    <a:pt x="19539" y="97"/>
                  </a:cubicBezTo>
                  <a:cubicBezTo>
                    <a:pt x="17891" y="37"/>
                    <a:pt x="16243" y="1"/>
                    <a:pt x="145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7443525" y="3781775"/>
              <a:ext cx="734150" cy="67575"/>
            </a:xfrm>
            <a:custGeom>
              <a:rect b="b" l="l" r="r" t="t"/>
              <a:pathLst>
                <a:path extrusionOk="0" h="2703" w="29366">
                  <a:moveTo>
                    <a:pt x="12484" y="1"/>
                  </a:moveTo>
                  <a:cubicBezTo>
                    <a:pt x="10992" y="1"/>
                    <a:pt x="9501" y="37"/>
                    <a:pt x="8009" y="118"/>
                  </a:cubicBezTo>
                  <a:cubicBezTo>
                    <a:pt x="5709" y="175"/>
                    <a:pt x="3409" y="431"/>
                    <a:pt x="1137" y="800"/>
                  </a:cubicBezTo>
                  <a:cubicBezTo>
                    <a:pt x="768" y="857"/>
                    <a:pt x="370" y="942"/>
                    <a:pt x="1" y="1027"/>
                  </a:cubicBezTo>
                  <a:cubicBezTo>
                    <a:pt x="966" y="1311"/>
                    <a:pt x="1960" y="1510"/>
                    <a:pt x="2954" y="1709"/>
                  </a:cubicBezTo>
                  <a:cubicBezTo>
                    <a:pt x="4687" y="2021"/>
                    <a:pt x="6476" y="2220"/>
                    <a:pt x="8237" y="2333"/>
                  </a:cubicBezTo>
                  <a:cubicBezTo>
                    <a:pt x="11048" y="2561"/>
                    <a:pt x="13860" y="2703"/>
                    <a:pt x="16756" y="2703"/>
                  </a:cubicBezTo>
                  <a:cubicBezTo>
                    <a:pt x="19341" y="2703"/>
                    <a:pt x="21953" y="2589"/>
                    <a:pt x="24566" y="2390"/>
                  </a:cubicBezTo>
                  <a:cubicBezTo>
                    <a:pt x="25929" y="2277"/>
                    <a:pt x="27292" y="2078"/>
                    <a:pt x="28627" y="1822"/>
                  </a:cubicBezTo>
                  <a:cubicBezTo>
                    <a:pt x="28883" y="1766"/>
                    <a:pt x="29138" y="1709"/>
                    <a:pt x="29365" y="1652"/>
                  </a:cubicBezTo>
                  <a:cubicBezTo>
                    <a:pt x="28826" y="1510"/>
                    <a:pt x="28286" y="1368"/>
                    <a:pt x="27718" y="1254"/>
                  </a:cubicBezTo>
                  <a:cubicBezTo>
                    <a:pt x="26156" y="942"/>
                    <a:pt x="24594" y="715"/>
                    <a:pt x="23004" y="544"/>
                  </a:cubicBezTo>
                  <a:cubicBezTo>
                    <a:pt x="21130" y="346"/>
                    <a:pt x="19255" y="175"/>
                    <a:pt x="17381" y="118"/>
                  </a:cubicBezTo>
                  <a:cubicBezTo>
                    <a:pt x="15749" y="44"/>
                    <a:pt x="14116" y="1"/>
                    <a:pt x="12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7280950" y="2061108"/>
              <a:ext cx="415350" cy="1746802"/>
            </a:xfrm>
            <a:custGeom>
              <a:rect b="b" l="l" r="r" t="t"/>
              <a:pathLst>
                <a:path extrusionOk="0" h="72943" w="16614">
                  <a:moveTo>
                    <a:pt x="4277" y="1"/>
                  </a:moveTo>
                  <a:cubicBezTo>
                    <a:pt x="4253" y="1"/>
                    <a:pt x="4228" y="3"/>
                    <a:pt x="4204" y="6"/>
                  </a:cubicBezTo>
                  <a:cubicBezTo>
                    <a:pt x="4005" y="6"/>
                    <a:pt x="3834" y="148"/>
                    <a:pt x="3778" y="318"/>
                  </a:cubicBezTo>
                  <a:cubicBezTo>
                    <a:pt x="3721" y="517"/>
                    <a:pt x="3664" y="688"/>
                    <a:pt x="3664" y="886"/>
                  </a:cubicBezTo>
                  <a:cubicBezTo>
                    <a:pt x="3607" y="1369"/>
                    <a:pt x="3607" y="1880"/>
                    <a:pt x="3550" y="2363"/>
                  </a:cubicBezTo>
                  <a:cubicBezTo>
                    <a:pt x="3323" y="4550"/>
                    <a:pt x="3011" y="6765"/>
                    <a:pt x="2613" y="8923"/>
                  </a:cubicBezTo>
                  <a:cubicBezTo>
                    <a:pt x="2159" y="11224"/>
                    <a:pt x="1676" y="13496"/>
                    <a:pt x="1307" y="15796"/>
                  </a:cubicBezTo>
                  <a:cubicBezTo>
                    <a:pt x="625" y="19999"/>
                    <a:pt x="199" y="24259"/>
                    <a:pt x="86" y="28519"/>
                  </a:cubicBezTo>
                  <a:cubicBezTo>
                    <a:pt x="1" y="31216"/>
                    <a:pt x="285" y="33886"/>
                    <a:pt x="938" y="36499"/>
                  </a:cubicBezTo>
                  <a:cubicBezTo>
                    <a:pt x="1676" y="39651"/>
                    <a:pt x="2613" y="42775"/>
                    <a:pt x="3749" y="45842"/>
                  </a:cubicBezTo>
                  <a:cubicBezTo>
                    <a:pt x="5254" y="49960"/>
                    <a:pt x="6277" y="54220"/>
                    <a:pt x="7299" y="58479"/>
                  </a:cubicBezTo>
                  <a:cubicBezTo>
                    <a:pt x="7924" y="61546"/>
                    <a:pt x="8776" y="64585"/>
                    <a:pt x="9770" y="67567"/>
                  </a:cubicBezTo>
                  <a:cubicBezTo>
                    <a:pt x="10054" y="68334"/>
                    <a:pt x="10281" y="69129"/>
                    <a:pt x="10451" y="69924"/>
                  </a:cubicBezTo>
                  <a:cubicBezTo>
                    <a:pt x="10537" y="70379"/>
                    <a:pt x="10622" y="70833"/>
                    <a:pt x="10735" y="71287"/>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878"/>
                  </a:cubicBezTo>
                  <a:cubicBezTo>
                    <a:pt x="12491" y="72887"/>
                    <a:pt x="12657" y="72892"/>
                    <a:pt x="12822" y="72892"/>
                  </a:cubicBezTo>
                  <a:cubicBezTo>
                    <a:pt x="13649" y="72892"/>
                    <a:pt x="14470" y="72773"/>
                    <a:pt x="15251" y="72537"/>
                  </a:cubicBezTo>
                  <a:lnTo>
                    <a:pt x="15080" y="71188"/>
                  </a:lnTo>
                  <a:lnTo>
                    <a:pt x="15080" y="71188"/>
                  </a:lnTo>
                  <a:cubicBezTo>
                    <a:pt x="15137" y="71635"/>
                    <a:pt x="15194" y="72082"/>
                    <a:pt x="15251" y="72537"/>
                  </a:cubicBezTo>
                  <a:cubicBezTo>
                    <a:pt x="16160" y="72224"/>
                    <a:pt x="16330" y="72054"/>
                    <a:pt x="16330" y="71145"/>
                  </a:cubicBezTo>
                  <a:lnTo>
                    <a:pt x="16330" y="69243"/>
                  </a:lnTo>
                  <a:cubicBezTo>
                    <a:pt x="16273" y="67652"/>
                    <a:pt x="16245" y="66033"/>
                    <a:pt x="16330" y="64415"/>
                  </a:cubicBezTo>
                  <a:cubicBezTo>
                    <a:pt x="16358" y="63023"/>
                    <a:pt x="16387" y="61603"/>
                    <a:pt x="16415" y="60212"/>
                  </a:cubicBezTo>
                  <a:lnTo>
                    <a:pt x="16415" y="56605"/>
                  </a:lnTo>
                  <a:cubicBezTo>
                    <a:pt x="16415" y="54134"/>
                    <a:pt x="16529" y="51692"/>
                    <a:pt x="16444" y="49221"/>
                  </a:cubicBezTo>
                  <a:cubicBezTo>
                    <a:pt x="16415" y="48199"/>
                    <a:pt x="16415" y="47205"/>
                    <a:pt x="16444" y="46183"/>
                  </a:cubicBezTo>
                  <a:cubicBezTo>
                    <a:pt x="16444" y="44195"/>
                    <a:pt x="16500" y="42178"/>
                    <a:pt x="16500" y="40190"/>
                  </a:cubicBezTo>
                  <a:cubicBezTo>
                    <a:pt x="16500" y="39168"/>
                    <a:pt x="16500" y="38174"/>
                    <a:pt x="16529" y="37152"/>
                  </a:cubicBezTo>
                  <a:cubicBezTo>
                    <a:pt x="16614" y="34426"/>
                    <a:pt x="16415" y="31671"/>
                    <a:pt x="15989" y="28973"/>
                  </a:cubicBezTo>
                  <a:cubicBezTo>
                    <a:pt x="15506" y="26303"/>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7280950" y="2061108"/>
              <a:ext cx="414650" cy="1746802"/>
            </a:xfrm>
            <a:custGeom>
              <a:rect b="b" l="l" r="r" t="t"/>
              <a:pathLst>
                <a:path extrusionOk="0" h="72943" w="16586">
                  <a:moveTo>
                    <a:pt x="4277" y="1"/>
                  </a:moveTo>
                  <a:cubicBezTo>
                    <a:pt x="4253" y="1"/>
                    <a:pt x="4228" y="3"/>
                    <a:pt x="4204" y="6"/>
                  </a:cubicBezTo>
                  <a:cubicBezTo>
                    <a:pt x="4005" y="6"/>
                    <a:pt x="3834" y="120"/>
                    <a:pt x="3778" y="318"/>
                  </a:cubicBezTo>
                  <a:cubicBezTo>
                    <a:pt x="3721" y="489"/>
                    <a:pt x="3664" y="688"/>
                    <a:pt x="3664" y="886"/>
                  </a:cubicBezTo>
                  <a:cubicBezTo>
                    <a:pt x="3607" y="1369"/>
                    <a:pt x="3607" y="1852"/>
                    <a:pt x="3550" y="2363"/>
                  </a:cubicBezTo>
                  <a:cubicBezTo>
                    <a:pt x="3323" y="4550"/>
                    <a:pt x="3039" y="6765"/>
                    <a:pt x="2613" y="8923"/>
                  </a:cubicBezTo>
                  <a:cubicBezTo>
                    <a:pt x="2159" y="11224"/>
                    <a:pt x="1676" y="13496"/>
                    <a:pt x="1307" y="15796"/>
                  </a:cubicBezTo>
                  <a:cubicBezTo>
                    <a:pt x="625" y="19999"/>
                    <a:pt x="199" y="24259"/>
                    <a:pt x="86" y="28519"/>
                  </a:cubicBezTo>
                  <a:cubicBezTo>
                    <a:pt x="1" y="31216"/>
                    <a:pt x="285" y="33886"/>
                    <a:pt x="909" y="36499"/>
                  </a:cubicBezTo>
                  <a:cubicBezTo>
                    <a:pt x="1676" y="39651"/>
                    <a:pt x="2613" y="42775"/>
                    <a:pt x="3749" y="45842"/>
                  </a:cubicBezTo>
                  <a:cubicBezTo>
                    <a:pt x="5254" y="49960"/>
                    <a:pt x="6277" y="54220"/>
                    <a:pt x="7271" y="58479"/>
                  </a:cubicBezTo>
                  <a:cubicBezTo>
                    <a:pt x="7924" y="61546"/>
                    <a:pt x="8747" y="64585"/>
                    <a:pt x="9770" y="67567"/>
                  </a:cubicBezTo>
                  <a:cubicBezTo>
                    <a:pt x="10054" y="68334"/>
                    <a:pt x="10281" y="69129"/>
                    <a:pt x="10451" y="69924"/>
                  </a:cubicBezTo>
                  <a:cubicBezTo>
                    <a:pt x="10537" y="70379"/>
                    <a:pt x="10622" y="70861"/>
                    <a:pt x="10735" y="71316"/>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906"/>
                  </a:cubicBezTo>
                  <a:cubicBezTo>
                    <a:pt x="12240" y="72196"/>
                    <a:pt x="12127" y="71514"/>
                    <a:pt x="11928" y="70833"/>
                  </a:cubicBezTo>
                  <a:cubicBezTo>
                    <a:pt x="11843" y="70577"/>
                    <a:pt x="11814" y="70293"/>
                    <a:pt x="11786" y="70038"/>
                  </a:cubicBezTo>
                  <a:cubicBezTo>
                    <a:pt x="11616" y="69669"/>
                    <a:pt x="11530" y="69299"/>
                    <a:pt x="11474" y="68902"/>
                  </a:cubicBezTo>
                  <a:cubicBezTo>
                    <a:pt x="11246" y="68305"/>
                    <a:pt x="11105" y="67709"/>
                    <a:pt x="10991" y="67113"/>
                  </a:cubicBezTo>
                  <a:cubicBezTo>
                    <a:pt x="10821" y="66743"/>
                    <a:pt x="10707" y="66374"/>
                    <a:pt x="10707" y="65977"/>
                  </a:cubicBezTo>
                  <a:cubicBezTo>
                    <a:pt x="10451" y="65352"/>
                    <a:pt x="10281" y="64699"/>
                    <a:pt x="10196" y="64046"/>
                  </a:cubicBezTo>
                  <a:cubicBezTo>
                    <a:pt x="10054" y="63733"/>
                    <a:pt x="9969" y="63421"/>
                    <a:pt x="9940" y="63080"/>
                  </a:cubicBezTo>
                  <a:cubicBezTo>
                    <a:pt x="9685" y="62171"/>
                    <a:pt x="9457" y="61234"/>
                    <a:pt x="9287" y="60297"/>
                  </a:cubicBezTo>
                  <a:cubicBezTo>
                    <a:pt x="9117" y="59956"/>
                    <a:pt x="9031" y="59559"/>
                    <a:pt x="9003" y="59161"/>
                  </a:cubicBezTo>
                  <a:cubicBezTo>
                    <a:pt x="8719" y="58309"/>
                    <a:pt x="8520" y="57457"/>
                    <a:pt x="8350" y="56577"/>
                  </a:cubicBezTo>
                  <a:cubicBezTo>
                    <a:pt x="8208" y="56207"/>
                    <a:pt x="8094" y="55838"/>
                    <a:pt x="8066" y="55441"/>
                  </a:cubicBezTo>
                  <a:cubicBezTo>
                    <a:pt x="7924" y="55157"/>
                    <a:pt x="7810" y="54844"/>
                    <a:pt x="7782" y="54504"/>
                  </a:cubicBezTo>
                  <a:cubicBezTo>
                    <a:pt x="7555" y="53595"/>
                    <a:pt x="7356" y="52686"/>
                    <a:pt x="7129" y="51777"/>
                  </a:cubicBezTo>
                  <a:cubicBezTo>
                    <a:pt x="6930" y="51380"/>
                    <a:pt x="6816" y="50982"/>
                    <a:pt x="6788" y="50556"/>
                  </a:cubicBezTo>
                  <a:cubicBezTo>
                    <a:pt x="6617" y="50300"/>
                    <a:pt x="6532" y="50017"/>
                    <a:pt x="6504" y="49733"/>
                  </a:cubicBezTo>
                  <a:cubicBezTo>
                    <a:pt x="6277" y="48881"/>
                    <a:pt x="6021" y="48029"/>
                    <a:pt x="5794" y="47177"/>
                  </a:cubicBezTo>
                  <a:cubicBezTo>
                    <a:pt x="5624" y="46836"/>
                    <a:pt x="5510" y="46467"/>
                    <a:pt x="5425" y="46069"/>
                  </a:cubicBezTo>
                  <a:cubicBezTo>
                    <a:pt x="5056" y="44990"/>
                    <a:pt x="4686" y="43854"/>
                    <a:pt x="4402" y="42718"/>
                  </a:cubicBezTo>
                  <a:cubicBezTo>
                    <a:pt x="4175" y="42320"/>
                    <a:pt x="4062" y="41866"/>
                    <a:pt x="4005" y="41412"/>
                  </a:cubicBezTo>
                  <a:cubicBezTo>
                    <a:pt x="3749" y="40673"/>
                    <a:pt x="3522" y="39907"/>
                    <a:pt x="3380" y="39140"/>
                  </a:cubicBezTo>
                  <a:cubicBezTo>
                    <a:pt x="3068" y="38345"/>
                    <a:pt x="2869" y="37521"/>
                    <a:pt x="2755" y="36669"/>
                  </a:cubicBezTo>
                  <a:cubicBezTo>
                    <a:pt x="2500" y="36243"/>
                    <a:pt x="2528" y="35732"/>
                    <a:pt x="2386" y="35277"/>
                  </a:cubicBezTo>
                  <a:cubicBezTo>
                    <a:pt x="2301" y="34937"/>
                    <a:pt x="2244" y="34596"/>
                    <a:pt x="2216" y="34255"/>
                  </a:cubicBezTo>
                  <a:cubicBezTo>
                    <a:pt x="2102" y="33858"/>
                    <a:pt x="2045" y="33460"/>
                    <a:pt x="2045" y="33062"/>
                  </a:cubicBezTo>
                  <a:cubicBezTo>
                    <a:pt x="2017" y="33062"/>
                    <a:pt x="2017" y="33034"/>
                    <a:pt x="1988" y="33006"/>
                  </a:cubicBezTo>
                  <a:cubicBezTo>
                    <a:pt x="1790" y="32125"/>
                    <a:pt x="1676" y="31216"/>
                    <a:pt x="1619" y="30308"/>
                  </a:cubicBezTo>
                  <a:cubicBezTo>
                    <a:pt x="1506" y="29938"/>
                    <a:pt x="1477" y="29541"/>
                    <a:pt x="1534" y="29143"/>
                  </a:cubicBezTo>
                  <a:cubicBezTo>
                    <a:pt x="1392" y="28178"/>
                    <a:pt x="1364" y="27212"/>
                    <a:pt x="1477" y="26218"/>
                  </a:cubicBezTo>
                  <a:cubicBezTo>
                    <a:pt x="1392" y="25735"/>
                    <a:pt x="1392" y="25224"/>
                    <a:pt x="1506" y="24741"/>
                  </a:cubicBezTo>
                  <a:cubicBezTo>
                    <a:pt x="1477" y="24145"/>
                    <a:pt x="1506" y="23520"/>
                    <a:pt x="1619" y="22924"/>
                  </a:cubicBezTo>
                  <a:cubicBezTo>
                    <a:pt x="1591" y="22498"/>
                    <a:pt x="1648" y="22044"/>
                    <a:pt x="1733" y="21589"/>
                  </a:cubicBezTo>
                  <a:cubicBezTo>
                    <a:pt x="1761" y="20538"/>
                    <a:pt x="1903" y="19488"/>
                    <a:pt x="2130" y="18465"/>
                  </a:cubicBezTo>
                  <a:cubicBezTo>
                    <a:pt x="2102" y="18039"/>
                    <a:pt x="2187" y="17642"/>
                    <a:pt x="2329" y="17273"/>
                  </a:cubicBezTo>
                  <a:cubicBezTo>
                    <a:pt x="2414" y="16222"/>
                    <a:pt x="2585" y="15228"/>
                    <a:pt x="2869" y="14234"/>
                  </a:cubicBezTo>
                  <a:cubicBezTo>
                    <a:pt x="2869" y="13865"/>
                    <a:pt x="2954" y="13524"/>
                    <a:pt x="3096" y="13212"/>
                  </a:cubicBezTo>
                  <a:cubicBezTo>
                    <a:pt x="3096" y="12700"/>
                    <a:pt x="3181" y="12218"/>
                    <a:pt x="3352" y="11735"/>
                  </a:cubicBezTo>
                  <a:cubicBezTo>
                    <a:pt x="3352" y="11252"/>
                    <a:pt x="3437" y="10741"/>
                    <a:pt x="3607" y="10286"/>
                  </a:cubicBezTo>
                  <a:cubicBezTo>
                    <a:pt x="3692" y="9491"/>
                    <a:pt x="3806" y="8696"/>
                    <a:pt x="3976" y="7929"/>
                  </a:cubicBezTo>
                  <a:cubicBezTo>
                    <a:pt x="3976" y="7532"/>
                    <a:pt x="4062" y="7134"/>
                    <a:pt x="4204" y="6765"/>
                  </a:cubicBezTo>
                  <a:cubicBezTo>
                    <a:pt x="4204" y="6169"/>
                    <a:pt x="4289" y="5601"/>
                    <a:pt x="4402" y="5033"/>
                  </a:cubicBezTo>
                  <a:cubicBezTo>
                    <a:pt x="4772" y="5544"/>
                    <a:pt x="5112" y="6083"/>
                    <a:pt x="5368" y="6680"/>
                  </a:cubicBezTo>
                  <a:cubicBezTo>
                    <a:pt x="5652" y="6992"/>
                    <a:pt x="5879" y="7361"/>
                    <a:pt x="6021" y="7787"/>
                  </a:cubicBezTo>
                  <a:cubicBezTo>
                    <a:pt x="6362" y="8270"/>
                    <a:pt x="6646" y="8781"/>
                    <a:pt x="6845" y="9349"/>
                  </a:cubicBezTo>
                  <a:cubicBezTo>
                    <a:pt x="7100" y="9690"/>
                    <a:pt x="7299" y="10059"/>
                    <a:pt x="7413" y="10485"/>
                  </a:cubicBezTo>
                  <a:cubicBezTo>
                    <a:pt x="7782" y="11025"/>
                    <a:pt x="8066" y="11621"/>
                    <a:pt x="8293" y="12246"/>
                  </a:cubicBezTo>
                  <a:cubicBezTo>
                    <a:pt x="8549" y="12558"/>
                    <a:pt x="8747" y="12928"/>
                    <a:pt x="8861" y="13354"/>
                  </a:cubicBezTo>
                  <a:cubicBezTo>
                    <a:pt x="9315" y="14149"/>
                    <a:pt x="9713" y="14972"/>
                    <a:pt x="9997" y="15853"/>
                  </a:cubicBezTo>
                  <a:cubicBezTo>
                    <a:pt x="10224" y="16165"/>
                    <a:pt x="10395" y="16477"/>
                    <a:pt x="10480" y="16847"/>
                  </a:cubicBezTo>
                  <a:cubicBezTo>
                    <a:pt x="10707" y="17187"/>
                    <a:pt x="10877" y="17585"/>
                    <a:pt x="10963" y="17983"/>
                  </a:cubicBezTo>
                  <a:cubicBezTo>
                    <a:pt x="11190" y="18323"/>
                    <a:pt x="11360" y="18693"/>
                    <a:pt x="11474" y="19090"/>
                  </a:cubicBezTo>
                  <a:cubicBezTo>
                    <a:pt x="11900" y="19970"/>
                    <a:pt x="12240" y="20908"/>
                    <a:pt x="12496" y="21845"/>
                  </a:cubicBezTo>
                  <a:cubicBezTo>
                    <a:pt x="12752" y="22356"/>
                    <a:pt x="12922" y="22896"/>
                    <a:pt x="13007" y="23464"/>
                  </a:cubicBezTo>
                  <a:cubicBezTo>
                    <a:pt x="13320" y="24514"/>
                    <a:pt x="13604" y="25593"/>
                    <a:pt x="13802" y="26701"/>
                  </a:cubicBezTo>
                  <a:cubicBezTo>
                    <a:pt x="13973" y="27042"/>
                    <a:pt x="14058" y="27439"/>
                    <a:pt x="14058" y="27837"/>
                  </a:cubicBezTo>
                  <a:cubicBezTo>
                    <a:pt x="14342" y="28661"/>
                    <a:pt x="14484" y="29541"/>
                    <a:pt x="14484" y="30421"/>
                  </a:cubicBezTo>
                  <a:cubicBezTo>
                    <a:pt x="14569" y="30819"/>
                    <a:pt x="14598" y="31216"/>
                    <a:pt x="14569" y="31614"/>
                  </a:cubicBezTo>
                  <a:cubicBezTo>
                    <a:pt x="14683" y="32523"/>
                    <a:pt x="14740" y="33460"/>
                    <a:pt x="14740" y="34397"/>
                  </a:cubicBezTo>
                  <a:cubicBezTo>
                    <a:pt x="14853" y="35135"/>
                    <a:pt x="14853" y="35902"/>
                    <a:pt x="14768" y="36669"/>
                  </a:cubicBezTo>
                  <a:cubicBezTo>
                    <a:pt x="14882" y="37379"/>
                    <a:pt x="14910" y="38089"/>
                    <a:pt x="14853" y="38799"/>
                  </a:cubicBezTo>
                  <a:cubicBezTo>
                    <a:pt x="14938" y="39168"/>
                    <a:pt x="14967" y="39566"/>
                    <a:pt x="14910" y="39963"/>
                  </a:cubicBezTo>
                  <a:cubicBezTo>
                    <a:pt x="14967" y="40531"/>
                    <a:pt x="15052" y="41042"/>
                    <a:pt x="15052" y="41582"/>
                  </a:cubicBezTo>
                  <a:cubicBezTo>
                    <a:pt x="15080" y="42576"/>
                    <a:pt x="15080" y="43570"/>
                    <a:pt x="15080" y="44592"/>
                  </a:cubicBezTo>
                  <a:cubicBezTo>
                    <a:pt x="15137" y="44962"/>
                    <a:pt x="15137" y="45359"/>
                    <a:pt x="15109" y="45728"/>
                  </a:cubicBezTo>
                  <a:cubicBezTo>
                    <a:pt x="15137" y="46893"/>
                    <a:pt x="15109" y="48057"/>
                    <a:pt x="14995" y="49193"/>
                  </a:cubicBezTo>
                  <a:cubicBezTo>
                    <a:pt x="15024" y="49619"/>
                    <a:pt x="14995" y="50073"/>
                    <a:pt x="14910" y="50499"/>
                  </a:cubicBezTo>
                  <a:cubicBezTo>
                    <a:pt x="14882" y="51522"/>
                    <a:pt x="14825" y="52544"/>
                    <a:pt x="14796" y="53566"/>
                  </a:cubicBezTo>
                  <a:cubicBezTo>
                    <a:pt x="14768" y="53652"/>
                    <a:pt x="14740" y="53708"/>
                    <a:pt x="14711" y="53794"/>
                  </a:cubicBezTo>
                  <a:cubicBezTo>
                    <a:pt x="14768" y="54191"/>
                    <a:pt x="14768" y="54589"/>
                    <a:pt x="14711" y="54986"/>
                  </a:cubicBezTo>
                  <a:cubicBezTo>
                    <a:pt x="14683" y="55923"/>
                    <a:pt x="14711" y="56861"/>
                    <a:pt x="14598" y="57798"/>
                  </a:cubicBezTo>
                  <a:cubicBezTo>
                    <a:pt x="14683" y="58224"/>
                    <a:pt x="14654" y="58650"/>
                    <a:pt x="14569" y="59076"/>
                  </a:cubicBezTo>
                  <a:cubicBezTo>
                    <a:pt x="14598" y="59899"/>
                    <a:pt x="14626" y="60751"/>
                    <a:pt x="14654" y="61575"/>
                  </a:cubicBezTo>
                  <a:cubicBezTo>
                    <a:pt x="14626" y="61745"/>
                    <a:pt x="14626" y="61887"/>
                    <a:pt x="14569" y="62058"/>
                  </a:cubicBezTo>
                  <a:cubicBezTo>
                    <a:pt x="14626" y="62484"/>
                    <a:pt x="14654" y="62910"/>
                    <a:pt x="14598" y="63364"/>
                  </a:cubicBezTo>
                  <a:cubicBezTo>
                    <a:pt x="14683" y="63733"/>
                    <a:pt x="14683" y="64131"/>
                    <a:pt x="14626" y="64500"/>
                  </a:cubicBezTo>
                  <a:cubicBezTo>
                    <a:pt x="14711" y="64898"/>
                    <a:pt x="14711" y="65295"/>
                    <a:pt x="14626" y="65693"/>
                  </a:cubicBezTo>
                  <a:cubicBezTo>
                    <a:pt x="14683" y="66658"/>
                    <a:pt x="14740" y="67652"/>
                    <a:pt x="14796" y="68618"/>
                  </a:cubicBezTo>
                  <a:cubicBezTo>
                    <a:pt x="14853" y="69015"/>
                    <a:pt x="14882" y="69413"/>
                    <a:pt x="14882" y="69811"/>
                  </a:cubicBezTo>
                  <a:cubicBezTo>
                    <a:pt x="14995" y="70691"/>
                    <a:pt x="15109" y="71600"/>
                    <a:pt x="15222" y="72508"/>
                  </a:cubicBezTo>
                  <a:cubicBezTo>
                    <a:pt x="16131" y="72168"/>
                    <a:pt x="16302" y="72026"/>
                    <a:pt x="16302" y="71117"/>
                  </a:cubicBezTo>
                  <a:lnTo>
                    <a:pt x="16302" y="69214"/>
                  </a:lnTo>
                  <a:cubicBezTo>
                    <a:pt x="16245" y="67595"/>
                    <a:pt x="16245" y="66005"/>
                    <a:pt x="16302" y="64386"/>
                  </a:cubicBezTo>
                  <a:cubicBezTo>
                    <a:pt x="16330" y="62966"/>
                    <a:pt x="16358" y="61575"/>
                    <a:pt x="16387" y="60183"/>
                  </a:cubicBezTo>
                  <a:lnTo>
                    <a:pt x="16387" y="56577"/>
                  </a:lnTo>
                  <a:cubicBezTo>
                    <a:pt x="16387" y="54106"/>
                    <a:pt x="16500" y="51664"/>
                    <a:pt x="16415" y="49193"/>
                  </a:cubicBezTo>
                  <a:lnTo>
                    <a:pt x="16415" y="46154"/>
                  </a:lnTo>
                  <a:cubicBezTo>
                    <a:pt x="16444" y="44166"/>
                    <a:pt x="16472" y="42150"/>
                    <a:pt x="16500" y="40162"/>
                  </a:cubicBezTo>
                  <a:cubicBezTo>
                    <a:pt x="16500" y="39140"/>
                    <a:pt x="16500" y="38146"/>
                    <a:pt x="16500" y="37123"/>
                  </a:cubicBezTo>
                  <a:cubicBezTo>
                    <a:pt x="16586" y="34397"/>
                    <a:pt x="16415" y="31642"/>
                    <a:pt x="15989" y="28945"/>
                  </a:cubicBezTo>
                  <a:cubicBezTo>
                    <a:pt x="15506" y="26275"/>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7315025" y="2221037"/>
              <a:ext cx="345775" cy="1517290"/>
            </a:xfrm>
            <a:custGeom>
              <a:rect b="b" l="l" r="r" t="t"/>
              <a:pathLst>
                <a:path extrusionOk="0" h="63359" w="13831">
                  <a:moveTo>
                    <a:pt x="4005" y="1"/>
                  </a:moveTo>
                  <a:lnTo>
                    <a:pt x="2841" y="86"/>
                  </a:lnTo>
                  <a:cubicBezTo>
                    <a:pt x="2699" y="455"/>
                    <a:pt x="2613" y="853"/>
                    <a:pt x="2613" y="1279"/>
                  </a:cubicBezTo>
                  <a:lnTo>
                    <a:pt x="4658" y="1108"/>
                  </a:lnTo>
                  <a:cubicBezTo>
                    <a:pt x="4516" y="711"/>
                    <a:pt x="4289" y="313"/>
                    <a:pt x="4005" y="1"/>
                  </a:cubicBezTo>
                  <a:close/>
                  <a:moveTo>
                    <a:pt x="5482" y="2670"/>
                  </a:moveTo>
                  <a:cubicBezTo>
                    <a:pt x="5254" y="2727"/>
                    <a:pt x="5056" y="2755"/>
                    <a:pt x="4857" y="2812"/>
                  </a:cubicBezTo>
                  <a:cubicBezTo>
                    <a:pt x="3977" y="3039"/>
                    <a:pt x="3096" y="3295"/>
                    <a:pt x="2244" y="3607"/>
                  </a:cubicBezTo>
                  <a:cubicBezTo>
                    <a:pt x="2074" y="4062"/>
                    <a:pt x="1989" y="4573"/>
                    <a:pt x="1989" y="5084"/>
                  </a:cubicBezTo>
                  <a:cubicBezTo>
                    <a:pt x="2386" y="4885"/>
                    <a:pt x="2784" y="4715"/>
                    <a:pt x="3210" y="4573"/>
                  </a:cubicBezTo>
                  <a:cubicBezTo>
                    <a:pt x="4147" y="4289"/>
                    <a:pt x="5112" y="4062"/>
                    <a:pt x="6050" y="3806"/>
                  </a:cubicBezTo>
                  <a:cubicBezTo>
                    <a:pt x="5936" y="3380"/>
                    <a:pt x="5737" y="3011"/>
                    <a:pt x="5482" y="2670"/>
                  </a:cubicBezTo>
                  <a:close/>
                  <a:moveTo>
                    <a:pt x="6958" y="5595"/>
                  </a:moveTo>
                  <a:cubicBezTo>
                    <a:pt x="6305" y="5823"/>
                    <a:pt x="5680" y="6107"/>
                    <a:pt x="5056" y="6476"/>
                  </a:cubicBezTo>
                  <a:cubicBezTo>
                    <a:pt x="4658" y="6675"/>
                    <a:pt x="4232" y="6788"/>
                    <a:pt x="3806" y="6788"/>
                  </a:cubicBezTo>
                  <a:cubicBezTo>
                    <a:pt x="3735" y="6795"/>
                    <a:pt x="3662" y="6799"/>
                    <a:pt x="3589" y="6799"/>
                  </a:cubicBezTo>
                  <a:cubicBezTo>
                    <a:pt x="3368" y="6799"/>
                    <a:pt x="3139" y="6767"/>
                    <a:pt x="2926" y="6703"/>
                  </a:cubicBezTo>
                  <a:cubicBezTo>
                    <a:pt x="2594" y="6585"/>
                    <a:pt x="2263" y="6525"/>
                    <a:pt x="1932" y="6525"/>
                  </a:cubicBezTo>
                  <a:cubicBezTo>
                    <a:pt x="1866" y="6525"/>
                    <a:pt x="1799" y="6528"/>
                    <a:pt x="1733" y="6533"/>
                  </a:cubicBezTo>
                  <a:cubicBezTo>
                    <a:pt x="1591" y="6845"/>
                    <a:pt x="1506" y="7214"/>
                    <a:pt x="1506" y="7555"/>
                  </a:cubicBezTo>
                  <a:cubicBezTo>
                    <a:pt x="1903" y="7555"/>
                    <a:pt x="2301" y="7640"/>
                    <a:pt x="2699" y="7782"/>
                  </a:cubicBezTo>
                  <a:cubicBezTo>
                    <a:pt x="3068" y="7867"/>
                    <a:pt x="3437" y="7924"/>
                    <a:pt x="3806" y="7952"/>
                  </a:cubicBezTo>
                  <a:cubicBezTo>
                    <a:pt x="4516" y="7924"/>
                    <a:pt x="5198" y="7725"/>
                    <a:pt x="5794" y="7385"/>
                  </a:cubicBezTo>
                  <a:cubicBezTo>
                    <a:pt x="6334" y="7044"/>
                    <a:pt x="6930" y="6817"/>
                    <a:pt x="7526" y="6703"/>
                  </a:cubicBezTo>
                  <a:cubicBezTo>
                    <a:pt x="7413" y="6305"/>
                    <a:pt x="7242" y="5908"/>
                    <a:pt x="6958" y="5595"/>
                  </a:cubicBezTo>
                  <a:close/>
                  <a:moveTo>
                    <a:pt x="8691" y="9202"/>
                  </a:moveTo>
                  <a:cubicBezTo>
                    <a:pt x="8350" y="9316"/>
                    <a:pt x="8009" y="9401"/>
                    <a:pt x="7668" y="9514"/>
                  </a:cubicBezTo>
                  <a:cubicBezTo>
                    <a:pt x="6873" y="9827"/>
                    <a:pt x="6021" y="10054"/>
                    <a:pt x="5169" y="10139"/>
                  </a:cubicBezTo>
                  <a:cubicBezTo>
                    <a:pt x="3778" y="10281"/>
                    <a:pt x="2329" y="10224"/>
                    <a:pt x="966" y="10594"/>
                  </a:cubicBezTo>
                  <a:cubicBezTo>
                    <a:pt x="824" y="10963"/>
                    <a:pt x="739" y="11360"/>
                    <a:pt x="767" y="11786"/>
                  </a:cubicBezTo>
                  <a:cubicBezTo>
                    <a:pt x="1847" y="11531"/>
                    <a:pt x="2983" y="11389"/>
                    <a:pt x="4090" y="11360"/>
                  </a:cubicBezTo>
                  <a:cubicBezTo>
                    <a:pt x="4346" y="11360"/>
                    <a:pt x="4573" y="11332"/>
                    <a:pt x="4828" y="11304"/>
                  </a:cubicBezTo>
                  <a:cubicBezTo>
                    <a:pt x="5964" y="11247"/>
                    <a:pt x="7100" y="10991"/>
                    <a:pt x="8151" y="10565"/>
                  </a:cubicBezTo>
                  <a:lnTo>
                    <a:pt x="9145" y="10196"/>
                  </a:lnTo>
                  <a:cubicBezTo>
                    <a:pt x="9060" y="9855"/>
                    <a:pt x="8890" y="9514"/>
                    <a:pt x="8691" y="9202"/>
                  </a:cubicBezTo>
                  <a:close/>
                  <a:moveTo>
                    <a:pt x="9685" y="11332"/>
                  </a:moveTo>
                  <a:cubicBezTo>
                    <a:pt x="9316" y="11616"/>
                    <a:pt x="8975" y="11928"/>
                    <a:pt x="8606" y="12212"/>
                  </a:cubicBezTo>
                  <a:cubicBezTo>
                    <a:pt x="8350" y="12440"/>
                    <a:pt x="8038" y="12582"/>
                    <a:pt x="7697" y="12610"/>
                  </a:cubicBezTo>
                  <a:cubicBezTo>
                    <a:pt x="7322" y="12657"/>
                    <a:pt x="6946" y="12678"/>
                    <a:pt x="6571" y="12678"/>
                  </a:cubicBezTo>
                  <a:cubicBezTo>
                    <a:pt x="6265" y="12678"/>
                    <a:pt x="5958" y="12664"/>
                    <a:pt x="5652" y="12638"/>
                  </a:cubicBezTo>
                  <a:cubicBezTo>
                    <a:pt x="5474" y="12615"/>
                    <a:pt x="5294" y="12604"/>
                    <a:pt x="5113" y="12604"/>
                  </a:cubicBezTo>
                  <a:cubicBezTo>
                    <a:pt x="4399" y="12604"/>
                    <a:pt x="3674" y="12781"/>
                    <a:pt x="3039" y="13121"/>
                  </a:cubicBezTo>
                  <a:cubicBezTo>
                    <a:pt x="2415" y="13462"/>
                    <a:pt x="1847" y="13859"/>
                    <a:pt x="1307" y="14342"/>
                  </a:cubicBezTo>
                  <a:cubicBezTo>
                    <a:pt x="1080" y="14626"/>
                    <a:pt x="739" y="14825"/>
                    <a:pt x="370" y="14910"/>
                  </a:cubicBezTo>
                  <a:cubicBezTo>
                    <a:pt x="256" y="15365"/>
                    <a:pt x="228" y="15819"/>
                    <a:pt x="256" y="16245"/>
                  </a:cubicBezTo>
                  <a:cubicBezTo>
                    <a:pt x="909" y="16131"/>
                    <a:pt x="1534" y="15819"/>
                    <a:pt x="2017" y="15308"/>
                  </a:cubicBezTo>
                  <a:cubicBezTo>
                    <a:pt x="2500" y="14853"/>
                    <a:pt x="3068" y="14456"/>
                    <a:pt x="3664" y="14143"/>
                  </a:cubicBezTo>
                  <a:cubicBezTo>
                    <a:pt x="4068" y="13882"/>
                    <a:pt x="4511" y="13760"/>
                    <a:pt x="4977" y="13760"/>
                  </a:cubicBezTo>
                  <a:cubicBezTo>
                    <a:pt x="5068" y="13760"/>
                    <a:pt x="5161" y="13765"/>
                    <a:pt x="5254" y="13774"/>
                  </a:cubicBezTo>
                  <a:cubicBezTo>
                    <a:pt x="5529" y="13822"/>
                    <a:pt x="5800" y="13837"/>
                    <a:pt x="6071" y="13837"/>
                  </a:cubicBezTo>
                  <a:cubicBezTo>
                    <a:pt x="6611" y="13837"/>
                    <a:pt x="7148" y="13774"/>
                    <a:pt x="7697" y="13774"/>
                  </a:cubicBezTo>
                  <a:cubicBezTo>
                    <a:pt x="8180" y="13746"/>
                    <a:pt x="8662" y="13575"/>
                    <a:pt x="9060" y="13291"/>
                  </a:cubicBezTo>
                  <a:cubicBezTo>
                    <a:pt x="9287" y="13093"/>
                    <a:pt x="9543" y="12922"/>
                    <a:pt x="9770" y="12724"/>
                  </a:cubicBezTo>
                  <a:cubicBezTo>
                    <a:pt x="9883" y="12582"/>
                    <a:pt x="10025" y="12496"/>
                    <a:pt x="10167" y="12468"/>
                  </a:cubicBezTo>
                  <a:cubicBezTo>
                    <a:pt x="10082" y="12042"/>
                    <a:pt x="9912" y="11673"/>
                    <a:pt x="9685" y="11332"/>
                  </a:cubicBezTo>
                  <a:close/>
                  <a:moveTo>
                    <a:pt x="11161" y="15194"/>
                  </a:moveTo>
                  <a:cubicBezTo>
                    <a:pt x="10338" y="15365"/>
                    <a:pt x="9514" y="15592"/>
                    <a:pt x="8691" y="15734"/>
                  </a:cubicBezTo>
                  <a:cubicBezTo>
                    <a:pt x="8236" y="15791"/>
                    <a:pt x="7782" y="15876"/>
                    <a:pt x="7328" y="15989"/>
                  </a:cubicBezTo>
                  <a:cubicBezTo>
                    <a:pt x="6731" y="16131"/>
                    <a:pt x="6163" y="16245"/>
                    <a:pt x="5567" y="16387"/>
                  </a:cubicBezTo>
                  <a:cubicBezTo>
                    <a:pt x="4999" y="16501"/>
                    <a:pt x="4516" y="16586"/>
                    <a:pt x="3977" y="16728"/>
                  </a:cubicBezTo>
                  <a:cubicBezTo>
                    <a:pt x="2897" y="17012"/>
                    <a:pt x="1847" y="17381"/>
                    <a:pt x="824" y="17835"/>
                  </a:cubicBezTo>
                  <a:cubicBezTo>
                    <a:pt x="597" y="17949"/>
                    <a:pt x="341" y="18006"/>
                    <a:pt x="114" y="18034"/>
                  </a:cubicBezTo>
                  <a:cubicBezTo>
                    <a:pt x="1" y="18545"/>
                    <a:pt x="1" y="19056"/>
                    <a:pt x="86" y="19539"/>
                  </a:cubicBezTo>
                  <a:cubicBezTo>
                    <a:pt x="171" y="19539"/>
                    <a:pt x="256" y="19511"/>
                    <a:pt x="341" y="19511"/>
                  </a:cubicBezTo>
                  <a:cubicBezTo>
                    <a:pt x="1108" y="19170"/>
                    <a:pt x="1932" y="18914"/>
                    <a:pt x="2755" y="18744"/>
                  </a:cubicBezTo>
                  <a:cubicBezTo>
                    <a:pt x="3238" y="18630"/>
                    <a:pt x="3693" y="18545"/>
                    <a:pt x="4175" y="18432"/>
                  </a:cubicBezTo>
                  <a:cubicBezTo>
                    <a:pt x="4772" y="18318"/>
                    <a:pt x="5368" y="18233"/>
                    <a:pt x="5936" y="18119"/>
                  </a:cubicBezTo>
                  <a:cubicBezTo>
                    <a:pt x="6958" y="17921"/>
                    <a:pt x="7981" y="17693"/>
                    <a:pt x="8975" y="17466"/>
                  </a:cubicBezTo>
                  <a:cubicBezTo>
                    <a:pt x="9401" y="17381"/>
                    <a:pt x="9855" y="17324"/>
                    <a:pt x="10253" y="17182"/>
                  </a:cubicBezTo>
                  <a:cubicBezTo>
                    <a:pt x="10735" y="17040"/>
                    <a:pt x="11247" y="17069"/>
                    <a:pt x="11673" y="16813"/>
                  </a:cubicBezTo>
                  <a:cubicBezTo>
                    <a:pt x="11587" y="16245"/>
                    <a:pt x="11417" y="15705"/>
                    <a:pt x="11161" y="15194"/>
                  </a:cubicBezTo>
                  <a:close/>
                  <a:moveTo>
                    <a:pt x="7121" y="19870"/>
                  </a:moveTo>
                  <a:cubicBezTo>
                    <a:pt x="6645" y="19870"/>
                    <a:pt x="6172" y="20016"/>
                    <a:pt x="5766" y="20306"/>
                  </a:cubicBezTo>
                  <a:cubicBezTo>
                    <a:pt x="5482" y="20505"/>
                    <a:pt x="5198" y="20732"/>
                    <a:pt x="4942" y="20959"/>
                  </a:cubicBezTo>
                  <a:cubicBezTo>
                    <a:pt x="4544" y="21272"/>
                    <a:pt x="4147" y="21612"/>
                    <a:pt x="3749" y="21953"/>
                  </a:cubicBezTo>
                  <a:cubicBezTo>
                    <a:pt x="3310" y="22324"/>
                    <a:pt x="2775" y="22524"/>
                    <a:pt x="2224" y="22524"/>
                  </a:cubicBezTo>
                  <a:cubicBezTo>
                    <a:pt x="2099" y="22524"/>
                    <a:pt x="1973" y="22514"/>
                    <a:pt x="1847" y="22493"/>
                  </a:cubicBezTo>
                  <a:cubicBezTo>
                    <a:pt x="1496" y="22458"/>
                    <a:pt x="1145" y="22433"/>
                    <a:pt x="794" y="22433"/>
                  </a:cubicBezTo>
                  <a:cubicBezTo>
                    <a:pt x="577" y="22433"/>
                    <a:pt x="360" y="22443"/>
                    <a:pt x="143" y="22464"/>
                  </a:cubicBezTo>
                  <a:cubicBezTo>
                    <a:pt x="114" y="22862"/>
                    <a:pt x="143" y="23259"/>
                    <a:pt x="228" y="23629"/>
                  </a:cubicBezTo>
                  <a:cubicBezTo>
                    <a:pt x="449" y="23609"/>
                    <a:pt x="655" y="23589"/>
                    <a:pt x="868" y="23589"/>
                  </a:cubicBezTo>
                  <a:cubicBezTo>
                    <a:pt x="956" y="23589"/>
                    <a:pt x="1045" y="23592"/>
                    <a:pt x="1137" y="23600"/>
                  </a:cubicBezTo>
                  <a:cubicBezTo>
                    <a:pt x="1485" y="23655"/>
                    <a:pt x="1833" y="23687"/>
                    <a:pt x="2182" y="23687"/>
                  </a:cubicBezTo>
                  <a:cubicBezTo>
                    <a:pt x="2373" y="23687"/>
                    <a:pt x="2564" y="23677"/>
                    <a:pt x="2755" y="23657"/>
                  </a:cubicBezTo>
                  <a:cubicBezTo>
                    <a:pt x="3323" y="23629"/>
                    <a:pt x="3891" y="23401"/>
                    <a:pt x="4346" y="23061"/>
                  </a:cubicBezTo>
                  <a:cubicBezTo>
                    <a:pt x="4743" y="22720"/>
                    <a:pt x="5141" y="22408"/>
                    <a:pt x="5510" y="22067"/>
                  </a:cubicBezTo>
                  <a:cubicBezTo>
                    <a:pt x="5879" y="21726"/>
                    <a:pt x="6277" y="21442"/>
                    <a:pt x="6703" y="21186"/>
                  </a:cubicBezTo>
                  <a:cubicBezTo>
                    <a:pt x="6854" y="21111"/>
                    <a:pt x="7018" y="21073"/>
                    <a:pt x="7178" y="21073"/>
                  </a:cubicBezTo>
                  <a:cubicBezTo>
                    <a:pt x="7258" y="21073"/>
                    <a:pt x="7337" y="21082"/>
                    <a:pt x="7413" y="21101"/>
                  </a:cubicBezTo>
                  <a:cubicBezTo>
                    <a:pt x="7754" y="21215"/>
                    <a:pt x="8094" y="21328"/>
                    <a:pt x="8435" y="21470"/>
                  </a:cubicBezTo>
                  <a:cubicBezTo>
                    <a:pt x="8989" y="21712"/>
                    <a:pt x="9592" y="21832"/>
                    <a:pt x="10199" y="21832"/>
                  </a:cubicBezTo>
                  <a:cubicBezTo>
                    <a:pt x="10806" y="21832"/>
                    <a:pt x="11417" y="21712"/>
                    <a:pt x="11985" y="21470"/>
                  </a:cubicBezTo>
                  <a:cubicBezTo>
                    <a:pt x="12212" y="21357"/>
                    <a:pt x="12496" y="21272"/>
                    <a:pt x="12752" y="21186"/>
                  </a:cubicBezTo>
                  <a:cubicBezTo>
                    <a:pt x="12752" y="20789"/>
                    <a:pt x="12638" y="20391"/>
                    <a:pt x="12468" y="20050"/>
                  </a:cubicBezTo>
                  <a:cubicBezTo>
                    <a:pt x="12184" y="20079"/>
                    <a:pt x="11900" y="20164"/>
                    <a:pt x="11616" y="20334"/>
                  </a:cubicBezTo>
                  <a:cubicBezTo>
                    <a:pt x="11176" y="20547"/>
                    <a:pt x="10693" y="20654"/>
                    <a:pt x="10207" y="20654"/>
                  </a:cubicBezTo>
                  <a:cubicBezTo>
                    <a:pt x="9720" y="20654"/>
                    <a:pt x="9230" y="20547"/>
                    <a:pt x="8776" y="20334"/>
                  </a:cubicBezTo>
                  <a:cubicBezTo>
                    <a:pt x="8662" y="20278"/>
                    <a:pt x="8549" y="20221"/>
                    <a:pt x="8407" y="20164"/>
                  </a:cubicBezTo>
                  <a:cubicBezTo>
                    <a:pt x="8208" y="20107"/>
                    <a:pt x="8009" y="20022"/>
                    <a:pt x="7782" y="19965"/>
                  </a:cubicBezTo>
                  <a:cubicBezTo>
                    <a:pt x="7565" y="19902"/>
                    <a:pt x="7342" y="19870"/>
                    <a:pt x="7121" y="19870"/>
                  </a:cubicBezTo>
                  <a:close/>
                  <a:moveTo>
                    <a:pt x="13178" y="23771"/>
                  </a:moveTo>
                  <a:cubicBezTo>
                    <a:pt x="12667" y="23827"/>
                    <a:pt x="12155" y="23969"/>
                    <a:pt x="11644" y="24055"/>
                  </a:cubicBezTo>
                  <a:cubicBezTo>
                    <a:pt x="11048" y="24140"/>
                    <a:pt x="10423" y="24282"/>
                    <a:pt x="9827" y="24452"/>
                  </a:cubicBezTo>
                  <a:cubicBezTo>
                    <a:pt x="8776" y="24736"/>
                    <a:pt x="7782" y="25219"/>
                    <a:pt x="6760" y="25531"/>
                  </a:cubicBezTo>
                  <a:cubicBezTo>
                    <a:pt x="6106" y="25759"/>
                    <a:pt x="5425" y="25901"/>
                    <a:pt x="4772" y="25957"/>
                  </a:cubicBezTo>
                  <a:cubicBezTo>
                    <a:pt x="4474" y="25986"/>
                    <a:pt x="4182" y="26000"/>
                    <a:pt x="3895" y="26000"/>
                  </a:cubicBezTo>
                  <a:cubicBezTo>
                    <a:pt x="3607" y="26000"/>
                    <a:pt x="3323" y="25986"/>
                    <a:pt x="3039" y="25957"/>
                  </a:cubicBezTo>
                  <a:cubicBezTo>
                    <a:pt x="2920" y="25941"/>
                    <a:pt x="2801" y="25933"/>
                    <a:pt x="2682" y="25933"/>
                  </a:cubicBezTo>
                  <a:cubicBezTo>
                    <a:pt x="1985" y="25933"/>
                    <a:pt x="1309" y="26193"/>
                    <a:pt x="654" y="26412"/>
                  </a:cubicBezTo>
                  <a:cubicBezTo>
                    <a:pt x="654" y="26781"/>
                    <a:pt x="711" y="27179"/>
                    <a:pt x="824" y="27576"/>
                  </a:cubicBezTo>
                  <a:cubicBezTo>
                    <a:pt x="1421" y="27377"/>
                    <a:pt x="1983" y="27144"/>
                    <a:pt x="2592" y="27144"/>
                  </a:cubicBezTo>
                  <a:cubicBezTo>
                    <a:pt x="2765" y="27144"/>
                    <a:pt x="2942" y="27163"/>
                    <a:pt x="3125" y="27207"/>
                  </a:cubicBezTo>
                  <a:cubicBezTo>
                    <a:pt x="3181" y="27221"/>
                    <a:pt x="3238" y="27228"/>
                    <a:pt x="3295" y="27228"/>
                  </a:cubicBezTo>
                  <a:cubicBezTo>
                    <a:pt x="3352" y="27228"/>
                    <a:pt x="3409" y="27221"/>
                    <a:pt x="3465" y="27207"/>
                  </a:cubicBezTo>
                  <a:cubicBezTo>
                    <a:pt x="4033" y="27179"/>
                    <a:pt x="4601" y="27150"/>
                    <a:pt x="5169" y="27122"/>
                  </a:cubicBezTo>
                  <a:cubicBezTo>
                    <a:pt x="5453" y="27122"/>
                    <a:pt x="5709" y="27093"/>
                    <a:pt x="5993" y="27037"/>
                  </a:cubicBezTo>
                  <a:cubicBezTo>
                    <a:pt x="6731" y="26809"/>
                    <a:pt x="7498" y="26582"/>
                    <a:pt x="8236" y="26327"/>
                  </a:cubicBezTo>
                  <a:cubicBezTo>
                    <a:pt x="9259" y="25872"/>
                    <a:pt x="10338" y="25588"/>
                    <a:pt x="11417" y="25389"/>
                  </a:cubicBezTo>
                  <a:cubicBezTo>
                    <a:pt x="12042" y="25304"/>
                    <a:pt x="12638" y="25105"/>
                    <a:pt x="13235" y="24963"/>
                  </a:cubicBezTo>
                  <a:cubicBezTo>
                    <a:pt x="13263" y="24566"/>
                    <a:pt x="13263" y="24168"/>
                    <a:pt x="13178" y="23771"/>
                  </a:cubicBezTo>
                  <a:close/>
                  <a:moveTo>
                    <a:pt x="13405" y="27747"/>
                  </a:moveTo>
                  <a:cubicBezTo>
                    <a:pt x="12155" y="28059"/>
                    <a:pt x="10906" y="28258"/>
                    <a:pt x="9628" y="28314"/>
                  </a:cubicBezTo>
                  <a:cubicBezTo>
                    <a:pt x="9287" y="28343"/>
                    <a:pt x="8918" y="28400"/>
                    <a:pt x="8577" y="28485"/>
                  </a:cubicBezTo>
                  <a:cubicBezTo>
                    <a:pt x="8123" y="28570"/>
                    <a:pt x="7668" y="28598"/>
                    <a:pt x="7214" y="28627"/>
                  </a:cubicBezTo>
                  <a:cubicBezTo>
                    <a:pt x="6731" y="28627"/>
                    <a:pt x="6220" y="28684"/>
                    <a:pt x="5766" y="28854"/>
                  </a:cubicBezTo>
                  <a:cubicBezTo>
                    <a:pt x="5680" y="28882"/>
                    <a:pt x="5595" y="28882"/>
                    <a:pt x="5538" y="28882"/>
                  </a:cubicBezTo>
                  <a:cubicBezTo>
                    <a:pt x="4317" y="28996"/>
                    <a:pt x="3125" y="29308"/>
                    <a:pt x="2017" y="29820"/>
                  </a:cubicBezTo>
                  <a:cubicBezTo>
                    <a:pt x="1818" y="29905"/>
                    <a:pt x="1591" y="29962"/>
                    <a:pt x="1392" y="29990"/>
                  </a:cubicBezTo>
                  <a:cubicBezTo>
                    <a:pt x="1506" y="30842"/>
                    <a:pt x="1705" y="31666"/>
                    <a:pt x="2017" y="32461"/>
                  </a:cubicBezTo>
                  <a:cubicBezTo>
                    <a:pt x="2983" y="32148"/>
                    <a:pt x="3920" y="31808"/>
                    <a:pt x="4885" y="31524"/>
                  </a:cubicBezTo>
                  <a:cubicBezTo>
                    <a:pt x="5908" y="31154"/>
                    <a:pt x="6987" y="30927"/>
                    <a:pt x="8066" y="30870"/>
                  </a:cubicBezTo>
                  <a:cubicBezTo>
                    <a:pt x="8606" y="30842"/>
                    <a:pt x="9117" y="30586"/>
                    <a:pt x="9685" y="30586"/>
                  </a:cubicBezTo>
                  <a:cubicBezTo>
                    <a:pt x="10196" y="30586"/>
                    <a:pt x="10707" y="30501"/>
                    <a:pt x="11218" y="30388"/>
                  </a:cubicBezTo>
                  <a:cubicBezTo>
                    <a:pt x="11957" y="30217"/>
                    <a:pt x="12695" y="30132"/>
                    <a:pt x="13462" y="30018"/>
                  </a:cubicBezTo>
                  <a:cubicBezTo>
                    <a:pt x="13547" y="29252"/>
                    <a:pt x="13519" y="28485"/>
                    <a:pt x="13405" y="27747"/>
                  </a:cubicBezTo>
                  <a:close/>
                  <a:moveTo>
                    <a:pt x="13547" y="32148"/>
                  </a:moveTo>
                  <a:cubicBezTo>
                    <a:pt x="13206" y="32177"/>
                    <a:pt x="12894" y="32205"/>
                    <a:pt x="12581" y="32290"/>
                  </a:cubicBezTo>
                  <a:cubicBezTo>
                    <a:pt x="11758" y="32518"/>
                    <a:pt x="10963" y="32773"/>
                    <a:pt x="10167" y="33057"/>
                  </a:cubicBezTo>
                  <a:cubicBezTo>
                    <a:pt x="9202" y="33483"/>
                    <a:pt x="8151" y="33710"/>
                    <a:pt x="7072" y="33739"/>
                  </a:cubicBezTo>
                  <a:cubicBezTo>
                    <a:pt x="6788" y="33739"/>
                    <a:pt x="6476" y="33795"/>
                    <a:pt x="6192" y="33795"/>
                  </a:cubicBezTo>
                  <a:cubicBezTo>
                    <a:pt x="5112" y="33824"/>
                    <a:pt x="4062" y="34079"/>
                    <a:pt x="3125" y="34562"/>
                  </a:cubicBezTo>
                  <a:cubicBezTo>
                    <a:pt x="2954" y="34647"/>
                    <a:pt x="2812" y="34676"/>
                    <a:pt x="2642" y="34704"/>
                  </a:cubicBezTo>
                  <a:cubicBezTo>
                    <a:pt x="2699" y="35187"/>
                    <a:pt x="2812" y="35641"/>
                    <a:pt x="3039" y="36039"/>
                  </a:cubicBezTo>
                  <a:cubicBezTo>
                    <a:pt x="3096" y="35954"/>
                    <a:pt x="3181" y="35869"/>
                    <a:pt x="3267" y="35812"/>
                  </a:cubicBezTo>
                  <a:cubicBezTo>
                    <a:pt x="3778" y="35443"/>
                    <a:pt x="4374" y="35215"/>
                    <a:pt x="4999" y="35187"/>
                  </a:cubicBezTo>
                  <a:cubicBezTo>
                    <a:pt x="5680" y="35130"/>
                    <a:pt x="6390" y="35102"/>
                    <a:pt x="7072" y="35045"/>
                  </a:cubicBezTo>
                  <a:cubicBezTo>
                    <a:pt x="8009" y="34960"/>
                    <a:pt x="8946" y="34789"/>
                    <a:pt x="9855" y="34477"/>
                  </a:cubicBezTo>
                  <a:cubicBezTo>
                    <a:pt x="10508" y="34278"/>
                    <a:pt x="11133" y="33994"/>
                    <a:pt x="11786" y="33824"/>
                  </a:cubicBezTo>
                  <a:cubicBezTo>
                    <a:pt x="12383" y="33597"/>
                    <a:pt x="12979" y="33426"/>
                    <a:pt x="13604" y="33313"/>
                  </a:cubicBezTo>
                  <a:cubicBezTo>
                    <a:pt x="13632" y="32915"/>
                    <a:pt x="13604" y="32518"/>
                    <a:pt x="13547" y="32148"/>
                  </a:cubicBezTo>
                  <a:close/>
                  <a:moveTo>
                    <a:pt x="9912" y="37374"/>
                  </a:moveTo>
                  <a:cubicBezTo>
                    <a:pt x="9145" y="37374"/>
                    <a:pt x="8378" y="37487"/>
                    <a:pt x="7668" y="37715"/>
                  </a:cubicBezTo>
                  <a:cubicBezTo>
                    <a:pt x="6390" y="38055"/>
                    <a:pt x="5169" y="38652"/>
                    <a:pt x="4090" y="39418"/>
                  </a:cubicBezTo>
                  <a:cubicBezTo>
                    <a:pt x="4147" y="39788"/>
                    <a:pt x="4232" y="40157"/>
                    <a:pt x="4403" y="40498"/>
                  </a:cubicBezTo>
                  <a:cubicBezTo>
                    <a:pt x="4715" y="40327"/>
                    <a:pt x="5056" y="40185"/>
                    <a:pt x="5340" y="40015"/>
                  </a:cubicBezTo>
                  <a:cubicBezTo>
                    <a:pt x="6731" y="39220"/>
                    <a:pt x="8180" y="38652"/>
                    <a:pt x="9827" y="38652"/>
                  </a:cubicBezTo>
                  <a:cubicBezTo>
                    <a:pt x="10168" y="38632"/>
                    <a:pt x="10524" y="38612"/>
                    <a:pt x="10873" y="38612"/>
                  </a:cubicBezTo>
                  <a:cubicBezTo>
                    <a:pt x="11018" y="38612"/>
                    <a:pt x="11162" y="38615"/>
                    <a:pt x="11303" y="38623"/>
                  </a:cubicBezTo>
                  <a:cubicBezTo>
                    <a:pt x="12155" y="38680"/>
                    <a:pt x="12979" y="38850"/>
                    <a:pt x="13774" y="39078"/>
                  </a:cubicBezTo>
                  <a:cubicBezTo>
                    <a:pt x="13831" y="38708"/>
                    <a:pt x="13831" y="38311"/>
                    <a:pt x="13746" y="37942"/>
                  </a:cubicBezTo>
                  <a:cubicBezTo>
                    <a:pt x="13689" y="37942"/>
                    <a:pt x="13632" y="37913"/>
                    <a:pt x="13575" y="37913"/>
                  </a:cubicBezTo>
                  <a:cubicBezTo>
                    <a:pt x="12411" y="37431"/>
                    <a:pt x="11161" y="37431"/>
                    <a:pt x="9912" y="37374"/>
                  </a:cubicBezTo>
                  <a:close/>
                  <a:moveTo>
                    <a:pt x="13689" y="42542"/>
                  </a:moveTo>
                  <a:lnTo>
                    <a:pt x="13689" y="42542"/>
                  </a:lnTo>
                  <a:cubicBezTo>
                    <a:pt x="12809" y="42656"/>
                    <a:pt x="11957" y="42912"/>
                    <a:pt x="11190" y="43338"/>
                  </a:cubicBezTo>
                  <a:cubicBezTo>
                    <a:pt x="10963" y="43451"/>
                    <a:pt x="10707" y="43565"/>
                    <a:pt x="10451" y="43678"/>
                  </a:cubicBezTo>
                  <a:cubicBezTo>
                    <a:pt x="10239" y="43761"/>
                    <a:pt x="10012" y="43804"/>
                    <a:pt x="9786" y="43804"/>
                  </a:cubicBezTo>
                  <a:cubicBezTo>
                    <a:pt x="9469" y="43804"/>
                    <a:pt x="9155" y="43719"/>
                    <a:pt x="8890" y="43536"/>
                  </a:cubicBezTo>
                  <a:cubicBezTo>
                    <a:pt x="8634" y="43366"/>
                    <a:pt x="8378" y="43252"/>
                    <a:pt x="8123" y="43082"/>
                  </a:cubicBezTo>
                  <a:cubicBezTo>
                    <a:pt x="7858" y="42906"/>
                    <a:pt x="7554" y="42819"/>
                    <a:pt x="7254" y="42819"/>
                  </a:cubicBezTo>
                  <a:cubicBezTo>
                    <a:pt x="6877" y="42819"/>
                    <a:pt x="6504" y="42955"/>
                    <a:pt x="6220" y="43224"/>
                  </a:cubicBezTo>
                  <a:cubicBezTo>
                    <a:pt x="5936" y="43423"/>
                    <a:pt x="5680" y="43650"/>
                    <a:pt x="5396" y="43877"/>
                  </a:cubicBezTo>
                  <a:cubicBezTo>
                    <a:pt x="5453" y="44303"/>
                    <a:pt x="5567" y="44701"/>
                    <a:pt x="5766" y="45098"/>
                  </a:cubicBezTo>
                  <a:cubicBezTo>
                    <a:pt x="5964" y="44615"/>
                    <a:pt x="6419" y="44388"/>
                    <a:pt x="6816" y="44076"/>
                  </a:cubicBezTo>
                  <a:cubicBezTo>
                    <a:pt x="6944" y="43986"/>
                    <a:pt x="7089" y="43943"/>
                    <a:pt x="7234" y="43943"/>
                  </a:cubicBezTo>
                  <a:cubicBezTo>
                    <a:pt x="7410" y="43943"/>
                    <a:pt x="7585" y="44008"/>
                    <a:pt x="7725" y="44133"/>
                  </a:cubicBezTo>
                  <a:cubicBezTo>
                    <a:pt x="7952" y="44303"/>
                    <a:pt x="8208" y="44473"/>
                    <a:pt x="8464" y="44615"/>
                  </a:cubicBezTo>
                  <a:cubicBezTo>
                    <a:pt x="8841" y="44828"/>
                    <a:pt x="9278" y="44942"/>
                    <a:pt x="9708" y="44942"/>
                  </a:cubicBezTo>
                  <a:cubicBezTo>
                    <a:pt x="9795" y="44942"/>
                    <a:pt x="9882" y="44937"/>
                    <a:pt x="9969" y="44928"/>
                  </a:cubicBezTo>
                  <a:cubicBezTo>
                    <a:pt x="10508" y="44899"/>
                    <a:pt x="11019" y="44757"/>
                    <a:pt x="11531" y="44502"/>
                  </a:cubicBezTo>
                  <a:cubicBezTo>
                    <a:pt x="12155" y="44133"/>
                    <a:pt x="12865" y="43934"/>
                    <a:pt x="13604" y="43849"/>
                  </a:cubicBezTo>
                  <a:cubicBezTo>
                    <a:pt x="13689" y="43423"/>
                    <a:pt x="13689" y="42968"/>
                    <a:pt x="13689" y="42542"/>
                  </a:cubicBezTo>
                  <a:close/>
                  <a:moveTo>
                    <a:pt x="13377" y="47143"/>
                  </a:moveTo>
                  <a:cubicBezTo>
                    <a:pt x="13036" y="47200"/>
                    <a:pt x="12695" y="47257"/>
                    <a:pt x="12354" y="47370"/>
                  </a:cubicBezTo>
                  <a:cubicBezTo>
                    <a:pt x="11531" y="47626"/>
                    <a:pt x="10707" y="47853"/>
                    <a:pt x="9883" y="48052"/>
                  </a:cubicBezTo>
                  <a:cubicBezTo>
                    <a:pt x="9003" y="48194"/>
                    <a:pt x="8123" y="48393"/>
                    <a:pt x="7271" y="48648"/>
                  </a:cubicBezTo>
                  <a:cubicBezTo>
                    <a:pt x="7100" y="48705"/>
                    <a:pt x="6902" y="48733"/>
                    <a:pt x="6731" y="48762"/>
                  </a:cubicBezTo>
                  <a:cubicBezTo>
                    <a:pt x="6760" y="49159"/>
                    <a:pt x="6845" y="49528"/>
                    <a:pt x="6987" y="49898"/>
                  </a:cubicBezTo>
                  <a:cubicBezTo>
                    <a:pt x="7981" y="49756"/>
                    <a:pt x="8890" y="49443"/>
                    <a:pt x="9855" y="49301"/>
                  </a:cubicBezTo>
                  <a:cubicBezTo>
                    <a:pt x="11076" y="49102"/>
                    <a:pt x="12241" y="48762"/>
                    <a:pt x="13377" y="48336"/>
                  </a:cubicBezTo>
                  <a:cubicBezTo>
                    <a:pt x="13433" y="47938"/>
                    <a:pt x="13433" y="47541"/>
                    <a:pt x="13377" y="47143"/>
                  </a:cubicBezTo>
                  <a:close/>
                  <a:moveTo>
                    <a:pt x="13263" y="51147"/>
                  </a:moveTo>
                  <a:cubicBezTo>
                    <a:pt x="12894" y="51176"/>
                    <a:pt x="12525" y="51261"/>
                    <a:pt x="12155" y="51403"/>
                  </a:cubicBezTo>
                  <a:cubicBezTo>
                    <a:pt x="11360" y="51573"/>
                    <a:pt x="10537" y="51687"/>
                    <a:pt x="9770" y="51942"/>
                  </a:cubicBezTo>
                  <a:cubicBezTo>
                    <a:pt x="9060" y="52170"/>
                    <a:pt x="8350" y="52312"/>
                    <a:pt x="7640" y="52482"/>
                  </a:cubicBezTo>
                  <a:cubicBezTo>
                    <a:pt x="7668" y="52880"/>
                    <a:pt x="7754" y="53277"/>
                    <a:pt x="7924" y="53618"/>
                  </a:cubicBezTo>
                  <a:lnTo>
                    <a:pt x="8861" y="53391"/>
                  </a:lnTo>
                  <a:cubicBezTo>
                    <a:pt x="9742" y="53164"/>
                    <a:pt x="10593" y="52936"/>
                    <a:pt x="11474" y="52738"/>
                  </a:cubicBezTo>
                  <a:cubicBezTo>
                    <a:pt x="12042" y="52567"/>
                    <a:pt x="12638" y="52454"/>
                    <a:pt x="13235" y="52425"/>
                  </a:cubicBezTo>
                  <a:cubicBezTo>
                    <a:pt x="13348" y="51999"/>
                    <a:pt x="13348" y="51573"/>
                    <a:pt x="13263" y="51147"/>
                  </a:cubicBezTo>
                  <a:close/>
                  <a:moveTo>
                    <a:pt x="13235" y="55407"/>
                  </a:moveTo>
                  <a:cubicBezTo>
                    <a:pt x="12027" y="55764"/>
                    <a:pt x="10847" y="56147"/>
                    <a:pt x="9539" y="56147"/>
                  </a:cubicBezTo>
                  <a:cubicBezTo>
                    <a:pt x="9493" y="56147"/>
                    <a:pt x="9447" y="56146"/>
                    <a:pt x="9401" y="56145"/>
                  </a:cubicBezTo>
                  <a:cubicBezTo>
                    <a:pt x="9230" y="56145"/>
                    <a:pt x="9088" y="56174"/>
                    <a:pt x="8918" y="56202"/>
                  </a:cubicBezTo>
                  <a:cubicBezTo>
                    <a:pt x="8776" y="56231"/>
                    <a:pt x="8634" y="56287"/>
                    <a:pt x="8549" y="56401"/>
                  </a:cubicBezTo>
                  <a:cubicBezTo>
                    <a:pt x="8577" y="56742"/>
                    <a:pt x="8662" y="57054"/>
                    <a:pt x="8804" y="57367"/>
                  </a:cubicBezTo>
                  <a:cubicBezTo>
                    <a:pt x="9401" y="57310"/>
                    <a:pt x="9969" y="57253"/>
                    <a:pt x="10565" y="57225"/>
                  </a:cubicBezTo>
                  <a:cubicBezTo>
                    <a:pt x="11190" y="57225"/>
                    <a:pt x="11815" y="57083"/>
                    <a:pt x="12383" y="56884"/>
                  </a:cubicBezTo>
                  <a:cubicBezTo>
                    <a:pt x="12667" y="56770"/>
                    <a:pt x="12951" y="56713"/>
                    <a:pt x="13235" y="56685"/>
                  </a:cubicBezTo>
                  <a:cubicBezTo>
                    <a:pt x="13291" y="56259"/>
                    <a:pt x="13291" y="55833"/>
                    <a:pt x="13235" y="55407"/>
                  </a:cubicBezTo>
                  <a:close/>
                  <a:moveTo>
                    <a:pt x="13263" y="57849"/>
                  </a:moveTo>
                  <a:cubicBezTo>
                    <a:pt x="12951" y="57878"/>
                    <a:pt x="12638" y="57963"/>
                    <a:pt x="12326" y="58077"/>
                  </a:cubicBezTo>
                  <a:cubicBezTo>
                    <a:pt x="11616" y="58417"/>
                    <a:pt x="10906" y="58645"/>
                    <a:pt x="10224" y="58985"/>
                  </a:cubicBezTo>
                  <a:cubicBezTo>
                    <a:pt x="9940" y="59156"/>
                    <a:pt x="9628" y="59269"/>
                    <a:pt x="9316" y="59298"/>
                  </a:cubicBezTo>
                  <a:cubicBezTo>
                    <a:pt x="9344" y="59695"/>
                    <a:pt x="9429" y="60064"/>
                    <a:pt x="9600" y="60434"/>
                  </a:cubicBezTo>
                  <a:cubicBezTo>
                    <a:pt x="10451" y="60178"/>
                    <a:pt x="11275" y="59866"/>
                    <a:pt x="12099" y="59525"/>
                  </a:cubicBezTo>
                  <a:cubicBezTo>
                    <a:pt x="12468" y="59383"/>
                    <a:pt x="12865" y="59212"/>
                    <a:pt x="13263" y="59042"/>
                  </a:cubicBezTo>
                  <a:cubicBezTo>
                    <a:pt x="13348" y="58645"/>
                    <a:pt x="13348" y="58247"/>
                    <a:pt x="13263" y="57849"/>
                  </a:cubicBezTo>
                  <a:close/>
                  <a:moveTo>
                    <a:pt x="13433" y="61967"/>
                  </a:moveTo>
                  <a:lnTo>
                    <a:pt x="10111" y="62223"/>
                  </a:lnTo>
                  <a:cubicBezTo>
                    <a:pt x="10139" y="62620"/>
                    <a:pt x="10253" y="62990"/>
                    <a:pt x="10423" y="63359"/>
                  </a:cubicBezTo>
                  <a:lnTo>
                    <a:pt x="13519" y="63160"/>
                  </a:lnTo>
                  <a:cubicBezTo>
                    <a:pt x="13547" y="62762"/>
                    <a:pt x="13519" y="62365"/>
                    <a:pt x="13433" y="61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7950450" y="2098510"/>
              <a:ext cx="453700" cy="1738157"/>
            </a:xfrm>
            <a:custGeom>
              <a:rect b="b" l="l" r="r" t="t"/>
              <a:pathLst>
                <a:path extrusionOk="0" h="72582" w="18148">
                  <a:moveTo>
                    <a:pt x="15147" y="1"/>
                  </a:moveTo>
                  <a:cubicBezTo>
                    <a:pt x="14975" y="1"/>
                    <a:pt x="14811" y="84"/>
                    <a:pt x="14711" y="233"/>
                  </a:cubicBezTo>
                  <a:cubicBezTo>
                    <a:pt x="14655" y="375"/>
                    <a:pt x="14569" y="546"/>
                    <a:pt x="14541" y="688"/>
                  </a:cubicBezTo>
                  <a:cubicBezTo>
                    <a:pt x="13348" y="3953"/>
                    <a:pt x="11758" y="7077"/>
                    <a:pt x="9770" y="9917"/>
                  </a:cubicBezTo>
                  <a:cubicBezTo>
                    <a:pt x="7583" y="13268"/>
                    <a:pt x="5794" y="16875"/>
                    <a:pt x="4459" y="20624"/>
                  </a:cubicBezTo>
                  <a:cubicBezTo>
                    <a:pt x="3522" y="23179"/>
                    <a:pt x="2755" y="25792"/>
                    <a:pt x="2187" y="28433"/>
                  </a:cubicBezTo>
                  <a:cubicBezTo>
                    <a:pt x="1648" y="31131"/>
                    <a:pt x="1335" y="33886"/>
                    <a:pt x="1307" y="36641"/>
                  </a:cubicBezTo>
                  <a:cubicBezTo>
                    <a:pt x="1250" y="37635"/>
                    <a:pt x="1222" y="38657"/>
                    <a:pt x="1193" y="39651"/>
                  </a:cubicBezTo>
                  <a:cubicBezTo>
                    <a:pt x="1137" y="41667"/>
                    <a:pt x="1080" y="43655"/>
                    <a:pt x="995" y="45643"/>
                  </a:cubicBezTo>
                  <a:cubicBezTo>
                    <a:pt x="966" y="46665"/>
                    <a:pt x="938" y="47688"/>
                    <a:pt x="853" y="48682"/>
                  </a:cubicBezTo>
                  <a:cubicBezTo>
                    <a:pt x="654" y="51152"/>
                    <a:pt x="654" y="53623"/>
                    <a:pt x="569" y="56065"/>
                  </a:cubicBezTo>
                  <a:cubicBezTo>
                    <a:pt x="512" y="57287"/>
                    <a:pt x="455" y="58479"/>
                    <a:pt x="398" y="59672"/>
                  </a:cubicBezTo>
                  <a:cubicBezTo>
                    <a:pt x="370" y="61092"/>
                    <a:pt x="313" y="62484"/>
                    <a:pt x="313" y="63875"/>
                  </a:cubicBezTo>
                  <a:cubicBezTo>
                    <a:pt x="313" y="65494"/>
                    <a:pt x="228" y="67113"/>
                    <a:pt x="86" y="68703"/>
                  </a:cubicBezTo>
                  <a:cubicBezTo>
                    <a:pt x="58" y="69328"/>
                    <a:pt x="29" y="69981"/>
                    <a:pt x="29" y="70606"/>
                  </a:cubicBezTo>
                  <a:cubicBezTo>
                    <a:pt x="1" y="71486"/>
                    <a:pt x="114" y="71656"/>
                    <a:pt x="1023" y="72026"/>
                  </a:cubicBezTo>
                  <a:cubicBezTo>
                    <a:pt x="1960" y="72338"/>
                    <a:pt x="2926" y="72508"/>
                    <a:pt x="3920" y="72508"/>
                  </a:cubicBezTo>
                  <a:cubicBezTo>
                    <a:pt x="4033" y="72537"/>
                    <a:pt x="4147" y="72565"/>
                    <a:pt x="4261" y="72565"/>
                  </a:cubicBezTo>
                  <a:cubicBezTo>
                    <a:pt x="4312" y="72576"/>
                    <a:pt x="4364" y="72582"/>
                    <a:pt x="4416" y="72582"/>
                  </a:cubicBezTo>
                  <a:cubicBezTo>
                    <a:pt x="4764" y="72582"/>
                    <a:pt x="5103" y="72343"/>
                    <a:pt x="5226" y="71997"/>
                  </a:cubicBezTo>
                  <a:cubicBezTo>
                    <a:pt x="5368" y="71656"/>
                    <a:pt x="5482" y="71344"/>
                    <a:pt x="5595" y="71003"/>
                  </a:cubicBezTo>
                  <a:cubicBezTo>
                    <a:pt x="5709" y="70549"/>
                    <a:pt x="5822" y="70094"/>
                    <a:pt x="5936" y="69640"/>
                  </a:cubicBezTo>
                  <a:cubicBezTo>
                    <a:pt x="6135" y="68845"/>
                    <a:pt x="6390" y="68078"/>
                    <a:pt x="6703" y="67311"/>
                  </a:cubicBezTo>
                  <a:cubicBezTo>
                    <a:pt x="7839" y="64386"/>
                    <a:pt x="8833" y="61376"/>
                    <a:pt x="9600" y="58337"/>
                  </a:cubicBezTo>
                  <a:cubicBezTo>
                    <a:pt x="10764" y="54106"/>
                    <a:pt x="11985" y="49903"/>
                    <a:pt x="13689" y="45870"/>
                  </a:cubicBezTo>
                  <a:cubicBezTo>
                    <a:pt x="14939" y="42832"/>
                    <a:pt x="15989" y="39764"/>
                    <a:pt x="16898" y="36641"/>
                  </a:cubicBezTo>
                  <a:cubicBezTo>
                    <a:pt x="17636" y="34056"/>
                    <a:pt x="18034" y="31387"/>
                    <a:pt x="18062" y="28689"/>
                  </a:cubicBezTo>
                  <a:cubicBezTo>
                    <a:pt x="18148" y="24429"/>
                    <a:pt x="17920" y="20169"/>
                    <a:pt x="17409" y="15909"/>
                  </a:cubicBezTo>
                  <a:cubicBezTo>
                    <a:pt x="17125" y="13609"/>
                    <a:pt x="16784" y="11309"/>
                    <a:pt x="16415" y="9008"/>
                  </a:cubicBezTo>
                  <a:cubicBezTo>
                    <a:pt x="16103" y="6822"/>
                    <a:pt x="15904" y="4607"/>
                    <a:pt x="15762" y="2392"/>
                  </a:cubicBezTo>
                  <a:cubicBezTo>
                    <a:pt x="15705" y="1909"/>
                    <a:pt x="15734" y="1426"/>
                    <a:pt x="15705" y="915"/>
                  </a:cubicBezTo>
                  <a:cubicBezTo>
                    <a:pt x="15705" y="744"/>
                    <a:pt x="15677" y="546"/>
                    <a:pt x="15620" y="375"/>
                  </a:cubicBezTo>
                  <a:cubicBezTo>
                    <a:pt x="15592" y="176"/>
                    <a:pt x="15421" y="6"/>
                    <a:pt x="15223" y="6"/>
                  </a:cubicBezTo>
                  <a:cubicBezTo>
                    <a:pt x="15197" y="2"/>
                    <a:pt x="15172" y="1"/>
                    <a:pt x="15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7950450" y="2097840"/>
              <a:ext cx="453700" cy="1738157"/>
            </a:xfrm>
            <a:custGeom>
              <a:rect b="b" l="l" r="r" t="t"/>
              <a:pathLst>
                <a:path extrusionOk="0" h="72582" w="18148">
                  <a:moveTo>
                    <a:pt x="15147" y="0"/>
                  </a:moveTo>
                  <a:cubicBezTo>
                    <a:pt x="14975" y="0"/>
                    <a:pt x="14811" y="84"/>
                    <a:pt x="14711" y="233"/>
                  </a:cubicBezTo>
                  <a:cubicBezTo>
                    <a:pt x="14655" y="375"/>
                    <a:pt x="14569" y="545"/>
                    <a:pt x="14541" y="687"/>
                  </a:cubicBezTo>
                  <a:cubicBezTo>
                    <a:pt x="13348" y="3953"/>
                    <a:pt x="11758" y="7077"/>
                    <a:pt x="9798" y="9945"/>
                  </a:cubicBezTo>
                  <a:cubicBezTo>
                    <a:pt x="7583" y="13268"/>
                    <a:pt x="5794" y="16875"/>
                    <a:pt x="4459" y="20652"/>
                  </a:cubicBezTo>
                  <a:cubicBezTo>
                    <a:pt x="3522" y="23179"/>
                    <a:pt x="2784" y="25792"/>
                    <a:pt x="2187" y="28461"/>
                  </a:cubicBezTo>
                  <a:cubicBezTo>
                    <a:pt x="1648" y="31131"/>
                    <a:pt x="1364" y="33857"/>
                    <a:pt x="1307" y="36612"/>
                  </a:cubicBezTo>
                  <a:cubicBezTo>
                    <a:pt x="1279" y="37634"/>
                    <a:pt x="1222" y="38628"/>
                    <a:pt x="1193" y="39650"/>
                  </a:cubicBezTo>
                  <a:cubicBezTo>
                    <a:pt x="1137" y="41638"/>
                    <a:pt x="1080" y="43655"/>
                    <a:pt x="1023" y="45643"/>
                  </a:cubicBezTo>
                  <a:cubicBezTo>
                    <a:pt x="966" y="46665"/>
                    <a:pt x="938" y="47659"/>
                    <a:pt x="853" y="48681"/>
                  </a:cubicBezTo>
                  <a:cubicBezTo>
                    <a:pt x="682" y="51124"/>
                    <a:pt x="682" y="53594"/>
                    <a:pt x="569" y="56065"/>
                  </a:cubicBezTo>
                  <a:cubicBezTo>
                    <a:pt x="540" y="57258"/>
                    <a:pt x="455" y="58451"/>
                    <a:pt x="427" y="59672"/>
                  </a:cubicBezTo>
                  <a:cubicBezTo>
                    <a:pt x="370" y="61063"/>
                    <a:pt x="342" y="62455"/>
                    <a:pt x="342" y="63846"/>
                  </a:cubicBezTo>
                  <a:cubicBezTo>
                    <a:pt x="342" y="65465"/>
                    <a:pt x="228" y="67084"/>
                    <a:pt x="114" y="68703"/>
                  </a:cubicBezTo>
                  <a:cubicBezTo>
                    <a:pt x="58" y="69327"/>
                    <a:pt x="58" y="69952"/>
                    <a:pt x="29" y="70577"/>
                  </a:cubicBezTo>
                  <a:cubicBezTo>
                    <a:pt x="1" y="71486"/>
                    <a:pt x="143" y="71656"/>
                    <a:pt x="1023" y="71997"/>
                  </a:cubicBezTo>
                  <a:cubicBezTo>
                    <a:pt x="1193" y="71116"/>
                    <a:pt x="1364" y="70236"/>
                    <a:pt x="1506" y="69327"/>
                  </a:cubicBezTo>
                  <a:cubicBezTo>
                    <a:pt x="1506" y="68930"/>
                    <a:pt x="1563" y="68532"/>
                    <a:pt x="1648" y="68163"/>
                  </a:cubicBezTo>
                  <a:lnTo>
                    <a:pt x="1932" y="65209"/>
                  </a:lnTo>
                  <a:cubicBezTo>
                    <a:pt x="1875" y="64812"/>
                    <a:pt x="1875" y="64414"/>
                    <a:pt x="1989" y="64017"/>
                  </a:cubicBezTo>
                  <a:cubicBezTo>
                    <a:pt x="1932" y="63648"/>
                    <a:pt x="1960" y="63250"/>
                    <a:pt x="2045" y="62881"/>
                  </a:cubicBezTo>
                  <a:cubicBezTo>
                    <a:pt x="2017" y="62455"/>
                    <a:pt x="2045" y="62029"/>
                    <a:pt x="2131" y="61603"/>
                  </a:cubicBezTo>
                  <a:cubicBezTo>
                    <a:pt x="2102" y="61432"/>
                    <a:pt x="2102" y="61262"/>
                    <a:pt x="2102" y="61120"/>
                  </a:cubicBezTo>
                  <a:cubicBezTo>
                    <a:pt x="2159" y="60268"/>
                    <a:pt x="2216" y="59444"/>
                    <a:pt x="2273" y="58621"/>
                  </a:cubicBezTo>
                  <a:cubicBezTo>
                    <a:pt x="2187" y="58195"/>
                    <a:pt x="2216" y="57741"/>
                    <a:pt x="2301" y="57315"/>
                  </a:cubicBezTo>
                  <a:cubicBezTo>
                    <a:pt x="2216" y="56377"/>
                    <a:pt x="2301" y="55469"/>
                    <a:pt x="2301" y="54531"/>
                  </a:cubicBezTo>
                  <a:cubicBezTo>
                    <a:pt x="2244" y="54105"/>
                    <a:pt x="2273" y="53708"/>
                    <a:pt x="2329" y="53310"/>
                  </a:cubicBezTo>
                  <a:cubicBezTo>
                    <a:pt x="2301" y="53254"/>
                    <a:pt x="2273" y="53168"/>
                    <a:pt x="2273" y="53083"/>
                  </a:cubicBezTo>
                  <a:lnTo>
                    <a:pt x="2273" y="50044"/>
                  </a:lnTo>
                  <a:cubicBezTo>
                    <a:pt x="2216" y="49590"/>
                    <a:pt x="2216" y="49164"/>
                    <a:pt x="2244" y="48710"/>
                  </a:cubicBezTo>
                  <a:cubicBezTo>
                    <a:pt x="2187" y="47574"/>
                    <a:pt x="2187" y="46409"/>
                    <a:pt x="2301" y="45273"/>
                  </a:cubicBezTo>
                  <a:cubicBezTo>
                    <a:pt x="2273" y="44876"/>
                    <a:pt x="2301" y="44478"/>
                    <a:pt x="2386" y="44109"/>
                  </a:cubicBezTo>
                  <a:cubicBezTo>
                    <a:pt x="2443" y="43115"/>
                    <a:pt x="2471" y="42121"/>
                    <a:pt x="2528" y="41127"/>
                  </a:cubicBezTo>
                  <a:cubicBezTo>
                    <a:pt x="2585" y="40588"/>
                    <a:pt x="2670" y="40048"/>
                    <a:pt x="2727" y="39508"/>
                  </a:cubicBezTo>
                  <a:cubicBezTo>
                    <a:pt x="2699" y="39111"/>
                    <a:pt x="2755" y="38713"/>
                    <a:pt x="2841" y="38344"/>
                  </a:cubicBezTo>
                  <a:cubicBezTo>
                    <a:pt x="2841" y="37634"/>
                    <a:pt x="2897" y="36924"/>
                    <a:pt x="3011" y="36214"/>
                  </a:cubicBezTo>
                  <a:cubicBezTo>
                    <a:pt x="2954" y="35447"/>
                    <a:pt x="3011" y="34681"/>
                    <a:pt x="3153" y="33942"/>
                  </a:cubicBezTo>
                  <a:cubicBezTo>
                    <a:pt x="3181" y="33005"/>
                    <a:pt x="3295" y="32068"/>
                    <a:pt x="3437" y="31159"/>
                  </a:cubicBezTo>
                  <a:cubicBezTo>
                    <a:pt x="3437" y="30762"/>
                    <a:pt x="3465" y="30364"/>
                    <a:pt x="3551" y="29995"/>
                  </a:cubicBezTo>
                  <a:cubicBezTo>
                    <a:pt x="3607" y="29114"/>
                    <a:pt x="3778" y="28234"/>
                    <a:pt x="4090" y="27439"/>
                  </a:cubicBezTo>
                  <a:cubicBezTo>
                    <a:pt x="4119" y="27013"/>
                    <a:pt x="4232" y="26644"/>
                    <a:pt x="4403" y="26275"/>
                  </a:cubicBezTo>
                  <a:cubicBezTo>
                    <a:pt x="4658" y="25195"/>
                    <a:pt x="4971" y="24145"/>
                    <a:pt x="5340" y="23094"/>
                  </a:cubicBezTo>
                  <a:cubicBezTo>
                    <a:pt x="5453" y="22526"/>
                    <a:pt x="5652" y="21986"/>
                    <a:pt x="5936" y="21504"/>
                  </a:cubicBezTo>
                  <a:cubicBezTo>
                    <a:pt x="6220" y="20566"/>
                    <a:pt x="6618" y="19686"/>
                    <a:pt x="7072" y="18834"/>
                  </a:cubicBezTo>
                  <a:cubicBezTo>
                    <a:pt x="7186" y="18436"/>
                    <a:pt x="7384" y="18067"/>
                    <a:pt x="7612" y="17755"/>
                  </a:cubicBezTo>
                  <a:cubicBezTo>
                    <a:pt x="7725" y="17357"/>
                    <a:pt x="7896" y="16960"/>
                    <a:pt x="8151" y="16647"/>
                  </a:cubicBezTo>
                  <a:cubicBezTo>
                    <a:pt x="8265" y="16278"/>
                    <a:pt x="8435" y="15966"/>
                    <a:pt x="8662" y="15682"/>
                  </a:cubicBezTo>
                  <a:cubicBezTo>
                    <a:pt x="9003" y="14801"/>
                    <a:pt x="9429" y="13978"/>
                    <a:pt x="9940" y="13211"/>
                  </a:cubicBezTo>
                  <a:cubicBezTo>
                    <a:pt x="10054" y="12814"/>
                    <a:pt x="10253" y="12444"/>
                    <a:pt x="10537" y="12132"/>
                  </a:cubicBezTo>
                  <a:cubicBezTo>
                    <a:pt x="10792" y="11507"/>
                    <a:pt x="11133" y="10911"/>
                    <a:pt x="11559" y="10343"/>
                  </a:cubicBezTo>
                  <a:cubicBezTo>
                    <a:pt x="11673" y="9945"/>
                    <a:pt x="11871" y="9576"/>
                    <a:pt x="12155" y="9264"/>
                  </a:cubicBezTo>
                  <a:cubicBezTo>
                    <a:pt x="12383" y="8724"/>
                    <a:pt x="12667" y="8213"/>
                    <a:pt x="13036" y="7730"/>
                  </a:cubicBezTo>
                  <a:cubicBezTo>
                    <a:pt x="13206" y="7333"/>
                    <a:pt x="13462" y="6963"/>
                    <a:pt x="13746" y="6651"/>
                  </a:cubicBezTo>
                  <a:cubicBezTo>
                    <a:pt x="14030" y="6083"/>
                    <a:pt x="14371" y="5543"/>
                    <a:pt x="14768" y="5061"/>
                  </a:cubicBezTo>
                  <a:cubicBezTo>
                    <a:pt x="14882" y="5629"/>
                    <a:pt x="14910" y="6197"/>
                    <a:pt x="14910" y="6793"/>
                  </a:cubicBezTo>
                  <a:cubicBezTo>
                    <a:pt x="15024" y="7162"/>
                    <a:pt x="15081" y="7560"/>
                    <a:pt x="15052" y="7986"/>
                  </a:cubicBezTo>
                  <a:cubicBezTo>
                    <a:pt x="15194" y="8752"/>
                    <a:pt x="15308" y="9548"/>
                    <a:pt x="15336" y="10343"/>
                  </a:cubicBezTo>
                  <a:cubicBezTo>
                    <a:pt x="15478" y="10826"/>
                    <a:pt x="15535" y="11308"/>
                    <a:pt x="15535" y="11820"/>
                  </a:cubicBezTo>
                  <a:cubicBezTo>
                    <a:pt x="15677" y="12274"/>
                    <a:pt x="15734" y="12785"/>
                    <a:pt x="15734" y="13268"/>
                  </a:cubicBezTo>
                  <a:cubicBezTo>
                    <a:pt x="15876" y="13609"/>
                    <a:pt x="15933" y="13949"/>
                    <a:pt x="15904" y="14319"/>
                  </a:cubicBezTo>
                  <a:cubicBezTo>
                    <a:pt x="16131" y="15313"/>
                    <a:pt x="16273" y="16335"/>
                    <a:pt x="16330" y="17357"/>
                  </a:cubicBezTo>
                  <a:cubicBezTo>
                    <a:pt x="16444" y="17755"/>
                    <a:pt x="16500" y="18152"/>
                    <a:pt x="16472" y="18578"/>
                  </a:cubicBezTo>
                  <a:cubicBezTo>
                    <a:pt x="16642" y="19601"/>
                    <a:pt x="16756" y="20652"/>
                    <a:pt x="16728" y="21731"/>
                  </a:cubicBezTo>
                  <a:cubicBezTo>
                    <a:pt x="16813" y="22157"/>
                    <a:pt x="16841" y="22611"/>
                    <a:pt x="16784" y="23066"/>
                  </a:cubicBezTo>
                  <a:cubicBezTo>
                    <a:pt x="16870" y="23662"/>
                    <a:pt x="16898" y="24258"/>
                    <a:pt x="16841" y="24855"/>
                  </a:cubicBezTo>
                  <a:cubicBezTo>
                    <a:pt x="16926" y="25337"/>
                    <a:pt x="16926" y="25849"/>
                    <a:pt x="16813" y="26360"/>
                  </a:cubicBezTo>
                  <a:cubicBezTo>
                    <a:pt x="16870" y="27325"/>
                    <a:pt x="16813" y="28319"/>
                    <a:pt x="16642" y="29285"/>
                  </a:cubicBezTo>
                  <a:cubicBezTo>
                    <a:pt x="16642" y="29654"/>
                    <a:pt x="16614" y="30052"/>
                    <a:pt x="16500" y="30421"/>
                  </a:cubicBezTo>
                  <a:cubicBezTo>
                    <a:pt x="16415" y="31330"/>
                    <a:pt x="16245" y="32210"/>
                    <a:pt x="15989" y="33090"/>
                  </a:cubicBezTo>
                  <a:cubicBezTo>
                    <a:pt x="15989" y="33119"/>
                    <a:pt x="15989" y="33147"/>
                    <a:pt x="15961" y="33176"/>
                  </a:cubicBezTo>
                  <a:cubicBezTo>
                    <a:pt x="15933" y="33573"/>
                    <a:pt x="15876" y="33942"/>
                    <a:pt x="15734" y="34340"/>
                  </a:cubicBezTo>
                  <a:cubicBezTo>
                    <a:pt x="15677" y="34681"/>
                    <a:pt x="15592" y="35021"/>
                    <a:pt x="15507" y="35362"/>
                  </a:cubicBezTo>
                  <a:cubicBezTo>
                    <a:pt x="15336" y="35817"/>
                    <a:pt x="15336" y="36328"/>
                    <a:pt x="15081" y="36725"/>
                  </a:cubicBezTo>
                  <a:cubicBezTo>
                    <a:pt x="14939" y="37577"/>
                    <a:pt x="14683" y="38373"/>
                    <a:pt x="14342" y="39168"/>
                  </a:cubicBezTo>
                  <a:cubicBezTo>
                    <a:pt x="14172" y="39934"/>
                    <a:pt x="13916" y="40673"/>
                    <a:pt x="13604" y="41383"/>
                  </a:cubicBezTo>
                  <a:cubicBezTo>
                    <a:pt x="13547" y="41866"/>
                    <a:pt x="13405" y="42292"/>
                    <a:pt x="13178" y="42689"/>
                  </a:cubicBezTo>
                  <a:cubicBezTo>
                    <a:pt x="12837" y="43825"/>
                    <a:pt x="12411" y="44933"/>
                    <a:pt x="11985" y="46012"/>
                  </a:cubicBezTo>
                  <a:cubicBezTo>
                    <a:pt x="11900" y="46381"/>
                    <a:pt x="11786" y="46750"/>
                    <a:pt x="11587" y="47063"/>
                  </a:cubicBezTo>
                  <a:cubicBezTo>
                    <a:pt x="11332" y="47915"/>
                    <a:pt x="11048" y="48766"/>
                    <a:pt x="10764" y="49590"/>
                  </a:cubicBezTo>
                  <a:cubicBezTo>
                    <a:pt x="10707" y="49874"/>
                    <a:pt x="10622" y="50158"/>
                    <a:pt x="10452" y="50414"/>
                  </a:cubicBezTo>
                  <a:cubicBezTo>
                    <a:pt x="10395" y="50840"/>
                    <a:pt x="10253" y="51237"/>
                    <a:pt x="10054" y="51606"/>
                  </a:cubicBezTo>
                  <a:cubicBezTo>
                    <a:pt x="9798" y="52515"/>
                    <a:pt x="9543" y="53424"/>
                    <a:pt x="9287" y="54304"/>
                  </a:cubicBezTo>
                  <a:cubicBezTo>
                    <a:pt x="9230" y="54645"/>
                    <a:pt x="9117" y="54957"/>
                    <a:pt x="8946" y="55213"/>
                  </a:cubicBezTo>
                  <a:cubicBezTo>
                    <a:pt x="8890" y="55611"/>
                    <a:pt x="8776" y="56008"/>
                    <a:pt x="8634" y="56349"/>
                  </a:cubicBezTo>
                  <a:cubicBezTo>
                    <a:pt x="8435" y="57229"/>
                    <a:pt x="8180" y="58081"/>
                    <a:pt x="7867" y="58933"/>
                  </a:cubicBezTo>
                  <a:cubicBezTo>
                    <a:pt x="7810" y="59331"/>
                    <a:pt x="7697" y="59700"/>
                    <a:pt x="7526" y="60069"/>
                  </a:cubicBezTo>
                  <a:cubicBezTo>
                    <a:pt x="7328" y="61006"/>
                    <a:pt x="7044" y="61915"/>
                    <a:pt x="6731" y="62824"/>
                  </a:cubicBezTo>
                  <a:cubicBezTo>
                    <a:pt x="6703" y="63165"/>
                    <a:pt x="6589" y="63477"/>
                    <a:pt x="6447" y="63761"/>
                  </a:cubicBezTo>
                  <a:cubicBezTo>
                    <a:pt x="6334" y="64414"/>
                    <a:pt x="6135" y="65067"/>
                    <a:pt x="5851" y="65664"/>
                  </a:cubicBezTo>
                  <a:cubicBezTo>
                    <a:pt x="5822" y="66061"/>
                    <a:pt x="5709" y="66431"/>
                    <a:pt x="5539" y="66771"/>
                  </a:cubicBezTo>
                  <a:cubicBezTo>
                    <a:pt x="5397" y="67396"/>
                    <a:pt x="5198" y="67993"/>
                    <a:pt x="4942" y="68561"/>
                  </a:cubicBezTo>
                  <a:cubicBezTo>
                    <a:pt x="4885" y="68958"/>
                    <a:pt x="4772" y="69327"/>
                    <a:pt x="4601" y="69668"/>
                  </a:cubicBezTo>
                  <a:cubicBezTo>
                    <a:pt x="4573" y="69952"/>
                    <a:pt x="4516" y="70208"/>
                    <a:pt x="4431" y="70463"/>
                  </a:cubicBezTo>
                  <a:cubicBezTo>
                    <a:pt x="4204" y="71145"/>
                    <a:pt x="4033" y="71826"/>
                    <a:pt x="3920" y="72508"/>
                  </a:cubicBezTo>
                  <a:cubicBezTo>
                    <a:pt x="4033" y="72536"/>
                    <a:pt x="4147" y="72565"/>
                    <a:pt x="4261" y="72565"/>
                  </a:cubicBezTo>
                  <a:cubicBezTo>
                    <a:pt x="4312" y="72576"/>
                    <a:pt x="4364" y="72581"/>
                    <a:pt x="4416" y="72581"/>
                  </a:cubicBezTo>
                  <a:cubicBezTo>
                    <a:pt x="4764" y="72581"/>
                    <a:pt x="5103" y="72343"/>
                    <a:pt x="5226" y="71997"/>
                  </a:cubicBezTo>
                  <a:cubicBezTo>
                    <a:pt x="5368" y="71656"/>
                    <a:pt x="5482" y="71344"/>
                    <a:pt x="5595" y="71003"/>
                  </a:cubicBezTo>
                  <a:cubicBezTo>
                    <a:pt x="5709" y="70548"/>
                    <a:pt x="5822" y="70094"/>
                    <a:pt x="5936" y="69640"/>
                  </a:cubicBezTo>
                  <a:cubicBezTo>
                    <a:pt x="6135" y="68845"/>
                    <a:pt x="6390" y="68078"/>
                    <a:pt x="6703" y="67311"/>
                  </a:cubicBezTo>
                  <a:cubicBezTo>
                    <a:pt x="7839" y="64386"/>
                    <a:pt x="8833" y="61376"/>
                    <a:pt x="9600" y="58337"/>
                  </a:cubicBezTo>
                  <a:cubicBezTo>
                    <a:pt x="10764" y="54105"/>
                    <a:pt x="11985" y="49902"/>
                    <a:pt x="13689" y="45870"/>
                  </a:cubicBezTo>
                  <a:cubicBezTo>
                    <a:pt x="14939" y="42831"/>
                    <a:pt x="15989" y="39764"/>
                    <a:pt x="16898" y="36640"/>
                  </a:cubicBezTo>
                  <a:cubicBezTo>
                    <a:pt x="17636" y="34056"/>
                    <a:pt x="18034" y="31386"/>
                    <a:pt x="18062" y="28688"/>
                  </a:cubicBezTo>
                  <a:cubicBezTo>
                    <a:pt x="18148" y="24429"/>
                    <a:pt x="17920" y="20169"/>
                    <a:pt x="17409" y="15909"/>
                  </a:cubicBezTo>
                  <a:cubicBezTo>
                    <a:pt x="17125" y="13609"/>
                    <a:pt x="16756" y="11308"/>
                    <a:pt x="16415" y="9008"/>
                  </a:cubicBezTo>
                  <a:cubicBezTo>
                    <a:pt x="16103" y="6821"/>
                    <a:pt x="15904" y="4606"/>
                    <a:pt x="15762" y="2391"/>
                  </a:cubicBezTo>
                  <a:cubicBezTo>
                    <a:pt x="15734" y="1908"/>
                    <a:pt x="15734" y="1426"/>
                    <a:pt x="15705" y="914"/>
                  </a:cubicBezTo>
                  <a:cubicBezTo>
                    <a:pt x="15705" y="744"/>
                    <a:pt x="15677" y="545"/>
                    <a:pt x="15620" y="375"/>
                  </a:cubicBezTo>
                  <a:cubicBezTo>
                    <a:pt x="15592" y="176"/>
                    <a:pt x="15421" y="6"/>
                    <a:pt x="15223" y="6"/>
                  </a:cubicBezTo>
                  <a:cubicBezTo>
                    <a:pt x="15197" y="2"/>
                    <a:pt x="15172" y="0"/>
                    <a:pt x="15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7988075" y="2257074"/>
              <a:ext cx="385550" cy="1509148"/>
            </a:xfrm>
            <a:custGeom>
              <a:rect b="b" l="l" r="r" t="t"/>
              <a:pathLst>
                <a:path extrusionOk="0" h="63019" w="15422">
                  <a:moveTo>
                    <a:pt x="12269" y="1"/>
                  </a:moveTo>
                  <a:cubicBezTo>
                    <a:pt x="11957" y="313"/>
                    <a:pt x="11730" y="683"/>
                    <a:pt x="11559" y="1080"/>
                  </a:cubicBezTo>
                  <a:lnTo>
                    <a:pt x="13576" y="1336"/>
                  </a:lnTo>
                  <a:cubicBezTo>
                    <a:pt x="13576" y="910"/>
                    <a:pt x="13547" y="512"/>
                    <a:pt x="13405" y="143"/>
                  </a:cubicBezTo>
                  <a:lnTo>
                    <a:pt x="12269" y="1"/>
                  </a:lnTo>
                  <a:close/>
                  <a:moveTo>
                    <a:pt x="10679" y="2614"/>
                  </a:moveTo>
                  <a:cubicBezTo>
                    <a:pt x="10395" y="2926"/>
                    <a:pt x="10196" y="3295"/>
                    <a:pt x="10054" y="3693"/>
                  </a:cubicBezTo>
                  <a:cubicBezTo>
                    <a:pt x="10991" y="4005"/>
                    <a:pt x="11928" y="4289"/>
                    <a:pt x="12866" y="4602"/>
                  </a:cubicBezTo>
                  <a:cubicBezTo>
                    <a:pt x="13263" y="4772"/>
                    <a:pt x="13661" y="4942"/>
                    <a:pt x="14030" y="5170"/>
                  </a:cubicBezTo>
                  <a:cubicBezTo>
                    <a:pt x="14058" y="4658"/>
                    <a:pt x="13973" y="4176"/>
                    <a:pt x="13860" y="3693"/>
                  </a:cubicBezTo>
                  <a:cubicBezTo>
                    <a:pt x="13008" y="3324"/>
                    <a:pt x="12156" y="3040"/>
                    <a:pt x="11275" y="2784"/>
                  </a:cubicBezTo>
                  <a:lnTo>
                    <a:pt x="10679" y="2614"/>
                  </a:lnTo>
                  <a:close/>
                  <a:moveTo>
                    <a:pt x="9032" y="5454"/>
                  </a:moveTo>
                  <a:cubicBezTo>
                    <a:pt x="8776" y="5766"/>
                    <a:pt x="8549" y="6135"/>
                    <a:pt x="8435" y="6533"/>
                  </a:cubicBezTo>
                  <a:cubicBezTo>
                    <a:pt x="9032" y="6703"/>
                    <a:pt x="9600" y="6930"/>
                    <a:pt x="10139" y="7299"/>
                  </a:cubicBezTo>
                  <a:cubicBezTo>
                    <a:pt x="10754" y="7716"/>
                    <a:pt x="11492" y="7938"/>
                    <a:pt x="12250" y="7938"/>
                  </a:cubicBezTo>
                  <a:cubicBezTo>
                    <a:pt x="12577" y="7938"/>
                    <a:pt x="12909" y="7896"/>
                    <a:pt x="13235" y="7811"/>
                  </a:cubicBezTo>
                  <a:cubicBezTo>
                    <a:pt x="13541" y="7717"/>
                    <a:pt x="13866" y="7661"/>
                    <a:pt x="14211" y="7661"/>
                  </a:cubicBezTo>
                  <a:cubicBezTo>
                    <a:pt x="14282" y="7661"/>
                    <a:pt x="14354" y="7664"/>
                    <a:pt x="14428" y="7669"/>
                  </a:cubicBezTo>
                  <a:cubicBezTo>
                    <a:pt x="14428" y="7299"/>
                    <a:pt x="14371" y="6959"/>
                    <a:pt x="14229" y="6618"/>
                  </a:cubicBezTo>
                  <a:cubicBezTo>
                    <a:pt x="14158" y="6613"/>
                    <a:pt x="14088" y="6611"/>
                    <a:pt x="14017" y="6611"/>
                  </a:cubicBezTo>
                  <a:cubicBezTo>
                    <a:pt x="13690" y="6611"/>
                    <a:pt x="13363" y="6661"/>
                    <a:pt x="13036" y="6731"/>
                  </a:cubicBezTo>
                  <a:cubicBezTo>
                    <a:pt x="12853" y="6787"/>
                    <a:pt x="12657" y="6818"/>
                    <a:pt x="12466" y="6818"/>
                  </a:cubicBezTo>
                  <a:cubicBezTo>
                    <a:pt x="12360" y="6818"/>
                    <a:pt x="12256" y="6808"/>
                    <a:pt x="12156" y="6788"/>
                  </a:cubicBezTo>
                  <a:cubicBezTo>
                    <a:pt x="11701" y="6760"/>
                    <a:pt x="11304" y="6646"/>
                    <a:pt x="10906" y="6419"/>
                  </a:cubicBezTo>
                  <a:cubicBezTo>
                    <a:pt x="10310" y="6050"/>
                    <a:pt x="9685" y="5738"/>
                    <a:pt x="9032" y="5454"/>
                  </a:cubicBezTo>
                  <a:close/>
                  <a:moveTo>
                    <a:pt x="7186" y="9003"/>
                  </a:moveTo>
                  <a:cubicBezTo>
                    <a:pt x="6959" y="9287"/>
                    <a:pt x="6760" y="9628"/>
                    <a:pt x="6675" y="9969"/>
                  </a:cubicBezTo>
                  <a:lnTo>
                    <a:pt x="7640" y="10395"/>
                  </a:lnTo>
                  <a:cubicBezTo>
                    <a:pt x="8691" y="10849"/>
                    <a:pt x="9798" y="11162"/>
                    <a:pt x="10934" y="11275"/>
                  </a:cubicBezTo>
                  <a:cubicBezTo>
                    <a:pt x="11190" y="11304"/>
                    <a:pt x="11417" y="11332"/>
                    <a:pt x="11673" y="11361"/>
                  </a:cubicBezTo>
                  <a:cubicBezTo>
                    <a:pt x="12780" y="11446"/>
                    <a:pt x="13888" y="11616"/>
                    <a:pt x="14967" y="11928"/>
                  </a:cubicBezTo>
                  <a:cubicBezTo>
                    <a:pt x="14995" y="11502"/>
                    <a:pt x="14967" y="11105"/>
                    <a:pt x="14825" y="10707"/>
                  </a:cubicBezTo>
                  <a:cubicBezTo>
                    <a:pt x="13462" y="10310"/>
                    <a:pt x="12042" y="10281"/>
                    <a:pt x="10650" y="10083"/>
                  </a:cubicBezTo>
                  <a:cubicBezTo>
                    <a:pt x="9798" y="9969"/>
                    <a:pt x="8947" y="9713"/>
                    <a:pt x="8180" y="9373"/>
                  </a:cubicBezTo>
                  <a:cubicBezTo>
                    <a:pt x="7839" y="9231"/>
                    <a:pt x="7498" y="9117"/>
                    <a:pt x="7186" y="9003"/>
                  </a:cubicBezTo>
                  <a:close/>
                  <a:moveTo>
                    <a:pt x="6135" y="11077"/>
                  </a:moveTo>
                  <a:cubicBezTo>
                    <a:pt x="5879" y="11417"/>
                    <a:pt x="5681" y="11786"/>
                    <a:pt x="5567" y="12184"/>
                  </a:cubicBezTo>
                  <a:cubicBezTo>
                    <a:pt x="5737" y="12212"/>
                    <a:pt x="5851" y="12326"/>
                    <a:pt x="5965" y="12440"/>
                  </a:cubicBezTo>
                  <a:cubicBezTo>
                    <a:pt x="6192" y="12667"/>
                    <a:pt x="6391" y="12866"/>
                    <a:pt x="6646" y="13036"/>
                  </a:cubicBezTo>
                  <a:cubicBezTo>
                    <a:pt x="7015" y="13348"/>
                    <a:pt x="7498" y="13547"/>
                    <a:pt x="7981" y="13604"/>
                  </a:cubicBezTo>
                  <a:cubicBezTo>
                    <a:pt x="8606" y="13647"/>
                    <a:pt x="9216" y="13756"/>
                    <a:pt x="9833" y="13756"/>
                  </a:cubicBezTo>
                  <a:cubicBezTo>
                    <a:pt x="10029" y="13756"/>
                    <a:pt x="10225" y="13745"/>
                    <a:pt x="10423" y="13718"/>
                  </a:cubicBezTo>
                  <a:cubicBezTo>
                    <a:pt x="10468" y="13715"/>
                    <a:pt x="10513" y="13714"/>
                    <a:pt x="10558" y="13714"/>
                  </a:cubicBezTo>
                  <a:cubicBezTo>
                    <a:pt x="11052" y="13714"/>
                    <a:pt x="11543" y="13857"/>
                    <a:pt x="11985" y="14144"/>
                  </a:cubicBezTo>
                  <a:cubicBezTo>
                    <a:pt x="12553" y="14456"/>
                    <a:pt x="13093" y="14882"/>
                    <a:pt x="13576" y="15393"/>
                  </a:cubicBezTo>
                  <a:cubicBezTo>
                    <a:pt x="14002" y="15904"/>
                    <a:pt x="14626" y="16274"/>
                    <a:pt x="15279" y="16416"/>
                  </a:cubicBezTo>
                  <a:cubicBezTo>
                    <a:pt x="15336" y="15961"/>
                    <a:pt x="15308" y="15507"/>
                    <a:pt x="15251" y="15081"/>
                  </a:cubicBezTo>
                  <a:lnTo>
                    <a:pt x="15251" y="15052"/>
                  </a:lnTo>
                  <a:cubicBezTo>
                    <a:pt x="14882" y="14967"/>
                    <a:pt x="14541" y="14740"/>
                    <a:pt x="14314" y="14428"/>
                  </a:cubicBezTo>
                  <a:cubicBezTo>
                    <a:pt x="13803" y="13945"/>
                    <a:pt x="13263" y="13519"/>
                    <a:pt x="12638" y="13150"/>
                  </a:cubicBezTo>
                  <a:cubicBezTo>
                    <a:pt x="11987" y="12739"/>
                    <a:pt x="11232" y="12534"/>
                    <a:pt x="10463" y="12534"/>
                  </a:cubicBezTo>
                  <a:cubicBezTo>
                    <a:pt x="10327" y="12534"/>
                    <a:pt x="10190" y="12540"/>
                    <a:pt x="10054" y="12553"/>
                  </a:cubicBezTo>
                  <a:cubicBezTo>
                    <a:pt x="9893" y="12560"/>
                    <a:pt x="9732" y="12563"/>
                    <a:pt x="9572" y="12563"/>
                  </a:cubicBezTo>
                  <a:cubicBezTo>
                    <a:pt x="9052" y="12563"/>
                    <a:pt x="8537" y="12526"/>
                    <a:pt x="8038" y="12440"/>
                  </a:cubicBezTo>
                  <a:cubicBezTo>
                    <a:pt x="7697" y="12383"/>
                    <a:pt x="7413" y="12212"/>
                    <a:pt x="7186" y="11985"/>
                  </a:cubicBezTo>
                  <a:cubicBezTo>
                    <a:pt x="6817" y="11730"/>
                    <a:pt x="6476" y="11389"/>
                    <a:pt x="6135" y="11077"/>
                  </a:cubicBezTo>
                  <a:close/>
                  <a:moveTo>
                    <a:pt x="4431" y="14882"/>
                  </a:moveTo>
                  <a:cubicBezTo>
                    <a:pt x="4176" y="15365"/>
                    <a:pt x="3977" y="15904"/>
                    <a:pt x="3863" y="16444"/>
                  </a:cubicBezTo>
                  <a:cubicBezTo>
                    <a:pt x="4289" y="16728"/>
                    <a:pt x="4800" y="16728"/>
                    <a:pt x="5255" y="16898"/>
                  </a:cubicBezTo>
                  <a:cubicBezTo>
                    <a:pt x="5652" y="17040"/>
                    <a:pt x="6107" y="17097"/>
                    <a:pt x="6504" y="17239"/>
                  </a:cubicBezTo>
                  <a:cubicBezTo>
                    <a:pt x="7498" y="17523"/>
                    <a:pt x="8521" y="17779"/>
                    <a:pt x="9515" y="18006"/>
                  </a:cubicBezTo>
                  <a:cubicBezTo>
                    <a:pt x="10082" y="18176"/>
                    <a:pt x="10679" y="18261"/>
                    <a:pt x="11275" y="18403"/>
                  </a:cubicBezTo>
                  <a:cubicBezTo>
                    <a:pt x="11758" y="18517"/>
                    <a:pt x="12212" y="18659"/>
                    <a:pt x="12695" y="18773"/>
                  </a:cubicBezTo>
                  <a:cubicBezTo>
                    <a:pt x="13519" y="18971"/>
                    <a:pt x="14314" y="19255"/>
                    <a:pt x="15081" y="19625"/>
                  </a:cubicBezTo>
                  <a:cubicBezTo>
                    <a:pt x="15137" y="19653"/>
                    <a:pt x="15223" y="19681"/>
                    <a:pt x="15308" y="19681"/>
                  </a:cubicBezTo>
                  <a:cubicBezTo>
                    <a:pt x="15421" y="19199"/>
                    <a:pt x="15421" y="18687"/>
                    <a:pt x="15336" y="18205"/>
                  </a:cubicBezTo>
                  <a:cubicBezTo>
                    <a:pt x="15081" y="18176"/>
                    <a:pt x="14854" y="18091"/>
                    <a:pt x="14655" y="17949"/>
                  </a:cubicBezTo>
                  <a:cubicBezTo>
                    <a:pt x="13632" y="17466"/>
                    <a:pt x="12610" y="17069"/>
                    <a:pt x="11531" y="16728"/>
                  </a:cubicBezTo>
                  <a:cubicBezTo>
                    <a:pt x="11020" y="16557"/>
                    <a:pt x="10480" y="16444"/>
                    <a:pt x="9969" y="16302"/>
                  </a:cubicBezTo>
                  <a:cubicBezTo>
                    <a:pt x="9429" y="16132"/>
                    <a:pt x="8805" y="15990"/>
                    <a:pt x="8237" y="15819"/>
                  </a:cubicBezTo>
                  <a:cubicBezTo>
                    <a:pt x="7782" y="15706"/>
                    <a:pt x="7328" y="15592"/>
                    <a:pt x="6873" y="15507"/>
                  </a:cubicBezTo>
                  <a:cubicBezTo>
                    <a:pt x="6050" y="15336"/>
                    <a:pt x="5255" y="15081"/>
                    <a:pt x="4431" y="14882"/>
                  </a:cubicBezTo>
                  <a:close/>
                  <a:moveTo>
                    <a:pt x="2898" y="19625"/>
                  </a:moveTo>
                  <a:cubicBezTo>
                    <a:pt x="2727" y="19994"/>
                    <a:pt x="2614" y="20363"/>
                    <a:pt x="2585" y="20789"/>
                  </a:cubicBezTo>
                  <a:cubicBezTo>
                    <a:pt x="2841" y="20874"/>
                    <a:pt x="3125" y="20959"/>
                    <a:pt x="3352" y="21073"/>
                  </a:cubicBezTo>
                  <a:cubicBezTo>
                    <a:pt x="3961" y="21370"/>
                    <a:pt x="4622" y="21520"/>
                    <a:pt x="5287" y="21520"/>
                  </a:cubicBezTo>
                  <a:cubicBezTo>
                    <a:pt x="5831" y="21520"/>
                    <a:pt x="6378" y="21419"/>
                    <a:pt x="6902" y="21215"/>
                  </a:cubicBezTo>
                  <a:cubicBezTo>
                    <a:pt x="7243" y="21101"/>
                    <a:pt x="7583" y="21016"/>
                    <a:pt x="7924" y="20931"/>
                  </a:cubicBezTo>
                  <a:cubicBezTo>
                    <a:pt x="7997" y="20904"/>
                    <a:pt x="8073" y="20891"/>
                    <a:pt x="8150" y="20891"/>
                  </a:cubicBezTo>
                  <a:cubicBezTo>
                    <a:pt x="8312" y="20891"/>
                    <a:pt x="8480" y="20948"/>
                    <a:pt x="8634" y="21045"/>
                  </a:cubicBezTo>
                  <a:cubicBezTo>
                    <a:pt x="9032" y="21300"/>
                    <a:pt x="9429" y="21613"/>
                    <a:pt x="9770" y="21953"/>
                  </a:cubicBezTo>
                  <a:cubicBezTo>
                    <a:pt x="10168" y="22294"/>
                    <a:pt x="10537" y="22663"/>
                    <a:pt x="10934" y="23004"/>
                  </a:cubicBezTo>
                  <a:cubicBezTo>
                    <a:pt x="11360" y="23373"/>
                    <a:pt x="11900" y="23600"/>
                    <a:pt x="12468" y="23657"/>
                  </a:cubicBezTo>
                  <a:cubicBezTo>
                    <a:pt x="12765" y="23704"/>
                    <a:pt x="13062" y="23725"/>
                    <a:pt x="13359" y="23725"/>
                  </a:cubicBezTo>
                  <a:cubicBezTo>
                    <a:pt x="13602" y="23725"/>
                    <a:pt x="13844" y="23711"/>
                    <a:pt x="14087" y="23686"/>
                  </a:cubicBezTo>
                  <a:cubicBezTo>
                    <a:pt x="14399" y="23686"/>
                    <a:pt x="14712" y="23686"/>
                    <a:pt x="14995" y="23742"/>
                  </a:cubicBezTo>
                  <a:cubicBezTo>
                    <a:pt x="15081" y="23373"/>
                    <a:pt x="15137" y="23004"/>
                    <a:pt x="15137" y="22635"/>
                  </a:cubicBezTo>
                  <a:cubicBezTo>
                    <a:pt x="14771" y="22580"/>
                    <a:pt x="14404" y="22549"/>
                    <a:pt x="14037" y="22549"/>
                  </a:cubicBezTo>
                  <a:cubicBezTo>
                    <a:pt x="13836" y="22549"/>
                    <a:pt x="13635" y="22558"/>
                    <a:pt x="13434" y="22578"/>
                  </a:cubicBezTo>
                  <a:cubicBezTo>
                    <a:pt x="13339" y="22590"/>
                    <a:pt x="13245" y="22596"/>
                    <a:pt x="13150" y="22596"/>
                  </a:cubicBezTo>
                  <a:cubicBezTo>
                    <a:pt x="12560" y="22596"/>
                    <a:pt x="11975" y="22369"/>
                    <a:pt x="11559" y="21953"/>
                  </a:cubicBezTo>
                  <a:cubicBezTo>
                    <a:pt x="11190" y="21584"/>
                    <a:pt x="10792" y="21243"/>
                    <a:pt x="10423" y="20874"/>
                  </a:cubicBezTo>
                  <a:cubicBezTo>
                    <a:pt x="10139" y="20647"/>
                    <a:pt x="9884" y="20420"/>
                    <a:pt x="9600" y="20193"/>
                  </a:cubicBezTo>
                  <a:cubicBezTo>
                    <a:pt x="9178" y="19877"/>
                    <a:pt x="8663" y="19701"/>
                    <a:pt x="8147" y="19701"/>
                  </a:cubicBezTo>
                  <a:cubicBezTo>
                    <a:pt x="7968" y="19701"/>
                    <a:pt x="7788" y="19723"/>
                    <a:pt x="7612" y="19767"/>
                  </a:cubicBezTo>
                  <a:cubicBezTo>
                    <a:pt x="7385" y="19823"/>
                    <a:pt x="7186" y="19880"/>
                    <a:pt x="6959" y="19937"/>
                  </a:cubicBezTo>
                  <a:cubicBezTo>
                    <a:pt x="6845" y="19994"/>
                    <a:pt x="6703" y="20051"/>
                    <a:pt x="6589" y="20079"/>
                  </a:cubicBezTo>
                  <a:cubicBezTo>
                    <a:pt x="6168" y="20258"/>
                    <a:pt x="5728" y="20345"/>
                    <a:pt x="5293" y="20345"/>
                  </a:cubicBezTo>
                  <a:cubicBezTo>
                    <a:pt x="4761" y="20345"/>
                    <a:pt x="4234" y="20215"/>
                    <a:pt x="3750" y="19965"/>
                  </a:cubicBezTo>
                  <a:cubicBezTo>
                    <a:pt x="3494" y="19795"/>
                    <a:pt x="3210" y="19681"/>
                    <a:pt x="2898" y="19625"/>
                  </a:cubicBezTo>
                  <a:close/>
                  <a:moveTo>
                    <a:pt x="2074" y="23345"/>
                  </a:moveTo>
                  <a:cubicBezTo>
                    <a:pt x="1960" y="23742"/>
                    <a:pt x="1932" y="24140"/>
                    <a:pt x="1932" y="24538"/>
                  </a:cubicBezTo>
                  <a:cubicBezTo>
                    <a:pt x="2528" y="24708"/>
                    <a:pt x="3125" y="24907"/>
                    <a:pt x="3750" y="25020"/>
                  </a:cubicBezTo>
                  <a:cubicBezTo>
                    <a:pt x="4829" y="25276"/>
                    <a:pt x="5879" y="25617"/>
                    <a:pt x="6902" y="26100"/>
                  </a:cubicBezTo>
                  <a:cubicBezTo>
                    <a:pt x="7612" y="26412"/>
                    <a:pt x="8379" y="26668"/>
                    <a:pt x="9117" y="26923"/>
                  </a:cubicBezTo>
                  <a:cubicBezTo>
                    <a:pt x="9373" y="26980"/>
                    <a:pt x="9628" y="27008"/>
                    <a:pt x="9912" y="27037"/>
                  </a:cubicBezTo>
                  <a:cubicBezTo>
                    <a:pt x="10480" y="27093"/>
                    <a:pt x="11048" y="27150"/>
                    <a:pt x="11616" y="27207"/>
                  </a:cubicBezTo>
                  <a:cubicBezTo>
                    <a:pt x="11730" y="27235"/>
                    <a:pt x="11843" y="27235"/>
                    <a:pt x="11957" y="27235"/>
                  </a:cubicBezTo>
                  <a:cubicBezTo>
                    <a:pt x="12119" y="27196"/>
                    <a:pt x="12278" y="27179"/>
                    <a:pt x="12432" y="27179"/>
                  </a:cubicBezTo>
                  <a:cubicBezTo>
                    <a:pt x="13062" y="27179"/>
                    <a:pt x="13636" y="27462"/>
                    <a:pt x="14229" y="27690"/>
                  </a:cubicBezTo>
                  <a:cubicBezTo>
                    <a:pt x="14371" y="27321"/>
                    <a:pt x="14428" y="26923"/>
                    <a:pt x="14456" y="26526"/>
                  </a:cubicBezTo>
                  <a:cubicBezTo>
                    <a:pt x="13771" y="26272"/>
                    <a:pt x="13086" y="25973"/>
                    <a:pt x="12360" y="25973"/>
                  </a:cubicBezTo>
                  <a:cubicBezTo>
                    <a:pt x="12273" y="25973"/>
                    <a:pt x="12186" y="25977"/>
                    <a:pt x="12099" y="25986"/>
                  </a:cubicBezTo>
                  <a:cubicBezTo>
                    <a:pt x="11950" y="25993"/>
                    <a:pt x="11802" y="25997"/>
                    <a:pt x="11656" y="25997"/>
                  </a:cubicBezTo>
                  <a:cubicBezTo>
                    <a:pt x="11218" y="25997"/>
                    <a:pt x="10792" y="25965"/>
                    <a:pt x="10366" y="25901"/>
                  </a:cubicBezTo>
                  <a:cubicBezTo>
                    <a:pt x="9713" y="25816"/>
                    <a:pt x="9032" y="25645"/>
                    <a:pt x="8407" y="25390"/>
                  </a:cubicBezTo>
                  <a:cubicBezTo>
                    <a:pt x="7385" y="25049"/>
                    <a:pt x="6419" y="24509"/>
                    <a:pt x="5368" y="24197"/>
                  </a:cubicBezTo>
                  <a:cubicBezTo>
                    <a:pt x="4772" y="23998"/>
                    <a:pt x="4176" y="23828"/>
                    <a:pt x="3579" y="23686"/>
                  </a:cubicBezTo>
                  <a:cubicBezTo>
                    <a:pt x="3068" y="23600"/>
                    <a:pt x="2585" y="23430"/>
                    <a:pt x="2074" y="23345"/>
                  </a:cubicBezTo>
                  <a:close/>
                  <a:moveTo>
                    <a:pt x="1648" y="27321"/>
                  </a:moveTo>
                  <a:cubicBezTo>
                    <a:pt x="1506" y="28059"/>
                    <a:pt x="1449" y="28826"/>
                    <a:pt x="1506" y="29593"/>
                  </a:cubicBezTo>
                  <a:cubicBezTo>
                    <a:pt x="2244" y="29735"/>
                    <a:pt x="3011" y="29848"/>
                    <a:pt x="3750" y="30047"/>
                  </a:cubicBezTo>
                  <a:cubicBezTo>
                    <a:pt x="4232" y="30217"/>
                    <a:pt x="4743" y="30303"/>
                    <a:pt x="5255" y="30331"/>
                  </a:cubicBezTo>
                  <a:cubicBezTo>
                    <a:pt x="5823" y="30359"/>
                    <a:pt x="6305" y="30615"/>
                    <a:pt x="6873" y="30672"/>
                  </a:cubicBezTo>
                  <a:cubicBezTo>
                    <a:pt x="7953" y="30785"/>
                    <a:pt x="9003" y="31069"/>
                    <a:pt x="10026" y="31467"/>
                  </a:cubicBezTo>
                  <a:cubicBezTo>
                    <a:pt x="10963" y="31779"/>
                    <a:pt x="11900" y="32148"/>
                    <a:pt x="12809" y="32489"/>
                  </a:cubicBezTo>
                  <a:cubicBezTo>
                    <a:pt x="13150" y="31723"/>
                    <a:pt x="13405" y="30899"/>
                    <a:pt x="13547" y="30075"/>
                  </a:cubicBezTo>
                  <a:cubicBezTo>
                    <a:pt x="13348" y="30019"/>
                    <a:pt x="13121" y="29962"/>
                    <a:pt x="12951" y="29848"/>
                  </a:cubicBezTo>
                  <a:cubicBezTo>
                    <a:pt x="11843" y="29309"/>
                    <a:pt x="10679" y="28939"/>
                    <a:pt x="9458" y="28797"/>
                  </a:cubicBezTo>
                  <a:cubicBezTo>
                    <a:pt x="9373" y="28797"/>
                    <a:pt x="9287" y="28769"/>
                    <a:pt x="9231" y="28741"/>
                  </a:cubicBezTo>
                  <a:cubicBezTo>
                    <a:pt x="8776" y="28570"/>
                    <a:pt x="8293" y="28485"/>
                    <a:pt x="7811" y="28457"/>
                  </a:cubicBezTo>
                  <a:cubicBezTo>
                    <a:pt x="7328" y="28428"/>
                    <a:pt x="6873" y="28343"/>
                    <a:pt x="6447" y="28258"/>
                  </a:cubicBezTo>
                  <a:cubicBezTo>
                    <a:pt x="6107" y="28144"/>
                    <a:pt x="5737" y="28087"/>
                    <a:pt x="5397" y="28059"/>
                  </a:cubicBezTo>
                  <a:cubicBezTo>
                    <a:pt x="4119" y="27917"/>
                    <a:pt x="2869" y="27690"/>
                    <a:pt x="1648" y="27321"/>
                  </a:cubicBezTo>
                  <a:close/>
                  <a:moveTo>
                    <a:pt x="1336" y="31694"/>
                  </a:moveTo>
                  <a:cubicBezTo>
                    <a:pt x="1250" y="32092"/>
                    <a:pt x="1194" y="32461"/>
                    <a:pt x="1222" y="32858"/>
                  </a:cubicBezTo>
                  <a:cubicBezTo>
                    <a:pt x="1818" y="33000"/>
                    <a:pt x="2415" y="33199"/>
                    <a:pt x="3011" y="33455"/>
                  </a:cubicBezTo>
                  <a:cubicBezTo>
                    <a:pt x="3636" y="33654"/>
                    <a:pt x="4261" y="33966"/>
                    <a:pt x="4914" y="34193"/>
                  </a:cubicBezTo>
                  <a:cubicBezTo>
                    <a:pt x="5794" y="34534"/>
                    <a:pt x="6731" y="34761"/>
                    <a:pt x="7669" y="34875"/>
                  </a:cubicBezTo>
                  <a:cubicBezTo>
                    <a:pt x="8350" y="34960"/>
                    <a:pt x="9032" y="35017"/>
                    <a:pt x="9713" y="35102"/>
                  </a:cubicBezTo>
                  <a:cubicBezTo>
                    <a:pt x="10338" y="35187"/>
                    <a:pt x="10934" y="35414"/>
                    <a:pt x="11446" y="35812"/>
                  </a:cubicBezTo>
                  <a:cubicBezTo>
                    <a:pt x="11531" y="35897"/>
                    <a:pt x="11588" y="35982"/>
                    <a:pt x="11644" y="36068"/>
                  </a:cubicBezTo>
                  <a:cubicBezTo>
                    <a:pt x="11900" y="35670"/>
                    <a:pt x="12042" y="35216"/>
                    <a:pt x="12099" y="34761"/>
                  </a:cubicBezTo>
                  <a:lnTo>
                    <a:pt x="12099" y="34733"/>
                  </a:lnTo>
                  <a:cubicBezTo>
                    <a:pt x="11928" y="34704"/>
                    <a:pt x="11786" y="34648"/>
                    <a:pt x="11644" y="34591"/>
                  </a:cubicBezTo>
                  <a:cubicBezTo>
                    <a:pt x="10707" y="34051"/>
                    <a:pt x="9685" y="33739"/>
                    <a:pt x="8606" y="33682"/>
                  </a:cubicBezTo>
                  <a:cubicBezTo>
                    <a:pt x="8322" y="33654"/>
                    <a:pt x="8009" y="33597"/>
                    <a:pt x="7725" y="33597"/>
                  </a:cubicBezTo>
                  <a:cubicBezTo>
                    <a:pt x="6675" y="33512"/>
                    <a:pt x="5624" y="33228"/>
                    <a:pt x="4658" y="32773"/>
                  </a:cubicBezTo>
                  <a:cubicBezTo>
                    <a:pt x="3892" y="32461"/>
                    <a:pt x="3096" y="32148"/>
                    <a:pt x="2301" y="31893"/>
                  </a:cubicBezTo>
                  <a:cubicBezTo>
                    <a:pt x="1989" y="31808"/>
                    <a:pt x="1648" y="31723"/>
                    <a:pt x="1336" y="31694"/>
                  </a:cubicBezTo>
                  <a:close/>
                  <a:moveTo>
                    <a:pt x="4743" y="37061"/>
                  </a:moveTo>
                  <a:cubicBezTo>
                    <a:pt x="3494" y="37090"/>
                    <a:pt x="2244" y="37033"/>
                    <a:pt x="1052" y="37459"/>
                  </a:cubicBezTo>
                  <a:lnTo>
                    <a:pt x="881" y="37459"/>
                  </a:lnTo>
                  <a:cubicBezTo>
                    <a:pt x="796" y="37828"/>
                    <a:pt x="768" y="38226"/>
                    <a:pt x="796" y="38623"/>
                  </a:cubicBezTo>
                  <a:cubicBezTo>
                    <a:pt x="1620" y="38396"/>
                    <a:pt x="2443" y="38283"/>
                    <a:pt x="3295" y="38226"/>
                  </a:cubicBezTo>
                  <a:cubicBezTo>
                    <a:pt x="3778" y="38254"/>
                    <a:pt x="4261" y="38283"/>
                    <a:pt x="4743" y="38339"/>
                  </a:cubicBezTo>
                  <a:cubicBezTo>
                    <a:pt x="6391" y="38396"/>
                    <a:pt x="7811" y="39049"/>
                    <a:pt x="9174" y="39901"/>
                  </a:cubicBezTo>
                  <a:cubicBezTo>
                    <a:pt x="9458" y="40072"/>
                    <a:pt x="9770" y="40242"/>
                    <a:pt x="10082" y="40441"/>
                  </a:cubicBezTo>
                  <a:cubicBezTo>
                    <a:pt x="10253" y="40100"/>
                    <a:pt x="10395" y="39731"/>
                    <a:pt x="10480" y="39362"/>
                  </a:cubicBezTo>
                  <a:cubicBezTo>
                    <a:pt x="9429" y="38538"/>
                    <a:pt x="8237" y="37913"/>
                    <a:pt x="6959" y="37516"/>
                  </a:cubicBezTo>
                  <a:cubicBezTo>
                    <a:pt x="6249" y="37260"/>
                    <a:pt x="5510" y="37090"/>
                    <a:pt x="4743" y="37061"/>
                  </a:cubicBezTo>
                  <a:close/>
                  <a:moveTo>
                    <a:pt x="768" y="42116"/>
                  </a:moveTo>
                  <a:lnTo>
                    <a:pt x="768" y="42116"/>
                  </a:lnTo>
                  <a:cubicBezTo>
                    <a:pt x="739" y="42542"/>
                    <a:pt x="739" y="42968"/>
                    <a:pt x="796" y="43423"/>
                  </a:cubicBezTo>
                  <a:cubicBezTo>
                    <a:pt x="1506" y="43508"/>
                    <a:pt x="2216" y="43764"/>
                    <a:pt x="2841" y="44161"/>
                  </a:cubicBezTo>
                  <a:cubicBezTo>
                    <a:pt x="3295" y="44417"/>
                    <a:pt x="3835" y="44587"/>
                    <a:pt x="4374" y="44644"/>
                  </a:cubicBezTo>
                  <a:cubicBezTo>
                    <a:pt x="4477" y="44655"/>
                    <a:pt x="4579" y="44661"/>
                    <a:pt x="4681" y="44661"/>
                  </a:cubicBezTo>
                  <a:cubicBezTo>
                    <a:pt x="5089" y="44661"/>
                    <a:pt x="5493" y="44570"/>
                    <a:pt x="5879" y="44388"/>
                  </a:cubicBezTo>
                  <a:cubicBezTo>
                    <a:pt x="6135" y="44246"/>
                    <a:pt x="6391" y="44104"/>
                    <a:pt x="6646" y="43934"/>
                  </a:cubicBezTo>
                  <a:cubicBezTo>
                    <a:pt x="6774" y="43820"/>
                    <a:pt x="6930" y="43764"/>
                    <a:pt x="7090" y="43764"/>
                  </a:cubicBezTo>
                  <a:cubicBezTo>
                    <a:pt x="7250" y="43764"/>
                    <a:pt x="7413" y="43820"/>
                    <a:pt x="7555" y="43934"/>
                  </a:cubicBezTo>
                  <a:cubicBezTo>
                    <a:pt x="7924" y="44246"/>
                    <a:pt x="8350" y="44502"/>
                    <a:pt x="8549" y="44985"/>
                  </a:cubicBezTo>
                  <a:cubicBezTo>
                    <a:pt x="8776" y="44616"/>
                    <a:pt x="8890" y="44218"/>
                    <a:pt x="8975" y="43792"/>
                  </a:cubicBezTo>
                  <a:cubicBezTo>
                    <a:pt x="8691" y="43565"/>
                    <a:pt x="8435" y="43309"/>
                    <a:pt x="8180" y="43082"/>
                  </a:cubicBezTo>
                  <a:cubicBezTo>
                    <a:pt x="7882" y="42801"/>
                    <a:pt x="7497" y="42654"/>
                    <a:pt x="7104" y="42654"/>
                  </a:cubicBezTo>
                  <a:cubicBezTo>
                    <a:pt x="6823" y="42654"/>
                    <a:pt x="6538" y="42729"/>
                    <a:pt x="6277" y="42883"/>
                  </a:cubicBezTo>
                  <a:cubicBezTo>
                    <a:pt x="6021" y="43025"/>
                    <a:pt x="5737" y="43139"/>
                    <a:pt x="5482" y="43281"/>
                  </a:cubicBezTo>
                  <a:cubicBezTo>
                    <a:pt x="5221" y="43434"/>
                    <a:pt x="4936" y="43513"/>
                    <a:pt x="4649" y="43513"/>
                  </a:cubicBezTo>
                  <a:cubicBezTo>
                    <a:pt x="4403" y="43513"/>
                    <a:pt x="4155" y="43455"/>
                    <a:pt x="3920" y="43338"/>
                  </a:cubicBezTo>
                  <a:cubicBezTo>
                    <a:pt x="3693" y="43252"/>
                    <a:pt x="3437" y="43110"/>
                    <a:pt x="3210" y="42997"/>
                  </a:cubicBezTo>
                  <a:cubicBezTo>
                    <a:pt x="2472" y="42542"/>
                    <a:pt x="1620" y="42258"/>
                    <a:pt x="768" y="42116"/>
                  </a:cubicBezTo>
                  <a:close/>
                  <a:moveTo>
                    <a:pt x="796" y="46717"/>
                  </a:moveTo>
                  <a:cubicBezTo>
                    <a:pt x="739" y="47086"/>
                    <a:pt x="739" y="47484"/>
                    <a:pt x="796" y="47881"/>
                  </a:cubicBezTo>
                  <a:cubicBezTo>
                    <a:pt x="1904" y="48364"/>
                    <a:pt x="3068" y="48762"/>
                    <a:pt x="4261" y="49017"/>
                  </a:cubicBezTo>
                  <a:cubicBezTo>
                    <a:pt x="5226" y="49216"/>
                    <a:pt x="6135" y="49557"/>
                    <a:pt x="7101" y="49727"/>
                  </a:cubicBezTo>
                  <a:cubicBezTo>
                    <a:pt x="7271" y="49358"/>
                    <a:pt x="7385" y="48989"/>
                    <a:pt x="7413" y="48591"/>
                  </a:cubicBezTo>
                  <a:cubicBezTo>
                    <a:pt x="7243" y="48563"/>
                    <a:pt x="7044" y="48535"/>
                    <a:pt x="6873" y="48478"/>
                  </a:cubicBezTo>
                  <a:cubicBezTo>
                    <a:pt x="6021" y="48165"/>
                    <a:pt x="5169" y="47938"/>
                    <a:pt x="4317" y="47768"/>
                  </a:cubicBezTo>
                  <a:cubicBezTo>
                    <a:pt x="3466" y="47541"/>
                    <a:pt x="2642" y="47285"/>
                    <a:pt x="1818" y="46973"/>
                  </a:cubicBezTo>
                  <a:cubicBezTo>
                    <a:pt x="1478" y="46859"/>
                    <a:pt x="1137" y="46774"/>
                    <a:pt x="796" y="46717"/>
                  </a:cubicBezTo>
                  <a:close/>
                  <a:moveTo>
                    <a:pt x="768" y="50693"/>
                  </a:moveTo>
                  <a:cubicBezTo>
                    <a:pt x="682" y="51119"/>
                    <a:pt x="682" y="51545"/>
                    <a:pt x="768" y="51971"/>
                  </a:cubicBezTo>
                  <a:lnTo>
                    <a:pt x="739" y="51971"/>
                  </a:lnTo>
                  <a:cubicBezTo>
                    <a:pt x="1336" y="52056"/>
                    <a:pt x="1932" y="52170"/>
                    <a:pt x="2500" y="52368"/>
                  </a:cubicBezTo>
                  <a:cubicBezTo>
                    <a:pt x="3352" y="52624"/>
                    <a:pt x="4204" y="52880"/>
                    <a:pt x="5084" y="53135"/>
                  </a:cubicBezTo>
                  <a:cubicBezTo>
                    <a:pt x="5397" y="53220"/>
                    <a:pt x="5709" y="53334"/>
                    <a:pt x="6021" y="53419"/>
                  </a:cubicBezTo>
                  <a:cubicBezTo>
                    <a:pt x="6192" y="53050"/>
                    <a:pt x="6277" y="52681"/>
                    <a:pt x="6334" y="52283"/>
                  </a:cubicBezTo>
                  <a:cubicBezTo>
                    <a:pt x="5624" y="52085"/>
                    <a:pt x="4914" y="51914"/>
                    <a:pt x="4204" y="51659"/>
                  </a:cubicBezTo>
                  <a:cubicBezTo>
                    <a:pt x="3437" y="51375"/>
                    <a:pt x="2642" y="51204"/>
                    <a:pt x="1847" y="51005"/>
                  </a:cubicBezTo>
                  <a:cubicBezTo>
                    <a:pt x="1506" y="50863"/>
                    <a:pt x="1137" y="50750"/>
                    <a:pt x="768" y="50693"/>
                  </a:cubicBezTo>
                  <a:close/>
                  <a:moveTo>
                    <a:pt x="597" y="54953"/>
                  </a:moveTo>
                  <a:cubicBezTo>
                    <a:pt x="540" y="55379"/>
                    <a:pt x="512" y="55805"/>
                    <a:pt x="540" y="56259"/>
                  </a:cubicBezTo>
                  <a:lnTo>
                    <a:pt x="540" y="56231"/>
                  </a:lnTo>
                  <a:cubicBezTo>
                    <a:pt x="824" y="56288"/>
                    <a:pt x="1108" y="56344"/>
                    <a:pt x="1392" y="56458"/>
                  </a:cubicBezTo>
                  <a:cubicBezTo>
                    <a:pt x="1960" y="56714"/>
                    <a:pt x="2557" y="56856"/>
                    <a:pt x="3153" y="56884"/>
                  </a:cubicBezTo>
                  <a:cubicBezTo>
                    <a:pt x="3750" y="56941"/>
                    <a:pt x="4346" y="57026"/>
                    <a:pt x="4942" y="57083"/>
                  </a:cubicBezTo>
                  <a:cubicBezTo>
                    <a:pt x="5084" y="56799"/>
                    <a:pt x="5169" y="56486"/>
                    <a:pt x="5226" y="56146"/>
                  </a:cubicBezTo>
                  <a:cubicBezTo>
                    <a:pt x="5141" y="56032"/>
                    <a:pt x="5027" y="55975"/>
                    <a:pt x="4885" y="55918"/>
                  </a:cubicBezTo>
                  <a:cubicBezTo>
                    <a:pt x="4715" y="55890"/>
                    <a:pt x="4573" y="55862"/>
                    <a:pt x="4403" y="55862"/>
                  </a:cubicBezTo>
                  <a:cubicBezTo>
                    <a:pt x="3068" y="55833"/>
                    <a:pt x="1847" y="55379"/>
                    <a:pt x="597" y="54953"/>
                  </a:cubicBezTo>
                  <a:close/>
                  <a:moveTo>
                    <a:pt x="455" y="57423"/>
                  </a:moveTo>
                  <a:cubicBezTo>
                    <a:pt x="370" y="57793"/>
                    <a:pt x="342" y="58190"/>
                    <a:pt x="427" y="58588"/>
                  </a:cubicBezTo>
                  <a:cubicBezTo>
                    <a:pt x="796" y="58787"/>
                    <a:pt x="1194" y="58957"/>
                    <a:pt x="1591" y="59156"/>
                  </a:cubicBezTo>
                  <a:cubicBezTo>
                    <a:pt x="2386" y="59525"/>
                    <a:pt x="3182" y="59866"/>
                    <a:pt x="4034" y="60150"/>
                  </a:cubicBezTo>
                  <a:cubicBezTo>
                    <a:pt x="4204" y="59809"/>
                    <a:pt x="4317" y="59411"/>
                    <a:pt x="4346" y="59042"/>
                  </a:cubicBezTo>
                  <a:cubicBezTo>
                    <a:pt x="4034" y="58985"/>
                    <a:pt x="3721" y="58843"/>
                    <a:pt x="3437" y="58673"/>
                  </a:cubicBezTo>
                  <a:cubicBezTo>
                    <a:pt x="2784" y="58304"/>
                    <a:pt x="2074" y="58048"/>
                    <a:pt x="1392" y="57679"/>
                  </a:cubicBezTo>
                  <a:cubicBezTo>
                    <a:pt x="1108" y="57565"/>
                    <a:pt x="796" y="57452"/>
                    <a:pt x="455" y="57423"/>
                  </a:cubicBezTo>
                  <a:close/>
                  <a:moveTo>
                    <a:pt x="143" y="61513"/>
                  </a:moveTo>
                  <a:cubicBezTo>
                    <a:pt x="29" y="61882"/>
                    <a:pt x="1" y="62280"/>
                    <a:pt x="1" y="62677"/>
                  </a:cubicBezTo>
                  <a:lnTo>
                    <a:pt x="3096" y="63018"/>
                  </a:lnTo>
                  <a:cubicBezTo>
                    <a:pt x="3267" y="62677"/>
                    <a:pt x="3380" y="62280"/>
                    <a:pt x="3437" y="61911"/>
                  </a:cubicBezTo>
                  <a:lnTo>
                    <a:pt x="143" y="6151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7674275" y="1859969"/>
              <a:ext cx="382000" cy="1989463"/>
            </a:xfrm>
            <a:custGeom>
              <a:rect b="b" l="l" r="r" t="t"/>
              <a:pathLst>
                <a:path extrusionOk="0" h="83076" w="15280">
                  <a:moveTo>
                    <a:pt x="8630" y="0"/>
                  </a:moveTo>
                  <a:cubicBezTo>
                    <a:pt x="8442" y="0"/>
                    <a:pt x="8250" y="85"/>
                    <a:pt x="8123" y="256"/>
                  </a:cubicBezTo>
                  <a:cubicBezTo>
                    <a:pt x="8037" y="426"/>
                    <a:pt x="7952" y="568"/>
                    <a:pt x="7895" y="738"/>
                  </a:cubicBezTo>
                  <a:cubicBezTo>
                    <a:pt x="7583" y="1477"/>
                    <a:pt x="7327" y="2244"/>
                    <a:pt x="7129" y="3010"/>
                  </a:cubicBezTo>
                  <a:cubicBezTo>
                    <a:pt x="6419" y="5424"/>
                    <a:pt x="5709" y="7810"/>
                    <a:pt x="4885" y="10195"/>
                  </a:cubicBezTo>
                  <a:cubicBezTo>
                    <a:pt x="4090" y="12581"/>
                    <a:pt x="3380" y="14995"/>
                    <a:pt x="2812" y="17437"/>
                  </a:cubicBezTo>
                  <a:cubicBezTo>
                    <a:pt x="2187" y="20078"/>
                    <a:pt x="1676" y="22748"/>
                    <a:pt x="938" y="25389"/>
                  </a:cubicBezTo>
                  <a:cubicBezTo>
                    <a:pt x="114" y="28257"/>
                    <a:pt x="86" y="31125"/>
                    <a:pt x="370" y="34022"/>
                  </a:cubicBezTo>
                  <a:cubicBezTo>
                    <a:pt x="540" y="35925"/>
                    <a:pt x="796" y="37827"/>
                    <a:pt x="994" y="39758"/>
                  </a:cubicBezTo>
                  <a:cubicBezTo>
                    <a:pt x="1108" y="41292"/>
                    <a:pt x="1136" y="42826"/>
                    <a:pt x="1051" y="44387"/>
                  </a:cubicBezTo>
                  <a:cubicBezTo>
                    <a:pt x="938" y="46290"/>
                    <a:pt x="625" y="48193"/>
                    <a:pt x="370" y="50067"/>
                  </a:cubicBezTo>
                  <a:cubicBezTo>
                    <a:pt x="86" y="52055"/>
                    <a:pt x="1" y="54043"/>
                    <a:pt x="143" y="56031"/>
                  </a:cubicBezTo>
                  <a:cubicBezTo>
                    <a:pt x="285" y="57849"/>
                    <a:pt x="569" y="59638"/>
                    <a:pt x="853" y="61427"/>
                  </a:cubicBezTo>
                  <a:cubicBezTo>
                    <a:pt x="1108" y="63188"/>
                    <a:pt x="1307" y="64920"/>
                    <a:pt x="1506" y="66681"/>
                  </a:cubicBezTo>
                  <a:cubicBezTo>
                    <a:pt x="1676" y="68101"/>
                    <a:pt x="1790" y="69520"/>
                    <a:pt x="1903" y="70940"/>
                  </a:cubicBezTo>
                  <a:cubicBezTo>
                    <a:pt x="2017" y="72247"/>
                    <a:pt x="2187" y="73553"/>
                    <a:pt x="2045" y="74859"/>
                  </a:cubicBezTo>
                  <a:cubicBezTo>
                    <a:pt x="1903" y="76251"/>
                    <a:pt x="1846" y="77671"/>
                    <a:pt x="1903" y="79062"/>
                  </a:cubicBezTo>
                  <a:cubicBezTo>
                    <a:pt x="1903" y="80028"/>
                    <a:pt x="2045" y="80965"/>
                    <a:pt x="2301" y="81874"/>
                  </a:cubicBezTo>
                  <a:cubicBezTo>
                    <a:pt x="2443" y="82385"/>
                    <a:pt x="2642" y="82840"/>
                    <a:pt x="3323" y="82953"/>
                  </a:cubicBezTo>
                  <a:cubicBezTo>
                    <a:pt x="3408" y="82982"/>
                    <a:pt x="3494" y="83038"/>
                    <a:pt x="3579" y="83038"/>
                  </a:cubicBezTo>
                  <a:cubicBezTo>
                    <a:pt x="3885" y="83063"/>
                    <a:pt x="4191" y="83076"/>
                    <a:pt x="4498" y="83076"/>
                  </a:cubicBezTo>
                  <a:cubicBezTo>
                    <a:pt x="5242" y="83076"/>
                    <a:pt x="5987" y="83001"/>
                    <a:pt x="6731" y="82840"/>
                  </a:cubicBezTo>
                  <a:cubicBezTo>
                    <a:pt x="7441" y="82811"/>
                    <a:pt x="8037" y="82272"/>
                    <a:pt x="8151" y="81562"/>
                  </a:cubicBezTo>
                  <a:cubicBezTo>
                    <a:pt x="8179" y="81420"/>
                    <a:pt x="8208" y="81278"/>
                    <a:pt x="8208" y="81136"/>
                  </a:cubicBezTo>
                  <a:cubicBezTo>
                    <a:pt x="8492" y="79204"/>
                    <a:pt x="8719" y="77273"/>
                    <a:pt x="9003" y="75371"/>
                  </a:cubicBezTo>
                  <a:cubicBezTo>
                    <a:pt x="9173" y="73752"/>
                    <a:pt x="9457" y="72162"/>
                    <a:pt x="9798" y="70571"/>
                  </a:cubicBezTo>
                  <a:cubicBezTo>
                    <a:pt x="10111" y="69236"/>
                    <a:pt x="10423" y="67930"/>
                    <a:pt x="10764" y="66595"/>
                  </a:cubicBezTo>
                  <a:cubicBezTo>
                    <a:pt x="11190" y="64948"/>
                    <a:pt x="11531" y="63273"/>
                    <a:pt x="11814" y="61597"/>
                  </a:cubicBezTo>
                  <a:cubicBezTo>
                    <a:pt x="12269" y="58984"/>
                    <a:pt x="12752" y="56372"/>
                    <a:pt x="13462" y="53787"/>
                  </a:cubicBezTo>
                  <a:cubicBezTo>
                    <a:pt x="14314" y="50777"/>
                    <a:pt x="14882" y="47682"/>
                    <a:pt x="15080" y="44558"/>
                  </a:cubicBezTo>
                  <a:cubicBezTo>
                    <a:pt x="15279" y="42144"/>
                    <a:pt x="15137" y="39730"/>
                    <a:pt x="14711" y="37373"/>
                  </a:cubicBezTo>
                  <a:cubicBezTo>
                    <a:pt x="14427" y="36038"/>
                    <a:pt x="14200" y="34732"/>
                    <a:pt x="13944" y="33397"/>
                  </a:cubicBezTo>
                  <a:cubicBezTo>
                    <a:pt x="13234" y="29762"/>
                    <a:pt x="13149" y="26013"/>
                    <a:pt x="13121" y="22293"/>
                  </a:cubicBezTo>
                  <a:cubicBezTo>
                    <a:pt x="13121" y="19538"/>
                    <a:pt x="12865" y="16755"/>
                    <a:pt x="12354" y="14029"/>
                  </a:cubicBezTo>
                  <a:cubicBezTo>
                    <a:pt x="11985" y="12070"/>
                    <a:pt x="11474" y="10138"/>
                    <a:pt x="10934" y="8179"/>
                  </a:cubicBezTo>
                  <a:cubicBezTo>
                    <a:pt x="10537" y="6702"/>
                    <a:pt x="10139" y="5225"/>
                    <a:pt x="9883" y="3692"/>
                  </a:cubicBezTo>
                  <a:cubicBezTo>
                    <a:pt x="9741" y="2811"/>
                    <a:pt x="9571" y="1931"/>
                    <a:pt x="9401" y="1051"/>
                  </a:cubicBezTo>
                  <a:cubicBezTo>
                    <a:pt x="9372" y="767"/>
                    <a:pt x="9259" y="511"/>
                    <a:pt x="9117" y="256"/>
                  </a:cubicBezTo>
                  <a:cubicBezTo>
                    <a:pt x="9003" y="85"/>
                    <a:pt x="8818" y="0"/>
                    <a:pt x="8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7673575" y="1859275"/>
              <a:ext cx="381275" cy="1986541"/>
            </a:xfrm>
            <a:custGeom>
              <a:rect b="b" l="l" r="r" t="t"/>
              <a:pathLst>
                <a:path extrusionOk="0" h="82954" w="15251">
                  <a:moveTo>
                    <a:pt x="8630" y="1"/>
                  </a:moveTo>
                  <a:cubicBezTo>
                    <a:pt x="8442" y="1"/>
                    <a:pt x="8250" y="86"/>
                    <a:pt x="8122" y="256"/>
                  </a:cubicBezTo>
                  <a:cubicBezTo>
                    <a:pt x="8037" y="427"/>
                    <a:pt x="7952" y="569"/>
                    <a:pt x="7895" y="739"/>
                  </a:cubicBezTo>
                  <a:cubicBezTo>
                    <a:pt x="7583" y="1477"/>
                    <a:pt x="7327" y="2244"/>
                    <a:pt x="7128" y="3011"/>
                  </a:cubicBezTo>
                  <a:cubicBezTo>
                    <a:pt x="6418" y="5425"/>
                    <a:pt x="5708" y="7810"/>
                    <a:pt x="4885" y="10196"/>
                  </a:cubicBezTo>
                  <a:cubicBezTo>
                    <a:pt x="4090" y="12581"/>
                    <a:pt x="3380" y="14995"/>
                    <a:pt x="2812" y="17438"/>
                  </a:cubicBezTo>
                  <a:cubicBezTo>
                    <a:pt x="2187" y="20079"/>
                    <a:pt x="1676" y="22748"/>
                    <a:pt x="937" y="25389"/>
                  </a:cubicBezTo>
                  <a:cubicBezTo>
                    <a:pt x="114" y="28257"/>
                    <a:pt x="85" y="31126"/>
                    <a:pt x="369" y="34022"/>
                  </a:cubicBezTo>
                  <a:cubicBezTo>
                    <a:pt x="540" y="35925"/>
                    <a:pt x="767" y="37828"/>
                    <a:pt x="966" y="39759"/>
                  </a:cubicBezTo>
                  <a:cubicBezTo>
                    <a:pt x="1108" y="41293"/>
                    <a:pt x="1136" y="42826"/>
                    <a:pt x="1051" y="44388"/>
                  </a:cubicBezTo>
                  <a:cubicBezTo>
                    <a:pt x="937" y="46291"/>
                    <a:pt x="625" y="48194"/>
                    <a:pt x="369" y="50068"/>
                  </a:cubicBezTo>
                  <a:cubicBezTo>
                    <a:pt x="85" y="52056"/>
                    <a:pt x="0" y="54044"/>
                    <a:pt x="142" y="56032"/>
                  </a:cubicBezTo>
                  <a:cubicBezTo>
                    <a:pt x="284" y="57849"/>
                    <a:pt x="568" y="59638"/>
                    <a:pt x="852" y="61427"/>
                  </a:cubicBezTo>
                  <a:cubicBezTo>
                    <a:pt x="1108" y="63188"/>
                    <a:pt x="1306" y="64920"/>
                    <a:pt x="1505" y="66681"/>
                  </a:cubicBezTo>
                  <a:cubicBezTo>
                    <a:pt x="1676" y="68101"/>
                    <a:pt x="1789" y="69521"/>
                    <a:pt x="1903" y="70941"/>
                  </a:cubicBezTo>
                  <a:cubicBezTo>
                    <a:pt x="2016" y="72247"/>
                    <a:pt x="2187" y="73554"/>
                    <a:pt x="2045" y="74860"/>
                  </a:cubicBezTo>
                  <a:cubicBezTo>
                    <a:pt x="1903" y="76280"/>
                    <a:pt x="1846" y="77672"/>
                    <a:pt x="1903" y="79063"/>
                  </a:cubicBezTo>
                  <a:cubicBezTo>
                    <a:pt x="1903" y="80029"/>
                    <a:pt x="2045" y="80966"/>
                    <a:pt x="2300" y="81875"/>
                  </a:cubicBezTo>
                  <a:cubicBezTo>
                    <a:pt x="2442" y="82386"/>
                    <a:pt x="2641" y="82869"/>
                    <a:pt x="3323" y="82954"/>
                  </a:cubicBezTo>
                  <a:cubicBezTo>
                    <a:pt x="3294" y="82528"/>
                    <a:pt x="3238" y="82130"/>
                    <a:pt x="3209" y="81733"/>
                  </a:cubicBezTo>
                  <a:cubicBezTo>
                    <a:pt x="3152" y="81449"/>
                    <a:pt x="3152" y="81193"/>
                    <a:pt x="3209" y="80909"/>
                  </a:cubicBezTo>
                  <a:cubicBezTo>
                    <a:pt x="3124" y="80597"/>
                    <a:pt x="3096" y="80256"/>
                    <a:pt x="3124" y="79915"/>
                  </a:cubicBezTo>
                  <a:cubicBezTo>
                    <a:pt x="3067" y="79404"/>
                    <a:pt x="3067" y="78893"/>
                    <a:pt x="3152" y="78410"/>
                  </a:cubicBezTo>
                  <a:cubicBezTo>
                    <a:pt x="3067" y="78012"/>
                    <a:pt x="3067" y="77615"/>
                    <a:pt x="3152" y="77217"/>
                  </a:cubicBezTo>
                  <a:cubicBezTo>
                    <a:pt x="3067" y="76536"/>
                    <a:pt x="3067" y="75854"/>
                    <a:pt x="3181" y="75172"/>
                  </a:cubicBezTo>
                  <a:cubicBezTo>
                    <a:pt x="3096" y="74775"/>
                    <a:pt x="3096" y="74377"/>
                    <a:pt x="3209" y="73980"/>
                  </a:cubicBezTo>
                  <a:cubicBezTo>
                    <a:pt x="3124" y="73525"/>
                    <a:pt x="3124" y="73071"/>
                    <a:pt x="3152" y="72617"/>
                  </a:cubicBezTo>
                  <a:cubicBezTo>
                    <a:pt x="3039" y="72105"/>
                    <a:pt x="3039" y="71594"/>
                    <a:pt x="3096" y="71083"/>
                  </a:cubicBezTo>
                  <a:cubicBezTo>
                    <a:pt x="2954" y="70259"/>
                    <a:pt x="2868" y="69407"/>
                    <a:pt x="2868" y="68556"/>
                  </a:cubicBezTo>
                  <a:cubicBezTo>
                    <a:pt x="2726" y="68130"/>
                    <a:pt x="2670" y="67675"/>
                    <a:pt x="2726" y="67249"/>
                  </a:cubicBezTo>
                  <a:cubicBezTo>
                    <a:pt x="2613" y="66454"/>
                    <a:pt x="2499" y="65687"/>
                    <a:pt x="2386" y="64892"/>
                  </a:cubicBezTo>
                  <a:cubicBezTo>
                    <a:pt x="2244" y="64523"/>
                    <a:pt x="2187" y="64154"/>
                    <a:pt x="2187" y="63756"/>
                  </a:cubicBezTo>
                  <a:cubicBezTo>
                    <a:pt x="1960" y="62734"/>
                    <a:pt x="1846" y="61683"/>
                    <a:pt x="1846" y="60632"/>
                  </a:cubicBezTo>
                  <a:cubicBezTo>
                    <a:pt x="1732" y="60235"/>
                    <a:pt x="1676" y="59837"/>
                    <a:pt x="1704" y="59439"/>
                  </a:cubicBezTo>
                  <a:cubicBezTo>
                    <a:pt x="1505" y="58389"/>
                    <a:pt x="1448" y="57310"/>
                    <a:pt x="1505" y="56230"/>
                  </a:cubicBezTo>
                  <a:cubicBezTo>
                    <a:pt x="1448" y="55776"/>
                    <a:pt x="1420" y="55322"/>
                    <a:pt x="1477" y="54867"/>
                  </a:cubicBezTo>
                  <a:cubicBezTo>
                    <a:pt x="1420" y="53731"/>
                    <a:pt x="1505" y="52567"/>
                    <a:pt x="1761" y="51431"/>
                  </a:cubicBezTo>
                  <a:cubicBezTo>
                    <a:pt x="1704" y="50948"/>
                    <a:pt x="1789" y="50465"/>
                    <a:pt x="1931" y="50011"/>
                  </a:cubicBezTo>
                  <a:cubicBezTo>
                    <a:pt x="1931" y="49528"/>
                    <a:pt x="1988" y="49045"/>
                    <a:pt x="2102" y="48591"/>
                  </a:cubicBezTo>
                  <a:cubicBezTo>
                    <a:pt x="2215" y="47938"/>
                    <a:pt x="2329" y="47313"/>
                    <a:pt x="2471" y="46688"/>
                  </a:cubicBezTo>
                  <a:cubicBezTo>
                    <a:pt x="2442" y="46035"/>
                    <a:pt x="2528" y="45410"/>
                    <a:pt x="2726" y="44786"/>
                  </a:cubicBezTo>
                  <a:cubicBezTo>
                    <a:pt x="2755" y="44189"/>
                    <a:pt x="2783" y="43593"/>
                    <a:pt x="2868" y="42997"/>
                  </a:cubicBezTo>
                  <a:cubicBezTo>
                    <a:pt x="2925" y="42627"/>
                    <a:pt x="2840" y="42201"/>
                    <a:pt x="2982" y="41861"/>
                  </a:cubicBezTo>
                  <a:cubicBezTo>
                    <a:pt x="2897" y="41463"/>
                    <a:pt x="2897" y="41037"/>
                    <a:pt x="2982" y="40639"/>
                  </a:cubicBezTo>
                  <a:cubicBezTo>
                    <a:pt x="2925" y="39702"/>
                    <a:pt x="2868" y="38737"/>
                    <a:pt x="2783" y="37800"/>
                  </a:cubicBezTo>
                  <a:lnTo>
                    <a:pt x="2698" y="36436"/>
                  </a:lnTo>
                  <a:cubicBezTo>
                    <a:pt x="2528" y="35556"/>
                    <a:pt x="2414" y="34647"/>
                    <a:pt x="2414" y="33767"/>
                  </a:cubicBezTo>
                  <a:cubicBezTo>
                    <a:pt x="2300" y="33199"/>
                    <a:pt x="2272" y="32631"/>
                    <a:pt x="2357" y="32063"/>
                  </a:cubicBezTo>
                  <a:cubicBezTo>
                    <a:pt x="2300" y="31154"/>
                    <a:pt x="2329" y="30217"/>
                    <a:pt x="2471" y="29308"/>
                  </a:cubicBezTo>
                  <a:cubicBezTo>
                    <a:pt x="2442" y="28797"/>
                    <a:pt x="2528" y="28257"/>
                    <a:pt x="2670" y="27775"/>
                  </a:cubicBezTo>
                  <a:cubicBezTo>
                    <a:pt x="2641" y="27320"/>
                    <a:pt x="2698" y="26894"/>
                    <a:pt x="2812" y="26468"/>
                  </a:cubicBezTo>
                  <a:cubicBezTo>
                    <a:pt x="2954" y="25645"/>
                    <a:pt x="3096" y="24850"/>
                    <a:pt x="3238" y="24054"/>
                  </a:cubicBezTo>
                  <a:cubicBezTo>
                    <a:pt x="3266" y="23543"/>
                    <a:pt x="3380" y="23004"/>
                    <a:pt x="3550" y="22521"/>
                  </a:cubicBezTo>
                  <a:cubicBezTo>
                    <a:pt x="3578" y="22067"/>
                    <a:pt x="3692" y="21641"/>
                    <a:pt x="3862" y="21243"/>
                  </a:cubicBezTo>
                  <a:cubicBezTo>
                    <a:pt x="3862" y="20760"/>
                    <a:pt x="4004" y="20277"/>
                    <a:pt x="4203" y="19823"/>
                  </a:cubicBezTo>
                  <a:cubicBezTo>
                    <a:pt x="4288" y="19227"/>
                    <a:pt x="4430" y="18630"/>
                    <a:pt x="4658" y="18062"/>
                  </a:cubicBezTo>
                  <a:cubicBezTo>
                    <a:pt x="4800" y="17210"/>
                    <a:pt x="5027" y="16387"/>
                    <a:pt x="5339" y="15592"/>
                  </a:cubicBezTo>
                  <a:cubicBezTo>
                    <a:pt x="5538" y="14598"/>
                    <a:pt x="5822" y="13632"/>
                    <a:pt x="6220" y="12695"/>
                  </a:cubicBezTo>
                  <a:cubicBezTo>
                    <a:pt x="6276" y="12184"/>
                    <a:pt x="6447" y="11701"/>
                    <a:pt x="6645" y="11275"/>
                  </a:cubicBezTo>
                  <a:cubicBezTo>
                    <a:pt x="6787" y="10593"/>
                    <a:pt x="7015" y="9912"/>
                    <a:pt x="7299" y="9287"/>
                  </a:cubicBezTo>
                  <a:cubicBezTo>
                    <a:pt x="7355" y="8833"/>
                    <a:pt x="7497" y="8407"/>
                    <a:pt x="7725" y="8009"/>
                  </a:cubicBezTo>
                  <a:cubicBezTo>
                    <a:pt x="7895" y="7157"/>
                    <a:pt x="8179" y="6334"/>
                    <a:pt x="8491" y="5538"/>
                  </a:cubicBezTo>
                  <a:cubicBezTo>
                    <a:pt x="8520" y="5482"/>
                    <a:pt x="8577" y="5453"/>
                    <a:pt x="8633" y="5453"/>
                  </a:cubicBezTo>
                  <a:cubicBezTo>
                    <a:pt x="8690" y="5453"/>
                    <a:pt x="8747" y="5482"/>
                    <a:pt x="8747" y="5538"/>
                  </a:cubicBezTo>
                  <a:cubicBezTo>
                    <a:pt x="8974" y="6277"/>
                    <a:pt x="9145" y="7015"/>
                    <a:pt x="9315" y="7753"/>
                  </a:cubicBezTo>
                  <a:cubicBezTo>
                    <a:pt x="9485" y="8179"/>
                    <a:pt x="9599" y="8605"/>
                    <a:pt x="9627" y="9060"/>
                  </a:cubicBezTo>
                  <a:cubicBezTo>
                    <a:pt x="9997" y="9997"/>
                    <a:pt x="10224" y="11019"/>
                    <a:pt x="10337" y="12042"/>
                  </a:cubicBezTo>
                  <a:cubicBezTo>
                    <a:pt x="10479" y="12383"/>
                    <a:pt x="10565" y="12780"/>
                    <a:pt x="10565" y="13178"/>
                  </a:cubicBezTo>
                  <a:cubicBezTo>
                    <a:pt x="10792" y="14200"/>
                    <a:pt x="10991" y="15251"/>
                    <a:pt x="11104" y="16302"/>
                  </a:cubicBezTo>
                  <a:cubicBezTo>
                    <a:pt x="11246" y="16756"/>
                    <a:pt x="11303" y="17210"/>
                    <a:pt x="11275" y="17665"/>
                  </a:cubicBezTo>
                  <a:cubicBezTo>
                    <a:pt x="11360" y="18204"/>
                    <a:pt x="11360" y="18801"/>
                    <a:pt x="11275" y="19369"/>
                  </a:cubicBezTo>
                  <a:cubicBezTo>
                    <a:pt x="11388" y="19766"/>
                    <a:pt x="11388" y="20192"/>
                    <a:pt x="11303" y="20590"/>
                  </a:cubicBezTo>
                  <a:cubicBezTo>
                    <a:pt x="11360" y="21186"/>
                    <a:pt x="11388" y="21811"/>
                    <a:pt x="11303" y="22407"/>
                  </a:cubicBezTo>
                  <a:cubicBezTo>
                    <a:pt x="11360" y="22919"/>
                    <a:pt x="11360" y="23430"/>
                    <a:pt x="11246" y="23941"/>
                  </a:cubicBezTo>
                  <a:cubicBezTo>
                    <a:pt x="11331" y="24310"/>
                    <a:pt x="11246" y="24708"/>
                    <a:pt x="11246" y="25077"/>
                  </a:cubicBezTo>
                  <a:cubicBezTo>
                    <a:pt x="11275" y="26014"/>
                    <a:pt x="11303" y="26923"/>
                    <a:pt x="11303" y="27832"/>
                  </a:cubicBezTo>
                  <a:cubicBezTo>
                    <a:pt x="11303" y="27917"/>
                    <a:pt x="11303" y="28002"/>
                    <a:pt x="11275" y="28087"/>
                  </a:cubicBezTo>
                  <a:cubicBezTo>
                    <a:pt x="11303" y="28570"/>
                    <a:pt x="11331" y="29053"/>
                    <a:pt x="11360" y="29535"/>
                  </a:cubicBezTo>
                  <a:cubicBezTo>
                    <a:pt x="11388" y="30387"/>
                    <a:pt x="11615" y="31211"/>
                    <a:pt x="11530" y="32063"/>
                  </a:cubicBezTo>
                  <a:cubicBezTo>
                    <a:pt x="11672" y="32546"/>
                    <a:pt x="11729" y="33057"/>
                    <a:pt x="11729" y="33568"/>
                  </a:cubicBezTo>
                  <a:cubicBezTo>
                    <a:pt x="11899" y="34505"/>
                    <a:pt x="12041" y="35442"/>
                    <a:pt x="12126" y="36380"/>
                  </a:cubicBezTo>
                  <a:cubicBezTo>
                    <a:pt x="12297" y="36777"/>
                    <a:pt x="12382" y="37232"/>
                    <a:pt x="12382" y="37686"/>
                  </a:cubicBezTo>
                  <a:cubicBezTo>
                    <a:pt x="12609" y="38509"/>
                    <a:pt x="12751" y="39361"/>
                    <a:pt x="12780" y="40213"/>
                  </a:cubicBezTo>
                  <a:cubicBezTo>
                    <a:pt x="12893" y="40639"/>
                    <a:pt x="12950" y="41094"/>
                    <a:pt x="12950" y="41520"/>
                  </a:cubicBezTo>
                  <a:cubicBezTo>
                    <a:pt x="13064" y="42230"/>
                    <a:pt x="13149" y="42940"/>
                    <a:pt x="13262" y="43650"/>
                  </a:cubicBezTo>
                  <a:cubicBezTo>
                    <a:pt x="13404" y="44047"/>
                    <a:pt x="13461" y="44445"/>
                    <a:pt x="13461" y="44842"/>
                  </a:cubicBezTo>
                  <a:cubicBezTo>
                    <a:pt x="13490" y="45524"/>
                    <a:pt x="13433" y="46234"/>
                    <a:pt x="13291" y="46916"/>
                  </a:cubicBezTo>
                  <a:cubicBezTo>
                    <a:pt x="13206" y="47853"/>
                    <a:pt x="13035" y="48790"/>
                    <a:pt x="12780" y="49699"/>
                  </a:cubicBezTo>
                  <a:cubicBezTo>
                    <a:pt x="12751" y="50238"/>
                    <a:pt x="12666" y="50778"/>
                    <a:pt x="12467" y="51289"/>
                  </a:cubicBezTo>
                  <a:cubicBezTo>
                    <a:pt x="12183" y="52595"/>
                    <a:pt x="11842" y="53902"/>
                    <a:pt x="11445" y="55208"/>
                  </a:cubicBezTo>
                  <a:cubicBezTo>
                    <a:pt x="11388" y="55691"/>
                    <a:pt x="11246" y="56202"/>
                    <a:pt x="11019" y="56656"/>
                  </a:cubicBezTo>
                  <a:cubicBezTo>
                    <a:pt x="10792" y="57679"/>
                    <a:pt x="10508" y="58673"/>
                    <a:pt x="10167" y="59667"/>
                  </a:cubicBezTo>
                  <a:cubicBezTo>
                    <a:pt x="10110" y="60064"/>
                    <a:pt x="10025" y="60433"/>
                    <a:pt x="9855" y="60774"/>
                  </a:cubicBezTo>
                  <a:lnTo>
                    <a:pt x="9145" y="63472"/>
                  </a:lnTo>
                  <a:cubicBezTo>
                    <a:pt x="9116" y="63870"/>
                    <a:pt x="9003" y="64296"/>
                    <a:pt x="8861" y="64665"/>
                  </a:cubicBezTo>
                  <a:cubicBezTo>
                    <a:pt x="8747" y="65488"/>
                    <a:pt x="8577" y="66340"/>
                    <a:pt x="8349" y="67136"/>
                  </a:cubicBezTo>
                  <a:cubicBezTo>
                    <a:pt x="8349" y="67562"/>
                    <a:pt x="8293" y="67988"/>
                    <a:pt x="8122" y="68385"/>
                  </a:cubicBezTo>
                  <a:cubicBezTo>
                    <a:pt x="8037" y="69265"/>
                    <a:pt x="7895" y="70146"/>
                    <a:pt x="7668" y="70998"/>
                  </a:cubicBezTo>
                  <a:cubicBezTo>
                    <a:pt x="7725" y="71424"/>
                    <a:pt x="7668" y="71821"/>
                    <a:pt x="7497" y="72219"/>
                  </a:cubicBezTo>
                  <a:cubicBezTo>
                    <a:pt x="7526" y="72503"/>
                    <a:pt x="7497" y="72815"/>
                    <a:pt x="7384" y="73099"/>
                  </a:cubicBezTo>
                  <a:cubicBezTo>
                    <a:pt x="7384" y="73525"/>
                    <a:pt x="7327" y="73923"/>
                    <a:pt x="7213" y="74320"/>
                  </a:cubicBezTo>
                  <a:cubicBezTo>
                    <a:pt x="7185" y="75201"/>
                    <a:pt x="7071" y="76053"/>
                    <a:pt x="6929" y="76933"/>
                  </a:cubicBezTo>
                  <a:cubicBezTo>
                    <a:pt x="6958" y="77388"/>
                    <a:pt x="6929" y="77842"/>
                    <a:pt x="6816" y="78296"/>
                  </a:cubicBezTo>
                  <a:cubicBezTo>
                    <a:pt x="6873" y="78637"/>
                    <a:pt x="6844" y="78978"/>
                    <a:pt x="6759" y="79319"/>
                  </a:cubicBezTo>
                  <a:cubicBezTo>
                    <a:pt x="6816" y="79716"/>
                    <a:pt x="6759" y="80142"/>
                    <a:pt x="6674" y="80540"/>
                  </a:cubicBezTo>
                  <a:lnTo>
                    <a:pt x="6674" y="82357"/>
                  </a:lnTo>
                  <a:cubicBezTo>
                    <a:pt x="6674" y="82528"/>
                    <a:pt x="6702" y="82670"/>
                    <a:pt x="6702" y="82840"/>
                  </a:cubicBezTo>
                  <a:cubicBezTo>
                    <a:pt x="7412" y="82812"/>
                    <a:pt x="8009" y="82272"/>
                    <a:pt x="8122" y="81562"/>
                  </a:cubicBezTo>
                  <a:cubicBezTo>
                    <a:pt x="8151" y="81420"/>
                    <a:pt x="8207" y="81278"/>
                    <a:pt x="8207" y="81136"/>
                  </a:cubicBezTo>
                  <a:cubicBezTo>
                    <a:pt x="8463" y="79233"/>
                    <a:pt x="8719" y="77302"/>
                    <a:pt x="8974" y="75371"/>
                  </a:cubicBezTo>
                  <a:cubicBezTo>
                    <a:pt x="9173" y="73753"/>
                    <a:pt x="9429" y="72162"/>
                    <a:pt x="9769" y="70600"/>
                  </a:cubicBezTo>
                  <a:cubicBezTo>
                    <a:pt x="10110" y="69294"/>
                    <a:pt x="10394" y="67959"/>
                    <a:pt x="10763" y="66624"/>
                  </a:cubicBezTo>
                  <a:cubicBezTo>
                    <a:pt x="11189" y="64977"/>
                    <a:pt x="11502" y="63302"/>
                    <a:pt x="11814" y="61655"/>
                  </a:cubicBezTo>
                  <a:cubicBezTo>
                    <a:pt x="12268" y="59042"/>
                    <a:pt x="12723" y="56429"/>
                    <a:pt x="13433" y="53845"/>
                  </a:cubicBezTo>
                  <a:cubicBezTo>
                    <a:pt x="14313" y="50806"/>
                    <a:pt x="14853" y="47711"/>
                    <a:pt x="15080" y="44587"/>
                  </a:cubicBezTo>
                  <a:cubicBezTo>
                    <a:pt x="15250" y="42173"/>
                    <a:pt x="15137" y="39759"/>
                    <a:pt x="14682" y="37402"/>
                  </a:cubicBezTo>
                  <a:cubicBezTo>
                    <a:pt x="14427" y="36067"/>
                    <a:pt x="14200" y="34761"/>
                    <a:pt x="13944" y="33454"/>
                  </a:cubicBezTo>
                  <a:cubicBezTo>
                    <a:pt x="13206" y="29791"/>
                    <a:pt x="13149" y="26071"/>
                    <a:pt x="13120" y="22322"/>
                  </a:cubicBezTo>
                  <a:cubicBezTo>
                    <a:pt x="13092" y="19567"/>
                    <a:pt x="12865" y="16813"/>
                    <a:pt x="12354" y="14086"/>
                  </a:cubicBezTo>
                  <a:cubicBezTo>
                    <a:pt x="12013" y="12099"/>
                    <a:pt x="11473" y="10167"/>
                    <a:pt x="10934" y="8208"/>
                  </a:cubicBezTo>
                  <a:cubicBezTo>
                    <a:pt x="10536" y="6731"/>
                    <a:pt x="10139" y="5254"/>
                    <a:pt x="9883" y="3749"/>
                  </a:cubicBezTo>
                  <a:cubicBezTo>
                    <a:pt x="9741" y="2840"/>
                    <a:pt x="9571" y="1989"/>
                    <a:pt x="9400" y="1108"/>
                  </a:cubicBezTo>
                  <a:cubicBezTo>
                    <a:pt x="9372" y="796"/>
                    <a:pt x="9258" y="512"/>
                    <a:pt x="9116" y="256"/>
                  </a:cubicBezTo>
                  <a:cubicBezTo>
                    <a:pt x="9003" y="86"/>
                    <a:pt x="8818" y="1"/>
                    <a:pt x="86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7709775" y="2045592"/>
              <a:ext cx="299625" cy="1751927"/>
            </a:xfrm>
            <a:custGeom>
              <a:rect b="b" l="l" r="r" t="t"/>
              <a:pathLst>
                <a:path extrusionOk="0" h="73157" w="11985">
                  <a:moveTo>
                    <a:pt x="7867" y="1"/>
                  </a:moveTo>
                  <a:lnTo>
                    <a:pt x="7867" y="29"/>
                  </a:lnTo>
                  <a:lnTo>
                    <a:pt x="6277" y="285"/>
                  </a:lnTo>
                  <a:cubicBezTo>
                    <a:pt x="6049" y="682"/>
                    <a:pt x="5907" y="1108"/>
                    <a:pt x="5851" y="1563"/>
                  </a:cubicBezTo>
                  <a:cubicBezTo>
                    <a:pt x="6617" y="1478"/>
                    <a:pt x="7413" y="1534"/>
                    <a:pt x="8179" y="1336"/>
                  </a:cubicBezTo>
                  <a:cubicBezTo>
                    <a:pt x="8151" y="853"/>
                    <a:pt x="8066" y="427"/>
                    <a:pt x="7867" y="1"/>
                  </a:cubicBezTo>
                  <a:close/>
                  <a:moveTo>
                    <a:pt x="6063" y="3399"/>
                  </a:moveTo>
                  <a:cubicBezTo>
                    <a:pt x="5772" y="3399"/>
                    <a:pt x="5480" y="3440"/>
                    <a:pt x="5197" y="3522"/>
                  </a:cubicBezTo>
                  <a:cubicBezTo>
                    <a:pt x="4999" y="3977"/>
                    <a:pt x="4857" y="4431"/>
                    <a:pt x="4772" y="4942"/>
                  </a:cubicBezTo>
                  <a:lnTo>
                    <a:pt x="4772" y="4971"/>
                  </a:lnTo>
                  <a:cubicBezTo>
                    <a:pt x="4942" y="4942"/>
                    <a:pt x="5084" y="4914"/>
                    <a:pt x="5226" y="4886"/>
                  </a:cubicBezTo>
                  <a:cubicBezTo>
                    <a:pt x="5489" y="4795"/>
                    <a:pt x="5759" y="4750"/>
                    <a:pt x="6027" y="4750"/>
                  </a:cubicBezTo>
                  <a:cubicBezTo>
                    <a:pt x="6512" y="4750"/>
                    <a:pt x="6992" y="4895"/>
                    <a:pt x="7413" y="5169"/>
                  </a:cubicBezTo>
                  <a:cubicBezTo>
                    <a:pt x="7764" y="5384"/>
                    <a:pt x="8156" y="5492"/>
                    <a:pt x="8560" y="5492"/>
                  </a:cubicBezTo>
                  <a:cubicBezTo>
                    <a:pt x="8744" y="5492"/>
                    <a:pt x="8930" y="5469"/>
                    <a:pt x="9117" y="5425"/>
                  </a:cubicBezTo>
                  <a:cubicBezTo>
                    <a:pt x="9117" y="5027"/>
                    <a:pt x="9031" y="4658"/>
                    <a:pt x="8889" y="4289"/>
                  </a:cubicBezTo>
                  <a:cubicBezTo>
                    <a:pt x="8821" y="4304"/>
                    <a:pt x="8754" y="4311"/>
                    <a:pt x="8689" y="4311"/>
                  </a:cubicBezTo>
                  <a:cubicBezTo>
                    <a:pt x="8512" y="4311"/>
                    <a:pt x="8346" y="4259"/>
                    <a:pt x="8179" y="4176"/>
                  </a:cubicBezTo>
                  <a:cubicBezTo>
                    <a:pt x="8066" y="4090"/>
                    <a:pt x="7924" y="4034"/>
                    <a:pt x="7810" y="3948"/>
                  </a:cubicBezTo>
                  <a:cubicBezTo>
                    <a:pt x="7290" y="3582"/>
                    <a:pt x="6678" y="3399"/>
                    <a:pt x="6063" y="3399"/>
                  </a:cubicBezTo>
                  <a:close/>
                  <a:moveTo>
                    <a:pt x="5251" y="7527"/>
                  </a:moveTo>
                  <a:cubicBezTo>
                    <a:pt x="4877" y="7527"/>
                    <a:pt x="4492" y="7609"/>
                    <a:pt x="4090" y="7811"/>
                  </a:cubicBezTo>
                  <a:cubicBezTo>
                    <a:pt x="4033" y="7839"/>
                    <a:pt x="3976" y="7867"/>
                    <a:pt x="3891" y="7867"/>
                  </a:cubicBezTo>
                  <a:cubicBezTo>
                    <a:pt x="3579" y="8663"/>
                    <a:pt x="3352" y="9515"/>
                    <a:pt x="3210" y="10366"/>
                  </a:cubicBezTo>
                  <a:cubicBezTo>
                    <a:pt x="3494" y="10253"/>
                    <a:pt x="3749" y="10054"/>
                    <a:pt x="3891" y="9770"/>
                  </a:cubicBezTo>
                  <a:cubicBezTo>
                    <a:pt x="4147" y="9429"/>
                    <a:pt x="4488" y="9145"/>
                    <a:pt x="4857" y="8947"/>
                  </a:cubicBezTo>
                  <a:cubicBezTo>
                    <a:pt x="4992" y="8850"/>
                    <a:pt x="5153" y="8793"/>
                    <a:pt x="5323" y="8793"/>
                  </a:cubicBezTo>
                  <a:cubicBezTo>
                    <a:pt x="5403" y="8793"/>
                    <a:pt x="5485" y="8806"/>
                    <a:pt x="5567" y="8833"/>
                  </a:cubicBezTo>
                  <a:cubicBezTo>
                    <a:pt x="5879" y="8947"/>
                    <a:pt x="6163" y="9089"/>
                    <a:pt x="6447" y="9259"/>
                  </a:cubicBezTo>
                  <a:cubicBezTo>
                    <a:pt x="7209" y="9640"/>
                    <a:pt x="8002" y="9942"/>
                    <a:pt x="8874" y="9942"/>
                  </a:cubicBezTo>
                  <a:cubicBezTo>
                    <a:pt x="9172" y="9942"/>
                    <a:pt x="9480" y="9907"/>
                    <a:pt x="9798" y="9827"/>
                  </a:cubicBezTo>
                  <a:cubicBezTo>
                    <a:pt x="9827" y="9401"/>
                    <a:pt x="9770" y="8947"/>
                    <a:pt x="9628" y="8521"/>
                  </a:cubicBezTo>
                  <a:lnTo>
                    <a:pt x="9628" y="8549"/>
                  </a:lnTo>
                  <a:cubicBezTo>
                    <a:pt x="9415" y="8608"/>
                    <a:pt x="9197" y="8638"/>
                    <a:pt x="8978" y="8638"/>
                  </a:cubicBezTo>
                  <a:cubicBezTo>
                    <a:pt x="8672" y="8638"/>
                    <a:pt x="8364" y="8580"/>
                    <a:pt x="8066" y="8464"/>
                  </a:cubicBezTo>
                  <a:cubicBezTo>
                    <a:pt x="7668" y="8322"/>
                    <a:pt x="7299" y="8151"/>
                    <a:pt x="6930" y="7981"/>
                  </a:cubicBezTo>
                  <a:cubicBezTo>
                    <a:pt x="6379" y="7723"/>
                    <a:pt x="5828" y="7527"/>
                    <a:pt x="5251" y="7527"/>
                  </a:cubicBezTo>
                  <a:close/>
                  <a:moveTo>
                    <a:pt x="6518" y="11258"/>
                  </a:moveTo>
                  <a:cubicBezTo>
                    <a:pt x="6287" y="11258"/>
                    <a:pt x="6055" y="11264"/>
                    <a:pt x="5822" y="11275"/>
                  </a:cubicBezTo>
                  <a:cubicBezTo>
                    <a:pt x="5538" y="11304"/>
                    <a:pt x="5283" y="11360"/>
                    <a:pt x="4999" y="11446"/>
                  </a:cubicBezTo>
                  <a:cubicBezTo>
                    <a:pt x="4289" y="11701"/>
                    <a:pt x="3522" y="11928"/>
                    <a:pt x="2784" y="12127"/>
                  </a:cubicBezTo>
                  <a:cubicBezTo>
                    <a:pt x="2556" y="12553"/>
                    <a:pt x="2443" y="13008"/>
                    <a:pt x="2443" y="13490"/>
                  </a:cubicBezTo>
                  <a:lnTo>
                    <a:pt x="2443" y="13519"/>
                  </a:lnTo>
                  <a:cubicBezTo>
                    <a:pt x="3323" y="13377"/>
                    <a:pt x="4204" y="13150"/>
                    <a:pt x="5027" y="12809"/>
                  </a:cubicBezTo>
                  <a:cubicBezTo>
                    <a:pt x="5368" y="12667"/>
                    <a:pt x="5709" y="12610"/>
                    <a:pt x="6049" y="12582"/>
                  </a:cubicBezTo>
                  <a:cubicBezTo>
                    <a:pt x="6182" y="12577"/>
                    <a:pt x="6315" y="12575"/>
                    <a:pt x="6447" y="12575"/>
                  </a:cubicBezTo>
                  <a:cubicBezTo>
                    <a:pt x="7110" y="12575"/>
                    <a:pt x="7772" y="12634"/>
                    <a:pt x="8435" y="12752"/>
                  </a:cubicBezTo>
                  <a:cubicBezTo>
                    <a:pt x="8701" y="12819"/>
                    <a:pt x="8977" y="12846"/>
                    <a:pt x="9251" y="12846"/>
                  </a:cubicBezTo>
                  <a:cubicBezTo>
                    <a:pt x="9445" y="12846"/>
                    <a:pt x="9638" y="12832"/>
                    <a:pt x="9827" y="12809"/>
                  </a:cubicBezTo>
                  <a:cubicBezTo>
                    <a:pt x="9912" y="12411"/>
                    <a:pt x="9912" y="11985"/>
                    <a:pt x="9798" y="11588"/>
                  </a:cubicBezTo>
                  <a:cubicBezTo>
                    <a:pt x="9628" y="11588"/>
                    <a:pt x="9457" y="11559"/>
                    <a:pt x="9259" y="11531"/>
                  </a:cubicBezTo>
                  <a:cubicBezTo>
                    <a:pt x="8350" y="11349"/>
                    <a:pt x="7441" y="11258"/>
                    <a:pt x="6518" y="11258"/>
                  </a:cubicBezTo>
                  <a:close/>
                  <a:moveTo>
                    <a:pt x="5192" y="14081"/>
                  </a:moveTo>
                  <a:cubicBezTo>
                    <a:pt x="5146" y="14081"/>
                    <a:pt x="5101" y="14083"/>
                    <a:pt x="5055" y="14087"/>
                  </a:cubicBezTo>
                  <a:cubicBezTo>
                    <a:pt x="4459" y="14115"/>
                    <a:pt x="3863" y="14257"/>
                    <a:pt x="3323" y="14456"/>
                  </a:cubicBezTo>
                  <a:cubicBezTo>
                    <a:pt x="2926" y="14598"/>
                    <a:pt x="2556" y="14712"/>
                    <a:pt x="2159" y="14768"/>
                  </a:cubicBezTo>
                  <a:cubicBezTo>
                    <a:pt x="1960" y="15279"/>
                    <a:pt x="1846" y="15791"/>
                    <a:pt x="1818" y="16330"/>
                  </a:cubicBezTo>
                  <a:cubicBezTo>
                    <a:pt x="2556" y="16075"/>
                    <a:pt x="3323" y="15876"/>
                    <a:pt x="4033" y="15563"/>
                  </a:cubicBezTo>
                  <a:cubicBezTo>
                    <a:pt x="4246" y="15457"/>
                    <a:pt x="4474" y="15405"/>
                    <a:pt x="4701" y="15405"/>
                  </a:cubicBezTo>
                  <a:cubicBezTo>
                    <a:pt x="5017" y="15405"/>
                    <a:pt x="5330" y="15507"/>
                    <a:pt x="5595" y="15705"/>
                  </a:cubicBezTo>
                  <a:cubicBezTo>
                    <a:pt x="5851" y="15847"/>
                    <a:pt x="6106" y="15989"/>
                    <a:pt x="6362" y="16160"/>
                  </a:cubicBezTo>
                  <a:cubicBezTo>
                    <a:pt x="6706" y="16403"/>
                    <a:pt x="7107" y="16544"/>
                    <a:pt x="7515" y="16544"/>
                  </a:cubicBezTo>
                  <a:cubicBezTo>
                    <a:pt x="7680" y="16544"/>
                    <a:pt x="7846" y="16521"/>
                    <a:pt x="8009" y="16472"/>
                  </a:cubicBezTo>
                  <a:cubicBezTo>
                    <a:pt x="8605" y="16359"/>
                    <a:pt x="9202" y="16245"/>
                    <a:pt x="9798" y="16131"/>
                  </a:cubicBezTo>
                  <a:cubicBezTo>
                    <a:pt x="9912" y="15649"/>
                    <a:pt x="9912" y="15138"/>
                    <a:pt x="9855" y="14626"/>
                  </a:cubicBezTo>
                  <a:lnTo>
                    <a:pt x="9855" y="14626"/>
                  </a:lnTo>
                  <a:cubicBezTo>
                    <a:pt x="9457" y="14854"/>
                    <a:pt x="8946" y="14882"/>
                    <a:pt x="8549" y="15081"/>
                  </a:cubicBezTo>
                  <a:cubicBezTo>
                    <a:pt x="8343" y="15189"/>
                    <a:pt x="8122" y="15242"/>
                    <a:pt x="7903" y="15242"/>
                  </a:cubicBezTo>
                  <a:cubicBezTo>
                    <a:pt x="7608" y="15242"/>
                    <a:pt x="7317" y="15147"/>
                    <a:pt x="7072" y="14967"/>
                  </a:cubicBezTo>
                  <a:cubicBezTo>
                    <a:pt x="6731" y="14768"/>
                    <a:pt x="6419" y="14570"/>
                    <a:pt x="6106" y="14371"/>
                  </a:cubicBezTo>
                  <a:cubicBezTo>
                    <a:pt x="5832" y="14172"/>
                    <a:pt x="5515" y="14081"/>
                    <a:pt x="5192" y="14081"/>
                  </a:cubicBezTo>
                  <a:close/>
                  <a:moveTo>
                    <a:pt x="7998" y="18681"/>
                  </a:moveTo>
                  <a:cubicBezTo>
                    <a:pt x="7866" y="18681"/>
                    <a:pt x="7720" y="18703"/>
                    <a:pt x="7555" y="18744"/>
                  </a:cubicBezTo>
                  <a:cubicBezTo>
                    <a:pt x="7327" y="18801"/>
                    <a:pt x="7100" y="18943"/>
                    <a:pt x="6930" y="19113"/>
                  </a:cubicBezTo>
                  <a:cubicBezTo>
                    <a:pt x="6617" y="19369"/>
                    <a:pt x="6333" y="19625"/>
                    <a:pt x="6078" y="19909"/>
                  </a:cubicBezTo>
                  <a:cubicBezTo>
                    <a:pt x="5694" y="20306"/>
                    <a:pt x="5496" y="20448"/>
                    <a:pt x="5318" y="20448"/>
                  </a:cubicBezTo>
                  <a:cubicBezTo>
                    <a:pt x="5141" y="20448"/>
                    <a:pt x="4984" y="20306"/>
                    <a:pt x="4686" y="20136"/>
                  </a:cubicBezTo>
                  <a:cubicBezTo>
                    <a:pt x="4601" y="20107"/>
                    <a:pt x="4544" y="20051"/>
                    <a:pt x="4459" y="19994"/>
                  </a:cubicBezTo>
                  <a:cubicBezTo>
                    <a:pt x="3957" y="19760"/>
                    <a:pt x="3456" y="19585"/>
                    <a:pt x="2931" y="19585"/>
                  </a:cubicBezTo>
                  <a:cubicBezTo>
                    <a:pt x="2564" y="19585"/>
                    <a:pt x="2187" y="19670"/>
                    <a:pt x="1790" y="19880"/>
                  </a:cubicBezTo>
                  <a:cubicBezTo>
                    <a:pt x="1619" y="19937"/>
                    <a:pt x="1449" y="19994"/>
                    <a:pt x="1250" y="20022"/>
                  </a:cubicBezTo>
                  <a:cubicBezTo>
                    <a:pt x="1080" y="20533"/>
                    <a:pt x="1023" y="21044"/>
                    <a:pt x="1051" y="21556"/>
                  </a:cubicBezTo>
                  <a:cubicBezTo>
                    <a:pt x="1392" y="21527"/>
                    <a:pt x="1704" y="21414"/>
                    <a:pt x="1988" y="21215"/>
                  </a:cubicBezTo>
                  <a:cubicBezTo>
                    <a:pt x="2258" y="21026"/>
                    <a:pt x="2572" y="20934"/>
                    <a:pt x="2888" y="20934"/>
                  </a:cubicBezTo>
                  <a:cubicBezTo>
                    <a:pt x="3239" y="20934"/>
                    <a:pt x="3592" y="21048"/>
                    <a:pt x="3891" y="21272"/>
                  </a:cubicBezTo>
                  <a:cubicBezTo>
                    <a:pt x="4260" y="21527"/>
                    <a:pt x="4686" y="21698"/>
                    <a:pt x="5141" y="21754"/>
                  </a:cubicBezTo>
                  <a:cubicBezTo>
                    <a:pt x="5257" y="21788"/>
                    <a:pt x="5375" y="21804"/>
                    <a:pt x="5492" y="21804"/>
                  </a:cubicBezTo>
                  <a:cubicBezTo>
                    <a:pt x="5777" y="21804"/>
                    <a:pt x="6055" y="21708"/>
                    <a:pt x="6277" y="21527"/>
                  </a:cubicBezTo>
                  <a:cubicBezTo>
                    <a:pt x="6589" y="21272"/>
                    <a:pt x="6873" y="21016"/>
                    <a:pt x="7157" y="20732"/>
                  </a:cubicBezTo>
                  <a:cubicBezTo>
                    <a:pt x="7327" y="20533"/>
                    <a:pt x="7555" y="20391"/>
                    <a:pt x="7810" y="20363"/>
                  </a:cubicBezTo>
                  <a:cubicBezTo>
                    <a:pt x="8321" y="21016"/>
                    <a:pt x="8861" y="21669"/>
                    <a:pt x="9940" y="21726"/>
                  </a:cubicBezTo>
                  <a:cubicBezTo>
                    <a:pt x="9883" y="21243"/>
                    <a:pt x="9855" y="20760"/>
                    <a:pt x="9827" y="20306"/>
                  </a:cubicBezTo>
                  <a:cubicBezTo>
                    <a:pt x="9599" y="20249"/>
                    <a:pt x="9372" y="20107"/>
                    <a:pt x="9287" y="19880"/>
                  </a:cubicBezTo>
                  <a:cubicBezTo>
                    <a:pt x="9145" y="19625"/>
                    <a:pt x="8975" y="19341"/>
                    <a:pt x="8776" y="19113"/>
                  </a:cubicBezTo>
                  <a:cubicBezTo>
                    <a:pt x="8554" y="18811"/>
                    <a:pt x="8319" y="18681"/>
                    <a:pt x="7998" y="18681"/>
                  </a:cubicBezTo>
                  <a:close/>
                  <a:moveTo>
                    <a:pt x="3873" y="23369"/>
                  </a:moveTo>
                  <a:cubicBezTo>
                    <a:pt x="3822" y="23369"/>
                    <a:pt x="3771" y="23370"/>
                    <a:pt x="3721" y="23373"/>
                  </a:cubicBezTo>
                  <a:cubicBezTo>
                    <a:pt x="2869" y="23402"/>
                    <a:pt x="2045" y="23657"/>
                    <a:pt x="1335" y="24140"/>
                  </a:cubicBezTo>
                  <a:cubicBezTo>
                    <a:pt x="1193" y="24225"/>
                    <a:pt x="1051" y="24282"/>
                    <a:pt x="909" y="24367"/>
                  </a:cubicBezTo>
                  <a:cubicBezTo>
                    <a:pt x="852" y="24907"/>
                    <a:pt x="852" y="25475"/>
                    <a:pt x="966" y="26043"/>
                  </a:cubicBezTo>
                  <a:cubicBezTo>
                    <a:pt x="1449" y="25759"/>
                    <a:pt x="1818" y="25333"/>
                    <a:pt x="2329" y="25077"/>
                  </a:cubicBezTo>
                  <a:cubicBezTo>
                    <a:pt x="2825" y="24848"/>
                    <a:pt x="3246" y="24728"/>
                    <a:pt x="3642" y="24728"/>
                  </a:cubicBezTo>
                  <a:cubicBezTo>
                    <a:pt x="4131" y="24728"/>
                    <a:pt x="4582" y="24912"/>
                    <a:pt x="5084" y="25304"/>
                  </a:cubicBezTo>
                  <a:cubicBezTo>
                    <a:pt x="5396" y="25560"/>
                    <a:pt x="5709" y="25815"/>
                    <a:pt x="5993" y="26099"/>
                  </a:cubicBezTo>
                  <a:cubicBezTo>
                    <a:pt x="6390" y="26440"/>
                    <a:pt x="6873" y="26667"/>
                    <a:pt x="7356" y="26753"/>
                  </a:cubicBezTo>
                  <a:cubicBezTo>
                    <a:pt x="7549" y="26803"/>
                    <a:pt x="7741" y="26829"/>
                    <a:pt x="7931" y="26829"/>
                  </a:cubicBezTo>
                  <a:cubicBezTo>
                    <a:pt x="8274" y="26829"/>
                    <a:pt x="8607" y="26747"/>
                    <a:pt x="8918" y="26582"/>
                  </a:cubicBezTo>
                  <a:cubicBezTo>
                    <a:pt x="9372" y="26355"/>
                    <a:pt x="9827" y="26071"/>
                    <a:pt x="10281" y="25787"/>
                  </a:cubicBezTo>
                  <a:cubicBezTo>
                    <a:pt x="10281" y="25276"/>
                    <a:pt x="10224" y="24765"/>
                    <a:pt x="10082" y="24254"/>
                  </a:cubicBezTo>
                  <a:lnTo>
                    <a:pt x="10082" y="24282"/>
                  </a:lnTo>
                  <a:cubicBezTo>
                    <a:pt x="9912" y="24310"/>
                    <a:pt x="9741" y="24424"/>
                    <a:pt x="9599" y="24538"/>
                  </a:cubicBezTo>
                  <a:cubicBezTo>
                    <a:pt x="9287" y="24765"/>
                    <a:pt x="8946" y="24992"/>
                    <a:pt x="8634" y="25248"/>
                  </a:cubicBezTo>
                  <a:cubicBezTo>
                    <a:pt x="8435" y="25401"/>
                    <a:pt x="8186" y="25480"/>
                    <a:pt x="7937" y="25480"/>
                  </a:cubicBezTo>
                  <a:cubicBezTo>
                    <a:pt x="7724" y="25480"/>
                    <a:pt x="7511" y="25422"/>
                    <a:pt x="7327" y="25304"/>
                  </a:cubicBezTo>
                  <a:cubicBezTo>
                    <a:pt x="7157" y="25219"/>
                    <a:pt x="7043" y="25106"/>
                    <a:pt x="6901" y="24992"/>
                  </a:cubicBezTo>
                  <a:cubicBezTo>
                    <a:pt x="6390" y="24509"/>
                    <a:pt x="5822" y="24112"/>
                    <a:pt x="5197" y="23742"/>
                  </a:cubicBezTo>
                  <a:cubicBezTo>
                    <a:pt x="4788" y="23486"/>
                    <a:pt x="4333" y="23369"/>
                    <a:pt x="3873" y="23369"/>
                  </a:cubicBezTo>
                  <a:close/>
                  <a:moveTo>
                    <a:pt x="3341" y="28072"/>
                  </a:moveTo>
                  <a:cubicBezTo>
                    <a:pt x="2656" y="28072"/>
                    <a:pt x="1985" y="28239"/>
                    <a:pt x="1335" y="28684"/>
                  </a:cubicBezTo>
                  <a:cubicBezTo>
                    <a:pt x="1307" y="28684"/>
                    <a:pt x="1278" y="28712"/>
                    <a:pt x="1250" y="28712"/>
                  </a:cubicBezTo>
                  <a:lnTo>
                    <a:pt x="1364" y="30075"/>
                  </a:lnTo>
                  <a:cubicBezTo>
                    <a:pt x="1591" y="30019"/>
                    <a:pt x="1818" y="29905"/>
                    <a:pt x="2017" y="29735"/>
                  </a:cubicBezTo>
                  <a:cubicBezTo>
                    <a:pt x="2406" y="29506"/>
                    <a:pt x="2850" y="29369"/>
                    <a:pt x="3290" y="29369"/>
                  </a:cubicBezTo>
                  <a:cubicBezTo>
                    <a:pt x="3396" y="29369"/>
                    <a:pt x="3502" y="29377"/>
                    <a:pt x="3607" y="29394"/>
                  </a:cubicBezTo>
                  <a:cubicBezTo>
                    <a:pt x="3976" y="29422"/>
                    <a:pt x="4346" y="29507"/>
                    <a:pt x="4686" y="29593"/>
                  </a:cubicBezTo>
                  <a:cubicBezTo>
                    <a:pt x="5425" y="29763"/>
                    <a:pt x="6163" y="29962"/>
                    <a:pt x="6901" y="30132"/>
                  </a:cubicBezTo>
                  <a:cubicBezTo>
                    <a:pt x="7519" y="30264"/>
                    <a:pt x="8129" y="30374"/>
                    <a:pt x="8739" y="30374"/>
                  </a:cubicBezTo>
                  <a:cubicBezTo>
                    <a:pt x="9307" y="30374"/>
                    <a:pt x="9876" y="30279"/>
                    <a:pt x="10451" y="30019"/>
                  </a:cubicBezTo>
                  <a:cubicBezTo>
                    <a:pt x="10593" y="29962"/>
                    <a:pt x="10764" y="29933"/>
                    <a:pt x="10906" y="29905"/>
                  </a:cubicBezTo>
                  <a:cubicBezTo>
                    <a:pt x="10934" y="29451"/>
                    <a:pt x="10849" y="29025"/>
                    <a:pt x="10650" y="28599"/>
                  </a:cubicBezTo>
                  <a:cubicBezTo>
                    <a:pt x="10508" y="28627"/>
                    <a:pt x="10366" y="28684"/>
                    <a:pt x="10224" y="28712"/>
                  </a:cubicBezTo>
                  <a:cubicBezTo>
                    <a:pt x="9750" y="28959"/>
                    <a:pt x="9232" y="29072"/>
                    <a:pt x="8712" y="29072"/>
                  </a:cubicBezTo>
                  <a:cubicBezTo>
                    <a:pt x="8515" y="29072"/>
                    <a:pt x="8318" y="29056"/>
                    <a:pt x="8123" y="29025"/>
                  </a:cubicBezTo>
                  <a:cubicBezTo>
                    <a:pt x="7668" y="28939"/>
                    <a:pt x="7214" y="28854"/>
                    <a:pt x="6759" y="28769"/>
                  </a:cubicBezTo>
                  <a:cubicBezTo>
                    <a:pt x="6078" y="28599"/>
                    <a:pt x="5396" y="28400"/>
                    <a:pt x="4715" y="28258"/>
                  </a:cubicBezTo>
                  <a:cubicBezTo>
                    <a:pt x="4252" y="28145"/>
                    <a:pt x="3793" y="28072"/>
                    <a:pt x="3341" y="28072"/>
                  </a:cubicBezTo>
                  <a:close/>
                  <a:moveTo>
                    <a:pt x="11332" y="32404"/>
                  </a:moveTo>
                  <a:lnTo>
                    <a:pt x="11332" y="32432"/>
                  </a:lnTo>
                  <a:cubicBezTo>
                    <a:pt x="10622" y="32546"/>
                    <a:pt x="9912" y="32546"/>
                    <a:pt x="9202" y="32631"/>
                  </a:cubicBezTo>
                  <a:cubicBezTo>
                    <a:pt x="8453" y="32709"/>
                    <a:pt x="7704" y="32753"/>
                    <a:pt x="6955" y="32753"/>
                  </a:cubicBezTo>
                  <a:cubicBezTo>
                    <a:pt x="6340" y="32753"/>
                    <a:pt x="5726" y="32724"/>
                    <a:pt x="5112" y="32660"/>
                  </a:cubicBezTo>
                  <a:cubicBezTo>
                    <a:pt x="4761" y="32621"/>
                    <a:pt x="4407" y="32602"/>
                    <a:pt x="4053" y="32602"/>
                  </a:cubicBezTo>
                  <a:cubicBezTo>
                    <a:pt x="3375" y="32602"/>
                    <a:pt x="2698" y="32671"/>
                    <a:pt x="2045" y="32802"/>
                  </a:cubicBezTo>
                  <a:cubicBezTo>
                    <a:pt x="1903" y="32830"/>
                    <a:pt x="1733" y="32858"/>
                    <a:pt x="1591" y="32887"/>
                  </a:cubicBezTo>
                  <a:cubicBezTo>
                    <a:pt x="1477" y="33284"/>
                    <a:pt x="1477" y="33710"/>
                    <a:pt x="1591" y="34108"/>
                  </a:cubicBezTo>
                  <a:cubicBezTo>
                    <a:pt x="2239" y="33916"/>
                    <a:pt x="2928" y="33846"/>
                    <a:pt x="3623" y="33846"/>
                  </a:cubicBezTo>
                  <a:cubicBezTo>
                    <a:pt x="3750" y="33846"/>
                    <a:pt x="3877" y="33848"/>
                    <a:pt x="4005" y="33852"/>
                  </a:cubicBezTo>
                  <a:cubicBezTo>
                    <a:pt x="4937" y="33983"/>
                    <a:pt x="5895" y="34052"/>
                    <a:pt x="6852" y="34052"/>
                  </a:cubicBezTo>
                  <a:cubicBezTo>
                    <a:pt x="7352" y="34052"/>
                    <a:pt x="7853" y="34033"/>
                    <a:pt x="8350" y="33994"/>
                  </a:cubicBezTo>
                  <a:cubicBezTo>
                    <a:pt x="9429" y="33909"/>
                    <a:pt x="10480" y="33938"/>
                    <a:pt x="11530" y="33739"/>
                  </a:cubicBezTo>
                  <a:cubicBezTo>
                    <a:pt x="11502" y="33284"/>
                    <a:pt x="11445" y="32858"/>
                    <a:pt x="11332" y="32404"/>
                  </a:cubicBezTo>
                  <a:close/>
                  <a:moveTo>
                    <a:pt x="3926" y="35762"/>
                  </a:moveTo>
                  <a:cubicBezTo>
                    <a:pt x="3420" y="35762"/>
                    <a:pt x="2921" y="35913"/>
                    <a:pt x="2500" y="36209"/>
                  </a:cubicBezTo>
                  <a:lnTo>
                    <a:pt x="1278" y="37033"/>
                  </a:lnTo>
                  <a:cubicBezTo>
                    <a:pt x="1080" y="37629"/>
                    <a:pt x="1023" y="38283"/>
                    <a:pt x="1023" y="38907"/>
                  </a:cubicBezTo>
                  <a:cubicBezTo>
                    <a:pt x="1222" y="38851"/>
                    <a:pt x="1307" y="38680"/>
                    <a:pt x="1449" y="38567"/>
                  </a:cubicBezTo>
                  <a:cubicBezTo>
                    <a:pt x="1988" y="38027"/>
                    <a:pt x="2585" y="37544"/>
                    <a:pt x="3210" y="37147"/>
                  </a:cubicBezTo>
                  <a:cubicBezTo>
                    <a:pt x="3406" y="37026"/>
                    <a:pt x="3634" y="36961"/>
                    <a:pt x="3864" y="36961"/>
                  </a:cubicBezTo>
                  <a:cubicBezTo>
                    <a:pt x="4068" y="36961"/>
                    <a:pt x="4273" y="37012"/>
                    <a:pt x="4459" y="37118"/>
                  </a:cubicBezTo>
                  <a:cubicBezTo>
                    <a:pt x="4772" y="37260"/>
                    <a:pt x="5055" y="37459"/>
                    <a:pt x="5368" y="37658"/>
                  </a:cubicBezTo>
                  <a:cubicBezTo>
                    <a:pt x="5907" y="37999"/>
                    <a:pt x="6532" y="38197"/>
                    <a:pt x="7185" y="38254"/>
                  </a:cubicBezTo>
                  <a:cubicBezTo>
                    <a:pt x="7226" y="38259"/>
                    <a:pt x="7267" y="38262"/>
                    <a:pt x="7308" y="38262"/>
                  </a:cubicBezTo>
                  <a:cubicBezTo>
                    <a:pt x="7502" y="38262"/>
                    <a:pt x="7708" y="38211"/>
                    <a:pt x="7895" y="38141"/>
                  </a:cubicBezTo>
                  <a:cubicBezTo>
                    <a:pt x="8265" y="37999"/>
                    <a:pt x="8605" y="37828"/>
                    <a:pt x="8946" y="37601"/>
                  </a:cubicBezTo>
                  <a:cubicBezTo>
                    <a:pt x="9456" y="37207"/>
                    <a:pt x="10080" y="37002"/>
                    <a:pt x="10709" y="37002"/>
                  </a:cubicBezTo>
                  <a:cubicBezTo>
                    <a:pt x="10851" y="37002"/>
                    <a:pt x="10992" y="37012"/>
                    <a:pt x="11133" y="37033"/>
                  </a:cubicBezTo>
                  <a:cubicBezTo>
                    <a:pt x="11275" y="37061"/>
                    <a:pt x="11417" y="37076"/>
                    <a:pt x="11559" y="37076"/>
                  </a:cubicBezTo>
                  <a:cubicBezTo>
                    <a:pt x="11701" y="37076"/>
                    <a:pt x="11843" y="37061"/>
                    <a:pt x="11985" y="37033"/>
                  </a:cubicBezTo>
                  <a:cubicBezTo>
                    <a:pt x="11985" y="36635"/>
                    <a:pt x="11928" y="36238"/>
                    <a:pt x="11786" y="35869"/>
                  </a:cubicBezTo>
                  <a:lnTo>
                    <a:pt x="11530" y="35869"/>
                  </a:lnTo>
                  <a:cubicBezTo>
                    <a:pt x="11256" y="35811"/>
                    <a:pt x="10978" y="35783"/>
                    <a:pt x="10702" y="35783"/>
                  </a:cubicBezTo>
                  <a:cubicBezTo>
                    <a:pt x="9889" y="35783"/>
                    <a:pt x="9084" y="36027"/>
                    <a:pt x="8407" y="36493"/>
                  </a:cubicBezTo>
                  <a:cubicBezTo>
                    <a:pt x="8208" y="36607"/>
                    <a:pt x="7981" y="36721"/>
                    <a:pt x="7753" y="36834"/>
                  </a:cubicBezTo>
                  <a:cubicBezTo>
                    <a:pt x="7574" y="36945"/>
                    <a:pt x="7368" y="37001"/>
                    <a:pt x="7165" y="37001"/>
                  </a:cubicBezTo>
                  <a:cubicBezTo>
                    <a:pt x="6949" y="37001"/>
                    <a:pt x="6736" y="36937"/>
                    <a:pt x="6561" y="36806"/>
                  </a:cubicBezTo>
                  <a:cubicBezTo>
                    <a:pt x="6106" y="36522"/>
                    <a:pt x="5623" y="36266"/>
                    <a:pt x="5141" y="36067"/>
                  </a:cubicBezTo>
                  <a:cubicBezTo>
                    <a:pt x="4757" y="35863"/>
                    <a:pt x="4339" y="35762"/>
                    <a:pt x="3926" y="35762"/>
                  </a:cubicBezTo>
                  <a:close/>
                  <a:moveTo>
                    <a:pt x="9989" y="41436"/>
                  </a:moveTo>
                  <a:cubicBezTo>
                    <a:pt x="9830" y="41436"/>
                    <a:pt x="9671" y="41455"/>
                    <a:pt x="9514" y="41492"/>
                  </a:cubicBezTo>
                  <a:cubicBezTo>
                    <a:pt x="9003" y="41605"/>
                    <a:pt x="8520" y="41832"/>
                    <a:pt x="8151" y="42202"/>
                  </a:cubicBezTo>
                  <a:cubicBezTo>
                    <a:pt x="7668" y="42628"/>
                    <a:pt x="7214" y="43054"/>
                    <a:pt x="6759" y="43508"/>
                  </a:cubicBezTo>
                  <a:cubicBezTo>
                    <a:pt x="6674" y="43610"/>
                    <a:pt x="6548" y="43661"/>
                    <a:pt x="6424" y="43661"/>
                  </a:cubicBezTo>
                  <a:cubicBezTo>
                    <a:pt x="6341" y="43661"/>
                    <a:pt x="6260" y="43639"/>
                    <a:pt x="6191" y="43593"/>
                  </a:cubicBezTo>
                  <a:cubicBezTo>
                    <a:pt x="5538" y="43281"/>
                    <a:pt x="4885" y="42997"/>
                    <a:pt x="4232" y="42684"/>
                  </a:cubicBezTo>
                  <a:cubicBezTo>
                    <a:pt x="3475" y="42286"/>
                    <a:pt x="2676" y="42013"/>
                    <a:pt x="1816" y="42013"/>
                  </a:cubicBezTo>
                  <a:cubicBezTo>
                    <a:pt x="1450" y="42013"/>
                    <a:pt x="1072" y="42063"/>
                    <a:pt x="682" y="42173"/>
                  </a:cubicBezTo>
                  <a:cubicBezTo>
                    <a:pt x="625" y="42173"/>
                    <a:pt x="568" y="42173"/>
                    <a:pt x="512" y="42202"/>
                  </a:cubicBezTo>
                  <a:cubicBezTo>
                    <a:pt x="341" y="42656"/>
                    <a:pt x="284" y="43139"/>
                    <a:pt x="313" y="43622"/>
                  </a:cubicBezTo>
                  <a:cubicBezTo>
                    <a:pt x="512" y="43593"/>
                    <a:pt x="682" y="43536"/>
                    <a:pt x="881" y="43480"/>
                  </a:cubicBezTo>
                  <a:cubicBezTo>
                    <a:pt x="1151" y="43380"/>
                    <a:pt x="1435" y="43330"/>
                    <a:pt x="1722" y="43330"/>
                  </a:cubicBezTo>
                  <a:cubicBezTo>
                    <a:pt x="2010" y="43330"/>
                    <a:pt x="2301" y="43380"/>
                    <a:pt x="2585" y="43480"/>
                  </a:cubicBezTo>
                  <a:cubicBezTo>
                    <a:pt x="2869" y="43593"/>
                    <a:pt x="3153" y="43707"/>
                    <a:pt x="3408" y="43849"/>
                  </a:cubicBezTo>
                  <a:cubicBezTo>
                    <a:pt x="4090" y="44161"/>
                    <a:pt x="4772" y="44474"/>
                    <a:pt x="5453" y="44786"/>
                  </a:cubicBezTo>
                  <a:cubicBezTo>
                    <a:pt x="5821" y="44959"/>
                    <a:pt x="6143" y="45046"/>
                    <a:pt x="6446" y="45046"/>
                  </a:cubicBezTo>
                  <a:cubicBezTo>
                    <a:pt x="6937" y="45046"/>
                    <a:pt x="7375" y="44817"/>
                    <a:pt x="7867" y="44360"/>
                  </a:cubicBezTo>
                  <a:cubicBezTo>
                    <a:pt x="7924" y="44303"/>
                    <a:pt x="7981" y="44218"/>
                    <a:pt x="8037" y="44161"/>
                  </a:cubicBezTo>
                  <a:cubicBezTo>
                    <a:pt x="8520" y="43707"/>
                    <a:pt x="9003" y="43281"/>
                    <a:pt x="9543" y="42855"/>
                  </a:cubicBezTo>
                  <a:cubicBezTo>
                    <a:pt x="9632" y="42780"/>
                    <a:pt x="9738" y="42744"/>
                    <a:pt x="9847" y="42744"/>
                  </a:cubicBezTo>
                  <a:cubicBezTo>
                    <a:pt x="9945" y="42744"/>
                    <a:pt x="10045" y="42773"/>
                    <a:pt x="10139" y="42826"/>
                  </a:cubicBezTo>
                  <a:cubicBezTo>
                    <a:pt x="10508" y="42968"/>
                    <a:pt x="10678" y="43366"/>
                    <a:pt x="11019" y="43508"/>
                  </a:cubicBezTo>
                  <a:cubicBezTo>
                    <a:pt x="11218" y="42997"/>
                    <a:pt x="11303" y="42429"/>
                    <a:pt x="11332" y="41889"/>
                  </a:cubicBezTo>
                  <a:cubicBezTo>
                    <a:pt x="11190" y="41804"/>
                    <a:pt x="11048" y="41776"/>
                    <a:pt x="10934" y="41690"/>
                  </a:cubicBezTo>
                  <a:cubicBezTo>
                    <a:pt x="10646" y="41518"/>
                    <a:pt x="10320" y="41436"/>
                    <a:pt x="9989" y="41436"/>
                  </a:cubicBezTo>
                  <a:close/>
                  <a:moveTo>
                    <a:pt x="1914" y="46698"/>
                  </a:moveTo>
                  <a:cubicBezTo>
                    <a:pt x="1453" y="46698"/>
                    <a:pt x="985" y="46789"/>
                    <a:pt x="512" y="47001"/>
                  </a:cubicBezTo>
                  <a:cubicBezTo>
                    <a:pt x="370" y="47058"/>
                    <a:pt x="199" y="47086"/>
                    <a:pt x="57" y="47115"/>
                  </a:cubicBezTo>
                  <a:cubicBezTo>
                    <a:pt x="0" y="47569"/>
                    <a:pt x="0" y="48023"/>
                    <a:pt x="86" y="48449"/>
                  </a:cubicBezTo>
                  <a:cubicBezTo>
                    <a:pt x="540" y="48222"/>
                    <a:pt x="1080" y="48080"/>
                    <a:pt x="1591" y="48023"/>
                  </a:cubicBezTo>
                  <a:cubicBezTo>
                    <a:pt x="1710" y="47998"/>
                    <a:pt x="1832" y="47985"/>
                    <a:pt x="1953" y="47985"/>
                  </a:cubicBezTo>
                  <a:cubicBezTo>
                    <a:pt x="2236" y="47985"/>
                    <a:pt x="2517" y="48055"/>
                    <a:pt x="2755" y="48194"/>
                  </a:cubicBezTo>
                  <a:cubicBezTo>
                    <a:pt x="3437" y="48478"/>
                    <a:pt x="4090" y="48762"/>
                    <a:pt x="4772" y="48989"/>
                  </a:cubicBezTo>
                  <a:cubicBezTo>
                    <a:pt x="5339" y="49216"/>
                    <a:pt x="5933" y="49330"/>
                    <a:pt x="6526" y="49330"/>
                  </a:cubicBezTo>
                  <a:cubicBezTo>
                    <a:pt x="6823" y="49330"/>
                    <a:pt x="7119" y="49301"/>
                    <a:pt x="7413" y="49245"/>
                  </a:cubicBezTo>
                  <a:cubicBezTo>
                    <a:pt x="8123" y="49103"/>
                    <a:pt x="8833" y="48989"/>
                    <a:pt x="9543" y="48904"/>
                  </a:cubicBezTo>
                  <a:cubicBezTo>
                    <a:pt x="9798" y="48421"/>
                    <a:pt x="9940" y="47938"/>
                    <a:pt x="9997" y="47427"/>
                  </a:cubicBezTo>
                  <a:lnTo>
                    <a:pt x="9997" y="47427"/>
                  </a:lnTo>
                  <a:cubicBezTo>
                    <a:pt x="9486" y="47484"/>
                    <a:pt x="9003" y="47597"/>
                    <a:pt x="8520" y="47739"/>
                  </a:cubicBezTo>
                  <a:cubicBezTo>
                    <a:pt x="8062" y="47938"/>
                    <a:pt x="7603" y="47989"/>
                    <a:pt x="7141" y="47989"/>
                  </a:cubicBezTo>
                  <a:cubicBezTo>
                    <a:pt x="6743" y="47989"/>
                    <a:pt x="6343" y="47951"/>
                    <a:pt x="5936" y="47938"/>
                  </a:cubicBezTo>
                  <a:cubicBezTo>
                    <a:pt x="5822" y="47938"/>
                    <a:pt x="5709" y="47910"/>
                    <a:pt x="5595" y="47853"/>
                  </a:cubicBezTo>
                  <a:cubicBezTo>
                    <a:pt x="4942" y="47597"/>
                    <a:pt x="4289" y="47370"/>
                    <a:pt x="3636" y="47086"/>
                  </a:cubicBezTo>
                  <a:cubicBezTo>
                    <a:pt x="3078" y="46847"/>
                    <a:pt x="2502" y="46698"/>
                    <a:pt x="1914" y="46698"/>
                  </a:cubicBezTo>
                  <a:close/>
                  <a:moveTo>
                    <a:pt x="2481" y="50628"/>
                  </a:moveTo>
                  <a:cubicBezTo>
                    <a:pt x="2139" y="50628"/>
                    <a:pt x="1794" y="50723"/>
                    <a:pt x="1449" y="50948"/>
                  </a:cubicBezTo>
                  <a:cubicBezTo>
                    <a:pt x="1051" y="51176"/>
                    <a:pt x="654" y="51403"/>
                    <a:pt x="256" y="51658"/>
                  </a:cubicBezTo>
                  <a:cubicBezTo>
                    <a:pt x="256" y="52056"/>
                    <a:pt x="284" y="52454"/>
                    <a:pt x="398" y="52851"/>
                  </a:cubicBezTo>
                  <a:cubicBezTo>
                    <a:pt x="796" y="52738"/>
                    <a:pt x="1165" y="52567"/>
                    <a:pt x="1477" y="52312"/>
                  </a:cubicBezTo>
                  <a:cubicBezTo>
                    <a:pt x="1856" y="52085"/>
                    <a:pt x="2129" y="51962"/>
                    <a:pt x="2401" y="51962"/>
                  </a:cubicBezTo>
                  <a:cubicBezTo>
                    <a:pt x="2639" y="51962"/>
                    <a:pt x="2876" y="52056"/>
                    <a:pt x="3181" y="52255"/>
                  </a:cubicBezTo>
                  <a:cubicBezTo>
                    <a:pt x="3891" y="52709"/>
                    <a:pt x="4743" y="52965"/>
                    <a:pt x="5595" y="52965"/>
                  </a:cubicBezTo>
                  <a:cubicBezTo>
                    <a:pt x="6532" y="52965"/>
                    <a:pt x="7469" y="52993"/>
                    <a:pt x="8407" y="52993"/>
                  </a:cubicBezTo>
                  <a:cubicBezTo>
                    <a:pt x="8577" y="52652"/>
                    <a:pt x="8691" y="52283"/>
                    <a:pt x="8719" y="51886"/>
                  </a:cubicBezTo>
                  <a:cubicBezTo>
                    <a:pt x="8570" y="51737"/>
                    <a:pt x="8357" y="51653"/>
                    <a:pt x="8153" y="51653"/>
                  </a:cubicBezTo>
                  <a:cubicBezTo>
                    <a:pt x="8124" y="51653"/>
                    <a:pt x="8095" y="51655"/>
                    <a:pt x="8066" y="51658"/>
                  </a:cubicBezTo>
                  <a:cubicBezTo>
                    <a:pt x="7524" y="51679"/>
                    <a:pt x="6996" y="51699"/>
                    <a:pt x="6472" y="51699"/>
                  </a:cubicBezTo>
                  <a:cubicBezTo>
                    <a:pt x="6255" y="51699"/>
                    <a:pt x="6039" y="51695"/>
                    <a:pt x="5822" y="51687"/>
                  </a:cubicBezTo>
                  <a:cubicBezTo>
                    <a:pt x="5777" y="51689"/>
                    <a:pt x="5733" y="51690"/>
                    <a:pt x="5688" y="51690"/>
                  </a:cubicBezTo>
                  <a:cubicBezTo>
                    <a:pt x="5112" y="51690"/>
                    <a:pt x="4564" y="51520"/>
                    <a:pt x="4090" y="51204"/>
                  </a:cubicBezTo>
                  <a:cubicBezTo>
                    <a:pt x="3948" y="51119"/>
                    <a:pt x="3806" y="51005"/>
                    <a:pt x="3636" y="50948"/>
                  </a:cubicBezTo>
                  <a:cubicBezTo>
                    <a:pt x="3257" y="50752"/>
                    <a:pt x="2871" y="50628"/>
                    <a:pt x="2481" y="50628"/>
                  </a:cubicBezTo>
                  <a:close/>
                  <a:moveTo>
                    <a:pt x="6546" y="55389"/>
                  </a:moveTo>
                  <a:cubicBezTo>
                    <a:pt x="6170" y="55389"/>
                    <a:pt x="5786" y="55481"/>
                    <a:pt x="5396" y="55634"/>
                  </a:cubicBezTo>
                  <a:cubicBezTo>
                    <a:pt x="5254" y="55663"/>
                    <a:pt x="5141" y="55720"/>
                    <a:pt x="5027" y="55776"/>
                  </a:cubicBezTo>
                  <a:cubicBezTo>
                    <a:pt x="4494" y="56043"/>
                    <a:pt x="3886" y="56176"/>
                    <a:pt x="3280" y="56176"/>
                  </a:cubicBezTo>
                  <a:cubicBezTo>
                    <a:pt x="3047" y="56176"/>
                    <a:pt x="2814" y="56157"/>
                    <a:pt x="2585" y="56117"/>
                  </a:cubicBezTo>
                  <a:cubicBezTo>
                    <a:pt x="2202" y="56008"/>
                    <a:pt x="1808" y="55957"/>
                    <a:pt x="1410" y="55957"/>
                  </a:cubicBezTo>
                  <a:cubicBezTo>
                    <a:pt x="1187" y="55957"/>
                    <a:pt x="963" y="55973"/>
                    <a:pt x="739" y="56003"/>
                  </a:cubicBezTo>
                  <a:cubicBezTo>
                    <a:pt x="739" y="56401"/>
                    <a:pt x="796" y="56770"/>
                    <a:pt x="938" y="57139"/>
                  </a:cubicBezTo>
                  <a:lnTo>
                    <a:pt x="1477" y="57139"/>
                  </a:lnTo>
                  <a:cubicBezTo>
                    <a:pt x="1903" y="57225"/>
                    <a:pt x="2329" y="57310"/>
                    <a:pt x="2727" y="57367"/>
                  </a:cubicBezTo>
                  <a:cubicBezTo>
                    <a:pt x="2963" y="57420"/>
                    <a:pt x="3198" y="57446"/>
                    <a:pt x="3431" y="57446"/>
                  </a:cubicBezTo>
                  <a:cubicBezTo>
                    <a:pt x="3815" y="57446"/>
                    <a:pt x="4191" y="57377"/>
                    <a:pt x="4544" y="57253"/>
                  </a:cubicBezTo>
                  <a:cubicBezTo>
                    <a:pt x="5027" y="57083"/>
                    <a:pt x="5538" y="56912"/>
                    <a:pt x="6021" y="56713"/>
                  </a:cubicBezTo>
                  <a:cubicBezTo>
                    <a:pt x="6176" y="56645"/>
                    <a:pt x="6341" y="56607"/>
                    <a:pt x="6504" y="56607"/>
                  </a:cubicBezTo>
                  <a:cubicBezTo>
                    <a:pt x="6610" y="56607"/>
                    <a:pt x="6715" y="56623"/>
                    <a:pt x="6816" y="56657"/>
                  </a:cubicBezTo>
                  <a:cubicBezTo>
                    <a:pt x="7015" y="56713"/>
                    <a:pt x="7214" y="56827"/>
                    <a:pt x="7413" y="56884"/>
                  </a:cubicBezTo>
                  <a:cubicBezTo>
                    <a:pt x="7552" y="56523"/>
                    <a:pt x="7663" y="56134"/>
                    <a:pt x="7695" y="55718"/>
                  </a:cubicBezTo>
                  <a:lnTo>
                    <a:pt x="7695" y="55718"/>
                  </a:lnTo>
                  <a:cubicBezTo>
                    <a:pt x="7695" y="55719"/>
                    <a:pt x="7696" y="55719"/>
                    <a:pt x="7697" y="55720"/>
                  </a:cubicBezTo>
                  <a:lnTo>
                    <a:pt x="7697" y="55691"/>
                  </a:lnTo>
                  <a:cubicBezTo>
                    <a:pt x="7696" y="55700"/>
                    <a:pt x="7695" y="55709"/>
                    <a:pt x="7695" y="55718"/>
                  </a:cubicBezTo>
                  <a:lnTo>
                    <a:pt x="7695" y="55718"/>
                  </a:lnTo>
                  <a:cubicBezTo>
                    <a:pt x="7319" y="55488"/>
                    <a:pt x="6936" y="55389"/>
                    <a:pt x="6546" y="55389"/>
                  </a:cubicBezTo>
                  <a:close/>
                  <a:moveTo>
                    <a:pt x="6901" y="59355"/>
                  </a:moveTo>
                  <a:lnTo>
                    <a:pt x="6901" y="59383"/>
                  </a:lnTo>
                  <a:cubicBezTo>
                    <a:pt x="6504" y="59440"/>
                    <a:pt x="6106" y="59525"/>
                    <a:pt x="5737" y="59695"/>
                  </a:cubicBezTo>
                  <a:cubicBezTo>
                    <a:pt x="5463" y="59801"/>
                    <a:pt x="5189" y="59859"/>
                    <a:pt x="4916" y="59859"/>
                  </a:cubicBezTo>
                  <a:cubicBezTo>
                    <a:pt x="4820" y="59859"/>
                    <a:pt x="4725" y="59852"/>
                    <a:pt x="4630" y="59837"/>
                  </a:cubicBezTo>
                  <a:cubicBezTo>
                    <a:pt x="3522" y="59809"/>
                    <a:pt x="2414" y="59695"/>
                    <a:pt x="1307" y="59497"/>
                  </a:cubicBezTo>
                  <a:lnTo>
                    <a:pt x="1307" y="59497"/>
                  </a:lnTo>
                  <a:cubicBezTo>
                    <a:pt x="1250" y="59923"/>
                    <a:pt x="1307" y="60377"/>
                    <a:pt x="1449" y="60803"/>
                  </a:cubicBezTo>
                  <a:cubicBezTo>
                    <a:pt x="1733" y="60803"/>
                    <a:pt x="2045" y="60831"/>
                    <a:pt x="2358" y="60917"/>
                  </a:cubicBezTo>
                  <a:cubicBezTo>
                    <a:pt x="3018" y="61006"/>
                    <a:pt x="3691" y="61118"/>
                    <a:pt x="4360" y="61118"/>
                  </a:cubicBezTo>
                  <a:cubicBezTo>
                    <a:pt x="4755" y="61118"/>
                    <a:pt x="5148" y="61079"/>
                    <a:pt x="5538" y="60973"/>
                  </a:cubicBezTo>
                  <a:cubicBezTo>
                    <a:pt x="5936" y="60888"/>
                    <a:pt x="6305" y="60746"/>
                    <a:pt x="6674" y="60633"/>
                  </a:cubicBezTo>
                  <a:cubicBezTo>
                    <a:pt x="6845" y="60207"/>
                    <a:pt x="6930" y="59781"/>
                    <a:pt x="6901" y="59355"/>
                  </a:cubicBezTo>
                  <a:close/>
                  <a:moveTo>
                    <a:pt x="3036" y="62854"/>
                  </a:moveTo>
                  <a:cubicBezTo>
                    <a:pt x="2556" y="62854"/>
                    <a:pt x="2101" y="62990"/>
                    <a:pt x="1676" y="63330"/>
                  </a:cubicBezTo>
                  <a:cubicBezTo>
                    <a:pt x="1591" y="63842"/>
                    <a:pt x="1619" y="64353"/>
                    <a:pt x="1733" y="64836"/>
                  </a:cubicBezTo>
                  <a:lnTo>
                    <a:pt x="1733" y="64864"/>
                  </a:lnTo>
                  <a:cubicBezTo>
                    <a:pt x="1818" y="64807"/>
                    <a:pt x="1875" y="64750"/>
                    <a:pt x="1932" y="64694"/>
                  </a:cubicBezTo>
                  <a:cubicBezTo>
                    <a:pt x="2232" y="64333"/>
                    <a:pt x="2674" y="64128"/>
                    <a:pt x="3127" y="64128"/>
                  </a:cubicBezTo>
                  <a:cubicBezTo>
                    <a:pt x="3317" y="64128"/>
                    <a:pt x="3508" y="64164"/>
                    <a:pt x="3692" y="64239"/>
                  </a:cubicBezTo>
                  <a:cubicBezTo>
                    <a:pt x="4459" y="64523"/>
                    <a:pt x="5254" y="64410"/>
                    <a:pt x="6049" y="64466"/>
                  </a:cubicBezTo>
                  <a:cubicBezTo>
                    <a:pt x="6220" y="64069"/>
                    <a:pt x="6277" y="63671"/>
                    <a:pt x="6248" y="63245"/>
                  </a:cubicBezTo>
                  <a:lnTo>
                    <a:pt x="6248" y="63245"/>
                  </a:lnTo>
                  <a:cubicBezTo>
                    <a:pt x="6154" y="63249"/>
                    <a:pt x="6060" y="63251"/>
                    <a:pt x="5966" y="63251"/>
                  </a:cubicBezTo>
                  <a:cubicBezTo>
                    <a:pt x="5316" y="63251"/>
                    <a:pt x="4653" y="63167"/>
                    <a:pt x="4033" y="63018"/>
                  </a:cubicBezTo>
                  <a:cubicBezTo>
                    <a:pt x="3691" y="62915"/>
                    <a:pt x="3358" y="62854"/>
                    <a:pt x="3036" y="62854"/>
                  </a:cubicBezTo>
                  <a:close/>
                  <a:moveTo>
                    <a:pt x="5936" y="65347"/>
                  </a:moveTo>
                  <a:lnTo>
                    <a:pt x="5936" y="65347"/>
                  </a:lnTo>
                  <a:cubicBezTo>
                    <a:pt x="5254" y="65432"/>
                    <a:pt x="4601" y="65546"/>
                    <a:pt x="3948" y="65716"/>
                  </a:cubicBezTo>
                  <a:cubicBezTo>
                    <a:pt x="3238" y="65915"/>
                    <a:pt x="2500" y="66085"/>
                    <a:pt x="1790" y="66227"/>
                  </a:cubicBezTo>
                  <a:cubicBezTo>
                    <a:pt x="1676" y="66596"/>
                    <a:pt x="1676" y="66994"/>
                    <a:pt x="1761" y="67363"/>
                  </a:cubicBezTo>
                  <a:lnTo>
                    <a:pt x="1761" y="67420"/>
                  </a:lnTo>
                  <a:cubicBezTo>
                    <a:pt x="2556" y="67306"/>
                    <a:pt x="3352" y="67136"/>
                    <a:pt x="4147" y="66937"/>
                  </a:cubicBezTo>
                  <a:cubicBezTo>
                    <a:pt x="4686" y="66767"/>
                    <a:pt x="5226" y="66653"/>
                    <a:pt x="5794" y="66568"/>
                  </a:cubicBezTo>
                  <a:cubicBezTo>
                    <a:pt x="5879" y="66170"/>
                    <a:pt x="5936" y="65773"/>
                    <a:pt x="5936" y="65347"/>
                  </a:cubicBezTo>
                  <a:close/>
                  <a:moveTo>
                    <a:pt x="5481" y="69181"/>
                  </a:moveTo>
                  <a:lnTo>
                    <a:pt x="5481" y="69181"/>
                  </a:lnTo>
                  <a:cubicBezTo>
                    <a:pt x="4531" y="69380"/>
                    <a:pt x="3545" y="69493"/>
                    <a:pt x="2566" y="69493"/>
                  </a:cubicBezTo>
                  <a:cubicBezTo>
                    <a:pt x="2287" y="69493"/>
                    <a:pt x="2009" y="69483"/>
                    <a:pt x="1733" y="69465"/>
                  </a:cubicBezTo>
                  <a:cubicBezTo>
                    <a:pt x="1648" y="69834"/>
                    <a:pt x="1648" y="70231"/>
                    <a:pt x="1733" y="70629"/>
                  </a:cubicBezTo>
                  <a:lnTo>
                    <a:pt x="1733" y="70657"/>
                  </a:lnTo>
                  <a:cubicBezTo>
                    <a:pt x="2241" y="70728"/>
                    <a:pt x="2749" y="70765"/>
                    <a:pt x="3255" y="70765"/>
                  </a:cubicBezTo>
                  <a:cubicBezTo>
                    <a:pt x="3966" y="70765"/>
                    <a:pt x="4672" y="70693"/>
                    <a:pt x="5368" y="70544"/>
                  </a:cubicBezTo>
                  <a:cubicBezTo>
                    <a:pt x="5481" y="70089"/>
                    <a:pt x="5510" y="69635"/>
                    <a:pt x="5481" y="69181"/>
                  </a:cubicBezTo>
                  <a:close/>
                  <a:moveTo>
                    <a:pt x="5311" y="71566"/>
                  </a:moveTo>
                  <a:lnTo>
                    <a:pt x="1704" y="72134"/>
                  </a:lnTo>
                  <a:cubicBezTo>
                    <a:pt x="1648" y="72446"/>
                    <a:pt x="1676" y="72816"/>
                    <a:pt x="1790" y="73128"/>
                  </a:cubicBezTo>
                  <a:lnTo>
                    <a:pt x="1790" y="73156"/>
                  </a:lnTo>
                  <a:cubicBezTo>
                    <a:pt x="2926" y="73128"/>
                    <a:pt x="4090" y="72986"/>
                    <a:pt x="5226" y="72787"/>
                  </a:cubicBezTo>
                  <a:cubicBezTo>
                    <a:pt x="5339" y="72390"/>
                    <a:pt x="5368" y="71964"/>
                    <a:pt x="5311" y="715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CUSTOM_1_1_1_1_1_1_1_1_1_1_1_1">
    <p:spTree>
      <p:nvGrpSpPr>
        <p:cNvPr id="3929" name="Shape 3929"/>
        <p:cNvGrpSpPr/>
        <p:nvPr/>
      </p:nvGrpSpPr>
      <p:grpSpPr>
        <a:xfrm>
          <a:off x="0" y="0"/>
          <a:ext cx="0" cy="0"/>
          <a:chOff x="0" y="0"/>
          <a:chExt cx="0" cy="0"/>
        </a:xfrm>
      </p:grpSpPr>
      <p:sp>
        <p:nvSpPr>
          <p:cNvPr id="3930" name="Google Shape;3930;p55"/>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933" name="Google Shape;3933;p55"/>
          <p:cNvGrpSpPr/>
          <p:nvPr/>
        </p:nvGrpSpPr>
        <p:grpSpPr>
          <a:xfrm>
            <a:off x="2936544" y="-329546"/>
            <a:ext cx="2934233" cy="708308"/>
            <a:chOff x="2375925" y="3297600"/>
            <a:chExt cx="735950" cy="177650"/>
          </a:xfrm>
        </p:grpSpPr>
        <p:sp>
          <p:nvSpPr>
            <p:cNvPr id="3934" name="Google Shape;3934;p55"/>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0" name="Google Shape;3940;p55"/>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941" name="Google Shape;3941;p55"/>
          <p:cNvGrpSpPr/>
          <p:nvPr/>
        </p:nvGrpSpPr>
        <p:grpSpPr>
          <a:xfrm>
            <a:off x="-494100" y="3948950"/>
            <a:ext cx="1653550" cy="1209875"/>
            <a:chOff x="2013050" y="3587975"/>
            <a:chExt cx="1653550" cy="1209875"/>
          </a:xfrm>
        </p:grpSpPr>
        <p:sp>
          <p:nvSpPr>
            <p:cNvPr id="3942" name="Google Shape;3942;p55"/>
            <p:cNvSpPr/>
            <p:nvPr/>
          </p:nvSpPr>
          <p:spPr>
            <a:xfrm>
              <a:off x="2697450" y="4613225"/>
              <a:ext cx="816500" cy="184625"/>
            </a:xfrm>
            <a:custGeom>
              <a:rect b="b" l="l" r="r" t="t"/>
              <a:pathLst>
                <a:path extrusionOk="0" h="7385" w="32660">
                  <a:moveTo>
                    <a:pt x="16330" y="1"/>
                  </a:moveTo>
                  <a:cubicBezTo>
                    <a:pt x="7328" y="1"/>
                    <a:pt x="1" y="1648"/>
                    <a:pt x="1" y="3693"/>
                  </a:cubicBezTo>
                  <a:cubicBezTo>
                    <a:pt x="1" y="5738"/>
                    <a:pt x="7328" y="7385"/>
                    <a:pt x="16330" y="7385"/>
                  </a:cubicBezTo>
                  <a:cubicBezTo>
                    <a:pt x="25361" y="7385"/>
                    <a:pt x="32660" y="5738"/>
                    <a:pt x="32660" y="3693"/>
                  </a:cubicBezTo>
                  <a:cubicBezTo>
                    <a:pt x="32660" y="1648"/>
                    <a:pt x="25361"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757100" y="4585400"/>
              <a:ext cx="711425" cy="148550"/>
            </a:xfrm>
            <a:custGeom>
              <a:rect b="b" l="l" r="r" t="t"/>
              <a:pathLst>
                <a:path extrusionOk="0" h="5942" w="28457">
                  <a:moveTo>
                    <a:pt x="28009" y="1"/>
                  </a:moveTo>
                  <a:cubicBezTo>
                    <a:pt x="27988" y="1"/>
                    <a:pt x="27967" y="3"/>
                    <a:pt x="27945" y="6"/>
                  </a:cubicBezTo>
                  <a:cubicBezTo>
                    <a:pt x="27888" y="6"/>
                    <a:pt x="27831" y="6"/>
                    <a:pt x="27775" y="35"/>
                  </a:cubicBezTo>
                  <a:cubicBezTo>
                    <a:pt x="26639" y="234"/>
                    <a:pt x="25503" y="432"/>
                    <a:pt x="24367" y="688"/>
                  </a:cubicBezTo>
                  <a:cubicBezTo>
                    <a:pt x="23202" y="915"/>
                    <a:pt x="22066" y="1086"/>
                    <a:pt x="20902" y="1171"/>
                  </a:cubicBezTo>
                  <a:cubicBezTo>
                    <a:pt x="19510" y="1313"/>
                    <a:pt x="18091" y="1455"/>
                    <a:pt x="16699" y="1568"/>
                  </a:cubicBezTo>
                  <a:cubicBezTo>
                    <a:pt x="15620" y="1654"/>
                    <a:pt x="14541" y="1767"/>
                    <a:pt x="13461" y="1796"/>
                  </a:cubicBezTo>
                  <a:cubicBezTo>
                    <a:pt x="12879" y="1823"/>
                    <a:pt x="12293" y="1836"/>
                    <a:pt x="11707" y="1836"/>
                  </a:cubicBezTo>
                  <a:cubicBezTo>
                    <a:pt x="10463" y="1836"/>
                    <a:pt x="9215" y="1778"/>
                    <a:pt x="7980" y="1682"/>
                  </a:cubicBezTo>
                  <a:cubicBezTo>
                    <a:pt x="6759" y="1568"/>
                    <a:pt x="5510" y="1540"/>
                    <a:pt x="4260" y="1341"/>
                  </a:cubicBezTo>
                  <a:cubicBezTo>
                    <a:pt x="3493" y="1228"/>
                    <a:pt x="2783" y="1057"/>
                    <a:pt x="2017" y="887"/>
                  </a:cubicBezTo>
                  <a:cubicBezTo>
                    <a:pt x="1562" y="830"/>
                    <a:pt x="1136" y="660"/>
                    <a:pt x="767" y="432"/>
                  </a:cubicBezTo>
                  <a:cubicBezTo>
                    <a:pt x="720" y="393"/>
                    <a:pt x="655" y="376"/>
                    <a:pt x="584" y="376"/>
                  </a:cubicBezTo>
                  <a:cubicBezTo>
                    <a:pt x="396" y="376"/>
                    <a:pt x="160" y="495"/>
                    <a:pt x="57" y="660"/>
                  </a:cubicBezTo>
                  <a:cubicBezTo>
                    <a:pt x="0" y="745"/>
                    <a:pt x="0" y="858"/>
                    <a:pt x="86" y="944"/>
                  </a:cubicBezTo>
                  <a:cubicBezTo>
                    <a:pt x="256" y="1142"/>
                    <a:pt x="512" y="1228"/>
                    <a:pt x="654" y="1455"/>
                  </a:cubicBezTo>
                  <a:cubicBezTo>
                    <a:pt x="1108" y="2051"/>
                    <a:pt x="1676" y="2562"/>
                    <a:pt x="2329" y="2931"/>
                  </a:cubicBezTo>
                  <a:cubicBezTo>
                    <a:pt x="3493" y="3727"/>
                    <a:pt x="4800" y="4351"/>
                    <a:pt x="6191" y="4749"/>
                  </a:cubicBezTo>
                  <a:cubicBezTo>
                    <a:pt x="7583" y="5175"/>
                    <a:pt x="9003" y="5487"/>
                    <a:pt x="10451" y="5686"/>
                  </a:cubicBezTo>
                  <a:cubicBezTo>
                    <a:pt x="11843" y="5857"/>
                    <a:pt x="13291" y="5942"/>
                    <a:pt x="14711" y="5942"/>
                  </a:cubicBezTo>
                  <a:cubicBezTo>
                    <a:pt x="16216" y="5913"/>
                    <a:pt x="17721" y="5771"/>
                    <a:pt x="19226" y="5487"/>
                  </a:cubicBezTo>
                  <a:cubicBezTo>
                    <a:pt x="21158" y="5175"/>
                    <a:pt x="23032" y="4550"/>
                    <a:pt x="24793" y="3698"/>
                  </a:cubicBezTo>
                  <a:cubicBezTo>
                    <a:pt x="25815" y="3187"/>
                    <a:pt x="26752" y="2534"/>
                    <a:pt x="27576" y="1739"/>
                  </a:cubicBezTo>
                  <a:cubicBezTo>
                    <a:pt x="27860" y="1426"/>
                    <a:pt x="28115" y="1086"/>
                    <a:pt x="28343" y="716"/>
                  </a:cubicBezTo>
                  <a:cubicBezTo>
                    <a:pt x="28456" y="574"/>
                    <a:pt x="28456" y="347"/>
                    <a:pt x="28343" y="205"/>
                  </a:cubicBezTo>
                  <a:cubicBezTo>
                    <a:pt x="28268" y="82"/>
                    <a:pt x="28151" y="1"/>
                    <a:pt x="280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2739350" y="4494675"/>
              <a:ext cx="746200" cy="169000"/>
            </a:xfrm>
            <a:custGeom>
              <a:rect b="b" l="l" r="r" t="t"/>
              <a:pathLst>
                <a:path extrusionOk="0" h="6760" w="29848">
                  <a:moveTo>
                    <a:pt x="14597" y="0"/>
                  </a:moveTo>
                  <a:cubicBezTo>
                    <a:pt x="14001" y="0"/>
                    <a:pt x="13376" y="29"/>
                    <a:pt x="12752" y="29"/>
                  </a:cubicBezTo>
                  <a:cubicBezTo>
                    <a:pt x="11814" y="57"/>
                    <a:pt x="10877" y="57"/>
                    <a:pt x="9912" y="171"/>
                  </a:cubicBezTo>
                  <a:cubicBezTo>
                    <a:pt x="9372" y="171"/>
                    <a:pt x="8861" y="228"/>
                    <a:pt x="8321" y="313"/>
                  </a:cubicBezTo>
                  <a:cubicBezTo>
                    <a:pt x="7810" y="455"/>
                    <a:pt x="7271" y="398"/>
                    <a:pt x="6759" y="512"/>
                  </a:cubicBezTo>
                  <a:cubicBezTo>
                    <a:pt x="5851" y="682"/>
                    <a:pt x="4913" y="824"/>
                    <a:pt x="4005" y="1023"/>
                  </a:cubicBezTo>
                  <a:cubicBezTo>
                    <a:pt x="3096" y="1221"/>
                    <a:pt x="2216" y="1534"/>
                    <a:pt x="1392" y="1903"/>
                  </a:cubicBezTo>
                  <a:cubicBezTo>
                    <a:pt x="966" y="2073"/>
                    <a:pt x="597" y="2357"/>
                    <a:pt x="313" y="2727"/>
                  </a:cubicBezTo>
                  <a:cubicBezTo>
                    <a:pt x="0" y="3124"/>
                    <a:pt x="29" y="3721"/>
                    <a:pt x="398" y="4090"/>
                  </a:cubicBezTo>
                  <a:cubicBezTo>
                    <a:pt x="483" y="4203"/>
                    <a:pt x="568" y="4289"/>
                    <a:pt x="682" y="4374"/>
                  </a:cubicBezTo>
                  <a:cubicBezTo>
                    <a:pt x="1080" y="4658"/>
                    <a:pt x="1477" y="4885"/>
                    <a:pt x="1932" y="5055"/>
                  </a:cubicBezTo>
                  <a:cubicBezTo>
                    <a:pt x="2414" y="5197"/>
                    <a:pt x="2926" y="5368"/>
                    <a:pt x="3408" y="5510"/>
                  </a:cubicBezTo>
                  <a:cubicBezTo>
                    <a:pt x="4345" y="5794"/>
                    <a:pt x="5283" y="5992"/>
                    <a:pt x="6248" y="6134"/>
                  </a:cubicBezTo>
                  <a:cubicBezTo>
                    <a:pt x="7214" y="6276"/>
                    <a:pt x="8151" y="6390"/>
                    <a:pt x="9116" y="6447"/>
                  </a:cubicBezTo>
                  <a:cubicBezTo>
                    <a:pt x="10394" y="6560"/>
                    <a:pt x="11616" y="6646"/>
                    <a:pt x="12865" y="6702"/>
                  </a:cubicBezTo>
                  <a:cubicBezTo>
                    <a:pt x="13102" y="6712"/>
                    <a:pt x="13338" y="6715"/>
                    <a:pt x="13575" y="6715"/>
                  </a:cubicBezTo>
                  <a:cubicBezTo>
                    <a:pt x="14048" y="6715"/>
                    <a:pt x="14522" y="6702"/>
                    <a:pt x="14995" y="6702"/>
                  </a:cubicBezTo>
                  <a:lnTo>
                    <a:pt x="15023" y="6759"/>
                  </a:lnTo>
                  <a:cubicBezTo>
                    <a:pt x="16245" y="6731"/>
                    <a:pt x="17466" y="6702"/>
                    <a:pt x="18715" y="6617"/>
                  </a:cubicBezTo>
                  <a:cubicBezTo>
                    <a:pt x="19738" y="6560"/>
                    <a:pt x="20817" y="6475"/>
                    <a:pt x="21868" y="6362"/>
                  </a:cubicBezTo>
                  <a:cubicBezTo>
                    <a:pt x="22805" y="6248"/>
                    <a:pt x="23714" y="6134"/>
                    <a:pt x="24622" y="5964"/>
                  </a:cubicBezTo>
                  <a:cubicBezTo>
                    <a:pt x="25077" y="5879"/>
                    <a:pt x="25531" y="5737"/>
                    <a:pt x="25985" y="5652"/>
                  </a:cubicBezTo>
                  <a:cubicBezTo>
                    <a:pt x="26894" y="5481"/>
                    <a:pt x="27775" y="5169"/>
                    <a:pt x="28598" y="4771"/>
                  </a:cubicBezTo>
                  <a:cubicBezTo>
                    <a:pt x="28911" y="4601"/>
                    <a:pt x="29195" y="4402"/>
                    <a:pt x="29422" y="4118"/>
                  </a:cubicBezTo>
                  <a:cubicBezTo>
                    <a:pt x="29791" y="3749"/>
                    <a:pt x="29848" y="3181"/>
                    <a:pt x="29564" y="2755"/>
                  </a:cubicBezTo>
                  <a:cubicBezTo>
                    <a:pt x="29450" y="2556"/>
                    <a:pt x="29308" y="2386"/>
                    <a:pt x="29138" y="2272"/>
                  </a:cubicBezTo>
                  <a:cubicBezTo>
                    <a:pt x="28825" y="2073"/>
                    <a:pt x="28485" y="1875"/>
                    <a:pt x="28144" y="1733"/>
                  </a:cubicBezTo>
                  <a:cubicBezTo>
                    <a:pt x="27065" y="1278"/>
                    <a:pt x="25900" y="966"/>
                    <a:pt x="24736" y="767"/>
                  </a:cubicBezTo>
                  <a:cubicBezTo>
                    <a:pt x="23827" y="597"/>
                    <a:pt x="22890" y="455"/>
                    <a:pt x="21953" y="370"/>
                  </a:cubicBezTo>
                  <a:cubicBezTo>
                    <a:pt x="20504" y="228"/>
                    <a:pt x="19085" y="57"/>
                    <a:pt x="17636" y="57"/>
                  </a:cubicBezTo>
                  <a:cubicBezTo>
                    <a:pt x="17153" y="57"/>
                    <a:pt x="16699" y="29"/>
                    <a:pt x="16216" y="29"/>
                  </a:cubicBezTo>
                  <a:cubicBezTo>
                    <a:pt x="15677" y="29"/>
                    <a:pt x="15137" y="0"/>
                    <a:pt x="145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791175" y="4070100"/>
              <a:ext cx="668100" cy="197400"/>
            </a:xfrm>
            <a:custGeom>
              <a:rect b="b" l="l" r="r" t="t"/>
              <a:pathLst>
                <a:path extrusionOk="0" h="7896" w="26724">
                  <a:moveTo>
                    <a:pt x="13462" y="1"/>
                  </a:moveTo>
                  <a:cubicBezTo>
                    <a:pt x="6135" y="1"/>
                    <a:pt x="1" y="1591"/>
                    <a:pt x="1" y="3579"/>
                  </a:cubicBezTo>
                  <a:cubicBezTo>
                    <a:pt x="1" y="5567"/>
                    <a:pt x="6135" y="7896"/>
                    <a:pt x="13462" y="7896"/>
                  </a:cubicBezTo>
                  <a:cubicBezTo>
                    <a:pt x="20789" y="7896"/>
                    <a:pt x="26724" y="5567"/>
                    <a:pt x="26724" y="3579"/>
                  </a:cubicBezTo>
                  <a:cubicBezTo>
                    <a:pt x="26724" y="1591"/>
                    <a:pt x="20789" y="1"/>
                    <a:pt x="134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2790475" y="4159375"/>
              <a:ext cx="667400" cy="425525"/>
            </a:xfrm>
            <a:custGeom>
              <a:rect b="b" l="l" r="r" t="t"/>
              <a:pathLst>
                <a:path extrusionOk="0" h="17021" w="26696">
                  <a:moveTo>
                    <a:pt x="26667" y="8"/>
                  </a:moveTo>
                  <a:cubicBezTo>
                    <a:pt x="26667" y="14"/>
                    <a:pt x="26667" y="20"/>
                    <a:pt x="26667" y="26"/>
                  </a:cubicBezTo>
                  <a:lnTo>
                    <a:pt x="26667" y="26"/>
                  </a:lnTo>
                  <a:cubicBezTo>
                    <a:pt x="26676" y="20"/>
                    <a:pt x="26686" y="14"/>
                    <a:pt x="26695" y="8"/>
                  </a:cubicBezTo>
                  <a:close/>
                  <a:moveTo>
                    <a:pt x="130" y="1"/>
                  </a:moveTo>
                  <a:cubicBezTo>
                    <a:pt x="107" y="1"/>
                    <a:pt x="83" y="3"/>
                    <a:pt x="57" y="8"/>
                  </a:cubicBezTo>
                  <a:cubicBezTo>
                    <a:pt x="29" y="93"/>
                    <a:pt x="0" y="150"/>
                    <a:pt x="0" y="207"/>
                  </a:cubicBezTo>
                  <a:cubicBezTo>
                    <a:pt x="114" y="690"/>
                    <a:pt x="199" y="1172"/>
                    <a:pt x="313" y="1655"/>
                  </a:cubicBezTo>
                  <a:cubicBezTo>
                    <a:pt x="398" y="2166"/>
                    <a:pt x="540" y="2678"/>
                    <a:pt x="653" y="3189"/>
                  </a:cubicBezTo>
                  <a:cubicBezTo>
                    <a:pt x="852" y="4211"/>
                    <a:pt x="1079" y="5262"/>
                    <a:pt x="1363" y="6284"/>
                  </a:cubicBezTo>
                  <a:cubicBezTo>
                    <a:pt x="1477" y="6739"/>
                    <a:pt x="1590" y="7193"/>
                    <a:pt x="1704" y="7647"/>
                  </a:cubicBezTo>
                  <a:cubicBezTo>
                    <a:pt x="1931" y="8670"/>
                    <a:pt x="2187" y="9720"/>
                    <a:pt x="2414" y="10686"/>
                  </a:cubicBezTo>
                  <a:cubicBezTo>
                    <a:pt x="2641" y="11652"/>
                    <a:pt x="2868" y="12617"/>
                    <a:pt x="3096" y="13583"/>
                  </a:cubicBezTo>
                  <a:cubicBezTo>
                    <a:pt x="3238" y="14151"/>
                    <a:pt x="3408" y="14747"/>
                    <a:pt x="3550" y="15343"/>
                  </a:cubicBezTo>
                  <a:cubicBezTo>
                    <a:pt x="3607" y="15713"/>
                    <a:pt x="3891" y="15968"/>
                    <a:pt x="4260" y="15997"/>
                  </a:cubicBezTo>
                  <a:cubicBezTo>
                    <a:pt x="4913" y="16139"/>
                    <a:pt x="5595" y="16309"/>
                    <a:pt x="6248" y="16451"/>
                  </a:cubicBezTo>
                  <a:cubicBezTo>
                    <a:pt x="7071" y="16593"/>
                    <a:pt x="7867" y="16763"/>
                    <a:pt x="8690" y="16849"/>
                  </a:cubicBezTo>
                  <a:cubicBezTo>
                    <a:pt x="9457" y="16934"/>
                    <a:pt x="10195" y="16962"/>
                    <a:pt x="10962" y="16991"/>
                  </a:cubicBezTo>
                  <a:cubicBezTo>
                    <a:pt x="11495" y="17011"/>
                    <a:pt x="12029" y="17020"/>
                    <a:pt x="12562" y="17020"/>
                  </a:cubicBezTo>
                  <a:cubicBezTo>
                    <a:pt x="13534" y="17020"/>
                    <a:pt x="14506" y="16989"/>
                    <a:pt x="15478" y="16934"/>
                  </a:cubicBezTo>
                  <a:cubicBezTo>
                    <a:pt x="15875" y="16905"/>
                    <a:pt x="16273" y="16877"/>
                    <a:pt x="16670" y="16849"/>
                  </a:cubicBezTo>
                  <a:cubicBezTo>
                    <a:pt x="17238" y="16735"/>
                    <a:pt x="17749" y="16707"/>
                    <a:pt x="18289" y="16621"/>
                  </a:cubicBezTo>
                  <a:cubicBezTo>
                    <a:pt x="19027" y="16536"/>
                    <a:pt x="19737" y="16394"/>
                    <a:pt x="20447" y="16195"/>
                  </a:cubicBezTo>
                  <a:cubicBezTo>
                    <a:pt x="20930" y="16082"/>
                    <a:pt x="21385" y="15883"/>
                    <a:pt x="21867" y="15769"/>
                  </a:cubicBezTo>
                  <a:cubicBezTo>
                    <a:pt x="22123" y="15741"/>
                    <a:pt x="22350" y="15514"/>
                    <a:pt x="22379" y="15258"/>
                  </a:cubicBezTo>
                  <a:cubicBezTo>
                    <a:pt x="22407" y="15116"/>
                    <a:pt x="22492" y="14946"/>
                    <a:pt x="22520" y="14804"/>
                  </a:cubicBezTo>
                  <a:cubicBezTo>
                    <a:pt x="23060" y="13043"/>
                    <a:pt x="23543" y="11282"/>
                    <a:pt x="24026" y="9550"/>
                  </a:cubicBezTo>
                  <a:cubicBezTo>
                    <a:pt x="24452" y="7960"/>
                    <a:pt x="24934" y="6426"/>
                    <a:pt x="25389" y="4864"/>
                  </a:cubicBezTo>
                  <a:cubicBezTo>
                    <a:pt x="25758" y="3586"/>
                    <a:pt x="26127" y="2308"/>
                    <a:pt x="26468" y="1030"/>
                  </a:cubicBezTo>
                  <a:cubicBezTo>
                    <a:pt x="26607" y="724"/>
                    <a:pt x="26665" y="362"/>
                    <a:pt x="26667" y="26"/>
                  </a:cubicBezTo>
                  <a:lnTo>
                    <a:pt x="26667" y="26"/>
                  </a:lnTo>
                  <a:cubicBezTo>
                    <a:pt x="26281" y="276"/>
                    <a:pt x="25948" y="526"/>
                    <a:pt x="25588" y="803"/>
                  </a:cubicBezTo>
                  <a:cubicBezTo>
                    <a:pt x="24281" y="1797"/>
                    <a:pt x="22776" y="2536"/>
                    <a:pt x="21186" y="2990"/>
                  </a:cubicBezTo>
                  <a:cubicBezTo>
                    <a:pt x="20305" y="3246"/>
                    <a:pt x="19397" y="3444"/>
                    <a:pt x="18488" y="3615"/>
                  </a:cubicBezTo>
                  <a:cubicBezTo>
                    <a:pt x="17579" y="3785"/>
                    <a:pt x="16642" y="3899"/>
                    <a:pt x="15676" y="3927"/>
                  </a:cubicBezTo>
                  <a:cubicBezTo>
                    <a:pt x="15176" y="3959"/>
                    <a:pt x="14671" y="3975"/>
                    <a:pt x="14166" y="3975"/>
                  </a:cubicBezTo>
                  <a:cubicBezTo>
                    <a:pt x="13323" y="3975"/>
                    <a:pt x="12478" y="3931"/>
                    <a:pt x="11644" y="3842"/>
                  </a:cubicBezTo>
                  <a:cubicBezTo>
                    <a:pt x="10735" y="3757"/>
                    <a:pt x="9826" y="3615"/>
                    <a:pt x="8917" y="3444"/>
                  </a:cubicBezTo>
                  <a:cubicBezTo>
                    <a:pt x="7583" y="3160"/>
                    <a:pt x="6276" y="2763"/>
                    <a:pt x="4998" y="2223"/>
                  </a:cubicBezTo>
                  <a:cubicBezTo>
                    <a:pt x="3408" y="1627"/>
                    <a:pt x="1874" y="917"/>
                    <a:pt x="398" y="93"/>
                  </a:cubicBezTo>
                  <a:cubicBezTo>
                    <a:pt x="305" y="47"/>
                    <a:pt x="231" y="1"/>
                    <a:pt x="1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791175" y="3924000"/>
              <a:ext cx="305325" cy="438300"/>
            </a:xfrm>
            <a:custGeom>
              <a:rect b="b" l="l" r="r" t="t"/>
              <a:pathLst>
                <a:path extrusionOk="0" h="17532" w="12213">
                  <a:moveTo>
                    <a:pt x="4813" y="1"/>
                  </a:moveTo>
                  <a:cubicBezTo>
                    <a:pt x="4442" y="1"/>
                    <a:pt x="4069" y="74"/>
                    <a:pt x="3721" y="222"/>
                  </a:cubicBezTo>
                  <a:cubicBezTo>
                    <a:pt x="2329" y="875"/>
                    <a:pt x="1222" y="1983"/>
                    <a:pt x="597" y="3374"/>
                  </a:cubicBezTo>
                  <a:cubicBezTo>
                    <a:pt x="114" y="4425"/>
                    <a:pt x="29" y="5561"/>
                    <a:pt x="1" y="6697"/>
                  </a:cubicBezTo>
                  <a:cubicBezTo>
                    <a:pt x="1" y="7094"/>
                    <a:pt x="29" y="7492"/>
                    <a:pt x="57" y="7890"/>
                  </a:cubicBezTo>
                  <a:cubicBezTo>
                    <a:pt x="199" y="9792"/>
                    <a:pt x="540" y="11695"/>
                    <a:pt x="1080" y="13512"/>
                  </a:cubicBezTo>
                  <a:cubicBezTo>
                    <a:pt x="1335" y="14421"/>
                    <a:pt x="1591" y="15330"/>
                    <a:pt x="1846" y="16239"/>
                  </a:cubicBezTo>
                  <a:cubicBezTo>
                    <a:pt x="1960" y="16580"/>
                    <a:pt x="2074" y="16920"/>
                    <a:pt x="2216" y="17233"/>
                  </a:cubicBezTo>
                  <a:cubicBezTo>
                    <a:pt x="2303" y="17425"/>
                    <a:pt x="2477" y="17532"/>
                    <a:pt x="2657" y="17532"/>
                  </a:cubicBezTo>
                  <a:cubicBezTo>
                    <a:pt x="2770" y="17532"/>
                    <a:pt x="2884" y="17490"/>
                    <a:pt x="2982" y="17403"/>
                  </a:cubicBezTo>
                  <a:cubicBezTo>
                    <a:pt x="3124" y="17318"/>
                    <a:pt x="3238" y="17204"/>
                    <a:pt x="3323" y="17062"/>
                  </a:cubicBezTo>
                  <a:cubicBezTo>
                    <a:pt x="3636" y="16523"/>
                    <a:pt x="4005" y="16040"/>
                    <a:pt x="4374" y="15557"/>
                  </a:cubicBezTo>
                  <a:cubicBezTo>
                    <a:pt x="5141" y="14563"/>
                    <a:pt x="5964" y="13626"/>
                    <a:pt x="6845" y="12717"/>
                  </a:cubicBezTo>
                  <a:cubicBezTo>
                    <a:pt x="7583" y="12007"/>
                    <a:pt x="8350" y="11269"/>
                    <a:pt x="9060" y="10531"/>
                  </a:cubicBezTo>
                  <a:cubicBezTo>
                    <a:pt x="10054" y="9537"/>
                    <a:pt x="10849" y="8401"/>
                    <a:pt x="11474" y="7123"/>
                  </a:cubicBezTo>
                  <a:cubicBezTo>
                    <a:pt x="12155" y="5731"/>
                    <a:pt x="12212" y="4112"/>
                    <a:pt x="11587" y="2664"/>
                  </a:cubicBezTo>
                  <a:cubicBezTo>
                    <a:pt x="11161" y="1613"/>
                    <a:pt x="10196" y="847"/>
                    <a:pt x="9060" y="761"/>
                  </a:cubicBezTo>
                  <a:cubicBezTo>
                    <a:pt x="8873" y="727"/>
                    <a:pt x="8687" y="711"/>
                    <a:pt x="8502" y="711"/>
                  </a:cubicBezTo>
                  <a:cubicBezTo>
                    <a:pt x="8067" y="711"/>
                    <a:pt x="7641" y="801"/>
                    <a:pt x="7242" y="960"/>
                  </a:cubicBezTo>
                  <a:cubicBezTo>
                    <a:pt x="7189" y="992"/>
                    <a:pt x="7128" y="1008"/>
                    <a:pt x="7068" y="1008"/>
                  </a:cubicBezTo>
                  <a:cubicBezTo>
                    <a:pt x="6967" y="1008"/>
                    <a:pt x="6870" y="964"/>
                    <a:pt x="6816" y="875"/>
                  </a:cubicBezTo>
                  <a:cubicBezTo>
                    <a:pt x="6731" y="790"/>
                    <a:pt x="6646" y="705"/>
                    <a:pt x="6561" y="619"/>
                  </a:cubicBezTo>
                  <a:cubicBezTo>
                    <a:pt x="6061" y="209"/>
                    <a:pt x="5439" y="1"/>
                    <a:pt x="4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791175" y="3924000"/>
              <a:ext cx="175400" cy="435100"/>
            </a:xfrm>
            <a:custGeom>
              <a:rect b="b" l="l" r="r" t="t"/>
              <a:pathLst>
                <a:path extrusionOk="0" h="17404" w="7016">
                  <a:moveTo>
                    <a:pt x="4825" y="1"/>
                  </a:moveTo>
                  <a:cubicBezTo>
                    <a:pt x="4455" y="1"/>
                    <a:pt x="4080" y="74"/>
                    <a:pt x="3721" y="222"/>
                  </a:cubicBezTo>
                  <a:cubicBezTo>
                    <a:pt x="2358" y="875"/>
                    <a:pt x="1250" y="1983"/>
                    <a:pt x="625" y="3374"/>
                  </a:cubicBezTo>
                  <a:cubicBezTo>
                    <a:pt x="114" y="4425"/>
                    <a:pt x="29" y="5561"/>
                    <a:pt x="1" y="6697"/>
                  </a:cubicBezTo>
                  <a:cubicBezTo>
                    <a:pt x="1" y="7094"/>
                    <a:pt x="29" y="7492"/>
                    <a:pt x="57" y="7890"/>
                  </a:cubicBezTo>
                  <a:cubicBezTo>
                    <a:pt x="199" y="9821"/>
                    <a:pt x="540" y="11695"/>
                    <a:pt x="1080" y="13541"/>
                  </a:cubicBezTo>
                  <a:cubicBezTo>
                    <a:pt x="1335" y="14450"/>
                    <a:pt x="1591" y="15358"/>
                    <a:pt x="1846" y="16267"/>
                  </a:cubicBezTo>
                  <a:cubicBezTo>
                    <a:pt x="1960" y="16608"/>
                    <a:pt x="2074" y="16920"/>
                    <a:pt x="2216" y="17261"/>
                  </a:cubicBezTo>
                  <a:cubicBezTo>
                    <a:pt x="2244" y="17318"/>
                    <a:pt x="2272" y="17375"/>
                    <a:pt x="2329" y="17403"/>
                  </a:cubicBezTo>
                  <a:cubicBezTo>
                    <a:pt x="2982" y="8316"/>
                    <a:pt x="5340" y="3402"/>
                    <a:pt x="7015" y="1017"/>
                  </a:cubicBezTo>
                  <a:cubicBezTo>
                    <a:pt x="6930" y="989"/>
                    <a:pt x="6873" y="932"/>
                    <a:pt x="6816" y="875"/>
                  </a:cubicBezTo>
                  <a:cubicBezTo>
                    <a:pt x="6731" y="790"/>
                    <a:pt x="6646" y="705"/>
                    <a:pt x="6561" y="619"/>
                  </a:cubicBezTo>
                  <a:cubicBezTo>
                    <a:pt x="6061" y="209"/>
                    <a:pt x="5450" y="1"/>
                    <a:pt x="48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013050" y="3654775"/>
              <a:ext cx="735550" cy="874275"/>
            </a:xfrm>
            <a:custGeom>
              <a:rect b="b" l="l" r="r" t="t"/>
              <a:pathLst>
                <a:path extrusionOk="0" h="34971" w="29422">
                  <a:moveTo>
                    <a:pt x="20888" y="0"/>
                  </a:moveTo>
                  <a:cubicBezTo>
                    <a:pt x="20440" y="0"/>
                    <a:pt x="19993" y="29"/>
                    <a:pt x="19539" y="86"/>
                  </a:cubicBezTo>
                  <a:cubicBezTo>
                    <a:pt x="19397" y="114"/>
                    <a:pt x="19283" y="171"/>
                    <a:pt x="19141" y="228"/>
                  </a:cubicBezTo>
                  <a:cubicBezTo>
                    <a:pt x="19056" y="284"/>
                    <a:pt x="19028" y="370"/>
                    <a:pt x="19028" y="483"/>
                  </a:cubicBezTo>
                  <a:cubicBezTo>
                    <a:pt x="19028" y="557"/>
                    <a:pt x="19091" y="631"/>
                    <a:pt x="19182" y="631"/>
                  </a:cubicBezTo>
                  <a:cubicBezTo>
                    <a:pt x="19196" y="631"/>
                    <a:pt x="19211" y="629"/>
                    <a:pt x="19226" y="625"/>
                  </a:cubicBezTo>
                  <a:lnTo>
                    <a:pt x="19425" y="625"/>
                  </a:lnTo>
                  <a:cubicBezTo>
                    <a:pt x="19924" y="584"/>
                    <a:pt x="20438" y="557"/>
                    <a:pt x="20945" y="557"/>
                  </a:cubicBezTo>
                  <a:cubicBezTo>
                    <a:pt x="21131" y="557"/>
                    <a:pt x="21316" y="561"/>
                    <a:pt x="21498" y="568"/>
                  </a:cubicBezTo>
                  <a:cubicBezTo>
                    <a:pt x="22350" y="568"/>
                    <a:pt x="23174" y="824"/>
                    <a:pt x="23912" y="1278"/>
                  </a:cubicBezTo>
                  <a:cubicBezTo>
                    <a:pt x="24622" y="1761"/>
                    <a:pt x="25247" y="2329"/>
                    <a:pt x="25787" y="3011"/>
                  </a:cubicBezTo>
                  <a:cubicBezTo>
                    <a:pt x="26497" y="3976"/>
                    <a:pt x="27178" y="5027"/>
                    <a:pt x="27774" y="6078"/>
                  </a:cubicBezTo>
                  <a:cubicBezTo>
                    <a:pt x="28200" y="6873"/>
                    <a:pt x="28541" y="7697"/>
                    <a:pt x="28768" y="8577"/>
                  </a:cubicBezTo>
                  <a:cubicBezTo>
                    <a:pt x="28399" y="8719"/>
                    <a:pt x="28030" y="8889"/>
                    <a:pt x="27632" y="9003"/>
                  </a:cubicBezTo>
                  <a:cubicBezTo>
                    <a:pt x="26951" y="9202"/>
                    <a:pt x="26298" y="9429"/>
                    <a:pt x="25645" y="9656"/>
                  </a:cubicBezTo>
                  <a:cubicBezTo>
                    <a:pt x="24764" y="9968"/>
                    <a:pt x="23912" y="10281"/>
                    <a:pt x="23032" y="10593"/>
                  </a:cubicBezTo>
                  <a:cubicBezTo>
                    <a:pt x="22322" y="10792"/>
                    <a:pt x="21640" y="11076"/>
                    <a:pt x="21016" y="11417"/>
                  </a:cubicBezTo>
                  <a:cubicBezTo>
                    <a:pt x="20050" y="11928"/>
                    <a:pt x="19056" y="12382"/>
                    <a:pt x="18119" y="12894"/>
                  </a:cubicBezTo>
                  <a:cubicBezTo>
                    <a:pt x="17437" y="13206"/>
                    <a:pt x="16841" y="13632"/>
                    <a:pt x="16301" y="14143"/>
                  </a:cubicBezTo>
                  <a:cubicBezTo>
                    <a:pt x="15875" y="14597"/>
                    <a:pt x="15478" y="15052"/>
                    <a:pt x="15080" y="15535"/>
                  </a:cubicBezTo>
                  <a:cubicBezTo>
                    <a:pt x="14768" y="15875"/>
                    <a:pt x="14484" y="16245"/>
                    <a:pt x="14228" y="16642"/>
                  </a:cubicBezTo>
                  <a:cubicBezTo>
                    <a:pt x="13575" y="17579"/>
                    <a:pt x="13007" y="18545"/>
                    <a:pt x="12467" y="19539"/>
                  </a:cubicBezTo>
                  <a:cubicBezTo>
                    <a:pt x="12240" y="19936"/>
                    <a:pt x="12041" y="20362"/>
                    <a:pt x="11814" y="20732"/>
                  </a:cubicBezTo>
                  <a:cubicBezTo>
                    <a:pt x="10735" y="22521"/>
                    <a:pt x="9230" y="24026"/>
                    <a:pt x="7412" y="25048"/>
                  </a:cubicBezTo>
                  <a:cubicBezTo>
                    <a:pt x="6418" y="25645"/>
                    <a:pt x="5311" y="26014"/>
                    <a:pt x="4147" y="26156"/>
                  </a:cubicBezTo>
                  <a:cubicBezTo>
                    <a:pt x="4044" y="26163"/>
                    <a:pt x="3943" y="26166"/>
                    <a:pt x="3842" y="26166"/>
                  </a:cubicBezTo>
                  <a:cubicBezTo>
                    <a:pt x="3127" y="26166"/>
                    <a:pt x="2443" y="25989"/>
                    <a:pt x="1846" y="25616"/>
                  </a:cubicBezTo>
                  <a:cubicBezTo>
                    <a:pt x="1193" y="25219"/>
                    <a:pt x="767" y="24565"/>
                    <a:pt x="710" y="23827"/>
                  </a:cubicBezTo>
                  <a:cubicBezTo>
                    <a:pt x="625" y="23032"/>
                    <a:pt x="739" y="22208"/>
                    <a:pt x="1023" y="21470"/>
                  </a:cubicBezTo>
                  <a:cubicBezTo>
                    <a:pt x="1108" y="21214"/>
                    <a:pt x="1250" y="20959"/>
                    <a:pt x="1392" y="20703"/>
                  </a:cubicBezTo>
                  <a:cubicBezTo>
                    <a:pt x="1420" y="20646"/>
                    <a:pt x="1449" y="20561"/>
                    <a:pt x="1477" y="20504"/>
                  </a:cubicBezTo>
                  <a:cubicBezTo>
                    <a:pt x="1505" y="20419"/>
                    <a:pt x="1477" y="20306"/>
                    <a:pt x="1392" y="20277"/>
                  </a:cubicBezTo>
                  <a:cubicBezTo>
                    <a:pt x="1349" y="20235"/>
                    <a:pt x="1300" y="20213"/>
                    <a:pt x="1253" y="20213"/>
                  </a:cubicBezTo>
                  <a:cubicBezTo>
                    <a:pt x="1207" y="20213"/>
                    <a:pt x="1165" y="20235"/>
                    <a:pt x="1136" y="20277"/>
                  </a:cubicBezTo>
                  <a:cubicBezTo>
                    <a:pt x="909" y="20476"/>
                    <a:pt x="739" y="20732"/>
                    <a:pt x="597" y="21016"/>
                  </a:cubicBezTo>
                  <a:cubicBezTo>
                    <a:pt x="171" y="21953"/>
                    <a:pt x="0" y="23004"/>
                    <a:pt x="114" y="24054"/>
                  </a:cubicBezTo>
                  <a:cubicBezTo>
                    <a:pt x="171" y="24565"/>
                    <a:pt x="398" y="25077"/>
                    <a:pt x="767" y="25446"/>
                  </a:cubicBezTo>
                  <a:cubicBezTo>
                    <a:pt x="1493" y="26280"/>
                    <a:pt x="2525" y="26757"/>
                    <a:pt x="3597" y="26757"/>
                  </a:cubicBezTo>
                  <a:cubicBezTo>
                    <a:pt x="3657" y="26757"/>
                    <a:pt x="3717" y="26755"/>
                    <a:pt x="3777" y="26752"/>
                  </a:cubicBezTo>
                  <a:cubicBezTo>
                    <a:pt x="4658" y="26724"/>
                    <a:pt x="5538" y="26553"/>
                    <a:pt x="6333" y="26213"/>
                  </a:cubicBezTo>
                  <a:cubicBezTo>
                    <a:pt x="7185" y="25843"/>
                    <a:pt x="7980" y="25389"/>
                    <a:pt x="8747" y="24878"/>
                  </a:cubicBezTo>
                  <a:cubicBezTo>
                    <a:pt x="8861" y="24793"/>
                    <a:pt x="8946" y="24736"/>
                    <a:pt x="9031" y="24679"/>
                  </a:cubicBezTo>
                  <a:cubicBezTo>
                    <a:pt x="9060" y="24665"/>
                    <a:pt x="9088" y="24658"/>
                    <a:pt x="9113" y="24658"/>
                  </a:cubicBezTo>
                  <a:cubicBezTo>
                    <a:pt x="9138" y="24658"/>
                    <a:pt x="9159" y="24665"/>
                    <a:pt x="9173" y="24679"/>
                  </a:cubicBezTo>
                  <a:cubicBezTo>
                    <a:pt x="9230" y="24707"/>
                    <a:pt x="9258" y="24793"/>
                    <a:pt x="9230" y="24849"/>
                  </a:cubicBezTo>
                  <a:cubicBezTo>
                    <a:pt x="9202" y="24906"/>
                    <a:pt x="9202" y="24991"/>
                    <a:pt x="9173" y="25048"/>
                  </a:cubicBezTo>
                  <a:cubicBezTo>
                    <a:pt x="8861" y="25673"/>
                    <a:pt x="8605" y="26355"/>
                    <a:pt x="8406" y="27036"/>
                  </a:cubicBezTo>
                  <a:cubicBezTo>
                    <a:pt x="8009" y="28257"/>
                    <a:pt x="7668" y="29507"/>
                    <a:pt x="7412" y="30785"/>
                  </a:cubicBezTo>
                  <a:cubicBezTo>
                    <a:pt x="7157" y="31949"/>
                    <a:pt x="6930" y="33114"/>
                    <a:pt x="6731" y="34278"/>
                  </a:cubicBezTo>
                  <a:cubicBezTo>
                    <a:pt x="6702" y="34448"/>
                    <a:pt x="6702" y="34647"/>
                    <a:pt x="6731" y="34817"/>
                  </a:cubicBezTo>
                  <a:cubicBezTo>
                    <a:pt x="6759" y="34903"/>
                    <a:pt x="6816" y="34931"/>
                    <a:pt x="6873" y="34959"/>
                  </a:cubicBezTo>
                  <a:cubicBezTo>
                    <a:pt x="6888" y="34967"/>
                    <a:pt x="6905" y="34971"/>
                    <a:pt x="6923" y="34971"/>
                  </a:cubicBezTo>
                  <a:cubicBezTo>
                    <a:pt x="6971" y="34971"/>
                    <a:pt x="7022" y="34944"/>
                    <a:pt x="7043" y="34903"/>
                  </a:cubicBezTo>
                  <a:cubicBezTo>
                    <a:pt x="7185" y="34562"/>
                    <a:pt x="7299" y="34221"/>
                    <a:pt x="7327" y="33880"/>
                  </a:cubicBezTo>
                  <a:cubicBezTo>
                    <a:pt x="7554" y="32773"/>
                    <a:pt x="7725" y="31694"/>
                    <a:pt x="7980" y="30614"/>
                  </a:cubicBezTo>
                  <a:cubicBezTo>
                    <a:pt x="8151" y="29706"/>
                    <a:pt x="8378" y="28825"/>
                    <a:pt x="8634" y="27945"/>
                  </a:cubicBezTo>
                  <a:cubicBezTo>
                    <a:pt x="8974" y="26752"/>
                    <a:pt x="9429" y="25588"/>
                    <a:pt x="9968" y="24509"/>
                  </a:cubicBezTo>
                  <a:cubicBezTo>
                    <a:pt x="10167" y="24083"/>
                    <a:pt x="10536" y="23742"/>
                    <a:pt x="10622" y="23259"/>
                  </a:cubicBezTo>
                  <a:cubicBezTo>
                    <a:pt x="10622" y="23174"/>
                    <a:pt x="10735" y="23117"/>
                    <a:pt x="10792" y="23032"/>
                  </a:cubicBezTo>
                  <a:cubicBezTo>
                    <a:pt x="11360" y="22407"/>
                    <a:pt x="11843" y="21754"/>
                    <a:pt x="12240" y="21044"/>
                  </a:cubicBezTo>
                  <a:cubicBezTo>
                    <a:pt x="12325" y="20817"/>
                    <a:pt x="12496" y="20618"/>
                    <a:pt x="12666" y="20448"/>
                  </a:cubicBezTo>
                  <a:cubicBezTo>
                    <a:pt x="12979" y="20874"/>
                    <a:pt x="13376" y="21243"/>
                    <a:pt x="13859" y="21470"/>
                  </a:cubicBezTo>
                  <a:cubicBezTo>
                    <a:pt x="14455" y="21839"/>
                    <a:pt x="15080" y="22152"/>
                    <a:pt x="15733" y="22436"/>
                  </a:cubicBezTo>
                  <a:cubicBezTo>
                    <a:pt x="15847" y="22464"/>
                    <a:pt x="15961" y="22521"/>
                    <a:pt x="16074" y="22549"/>
                  </a:cubicBezTo>
                  <a:cubicBezTo>
                    <a:pt x="16159" y="22549"/>
                    <a:pt x="16273" y="22549"/>
                    <a:pt x="16358" y="22521"/>
                  </a:cubicBezTo>
                  <a:cubicBezTo>
                    <a:pt x="16500" y="22464"/>
                    <a:pt x="16585" y="22322"/>
                    <a:pt x="16585" y="22180"/>
                  </a:cubicBezTo>
                  <a:cubicBezTo>
                    <a:pt x="16585" y="22078"/>
                    <a:pt x="16524" y="22057"/>
                    <a:pt x="16450" y="22057"/>
                  </a:cubicBezTo>
                  <a:cubicBezTo>
                    <a:pt x="16401" y="22057"/>
                    <a:pt x="16347" y="22066"/>
                    <a:pt x="16301" y="22066"/>
                  </a:cubicBezTo>
                  <a:cubicBezTo>
                    <a:pt x="16245" y="22066"/>
                    <a:pt x="16159" y="22066"/>
                    <a:pt x="16103" y="22038"/>
                  </a:cubicBezTo>
                  <a:cubicBezTo>
                    <a:pt x="15421" y="21697"/>
                    <a:pt x="14739" y="21385"/>
                    <a:pt x="14086" y="21044"/>
                  </a:cubicBezTo>
                  <a:cubicBezTo>
                    <a:pt x="13660" y="20817"/>
                    <a:pt x="13291" y="20504"/>
                    <a:pt x="13007" y="20135"/>
                  </a:cubicBezTo>
                  <a:cubicBezTo>
                    <a:pt x="12893" y="19993"/>
                    <a:pt x="12893" y="19823"/>
                    <a:pt x="12979" y="19681"/>
                  </a:cubicBezTo>
                  <a:cubicBezTo>
                    <a:pt x="13405" y="18971"/>
                    <a:pt x="13802" y="18261"/>
                    <a:pt x="14228" y="17551"/>
                  </a:cubicBezTo>
                  <a:cubicBezTo>
                    <a:pt x="14938" y="16500"/>
                    <a:pt x="15733" y="15478"/>
                    <a:pt x="16614" y="14541"/>
                  </a:cubicBezTo>
                  <a:cubicBezTo>
                    <a:pt x="16756" y="14370"/>
                    <a:pt x="16926" y="14228"/>
                    <a:pt x="17125" y="14086"/>
                  </a:cubicBezTo>
                  <a:cubicBezTo>
                    <a:pt x="17892" y="13575"/>
                    <a:pt x="18658" y="13149"/>
                    <a:pt x="19482" y="12780"/>
                  </a:cubicBezTo>
                  <a:cubicBezTo>
                    <a:pt x="19681" y="12666"/>
                    <a:pt x="19908" y="12553"/>
                    <a:pt x="20107" y="12439"/>
                  </a:cubicBezTo>
                  <a:cubicBezTo>
                    <a:pt x="21044" y="11900"/>
                    <a:pt x="22038" y="11445"/>
                    <a:pt x="23060" y="11104"/>
                  </a:cubicBezTo>
                  <a:cubicBezTo>
                    <a:pt x="23628" y="10906"/>
                    <a:pt x="24168" y="10678"/>
                    <a:pt x="24736" y="10508"/>
                  </a:cubicBezTo>
                  <a:cubicBezTo>
                    <a:pt x="25701" y="10167"/>
                    <a:pt x="26639" y="9798"/>
                    <a:pt x="27604" y="9542"/>
                  </a:cubicBezTo>
                  <a:cubicBezTo>
                    <a:pt x="28002" y="9457"/>
                    <a:pt x="28371" y="9315"/>
                    <a:pt x="28768" y="9173"/>
                  </a:cubicBezTo>
                  <a:cubicBezTo>
                    <a:pt x="29166" y="9088"/>
                    <a:pt x="29422" y="8634"/>
                    <a:pt x="29251" y="8236"/>
                  </a:cubicBezTo>
                  <a:cubicBezTo>
                    <a:pt x="29251" y="8179"/>
                    <a:pt x="29223" y="8151"/>
                    <a:pt x="29223" y="8094"/>
                  </a:cubicBezTo>
                  <a:cubicBezTo>
                    <a:pt x="28740" y="6617"/>
                    <a:pt x="28030" y="5226"/>
                    <a:pt x="27150" y="3919"/>
                  </a:cubicBezTo>
                  <a:cubicBezTo>
                    <a:pt x="26837" y="3380"/>
                    <a:pt x="26468" y="2869"/>
                    <a:pt x="26042" y="2386"/>
                  </a:cubicBezTo>
                  <a:cubicBezTo>
                    <a:pt x="25531" y="1875"/>
                    <a:pt x="25020" y="1392"/>
                    <a:pt x="24452" y="966"/>
                  </a:cubicBezTo>
                  <a:cubicBezTo>
                    <a:pt x="23799" y="483"/>
                    <a:pt x="23032" y="199"/>
                    <a:pt x="22237" y="86"/>
                  </a:cubicBezTo>
                  <a:cubicBezTo>
                    <a:pt x="21782" y="29"/>
                    <a:pt x="21335" y="0"/>
                    <a:pt x="20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3127700" y="3701800"/>
              <a:ext cx="223675" cy="197950"/>
            </a:xfrm>
            <a:custGeom>
              <a:rect b="b" l="l" r="r" t="t"/>
              <a:pathLst>
                <a:path extrusionOk="0" h="7918" w="8947">
                  <a:moveTo>
                    <a:pt x="256" y="1"/>
                  </a:moveTo>
                  <a:cubicBezTo>
                    <a:pt x="207" y="1"/>
                    <a:pt x="157" y="8"/>
                    <a:pt x="114" y="22"/>
                  </a:cubicBezTo>
                  <a:cubicBezTo>
                    <a:pt x="57" y="51"/>
                    <a:pt x="1" y="107"/>
                    <a:pt x="1" y="164"/>
                  </a:cubicBezTo>
                  <a:cubicBezTo>
                    <a:pt x="1" y="221"/>
                    <a:pt x="29" y="363"/>
                    <a:pt x="57" y="363"/>
                  </a:cubicBezTo>
                  <a:cubicBezTo>
                    <a:pt x="256" y="420"/>
                    <a:pt x="427" y="448"/>
                    <a:pt x="625" y="477"/>
                  </a:cubicBezTo>
                  <a:cubicBezTo>
                    <a:pt x="2784" y="817"/>
                    <a:pt x="4800" y="1897"/>
                    <a:pt x="6305" y="3515"/>
                  </a:cubicBezTo>
                  <a:cubicBezTo>
                    <a:pt x="6760" y="3970"/>
                    <a:pt x="7129" y="4481"/>
                    <a:pt x="7441" y="5049"/>
                  </a:cubicBezTo>
                  <a:cubicBezTo>
                    <a:pt x="7810" y="5730"/>
                    <a:pt x="8094" y="6469"/>
                    <a:pt x="8322" y="7207"/>
                  </a:cubicBezTo>
                  <a:cubicBezTo>
                    <a:pt x="8350" y="7434"/>
                    <a:pt x="8464" y="7661"/>
                    <a:pt x="8606" y="7832"/>
                  </a:cubicBezTo>
                  <a:cubicBezTo>
                    <a:pt x="8662" y="7889"/>
                    <a:pt x="8719" y="7917"/>
                    <a:pt x="8776" y="7917"/>
                  </a:cubicBezTo>
                  <a:cubicBezTo>
                    <a:pt x="8890" y="7917"/>
                    <a:pt x="8946" y="7803"/>
                    <a:pt x="8946" y="7718"/>
                  </a:cubicBezTo>
                  <a:cubicBezTo>
                    <a:pt x="8918" y="7633"/>
                    <a:pt x="8918" y="7576"/>
                    <a:pt x="8890" y="7519"/>
                  </a:cubicBezTo>
                  <a:cubicBezTo>
                    <a:pt x="8577" y="6156"/>
                    <a:pt x="7981" y="4907"/>
                    <a:pt x="7157" y="3771"/>
                  </a:cubicBezTo>
                  <a:cubicBezTo>
                    <a:pt x="6305" y="2720"/>
                    <a:pt x="5254" y="1840"/>
                    <a:pt x="4090" y="1215"/>
                  </a:cubicBezTo>
                  <a:cubicBezTo>
                    <a:pt x="3437" y="874"/>
                    <a:pt x="2755" y="590"/>
                    <a:pt x="2045" y="363"/>
                  </a:cubicBezTo>
                  <a:cubicBezTo>
                    <a:pt x="1506" y="193"/>
                    <a:pt x="966" y="79"/>
                    <a:pt x="398" y="22"/>
                  </a:cubicBezTo>
                  <a:cubicBezTo>
                    <a:pt x="356" y="8"/>
                    <a:pt x="306" y="1"/>
                    <a:pt x="2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3153975" y="3821775"/>
              <a:ext cx="186025" cy="487925"/>
            </a:xfrm>
            <a:custGeom>
              <a:rect b="b" l="l" r="r" t="t"/>
              <a:pathLst>
                <a:path extrusionOk="0" h="19517" w="7441">
                  <a:moveTo>
                    <a:pt x="2917" y="1"/>
                  </a:moveTo>
                  <a:cubicBezTo>
                    <a:pt x="2552" y="1"/>
                    <a:pt x="2185" y="90"/>
                    <a:pt x="1846" y="250"/>
                  </a:cubicBezTo>
                  <a:cubicBezTo>
                    <a:pt x="1364" y="477"/>
                    <a:pt x="881" y="761"/>
                    <a:pt x="483" y="1102"/>
                  </a:cubicBezTo>
                  <a:cubicBezTo>
                    <a:pt x="341" y="1215"/>
                    <a:pt x="199" y="1272"/>
                    <a:pt x="29" y="1272"/>
                  </a:cubicBezTo>
                  <a:cubicBezTo>
                    <a:pt x="0" y="1613"/>
                    <a:pt x="29" y="1982"/>
                    <a:pt x="142" y="2294"/>
                  </a:cubicBezTo>
                  <a:cubicBezTo>
                    <a:pt x="228" y="2862"/>
                    <a:pt x="341" y="3430"/>
                    <a:pt x="426" y="3970"/>
                  </a:cubicBezTo>
                  <a:cubicBezTo>
                    <a:pt x="625" y="5049"/>
                    <a:pt x="824" y="6100"/>
                    <a:pt x="966" y="7179"/>
                  </a:cubicBezTo>
                  <a:cubicBezTo>
                    <a:pt x="1136" y="8173"/>
                    <a:pt x="1307" y="9167"/>
                    <a:pt x="1364" y="10161"/>
                  </a:cubicBezTo>
                  <a:cubicBezTo>
                    <a:pt x="1420" y="10928"/>
                    <a:pt x="1506" y="11666"/>
                    <a:pt x="1562" y="12433"/>
                  </a:cubicBezTo>
                  <a:cubicBezTo>
                    <a:pt x="1790" y="14563"/>
                    <a:pt x="1619" y="16693"/>
                    <a:pt x="1676" y="18823"/>
                  </a:cubicBezTo>
                  <a:cubicBezTo>
                    <a:pt x="1676" y="19021"/>
                    <a:pt x="1761" y="19305"/>
                    <a:pt x="1534" y="19476"/>
                  </a:cubicBezTo>
                  <a:cubicBezTo>
                    <a:pt x="1622" y="19503"/>
                    <a:pt x="1706" y="19516"/>
                    <a:pt x="1784" y="19516"/>
                  </a:cubicBezTo>
                  <a:cubicBezTo>
                    <a:pt x="2108" y="19516"/>
                    <a:pt x="2351" y="19301"/>
                    <a:pt x="2556" y="19050"/>
                  </a:cubicBezTo>
                  <a:cubicBezTo>
                    <a:pt x="2925" y="18595"/>
                    <a:pt x="3266" y="18113"/>
                    <a:pt x="3579" y="17601"/>
                  </a:cubicBezTo>
                  <a:cubicBezTo>
                    <a:pt x="4005" y="16778"/>
                    <a:pt x="4402" y="15954"/>
                    <a:pt x="4771" y="15102"/>
                  </a:cubicBezTo>
                  <a:cubicBezTo>
                    <a:pt x="5481" y="13597"/>
                    <a:pt x="6106" y="12035"/>
                    <a:pt x="6617" y="10445"/>
                  </a:cubicBezTo>
                  <a:cubicBezTo>
                    <a:pt x="7100" y="8883"/>
                    <a:pt x="7384" y="7264"/>
                    <a:pt x="7413" y="5646"/>
                  </a:cubicBezTo>
                  <a:cubicBezTo>
                    <a:pt x="7441" y="4907"/>
                    <a:pt x="7384" y="4169"/>
                    <a:pt x="7271" y="3459"/>
                  </a:cubicBezTo>
                  <a:cubicBezTo>
                    <a:pt x="7157" y="2891"/>
                    <a:pt x="6930" y="2380"/>
                    <a:pt x="6589" y="1925"/>
                  </a:cubicBezTo>
                  <a:cubicBezTo>
                    <a:pt x="5822" y="875"/>
                    <a:pt x="4658" y="221"/>
                    <a:pt x="3380" y="51"/>
                  </a:cubicBezTo>
                  <a:cubicBezTo>
                    <a:pt x="3227" y="17"/>
                    <a:pt x="3072" y="1"/>
                    <a:pt x="2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3007725" y="3843675"/>
              <a:ext cx="191000" cy="465000"/>
            </a:xfrm>
            <a:custGeom>
              <a:rect b="b" l="l" r="r" t="t"/>
              <a:pathLst>
                <a:path extrusionOk="0" h="18600" w="7640">
                  <a:moveTo>
                    <a:pt x="4667" y="1"/>
                  </a:moveTo>
                  <a:cubicBezTo>
                    <a:pt x="4514" y="1"/>
                    <a:pt x="4358" y="18"/>
                    <a:pt x="4203" y="55"/>
                  </a:cubicBezTo>
                  <a:cubicBezTo>
                    <a:pt x="3635" y="141"/>
                    <a:pt x="3096" y="311"/>
                    <a:pt x="2585" y="567"/>
                  </a:cubicBezTo>
                  <a:cubicBezTo>
                    <a:pt x="1562" y="993"/>
                    <a:pt x="767" y="1873"/>
                    <a:pt x="426" y="2952"/>
                  </a:cubicBezTo>
                  <a:cubicBezTo>
                    <a:pt x="57" y="4088"/>
                    <a:pt x="0" y="5309"/>
                    <a:pt x="256" y="6502"/>
                  </a:cubicBezTo>
                  <a:cubicBezTo>
                    <a:pt x="511" y="7638"/>
                    <a:pt x="937" y="8745"/>
                    <a:pt x="1534" y="9768"/>
                  </a:cubicBezTo>
                  <a:cubicBezTo>
                    <a:pt x="2244" y="11103"/>
                    <a:pt x="2982" y="12380"/>
                    <a:pt x="3749" y="13658"/>
                  </a:cubicBezTo>
                  <a:cubicBezTo>
                    <a:pt x="4317" y="14596"/>
                    <a:pt x="4885" y="15533"/>
                    <a:pt x="5481" y="16498"/>
                  </a:cubicBezTo>
                  <a:cubicBezTo>
                    <a:pt x="5822" y="17095"/>
                    <a:pt x="6248" y="17663"/>
                    <a:pt x="6759" y="18174"/>
                  </a:cubicBezTo>
                  <a:cubicBezTo>
                    <a:pt x="6901" y="18401"/>
                    <a:pt x="7128" y="18543"/>
                    <a:pt x="7384" y="18600"/>
                  </a:cubicBezTo>
                  <a:cubicBezTo>
                    <a:pt x="7640" y="18429"/>
                    <a:pt x="7526" y="18174"/>
                    <a:pt x="7526" y="17947"/>
                  </a:cubicBezTo>
                  <a:cubicBezTo>
                    <a:pt x="7498" y="15817"/>
                    <a:pt x="7640" y="13687"/>
                    <a:pt x="7441" y="11557"/>
                  </a:cubicBezTo>
                  <a:cubicBezTo>
                    <a:pt x="7356" y="10819"/>
                    <a:pt x="7299" y="10052"/>
                    <a:pt x="7242" y="9313"/>
                  </a:cubicBezTo>
                  <a:cubicBezTo>
                    <a:pt x="7157" y="8291"/>
                    <a:pt x="6986" y="7297"/>
                    <a:pt x="6844" y="6303"/>
                  </a:cubicBezTo>
                  <a:cubicBezTo>
                    <a:pt x="6674" y="5252"/>
                    <a:pt x="6475" y="4173"/>
                    <a:pt x="6276" y="3122"/>
                  </a:cubicBezTo>
                  <a:cubicBezTo>
                    <a:pt x="6191" y="2554"/>
                    <a:pt x="6106" y="1986"/>
                    <a:pt x="5992" y="1447"/>
                  </a:cubicBezTo>
                  <a:cubicBezTo>
                    <a:pt x="5907" y="1106"/>
                    <a:pt x="5850" y="737"/>
                    <a:pt x="5879" y="396"/>
                  </a:cubicBezTo>
                  <a:cubicBezTo>
                    <a:pt x="5522" y="144"/>
                    <a:pt x="5102" y="1"/>
                    <a:pt x="46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175625" y="3668275"/>
              <a:ext cx="383425" cy="210975"/>
            </a:xfrm>
            <a:custGeom>
              <a:rect b="b" l="l" r="r" t="t"/>
              <a:pathLst>
                <a:path extrusionOk="0" h="8439" w="15337">
                  <a:moveTo>
                    <a:pt x="12865" y="0"/>
                  </a:moveTo>
                  <a:cubicBezTo>
                    <a:pt x="12184" y="454"/>
                    <a:pt x="11445" y="824"/>
                    <a:pt x="10707" y="1136"/>
                  </a:cubicBezTo>
                  <a:cubicBezTo>
                    <a:pt x="9429" y="1704"/>
                    <a:pt x="8180" y="2329"/>
                    <a:pt x="6930" y="2954"/>
                  </a:cubicBezTo>
                  <a:cubicBezTo>
                    <a:pt x="5056" y="3919"/>
                    <a:pt x="3295" y="5083"/>
                    <a:pt x="1676" y="6390"/>
                  </a:cubicBezTo>
                  <a:cubicBezTo>
                    <a:pt x="1165" y="6901"/>
                    <a:pt x="625" y="7355"/>
                    <a:pt x="86" y="7781"/>
                  </a:cubicBezTo>
                  <a:cubicBezTo>
                    <a:pt x="1" y="7923"/>
                    <a:pt x="1" y="8094"/>
                    <a:pt x="143" y="8207"/>
                  </a:cubicBezTo>
                  <a:cubicBezTo>
                    <a:pt x="394" y="8354"/>
                    <a:pt x="708" y="8439"/>
                    <a:pt x="1015" y="8439"/>
                  </a:cubicBezTo>
                  <a:cubicBezTo>
                    <a:pt x="1124" y="8439"/>
                    <a:pt x="1232" y="8428"/>
                    <a:pt x="1335" y="8406"/>
                  </a:cubicBezTo>
                  <a:cubicBezTo>
                    <a:pt x="2159" y="8264"/>
                    <a:pt x="2954" y="8179"/>
                    <a:pt x="3778" y="8179"/>
                  </a:cubicBezTo>
                  <a:cubicBezTo>
                    <a:pt x="3835" y="8151"/>
                    <a:pt x="3863" y="8094"/>
                    <a:pt x="3891" y="8094"/>
                  </a:cubicBezTo>
                  <a:cubicBezTo>
                    <a:pt x="4554" y="8067"/>
                    <a:pt x="5217" y="7892"/>
                    <a:pt x="5880" y="7892"/>
                  </a:cubicBezTo>
                  <a:cubicBezTo>
                    <a:pt x="5927" y="7892"/>
                    <a:pt x="5974" y="7893"/>
                    <a:pt x="6021" y="7895"/>
                  </a:cubicBezTo>
                  <a:cubicBezTo>
                    <a:pt x="7044" y="7781"/>
                    <a:pt x="8038" y="7583"/>
                    <a:pt x="9003" y="7299"/>
                  </a:cubicBezTo>
                  <a:cubicBezTo>
                    <a:pt x="10451" y="6901"/>
                    <a:pt x="11815" y="6305"/>
                    <a:pt x="13121" y="5595"/>
                  </a:cubicBezTo>
                  <a:cubicBezTo>
                    <a:pt x="14257" y="5027"/>
                    <a:pt x="15052" y="3919"/>
                    <a:pt x="15222" y="2670"/>
                  </a:cubicBezTo>
                  <a:cubicBezTo>
                    <a:pt x="15336" y="2158"/>
                    <a:pt x="15222" y="1647"/>
                    <a:pt x="14939" y="1250"/>
                  </a:cubicBezTo>
                  <a:cubicBezTo>
                    <a:pt x="14484" y="540"/>
                    <a:pt x="13717" y="85"/>
                    <a:pt x="128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2689650" y="3859425"/>
              <a:ext cx="156225" cy="389500"/>
            </a:xfrm>
            <a:custGeom>
              <a:rect b="b" l="l" r="r" t="t"/>
              <a:pathLst>
                <a:path extrusionOk="0" h="15580" w="6249">
                  <a:moveTo>
                    <a:pt x="3482" y="0"/>
                  </a:moveTo>
                  <a:cubicBezTo>
                    <a:pt x="3155" y="0"/>
                    <a:pt x="2819" y="64"/>
                    <a:pt x="2500" y="192"/>
                  </a:cubicBezTo>
                  <a:cubicBezTo>
                    <a:pt x="1534" y="533"/>
                    <a:pt x="682" y="1129"/>
                    <a:pt x="0" y="1896"/>
                  </a:cubicBezTo>
                  <a:cubicBezTo>
                    <a:pt x="540" y="3288"/>
                    <a:pt x="938" y="4708"/>
                    <a:pt x="1136" y="6184"/>
                  </a:cubicBezTo>
                  <a:cubicBezTo>
                    <a:pt x="1222" y="6667"/>
                    <a:pt x="1335" y="7150"/>
                    <a:pt x="1420" y="7633"/>
                  </a:cubicBezTo>
                  <a:cubicBezTo>
                    <a:pt x="1562" y="8627"/>
                    <a:pt x="1648" y="9592"/>
                    <a:pt x="1704" y="10586"/>
                  </a:cubicBezTo>
                  <a:cubicBezTo>
                    <a:pt x="1704" y="11523"/>
                    <a:pt x="1790" y="12460"/>
                    <a:pt x="1932" y="13398"/>
                  </a:cubicBezTo>
                  <a:cubicBezTo>
                    <a:pt x="1960" y="13596"/>
                    <a:pt x="1960" y="13767"/>
                    <a:pt x="1960" y="13966"/>
                  </a:cubicBezTo>
                  <a:cubicBezTo>
                    <a:pt x="1960" y="14306"/>
                    <a:pt x="1988" y="14676"/>
                    <a:pt x="2074" y="15016"/>
                  </a:cubicBezTo>
                  <a:cubicBezTo>
                    <a:pt x="2074" y="15244"/>
                    <a:pt x="2017" y="15357"/>
                    <a:pt x="1818" y="15386"/>
                  </a:cubicBezTo>
                  <a:cubicBezTo>
                    <a:pt x="1846" y="15414"/>
                    <a:pt x="1846" y="15499"/>
                    <a:pt x="1903" y="15499"/>
                  </a:cubicBezTo>
                  <a:cubicBezTo>
                    <a:pt x="2043" y="15551"/>
                    <a:pt x="2172" y="15580"/>
                    <a:pt x="2288" y="15580"/>
                  </a:cubicBezTo>
                  <a:cubicBezTo>
                    <a:pt x="2551" y="15580"/>
                    <a:pt x="2751" y="15436"/>
                    <a:pt x="2869" y="15102"/>
                  </a:cubicBezTo>
                  <a:cubicBezTo>
                    <a:pt x="3068" y="14619"/>
                    <a:pt x="3210" y="14164"/>
                    <a:pt x="3352" y="13682"/>
                  </a:cubicBezTo>
                  <a:cubicBezTo>
                    <a:pt x="3692" y="12688"/>
                    <a:pt x="4062" y="11665"/>
                    <a:pt x="4402" y="10671"/>
                  </a:cubicBezTo>
                  <a:cubicBezTo>
                    <a:pt x="4800" y="9621"/>
                    <a:pt x="5226" y="8541"/>
                    <a:pt x="5595" y="7491"/>
                  </a:cubicBezTo>
                  <a:cubicBezTo>
                    <a:pt x="6021" y="6355"/>
                    <a:pt x="6248" y="5134"/>
                    <a:pt x="6248" y="3941"/>
                  </a:cubicBezTo>
                  <a:cubicBezTo>
                    <a:pt x="6191" y="2748"/>
                    <a:pt x="5993" y="1640"/>
                    <a:pt x="5169" y="703"/>
                  </a:cubicBezTo>
                  <a:cubicBezTo>
                    <a:pt x="4828" y="306"/>
                    <a:pt x="4346" y="50"/>
                    <a:pt x="3806" y="22"/>
                  </a:cubicBezTo>
                  <a:cubicBezTo>
                    <a:pt x="3699" y="8"/>
                    <a:pt x="3591" y="0"/>
                    <a:pt x="3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176350" y="3587975"/>
              <a:ext cx="337950" cy="274850"/>
            </a:xfrm>
            <a:custGeom>
              <a:rect b="b" l="l" r="r" t="t"/>
              <a:pathLst>
                <a:path extrusionOk="0" h="10994" w="13518">
                  <a:moveTo>
                    <a:pt x="11096" y="0"/>
                  </a:moveTo>
                  <a:cubicBezTo>
                    <a:pt x="10788" y="0"/>
                    <a:pt x="10483" y="25"/>
                    <a:pt x="10167" y="60"/>
                  </a:cubicBezTo>
                  <a:cubicBezTo>
                    <a:pt x="8974" y="173"/>
                    <a:pt x="7810" y="571"/>
                    <a:pt x="6787" y="1224"/>
                  </a:cubicBezTo>
                  <a:cubicBezTo>
                    <a:pt x="5680" y="1934"/>
                    <a:pt x="4686" y="2843"/>
                    <a:pt x="3891" y="3894"/>
                  </a:cubicBezTo>
                  <a:cubicBezTo>
                    <a:pt x="3266" y="4717"/>
                    <a:pt x="2670" y="5541"/>
                    <a:pt x="2102" y="6393"/>
                  </a:cubicBezTo>
                  <a:cubicBezTo>
                    <a:pt x="1306" y="7642"/>
                    <a:pt x="653" y="8977"/>
                    <a:pt x="142" y="10369"/>
                  </a:cubicBezTo>
                  <a:cubicBezTo>
                    <a:pt x="28" y="10567"/>
                    <a:pt x="0" y="10795"/>
                    <a:pt x="28" y="10993"/>
                  </a:cubicBezTo>
                  <a:cubicBezTo>
                    <a:pt x="596" y="10567"/>
                    <a:pt x="1108" y="10113"/>
                    <a:pt x="1619" y="9602"/>
                  </a:cubicBezTo>
                  <a:cubicBezTo>
                    <a:pt x="3266" y="8295"/>
                    <a:pt x="5027" y="7131"/>
                    <a:pt x="6901" y="6166"/>
                  </a:cubicBezTo>
                  <a:cubicBezTo>
                    <a:pt x="8122" y="5541"/>
                    <a:pt x="9372" y="4916"/>
                    <a:pt x="10650" y="4348"/>
                  </a:cubicBezTo>
                  <a:cubicBezTo>
                    <a:pt x="11416" y="4036"/>
                    <a:pt x="12155" y="3666"/>
                    <a:pt x="12836" y="3212"/>
                  </a:cubicBezTo>
                  <a:cubicBezTo>
                    <a:pt x="12808" y="2900"/>
                    <a:pt x="13064" y="2672"/>
                    <a:pt x="13177" y="2360"/>
                  </a:cubicBezTo>
                  <a:cubicBezTo>
                    <a:pt x="13518" y="1565"/>
                    <a:pt x="13177" y="656"/>
                    <a:pt x="12410" y="259"/>
                  </a:cubicBezTo>
                  <a:cubicBezTo>
                    <a:pt x="12155" y="145"/>
                    <a:pt x="11928" y="60"/>
                    <a:pt x="11672" y="31"/>
                  </a:cubicBezTo>
                  <a:cubicBezTo>
                    <a:pt x="11477" y="10"/>
                    <a:pt x="11286" y="0"/>
                    <a:pt x="11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2576050" y="3898825"/>
              <a:ext cx="165450" cy="345250"/>
            </a:xfrm>
            <a:custGeom>
              <a:rect b="b" l="l" r="r" t="t"/>
              <a:pathLst>
                <a:path extrusionOk="0" h="13810" w="6618">
                  <a:moveTo>
                    <a:pt x="3208" y="1"/>
                  </a:moveTo>
                  <a:cubicBezTo>
                    <a:pt x="3152" y="1"/>
                    <a:pt x="3096" y="3"/>
                    <a:pt x="3039" y="8"/>
                  </a:cubicBezTo>
                  <a:cubicBezTo>
                    <a:pt x="2329" y="36"/>
                    <a:pt x="1648" y="292"/>
                    <a:pt x="1080" y="718"/>
                  </a:cubicBezTo>
                  <a:cubicBezTo>
                    <a:pt x="711" y="945"/>
                    <a:pt x="427" y="1286"/>
                    <a:pt x="256" y="1683"/>
                  </a:cubicBezTo>
                  <a:cubicBezTo>
                    <a:pt x="86" y="2109"/>
                    <a:pt x="1" y="2535"/>
                    <a:pt x="1" y="2990"/>
                  </a:cubicBezTo>
                  <a:cubicBezTo>
                    <a:pt x="29" y="4097"/>
                    <a:pt x="341" y="5176"/>
                    <a:pt x="909" y="6142"/>
                  </a:cubicBezTo>
                  <a:cubicBezTo>
                    <a:pt x="1449" y="7079"/>
                    <a:pt x="2074" y="7988"/>
                    <a:pt x="2755" y="8840"/>
                  </a:cubicBezTo>
                  <a:cubicBezTo>
                    <a:pt x="3522" y="9777"/>
                    <a:pt x="4204" y="10799"/>
                    <a:pt x="4885" y="11822"/>
                  </a:cubicBezTo>
                  <a:cubicBezTo>
                    <a:pt x="5283" y="12532"/>
                    <a:pt x="5794" y="13213"/>
                    <a:pt x="6362" y="13810"/>
                  </a:cubicBezTo>
                  <a:cubicBezTo>
                    <a:pt x="6561" y="13781"/>
                    <a:pt x="6618" y="13639"/>
                    <a:pt x="6618" y="13469"/>
                  </a:cubicBezTo>
                  <a:cubicBezTo>
                    <a:pt x="6532" y="13100"/>
                    <a:pt x="6504" y="12759"/>
                    <a:pt x="6476" y="12390"/>
                  </a:cubicBezTo>
                  <a:cubicBezTo>
                    <a:pt x="6504" y="12191"/>
                    <a:pt x="6504" y="12020"/>
                    <a:pt x="6447" y="11822"/>
                  </a:cubicBezTo>
                  <a:cubicBezTo>
                    <a:pt x="6334" y="10884"/>
                    <a:pt x="6248" y="9947"/>
                    <a:pt x="6248" y="9010"/>
                  </a:cubicBezTo>
                  <a:cubicBezTo>
                    <a:pt x="6192" y="8016"/>
                    <a:pt x="6106" y="7051"/>
                    <a:pt x="5964" y="6057"/>
                  </a:cubicBezTo>
                  <a:cubicBezTo>
                    <a:pt x="5879" y="5574"/>
                    <a:pt x="5766" y="5091"/>
                    <a:pt x="5680" y="4608"/>
                  </a:cubicBezTo>
                  <a:cubicBezTo>
                    <a:pt x="5482" y="3132"/>
                    <a:pt x="5084" y="1712"/>
                    <a:pt x="4544" y="320"/>
                  </a:cubicBezTo>
                  <a:cubicBezTo>
                    <a:pt x="4374" y="292"/>
                    <a:pt x="4175" y="235"/>
                    <a:pt x="4005" y="178"/>
                  </a:cubicBezTo>
                  <a:cubicBezTo>
                    <a:pt x="3745" y="60"/>
                    <a:pt x="3484" y="1"/>
                    <a:pt x="3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2030550" y="4061600"/>
              <a:ext cx="294900" cy="196900"/>
            </a:xfrm>
            <a:custGeom>
              <a:rect b="b" l="l" r="r" t="t"/>
              <a:pathLst>
                <a:path extrusionOk="0" h="7876" w="11796">
                  <a:moveTo>
                    <a:pt x="11370" y="0"/>
                  </a:moveTo>
                  <a:cubicBezTo>
                    <a:pt x="11143" y="28"/>
                    <a:pt x="10915" y="114"/>
                    <a:pt x="10717" y="256"/>
                  </a:cubicBezTo>
                  <a:cubicBezTo>
                    <a:pt x="9780" y="767"/>
                    <a:pt x="8871" y="1306"/>
                    <a:pt x="7934" y="1761"/>
                  </a:cubicBezTo>
                  <a:cubicBezTo>
                    <a:pt x="6741" y="2329"/>
                    <a:pt x="5520" y="2812"/>
                    <a:pt x="4270" y="3237"/>
                  </a:cubicBezTo>
                  <a:cubicBezTo>
                    <a:pt x="3248" y="3550"/>
                    <a:pt x="2225" y="3805"/>
                    <a:pt x="1203" y="4033"/>
                  </a:cubicBezTo>
                  <a:cubicBezTo>
                    <a:pt x="1037" y="4066"/>
                    <a:pt x="870" y="4080"/>
                    <a:pt x="704" y="4080"/>
                  </a:cubicBezTo>
                  <a:cubicBezTo>
                    <a:pt x="586" y="4080"/>
                    <a:pt x="469" y="4073"/>
                    <a:pt x="351" y="4061"/>
                  </a:cubicBezTo>
                  <a:lnTo>
                    <a:pt x="351" y="4061"/>
                  </a:lnTo>
                  <a:cubicBezTo>
                    <a:pt x="436" y="4203"/>
                    <a:pt x="663" y="4317"/>
                    <a:pt x="493" y="4544"/>
                  </a:cubicBezTo>
                  <a:cubicBezTo>
                    <a:pt x="465" y="4601"/>
                    <a:pt x="436" y="4657"/>
                    <a:pt x="436" y="4743"/>
                  </a:cubicBezTo>
                  <a:cubicBezTo>
                    <a:pt x="1" y="6322"/>
                    <a:pt x="1210" y="7875"/>
                    <a:pt x="2837" y="7875"/>
                  </a:cubicBezTo>
                  <a:cubicBezTo>
                    <a:pt x="2907" y="7875"/>
                    <a:pt x="2978" y="7872"/>
                    <a:pt x="3049" y="7867"/>
                  </a:cubicBezTo>
                  <a:cubicBezTo>
                    <a:pt x="4469" y="7725"/>
                    <a:pt x="5804" y="7242"/>
                    <a:pt x="6996" y="6447"/>
                  </a:cubicBezTo>
                  <a:cubicBezTo>
                    <a:pt x="8019" y="5737"/>
                    <a:pt x="8956" y="4856"/>
                    <a:pt x="9723" y="3862"/>
                  </a:cubicBezTo>
                  <a:cubicBezTo>
                    <a:pt x="10177" y="3294"/>
                    <a:pt x="10631" y="2726"/>
                    <a:pt x="11057" y="2130"/>
                  </a:cubicBezTo>
                  <a:cubicBezTo>
                    <a:pt x="11313" y="1818"/>
                    <a:pt x="11512" y="1477"/>
                    <a:pt x="11682" y="1108"/>
                  </a:cubicBezTo>
                  <a:cubicBezTo>
                    <a:pt x="11767" y="909"/>
                    <a:pt x="11796" y="682"/>
                    <a:pt x="11739" y="483"/>
                  </a:cubicBezTo>
                  <a:cubicBezTo>
                    <a:pt x="11682" y="284"/>
                    <a:pt x="11597" y="85"/>
                    <a:pt x="11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2017300" y="4032175"/>
              <a:ext cx="297500" cy="132150"/>
            </a:xfrm>
            <a:custGeom>
              <a:rect b="b" l="l" r="r" t="t"/>
              <a:pathLst>
                <a:path extrusionOk="0" h="5286" w="11900">
                  <a:moveTo>
                    <a:pt x="5723" y="0"/>
                  </a:moveTo>
                  <a:cubicBezTo>
                    <a:pt x="5301" y="0"/>
                    <a:pt x="4880" y="14"/>
                    <a:pt x="4459" y="41"/>
                  </a:cubicBezTo>
                  <a:cubicBezTo>
                    <a:pt x="3664" y="98"/>
                    <a:pt x="2897" y="297"/>
                    <a:pt x="2187" y="609"/>
                  </a:cubicBezTo>
                  <a:cubicBezTo>
                    <a:pt x="1506" y="950"/>
                    <a:pt x="938" y="1461"/>
                    <a:pt x="540" y="2114"/>
                  </a:cubicBezTo>
                  <a:cubicBezTo>
                    <a:pt x="1" y="3023"/>
                    <a:pt x="58" y="4471"/>
                    <a:pt x="909" y="5266"/>
                  </a:cubicBezTo>
                  <a:cubicBezTo>
                    <a:pt x="1015" y="5278"/>
                    <a:pt x="1126" y="5285"/>
                    <a:pt x="1240" y="5285"/>
                  </a:cubicBezTo>
                  <a:cubicBezTo>
                    <a:pt x="1400" y="5285"/>
                    <a:pt x="1567" y="5271"/>
                    <a:pt x="1733" y="5238"/>
                  </a:cubicBezTo>
                  <a:cubicBezTo>
                    <a:pt x="2755" y="5011"/>
                    <a:pt x="3806" y="4755"/>
                    <a:pt x="4800" y="4443"/>
                  </a:cubicBezTo>
                  <a:cubicBezTo>
                    <a:pt x="6050" y="4017"/>
                    <a:pt x="7271" y="3534"/>
                    <a:pt x="8464" y="2966"/>
                  </a:cubicBezTo>
                  <a:cubicBezTo>
                    <a:pt x="9401" y="2483"/>
                    <a:pt x="10338" y="1944"/>
                    <a:pt x="11247" y="1461"/>
                  </a:cubicBezTo>
                  <a:cubicBezTo>
                    <a:pt x="11445" y="1319"/>
                    <a:pt x="11673" y="1205"/>
                    <a:pt x="11900" y="1177"/>
                  </a:cubicBezTo>
                  <a:cubicBezTo>
                    <a:pt x="11644" y="950"/>
                    <a:pt x="11332" y="779"/>
                    <a:pt x="10963" y="723"/>
                  </a:cubicBezTo>
                  <a:cubicBezTo>
                    <a:pt x="9265" y="241"/>
                    <a:pt x="7494" y="0"/>
                    <a:pt x="57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2178475" y="3872725"/>
              <a:ext cx="91600" cy="8825"/>
            </a:xfrm>
            <a:custGeom>
              <a:rect b="b" l="l" r="r" t="t"/>
              <a:pathLst>
                <a:path extrusionOk="0" h="353" w="3664">
                  <a:moveTo>
                    <a:pt x="3664" y="1"/>
                  </a:moveTo>
                  <a:cubicBezTo>
                    <a:pt x="2840" y="1"/>
                    <a:pt x="2017" y="58"/>
                    <a:pt x="1193" y="228"/>
                  </a:cubicBezTo>
                  <a:cubicBezTo>
                    <a:pt x="1097" y="242"/>
                    <a:pt x="998" y="249"/>
                    <a:pt x="900" y="249"/>
                  </a:cubicBezTo>
                  <a:cubicBezTo>
                    <a:pt x="592" y="249"/>
                    <a:pt x="280" y="180"/>
                    <a:pt x="0" y="29"/>
                  </a:cubicBezTo>
                  <a:lnTo>
                    <a:pt x="0" y="29"/>
                  </a:lnTo>
                  <a:cubicBezTo>
                    <a:pt x="29" y="143"/>
                    <a:pt x="142" y="256"/>
                    <a:pt x="284" y="285"/>
                  </a:cubicBezTo>
                  <a:cubicBezTo>
                    <a:pt x="430" y="326"/>
                    <a:pt x="575" y="353"/>
                    <a:pt x="732" y="353"/>
                  </a:cubicBezTo>
                  <a:cubicBezTo>
                    <a:pt x="789" y="353"/>
                    <a:pt x="848" y="349"/>
                    <a:pt x="909" y="342"/>
                  </a:cubicBezTo>
                  <a:cubicBezTo>
                    <a:pt x="1193" y="313"/>
                    <a:pt x="1505" y="313"/>
                    <a:pt x="1789" y="256"/>
                  </a:cubicBezTo>
                  <a:cubicBezTo>
                    <a:pt x="2414" y="143"/>
                    <a:pt x="3067" y="200"/>
                    <a:pt x="3664" y="1"/>
                  </a:cubicBezTo>
                  <a:close/>
                </a:path>
              </a:pathLst>
            </a:custGeom>
            <a:solidFill>
              <a:srgbClr val="23B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2270775" y="3865575"/>
              <a:ext cx="56100" cy="7175"/>
            </a:xfrm>
            <a:custGeom>
              <a:rect b="b" l="l" r="r" t="t"/>
              <a:pathLst>
                <a:path extrusionOk="0" h="287" w="2244">
                  <a:moveTo>
                    <a:pt x="2102" y="0"/>
                  </a:moveTo>
                  <a:cubicBezTo>
                    <a:pt x="1439" y="0"/>
                    <a:pt x="777" y="175"/>
                    <a:pt x="114" y="202"/>
                  </a:cubicBezTo>
                  <a:cubicBezTo>
                    <a:pt x="57" y="202"/>
                    <a:pt x="29" y="259"/>
                    <a:pt x="0" y="287"/>
                  </a:cubicBezTo>
                  <a:cubicBezTo>
                    <a:pt x="739" y="287"/>
                    <a:pt x="1505" y="202"/>
                    <a:pt x="2244" y="3"/>
                  </a:cubicBezTo>
                  <a:cubicBezTo>
                    <a:pt x="2197" y="1"/>
                    <a:pt x="2149" y="0"/>
                    <a:pt x="2102" y="0"/>
                  </a:cubicBezTo>
                  <a:close/>
                </a:path>
              </a:pathLst>
            </a:custGeom>
            <a:solidFill>
              <a:srgbClr val="23B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3457125" y="4158850"/>
              <a:ext cx="750" cy="750"/>
            </a:xfrm>
            <a:custGeom>
              <a:rect b="b" l="l" r="r" t="t"/>
              <a:pathLst>
                <a:path extrusionOk="0" h="30" w="30">
                  <a:moveTo>
                    <a:pt x="1" y="29"/>
                  </a:moveTo>
                  <a:lnTo>
                    <a:pt x="29" y="1"/>
                  </a:lnTo>
                  <a:lnTo>
                    <a:pt x="1" y="29"/>
                  </a:lnTo>
                  <a:close/>
                </a:path>
              </a:pathLst>
            </a:custGeom>
            <a:solidFill>
              <a:srgbClr val="F18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2083325" y="4453925"/>
              <a:ext cx="232200" cy="319250"/>
            </a:xfrm>
            <a:custGeom>
              <a:rect b="b" l="l" r="r" t="t"/>
              <a:pathLst>
                <a:path extrusionOk="0" h="12770" w="9288">
                  <a:moveTo>
                    <a:pt x="6122" y="0"/>
                  </a:moveTo>
                  <a:cubicBezTo>
                    <a:pt x="5679" y="0"/>
                    <a:pt x="5236" y="123"/>
                    <a:pt x="4800" y="409"/>
                  </a:cubicBezTo>
                  <a:cubicBezTo>
                    <a:pt x="4736" y="473"/>
                    <a:pt x="4646" y="510"/>
                    <a:pt x="4553" y="510"/>
                  </a:cubicBezTo>
                  <a:cubicBezTo>
                    <a:pt x="4481" y="510"/>
                    <a:pt x="4408" y="487"/>
                    <a:pt x="4346" y="438"/>
                  </a:cubicBezTo>
                  <a:cubicBezTo>
                    <a:pt x="4175" y="324"/>
                    <a:pt x="3948" y="210"/>
                    <a:pt x="3693" y="182"/>
                  </a:cubicBezTo>
                  <a:cubicBezTo>
                    <a:pt x="3618" y="178"/>
                    <a:pt x="3544" y="176"/>
                    <a:pt x="3471" y="176"/>
                  </a:cubicBezTo>
                  <a:cubicBezTo>
                    <a:pt x="2431" y="176"/>
                    <a:pt x="1548" y="558"/>
                    <a:pt x="938" y="1460"/>
                  </a:cubicBezTo>
                  <a:cubicBezTo>
                    <a:pt x="654" y="1886"/>
                    <a:pt x="455" y="2369"/>
                    <a:pt x="342" y="2880"/>
                  </a:cubicBezTo>
                  <a:cubicBezTo>
                    <a:pt x="114" y="3732"/>
                    <a:pt x="1" y="4641"/>
                    <a:pt x="29" y="5521"/>
                  </a:cubicBezTo>
                  <a:cubicBezTo>
                    <a:pt x="1" y="5947"/>
                    <a:pt x="29" y="6401"/>
                    <a:pt x="114" y="6827"/>
                  </a:cubicBezTo>
                  <a:cubicBezTo>
                    <a:pt x="171" y="7651"/>
                    <a:pt x="455" y="8418"/>
                    <a:pt x="881" y="9099"/>
                  </a:cubicBezTo>
                  <a:cubicBezTo>
                    <a:pt x="1705" y="10349"/>
                    <a:pt x="2841" y="11343"/>
                    <a:pt x="4204" y="12024"/>
                  </a:cubicBezTo>
                  <a:cubicBezTo>
                    <a:pt x="4743" y="12308"/>
                    <a:pt x="5311" y="12536"/>
                    <a:pt x="5879" y="12734"/>
                  </a:cubicBezTo>
                  <a:cubicBezTo>
                    <a:pt x="5939" y="12758"/>
                    <a:pt x="6001" y="12770"/>
                    <a:pt x="6060" y="12770"/>
                  </a:cubicBezTo>
                  <a:cubicBezTo>
                    <a:pt x="6283" y="12770"/>
                    <a:pt x="6482" y="12612"/>
                    <a:pt x="6504" y="12365"/>
                  </a:cubicBezTo>
                  <a:lnTo>
                    <a:pt x="6504" y="11882"/>
                  </a:lnTo>
                  <a:cubicBezTo>
                    <a:pt x="6504" y="11400"/>
                    <a:pt x="6533" y="10917"/>
                    <a:pt x="6618" y="10462"/>
                  </a:cubicBezTo>
                  <a:cubicBezTo>
                    <a:pt x="6788" y="9639"/>
                    <a:pt x="7072" y="8872"/>
                    <a:pt x="7498" y="8162"/>
                  </a:cubicBezTo>
                  <a:cubicBezTo>
                    <a:pt x="8066" y="7083"/>
                    <a:pt x="8577" y="5975"/>
                    <a:pt x="9003" y="4868"/>
                  </a:cubicBezTo>
                  <a:cubicBezTo>
                    <a:pt x="9202" y="4271"/>
                    <a:pt x="9287" y="3675"/>
                    <a:pt x="9259" y="3050"/>
                  </a:cubicBezTo>
                  <a:cubicBezTo>
                    <a:pt x="9259" y="1914"/>
                    <a:pt x="8606" y="864"/>
                    <a:pt x="7555" y="381"/>
                  </a:cubicBezTo>
                  <a:cubicBezTo>
                    <a:pt x="7082" y="144"/>
                    <a:pt x="6602" y="0"/>
                    <a:pt x="6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2122375" y="4453925"/>
              <a:ext cx="193150" cy="316950"/>
            </a:xfrm>
            <a:custGeom>
              <a:rect b="b" l="l" r="r" t="t"/>
              <a:pathLst>
                <a:path extrusionOk="0" h="12678" w="7726">
                  <a:moveTo>
                    <a:pt x="4575" y="0"/>
                  </a:moveTo>
                  <a:cubicBezTo>
                    <a:pt x="4139" y="0"/>
                    <a:pt x="3703" y="123"/>
                    <a:pt x="3267" y="409"/>
                  </a:cubicBezTo>
                  <a:cubicBezTo>
                    <a:pt x="3191" y="470"/>
                    <a:pt x="3106" y="498"/>
                    <a:pt x="3023" y="498"/>
                  </a:cubicBezTo>
                  <a:cubicBezTo>
                    <a:pt x="2950" y="498"/>
                    <a:pt x="2878" y="477"/>
                    <a:pt x="2812" y="438"/>
                  </a:cubicBezTo>
                  <a:cubicBezTo>
                    <a:pt x="2727" y="409"/>
                    <a:pt x="2670" y="381"/>
                    <a:pt x="2613" y="324"/>
                  </a:cubicBezTo>
                  <a:lnTo>
                    <a:pt x="2613" y="324"/>
                  </a:lnTo>
                  <a:cubicBezTo>
                    <a:pt x="1648" y="2681"/>
                    <a:pt x="1" y="8531"/>
                    <a:pt x="4743" y="12677"/>
                  </a:cubicBezTo>
                  <a:cubicBezTo>
                    <a:pt x="4857" y="12592"/>
                    <a:pt x="4914" y="12479"/>
                    <a:pt x="4942" y="12337"/>
                  </a:cubicBezTo>
                  <a:cubicBezTo>
                    <a:pt x="4942" y="12166"/>
                    <a:pt x="4942" y="11996"/>
                    <a:pt x="4942" y="11826"/>
                  </a:cubicBezTo>
                  <a:cubicBezTo>
                    <a:pt x="4942" y="11371"/>
                    <a:pt x="4971" y="10888"/>
                    <a:pt x="5027" y="10406"/>
                  </a:cubicBezTo>
                  <a:cubicBezTo>
                    <a:pt x="5226" y="9610"/>
                    <a:pt x="5510" y="8872"/>
                    <a:pt x="5936" y="8162"/>
                  </a:cubicBezTo>
                  <a:cubicBezTo>
                    <a:pt x="6504" y="7083"/>
                    <a:pt x="7015" y="6004"/>
                    <a:pt x="7441" y="4868"/>
                  </a:cubicBezTo>
                  <a:cubicBezTo>
                    <a:pt x="7640" y="4300"/>
                    <a:pt x="7725" y="3675"/>
                    <a:pt x="7697" y="3050"/>
                  </a:cubicBezTo>
                  <a:cubicBezTo>
                    <a:pt x="7697" y="1914"/>
                    <a:pt x="7044" y="864"/>
                    <a:pt x="5993" y="381"/>
                  </a:cubicBezTo>
                  <a:cubicBezTo>
                    <a:pt x="5520" y="144"/>
                    <a:pt x="5048" y="0"/>
                    <a:pt x="4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2359500" y="4149600"/>
              <a:ext cx="278275" cy="235375"/>
            </a:xfrm>
            <a:custGeom>
              <a:rect b="b" l="l" r="r" t="t"/>
              <a:pathLst>
                <a:path extrusionOk="0" h="9415" w="11131">
                  <a:moveTo>
                    <a:pt x="4530" y="0"/>
                  </a:moveTo>
                  <a:cubicBezTo>
                    <a:pt x="4497" y="0"/>
                    <a:pt x="4464" y="1"/>
                    <a:pt x="4431" y="1"/>
                  </a:cubicBezTo>
                  <a:cubicBezTo>
                    <a:pt x="3835" y="30"/>
                    <a:pt x="3267" y="257"/>
                    <a:pt x="2841" y="683"/>
                  </a:cubicBezTo>
                  <a:cubicBezTo>
                    <a:pt x="2387" y="1052"/>
                    <a:pt x="2159" y="1620"/>
                    <a:pt x="2216" y="2188"/>
                  </a:cubicBezTo>
                  <a:cubicBezTo>
                    <a:pt x="2216" y="2217"/>
                    <a:pt x="2216" y="2245"/>
                    <a:pt x="2216" y="2245"/>
                  </a:cubicBezTo>
                  <a:cubicBezTo>
                    <a:pt x="2216" y="2472"/>
                    <a:pt x="2103" y="2529"/>
                    <a:pt x="1932" y="2586"/>
                  </a:cubicBezTo>
                  <a:cubicBezTo>
                    <a:pt x="597" y="2955"/>
                    <a:pt x="1" y="3949"/>
                    <a:pt x="342" y="5284"/>
                  </a:cubicBezTo>
                  <a:cubicBezTo>
                    <a:pt x="541" y="6079"/>
                    <a:pt x="995" y="6760"/>
                    <a:pt x="1648" y="7272"/>
                  </a:cubicBezTo>
                  <a:cubicBezTo>
                    <a:pt x="2557" y="8038"/>
                    <a:pt x="3664" y="8578"/>
                    <a:pt x="4857" y="8834"/>
                  </a:cubicBezTo>
                  <a:cubicBezTo>
                    <a:pt x="6306" y="9174"/>
                    <a:pt x="7754" y="9373"/>
                    <a:pt x="9231" y="9402"/>
                  </a:cubicBezTo>
                  <a:lnTo>
                    <a:pt x="9486" y="9402"/>
                  </a:lnTo>
                  <a:cubicBezTo>
                    <a:pt x="9676" y="9402"/>
                    <a:pt x="9865" y="9414"/>
                    <a:pt x="10054" y="9414"/>
                  </a:cubicBezTo>
                  <a:cubicBezTo>
                    <a:pt x="10149" y="9414"/>
                    <a:pt x="10244" y="9411"/>
                    <a:pt x="10338" y="9402"/>
                  </a:cubicBezTo>
                  <a:cubicBezTo>
                    <a:pt x="10353" y="9402"/>
                    <a:pt x="10367" y="9403"/>
                    <a:pt x="10381" y="9403"/>
                  </a:cubicBezTo>
                  <a:cubicBezTo>
                    <a:pt x="10789" y="9403"/>
                    <a:pt x="11130" y="9018"/>
                    <a:pt x="11048" y="8606"/>
                  </a:cubicBezTo>
                  <a:cubicBezTo>
                    <a:pt x="11048" y="8237"/>
                    <a:pt x="10991" y="7868"/>
                    <a:pt x="10878" y="7499"/>
                  </a:cubicBezTo>
                  <a:cubicBezTo>
                    <a:pt x="10651" y="6647"/>
                    <a:pt x="10367" y="5823"/>
                    <a:pt x="10054" y="5000"/>
                  </a:cubicBezTo>
                  <a:cubicBezTo>
                    <a:pt x="9543" y="3665"/>
                    <a:pt x="8748" y="2415"/>
                    <a:pt x="7726" y="1393"/>
                  </a:cubicBezTo>
                  <a:cubicBezTo>
                    <a:pt x="6896" y="508"/>
                    <a:pt x="5744" y="0"/>
                    <a:pt x="45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359500" y="4202150"/>
              <a:ext cx="275500" cy="182825"/>
            </a:xfrm>
            <a:custGeom>
              <a:rect b="b" l="l" r="r" t="t"/>
              <a:pathLst>
                <a:path extrusionOk="0" h="7313" w="11020">
                  <a:moveTo>
                    <a:pt x="2216" y="1"/>
                  </a:moveTo>
                  <a:cubicBezTo>
                    <a:pt x="2216" y="29"/>
                    <a:pt x="2216" y="58"/>
                    <a:pt x="2216" y="86"/>
                  </a:cubicBezTo>
                  <a:cubicBezTo>
                    <a:pt x="2216" y="115"/>
                    <a:pt x="2216" y="143"/>
                    <a:pt x="2216" y="171"/>
                  </a:cubicBezTo>
                  <a:cubicBezTo>
                    <a:pt x="2216" y="370"/>
                    <a:pt x="2103" y="427"/>
                    <a:pt x="1904" y="484"/>
                  </a:cubicBezTo>
                  <a:cubicBezTo>
                    <a:pt x="597" y="853"/>
                    <a:pt x="1" y="1875"/>
                    <a:pt x="313" y="3182"/>
                  </a:cubicBezTo>
                  <a:cubicBezTo>
                    <a:pt x="541" y="3977"/>
                    <a:pt x="995" y="4658"/>
                    <a:pt x="1648" y="5170"/>
                  </a:cubicBezTo>
                  <a:cubicBezTo>
                    <a:pt x="2557" y="5936"/>
                    <a:pt x="3664" y="6476"/>
                    <a:pt x="4857" y="6732"/>
                  </a:cubicBezTo>
                  <a:cubicBezTo>
                    <a:pt x="6306" y="7072"/>
                    <a:pt x="7754" y="7271"/>
                    <a:pt x="9231" y="7300"/>
                  </a:cubicBezTo>
                  <a:lnTo>
                    <a:pt x="9486" y="7300"/>
                  </a:lnTo>
                  <a:cubicBezTo>
                    <a:pt x="9676" y="7300"/>
                    <a:pt x="9865" y="7312"/>
                    <a:pt x="10054" y="7312"/>
                  </a:cubicBezTo>
                  <a:cubicBezTo>
                    <a:pt x="10149" y="7312"/>
                    <a:pt x="10244" y="7309"/>
                    <a:pt x="10338" y="7300"/>
                  </a:cubicBezTo>
                  <a:cubicBezTo>
                    <a:pt x="10764" y="7271"/>
                    <a:pt x="10963" y="7101"/>
                    <a:pt x="11020" y="6760"/>
                  </a:cubicBezTo>
                  <a:cubicBezTo>
                    <a:pt x="8492" y="2983"/>
                    <a:pt x="4346" y="881"/>
                    <a:pt x="22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2324025" y="3916050"/>
              <a:ext cx="203075" cy="207050"/>
            </a:xfrm>
            <a:custGeom>
              <a:rect b="b" l="l" r="r" t="t"/>
              <a:pathLst>
                <a:path extrusionOk="0" h="8282" w="8123">
                  <a:moveTo>
                    <a:pt x="4629" y="0"/>
                  </a:moveTo>
                  <a:cubicBezTo>
                    <a:pt x="4544" y="29"/>
                    <a:pt x="4487" y="29"/>
                    <a:pt x="4402" y="57"/>
                  </a:cubicBezTo>
                  <a:cubicBezTo>
                    <a:pt x="3493" y="313"/>
                    <a:pt x="2726" y="852"/>
                    <a:pt x="2187" y="1619"/>
                  </a:cubicBezTo>
                  <a:cubicBezTo>
                    <a:pt x="2158" y="1931"/>
                    <a:pt x="1903" y="2017"/>
                    <a:pt x="1647" y="2073"/>
                  </a:cubicBezTo>
                  <a:cubicBezTo>
                    <a:pt x="966" y="2215"/>
                    <a:pt x="454" y="2727"/>
                    <a:pt x="312" y="3380"/>
                  </a:cubicBezTo>
                  <a:cubicBezTo>
                    <a:pt x="0" y="4090"/>
                    <a:pt x="256" y="4885"/>
                    <a:pt x="852" y="5339"/>
                  </a:cubicBezTo>
                  <a:cubicBezTo>
                    <a:pt x="1306" y="5708"/>
                    <a:pt x="1789" y="6049"/>
                    <a:pt x="2329" y="6333"/>
                  </a:cubicBezTo>
                  <a:cubicBezTo>
                    <a:pt x="2925" y="6646"/>
                    <a:pt x="3578" y="6873"/>
                    <a:pt x="4203" y="7128"/>
                  </a:cubicBezTo>
                  <a:cubicBezTo>
                    <a:pt x="4913" y="7412"/>
                    <a:pt x="5680" y="7611"/>
                    <a:pt x="6390" y="7952"/>
                  </a:cubicBezTo>
                  <a:cubicBezTo>
                    <a:pt x="6589" y="8037"/>
                    <a:pt x="6816" y="8122"/>
                    <a:pt x="7043" y="8208"/>
                  </a:cubicBezTo>
                  <a:cubicBezTo>
                    <a:pt x="7187" y="8262"/>
                    <a:pt x="7342" y="8281"/>
                    <a:pt x="7495" y="8281"/>
                  </a:cubicBezTo>
                  <a:cubicBezTo>
                    <a:pt x="7583" y="8281"/>
                    <a:pt x="7670" y="8275"/>
                    <a:pt x="7753" y="8264"/>
                  </a:cubicBezTo>
                  <a:cubicBezTo>
                    <a:pt x="7980" y="8208"/>
                    <a:pt x="8122" y="8009"/>
                    <a:pt x="8122" y="7810"/>
                  </a:cubicBezTo>
                  <a:cubicBezTo>
                    <a:pt x="8122" y="7668"/>
                    <a:pt x="8122" y="7554"/>
                    <a:pt x="8094" y="7441"/>
                  </a:cubicBezTo>
                  <a:cubicBezTo>
                    <a:pt x="7867" y="6759"/>
                    <a:pt x="7668" y="6106"/>
                    <a:pt x="7412" y="5424"/>
                  </a:cubicBezTo>
                  <a:cubicBezTo>
                    <a:pt x="6929" y="4061"/>
                    <a:pt x="6333" y="2727"/>
                    <a:pt x="5935" y="1307"/>
                  </a:cubicBezTo>
                  <a:cubicBezTo>
                    <a:pt x="5850" y="994"/>
                    <a:pt x="5680" y="682"/>
                    <a:pt x="5481" y="426"/>
                  </a:cubicBezTo>
                  <a:cubicBezTo>
                    <a:pt x="5282" y="171"/>
                    <a:pt x="4970" y="29"/>
                    <a:pt x="4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2377975" y="3916050"/>
              <a:ext cx="149125" cy="203075"/>
            </a:xfrm>
            <a:custGeom>
              <a:rect b="b" l="l" r="r" t="t"/>
              <a:pathLst>
                <a:path extrusionOk="0" h="8123" w="5965">
                  <a:moveTo>
                    <a:pt x="2471" y="0"/>
                  </a:moveTo>
                  <a:cubicBezTo>
                    <a:pt x="2386" y="0"/>
                    <a:pt x="2329" y="29"/>
                    <a:pt x="2244" y="57"/>
                  </a:cubicBezTo>
                  <a:cubicBezTo>
                    <a:pt x="1364" y="284"/>
                    <a:pt x="597" y="852"/>
                    <a:pt x="57" y="1619"/>
                  </a:cubicBezTo>
                  <a:cubicBezTo>
                    <a:pt x="29" y="1676"/>
                    <a:pt x="29" y="1733"/>
                    <a:pt x="0" y="1789"/>
                  </a:cubicBezTo>
                  <a:cubicBezTo>
                    <a:pt x="909" y="4658"/>
                    <a:pt x="3067" y="6958"/>
                    <a:pt x="5851" y="8122"/>
                  </a:cubicBezTo>
                  <a:cubicBezTo>
                    <a:pt x="5936" y="8037"/>
                    <a:pt x="5964" y="7924"/>
                    <a:pt x="5964" y="7782"/>
                  </a:cubicBezTo>
                  <a:cubicBezTo>
                    <a:pt x="5964" y="7668"/>
                    <a:pt x="5964" y="7554"/>
                    <a:pt x="5936" y="7441"/>
                  </a:cubicBezTo>
                  <a:cubicBezTo>
                    <a:pt x="5709" y="6759"/>
                    <a:pt x="5510" y="6106"/>
                    <a:pt x="5254" y="5424"/>
                  </a:cubicBezTo>
                  <a:cubicBezTo>
                    <a:pt x="4771" y="4061"/>
                    <a:pt x="4175" y="2727"/>
                    <a:pt x="3777" y="1307"/>
                  </a:cubicBezTo>
                  <a:cubicBezTo>
                    <a:pt x="3692" y="994"/>
                    <a:pt x="3522" y="682"/>
                    <a:pt x="3323" y="426"/>
                  </a:cubicBezTo>
                  <a:cubicBezTo>
                    <a:pt x="3124" y="171"/>
                    <a:pt x="2812" y="29"/>
                    <a:pt x="2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757800" y="3663000"/>
              <a:ext cx="461525" cy="175675"/>
            </a:xfrm>
            <a:custGeom>
              <a:rect b="b" l="l" r="r" t="t"/>
              <a:pathLst>
                <a:path extrusionOk="0" h="7027" w="18461">
                  <a:moveTo>
                    <a:pt x="11845" y="1"/>
                  </a:moveTo>
                  <a:cubicBezTo>
                    <a:pt x="11750" y="1"/>
                    <a:pt x="11655" y="5"/>
                    <a:pt x="11559" y="12"/>
                  </a:cubicBezTo>
                  <a:cubicBezTo>
                    <a:pt x="10934" y="41"/>
                    <a:pt x="10338" y="154"/>
                    <a:pt x="9742" y="325"/>
                  </a:cubicBezTo>
                  <a:cubicBezTo>
                    <a:pt x="8492" y="722"/>
                    <a:pt x="7271" y="1233"/>
                    <a:pt x="6107" y="1858"/>
                  </a:cubicBezTo>
                  <a:cubicBezTo>
                    <a:pt x="4942" y="2511"/>
                    <a:pt x="3835" y="3221"/>
                    <a:pt x="2812" y="4045"/>
                  </a:cubicBezTo>
                  <a:cubicBezTo>
                    <a:pt x="1960" y="4670"/>
                    <a:pt x="1137" y="5380"/>
                    <a:pt x="370" y="6118"/>
                  </a:cubicBezTo>
                  <a:cubicBezTo>
                    <a:pt x="285" y="6203"/>
                    <a:pt x="228" y="6288"/>
                    <a:pt x="143" y="6374"/>
                  </a:cubicBezTo>
                  <a:cubicBezTo>
                    <a:pt x="1" y="6658"/>
                    <a:pt x="171" y="6998"/>
                    <a:pt x="455" y="7027"/>
                  </a:cubicBezTo>
                  <a:cubicBezTo>
                    <a:pt x="626" y="7027"/>
                    <a:pt x="796" y="6998"/>
                    <a:pt x="966" y="6970"/>
                  </a:cubicBezTo>
                  <a:cubicBezTo>
                    <a:pt x="1676" y="6800"/>
                    <a:pt x="2386" y="6686"/>
                    <a:pt x="3125" y="6629"/>
                  </a:cubicBezTo>
                  <a:cubicBezTo>
                    <a:pt x="4119" y="6558"/>
                    <a:pt x="5120" y="6523"/>
                    <a:pt x="6124" y="6523"/>
                  </a:cubicBezTo>
                  <a:cubicBezTo>
                    <a:pt x="7129" y="6523"/>
                    <a:pt x="8137" y="6558"/>
                    <a:pt x="9145" y="6629"/>
                  </a:cubicBezTo>
                  <a:lnTo>
                    <a:pt x="12724" y="6913"/>
                  </a:lnTo>
                  <a:cubicBezTo>
                    <a:pt x="12833" y="6916"/>
                    <a:pt x="12943" y="6917"/>
                    <a:pt x="13052" y="6917"/>
                  </a:cubicBezTo>
                  <a:cubicBezTo>
                    <a:pt x="14050" y="6917"/>
                    <a:pt x="15045" y="6800"/>
                    <a:pt x="16018" y="6544"/>
                  </a:cubicBezTo>
                  <a:cubicBezTo>
                    <a:pt x="17012" y="6288"/>
                    <a:pt x="17807" y="5607"/>
                    <a:pt x="18233" y="4698"/>
                  </a:cubicBezTo>
                  <a:cubicBezTo>
                    <a:pt x="18460" y="4187"/>
                    <a:pt x="18460" y="3619"/>
                    <a:pt x="18233" y="3136"/>
                  </a:cubicBezTo>
                  <a:cubicBezTo>
                    <a:pt x="18063" y="2795"/>
                    <a:pt x="17807" y="2540"/>
                    <a:pt x="17523" y="2369"/>
                  </a:cubicBezTo>
                  <a:cubicBezTo>
                    <a:pt x="16898" y="1943"/>
                    <a:pt x="16188" y="1716"/>
                    <a:pt x="15450" y="1659"/>
                  </a:cubicBezTo>
                  <a:cubicBezTo>
                    <a:pt x="15052" y="1631"/>
                    <a:pt x="14683" y="1432"/>
                    <a:pt x="14427" y="1148"/>
                  </a:cubicBezTo>
                  <a:cubicBezTo>
                    <a:pt x="13755" y="398"/>
                    <a:pt x="12822" y="1"/>
                    <a:pt x="11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2763475" y="3701625"/>
              <a:ext cx="456550" cy="137050"/>
            </a:xfrm>
            <a:custGeom>
              <a:rect b="b" l="l" r="r" t="t"/>
              <a:pathLst>
                <a:path extrusionOk="0" h="5482" w="18262">
                  <a:moveTo>
                    <a:pt x="14797" y="1"/>
                  </a:moveTo>
                  <a:lnTo>
                    <a:pt x="14683" y="29"/>
                  </a:lnTo>
                  <a:cubicBezTo>
                    <a:pt x="14683" y="29"/>
                    <a:pt x="4516" y="768"/>
                    <a:pt x="1" y="5340"/>
                  </a:cubicBezTo>
                  <a:cubicBezTo>
                    <a:pt x="58" y="5425"/>
                    <a:pt x="143" y="5453"/>
                    <a:pt x="257" y="5482"/>
                  </a:cubicBezTo>
                  <a:cubicBezTo>
                    <a:pt x="427" y="5482"/>
                    <a:pt x="569" y="5453"/>
                    <a:pt x="739" y="5425"/>
                  </a:cubicBezTo>
                  <a:cubicBezTo>
                    <a:pt x="1449" y="5255"/>
                    <a:pt x="2188" y="5141"/>
                    <a:pt x="2898" y="5084"/>
                  </a:cubicBezTo>
                  <a:cubicBezTo>
                    <a:pt x="3906" y="5013"/>
                    <a:pt x="4907" y="4978"/>
                    <a:pt x="5908" y="4978"/>
                  </a:cubicBezTo>
                  <a:cubicBezTo>
                    <a:pt x="6909" y="4978"/>
                    <a:pt x="7910" y="5013"/>
                    <a:pt x="8918" y="5084"/>
                  </a:cubicBezTo>
                  <a:lnTo>
                    <a:pt x="12525" y="5340"/>
                  </a:lnTo>
                  <a:cubicBezTo>
                    <a:pt x="12707" y="5349"/>
                    <a:pt x="12889" y="5354"/>
                    <a:pt x="13071" y="5354"/>
                  </a:cubicBezTo>
                  <a:cubicBezTo>
                    <a:pt x="13996" y="5354"/>
                    <a:pt x="14917" y="5232"/>
                    <a:pt x="15819" y="4971"/>
                  </a:cubicBezTo>
                  <a:cubicBezTo>
                    <a:pt x="16785" y="4743"/>
                    <a:pt x="17608" y="4062"/>
                    <a:pt x="18006" y="3125"/>
                  </a:cubicBezTo>
                  <a:cubicBezTo>
                    <a:pt x="18261" y="2642"/>
                    <a:pt x="18261" y="2074"/>
                    <a:pt x="18006" y="1563"/>
                  </a:cubicBezTo>
                  <a:cubicBezTo>
                    <a:pt x="17836" y="1250"/>
                    <a:pt x="17608" y="995"/>
                    <a:pt x="17296" y="796"/>
                  </a:cubicBezTo>
                  <a:cubicBezTo>
                    <a:pt x="16671" y="398"/>
                    <a:pt x="15961" y="143"/>
                    <a:pt x="15251" y="86"/>
                  </a:cubicBezTo>
                  <a:cubicBezTo>
                    <a:pt x="15081" y="86"/>
                    <a:pt x="14939" y="58"/>
                    <a:pt x="147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3293125" y="3821225"/>
              <a:ext cx="373475" cy="423325"/>
            </a:xfrm>
            <a:custGeom>
              <a:rect b="b" l="l" r="r" t="t"/>
              <a:pathLst>
                <a:path extrusionOk="0" h="16933" w="14939">
                  <a:moveTo>
                    <a:pt x="10967" y="1"/>
                  </a:moveTo>
                  <a:cubicBezTo>
                    <a:pt x="10341" y="1"/>
                    <a:pt x="9712" y="157"/>
                    <a:pt x="9145" y="471"/>
                  </a:cubicBezTo>
                  <a:cubicBezTo>
                    <a:pt x="8918" y="641"/>
                    <a:pt x="8691" y="811"/>
                    <a:pt x="8492" y="1039"/>
                  </a:cubicBezTo>
                  <a:cubicBezTo>
                    <a:pt x="8428" y="1102"/>
                    <a:pt x="8346" y="1139"/>
                    <a:pt x="8262" y="1139"/>
                  </a:cubicBezTo>
                  <a:cubicBezTo>
                    <a:pt x="8196" y="1139"/>
                    <a:pt x="8128" y="1117"/>
                    <a:pt x="8066" y="1067"/>
                  </a:cubicBezTo>
                  <a:cubicBezTo>
                    <a:pt x="7441" y="698"/>
                    <a:pt x="6760" y="499"/>
                    <a:pt x="6050" y="471"/>
                  </a:cubicBezTo>
                  <a:cubicBezTo>
                    <a:pt x="5198" y="471"/>
                    <a:pt x="4346" y="613"/>
                    <a:pt x="3550" y="868"/>
                  </a:cubicBezTo>
                  <a:cubicBezTo>
                    <a:pt x="2585" y="1124"/>
                    <a:pt x="1705" y="1663"/>
                    <a:pt x="1051" y="2430"/>
                  </a:cubicBezTo>
                  <a:cubicBezTo>
                    <a:pt x="341" y="3282"/>
                    <a:pt x="1" y="4276"/>
                    <a:pt x="341" y="5384"/>
                  </a:cubicBezTo>
                  <a:cubicBezTo>
                    <a:pt x="569" y="6122"/>
                    <a:pt x="938" y="6804"/>
                    <a:pt x="1421" y="7372"/>
                  </a:cubicBezTo>
                  <a:cubicBezTo>
                    <a:pt x="1790" y="7826"/>
                    <a:pt x="2216" y="8252"/>
                    <a:pt x="2670" y="8621"/>
                  </a:cubicBezTo>
                  <a:cubicBezTo>
                    <a:pt x="3522" y="9359"/>
                    <a:pt x="4402" y="10069"/>
                    <a:pt x="5226" y="10865"/>
                  </a:cubicBezTo>
                  <a:cubicBezTo>
                    <a:pt x="6504" y="12057"/>
                    <a:pt x="7526" y="13420"/>
                    <a:pt x="7924" y="15181"/>
                  </a:cubicBezTo>
                  <a:cubicBezTo>
                    <a:pt x="8009" y="15579"/>
                    <a:pt x="8123" y="15976"/>
                    <a:pt x="8236" y="16346"/>
                  </a:cubicBezTo>
                  <a:cubicBezTo>
                    <a:pt x="8355" y="16735"/>
                    <a:pt x="8584" y="16932"/>
                    <a:pt x="8852" y="16932"/>
                  </a:cubicBezTo>
                  <a:cubicBezTo>
                    <a:pt x="9034" y="16932"/>
                    <a:pt x="9234" y="16842"/>
                    <a:pt x="9429" y="16658"/>
                  </a:cubicBezTo>
                  <a:cubicBezTo>
                    <a:pt x="9741" y="16374"/>
                    <a:pt x="10025" y="16062"/>
                    <a:pt x="10281" y="15721"/>
                  </a:cubicBezTo>
                  <a:cubicBezTo>
                    <a:pt x="10849" y="14954"/>
                    <a:pt x="11417" y="14130"/>
                    <a:pt x="11957" y="13335"/>
                  </a:cubicBezTo>
                  <a:cubicBezTo>
                    <a:pt x="12212" y="12938"/>
                    <a:pt x="12468" y="12540"/>
                    <a:pt x="12695" y="12143"/>
                  </a:cubicBezTo>
                  <a:cubicBezTo>
                    <a:pt x="13348" y="10950"/>
                    <a:pt x="13888" y="9729"/>
                    <a:pt x="14257" y="8422"/>
                  </a:cubicBezTo>
                  <a:cubicBezTo>
                    <a:pt x="14626" y="7258"/>
                    <a:pt x="14853" y="6037"/>
                    <a:pt x="14938" y="4816"/>
                  </a:cubicBezTo>
                  <a:cubicBezTo>
                    <a:pt x="14938" y="4304"/>
                    <a:pt x="14910" y="3822"/>
                    <a:pt x="14825" y="3339"/>
                  </a:cubicBezTo>
                  <a:cubicBezTo>
                    <a:pt x="14541" y="2004"/>
                    <a:pt x="13888" y="953"/>
                    <a:pt x="12610" y="385"/>
                  </a:cubicBezTo>
                  <a:cubicBezTo>
                    <a:pt x="12097" y="129"/>
                    <a:pt x="11533" y="1"/>
                    <a:pt x="109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3506125" y="3821225"/>
              <a:ext cx="160475" cy="422950"/>
            </a:xfrm>
            <a:custGeom>
              <a:rect b="b" l="l" r="r" t="t"/>
              <a:pathLst>
                <a:path extrusionOk="0" h="16918" w="6419">
                  <a:moveTo>
                    <a:pt x="2454" y="1"/>
                  </a:moveTo>
                  <a:cubicBezTo>
                    <a:pt x="1827" y="1"/>
                    <a:pt x="1205" y="157"/>
                    <a:pt x="653" y="471"/>
                  </a:cubicBezTo>
                  <a:cubicBezTo>
                    <a:pt x="398" y="641"/>
                    <a:pt x="171" y="811"/>
                    <a:pt x="0" y="1039"/>
                  </a:cubicBezTo>
                  <a:cubicBezTo>
                    <a:pt x="0" y="1039"/>
                    <a:pt x="3181" y="10098"/>
                    <a:pt x="142" y="16885"/>
                  </a:cubicBezTo>
                  <a:cubicBezTo>
                    <a:pt x="215" y="16907"/>
                    <a:pt x="287" y="16918"/>
                    <a:pt x="358" y="16918"/>
                  </a:cubicBezTo>
                  <a:cubicBezTo>
                    <a:pt x="566" y="16918"/>
                    <a:pt x="761" y="16827"/>
                    <a:pt x="909" y="16658"/>
                  </a:cubicBezTo>
                  <a:cubicBezTo>
                    <a:pt x="1221" y="16374"/>
                    <a:pt x="1505" y="16062"/>
                    <a:pt x="1761" y="15721"/>
                  </a:cubicBezTo>
                  <a:cubicBezTo>
                    <a:pt x="2329" y="14954"/>
                    <a:pt x="2869" y="14130"/>
                    <a:pt x="3408" y="13335"/>
                  </a:cubicBezTo>
                  <a:cubicBezTo>
                    <a:pt x="3692" y="12938"/>
                    <a:pt x="3948" y="12540"/>
                    <a:pt x="4175" y="12143"/>
                  </a:cubicBezTo>
                  <a:cubicBezTo>
                    <a:pt x="4828" y="10950"/>
                    <a:pt x="5339" y="9729"/>
                    <a:pt x="5737" y="8422"/>
                  </a:cubicBezTo>
                  <a:cubicBezTo>
                    <a:pt x="6106" y="7258"/>
                    <a:pt x="6333" y="6037"/>
                    <a:pt x="6418" y="4816"/>
                  </a:cubicBezTo>
                  <a:cubicBezTo>
                    <a:pt x="6418" y="4304"/>
                    <a:pt x="6390" y="3822"/>
                    <a:pt x="6305" y="3339"/>
                  </a:cubicBezTo>
                  <a:cubicBezTo>
                    <a:pt x="6049" y="2004"/>
                    <a:pt x="5368" y="953"/>
                    <a:pt x="4118" y="385"/>
                  </a:cubicBezTo>
                  <a:cubicBezTo>
                    <a:pt x="3592" y="129"/>
                    <a:pt x="3021" y="1"/>
                    <a:pt x="24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1">
  <p:cSld name="CUSTOM_1_1_1_1_1_1_1_1_1_1_1_1_1">
    <p:spTree>
      <p:nvGrpSpPr>
        <p:cNvPr id="3972" name="Shape 3972"/>
        <p:cNvGrpSpPr/>
        <p:nvPr/>
      </p:nvGrpSpPr>
      <p:grpSpPr>
        <a:xfrm>
          <a:off x="0" y="0"/>
          <a:ext cx="0" cy="0"/>
          <a:chOff x="0" y="0"/>
          <a:chExt cx="0" cy="0"/>
        </a:xfrm>
      </p:grpSpPr>
      <p:sp>
        <p:nvSpPr>
          <p:cNvPr id="3973" name="Google Shape;3973;p56"/>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976" name="Google Shape;3976;p56"/>
          <p:cNvGrpSpPr/>
          <p:nvPr/>
        </p:nvGrpSpPr>
        <p:grpSpPr>
          <a:xfrm>
            <a:off x="2936544" y="-329546"/>
            <a:ext cx="2934233" cy="708308"/>
            <a:chOff x="2375925" y="3297600"/>
            <a:chExt cx="735950" cy="177650"/>
          </a:xfrm>
        </p:grpSpPr>
        <p:sp>
          <p:nvSpPr>
            <p:cNvPr id="3977" name="Google Shape;3977;p56"/>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3" name="Google Shape;3983;p5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984" name="Google Shape;3984;p56"/>
          <p:cNvGrpSpPr/>
          <p:nvPr/>
        </p:nvGrpSpPr>
        <p:grpSpPr>
          <a:xfrm>
            <a:off x="597474" y="530075"/>
            <a:ext cx="842676" cy="749700"/>
            <a:chOff x="597474" y="530075"/>
            <a:chExt cx="842676" cy="749700"/>
          </a:xfrm>
        </p:grpSpPr>
        <p:sp>
          <p:nvSpPr>
            <p:cNvPr id="3985" name="Google Shape;3985;p56"/>
            <p:cNvSpPr/>
            <p:nvPr/>
          </p:nvSpPr>
          <p:spPr>
            <a:xfrm>
              <a:off x="715050" y="530075"/>
              <a:ext cx="725100" cy="74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6" name="Google Shape;3986;p56"/>
            <p:cNvGrpSpPr/>
            <p:nvPr/>
          </p:nvGrpSpPr>
          <p:grpSpPr>
            <a:xfrm>
              <a:off x="597474" y="530137"/>
              <a:ext cx="842566" cy="695015"/>
              <a:chOff x="6651400" y="1853700"/>
              <a:chExt cx="547050" cy="451250"/>
            </a:xfrm>
          </p:grpSpPr>
          <p:sp>
            <p:nvSpPr>
              <p:cNvPr id="3987" name="Google Shape;3987;p56"/>
              <p:cNvSpPr/>
              <p:nvPr/>
            </p:nvSpPr>
            <p:spPr>
              <a:xfrm>
                <a:off x="6708025" y="1865500"/>
                <a:ext cx="490425" cy="434100"/>
              </a:xfrm>
              <a:custGeom>
                <a:rect b="b" l="l" r="r" t="t"/>
                <a:pathLst>
                  <a:path extrusionOk="0" h="17364" w="19617">
                    <a:moveTo>
                      <a:pt x="9815" y="1"/>
                    </a:moveTo>
                    <a:cubicBezTo>
                      <a:pt x="7198" y="1"/>
                      <a:pt x="4608" y="1179"/>
                      <a:pt x="2893" y="3432"/>
                    </a:cubicBezTo>
                    <a:cubicBezTo>
                      <a:pt x="1" y="7240"/>
                      <a:pt x="748" y="12686"/>
                      <a:pt x="4555" y="15602"/>
                    </a:cubicBezTo>
                    <a:cubicBezTo>
                      <a:pt x="6119" y="16789"/>
                      <a:pt x="7960" y="17363"/>
                      <a:pt x="9788" y="17363"/>
                    </a:cubicBezTo>
                    <a:cubicBezTo>
                      <a:pt x="12410" y="17363"/>
                      <a:pt x="15007" y="16182"/>
                      <a:pt x="16725" y="13939"/>
                    </a:cubicBezTo>
                    <a:cubicBezTo>
                      <a:pt x="19616" y="10107"/>
                      <a:pt x="18869" y="4661"/>
                      <a:pt x="15062" y="1770"/>
                    </a:cubicBezTo>
                    <a:cubicBezTo>
                      <a:pt x="13494" y="579"/>
                      <a:pt x="11648" y="1"/>
                      <a:pt x="9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6693575" y="1885625"/>
                <a:ext cx="453675" cy="388175"/>
              </a:xfrm>
              <a:custGeom>
                <a:rect b="b" l="l" r="r" t="t"/>
                <a:pathLst>
                  <a:path extrusionOk="0" h="15527" w="18147">
                    <a:moveTo>
                      <a:pt x="10407" y="1"/>
                    </a:moveTo>
                    <a:cubicBezTo>
                      <a:pt x="10392" y="1"/>
                      <a:pt x="10377" y="1"/>
                      <a:pt x="10363" y="1"/>
                    </a:cubicBezTo>
                    <a:cubicBezTo>
                      <a:pt x="3447" y="1"/>
                      <a:pt x="1" y="8363"/>
                      <a:pt x="4892" y="13254"/>
                    </a:cubicBezTo>
                    <a:cubicBezTo>
                      <a:pt x="6477" y="14824"/>
                      <a:pt x="8418" y="15526"/>
                      <a:pt x="10320" y="15526"/>
                    </a:cubicBezTo>
                    <a:cubicBezTo>
                      <a:pt x="14318" y="15526"/>
                      <a:pt x="18146" y="12422"/>
                      <a:pt x="18146" y="7736"/>
                    </a:cubicBezTo>
                    <a:cubicBezTo>
                      <a:pt x="18122" y="3461"/>
                      <a:pt x="14676" y="1"/>
                      <a:pt x="10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6651400" y="1853700"/>
                <a:ext cx="527175" cy="451250"/>
              </a:xfrm>
              <a:custGeom>
                <a:rect b="b" l="l" r="r" t="t"/>
                <a:pathLst>
                  <a:path extrusionOk="0" h="18050" w="21087">
                    <a:moveTo>
                      <a:pt x="12094" y="1278"/>
                    </a:moveTo>
                    <a:cubicBezTo>
                      <a:pt x="16363" y="1278"/>
                      <a:pt x="19809" y="4738"/>
                      <a:pt x="19833" y="9013"/>
                    </a:cubicBezTo>
                    <a:cubicBezTo>
                      <a:pt x="19833" y="13699"/>
                      <a:pt x="16005" y="16803"/>
                      <a:pt x="12007" y="16803"/>
                    </a:cubicBezTo>
                    <a:cubicBezTo>
                      <a:pt x="10105" y="16803"/>
                      <a:pt x="8164" y="16101"/>
                      <a:pt x="6579" y="14531"/>
                    </a:cubicBezTo>
                    <a:cubicBezTo>
                      <a:pt x="1688" y="9640"/>
                      <a:pt x="5134" y="1278"/>
                      <a:pt x="12050" y="1278"/>
                    </a:cubicBezTo>
                    <a:cubicBezTo>
                      <a:pt x="12064" y="1278"/>
                      <a:pt x="12079" y="1278"/>
                      <a:pt x="12094" y="1278"/>
                    </a:cubicBezTo>
                    <a:close/>
                    <a:moveTo>
                      <a:pt x="11998" y="1"/>
                    </a:moveTo>
                    <a:cubicBezTo>
                      <a:pt x="9772" y="1"/>
                      <a:pt x="7503" y="828"/>
                      <a:pt x="5664" y="2675"/>
                    </a:cubicBezTo>
                    <a:cubicBezTo>
                      <a:pt x="1" y="8362"/>
                      <a:pt x="4049" y="18050"/>
                      <a:pt x="12074" y="18050"/>
                    </a:cubicBezTo>
                    <a:cubicBezTo>
                      <a:pt x="17062" y="18025"/>
                      <a:pt x="21086" y="13977"/>
                      <a:pt x="21086" y="9013"/>
                    </a:cubicBezTo>
                    <a:cubicBezTo>
                      <a:pt x="21070" y="3578"/>
                      <a:pt x="16626" y="1"/>
                      <a:pt x="11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6888775" y="1998175"/>
                <a:ext cx="78325" cy="123625"/>
              </a:xfrm>
              <a:custGeom>
                <a:rect b="b" l="l" r="r" t="t"/>
                <a:pathLst>
                  <a:path extrusionOk="0" h="4945" w="3133">
                    <a:moveTo>
                      <a:pt x="544" y="1"/>
                    </a:moveTo>
                    <a:cubicBezTo>
                      <a:pt x="473" y="1"/>
                      <a:pt x="402" y="17"/>
                      <a:pt x="338" y="53"/>
                    </a:cubicBezTo>
                    <a:cubicBezTo>
                      <a:pt x="97" y="174"/>
                      <a:pt x="0" y="439"/>
                      <a:pt x="121" y="680"/>
                    </a:cubicBezTo>
                    <a:lnTo>
                      <a:pt x="2193" y="4704"/>
                    </a:lnTo>
                    <a:cubicBezTo>
                      <a:pt x="2265" y="4849"/>
                      <a:pt x="2434" y="4945"/>
                      <a:pt x="2603" y="4945"/>
                    </a:cubicBezTo>
                    <a:cubicBezTo>
                      <a:pt x="2675" y="4945"/>
                      <a:pt x="2747" y="4921"/>
                      <a:pt x="2820" y="4897"/>
                    </a:cubicBezTo>
                    <a:cubicBezTo>
                      <a:pt x="3061" y="4776"/>
                      <a:pt x="3133" y="4487"/>
                      <a:pt x="3012" y="4270"/>
                    </a:cubicBezTo>
                    <a:lnTo>
                      <a:pt x="964" y="246"/>
                    </a:lnTo>
                    <a:cubicBezTo>
                      <a:pt x="879" y="94"/>
                      <a:pt x="712"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6903225" y="2063175"/>
                <a:ext cx="207975" cy="45375"/>
              </a:xfrm>
              <a:custGeom>
                <a:rect b="b" l="l" r="r" t="t"/>
                <a:pathLst>
                  <a:path extrusionOk="0" h="1815" w="8319">
                    <a:moveTo>
                      <a:pt x="8015" y="0"/>
                    </a:moveTo>
                    <a:cubicBezTo>
                      <a:pt x="7995" y="0"/>
                      <a:pt x="7975" y="2"/>
                      <a:pt x="7953" y="7"/>
                    </a:cubicBezTo>
                    <a:lnTo>
                      <a:pt x="290" y="1333"/>
                    </a:lnTo>
                    <a:cubicBezTo>
                      <a:pt x="1" y="1381"/>
                      <a:pt x="49" y="1815"/>
                      <a:pt x="338" y="1815"/>
                    </a:cubicBezTo>
                    <a:lnTo>
                      <a:pt x="386" y="1791"/>
                    </a:lnTo>
                    <a:lnTo>
                      <a:pt x="8049" y="465"/>
                    </a:lnTo>
                    <a:cubicBezTo>
                      <a:pt x="8318" y="420"/>
                      <a:pt x="8274" y="0"/>
                      <a:pt x="8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2">
  <p:cSld name="CUSTOM_1_1_1_1_1_1_1_1_1_1_1_1_1_1">
    <p:spTree>
      <p:nvGrpSpPr>
        <p:cNvPr id="3992" name="Shape 3992"/>
        <p:cNvGrpSpPr/>
        <p:nvPr/>
      </p:nvGrpSpPr>
      <p:grpSpPr>
        <a:xfrm>
          <a:off x="0" y="0"/>
          <a:ext cx="0" cy="0"/>
          <a:chOff x="0" y="0"/>
          <a:chExt cx="0" cy="0"/>
        </a:xfrm>
      </p:grpSpPr>
      <p:sp>
        <p:nvSpPr>
          <p:cNvPr id="3993" name="Google Shape;3993;p57"/>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3996" name="Google Shape;3996;p57"/>
          <p:cNvGrpSpPr/>
          <p:nvPr/>
        </p:nvGrpSpPr>
        <p:grpSpPr>
          <a:xfrm>
            <a:off x="2936544" y="-329546"/>
            <a:ext cx="2934233" cy="708308"/>
            <a:chOff x="2375925" y="3297600"/>
            <a:chExt cx="735950" cy="177650"/>
          </a:xfrm>
        </p:grpSpPr>
        <p:sp>
          <p:nvSpPr>
            <p:cNvPr id="3997" name="Google Shape;3997;p57"/>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5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004" name="Google Shape;4004;p57"/>
          <p:cNvGrpSpPr/>
          <p:nvPr/>
        </p:nvGrpSpPr>
        <p:grpSpPr>
          <a:xfrm>
            <a:off x="8243439" y="2813280"/>
            <a:ext cx="1030215" cy="2137882"/>
            <a:chOff x="237400" y="852100"/>
            <a:chExt cx="1760750" cy="3653250"/>
          </a:xfrm>
        </p:grpSpPr>
        <p:sp>
          <p:nvSpPr>
            <p:cNvPr id="4005" name="Google Shape;4005;p57"/>
            <p:cNvSpPr/>
            <p:nvPr/>
          </p:nvSpPr>
          <p:spPr>
            <a:xfrm>
              <a:off x="639250" y="4239075"/>
              <a:ext cx="953525" cy="266275"/>
            </a:xfrm>
            <a:custGeom>
              <a:rect b="b" l="l" r="r" t="t"/>
              <a:pathLst>
                <a:path extrusionOk="0" h="10651" w="38141">
                  <a:moveTo>
                    <a:pt x="19056" y="1"/>
                  </a:moveTo>
                  <a:cubicBezTo>
                    <a:pt x="8548" y="1"/>
                    <a:pt x="0" y="2386"/>
                    <a:pt x="0" y="5311"/>
                  </a:cubicBezTo>
                  <a:cubicBezTo>
                    <a:pt x="0" y="8265"/>
                    <a:pt x="8548" y="10650"/>
                    <a:pt x="19056" y="10650"/>
                  </a:cubicBezTo>
                  <a:cubicBezTo>
                    <a:pt x="29592" y="10650"/>
                    <a:pt x="38140" y="8265"/>
                    <a:pt x="38140" y="5311"/>
                  </a:cubicBezTo>
                  <a:cubicBezTo>
                    <a:pt x="38140" y="2386"/>
                    <a:pt x="29592" y="1"/>
                    <a:pt x="19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508600" y="2269475"/>
              <a:ext cx="629075" cy="817375"/>
            </a:xfrm>
            <a:custGeom>
              <a:rect b="b" l="l" r="r" t="t"/>
              <a:pathLst>
                <a:path extrusionOk="0" h="32695" w="25163">
                  <a:moveTo>
                    <a:pt x="8656" y="1"/>
                  </a:moveTo>
                  <a:cubicBezTo>
                    <a:pt x="7764" y="1"/>
                    <a:pt x="6875" y="187"/>
                    <a:pt x="6078" y="574"/>
                  </a:cubicBezTo>
                  <a:cubicBezTo>
                    <a:pt x="4658" y="1227"/>
                    <a:pt x="3409" y="2250"/>
                    <a:pt x="2500" y="3499"/>
                  </a:cubicBezTo>
                  <a:cubicBezTo>
                    <a:pt x="1620" y="4720"/>
                    <a:pt x="938" y="6055"/>
                    <a:pt x="484" y="7504"/>
                  </a:cubicBezTo>
                  <a:cubicBezTo>
                    <a:pt x="370" y="7788"/>
                    <a:pt x="313" y="8072"/>
                    <a:pt x="257" y="8356"/>
                  </a:cubicBezTo>
                  <a:cubicBezTo>
                    <a:pt x="29" y="9548"/>
                    <a:pt x="1" y="10769"/>
                    <a:pt x="143" y="11991"/>
                  </a:cubicBezTo>
                  <a:cubicBezTo>
                    <a:pt x="257" y="13183"/>
                    <a:pt x="512" y="14348"/>
                    <a:pt x="910" y="15484"/>
                  </a:cubicBezTo>
                  <a:cubicBezTo>
                    <a:pt x="1648" y="17528"/>
                    <a:pt x="2784" y="19403"/>
                    <a:pt x="4232" y="20993"/>
                  </a:cubicBezTo>
                  <a:cubicBezTo>
                    <a:pt x="5340" y="22186"/>
                    <a:pt x="6618" y="23180"/>
                    <a:pt x="8038" y="24003"/>
                  </a:cubicBezTo>
                  <a:cubicBezTo>
                    <a:pt x="8805" y="24429"/>
                    <a:pt x="9600" y="24798"/>
                    <a:pt x="10452" y="25111"/>
                  </a:cubicBezTo>
                  <a:cubicBezTo>
                    <a:pt x="11474" y="25452"/>
                    <a:pt x="12525" y="25792"/>
                    <a:pt x="13547" y="26162"/>
                  </a:cubicBezTo>
                  <a:cubicBezTo>
                    <a:pt x="14399" y="26446"/>
                    <a:pt x="15194" y="26872"/>
                    <a:pt x="15876" y="27440"/>
                  </a:cubicBezTo>
                  <a:cubicBezTo>
                    <a:pt x="16302" y="27809"/>
                    <a:pt x="16671" y="28263"/>
                    <a:pt x="16984" y="28717"/>
                  </a:cubicBezTo>
                  <a:cubicBezTo>
                    <a:pt x="17239" y="29087"/>
                    <a:pt x="17466" y="29427"/>
                    <a:pt x="17694" y="29797"/>
                  </a:cubicBezTo>
                  <a:cubicBezTo>
                    <a:pt x="18120" y="30450"/>
                    <a:pt x="18716" y="30989"/>
                    <a:pt x="19454" y="31330"/>
                  </a:cubicBezTo>
                  <a:cubicBezTo>
                    <a:pt x="20022" y="31586"/>
                    <a:pt x="20562" y="31898"/>
                    <a:pt x="21101" y="32239"/>
                  </a:cubicBezTo>
                  <a:cubicBezTo>
                    <a:pt x="21584" y="32551"/>
                    <a:pt x="22152" y="32693"/>
                    <a:pt x="22720" y="32693"/>
                  </a:cubicBezTo>
                  <a:cubicBezTo>
                    <a:pt x="22747" y="32694"/>
                    <a:pt x="22773" y="32695"/>
                    <a:pt x="22799" y="32695"/>
                  </a:cubicBezTo>
                  <a:cubicBezTo>
                    <a:pt x="23452" y="32695"/>
                    <a:pt x="24068" y="32358"/>
                    <a:pt x="24396" y="31785"/>
                  </a:cubicBezTo>
                  <a:cubicBezTo>
                    <a:pt x="24907" y="30933"/>
                    <a:pt x="25162" y="29939"/>
                    <a:pt x="25162" y="28945"/>
                  </a:cubicBezTo>
                  <a:cubicBezTo>
                    <a:pt x="25162" y="26701"/>
                    <a:pt x="24594" y="24514"/>
                    <a:pt x="23515" y="22555"/>
                  </a:cubicBezTo>
                  <a:cubicBezTo>
                    <a:pt x="22862" y="21334"/>
                    <a:pt x="22181" y="20084"/>
                    <a:pt x="21641" y="18806"/>
                  </a:cubicBezTo>
                  <a:cubicBezTo>
                    <a:pt x="21101" y="17614"/>
                    <a:pt x="20675" y="16364"/>
                    <a:pt x="20420" y="15058"/>
                  </a:cubicBezTo>
                  <a:cubicBezTo>
                    <a:pt x="20221" y="14092"/>
                    <a:pt x="20022" y="13098"/>
                    <a:pt x="19767" y="12104"/>
                  </a:cubicBezTo>
                  <a:cubicBezTo>
                    <a:pt x="19454" y="10599"/>
                    <a:pt x="18858" y="9151"/>
                    <a:pt x="18063" y="7844"/>
                  </a:cubicBezTo>
                  <a:cubicBezTo>
                    <a:pt x="17694" y="7248"/>
                    <a:pt x="17268" y="6708"/>
                    <a:pt x="16785" y="6169"/>
                  </a:cubicBezTo>
                  <a:cubicBezTo>
                    <a:pt x="16103" y="5374"/>
                    <a:pt x="15478" y="4550"/>
                    <a:pt x="14854" y="3698"/>
                  </a:cubicBezTo>
                  <a:cubicBezTo>
                    <a:pt x="14342" y="2960"/>
                    <a:pt x="13746" y="2278"/>
                    <a:pt x="13093" y="1682"/>
                  </a:cubicBezTo>
                  <a:cubicBezTo>
                    <a:pt x="12042" y="773"/>
                    <a:pt x="10707" y="177"/>
                    <a:pt x="9316" y="35"/>
                  </a:cubicBezTo>
                  <a:cubicBezTo>
                    <a:pt x="9097" y="12"/>
                    <a:pt x="8876" y="1"/>
                    <a:pt x="8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573925" y="2325700"/>
              <a:ext cx="498425" cy="699650"/>
            </a:xfrm>
            <a:custGeom>
              <a:rect b="b" l="l" r="r" t="t"/>
              <a:pathLst>
                <a:path extrusionOk="0" h="27986" w="19937">
                  <a:moveTo>
                    <a:pt x="10735" y="10906"/>
                  </a:moveTo>
                  <a:lnTo>
                    <a:pt x="10735" y="10934"/>
                  </a:lnTo>
                  <a:lnTo>
                    <a:pt x="10707" y="10906"/>
                  </a:lnTo>
                  <a:close/>
                  <a:moveTo>
                    <a:pt x="8890" y="1"/>
                  </a:moveTo>
                  <a:cubicBezTo>
                    <a:pt x="8776" y="29"/>
                    <a:pt x="8776" y="114"/>
                    <a:pt x="8804" y="200"/>
                  </a:cubicBezTo>
                  <a:cubicBezTo>
                    <a:pt x="8918" y="484"/>
                    <a:pt x="9003" y="739"/>
                    <a:pt x="9117" y="995"/>
                  </a:cubicBezTo>
                  <a:cubicBezTo>
                    <a:pt x="9429" y="1648"/>
                    <a:pt x="9742" y="2301"/>
                    <a:pt x="10054" y="2983"/>
                  </a:cubicBezTo>
                  <a:cubicBezTo>
                    <a:pt x="10395" y="3749"/>
                    <a:pt x="10622" y="4601"/>
                    <a:pt x="10764" y="5453"/>
                  </a:cubicBezTo>
                  <a:cubicBezTo>
                    <a:pt x="10963" y="6845"/>
                    <a:pt x="11048" y="8236"/>
                    <a:pt x="11105" y="9628"/>
                  </a:cubicBezTo>
                  <a:cubicBezTo>
                    <a:pt x="11133" y="9770"/>
                    <a:pt x="11161" y="9940"/>
                    <a:pt x="11048" y="10082"/>
                  </a:cubicBezTo>
                  <a:cubicBezTo>
                    <a:pt x="11019" y="10054"/>
                    <a:pt x="10991" y="10054"/>
                    <a:pt x="10991" y="10054"/>
                  </a:cubicBezTo>
                  <a:cubicBezTo>
                    <a:pt x="10821" y="9770"/>
                    <a:pt x="10650" y="9458"/>
                    <a:pt x="10480" y="9174"/>
                  </a:cubicBezTo>
                  <a:cubicBezTo>
                    <a:pt x="10423" y="9060"/>
                    <a:pt x="10366" y="8946"/>
                    <a:pt x="10310" y="8833"/>
                  </a:cubicBezTo>
                  <a:cubicBezTo>
                    <a:pt x="9088" y="6731"/>
                    <a:pt x="7725" y="4687"/>
                    <a:pt x="6220" y="2755"/>
                  </a:cubicBezTo>
                  <a:cubicBezTo>
                    <a:pt x="5709" y="2102"/>
                    <a:pt x="5226" y="1421"/>
                    <a:pt x="4687" y="796"/>
                  </a:cubicBezTo>
                  <a:cubicBezTo>
                    <a:pt x="4545" y="626"/>
                    <a:pt x="4374" y="484"/>
                    <a:pt x="4175" y="370"/>
                  </a:cubicBezTo>
                  <a:cubicBezTo>
                    <a:pt x="4167" y="362"/>
                    <a:pt x="4159" y="358"/>
                    <a:pt x="4150" y="358"/>
                  </a:cubicBezTo>
                  <a:cubicBezTo>
                    <a:pt x="4128" y="358"/>
                    <a:pt x="4102" y="378"/>
                    <a:pt x="4062" y="398"/>
                  </a:cubicBezTo>
                  <a:cubicBezTo>
                    <a:pt x="4033" y="398"/>
                    <a:pt x="4033" y="455"/>
                    <a:pt x="4033" y="484"/>
                  </a:cubicBezTo>
                  <a:cubicBezTo>
                    <a:pt x="4062" y="682"/>
                    <a:pt x="4147" y="881"/>
                    <a:pt x="4261" y="1023"/>
                  </a:cubicBezTo>
                  <a:cubicBezTo>
                    <a:pt x="4601" y="1477"/>
                    <a:pt x="4885" y="1903"/>
                    <a:pt x="5254" y="2329"/>
                  </a:cubicBezTo>
                  <a:cubicBezTo>
                    <a:pt x="5964" y="3238"/>
                    <a:pt x="6646" y="4175"/>
                    <a:pt x="7299" y="5113"/>
                  </a:cubicBezTo>
                  <a:cubicBezTo>
                    <a:pt x="8208" y="6419"/>
                    <a:pt x="9032" y="7782"/>
                    <a:pt x="9855" y="9174"/>
                  </a:cubicBezTo>
                  <a:cubicBezTo>
                    <a:pt x="10111" y="9600"/>
                    <a:pt x="10338" y="10054"/>
                    <a:pt x="10565" y="10508"/>
                  </a:cubicBezTo>
                  <a:cubicBezTo>
                    <a:pt x="10593" y="10594"/>
                    <a:pt x="10650" y="10650"/>
                    <a:pt x="10565" y="10736"/>
                  </a:cubicBezTo>
                  <a:cubicBezTo>
                    <a:pt x="10534" y="10767"/>
                    <a:pt x="10499" y="10779"/>
                    <a:pt x="10462" y="10779"/>
                  </a:cubicBezTo>
                  <a:cubicBezTo>
                    <a:pt x="10400" y="10779"/>
                    <a:pt x="10335" y="10743"/>
                    <a:pt x="10281" y="10707"/>
                  </a:cubicBezTo>
                  <a:cubicBezTo>
                    <a:pt x="9003" y="9969"/>
                    <a:pt x="7725" y="9287"/>
                    <a:pt x="6390" y="8691"/>
                  </a:cubicBezTo>
                  <a:cubicBezTo>
                    <a:pt x="5567" y="8265"/>
                    <a:pt x="4743" y="7867"/>
                    <a:pt x="3977" y="7413"/>
                  </a:cubicBezTo>
                  <a:cubicBezTo>
                    <a:pt x="3238" y="6987"/>
                    <a:pt x="2557" y="6476"/>
                    <a:pt x="1932" y="5851"/>
                  </a:cubicBezTo>
                  <a:lnTo>
                    <a:pt x="625" y="4601"/>
                  </a:lnTo>
                  <a:cubicBezTo>
                    <a:pt x="512" y="4459"/>
                    <a:pt x="341" y="4317"/>
                    <a:pt x="171" y="4232"/>
                  </a:cubicBezTo>
                  <a:cubicBezTo>
                    <a:pt x="143" y="4232"/>
                    <a:pt x="86" y="4232"/>
                    <a:pt x="57" y="4261"/>
                  </a:cubicBezTo>
                  <a:cubicBezTo>
                    <a:pt x="29" y="4289"/>
                    <a:pt x="29" y="4317"/>
                    <a:pt x="29" y="4374"/>
                  </a:cubicBezTo>
                  <a:cubicBezTo>
                    <a:pt x="86" y="4516"/>
                    <a:pt x="171" y="4658"/>
                    <a:pt x="285" y="4772"/>
                  </a:cubicBezTo>
                  <a:cubicBezTo>
                    <a:pt x="1108" y="5709"/>
                    <a:pt x="2017" y="6589"/>
                    <a:pt x="3039" y="7328"/>
                  </a:cubicBezTo>
                  <a:cubicBezTo>
                    <a:pt x="3494" y="7668"/>
                    <a:pt x="3977" y="7952"/>
                    <a:pt x="4488" y="8208"/>
                  </a:cubicBezTo>
                  <a:cubicBezTo>
                    <a:pt x="5567" y="8804"/>
                    <a:pt x="6674" y="9316"/>
                    <a:pt x="7782" y="9855"/>
                  </a:cubicBezTo>
                  <a:cubicBezTo>
                    <a:pt x="8719" y="10281"/>
                    <a:pt x="9628" y="10792"/>
                    <a:pt x="10508" y="11303"/>
                  </a:cubicBezTo>
                  <a:cubicBezTo>
                    <a:pt x="11019" y="11616"/>
                    <a:pt x="11417" y="12070"/>
                    <a:pt x="11673" y="12581"/>
                  </a:cubicBezTo>
                  <a:cubicBezTo>
                    <a:pt x="12297" y="13916"/>
                    <a:pt x="12951" y="15194"/>
                    <a:pt x="13519" y="16529"/>
                  </a:cubicBezTo>
                  <a:cubicBezTo>
                    <a:pt x="13575" y="16699"/>
                    <a:pt x="13632" y="16841"/>
                    <a:pt x="13689" y="17012"/>
                  </a:cubicBezTo>
                  <a:cubicBezTo>
                    <a:pt x="13689" y="17040"/>
                    <a:pt x="13746" y="17068"/>
                    <a:pt x="13746" y="17068"/>
                  </a:cubicBezTo>
                  <a:cubicBezTo>
                    <a:pt x="13714" y="17100"/>
                    <a:pt x="13691" y="17112"/>
                    <a:pt x="13672" y="17112"/>
                  </a:cubicBezTo>
                  <a:cubicBezTo>
                    <a:pt x="13640" y="17112"/>
                    <a:pt x="13622" y="17076"/>
                    <a:pt x="13604" y="17040"/>
                  </a:cubicBezTo>
                  <a:cubicBezTo>
                    <a:pt x="13490" y="17012"/>
                    <a:pt x="13377" y="16955"/>
                    <a:pt x="13263" y="16898"/>
                  </a:cubicBezTo>
                  <a:cubicBezTo>
                    <a:pt x="12894" y="16642"/>
                    <a:pt x="12496" y="16387"/>
                    <a:pt x="12070" y="16188"/>
                  </a:cubicBezTo>
                  <a:cubicBezTo>
                    <a:pt x="11332" y="15762"/>
                    <a:pt x="10565" y="15393"/>
                    <a:pt x="9798" y="15052"/>
                  </a:cubicBezTo>
                  <a:cubicBezTo>
                    <a:pt x="8918" y="14655"/>
                    <a:pt x="8038" y="14342"/>
                    <a:pt x="7186" y="13945"/>
                  </a:cubicBezTo>
                  <a:cubicBezTo>
                    <a:pt x="5993" y="13433"/>
                    <a:pt x="4857" y="12865"/>
                    <a:pt x="3806" y="12155"/>
                  </a:cubicBezTo>
                  <a:cubicBezTo>
                    <a:pt x="2699" y="11389"/>
                    <a:pt x="1648" y="10537"/>
                    <a:pt x="625" y="9628"/>
                  </a:cubicBezTo>
                  <a:cubicBezTo>
                    <a:pt x="483" y="9514"/>
                    <a:pt x="370" y="9372"/>
                    <a:pt x="256" y="9230"/>
                  </a:cubicBezTo>
                  <a:cubicBezTo>
                    <a:pt x="228" y="9202"/>
                    <a:pt x="185" y="9188"/>
                    <a:pt x="143" y="9188"/>
                  </a:cubicBezTo>
                  <a:cubicBezTo>
                    <a:pt x="100" y="9188"/>
                    <a:pt x="57" y="9202"/>
                    <a:pt x="29" y="9230"/>
                  </a:cubicBezTo>
                  <a:cubicBezTo>
                    <a:pt x="1" y="9287"/>
                    <a:pt x="1" y="9344"/>
                    <a:pt x="29" y="9401"/>
                  </a:cubicBezTo>
                  <a:cubicBezTo>
                    <a:pt x="143" y="9600"/>
                    <a:pt x="285" y="9770"/>
                    <a:pt x="455" y="9940"/>
                  </a:cubicBezTo>
                  <a:cubicBezTo>
                    <a:pt x="824" y="10310"/>
                    <a:pt x="1222" y="10707"/>
                    <a:pt x="1648" y="11048"/>
                  </a:cubicBezTo>
                  <a:cubicBezTo>
                    <a:pt x="2301" y="11644"/>
                    <a:pt x="2983" y="12212"/>
                    <a:pt x="3749" y="12695"/>
                  </a:cubicBezTo>
                  <a:cubicBezTo>
                    <a:pt x="4374" y="13093"/>
                    <a:pt x="4999" y="13462"/>
                    <a:pt x="5680" y="13803"/>
                  </a:cubicBezTo>
                  <a:cubicBezTo>
                    <a:pt x="6589" y="14257"/>
                    <a:pt x="7555" y="14626"/>
                    <a:pt x="8492" y="15081"/>
                  </a:cubicBezTo>
                  <a:cubicBezTo>
                    <a:pt x="9230" y="15421"/>
                    <a:pt x="9969" y="15705"/>
                    <a:pt x="10707" y="16046"/>
                  </a:cubicBezTo>
                  <a:cubicBezTo>
                    <a:pt x="11729" y="16500"/>
                    <a:pt x="12695" y="17040"/>
                    <a:pt x="13632" y="17665"/>
                  </a:cubicBezTo>
                  <a:cubicBezTo>
                    <a:pt x="13689" y="17693"/>
                    <a:pt x="13717" y="17750"/>
                    <a:pt x="13774" y="17750"/>
                  </a:cubicBezTo>
                  <a:cubicBezTo>
                    <a:pt x="14172" y="17807"/>
                    <a:pt x="14257" y="18119"/>
                    <a:pt x="14399" y="18403"/>
                  </a:cubicBezTo>
                  <a:cubicBezTo>
                    <a:pt x="14882" y="19340"/>
                    <a:pt x="15365" y="20278"/>
                    <a:pt x="15876" y="21215"/>
                  </a:cubicBezTo>
                  <a:cubicBezTo>
                    <a:pt x="16074" y="21555"/>
                    <a:pt x="16245" y="21925"/>
                    <a:pt x="16415" y="22265"/>
                  </a:cubicBezTo>
                  <a:cubicBezTo>
                    <a:pt x="16472" y="22351"/>
                    <a:pt x="16472" y="22436"/>
                    <a:pt x="16415" y="22521"/>
                  </a:cubicBezTo>
                  <a:lnTo>
                    <a:pt x="15535" y="22152"/>
                  </a:lnTo>
                  <a:cubicBezTo>
                    <a:pt x="15421" y="22095"/>
                    <a:pt x="15279" y="22067"/>
                    <a:pt x="15137" y="22010"/>
                  </a:cubicBezTo>
                  <a:cubicBezTo>
                    <a:pt x="14143" y="21783"/>
                    <a:pt x="13149" y="21499"/>
                    <a:pt x="12127" y="21300"/>
                  </a:cubicBezTo>
                  <a:cubicBezTo>
                    <a:pt x="11076" y="21130"/>
                    <a:pt x="10026" y="20817"/>
                    <a:pt x="9060" y="20420"/>
                  </a:cubicBezTo>
                  <a:cubicBezTo>
                    <a:pt x="8151" y="20050"/>
                    <a:pt x="7271" y="19624"/>
                    <a:pt x="6447" y="19142"/>
                  </a:cubicBezTo>
                  <a:cubicBezTo>
                    <a:pt x="6305" y="19028"/>
                    <a:pt x="6163" y="18971"/>
                    <a:pt x="5993" y="18943"/>
                  </a:cubicBezTo>
                  <a:cubicBezTo>
                    <a:pt x="5964" y="18943"/>
                    <a:pt x="5908" y="18943"/>
                    <a:pt x="5908" y="18971"/>
                  </a:cubicBezTo>
                  <a:cubicBezTo>
                    <a:pt x="5879" y="19000"/>
                    <a:pt x="5879" y="19028"/>
                    <a:pt x="5908" y="19085"/>
                  </a:cubicBezTo>
                  <a:cubicBezTo>
                    <a:pt x="5964" y="19227"/>
                    <a:pt x="6106" y="19340"/>
                    <a:pt x="6248" y="19426"/>
                  </a:cubicBezTo>
                  <a:cubicBezTo>
                    <a:pt x="6561" y="19653"/>
                    <a:pt x="6873" y="19852"/>
                    <a:pt x="7214" y="20022"/>
                  </a:cubicBezTo>
                  <a:cubicBezTo>
                    <a:pt x="7981" y="20448"/>
                    <a:pt x="8776" y="20817"/>
                    <a:pt x="9571" y="21130"/>
                  </a:cubicBezTo>
                  <a:cubicBezTo>
                    <a:pt x="10054" y="21272"/>
                    <a:pt x="10537" y="21442"/>
                    <a:pt x="11019" y="21555"/>
                  </a:cubicBezTo>
                  <a:cubicBezTo>
                    <a:pt x="11729" y="21726"/>
                    <a:pt x="12439" y="21896"/>
                    <a:pt x="13149" y="22010"/>
                  </a:cubicBezTo>
                  <a:cubicBezTo>
                    <a:pt x="13945" y="22180"/>
                    <a:pt x="14740" y="22407"/>
                    <a:pt x="15507" y="22635"/>
                  </a:cubicBezTo>
                  <a:cubicBezTo>
                    <a:pt x="15847" y="22720"/>
                    <a:pt x="16188" y="22890"/>
                    <a:pt x="16472" y="23117"/>
                  </a:cubicBezTo>
                  <a:cubicBezTo>
                    <a:pt x="16557" y="23203"/>
                    <a:pt x="16671" y="23316"/>
                    <a:pt x="16756" y="23316"/>
                  </a:cubicBezTo>
                  <a:cubicBezTo>
                    <a:pt x="17012" y="23345"/>
                    <a:pt x="17097" y="23543"/>
                    <a:pt x="17210" y="23714"/>
                  </a:cubicBezTo>
                  <a:lnTo>
                    <a:pt x="18261" y="25560"/>
                  </a:lnTo>
                  <a:cubicBezTo>
                    <a:pt x="18403" y="25730"/>
                    <a:pt x="18488" y="25929"/>
                    <a:pt x="18630" y="26185"/>
                  </a:cubicBezTo>
                  <a:cubicBezTo>
                    <a:pt x="18204" y="26071"/>
                    <a:pt x="17778" y="25901"/>
                    <a:pt x="17409" y="25702"/>
                  </a:cubicBezTo>
                  <a:cubicBezTo>
                    <a:pt x="16955" y="25531"/>
                    <a:pt x="16529" y="25333"/>
                    <a:pt x="16074" y="25134"/>
                  </a:cubicBezTo>
                  <a:cubicBezTo>
                    <a:pt x="16018" y="25105"/>
                    <a:pt x="15961" y="25105"/>
                    <a:pt x="15904" y="25077"/>
                  </a:cubicBezTo>
                  <a:cubicBezTo>
                    <a:pt x="15847" y="25077"/>
                    <a:pt x="15790" y="25077"/>
                    <a:pt x="15762" y="25134"/>
                  </a:cubicBezTo>
                  <a:cubicBezTo>
                    <a:pt x="15734" y="25191"/>
                    <a:pt x="15734" y="25219"/>
                    <a:pt x="15762" y="25247"/>
                  </a:cubicBezTo>
                  <a:cubicBezTo>
                    <a:pt x="15790" y="25304"/>
                    <a:pt x="15847" y="25333"/>
                    <a:pt x="15876" y="25389"/>
                  </a:cubicBezTo>
                  <a:cubicBezTo>
                    <a:pt x="16103" y="25560"/>
                    <a:pt x="16330" y="25702"/>
                    <a:pt x="16586" y="25844"/>
                  </a:cubicBezTo>
                  <a:cubicBezTo>
                    <a:pt x="17267" y="26156"/>
                    <a:pt x="17977" y="26440"/>
                    <a:pt x="18687" y="26639"/>
                  </a:cubicBezTo>
                  <a:cubicBezTo>
                    <a:pt x="18829" y="26667"/>
                    <a:pt x="18971" y="26781"/>
                    <a:pt x="19056" y="26923"/>
                  </a:cubicBezTo>
                  <a:lnTo>
                    <a:pt x="19511" y="27718"/>
                  </a:lnTo>
                  <a:cubicBezTo>
                    <a:pt x="19568" y="27803"/>
                    <a:pt x="19624" y="27888"/>
                    <a:pt x="19681" y="27945"/>
                  </a:cubicBezTo>
                  <a:cubicBezTo>
                    <a:pt x="19721" y="27965"/>
                    <a:pt x="19761" y="27985"/>
                    <a:pt x="19802" y="27985"/>
                  </a:cubicBezTo>
                  <a:cubicBezTo>
                    <a:pt x="19818" y="27985"/>
                    <a:pt x="19835" y="27982"/>
                    <a:pt x="19852" y="27974"/>
                  </a:cubicBezTo>
                  <a:cubicBezTo>
                    <a:pt x="19908" y="27945"/>
                    <a:pt x="19937" y="27888"/>
                    <a:pt x="19937" y="27832"/>
                  </a:cubicBezTo>
                  <a:cubicBezTo>
                    <a:pt x="19937" y="27633"/>
                    <a:pt x="19880" y="27434"/>
                    <a:pt x="19766" y="27264"/>
                  </a:cubicBezTo>
                  <a:cubicBezTo>
                    <a:pt x="19624" y="27008"/>
                    <a:pt x="19511" y="26724"/>
                    <a:pt x="19426" y="26440"/>
                  </a:cubicBezTo>
                  <a:cubicBezTo>
                    <a:pt x="19369" y="26270"/>
                    <a:pt x="19340" y="26099"/>
                    <a:pt x="19397" y="25929"/>
                  </a:cubicBezTo>
                  <a:cubicBezTo>
                    <a:pt x="19539" y="25304"/>
                    <a:pt x="19624" y="24651"/>
                    <a:pt x="19596" y="23998"/>
                  </a:cubicBezTo>
                  <a:cubicBezTo>
                    <a:pt x="19653" y="23487"/>
                    <a:pt x="19653" y="22947"/>
                    <a:pt x="19596" y="22436"/>
                  </a:cubicBezTo>
                  <a:cubicBezTo>
                    <a:pt x="19596" y="22322"/>
                    <a:pt x="19568" y="22237"/>
                    <a:pt x="19539" y="22123"/>
                  </a:cubicBezTo>
                  <a:cubicBezTo>
                    <a:pt x="19516" y="22077"/>
                    <a:pt x="19493" y="22031"/>
                    <a:pt x="19439" y="22031"/>
                  </a:cubicBezTo>
                  <a:cubicBezTo>
                    <a:pt x="19427" y="22031"/>
                    <a:pt x="19413" y="22033"/>
                    <a:pt x="19397" y="22038"/>
                  </a:cubicBezTo>
                  <a:cubicBezTo>
                    <a:pt x="19369" y="22038"/>
                    <a:pt x="19340" y="22067"/>
                    <a:pt x="19312" y="22123"/>
                  </a:cubicBezTo>
                  <a:cubicBezTo>
                    <a:pt x="19312" y="22180"/>
                    <a:pt x="19284" y="22265"/>
                    <a:pt x="19284" y="22351"/>
                  </a:cubicBezTo>
                  <a:cubicBezTo>
                    <a:pt x="19227" y="23316"/>
                    <a:pt x="19198" y="24282"/>
                    <a:pt x="19142" y="25247"/>
                  </a:cubicBezTo>
                  <a:cubicBezTo>
                    <a:pt x="19113" y="25389"/>
                    <a:pt x="19142" y="25531"/>
                    <a:pt x="19028" y="25645"/>
                  </a:cubicBezTo>
                  <a:cubicBezTo>
                    <a:pt x="18943" y="25645"/>
                    <a:pt x="18914" y="25588"/>
                    <a:pt x="18886" y="25531"/>
                  </a:cubicBezTo>
                  <a:cubicBezTo>
                    <a:pt x="18488" y="24821"/>
                    <a:pt x="18062" y="24083"/>
                    <a:pt x="17665" y="23373"/>
                  </a:cubicBezTo>
                  <a:cubicBezTo>
                    <a:pt x="17580" y="23174"/>
                    <a:pt x="17551" y="22975"/>
                    <a:pt x="17580" y="22777"/>
                  </a:cubicBezTo>
                  <a:cubicBezTo>
                    <a:pt x="17636" y="21726"/>
                    <a:pt x="17665" y="20675"/>
                    <a:pt x="17778" y="19653"/>
                  </a:cubicBezTo>
                  <a:cubicBezTo>
                    <a:pt x="17835" y="18914"/>
                    <a:pt x="17835" y="18176"/>
                    <a:pt x="17835" y="17466"/>
                  </a:cubicBezTo>
                  <a:cubicBezTo>
                    <a:pt x="17835" y="17068"/>
                    <a:pt x="17835" y="16642"/>
                    <a:pt x="17750" y="16245"/>
                  </a:cubicBezTo>
                  <a:cubicBezTo>
                    <a:pt x="17722" y="16160"/>
                    <a:pt x="17693" y="16046"/>
                    <a:pt x="17665" y="15961"/>
                  </a:cubicBezTo>
                  <a:cubicBezTo>
                    <a:pt x="17636" y="15961"/>
                    <a:pt x="17580" y="15933"/>
                    <a:pt x="17551" y="15933"/>
                  </a:cubicBezTo>
                  <a:cubicBezTo>
                    <a:pt x="17523" y="15933"/>
                    <a:pt x="17494" y="15961"/>
                    <a:pt x="17466" y="15989"/>
                  </a:cubicBezTo>
                  <a:cubicBezTo>
                    <a:pt x="17438" y="16046"/>
                    <a:pt x="17438" y="16103"/>
                    <a:pt x="17438" y="16160"/>
                  </a:cubicBezTo>
                  <a:cubicBezTo>
                    <a:pt x="17409" y="16870"/>
                    <a:pt x="17381" y="17580"/>
                    <a:pt x="17381" y="18290"/>
                  </a:cubicBezTo>
                  <a:cubicBezTo>
                    <a:pt x="17409" y="19113"/>
                    <a:pt x="17296" y="19908"/>
                    <a:pt x="17210" y="20732"/>
                  </a:cubicBezTo>
                  <a:cubicBezTo>
                    <a:pt x="17239" y="21186"/>
                    <a:pt x="17182" y="21641"/>
                    <a:pt x="17097" y="22095"/>
                  </a:cubicBezTo>
                  <a:cubicBezTo>
                    <a:pt x="17154" y="22123"/>
                    <a:pt x="17154" y="22180"/>
                    <a:pt x="17125" y="22180"/>
                  </a:cubicBezTo>
                  <a:cubicBezTo>
                    <a:pt x="17118" y="22188"/>
                    <a:pt x="17110" y="22191"/>
                    <a:pt x="17103" y="22191"/>
                  </a:cubicBezTo>
                  <a:cubicBezTo>
                    <a:pt x="17084" y="22191"/>
                    <a:pt x="17068" y="22165"/>
                    <a:pt x="17068" y="22123"/>
                  </a:cubicBezTo>
                  <a:cubicBezTo>
                    <a:pt x="16870" y="21953"/>
                    <a:pt x="16756" y="21754"/>
                    <a:pt x="16671" y="21527"/>
                  </a:cubicBezTo>
                  <a:cubicBezTo>
                    <a:pt x="16046" y="20363"/>
                    <a:pt x="15450" y="19170"/>
                    <a:pt x="14853" y="17977"/>
                  </a:cubicBezTo>
                  <a:cubicBezTo>
                    <a:pt x="14711" y="17693"/>
                    <a:pt x="14626" y="17381"/>
                    <a:pt x="14626" y="17040"/>
                  </a:cubicBezTo>
                  <a:cubicBezTo>
                    <a:pt x="14569" y="16330"/>
                    <a:pt x="14598" y="15592"/>
                    <a:pt x="14683" y="14882"/>
                  </a:cubicBezTo>
                  <a:cubicBezTo>
                    <a:pt x="14797" y="13945"/>
                    <a:pt x="14910" y="13036"/>
                    <a:pt x="14995" y="12099"/>
                  </a:cubicBezTo>
                  <a:cubicBezTo>
                    <a:pt x="15024" y="11673"/>
                    <a:pt x="15024" y="11218"/>
                    <a:pt x="14995" y="10764"/>
                  </a:cubicBezTo>
                  <a:cubicBezTo>
                    <a:pt x="14882" y="9287"/>
                    <a:pt x="14569" y="7810"/>
                    <a:pt x="14087" y="6390"/>
                  </a:cubicBezTo>
                  <a:cubicBezTo>
                    <a:pt x="13973" y="6021"/>
                    <a:pt x="13831" y="5652"/>
                    <a:pt x="13689" y="5311"/>
                  </a:cubicBezTo>
                  <a:cubicBezTo>
                    <a:pt x="13661" y="5198"/>
                    <a:pt x="13604" y="5084"/>
                    <a:pt x="13519" y="4999"/>
                  </a:cubicBezTo>
                  <a:cubicBezTo>
                    <a:pt x="13490" y="4942"/>
                    <a:pt x="13433" y="4942"/>
                    <a:pt x="13377" y="4942"/>
                  </a:cubicBezTo>
                  <a:cubicBezTo>
                    <a:pt x="13320" y="4971"/>
                    <a:pt x="13291" y="5027"/>
                    <a:pt x="13291" y="5084"/>
                  </a:cubicBezTo>
                  <a:cubicBezTo>
                    <a:pt x="13320" y="5340"/>
                    <a:pt x="13377" y="5595"/>
                    <a:pt x="13462" y="5851"/>
                  </a:cubicBezTo>
                  <a:cubicBezTo>
                    <a:pt x="13831" y="7072"/>
                    <a:pt x="14143" y="8293"/>
                    <a:pt x="14371" y="9571"/>
                  </a:cubicBezTo>
                  <a:cubicBezTo>
                    <a:pt x="14541" y="10565"/>
                    <a:pt x="14569" y="11616"/>
                    <a:pt x="14427" y="12638"/>
                  </a:cubicBezTo>
                  <a:cubicBezTo>
                    <a:pt x="14285" y="13575"/>
                    <a:pt x="14200" y="14513"/>
                    <a:pt x="14172" y="15478"/>
                  </a:cubicBezTo>
                  <a:cubicBezTo>
                    <a:pt x="14172" y="15705"/>
                    <a:pt x="14143" y="15961"/>
                    <a:pt x="14058" y="16188"/>
                  </a:cubicBezTo>
                  <a:cubicBezTo>
                    <a:pt x="13859" y="15876"/>
                    <a:pt x="13717" y="15563"/>
                    <a:pt x="13575" y="15223"/>
                  </a:cubicBezTo>
                  <a:cubicBezTo>
                    <a:pt x="13036" y="14001"/>
                    <a:pt x="12439" y="12809"/>
                    <a:pt x="11815" y="11644"/>
                  </a:cubicBezTo>
                  <a:cubicBezTo>
                    <a:pt x="11673" y="11360"/>
                    <a:pt x="11587" y="11076"/>
                    <a:pt x="11587" y="10792"/>
                  </a:cubicBezTo>
                  <a:cubicBezTo>
                    <a:pt x="11587" y="9316"/>
                    <a:pt x="11502" y="7839"/>
                    <a:pt x="11332" y="6362"/>
                  </a:cubicBezTo>
                  <a:cubicBezTo>
                    <a:pt x="11275" y="5397"/>
                    <a:pt x="11076" y="4403"/>
                    <a:pt x="10764" y="3465"/>
                  </a:cubicBezTo>
                  <a:cubicBezTo>
                    <a:pt x="10537" y="2841"/>
                    <a:pt x="10253" y="2244"/>
                    <a:pt x="9940" y="1648"/>
                  </a:cubicBezTo>
                  <a:cubicBezTo>
                    <a:pt x="9713" y="1193"/>
                    <a:pt x="9486" y="796"/>
                    <a:pt x="9259" y="370"/>
                  </a:cubicBezTo>
                  <a:cubicBezTo>
                    <a:pt x="9174" y="256"/>
                    <a:pt x="9117" y="143"/>
                    <a:pt x="9032" y="58"/>
                  </a:cubicBezTo>
                  <a:cubicBezTo>
                    <a:pt x="9003" y="29"/>
                    <a:pt x="8946" y="1"/>
                    <a:pt x="8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914000" y="2750975"/>
              <a:ext cx="3575" cy="2525"/>
            </a:xfrm>
            <a:custGeom>
              <a:rect b="b" l="l" r="r" t="t"/>
              <a:pathLst>
                <a:path extrusionOk="0" h="101" w="143">
                  <a:moveTo>
                    <a:pt x="86" y="1"/>
                  </a:moveTo>
                  <a:lnTo>
                    <a:pt x="1" y="29"/>
                  </a:lnTo>
                  <a:cubicBezTo>
                    <a:pt x="19" y="65"/>
                    <a:pt x="37" y="101"/>
                    <a:pt x="69" y="101"/>
                  </a:cubicBezTo>
                  <a:cubicBezTo>
                    <a:pt x="88" y="101"/>
                    <a:pt x="111" y="89"/>
                    <a:pt x="143" y="57"/>
                  </a:cubicBezTo>
                  <a:cubicBezTo>
                    <a:pt x="143" y="57"/>
                    <a:pt x="86" y="29"/>
                    <a:pt x="86"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1000625" y="2879475"/>
              <a:ext cx="2150" cy="2450"/>
            </a:xfrm>
            <a:custGeom>
              <a:rect b="b" l="l" r="r" t="t"/>
              <a:pathLst>
                <a:path extrusionOk="0" h="98" w="86">
                  <a:moveTo>
                    <a:pt x="29" y="1"/>
                  </a:moveTo>
                  <a:lnTo>
                    <a:pt x="0" y="29"/>
                  </a:lnTo>
                  <a:cubicBezTo>
                    <a:pt x="0" y="71"/>
                    <a:pt x="16" y="97"/>
                    <a:pt x="35" y="97"/>
                  </a:cubicBezTo>
                  <a:cubicBezTo>
                    <a:pt x="42" y="97"/>
                    <a:pt x="50" y="94"/>
                    <a:pt x="57" y="86"/>
                  </a:cubicBezTo>
                  <a:cubicBezTo>
                    <a:pt x="86" y="58"/>
                    <a:pt x="86" y="29"/>
                    <a:pt x="29"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841600" y="2597625"/>
              <a:ext cx="725" cy="725"/>
            </a:xfrm>
            <a:custGeom>
              <a:rect b="b" l="l" r="r" t="t"/>
              <a:pathLst>
                <a:path extrusionOk="0" h="29" w="29">
                  <a:moveTo>
                    <a:pt x="28" y="1"/>
                  </a:moveTo>
                  <a:lnTo>
                    <a:pt x="0" y="29"/>
                  </a:lnTo>
                  <a:lnTo>
                    <a:pt x="28" y="29"/>
                  </a:lnTo>
                  <a:lnTo>
                    <a:pt x="28"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769875" y="3171575"/>
              <a:ext cx="704325" cy="121525"/>
            </a:xfrm>
            <a:custGeom>
              <a:rect b="b" l="l" r="r" t="t"/>
              <a:pathLst>
                <a:path extrusionOk="0" h="4861" w="28173">
                  <a:moveTo>
                    <a:pt x="17197" y="1"/>
                  </a:moveTo>
                  <a:cubicBezTo>
                    <a:pt x="14714" y="1"/>
                    <a:pt x="12224" y="100"/>
                    <a:pt x="9770" y="330"/>
                  </a:cubicBezTo>
                  <a:cubicBezTo>
                    <a:pt x="7981" y="443"/>
                    <a:pt x="6220" y="699"/>
                    <a:pt x="4488" y="1096"/>
                  </a:cubicBezTo>
                  <a:cubicBezTo>
                    <a:pt x="3267" y="1352"/>
                    <a:pt x="2074" y="1721"/>
                    <a:pt x="938" y="2232"/>
                  </a:cubicBezTo>
                  <a:cubicBezTo>
                    <a:pt x="626" y="2374"/>
                    <a:pt x="342" y="2545"/>
                    <a:pt x="58" y="2772"/>
                  </a:cubicBezTo>
                  <a:cubicBezTo>
                    <a:pt x="1" y="2800"/>
                    <a:pt x="1" y="2885"/>
                    <a:pt x="29" y="2942"/>
                  </a:cubicBezTo>
                  <a:cubicBezTo>
                    <a:pt x="43" y="2956"/>
                    <a:pt x="72" y="2964"/>
                    <a:pt x="100" y="2964"/>
                  </a:cubicBezTo>
                  <a:cubicBezTo>
                    <a:pt x="129" y="2964"/>
                    <a:pt x="157" y="2956"/>
                    <a:pt x="171" y="2942"/>
                  </a:cubicBezTo>
                  <a:cubicBezTo>
                    <a:pt x="308" y="2825"/>
                    <a:pt x="486" y="2761"/>
                    <a:pt x="667" y="2761"/>
                  </a:cubicBezTo>
                  <a:cubicBezTo>
                    <a:pt x="749" y="2761"/>
                    <a:pt x="830" y="2774"/>
                    <a:pt x="910" y="2800"/>
                  </a:cubicBezTo>
                  <a:cubicBezTo>
                    <a:pt x="2046" y="3056"/>
                    <a:pt x="3181" y="3283"/>
                    <a:pt x="4346" y="3510"/>
                  </a:cubicBezTo>
                  <a:cubicBezTo>
                    <a:pt x="6419" y="3965"/>
                    <a:pt x="8549" y="4305"/>
                    <a:pt x="10679" y="4533"/>
                  </a:cubicBezTo>
                  <a:cubicBezTo>
                    <a:pt x="12099" y="4703"/>
                    <a:pt x="13547" y="4817"/>
                    <a:pt x="14967" y="4845"/>
                  </a:cubicBezTo>
                  <a:cubicBezTo>
                    <a:pt x="15301" y="4856"/>
                    <a:pt x="15635" y="4861"/>
                    <a:pt x="15969" y="4861"/>
                  </a:cubicBezTo>
                  <a:cubicBezTo>
                    <a:pt x="18338" y="4861"/>
                    <a:pt x="20714" y="4594"/>
                    <a:pt x="23004" y="4021"/>
                  </a:cubicBezTo>
                  <a:cubicBezTo>
                    <a:pt x="24253" y="3737"/>
                    <a:pt x="25475" y="3255"/>
                    <a:pt x="26582" y="2602"/>
                  </a:cubicBezTo>
                  <a:cubicBezTo>
                    <a:pt x="27122" y="2289"/>
                    <a:pt x="27661" y="1948"/>
                    <a:pt x="28173" y="1579"/>
                  </a:cubicBezTo>
                  <a:cubicBezTo>
                    <a:pt x="28144" y="1437"/>
                    <a:pt x="28031" y="1352"/>
                    <a:pt x="27889" y="1324"/>
                  </a:cubicBezTo>
                  <a:cubicBezTo>
                    <a:pt x="27633" y="1238"/>
                    <a:pt x="27377" y="1153"/>
                    <a:pt x="27122" y="1096"/>
                  </a:cubicBezTo>
                  <a:cubicBezTo>
                    <a:pt x="24452" y="415"/>
                    <a:pt x="21726" y="46"/>
                    <a:pt x="18971" y="17"/>
                  </a:cubicBezTo>
                  <a:cubicBezTo>
                    <a:pt x="18381" y="6"/>
                    <a:pt x="17789" y="1"/>
                    <a:pt x="17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846550" y="3216375"/>
              <a:ext cx="584350" cy="76950"/>
            </a:xfrm>
            <a:custGeom>
              <a:rect b="b" l="l" r="r" t="t"/>
              <a:pathLst>
                <a:path extrusionOk="0" h="3078" w="23374">
                  <a:moveTo>
                    <a:pt x="14320" y="0"/>
                  </a:moveTo>
                  <a:cubicBezTo>
                    <a:pt x="11772" y="0"/>
                    <a:pt x="9223" y="114"/>
                    <a:pt x="6675" y="327"/>
                  </a:cubicBezTo>
                  <a:cubicBezTo>
                    <a:pt x="4914" y="469"/>
                    <a:pt x="3153" y="724"/>
                    <a:pt x="1421" y="1093"/>
                  </a:cubicBezTo>
                  <a:cubicBezTo>
                    <a:pt x="938" y="1207"/>
                    <a:pt x="455" y="1321"/>
                    <a:pt x="1" y="1463"/>
                  </a:cubicBezTo>
                  <a:lnTo>
                    <a:pt x="1279" y="1718"/>
                  </a:lnTo>
                  <a:cubicBezTo>
                    <a:pt x="3380" y="2173"/>
                    <a:pt x="5482" y="2513"/>
                    <a:pt x="7612" y="2769"/>
                  </a:cubicBezTo>
                  <a:cubicBezTo>
                    <a:pt x="9032" y="2911"/>
                    <a:pt x="10480" y="3025"/>
                    <a:pt x="11900" y="3053"/>
                  </a:cubicBezTo>
                  <a:cubicBezTo>
                    <a:pt x="12292" y="3069"/>
                    <a:pt x="12682" y="3077"/>
                    <a:pt x="13073" y="3077"/>
                  </a:cubicBezTo>
                  <a:cubicBezTo>
                    <a:pt x="15399" y="3077"/>
                    <a:pt x="17699" y="2789"/>
                    <a:pt x="19937" y="2229"/>
                  </a:cubicBezTo>
                  <a:cubicBezTo>
                    <a:pt x="21130" y="1945"/>
                    <a:pt x="22294" y="1519"/>
                    <a:pt x="23373" y="923"/>
                  </a:cubicBezTo>
                  <a:cubicBezTo>
                    <a:pt x="20902" y="355"/>
                    <a:pt x="18403" y="43"/>
                    <a:pt x="15876" y="14"/>
                  </a:cubicBezTo>
                  <a:cubicBezTo>
                    <a:pt x="15357" y="5"/>
                    <a:pt x="14839" y="0"/>
                    <a:pt x="143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1094350" y="1609350"/>
              <a:ext cx="200925" cy="2009025"/>
            </a:xfrm>
            <a:custGeom>
              <a:rect b="b" l="l" r="r" t="t"/>
              <a:pathLst>
                <a:path extrusionOk="0" h="80361" w="8037">
                  <a:moveTo>
                    <a:pt x="7668" y="0"/>
                  </a:moveTo>
                  <a:cubicBezTo>
                    <a:pt x="7554" y="0"/>
                    <a:pt x="7441" y="29"/>
                    <a:pt x="7327" y="85"/>
                  </a:cubicBezTo>
                  <a:cubicBezTo>
                    <a:pt x="7071" y="171"/>
                    <a:pt x="6873" y="341"/>
                    <a:pt x="6674" y="540"/>
                  </a:cubicBezTo>
                  <a:cubicBezTo>
                    <a:pt x="6021" y="1221"/>
                    <a:pt x="5368" y="1931"/>
                    <a:pt x="4771" y="2670"/>
                  </a:cubicBezTo>
                  <a:cubicBezTo>
                    <a:pt x="3692" y="3976"/>
                    <a:pt x="2726" y="5396"/>
                    <a:pt x="1931" y="6901"/>
                  </a:cubicBezTo>
                  <a:cubicBezTo>
                    <a:pt x="1903" y="6986"/>
                    <a:pt x="1846" y="7072"/>
                    <a:pt x="1789" y="7157"/>
                  </a:cubicBezTo>
                  <a:lnTo>
                    <a:pt x="1647" y="7157"/>
                  </a:lnTo>
                  <a:cubicBezTo>
                    <a:pt x="1647" y="7157"/>
                    <a:pt x="1619" y="7128"/>
                    <a:pt x="1619" y="7100"/>
                  </a:cubicBezTo>
                  <a:cubicBezTo>
                    <a:pt x="1590" y="6958"/>
                    <a:pt x="1590" y="6759"/>
                    <a:pt x="1562" y="6589"/>
                  </a:cubicBezTo>
                  <a:cubicBezTo>
                    <a:pt x="1562" y="6390"/>
                    <a:pt x="1505" y="6220"/>
                    <a:pt x="1448" y="6021"/>
                  </a:cubicBezTo>
                  <a:cubicBezTo>
                    <a:pt x="1399" y="5872"/>
                    <a:pt x="1263" y="5788"/>
                    <a:pt x="1116" y="5788"/>
                  </a:cubicBezTo>
                  <a:cubicBezTo>
                    <a:pt x="1094" y="5788"/>
                    <a:pt x="1073" y="5790"/>
                    <a:pt x="1051" y="5794"/>
                  </a:cubicBezTo>
                  <a:cubicBezTo>
                    <a:pt x="852" y="5822"/>
                    <a:pt x="767" y="5907"/>
                    <a:pt x="738" y="6134"/>
                  </a:cubicBezTo>
                  <a:lnTo>
                    <a:pt x="738" y="6418"/>
                  </a:lnTo>
                  <a:cubicBezTo>
                    <a:pt x="682" y="7270"/>
                    <a:pt x="653" y="8122"/>
                    <a:pt x="596" y="8974"/>
                  </a:cubicBezTo>
                  <a:cubicBezTo>
                    <a:pt x="454" y="11729"/>
                    <a:pt x="341" y="14484"/>
                    <a:pt x="369" y="17238"/>
                  </a:cubicBezTo>
                  <a:cubicBezTo>
                    <a:pt x="398" y="18204"/>
                    <a:pt x="454" y="19170"/>
                    <a:pt x="454" y="20163"/>
                  </a:cubicBezTo>
                  <a:cubicBezTo>
                    <a:pt x="483" y="22577"/>
                    <a:pt x="540" y="24963"/>
                    <a:pt x="540" y="27377"/>
                  </a:cubicBezTo>
                  <a:cubicBezTo>
                    <a:pt x="540" y="30841"/>
                    <a:pt x="568" y="34306"/>
                    <a:pt x="426" y="37771"/>
                  </a:cubicBezTo>
                  <a:cubicBezTo>
                    <a:pt x="369" y="39645"/>
                    <a:pt x="312" y="41519"/>
                    <a:pt x="426" y="43394"/>
                  </a:cubicBezTo>
                  <a:cubicBezTo>
                    <a:pt x="568" y="45864"/>
                    <a:pt x="738" y="48364"/>
                    <a:pt x="880" y="50834"/>
                  </a:cubicBezTo>
                  <a:cubicBezTo>
                    <a:pt x="966" y="52623"/>
                    <a:pt x="966" y="54384"/>
                    <a:pt x="880" y="56173"/>
                  </a:cubicBezTo>
                  <a:cubicBezTo>
                    <a:pt x="738" y="58502"/>
                    <a:pt x="596" y="60831"/>
                    <a:pt x="511" y="63188"/>
                  </a:cubicBezTo>
                  <a:cubicBezTo>
                    <a:pt x="454" y="64636"/>
                    <a:pt x="369" y="66084"/>
                    <a:pt x="227" y="67561"/>
                  </a:cubicBezTo>
                  <a:cubicBezTo>
                    <a:pt x="29" y="69578"/>
                    <a:pt x="0" y="71594"/>
                    <a:pt x="114" y="73639"/>
                  </a:cubicBezTo>
                  <a:cubicBezTo>
                    <a:pt x="199" y="74973"/>
                    <a:pt x="256" y="76194"/>
                    <a:pt x="312" y="77416"/>
                  </a:cubicBezTo>
                  <a:cubicBezTo>
                    <a:pt x="369" y="78154"/>
                    <a:pt x="426" y="78864"/>
                    <a:pt x="483" y="79602"/>
                  </a:cubicBezTo>
                  <a:cubicBezTo>
                    <a:pt x="511" y="79830"/>
                    <a:pt x="568" y="80028"/>
                    <a:pt x="682" y="80227"/>
                  </a:cubicBezTo>
                  <a:cubicBezTo>
                    <a:pt x="758" y="80317"/>
                    <a:pt x="864" y="80360"/>
                    <a:pt x="967" y="80360"/>
                  </a:cubicBezTo>
                  <a:cubicBezTo>
                    <a:pt x="1093" y="80360"/>
                    <a:pt x="1216" y="80295"/>
                    <a:pt x="1278" y="80170"/>
                  </a:cubicBezTo>
                  <a:cubicBezTo>
                    <a:pt x="1335" y="80057"/>
                    <a:pt x="1363" y="79915"/>
                    <a:pt x="1363" y="79801"/>
                  </a:cubicBezTo>
                  <a:cubicBezTo>
                    <a:pt x="1392" y="79574"/>
                    <a:pt x="1392" y="79375"/>
                    <a:pt x="1392" y="79148"/>
                  </a:cubicBezTo>
                  <a:cubicBezTo>
                    <a:pt x="1392" y="77416"/>
                    <a:pt x="1221" y="75683"/>
                    <a:pt x="1136" y="73951"/>
                  </a:cubicBezTo>
                  <a:cubicBezTo>
                    <a:pt x="1022" y="72219"/>
                    <a:pt x="1051" y="70458"/>
                    <a:pt x="1164" y="68697"/>
                  </a:cubicBezTo>
                  <a:cubicBezTo>
                    <a:pt x="1306" y="66823"/>
                    <a:pt x="1477" y="64863"/>
                    <a:pt x="1534" y="63017"/>
                  </a:cubicBezTo>
                  <a:cubicBezTo>
                    <a:pt x="1619" y="61171"/>
                    <a:pt x="1704" y="59326"/>
                    <a:pt x="1789" y="57480"/>
                  </a:cubicBezTo>
                  <a:cubicBezTo>
                    <a:pt x="1874" y="55634"/>
                    <a:pt x="2016" y="53788"/>
                    <a:pt x="1931" y="51913"/>
                  </a:cubicBezTo>
                  <a:cubicBezTo>
                    <a:pt x="1818" y="50181"/>
                    <a:pt x="1732" y="48420"/>
                    <a:pt x="1619" y="46688"/>
                  </a:cubicBezTo>
                  <a:cubicBezTo>
                    <a:pt x="1562" y="46234"/>
                    <a:pt x="1676" y="45808"/>
                    <a:pt x="1874" y="45410"/>
                  </a:cubicBezTo>
                  <a:cubicBezTo>
                    <a:pt x="2641" y="43962"/>
                    <a:pt x="3351" y="42457"/>
                    <a:pt x="3948" y="40923"/>
                  </a:cubicBezTo>
                  <a:cubicBezTo>
                    <a:pt x="4061" y="40667"/>
                    <a:pt x="4260" y="40412"/>
                    <a:pt x="4118" y="40099"/>
                  </a:cubicBezTo>
                  <a:cubicBezTo>
                    <a:pt x="4103" y="40098"/>
                    <a:pt x="4089" y="40098"/>
                    <a:pt x="4076" y="40098"/>
                  </a:cubicBezTo>
                  <a:cubicBezTo>
                    <a:pt x="3714" y="40098"/>
                    <a:pt x="3629" y="40449"/>
                    <a:pt x="3465" y="40667"/>
                  </a:cubicBezTo>
                  <a:cubicBezTo>
                    <a:pt x="2897" y="41519"/>
                    <a:pt x="2386" y="42400"/>
                    <a:pt x="1960" y="43337"/>
                  </a:cubicBezTo>
                  <a:cubicBezTo>
                    <a:pt x="1874" y="43536"/>
                    <a:pt x="1818" y="43735"/>
                    <a:pt x="1590" y="43848"/>
                  </a:cubicBezTo>
                  <a:cubicBezTo>
                    <a:pt x="1363" y="43706"/>
                    <a:pt x="1477" y="43479"/>
                    <a:pt x="1448" y="43280"/>
                  </a:cubicBezTo>
                  <a:cubicBezTo>
                    <a:pt x="1420" y="42968"/>
                    <a:pt x="1420" y="42627"/>
                    <a:pt x="1420" y="42315"/>
                  </a:cubicBezTo>
                  <a:cubicBezTo>
                    <a:pt x="1420" y="40241"/>
                    <a:pt x="1448" y="38140"/>
                    <a:pt x="1505" y="36038"/>
                  </a:cubicBezTo>
                  <a:cubicBezTo>
                    <a:pt x="1647" y="32403"/>
                    <a:pt x="1590" y="28768"/>
                    <a:pt x="1562" y="25162"/>
                  </a:cubicBezTo>
                  <a:cubicBezTo>
                    <a:pt x="1562" y="23600"/>
                    <a:pt x="1562" y="22066"/>
                    <a:pt x="1505" y="20533"/>
                  </a:cubicBezTo>
                  <a:cubicBezTo>
                    <a:pt x="1363" y="17721"/>
                    <a:pt x="1363" y="14938"/>
                    <a:pt x="1420" y="12127"/>
                  </a:cubicBezTo>
                  <a:cubicBezTo>
                    <a:pt x="1420" y="11956"/>
                    <a:pt x="1448" y="11786"/>
                    <a:pt x="1448" y="11615"/>
                  </a:cubicBezTo>
                  <a:cubicBezTo>
                    <a:pt x="1676" y="10139"/>
                    <a:pt x="2158" y="8690"/>
                    <a:pt x="2840" y="7327"/>
                  </a:cubicBezTo>
                  <a:cubicBezTo>
                    <a:pt x="3607" y="5907"/>
                    <a:pt x="4487" y="4572"/>
                    <a:pt x="5538" y="3351"/>
                  </a:cubicBezTo>
                  <a:cubicBezTo>
                    <a:pt x="6163" y="2613"/>
                    <a:pt x="6787" y="1875"/>
                    <a:pt x="7441" y="1136"/>
                  </a:cubicBezTo>
                  <a:cubicBezTo>
                    <a:pt x="7639" y="909"/>
                    <a:pt x="7810" y="682"/>
                    <a:pt x="7952" y="426"/>
                  </a:cubicBezTo>
                  <a:cubicBezTo>
                    <a:pt x="8037" y="227"/>
                    <a:pt x="7895" y="29"/>
                    <a:pt x="7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1116350" y="2087075"/>
              <a:ext cx="140500" cy="230850"/>
            </a:xfrm>
            <a:custGeom>
              <a:rect b="b" l="l" r="r" t="t"/>
              <a:pathLst>
                <a:path extrusionOk="0" h="9234" w="5620">
                  <a:moveTo>
                    <a:pt x="5283" y="1"/>
                  </a:moveTo>
                  <a:cubicBezTo>
                    <a:pt x="5273" y="1"/>
                    <a:pt x="5264" y="2"/>
                    <a:pt x="5254" y="4"/>
                  </a:cubicBezTo>
                  <a:cubicBezTo>
                    <a:pt x="5141" y="32"/>
                    <a:pt x="5027" y="89"/>
                    <a:pt x="4942" y="174"/>
                  </a:cubicBezTo>
                  <a:cubicBezTo>
                    <a:pt x="4686" y="345"/>
                    <a:pt x="4459" y="600"/>
                    <a:pt x="4289" y="856"/>
                  </a:cubicBezTo>
                  <a:cubicBezTo>
                    <a:pt x="3295" y="2048"/>
                    <a:pt x="2443" y="3298"/>
                    <a:pt x="1648" y="4633"/>
                  </a:cubicBezTo>
                  <a:cubicBezTo>
                    <a:pt x="1108" y="5570"/>
                    <a:pt x="625" y="6564"/>
                    <a:pt x="228" y="7586"/>
                  </a:cubicBezTo>
                  <a:cubicBezTo>
                    <a:pt x="86" y="7927"/>
                    <a:pt x="0" y="8268"/>
                    <a:pt x="0" y="8637"/>
                  </a:cubicBezTo>
                  <a:cubicBezTo>
                    <a:pt x="0" y="8694"/>
                    <a:pt x="0" y="8751"/>
                    <a:pt x="0" y="8779"/>
                  </a:cubicBezTo>
                  <a:cubicBezTo>
                    <a:pt x="29" y="9091"/>
                    <a:pt x="199" y="9233"/>
                    <a:pt x="398" y="9233"/>
                  </a:cubicBezTo>
                  <a:cubicBezTo>
                    <a:pt x="597" y="9233"/>
                    <a:pt x="710" y="9148"/>
                    <a:pt x="796" y="8893"/>
                  </a:cubicBezTo>
                  <a:cubicBezTo>
                    <a:pt x="1165" y="7671"/>
                    <a:pt x="1704" y="6535"/>
                    <a:pt x="2358" y="5456"/>
                  </a:cubicBezTo>
                  <a:cubicBezTo>
                    <a:pt x="3153" y="4065"/>
                    <a:pt x="4090" y="2758"/>
                    <a:pt x="4970" y="1395"/>
                  </a:cubicBezTo>
                  <a:cubicBezTo>
                    <a:pt x="5197" y="1083"/>
                    <a:pt x="5396" y="714"/>
                    <a:pt x="5567" y="316"/>
                  </a:cubicBezTo>
                  <a:cubicBezTo>
                    <a:pt x="5620" y="183"/>
                    <a:pt x="5425" y="1"/>
                    <a:pt x="5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966550" y="2202175"/>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63"/>
                  </a:cubicBezTo>
                  <a:cubicBezTo>
                    <a:pt x="1449" y="1903"/>
                    <a:pt x="2102" y="2471"/>
                    <a:pt x="2755" y="3011"/>
                  </a:cubicBezTo>
                  <a:cubicBezTo>
                    <a:pt x="3579" y="3692"/>
                    <a:pt x="4289" y="4487"/>
                    <a:pt x="4913" y="5396"/>
                  </a:cubicBezTo>
                  <a:cubicBezTo>
                    <a:pt x="5141" y="5765"/>
                    <a:pt x="5396" y="6163"/>
                    <a:pt x="5652" y="6560"/>
                  </a:cubicBezTo>
                  <a:cubicBezTo>
                    <a:pt x="5737" y="6702"/>
                    <a:pt x="5850" y="6816"/>
                    <a:pt x="5964" y="6930"/>
                  </a:cubicBezTo>
                  <a:cubicBezTo>
                    <a:pt x="6035" y="6972"/>
                    <a:pt x="6113" y="6994"/>
                    <a:pt x="6188" y="6994"/>
                  </a:cubicBezTo>
                  <a:cubicBezTo>
                    <a:pt x="6262" y="6994"/>
                    <a:pt x="6333" y="6972"/>
                    <a:pt x="6390" y="6930"/>
                  </a:cubicBezTo>
                  <a:cubicBezTo>
                    <a:pt x="6532" y="6844"/>
                    <a:pt x="6589" y="6702"/>
                    <a:pt x="6532" y="6560"/>
                  </a:cubicBezTo>
                  <a:cubicBezTo>
                    <a:pt x="6504" y="6418"/>
                    <a:pt x="6447" y="6276"/>
                    <a:pt x="6390" y="6134"/>
                  </a:cubicBezTo>
                  <a:cubicBezTo>
                    <a:pt x="5907" y="4999"/>
                    <a:pt x="5169" y="3976"/>
                    <a:pt x="4289" y="3124"/>
                  </a:cubicBezTo>
                  <a:cubicBezTo>
                    <a:pt x="3664" y="2499"/>
                    <a:pt x="3011" y="1903"/>
                    <a:pt x="2357" y="1335"/>
                  </a:cubicBezTo>
                  <a:cubicBezTo>
                    <a:pt x="1988" y="994"/>
                    <a:pt x="1591" y="682"/>
                    <a:pt x="1165"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282850" y="1466175"/>
              <a:ext cx="719925" cy="774650"/>
            </a:xfrm>
            <a:custGeom>
              <a:rect b="b" l="l" r="r" t="t"/>
              <a:pathLst>
                <a:path extrusionOk="0" h="30986" w="28797">
                  <a:moveTo>
                    <a:pt x="10562" y="0"/>
                  </a:moveTo>
                  <a:cubicBezTo>
                    <a:pt x="9883" y="0"/>
                    <a:pt x="9205" y="101"/>
                    <a:pt x="8548" y="303"/>
                  </a:cubicBezTo>
                  <a:cubicBezTo>
                    <a:pt x="7412" y="644"/>
                    <a:pt x="6361" y="1212"/>
                    <a:pt x="5453" y="1950"/>
                  </a:cubicBezTo>
                  <a:cubicBezTo>
                    <a:pt x="4402" y="2831"/>
                    <a:pt x="3465" y="3853"/>
                    <a:pt x="2670" y="5017"/>
                  </a:cubicBezTo>
                  <a:cubicBezTo>
                    <a:pt x="1988" y="6011"/>
                    <a:pt x="1448" y="7062"/>
                    <a:pt x="1079" y="8226"/>
                  </a:cubicBezTo>
                  <a:cubicBezTo>
                    <a:pt x="313" y="10555"/>
                    <a:pt x="0" y="13026"/>
                    <a:pt x="171" y="15496"/>
                  </a:cubicBezTo>
                  <a:cubicBezTo>
                    <a:pt x="227" y="16632"/>
                    <a:pt x="483" y="17768"/>
                    <a:pt x="880" y="18819"/>
                  </a:cubicBezTo>
                  <a:cubicBezTo>
                    <a:pt x="1477" y="20267"/>
                    <a:pt x="2499" y="21517"/>
                    <a:pt x="3777" y="22426"/>
                  </a:cubicBezTo>
                  <a:cubicBezTo>
                    <a:pt x="4033" y="22596"/>
                    <a:pt x="4317" y="22767"/>
                    <a:pt x="4601" y="22880"/>
                  </a:cubicBezTo>
                  <a:cubicBezTo>
                    <a:pt x="5737" y="23363"/>
                    <a:pt x="6929" y="23647"/>
                    <a:pt x="8151" y="23704"/>
                  </a:cubicBezTo>
                  <a:cubicBezTo>
                    <a:pt x="8719" y="23761"/>
                    <a:pt x="9258" y="23732"/>
                    <a:pt x="9826" y="23789"/>
                  </a:cubicBezTo>
                  <a:cubicBezTo>
                    <a:pt x="11076" y="23874"/>
                    <a:pt x="12354" y="24045"/>
                    <a:pt x="13575" y="24300"/>
                  </a:cubicBezTo>
                  <a:cubicBezTo>
                    <a:pt x="14711" y="24499"/>
                    <a:pt x="15762" y="24982"/>
                    <a:pt x="16670" y="25663"/>
                  </a:cubicBezTo>
                  <a:cubicBezTo>
                    <a:pt x="16897" y="25862"/>
                    <a:pt x="17153" y="26032"/>
                    <a:pt x="17380" y="26203"/>
                  </a:cubicBezTo>
                  <a:cubicBezTo>
                    <a:pt x="18261" y="26913"/>
                    <a:pt x="19113" y="27623"/>
                    <a:pt x="19993" y="28304"/>
                  </a:cubicBezTo>
                  <a:cubicBezTo>
                    <a:pt x="21356" y="29384"/>
                    <a:pt x="22890" y="30207"/>
                    <a:pt x="24508" y="30803"/>
                  </a:cubicBezTo>
                  <a:cubicBezTo>
                    <a:pt x="24913" y="30926"/>
                    <a:pt x="25334" y="30985"/>
                    <a:pt x="25755" y="30985"/>
                  </a:cubicBezTo>
                  <a:cubicBezTo>
                    <a:pt x="26308" y="30985"/>
                    <a:pt x="26861" y="30883"/>
                    <a:pt x="27377" y="30690"/>
                  </a:cubicBezTo>
                  <a:cubicBezTo>
                    <a:pt x="27746" y="30576"/>
                    <a:pt x="28058" y="30292"/>
                    <a:pt x="28257" y="29952"/>
                  </a:cubicBezTo>
                  <a:cubicBezTo>
                    <a:pt x="28456" y="29611"/>
                    <a:pt x="28598" y="29213"/>
                    <a:pt x="28683" y="28787"/>
                  </a:cubicBezTo>
                  <a:cubicBezTo>
                    <a:pt x="28797" y="27992"/>
                    <a:pt x="28740" y="27197"/>
                    <a:pt x="28569" y="26402"/>
                  </a:cubicBezTo>
                  <a:cubicBezTo>
                    <a:pt x="28399" y="25720"/>
                    <a:pt x="28200" y="25039"/>
                    <a:pt x="28001" y="24357"/>
                  </a:cubicBezTo>
                  <a:cubicBezTo>
                    <a:pt x="27604" y="23107"/>
                    <a:pt x="27292" y="21801"/>
                    <a:pt x="27150" y="20466"/>
                  </a:cubicBezTo>
                  <a:cubicBezTo>
                    <a:pt x="27093" y="20012"/>
                    <a:pt x="27036" y="19558"/>
                    <a:pt x="26979" y="19075"/>
                  </a:cubicBezTo>
                  <a:cubicBezTo>
                    <a:pt x="26866" y="18138"/>
                    <a:pt x="26780" y="17200"/>
                    <a:pt x="26638" y="16235"/>
                  </a:cubicBezTo>
                  <a:cubicBezTo>
                    <a:pt x="26440" y="15014"/>
                    <a:pt x="26014" y="13821"/>
                    <a:pt x="25332" y="12799"/>
                  </a:cubicBezTo>
                  <a:cubicBezTo>
                    <a:pt x="24736" y="11833"/>
                    <a:pt x="23940" y="10981"/>
                    <a:pt x="23060" y="10243"/>
                  </a:cubicBezTo>
                  <a:cubicBezTo>
                    <a:pt x="22293" y="9675"/>
                    <a:pt x="21640" y="8993"/>
                    <a:pt x="21044" y="8255"/>
                  </a:cubicBezTo>
                  <a:cubicBezTo>
                    <a:pt x="20447" y="7431"/>
                    <a:pt x="19851" y="6608"/>
                    <a:pt x="19226" y="5812"/>
                  </a:cubicBezTo>
                  <a:cubicBezTo>
                    <a:pt x="18317" y="4620"/>
                    <a:pt x="17323" y="3512"/>
                    <a:pt x="16216" y="2518"/>
                  </a:cubicBezTo>
                  <a:cubicBezTo>
                    <a:pt x="15307" y="1638"/>
                    <a:pt x="14228" y="956"/>
                    <a:pt x="13064" y="473"/>
                  </a:cubicBezTo>
                  <a:cubicBezTo>
                    <a:pt x="12259" y="158"/>
                    <a:pt x="11411" y="0"/>
                    <a:pt x="10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392875" y="1540200"/>
              <a:ext cx="576525" cy="649925"/>
            </a:xfrm>
            <a:custGeom>
              <a:rect b="b" l="l" r="r" t="t"/>
              <a:pathLst>
                <a:path extrusionOk="0" h="25997" w="23061">
                  <a:moveTo>
                    <a:pt x="6170" y="0"/>
                  </a:moveTo>
                  <a:cubicBezTo>
                    <a:pt x="6122" y="0"/>
                    <a:pt x="6071" y="27"/>
                    <a:pt x="6050" y="68"/>
                  </a:cubicBezTo>
                  <a:cubicBezTo>
                    <a:pt x="5993" y="125"/>
                    <a:pt x="6022" y="210"/>
                    <a:pt x="6078" y="267"/>
                  </a:cubicBezTo>
                  <a:cubicBezTo>
                    <a:pt x="6448" y="693"/>
                    <a:pt x="6845" y="1148"/>
                    <a:pt x="7243" y="1574"/>
                  </a:cubicBezTo>
                  <a:cubicBezTo>
                    <a:pt x="8549" y="2937"/>
                    <a:pt x="9486" y="4584"/>
                    <a:pt x="10054" y="6373"/>
                  </a:cubicBezTo>
                  <a:cubicBezTo>
                    <a:pt x="10338" y="7395"/>
                    <a:pt x="10651" y="8418"/>
                    <a:pt x="10935" y="9468"/>
                  </a:cubicBezTo>
                  <a:cubicBezTo>
                    <a:pt x="10935" y="9497"/>
                    <a:pt x="10935" y="9554"/>
                    <a:pt x="10935" y="9610"/>
                  </a:cubicBezTo>
                  <a:cubicBezTo>
                    <a:pt x="10935" y="9657"/>
                    <a:pt x="10878" y="9703"/>
                    <a:pt x="10811" y="9703"/>
                  </a:cubicBezTo>
                  <a:cubicBezTo>
                    <a:pt x="10795" y="9703"/>
                    <a:pt x="10780" y="9701"/>
                    <a:pt x="10764" y="9696"/>
                  </a:cubicBezTo>
                  <a:cubicBezTo>
                    <a:pt x="10679" y="9667"/>
                    <a:pt x="10594" y="9610"/>
                    <a:pt x="10537" y="9554"/>
                  </a:cubicBezTo>
                  <a:cubicBezTo>
                    <a:pt x="9259" y="8531"/>
                    <a:pt x="7839" y="7708"/>
                    <a:pt x="6334" y="7083"/>
                  </a:cubicBezTo>
                  <a:cubicBezTo>
                    <a:pt x="5482" y="6771"/>
                    <a:pt x="4658" y="6430"/>
                    <a:pt x="3835" y="6061"/>
                  </a:cubicBezTo>
                  <a:cubicBezTo>
                    <a:pt x="3267" y="5833"/>
                    <a:pt x="2727" y="5578"/>
                    <a:pt x="2159" y="5322"/>
                  </a:cubicBezTo>
                  <a:cubicBezTo>
                    <a:pt x="1932" y="5209"/>
                    <a:pt x="1648" y="5152"/>
                    <a:pt x="1393" y="5152"/>
                  </a:cubicBezTo>
                  <a:cubicBezTo>
                    <a:pt x="1336" y="5152"/>
                    <a:pt x="1307" y="5180"/>
                    <a:pt x="1279" y="5237"/>
                  </a:cubicBezTo>
                  <a:cubicBezTo>
                    <a:pt x="1222" y="5294"/>
                    <a:pt x="1251" y="5379"/>
                    <a:pt x="1336" y="5407"/>
                  </a:cubicBezTo>
                  <a:cubicBezTo>
                    <a:pt x="2046" y="5748"/>
                    <a:pt x="2756" y="6117"/>
                    <a:pt x="3494" y="6430"/>
                  </a:cubicBezTo>
                  <a:cubicBezTo>
                    <a:pt x="4516" y="6884"/>
                    <a:pt x="5567" y="7310"/>
                    <a:pt x="6590" y="7764"/>
                  </a:cubicBezTo>
                  <a:cubicBezTo>
                    <a:pt x="8038" y="8418"/>
                    <a:pt x="9373" y="9270"/>
                    <a:pt x="10565" y="10292"/>
                  </a:cubicBezTo>
                  <a:cubicBezTo>
                    <a:pt x="10679" y="10406"/>
                    <a:pt x="10849" y="10491"/>
                    <a:pt x="10849" y="10690"/>
                  </a:cubicBezTo>
                  <a:cubicBezTo>
                    <a:pt x="10811" y="10765"/>
                    <a:pt x="10748" y="10778"/>
                    <a:pt x="10685" y="10778"/>
                  </a:cubicBezTo>
                  <a:cubicBezTo>
                    <a:pt x="10654" y="10778"/>
                    <a:pt x="10622" y="10775"/>
                    <a:pt x="10594" y="10775"/>
                  </a:cubicBezTo>
                  <a:cubicBezTo>
                    <a:pt x="10404" y="10775"/>
                    <a:pt x="10228" y="10762"/>
                    <a:pt x="10055" y="10762"/>
                  </a:cubicBezTo>
                  <a:cubicBezTo>
                    <a:pt x="9969" y="10762"/>
                    <a:pt x="9884" y="10765"/>
                    <a:pt x="9799" y="10775"/>
                  </a:cubicBezTo>
                  <a:cubicBezTo>
                    <a:pt x="8805" y="10917"/>
                    <a:pt x="7839" y="11087"/>
                    <a:pt x="6874" y="11371"/>
                  </a:cubicBezTo>
                  <a:cubicBezTo>
                    <a:pt x="5732" y="11619"/>
                    <a:pt x="4603" y="11828"/>
                    <a:pt x="3452" y="11828"/>
                  </a:cubicBezTo>
                  <a:cubicBezTo>
                    <a:pt x="2886" y="11828"/>
                    <a:pt x="2314" y="11777"/>
                    <a:pt x="1733" y="11655"/>
                  </a:cubicBezTo>
                  <a:cubicBezTo>
                    <a:pt x="1279" y="11570"/>
                    <a:pt x="825" y="11542"/>
                    <a:pt x="370" y="11485"/>
                  </a:cubicBezTo>
                  <a:cubicBezTo>
                    <a:pt x="332" y="11480"/>
                    <a:pt x="297" y="11478"/>
                    <a:pt x="264" y="11478"/>
                  </a:cubicBezTo>
                  <a:cubicBezTo>
                    <a:pt x="100" y="11478"/>
                    <a:pt x="1" y="11537"/>
                    <a:pt x="1" y="11655"/>
                  </a:cubicBezTo>
                  <a:cubicBezTo>
                    <a:pt x="29" y="11797"/>
                    <a:pt x="143" y="11854"/>
                    <a:pt x="257" y="11882"/>
                  </a:cubicBezTo>
                  <a:cubicBezTo>
                    <a:pt x="342" y="11939"/>
                    <a:pt x="455" y="11968"/>
                    <a:pt x="541" y="11996"/>
                  </a:cubicBezTo>
                  <a:cubicBezTo>
                    <a:pt x="1500" y="12241"/>
                    <a:pt x="2495" y="12364"/>
                    <a:pt x="3483" y="12364"/>
                  </a:cubicBezTo>
                  <a:cubicBezTo>
                    <a:pt x="3752" y="12364"/>
                    <a:pt x="4021" y="12355"/>
                    <a:pt x="4289" y="12337"/>
                  </a:cubicBezTo>
                  <a:cubicBezTo>
                    <a:pt x="5567" y="12195"/>
                    <a:pt x="6788" y="11968"/>
                    <a:pt x="8038" y="11684"/>
                  </a:cubicBezTo>
                  <a:cubicBezTo>
                    <a:pt x="9003" y="11456"/>
                    <a:pt x="9997" y="11343"/>
                    <a:pt x="10991" y="11343"/>
                  </a:cubicBezTo>
                  <a:cubicBezTo>
                    <a:pt x="11446" y="11343"/>
                    <a:pt x="11872" y="11513"/>
                    <a:pt x="12156" y="11826"/>
                  </a:cubicBezTo>
                  <a:cubicBezTo>
                    <a:pt x="13150" y="12848"/>
                    <a:pt x="14087" y="13899"/>
                    <a:pt x="14967" y="15006"/>
                  </a:cubicBezTo>
                  <a:cubicBezTo>
                    <a:pt x="15024" y="15063"/>
                    <a:pt x="15081" y="15148"/>
                    <a:pt x="15138" y="15233"/>
                  </a:cubicBezTo>
                  <a:cubicBezTo>
                    <a:pt x="15166" y="15347"/>
                    <a:pt x="15109" y="15432"/>
                    <a:pt x="14996" y="15432"/>
                  </a:cubicBezTo>
                  <a:cubicBezTo>
                    <a:pt x="14882" y="15432"/>
                    <a:pt x="14768" y="15432"/>
                    <a:pt x="14655" y="15404"/>
                  </a:cubicBezTo>
                  <a:cubicBezTo>
                    <a:pt x="14361" y="15383"/>
                    <a:pt x="14068" y="15373"/>
                    <a:pt x="13775" y="15373"/>
                  </a:cubicBezTo>
                  <a:cubicBezTo>
                    <a:pt x="12848" y="15373"/>
                    <a:pt x="11926" y="15479"/>
                    <a:pt x="11020" y="15716"/>
                  </a:cubicBezTo>
                  <a:cubicBezTo>
                    <a:pt x="9969" y="15943"/>
                    <a:pt x="8947" y="16227"/>
                    <a:pt x="7867" y="16369"/>
                  </a:cubicBezTo>
                  <a:cubicBezTo>
                    <a:pt x="7388" y="16458"/>
                    <a:pt x="6887" y="16502"/>
                    <a:pt x="6384" y="16502"/>
                  </a:cubicBezTo>
                  <a:cubicBezTo>
                    <a:pt x="6082" y="16502"/>
                    <a:pt x="5780" y="16486"/>
                    <a:pt x="5482" y="16455"/>
                  </a:cubicBezTo>
                  <a:lnTo>
                    <a:pt x="4176" y="16256"/>
                  </a:lnTo>
                  <a:cubicBezTo>
                    <a:pt x="4076" y="16227"/>
                    <a:pt x="3970" y="16213"/>
                    <a:pt x="3860" y="16213"/>
                  </a:cubicBezTo>
                  <a:cubicBezTo>
                    <a:pt x="3750" y="16213"/>
                    <a:pt x="3636" y="16227"/>
                    <a:pt x="3522" y="16256"/>
                  </a:cubicBezTo>
                  <a:cubicBezTo>
                    <a:pt x="3466" y="16256"/>
                    <a:pt x="3466" y="16313"/>
                    <a:pt x="3466" y="16369"/>
                  </a:cubicBezTo>
                  <a:cubicBezTo>
                    <a:pt x="3494" y="16369"/>
                    <a:pt x="3494" y="16398"/>
                    <a:pt x="3494" y="16426"/>
                  </a:cubicBezTo>
                  <a:cubicBezTo>
                    <a:pt x="3608" y="16540"/>
                    <a:pt x="3721" y="16597"/>
                    <a:pt x="3892" y="16625"/>
                  </a:cubicBezTo>
                  <a:cubicBezTo>
                    <a:pt x="4545" y="16767"/>
                    <a:pt x="5198" y="16909"/>
                    <a:pt x="5880" y="16994"/>
                  </a:cubicBezTo>
                  <a:cubicBezTo>
                    <a:pt x="6083" y="17013"/>
                    <a:pt x="6287" y="17022"/>
                    <a:pt x="6490" y="17022"/>
                  </a:cubicBezTo>
                  <a:cubicBezTo>
                    <a:pt x="7477" y="17022"/>
                    <a:pt x="8454" y="16818"/>
                    <a:pt x="9373" y="16653"/>
                  </a:cubicBezTo>
                  <a:cubicBezTo>
                    <a:pt x="10452" y="16426"/>
                    <a:pt x="11531" y="16142"/>
                    <a:pt x="12638" y="16000"/>
                  </a:cubicBezTo>
                  <a:cubicBezTo>
                    <a:pt x="13050" y="15958"/>
                    <a:pt x="13455" y="15936"/>
                    <a:pt x="13856" y="15936"/>
                  </a:cubicBezTo>
                  <a:cubicBezTo>
                    <a:pt x="14257" y="15936"/>
                    <a:pt x="14655" y="15958"/>
                    <a:pt x="15052" y="16000"/>
                  </a:cubicBezTo>
                  <a:cubicBezTo>
                    <a:pt x="15535" y="16000"/>
                    <a:pt x="15961" y="16256"/>
                    <a:pt x="16188" y="16653"/>
                  </a:cubicBezTo>
                  <a:cubicBezTo>
                    <a:pt x="16898" y="17818"/>
                    <a:pt x="17665" y="18954"/>
                    <a:pt x="18375" y="20118"/>
                  </a:cubicBezTo>
                  <a:cubicBezTo>
                    <a:pt x="18432" y="20232"/>
                    <a:pt x="18489" y="20345"/>
                    <a:pt x="18517" y="20459"/>
                  </a:cubicBezTo>
                  <a:cubicBezTo>
                    <a:pt x="18545" y="20544"/>
                    <a:pt x="18460" y="20629"/>
                    <a:pt x="18375" y="20629"/>
                  </a:cubicBezTo>
                  <a:cubicBezTo>
                    <a:pt x="18290" y="20601"/>
                    <a:pt x="18233" y="20601"/>
                    <a:pt x="18148" y="20572"/>
                  </a:cubicBezTo>
                  <a:cubicBezTo>
                    <a:pt x="17608" y="20402"/>
                    <a:pt x="17069" y="20317"/>
                    <a:pt x="16501" y="20260"/>
                  </a:cubicBezTo>
                  <a:cubicBezTo>
                    <a:pt x="15138" y="20118"/>
                    <a:pt x="13774" y="19891"/>
                    <a:pt x="12411" y="19578"/>
                  </a:cubicBezTo>
                  <a:cubicBezTo>
                    <a:pt x="11929" y="19465"/>
                    <a:pt x="11474" y="19323"/>
                    <a:pt x="10991" y="19209"/>
                  </a:cubicBezTo>
                  <a:cubicBezTo>
                    <a:pt x="10965" y="19203"/>
                    <a:pt x="10936" y="19199"/>
                    <a:pt x="10908" y="19199"/>
                  </a:cubicBezTo>
                  <a:cubicBezTo>
                    <a:pt x="10815" y="19199"/>
                    <a:pt x="10722" y="19236"/>
                    <a:pt x="10679" y="19323"/>
                  </a:cubicBezTo>
                  <a:cubicBezTo>
                    <a:pt x="10651" y="19436"/>
                    <a:pt x="10736" y="19493"/>
                    <a:pt x="10821" y="19550"/>
                  </a:cubicBezTo>
                  <a:cubicBezTo>
                    <a:pt x="11105" y="19692"/>
                    <a:pt x="11389" y="19834"/>
                    <a:pt x="11701" y="19891"/>
                  </a:cubicBezTo>
                  <a:cubicBezTo>
                    <a:pt x="13008" y="20232"/>
                    <a:pt x="14342" y="20487"/>
                    <a:pt x="15706" y="20658"/>
                  </a:cubicBezTo>
                  <a:cubicBezTo>
                    <a:pt x="16671" y="20743"/>
                    <a:pt x="17637" y="20942"/>
                    <a:pt x="18574" y="21197"/>
                  </a:cubicBezTo>
                  <a:cubicBezTo>
                    <a:pt x="18943" y="21282"/>
                    <a:pt x="19227" y="21510"/>
                    <a:pt x="19426" y="21822"/>
                  </a:cubicBezTo>
                  <a:cubicBezTo>
                    <a:pt x="19710" y="22305"/>
                    <a:pt x="20022" y="22759"/>
                    <a:pt x="20306" y="23242"/>
                  </a:cubicBezTo>
                  <a:lnTo>
                    <a:pt x="20931" y="24207"/>
                  </a:lnTo>
                  <a:cubicBezTo>
                    <a:pt x="20858" y="24262"/>
                    <a:pt x="20772" y="24294"/>
                    <a:pt x="20683" y="24294"/>
                  </a:cubicBezTo>
                  <a:cubicBezTo>
                    <a:pt x="20634" y="24294"/>
                    <a:pt x="20584" y="24284"/>
                    <a:pt x="20533" y="24264"/>
                  </a:cubicBezTo>
                  <a:cubicBezTo>
                    <a:pt x="19170" y="23952"/>
                    <a:pt x="17779" y="23696"/>
                    <a:pt x="16416" y="23299"/>
                  </a:cubicBezTo>
                  <a:cubicBezTo>
                    <a:pt x="16332" y="23257"/>
                    <a:pt x="16219" y="23231"/>
                    <a:pt x="16108" y="23231"/>
                  </a:cubicBezTo>
                  <a:cubicBezTo>
                    <a:pt x="16068" y="23231"/>
                    <a:pt x="16028" y="23234"/>
                    <a:pt x="15990" y="23242"/>
                  </a:cubicBezTo>
                  <a:cubicBezTo>
                    <a:pt x="15961" y="23270"/>
                    <a:pt x="15904" y="23299"/>
                    <a:pt x="15904" y="23327"/>
                  </a:cubicBezTo>
                  <a:cubicBezTo>
                    <a:pt x="15904" y="23384"/>
                    <a:pt x="15904" y="23441"/>
                    <a:pt x="15961" y="23469"/>
                  </a:cubicBezTo>
                  <a:cubicBezTo>
                    <a:pt x="16132" y="23583"/>
                    <a:pt x="16330" y="23668"/>
                    <a:pt x="16529" y="23753"/>
                  </a:cubicBezTo>
                  <a:cubicBezTo>
                    <a:pt x="17069" y="23952"/>
                    <a:pt x="17637" y="24122"/>
                    <a:pt x="18205" y="24264"/>
                  </a:cubicBezTo>
                  <a:cubicBezTo>
                    <a:pt x="19170" y="24491"/>
                    <a:pt x="20136" y="24662"/>
                    <a:pt x="21130" y="24861"/>
                  </a:cubicBezTo>
                  <a:cubicBezTo>
                    <a:pt x="21357" y="24917"/>
                    <a:pt x="21584" y="25031"/>
                    <a:pt x="21755" y="25230"/>
                  </a:cubicBezTo>
                  <a:cubicBezTo>
                    <a:pt x="21925" y="25429"/>
                    <a:pt x="22152" y="25656"/>
                    <a:pt x="22379" y="25826"/>
                  </a:cubicBezTo>
                  <a:cubicBezTo>
                    <a:pt x="22465" y="25940"/>
                    <a:pt x="22607" y="25997"/>
                    <a:pt x="22777" y="25997"/>
                  </a:cubicBezTo>
                  <a:cubicBezTo>
                    <a:pt x="22919" y="25968"/>
                    <a:pt x="23061" y="25798"/>
                    <a:pt x="22976" y="25684"/>
                  </a:cubicBezTo>
                  <a:cubicBezTo>
                    <a:pt x="22805" y="25400"/>
                    <a:pt x="22635" y="25145"/>
                    <a:pt x="22465" y="24889"/>
                  </a:cubicBezTo>
                  <a:cubicBezTo>
                    <a:pt x="21755" y="23923"/>
                    <a:pt x="21101" y="22929"/>
                    <a:pt x="20533" y="21879"/>
                  </a:cubicBezTo>
                  <a:cubicBezTo>
                    <a:pt x="20420" y="21708"/>
                    <a:pt x="20363" y="21538"/>
                    <a:pt x="20306" y="21339"/>
                  </a:cubicBezTo>
                  <a:cubicBezTo>
                    <a:pt x="20193" y="20658"/>
                    <a:pt x="20107" y="19948"/>
                    <a:pt x="20107" y="19238"/>
                  </a:cubicBezTo>
                  <a:cubicBezTo>
                    <a:pt x="20107" y="18073"/>
                    <a:pt x="20051" y="16909"/>
                    <a:pt x="19880" y="15745"/>
                  </a:cubicBezTo>
                  <a:cubicBezTo>
                    <a:pt x="19767" y="14978"/>
                    <a:pt x="19653" y="14211"/>
                    <a:pt x="19483" y="13444"/>
                  </a:cubicBezTo>
                  <a:cubicBezTo>
                    <a:pt x="19369" y="12933"/>
                    <a:pt x="19170" y="12422"/>
                    <a:pt x="19000" y="11911"/>
                  </a:cubicBezTo>
                  <a:cubicBezTo>
                    <a:pt x="18971" y="11797"/>
                    <a:pt x="18886" y="11684"/>
                    <a:pt x="18773" y="11655"/>
                  </a:cubicBezTo>
                  <a:cubicBezTo>
                    <a:pt x="18752" y="11645"/>
                    <a:pt x="18723" y="11638"/>
                    <a:pt x="18696" y="11638"/>
                  </a:cubicBezTo>
                  <a:cubicBezTo>
                    <a:pt x="18648" y="11638"/>
                    <a:pt x="18602" y="11658"/>
                    <a:pt x="18602" y="11712"/>
                  </a:cubicBezTo>
                  <a:cubicBezTo>
                    <a:pt x="18574" y="11797"/>
                    <a:pt x="18574" y="11882"/>
                    <a:pt x="18602" y="11996"/>
                  </a:cubicBezTo>
                  <a:cubicBezTo>
                    <a:pt x="18858" y="12848"/>
                    <a:pt x="19057" y="13728"/>
                    <a:pt x="19170" y="14637"/>
                  </a:cubicBezTo>
                  <a:cubicBezTo>
                    <a:pt x="19454" y="16284"/>
                    <a:pt x="19625" y="17960"/>
                    <a:pt x="19625" y="19635"/>
                  </a:cubicBezTo>
                  <a:cubicBezTo>
                    <a:pt x="19653" y="19806"/>
                    <a:pt x="19681" y="19976"/>
                    <a:pt x="19511" y="20090"/>
                  </a:cubicBezTo>
                  <a:cubicBezTo>
                    <a:pt x="19454" y="20061"/>
                    <a:pt x="19397" y="20004"/>
                    <a:pt x="19341" y="19948"/>
                  </a:cubicBezTo>
                  <a:cubicBezTo>
                    <a:pt x="18943" y="19351"/>
                    <a:pt x="18574" y="18726"/>
                    <a:pt x="18148" y="18130"/>
                  </a:cubicBezTo>
                  <a:cubicBezTo>
                    <a:pt x="17835" y="17619"/>
                    <a:pt x="17495" y="17108"/>
                    <a:pt x="17154" y="16625"/>
                  </a:cubicBezTo>
                  <a:cubicBezTo>
                    <a:pt x="16785" y="16142"/>
                    <a:pt x="16558" y="15603"/>
                    <a:pt x="16472" y="15006"/>
                  </a:cubicBezTo>
                  <a:cubicBezTo>
                    <a:pt x="16302" y="13984"/>
                    <a:pt x="16103" y="12905"/>
                    <a:pt x="15933" y="11854"/>
                  </a:cubicBezTo>
                  <a:cubicBezTo>
                    <a:pt x="15791" y="10917"/>
                    <a:pt x="15564" y="9980"/>
                    <a:pt x="15280" y="9099"/>
                  </a:cubicBezTo>
                  <a:cubicBezTo>
                    <a:pt x="14683" y="7310"/>
                    <a:pt x="13774" y="5635"/>
                    <a:pt x="12638" y="4158"/>
                  </a:cubicBezTo>
                  <a:cubicBezTo>
                    <a:pt x="12553" y="3987"/>
                    <a:pt x="12411" y="3845"/>
                    <a:pt x="12241" y="3760"/>
                  </a:cubicBezTo>
                  <a:cubicBezTo>
                    <a:pt x="12224" y="3752"/>
                    <a:pt x="12208" y="3748"/>
                    <a:pt x="12192" y="3748"/>
                  </a:cubicBezTo>
                  <a:cubicBezTo>
                    <a:pt x="12153" y="3748"/>
                    <a:pt x="12119" y="3769"/>
                    <a:pt x="12099" y="3789"/>
                  </a:cubicBezTo>
                  <a:cubicBezTo>
                    <a:pt x="12071" y="3817"/>
                    <a:pt x="12042" y="3845"/>
                    <a:pt x="12042" y="3902"/>
                  </a:cubicBezTo>
                  <a:cubicBezTo>
                    <a:pt x="12099" y="4016"/>
                    <a:pt x="12127" y="4129"/>
                    <a:pt x="12184" y="4243"/>
                  </a:cubicBezTo>
                  <a:cubicBezTo>
                    <a:pt x="12582" y="4896"/>
                    <a:pt x="12951" y="5549"/>
                    <a:pt x="13348" y="6174"/>
                  </a:cubicBezTo>
                  <a:cubicBezTo>
                    <a:pt x="14030" y="7367"/>
                    <a:pt x="14570" y="8616"/>
                    <a:pt x="14967" y="9923"/>
                  </a:cubicBezTo>
                  <a:cubicBezTo>
                    <a:pt x="15052" y="10207"/>
                    <a:pt x="15138" y="10519"/>
                    <a:pt x="15194" y="10832"/>
                  </a:cubicBezTo>
                  <a:cubicBezTo>
                    <a:pt x="15422" y="11939"/>
                    <a:pt x="15592" y="13075"/>
                    <a:pt x="15791" y="14211"/>
                  </a:cubicBezTo>
                  <a:cubicBezTo>
                    <a:pt x="15819" y="14325"/>
                    <a:pt x="15904" y="14467"/>
                    <a:pt x="15791" y="14609"/>
                  </a:cubicBezTo>
                  <a:cubicBezTo>
                    <a:pt x="15734" y="14609"/>
                    <a:pt x="15677" y="14609"/>
                    <a:pt x="15649" y="14580"/>
                  </a:cubicBezTo>
                  <a:cubicBezTo>
                    <a:pt x="15507" y="14410"/>
                    <a:pt x="15336" y="14268"/>
                    <a:pt x="15194" y="14097"/>
                  </a:cubicBezTo>
                  <a:cubicBezTo>
                    <a:pt x="14342" y="13103"/>
                    <a:pt x="13434" y="12166"/>
                    <a:pt x="12496" y="11258"/>
                  </a:cubicBezTo>
                  <a:cubicBezTo>
                    <a:pt x="12326" y="11116"/>
                    <a:pt x="12184" y="10945"/>
                    <a:pt x="12071" y="10746"/>
                  </a:cubicBezTo>
                  <a:cubicBezTo>
                    <a:pt x="11843" y="10349"/>
                    <a:pt x="11673" y="9923"/>
                    <a:pt x="11531" y="9468"/>
                  </a:cubicBezTo>
                  <a:cubicBezTo>
                    <a:pt x="11247" y="8474"/>
                    <a:pt x="10991" y="7452"/>
                    <a:pt x="10679" y="6458"/>
                  </a:cubicBezTo>
                  <a:cubicBezTo>
                    <a:pt x="10423" y="5578"/>
                    <a:pt x="10111" y="4754"/>
                    <a:pt x="9685" y="3959"/>
                  </a:cubicBezTo>
                  <a:cubicBezTo>
                    <a:pt x="9060" y="2681"/>
                    <a:pt x="8095" y="1630"/>
                    <a:pt x="7101" y="608"/>
                  </a:cubicBezTo>
                  <a:cubicBezTo>
                    <a:pt x="6930" y="438"/>
                    <a:pt x="6760" y="296"/>
                    <a:pt x="6561" y="154"/>
                  </a:cubicBezTo>
                  <a:cubicBezTo>
                    <a:pt x="6448" y="68"/>
                    <a:pt x="6334" y="40"/>
                    <a:pt x="6220" y="12"/>
                  </a:cubicBezTo>
                  <a:cubicBezTo>
                    <a:pt x="6205" y="4"/>
                    <a:pt x="6188" y="0"/>
                    <a:pt x="6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1127700" y="2939050"/>
              <a:ext cx="164650" cy="174225"/>
            </a:xfrm>
            <a:custGeom>
              <a:rect b="b" l="l" r="r" t="t"/>
              <a:pathLst>
                <a:path extrusionOk="0" h="6969" w="6586">
                  <a:moveTo>
                    <a:pt x="6235" y="1"/>
                  </a:moveTo>
                  <a:cubicBezTo>
                    <a:pt x="6221" y="1"/>
                    <a:pt x="6206" y="2"/>
                    <a:pt x="6192" y="3"/>
                  </a:cubicBezTo>
                  <a:cubicBezTo>
                    <a:pt x="5908" y="32"/>
                    <a:pt x="5624" y="145"/>
                    <a:pt x="5425" y="344"/>
                  </a:cubicBezTo>
                  <a:cubicBezTo>
                    <a:pt x="4999" y="657"/>
                    <a:pt x="4601" y="969"/>
                    <a:pt x="4232" y="1310"/>
                  </a:cubicBezTo>
                  <a:cubicBezTo>
                    <a:pt x="3579" y="1878"/>
                    <a:pt x="2926" y="2474"/>
                    <a:pt x="2301" y="3099"/>
                  </a:cubicBezTo>
                  <a:cubicBezTo>
                    <a:pt x="1392" y="3951"/>
                    <a:pt x="682" y="4973"/>
                    <a:pt x="200" y="6109"/>
                  </a:cubicBezTo>
                  <a:cubicBezTo>
                    <a:pt x="114" y="6251"/>
                    <a:pt x="86" y="6393"/>
                    <a:pt x="29" y="6535"/>
                  </a:cubicBezTo>
                  <a:cubicBezTo>
                    <a:pt x="1" y="6677"/>
                    <a:pt x="58" y="6848"/>
                    <a:pt x="200" y="6904"/>
                  </a:cubicBezTo>
                  <a:cubicBezTo>
                    <a:pt x="256" y="6947"/>
                    <a:pt x="327" y="6968"/>
                    <a:pt x="398" y="6968"/>
                  </a:cubicBezTo>
                  <a:cubicBezTo>
                    <a:pt x="469" y="6968"/>
                    <a:pt x="540" y="6947"/>
                    <a:pt x="597" y="6904"/>
                  </a:cubicBezTo>
                  <a:cubicBezTo>
                    <a:pt x="739" y="6791"/>
                    <a:pt x="853" y="6677"/>
                    <a:pt x="938" y="6535"/>
                  </a:cubicBezTo>
                  <a:cubicBezTo>
                    <a:pt x="1194" y="6138"/>
                    <a:pt x="1421" y="5740"/>
                    <a:pt x="1676" y="5371"/>
                  </a:cubicBezTo>
                  <a:cubicBezTo>
                    <a:pt x="2273" y="4490"/>
                    <a:pt x="3011" y="3695"/>
                    <a:pt x="3835" y="3014"/>
                  </a:cubicBezTo>
                  <a:cubicBezTo>
                    <a:pt x="4459" y="2446"/>
                    <a:pt x="5113" y="1878"/>
                    <a:pt x="5766" y="1338"/>
                  </a:cubicBezTo>
                  <a:cubicBezTo>
                    <a:pt x="5965" y="1168"/>
                    <a:pt x="6163" y="969"/>
                    <a:pt x="6334" y="770"/>
                  </a:cubicBezTo>
                  <a:cubicBezTo>
                    <a:pt x="6419" y="657"/>
                    <a:pt x="6476" y="515"/>
                    <a:pt x="6533" y="373"/>
                  </a:cubicBezTo>
                  <a:cubicBezTo>
                    <a:pt x="6586" y="187"/>
                    <a:pt x="6440" y="1"/>
                    <a:pt x="6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957325" y="2004800"/>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35"/>
                  </a:cubicBezTo>
                  <a:cubicBezTo>
                    <a:pt x="1448" y="1903"/>
                    <a:pt x="2102" y="2443"/>
                    <a:pt x="2755" y="3011"/>
                  </a:cubicBezTo>
                  <a:cubicBezTo>
                    <a:pt x="3578" y="3692"/>
                    <a:pt x="4288" y="4487"/>
                    <a:pt x="4913" y="5368"/>
                  </a:cubicBezTo>
                  <a:cubicBezTo>
                    <a:pt x="5140" y="5765"/>
                    <a:pt x="5396" y="6163"/>
                    <a:pt x="5652" y="6561"/>
                  </a:cubicBezTo>
                  <a:cubicBezTo>
                    <a:pt x="5737" y="6703"/>
                    <a:pt x="5850" y="6816"/>
                    <a:pt x="5964" y="6930"/>
                  </a:cubicBezTo>
                  <a:cubicBezTo>
                    <a:pt x="6035" y="6972"/>
                    <a:pt x="6113" y="6994"/>
                    <a:pt x="6188" y="6994"/>
                  </a:cubicBezTo>
                  <a:cubicBezTo>
                    <a:pt x="6262" y="6994"/>
                    <a:pt x="6333" y="6972"/>
                    <a:pt x="6390" y="6930"/>
                  </a:cubicBezTo>
                  <a:cubicBezTo>
                    <a:pt x="6532" y="6845"/>
                    <a:pt x="6589" y="6703"/>
                    <a:pt x="6532" y="6561"/>
                  </a:cubicBezTo>
                  <a:cubicBezTo>
                    <a:pt x="6503" y="6419"/>
                    <a:pt x="6447" y="6277"/>
                    <a:pt x="6390" y="6135"/>
                  </a:cubicBezTo>
                  <a:cubicBezTo>
                    <a:pt x="5907" y="4999"/>
                    <a:pt x="5169" y="3976"/>
                    <a:pt x="4288" y="3096"/>
                  </a:cubicBezTo>
                  <a:cubicBezTo>
                    <a:pt x="3664" y="2500"/>
                    <a:pt x="3010" y="1903"/>
                    <a:pt x="2357" y="1335"/>
                  </a:cubicBezTo>
                  <a:cubicBezTo>
                    <a:pt x="1988" y="994"/>
                    <a:pt x="1562" y="682"/>
                    <a:pt x="1164"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1138350" y="1497775"/>
              <a:ext cx="78125" cy="223050"/>
            </a:xfrm>
            <a:custGeom>
              <a:rect b="b" l="l" r="r" t="t"/>
              <a:pathLst>
                <a:path extrusionOk="0" h="8922" w="3125">
                  <a:moveTo>
                    <a:pt x="342" y="0"/>
                  </a:moveTo>
                  <a:cubicBezTo>
                    <a:pt x="206" y="0"/>
                    <a:pt x="71" y="85"/>
                    <a:pt x="29" y="232"/>
                  </a:cubicBezTo>
                  <a:cubicBezTo>
                    <a:pt x="1" y="374"/>
                    <a:pt x="1" y="516"/>
                    <a:pt x="29" y="658"/>
                  </a:cubicBezTo>
                  <a:cubicBezTo>
                    <a:pt x="86" y="913"/>
                    <a:pt x="171" y="1169"/>
                    <a:pt x="285" y="1425"/>
                  </a:cubicBezTo>
                  <a:cubicBezTo>
                    <a:pt x="597" y="2220"/>
                    <a:pt x="938" y="2987"/>
                    <a:pt x="1222" y="3782"/>
                  </a:cubicBezTo>
                  <a:cubicBezTo>
                    <a:pt x="1648" y="4776"/>
                    <a:pt x="1932" y="5798"/>
                    <a:pt x="2074" y="6877"/>
                  </a:cubicBezTo>
                  <a:cubicBezTo>
                    <a:pt x="2131" y="7332"/>
                    <a:pt x="2159" y="7786"/>
                    <a:pt x="2216" y="8240"/>
                  </a:cubicBezTo>
                  <a:cubicBezTo>
                    <a:pt x="2216" y="8411"/>
                    <a:pt x="2273" y="8581"/>
                    <a:pt x="2330" y="8723"/>
                  </a:cubicBezTo>
                  <a:cubicBezTo>
                    <a:pt x="2386" y="8865"/>
                    <a:pt x="2528" y="8922"/>
                    <a:pt x="2699" y="8922"/>
                  </a:cubicBezTo>
                  <a:cubicBezTo>
                    <a:pt x="2841" y="8922"/>
                    <a:pt x="2954" y="8808"/>
                    <a:pt x="2983" y="8666"/>
                  </a:cubicBezTo>
                  <a:cubicBezTo>
                    <a:pt x="3011" y="8524"/>
                    <a:pt x="3040" y="8382"/>
                    <a:pt x="3040" y="8240"/>
                  </a:cubicBezTo>
                  <a:cubicBezTo>
                    <a:pt x="3125" y="6991"/>
                    <a:pt x="2954" y="5770"/>
                    <a:pt x="2557" y="4577"/>
                  </a:cubicBezTo>
                  <a:cubicBezTo>
                    <a:pt x="2273" y="3753"/>
                    <a:pt x="1960" y="2958"/>
                    <a:pt x="1648" y="2135"/>
                  </a:cubicBezTo>
                  <a:cubicBezTo>
                    <a:pt x="1449" y="1652"/>
                    <a:pt x="1250" y="1169"/>
                    <a:pt x="1023" y="715"/>
                  </a:cubicBezTo>
                  <a:cubicBezTo>
                    <a:pt x="910" y="431"/>
                    <a:pt x="739" y="203"/>
                    <a:pt x="484" y="33"/>
                  </a:cubicBezTo>
                  <a:cubicBezTo>
                    <a:pt x="439" y="11"/>
                    <a:pt x="391"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1208650" y="2357525"/>
              <a:ext cx="762525" cy="678650"/>
            </a:xfrm>
            <a:custGeom>
              <a:rect b="b" l="l" r="r" t="t"/>
              <a:pathLst>
                <a:path extrusionOk="0" h="27146" w="30501">
                  <a:moveTo>
                    <a:pt x="21383" y="0"/>
                  </a:moveTo>
                  <a:cubicBezTo>
                    <a:pt x="20966" y="0"/>
                    <a:pt x="20549" y="40"/>
                    <a:pt x="20135" y="119"/>
                  </a:cubicBezTo>
                  <a:cubicBezTo>
                    <a:pt x="18914" y="375"/>
                    <a:pt x="17778" y="829"/>
                    <a:pt x="16727" y="1511"/>
                  </a:cubicBezTo>
                  <a:cubicBezTo>
                    <a:pt x="15478" y="2249"/>
                    <a:pt x="14342" y="3130"/>
                    <a:pt x="13263" y="4095"/>
                  </a:cubicBezTo>
                  <a:cubicBezTo>
                    <a:pt x="12524" y="4777"/>
                    <a:pt x="11786" y="5458"/>
                    <a:pt x="11076" y="6140"/>
                  </a:cubicBezTo>
                  <a:cubicBezTo>
                    <a:pt x="10366" y="6736"/>
                    <a:pt x="9599" y="7276"/>
                    <a:pt x="8776" y="7673"/>
                  </a:cubicBezTo>
                  <a:cubicBezTo>
                    <a:pt x="7782" y="8213"/>
                    <a:pt x="6873" y="8866"/>
                    <a:pt x="6106" y="9690"/>
                  </a:cubicBezTo>
                  <a:cubicBezTo>
                    <a:pt x="5283" y="10570"/>
                    <a:pt x="4629" y="11621"/>
                    <a:pt x="4232" y="12785"/>
                  </a:cubicBezTo>
                  <a:cubicBezTo>
                    <a:pt x="3948" y="13637"/>
                    <a:pt x="3692" y="14546"/>
                    <a:pt x="3408" y="15426"/>
                  </a:cubicBezTo>
                  <a:cubicBezTo>
                    <a:pt x="3266" y="15852"/>
                    <a:pt x="3124" y="16278"/>
                    <a:pt x="2982" y="16704"/>
                  </a:cubicBezTo>
                  <a:cubicBezTo>
                    <a:pt x="2613" y="17954"/>
                    <a:pt x="2102" y="19175"/>
                    <a:pt x="1449" y="20311"/>
                  </a:cubicBezTo>
                  <a:cubicBezTo>
                    <a:pt x="1136" y="20936"/>
                    <a:pt x="852" y="21560"/>
                    <a:pt x="568" y="22185"/>
                  </a:cubicBezTo>
                  <a:cubicBezTo>
                    <a:pt x="228" y="22895"/>
                    <a:pt x="57" y="23662"/>
                    <a:pt x="29" y="24457"/>
                  </a:cubicBezTo>
                  <a:cubicBezTo>
                    <a:pt x="0" y="24855"/>
                    <a:pt x="86" y="25252"/>
                    <a:pt x="228" y="25650"/>
                  </a:cubicBezTo>
                  <a:cubicBezTo>
                    <a:pt x="341" y="26019"/>
                    <a:pt x="597" y="26331"/>
                    <a:pt x="937" y="26502"/>
                  </a:cubicBezTo>
                  <a:cubicBezTo>
                    <a:pt x="1614" y="26937"/>
                    <a:pt x="2414" y="27146"/>
                    <a:pt x="3233" y="27146"/>
                  </a:cubicBezTo>
                  <a:cubicBezTo>
                    <a:pt x="3376" y="27146"/>
                    <a:pt x="3520" y="27139"/>
                    <a:pt x="3664" y="27127"/>
                  </a:cubicBezTo>
                  <a:cubicBezTo>
                    <a:pt x="5311" y="26871"/>
                    <a:pt x="6930" y="26331"/>
                    <a:pt x="8435" y="25536"/>
                  </a:cubicBezTo>
                  <a:cubicBezTo>
                    <a:pt x="9400" y="25054"/>
                    <a:pt x="10366" y="24514"/>
                    <a:pt x="11332" y="24003"/>
                  </a:cubicBezTo>
                  <a:cubicBezTo>
                    <a:pt x="11587" y="23889"/>
                    <a:pt x="11843" y="23747"/>
                    <a:pt x="12098" y="23634"/>
                  </a:cubicBezTo>
                  <a:cubicBezTo>
                    <a:pt x="13092" y="23122"/>
                    <a:pt x="14200" y="22867"/>
                    <a:pt x="15336" y="22867"/>
                  </a:cubicBezTo>
                  <a:cubicBezTo>
                    <a:pt x="15493" y="22863"/>
                    <a:pt x="15651" y="22861"/>
                    <a:pt x="15809" y="22861"/>
                  </a:cubicBezTo>
                  <a:cubicBezTo>
                    <a:pt x="16873" y="22861"/>
                    <a:pt x="17939" y="22942"/>
                    <a:pt x="19028" y="23066"/>
                  </a:cubicBezTo>
                  <a:cubicBezTo>
                    <a:pt x="19567" y="23122"/>
                    <a:pt x="20107" y="23236"/>
                    <a:pt x="20646" y="23293"/>
                  </a:cubicBezTo>
                  <a:cubicBezTo>
                    <a:pt x="21094" y="23358"/>
                    <a:pt x="21549" y="23390"/>
                    <a:pt x="22007" y="23390"/>
                  </a:cubicBezTo>
                  <a:cubicBezTo>
                    <a:pt x="22741" y="23390"/>
                    <a:pt x="23479" y="23308"/>
                    <a:pt x="24196" y="23151"/>
                  </a:cubicBezTo>
                  <a:cubicBezTo>
                    <a:pt x="24480" y="23066"/>
                    <a:pt x="24764" y="22980"/>
                    <a:pt x="25048" y="22838"/>
                  </a:cubicBezTo>
                  <a:cubicBezTo>
                    <a:pt x="26440" y="22214"/>
                    <a:pt x="27632" y="21191"/>
                    <a:pt x="28484" y="19913"/>
                  </a:cubicBezTo>
                  <a:cubicBezTo>
                    <a:pt x="29052" y="18948"/>
                    <a:pt x="29478" y="17925"/>
                    <a:pt x="29762" y="16846"/>
                  </a:cubicBezTo>
                  <a:cubicBezTo>
                    <a:pt x="30359" y="14518"/>
                    <a:pt x="30501" y="12075"/>
                    <a:pt x="30188" y="9690"/>
                  </a:cubicBezTo>
                  <a:cubicBezTo>
                    <a:pt x="30046" y="8554"/>
                    <a:pt x="29734" y="7418"/>
                    <a:pt x="29251" y="6367"/>
                  </a:cubicBezTo>
                  <a:cubicBezTo>
                    <a:pt x="28712" y="5117"/>
                    <a:pt x="28002" y="3953"/>
                    <a:pt x="27150" y="2902"/>
                  </a:cubicBezTo>
                  <a:cubicBezTo>
                    <a:pt x="26411" y="2022"/>
                    <a:pt x="25503" y="1312"/>
                    <a:pt x="24480" y="772"/>
                  </a:cubicBezTo>
                  <a:cubicBezTo>
                    <a:pt x="23519" y="261"/>
                    <a:pt x="22455" y="0"/>
                    <a:pt x="2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1238475" y="2430775"/>
              <a:ext cx="617700" cy="548150"/>
            </a:xfrm>
            <a:custGeom>
              <a:rect b="b" l="l" r="r" t="t"/>
              <a:pathLst>
                <a:path extrusionOk="0" h="21926" w="24708">
                  <a:moveTo>
                    <a:pt x="20817" y="1"/>
                  </a:moveTo>
                  <a:cubicBezTo>
                    <a:pt x="20703" y="1"/>
                    <a:pt x="20589" y="29"/>
                    <a:pt x="20476" y="86"/>
                  </a:cubicBezTo>
                  <a:cubicBezTo>
                    <a:pt x="20249" y="171"/>
                    <a:pt x="20050" y="313"/>
                    <a:pt x="19851" y="427"/>
                  </a:cubicBezTo>
                  <a:cubicBezTo>
                    <a:pt x="18715" y="1222"/>
                    <a:pt x="17607" y="2045"/>
                    <a:pt x="16755" y="3153"/>
                  </a:cubicBezTo>
                  <a:cubicBezTo>
                    <a:pt x="16216" y="3863"/>
                    <a:pt x="15761" y="4601"/>
                    <a:pt x="15336" y="5368"/>
                  </a:cubicBezTo>
                  <a:cubicBezTo>
                    <a:pt x="14881" y="6305"/>
                    <a:pt x="14455" y="7214"/>
                    <a:pt x="13972" y="8123"/>
                  </a:cubicBezTo>
                  <a:cubicBezTo>
                    <a:pt x="13774" y="8520"/>
                    <a:pt x="13518" y="8890"/>
                    <a:pt x="13234" y="9230"/>
                  </a:cubicBezTo>
                  <a:cubicBezTo>
                    <a:pt x="13092" y="9401"/>
                    <a:pt x="12922" y="9543"/>
                    <a:pt x="12751" y="9656"/>
                  </a:cubicBezTo>
                  <a:cubicBezTo>
                    <a:pt x="11672" y="10338"/>
                    <a:pt x="10621" y="11105"/>
                    <a:pt x="9627" y="11900"/>
                  </a:cubicBezTo>
                  <a:cubicBezTo>
                    <a:pt x="9457" y="12042"/>
                    <a:pt x="9287" y="12155"/>
                    <a:pt x="9116" y="12269"/>
                  </a:cubicBezTo>
                  <a:lnTo>
                    <a:pt x="8974" y="12269"/>
                  </a:lnTo>
                  <a:cubicBezTo>
                    <a:pt x="8889" y="12127"/>
                    <a:pt x="9003" y="11985"/>
                    <a:pt x="9031" y="11872"/>
                  </a:cubicBezTo>
                  <a:cubicBezTo>
                    <a:pt x="9429" y="10821"/>
                    <a:pt x="9798" y="9770"/>
                    <a:pt x="10195" y="8719"/>
                  </a:cubicBezTo>
                  <a:cubicBezTo>
                    <a:pt x="10309" y="8435"/>
                    <a:pt x="10451" y="8180"/>
                    <a:pt x="10621" y="7896"/>
                  </a:cubicBezTo>
                  <a:cubicBezTo>
                    <a:pt x="11218" y="6731"/>
                    <a:pt x="11956" y="5624"/>
                    <a:pt x="12836" y="4601"/>
                  </a:cubicBezTo>
                  <a:cubicBezTo>
                    <a:pt x="13348" y="4062"/>
                    <a:pt x="13802" y="3494"/>
                    <a:pt x="14285" y="2954"/>
                  </a:cubicBezTo>
                  <a:cubicBezTo>
                    <a:pt x="14370" y="2869"/>
                    <a:pt x="14427" y="2755"/>
                    <a:pt x="14484" y="2642"/>
                  </a:cubicBezTo>
                  <a:cubicBezTo>
                    <a:pt x="14484" y="2613"/>
                    <a:pt x="14484" y="2557"/>
                    <a:pt x="14455" y="2528"/>
                  </a:cubicBezTo>
                  <a:cubicBezTo>
                    <a:pt x="14427" y="2500"/>
                    <a:pt x="14370" y="2471"/>
                    <a:pt x="14342" y="2471"/>
                  </a:cubicBezTo>
                  <a:cubicBezTo>
                    <a:pt x="14143" y="2528"/>
                    <a:pt x="14001" y="2642"/>
                    <a:pt x="13859" y="2784"/>
                  </a:cubicBezTo>
                  <a:cubicBezTo>
                    <a:pt x="12496" y="4005"/>
                    <a:pt x="11360" y="5453"/>
                    <a:pt x="10451" y="7044"/>
                  </a:cubicBezTo>
                  <a:cubicBezTo>
                    <a:pt x="10025" y="7867"/>
                    <a:pt x="9627" y="8691"/>
                    <a:pt x="9315" y="9571"/>
                  </a:cubicBezTo>
                  <a:cubicBezTo>
                    <a:pt x="8974" y="10565"/>
                    <a:pt x="8605" y="11531"/>
                    <a:pt x="8264" y="12525"/>
                  </a:cubicBezTo>
                  <a:cubicBezTo>
                    <a:pt x="8065" y="13064"/>
                    <a:pt x="7753" y="13547"/>
                    <a:pt x="7327" y="13945"/>
                  </a:cubicBezTo>
                  <a:cubicBezTo>
                    <a:pt x="6873" y="14342"/>
                    <a:pt x="6475" y="14768"/>
                    <a:pt x="6077" y="15194"/>
                  </a:cubicBezTo>
                  <a:cubicBezTo>
                    <a:pt x="5566" y="15705"/>
                    <a:pt x="5083" y="16217"/>
                    <a:pt x="4601" y="16728"/>
                  </a:cubicBezTo>
                  <a:cubicBezTo>
                    <a:pt x="4544" y="16785"/>
                    <a:pt x="4487" y="16813"/>
                    <a:pt x="4430" y="16841"/>
                  </a:cubicBezTo>
                  <a:cubicBezTo>
                    <a:pt x="4260" y="16699"/>
                    <a:pt x="4345" y="16529"/>
                    <a:pt x="4374" y="16387"/>
                  </a:cubicBezTo>
                  <a:cubicBezTo>
                    <a:pt x="4686" y="14768"/>
                    <a:pt x="5140" y="13206"/>
                    <a:pt x="5737" y="11673"/>
                  </a:cubicBezTo>
                  <a:cubicBezTo>
                    <a:pt x="5992" y="10821"/>
                    <a:pt x="6333" y="10026"/>
                    <a:pt x="6759" y="9230"/>
                  </a:cubicBezTo>
                  <a:cubicBezTo>
                    <a:pt x="6787" y="9145"/>
                    <a:pt x="6816" y="9060"/>
                    <a:pt x="6816" y="8975"/>
                  </a:cubicBezTo>
                  <a:cubicBezTo>
                    <a:pt x="6816" y="8890"/>
                    <a:pt x="6731" y="8861"/>
                    <a:pt x="6645" y="8861"/>
                  </a:cubicBezTo>
                  <a:cubicBezTo>
                    <a:pt x="6532" y="8890"/>
                    <a:pt x="6447" y="8975"/>
                    <a:pt x="6390" y="9088"/>
                  </a:cubicBezTo>
                  <a:cubicBezTo>
                    <a:pt x="6134" y="9543"/>
                    <a:pt x="5879" y="9997"/>
                    <a:pt x="5651" y="10480"/>
                  </a:cubicBezTo>
                  <a:cubicBezTo>
                    <a:pt x="5367" y="11190"/>
                    <a:pt x="5112" y="11900"/>
                    <a:pt x="4856" y="12610"/>
                  </a:cubicBezTo>
                  <a:cubicBezTo>
                    <a:pt x="4487" y="13689"/>
                    <a:pt x="4203" y="14797"/>
                    <a:pt x="4004" y="15933"/>
                  </a:cubicBezTo>
                  <a:cubicBezTo>
                    <a:pt x="3862" y="16586"/>
                    <a:pt x="3664" y="17267"/>
                    <a:pt x="3408" y="17892"/>
                  </a:cubicBezTo>
                  <a:cubicBezTo>
                    <a:pt x="3351" y="18062"/>
                    <a:pt x="3266" y="18233"/>
                    <a:pt x="3124" y="18375"/>
                  </a:cubicBezTo>
                  <a:cubicBezTo>
                    <a:pt x="2386" y="19255"/>
                    <a:pt x="1562" y="20107"/>
                    <a:pt x="738" y="20902"/>
                  </a:cubicBezTo>
                  <a:cubicBezTo>
                    <a:pt x="511" y="21130"/>
                    <a:pt x="284" y="21357"/>
                    <a:pt x="85" y="21584"/>
                  </a:cubicBezTo>
                  <a:cubicBezTo>
                    <a:pt x="0" y="21669"/>
                    <a:pt x="85" y="21868"/>
                    <a:pt x="227" y="21896"/>
                  </a:cubicBezTo>
                  <a:cubicBezTo>
                    <a:pt x="278" y="21916"/>
                    <a:pt x="328" y="21926"/>
                    <a:pt x="378" y="21926"/>
                  </a:cubicBezTo>
                  <a:cubicBezTo>
                    <a:pt x="470" y="21926"/>
                    <a:pt x="562" y="21895"/>
                    <a:pt x="653" y="21840"/>
                  </a:cubicBezTo>
                  <a:cubicBezTo>
                    <a:pt x="880" y="21698"/>
                    <a:pt x="1136" y="21527"/>
                    <a:pt x="1363" y="21357"/>
                  </a:cubicBezTo>
                  <a:cubicBezTo>
                    <a:pt x="1512" y="21233"/>
                    <a:pt x="1703" y="21153"/>
                    <a:pt x="1919" y="21153"/>
                  </a:cubicBezTo>
                  <a:cubicBezTo>
                    <a:pt x="1951" y="21153"/>
                    <a:pt x="1983" y="21154"/>
                    <a:pt x="2016" y="21158"/>
                  </a:cubicBezTo>
                  <a:cubicBezTo>
                    <a:pt x="2982" y="21158"/>
                    <a:pt x="3948" y="21158"/>
                    <a:pt x="4913" y="21101"/>
                  </a:cubicBezTo>
                  <a:cubicBezTo>
                    <a:pt x="5481" y="21073"/>
                    <a:pt x="6049" y="20988"/>
                    <a:pt x="6617" y="20902"/>
                  </a:cubicBezTo>
                  <a:cubicBezTo>
                    <a:pt x="6844" y="20874"/>
                    <a:pt x="7043" y="20789"/>
                    <a:pt x="7242" y="20732"/>
                  </a:cubicBezTo>
                  <a:cubicBezTo>
                    <a:pt x="7270" y="20704"/>
                    <a:pt x="7299" y="20647"/>
                    <a:pt x="7299" y="20618"/>
                  </a:cubicBezTo>
                  <a:cubicBezTo>
                    <a:pt x="7299" y="20562"/>
                    <a:pt x="7270" y="20533"/>
                    <a:pt x="7213" y="20505"/>
                  </a:cubicBezTo>
                  <a:cubicBezTo>
                    <a:pt x="7147" y="20471"/>
                    <a:pt x="7071" y="20458"/>
                    <a:pt x="6990" y="20458"/>
                  </a:cubicBezTo>
                  <a:cubicBezTo>
                    <a:pt x="6933" y="20458"/>
                    <a:pt x="6875" y="20465"/>
                    <a:pt x="6816" y="20476"/>
                  </a:cubicBezTo>
                  <a:cubicBezTo>
                    <a:pt x="5424" y="20618"/>
                    <a:pt x="4061" y="20618"/>
                    <a:pt x="2698" y="20647"/>
                  </a:cubicBezTo>
                  <a:cubicBezTo>
                    <a:pt x="2664" y="20653"/>
                    <a:pt x="2631" y="20657"/>
                    <a:pt x="2598" y="20657"/>
                  </a:cubicBezTo>
                  <a:cubicBezTo>
                    <a:pt x="2492" y="20657"/>
                    <a:pt x="2394" y="20620"/>
                    <a:pt x="2329" y="20533"/>
                  </a:cubicBezTo>
                  <a:lnTo>
                    <a:pt x="3096" y="19710"/>
                  </a:lnTo>
                  <a:cubicBezTo>
                    <a:pt x="3436" y="19312"/>
                    <a:pt x="3834" y="18914"/>
                    <a:pt x="4203" y="18517"/>
                  </a:cubicBezTo>
                  <a:cubicBezTo>
                    <a:pt x="4430" y="18233"/>
                    <a:pt x="4771" y="18091"/>
                    <a:pt x="5140" y="18091"/>
                  </a:cubicBezTo>
                  <a:cubicBezTo>
                    <a:pt x="5609" y="18048"/>
                    <a:pt x="6085" y="18027"/>
                    <a:pt x="6560" y="18027"/>
                  </a:cubicBezTo>
                  <a:cubicBezTo>
                    <a:pt x="7036" y="18027"/>
                    <a:pt x="7512" y="18048"/>
                    <a:pt x="7980" y="18091"/>
                  </a:cubicBezTo>
                  <a:cubicBezTo>
                    <a:pt x="8648" y="18133"/>
                    <a:pt x="9308" y="18155"/>
                    <a:pt x="9968" y="18155"/>
                  </a:cubicBezTo>
                  <a:cubicBezTo>
                    <a:pt x="10628" y="18155"/>
                    <a:pt x="11289" y="18133"/>
                    <a:pt x="11956" y="18091"/>
                  </a:cubicBezTo>
                  <a:cubicBezTo>
                    <a:pt x="12268" y="18062"/>
                    <a:pt x="12581" y="18006"/>
                    <a:pt x="12865" y="17892"/>
                  </a:cubicBezTo>
                  <a:cubicBezTo>
                    <a:pt x="12950" y="17864"/>
                    <a:pt x="13064" y="17807"/>
                    <a:pt x="13035" y="17693"/>
                  </a:cubicBezTo>
                  <a:cubicBezTo>
                    <a:pt x="13035" y="17580"/>
                    <a:pt x="12893" y="17551"/>
                    <a:pt x="12751" y="17551"/>
                  </a:cubicBezTo>
                  <a:cubicBezTo>
                    <a:pt x="12297" y="17580"/>
                    <a:pt x="11814" y="17608"/>
                    <a:pt x="11331" y="17636"/>
                  </a:cubicBezTo>
                  <a:cubicBezTo>
                    <a:pt x="10998" y="17644"/>
                    <a:pt x="10662" y="17647"/>
                    <a:pt x="10326" y="17647"/>
                  </a:cubicBezTo>
                  <a:cubicBezTo>
                    <a:pt x="9317" y="17647"/>
                    <a:pt x="8300" y="17615"/>
                    <a:pt x="7299" y="17551"/>
                  </a:cubicBezTo>
                  <a:cubicBezTo>
                    <a:pt x="7029" y="17523"/>
                    <a:pt x="6752" y="17509"/>
                    <a:pt x="6475" y="17509"/>
                  </a:cubicBezTo>
                  <a:cubicBezTo>
                    <a:pt x="6198" y="17509"/>
                    <a:pt x="5921" y="17523"/>
                    <a:pt x="5651" y="17551"/>
                  </a:cubicBezTo>
                  <a:lnTo>
                    <a:pt x="5453" y="17551"/>
                  </a:lnTo>
                  <a:cubicBezTo>
                    <a:pt x="5367" y="17551"/>
                    <a:pt x="5282" y="17438"/>
                    <a:pt x="5339" y="17352"/>
                  </a:cubicBezTo>
                  <a:cubicBezTo>
                    <a:pt x="5396" y="17239"/>
                    <a:pt x="5453" y="17154"/>
                    <a:pt x="5538" y="17069"/>
                  </a:cubicBezTo>
                  <a:cubicBezTo>
                    <a:pt x="6447" y="16075"/>
                    <a:pt x="7355" y="15109"/>
                    <a:pt x="8236" y="14143"/>
                  </a:cubicBezTo>
                  <a:cubicBezTo>
                    <a:pt x="8490" y="13843"/>
                    <a:pt x="8837" y="13693"/>
                    <a:pt x="9202" y="13693"/>
                  </a:cubicBezTo>
                  <a:cubicBezTo>
                    <a:pt x="9287" y="13693"/>
                    <a:pt x="9372" y="13701"/>
                    <a:pt x="9457" y="13717"/>
                  </a:cubicBezTo>
                  <a:cubicBezTo>
                    <a:pt x="10224" y="13774"/>
                    <a:pt x="11019" y="13916"/>
                    <a:pt x="11757" y="14143"/>
                  </a:cubicBezTo>
                  <a:cubicBezTo>
                    <a:pt x="12808" y="14484"/>
                    <a:pt x="13802" y="14939"/>
                    <a:pt x="14796" y="15365"/>
                  </a:cubicBezTo>
                  <a:cubicBezTo>
                    <a:pt x="15818" y="15847"/>
                    <a:pt x="16926" y="16160"/>
                    <a:pt x="18062" y="16330"/>
                  </a:cubicBezTo>
                  <a:cubicBezTo>
                    <a:pt x="18280" y="16340"/>
                    <a:pt x="18500" y="16343"/>
                    <a:pt x="18722" y="16343"/>
                  </a:cubicBezTo>
                  <a:cubicBezTo>
                    <a:pt x="19166" y="16343"/>
                    <a:pt x="19614" y="16330"/>
                    <a:pt x="20050" y="16330"/>
                  </a:cubicBezTo>
                  <a:cubicBezTo>
                    <a:pt x="20192" y="16330"/>
                    <a:pt x="20334" y="16273"/>
                    <a:pt x="20447" y="16188"/>
                  </a:cubicBezTo>
                  <a:cubicBezTo>
                    <a:pt x="20476" y="16188"/>
                    <a:pt x="20476" y="16160"/>
                    <a:pt x="20504" y="16131"/>
                  </a:cubicBezTo>
                  <a:cubicBezTo>
                    <a:pt x="20533" y="16103"/>
                    <a:pt x="20504" y="16046"/>
                    <a:pt x="20447" y="16018"/>
                  </a:cubicBezTo>
                  <a:cubicBezTo>
                    <a:pt x="20249" y="15933"/>
                    <a:pt x="20050" y="15904"/>
                    <a:pt x="19823" y="15904"/>
                  </a:cubicBezTo>
                  <a:lnTo>
                    <a:pt x="18545" y="15876"/>
                  </a:lnTo>
                  <a:cubicBezTo>
                    <a:pt x="17778" y="15791"/>
                    <a:pt x="17011" y="15620"/>
                    <a:pt x="16273" y="15336"/>
                  </a:cubicBezTo>
                  <a:cubicBezTo>
                    <a:pt x="15279" y="14995"/>
                    <a:pt x="14342" y="14569"/>
                    <a:pt x="13376" y="14143"/>
                  </a:cubicBezTo>
                  <a:cubicBezTo>
                    <a:pt x="12297" y="13632"/>
                    <a:pt x="11132" y="13320"/>
                    <a:pt x="9968" y="13206"/>
                  </a:cubicBezTo>
                  <a:cubicBezTo>
                    <a:pt x="9826" y="13206"/>
                    <a:pt x="9713" y="13178"/>
                    <a:pt x="9599" y="13149"/>
                  </a:cubicBezTo>
                  <a:cubicBezTo>
                    <a:pt x="9514" y="13149"/>
                    <a:pt x="9457" y="13036"/>
                    <a:pt x="9514" y="12951"/>
                  </a:cubicBezTo>
                  <a:cubicBezTo>
                    <a:pt x="9571" y="12865"/>
                    <a:pt x="9627" y="12809"/>
                    <a:pt x="9713" y="12752"/>
                  </a:cubicBezTo>
                  <a:cubicBezTo>
                    <a:pt x="10763" y="11843"/>
                    <a:pt x="11842" y="11020"/>
                    <a:pt x="12978" y="10224"/>
                  </a:cubicBezTo>
                  <a:cubicBezTo>
                    <a:pt x="13230" y="10036"/>
                    <a:pt x="13542" y="9925"/>
                    <a:pt x="13849" y="9925"/>
                  </a:cubicBezTo>
                  <a:cubicBezTo>
                    <a:pt x="13958" y="9925"/>
                    <a:pt x="14067" y="9939"/>
                    <a:pt x="14171" y="9969"/>
                  </a:cubicBezTo>
                  <a:cubicBezTo>
                    <a:pt x="15137" y="10139"/>
                    <a:pt x="16074" y="10423"/>
                    <a:pt x="16954" y="10821"/>
                  </a:cubicBezTo>
                  <a:cubicBezTo>
                    <a:pt x="18090" y="11332"/>
                    <a:pt x="19255" y="11758"/>
                    <a:pt x="20419" y="12127"/>
                  </a:cubicBezTo>
                  <a:cubicBezTo>
                    <a:pt x="21416" y="12388"/>
                    <a:pt x="22452" y="12510"/>
                    <a:pt x="23478" y="12510"/>
                  </a:cubicBezTo>
                  <a:cubicBezTo>
                    <a:pt x="23680" y="12510"/>
                    <a:pt x="23882" y="12506"/>
                    <a:pt x="24082" y="12496"/>
                  </a:cubicBezTo>
                  <a:cubicBezTo>
                    <a:pt x="24196" y="12468"/>
                    <a:pt x="24281" y="12468"/>
                    <a:pt x="24366" y="12439"/>
                  </a:cubicBezTo>
                  <a:cubicBezTo>
                    <a:pt x="24480" y="12411"/>
                    <a:pt x="24594" y="12411"/>
                    <a:pt x="24650" y="12269"/>
                  </a:cubicBezTo>
                  <a:cubicBezTo>
                    <a:pt x="24707" y="12127"/>
                    <a:pt x="24565" y="12070"/>
                    <a:pt x="24366" y="12042"/>
                  </a:cubicBezTo>
                  <a:cubicBezTo>
                    <a:pt x="23912" y="12014"/>
                    <a:pt x="23458" y="11957"/>
                    <a:pt x="23003" y="11957"/>
                  </a:cubicBezTo>
                  <a:cubicBezTo>
                    <a:pt x="21271" y="11957"/>
                    <a:pt x="19709" y="11417"/>
                    <a:pt x="18147" y="10736"/>
                  </a:cubicBezTo>
                  <a:cubicBezTo>
                    <a:pt x="17267" y="10310"/>
                    <a:pt x="16358" y="9969"/>
                    <a:pt x="15421" y="9685"/>
                  </a:cubicBezTo>
                  <a:cubicBezTo>
                    <a:pt x="15165" y="9600"/>
                    <a:pt x="14910" y="9571"/>
                    <a:pt x="14654" y="9543"/>
                  </a:cubicBezTo>
                  <a:cubicBezTo>
                    <a:pt x="14634" y="9550"/>
                    <a:pt x="14614" y="9553"/>
                    <a:pt x="14594" y="9553"/>
                  </a:cubicBezTo>
                  <a:cubicBezTo>
                    <a:pt x="14530" y="9553"/>
                    <a:pt x="14470" y="9516"/>
                    <a:pt x="14427" y="9429"/>
                  </a:cubicBezTo>
                  <a:cubicBezTo>
                    <a:pt x="14484" y="9230"/>
                    <a:pt x="14654" y="9174"/>
                    <a:pt x="14796" y="9088"/>
                  </a:cubicBezTo>
                  <a:cubicBezTo>
                    <a:pt x="16131" y="8322"/>
                    <a:pt x="17579" y="7754"/>
                    <a:pt x="19084" y="7384"/>
                  </a:cubicBezTo>
                  <a:cubicBezTo>
                    <a:pt x="20135" y="7129"/>
                    <a:pt x="21214" y="6930"/>
                    <a:pt x="22265" y="6675"/>
                  </a:cubicBezTo>
                  <a:cubicBezTo>
                    <a:pt x="23032" y="6504"/>
                    <a:pt x="23798" y="6277"/>
                    <a:pt x="24537" y="6078"/>
                  </a:cubicBezTo>
                  <a:cubicBezTo>
                    <a:pt x="24622" y="6050"/>
                    <a:pt x="24650" y="5965"/>
                    <a:pt x="24622" y="5908"/>
                  </a:cubicBezTo>
                  <a:cubicBezTo>
                    <a:pt x="24594" y="5879"/>
                    <a:pt x="24565" y="5823"/>
                    <a:pt x="24537" y="5823"/>
                  </a:cubicBezTo>
                  <a:cubicBezTo>
                    <a:pt x="24422" y="5797"/>
                    <a:pt x="24301" y="5783"/>
                    <a:pt x="24183" y="5783"/>
                  </a:cubicBezTo>
                  <a:cubicBezTo>
                    <a:pt x="24037" y="5783"/>
                    <a:pt x="23895" y="5804"/>
                    <a:pt x="23770" y="5851"/>
                  </a:cubicBezTo>
                  <a:cubicBezTo>
                    <a:pt x="23174" y="5965"/>
                    <a:pt x="22606" y="6135"/>
                    <a:pt x="22009" y="6249"/>
                  </a:cubicBezTo>
                  <a:cubicBezTo>
                    <a:pt x="21157" y="6419"/>
                    <a:pt x="20305" y="6618"/>
                    <a:pt x="19453" y="6788"/>
                  </a:cubicBezTo>
                  <a:cubicBezTo>
                    <a:pt x="17891" y="7072"/>
                    <a:pt x="16358" y="7612"/>
                    <a:pt x="14966" y="8378"/>
                  </a:cubicBezTo>
                  <a:cubicBezTo>
                    <a:pt x="14881" y="8407"/>
                    <a:pt x="14796" y="8435"/>
                    <a:pt x="14711" y="8464"/>
                  </a:cubicBezTo>
                  <a:cubicBezTo>
                    <a:pt x="14654" y="8464"/>
                    <a:pt x="14569" y="8464"/>
                    <a:pt x="14569" y="8350"/>
                  </a:cubicBezTo>
                  <a:cubicBezTo>
                    <a:pt x="14569" y="8293"/>
                    <a:pt x="14569" y="8265"/>
                    <a:pt x="14597" y="8208"/>
                  </a:cubicBezTo>
                  <a:cubicBezTo>
                    <a:pt x="15080" y="7271"/>
                    <a:pt x="15534" y="6334"/>
                    <a:pt x="16017" y="5425"/>
                  </a:cubicBezTo>
                  <a:cubicBezTo>
                    <a:pt x="16869" y="3778"/>
                    <a:pt x="18090" y="2386"/>
                    <a:pt x="19567" y="1307"/>
                  </a:cubicBezTo>
                  <a:cubicBezTo>
                    <a:pt x="20021" y="966"/>
                    <a:pt x="20476" y="626"/>
                    <a:pt x="20930" y="285"/>
                  </a:cubicBezTo>
                  <a:cubicBezTo>
                    <a:pt x="20987" y="228"/>
                    <a:pt x="21044" y="171"/>
                    <a:pt x="20987" y="86"/>
                  </a:cubicBezTo>
                  <a:cubicBezTo>
                    <a:pt x="20958" y="29"/>
                    <a:pt x="20902" y="1"/>
                    <a:pt x="20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1166750" y="1518850"/>
              <a:ext cx="700775" cy="669050"/>
            </a:xfrm>
            <a:custGeom>
              <a:rect b="b" l="l" r="r" t="t"/>
              <a:pathLst>
                <a:path extrusionOk="0" h="26762" w="28031">
                  <a:moveTo>
                    <a:pt x="19105" y="1"/>
                  </a:moveTo>
                  <a:cubicBezTo>
                    <a:pt x="18567" y="1"/>
                    <a:pt x="18027" y="71"/>
                    <a:pt x="17495" y="212"/>
                  </a:cubicBezTo>
                  <a:cubicBezTo>
                    <a:pt x="16359" y="525"/>
                    <a:pt x="15308" y="1036"/>
                    <a:pt x="14371" y="1718"/>
                  </a:cubicBezTo>
                  <a:cubicBezTo>
                    <a:pt x="13235" y="2513"/>
                    <a:pt x="12212" y="3421"/>
                    <a:pt x="11247" y="4415"/>
                  </a:cubicBezTo>
                  <a:cubicBezTo>
                    <a:pt x="10594" y="5069"/>
                    <a:pt x="9940" y="5779"/>
                    <a:pt x="9316" y="6460"/>
                  </a:cubicBezTo>
                  <a:cubicBezTo>
                    <a:pt x="8691" y="7057"/>
                    <a:pt x="7981" y="7596"/>
                    <a:pt x="7243" y="8050"/>
                  </a:cubicBezTo>
                  <a:cubicBezTo>
                    <a:pt x="6334" y="8590"/>
                    <a:pt x="5510" y="9300"/>
                    <a:pt x="4829" y="10095"/>
                  </a:cubicBezTo>
                  <a:cubicBezTo>
                    <a:pt x="4090" y="10976"/>
                    <a:pt x="3551" y="12026"/>
                    <a:pt x="3267" y="13134"/>
                  </a:cubicBezTo>
                  <a:cubicBezTo>
                    <a:pt x="3039" y="13986"/>
                    <a:pt x="2841" y="14838"/>
                    <a:pt x="2613" y="15690"/>
                  </a:cubicBezTo>
                  <a:cubicBezTo>
                    <a:pt x="2528" y="16087"/>
                    <a:pt x="2415" y="16513"/>
                    <a:pt x="2330" y="16939"/>
                  </a:cubicBezTo>
                  <a:cubicBezTo>
                    <a:pt x="2017" y="18132"/>
                    <a:pt x="1620" y="19296"/>
                    <a:pt x="1080" y="20432"/>
                  </a:cubicBezTo>
                  <a:cubicBezTo>
                    <a:pt x="824" y="21029"/>
                    <a:pt x="597" y="21625"/>
                    <a:pt x="342" y="22222"/>
                  </a:cubicBezTo>
                  <a:cubicBezTo>
                    <a:pt x="114" y="22932"/>
                    <a:pt x="1" y="23670"/>
                    <a:pt x="1" y="24408"/>
                  </a:cubicBezTo>
                  <a:cubicBezTo>
                    <a:pt x="29" y="24777"/>
                    <a:pt x="114" y="25175"/>
                    <a:pt x="256" y="25516"/>
                  </a:cubicBezTo>
                  <a:cubicBezTo>
                    <a:pt x="398" y="25857"/>
                    <a:pt x="654" y="26112"/>
                    <a:pt x="966" y="26283"/>
                  </a:cubicBezTo>
                  <a:cubicBezTo>
                    <a:pt x="1563" y="26602"/>
                    <a:pt x="2239" y="26762"/>
                    <a:pt x="2911" y="26762"/>
                  </a:cubicBezTo>
                  <a:cubicBezTo>
                    <a:pt x="3135" y="26762"/>
                    <a:pt x="3359" y="26744"/>
                    <a:pt x="3579" y="26709"/>
                  </a:cubicBezTo>
                  <a:cubicBezTo>
                    <a:pt x="5141" y="26339"/>
                    <a:pt x="6646" y="25743"/>
                    <a:pt x="8009" y="24919"/>
                  </a:cubicBezTo>
                  <a:cubicBezTo>
                    <a:pt x="8890" y="24380"/>
                    <a:pt x="9770" y="23840"/>
                    <a:pt x="10650" y="23301"/>
                  </a:cubicBezTo>
                  <a:cubicBezTo>
                    <a:pt x="10878" y="23159"/>
                    <a:pt x="11105" y="23017"/>
                    <a:pt x="11360" y="22875"/>
                  </a:cubicBezTo>
                  <a:cubicBezTo>
                    <a:pt x="12269" y="22335"/>
                    <a:pt x="13291" y="22023"/>
                    <a:pt x="14342" y="21966"/>
                  </a:cubicBezTo>
                  <a:cubicBezTo>
                    <a:pt x="15019" y="21916"/>
                    <a:pt x="15696" y="21886"/>
                    <a:pt x="16372" y="21886"/>
                  </a:cubicBezTo>
                  <a:cubicBezTo>
                    <a:pt x="16860" y="21886"/>
                    <a:pt x="17348" y="21902"/>
                    <a:pt x="17835" y="21938"/>
                  </a:cubicBezTo>
                  <a:cubicBezTo>
                    <a:pt x="18375" y="21938"/>
                    <a:pt x="18886" y="22023"/>
                    <a:pt x="19397" y="22051"/>
                  </a:cubicBezTo>
                  <a:cubicBezTo>
                    <a:pt x="19631" y="22069"/>
                    <a:pt x="19866" y="22078"/>
                    <a:pt x="20102" y="22078"/>
                  </a:cubicBezTo>
                  <a:cubicBezTo>
                    <a:pt x="20982" y="22078"/>
                    <a:pt x="21869" y="21951"/>
                    <a:pt x="22720" y="21682"/>
                  </a:cubicBezTo>
                  <a:cubicBezTo>
                    <a:pt x="23004" y="21597"/>
                    <a:pt x="23260" y="21483"/>
                    <a:pt x="23515" y="21341"/>
                  </a:cubicBezTo>
                  <a:cubicBezTo>
                    <a:pt x="24793" y="20660"/>
                    <a:pt x="25872" y="19637"/>
                    <a:pt x="26582" y="18359"/>
                  </a:cubicBezTo>
                  <a:cubicBezTo>
                    <a:pt x="27065" y="17422"/>
                    <a:pt x="27406" y="16428"/>
                    <a:pt x="27605" y="15377"/>
                  </a:cubicBezTo>
                  <a:cubicBezTo>
                    <a:pt x="28031" y="13162"/>
                    <a:pt x="28031" y="10862"/>
                    <a:pt x="27576" y="8647"/>
                  </a:cubicBezTo>
                  <a:cubicBezTo>
                    <a:pt x="27349" y="7568"/>
                    <a:pt x="26980" y="6517"/>
                    <a:pt x="26469" y="5551"/>
                  </a:cubicBezTo>
                  <a:cubicBezTo>
                    <a:pt x="25901" y="4387"/>
                    <a:pt x="25134" y="3336"/>
                    <a:pt x="24282" y="2399"/>
                  </a:cubicBezTo>
                  <a:cubicBezTo>
                    <a:pt x="23515" y="1632"/>
                    <a:pt x="22635" y="1008"/>
                    <a:pt x="21641" y="553"/>
                  </a:cubicBezTo>
                  <a:cubicBezTo>
                    <a:pt x="20834" y="185"/>
                    <a:pt x="19973" y="1"/>
                    <a:pt x="19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1194450" y="1588050"/>
              <a:ext cx="568700" cy="549100"/>
            </a:xfrm>
            <a:custGeom>
              <a:rect b="b" l="l" r="r" t="t"/>
              <a:pathLst>
                <a:path extrusionOk="0" h="21964" w="22748">
                  <a:moveTo>
                    <a:pt x="18346" y="0"/>
                  </a:moveTo>
                  <a:cubicBezTo>
                    <a:pt x="18232" y="0"/>
                    <a:pt x="18119" y="29"/>
                    <a:pt x="18034" y="85"/>
                  </a:cubicBezTo>
                  <a:cubicBezTo>
                    <a:pt x="17835" y="171"/>
                    <a:pt x="17636" y="313"/>
                    <a:pt x="17466" y="426"/>
                  </a:cubicBezTo>
                  <a:cubicBezTo>
                    <a:pt x="16443" y="1250"/>
                    <a:pt x="15449" y="2102"/>
                    <a:pt x="14711" y="3181"/>
                  </a:cubicBezTo>
                  <a:cubicBezTo>
                    <a:pt x="14257" y="3891"/>
                    <a:pt x="13859" y="4629"/>
                    <a:pt x="13518" y="5368"/>
                  </a:cubicBezTo>
                  <a:cubicBezTo>
                    <a:pt x="13149" y="6276"/>
                    <a:pt x="12780" y="7157"/>
                    <a:pt x="12411" y="8037"/>
                  </a:cubicBezTo>
                  <a:cubicBezTo>
                    <a:pt x="12240" y="8435"/>
                    <a:pt x="12013" y="8804"/>
                    <a:pt x="11758" y="9145"/>
                  </a:cubicBezTo>
                  <a:cubicBezTo>
                    <a:pt x="11644" y="9315"/>
                    <a:pt x="11502" y="9457"/>
                    <a:pt x="11332" y="9571"/>
                  </a:cubicBezTo>
                  <a:cubicBezTo>
                    <a:pt x="10366" y="10281"/>
                    <a:pt x="9429" y="11076"/>
                    <a:pt x="8520" y="11899"/>
                  </a:cubicBezTo>
                  <a:cubicBezTo>
                    <a:pt x="8378" y="12013"/>
                    <a:pt x="8208" y="12155"/>
                    <a:pt x="8066" y="12269"/>
                  </a:cubicBezTo>
                  <a:cubicBezTo>
                    <a:pt x="8051" y="12283"/>
                    <a:pt x="8030" y="12283"/>
                    <a:pt x="8005" y="12283"/>
                  </a:cubicBezTo>
                  <a:cubicBezTo>
                    <a:pt x="7980" y="12283"/>
                    <a:pt x="7952" y="12283"/>
                    <a:pt x="7924" y="12297"/>
                  </a:cubicBezTo>
                  <a:cubicBezTo>
                    <a:pt x="7838" y="12155"/>
                    <a:pt x="7924" y="12041"/>
                    <a:pt x="7980" y="11928"/>
                  </a:cubicBezTo>
                  <a:cubicBezTo>
                    <a:pt x="8264" y="10934"/>
                    <a:pt x="8577" y="9912"/>
                    <a:pt x="8889" y="8889"/>
                  </a:cubicBezTo>
                  <a:cubicBezTo>
                    <a:pt x="8974" y="8634"/>
                    <a:pt x="9088" y="8350"/>
                    <a:pt x="9202" y="8094"/>
                  </a:cubicBezTo>
                  <a:cubicBezTo>
                    <a:pt x="9713" y="6930"/>
                    <a:pt x="10338" y="5850"/>
                    <a:pt x="11104" y="4857"/>
                  </a:cubicBezTo>
                  <a:cubicBezTo>
                    <a:pt x="11530" y="4317"/>
                    <a:pt x="11928" y="3749"/>
                    <a:pt x="12354" y="3209"/>
                  </a:cubicBezTo>
                  <a:cubicBezTo>
                    <a:pt x="12411" y="3096"/>
                    <a:pt x="12467" y="3011"/>
                    <a:pt x="12524" y="2925"/>
                  </a:cubicBezTo>
                  <a:cubicBezTo>
                    <a:pt x="12524" y="2869"/>
                    <a:pt x="12524" y="2840"/>
                    <a:pt x="12524" y="2812"/>
                  </a:cubicBezTo>
                  <a:cubicBezTo>
                    <a:pt x="12467" y="2783"/>
                    <a:pt x="12439" y="2755"/>
                    <a:pt x="12382" y="2755"/>
                  </a:cubicBezTo>
                  <a:cubicBezTo>
                    <a:pt x="12212" y="2840"/>
                    <a:pt x="12070" y="2925"/>
                    <a:pt x="11956" y="3096"/>
                  </a:cubicBezTo>
                  <a:cubicBezTo>
                    <a:pt x="10764" y="4317"/>
                    <a:pt x="9741" y="5737"/>
                    <a:pt x="9003" y="7299"/>
                  </a:cubicBezTo>
                  <a:cubicBezTo>
                    <a:pt x="8634" y="8094"/>
                    <a:pt x="8321" y="8918"/>
                    <a:pt x="8094" y="9770"/>
                  </a:cubicBezTo>
                  <a:cubicBezTo>
                    <a:pt x="7810" y="10707"/>
                    <a:pt x="7526" y="11672"/>
                    <a:pt x="7242" y="12609"/>
                  </a:cubicBezTo>
                  <a:cubicBezTo>
                    <a:pt x="7100" y="13121"/>
                    <a:pt x="6816" y="13603"/>
                    <a:pt x="6447" y="14001"/>
                  </a:cubicBezTo>
                  <a:cubicBezTo>
                    <a:pt x="6049" y="14399"/>
                    <a:pt x="5709" y="14825"/>
                    <a:pt x="5339" y="15251"/>
                  </a:cubicBezTo>
                  <a:cubicBezTo>
                    <a:pt x="4913" y="15762"/>
                    <a:pt x="4487" y="16301"/>
                    <a:pt x="4033" y="16812"/>
                  </a:cubicBezTo>
                  <a:cubicBezTo>
                    <a:pt x="4005" y="16841"/>
                    <a:pt x="3948" y="16898"/>
                    <a:pt x="3891" y="16926"/>
                  </a:cubicBezTo>
                  <a:cubicBezTo>
                    <a:pt x="3749" y="16784"/>
                    <a:pt x="3806" y="16614"/>
                    <a:pt x="3834" y="16472"/>
                  </a:cubicBezTo>
                  <a:cubicBezTo>
                    <a:pt x="4033" y="14938"/>
                    <a:pt x="4345" y="13433"/>
                    <a:pt x="4800" y="11956"/>
                  </a:cubicBezTo>
                  <a:cubicBezTo>
                    <a:pt x="5027" y="11133"/>
                    <a:pt x="5283" y="10337"/>
                    <a:pt x="5623" y="9599"/>
                  </a:cubicBezTo>
                  <a:cubicBezTo>
                    <a:pt x="5652" y="9514"/>
                    <a:pt x="5680" y="9429"/>
                    <a:pt x="5652" y="9344"/>
                  </a:cubicBezTo>
                  <a:cubicBezTo>
                    <a:pt x="5652" y="9280"/>
                    <a:pt x="5620" y="9248"/>
                    <a:pt x="5568" y="9248"/>
                  </a:cubicBezTo>
                  <a:cubicBezTo>
                    <a:pt x="5551" y="9248"/>
                    <a:pt x="5531" y="9251"/>
                    <a:pt x="5510" y="9258"/>
                  </a:cubicBezTo>
                  <a:cubicBezTo>
                    <a:pt x="5396" y="9287"/>
                    <a:pt x="5311" y="9372"/>
                    <a:pt x="5283" y="9486"/>
                  </a:cubicBezTo>
                  <a:cubicBezTo>
                    <a:pt x="5084" y="9940"/>
                    <a:pt x="4828" y="10366"/>
                    <a:pt x="4686" y="10820"/>
                  </a:cubicBezTo>
                  <a:cubicBezTo>
                    <a:pt x="4431" y="11502"/>
                    <a:pt x="4232" y="12183"/>
                    <a:pt x="4033" y="12893"/>
                  </a:cubicBezTo>
                  <a:cubicBezTo>
                    <a:pt x="3749" y="13944"/>
                    <a:pt x="3550" y="14995"/>
                    <a:pt x="3437" y="16074"/>
                  </a:cubicBezTo>
                  <a:cubicBezTo>
                    <a:pt x="3351" y="16727"/>
                    <a:pt x="3209" y="17352"/>
                    <a:pt x="3011" y="17977"/>
                  </a:cubicBezTo>
                  <a:cubicBezTo>
                    <a:pt x="2954" y="18147"/>
                    <a:pt x="2869" y="18318"/>
                    <a:pt x="2755" y="18460"/>
                  </a:cubicBezTo>
                  <a:cubicBezTo>
                    <a:pt x="2102" y="19340"/>
                    <a:pt x="1392" y="20192"/>
                    <a:pt x="654" y="20987"/>
                  </a:cubicBezTo>
                  <a:cubicBezTo>
                    <a:pt x="455" y="21214"/>
                    <a:pt x="284" y="21441"/>
                    <a:pt x="86" y="21669"/>
                  </a:cubicBezTo>
                  <a:cubicBezTo>
                    <a:pt x="0" y="21782"/>
                    <a:pt x="114" y="21953"/>
                    <a:pt x="256" y="21953"/>
                  </a:cubicBezTo>
                  <a:cubicBezTo>
                    <a:pt x="284" y="21960"/>
                    <a:pt x="315" y="21963"/>
                    <a:pt x="346" y="21963"/>
                  </a:cubicBezTo>
                  <a:cubicBezTo>
                    <a:pt x="439" y="21963"/>
                    <a:pt x="540" y="21931"/>
                    <a:pt x="625" y="21867"/>
                  </a:cubicBezTo>
                  <a:cubicBezTo>
                    <a:pt x="852" y="21725"/>
                    <a:pt x="1080" y="21555"/>
                    <a:pt x="1278" y="21385"/>
                  </a:cubicBezTo>
                  <a:cubicBezTo>
                    <a:pt x="1449" y="21243"/>
                    <a:pt x="1647" y="21157"/>
                    <a:pt x="1875" y="21129"/>
                  </a:cubicBezTo>
                  <a:cubicBezTo>
                    <a:pt x="2783" y="21072"/>
                    <a:pt x="3721" y="21015"/>
                    <a:pt x="4629" y="20902"/>
                  </a:cubicBezTo>
                  <a:cubicBezTo>
                    <a:pt x="5169" y="20845"/>
                    <a:pt x="5680" y="20731"/>
                    <a:pt x="6220" y="20618"/>
                  </a:cubicBezTo>
                  <a:cubicBezTo>
                    <a:pt x="6419" y="20561"/>
                    <a:pt x="6589" y="20504"/>
                    <a:pt x="6788" y="20419"/>
                  </a:cubicBezTo>
                  <a:cubicBezTo>
                    <a:pt x="6816" y="20391"/>
                    <a:pt x="6844" y="20362"/>
                    <a:pt x="6844" y="20306"/>
                  </a:cubicBezTo>
                  <a:cubicBezTo>
                    <a:pt x="6816" y="20277"/>
                    <a:pt x="6788" y="20249"/>
                    <a:pt x="6759" y="20220"/>
                  </a:cubicBezTo>
                  <a:cubicBezTo>
                    <a:pt x="6703" y="20192"/>
                    <a:pt x="6639" y="20178"/>
                    <a:pt x="6571" y="20178"/>
                  </a:cubicBezTo>
                  <a:cubicBezTo>
                    <a:pt x="6504" y="20178"/>
                    <a:pt x="6433" y="20192"/>
                    <a:pt x="6362" y="20220"/>
                  </a:cubicBezTo>
                  <a:cubicBezTo>
                    <a:pt x="5084" y="20447"/>
                    <a:pt x="3777" y="20504"/>
                    <a:pt x="2471" y="20618"/>
                  </a:cubicBezTo>
                  <a:cubicBezTo>
                    <a:pt x="2439" y="20634"/>
                    <a:pt x="2405" y="20641"/>
                    <a:pt x="2371" y="20641"/>
                  </a:cubicBezTo>
                  <a:cubicBezTo>
                    <a:pt x="2283" y="20641"/>
                    <a:pt x="2192" y="20594"/>
                    <a:pt x="2130" y="20533"/>
                  </a:cubicBezTo>
                  <a:cubicBezTo>
                    <a:pt x="2357" y="20277"/>
                    <a:pt x="2585" y="19993"/>
                    <a:pt x="2783" y="19709"/>
                  </a:cubicBezTo>
                  <a:cubicBezTo>
                    <a:pt x="3124" y="19312"/>
                    <a:pt x="3465" y="18914"/>
                    <a:pt x="3777" y="18516"/>
                  </a:cubicBezTo>
                  <a:cubicBezTo>
                    <a:pt x="3976" y="18232"/>
                    <a:pt x="4289" y="18062"/>
                    <a:pt x="4629" y="18034"/>
                  </a:cubicBezTo>
                  <a:cubicBezTo>
                    <a:pt x="5282" y="17928"/>
                    <a:pt x="5951" y="17870"/>
                    <a:pt x="6612" y="17870"/>
                  </a:cubicBezTo>
                  <a:cubicBezTo>
                    <a:pt x="6842" y="17870"/>
                    <a:pt x="7071" y="17877"/>
                    <a:pt x="7299" y="17892"/>
                  </a:cubicBezTo>
                  <a:cubicBezTo>
                    <a:pt x="8577" y="17863"/>
                    <a:pt x="9826" y="17778"/>
                    <a:pt x="11076" y="17608"/>
                  </a:cubicBezTo>
                  <a:cubicBezTo>
                    <a:pt x="11360" y="17579"/>
                    <a:pt x="11644" y="17522"/>
                    <a:pt x="11900" y="17380"/>
                  </a:cubicBezTo>
                  <a:cubicBezTo>
                    <a:pt x="11985" y="17352"/>
                    <a:pt x="12070" y="17295"/>
                    <a:pt x="12070" y="17182"/>
                  </a:cubicBezTo>
                  <a:cubicBezTo>
                    <a:pt x="12042" y="17096"/>
                    <a:pt x="11900" y="17068"/>
                    <a:pt x="11786" y="17068"/>
                  </a:cubicBezTo>
                  <a:cubicBezTo>
                    <a:pt x="11360" y="17125"/>
                    <a:pt x="10906" y="17182"/>
                    <a:pt x="10451" y="17238"/>
                  </a:cubicBezTo>
                  <a:cubicBezTo>
                    <a:pt x="9173" y="17352"/>
                    <a:pt x="7895" y="17409"/>
                    <a:pt x="6617" y="17409"/>
                  </a:cubicBezTo>
                  <a:cubicBezTo>
                    <a:pt x="6490" y="17402"/>
                    <a:pt x="6362" y="17398"/>
                    <a:pt x="6234" y="17398"/>
                  </a:cubicBezTo>
                  <a:cubicBezTo>
                    <a:pt x="5851" y="17398"/>
                    <a:pt x="5467" y="17430"/>
                    <a:pt x="5084" y="17494"/>
                  </a:cubicBezTo>
                  <a:lnTo>
                    <a:pt x="4885" y="17494"/>
                  </a:lnTo>
                  <a:cubicBezTo>
                    <a:pt x="4876" y="17497"/>
                    <a:pt x="4867" y="17498"/>
                    <a:pt x="4858" y="17498"/>
                  </a:cubicBezTo>
                  <a:cubicBezTo>
                    <a:pt x="4783" y="17498"/>
                    <a:pt x="4721" y="17400"/>
                    <a:pt x="4771" y="17324"/>
                  </a:cubicBezTo>
                  <a:cubicBezTo>
                    <a:pt x="4800" y="17238"/>
                    <a:pt x="4857" y="17125"/>
                    <a:pt x="4942" y="17040"/>
                  </a:cubicBezTo>
                  <a:cubicBezTo>
                    <a:pt x="5737" y="16074"/>
                    <a:pt x="6532" y="15109"/>
                    <a:pt x="7299" y="14115"/>
                  </a:cubicBezTo>
                  <a:cubicBezTo>
                    <a:pt x="7562" y="13798"/>
                    <a:pt x="7948" y="13629"/>
                    <a:pt x="8343" y="13629"/>
                  </a:cubicBezTo>
                  <a:cubicBezTo>
                    <a:pt x="8374" y="13629"/>
                    <a:pt x="8404" y="13630"/>
                    <a:pt x="8435" y="13632"/>
                  </a:cubicBezTo>
                  <a:cubicBezTo>
                    <a:pt x="9173" y="13660"/>
                    <a:pt x="9912" y="13745"/>
                    <a:pt x="10622" y="13916"/>
                  </a:cubicBezTo>
                  <a:cubicBezTo>
                    <a:pt x="11644" y="14171"/>
                    <a:pt x="12609" y="14541"/>
                    <a:pt x="13575" y="14881"/>
                  </a:cubicBezTo>
                  <a:cubicBezTo>
                    <a:pt x="14597" y="15279"/>
                    <a:pt x="15648" y="15506"/>
                    <a:pt x="16727" y="15591"/>
                  </a:cubicBezTo>
                  <a:cubicBezTo>
                    <a:pt x="17352" y="15591"/>
                    <a:pt x="17977" y="15506"/>
                    <a:pt x="18602" y="15478"/>
                  </a:cubicBezTo>
                  <a:cubicBezTo>
                    <a:pt x="18744" y="15449"/>
                    <a:pt x="18857" y="15421"/>
                    <a:pt x="18971" y="15336"/>
                  </a:cubicBezTo>
                  <a:cubicBezTo>
                    <a:pt x="18999" y="15307"/>
                    <a:pt x="18999" y="15279"/>
                    <a:pt x="18999" y="15279"/>
                  </a:cubicBezTo>
                  <a:cubicBezTo>
                    <a:pt x="19028" y="15222"/>
                    <a:pt x="18999" y="15194"/>
                    <a:pt x="18971" y="15165"/>
                  </a:cubicBezTo>
                  <a:cubicBezTo>
                    <a:pt x="18822" y="15101"/>
                    <a:pt x="18673" y="15069"/>
                    <a:pt x="18524" y="15069"/>
                  </a:cubicBezTo>
                  <a:cubicBezTo>
                    <a:pt x="18474" y="15069"/>
                    <a:pt x="18424" y="15073"/>
                    <a:pt x="18374" y="15080"/>
                  </a:cubicBezTo>
                  <a:lnTo>
                    <a:pt x="17153" y="15137"/>
                  </a:lnTo>
                  <a:cubicBezTo>
                    <a:pt x="16415" y="15109"/>
                    <a:pt x="15677" y="14995"/>
                    <a:pt x="14967" y="14768"/>
                  </a:cubicBezTo>
                  <a:cubicBezTo>
                    <a:pt x="14001" y="14512"/>
                    <a:pt x="13092" y="14171"/>
                    <a:pt x="12155" y="13831"/>
                  </a:cubicBezTo>
                  <a:cubicBezTo>
                    <a:pt x="11104" y="13405"/>
                    <a:pt x="9997" y="13177"/>
                    <a:pt x="8889" y="13149"/>
                  </a:cubicBezTo>
                  <a:cubicBezTo>
                    <a:pt x="8776" y="13149"/>
                    <a:pt x="8662" y="13149"/>
                    <a:pt x="8548" y="13121"/>
                  </a:cubicBezTo>
                  <a:cubicBezTo>
                    <a:pt x="8463" y="13121"/>
                    <a:pt x="8406" y="13007"/>
                    <a:pt x="8435" y="12922"/>
                  </a:cubicBezTo>
                  <a:cubicBezTo>
                    <a:pt x="8492" y="12865"/>
                    <a:pt x="8548" y="12780"/>
                    <a:pt x="8634" y="12723"/>
                  </a:cubicBezTo>
                  <a:cubicBezTo>
                    <a:pt x="9571" y="11814"/>
                    <a:pt x="10536" y="10962"/>
                    <a:pt x="11530" y="10139"/>
                  </a:cubicBezTo>
                  <a:cubicBezTo>
                    <a:pt x="11813" y="9926"/>
                    <a:pt x="12136" y="9812"/>
                    <a:pt x="12465" y="9812"/>
                  </a:cubicBezTo>
                  <a:cubicBezTo>
                    <a:pt x="12532" y="9812"/>
                    <a:pt x="12599" y="9817"/>
                    <a:pt x="12666" y="9826"/>
                  </a:cubicBezTo>
                  <a:cubicBezTo>
                    <a:pt x="13575" y="9940"/>
                    <a:pt x="14484" y="10139"/>
                    <a:pt x="15364" y="10451"/>
                  </a:cubicBezTo>
                  <a:cubicBezTo>
                    <a:pt x="16443" y="10877"/>
                    <a:pt x="17551" y="11218"/>
                    <a:pt x="18687" y="11502"/>
                  </a:cubicBezTo>
                  <a:cubicBezTo>
                    <a:pt x="19366" y="11618"/>
                    <a:pt x="20045" y="11676"/>
                    <a:pt x="20724" y="11676"/>
                  </a:cubicBezTo>
                  <a:cubicBezTo>
                    <a:pt x="21210" y="11676"/>
                    <a:pt x="21695" y="11646"/>
                    <a:pt x="22180" y="11587"/>
                  </a:cubicBezTo>
                  <a:cubicBezTo>
                    <a:pt x="22265" y="11587"/>
                    <a:pt x="22350" y="11559"/>
                    <a:pt x="22436" y="11530"/>
                  </a:cubicBezTo>
                  <a:cubicBezTo>
                    <a:pt x="22549" y="11502"/>
                    <a:pt x="22663" y="11473"/>
                    <a:pt x="22691" y="11331"/>
                  </a:cubicBezTo>
                  <a:cubicBezTo>
                    <a:pt x="22748" y="11218"/>
                    <a:pt x="22606" y="11161"/>
                    <a:pt x="22407" y="11133"/>
                  </a:cubicBezTo>
                  <a:lnTo>
                    <a:pt x="21129" y="11133"/>
                  </a:lnTo>
                  <a:cubicBezTo>
                    <a:pt x="20922" y="11151"/>
                    <a:pt x="20717" y="11159"/>
                    <a:pt x="20514" y="11159"/>
                  </a:cubicBezTo>
                  <a:cubicBezTo>
                    <a:pt x="19103" y="11159"/>
                    <a:pt x="17787" y="10752"/>
                    <a:pt x="16472" y="10281"/>
                  </a:cubicBezTo>
                  <a:cubicBezTo>
                    <a:pt x="15591" y="9968"/>
                    <a:pt x="14711" y="9684"/>
                    <a:pt x="13831" y="9457"/>
                  </a:cubicBezTo>
                  <a:cubicBezTo>
                    <a:pt x="13575" y="9429"/>
                    <a:pt x="13348" y="9400"/>
                    <a:pt x="13092" y="9372"/>
                  </a:cubicBezTo>
                  <a:cubicBezTo>
                    <a:pt x="13007" y="9372"/>
                    <a:pt x="12922" y="9372"/>
                    <a:pt x="12865" y="9258"/>
                  </a:cubicBezTo>
                  <a:cubicBezTo>
                    <a:pt x="12893" y="9088"/>
                    <a:pt x="13035" y="9031"/>
                    <a:pt x="13177" y="8946"/>
                  </a:cubicBezTo>
                  <a:cubicBezTo>
                    <a:pt x="14399" y="8122"/>
                    <a:pt x="15733" y="7498"/>
                    <a:pt x="17125" y="7072"/>
                  </a:cubicBezTo>
                  <a:cubicBezTo>
                    <a:pt x="18119" y="6759"/>
                    <a:pt x="19113" y="6504"/>
                    <a:pt x="20107" y="6220"/>
                  </a:cubicBezTo>
                  <a:cubicBezTo>
                    <a:pt x="20817" y="5992"/>
                    <a:pt x="21527" y="5737"/>
                    <a:pt x="22237" y="5510"/>
                  </a:cubicBezTo>
                  <a:cubicBezTo>
                    <a:pt x="22294" y="5481"/>
                    <a:pt x="22322" y="5396"/>
                    <a:pt x="22294" y="5339"/>
                  </a:cubicBezTo>
                  <a:cubicBezTo>
                    <a:pt x="22265" y="5282"/>
                    <a:pt x="22237" y="5254"/>
                    <a:pt x="22208" y="5254"/>
                  </a:cubicBezTo>
                  <a:cubicBezTo>
                    <a:pt x="22123" y="5245"/>
                    <a:pt x="22038" y="5238"/>
                    <a:pt x="21955" y="5238"/>
                  </a:cubicBezTo>
                  <a:cubicBezTo>
                    <a:pt x="21789" y="5238"/>
                    <a:pt x="21631" y="5264"/>
                    <a:pt x="21498" y="5339"/>
                  </a:cubicBezTo>
                  <a:cubicBezTo>
                    <a:pt x="20959" y="5481"/>
                    <a:pt x="20419" y="5652"/>
                    <a:pt x="19880" y="5822"/>
                  </a:cubicBezTo>
                  <a:cubicBezTo>
                    <a:pt x="19056" y="6049"/>
                    <a:pt x="18261" y="6276"/>
                    <a:pt x="17466" y="6475"/>
                  </a:cubicBezTo>
                  <a:cubicBezTo>
                    <a:pt x="16017" y="6844"/>
                    <a:pt x="14626" y="7441"/>
                    <a:pt x="13348" y="8236"/>
                  </a:cubicBezTo>
                  <a:cubicBezTo>
                    <a:pt x="13263" y="8293"/>
                    <a:pt x="13177" y="8321"/>
                    <a:pt x="13092" y="8350"/>
                  </a:cubicBezTo>
                  <a:cubicBezTo>
                    <a:pt x="13082" y="8355"/>
                    <a:pt x="13070" y="8357"/>
                    <a:pt x="13059" y="8357"/>
                  </a:cubicBezTo>
                  <a:cubicBezTo>
                    <a:pt x="13007" y="8357"/>
                    <a:pt x="12950" y="8311"/>
                    <a:pt x="12950" y="8264"/>
                  </a:cubicBezTo>
                  <a:cubicBezTo>
                    <a:pt x="12950" y="8208"/>
                    <a:pt x="12950" y="8151"/>
                    <a:pt x="12950" y="8122"/>
                  </a:cubicBezTo>
                  <a:cubicBezTo>
                    <a:pt x="13348" y="7214"/>
                    <a:pt x="13745" y="6305"/>
                    <a:pt x="14143" y="5396"/>
                  </a:cubicBezTo>
                  <a:cubicBezTo>
                    <a:pt x="14825" y="3806"/>
                    <a:pt x="15904" y="2414"/>
                    <a:pt x="17239" y="1307"/>
                  </a:cubicBezTo>
                  <a:cubicBezTo>
                    <a:pt x="17636" y="937"/>
                    <a:pt x="18034" y="597"/>
                    <a:pt x="18460" y="227"/>
                  </a:cubicBezTo>
                  <a:cubicBezTo>
                    <a:pt x="18516" y="199"/>
                    <a:pt x="18545" y="114"/>
                    <a:pt x="18516" y="57"/>
                  </a:cubicBezTo>
                  <a:cubicBezTo>
                    <a:pt x="18460" y="29"/>
                    <a:pt x="18403" y="0"/>
                    <a:pt x="18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419150" y="1312175"/>
              <a:ext cx="621975" cy="755600"/>
            </a:xfrm>
            <a:custGeom>
              <a:rect b="b" l="l" r="r" t="t"/>
              <a:pathLst>
                <a:path extrusionOk="0" h="30224" w="24879">
                  <a:moveTo>
                    <a:pt x="10627" y="0"/>
                  </a:moveTo>
                  <a:cubicBezTo>
                    <a:pt x="10255" y="0"/>
                    <a:pt x="9883" y="34"/>
                    <a:pt x="9514" y="102"/>
                  </a:cubicBezTo>
                  <a:cubicBezTo>
                    <a:pt x="8435" y="272"/>
                    <a:pt x="7413" y="670"/>
                    <a:pt x="6504" y="1238"/>
                  </a:cubicBezTo>
                  <a:cubicBezTo>
                    <a:pt x="5425" y="1919"/>
                    <a:pt x="4431" y="2771"/>
                    <a:pt x="3607" y="3737"/>
                  </a:cubicBezTo>
                  <a:cubicBezTo>
                    <a:pt x="2841" y="4532"/>
                    <a:pt x="2244" y="5469"/>
                    <a:pt x="1761" y="6463"/>
                  </a:cubicBezTo>
                  <a:cubicBezTo>
                    <a:pt x="767" y="8508"/>
                    <a:pt x="200" y="10723"/>
                    <a:pt x="86" y="12995"/>
                  </a:cubicBezTo>
                  <a:cubicBezTo>
                    <a:pt x="1" y="14074"/>
                    <a:pt x="86" y="15125"/>
                    <a:pt x="342" y="16147"/>
                  </a:cubicBezTo>
                  <a:cubicBezTo>
                    <a:pt x="711" y="17539"/>
                    <a:pt x="1477" y="18817"/>
                    <a:pt x="2557" y="19782"/>
                  </a:cubicBezTo>
                  <a:cubicBezTo>
                    <a:pt x="2784" y="19981"/>
                    <a:pt x="3011" y="20151"/>
                    <a:pt x="3267" y="20293"/>
                  </a:cubicBezTo>
                  <a:cubicBezTo>
                    <a:pt x="4232" y="20890"/>
                    <a:pt x="5283" y="21287"/>
                    <a:pt x="6390" y="21486"/>
                  </a:cubicBezTo>
                  <a:cubicBezTo>
                    <a:pt x="6902" y="21571"/>
                    <a:pt x="7413" y="21628"/>
                    <a:pt x="7924" y="21742"/>
                  </a:cubicBezTo>
                  <a:cubicBezTo>
                    <a:pt x="9060" y="21969"/>
                    <a:pt x="10196" y="22281"/>
                    <a:pt x="11304" y="22650"/>
                  </a:cubicBezTo>
                  <a:cubicBezTo>
                    <a:pt x="12326" y="22963"/>
                    <a:pt x="13235" y="23531"/>
                    <a:pt x="14001" y="24269"/>
                  </a:cubicBezTo>
                  <a:cubicBezTo>
                    <a:pt x="14172" y="24468"/>
                    <a:pt x="14371" y="24638"/>
                    <a:pt x="14569" y="24837"/>
                  </a:cubicBezTo>
                  <a:cubicBezTo>
                    <a:pt x="15279" y="25576"/>
                    <a:pt x="15989" y="26342"/>
                    <a:pt x="16728" y="27052"/>
                  </a:cubicBezTo>
                  <a:cubicBezTo>
                    <a:pt x="17835" y="28217"/>
                    <a:pt x="19142" y="29154"/>
                    <a:pt x="20562" y="29864"/>
                  </a:cubicBezTo>
                  <a:cubicBezTo>
                    <a:pt x="21097" y="30104"/>
                    <a:pt x="21680" y="30224"/>
                    <a:pt x="22265" y="30224"/>
                  </a:cubicBezTo>
                  <a:cubicBezTo>
                    <a:pt x="22579" y="30224"/>
                    <a:pt x="22895" y="30189"/>
                    <a:pt x="23203" y="30119"/>
                  </a:cubicBezTo>
                  <a:cubicBezTo>
                    <a:pt x="23572" y="30034"/>
                    <a:pt x="23884" y="29835"/>
                    <a:pt x="24083" y="29551"/>
                  </a:cubicBezTo>
                  <a:cubicBezTo>
                    <a:pt x="24339" y="29239"/>
                    <a:pt x="24509" y="28898"/>
                    <a:pt x="24594" y="28529"/>
                  </a:cubicBezTo>
                  <a:cubicBezTo>
                    <a:pt x="24793" y="27819"/>
                    <a:pt x="24878" y="27081"/>
                    <a:pt x="24793" y="26342"/>
                  </a:cubicBezTo>
                  <a:cubicBezTo>
                    <a:pt x="24708" y="25718"/>
                    <a:pt x="24623" y="25064"/>
                    <a:pt x="24537" y="24411"/>
                  </a:cubicBezTo>
                  <a:cubicBezTo>
                    <a:pt x="24282" y="23190"/>
                    <a:pt x="24168" y="21969"/>
                    <a:pt x="24197" y="20719"/>
                  </a:cubicBezTo>
                  <a:lnTo>
                    <a:pt x="24197" y="19441"/>
                  </a:lnTo>
                  <a:cubicBezTo>
                    <a:pt x="24197" y="18561"/>
                    <a:pt x="24225" y="17709"/>
                    <a:pt x="24197" y="16829"/>
                  </a:cubicBezTo>
                  <a:cubicBezTo>
                    <a:pt x="24168" y="15664"/>
                    <a:pt x="23913" y="14528"/>
                    <a:pt x="23430" y="13506"/>
                  </a:cubicBezTo>
                  <a:cubicBezTo>
                    <a:pt x="22947" y="12540"/>
                    <a:pt x="22351" y="11688"/>
                    <a:pt x="21612" y="10922"/>
                  </a:cubicBezTo>
                  <a:cubicBezTo>
                    <a:pt x="20988" y="10297"/>
                    <a:pt x="20476" y="9615"/>
                    <a:pt x="20022" y="8877"/>
                  </a:cubicBezTo>
                  <a:cubicBezTo>
                    <a:pt x="19568" y="8053"/>
                    <a:pt x="19113" y="7201"/>
                    <a:pt x="18630" y="6378"/>
                  </a:cubicBezTo>
                  <a:cubicBezTo>
                    <a:pt x="17949" y="5185"/>
                    <a:pt x="17182" y="4049"/>
                    <a:pt x="16273" y="3027"/>
                  </a:cubicBezTo>
                  <a:cubicBezTo>
                    <a:pt x="15535" y="2118"/>
                    <a:pt x="14626" y="1351"/>
                    <a:pt x="13604" y="783"/>
                  </a:cubicBezTo>
                  <a:cubicBezTo>
                    <a:pt x="12685" y="261"/>
                    <a:pt x="11659" y="0"/>
                    <a:pt x="10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520675" y="1381850"/>
              <a:ext cx="486250" cy="642950"/>
            </a:xfrm>
            <a:custGeom>
              <a:rect b="b" l="l" r="r" t="t"/>
              <a:pathLst>
                <a:path extrusionOk="0" h="25718" w="19450">
                  <a:moveTo>
                    <a:pt x="6989" y="1"/>
                  </a:moveTo>
                  <a:cubicBezTo>
                    <a:pt x="6942" y="1"/>
                    <a:pt x="6893" y="21"/>
                    <a:pt x="6873" y="41"/>
                  </a:cubicBezTo>
                  <a:cubicBezTo>
                    <a:pt x="6788" y="98"/>
                    <a:pt x="6817" y="155"/>
                    <a:pt x="6873" y="211"/>
                  </a:cubicBezTo>
                  <a:cubicBezTo>
                    <a:pt x="7157" y="666"/>
                    <a:pt x="7470" y="1120"/>
                    <a:pt x="7754" y="1546"/>
                  </a:cubicBezTo>
                  <a:cubicBezTo>
                    <a:pt x="8776" y="2938"/>
                    <a:pt x="9458" y="4585"/>
                    <a:pt x="9742" y="6289"/>
                  </a:cubicBezTo>
                  <a:cubicBezTo>
                    <a:pt x="9912" y="7254"/>
                    <a:pt x="10054" y="8248"/>
                    <a:pt x="10224" y="9214"/>
                  </a:cubicBezTo>
                  <a:cubicBezTo>
                    <a:pt x="10224" y="9242"/>
                    <a:pt x="10224" y="9299"/>
                    <a:pt x="10224" y="9356"/>
                  </a:cubicBezTo>
                  <a:cubicBezTo>
                    <a:pt x="10204" y="9397"/>
                    <a:pt x="10152" y="9424"/>
                    <a:pt x="10104" y="9424"/>
                  </a:cubicBezTo>
                  <a:cubicBezTo>
                    <a:pt x="10086" y="9424"/>
                    <a:pt x="10069" y="9420"/>
                    <a:pt x="10054" y="9413"/>
                  </a:cubicBezTo>
                  <a:cubicBezTo>
                    <a:pt x="9997" y="9356"/>
                    <a:pt x="9912" y="9299"/>
                    <a:pt x="9855" y="9242"/>
                  </a:cubicBezTo>
                  <a:cubicBezTo>
                    <a:pt x="8804" y="8163"/>
                    <a:pt x="7612" y="7254"/>
                    <a:pt x="6277" y="6516"/>
                  </a:cubicBezTo>
                  <a:cubicBezTo>
                    <a:pt x="5539" y="6118"/>
                    <a:pt x="4829" y="5692"/>
                    <a:pt x="4119" y="5266"/>
                  </a:cubicBezTo>
                  <a:cubicBezTo>
                    <a:pt x="3636" y="4982"/>
                    <a:pt x="3153" y="4698"/>
                    <a:pt x="2670" y="4414"/>
                  </a:cubicBezTo>
                  <a:cubicBezTo>
                    <a:pt x="2471" y="4272"/>
                    <a:pt x="2244" y="4187"/>
                    <a:pt x="1989" y="4159"/>
                  </a:cubicBezTo>
                  <a:cubicBezTo>
                    <a:pt x="1960" y="4159"/>
                    <a:pt x="1904" y="4187"/>
                    <a:pt x="1875" y="4216"/>
                  </a:cubicBezTo>
                  <a:cubicBezTo>
                    <a:pt x="1818" y="4272"/>
                    <a:pt x="1847" y="4358"/>
                    <a:pt x="1904" y="4386"/>
                  </a:cubicBezTo>
                  <a:cubicBezTo>
                    <a:pt x="2528" y="4784"/>
                    <a:pt x="3125" y="5210"/>
                    <a:pt x="3778" y="5579"/>
                  </a:cubicBezTo>
                  <a:cubicBezTo>
                    <a:pt x="4687" y="6118"/>
                    <a:pt x="5567" y="6601"/>
                    <a:pt x="6447" y="7141"/>
                  </a:cubicBezTo>
                  <a:cubicBezTo>
                    <a:pt x="7697" y="7908"/>
                    <a:pt x="8833" y="8845"/>
                    <a:pt x="9827" y="9952"/>
                  </a:cubicBezTo>
                  <a:cubicBezTo>
                    <a:pt x="9912" y="10066"/>
                    <a:pt x="10026" y="10151"/>
                    <a:pt x="10026" y="10350"/>
                  </a:cubicBezTo>
                  <a:cubicBezTo>
                    <a:pt x="9992" y="10401"/>
                    <a:pt x="9947" y="10411"/>
                    <a:pt x="9899" y="10411"/>
                  </a:cubicBezTo>
                  <a:cubicBezTo>
                    <a:pt x="9867" y="10411"/>
                    <a:pt x="9832" y="10407"/>
                    <a:pt x="9798" y="10407"/>
                  </a:cubicBezTo>
                  <a:cubicBezTo>
                    <a:pt x="9543" y="10378"/>
                    <a:pt x="9316" y="10293"/>
                    <a:pt x="9060" y="10293"/>
                  </a:cubicBezTo>
                  <a:cubicBezTo>
                    <a:pt x="8151" y="10293"/>
                    <a:pt x="7214" y="10350"/>
                    <a:pt x="6305" y="10463"/>
                  </a:cubicBezTo>
                  <a:cubicBezTo>
                    <a:pt x="5691" y="10518"/>
                    <a:pt x="5077" y="10560"/>
                    <a:pt x="4465" y="10560"/>
                  </a:cubicBezTo>
                  <a:cubicBezTo>
                    <a:pt x="3491" y="10560"/>
                    <a:pt x="2522" y="10454"/>
                    <a:pt x="1563" y="10123"/>
                  </a:cubicBezTo>
                  <a:cubicBezTo>
                    <a:pt x="1165" y="10009"/>
                    <a:pt x="739" y="9924"/>
                    <a:pt x="342" y="9810"/>
                  </a:cubicBezTo>
                  <a:cubicBezTo>
                    <a:pt x="280" y="9801"/>
                    <a:pt x="224" y="9795"/>
                    <a:pt x="176" y="9795"/>
                  </a:cubicBezTo>
                  <a:cubicBezTo>
                    <a:pt x="69" y="9795"/>
                    <a:pt x="1" y="9826"/>
                    <a:pt x="1" y="9924"/>
                  </a:cubicBezTo>
                  <a:cubicBezTo>
                    <a:pt x="1" y="10066"/>
                    <a:pt x="114" y="10123"/>
                    <a:pt x="200" y="10179"/>
                  </a:cubicBezTo>
                  <a:cubicBezTo>
                    <a:pt x="285" y="10236"/>
                    <a:pt x="342" y="10265"/>
                    <a:pt x="427" y="10293"/>
                  </a:cubicBezTo>
                  <a:cubicBezTo>
                    <a:pt x="1534" y="10719"/>
                    <a:pt x="2670" y="10975"/>
                    <a:pt x="3835" y="11060"/>
                  </a:cubicBezTo>
                  <a:cubicBezTo>
                    <a:pt x="4999" y="11060"/>
                    <a:pt x="6163" y="11003"/>
                    <a:pt x="7328" y="10889"/>
                  </a:cubicBezTo>
                  <a:cubicBezTo>
                    <a:pt x="7763" y="10850"/>
                    <a:pt x="8191" y="10829"/>
                    <a:pt x="8617" y="10829"/>
                  </a:cubicBezTo>
                  <a:cubicBezTo>
                    <a:pt x="9108" y="10829"/>
                    <a:pt x="9595" y="10857"/>
                    <a:pt x="10082" y="10918"/>
                  </a:cubicBezTo>
                  <a:cubicBezTo>
                    <a:pt x="10480" y="10975"/>
                    <a:pt x="10849" y="11173"/>
                    <a:pt x="11105" y="11514"/>
                  </a:cubicBezTo>
                  <a:cubicBezTo>
                    <a:pt x="11872" y="12565"/>
                    <a:pt x="12610" y="13616"/>
                    <a:pt x="13291" y="14752"/>
                  </a:cubicBezTo>
                  <a:cubicBezTo>
                    <a:pt x="13348" y="14808"/>
                    <a:pt x="13377" y="14894"/>
                    <a:pt x="13433" y="14979"/>
                  </a:cubicBezTo>
                  <a:cubicBezTo>
                    <a:pt x="13433" y="15064"/>
                    <a:pt x="13377" y="15149"/>
                    <a:pt x="13291" y="15149"/>
                  </a:cubicBezTo>
                  <a:cubicBezTo>
                    <a:pt x="13178" y="15121"/>
                    <a:pt x="13064" y="15092"/>
                    <a:pt x="12951" y="15092"/>
                  </a:cubicBezTo>
                  <a:cubicBezTo>
                    <a:pt x="12239" y="14928"/>
                    <a:pt x="11515" y="14846"/>
                    <a:pt x="10795" y="14846"/>
                  </a:cubicBezTo>
                  <a:cubicBezTo>
                    <a:pt x="10394" y="14846"/>
                    <a:pt x="9995" y="14871"/>
                    <a:pt x="9600" y="14922"/>
                  </a:cubicBezTo>
                  <a:cubicBezTo>
                    <a:pt x="8606" y="15036"/>
                    <a:pt x="7640" y="15149"/>
                    <a:pt x="6646" y="15149"/>
                  </a:cubicBezTo>
                  <a:cubicBezTo>
                    <a:pt x="6462" y="15163"/>
                    <a:pt x="6277" y="15171"/>
                    <a:pt x="6092" y="15171"/>
                  </a:cubicBezTo>
                  <a:cubicBezTo>
                    <a:pt x="5539" y="15171"/>
                    <a:pt x="4985" y="15107"/>
                    <a:pt x="4431" y="14979"/>
                  </a:cubicBezTo>
                  <a:lnTo>
                    <a:pt x="3267" y="14610"/>
                  </a:lnTo>
                  <a:cubicBezTo>
                    <a:pt x="3142" y="14568"/>
                    <a:pt x="2987" y="14542"/>
                    <a:pt x="2835" y="14542"/>
                  </a:cubicBezTo>
                  <a:cubicBezTo>
                    <a:pt x="2779" y="14542"/>
                    <a:pt x="2724" y="14545"/>
                    <a:pt x="2670" y="14553"/>
                  </a:cubicBezTo>
                  <a:cubicBezTo>
                    <a:pt x="2613" y="14553"/>
                    <a:pt x="2613" y="14581"/>
                    <a:pt x="2613" y="14638"/>
                  </a:cubicBezTo>
                  <a:cubicBezTo>
                    <a:pt x="2613" y="14666"/>
                    <a:pt x="2613" y="14666"/>
                    <a:pt x="2642" y="14695"/>
                  </a:cubicBezTo>
                  <a:cubicBezTo>
                    <a:pt x="2699" y="14808"/>
                    <a:pt x="2812" y="14894"/>
                    <a:pt x="2954" y="14922"/>
                  </a:cubicBezTo>
                  <a:cubicBezTo>
                    <a:pt x="3551" y="15121"/>
                    <a:pt x="4147" y="15348"/>
                    <a:pt x="4743" y="15490"/>
                  </a:cubicBezTo>
                  <a:cubicBezTo>
                    <a:pt x="5407" y="15612"/>
                    <a:pt x="6070" y="15670"/>
                    <a:pt x="6734" y="15670"/>
                  </a:cubicBezTo>
                  <a:cubicBezTo>
                    <a:pt x="7150" y="15670"/>
                    <a:pt x="7565" y="15647"/>
                    <a:pt x="7981" y="15604"/>
                  </a:cubicBezTo>
                  <a:cubicBezTo>
                    <a:pt x="9003" y="15518"/>
                    <a:pt x="10026" y="15376"/>
                    <a:pt x="11048" y="15376"/>
                  </a:cubicBezTo>
                  <a:cubicBezTo>
                    <a:pt x="11786" y="15405"/>
                    <a:pt x="12525" y="15490"/>
                    <a:pt x="13263" y="15660"/>
                  </a:cubicBezTo>
                  <a:cubicBezTo>
                    <a:pt x="13689" y="15717"/>
                    <a:pt x="14058" y="16001"/>
                    <a:pt x="14229" y="16399"/>
                  </a:cubicBezTo>
                  <a:cubicBezTo>
                    <a:pt x="14740" y="17535"/>
                    <a:pt x="15279" y="18671"/>
                    <a:pt x="15819" y="19835"/>
                  </a:cubicBezTo>
                  <a:cubicBezTo>
                    <a:pt x="15847" y="19920"/>
                    <a:pt x="15876" y="20034"/>
                    <a:pt x="15904" y="20147"/>
                  </a:cubicBezTo>
                  <a:cubicBezTo>
                    <a:pt x="15929" y="20221"/>
                    <a:pt x="15868" y="20295"/>
                    <a:pt x="15796" y="20295"/>
                  </a:cubicBezTo>
                  <a:cubicBezTo>
                    <a:pt x="15785" y="20295"/>
                    <a:pt x="15774" y="20293"/>
                    <a:pt x="15762" y="20289"/>
                  </a:cubicBezTo>
                  <a:lnTo>
                    <a:pt x="15563" y="20204"/>
                  </a:lnTo>
                  <a:cubicBezTo>
                    <a:pt x="15081" y="20005"/>
                    <a:pt x="14598" y="19835"/>
                    <a:pt x="14087" y="19721"/>
                  </a:cubicBezTo>
                  <a:cubicBezTo>
                    <a:pt x="12837" y="19437"/>
                    <a:pt x="11616" y="19068"/>
                    <a:pt x="10423" y="18614"/>
                  </a:cubicBezTo>
                  <a:cubicBezTo>
                    <a:pt x="9997" y="18472"/>
                    <a:pt x="9571" y="18302"/>
                    <a:pt x="9174" y="18160"/>
                  </a:cubicBezTo>
                  <a:cubicBezTo>
                    <a:pt x="9123" y="18134"/>
                    <a:pt x="9066" y="18120"/>
                    <a:pt x="9014" y="18120"/>
                  </a:cubicBezTo>
                  <a:cubicBezTo>
                    <a:pt x="8950" y="18120"/>
                    <a:pt x="8893" y="18141"/>
                    <a:pt x="8861" y="18188"/>
                  </a:cubicBezTo>
                  <a:cubicBezTo>
                    <a:pt x="8833" y="18302"/>
                    <a:pt x="8918" y="18358"/>
                    <a:pt x="8975" y="18415"/>
                  </a:cubicBezTo>
                  <a:cubicBezTo>
                    <a:pt x="9202" y="18614"/>
                    <a:pt x="9458" y="18756"/>
                    <a:pt x="9742" y="18869"/>
                  </a:cubicBezTo>
                  <a:cubicBezTo>
                    <a:pt x="10906" y="19324"/>
                    <a:pt x="12099" y="19721"/>
                    <a:pt x="13320" y="20034"/>
                  </a:cubicBezTo>
                  <a:cubicBezTo>
                    <a:pt x="14172" y="20233"/>
                    <a:pt x="15052" y="20488"/>
                    <a:pt x="15876" y="20857"/>
                  </a:cubicBezTo>
                  <a:cubicBezTo>
                    <a:pt x="16188" y="20971"/>
                    <a:pt x="16444" y="21198"/>
                    <a:pt x="16586" y="21511"/>
                  </a:cubicBezTo>
                  <a:cubicBezTo>
                    <a:pt x="16785" y="21993"/>
                    <a:pt x="17012" y="22476"/>
                    <a:pt x="17211" y="22931"/>
                  </a:cubicBezTo>
                  <a:cubicBezTo>
                    <a:pt x="17381" y="23243"/>
                    <a:pt x="17523" y="23584"/>
                    <a:pt x="17665" y="23896"/>
                  </a:cubicBezTo>
                  <a:cubicBezTo>
                    <a:pt x="17608" y="23924"/>
                    <a:pt x="17544" y="23939"/>
                    <a:pt x="17484" y="23939"/>
                  </a:cubicBezTo>
                  <a:cubicBezTo>
                    <a:pt x="17424" y="23939"/>
                    <a:pt x="17367" y="23924"/>
                    <a:pt x="17324" y="23896"/>
                  </a:cubicBezTo>
                  <a:cubicBezTo>
                    <a:pt x="16103" y="23442"/>
                    <a:pt x="14853" y="23044"/>
                    <a:pt x="13661" y="22533"/>
                  </a:cubicBezTo>
                  <a:cubicBezTo>
                    <a:pt x="13547" y="22448"/>
                    <a:pt x="13405" y="22419"/>
                    <a:pt x="13263" y="22419"/>
                  </a:cubicBezTo>
                  <a:cubicBezTo>
                    <a:pt x="13235" y="22419"/>
                    <a:pt x="13206" y="22448"/>
                    <a:pt x="13178" y="22505"/>
                  </a:cubicBezTo>
                  <a:cubicBezTo>
                    <a:pt x="13178" y="22533"/>
                    <a:pt x="13178" y="22590"/>
                    <a:pt x="13206" y="22618"/>
                  </a:cubicBezTo>
                  <a:cubicBezTo>
                    <a:pt x="13348" y="22760"/>
                    <a:pt x="13519" y="22874"/>
                    <a:pt x="13689" y="22959"/>
                  </a:cubicBezTo>
                  <a:cubicBezTo>
                    <a:pt x="14200" y="23215"/>
                    <a:pt x="14683" y="23442"/>
                    <a:pt x="15166" y="23640"/>
                  </a:cubicBezTo>
                  <a:cubicBezTo>
                    <a:pt x="16046" y="23953"/>
                    <a:pt x="16898" y="24237"/>
                    <a:pt x="17779" y="24549"/>
                  </a:cubicBezTo>
                  <a:cubicBezTo>
                    <a:pt x="18006" y="24578"/>
                    <a:pt x="18204" y="24720"/>
                    <a:pt x="18318" y="24918"/>
                  </a:cubicBezTo>
                  <a:cubicBezTo>
                    <a:pt x="18460" y="25117"/>
                    <a:pt x="18630" y="25344"/>
                    <a:pt x="18801" y="25543"/>
                  </a:cubicBezTo>
                  <a:cubicBezTo>
                    <a:pt x="18914" y="25657"/>
                    <a:pt x="19028" y="25714"/>
                    <a:pt x="19170" y="25714"/>
                  </a:cubicBezTo>
                  <a:cubicBezTo>
                    <a:pt x="19182" y="25716"/>
                    <a:pt x="19195" y="25717"/>
                    <a:pt x="19207" y="25717"/>
                  </a:cubicBezTo>
                  <a:cubicBezTo>
                    <a:pt x="19335" y="25717"/>
                    <a:pt x="19449" y="25588"/>
                    <a:pt x="19397" y="25458"/>
                  </a:cubicBezTo>
                  <a:cubicBezTo>
                    <a:pt x="19284" y="25202"/>
                    <a:pt x="19142" y="24947"/>
                    <a:pt x="19000" y="24691"/>
                  </a:cubicBezTo>
                  <a:cubicBezTo>
                    <a:pt x="18488" y="23726"/>
                    <a:pt x="18006" y="22732"/>
                    <a:pt x="17580" y="21709"/>
                  </a:cubicBezTo>
                  <a:cubicBezTo>
                    <a:pt x="17523" y="21539"/>
                    <a:pt x="17466" y="21369"/>
                    <a:pt x="17466" y="21198"/>
                  </a:cubicBezTo>
                  <a:cubicBezTo>
                    <a:pt x="17409" y="20545"/>
                    <a:pt x="17438" y="19892"/>
                    <a:pt x="17495" y="19239"/>
                  </a:cubicBezTo>
                  <a:cubicBezTo>
                    <a:pt x="17665" y="18160"/>
                    <a:pt x="17722" y="17080"/>
                    <a:pt x="17722" y="16001"/>
                  </a:cubicBezTo>
                  <a:cubicBezTo>
                    <a:pt x="17693" y="15263"/>
                    <a:pt x="17665" y="14553"/>
                    <a:pt x="17608" y="13843"/>
                  </a:cubicBezTo>
                  <a:cubicBezTo>
                    <a:pt x="17551" y="13360"/>
                    <a:pt x="17438" y="12877"/>
                    <a:pt x="17353" y="12395"/>
                  </a:cubicBezTo>
                  <a:cubicBezTo>
                    <a:pt x="17353" y="12281"/>
                    <a:pt x="17267" y="12167"/>
                    <a:pt x="17182" y="12111"/>
                  </a:cubicBezTo>
                  <a:cubicBezTo>
                    <a:pt x="17161" y="12100"/>
                    <a:pt x="17137" y="12094"/>
                    <a:pt x="17113" y="12094"/>
                  </a:cubicBezTo>
                  <a:cubicBezTo>
                    <a:pt x="17071" y="12094"/>
                    <a:pt x="17030" y="12113"/>
                    <a:pt x="17012" y="12167"/>
                  </a:cubicBezTo>
                  <a:cubicBezTo>
                    <a:pt x="16983" y="12253"/>
                    <a:pt x="16983" y="12338"/>
                    <a:pt x="16983" y="12423"/>
                  </a:cubicBezTo>
                  <a:cubicBezTo>
                    <a:pt x="17125" y="13247"/>
                    <a:pt x="17182" y="14070"/>
                    <a:pt x="17211" y="14922"/>
                  </a:cubicBezTo>
                  <a:cubicBezTo>
                    <a:pt x="17267" y="16456"/>
                    <a:pt x="17211" y="18018"/>
                    <a:pt x="17040" y="19551"/>
                  </a:cubicBezTo>
                  <a:cubicBezTo>
                    <a:pt x="17012" y="19693"/>
                    <a:pt x="17040" y="19863"/>
                    <a:pt x="16870" y="19949"/>
                  </a:cubicBezTo>
                  <a:cubicBezTo>
                    <a:pt x="16813" y="19920"/>
                    <a:pt x="16785" y="19863"/>
                    <a:pt x="16728" y="19807"/>
                  </a:cubicBezTo>
                  <a:cubicBezTo>
                    <a:pt x="16444" y="19210"/>
                    <a:pt x="16160" y="18585"/>
                    <a:pt x="15876" y="17989"/>
                  </a:cubicBezTo>
                  <a:cubicBezTo>
                    <a:pt x="15620" y="17478"/>
                    <a:pt x="15393" y="16967"/>
                    <a:pt x="15109" y="16484"/>
                  </a:cubicBezTo>
                  <a:cubicBezTo>
                    <a:pt x="14825" y="16030"/>
                    <a:pt x="14683" y="15490"/>
                    <a:pt x="14683" y="14950"/>
                  </a:cubicBezTo>
                  <a:cubicBezTo>
                    <a:pt x="14655" y="13956"/>
                    <a:pt x="14598" y="12963"/>
                    <a:pt x="14569" y="11997"/>
                  </a:cubicBezTo>
                  <a:cubicBezTo>
                    <a:pt x="14541" y="11117"/>
                    <a:pt x="14427" y="10236"/>
                    <a:pt x="14285" y="9384"/>
                  </a:cubicBezTo>
                  <a:cubicBezTo>
                    <a:pt x="13945" y="7680"/>
                    <a:pt x="13320" y="6062"/>
                    <a:pt x="12440" y="4556"/>
                  </a:cubicBezTo>
                  <a:cubicBezTo>
                    <a:pt x="12383" y="4386"/>
                    <a:pt x="12269" y="4244"/>
                    <a:pt x="12127" y="4130"/>
                  </a:cubicBezTo>
                  <a:cubicBezTo>
                    <a:pt x="12108" y="4126"/>
                    <a:pt x="12089" y="4123"/>
                    <a:pt x="12071" y="4123"/>
                  </a:cubicBezTo>
                  <a:cubicBezTo>
                    <a:pt x="11987" y="4123"/>
                    <a:pt x="11928" y="4178"/>
                    <a:pt x="11928" y="4272"/>
                  </a:cubicBezTo>
                  <a:cubicBezTo>
                    <a:pt x="11957" y="4358"/>
                    <a:pt x="11985" y="4471"/>
                    <a:pt x="12014" y="4585"/>
                  </a:cubicBezTo>
                  <a:cubicBezTo>
                    <a:pt x="12298" y="5210"/>
                    <a:pt x="12553" y="5863"/>
                    <a:pt x="12837" y="6488"/>
                  </a:cubicBezTo>
                  <a:cubicBezTo>
                    <a:pt x="13348" y="7652"/>
                    <a:pt x="13689" y="8873"/>
                    <a:pt x="13916" y="10123"/>
                  </a:cubicBezTo>
                  <a:cubicBezTo>
                    <a:pt x="13945" y="10407"/>
                    <a:pt x="13973" y="10691"/>
                    <a:pt x="13973" y="10975"/>
                  </a:cubicBezTo>
                  <a:cubicBezTo>
                    <a:pt x="14030" y="12025"/>
                    <a:pt x="14087" y="13076"/>
                    <a:pt x="14115" y="14155"/>
                  </a:cubicBezTo>
                  <a:cubicBezTo>
                    <a:pt x="14115" y="14269"/>
                    <a:pt x="14172" y="14411"/>
                    <a:pt x="14058" y="14496"/>
                  </a:cubicBezTo>
                  <a:cubicBezTo>
                    <a:pt x="14030" y="14496"/>
                    <a:pt x="13973" y="14496"/>
                    <a:pt x="13945" y="14468"/>
                  </a:cubicBezTo>
                  <a:cubicBezTo>
                    <a:pt x="13831" y="14297"/>
                    <a:pt x="13717" y="14127"/>
                    <a:pt x="13604" y="13956"/>
                  </a:cubicBezTo>
                  <a:cubicBezTo>
                    <a:pt x="12951" y="12963"/>
                    <a:pt x="12212" y="11969"/>
                    <a:pt x="11474" y="11031"/>
                  </a:cubicBezTo>
                  <a:cubicBezTo>
                    <a:pt x="11332" y="10889"/>
                    <a:pt x="11218" y="10719"/>
                    <a:pt x="11162" y="10520"/>
                  </a:cubicBezTo>
                  <a:cubicBezTo>
                    <a:pt x="10991" y="10123"/>
                    <a:pt x="10878" y="9725"/>
                    <a:pt x="10792" y="9299"/>
                  </a:cubicBezTo>
                  <a:cubicBezTo>
                    <a:pt x="10650" y="8333"/>
                    <a:pt x="10508" y="7396"/>
                    <a:pt x="10366" y="6431"/>
                  </a:cubicBezTo>
                  <a:cubicBezTo>
                    <a:pt x="10253" y="5607"/>
                    <a:pt x="10026" y="4812"/>
                    <a:pt x="9770" y="4017"/>
                  </a:cubicBezTo>
                  <a:cubicBezTo>
                    <a:pt x="9316" y="2767"/>
                    <a:pt x="8549" y="1745"/>
                    <a:pt x="7782" y="666"/>
                  </a:cubicBezTo>
                  <a:cubicBezTo>
                    <a:pt x="7640" y="495"/>
                    <a:pt x="7498" y="325"/>
                    <a:pt x="7328" y="183"/>
                  </a:cubicBezTo>
                  <a:cubicBezTo>
                    <a:pt x="7243" y="98"/>
                    <a:pt x="7157" y="41"/>
                    <a:pt x="7044" y="13"/>
                  </a:cubicBezTo>
                  <a:cubicBezTo>
                    <a:pt x="7027" y="4"/>
                    <a:pt x="7008" y="1"/>
                    <a:pt x="6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1134800" y="1787950"/>
              <a:ext cx="863350" cy="88617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1210075" y="1840800"/>
              <a:ext cx="729150" cy="761650"/>
            </a:xfrm>
            <a:custGeom>
              <a:rect b="b" l="l" r="r" t="t"/>
              <a:pathLst>
                <a:path extrusionOk="0" h="30466" w="29166">
                  <a:moveTo>
                    <a:pt x="14938" y="12411"/>
                  </a:moveTo>
                  <a:lnTo>
                    <a:pt x="14995" y="12439"/>
                  </a:lnTo>
                  <a:lnTo>
                    <a:pt x="14938" y="12439"/>
                  </a:lnTo>
                  <a:lnTo>
                    <a:pt x="14938" y="12411"/>
                  </a:lnTo>
                  <a:close/>
                  <a:moveTo>
                    <a:pt x="19737" y="0"/>
                  </a:moveTo>
                  <a:cubicBezTo>
                    <a:pt x="19652" y="0"/>
                    <a:pt x="19595" y="0"/>
                    <a:pt x="19539" y="57"/>
                  </a:cubicBezTo>
                  <a:cubicBezTo>
                    <a:pt x="19397" y="142"/>
                    <a:pt x="19311" y="227"/>
                    <a:pt x="19198" y="341"/>
                  </a:cubicBezTo>
                  <a:cubicBezTo>
                    <a:pt x="18829" y="795"/>
                    <a:pt x="18431" y="1221"/>
                    <a:pt x="18090" y="1676"/>
                  </a:cubicBezTo>
                  <a:cubicBezTo>
                    <a:pt x="17579" y="2329"/>
                    <a:pt x="17125" y="2982"/>
                    <a:pt x="16699" y="3664"/>
                  </a:cubicBezTo>
                  <a:cubicBezTo>
                    <a:pt x="16102" y="4686"/>
                    <a:pt x="15648" y="5794"/>
                    <a:pt x="15336" y="6958"/>
                  </a:cubicBezTo>
                  <a:cubicBezTo>
                    <a:pt x="14796" y="8634"/>
                    <a:pt x="14342" y="10366"/>
                    <a:pt x="14001" y="12098"/>
                  </a:cubicBezTo>
                  <a:cubicBezTo>
                    <a:pt x="13916" y="12439"/>
                    <a:pt x="13745" y="12780"/>
                    <a:pt x="13518" y="13064"/>
                  </a:cubicBezTo>
                  <a:cubicBezTo>
                    <a:pt x="12496" y="14313"/>
                    <a:pt x="11502" y="15563"/>
                    <a:pt x="10565" y="16869"/>
                  </a:cubicBezTo>
                  <a:cubicBezTo>
                    <a:pt x="10337" y="17238"/>
                    <a:pt x="10053" y="17579"/>
                    <a:pt x="9769" y="17892"/>
                  </a:cubicBezTo>
                  <a:cubicBezTo>
                    <a:pt x="9713" y="17579"/>
                    <a:pt x="9713" y="17295"/>
                    <a:pt x="9798" y="16983"/>
                  </a:cubicBezTo>
                  <a:cubicBezTo>
                    <a:pt x="9968" y="15847"/>
                    <a:pt x="10110" y="14711"/>
                    <a:pt x="10167" y="13575"/>
                  </a:cubicBezTo>
                  <a:cubicBezTo>
                    <a:pt x="10252" y="12354"/>
                    <a:pt x="10536" y="11133"/>
                    <a:pt x="10962" y="9968"/>
                  </a:cubicBezTo>
                  <a:cubicBezTo>
                    <a:pt x="11530" y="8548"/>
                    <a:pt x="12183" y="7157"/>
                    <a:pt x="12950" y="5822"/>
                  </a:cubicBezTo>
                  <a:cubicBezTo>
                    <a:pt x="13092" y="5538"/>
                    <a:pt x="13206" y="5254"/>
                    <a:pt x="13319" y="4942"/>
                  </a:cubicBezTo>
                  <a:cubicBezTo>
                    <a:pt x="13348" y="4885"/>
                    <a:pt x="13319" y="4800"/>
                    <a:pt x="13262" y="4771"/>
                  </a:cubicBezTo>
                  <a:cubicBezTo>
                    <a:pt x="13239" y="4760"/>
                    <a:pt x="13211" y="4753"/>
                    <a:pt x="13181" y="4753"/>
                  </a:cubicBezTo>
                  <a:cubicBezTo>
                    <a:pt x="13140" y="4753"/>
                    <a:pt x="13097" y="4766"/>
                    <a:pt x="13064" y="4800"/>
                  </a:cubicBezTo>
                  <a:cubicBezTo>
                    <a:pt x="12950" y="4885"/>
                    <a:pt x="12865" y="4999"/>
                    <a:pt x="12780" y="5112"/>
                  </a:cubicBezTo>
                  <a:cubicBezTo>
                    <a:pt x="12552" y="5510"/>
                    <a:pt x="12297" y="5907"/>
                    <a:pt x="12070" y="6305"/>
                  </a:cubicBezTo>
                  <a:cubicBezTo>
                    <a:pt x="11161" y="7867"/>
                    <a:pt x="10451" y="9514"/>
                    <a:pt x="9968" y="11246"/>
                  </a:cubicBezTo>
                  <a:cubicBezTo>
                    <a:pt x="9826" y="11757"/>
                    <a:pt x="9713" y="12297"/>
                    <a:pt x="9656" y="12837"/>
                  </a:cubicBezTo>
                  <a:cubicBezTo>
                    <a:pt x="9514" y="13944"/>
                    <a:pt x="9457" y="15052"/>
                    <a:pt x="9343" y="16159"/>
                  </a:cubicBezTo>
                  <a:cubicBezTo>
                    <a:pt x="9258" y="17040"/>
                    <a:pt x="9116" y="17892"/>
                    <a:pt x="8889" y="18744"/>
                  </a:cubicBezTo>
                  <a:cubicBezTo>
                    <a:pt x="8804" y="19141"/>
                    <a:pt x="8633" y="19482"/>
                    <a:pt x="8378" y="19794"/>
                  </a:cubicBezTo>
                  <a:cubicBezTo>
                    <a:pt x="7384" y="21044"/>
                    <a:pt x="6418" y="22322"/>
                    <a:pt x="5424" y="23571"/>
                  </a:cubicBezTo>
                  <a:cubicBezTo>
                    <a:pt x="5254" y="23827"/>
                    <a:pt x="5055" y="24026"/>
                    <a:pt x="4800" y="24168"/>
                  </a:cubicBezTo>
                  <a:cubicBezTo>
                    <a:pt x="4778" y="24232"/>
                    <a:pt x="4757" y="24264"/>
                    <a:pt x="4736" y="24264"/>
                  </a:cubicBezTo>
                  <a:cubicBezTo>
                    <a:pt x="4729" y="24264"/>
                    <a:pt x="4721" y="24260"/>
                    <a:pt x="4714" y="24253"/>
                  </a:cubicBezTo>
                  <a:cubicBezTo>
                    <a:pt x="4686" y="24196"/>
                    <a:pt x="4714" y="24139"/>
                    <a:pt x="4771" y="24139"/>
                  </a:cubicBezTo>
                  <a:cubicBezTo>
                    <a:pt x="4771" y="23571"/>
                    <a:pt x="4828" y="23032"/>
                    <a:pt x="4942" y="22464"/>
                  </a:cubicBezTo>
                  <a:cubicBezTo>
                    <a:pt x="5055" y="21527"/>
                    <a:pt x="5112" y="20533"/>
                    <a:pt x="5339" y="19596"/>
                  </a:cubicBezTo>
                  <a:cubicBezTo>
                    <a:pt x="5510" y="18772"/>
                    <a:pt x="5652" y="17920"/>
                    <a:pt x="5794" y="17068"/>
                  </a:cubicBezTo>
                  <a:cubicBezTo>
                    <a:pt x="5794" y="17011"/>
                    <a:pt x="5794" y="16926"/>
                    <a:pt x="5794" y="16869"/>
                  </a:cubicBezTo>
                  <a:cubicBezTo>
                    <a:pt x="5775" y="16794"/>
                    <a:pt x="5718" y="16756"/>
                    <a:pt x="5657" y="16756"/>
                  </a:cubicBezTo>
                  <a:cubicBezTo>
                    <a:pt x="5626" y="16756"/>
                    <a:pt x="5595" y="16765"/>
                    <a:pt x="5566" y="16784"/>
                  </a:cubicBezTo>
                  <a:cubicBezTo>
                    <a:pt x="5481" y="16898"/>
                    <a:pt x="5424" y="16983"/>
                    <a:pt x="5368" y="17096"/>
                  </a:cubicBezTo>
                  <a:cubicBezTo>
                    <a:pt x="5197" y="17551"/>
                    <a:pt x="5084" y="18034"/>
                    <a:pt x="5027" y="18516"/>
                  </a:cubicBezTo>
                  <a:cubicBezTo>
                    <a:pt x="4856" y="19368"/>
                    <a:pt x="4658" y="20220"/>
                    <a:pt x="4544" y="21101"/>
                  </a:cubicBezTo>
                  <a:cubicBezTo>
                    <a:pt x="4402" y="22379"/>
                    <a:pt x="4232" y="23600"/>
                    <a:pt x="4061" y="24849"/>
                  </a:cubicBezTo>
                  <a:cubicBezTo>
                    <a:pt x="4033" y="25105"/>
                    <a:pt x="3948" y="25332"/>
                    <a:pt x="3777" y="25531"/>
                  </a:cubicBezTo>
                  <a:lnTo>
                    <a:pt x="1846" y="27803"/>
                  </a:lnTo>
                  <a:cubicBezTo>
                    <a:pt x="1800" y="27849"/>
                    <a:pt x="1753" y="27896"/>
                    <a:pt x="1691" y="27896"/>
                  </a:cubicBezTo>
                  <a:cubicBezTo>
                    <a:pt x="1678" y="27896"/>
                    <a:pt x="1663" y="27893"/>
                    <a:pt x="1647" y="27888"/>
                  </a:cubicBezTo>
                  <a:cubicBezTo>
                    <a:pt x="1534" y="27718"/>
                    <a:pt x="1590" y="27547"/>
                    <a:pt x="1619" y="27405"/>
                  </a:cubicBezTo>
                  <a:cubicBezTo>
                    <a:pt x="1789" y="26241"/>
                    <a:pt x="1960" y="25105"/>
                    <a:pt x="2130" y="23941"/>
                  </a:cubicBezTo>
                  <a:cubicBezTo>
                    <a:pt x="2158" y="23855"/>
                    <a:pt x="2158" y="23742"/>
                    <a:pt x="2130" y="23657"/>
                  </a:cubicBezTo>
                  <a:cubicBezTo>
                    <a:pt x="2130" y="23600"/>
                    <a:pt x="2102" y="23571"/>
                    <a:pt x="2073" y="23543"/>
                  </a:cubicBezTo>
                  <a:cubicBezTo>
                    <a:pt x="2053" y="23530"/>
                    <a:pt x="2035" y="23524"/>
                    <a:pt x="2018" y="23524"/>
                  </a:cubicBezTo>
                  <a:cubicBezTo>
                    <a:pt x="1962" y="23524"/>
                    <a:pt x="1918" y="23585"/>
                    <a:pt x="1874" y="23628"/>
                  </a:cubicBezTo>
                  <a:cubicBezTo>
                    <a:pt x="1846" y="23742"/>
                    <a:pt x="1789" y="23827"/>
                    <a:pt x="1732" y="23969"/>
                  </a:cubicBezTo>
                  <a:cubicBezTo>
                    <a:pt x="1562" y="24565"/>
                    <a:pt x="1420" y="25190"/>
                    <a:pt x="1335" y="25815"/>
                  </a:cubicBezTo>
                  <a:cubicBezTo>
                    <a:pt x="1164" y="26582"/>
                    <a:pt x="1108" y="27348"/>
                    <a:pt x="1136" y="28144"/>
                  </a:cubicBezTo>
                  <a:cubicBezTo>
                    <a:pt x="1136" y="28342"/>
                    <a:pt x="1079" y="28541"/>
                    <a:pt x="966" y="28740"/>
                  </a:cubicBezTo>
                  <a:cubicBezTo>
                    <a:pt x="795" y="29052"/>
                    <a:pt x="597" y="29365"/>
                    <a:pt x="341" y="29620"/>
                  </a:cubicBezTo>
                  <a:cubicBezTo>
                    <a:pt x="171" y="29791"/>
                    <a:pt x="57" y="30018"/>
                    <a:pt x="0" y="30245"/>
                  </a:cubicBezTo>
                  <a:cubicBezTo>
                    <a:pt x="0" y="30330"/>
                    <a:pt x="29" y="30387"/>
                    <a:pt x="85" y="30444"/>
                  </a:cubicBezTo>
                  <a:cubicBezTo>
                    <a:pt x="114" y="30458"/>
                    <a:pt x="149" y="30465"/>
                    <a:pt x="185" y="30465"/>
                  </a:cubicBezTo>
                  <a:cubicBezTo>
                    <a:pt x="220" y="30465"/>
                    <a:pt x="256" y="30458"/>
                    <a:pt x="284" y="30444"/>
                  </a:cubicBezTo>
                  <a:cubicBezTo>
                    <a:pt x="369" y="30359"/>
                    <a:pt x="455" y="30274"/>
                    <a:pt x="540" y="30188"/>
                  </a:cubicBezTo>
                  <a:lnTo>
                    <a:pt x="1250" y="29365"/>
                  </a:lnTo>
                  <a:cubicBezTo>
                    <a:pt x="1392" y="29223"/>
                    <a:pt x="1562" y="29138"/>
                    <a:pt x="1761" y="29138"/>
                  </a:cubicBezTo>
                  <a:cubicBezTo>
                    <a:pt x="2670" y="29052"/>
                    <a:pt x="3550" y="28882"/>
                    <a:pt x="4402" y="28683"/>
                  </a:cubicBezTo>
                  <a:cubicBezTo>
                    <a:pt x="4743" y="28598"/>
                    <a:pt x="5055" y="28484"/>
                    <a:pt x="5368" y="28314"/>
                  </a:cubicBezTo>
                  <a:cubicBezTo>
                    <a:pt x="5424" y="28286"/>
                    <a:pt x="5481" y="28229"/>
                    <a:pt x="5538" y="28200"/>
                  </a:cubicBezTo>
                  <a:cubicBezTo>
                    <a:pt x="5566" y="28172"/>
                    <a:pt x="5595" y="28115"/>
                    <a:pt x="5595" y="28058"/>
                  </a:cubicBezTo>
                  <a:cubicBezTo>
                    <a:pt x="5595" y="27973"/>
                    <a:pt x="5510" y="27973"/>
                    <a:pt x="5424" y="27973"/>
                  </a:cubicBezTo>
                  <a:lnTo>
                    <a:pt x="5226" y="27973"/>
                  </a:lnTo>
                  <a:cubicBezTo>
                    <a:pt x="4658" y="28115"/>
                    <a:pt x="4090" y="28229"/>
                    <a:pt x="3522" y="28342"/>
                  </a:cubicBezTo>
                  <a:cubicBezTo>
                    <a:pt x="3010" y="28456"/>
                    <a:pt x="2499" y="28513"/>
                    <a:pt x="1988" y="28513"/>
                  </a:cubicBezTo>
                  <a:cubicBezTo>
                    <a:pt x="2215" y="28257"/>
                    <a:pt x="2386" y="28058"/>
                    <a:pt x="2556" y="27860"/>
                  </a:cubicBezTo>
                  <a:cubicBezTo>
                    <a:pt x="3096" y="27206"/>
                    <a:pt x="3664" y="26582"/>
                    <a:pt x="4232" y="25928"/>
                  </a:cubicBezTo>
                  <a:cubicBezTo>
                    <a:pt x="4374" y="25730"/>
                    <a:pt x="4601" y="25588"/>
                    <a:pt x="4828" y="25588"/>
                  </a:cubicBezTo>
                  <a:cubicBezTo>
                    <a:pt x="4970" y="25588"/>
                    <a:pt x="5084" y="25474"/>
                    <a:pt x="5226" y="25417"/>
                  </a:cubicBezTo>
                  <a:cubicBezTo>
                    <a:pt x="5623" y="25219"/>
                    <a:pt x="6049" y="25105"/>
                    <a:pt x="6475" y="25048"/>
                  </a:cubicBezTo>
                  <a:cubicBezTo>
                    <a:pt x="7362" y="24997"/>
                    <a:pt x="8225" y="24902"/>
                    <a:pt x="9087" y="24902"/>
                  </a:cubicBezTo>
                  <a:cubicBezTo>
                    <a:pt x="9191" y="24902"/>
                    <a:pt x="9296" y="24903"/>
                    <a:pt x="9400" y="24906"/>
                  </a:cubicBezTo>
                  <a:cubicBezTo>
                    <a:pt x="9658" y="24914"/>
                    <a:pt x="9916" y="24918"/>
                    <a:pt x="10174" y="24918"/>
                  </a:cubicBezTo>
                  <a:cubicBezTo>
                    <a:pt x="10796" y="24918"/>
                    <a:pt x="11419" y="24898"/>
                    <a:pt x="12041" y="24878"/>
                  </a:cubicBezTo>
                  <a:cubicBezTo>
                    <a:pt x="12638" y="24849"/>
                    <a:pt x="13234" y="24793"/>
                    <a:pt x="13859" y="24707"/>
                  </a:cubicBezTo>
                  <a:cubicBezTo>
                    <a:pt x="14881" y="24537"/>
                    <a:pt x="15904" y="24281"/>
                    <a:pt x="16897" y="23997"/>
                  </a:cubicBezTo>
                  <a:cubicBezTo>
                    <a:pt x="17352" y="23855"/>
                    <a:pt x="17778" y="23685"/>
                    <a:pt x="18204" y="23515"/>
                  </a:cubicBezTo>
                  <a:cubicBezTo>
                    <a:pt x="18374" y="23458"/>
                    <a:pt x="18545" y="23344"/>
                    <a:pt x="18658" y="23174"/>
                  </a:cubicBezTo>
                  <a:cubicBezTo>
                    <a:pt x="18715" y="23145"/>
                    <a:pt x="18715" y="23089"/>
                    <a:pt x="18715" y="23060"/>
                  </a:cubicBezTo>
                  <a:cubicBezTo>
                    <a:pt x="18687" y="23003"/>
                    <a:pt x="18630" y="23003"/>
                    <a:pt x="18601" y="22975"/>
                  </a:cubicBezTo>
                  <a:cubicBezTo>
                    <a:pt x="18403" y="23003"/>
                    <a:pt x="18204" y="23032"/>
                    <a:pt x="18033" y="23117"/>
                  </a:cubicBezTo>
                  <a:cubicBezTo>
                    <a:pt x="16926" y="23515"/>
                    <a:pt x="15790" y="23799"/>
                    <a:pt x="14654" y="23997"/>
                  </a:cubicBezTo>
                  <a:cubicBezTo>
                    <a:pt x="13503" y="24253"/>
                    <a:pt x="12351" y="24371"/>
                    <a:pt x="11179" y="24371"/>
                  </a:cubicBezTo>
                  <a:cubicBezTo>
                    <a:pt x="11050" y="24371"/>
                    <a:pt x="10921" y="24369"/>
                    <a:pt x="10792" y="24367"/>
                  </a:cubicBezTo>
                  <a:cubicBezTo>
                    <a:pt x="10658" y="24363"/>
                    <a:pt x="10524" y="24362"/>
                    <a:pt x="10389" y="24362"/>
                  </a:cubicBezTo>
                  <a:cubicBezTo>
                    <a:pt x="9297" y="24362"/>
                    <a:pt x="8184" y="24455"/>
                    <a:pt x="7071" y="24480"/>
                  </a:cubicBezTo>
                  <a:cubicBezTo>
                    <a:pt x="6901" y="24480"/>
                    <a:pt x="6731" y="24509"/>
                    <a:pt x="6589" y="24537"/>
                  </a:cubicBezTo>
                  <a:cubicBezTo>
                    <a:pt x="6191" y="24622"/>
                    <a:pt x="5794" y="24679"/>
                    <a:pt x="5453" y="24764"/>
                  </a:cubicBezTo>
                  <a:cubicBezTo>
                    <a:pt x="5424" y="24651"/>
                    <a:pt x="5453" y="24537"/>
                    <a:pt x="5538" y="24480"/>
                  </a:cubicBezTo>
                  <a:cubicBezTo>
                    <a:pt x="5822" y="24111"/>
                    <a:pt x="6134" y="23713"/>
                    <a:pt x="6447" y="23344"/>
                  </a:cubicBezTo>
                  <a:cubicBezTo>
                    <a:pt x="7242" y="22350"/>
                    <a:pt x="8037" y="21385"/>
                    <a:pt x="8832" y="20391"/>
                  </a:cubicBezTo>
                  <a:cubicBezTo>
                    <a:pt x="9042" y="20102"/>
                    <a:pt x="9228" y="19788"/>
                    <a:pt x="9615" y="19788"/>
                  </a:cubicBezTo>
                  <a:cubicBezTo>
                    <a:pt x="9646" y="19788"/>
                    <a:pt x="9679" y="19790"/>
                    <a:pt x="9713" y="19794"/>
                  </a:cubicBezTo>
                  <a:cubicBezTo>
                    <a:pt x="9798" y="19794"/>
                    <a:pt x="9855" y="19738"/>
                    <a:pt x="9911" y="19681"/>
                  </a:cubicBezTo>
                  <a:cubicBezTo>
                    <a:pt x="11161" y="19198"/>
                    <a:pt x="12439" y="18772"/>
                    <a:pt x="13745" y="18488"/>
                  </a:cubicBezTo>
                  <a:cubicBezTo>
                    <a:pt x="14682" y="18261"/>
                    <a:pt x="15648" y="18119"/>
                    <a:pt x="16585" y="17863"/>
                  </a:cubicBezTo>
                  <a:cubicBezTo>
                    <a:pt x="17778" y="17579"/>
                    <a:pt x="18999" y="17380"/>
                    <a:pt x="20220" y="17040"/>
                  </a:cubicBezTo>
                  <a:cubicBezTo>
                    <a:pt x="21072" y="16812"/>
                    <a:pt x="21924" y="16500"/>
                    <a:pt x="22776" y="16188"/>
                  </a:cubicBezTo>
                  <a:cubicBezTo>
                    <a:pt x="23770" y="15790"/>
                    <a:pt x="24707" y="15336"/>
                    <a:pt x="25644" y="14768"/>
                  </a:cubicBezTo>
                  <a:cubicBezTo>
                    <a:pt x="26212" y="14455"/>
                    <a:pt x="26752" y="14086"/>
                    <a:pt x="27320" y="13745"/>
                  </a:cubicBezTo>
                  <a:cubicBezTo>
                    <a:pt x="27519" y="13575"/>
                    <a:pt x="27717" y="13405"/>
                    <a:pt x="27916" y="13234"/>
                  </a:cubicBezTo>
                  <a:cubicBezTo>
                    <a:pt x="27945" y="13177"/>
                    <a:pt x="27973" y="13092"/>
                    <a:pt x="27945" y="13035"/>
                  </a:cubicBezTo>
                  <a:cubicBezTo>
                    <a:pt x="27908" y="12980"/>
                    <a:pt x="27848" y="12949"/>
                    <a:pt x="27787" y="12949"/>
                  </a:cubicBezTo>
                  <a:cubicBezTo>
                    <a:pt x="27753" y="12949"/>
                    <a:pt x="27719" y="12958"/>
                    <a:pt x="27689" y="12979"/>
                  </a:cubicBezTo>
                  <a:cubicBezTo>
                    <a:pt x="27519" y="13121"/>
                    <a:pt x="27348" y="13263"/>
                    <a:pt x="27150" y="13376"/>
                  </a:cubicBezTo>
                  <a:cubicBezTo>
                    <a:pt x="25758" y="14171"/>
                    <a:pt x="24281" y="14938"/>
                    <a:pt x="22804" y="15591"/>
                  </a:cubicBezTo>
                  <a:cubicBezTo>
                    <a:pt x="21385" y="16159"/>
                    <a:pt x="19908" y="16585"/>
                    <a:pt x="18403" y="16898"/>
                  </a:cubicBezTo>
                  <a:cubicBezTo>
                    <a:pt x="17295" y="17125"/>
                    <a:pt x="16159" y="17324"/>
                    <a:pt x="15052" y="17579"/>
                  </a:cubicBezTo>
                  <a:cubicBezTo>
                    <a:pt x="14058" y="17806"/>
                    <a:pt x="13064" y="18034"/>
                    <a:pt x="12098" y="18374"/>
                  </a:cubicBezTo>
                  <a:cubicBezTo>
                    <a:pt x="11558" y="18516"/>
                    <a:pt x="11019" y="18687"/>
                    <a:pt x="10508" y="18914"/>
                  </a:cubicBezTo>
                  <a:cubicBezTo>
                    <a:pt x="10366" y="18942"/>
                    <a:pt x="10224" y="18971"/>
                    <a:pt x="10082" y="18999"/>
                  </a:cubicBezTo>
                  <a:cubicBezTo>
                    <a:pt x="10062" y="19019"/>
                    <a:pt x="10029" y="19052"/>
                    <a:pt x="9992" y="19052"/>
                  </a:cubicBezTo>
                  <a:cubicBezTo>
                    <a:pt x="9975" y="19052"/>
                    <a:pt x="9957" y="19045"/>
                    <a:pt x="9940" y="19028"/>
                  </a:cubicBezTo>
                  <a:cubicBezTo>
                    <a:pt x="9940" y="19028"/>
                    <a:pt x="9997" y="18971"/>
                    <a:pt x="10025" y="18942"/>
                  </a:cubicBezTo>
                  <a:cubicBezTo>
                    <a:pt x="10110" y="18772"/>
                    <a:pt x="10224" y="18602"/>
                    <a:pt x="10309" y="18460"/>
                  </a:cubicBezTo>
                  <a:cubicBezTo>
                    <a:pt x="11331" y="17011"/>
                    <a:pt x="12382" y="15648"/>
                    <a:pt x="13461" y="14228"/>
                  </a:cubicBezTo>
                  <a:cubicBezTo>
                    <a:pt x="13887" y="13660"/>
                    <a:pt x="14455" y="13234"/>
                    <a:pt x="15137" y="13007"/>
                  </a:cubicBezTo>
                  <a:cubicBezTo>
                    <a:pt x="16301" y="12581"/>
                    <a:pt x="17465" y="12240"/>
                    <a:pt x="18687" y="11928"/>
                  </a:cubicBezTo>
                  <a:cubicBezTo>
                    <a:pt x="20107" y="11559"/>
                    <a:pt x="21555" y="11189"/>
                    <a:pt x="22975" y="10792"/>
                  </a:cubicBezTo>
                  <a:cubicBezTo>
                    <a:pt x="23628" y="10593"/>
                    <a:pt x="24281" y="10366"/>
                    <a:pt x="24906" y="10082"/>
                  </a:cubicBezTo>
                  <a:cubicBezTo>
                    <a:pt x="26241" y="9429"/>
                    <a:pt x="27547" y="8634"/>
                    <a:pt x="28740" y="7725"/>
                  </a:cubicBezTo>
                  <a:cubicBezTo>
                    <a:pt x="28910" y="7640"/>
                    <a:pt x="29052" y="7469"/>
                    <a:pt x="29137" y="7299"/>
                  </a:cubicBezTo>
                  <a:cubicBezTo>
                    <a:pt x="29166" y="7270"/>
                    <a:pt x="29166" y="7214"/>
                    <a:pt x="29137" y="7185"/>
                  </a:cubicBezTo>
                  <a:cubicBezTo>
                    <a:pt x="29109" y="7128"/>
                    <a:pt x="29052" y="7128"/>
                    <a:pt x="29024" y="7128"/>
                  </a:cubicBezTo>
                  <a:cubicBezTo>
                    <a:pt x="28768" y="7185"/>
                    <a:pt x="28569" y="7299"/>
                    <a:pt x="28371" y="7441"/>
                  </a:cubicBezTo>
                  <a:cubicBezTo>
                    <a:pt x="27746" y="7838"/>
                    <a:pt x="27150" y="8236"/>
                    <a:pt x="26525" y="8634"/>
                  </a:cubicBezTo>
                  <a:cubicBezTo>
                    <a:pt x="25673" y="9173"/>
                    <a:pt x="24736" y="9628"/>
                    <a:pt x="23770" y="9968"/>
                  </a:cubicBezTo>
                  <a:cubicBezTo>
                    <a:pt x="22719" y="10309"/>
                    <a:pt x="21697" y="10593"/>
                    <a:pt x="20618" y="10877"/>
                  </a:cubicBezTo>
                  <a:cubicBezTo>
                    <a:pt x="18885" y="11275"/>
                    <a:pt x="17181" y="11757"/>
                    <a:pt x="15506" y="12325"/>
                  </a:cubicBezTo>
                  <a:cubicBezTo>
                    <a:pt x="15455" y="12351"/>
                    <a:pt x="15398" y="12365"/>
                    <a:pt x="15346" y="12365"/>
                  </a:cubicBezTo>
                  <a:cubicBezTo>
                    <a:pt x="15282" y="12365"/>
                    <a:pt x="15225" y="12344"/>
                    <a:pt x="15194" y="12297"/>
                  </a:cubicBezTo>
                  <a:cubicBezTo>
                    <a:pt x="15137" y="12212"/>
                    <a:pt x="15194" y="12127"/>
                    <a:pt x="15250" y="12041"/>
                  </a:cubicBezTo>
                  <a:cubicBezTo>
                    <a:pt x="15648" y="11559"/>
                    <a:pt x="15989" y="11076"/>
                    <a:pt x="16386" y="10621"/>
                  </a:cubicBezTo>
                  <a:cubicBezTo>
                    <a:pt x="17693" y="9173"/>
                    <a:pt x="18999" y="7782"/>
                    <a:pt x="20391" y="6447"/>
                  </a:cubicBezTo>
                  <a:cubicBezTo>
                    <a:pt x="21385" y="5481"/>
                    <a:pt x="22407" y="4544"/>
                    <a:pt x="23458" y="3664"/>
                  </a:cubicBezTo>
                  <a:cubicBezTo>
                    <a:pt x="23969" y="3238"/>
                    <a:pt x="24452" y="2783"/>
                    <a:pt x="24934" y="2357"/>
                  </a:cubicBezTo>
                  <a:cubicBezTo>
                    <a:pt x="25105" y="2187"/>
                    <a:pt x="25275" y="1988"/>
                    <a:pt x="25360" y="1761"/>
                  </a:cubicBezTo>
                  <a:cubicBezTo>
                    <a:pt x="25360" y="1704"/>
                    <a:pt x="25332" y="1676"/>
                    <a:pt x="25304" y="1619"/>
                  </a:cubicBezTo>
                  <a:cubicBezTo>
                    <a:pt x="25275" y="1591"/>
                    <a:pt x="25247" y="1591"/>
                    <a:pt x="25190" y="1591"/>
                  </a:cubicBezTo>
                  <a:cubicBezTo>
                    <a:pt x="24934" y="1676"/>
                    <a:pt x="24707" y="1789"/>
                    <a:pt x="24508" y="1988"/>
                  </a:cubicBezTo>
                  <a:cubicBezTo>
                    <a:pt x="23713" y="2585"/>
                    <a:pt x="22975" y="3266"/>
                    <a:pt x="22208" y="3919"/>
                  </a:cubicBezTo>
                  <a:cubicBezTo>
                    <a:pt x="19993" y="5850"/>
                    <a:pt x="17891" y="7924"/>
                    <a:pt x="15932" y="10110"/>
                  </a:cubicBezTo>
                  <a:cubicBezTo>
                    <a:pt x="15847" y="10224"/>
                    <a:pt x="15762" y="10366"/>
                    <a:pt x="15676" y="10479"/>
                  </a:cubicBezTo>
                  <a:cubicBezTo>
                    <a:pt x="15392" y="10792"/>
                    <a:pt x="15137" y="11104"/>
                    <a:pt x="14853" y="11388"/>
                  </a:cubicBezTo>
                  <a:lnTo>
                    <a:pt x="14768" y="11388"/>
                  </a:lnTo>
                  <a:cubicBezTo>
                    <a:pt x="14654" y="11218"/>
                    <a:pt x="14768" y="11019"/>
                    <a:pt x="14796" y="10849"/>
                  </a:cubicBezTo>
                  <a:cubicBezTo>
                    <a:pt x="15222" y="9230"/>
                    <a:pt x="15648" y="7611"/>
                    <a:pt x="16216" y="6021"/>
                  </a:cubicBezTo>
                  <a:cubicBezTo>
                    <a:pt x="16557" y="5027"/>
                    <a:pt x="17039" y="4090"/>
                    <a:pt x="17636" y="3238"/>
                  </a:cubicBezTo>
                  <a:cubicBezTo>
                    <a:pt x="18147" y="2528"/>
                    <a:pt x="18687" y="1818"/>
                    <a:pt x="19198" y="1108"/>
                  </a:cubicBezTo>
                  <a:cubicBezTo>
                    <a:pt x="19397" y="852"/>
                    <a:pt x="19567" y="540"/>
                    <a:pt x="19766" y="256"/>
                  </a:cubicBezTo>
                  <a:cubicBezTo>
                    <a:pt x="19823" y="199"/>
                    <a:pt x="19823" y="57"/>
                    <a:pt x="19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1458550" y="2312925"/>
              <a:ext cx="3575" cy="4000"/>
            </a:xfrm>
            <a:custGeom>
              <a:rect b="b" l="l" r="r" t="t"/>
              <a:pathLst>
                <a:path extrusionOk="0" h="160" w="143">
                  <a:moveTo>
                    <a:pt x="86" y="1"/>
                  </a:moveTo>
                  <a:cubicBezTo>
                    <a:pt x="58" y="57"/>
                    <a:pt x="1" y="114"/>
                    <a:pt x="1" y="114"/>
                  </a:cubicBezTo>
                  <a:cubicBezTo>
                    <a:pt x="23" y="148"/>
                    <a:pt x="41" y="159"/>
                    <a:pt x="58" y="159"/>
                  </a:cubicBezTo>
                  <a:cubicBezTo>
                    <a:pt x="84" y="159"/>
                    <a:pt x="108" y="131"/>
                    <a:pt x="143" y="114"/>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1326500" y="2444975"/>
              <a:ext cx="3575" cy="3150"/>
            </a:xfrm>
            <a:custGeom>
              <a:rect b="b" l="l" r="r" t="t"/>
              <a:pathLst>
                <a:path extrusionOk="0" h="126" w="143">
                  <a:moveTo>
                    <a:pt x="86" y="1"/>
                  </a:moveTo>
                  <a:cubicBezTo>
                    <a:pt x="29" y="29"/>
                    <a:pt x="1" y="86"/>
                    <a:pt x="29" y="114"/>
                  </a:cubicBezTo>
                  <a:cubicBezTo>
                    <a:pt x="44" y="122"/>
                    <a:pt x="57" y="125"/>
                    <a:pt x="69" y="125"/>
                  </a:cubicBezTo>
                  <a:cubicBezTo>
                    <a:pt x="101" y="125"/>
                    <a:pt x="122" y="99"/>
                    <a:pt x="143" y="58"/>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1583500" y="2151050"/>
              <a:ext cx="1450" cy="750"/>
            </a:xfrm>
            <a:custGeom>
              <a:rect b="b" l="l" r="r" t="t"/>
              <a:pathLst>
                <a:path extrusionOk="0" h="30" w="58">
                  <a:moveTo>
                    <a:pt x="1" y="1"/>
                  </a:moveTo>
                  <a:lnTo>
                    <a:pt x="1" y="29"/>
                  </a:lnTo>
                  <a:lnTo>
                    <a:pt x="58" y="29"/>
                  </a:lnTo>
                  <a:lnTo>
                    <a:pt x="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237400" y="2357375"/>
              <a:ext cx="891050" cy="778975"/>
            </a:xfrm>
            <a:custGeom>
              <a:rect b="b" l="l" r="r" t="t"/>
              <a:pathLst>
                <a:path extrusionOk="0" h="31159" w="35642">
                  <a:moveTo>
                    <a:pt x="8624" y="0"/>
                  </a:moveTo>
                  <a:cubicBezTo>
                    <a:pt x="8047" y="0"/>
                    <a:pt x="7469" y="61"/>
                    <a:pt x="6902" y="182"/>
                  </a:cubicBezTo>
                  <a:cubicBezTo>
                    <a:pt x="5652" y="494"/>
                    <a:pt x="4488" y="1119"/>
                    <a:pt x="3550" y="2028"/>
                  </a:cubicBezTo>
                  <a:cubicBezTo>
                    <a:pt x="2244" y="3278"/>
                    <a:pt x="1279" y="4868"/>
                    <a:pt x="739" y="6600"/>
                  </a:cubicBezTo>
                  <a:cubicBezTo>
                    <a:pt x="228" y="8247"/>
                    <a:pt x="1" y="9980"/>
                    <a:pt x="29" y="11712"/>
                  </a:cubicBezTo>
                  <a:cubicBezTo>
                    <a:pt x="29" y="12053"/>
                    <a:pt x="57" y="12394"/>
                    <a:pt x="114" y="12734"/>
                  </a:cubicBezTo>
                  <a:cubicBezTo>
                    <a:pt x="341" y="14126"/>
                    <a:pt x="767" y="15489"/>
                    <a:pt x="1364" y="16767"/>
                  </a:cubicBezTo>
                  <a:cubicBezTo>
                    <a:pt x="1960" y="18017"/>
                    <a:pt x="2670" y="19209"/>
                    <a:pt x="3522" y="20317"/>
                  </a:cubicBezTo>
                  <a:cubicBezTo>
                    <a:pt x="4204" y="21197"/>
                    <a:pt x="4999" y="22021"/>
                    <a:pt x="5851" y="22731"/>
                  </a:cubicBezTo>
                  <a:cubicBezTo>
                    <a:pt x="6873" y="23668"/>
                    <a:pt x="8037" y="24463"/>
                    <a:pt x="9259" y="25116"/>
                  </a:cubicBezTo>
                  <a:cubicBezTo>
                    <a:pt x="10934" y="25968"/>
                    <a:pt x="12695" y="26565"/>
                    <a:pt x="14541" y="26934"/>
                  </a:cubicBezTo>
                  <a:cubicBezTo>
                    <a:pt x="15563" y="27133"/>
                    <a:pt x="16586" y="27218"/>
                    <a:pt x="17608" y="27246"/>
                  </a:cubicBezTo>
                  <a:cubicBezTo>
                    <a:pt x="18460" y="27246"/>
                    <a:pt x="19312" y="27234"/>
                    <a:pt x="20155" y="27234"/>
                  </a:cubicBezTo>
                  <a:cubicBezTo>
                    <a:pt x="20577" y="27234"/>
                    <a:pt x="20997" y="27237"/>
                    <a:pt x="21413" y="27246"/>
                  </a:cubicBezTo>
                  <a:cubicBezTo>
                    <a:pt x="21488" y="27244"/>
                    <a:pt x="21563" y="27243"/>
                    <a:pt x="21638" y="27243"/>
                  </a:cubicBezTo>
                  <a:cubicBezTo>
                    <a:pt x="22610" y="27243"/>
                    <a:pt x="23555" y="27415"/>
                    <a:pt x="24452" y="27757"/>
                  </a:cubicBezTo>
                  <a:cubicBezTo>
                    <a:pt x="25077" y="28013"/>
                    <a:pt x="25645" y="28354"/>
                    <a:pt x="26184" y="28751"/>
                  </a:cubicBezTo>
                  <a:cubicBezTo>
                    <a:pt x="26582" y="29064"/>
                    <a:pt x="26951" y="29376"/>
                    <a:pt x="27349" y="29660"/>
                  </a:cubicBezTo>
                  <a:cubicBezTo>
                    <a:pt x="28059" y="30257"/>
                    <a:pt x="28911" y="30597"/>
                    <a:pt x="29819" y="30711"/>
                  </a:cubicBezTo>
                  <a:cubicBezTo>
                    <a:pt x="30558" y="30768"/>
                    <a:pt x="31268" y="30910"/>
                    <a:pt x="31949" y="31080"/>
                  </a:cubicBezTo>
                  <a:cubicBezTo>
                    <a:pt x="32196" y="31134"/>
                    <a:pt x="32447" y="31159"/>
                    <a:pt x="32697" y="31159"/>
                  </a:cubicBezTo>
                  <a:cubicBezTo>
                    <a:pt x="33109" y="31159"/>
                    <a:pt x="33520" y="31090"/>
                    <a:pt x="33909" y="30966"/>
                  </a:cubicBezTo>
                  <a:cubicBezTo>
                    <a:pt x="34676" y="30739"/>
                    <a:pt x="35244" y="30115"/>
                    <a:pt x="35386" y="29319"/>
                  </a:cubicBezTo>
                  <a:cubicBezTo>
                    <a:pt x="35641" y="28183"/>
                    <a:pt x="35556" y="27019"/>
                    <a:pt x="35187" y="25940"/>
                  </a:cubicBezTo>
                  <a:cubicBezTo>
                    <a:pt x="34335" y="23469"/>
                    <a:pt x="32887" y="21282"/>
                    <a:pt x="30984" y="19550"/>
                  </a:cubicBezTo>
                  <a:cubicBezTo>
                    <a:pt x="29791" y="18443"/>
                    <a:pt x="28598" y="17335"/>
                    <a:pt x="27491" y="16171"/>
                  </a:cubicBezTo>
                  <a:cubicBezTo>
                    <a:pt x="26440" y="15035"/>
                    <a:pt x="25531" y="13814"/>
                    <a:pt x="24764" y="12507"/>
                  </a:cubicBezTo>
                  <a:cubicBezTo>
                    <a:pt x="24168" y="11513"/>
                    <a:pt x="23572" y="10491"/>
                    <a:pt x="22947" y="9497"/>
                  </a:cubicBezTo>
                  <a:cubicBezTo>
                    <a:pt x="22010" y="7992"/>
                    <a:pt x="20817" y="6629"/>
                    <a:pt x="19454" y="5493"/>
                  </a:cubicBezTo>
                  <a:cubicBezTo>
                    <a:pt x="18801" y="4981"/>
                    <a:pt x="18119" y="4527"/>
                    <a:pt x="17409" y="4101"/>
                  </a:cubicBezTo>
                  <a:cubicBezTo>
                    <a:pt x="16358" y="3505"/>
                    <a:pt x="15364" y="2823"/>
                    <a:pt x="14370" y="2113"/>
                  </a:cubicBezTo>
                  <a:cubicBezTo>
                    <a:pt x="13518" y="1488"/>
                    <a:pt x="12610" y="1006"/>
                    <a:pt x="11673" y="580"/>
                  </a:cubicBezTo>
                  <a:cubicBezTo>
                    <a:pt x="10704" y="196"/>
                    <a:pt x="9665" y="0"/>
                    <a:pt x="8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287100" y="2401850"/>
              <a:ext cx="771050" cy="666800"/>
            </a:xfrm>
            <a:custGeom>
              <a:rect b="b" l="l" r="r" t="t"/>
              <a:pathLst>
                <a:path extrusionOk="0" h="26672" w="30842">
                  <a:moveTo>
                    <a:pt x="14314" y="11268"/>
                  </a:moveTo>
                  <a:lnTo>
                    <a:pt x="14314" y="11296"/>
                  </a:lnTo>
                  <a:lnTo>
                    <a:pt x="14257" y="11296"/>
                  </a:lnTo>
                  <a:lnTo>
                    <a:pt x="14314" y="11268"/>
                  </a:lnTo>
                  <a:close/>
                  <a:moveTo>
                    <a:pt x="8268" y="1"/>
                  </a:moveTo>
                  <a:cubicBezTo>
                    <a:pt x="8236" y="1"/>
                    <a:pt x="8208" y="8"/>
                    <a:pt x="8179" y="22"/>
                  </a:cubicBezTo>
                  <a:cubicBezTo>
                    <a:pt x="8094" y="79"/>
                    <a:pt x="8094" y="192"/>
                    <a:pt x="8179" y="249"/>
                  </a:cubicBezTo>
                  <a:cubicBezTo>
                    <a:pt x="8378" y="505"/>
                    <a:pt x="8605" y="760"/>
                    <a:pt x="8833" y="987"/>
                  </a:cubicBezTo>
                  <a:lnTo>
                    <a:pt x="10565" y="2833"/>
                  </a:lnTo>
                  <a:cubicBezTo>
                    <a:pt x="11247" y="3572"/>
                    <a:pt x="11843" y="4395"/>
                    <a:pt x="12297" y="5304"/>
                  </a:cubicBezTo>
                  <a:cubicBezTo>
                    <a:pt x="13036" y="6752"/>
                    <a:pt x="13632" y="8257"/>
                    <a:pt x="14228" y="9734"/>
                  </a:cubicBezTo>
                  <a:cubicBezTo>
                    <a:pt x="14314" y="9905"/>
                    <a:pt x="14427" y="10075"/>
                    <a:pt x="14342" y="10274"/>
                  </a:cubicBezTo>
                  <a:lnTo>
                    <a:pt x="14257" y="10274"/>
                  </a:lnTo>
                  <a:cubicBezTo>
                    <a:pt x="13973" y="9990"/>
                    <a:pt x="13660" y="9734"/>
                    <a:pt x="13376" y="9479"/>
                  </a:cubicBezTo>
                  <a:cubicBezTo>
                    <a:pt x="13263" y="9393"/>
                    <a:pt x="13178" y="9280"/>
                    <a:pt x="13064" y="9166"/>
                  </a:cubicBezTo>
                  <a:cubicBezTo>
                    <a:pt x="10906" y="7320"/>
                    <a:pt x="8662" y="5616"/>
                    <a:pt x="6277" y="4054"/>
                  </a:cubicBezTo>
                  <a:cubicBezTo>
                    <a:pt x="5482" y="3515"/>
                    <a:pt x="4686" y="2975"/>
                    <a:pt x="3863" y="2493"/>
                  </a:cubicBezTo>
                  <a:cubicBezTo>
                    <a:pt x="3636" y="2351"/>
                    <a:pt x="3408" y="2265"/>
                    <a:pt x="3153" y="2209"/>
                  </a:cubicBezTo>
                  <a:cubicBezTo>
                    <a:pt x="3096" y="2209"/>
                    <a:pt x="3068" y="2237"/>
                    <a:pt x="3039" y="2265"/>
                  </a:cubicBezTo>
                  <a:cubicBezTo>
                    <a:pt x="3011" y="2294"/>
                    <a:pt x="3011" y="2351"/>
                    <a:pt x="3011" y="2407"/>
                  </a:cubicBezTo>
                  <a:cubicBezTo>
                    <a:pt x="3124" y="2606"/>
                    <a:pt x="3295" y="2777"/>
                    <a:pt x="3494" y="2919"/>
                  </a:cubicBezTo>
                  <a:cubicBezTo>
                    <a:pt x="4005" y="3259"/>
                    <a:pt x="4516" y="3628"/>
                    <a:pt x="5056" y="3969"/>
                  </a:cubicBezTo>
                  <a:cubicBezTo>
                    <a:pt x="6191" y="4679"/>
                    <a:pt x="7271" y="5474"/>
                    <a:pt x="8321" y="6241"/>
                  </a:cubicBezTo>
                  <a:cubicBezTo>
                    <a:pt x="9798" y="7320"/>
                    <a:pt x="11247" y="8513"/>
                    <a:pt x="12638" y="9706"/>
                  </a:cubicBezTo>
                  <a:cubicBezTo>
                    <a:pt x="13092" y="10103"/>
                    <a:pt x="13490" y="10529"/>
                    <a:pt x="13916" y="10927"/>
                  </a:cubicBezTo>
                  <a:cubicBezTo>
                    <a:pt x="13973" y="10984"/>
                    <a:pt x="14086" y="11041"/>
                    <a:pt x="14030" y="11154"/>
                  </a:cubicBezTo>
                  <a:cubicBezTo>
                    <a:pt x="13973" y="11230"/>
                    <a:pt x="13903" y="11255"/>
                    <a:pt x="13830" y="11255"/>
                  </a:cubicBezTo>
                  <a:cubicBezTo>
                    <a:pt x="13793" y="11255"/>
                    <a:pt x="13755" y="11249"/>
                    <a:pt x="13717" y="11239"/>
                  </a:cubicBezTo>
                  <a:cubicBezTo>
                    <a:pt x="12042" y="10899"/>
                    <a:pt x="10338" y="10643"/>
                    <a:pt x="8634" y="10501"/>
                  </a:cubicBezTo>
                  <a:cubicBezTo>
                    <a:pt x="7583" y="10387"/>
                    <a:pt x="6561" y="10217"/>
                    <a:pt x="5510" y="10018"/>
                  </a:cubicBezTo>
                  <a:cubicBezTo>
                    <a:pt x="4544" y="9819"/>
                    <a:pt x="3607" y="9507"/>
                    <a:pt x="2727" y="9081"/>
                  </a:cubicBezTo>
                  <a:cubicBezTo>
                    <a:pt x="2074" y="8797"/>
                    <a:pt x="1449" y="8485"/>
                    <a:pt x="824" y="8201"/>
                  </a:cubicBezTo>
                  <a:cubicBezTo>
                    <a:pt x="597" y="8087"/>
                    <a:pt x="398" y="8002"/>
                    <a:pt x="143" y="7974"/>
                  </a:cubicBezTo>
                  <a:cubicBezTo>
                    <a:pt x="57" y="7974"/>
                    <a:pt x="1" y="8087"/>
                    <a:pt x="57" y="8172"/>
                  </a:cubicBezTo>
                  <a:cubicBezTo>
                    <a:pt x="171" y="8314"/>
                    <a:pt x="313" y="8428"/>
                    <a:pt x="483" y="8513"/>
                  </a:cubicBezTo>
                  <a:cubicBezTo>
                    <a:pt x="1733" y="9251"/>
                    <a:pt x="3068" y="9848"/>
                    <a:pt x="4459" y="10302"/>
                  </a:cubicBezTo>
                  <a:cubicBezTo>
                    <a:pt x="5084" y="10473"/>
                    <a:pt x="5737" y="10615"/>
                    <a:pt x="6362" y="10728"/>
                  </a:cubicBezTo>
                  <a:cubicBezTo>
                    <a:pt x="7782" y="10899"/>
                    <a:pt x="9202" y="11097"/>
                    <a:pt x="10622" y="11268"/>
                  </a:cubicBezTo>
                  <a:cubicBezTo>
                    <a:pt x="11814" y="11381"/>
                    <a:pt x="13007" y="11580"/>
                    <a:pt x="14200" y="11836"/>
                  </a:cubicBezTo>
                  <a:cubicBezTo>
                    <a:pt x="14853" y="11978"/>
                    <a:pt x="15450" y="12319"/>
                    <a:pt x="15932" y="12801"/>
                  </a:cubicBezTo>
                  <a:cubicBezTo>
                    <a:pt x="17125" y="13994"/>
                    <a:pt x="18346" y="15158"/>
                    <a:pt x="19454" y="16436"/>
                  </a:cubicBezTo>
                  <a:cubicBezTo>
                    <a:pt x="19596" y="16550"/>
                    <a:pt x="19709" y="16720"/>
                    <a:pt x="19823" y="16862"/>
                  </a:cubicBezTo>
                  <a:lnTo>
                    <a:pt x="19908" y="16948"/>
                  </a:lnTo>
                  <a:cubicBezTo>
                    <a:pt x="19886" y="16981"/>
                    <a:pt x="19864" y="16993"/>
                    <a:pt x="19841" y="16993"/>
                  </a:cubicBezTo>
                  <a:cubicBezTo>
                    <a:pt x="19807" y="16993"/>
                    <a:pt x="19772" y="16965"/>
                    <a:pt x="19738" y="16948"/>
                  </a:cubicBezTo>
                  <a:cubicBezTo>
                    <a:pt x="19596" y="16948"/>
                    <a:pt x="19454" y="16948"/>
                    <a:pt x="19312" y="16919"/>
                  </a:cubicBezTo>
                  <a:cubicBezTo>
                    <a:pt x="18801" y="16777"/>
                    <a:pt x="18261" y="16664"/>
                    <a:pt x="17750" y="16607"/>
                  </a:cubicBezTo>
                  <a:cubicBezTo>
                    <a:pt x="16784" y="16408"/>
                    <a:pt x="15790" y="16294"/>
                    <a:pt x="14825" y="16209"/>
                  </a:cubicBezTo>
                  <a:cubicBezTo>
                    <a:pt x="13717" y="16096"/>
                    <a:pt x="12638" y="16067"/>
                    <a:pt x="11530" y="15982"/>
                  </a:cubicBezTo>
                  <a:cubicBezTo>
                    <a:pt x="10054" y="15897"/>
                    <a:pt x="8605" y="15670"/>
                    <a:pt x="7185" y="15300"/>
                  </a:cubicBezTo>
                  <a:cubicBezTo>
                    <a:pt x="5680" y="14874"/>
                    <a:pt x="4204" y="14335"/>
                    <a:pt x="2755" y="13738"/>
                  </a:cubicBezTo>
                  <a:cubicBezTo>
                    <a:pt x="2556" y="13653"/>
                    <a:pt x="2386" y="13540"/>
                    <a:pt x="2187" y="13454"/>
                  </a:cubicBezTo>
                  <a:cubicBezTo>
                    <a:pt x="2157" y="13434"/>
                    <a:pt x="2123" y="13425"/>
                    <a:pt x="2091" y="13425"/>
                  </a:cubicBezTo>
                  <a:cubicBezTo>
                    <a:pt x="2032" y="13425"/>
                    <a:pt x="1978" y="13456"/>
                    <a:pt x="1960" y="13511"/>
                  </a:cubicBezTo>
                  <a:cubicBezTo>
                    <a:pt x="1932" y="13568"/>
                    <a:pt x="1960" y="13653"/>
                    <a:pt x="2017" y="13710"/>
                  </a:cubicBezTo>
                  <a:cubicBezTo>
                    <a:pt x="2216" y="13852"/>
                    <a:pt x="2414" y="13994"/>
                    <a:pt x="2642" y="14108"/>
                  </a:cubicBezTo>
                  <a:cubicBezTo>
                    <a:pt x="3238" y="14392"/>
                    <a:pt x="3806" y="14647"/>
                    <a:pt x="4374" y="14903"/>
                  </a:cubicBezTo>
                  <a:cubicBezTo>
                    <a:pt x="5340" y="15300"/>
                    <a:pt x="6305" y="15641"/>
                    <a:pt x="7299" y="15897"/>
                  </a:cubicBezTo>
                  <a:cubicBezTo>
                    <a:pt x="8151" y="16096"/>
                    <a:pt x="9003" y="16294"/>
                    <a:pt x="9855" y="16380"/>
                  </a:cubicBezTo>
                  <a:cubicBezTo>
                    <a:pt x="11019" y="16550"/>
                    <a:pt x="12212" y="16578"/>
                    <a:pt x="13405" y="16720"/>
                  </a:cubicBezTo>
                  <a:cubicBezTo>
                    <a:pt x="14342" y="16834"/>
                    <a:pt x="15279" y="16834"/>
                    <a:pt x="16188" y="16948"/>
                  </a:cubicBezTo>
                  <a:cubicBezTo>
                    <a:pt x="17494" y="17061"/>
                    <a:pt x="18772" y="17288"/>
                    <a:pt x="19993" y="17629"/>
                  </a:cubicBezTo>
                  <a:cubicBezTo>
                    <a:pt x="20079" y="17629"/>
                    <a:pt x="20135" y="17686"/>
                    <a:pt x="20192" y="17686"/>
                  </a:cubicBezTo>
                  <a:cubicBezTo>
                    <a:pt x="20258" y="17669"/>
                    <a:pt x="20319" y="17662"/>
                    <a:pt x="20377" y="17662"/>
                  </a:cubicBezTo>
                  <a:cubicBezTo>
                    <a:pt x="20713" y="17662"/>
                    <a:pt x="20911" y="17922"/>
                    <a:pt x="21129" y="18140"/>
                  </a:cubicBezTo>
                  <a:cubicBezTo>
                    <a:pt x="22010" y="18992"/>
                    <a:pt x="22890" y="19816"/>
                    <a:pt x="23799" y="20668"/>
                  </a:cubicBezTo>
                  <a:cubicBezTo>
                    <a:pt x="24140" y="20980"/>
                    <a:pt x="24452" y="21293"/>
                    <a:pt x="24793" y="21633"/>
                  </a:cubicBezTo>
                  <a:cubicBezTo>
                    <a:pt x="24878" y="21690"/>
                    <a:pt x="24935" y="21775"/>
                    <a:pt x="24906" y="21889"/>
                  </a:cubicBezTo>
                  <a:lnTo>
                    <a:pt x="23799" y="21832"/>
                  </a:lnTo>
                  <a:cubicBezTo>
                    <a:pt x="23728" y="21818"/>
                    <a:pt x="23650" y="21811"/>
                    <a:pt x="23568" y="21811"/>
                  </a:cubicBezTo>
                  <a:cubicBezTo>
                    <a:pt x="23486" y="21811"/>
                    <a:pt x="23401" y="21818"/>
                    <a:pt x="23316" y="21832"/>
                  </a:cubicBezTo>
                  <a:cubicBezTo>
                    <a:pt x="22123" y="21946"/>
                    <a:pt x="20931" y="22003"/>
                    <a:pt x="19738" y="22173"/>
                  </a:cubicBezTo>
                  <a:cubicBezTo>
                    <a:pt x="18883" y="22312"/>
                    <a:pt x="18014" y="22382"/>
                    <a:pt x="17151" y="22382"/>
                  </a:cubicBezTo>
                  <a:cubicBezTo>
                    <a:pt x="16781" y="22382"/>
                    <a:pt x="16412" y="22369"/>
                    <a:pt x="16046" y="22343"/>
                  </a:cubicBezTo>
                  <a:cubicBezTo>
                    <a:pt x="14910" y="22287"/>
                    <a:pt x="13802" y="22145"/>
                    <a:pt x="12695" y="21917"/>
                  </a:cubicBezTo>
                  <a:cubicBezTo>
                    <a:pt x="12524" y="21861"/>
                    <a:pt x="12326" y="21861"/>
                    <a:pt x="12155" y="21861"/>
                  </a:cubicBezTo>
                  <a:cubicBezTo>
                    <a:pt x="12098" y="21889"/>
                    <a:pt x="12042" y="21917"/>
                    <a:pt x="12042" y="21946"/>
                  </a:cubicBezTo>
                  <a:cubicBezTo>
                    <a:pt x="12042" y="22003"/>
                    <a:pt x="12070" y="22031"/>
                    <a:pt x="12098" y="22059"/>
                  </a:cubicBezTo>
                  <a:cubicBezTo>
                    <a:pt x="12240" y="22201"/>
                    <a:pt x="12411" y="22287"/>
                    <a:pt x="12581" y="22315"/>
                  </a:cubicBezTo>
                  <a:cubicBezTo>
                    <a:pt x="13007" y="22457"/>
                    <a:pt x="13462" y="22542"/>
                    <a:pt x="13888" y="22627"/>
                  </a:cubicBezTo>
                  <a:cubicBezTo>
                    <a:pt x="14882" y="22769"/>
                    <a:pt x="15876" y="22883"/>
                    <a:pt x="16898" y="22911"/>
                  </a:cubicBezTo>
                  <a:cubicBezTo>
                    <a:pt x="17466" y="22911"/>
                    <a:pt x="18062" y="22911"/>
                    <a:pt x="18630" y="22855"/>
                  </a:cubicBezTo>
                  <a:cubicBezTo>
                    <a:pt x="19482" y="22769"/>
                    <a:pt x="20334" y="22684"/>
                    <a:pt x="21158" y="22542"/>
                  </a:cubicBezTo>
                  <a:cubicBezTo>
                    <a:pt x="22095" y="22400"/>
                    <a:pt x="23032" y="22400"/>
                    <a:pt x="23969" y="22315"/>
                  </a:cubicBezTo>
                  <a:cubicBezTo>
                    <a:pt x="24395" y="22315"/>
                    <a:pt x="24793" y="22372"/>
                    <a:pt x="25219" y="22514"/>
                  </a:cubicBezTo>
                  <a:cubicBezTo>
                    <a:pt x="25320" y="22539"/>
                    <a:pt x="25444" y="22632"/>
                    <a:pt x="25570" y="22632"/>
                  </a:cubicBezTo>
                  <a:cubicBezTo>
                    <a:pt x="25585" y="22632"/>
                    <a:pt x="25601" y="22630"/>
                    <a:pt x="25616" y="22627"/>
                  </a:cubicBezTo>
                  <a:cubicBezTo>
                    <a:pt x="25645" y="22624"/>
                    <a:pt x="25673" y="22622"/>
                    <a:pt x="25701" y="22622"/>
                  </a:cubicBezTo>
                  <a:cubicBezTo>
                    <a:pt x="25899" y="22622"/>
                    <a:pt x="26092" y="22709"/>
                    <a:pt x="26241" y="22883"/>
                  </a:cubicBezTo>
                  <a:lnTo>
                    <a:pt x="28087" y="24502"/>
                  </a:lnTo>
                  <a:cubicBezTo>
                    <a:pt x="28257" y="24672"/>
                    <a:pt x="28456" y="24842"/>
                    <a:pt x="28683" y="25070"/>
                  </a:cubicBezTo>
                  <a:cubicBezTo>
                    <a:pt x="28442" y="25098"/>
                    <a:pt x="28201" y="25112"/>
                    <a:pt x="27956" y="25112"/>
                  </a:cubicBezTo>
                  <a:cubicBezTo>
                    <a:pt x="27711" y="25112"/>
                    <a:pt x="27462" y="25098"/>
                    <a:pt x="27207" y="25070"/>
                  </a:cubicBezTo>
                  <a:cubicBezTo>
                    <a:pt x="26667" y="25070"/>
                    <a:pt x="26099" y="24984"/>
                    <a:pt x="25531" y="24956"/>
                  </a:cubicBezTo>
                  <a:lnTo>
                    <a:pt x="25332" y="24956"/>
                  </a:lnTo>
                  <a:cubicBezTo>
                    <a:pt x="25247" y="24956"/>
                    <a:pt x="25190" y="24984"/>
                    <a:pt x="25190" y="25070"/>
                  </a:cubicBezTo>
                  <a:cubicBezTo>
                    <a:pt x="25190" y="25126"/>
                    <a:pt x="25219" y="25155"/>
                    <a:pt x="25247" y="25183"/>
                  </a:cubicBezTo>
                  <a:cubicBezTo>
                    <a:pt x="25304" y="25212"/>
                    <a:pt x="25389" y="25240"/>
                    <a:pt x="25446" y="25268"/>
                  </a:cubicBezTo>
                  <a:cubicBezTo>
                    <a:pt x="25758" y="25382"/>
                    <a:pt x="26071" y="25467"/>
                    <a:pt x="26412" y="25496"/>
                  </a:cubicBezTo>
                  <a:cubicBezTo>
                    <a:pt x="27062" y="25582"/>
                    <a:pt x="27713" y="25619"/>
                    <a:pt x="28377" y="25619"/>
                  </a:cubicBezTo>
                  <a:cubicBezTo>
                    <a:pt x="28582" y="25619"/>
                    <a:pt x="28788" y="25616"/>
                    <a:pt x="28996" y="25609"/>
                  </a:cubicBezTo>
                  <a:cubicBezTo>
                    <a:pt x="29025" y="25604"/>
                    <a:pt x="29055" y="25602"/>
                    <a:pt x="29086" y="25602"/>
                  </a:cubicBezTo>
                  <a:cubicBezTo>
                    <a:pt x="29233" y="25602"/>
                    <a:pt x="29389" y="25657"/>
                    <a:pt x="29507" y="25751"/>
                  </a:cubicBezTo>
                  <a:cubicBezTo>
                    <a:pt x="29763" y="25978"/>
                    <a:pt x="30047" y="26234"/>
                    <a:pt x="30302" y="26461"/>
                  </a:cubicBezTo>
                  <a:cubicBezTo>
                    <a:pt x="30387" y="26546"/>
                    <a:pt x="30473" y="26603"/>
                    <a:pt x="30586" y="26660"/>
                  </a:cubicBezTo>
                  <a:cubicBezTo>
                    <a:pt x="30603" y="26668"/>
                    <a:pt x="30619" y="26672"/>
                    <a:pt x="30636" y="26672"/>
                  </a:cubicBezTo>
                  <a:cubicBezTo>
                    <a:pt x="30676" y="26672"/>
                    <a:pt x="30716" y="26652"/>
                    <a:pt x="30757" y="26632"/>
                  </a:cubicBezTo>
                  <a:cubicBezTo>
                    <a:pt x="30813" y="26575"/>
                    <a:pt x="30842" y="26518"/>
                    <a:pt x="30842" y="26433"/>
                  </a:cubicBezTo>
                  <a:cubicBezTo>
                    <a:pt x="30757" y="26234"/>
                    <a:pt x="30615" y="26035"/>
                    <a:pt x="30416" y="25893"/>
                  </a:cubicBezTo>
                  <a:cubicBezTo>
                    <a:pt x="30160" y="25666"/>
                    <a:pt x="29905" y="25410"/>
                    <a:pt x="29706" y="25126"/>
                  </a:cubicBezTo>
                  <a:cubicBezTo>
                    <a:pt x="29592" y="24956"/>
                    <a:pt x="29507" y="24757"/>
                    <a:pt x="29479" y="24558"/>
                  </a:cubicBezTo>
                  <a:cubicBezTo>
                    <a:pt x="29422" y="23820"/>
                    <a:pt x="29251" y="23082"/>
                    <a:pt x="28996" y="22400"/>
                  </a:cubicBezTo>
                  <a:cubicBezTo>
                    <a:pt x="28825" y="21804"/>
                    <a:pt x="28627" y="21236"/>
                    <a:pt x="28371" y="20668"/>
                  </a:cubicBezTo>
                  <a:cubicBezTo>
                    <a:pt x="28314" y="20554"/>
                    <a:pt x="28257" y="20469"/>
                    <a:pt x="28201" y="20355"/>
                  </a:cubicBezTo>
                  <a:cubicBezTo>
                    <a:pt x="28161" y="20336"/>
                    <a:pt x="28122" y="20303"/>
                    <a:pt x="28074" y="20303"/>
                  </a:cubicBezTo>
                  <a:cubicBezTo>
                    <a:pt x="28052" y="20303"/>
                    <a:pt x="28028" y="20309"/>
                    <a:pt x="28002" y="20327"/>
                  </a:cubicBezTo>
                  <a:cubicBezTo>
                    <a:pt x="27973" y="20327"/>
                    <a:pt x="27945" y="20384"/>
                    <a:pt x="27945" y="20441"/>
                  </a:cubicBezTo>
                  <a:cubicBezTo>
                    <a:pt x="27945" y="20526"/>
                    <a:pt x="27973" y="20611"/>
                    <a:pt x="28002" y="20696"/>
                  </a:cubicBezTo>
                  <a:cubicBezTo>
                    <a:pt x="28314" y="21775"/>
                    <a:pt x="28627" y="22883"/>
                    <a:pt x="28939" y="23934"/>
                  </a:cubicBezTo>
                  <a:cubicBezTo>
                    <a:pt x="28967" y="24076"/>
                    <a:pt x="29053" y="24246"/>
                    <a:pt x="28967" y="24388"/>
                  </a:cubicBezTo>
                  <a:cubicBezTo>
                    <a:pt x="28932" y="24400"/>
                    <a:pt x="28897" y="24407"/>
                    <a:pt x="28866" y="24407"/>
                  </a:cubicBezTo>
                  <a:cubicBezTo>
                    <a:pt x="28821" y="24407"/>
                    <a:pt x="28785" y="24393"/>
                    <a:pt x="28769" y="24360"/>
                  </a:cubicBezTo>
                  <a:cubicBezTo>
                    <a:pt x="28059" y="23706"/>
                    <a:pt x="27349" y="23082"/>
                    <a:pt x="26639" y="22429"/>
                  </a:cubicBezTo>
                  <a:cubicBezTo>
                    <a:pt x="26468" y="22258"/>
                    <a:pt x="26326" y="22059"/>
                    <a:pt x="26270" y="21832"/>
                  </a:cubicBezTo>
                  <a:cubicBezTo>
                    <a:pt x="25957" y="20639"/>
                    <a:pt x="25616" y="19475"/>
                    <a:pt x="25332" y="18282"/>
                  </a:cubicBezTo>
                  <a:cubicBezTo>
                    <a:pt x="25134" y="17487"/>
                    <a:pt x="24821" y="16692"/>
                    <a:pt x="24566" y="15897"/>
                  </a:cubicBezTo>
                  <a:cubicBezTo>
                    <a:pt x="24424" y="15442"/>
                    <a:pt x="24253" y="15016"/>
                    <a:pt x="24026" y="14590"/>
                  </a:cubicBezTo>
                  <a:cubicBezTo>
                    <a:pt x="23969" y="14505"/>
                    <a:pt x="23884" y="14392"/>
                    <a:pt x="23799" y="14335"/>
                  </a:cubicBezTo>
                  <a:cubicBezTo>
                    <a:pt x="23785" y="14321"/>
                    <a:pt x="23763" y="14314"/>
                    <a:pt x="23742" y="14314"/>
                  </a:cubicBezTo>
                  <a:cubicBezTo>
                    <a:pt x="23721" y="14314"/>
                    <a:pt x="23699" y="14321"/>
                    <a:pt x="23685" y="14335"/>
                  </a:cubicBezTo>
                  <a:cubicBezTo>
                    <a:pt x="23628" y="14335"/>
                    <a:pt x="23600" y="14392"/>
                    <a:pt x="23600" y="14420"/>
                  </a:cubicBezTo>
                  <a:cubicBezTo>
                    <a:pt x="23600" y="14505"/>
                    <a:pt x="23600" y="14562"/>
                    <a:pt x="23628" y="14647"/>
                  </a:cubicBezTo>
                  <a:cubicBezTo>
                    <a:pt x="23884" y="15414"/>
                    <a:pt x="24111" y="16209"/>
                    <a:pt x="24395" y="16976"/>
                  </a:cubicBezTo>
                  <a:cubicBezTo>
                    <a:pt x="24708" y="17856"/>
                    <a:pt x="24878" y="18765"/>
                    <a:pt x="25105" y="19674"/>
                  </a:cubicBezTo>
                  <a:cubicBezTo>
                    <a:pt x="25304" y="20185"/>
                    <a:pt x="25418" y="20725"/>
                    <a:pt x="25503" y="21236"/>
                  </a:cubicBezTo>
                  <a:cubicBezTo>
                    <a:pt x="25560" y="21264"/>
                    <a:pt x="25588" y="21293"/>
                    <a:pt x="25560" y="21349"/>
                  </a:cubicBezTo>
                  <a:cubicBezTo>
                    <a:pt x="25552" y="21357"/>
                    <a:pt x="25544" y="21361"/>
                    <a:pt x="25537" y="21361"/>
                  </a:cubicBezTo>
                  <a:cubicBezTo>
                    <a:pt x="25516" y="21361"/>
                    <a:pt x="25495" y="21334"/>
                    <a:pt x="25474" y="21293"/>
                  </a:cubicBezTo>
                  <a:cubicBezTo>
                    <a:pt x="25219" y="21179"/>
                    <a:pt x="24992" y="21009"/>
                    <a:pt x="24793" y="20781"/>
                  </a:cubicBezTo>
                  <a:cubicBezTo>
                    <a:pt x="23685" y="19702"/>
                    <a:pt x="22606" y="18623"/>
                    <a:pt x="21499" y="17544"/>
                  </a:cubicBezTo>
                  <a:cubicBezTo>
                    <a:pt x="21215" y="17288"/>
                    <a:pt x="21016" y="16976"/>
                    <a:pt x="20874" y="16635"/>
                  </a:cubicBezTo>
                  <a:cubicBezTo>
                    <a:pt x="20561" y="15840"/>
                    <a:pt x="20306" y="15045"/>
                    <a:pt x="20135" y="14221"/>
                  </a:cubicBezTo>
                  <a:cubicBezTo>
                    <a:pt x="19880" y="13171"/>
                    <a:pt x="19681" y="12120"/>
                    <a:pt x="19425" y="11069"/>
                  </a:cubicBezTo>
                  <a:cubicBezTo>
                    <a:pt x="19283" y="10558"/>
                    <a:pt x="19113" y="10075"/>
                    <a:pt x="18914" y="9592"/>
                  </a:cubicBezTo>
                  <a:cubicBezTo>
                    <a:pt x="18233" y="8002"/>
                    <a:pt x="17352" y="6497"/>
                    <a:pt x="16273" y="5134"/>
                  </a:cubicBezTo>
                  <a:cubicBezTo>
                    <a:pt x="16018" y="4793"/>
                    <a:pt x="15734" y="4452"/>
                    <a:pt x="15450" y="4111"/>
                  </a:cubicBezTo>
                  <a:cubicBezTo>
                    <a:pt x="15336" y="3998"/>
                    <a:pt x="15251" y="3884"/>
                    <a:pt x="15137" y="3827"/>
                  </a:cubicBezTo>
                  <a:cubicBezTo>
                    <a:pt x="15109" y="3799"/>
                    <a:pt x="15073" y="3785"/>
                    <a:pt x="15038" y="3785"/>
                  </a:cubicBezTo>
                  <a:cubicBezTo>
                    <a:pt x="15002" y="3785"/>
                    <a:pt x="14967" y="3799"/>
                    <a:pt x="14938" y="3827"/>
                  </a:cubicBezTo>
                  <a:cubicBezTo>
                    <a:pt x="14882" y="3856"/>
                    <a:pt x="14882" y="3941"/>
                    <a:pt x="14910" y="3998"/>
                  </a:cubicBezTo>
                  <a:cubicBezTo>
                    <a:pt x="15052" y="4253"/>
                    <a:pt x="15194" y="4537"/>
                    <a:pt x="15364" y="4793"/>
                  </a:cubicBezTo>
                  <a:cubicBezTo>
                    <a:pt x="16245" y="5957"/>
                    <a:pt x="17068" y="7207"/>
                    <a:pt x="17778" y="8485"/>
                  </a:cubicBezTo>
                  <a:cubicBezTo>
                    <a:pt x="18346" y="9535"/>
                    <a:pt x="18772" y="10671"/>
                    <a:pt x="19028" y="11836"/>
                  </a:cubicBezTo>
                  <a:cubicBezTo>
                    <a:pt x="19227" y="12915"/>
                    <a:pt x="19482" y="13994"/>
                    <a:pt x="19795" y="15045"/>
                  </a:cubicBezTo>
                  <a:cubicBezTo>
                    <a:pt x="19880" y="15300"/>
                    <a:pt x="19937" y="15556"/>
                    <a:pt x="19937" y="15840"/>
                  </a:cubicBezTo>
                  <a:cubicBezTo>
                    <a:pt x="19596" y="15584"/>
                    <a:pt x="19312" y="15300"/>
                    <a:pt x="19056" y="14960"/>
                  </a:cubicBezTo>
                  <a:cubicBezTo>
                    <a:pt x="17977" y="13852"/>
                    <a:pt x="16869" y="12773"/>
                    <a:pt x="15734" y="11722"/>
                  </a:cubicBezTo>
                  <a:cubicBezTo>
                    <a:pt x="15478" y="11467"/>
                    <a:pt x="15279" y="11183"/>
                    <a:pt x="15166" y="10842"/>
                  </a:cubicBezTo>
                  <a:cubicBezTo>
                    <a:pt x="14598" y="9223"/>
                    <a:pt x="13973" y="7661"/>
                    <a:pt x="13234" y="6099"/>
                  </a:cubicBezTo>
                  <a:cubicBezTo>
                    <a:pt x="12808" y="5048"/>
                    <a:pt x="12212" y="4026"/>
                    <a:pt x="11530" y="3117"/>
                  </a:cubicBezTo>
                  <a:cubicBezTo>
                    <a:pt x="11048" y="2521"/>
                    <a:pt x="10508" y="1953"/>
                    <a:pt x="9969" y="1385"/>
                  </a:cubicBezTo>
                  <a:cubicBezTo>
                    <a:pt x="9571" y="987"/>
                    <a:pt x="9145" y="618"/>
                    <a:pt x="8719" y="249"/>
                  </a:cubicBezTo>
                  <a:cubicBezTo>
                    <a:pt x="8605" y="164"/>
                    <a:pt x="8492" y="79"/>
                    <a:pt x="8378" y="22"/>
                  </a:cubicBezTo>
                  <a:cubicBezTo>
                    <a:pt x="8336" y="8"/>
                    <a:pt x="8300" y="1"/>
                    <a:pt x="8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781250" y="2823400"/>
              <a:ext cx="3575" cy="3275"/>
            </a:xfrm>
            <a:custGeom>
              <a:rect b="b" l="l" r="r" t="t"/>
              <a:pathLst>
                <a:path extrusionOk="0" h="131" w="143">
                  <a:moveTo>
                    <a:pt x="57" y="0"/>
                  </a:moveTo>
                  <a:lnTo>
                    <a:pt x="0" y="86"/>
                  </a:lnTo>
                  <a:cubicBezTo>
                    <a:pt x="17" y="103"/>
                    <a:pt x="45" y="131"/>
                    <a:pt x="77" y="131"/>
                  </a:cubicBezTo>
                  <a:cubicBezTo>
                    <a:pt x="98" y="131"/>
                    <a:pt x="120" y="119"/>
                    <a:pt x="142" y="86"/>
                  </a:cubicBezTo>
                  <a:lnTo>
                    <a:pt x="57"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923950" y="2932025"/>
              <a:ext cx="2850" cy="3150"/>
            </a:xfrm>
            <a:custGeom>
              <a:rect b="b" l="l" r="r" t="t"/>
              <a:pathLst>
                <a:path extrusionOk="0" h="126" w="114">
                  <a:moveTo>
                    <a:pt x="29" y="0"/>
                  </a:moveTo>
                  <a:lnTo>
                    <a:pt x="0" y="57"/>
                  </a:lnTo>
                  <a:cubicBezTo>
                    <a:pt x="21" y="99"/>
                    <a:pt x="42" y="125"/>
                    <a:pt x="63" y="125"/>
                  </a:cubicBezTo>
                  <a:cubicBezTo>
                    <a:pt x="70" y="125"/>
                    <a:pt x="78" y="122"/>
                    <a:pt x="86" y="114"/>
                  </a:cubicBezTo>
                  <a:cubicBezTo>
                    <a:pt x="114" y="57"/>
                    <a:pt x="86" y="29"/>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643500" y="2683525"/>
              <a:ext cx="1450" cy="750"/>
            </a:xfrm>
            <a:custGeom>
              <a:rect b="b" l="l" r="r" t="t"/>
              <a:pathLst>
                <a:path extrusionOk="0" h="30" w="58">
                  <a:moveTo>
                    <a:pt x="29" y="1"/>
                  </a:moveTo>
                  <a:lnTo>
                    <a:pt x="1" y="29"/>
                  </a:lnTo>
                  <a:lnTo>
                    <a:pt x="58" y="29"/>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1220000" y="1004925"/>
              <a:ext cx="661025" cy="702250"/>
            </a:xfrm>
            <a:custGeom>
              <a:rect b="b" l="l" r="r" t="t"/>
              <a:pathLst>
                <a:path extrusionOk="0" h="28090" w="26441">
                  <a:moveTo>
                    <a:pt x="17888" y="1"/>
                  </a:moveTo>
                  <a:cubicBezTo>
                    <a:pt x="16994" y="1"/>
                    <a:pt x="16102" y="165"/>
                    <a:pt x="15279" y="521"/>
                  </a:cubicBezTo>
                  <a:cubicBezTo>
                    <a:pt x="14456" y="862"/>
                    <a:pt x="13717" y="1345"/>
                    <a:pt x="13149" y="2026"/>
                  </a:cubicBezTo>
                  <a:cubicBezTo>
                    <a:pt x="12922" y="2282"/>
                    <a:pt x="12667" y="2509"/>
                    <a:pt x="12439" y="2736"/>
                  </a:cubicBezTo>
                  <a:cubicBezTo>
                    <a:pt x="10821" y="4355"/>
                    <a:pt x="9174" y="5917"/>
                    <a:pt x="7725" y="7706"/>
                  </a:cubicBezTo>
                  <a:cubicBezTo>
                    <a:pt x="6930" y="8615"/>
                    <a:pt x="6220" y="9609"/>
                    <a:pt x="5595" y="10659"/>
                  </a:cubicBezTo>
                  <a:cubicBezTo>
                    <a:pt x="4999" y="11710"/>
                    <a:pt x="4403" y="12733"/>
                    <a:pt x="3806" y="13755"/>
                  </a:cubicBezTo>
                  <a:cubicBezTo>
                    <a:pt x="3465" y="14380"/>
                    <a:pt x="3096" y="15033"/>
                    <a:pt x="2755" y="15686"/>
                  </a:cubicBezTo>
                  <a:cubicBezTo>
                    <a:pt x="2329" y="16481"/>
                    <a:pt x="2017" y="17305"/>
                    <a:pt x="1790" y="18185"/>
                  </a:cubicBezTo>
                  <a:cubicBezTo>
                    <a:pt x="1477" y="19463"/>
                    <a:pt x="1222" y="20769"/>
                    <a:pt x="909" y="22047"/>
                  </a:cubicBezTo>
                  <a:cubicBezTo>
                    <a:pt x="767" y="22757"/>
                    <a:pt x="625" y="23467"/>
                    <a:pt x="398" y="24177"/>
                  </a:cubicBezTo>
                  <a:cubicBezTo>
                    <a:pt x="285" y="24461"/>
                    <a:pt x="200" y="24774"/>
                    <a:pt x="114" y="25058"/>
                  </a:cubicBezTo>
                  <a:cubicBezTo>
                    <a:pt x="29" y="25427"/>
                    <a:pt x="1" y="25796"/>
                    <a:pt x="29" y="26165"/>
                  </a:cubicBezTo>
                  <a:cubicBezTo>
                    <a:pt x="143" y="26960"/>
                    <a:pt x="682" y="27670"/>
                    <a:pt x="1449" y="27926"/>
                  </a:cubicBezTo>
                  <a:cubicBezTo>
                    <a:pt x="1849" y="28031"/>
                    <a:pt x="2249" y="28090"/>
                    <a:pt x="2650" y="28090"/>
                  </a:cubicBezTo>
                  <a:cubicBezTo>
                    <a:pt x="2789" y="28090"/>
                    <a:pt x="2928" y="28083"/>
                    <a:pt x="3068" y="28068"/>
                  </a:cubicBezTo>
                  <a:cubicBezTo>
                    <a:pt x="3778" y="27983"/>
                    <a:pt x="4488" y="27784"/>
                    <a:pt x="5198" y="27528"/>
                  </a:cubicBezTo>
                  <a:cubicBezTo>
                    <a:pt x="6788" y="26875"/>
                    <a:pt x="8322" y="26023"/>
                    <a:pt x="9713" y="24972"/>
                  </a:cubicBezTo>
                  <a:cubicBezTo>
                    <a:pt x="10594" y="24348"/>
                    <a:pt x="11445" y="23638"/>
                    <a:pt x="12354" y="23041"/>
                  </a:cubicBezTo>
                  <a:cubicBezTo>
                    <a:pt x="14456" y="21735"/>
                    <a:pt x="16699" y="20599"/>
                    <a:pt x="19000" y="19719"/>
                  </a:cubicBezTo>
                  <a:cubicBezTo>
                    <a:pt x="20221" y="19264"/>
                    <a:pt x="21385" y="18696"/>
                    <a:pt x="22493" y="18043"/>
                  </a:cubicBezTo>
                  <a:cubicBezTo>
                    <a:pt x="23373" y="17532"/>
                    <a:pt x="24140" y="16794"/>
                    <a:pt x="24679" y="15942"/>
                  </a:cubicBezTo>
                  <a:cubicBezTo>
                    <a:pt x="25134" y="15232"/>
                    <a:pt x="25475" y="14436"/>
                    <a:pt x="25844" y="13670"/>
                  </a:cubicBezTo>
                  <a:cubicBezTo>
                    <a:pt x="26156" y="13102"/>
                    <a:pt x="26327" y="12477"/>
                    <a:pt x="26412" y="11852"/>
                  </a:cubicBezTo>
                  <a:cubicBezTo>
                    <a:pt x="26440" y="11455"/>
                    <a:pt x="26440" y="11085"/>
                    <a:pt x="26412" y="10688"/>
                  </a:cubicBezTo>
                  <a:cubicBezTo>
                    <a:pt x="26355" y="9097"/>
                    <a:pt x="26071" y="7536"/>
                    <a:pt x="25645" y="6030"/>
                  </a:cubicBezTo>
                  <a:cubicBezTo>
                    <a:pt x="25304" y="4894"/>
                    <a:pt x="24850" y="3815"/>
                    <a:pt x="23998" y="2963"/>
                  </a:cubicBezTo>
                  <a:cubicBezTo>
                    <a:pt x="22805" y="1856"/>
                    <a:pt x="21414" y="947"/>
                    <a:pt x="19908" y="351"/>
                  </a:cubicBezTo>
                  <a:cubicBezTo>
                    <a:pt x="19482" y="209"/>
                    <a:pt x="19056" y="95"/>
                    <a:pt x="18630" y="38"/>
                  </a:cubicBezTo>
                  <a:cubicBezTo>
                    <a:pt x="18384" y="14"/>
                    <a:pt x="18136" y="1"/>
                    <a:pt x="17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1244850" y="1041775"/>
              <a:ext cx="587175" cy="623025"/>
            </a:xfrm>
            <a:custGeom>
              <a:rect b="b" l="l" r="r" t="t"/>
              <a:pathLst>
                <a:path extrusionOk="0" h="24921" w="23487">
                  <a:moveTo>
                    <a:pt x="8662" y="13048"/>
                  </a:moveTo>
                  <a:lnTo>
                    <a:pt x="8719" y="13104"/>
                  </a:lnTo>
                  <a:lnTo>
                    <a:pt x="8662" y="13104"/>
                  </a:lnTo>
                  <a:lnTo>
                    <a:pt x="8662" y="13048"/>
                  </a:lnTo>
                  <a:close/>
                  <a:moveTo>
                    <a:pt x="15676" y="1"/>
                  </a:moveTo>
                  <a:cubicBezTo>
                    <a:pt x="15656" y="1"/>
                    <a:pt x="15637" y="4"/>
                    <a:pt x="15620" y="13"/>
                  </a:cubicBezTo>
                  <a:cubicBezTo>
                    <a:pt x="15535" y="41"/>
                    <a:pt x="15450" y="98"/>
                    <a:pt x="15364" y="155"/>
                  </a:cubicBezTo>
                  <a:cubicBezTo>
                    <a:pt x="15109" y="410"/>
                    <a:pt x="14825" y="637"/>
                    <a:pt x="14598" y="921"/>
                  </a:cubicBezTo>
                  <a:cubicBezTo>
                    <a:pt x="13803" y="1688"/>
                    <a:pt x="13149" y="2568"/>
                    <a:pt x="12638" y="3534"/>
                  </a:cubicBezTo>
                  <a:cubicBezTo>
                    <a:pt x="11758" y="5181"/>
                    <a:pt x="11218" y="6970"/>
                    <a:pt x="10991" y="8788"/>
                  </a:cubicBezTo>
                  <a:cubicBezTo>
                    <a:pt x="10963" y="9100"/>
                    <a:pt x="10877" y="9384"/>
                    <a:pt x="10792" y="9640"/>
                  </a:cubicBezTo>
                  <a:cubicBezTo>
                    <a:pt x="10735" y="9867"/>
                    <a:pt x="10622" y="10037"/>
                    <a:pt x="10451" y="10179"/>
                  </a:cubicBezTo>
                  <a:cubicBezTo>
                    <a:pt x="9685" y="10918"/>
                    <a:pt x="8975" y="11656"/>
                    <a:pt x="8208" y="12394"/>
                  </a:cubicBezTo>
                  <a:cubicBezTo>
                    <a:pt x="8094" y="12508"/>
                    <a:pt x="8009" y="12678"/>
                    <a:pt x="7782" y="12678"/>
                  </a:cubicBezTo>
                  <a:cubicBezTo>
                    <a:pt x="7782" y="12281"/>
                    <a:pt x="7725" y="11855"/>
                    <a:pt x="7782" y="11457"/>
                  </a:cubicBezTo>
                  <a:cubicBezTo>
                    <a:pt x="7867" y="10009"/>
                    <a:pt x="8236" y="8617"/>
                    <a:pt x="8833" y="7311"/>
                  </a:cubicBezTo>
                  <a:cubicBezTo>
                    <a:pt x="9145" y="6658"/>
                    <a:pt x="9429" y="5976"/>
                    <a:pt x="9713" y="5295"/>
                  </a:cubicBezTo>
                  <a:cubicBezTo>
                    <a:pt x="9770" y="5210"/>
                    <a:pt x="9713" y="5096"/>
                    <a:pt x="9628" y="5068"/>
                  </a:cubicBezTo>
                  <a:cubicBezTo>
                    <a:pt x="9605" y="5060"/>
                    <a:pt x="9582" y="5056"/>
                    <a:pt x="9561" y="5056"/>
                  </a:cubicBezTo>
                  <a:cubicBezTo>
                    <a:pt x="9501" y="5056"/>
                    <a:pt x="9450" y="5083"/>
                    <a:pt x="9429" y="5124"/>
                  </a:cubicBezTo>
                  <a:cubicBezTo>
                    <a:pt x="9344" y="5210"/>
                    <a:pt x="9287" y="5323"/>
                    <a:pt x="9230" y="5437"/>
                  </a:cubicBezTo>
                  <a:cubicBezTo>
                    <a:pt x="8748" y="6289"/>
                    <a:pt x="8322" y="7197"/>
                    <a:pt x="7981" y="8135"/>
                  </a:cubicBezTo>
                  <a:cubicBezTo>
                    <a:pt x="7725" y="8759"/>
                    <a:pt x="7555" y="9384"/>
                    <a:pt x="7441" y="10037"/>
                  </a:cubicBezTo>
                  <a:cubicBezTo>
                    <a:pt x="7328" y="10634"/>
                    <a:pt x="7242" y="11230"/>
                    <a:pt x="7242" y="11826"/>
                  </a:cubicBezTo>
                  <a:cubicBezTo>
                    <a:pt x="7242" y="12338"/>
                    <a:pt x="7157" y="12849"/>
                    <a:pt x="7129" y="13360"/>
                  </a:cubicBezTo>
                  <a:cubicBezTo>
                    <a:pt x="7100" y="13587"/>
                    <a:pt x="7015" y="13786"/>
                    <a:pt x="6873" y="13956"/>
                  </a:cubicBezTo>
                  <a:cubicBezTo>
                    <a:pt x="6334" y="14666"/>
                    <a:pt x="5794" y="15433"/>
                    <a:pt x="5283" y="16143"/>
                  </a:cubicBezTo>
                  <a:cubicBezTo>
                    <a:pt x="4999" y="16512"/>
                    <a:pt x="4743" y="16881"/>
                    <a:pt x="4459" y="17251"/>
                  </a:cubicBezTo>
                  <a:cubicBezTo>
                    <a:pt x="4419" y="17291"/>
                    <a:pt x="4379" y="17331"/>
                    <a:pt x="4329" y="17331"/>
                  </a:cubicBezTo>
                  <a:cubicBezTo>
                    <a:pt x="4308" y="17331"/>
                    <a:pt x="4285" y="17324"/>
                    <a:pt x="4261" y="17307"/>
                  </a:cubicBezTo>
                  <a:cubicBezTo>
                    <a:pt x="4232" y="17279"/>
                    <a:pt x="4204" y="17251"/>
                    <a:pt x="4204" y="17194"/>
                  </a:cubicBezTo>
                  <a:cubicBezTo>
                    <a:pt x="4062" y="16285"/>
                    <a:pt x="4062" y="15348"/>
                    <a:pt x="4204" y="14439"/>
                  </a:cubicBezTo>
                  <a:cubicBezTo>
                    <a:pt x="4488" y="13161"/>
                    <a:pt x="4601" y="11855"/>
                    <a:pt x="5112" y="10634"/>
                  </a:cubicBezTo>
                  <a:cubicBezTo>
                    <a:pt x="5169" y="10549"/>
                    <a:pt x="5141" y="10463"/>
                    <a:pt x="5056" y="10463"/>
                  </a:cubicBezTo>
                  <a:cubicBezTo>
                    <a:pt x="5039" y="10455"/>
                    <a:pt x="5025" y="10452"/>
                    <a:pt x="5012" y="10452"/>
                  </a:cubicBezTo>
                  <a:cubicBezTo>
                    <a:pt x="4980" y="10452"/>
                    <a:pt x="4954" y="10472"/>
                    <a:pt x="4914" y="10492"/>
                  </a:cubicBezTo>
                  <a:cubicBezTo>
                    <a:pt x="4658" y="10719"/>
                    <a:pt x="4488" y="11003"/>
                    <a:pt x="4403" y="11344"/>
                  </a:cubicBezTo>
                  <a:cubicBezTo>
                    <a:pt x="4261" y="11826"/>
                    <a:pt x="4147" y="12281"/>
                    <a:pt x="4033" y="12764"/>
                  </a:cubicBezTo>
                  <a:cubicBezTo>
                    <a:pt x="3664" y="14212"/>
                    <a:pt x="3551" y="15689"/>
                    <a:pt x="3693" y="17165"/>
                  </a:cubicBezTo>
                  <a:cubicBezTo>
                    <a:pt x="3806" y="18358"/>
                    <a:pt x="3778" y="18358"/>
                    <a:pt x="3153" y="19437"/>
                  </a:cubicBezTo>
                  <a:cubicBezTo>
                    <a:pt x="3096" y="19551"/>
                    <a:pt x="3039" y="19636"/>
                    <a:pt x="2983" y="19750"/>
                  </a:cubicBezTo>
                  <a:cubicBezTo>
                    <a:pt x="2727" y="20176"/>
                    <a:pt x="2471" y="20573"/>
                    <a:pt x="2187" y="20971"/>
                  </a:cubicBezTo>
                  <a:cubicBezTo>
                    <a:pt x="2159" y="20999"/>
                    <a:pt x="2131" y="21028"/>
                    <a:pt x="2074" y="21028"/>
                  </a:cubicBezTo>
                  <a:cubicBezTo>
                    <a:pt x="2045" y="20999"/>
                    <a:pt x="2017" y="20971"/>
                    <a:pt x="1989" y="20943"/>
                  </a:cubicBezTo>
                  <a:cubicBezTo>
                    <a:pt x="1960" y="20488"/>
                    <a:pt x="1960" y="20062"/>
                    <a:pt x="1989" y="19608"/>
                  </a:cubicBezTo>
                  <a:cubicBezTo>
                    <a:pt x="2074" y="19068"/>
                    <a:pt x="2131" y="18500"/>
                    <a:pt x="2187" y="17961"/>
                  </a:cubicBezTo>
                  <a:lnTo>
                    <a:pt x="2187" y="17591"/>
                  </a:lnTo>
                  <a:cubicBezTo>
                    <a:pt x="2187" y="17535"/>
                    <a:pt x="2131" y="17506"/>
                    <a:pt x="2074" y="17506"/>
                  </a:cubicBezTo>
                  <a:cubicBezTo>
                    <a:pt x="2045" y="17506"/>
                    <a:pt x="1960" y="17535"/>
                    <a:pt x="1960" y="17563"/>
                  </a:cubicBezTo>
                  <a:cubicBezTo>
                    <a:pt x="1818" y="17790"/>
                    <a:pt x="1733" y="18046"/>
                    <a:pt x="1705" y="18301"/>
                  </a:cubicBezTo>
                  <a:cubicBezTo>
                    <a:pt x="1506" y="19381"/>
                    <a:pt x="1449" y="20488"/>
                    <a:pt x="1534" y="21596"/>
                  </a:cubicBezTo>
                  <a:cubicBezTo>
                    <a:pt x="1563" y="21851"/>
                    <a:pt x="1506" y="22107"/>
                    <a:pt x="1364" y="22334"/>
                  </a:cubicBezTo>
                  <a:cubicBezTo>
                    <a:pt x="966" y="22959"/>
                    <a:pt x="597" y="23584"/>
                    <a:pt x="228" y="24208"/>
                  </a:cubicBezTo>
                  <a:cubicBezTo>
                    <a:pt x="143" y="24322"/>
                    <a:pt x="86" y="24464"/>
                    <a:pt x="29" y="24606"/>
                  </a:cubicBezTo>
                  <a:cubicBezTo>
                    <a:pt x="1" y="24691"/>
                    <a:pt x="57" y="24805"/>
                    <a:pt x="143" y="24862"/>
                  </a:cubicBezTo>
                  <a:cubicBezTo>
                    <a:pt x="178" y="24897"/>
                    <a:pt x="235" y="24921"/>
                    <a:pt x="293" y="24921"/>
                  </a:cubicBezTo>
                  <a:cubicBezTo>
                    <a:pt x="329" y="24921"/>
                    <a:pt x="366" y="24912"/>
                    <a:pt x="398" y="24890"/>
                  </a:cubicBezTo>
                  <a:cubicBezTo>
                    <a:pt x="597" y="24805"/>
                    <a:pt x="767" y="24634"/>
                    <a:pt x="881" y="24464"/>
                  </a:cubicBezTo>
                  <a:cubicBezTo>
                    <a:pt x="1193" y="24010"/>
                    <a:pt x="1506" y="23584"/>
                    <a:pt x="1790" y="23129"/>
                  </a:cubicBezTo>
                  <a:cubicBezTo>
                    <a:pt x="1979" y="22752"/>
                    <a:pt x="2372" y="22502"/>
                    <a:pt x="2800" y="22502"/>
                  </a:cubicBezTo>
                  <a:cubicBezTo>
                    <a:pt x="2823" y="22502"/>
                    <a:pt x="2846" y="22503"/>
                    <a:pt x="2869" y="22504"/>
                  </a:cubicBezTo>
                  <a:cubicBezTo>
                    <a:pt x="3465" y="22476"/>
                    <a:pt x="4062" y="22448"/>
                    <a:pt x="4687" y="22448"/>
                  </a:cubicBezTo>
                  <a:cubicBezTo>
                    <a:pt x="5766" y="22419"/>
                    <a:pt x="6845" y="22164"/>
                    <a:pt x="7839" y="21709"/>
                  </a:cubicBezTo>
                  <a:cubicBezTo>
                    <a:pt x="8066" y="21624"/>
                    <a:pt x="8236" y="21482"/>
                    <a:pt x="8350" y="21283"/>
                  </a:cubicBezTo>
                  <a:cubicBezTo>
                    <a:pt x="8378" y="21255"/>
                    <a:pt x="8378" y="21198"/>
                    <a:pt x="8350" y="21170"/>
                  </a:cubicBezTo>
                  <a:cubicBezTo>
                    <a:pt x="8322" y="21113"/>
                    <a:pt x="8293" y="21085"/>
                    <a:pt x="8236" y="21085"/>
                  </a:cubicBezTo>
                  <a:cubicBezTo>
                    <a:pt x="8038" y="21170"/>
                    <a:pt x="7810" y="21227"/>
                    <a:pt x="7612" y="21283"/>
                  </a:cubicBezTo>
                  <a:cubicBezTo>
                    <a:pt x="6674" y="21653"/>
                    <a:pt x="5709" y="21851"/>
                    <a:pt x="4715" y="21908"/>
                  </a:cubicBezTo>
                  <a:cubicBezTo>
                    <a:pt x="4412" y="21908"/>
                    <a:pt x="4122" y="21895"/>
                    <a:pt x="3827" y="21895"/>
                  </a:cubicBezTo>
                  <a:cubicBezTo>
                    <a:pt x="3680" y="21895"/>
                    <a:pt x="3532" y="21899"/>
                    <a:pt x="3380" y="21908"/>
                  </a:cubicBezTo>
                  <a:cubicBezTo>
                    <a:pt x="3288" y="21921"/>
                    <a:pt x="3178" y="21940"/>
                    <a:pt x="3075" y="21940"/>
                  </a:cubicBezTo>
                  <a:cubicBezTo>
                    <a:pt x="2955" y="21940"/>
                    <a:pt x="2845" y="21914"/>
                    <a:pt x="2784" y="21823"/>
                  </a:cubicBezTo>
                  <a:cubicBezTo>
                    <a:pt x="2699" y="21653"/>
                    <a:pt x="2897" y="21482"/>
                    <a:pt x="3011" y="21312"/>
                  </a:cubicBezTo>
                  <a:cubicBezTo>
                    <a:pt x="3039" y="21227"/>
                    <a:pt x="3096" y="21141"/>
                    <a:pt x="3153" y="21056"/>
                  </a:cubicBezTo>
                  <a:cubicBezTo>
                    <a:pt x="3664" y="20261"/>
                    <a:pt x="4204" y="19466"/>
                    <a:pt x="4658" y="18642"/>
                  </a:cubicBezTo>
                  <a:cubicBezTo>
                    <a:pt x="4914" y="18195"/>
                    <a:pt x="4962" y="18067"/>
                    <a:pt x="5269" y="18067"/>
                  </a:cubicBezTo>
                  <a:cubicBezTo>
                    <a:pt x="5372" y="18067"/>
                    <a:pt x="5503" y="18081"/>
                    <a:pt x="5680" y="18103"/>
                  </a:cubicBezTo>
                  <a:cubicBezTo>
                    <a:pt x="5879" y="18131"/>
                    <a:pt x="6106" y="18159"/>
                    <a:pt x="6334" y="18188"/>
                  </a:cubicBezTo>
                  <a:cubicBezTo>
                    <a:pt x="6987" y="18273"/>
                    <a:pt x="7640" y="18358"/>
                    <a:pt x="8293" y="18415"/>
                  </a:cubicBezTo>
                  <a:cubicBezTo>
                    <a:pt x="8610" y="18441"/>
                    <a:pt x="8926" y="18454"/>
                    <a:pt x="9242" y="18454"/>
                  </a:cubicBezTo>
                  <a:cubicBezTo>
                    <a:pt x="9946" y="18454"/>
                    <a:pt x="10646" y="18391"/>
                    <a:pt x="11332" y="18273"/>
                  </a:cubicBezTo>
                  <a:cubicBezTo>
                    <a:pt x="13405" y="17904"/>
                    <a:pt x="15279" y="17023"/>
                    <a:pt x="17097" y="16030"/>
                  </a:cubicBezTo>
                  <a:cubicBezTo>
                    <a:pt x="17210" y="15973"/>
                    <a:pt x="17324" y="15888"/>
                    <a:pt x="17438" y="15774"/>
                  </a:cubicBezTo>
                  <a:cubicBezTo>
                    <a:pt x="17494" y="15717"/>
                    <a:pt x="17580" y="15632"/>
                    <a:pt x="17494" y="15547"/>
                  </a:cubicBezTo>
                  <a:cubicBezTo>
                    <a:pt x="17459" y="15512"/>
                    <a:pt x="17413" y="15487"/>
                    <a:pt x="17370" y="15487"/>
                  </a:cubicBezTo>
                  <a:cubicBezTo>
                    <a:pt x="17343" y="15487"/>
                    <a:pt x="17317" y="15497"/>
                    <a:pt x="17296" y="15518"/>
                  </a:cubicBezTo>
                  <a:lnTo>
                    <a:pt x="16046" y="16086"/>
                  </a:lnTo>
                  <a:cubicBezTo>
                    <a:pt x="14683" y="16711"/>
                    <a:pt x="13291" y="17364"/>
                    <a:pt x="11815" y="17648"/>
                  </a:cubicBezTo>
                  <a:cubicBezTo>
                    <a:pt x="10934" y="17819"/>
                    <a:pt x="10082" y="17904"/>
                    <a:pt x="9202" y="17904"/>
                  </a:cubicBezTo>
                  <a:cubicBezTo>
                    <a:pt x="7952" y="17847"/>
                    <a:pt x="6674" y="17705"/>
                    <a:pt x="5453" y="17478"/>
                  </a:cubicBezTo>
                  <a:cubicBezTo>
                    <a:pt x="5453" y="17393"/>
                    <a:pt x="5482" y="17336"/>
                    <a:pt x="5538" y="17251"/>
                  </a:cubicBezTo>
                  <a:cubicBezTo>
                    <a:pt x="6248" y="16257"/>
                    <a:pt x="6958" y="15234"/>
                    <a:pt x="7668" y="14212"/>
                  </a:cubicBezTo>
                  <a:cubicBezTo>
                    <a:pt x="7810" y="13956"/>
                    <a:pt x="8094" y="13758"/>
                    <a:pt x="8407" y="13701"/>
                  </a:cubicBezTo>
                  <a:cubicBezTo>
                    <a:pt x="8885" y="13659"/>
                    <a:pt x="9363" y="13633"/>
                    <a:pt x="9841" y="13633"/>
                  </a:cubicBezTo>
                  <a:cubicBezTo>
                    <a:pt x="10016" y="13633"/>
                    <a:pt x="10191" y="13636"/>
                    <a:pt x="10366" y="13644"/>
                  </a:cubicBezTo>
                  <a:cubicBezTo>
                    <a:pt x="11559" y="13644"/>
                    <a:pt x="12752" y="13701"/>
                    <a:pt x="13945" y="13701"/>
                  </a:cubicBezTo>
                  <a:lnTo>
                    <a:pt x="15109" y="13701"/>
                  </a:lnTo>
                  <a:cubicBezTo>
                    <a:pt x="16273" y="13616"/>
                    <a:pt x="17409" y="13388"/>
                    <a:pt x="18545" y="13048"/>
                  </a:cubicBezTo>
                  <a:cubicBezTo>
                    <a:pt x="18858" y="12962"/>
                    <a:pt x="19170" y="12820"/>
                    <a:pt x="19482" y="12707"/>
                  </a:cubicBezTo>
                  <a:cubicBezTo>
                    <a:pt x="20590" y="12224"/>
                    <a:pt x="21612" y="11628"/>
                    <a:pt x="22606" y="10946"/>
                  </a:cubicBezTo>
                  <a:cubicBezTo>
                    <a:pt x="22691" y="10889"/>
                    <a:pt x="22777" y="10804"/>
                    <a:pt x="22862" y="10719"/>
                  </a:cubicBezTo>
                  <a:cubicBezTo>
                    <a:pt x="22919" y="10662"/>
                    <a:pt x="22947" y="10577"/>
                    <a:pt x="22975" y="10520"/>
                  </a:cubicBezTo>
                  <a:cubicBezTo>
                    <a:pt x="22975" y="10463"/>
                    <a:pt x="22975" y="10407"/>
                    <a:pt x="22947" y="10378"/>
                  </a:cubicBezTo>
                  <a:cubicBezTo>
                    <a:pt x="22919" y="10350"/>
                    <a:pt x="22833" y="10321"/>
                    <a:pt x="22805" y="10321"/>
                  </a:cubicBezTo>
                  <a:cubicBezTo>
                    <a:pt x="22663" y="10378"/>
                    <a:pt x="22493" y="10463"/>
                    <a:pt x="22351" y="10549"/>
                  </a:cubicBezTo>
                  <a:cubicBezTo>
                    <a:pt x="21754" y="10861"/>
                    <a:pt x="21186" y="11230"/>
                    <a:pt x="20562" y="11543"/>
                  </a:cubicBezTo>
                  <a:cubicBezTo>
                    <a:pt x="18801" y="12508"/>
                    <a:pt x="16813" y="13048"/>
                    <a:pt x="14797" y="13133"/>
                  </a:cubicBezTo>
                  <a:cubicBezTo>
                    <a:pt x="14229" y="13133"/>
                    <a:pt x="13661" y="13104"/>
                    <a:pt x="13121" y="13104"/>
                  </a:cubicBezTo>
                  <a:lnTo>
                    <a:pt x="9458" y="13104"/>
                  </a:lnTo>
                  <a:cubicBezTo>
                    <a:pt x="9287" y="13076"/>
                    <a:pt x="9117" y="13076"/>
                    <a:pt x="8975" y="13019"/>
                  </a:cubicBezTo>
                  <a:cubicBezTo>
                    <a:pt x="8861" y="13019"/>
                    <a:pt x="8861" y="12934"/>
                    <a:pt x="8861" y="12849"/>
                  </a:cubicBezTo>
                  <a:cubicBezTo>
                    <a:pt x="8890" y="12792"/>
                    <a:pt x="8890" y="12707"/>
                    <a:pt x="8946" y="12650"/>
                  </a:cubicBezTo>
                  <a:cubicBezTo>
                    <a:pt x="9600" y="11883"/>
                    <a:pt x="10309" y="11173"/>
                    <a:pt x="11048" y="10520"/>
                  </a:cubicBezTo>
                  <a:cubicBezTo>
                    <a:pt x="11247" y="10378"/>
                    <a:pt x="11474" y="10265"/>
                    <a:pt x="11729" y="10265"/>
                  </a:cubicBezTo>
                  <a:lnTo>
                    <a:pt x="13604" y="10151"/>
                  </a:lnTo>
                  <a:cubicBezTo>
                    <a:pt x="15137" y="10094"/>
                    <a:pt x="16642" y="9810"/>
                    <a:pt x="18119" y="9327"/>
                  </a:cubicBezTo>
                  <a:cubicBezTo>
                    <a:pt x="19795" y="8759"/>
                    <a:pt x="21357" y="7851"/>
                    <a:pt x="22720" y="6715"/>
                  </a:cubicBezTo>
                  <a:cubicBezTo>
                    <a:pt x="23032" y="6488"/>
                    <a:pt x="23288" y="6232"/>
                    <a:pt x="23458" y="5920"/>
                  </a:cubicBezTo>
                  <a:cubicBezTo>
                    <a:pt x="23487" y="5834"/>
                    <a:pt x="23458" y="5778"/>
                    <a:pt x="23430" y="5721"/>
                  </a:cubicBezTo>
                  <a:cubicBezTo>
                    <a:pt x="23401" y="5692"/>
                    <a:pt x="23366" y="5678"/>
                    <a:pt x="23330" y="5678"/>
                  </a:cubicBezTo>
                  <a:cubicBezTo>
                    <a:pt x="23295" y="5678"/>
                    <a:pt x="23259" y="5692"/>
                    <a:pt x="23231" y="5721"/>
                  </a:cubicBezTo>
                  <a:cubicBezTo>
                    <a:pt x="22720" y="6090"/>
                    <a:pt x="22180" y="6488"/>
                    <a:pt x="21641" y="6885"/>
                  </a:cubicBezTo>
                  <a:cubicBezTo>
                    <a:pt x="20278" y="7879"/>
                    <a:pt x="18744" y="8589"/>
                    <a:pt x="17097" y="8987"/>
                  </a:cubicBezTo>
                  <a:cubicBezTo>
                    <a:pt x="16302" y="9157"/>
                    <a:pt x="15478" y="9299"/>
                    <a:pt x="14683" y="9413"/>
                  </a:cubicBezTo>
                  <a:cubicBezTo>
                    <a:pt x="13888" y="9526"/>
                    <a:pt x="13121" y="9583"/>
                    <a:pt x="12354" y="9611"/>
                  </a:cubicBezTo>
                  <a:cubicBezTo>
                    <a:pt x="12326" y="9640"/>
                    <a:pt x="12297" y="9668"/>
                    <a:pt x="12241" y="9668"/>
                  </a:cubicBezTo>
                  <a:cubicBezTo>
                    <a:pt x="12212" y="9668"/>
                    <a:pt x="12184" y="9611"/>
                    <a:pt x="12155" y="9611"/>
                  </a:cubicBezTo>
                  <a:cubicBezTo>
                    <a:pt x="12184" y="9611"/>
                    <a:pt x="12184" y="9583"/>
                    <a:pt x="12212" y="9583"/>
                  </a:cubicBezTo>
                  <a:lnTo>
                    <a:pt x="12326" y="9583"/>
                  </a:lnTo>
                  <a:cubicBezTo>
                    <a:pt x="12326" y="9384"/>
                    <a:pt x="12496" y="9299"/>
                    <a:pt x="12638" y="9185"/>
                  </a:cubicBezTo>
                  <a:cubicBezTo>
                    <a:pt x="13803" y="8106"/>
                    <a:pt x="14882" y="6942"/>
                    <a:pt x="15876" y="5721"/>
                  </a:cubicBezTo>
                  <a:cubicBezTo>
                    <a:pt x="16728" y="4613"/>
                    <a:pt x="17722" y="3619"/>
                    <a:pt x="18829" y="2796"/>
                  </a:cubicBezTo>
                  <a:cubicBezTo>
                    <a:pt x="19085" y="2597"/>
                    <a:pt x="19312" y="2370"/>
                    <a:pt x="19568" y="2171"/>
                  </a:cubicBezTo>
                  <a:cubicBezTo>
                    <a:pt x="19624" y="2114"/>
                    <a:pt x="19681" y="2086"/>
                    <a:pt x="19766" y="1972"/>
                  </a:cubicBezTo>
                  <a:cubicBezTo>
                    <a:pt x="19880" y="1858"/>
                    <a:pt x="19908" y="1716"/>
                    <a:pt x="19823" y="1660"/>
                  </a:cubicBezTo>
                  <a:cubicBezTo>
                    <a:pt x="19781" y="1631"/>
                    <a:pt x="19731" y="1617"/>
                    <a:pt x="19681" y="1617"/>
                  </a:cubicBezTo>
                  <a:cubicBezTo>
                    <a:pt x="19631" y="1617"/>
                    <a:pt x="19582" y="1631"/>
                    <a:pt x="19539" y="1660"/>
                  </a:cubicBezTo>
                  <a:cubicBezTo>
                    <a:pt x="18886" y="2000"/>
                    <a:pt x="18261" y="2426"/>
                    <a:pt x="17693" y="2938"/>
                  </a:cubicBezTo>
                  <a:cubicBezTo>
                    <a:pt x="16841" y="3761"/>
                    <a:pt x="16046" y="4613"/>
                    <a:pt x="15336" y="5522"/>
                  </a:cubicBezTo>
                  <a:cubicBezTo>
                    <a:pt x="14285" y="6771"/>
                    <a:pt x="13149" y="7936"/>
                    <a:pt x="11900" y="9015"/>
                  </a:cubicBezTo>
                  <a:cubicBezTo>
                    <a:pt x="11840" y="9075"/>
                    <a:pt x="11779" y="9135"/>
                    <a:pt x="11699" y="9135"/>
                  </a:cubicBezTo>
                  <a:cubicBezTo>
                    <a:pt x="11666" y="9135"/>
                    <a:pt x="11629" y="9125"/>
                    <a:pt x="11587" y="9100"/>
                  </a:cubicBezTo>
                  <a:lnTo>
                    <a:pt x="11587" y="8816"/>
                  </a:lnTo>
                  <a:cubicBezTo>
                    <a:pt x="11701" y="7765"/>
                    <a:pt x="11928" y="6743"/>
                    <a:pt x="12269" y="5749"/>
                  </a:cubicBezTo>
                  <a:cubicBezTo>
                    <a:pt x="12638" y="4471"/>
                    <a:pt x="13263" y="3307"/>
                    <a:pt x="14115" y="2284"/>
                  </a:cubicBezTo>
                  <a:cubicBezTo>
                    <a:pt x="14598" y="1688"/>
                    <a:pt x="15109" y="1092"/>
                    <a:pt x="15620" y="495"/>
                  </a:cubicBezTo>
                  <a:cubicBezTo>
                    <a:pt x="15677" y="410"/>
                    <a:pt x="15790" y="297"/>
                    <a:pt x="15847" y="240"/>
                  </a:cubicBezTo>
                  <a:cubicBezTo>
                    <a:pt x="15876" y="155"/>
                    <a:pt x="15904" y="69"/>
                    <a:pt x="15819" y="41"/>
                  </a:cubicBezTo>
                  <a:cubicBezTo>
                    <a:pt x="15779" y="21"/>
                    <a:pt x="15724" y="1"/>
                    <a:pt x="15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1548725" y="1281325"/>
              <a:ext cx="5000" cy="2375"/>
            </a:xfrm>
            <a:custGeom>
              <a:rect b="b" l="l" r="r" t="t"/>
              <a:pathLst>
                <a:path extrusionOk="0" h="95" w="200">
                  <a:moveTo>
                    <a:pt x="57" y="1"/>
                  </a:moveTo>
                  <a:cubicBezTo>
                    <a:pt x="29" y="29"/>
                    <a:pt x="0" y="29"/>
                    <a:pt x="0" y="58"/>
                  </a:cubicBezTo>
                  <a:cubicBezTo>
                    <a:pt x="23" y="58"/>
                    <a:pt x="46" y="94"/>
                    <a:pt x="69" y="94"/>
                  </a:cubicBezTo>
                  <a:cubicBezTo>
                    <a:pt x="74" y="94"/>
                    <a:pt x="80" y="92"/>
                    <a:pt x="86" y="86"/>
                  </a:cubicBezTo>
                  <a:cubicBezTo>
                    <a:pt x="142" y="86"/>
                    <a:pt x="171" y="58"/>
                    <a:pt x="199" y="29"/>
                  </a:cubicBezTo>
                  <a:lnTo>
                    <a:pt x="17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1461400" y="1368675"/>
              <a:ext cx="1450" cy="725"/>
            </a:xfrm>
            <a:custGeom>
              <a:rect b="b" l="l" r="r" t="t"/>
              <a:pathLst>
                <a:path extrusionOk="0" h="29" w="58">
                  <a:moveTo>
                    <a:pt x="0" y="0"/>
                  </a:moveTo>
                  <a:lnTo>
                    <a:pt x="0" y="28"/>
                  </a:lnTo>
                  <a:lnTo>
                    <a:pt x="57" y="28"/>
                  </a:lnTo>
                  <a:lnTo>
                    <a:pt x="0"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651325" y="852100"/>
              <a:ext cx="525400" cy="687525"/>
            </a:xfrm>
            <a:custGeom>
              <a:rect b="b" l="l" r="r" t="t"/>
              <a:pathLst>
                <a:path extrusionOk="0" h="27501" w="21016">
                  <a:moveTo>
                    <a:pt x="8417" y="0"/>
                  </a:moveTo>
                  <a:cubicBezTo>
                    <a:pt x="8172" y="0"/>
                    <a:pt x="7920" y="20"/>
                    <a:pt x="7668" y="74"/>
                  </a:cubicBezTo>
                  <a:cubicBezTo>
                    <a:pt x="6220" y="358"/>
                    <a:pt x="4856" y="897"/>
                    <a:pt x="3635" y="1693"/>
                  </a:cubicBezTo>
                  <a:cubicBezTo>
                    <a:pt x="2726" y="2317"/>
                    <a:pt x="2158" y="3169"/>
                    <a:pt x="1647" y="4106"/>
                  </a:cubicBezTo>
                  <a:cubicBezTo>
                    <a:pt x="1023" y="5384"/>
                    <a:pt x="540" y="6719"/>
                    <a:pt x="199" y="8111"/>
                  </a:cubicBezTo>
                  <a:cubicBezTo>
                    <a:pt x="142" y="8423"/>
                    <a:pt x="85" y="8764"/>
                    <a:pt x="57" y="9133"/>
                  </a:cubicBezTo>
                  <a:cubicBezTo>
                    <a:pt x="0" y="9701"/>
                    <a:pt x="57" y="10269"/>
                    <a:pt x="199" y="10809"/>
                  </a:cubicBezTo>
                  <a:cubicBezTo>
                    <a:pt x="426" y="11547"/>
                    <a:pt x="597" y="12285"/>
                    <a:pt x="881" y="12995"/>
                  </a:cubicBezTo>
                  <a:cubicBezTo>
                    <a:pt x="1193" y="13876"/>
                    <a:pt x="1761" y="14642"/>
                    <a:pt x="2442" y="15267"/>
                  </a:cubicBezTo>
                  <a:cubicBezTo>
                    <a:pt x="3323" y="16006"/>
                    <a:pt x="4260" y="16687"/>
                    <a:pt x="5226" y="17312"/>
                  </a:cubicBezTo>
                  <a:cubicBezTo>
                    <a:pt x="7128" y="18476"/>
                    <a:pt x="8917" y="19839"/>
                    <a:pt x="10565" y="21345"/>
                  </a:cubicBezTo>
                  <a:cubicBezTo>
                    <a:pt x="11275" y="21998"/>
                    <a:pt x="11899" y="22765"/>
                    <a:pt x="12581" y="23475"/>
                  </a:cubicBezTo>
                  <a:cubicBezTo>
                    <a:pt x="13632" y="24639"/>
                    <a:pt x="14824" y="25661"/>
                    <a:pt x="16159" y="26513"/>
                  </a:cubicBezTo>
                  <a:cubicBezTo>
                    <a:pt x="16699" y="26854"/>
                    <a:pt x="17295" y="27138"/>
                    <a:pt x="17920" y="27337"/>
                  </a:cubicBezTo>
                  <a:cubicBezTo>
                    <a:pt x="18278" y="27442"/>
                    <a:pt x="18636" y="27501"/>
                    <a:pt x="18982" y="27501"/>
                  </a:cubicBezTo>
                  <a:cubicBezTo>
                    <a:pt x="19103" y="27501"/>
                    <a:pt x="19222" y="27493"/>
                    <a:pt x="19340" y="27479"/>
                  </a:cubicBezTo>
                  <a:cubicBezTo>
                    <a:pt x="20078" y="27365"/>
                    <a:pt x="20675" y="26854"/>
                    <a:pt x="20902" y="26144"/>
                  </a:cubicBezTo>
                  <a:cubicBezTo>
                    <a:pt x="20987" y="25832"/>
                    <a:pt x="21015" y="25491"/>
                    <a:pt x="21015" y="25178"/>
                  </a:cubicBezTo>
                  <a:cubicBezTo>
                    <a:pt x="20959" y="24894"/>
                    <a:pt x="20959" y="24610"/>
                    <a:pt x="20902" y="24327"/>
                  </a:cubicBezTo>
                  <a:cubicBezTo>
                    <a:pt x="20845" y="23673"/>
                    <a:pt x="20817" y="23020"/>
                    <a:pt x="20817" y="22367"/>
                  </a:cubicBezTo>
                  <a:cubicBezTo>
                    <a:pt x="20760" y="21174"/>
                    <a:pt x="20731" y="20010"/>
                    <a:pt x="20675" y="18817"/>
                  </a:cubicBezTo>
                  <a:cubicBezTo>
                    <a:pt x="20618" y="18022"/>
                    <a:pt x="20476" y="17227"/>
                    <a:pt x="20249" y="16432"/>
                  </a:cubicBezTo>
                  <a:cubicBezTo>
                    <a:pt x="20050" y="15807"/>
                    <a:pt x="19851" y="15210"/>
                    <a:pt x="19624" y="14586"/>
                  </a:cubicBezTo>
                  <a:cubicBezTo>
                    <a:pt x="19283" y="13563"/>
                    <a:pt x="18914" y="12569"/>
                    <a:pt x="18573" y="11547"/>
                  </a:cubicBezTo>
                  <a:cubicBezTo>
                    <a:pt x="18204" y="10525"/>
                    <a:pt x="17721" y="9531"/>
                    <a:pt x="17182" y="8594"/>
                  </a:cubicBezTo>
                  <a:cubicBezTo>
                    <a:pt x="16216" y="6776"/>
                    <a:pt x="14995" y="5129"/>
                    <a:pt x="13859" y="3425"/>
                  </a:cubicBezTo>
                  <a:cubicBezTo>
                    <a:pt x="13717" y="3169"/>
                    <a:pt x="13518" y="2914"/>
                    <a:pt x="13348" y="2658"/>
                  </a:cubicBezTo>
                  <a:cubicBezTo>
                    <a:pt x="12950" y="1977"/>
                    <a:pt x="12382" y="1409"/>
                    <a:pt x="11729" y="983"/>
                  </a:cubicBezTo>
                  <a:cubicBezTo>
                    <a:pt x="10849" y="415"/>
                    <a:pt x="9883" y="74"/>
                    <a:pt x="8832" y="17"/>
                  </a:cubicBezTo>
                  <a:cubicBezTo>
                    <a:pt x="8697" y="7"/>
                    <a:pt x="8558" y="0"/>
                    <a:pt x="8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705275" y="891750"/>
              <a:ext cx="448025" cy="613075"/>
            </a:xfrm>
            <a:custGeom>
              <a:rect b="b" l="l" r="r" t="t"/>
              <a:pathLst>
                <a:path extrusionOk="0" h="24523" w="17921">
                  <a:moveTo>
                    <a:pt x="12212" y="12659"/>
                  </a:moveTo>
                  <a:lnTo>
                    <a:pt x="12212" y="12716"/>
                  </a:lnTo>
                  <a:lnTo>
                    <a:pt x="12155" y="12659"/>
                  </a:lnTo>
                  <a:close/>
                  <a:moveTo>
                    <a:pt x="8165" y="0"/>
                  </a:moveTo>
                  <a:cubicBezTo>
                    <a:pt x="8130" y="0"/>
                    <a:pt x="8094" y="7"/>
                    <a:pt x="8066" y="21"/>
                  </a:cubicBezTo>
                  <a:cubicBezTo>
                    <a:pt x="7981" y="50"/>
                    <a:pt x="7981" y="78"/>
                    <a:pt x="8037" y="192"/>
                  </a:cubicBezTo>
                  <a:cubicBezTo>
                    <a:pt x="8066" y="277"/>
                    <a:pt x="8123" y="391"/>
                    <a:pt x="8179" y="476"/>
                  </a:cubicBezTo>
                  <a:lnTo>
                    <a:pt x="9202" y="2293"/>
                  </a:lnTo>
                  <a:cubicBezTo>
                    <a:pt x="9770" y="3316"/>
                    <a:pt x="10111" y="4452"/>
                    <a:pt x="10224" y="5644"/>
                  </a:cubicBezTo>
                  <a:cubicBezTo>
                    <a:pt x="10366" y="6553"/>
                    <a:pt x="10395" y="7519"/>
                    <a:pt x="10338" y="8456"/>
                  </a:cubicBezTo>
                  <a:cubicBezTo>
                    <a:pt x="10309" y="8513"/>
                    <a:pt x="10309" y="8598"/>
                    <a:pt x="10309" y="8683"/>
                  </a:cubicBezTo>
                  <a:cubicBezTo>
                    <a:pt x="10277" y="8694"/>
                    <a:pt x="10248" y="8699"/>
                    <a:pt x="10223" y="8699"/>
                  </a:cubicBezTo>
                  <a:cubicBezTo>
                    <a:pt x="10117" y="8699"/>
                    <a:pt x="10071" y="8615"/>
                    <a:pt x="10025" y="8569"/>
                  </a:cubicBezTo>
                  <a:cubicBezTo>
                    <a:pt x="9088" y="7434"/>
                    <a:pt x="8293" y="6212"/>
                    <a:pt x="7583" y="4934"/>
                  </a:cubicBezTo>
                  <a:cubicBezTo>
                    <a:pt x="7100" y="3997"/>
                    <a:pt x="6532" y="3117"/>
                    <a:pt x="5907" y="2265"/>
                  </a:cubicBezTo>
                  <a:cubicBezTo>
                    <a:pt x="5510" y="1725"/>
                    <a:pt x="5027" y="1243"/>
                    <a:pt x="4488" y="817"/>
                  </a:cubicBezTo>
                  <a:cubicBezTo>
                    <a:pt x="4446" y="775"/>
                    <a:pt x="4389" y="749"/>
                    <a:pt x="4328" y="749"/>
                  </a:cubicBezTo>
                  <a:cubicBezTo>
                    <a:pt x="4306" y="749"/>
                    <a:pt x="4283" y="752"/>
                    <a:pt x="4260" y="760"/>
                  </a:cubicBezTo>
                  <a:cubicBezTo>
                    <a:pt x="4204" y="817"/>
                    <a:pt x="4204" y="987"/>
                    <a:pt x="4260" y="1072"/>
                  </a:cubicBezTo>
                  <a:cubicBezTo>
                    <a:pt x="4317" y="1129"/>
                    <a:pt x="4374" y="1214"/>
                    <a:pt x="4431" y="1271"/>
                  </a:cubicBezTo>
                  <a:cubicBezTo>
                    <a:pt x="4601" y="1498"/>
                    <a:pt x="4772" y="1725"/>
                    <a:pt x="4970" y="1924"/>
                  </a:cubicBezTo>
                  <a:cubicBezTo>
                    <a:pt x="5794" y="2861"/>
                    <a:pt x="6504" y="3884"/>
                    <a:pt x="7072" y="4991"/>
                  </a:cubicBezTo>
                  <a:cubicBezTo>
                    <a:pt x="7753" y="6241"/>
                    <a:pt x="8520" y="7462"/>
                    <a:pt x="9344" y="8598"/>
                  </a:cubicBezTo>
                  <a:cubicBezTo>
                    <a:pt x="9429" y="8711"/>
                    <a:pt x="9571" y="8825"/>
                    <a:pt x="9543" y="8995"/>
                  </a:cubicBezTo>
                  <a:cubicBezTo>
                    <a:pt x="9571" y="8995"/>
                    <a:pt x="9599" y="9024"/>
                    <a:pt x="9656" y="9024"/>
                  </a:cubicBezTo>
                  <a:cubicBezTo>
                    <a:pt x="9656" y="9024"/>
                    <a:pt x="9713" y="9052"/>
                    <a:pt x="9685" y="9052"/>
                  </a:cubicBezTo>
                  <a:cubicBezTo>
                    <a:pt x="9656" y="9081"/>
                    <a:pt x="9628" y="9109"/>
                    <a:pt x="9599" y="9109"/>
                  </a:cubicBezTo>
                  <a:cubicBezTo>
                    <a:pt x="9571" y="9081"/>
                    <a:pt x="9543" y="9052"/>
                    <a:pt x="9514" y="8995"/>
                  </a:cubicBezTo>
                  <a:cubicBezTo>
                    <a:pt x="8833" y="8853"/>
                    <a:pt x="8151" y="8683"/>
                    <a:pt x="7498" y="8456"/>
                  </a:cubicBezTo>
                  <a:cubicBezTo>
                    <a:pt x="6816" y="8200"/>
                    <a:pt x="6106" y="7973"/>
                    <a:pt x="5425" y="7689"/>
                  </a:cubicBezTo>
                  <a:cubicBezTo>
                    <a:pt x="4033" y="7064"/>
                    <a:pt x="2812" y="6184"/>
                    <a:pt x="1761" y="5076"/>
                  </a:cubicBezTo>
                  <a:cubicBezTo>
                    <a:pt x="1364" y="4650"/>
                    <a:pt x="966" y="4196"/>
                    <a:pt x="568" y="3770"/>
                  </a:cubicBezTo>
                  <a:cubicBezTo>
                    <a:pt x="540" y="3756"/>
                    <a:pt x="512" y="3749"/>
                    <a:pt x="483" y="3749"/>
                  </a:cubicBezTo>
                  <a:cubicBezTo>
                    <a:pt x="455" y="3749"/>
                    <a:pt x="426" y="3756"/>
                    <a:pt x="398" y="3770"/>
                  </a:cubicBezTo>
                  <a:cubicBezTo>
                    <a:pt x="341" y="3798"/>
                    <a:pt x="313" y="3855"/>
                    <a:pt x="341" y="3940"/>
                  </a:cubicBezTo>
                  <a:cubicBezTo>
                    <a:pt x="426" y="4224"/>
                    <a:pt x="625" y="4508"/>
                    <a:pt x="852" y="4764"/>
                  </a:cubicBezTo>
                  <a:cubicBezTo>
                    <a:pt x="1846" y="5985"/>
                    <a:pt x="3068" y="7036"/>
                    <a:pt x="4459" y="7831"/>
                  </a:cubicBezTo>
                  <a:cubicBezTo>
                    <a:pt x="5680" y="8484"/>
                    <a:pt x="6958" y="8995"/>
                    <a:pt x="8293" y="9308"/>
                  </a:cubicBezTo>
                  <a:lnTo>
                    <a:pt x="9940" y="9705"/>
                  </a:lnTo>
                  <a:cubicBezTo>
                    <a:pt x="10167" y="9762"/>
                    <a:pt x="10366" y="9876"/>
                    <a:pt x="10508" y="10075"/>
                  </a:cubicBezTo>
                  <a:cubicBezTo>
                    <a:pt x="11048" y="10756"/>
                    <a:pt x="11530" y="11495"/>
                    <a:pt x="11985" y="12261"/>
                  </a:cubicBezTo>
                  <a:cubicBezTo>
                    <a:pt x="12013" y="12318"/>
                    <a:pt x="12013" y="12403"/>
                    <a:pt x="12013" y="12460"/>
                  </a:cubicBezTo>
                  <a:cubicBezTo>
                    <a:pt x="12013" y="12517"/>
                    <a:pt x="11985" y="12602"/>
                    <a:pt x="11900" y="12602"/>
                  </a:cubicBezTo>
                  <a:cubicBezTo>
                    <a:pt x="11758" y="12602"/>
                    <a:pt x="11587" y="12574"/>
                    <a:pt x="11445" y="12574"/>
                  </a:cubicBezTo>
                  <a:cubicBezTo>
                    <a:pt x="10395" y="12375"/>
                    <a:pt x="9315" y="12148"/>
                    <a:pt x="8265" y="11949"/>
                  </a:cubicBezTo>
                  <a:cubicBezTo>
                    <a:pt x="7753" y="11864"/>
                    <a:pt x="7271" y="11807"/>
                    <a:pt x="6759" y="11693"/>
                  </a:cubicBezTo>
                  <a:cubicBezTo>
                    <a:pt x="4999" y="11324"/>
                    <a:pt x="3352" y="10501"/>
                    <a:pt x="1932" y="9365"/>
                  </a:cubicBezTo>
                  <a:cubicBezTo>
                    <a:pt x="1449" y="8967"/>
                    <a:pt x="994" y="8569"/>
                    <a:pt x="540" y="8172"/>
                  </a:cubicBezTo>
                  <a:cubicBezTo>
                    <a:pt x="398" y="8087"/>
                    <a:pt x="284" y="8001"/>
                    <a:pt x="142" y="7916"/>
                  </a:cubicBezTo>
                  <a:cubicBezTo>
                    <a:pt x="134" y="7908"/>
                    <a:pt x="123" y="7905"/>
                    <a:pt x="112" y="7905"/>
                  </a:cubicBezTo>
                  <a:cubicBezTo>
                    <a:pt x="83" y="7905"/>
                    <a:pt x="49" y="7925"/>
                    <a:pt x="29" y="7945"/>
                  </a:cubicBezTo>
                  <a:cubicBezTo>
                    <a:pt x="0" y="7973"/>
                    <a:pt x="0" y="8001"/>
                    <a:pt x="0" y="8058"/>
                  </a:cubicBezTo>
                  <a:cubicBezTo>
                    <a:pt x="0" y="8115"/>
                    <a:pt x="0" y="8172"/>
                    <a:pt x="29" y="8229"/>
                  </a:cubicBezTo>
                  <a:cubicBezTo>
                    <a:pt x="114" y="8342"/>
                    <a:pt x="171" y="8427"/>
                    <a:pt x="256" y="8484"/>
                  </a:cubicBezTo>
                  <a:cubicBezTo>
                    <a:pt x="994" y="9251"/>
                    <a:pt x="1818" y="9961"/>
                    <a:pt x="2698" y="10557"/>
                  </a:cubicBezTo>
                  <a:cubicBezTo>
                    <a:pt x="2954" y="10728"/>
                    <a:pt x="3210" y="10870"/>
                    <a:pt x="3465" y="11012"/>
                  </a:cubicBezTo>
                  <a:cubicBezTo>
                    <a:pt x="4402" y="11523"/>
                    <a:pt x="5396" y="11892"/>
                    <a:pt x="6390" y="12148"/>
                  </a:cubicBezTo>
                  <a:cubicBezTo>
                    <a:pt x="6731" y="12233"/>
                    <a:pt x="7072" y="12318"/>
                    <a:pt x="7413" y="12375"/>
                  </a:cubicBezTo>
                  <a:cubicBezTo>
                    <a:pt x="8492" y="12545"/>
                    <a:pt x="9514" y="12716"/>
                    <a:pt x="10593" y="12914"/>
                  </a:cubicBezTo>
                  <a:cubicBezTo>
                    <a:pt x="11161" y="13000"/>
                    <a:pt x="11729" y="13113"/>
                    <a:pt x="12297" y="13312"/>
                  </a:cubicBezTo>
                  <a:cubicBezTo>
                    <a:pt x="12553" y="13397"/>
                    <a:pt x="12780" y="13596"/>
                    <a:pt x="12894" y="13852"/>
                  </a:cubicBezTo>
                  <a:cubicBezTo>
                    <a:pt x="13348" y="14874"/>
                    <a:pt x="13802" y="15896"/>
                    <a:pt x="14285" y="16890"/>
                  </a:cubicBezTo>
                  <a:cubicBezTo>
                    <a:pt x="14285" y="16976"/>
                    <a:pt x="14314" y="17032"/>
                    <a:pt x="14314" y="17118"/>
                  </a:cubicBezTo>
                  <a:cubicBezTo>
                    <a:pt x="13178" y="17089"/>
                    <a:pt x="12042" y="17004"/>
                    <a:pt x="10906" y="16834"/>
                  </a:cubicBezTo>
                  <a:cubicBezTo>
                    <a:pt x="10139" y="16692"/>
                    <a:pt x="9372" y="16464"/>
                    <a:pt x="8662" y="16180"/>
                  </a:cubicBezTo>
                  <a:cubicBezTo>
                    <a:pt x="7413" y="15612"/>
                    <a:pt x="6248" y="14931"/>
                    <a:pt x="5197" y="14079"/>
                  </a:cubicBezTo>
                  <a:lnTo>
                    <a:pt x="4175" y="13369"/>
                  </a:lnTo>
                  <a:cubicBezTo>
                    <a:pt x="4147" y="13355"/>
                    <a:pt x="4118" y="13348"/>
                    <a:pt x="4090" y="13348"/>
                  </a:cubicBezTo>
                  <a:cubicBezTo>
                    <a:pt x="4062" y="13348"/>
                    <a:pt x="4033" y="13355"/>
                    <a:pt x="4005" y="13369"/>
                  </a:cubicBezTo>
                  <a:cubicBezTo>
                    <a:pt x="3891" y="13454"/>
                    <a:pt x="3948" y="13539"/>
                    <a:pt x="4005" y="13596"/>
                  </a:cubicBezTo>
                  <a:cubicBezTo>
                    <a:pt x="4090" y="13710"/>
                    <a:pt x="4175" y="13795"/>
                    <a:pt x="4260" y="13908"/>
                  </a:cubicBezTo>
                  <a:cubicBezTo>
                    <a:pt x="5709" y="15073"/>
                    <a:pt x="7214" y="16180"/>
                    <a:pt x="8975" y="16805"/>
                  </a:cubicBezTo>
                  <a:cubicBezTo>
                    <a:pt x="9827" y="17146"/>
                    <a:pt x="10735" y="17345"/>
                    <a:pt x="11644" y="17430"/>
                  </a:cubicBezTo>
                  <a:cubicBezTo>
                    <a:pt x="12240" y="17487"/>
                    <a:pt x="12808" y="17515"/>
                    <a:pt x="13405" y="17544"/>
                  </a:cubicBezTo>
                  <a:cubicBezTo>
                    <a:pt x="13604" y="17572"/>
                    <a:pt x="13802" y="17572"/>
                    <a:pt x="14001" y="17572"/>
                  </a:cubicBezTo>
                  <a:cubicBezTo>
                    <a:pt x="14626" y="17629"/>
                    <a:pt x="14598" y="17629"/>
                    <a:pt x="14796" y="18225"/>
                  </a:cubicBezTo>
                  <a:cubicBezTo>
                    <a:pt x="15080" y="19049"/>
                    <a:pt x="15421" y="19815"/>
                    <a:pt x="15734" y="20611"/>
                  </a:cubicBezTo>
                  <a:cubicBezTo>
                    <a:pt x="15762" y="20696"/>
                    <a:pt x="15790" y="20781"/>
                    <a:pt x="15819" y="20866"/>
                  </a:cubicBezTo>
                  <a:cubicBezTo>
                    <a:pt x="15875" y="21008"/>
                    <a:pt x="16046" y="21150"/>
                    <a:pt x="15904" y="21349"/>
                  </a:cubicBezTo>
                  <a:cubicBezTo>
                    <a:pt x="15849" y="21425"/>
                    <a:pt x="15787" y="21451"/>
                    <a:pt x="15719" y="21451"/>
                  </a:cubicBezTo>
                  <a:cubicBezTo>
                    <a:pt x="15609" y="21451"/>
                    <a:pt x="15487" y="21384"/>
                    <a:pt x="15364" y="21349"/>
                  </a:cubicBezTo>
                  <a:cubicBezTo>
                    <a:pt x="14995" y="21235"/>
                    <a:pt x="14598" y="21207"/>
                    <a:pt x="14228" y="21122"/>
                  </a:cubicBezTo>
                  <a:cubicBezTo>
                    <a:pt x="13348" y="20895"/>
                    <a:pt x="12524" y="20554"/>
                    <a:pt x="11758" y="20071"/>
                  </a:cubicBezTo>
                  <a:cubicBezTo>
                    <a:pt x="11587" y="19986"/>
                    <a:pt x="11417" y="19901"/>
                    <a:pt x="11246" y="19815"/>
                  </a:cubicBezTo>
                  <a:cubicBezTo>
                    <a:pt x="11235" y="19812"/>
                    <a:pt x="11224" y="19810"/>
                    <a:pt x="11213" y="19810"/>
                  </a:cubicBezTo>
                  <a:cubicBezTo>
                    <a:pt x="11140" y="19810"/>
                    <a:pt x="11080" y="19884"/>
                    <a:pt x="11104" y="19957"/>
                  </a:cubicBezTo>
                  <a:cubicBezTo>
                    <a:pt x="11190" y="20156"/>
                    <a:pt x="11332" y="20298"/>
                    <a:pt x="11502" y="20412"/>
                  </a:cubicBezTo>
                  <a:cubicBezTo>
                    <a:pt x="12297" y="20980"/>
                    <a:pt x="13178" y="21377"/>
                    <a:pt x="14143" y="21605"/>
                  </a:cubicBezTo>
                  <a:cubicBezTo>
                    <a:pt x="14683" y="21690"/>
                    <a:pt x="15222" y="21832"/>
                    <a:pt x="15762" y="21917"/>
                  </a:cubicBezTo>
                  <a:cubicBezTo>
                    <a:pt x="16159" y="22002"/>
                    <a:pt x="16500" y="22315"/>
                    <a:pt x="16614" y="22712"/>
                  </a:cubicBezTo>
                  <a:cubicBezTo>
                    <a:pt x="16784" y="23166"/>
                    <a:pt x="16983" y="23592"/>
                    <a:pt x="17182" y="24018"/>
                  </a:cubicBezTo>
                  <a:cubicBezTo>
                    <a:pt x="17267" y="24217"/>
                    <a:pt x="17381" y="24359"/>
                    <a:pt x="17551" y="24501"/>
                  </a:cubicBezTo>
                  <a:cubicBezTo>
                    <a:pt x="17579" y="24515"/>
                    <a:pt x="17622" y="24523"/>
                    <a:pt x="17665" y="24523"/>
                  </a:cubicBezTo>
                  <a:cubicBezTo>
                    <a:pt x="17707" y="24523"/>
                    <a:pt x="17750" y="24515"/>
                    <a:pt x="17778" y="24501"/>
                  </a:cubicBezTo>
                  <a:cubicBezTo>
                    <a:pt x="17863" y="24444"/>
                    <a:pt x="17920" y="24359"/>
                    <a:pt x="17920" y="24274"/>
                  </a:cubicBezTo>
                  <a:cubicBezTo>
                    <a:pt x="17892" y="24160"/>
                    <a:pt x="17863" y="24018"/>
                    <a:pt x="17835" y="23905"/>
                  </a:cubicBezTo>
                  <a:cubicBezTo>
                    <a:pt x="17579" y="23280"/>
                    <a:pt x="17352" y="22684"/>
                    <a:pt x="17125" y="22059"/>
                  </a:cubicBezTo>
                  <a:cubicBezTo>
                    <a:pt x="17011" y="21832"/>
                    <a:pt x="17011" y="21576"/>
                    <a:pt x="17068" y="21349"/>
                  </a:cubicBezTo>
                  <a:cubicBezTo>
                    <a:pt x="17324" y="20412"/>
                    <a:pt x="17466" y="19418"/>
                    <a:pt x="17466" y="18452"/>
                  </a:cubicBezTo>
                  <a:cubicBezTo>
                    <a:pt x="17494" y="18197"/>
                    <a:pt x="17437" y="17969"/>
                    <a:pt x="17381" y="17742"/>
                  </a:cubicBezTo>
                  <a:cubicBezTo>
                    <a:pt x="17381" y="17714"/>
                    <a:pt x="17324" y="17686"/>
                    <a:pt x="17267" y="17686"/>
                  </a:cubicBezTo>
                  <a:cubicBezTo>
                    <a:pt x="17259" y="17678"/>
                    <a:pt x="17250" y="17674"/>
                    <a:pt x="17240" y="17674"/>
                  </a:cubicBezTo>
                  <a:cubicBezTo>
                    <a:pt x="17212" y="17674"/>
                    <a:pt x="17182" y="17701"/>
                    <a:pt x="17182" y="17742"/>
                  </a:cubicBezTo>
                  <a:cubicBezTo>
                    <a:pt x="17153" y="17827"/>
                    <a:pt x="17125" y="17941"/>
                    <a:pt x="17125" y="18055"/>
                  </a:cubicBezTo>
                  <a:cubicBezTo>
                    <a:pt x="17068" y="18566"/>
                    <a:pt x="17040" y="19049"/>
                    <a:pt x="17011" y="19560"/>
                  </a:cubicBezTo>
                  <a:cubicBezTo>
                    <a:pt x="16955" y="19929"/>
                    <a:pt x="16869" y="20327"/>
                    <a:pt x="16784" y="20724"/>
                  </a:cubicBezTo>
                  <a:cubicBezTo>
                    <a:pt x="16784" y="20753"/>
                    <a:pt x="16727" y="20781"/>
                    <a:pt x="16699" y="20781"/>
                  </a:cubicBezTo>
                  <a:cubicBezTo>
                    <a:pt x="16671" y="20781"/>
                    <a:pt x="16614" y="20753"/>
                    <a:pt x="16585" y="20724"/>
                  </a:cubicBezTo>
                  <a:cubicBezTo>
                    <a:pt x="16443" y="20327"/>
                    <a:pt x="16273" y="19929"/>
                    <a:pt x="16103" y="19503"/>
                  </a:cubicBezTo>
                  <a:cubicBezTo>
                    <a:pt x="16074" y="19418"/>
                    <a:pt x="16046" y="19304"/>
                    <a:pt x="16017" y="19191"/>
                  </a:cubicBezTo>
                  <a:cubicBezTo>
                    <a:pt x="15648" y="18168"/>
                    <a:pt x="15592" y="18140"/>
                    <a:pt x="15904" y="17118"/>
                  </a:cubicBezTo>
                  <a:cubicBezTo>
                    <a:pt x="16273" y="15840"/>
                    <a:pt x="16415" y="14505"/>
                    <a:pt x="16358" y="13170"/>
                  </a:cubicBezTo>
                  <a:cubicBezTo>
                    <a:pt x="16330" y="12744"/>
                    <a:pt x="16301" y="12290"/>
                    <a:pt x="16245" y="11864"/>
                  </a:cubicBezTo>
                  <a:cubicBezTo>
                    <a:pt x="16245" y="11551"/>
                    <a:pt x="16131" y="11267"/>
                    <a:pt x="15932" y="11012"/>
                  </a:cubicBezTo>
                  <a:cubicBezTo>
                    <a:pt x="15904" y="10983"/>
                    <a:pt x="15875" y="10983"/>
                    <a:pt x="15819" y="10983"/>
                  </a:cubicBezTo>
                  <a:cubicBezTo>
                    <a:pt x="15762" y="10983"/>
                    <a:pt x="15705" y="11040"/>
                    <a:pt x="15734" y="11125"/>
                  </a:cubicBezTo>
                  <a:cubicBezTo>
                    <a:pt x="15989" y="12290"/>
                    <a:pt x="15875" y="13454"/>
                    <a:pt x="15904" y="14647"/>
                  </a:cubicBezTo>
                  <a:cubicBezTo>
                    <a:pt x="15875" y="15470"/>
                    <a:pt x="15734" y="16294"/>
                    <a:pt x="15478" y="17089"/>
                  </a:cubicBezTo>
                  <a:cubicBezTo>
                    <a:pt x="15450" y="17118"/>
                    <a:pt x="15421" y="17146"/>
                    <a:pt x="15393" y="17146"/>
                  </a:cubicBezTo>
                  <a:cubicBezTo>
                    <a:pt x="15373" y="17159"/>
                    <a:pt x="15356" y="17165"/>
                    <a:pt x="15342" y="17165"/>
                  </a:cubicBezTo>
                  <a:cubicBezTo>
                    <a:pt x="15294" y="17165"/>
                    <a:pt x="15273" y="17104"/>
                    <a:pt x="15251" y="17061"/>
                  </a:cubicBezTo>
                  <a:cubicBezTo>
                    <a:pt x="15052" y="16692"/>
                    <a:pt x="14882" y="16294"/>
                    <a:pt x="14711" y="15953"/>
                  </a:cubicBezTo>
                  <a:cubicBezTo>
                    <a:pt x="14342" y="15215"/>
                    <a:pt x="14001" y="14476"/>
                    <a:pt x="13632" y="13766"/>
                  </a:cubicBezTo>
                  <a:cubicBezTo>
                    <a:pt x="13547" y="13596"/>
                    <a:pt x="13490" y="13397"/>
                    <a:pt x="13518" y="13198"/>
                  </a:cubicBezTo>
                  <a:cubicBezTo>
                    <a:pt x="13575" y="12744"/>
                    <a:pt x="13604" y="12290"/>
                    <a:pt x="13660" y="11835"/>
                  </a:cubicBezTo>
                  <a:cubicBezTo>
                    <a:pt x="13746" y="11296"/>
                    <a:pt x="13802" y="10756"/>
                    <a:pt x="13802" y="10217"/>
                  </a:cubicBezTo>
                  <a:cubicBezTo>
                    <a:pt x="13802" y="9620"/>
                    <a:pt x="13746" y="9024"/>
                    <a:pt x="13632" y="8427"/>
                  </a:cubicBezTo>
                  <a:cubicBezTo>
                    <a:pt x="13462" y="7547"/>
                    <a:pt x="13263" y="6695"/>
                    <a:pt x="12979" y="5843"/>
                  </a:cubicBezTo>
                  <a:cubicBezTo>
                    <a:pt x="12950" y="5730"/>
                    <a:pt x="12894" y="5644"/>
                    <a:pt x="12837" y="5559"/>
                  </a:cubicBezTo>
                  <a:cubicBezTo>
                    <a:pt x="12816" y="5495"/>
                    <a:pt x="12778" y="5463"/>
                    <a:pt x="12725" y="5463"/>
                  </a:cubicBezTo>
                  <a:cubicBezTo>
                    <a:pt x="12707" y="5463"/>
                    <a:pt x="12688" y="5467"/>
                    <a:pt x="12666" y="5474"/>
                  </a:cubicBezTo>
                  <a:cubicBezTo>
                    <a:pt x="12581" y="5474"/>
                    <a:pt x="12524" y="5559"/>
                    <a:pt x="12581" y="5673"/>
                  </a:cubicBezTo>
                  <a:cubicBezTo>
                    <a:pt x="12695" y="6298"/>
                    <a:pt x="12837" y="6951"/>
                    <a:pt x="13007" y="7575"/>
                  </a:cubicBezTo>
                  <a:cubicBezTo>
                    <a:pt x="13320" y="8825"/>
                    <a:pt x="13405" y="10131"/>
                    <a:pt x="13263" y="11409"/>
                  </a:cubicBezTo>
                  <a:cubicBezTo>
                    <a:pt x="13206" y="11779"/>
                    <a:pt x="13121" y="12119"/>
                    <a:pt x="13064" y="12489"/>
                  </a:cubicBezTo>
                  <a:cubicBezTo>
                    <a:pt x="12837" y="12432"/>
                    <a:pt x="12780" y="12290"/>
                    <a:pt x="12695" y="12176"/>
                  </a:cubicBezTo>
                  <a:cubicBezTo>
                    <a:pt x="12155" y="11381"/>
                    <a:pt x="11644" y="10614"/>
                    <a:pt x="11104" y="9847"/>
                  </a:cubicBezTo>
                  <a:cubicBezTo>
                    <a:pt x="10991" y="9705"/>
                    <a:pt x="10906" y="9507"/>
                    <a:pt x="10877" y="9308"/>
                  </a:cubicBezTo>
                  <a:cubicBezTo>
                    <a:pt x="10849" y="9052"/>
                    <a:pt x="10849" y="8797"/>
                    <a:pt x="10849" y="8541"/>
                  </a:cubicBezTo>
                  <a:cubicBezTo>
                    <a:pt x="10962" y="6866"/>
                    <a:pt x="10792" y="5218"/>
                    <a:pt x="10309" y="3628"/>
                  </a:cubicBezTo>
                  <a:cubicBezTo>
                    <a:pt x="9997" y="2691"/>
                    <a:pt x="9543" y="1782"/>
                    <a:pt x="9003" y="987"/>
                  </a:cubicBezTo>
                  <a:cubicBezTo>
                    <a:pt x="8833" y="703"/>
                    <a:pt x="8634" y="447"/>
                    <a:pt x="8435" y="192"/>
                  </a:cubicBezTo>
                  <a:cubicBezTo>
                    <a:pt x="8407" y="135"/>
                    <a:pt x="8321" y="78"/>
                    <a:pt x="8265" y="21"/>
                  </a:cubicBezTo>
                  <a:cubicBezTo>
                    <a:pt x="8236" y="7"/>
                    <a:pt x="8201" y="0"/>
                    <a:pt x="8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943125" y="1115925"/>
              <a:ext cx="4975" cy="2850"/>
            </a:xfrm>
            <a:custGeom>
              <a:rect b="b" l="l" r="r" t="t"/>
              <a:pathLst>
                <a:path extrusionOk="0" h="114" w="199">
                  <a:moveTo>
                    <a:pt x="29" y="0"/>
                  </a:moveTo>
                  <a:lnTo>
                    <a:pt x="0" y="28"/>
                  </a:lnTo>
                  <a:cubicBezTo>
                    <a:pt x="29" y="57"/>
                    <a:pt x="57" y="114"/>
                    <a:pt x="85" y="114"/>
                  </a:cubicBezTo>
                  <a:cubicBezTo>
                    <a:pt x="114" y="114"/>
                    <a:pt x="142" y="85"/>
                    <a:pt x="171" y="85"/>
                  </a:cubicBezTo>
                  <a:cubicBezTo>
                    <a:pt x="199" y="57"/>
                    <a:pt x="142" y="57"/>
                    <a:pt x="142" y="57"/>
                  </a:cubicBezTo>
                  <a:cubicBezTo>
                    <a:pt x="85" y="28"/>
                    <a:pt x="57" y="28"/>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1009150" y="1208200"/>
              <a:ext cx="725" cy="1450"/>
            </a:xfrm>
            <a:custGeom>
              <a:rect b="b" l="l" r="r" t="t"/>
              <a:pathLst>
                <a:path extrusionOk="0" h="58" w="29">
                  <a:moveTo>
                    <a:pt x="29" y="1"/>
                  </a:moveTo>
                  <a:lnTo>
                    <a:pt x="0" y="29"/>
                  </a:lnTo>
                  <a:lnTo>
                    <a:pt x="29" y="58"/>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764925" y="3212325"/>
              <a:ext cx="727725" cy="1214925"/>
            </a:xfrm>
            <a:custGeom>
              <a:rect b="b" l="l" r="r" t="t"/>
              <a:pathLst>
                <a:path extrusionOk="0" h="48597" w="29109">
                  <a:moveTo>
                    <a:pt x="28401" y="0"/>
                  </a:moveTo>
                  <a:cubicBezTo>
                    <a:pt x="28303" y="0"/>
                    <a:pt x="28204" y="29"/>
                    <a:pt x="28115" y="91"/>
                  </a:cubicBezTo>
                  <a:cubicBezTo>
                    <a:pt x="27945" y="205"/>
                    <a:pt x="27774" y="318"/>
                    <a:pt x="27632" y="432"/>
                  </a:cubicBezTo>
                  <a:cubicBezTo>
                    <a:pt x="26865" y="1000"/>
                    <a:pt x="26042" y="1454"/>
                    <a:pt x="25161" y="1767"/>
                  </a:cubicBezTo>
                  <a:cubicBezTo>
                    <a:pt x="23770" y="2278"/>
                    <a:pt x="22322" y="2647"/>
                    <a:pt x="20845" y="2817"/>
                  </a:cubicBezTo>
                  <a:cubicBezTo>
                    <a:pt x="19141" y="3073"/>
                    <a:pt x="17465" y="3187"/>
                    <a:pt x="15761" y="3187"/>
                  </a:cubicBezTo>
                  <a:cubicBezTo>
                    <a:pt x="15080" y="3187"/>
                    <a:pt x="14398" y="3130"/>
                    <a:pt x="13717" y="3101"/>
                  </a:cubicBezTo>
                  <a:cubicBezTo>
                    <a:pt x="12893" y="3045"/>
                    <a:pt x="12041" y="2988"/>
                    <a:pt x="11218" y="2903"/>
                  </a:cubicBezTo>
                  <a:cubicBezTo>
                    <a:pt x="10508" y="2817"/>
                    <a:pt x="9826" y="2732"/>
                    <a:pt x="9116" y="2647"/>
                  </a:cubicBezTo>
                  <a:cubicBezTo>
                    <a:pt x="8548" y="2562"/>
                    <a:pt x="7980" y="2420"/>
                    <a:pt x="7384" y="2363"/>
                  </a:cubicBezTo>
                  <a:cubicBezTo>
                    <a:pt x="6163" y="2221"/>
                    <a:pt x="4941" y="1880"/>
                    <a:pt x="3749" y="1653"/>
                  </a:cubicBezTo>
                  <a:cubicBezTo>
                    <a:pt x="2840" y="1511"/>
                    <a:pt x="1960" y="1284"/>
                    <a:pt x="1108" y="1085"/>
                  </a:cubicBezTo>
                  <a:cubicBezTo>
                    <a:pt x="1033" y="1066"/>
                    <a:pt x="959" y="1058"/>
                    <a:pt x="886" y="1058"/>
                  </a:cubicBezTo>
                  <a:cubicBezTo>
                    <a:pt x="408" y="1058"/>
                    <a:pt x="4" y="1444"/>
                    <a:pt x="28" y="1937"/>
                  </a:cubicBezTo>
                  <a:cubicBezTo>
                    <a:pt x="28" y="3045"/>
                    <a:pt x="0" y="4181"/>
                    <a:pt x="0" y="5288"/>
                  </a:cubicBezTo>
                  <a:cubicBezTo>
                    <a:pt x="57" y="13155"/>
                    <a:pt x="0" y="20993"/>
                    <a:pt x="142" y="28831"/>
                  </a:cubicBezTo>
                  <a:cubicBezTo>
                    <a:pt x="170" y="31869"/>
                    <a:pt x="170" y="34908"/>
                    <a:pt x="199" y="37947"/>
                  </a:cubicBezTo>
                  <a:lnTo>
                    <a:pt x="199" y="44933"/>
                  </a:lnTo>
                  <a:lnTo>
                    <a:pt x="199" y="46012"/>
                  </a:lnTo>
                  <a:lnTo>
                    <a:pt x="284" y="46069"/>
                  </a:lnTo>
                  <a:cubicBezTo>
                    <a:pt x="1193" y="46495"/>
                    <a:pt x="2102" y="46864"/>
                    <a:pt x="3067" y="47176"/>
                  </a:cubicBezTo>
                  <a:cubicBezTo>
                    <a:pt x="6475" y="48114"/>
                    <a:pt x="10025" y="48596"/>
                    <a:pt x="13575" y="48596"/>
                  </a:cubicBezTo>
                  <a:cubicBezTo>
                    <a:pt x="16102" y="48568"/>
                    <a:pt x="18658" y="48341"/>
                    <a:pt x="21157" y="47886"/>
                  </a:cubicBezTo>
                  <a:cubicBezTo>
                    <a:pt x="22975" y="47546"/>
                    <a:pt x="24764" y="47006"/>
                    <a:pt x="26468" y="46296"/>
                  </a:cubicBezTo>
                  <a:cubicBezTo>
                    <a:pt x="27377" y="45899"/>
                    <a:pt x="28229" y="45387"/>
                    <a:pt x="29052" y="44791"/>
                  </a:cubicBezTo>
                  <a:lnTo>
                    <a:pt x="29024" y="43485"/>
                  </a:lnTo>
                  <a:lnTo>
                    <a:pt x="29024" y="28802"/>
                  </a:lnTo>
                  <a:lnTo>
                    <a:pt x="29024" y="22498"/>
                  </a:lnTo>
                  <a:lnTo>
                    <a:pt x="29109" y="22498"/>
                  </a:lnTo>
                  <a:lnTo>
                    <a:pt x="29109" y="3329"/>
                  </a:lnTo>
                  <a:cubicBezTo>
                    <a:pt x="29109" y="2704"/>
                    <a:pt x="29081" y="2079"/>
                    <a:pt x="29109" y="1426"/>
                  </a:cubicBezTo>
                  <a:cubicBezTo>
                    <a:pt x="29109" y="1057"/>
                    <a:pt x="29024" y="716"/>
                    <a:pt x="28882" y="375"/>
                  </a:cubicBezTo>
                  <a:cubicBezTo>
                    <a:pt x="28823" y="141"/>
                    <a:pt x="28617" y="0"/>
                    <a:pt x="28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744975" y="3270575"/>
              <a:ext cx="770625" cy="1091350"/>
            </a:xfrm>
            <a:custGeom>
              <a:rect b="b" l="l" r="r" t="t"/>
              <a:pathLst>
                <a:path extrusionOk="0" h="43654" w="30825">
                  <a:moveTo>
                    <a:pt x="29855" y="0"/>
                  </a:moveTo>
                  <a:cubicBezTo>
                    <a:pt x="29834" y="0"/>
                    <a:pt x="29814" y="2"/>
                    <a:pt x="29793" y="5"/>
                  </a:cubicBezTo>
                  <a:cubicBezTo>
                    <a:pt x="29623" y="33"/>
                    <a:pt x="29509" y="90"/>
                    <a:pt x="29396" y="203"/>
                  </a:cubicBezTo>
                  <a:cubicBezTo>
                    <a:pt x="28203" y="970"/>
                    <a:pt x="26925" y="1567"/>
                    <a:pt x="25562" y="1936"/>
                  </a:cubicBezTo>
                  <a:cubicBezTo>
                    <a:pt x="22608" y="2788"/>
                    <a:pt x="19570" y="3271"/>
                    <a:pt x="16503" y="3356"/>
                  </a:cubicBezTo>
                  <a:cubicBezTo>
                    <a:pt x="15660" y="3401"/>
                    <a:pt x="14818" y="3423"/>
                    <a:pt x="13977" y="3423"/>
                  </a:cubicBezTo>
                  <a:cubicBezTo>
                    <a:pt x="12180" y="3423"/>
                    <a:pt x="10387" y="3322"/>
                    <a:pt x="8608" y="3129"/>
                  </a:cubicBezTo>
                  <a:cubicBezTo>
                    <a:pt x="6137" y="2873"/>
                    <a:pt x="3723" y="2305"/>
                    <a:pt x="1394" y="1453"/>
                  </a:cubicBezTo>
                  <a:cubicBezTo>
                    <a:pt x="1196" y="1396"/>
                    <a:pt x="1025" y="1339"/>
                    <a:pt x="826" y="1283"/>
                  </a:cubicBezTo>
                  <a:cubicBezTo>
                    <a:pt x="774" y="1260"/>
                    <a:pt x="719" y="1250"/>
                    <a:pt x="662" y="1250"/>
                  </a:cubicBezTo>
                  <a:cubicBezTo>
                    <a:pt x="504" y="1250"/>
                    <a:pt x="342" y="1335"/>
                    <a:pt x="258" y="1481"/>
                  </a:cubicBezTo>
                  <a:cubicBezTo>
                    <a:pt x="173" y="1709"/>
                    <a:pt x="230" y="1936"/>
                    <a:pt x="429" y="2078"/>
                  </a:cubicBezTo>
                  <a:cubicBezTo>
                    <a:pt x="571" y="2191"/>
                    <a:pt x="713" y="2277"/>
                    <a:pt x="855" y="2333"/>
                  </a:cubicBezTo>
                  <a:cubicBezTo>
                    <a:pt x="1224" y="2532"/>
                    <a:pt x="1622" y="2703"/>
                    <a:pt x="1991" y="2845"/>
                  </a:cubicBezTo>
                  <a:cubicBezTo>
                    <a:pt x="3439" y="3356"/>
                    <a:pt x="4916" y="3753"/>
                    <a:pt x="6449" y="3981"/>
                  </a:cubicBezTo>
                  <a:cubicBezTo>
                    <a:pt x="8674" y="4356"/>
                    <a:pt x="10950" y="4579"/>
                    <a:pt x="13228" y="4579"/>
                  </a:cubicBezTo>
                  <a:cubicBezTo>
                    <a:pt x="13364" y="4579"/>
                    <a:pt x="13499" y="4578"/>
                    <a:pt x="13634" y="4577"/>
                  </a:cubicBezTo>
                  <a:cubicBezTo>
                    <a:pt x="13796" y="4579"/>
                    <a:pt x="13959" y="4580"/>
                    <a:pt x="14121" y="4580"/>
                  </a:cubicBezTo>
                  <a:cubicBezTo>
                    <a:pt x="16543" y="4580"/>
                    <a:pt x="18963" y="4382"/>
                    <a:pt x="21359" y="4009"/>
                  </a:cubicBezTo>
                  <a:cubicBezTo>
                    <a:pt x="23205" y="3725"/>
                    <a:pt x="25022" y="3271"/>
                    <a:pt x="26783" y="2674"/>
                  </a:cubicBezTo>
                  <a:cubicBezTo>
                    <a:pt x="27834" y="2305"/>
                    <a:pt x="28828" y="1822"/>
                    <a:pt x="29737" y="1254"/>
                  </a:cubicBezTo>
                  <a:cubicBezTo>
                    <a:pt x="29935" y="1112"/>
                    <a:pt x="30106" y="999"/>
                    <a:pt x="30248" y="828"/>
                  </a:cubicBezTo>
                  <a:cubicBezTo>
                    <a:pt x="30390" y="686"/>
                    <a:pt x="30418" y="459"/>
                    <a:pt x="30333" y="289"/>
                  </a:cubicBezTo>
                  <a:cubicBezTo>
                    <a:pt x="30231" y="110"/>
                    <a:pt x="30037" y="0"/>
                    <a:pt x="29855" y="0"/>
                  </a:cubicBezTo>
                  <a:close/>
                  <a:moveTo>
                    <a:pt x="30190" y="3316"/>
                  </a:moveTo>
                  <a:cubicBezTo>
                    <a:pt x="30103" y="3316"/>
                    <a:pt x="30015" y="3339"/>
                    <a:pt x="29935" y="3384"/>
                  </a:cubicBezTo>
                  <a:cubicBezTo>
                    <a:pt x="29822" y="3469"/>
                    <a:pt x="29680" y="3555"/>
                    <a:pt x="29595" y="3640"/>
                  </a:cubicBezTo>
                  <a:cubicBezTo>
                    <a:pt x="29140" y="4009"/>
                    <a:pt x="28629" y="4350"/>
                    <a:pt x="28118" y="4577"/>
                  </a:cubicBezTo>
                  <a:cubicBezTo>
                    <a:pt x="27379" y="4946"/>
                    <a:pt x="26641" y="5230"/>
                    <a:pt x="25874" y="5457"/>
                  </a:cubicBezTo>
                  <a:cubicBezTo>
                    <a:pt x="23148" y="6252"/>
                    <a:pt x="20365" y="6678"/>
                    <a:pt x="17525" y="6764"/>
                  </a:cubicBezTo>
                  <a:cubicBezTo>
                    <a:pt x="16650" y="6807"/>
                    <a:pt x="15771" y="6830"/>
                    <a:pt x="14890" y="6830"/>
                  </a:cubicBezTo>
                  <a:cubicBezTo>
                    <a:pt x="13485" y="6830"/>
                    <a:pt x="12078" y="6772"/>
                    <a:pt x="10681" y="6650"/>
                  </a:cubicBezTo>
                  <a:cubicBezTo>
                    <a:pt x="9261" y="6536"/>
                    <a:pt x="7869" y="6366"/>
                    <a:pt x="6478" y="6139"/>
                  </a:cubicBezTo>
                  <a:cubicBezTo>
                    <a:pt x="4717" y="5826"/>
                    <a:pt x="2956" y="5400"/>
                    <a:pt x="1252" y="4861"/>
                  </a:cubicBezTo>
                  <a:cubicBezTo>
                    <a:pt x="1082" y="4804"/>
                    <a:pt x="912" y="4747"/>
                    <a:pt x="741" y="4719"/>
                  </a:cubicBezTo>
                  <a:cubicBezTo>
                    <a:pt x="711" y="4714"/>
                    <a:pt x="683" y="4712"/>
                    <a:pt x="655" y="4712"/>
                  </a:cubicBezTo>
                  <a:cubicBezTo>
                    <a:pt x="203" y="4712"/>
                    <a:pt x="1" y="5330"/>
                    <a:pt x="429" y="5571"/>
                  </a:cubicBezTo>
                  <a:cubicBezTo>
                    <a:pt x="656" y="5713"/>
                    <a:pt x="883" y="5826"/>
                    <a:pt x="1139" y="5912"/>
                  </a:cubicBezTo>
                  <a:cubicBezTo>
                    <a:pt x="2502" y="6423"/>
                    <a:pt x="3922" y="6792"/>
                    <a:pt x="5342" y="7076"/>
                  </a:cubicBezTo>
                  <a:cubicBezTo>
                    <a:pt x="8466" y="7672"/>
                    <a:pt x="11618" y="7956"/>
                    <a:pt x="14799" y="7956"/>
                  </a:cubicBezTo>
                  <a:cubicBezTo>
                    <a:pt x="15991" y="7956"/>
                    <a:pt x="17156" y="7928"/>
                    <a:pt x="18320" y="7814"/>
                  </a:cubicBezTo>
                  <a:cubicBezTo>
                    <a:pt x="20450" y="7701"/>
                    <a:pt x="22580" y="7388"/>
                    <a:pt x="24653" y="6906"/>
                  </a:cubicBezTo>
                  <a:cubicBezTo>
                    <a:pt x="26045" y="6593"/>
                    <a:pt x="27408" y="6110"/>
                    <a:pt x="28714" y="5486"/>
                  </a:cubicBezTo>
                  <a:cubicBezTo>
                    <a:pt x="29254" y="5230"/>
                    <a:pt x="29765" y="4889"/>
                    <a:pt x="30219" y="4492"/>
                  </a:cubicBezTo>
                  <a:cubicBezTo>
                    <a:pt x="30390" y="4378"/>
                    <a:pt x="30503" y="4236"/>
                    <a:pt x="30617" y="4066"/>
                  </a:cubicBezTo>
                  <a:cubicBezTo>
                    <a:pt x="30730" y="3867"/>
                    <a:pt x="30702" y="3611"/>
                    <a:pt x="30532" y="3469"/>
                  </a:cubicBezTo>
                  <a:cubicBezTo>
                    <a:pt x="30446" y="3367"/>
                    <a:pt x="30320" y="3316"/>
                    <a:pt x="30190" y="3316"/>
                  </a:cubicBezTo>
                  <a:close/>
                  <a:moveTo>
                    <a:pt x="30216" y="6611"/>
                  </a:moveTo>
                  <a:cubicBezTo>
                    <a:pt x="30149" y="6611"/>
                    <a:pt x="30082" y="6624"/>
                    <a:pt x="30021" y="6650"/>
                  </a:cubicBezTo>
                  <a:cubicBezTo>
                    <a:pt x="29879" y="6735"/>
                    <a:pt x="29765" y="6820"/>
                    <a:pt x="29651" y="6906"/>
                  </a:cubicBezTo>
                  <a:cubicBezTo>
                    <a:pt x="29055" y="7445"/>
                    <a:pt x="28373" y="7871"/>
                    <a:pt x="27663" y="8240"/>
                  </a:cubicBezTo>
                  <a:cubicBezTo>
                    <a:pt x="26811" y="8638"/>
                    <a:pt x="25959" y="8979"/>
                    <a:pt x="25079" y="9263"/>
                  </a:cubicBezTo>
                  <a:cubicBezTo>
                    <a:pt x="22097" y="10171"/>
                    <a:pt x="19002" y="10654"/>
                    <a:pt x="15878" y="10711"/>
                  </a:cubicBezTo>
                  <a:cubicBezTo>
                    <a:pt x="15467" y="10726"/>
                    <a:pt x="15056" y="10733"/>
                    <a:pt x="14645" y="10733"/>
                  </a:cubicBezTo>
                  <a:cubicBezTo>
                    <a:pt x="13522" y="10733"/>
                    <a:pt x="12400" y="10681"/>
                    <a:pt x="11277" y="10597"/>
                  </a:cubicBezTo>
                  <a:cubicBezTo>
                    <a:pt x="9374" y="10455"/>
                    <a:pt x="7500" y="10171"/>
                    <a:pt x="5654" y="9745"/>
                  </a:cubicBezTo>
                  <a:cubicBezTo>
                    <a:pt x="4234" y="9405"/>
                    <a:pt x="2871" y="8979"/>
                    <a:pt x="1508" y="8439"/>
                  </a:cubicBezTo>
                  <a:cubicBezTo>
                    <a:pt x="1281" y="8297"/>
                    <a:pt x="1025" y="8240"/>
                    <a:pt x="770" y="8184"/>
                  </a:cubicBezTo>
                  <a:cubicBezTo>
                    <a:pt x="749" y="8181"/>
                    <a:pt x="729" y="8180"/>
                    <a:pt x="709" y="8180"/>
                  </a:cubicBezTo>
                  <a:cubicBezTo>
                    <a:pt x="293" y="8180"/>
                    <a:pt x="76" y="8735"/>
                    <a:pt x="429" y="8979"/>
                  </a:cubicBezTo>
                  <a:cubicBezTo>
                    <a:pt x="628" y="9121"/>
                    <a:pt x="855" y="9263"/>
                    <a:pt x="1054" y="9348"/>
                  </a:cubicBezTo>
                  <a:cubicBezTo>
                    <a:pt x="1962" y="9802"/>
                    <a:pt x="2900" y="10143"/>
                    <a:pt x="3865" y="10427"/>
                  </a:cubicBezTo>
                  <a:cubicBezTo>
                    <a:pt x="7273" y="11364"/>
                    <a:pt x="10794" y="11847"/>
                    <a:pt x="14344" y="11847"/>
                  </a:cubicBezTo>
                  <a:cubicBezTo>
                    <a:pt x="16900" y="11847"/>
                    <a:pt x="19456" y="11620"/>
                    <a:pt x="21984" y="11137"/>
                  </a:cubicBezTo>
                  <a:cubicBezTo>
                    <a:pt x="23801" y="10825"/>
                    <a:pt x="25590" y="10285"/>
                    <a:pt x="27294" y="9547"/>
                  </a:cubicBezTo>
                  <a:cubicBezTo>
                    <a:pt x="28345" y="9121"/>
                    <a:pt x="29339" y="8524"/>
                    <a:pt x="30219" y="7814"/>
                  </a:cubicBezTo>
                  <a:cubicBezTo>
                    <a:pt x="30361" y="7701"/>
                    <a:pt x="30503" y="7559"/>
                    <a:pt x="30645" y="7417"/>
                  </a:cubicBezTo>
                  <a:cubicBezTo>
                    <a:pt x="30787" y="7218"/>
                    <a:pt x="30759" y="6962"/>
                    <a:pt x="30617" y="6792"/>
                  </a:cubicBezTo>
                  <a:cubicBezTo>
                    <a:pt x="30519" y="6674"/>
                    <a:pt x="30367" y="6611"/>
                    <a:pt x="30216" y="6611"/>
                  </a:cubicBezTo>
                  <a:close/>
                  <a:moveTo>
                    <a:pt x="30187" y="10104"/>
                  </a:moveTo>
                  <a:cubicBezTo>
                    <a:pt x="30121" y="10104"/>
                    <a:pt x="30054" y="10117"/>
                    <a:pt x="29992" y="10143"/>
                  </a:cubicBezTo>
                  <a:cubicBezTo>
                    <a:pt x="29850" y="10200"/>
                    <a:pt x="29737" y="10285"/>
                    <a:pt x="29623" y="10399"/>
                  </a:cubicBezTo>
                  <a:cubicBezTo>
                    <a:pt x="29027" y="10910"/>
                    <a:pt x="28345" y="11364"/>
                    <a:pt x="27607" y="11705"/>
                  </a:cubicBezTo>
                  <a:cubicBezTo>
                    <a:pt x="26783" y="12131"/>
                    <a:pt x="25931" y="12472"/>
                    <a:pt x="25051" y="12756"/>
                  </a:cubicBezTo>
                  <a:cubicBezTo>
                    <a:pt x="22069" y="13636"/>
                    <a:pt x="18973" y="14147"/>
                    <a:pt x="15849" y="14204"/>
                  </a:cubicBezTo>
                  <a:cubicBezTo>
                    <a:pt x="15487" y="14211"/>
                    <a:pt x="15124" y="14214"/>
                    <a:pt x="14759" y="14214"/>
                  </a:cubicBezTo>
                  <a:cubicBezTo>
                    <a:pt x="13580" y="14214"/>
                    <a:pt x="12392" y="14177"/>
                    <a:pt x="11220" y="14091"/>
                  </a:cubicBezTo>
                  <a:cubicBezTo>
                    <a:pt x="9346" y="13949"/>
                    <a:pt x="7472" y="13665"/>
                    <a:pt x="5654" y="13239"/>
                  </a:cubicBezTo>
                  <a:cubicBezTo>
                    <a:pt x="4234" y="12898"/>
                    <a:pt x="2871" y="12472"/>
                    <a:pt x="1536" y="11961"/>
                  </a:cubicBezTo>
                  <a:cubicBezTo>
                    <a:pt x="1309" y="11819"/>
                    <a:pt x="1054" y="11733"/>
                    <a:pt x="770" y="11705"/>
                  </a:cubicBezTo>
                  <a:cubicBezTo>
                    <a:pt x="749" y="11702"/>
                    <a:pt x="729" y="11701"/>
                    <a:pt x="709" y="11701"/>
                  </a:cubicBezTo>
                  <a:cubicBezTo>
                    <a:pt x="532" y="11701"/>
                    <a:pt x="366" y="11810"/>
                    <a:pt x="315" y="11989"/>
                  </a:cubicBezTo>
                  <a:cubicBezTo>
                    <a:pt x="230" y="12159"/>
                    <a:pt x="287" y="12387"/>
                    <a:pt x="457" y="12500"/>
                  </a:cubicBezTo>
                  <a:cubicBezTo>
                    <a:pt x="656" y="12642"/>
                    <a:pt x="855" y="12756"/>
                    <a:pt x="1082" y="12869"/>
                  </a:cubicBezTo>
                  <a:cubicBezTo>
                    <a:pt x="1991" y="13295"/>
                    <a:pt x="2928" y="13665"/>
                    <a:pt x="3865" y="13949"/>
                  </a:cubicBezTo>
                  <a:cubicBezTo>
                    <a:pt x="7301" y="14886"/>
                    <a:pt x="10823" y="15368"/>
                    <a:pt x="14373" y="15368"/>
                  </a:cubicBezTo>
                  <a:cubicBezTo>
                    <a:pt x="16900" y="15340"/>
                    <a:pt x="19456" y="15113"/>
                    <a:pt x="21955" y="14630"/>
                  </a:cubicBezTo>
                  <a:cubicBezTo>
                    <a:pt x="23773" y="14289"/>
                    <a:pt x="25533" y="13778"/>
                    <a:pt x="27237" y="13040"/>
                  </a:cubicBezTo>
                  <a:cubicBezTo>
                    <a:pt x="28288" y="12585"/>
                    <a:pt x="29282" y="12017"/>
                    <a:pt x="30191" y="11307"/>
                  </a:cubicBezTo>
                  <a:cubicBezTo>
                    <a:pt x="30333" y="11165"/>
                    <a:pt x="30475" y="11023"/>
                    <a:pt x="30588" y="10881"/>
                  </a:cubicBezTo>
                  <a:cubicBezTo>
                    <a:pt x="30730" y="10711"/>
                    <a:pt x="30730" y="10455"/>
                    <a:pt x="30560" y="10285"/>
                  </a:cubicBezTo>
                  <a:cubicBezTo>
                    <a:pt x="30482" y="10167"/>
                    <a:pt x="30336" y="10104"/>
                    <a:pt x="30187" y="10104"/>
                  </a:cubicBezTo>
                  <a:close/>
                  <a:moveTo>
                    <a:pt x="29855" y="14171"/>
                  </a:moveTo>
                  <a:cubicBezTo>
                    <a:pt x="29834" y="14171"/>
                    <a:pt x="29814" y="14173"/>
                    <a:pt x="29793" y="14176"/>
                  </a:cubicBezTo>
                  <a:cubicBezTo>
                    <a:pt x="29623" y="14204"/>
                    <a:pt x="29509" y="14261"/>
                    <a:pt x="29396" y="14374"/>
                  </a:cubicBezTo>
                  <a:cubicBezTo>
                    <a:pt x="28203" y="15141"/>
                    <a:pt x="26925" y="15738"/>
                    <a:pt x="25562" y="16107"/>
                  </a:cubicBezTo>
                  <a:cubicBezTo>
                    <a:pt x="22608" y="16959"/>
                    <a:pt x="19570" y="17442"/>
                    <a:pt x="16503" y="17527"/>
                  </a:cubicBezTo>
                  <a:cubicBezTo>
                    <a:pt x="15660" y="17572"/>
                    <a:pt x="14818" y="17594"/>
                    <a:pt x="13977" y="17594"/>
                  </a:cubicBezTo>
                  <a:cubicBezTo>
                    <a:pt x="12180" y="17594"/>
                    <a:pt x="10387" y="17493"/>
                    <a:pt x="8608" y="17300"/>
                  </a:cubicBezTo>
                  <a:cubicBezTo>
                    <a:pt x="6137" y="17044"/>
                    <a:pt x="3723" y="16476"/>
                    <a:pt x="1394" y="15624"/>
                  </a:cubicBezTo>
                  <a:cubicBezTo>
                    <a:pt x="1196" y="15539"/>
                    <a:pt x="1025" y="15482"/>
                    <a:pt x="826" y="15425"/>
                  </a:cubicBezTo>
                  <a:cubicBezTo>
                    <a:pt x="786" y="15414"/>
                    <a:pt x="743" y="15408"/>
                    <a:pt x="699" y="15408"/>
                  </a:cubicBezTo>
                  <a:cubicBezTo>
                    <a:pt x="529" y="15408"/>
                    <a:pt x="349" y="15494"/>
                    <a:pt x="258" y="15652"/>
                  </a:cubicBezTo>
                  <a:cubicBezTo>
                    <a:pt x="173" y="15851"/>
                    <a:pt x="230" y="16107"/>
                    <a:pt x="429" y="16220"/>
                  </a:cubicBezTo>
                  <a:cubicBezTo>
                    <a:pt x="571" y="16334"/>
                    <a:pt x="713" y="16419"/>
                    <a:pt x="855" y="16504"/>
                  </a:cubicBezTo>
                  <a:cubicBezTo>
                    <a:pt x="1224" y="16675"/>
                    <a:pt x="1622" y="16845"/>
                    <a:pt x="1991" y="16987"/>
                  </a:cubicBezTo>
                  <a:cubicBezTo>
                    <a:pt x="3439" y="17527"/>
                    <a:pt x="4916" y="17896"/>
                    <a:pt x="6449" y="18123"/>
                  </a:cubicBezTo>
                  <a:cubicBezTo>
                    <a:pt x="8807" y="18549"/>
                    <a:pt x="11220" y="18748"/>
                    <a:pt x="13634" y="18748"/>
                  </a:cubicBezTo>
                  <a:cubicBezTo>
                    <a:pt x="16219" y="18748"/>
                    <a:pt x="18803" y="18578"/>
                    <a:pt x="21359" y="18180"/>
                  </a:cubicBezTo>
                  <a:cubicBezTo>
                    <a:pt x="23205" y="17896"/>
                    <a:pt x="25022" y="17470"/>
                    <a:pt x="26783" y="16845"/>
                  </a:cubicBezTo>
                  <a:cubicBezTo>
                    <a:pt x="27834" y="16476"/>
                    <a:pt x="28828" y="15993"/>
                    <a:pt x="29737" y="15425"/>
                  </a:cubicBezTo>
                  <a:cubicBezTo>
                    <a:pt x="29935" y="15312"/>
                    <a:pt x="30106" y="15170"/>
                    <a:pt x="30248" y="14999"/>
                  </a:cubicBezTo>
                  <a:cubicBezTo>
                    <a:pt x="30390" y="14857"/>
                    <a:pt x="30418" y="14630"/>
                    <a:pt x="30333" y="14460"/>
                  </a:cubicBezTo>
                  <a:cubicBezTo>
                    <a:pt x="30231" y="14281"/>
                    <a:pt x="30037" y="14171"/>
                    <a:pt x="29855" y="14171"/>
                  </a:cubicBezTo>
                  <a:close/>
                  <a:moveTo>
                    <a:pt x="30187" y="17458"/>
                  </a:moveTo>
                  <a:cubicBezTo>
                    <a:pt x="30105" y="17458"/>
                    <a:pt x="30020" y="17479"/>
                    <a:pt x="29935" y="17527"/>
                  </a:cubicBezTo>
                  <a:cubicBezTo>
                    <a:pt x="29822" y="17612"/>
                    <a:pt x="29680" y="17697"/>
                    <a:pt x="29595" y="17782"/>
                  </a:cubicBezTo>
                  <a:cubicBezTo>
                    <a:pt x="29140" y="18152"/>
                    <a:pt x="28629" y="18464"/>
                    <a:pt x="28118" y="18720"/>
                  </a:cubicBezTo>
                  <a:cubicBezTo>
                    <a:pt x="27379" y="19089"/>
                    <a:pt x="26641" y="19401"/>
                    <a:pt x="25874" y="19628"/>
                  </a:cubicBezTo>
                  <a:cubicBezTo>
                    <a:pt x="23148" y="20395"/>
                    <a:pt x="20365" y="20849"/>
                    <a:pt x="17525" y="20935"/>
                  </a:cubicBezTo>
                  <a:cubicBezTo>
                    <a:pt x="16650" y="20978"/>
                    <a:pt x="15771" y="21001"/>
                    <a:pt x="14890" y="21001"/>
                  </a:cubicBezTo>
                  <a:cubicBezTo>
                    <a:pt x="13485" y="21001"/>
                    <a:pt x="12078" y="20943"/>
                    <a:pt x="10681" y="20821"/>
                  </a:cubicBezTo>
                  <a:cubicBezTo>
                    <a:pt x="9261" y="20707"/>
                    <a:pt x="7869" y="20537"/>
                    <a:pt x="6478" y="20310"/>
                  </a:cubicBezTo>
                  <a:cubicBezTo>
                    <a:pt x="4717" y="19997"/>
                    <a:pt x="2956" y="19571"/>
                    <a:pt x="1252" y="19032"/>
                  </a:cubicBezTo>
                  <a:cubicBezTo>
                    <a:pt x="1082" y="18975"/>
                    <a:pt x="912" y="18918"/>
                    <a:pt x="741" y="18890"/>
                  </a:cubicBezTo>
                  <a:cubicBezTo>
                    <a:pt x="704" y="18882"/>
                    <a:pt x="668" y="18878"/>
                    <a:pt x="633" y="18878"/>
                  </a:cubicBezTo>
                  <a:cubicBezTo>
                    <a:pt x="196" y="18878"/>
                    <a:pt x="8" y="19505"/>
                    <a:pt x="429" y="19742"/>
                  </a:cubicBezTo>
                  <a:cubicBezTo>
                    <a:pt x="656" y="19884"/>
                    <a:pt x="883" y="19997"/>
                    <a:pt x="1139" y="20083"/>
                  </a:cubicBezTo>
                  <a:cubicBezTo>
                    <a:pt x="2502" y="20594"/>
                    <a:pt x="3922" y="20963"/>
                    <a:pt x="5342" y="21247"/>
                  </a:cubicBezTo>
                  <a:cubicBezTo>
                    <a:pt x="8466" y="21843"/>
                    <a:pt x="11646" y="22127"/>
                    <a:pt x="14799" y="22127"/>
                  </a:cubicBezTo>
                  <a:cubicBezTo>
                    <a:pt x="15991" y="22127"/>
                    <a:pt x="17156" y="22042"/>
                    <a:pt x="18320" y="21985"/>
                  </a:cubicBezTo>
                  <a:cubicBezTo>
                    <a:pt x="20450" y="21843"/>
                    <a:pt x="22580" y="21531"/>
                    <a:pt x="24653" y="21048"/>
                  </a:cubicBezTo>
                  <a:cubicBezTo>
                    <a:pt x="26045" y="20736"/>
                    <a:pt x="27408" y="20253"/>
                    <a:pt x="28714" y="19628"/>
                  </a:cubicBezTo>
                  <a:cubicBezTo>
                    <a:pt x="29254" y="19373"/>
                    <a:pt x="29765" y="19032"/>
                    <a:pt x="30219" y="18634"/>
                  </a:cubicBezTo>
                  <a:cubicBezTo>
                    <a:pt x="30390" y="18521"/>
                    <a:pt x="30503" y="18379"/>
                    <a:pt x="30617" y="18208"/>
                  </a:cubicBezTo>
                  <a:cubicBezTo>
                    <a:pt x="30825" y="17862"/>
                    <a:pt x="30544" y="17458"/>
                    <a:pt x="30187" y="17458"/>
                  </a:cubicBezTo>
                  <a:close/>
                  <a:moveTo>
                    <a:pt x="30188" y="20782"/>
                  </a:moveTo>
                  <a:cubicBezTo>
                    <a:pt x="30121" y="20782"/>
                    <a:pt x="30054" y="20795"/>
                    <a:pt x="29992" y="20821"/>
                  </a:cubicBezTo>
                  <a:cubicBezTo>
                    <a:pt x="29850" y="20878"/>
                    <a:pt x="29737" y="20963"/>
                    <a:pt x="29623" y="21077"/>
                  </a:cubicBezTo>
                  <a:cubicBezTo>
                    <a:pt x="29027" y="21588"/>
                    <a:pt x="28345" y="22042"/>
                    <a:pt x="27607" y="22383"/>
                  </a:cubicBezTo>
                  <a:cubicBezTo>
                    <a:pt x="26783" y="22809"/>
                    <a:pt x="25931" y="23150"/>
                    <a:pt x="25051" y="23434"/>
                  </a:cubicBezTo>
                  <a:cubicBezTo>
                    <a:pt x="22069" y="24342"/>
                    <a:pt x="18973" y="24825"/>
                    <a:pt x="15849" y="24882"/>
                  </a:cubicBezTo>
                  <a:cubicBezTo>
                    <a:pt x="15487" y="24889"/>
                    <a:pt x="15124" y="24892"/>
                    <a:pt x="14759" y="24892"/>
                  </a:cubicBezTo>
                  <a:cubicBezTo>
                    <a:pt x="13580" y="24892"/>
                    <a:pt x="12392" y="24855"/>
                    <a:pt x="11220" y="24768"/>
                  </a:cubicBezTo>
                  <a:cubicBezTo>
                    <a:pt x="9346" y="24598"/>
                    <a:pt x="7472" y="24314"/>
                    <a:pt x="5654" y="23888"/>
                  </a:cubicBezTo>
                  <a:cubicBezTo>
                    <a:pt x="4234" y="23576"/>
                    <a:pt x="2871" y="23121"/>
                    <a:pt x="1536" y="22610"/>
                  </a:cubicBezTo>
                  <a:cubicBezTo>
                    <a:pt x="1309" y="22468"/>
                    <a:pt x="1054" y="22383"/>
                    <a:pt x="770" y="22355"/>
                  </a:cubicBezTo>
                  <a:cubicBezTo>
                    <a:pt x="749" y="22352"/>
                    <a:pt x="729" y="22351"/>
                    <a:pt x="710" y="22351"/>
                  </a:cubicBezTo>
                  <a:cubicBezTo>
                    <a:pt x="296" y="22351"/>
                    <a:pt x="105" y="22906"/>
                    <a:pt x="457" y="23150"/>
                  </a:cubicBezTo>
                  <a:cubicBezTo>
                    <a:pt x="656" y="23292"/>
                    <a:pt x="855" y="23434"/>
                    <a:pt x="1054" y="23547"/>
                  </a:cubicBezTo>
                  <a:cubicBezTo>
                    <a:pt x="1962" y="23973"/>
                    <a:pt x="2900" y="24314"/>
                    <a:pt x="3865" y="24598"/>
                  </a:cubicBezTo>
                  <a:cubicBezTo>
                    <a:pt x="7273" y="25564"/>
                    <a:pt x="10823" y="26018"/>
                    <a:pt x="14373" y="26018"/>
                  </a:cubicBezTo>
                  <a:cubicBezTo>
                    <a:pt x="16900" y="26018"/>
                    <a:pt x="19456" y="25762"/>
                    <a:pt x="21955" y="25308"/>
                  </a:cubicBezTo>
                  <a:cubicBezTo>
                    <a:pt x="23773" y="24967"/>
                    <a:pt x="25533" y="24456"/>
                    <a:pt x="27237" y="23718"/>
                  </a:cubicBezTo>
                  <a:cubicBezTo>
                    <a:pt x="28288" y="23292"/>
                    <a:pt x="29282" y="22695"/>
                    <a:pt x="30191" y="21985"/>
                  </a:cubicBezTo>
                  <a:cubicBezTo>
                    <a:pt x="30333" y="21843"/>
                    <a:pt x="30475" y="21730"/>
                    <a:pt x="30588" y="21559"/>
                  </a:cubicBezTo>
                  <a:cubicBezTo>
                    <a:pt x="30730" y="21389"/>
                    <a:pt x="30730" y="21133"/>
                    <a:pt x="30588" y="20963"/>
                  </a:cubicBezTo>
                  <a:cubicBezTo>
                    <a:pt x="30490" y="20845"/>
                    <a:pt x="30338" y="20782"/>
                    <a:pt x="30188" y="20782"/>
                  </a:cubicBezTo>
                  <a:close/>
                  <a:moveTo>
                    <a:pt x="30210" y="24256"/>
                  </a:moveTo>
                  <a:cubicBezTo>
                    <a:pt x="30135" y="24256"/>
                    <a:pt x="30060" y="24275"/>
                    <a:pt x="29992" y="24314"/>
                  </a:cubicBezTo>
                  <a:cubicBezTo>
                    <a:pt x="29850" y="24371"/>
                    <a:pt x="29737" y="24456"/>
                    <a:pt x="29623" y="24570"/>
                  </a:cubicBezTo>
                  <a:cubicBezTo>
                    <a:pt x="29027" y="25081"/>
                    <a:pt x="28345" y="25535"/>
                    <a:pt x="27607" y="25876"/>
                  </a:cubicBezTo>
                  <a:cubicBezTo>
                    <a:pt x="26783" y="26274"/>
                    <a:pt x="25931" y="26643"/>
                    <a:pt x="25051" y="26898"/>
                  </a:cubicBezTo>
                  <a:cubicBezTo>
                    <a:pt x="22069" y="27807"/>
                    <a:pt x="18973" y="28290"/>
                    <a:pt x="15849" y="28347"/>
                  </a:cubicBezTo>
                  <a:cubicBezTo>
                    <a:pt x="15364" y="28365"/>
                    <a:pt x="14875" y="28374"/>
                    <a:pt x="14386" y="28374"/>
                  </a:cubicBezTo>
                  <a:cubicBezTo>
                    <a:pt x="13330" y="28374"/>
                    <a:pt x="12268" y="28330"/>
                    <a:pt x="11220" y="28233"/>
                  </a:cubicBezTo>
                  <a:cubicBezTo>
                    <a:pt x="9346" y="28091"/>
                    <a:pt x="7472" y="27807"/>
                    <a:pt x="5654" y="27381"/>
                  </a:cubicBezTo>
                  <a:cubicBezTo>
                    <a:pt x="4234" y="27040"/>
                    <a:pt x="2871" y="26614"/>
                    <a:pt x="1536" y="26103"/>
                  </a:cubicBezTo>
                  <a:cubicBezTo>
                    <a:pt x="1281" y="25961"/>
                    <a:pt x="1025" y="25876"/>
                    <a:pt x="770" y="25848"/>
                  </a:cubicBezTo>
                  <a:cubicBezTo>
                    <a:pt x="749" y="25845"/>
                    <a:pt x="729" y="25843"/>
                    <a:pt x="708" y="25843"/>
                  </a:cubicBezTo>
                  <a:cubicBezTo>
                    <a:pt x="531" y="25843"/>
                    <a:pt x="363" y="25950"/>
                    <a:pt x="287" y="26103"/>
                  </a:cubicBezTo>
                  <a:cubicBezTo>
                    <a:pt x="202" y="26302"/>
                    <a:pt x="287" y="26529"/>
                    <a:pt x="457" y="26643"/>
                  </a:cubicBezTo>
                  <a:cubicBezTo>
                    <a:pt x="628" y="26785"/>
                    <a:pt x="855" y="26898"/>
                    <a:pt x="1054" y="27012"/>
                  </a:cubicBezTo>
                  <a:cubicBezTo>
                    <a:pt x="1962" y="27438"/>
                    <a:pt x="2900" y="27807"/>
                    <a:pt x="3865" y="28091"/>
                  </a:cubicBezTo>
                  <a:cubicBezTo>
                    <a:pt x="7273" y="29028"/>
                    <a:pt x="10794" y="29511"/>
                    <a:pt x="14344" y="29511"/>
                  </a:cubicBezTo>
                  <a:cubicBezTo>
                    <a:pt x="16900" y="29483"/>
                    <a:pt x="19428" y="29256"/>
                    <a:pt x="21955" y="28773"/>
                  </a:cubicBezTo>
                  <a:lnTo>
                    <a:pt x="21955" y="28801"/>
                  </a:lnTo>
                  <a:cubicBezTo>
                    <a:pt x="23773" y="28460"/>
                    <a:pt x="25533" y="27921"/>
                    <a:pt x="27237" y="27211"/>
                  </a:cubicBezTo>
                  <a:cubicBezTo>
                    <a:pt x="28288" y="26756"/>
                    <a:pt x="29282" y="26160"/>
                    <a:pt x="30191" y="25450"/>
                  </a:cubicBezTo>
                  <a:cubicBezTo>
                    <a:pt x="30333" y="25336"/>
                    <a:pt x="30475" y="25194"/>
                    <a:pt x="30588" y="25052"/>
                  </a:cubicBezTo>
                  <a:cubicBezTo>
                    <a:pt x="30730" y="24882"/>
                    <a:pt x="30730" y="24626"/>
                    <a:pt x="30588" y="24456"/>
                  </a:cubicBezTo>
                  <a:cubicBezTo>
                    <a:pt x="30495" y="24326"/>
                    <a:pt x="30353" y="24256"/>
                    <a:pt x="30210" y="24256"/>
                  </a:cubicBezTo>
                  <a:close/>
                  <a:moveTo>
                    <a:pt x="29897" y="28332"/>
                  </a:moveTo>
                  <a:cubicBezTo>
                    <a:pt x="29862" y="28332"/>
                    <a:pt x="29827" y="28337"/>
                    <a:pt x="29793" y="28347"/>
                  </a:cubicBezTo>
                  <a:cubicBezTo>
                    <a:pt x="29623" y="28375"/>
                    <a:pt x="29509" y="28432"/>
                    <a:pt x="29396" y="28517"/>
                  </a:cubicBezTo>
                  <a:cubicBezTo>
                    <a:pt x="28203" y="29284"/>
                    <a:pt x="26925" y="29880"/>
                    <a:pt x="25562" y="30249"/>
                  </a:cubicBezTo>
                  <a:cubicBezTo>
                    <a:pt x="22608" y="31101"/>
                    <a:pt x="19570" y="31584"/>
                    <a:pt x="16503" y="31698"/>
                  </a:cubicBezTo>
                  <a:cubicBezTo>
                    <a:pt x="15660" y="31743"/>
                    <a:pt x="14818" y="31765"/>
                    <a:pt x="13977" y="31765"/>
                  </a:cubicBezTo>
                  <a:cubicBezTo>
                    <a:pt x="12180" y="31765"/>
                    <a:pt x="10387" y="31664"/>
                    <a:pt x="8608" y="31471"/>
                  </a:cubicBezTo>
                  <a:cubicBezTo>
                    <a:pt x="6137" y="31187"/>
                    <a:pt x="3723" y="30619"/>
                    <a:pt x="1394" y="29767"/>
                  </a:cubicBezTo>
                  <a:cubicBezTo>
                    <a:pt x="1196" y="29710"/>
                    <a:pt x="1025" y="29625"/>
                    <a:pt x="826" y="29596"/>
                  </a:cubicBezTo>
                  <a:cubicBezTo>
                    <a:pt x="774" y="29574"/>
                    <a:pt x="719" y="29563"/>
                    <a:pt x="662" y="29563"/>
                  </a:cubicBezTo>
                  <a:cubicBezTo>
                    <a:pt x="504" y="29563"/>
                    <a:pt x="342" y="29648"/>
                    <a:pt x="258" y="29795"/>
                  </a:cubicBezTo>
                  <a:cubicBezTo>
                    <a:pt x="173" y="29994"/>
                    <a:pt x="230" y="30249"/>
                    <a:pt x="429" y="30391"/>
                  </a:cubicBezTo>
                  <a:cubicBezTo>
                    <a:pt x="571" y="30477"/>
                    <a:pt x="713" y="30590"/>
                    <a:pt x="855" y="30647"/>
                  </a:cubicBezTo>
                  <a:cubicBezTo>
                    <a:pt x="1224" y="30817"/>
                    <a:pt x="1622" y="31016"/>
                    <a:pt x="1991" y="31130"/>
                  </a:cubicBezTo>
                  <a:cubicBezTo>
                    <a:pt x="3439" y="31669"/>
                    <a:pt x="4916" y="32039"/>
                    <a:pt x="6449" y="32294"/>
                  </a:cubicBezTo>
                  <a:cubicBezTo>
                    <a:pt x="8807" y="32692"/>
                    <a:pt x="11220" y="32891"/>
                    <a:pt x="13634" y="32891"/>
                  </a:cubicBezTo>
                  <a:cubicBezTo>
                    <a:pt x="13796" y="32892"/>
                    <a:pt x="13959" y="32893"/>
                    <a:pt x="14121" y="32893"/>
                  </a:cubicBezTo>
                  <a:cubicBezTo>
                    <a:pt x="16543" y="32893"/>
                    <a:pt x="18963" y="32695"/>
                    <a:pt x="21359" y="32323"/>
                  </a:cubicBezTo>
                  <a:cubicBezTo>
                    <a:pt x="23205" y="32067"/>
                    <a:pt x="25022" y="31613"/>
                    <a:pt x="26783" y="30988"/>
                  </a:cubicBezTo>
                  <a:cubicBezTo>
                    <a:pt x="27834" y="30647"/>
                    <a:pt x="28828" y="30164"/>
                    <a:pt x="29737" y="29568"/>
                  </a:cubicBezTo>
                  <a:cubicBezTo>
                    <a:pt x="29935" y="29454"/>
                    <a:pt x="30106" y="29312"/>
                    <a:pt x="30248" y="29170"/>
                  </a:cubicBezTo>
                  <a:cubicBezTo>
                    <a:pt x="30390" y="29028"/>
                    <a:pt x="30418" y="28801"/>
                    <a:pt x="30333" y="28631"/>
                  </a:cubicBezTo>
                  <a:cubicBezTo>
                    <a:pt x="30239" y="28443"/>
                    <a:pt x="30067" y="28332"/>
                    <a:pt x="29897" y="28332"/>
                  </a:cubicBezTo>
                  <a:close/>
                  <a:moveTo>
                    <a:pt x="30173" y="31640"/>
                  </a:moveTo>
                  <a:cubicBezTo>
                    <a:pt x="30096" y="31640"/>
                    <a:pt x="30016" y="31658"/>
                    <a:pt x="29935" y="31698"/>
                  </a:cubicBezTo>
                  <a:cubicBezTo>
                    <a:pt x="29822" y="31783"/>
                    <a:pt x="29680" y="31868"/>
                    <a:pt x="29595" y="31953"/>
                  </a:cubicBezTo>
                  <a:cubicBezTo>
                    <a:pt x="29140" y="32323"/>
                    <a:pt x="28629" y="32663"/>
                    <a:pt x="28118" y="32919"/>
                  </a:cubicBezTo>
                  <a:cubicBezTo>
                    <a:pt x="27379" y="33260"/>
                    <a:pt x="26641" y="33544"/>
                    <a:pt x="25874" y="33771"/>
                  </a:cubicBezTo>
                  <a:cubicBezTo>
                    <a:pt x="23148" y="34566"/>
                    <a:pt x="20365" y="34992"/>
                    <a:pt x="17525" y="35077"/>
                  </a:cubicBezTo>
                  <a:cubicBezTo>
                    <a:pt x="16650" y="35121"/>
                    <a:pt x="15771" y="35144"/>
                    <a:pt x="14890" y="35144"/>
                  </a:cubicBezTo>
                  <a:cubicBezTo>
                    <a:pt x="13485" y="35144"/>
                    <a:pt x="12078" y="35086"/>
                    <a:pt x="10681" y="34964"/>
                  </a:cubicBezTo>
                  <a:cubicBezTo>
                    <a:pt x="9261" y="34850"/>
                    <a:pt x="7869" y="34680"/>
                    <a:pt x="6478" y="34453"/>
                  </a:cubicBezTo>
                  <a:cubicBezTo>
                    <a:pt x="4717" y="34140"/>
                    <a:pt x="2956" y="33714"/>
                    <a:pt x="1252" y="33175"/>
                  </a:cubicBezTo>
                  <a:cubicBezTo>
                    <a:pt x="1082" y="33118"/>
                    <a:pt x="912" y="33061"/>
                    <a:pt x="741" y="33033"/>
                  </a:cubicBezTo>
                  <a:cubicBezTo>
                    <a:pt x="711" y="33028"/>
                    <a:pt x="683" y="33025"/>
                    <a:pt x="655" y="33025"/>
                  </a:cubicBezTo>
                  <a:cubicBezTo>
                    <a:pt x="203" y="33025"/>
                    <a:pt x="1" y="33645"/>
                    <a:pt x="429" y="33913"/>
                  </a:cubicBezTo>
                  <a:cubicBezTo>
                    <a:pt x="656" y="34027"/>
                    <a:pt x="883" y="34140"/>
                    <a:pt x="1139" y="34225"/>
                  </a:cubicBezTo>
                  <a:cubicBezTo>
                    <a:pt x="2502" y="34736"/>
                    <a:pt x="3922" y="35106"/>
                    <a:pt x="5342" y="35390"/>
                  </a:cubicBezTo>
                  <a:cubicBezTo>
                    <a:pt x="8466" y="35986"/>
                    <a:pt x="11618" y="36270"/>
                    <a:pt x="14799" y="36270"/>
                  </a:cubicBezTo>
                  <a:cubicBezTo>
                    <a:pt x="15991" y="36270"/>
                    <a:pt x="17156" y="36213"/>
                    <a:pt x="18320" y="36128"/>
                  </a:cubicBezTo>
                  <a:cubicBezTo>
                    <a:pt x="20450" y="36014"/>
                    <a:pt x="22580" y="35702"/>
                    <a:pt x="24653" y="35219"/>
                  </a:cubicBezTo>
                  <a:cubicBezTo>
                    <a:pt x="26045" y="34907"/>
                    <a:pt x="27408" y="34453"/>
                    <a:pt x="28714" y="33799"/>
                  </a:cubicBezTo>
                  <a:cubicBezTo>
                    <a:pt x="29254" y="33544"/>
                    <a:pt x="29765" y="33203"/>
                    <a:pt x="30219" y="32805"/>
                  </a:cubicBezTo>
                  <a:cubicBezTo>
                    <a:pt x="30390" y="32692"/>
                    <a:pt x="30503" y="32550"/>
                    <a:pt x="30617" y="32379"/>
                  </a:cubicBezTo>
                  <a:cubicBezTo>
                    <a:pt x="30804" y="32029"/>
                    <a:pt x="30529" y="31640"/>
                    <a:pt x="30173" y="31640"/>
                  </a:cubicBezTo>
                  <a:close/>
                  <a:moveTo>
                    <a:pt x="30188" y="34925"/>
                  </a:moveTo>
                  <a:cubicBezTo>
                    <a:pt x="30121" y="34925"/>
                    <a:pt x="30054" y="34937"/>
                    <a:pt x="29992" y="34964"/>
                  </a:cubicBezTo>
                  <a:cubicBezTo>
                    <a:pt x="29850" y="35049"/>
                    <a:pt x="29737" y="35134"/>
                    <a:pt x="29623" y="35219"/>
                  </a:cubicBezTo>
                  <a:cubicBezTo>
                    <a:pt x="29027" y="35759"/>
                    <a:pt x="28345" y="36185"/>
                    <a:pt x="27607" y="36554"/>
                  </a:cubicBezTo>
                  <a:cubicBezTo>
                    <a:pt x="26783" y="36952"/>
                    <a:pt x="25931" y="37292"/>
                    <a:pt x="25051" y="37576"/>
                  </a:cubicBezTo>
                  <a:cubicBezTo>
                    <a:pt x="22069" y="38485"/>
                    <a:pt x="18973" y="38968"/>
                    <a:pt x="15849" y="39025"/>
                  </a:cubicBezTo>
                  <a:cubicBezTo>
                    <a:pt x="15364" y="39043"/>
                    <a:pt x="14875" y="39052"/>
                    <a:pt x="14386" y="39052"/>
                  </a:cubicBezTo>
                  <a:cubicBezTo>
                    <a:pt x="13330" y="39052"/>
                    <a:pt x="12268" y="39008"/>
                    <a:pt x="11220" y="38911"/>
                  </a:cubicBezTo>
                  <a:cubicBezTo>
                    <a:pt x="9346" y="38769"/>
                    <a:pt x="7472" y="38485"/>
                    <a:pt x="5654" y="38059"/>
                  </a:cubicBezTo>
                  <a:cubicBezTo>
                    <a:pt x="4234" y="37718"/>
                    <a:pt x="2871" y="37292"/>
                    <a:pt x="1536" y="36753"/>
                  </a:cubicBezTo>
                  <a:cubicBezTo>
                    <a:pt x="1309" y="36639"/>
                    <a:pt x="1054" y="36554"/>
                    <a:pt x="770" y="36526"/>
                  </a:cubicBezTo>
                  <a:cubicBezTo>
                    <a:pt x="749" y="36523"/>
                    <a:pt x="729" y="36521"/>
                    <a:pt x="708" y="36521"/>
                  </a:cubicBezTo>
                  <a:cubicBezTo>
                    <a:pt x="531" y="36521"/>
                    <a:pt x="366" y="36628"/>
                    <a:pt x="315" y="36781"/>
                  </a:cubicBezTo>
                  <a:cubicBezTo>
                    <a:pt x="230" y="36980"/>
                    <a:pt x="287" y="37179"/>
                    <a:pt x="457" y="37321"/>
                  </a:cubicBezTo>
                  <a:cubicBezTo>
                    <a:pt x="656" y="37463"/>
                    <a:pt x="855" y="37576"/>
                    <a:pt x="1082" y="37690"/>
                  </a:cubicBezTo>
                  <a:cubicBezTo>
                    <a:pt x="1991" y="38116"/>
                    <a:pt x="2928" y="38485"/>
                    <a:pt x="3865" y="38741"/>
                  </a:cubicBezTo>
                  <a:cubicBezTo>
                    <a:pt x="7206" y="39679"/>
                    <a:pt x="10627" y="40162"/>
                    <a:pt x="14077" y="40162"/>
                  </a:cubicBezTo>
                  <a:cubicBezTo>
                    <a:pt x="14175" y="40162"/>
                    <a:pt x="14274" y="40161"/>
                    <a:pt x="14373" y="40161"/>
                  </a:cubicBezTo>
                  <a:cubicBezTo>
                    <a:pt x="16900" y="40161"/>
                    <a:pt x="19456" y="39905"/>
                    <a:pt x="21955" y="39451"/>
                  </a:cubicBezTo>
                  <a:cubicBezTo>
                    <a:pt x="23773" y="39138"/>
                    <a:pt x="25533" y="38599"/>
                    <a:pt x="27237" y="37889"/>
                  </a:cubicBezTo>
                  <a:cubicBezTo>
                    <a:pt x="28288" y="37434"/>
                    <a:pt x="29282" y="36838"/>
                    <a:pt x="30191" y="36128"/>
                  </a:cubicBezTo>
                  <a:cubicBezTo>
                    <a:pt x="30333" y="36014"/>
                    <a:pt x="30475" y="35872"/>
                    <a:pt x="30588" y="35730"/>
                  </a:cubicBezTo>
                  <a:cubicBezTo>
                    <a:pt x="30730" y="35532"/>
                    <a:pt x="30730" y="35276"/>
                    <a:pt x="30588" y="35106"/>
                  </a:cubicBezTo>
                  <a:cubicBezTo>
                    <a:pt x="30490" y="34988"/>
                    <a:pt x="30338" y="34925"/>
                    <a:pt x="30188" y="34925"/>
                  </a:cubicBezTo>
                  <a:close/>
                  <a:moveTo>
                    <a:pt x="30182" y="38418"/>
                  </a:moveTo>
                  <a:cubicBezTo>
                    <a:pt x="30118" y="38418"/>
                    <a:pt x="30054" y="38430"/>
                    <a:pt x="29992" y="38457"/>
                  </a:cubicBezTo>
                  <a:cubicBezTo>
                    <a:pt x="29850" y="38514"/>
                    <a:pt x="29737" y="38599"/>
                    <a:pt x="29623" y="38712"/>
                  </a:cubicBezTo>
                  <a:cubicBezTo>
                    <a:pt x="29027" y="39224"/>
                    <a:pt x="28345" y="39678"/>
                    <a:pt x="27607" y="40019"/>
                  </a:cubicBezTo>
                  <a:cubicBezTo>
                    <a:pt x="26783" y="40445"/>
                    <a:pt x="25931" y="40785"/>
                    <a:pt x="25051" y="41069"/>
                  </a:cubicBezTo>
                  <a:cubicBezTo>
                    <a:pt x="22069" y="41978"/>
                    <a:pt x="18973" y="42461"/>
                    <a:pt x="15849" y="42518"/>
                  </a:cubicBezTo>
                  <a:cubicBezTo>
                    <a:pt x="15487" y="42524"/>
                    <a:pt x="15124" y="42528"/>
                    <a:pt x="14759" y="42528"/>
                  </a:cubicBezTo>
                  <a:cubicBezTo>
                    <a:pt x="13580" y="42528"/>
                    <a:pt x="12392" y="42491"/>
                    <a:pt x="11220" y="42404"/>
                  </a:cubicBezTo>
                  <a:cubicBezTo>
                    <a:pt x="9346" y="42234"/>
                    <a:pt x="7472" y="41950"/>
                    <a:pt x="5654" y="41524"/>
                  </a:cubicBezTo>
                  <a:cubicBezTo>
                    <a:pt x="4234" y="41211"/>
                    <a:pt x="2871" y="40785"/>
                    <a:pt x="1536" y="40246"/>
                  </a:cubicBezTo>
                  <a:cubicBezTo>
                    <a:pt x="1309" y="40132"/>
                    <a:pt x="1054" y="40047"/>
                    <a:pt x="770" y="39990"/>
                  </a:cubicBezTo>
                  <a:cubicBezTo>
                    <a:pt x="749" y="39987"/>
                    <a:pt x="729" y="39986"/>
                    <a:pt x="709" y="39986"/>
                  </a:cubicBezTo>
                  <a:cubicBezTo>
                    <a:pt x="532" y="39986"/>
                    <a:pt x="366" y="40096"/>
                    <a:pt x="315" y="40274"/>
                  </a:cubicBezTo>
                  <a:cubicBezTo>
                    <a:pt x="230" y="40445"/>
                    <a:pt x="287" y="40672"/>
                    <a:pt x="457" y="40785"/>
                  </a:cubicBezTo>
                  <a:cubicBezTo>
                    <a:pt x="656" y="40927"/>
                    <a:pt x="855" y="41069"/>
                    <a:pt x="1082" y="41183"/>
                  </a:cubicBezTo>
                  <a:cubicBezTo>
                    <a:pt x="1991" y="41609"/>
                    <a:pt x="2928" y="41950"/>
                    <a:pt x="3865" y="42234"/>
                  </a:cubicBezTo>
                  <a:cubicBezTo>
                    <a:pt x="7301" y="43199"/>
                    <a:pt x="10823" y="43654"/>
                    <a:pt x="14373" y="43654"/>
                  </a:cubicBezTo>
                  <a:cubicBezTo>
                    <a:pt x="16900" y="43654"/>
                    <a:pt x="19456" y="43398"/>
                    <a:pt x="21955" y="42944"/>
                  </a:cubicBezTo>
                  <a:cubicBezTo>
                    <a:pt x="23773" y="42603"/>
                    <a:pt x="25533" y="42092"/>
                    <a:pt x="27237" y="41353"/>
                  </a:cubicBezTo>
                  <a:cubicBezTo>
                    <a:pt x="28288" y="40927"/>
                    <a:pt x="29282" y="40331"/>
                    <a:pt x="30191" y="39621"/>
                  </a:cubicBezTo>
                  <a:cubicBezTo>
                    <a:pt x="30333" y="39479"/>
                    <a:pt x="30475" y="39366"/>
                    <a:pt x="30588" y="39195"/>
                  </a:cubicBezTo>
                  <a:cubicBezTo>
                    <a:pt x="30730" y="39025"/>
                    <a:pt x="30730" y="38769"/>
                    <a:pt x="30588" y="38599"/>
                  </a:cubicBezTo>
                  <a:cubicBezTo>
                    <a:pt x="30471" y="38481"/>
                    <a:pt x="30326" y="38418"/>
                    <a:pt x="30182" y="384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57"/>
          <p:cNvGrpSpPr/>
          <p:nvPr/>
        </p:nvGrpSpPr>
        <p:grpSpPr>
          <a:xfrm>
            <a:off x="-134735" y="2725350"/>
            <a:ext cx="1206370" cy="2313742"/>
            <a:chOff x="7222840" y="2349013"/>
            <a:chExt cx="1206370" cy="2313742"/>
          </a:xfrm>
        </p:grpSpPr>
        <p:sp>
          <p:nvSpPr>
            <p:cNvPr id="4048" name="Google Shape;4048;p57"/>
            <p:cNvSpPr/>
            <p:nvPr/>
          </p:nvSpPr>
          <p:spPr>
            <a:xfrm>
              <a:off x="7463401" y="4445075"/>
              <a:ext cx="866754" cy="217680"/>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9" name="Google Shape;4049;p57"/>
            <p:cNvGrpSpPr/>
            <p:nvPr/>
          </p:nvGrpSpPr>
          <p:grpSpPr>
            <a:xfrm>
              <a:off x="7222840" y="2349013"/>
              <a:ext cx="1206370" cy="2213957"/>
              <a:chOff x="7701450" y="1895900"/>
              <a:chExt cx="644050" cy="1181975"/>
            </a:xfrm>
          </p:grpSpPr>
          <p:sp>
            <p:nvSpPr>
              <p:cNvPr id="4050" name="Google Shape;4050;p57"/>
              <p:cNvSpPr/>
              <p:nvPr/>
            </p:nvSpPr>
            <p:spPr>
              <a:xfrm>
                <a:off x="7701450" y="1895900"/>
                <a:ext cx="335600" cy="318000"/>
              </a:xfrm>
              <a:custGeom>
                <a:rect b="b" l="l" r="r" t="t"/>
                <a:pathLst>
                  <a:path extrusionOk="0" h="12720" w="13424">
                    <a:moveTo>
                      <a:pt x="2596" y="0"/>
                    </a:moveTo>
                    <a:cubicBezTo>
                      <a:pt x="2200" y="0"/>
                      <a:pt x="1879" y="68"/>
                      <a:pt x="1664" y="96"/>
                    </a:cubicBezTo>
                    <a:cubicBezTo>
                      <a:pt x="1664" y="96"/>
                      <a:pt x="1" y="1228"/>
                      <a:pt x="1736" y="2650"/>
                    </a:cubicBezTo>
                    <a:cubicBezTo>
                      <a:pt x="3495" y="4072"/>
                      <a:pt x="4049" y="6000"/>
                      <a:pt x="4339" y="7662"/>
                    </a:cubicBezTo>
                    <a:cubicBezTo>
                      <a:pt x="4663" y="9485"/>
                      <a:pt x="5548" y="12720"/>
                      <a:pt x="8940" y="12720"/>
                    </a:cubicBezTo>
                    <a:cubicBezTo>
                      <a:pt x="9584" y="12720"/>
                      <a:pt x="10319" y="12603"/>
                      <a:pt x="11158" y="12337"/>
                    </a:cubicBezTo>
                    <a:cubicBezTo>
                      <a:pt x="11158" y="12337"/>
                      <a:pt x="13423" y="10915"/>
                      <a:pt x="11255" y="7397"/>
                    </a:cubicBezTo>
                    <a:cubicBezTo>
                      <a:pt x="9062" y="3903"/>
                      <a:pt x="8435" y="6289"/>
                      <a:pt x="6435" y="2867"/>
                    </a:cubicBezTo>
                    <a:cubicBezTo>
                      <a:pt x="5011" y="414"/>
                      <a:pt x="3575" y="0"/>
                      <a:pt x="2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7774350" y="1934425"/>
                <a:ext cx="306075" cy="457875"/>
              </a:xfrm>
              <a:custGeom>
                <a:rect b="b" l="l" r="r" t="t"/>
                <a:pathLst>
                  <a:path extrusionOk="0" fill="none" h="18315" w="12243">
                    <a:moveTo>
                      <a:pt x="11013" y="18315"/>
                    </a:moveTo>
                    <a:cubicBezTo>
                      <a:pt x="11013" y="18315"/>
                      <a:pt x="12242" y="10459"/>
                      <a:pt x="1" y="1"/>
                    </a:cubicBezTo>
                  </a:path>
                </a:pathLst>
              </a:custGeom>
              <a:noFill/>
              <a:ln cap="rnd" cmpd="sng" w="54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8100875" y="2062750"/>
                <a:ext cx="244625" cy="189775"/>
              </a:xfrm>
              <a:custGeom>
                <a:rect b="b" l="l" r="r" t="t"/>
                <a:pathLst>
                  <a:path extrusionOk="0" h="7591" w="9785">
                    <a:moveTo>
                      <a:pt x="7878" y="0"/>
                    </a:moveTo>
                    <a:cubicBezTo>
                      <a:pt x="7262" y="0"/>
                      <a:pt x="6428" y="283"/>
                      <a:pt x="5447" y="1446"/>
                    </a:cubicBezTo>
                    <a:cubicBezTo>
                      <a:pt x="3760" y="3446"/>
                      <a:pt x="3615" y="1856"/>
                      <a:pt x="1808" y="3832"/>
                    </a:cubicBezTo>
                    <a:cubicBezTo>
                      <a:pt x="1" y="5832"/>
                      <a:pt x="1302" y="7037"/>
                      <a:pt x="1302" y="7037"/>
                    </a:cubicBezTo>
                    <a:cubicBezTo>
                      <a:pt x="2047" y="7429"/>
                      <a:pt x="2686" y="7591"/>
                      <a:pt x="3233" y="7591"/>
                    </a:cubicBezTo>
                    <a:cubicBezTo>
                      <a:pt x="5040" y="7591"/>
                      <a:pt x="5854" y="5831"/>
                      <a:pt x="6242" y="4796"/>
                    </a:cubicBezTo>
                    <a:cubicBezTo>
                      <a:pt x="6628" y="3760"/>
                      <a:pt x="7206" y="2555"/>
                      <a:pt x="8483" y="1856"/>
                    </a:cubicBezTo>
                    <a:cubicBezTo>
                      <a:pt x="9784" y="1133"/>
                      <a:pt x="8845" y="217"/>
                      <a:pt x="8845" y="217"/>
                    </a:cubicBezTo>
                    <a:cubicBezTo>
                      <a:pt x="8653" y="147"/>
                      <a:pt x="8322" y="0"/>
                      <a:pt x="7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7"/>
              <p:cNvSpPr/>
              <p:nvPr/>
            </p:nvSpPr>
            <p:spPr>
              <a:xfrm>
                <a:off x="8032800" y="2127200"/>
                <a:ext cx="213900" cy="275350"/>
              </a:xfrm>
              <a:custGeom>
                <a:rect b="b" l="l" r="r" t="t"/>
                <a:pathLst>
                  <a:path extrusionOk="0" fill="none" h="11014" w="8556">
                    <a:moveTo>
                      <a:pt x="868" y="11013"/>
                    </a:moveTo>
                    <a:cubicBezTo>
                      <a:pt x="868" y="11013"/>
                      <a:pt x="1" y="5519"/>
                      <a:pt x="8555"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8003875" y="1896475"/>
                <a:ext cx="139200" cy="254275"/>
              </a:xfrm>
              <a:custGeom>
                <a:rect b="b" l="l" r="r" t="t"/>
                <a:pathLst>
                  <a:path extrusionOk="0" h="10171" w="5568">
                    <a:moveTo>
                      <a:pt x="3118" y="0"/>
                    </a:moveTo>
                    <a:cubicBezTo>
                      <a:pt x="2972" y="0"/>
                      <a:pt x="1833" y="43"/>
                      <a:pt x="2194" y="1374"/>
                    </a:cubicBezTo>
                    <a:cubicBezTo>
                      <a:pt x="2555" y="2820"/>
                      <a:pt x="2097" y="4049"/>
                      <a:pt x="1616" y="5061"/>
                    </a:cubicBezTo>
                    <a:cubicBezTo>
                      <a:pt x="989" y="6338"/>
                      <a:pt x="1" y="9013"/>
                      <a:pt x="3423" y="10170"/>
                    </a:cubicBezTo>
                    <a:cubicBezTo>
                      <a:pt x="3423" y="10170"/>
                      <a:pt x="3435" y="10170"/>
                      <a:pt x="3456" y="10170"/>
                    </a:cubicBezTo>
                    <a:cubicBezTo>
                      <a:pt x="3701" y="10170"/>
                      <a:pt x="5198" y="10069"/>
                      <a:pt x="5375" y="7591"/>
                    </a:cubicBezTo>
                    <a:cubicBezTo>
                      <a:pt x="5568" y="4892"/>
                      <a:pt x="4314" y="5904"/>
                      <a:pt x="4580" y="3302"/>
                    </a:cubicBezTo>
                    <a:cubicBezTo>
                      <a:pt x="4869" y="699"/>
                      <a:pt x="3567" y="241"/>
                      <a:pt x="3134" y="0"/>
                    </a:cubicBezTo>
                    <a:cubicBezTo>
                      <a:pt x="3134" y="0"/>
                      <a:pt x="3128" y="0"/>
                      <a:pt x="3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8049075" y="1927800"/>
                <a:ext cx="48225" cy="459075"/>
              </a:xfrm>
              <a:custGeom>
                <a:rect b="b" l="l" r="r" t="t"/>
                <a:pathLst>
                  <a:path extrusionOk="0" fill="none" h="18363" w="1929">
                    <a:moveTo>
                      <a:pt x="0" y="18363"/>
                    </a:moveTo>
                    <a:cubicBezTo>
                      <a:pt x="0" y="18363"/>
                      <a:pt x="1928" y="11447"/>
                      <a:pt x="1422"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7958700" y="2380225"/>
                <a:ext cx="180750" cy="309675"/>
              </a:xfrm>
              <a:custGeom>
                <a:rect b="b" l="l" r="r" t="t"/>
                <a:pathLst>
                  <a:path extrusionOk="0" h="12387" w="7230">
                    <a:moveTo>
                      <a:pt x="2868" y="1"/>
                    </a:moveTo>
                    <a:lnTo>
                      <a:pt x="3182" y="772"/>
                    </a:lnTo>
                    <a:cubicBezTo>
                      <a:pt x="3254" y="965"/>
                      <a:pt x="3302" y="1157"/>
                      <a:pt x="3326" y="1374"/>
                    </a:cubicBezTo>
                    <a:lnTo>
                      <a:pt x="3423" y="2121"/>
                    </a:lnTo>
                    <a:cubicBezTo>
                      <a:pt x="1" y="4868"/>
                      <a:pt x="362" y="12387"/>
                      <a:pt x="362" y="12387"/>
                    </a:cubicBezTo>
                    <a:lnTo>
                      <a:pt x="6868" y="12387"/>
                    </a:lnTo>
                    <a:cubicBezTo>
                      <a:pt x="6868" y="12387"/>
                      <a:pt x="7230" y="4868"/>
                      <a:pt x="3808" y="2121"/>
                    </a:cubicBezTo>
                    <a:lnTo>
                      <a:pt x="3904" y="1374"/>
                    </a:lnTo>
                    <a:cubicBezTo>
                      <a:pt x="3929" y="1157"/>
                      <a:pt x="3977" y="965"/>
                      <a:pt x="4049" y="772"/>
                    </a:cubicBezTo>
                    <a:lnTo>
                      <a:pt x="436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7945450" y="2689875"/>
                <a:ext cx="278950" cy="385600"/>
              </a:xfrm>
              <a:custGeom>
                <a:rect b="b" l="l" r="r" t="t"/>
                <a:pathLst>
                  <a:path extrusionOk="0" h="15424" w="11158">
                    <a:moveTo>
                      <a:pt x="482" y="1"/>
                    </a:moveTo>
                    <a:lnTo>
                      <a:pt x="1" y="338"/>
                    </a:lnTo>
                    <a:lnTo>
                      <a:pt x="10676" y="15423"/>
                    </a:lnTo>
                    <a:lnTo>
                      <a:pt x="11158" y="15086"/>
                    </a:lnTo>
                    <a:lnTo>
                      <a:pt x="4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7914125" y="2694100"/>
                <a:ext cx="277750" cy="383775"/>
              </a:xfrm>
              <a:custGeom>
                <a:rect b="b" l="l" r="r" t="t"/>
                <a:pathLst>
                  <a:path extrusionOk="0" h="15351" w="11110">
                    <a:moveTo>
                      <a:pt x="10628" y="0"/>
                    </a:moveTo>
                    <a:lnTo>
                      <a:pt x="0" y="15013"/>
                    </a:lnTo>
                    <a:lnTo>
                      <a:pt x="458" y="15350"/>
                    </a:lnTo>
                    <a:lnTo>
                      <a:pt x="11109" y="338"/>
                    </a:lnTo>
                    <a:lnTo>
                      <a:pt x="106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7867725" y="2685675"/>
                <a:ext cx="368725" cy="25925"/>
              </a:xfrm>
              <a:custGeom>
                <a:rect b="b" l="l" r="r" t="t"/>
                <a:pathLst>
                  <a:path extrusionOk="0" h="1037" w="14749">
                    <a:moveTo>
                      <a:pt x="1" y="0"/>
                    </a:moveTo>
                    <a:lnTo>
                      <a:pt x="1" y="1036"/>
                    </a:lnTo>
                    <a:lnTo>
                      <a:pt x="14749" y="1036"/>
                    </a:lnTo>
                    <a:lnTo>
                      <a:pt x="14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3">
  <p:cSld name="CUSTOM_1_1_1_1_1_1_1_1_1_1_1_1_1_1_1">
    <p:spTree>
      <p:nvGrpSpPr>
        <p:cNvPr id="4060" name="Shape 4060"/>
        <p:cNvGrpSpPr/>
        <p:nvPr/>
      </p:nvGrpSpPr>
      <p:grpSpPr>
        <a:xfrm>
          <a:off x="0" y="0"/>
          <a:ext cx="0" cy="0"/>
          <a:chOff x="0" y="0"/>
          <a:chExt cx="0" cy="0"/>
        </a:xfrm>
      </p:grpSpPr>
      <p:sp>
        <p:nvSpPr>
          <p:cNvPr id="4061" name="Google Shape;4061;p58"/>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8"/>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8"/>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4064" name="Google Shape;4064;p58"/>
          <p:cNvGrpSpPr/>
          <p:nvPr/>
        </p:nvGrpSpPr>
        <p:grpSpPr>
          <a:xfrm>
            <a:off x="2936544" y="-329546"/>
            <a:ext cx="2934233" cy="708308"/>
            <a:chOff x="2375925" y="3297600"/>
            <a:chExt cx="735950" cy="177650"/>
          </a:xfrm>
        </p:grpSpPr>
        <p:sp>
          <p:nvSpPr>
            <p:cNvPr id="4065" name="Google Shape;4065;p58"/>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8"/>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8"/>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8"/>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8"/>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8"/>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1" name="Google Shape;4071;p5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072" name="Google Shape;4072;p58"/>
          <p:cNvGrpSpPr/>
          <p:nvPr/>
        </p:nvGrpSpPr>
        <p:grpSpPr>
          <a:xfrm>
            <a:off x="7966949" y="702600"/>
            <a:ext cx="842676" cy="749700"/>
            <a:chOff x="597474" y="530075"/>
            <a:chExt cx="842676" cy="749700"/>
          </a:xfrm>
        </p:grpSpPr>
        <p:sp>
          <p:nvSpPr>
            <p:cNvPr id="4073" name="Google Shape;4073;p58"/>
            <p:cNvSpPr/>
            <p:nvPr/>
          </p:nvSpPr>
          <p:spPr>
            <a:xfrm>
              <a:off x="715050" y="530075"/>
              <a:ext cx="725100" cy="74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4" name="Google Shape;4074;p58"/>
            <p:cNvGrpSpPr/>
            <p:nvPr/>
          </p:nvGrpSpPr>
          <p:grpSpPr>
            <a:xfrm>
              <a:off x="597474" y="530137"/>
              <a:ext cx="842566" cy="695015"/>
              <a:chOff x="6651400" y="1853700"/>
              <a:chExt cx="547050" cy="451250"/>
            </a:xfrm>
          </p:grpSpPr>
          <p:sp>
            <p:nvSpPr>
              <p:cNvPr id="4075" name="Google Shape;4075;p58"/>
              <p:cNvSpPr/>
              <p:nvPr/>
            </p:nvSpPr>
            <p:spPr>
              <a:xfrm>
                <a:off x="6708025" y="1865500"/>
                <a:ext cx="490425" cy="434100"/>
              </a:xfrm>
              <a:custGeom>
                <a:rect b="b" l="l" r="r" t="t"/>
                <a:pathLst>
                  <a:path extrusionOk="0" h="17364" w="19617">
                    <a:moveTo>
                      <a:pt x="9815" y="1"/>
                    </a:moveTo>
                    <a:cubicBezTo>
                      <a:pt x="7198" y="1"/>
                      <a:pt x="4608" y="1179"/>
                      <a:pt x="2893" y="3432"/>
                    </a:cubicBezTo>
                    <a:cubicBezTo>
                      <a:pt x="1" y="7240"/>
                      <a:pt x="748" y="12686"/>
                      <a:pt x="4555" y="15602"/>
                    </a:cubicBezTo>
                    <a:cubicBezTo>
                      <a:pt x="6119" y="16789"/>
                      <a:pt x="7960" y="17363"/>
                      <a:pt x="9788" y="17363"/>
                    </a:cubicBezTo>
                    <a:cubicBezTo>
                      <a:pt x="12410" y="17363"/>
                      <a:pt x="15007" y="16182"/>
                      <a:pt x="16725" y="13939"/>
                    </a:cubicBezTo>
                    <a:cubicBezTo>
                      <a:pt x="19616" y="10107"/>
                      <a:pt x="18869" y="4661"/>
                      <a:pt x="15062" y="1770"/>
                    </a:cubicBezTo>
                    <a:cubicBezTo>
                      <a:pt x="13494" y="579"/>
                      <a:pt x="11648" y="1"/>
                      <a:pt x="9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8"/>
              <p:cNvSpPr/>
              <p:nvPr/>
            </p:nvSpPr>
            <p:spPr>
              <a:xfrm>
                <a:off x="6693575" y="1885625"/>
                <a:ext cx="453675" cy="388175"/>
              </a:xfrm>
              <a:custGeom>
                <a:rect b="b" l="l" r="r" t="t"/>
                <a:pathLst>
                  <a:path extrusionOk="0" h="15527" w="18147">
                    <a:moveTo>
                      <a:pt x="10407" y="1"/>
                    </a:moveTo>
                    <a:cubicBezTo>
                      <a:pt x="10392" y="1"/>
                      <a:pt x="10377" y="1"/>
                      <a:pt x="10363" y="1"/>
                    </a:cubicBezTo>
                    <a:cubicBezTo>
                      <a:pt x="3447" y="1"/>
                      <a:pt x="1" y="8363"/>
                      <a:pt x="4892" y="13254"/>
                    </a:cubicBezTo>
                    <a:cubicBezTo>
                      <a:pt x="6477" y="14824"/>
                      <a:pt x="8418" y="15526"/>
                      <a:pt x="10320" y="15526"/>
                    </a:cubicBezTo>
                    <a:cubicBezTo>
                      <a:pt x="14318" y="15526"/>
                      <a:pt x="18146" y="12422"/>
                      <a:pt x="18146" y="7736"/>
                    </a:cubicBezTo>
                    <a:cubicBezTo>
                      <a:pt x="18122" y="3461"/>
                      <a:pt x="14676" y="1"/>
                      <a:pt x="10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8"/>
              <p:cNvSpPr/>
              <p:nvPr/>
            </p:nvSpPr>
            <p:spPr>
              <a:xfrm>
                <a:off x="6651400" y="1853700"/>
                <a:ext cx="527175" cy="451250"/>
              </a:xfrm>
              <a:custGeom>
                <a:rect b="b" l="l" r="r" t="t"/>
                <a:pathLst>
                  <a:path extrusionOk="0" h="18050" w="21087">
                    <a:moveTo>
                      <a:pt x="12094" y="1278"/>
                    </a:moveTo>
                    <a:cubicBezTo>
                      <a:pt x="16363" y="1278"/>
                      <a:pt x="19809" y="4738"/>
                      <a:pt x="19833" y="9013"/>
                    </a:cubicBezTo>
                    <a:cubicBezTo>
                      <a:pt x="19833" y="13699"/>
                      <a:pt x="16005" y="16803"/>
                      <a:pt x="12007" y="16803"/>
                    </a:cubicBezTo>
                    <a:cubicBezTo>
                      <a:pt x="10105" y="16803"/>
                      <a:pt x="8164" y="16101"/>
                      <a:pt x="6579" y="14531"/>
                    </a:cubicBezTo>
                    <a:cubicBezTo>
                      <a:pt x="1688" y="9640"/>
                      <a:pt x="5134" y="1278"/>
                      <a:pt x="12050" y="1278"/>
                    </a:cubicBezTo>
                    <a:cubicBezTo>
                      <a:pt x="12064" y="1278"/>
                      <a:pt x="12079" y="1278"/>
                      <a:pt x="12094" y="1278"/>
                    </a:cubicBezTo>
                    <a:close/>
                    <a:moveTo>
                      <a:pt x="11998" y="1"/>
                    </a:moveTo>
                    <a:cubicBezTo>
                      <a:pt x="9772" y="1"/>
                      <a:pt x="7503" y="828"/>
                      <a:pt x="5664" y="2675"/>
                    </a:cubicBezTo>
                    <a:cubicBezTo>
                      <a:pt x="1" y="8362"/>
                      <a:pt x="4049" y="18050"/>
                      <a:pt x="12074" y="18050"/>
                    </a:cubicBezTo>
                    <a:cubicBezTo>
                      <a:pt x="17062" y="18025"/>
                      <a:pt x="21086" y="13977"/>
                      <a:pt x="21086" y="9013"/>
                    </a:cubicBezTo>
                    <a:cubicBezTo>
                      <a:pt x="21070" y="3578"/>
                      <a:pt x="16626" y="1"/>
                      <a:pt x="11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8"/>
              <p:cNvSpPr/>
              <p:nvPr/>
            </p:nvSpPr>
            <p:spPr>
              <a:xfrm>
                <a:off x="6888775" y="1998175"/>
                <a:ext cx="78325" cy="123625"/>
              </a:xfrm>
              <a:custGeom>
                <a:rect b="b" l="l" r="r" t="t"/>
                <a:pathLst>
                  <a:path extrusionOk="0" h="4945" w="3133">
                    <a:moveTo>
                      <a:pt x="544" y="1"/>
                    </a:moveTo>
                    <a:cubicBezTo>
                      <a:pt x="473" y="1"/>
                      <a:pt x="402" y="17"/>
                      <a:pt x="338" y="53"/>
                    </a:cubicBezTo>
                    <a:cubicBezTo>
                      <a:pt x="97" y="174"/>
                      <a:pt x="0" y="439"/>
                      <a:pt x="121" y="680"/>
                    </a:cubicBezTo>
                    <a:lnTo>
                      <a:pt x="2193" y="4704"/>
                    </a:lnTo>
                    <a:cubicBezTo>
                      <a:pt x="2265" y="4849"/>
                      <a:pt x="2434" y="4945"/>
                      <a:pt x="2603" y="4945"/>
                    </a:cubicBezTo>
                    <a:cubicBezTo>
                      <a:pt x="2675" y="4945"/>
                      <a:pt x="2747" y="4921"/>
                      <a:pt x="2820" y="4897"/>
                    </a:cubicBezTo>
                    <a:cubicBezTo>
                      <a:pt x="3061" y="4776"/>
                      <a:pt x="3133" y="4487"/>
                      <a:pt x="3012" y="4270"/>
                    </a:cubicBezTo>
                    <a:lnTo>
                      <a:pt x="964" y="246"/>
                    </a:lnTo>
                    <a:cubicBezTo>
                      <a:pt x="879" y="94"/>
                      <a:pt x="712"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8"/>
              <p:cNvSpPr/>
              <p:nvPr/>
            </p:nvSpPr>
            <p:spPr>
              <a:xfrm>
                <a:off x="6903225" y="2063175"/>
                <a:ext cx="207975" cy="45375"/>
              </a:xfrm>
              <a:custGeom>
                <a:rect b="b" l="l" r="r" t="t"/>
                <a:pathLst>
                  <a:path extrusionOk="0" h="1815" w="8319">
                    <a:moveTo>
                      <a:pt x="8015" y="0"/>
                    </a:moveTo>
                    <a:cubicBezTo>
                      <a:pt x="7995" y="0"/>
                      <a:pt x="7975" y="2"/>
                      <a:pt x="7953" y="7"/>
                    </a:cubicBezTo>
                    <a:lnTo>
                      <a:pt x="290" y="1333"/>
                    </a:lnTo>
                    <a:cubicBezTo>
                      <a:pt x="1" y="1381"/>
                      <a:pt x="49" y="1815"/>
                      <a:pt x="338" y="1815"/>
                    </a:cubicBezTo>
                    <a:lnTo>
                      <a:pt x="386" y="1791"/>
                    </a:lnTo>
                    <a:lnTo>
                      <a:pt x="8049" y="465"/>
                    </a:lnTo>
                    <a:cubicBezTo>
                      <a:pt x="8318" y="420"/>
                      <a:pt x="8274" y="0"/>
                      <a:pt x="8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4">
  <p:cSld name="CUSTOM_1_1_1_1_1_1_1_1_1_1_1_1_1_1_1_1">
    <p:spTree>
      <p:nvGrpSpPr>
        <p:cNvPr id="4080" name="Shape 4080"/>
        <p:cNvGrpSpPr/>
        <p:nvPr/>
      </p:nvGrpSpPr>
      <p:grpSpPr>
        <a:xfrm>
          <a:off x="0" y="0"/>
          <a:ext cx="0" cy="0"/>
          <a:chOff x="0" y="0"/>
          <a:chExt cx="0" cy="0"/>
        </a:xfrm>
      </p:grpSpPr>
      <p:sp>
        <p:nvSpPr>
          <p:cNvPr id="4081" name="Google Shape;4081;p59"/>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9"/>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9"/>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4084" name="Google Shape;4084;p59"/>
          <p:cNvGrpSpPr/>
          <p:nvPr/>
        </p:nvGrpSpPr>
        <p:grpSpPr>
          <a:xfrm>
            <a:off x="2936544" y="-329546"/>
            <a:ext cx="2934233" cy="708308"/>
            <a:chOff x="2375925" y="3297600"/>
            <a:chExt cx="735950" cy="177650"/>
          </a:xfrm>
        </p:grpSpPr>
        <p:sp>
          <p:nvSpPr>
            <p:cNvPr id="4085" name="Google Shape;4085;p59"/>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9"/>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9"/>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9"/>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9"/>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9"/>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1" name="Google Shape;4091;p59"/>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092" name="Google Shape;4092;p59"/>
          <p:cNvGrpSpPr/>
          <p:nvPr/>
        </p:nvGrpSpPr>
        <p:grpSpPr>
          <a:xfrm>
            <a:off x="-202275" y="2762375"/>
            <a:ext cx="922275" cy="2257025"/>
            <a:chOff x="4725850" y="1134375"/>
            <a:chExt cx="922275" cy="2257025"/>
          </a:xfrm>
        </p:grpSpPr>
        <p:sp>
          <p:nvSpPr>
            <p:cNvPr id="4093" name="Google Shape;4093;p59"/>
            <p:cNvSpPr/>
            <p:nvPr/>
          </p:nvSpPr>
          <p:spPr>
            <a:xfrm>
              <a:off x="4725850" y="3163475"/>
              <a:ext cx="816500" cy="227925"/>
            </a:xfrm>
            <a:custGeom>
              <a:rect b="b" l="l" r="r" t="t"/>
              <a:pathLst>
                <a:path extrusionOk="0" h="9117" w="32660">
                  <a:moveTo>
                    <a:pt x="16330" y="0"/>
                  </a:moveTo>
                  <a:cubicBezTo>
                    <a:pt x="7299" y="0"/>
                    <a:pt x="1" y="2045"/>
                    <a:pt x="1" y="4573"/>
                  </a:cubicBezTo>
                  <a:cubicBezTo>
                    <a:pt x="1" y="7072"/>
                    <a:pt x="7299" y="9116"/>
                    <a:pt x="16330" y="9116"/>
                  </a:cubicBezTo>
                  <a:cubicBezTo>
                    <a:pt x="25361" y="9116"/>
                    <a:pt x="32659" y="7072"/>
                    <a:pt x="32659" y="4573"/>
                  </a:cubicBezTo>
                  <a:cubicBezTo>
                    <a:pt x="32659" y="2045"/>
                    <a:pt x="25361" y="0"/>
                    <a:pt x="163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9"/>
            <p:cNvSpPr/>
            <p:nvPr/>
          </p:nvSpPr>
          <p:spPr>
            <a:xfrm>
              <a:off x="4843000" y="1332000"/>
              <a:ext cx="102250" cy="186125"/>
            </a:xfrm>
            <a:custGeom>
              <a:rect b="b" l="l" r="r" t="t"/>
              <a:pathLst>
                <a:path extrusionOk="0" h="7445" w="4090">
                  <a:moveTo>
                    <a:pt x="2301" y="0"/>
                  </a:moveTo>
                  <a:cubicBezTo>
                    <a:pt x="2024" y="0"/>
                    <a:pt x="1750" y="100"/>
                    <a:pt x="1534" y="303"/>
                  </a:cubicBezTo>
                  <a:cubicBezTo>
                    <a:pt x="1250" y="558"/>
                    <a:pt x="994" y="842"/>
                    <a:pt x="824" y="1183"/>
                  </a:cubicBezTo>
                  <a:cubicBezTo>
                    <a:pt x="284" y="2120"/>
                    <a:pt x="0" y="3199"/>
                    <a:pt x="29" y="4307"/>
                  </a:cubicBezTo>
                  <a:cubicBezTo>
                    <a:pt x="29" y="5131"/>
                    <a:pt x="142" y="5926"/>
                    <a:pt x="341" y="6692"/>
                  </a:cubicBezTo>
                  <a:cubicBezTo>
                    <a:pt x="466" y="7191"/>
                    <a:pt x="747" y="7444"/>
                    <a:pt x="1101" y="7444"/>
                  </a:cubicBezTo>
                  <a:cubicBezTo>
                    <a:pt x="1311" y="7444"/>
                    <a:pt x="1546" y="7355"/>
                    <a:pt x="1790" y="7175"/>
                  </a:cubicBezTo>
                  <a:cubicBezTo>
                    <a:pt x="2017" y="7062"/>
                    <a:pt x="2187" y="6863"/>
                    <a:pt x="2358" y="6664"/>
                  </a:cubicBezTo>
                  <a:cubicBezTo>
                    <a:pt x="2982" y="5812"/>
                    <a:pt x="3465" y="4847"/>
                    <a:pt x="3806" y="3824"/>
                  </a:cubicBezTo>
                  <a:cubicBezTo>
                    <a:pt x="4090" y="2915"/>
                    <a:pt x="4033" y="1921"/>
                    <a:pt x="3607" y="1069"/>
                  </a:cubicBezTo>
                  <a:cubicBezTo>
                    <a:pt x="3494" y="814"/>
                    <a:pt x="3352" y="558"/>
                    <a:pt x="3153" y="359"/>
                  </a:cubicBezTo>
                  <a:cubicBezTo>
                    <a:pt x="2915" y="121"/>
                    <a:pt x="2606" y="0"/>
                    <a:pt x="2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9"/>
            <p:cNvSpPr/>
            <p:nvPr/>
          </p:nvSpPr>
          <p:spPr>
            <a:xfrm>
              <a:off x="4960150" y="1184150"/>
              <a:ext cx="120000" cy="203475"/>
            </a:xfrm>
            <a:custGeom>
              <a:rect b="b" l="l" r="r" t="t"/>
              <a:pathLst>
                <a:path extrusionOk="0" h="8139" w="4800">
                  <a:moveTo>
                    <a:pt x="2232" y="1"/>
                  </a:moveTo>
                  <a:cubicBezTo>
                    <a:pt x="1824" y="1"/>
                    <a:pt x="1417" y="178"/>
                    <a:pt x="1136" y="509"/>
                  </a:cubicBezTo>
                  <a:cubicBezTo>
                    <a:pt x="1051" y="622"/>
                    <a:pt x="937" y="736"/>
                    <a:pt x="881" y="849"/>
                  </a:cubicBezTo>
                  <a:cubicBezTo>
                    <a:pt x="511" y="1389"/>
                    <a:pt x="256" y="2014"/>
                    <a:pt x="199" y="2695"/>
                  </a:cubicBezTo>
                  <a:cubicBezTo>
                    <a:pt x="0" y="4570"/>
                    <a:pt x="739" y="6444"/>
                    <a:pt x="2130" y="7750"/>
                  </a:cubicBezTo>
                  <a:cubicBezTo>
                    <a:pt x="2215" y="7835"/>
                    <a:pt x="2329" y="7921"/>
                    <a:pt x="2471" y="8006"/>
                  </a:cubicBezTo>
                  <a:cubicBezTo>
                    <a:pt x="2595" y="8095"/>
                    <a:pt x="2731" y="8139"/>
                    <a:pt x="2870" y="8139"/>
                  </a:cubicBezTo>
                  <a:cubicBezTo>
                    <a:pt x="2954" y="8139"/>
                    <a:pt x="3039" y="8123"/>
                    <a:pt x="3124" y="8091"/>
                  </a:cubicBezTo>
                  <a:cubicBezTo>
                    <a:pt x="3579" y="7977"/>
                    <a:pt x="3976" y="7750"/>
                    <a:pt x="4345" y="7495"/>
                  </a:cubicBezTo>
                  <a:cubicBezTo>
                    <a:pt x="4544" y="7381"/>
                    <a:pt x="4658" y="7154"/>
                    <a:pt x="4686" y="6927"/>
                  </a:cubicBezTo>
                  <a:cubicBezTo>
                    <a:pt x="4714" y="6359"/>
                    <a:pt x="4743" y="5819"/>
                    <a:pt x="4800" y="5223"/>
                  </a:cubicBezTo>
                  <a:cubicBezTo>
                    <a:pt x="4771" y="4825"/>
                    <a:pt x="4771" y="4399"/>
                    <a:pt x="4714" y="3916"/>
                  </a:cubicBezTo>
                  <a:cubicBezTo>
                    <a:pt x="4601" y="3036"/>
                    <a:pt x="4374" y="2156"/>
                    <a:pt x="3976" y="1360"/>
                  </a:cubicBezTo>
                  <a:cubicBezTo>
                    <a:pt x="3777" y="906"/>
                    <a:pt x="3465" y="537"/>
                    <a:pt x="3067" y="281"/>
                  </a:cubicBezTo>
                  <a:cubicBezTo>
                    <a:pt x="2818" y="92"/>
                    <a:pt x="2525" y="1"/>
                    <a:pt x="2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9"/>
            <p:cNvSpPr/>
            <p:nvPr/>
          </p:nvSpPr>
          <p:spPr>
            <a:xfrm>
              <a:off x="5127700" y="1184975"/>
              <a:ext cx="165450" cy="222800"/>
            </a:xfrm>
            <a:custGeom>
              <a:rect b="b" l="l" r="r" t="t"/>
              <a:pathLst>
                <a:path extrusionOk="0" h="8912" w="6618">
                  <a:moveTo>
                    <a:pt x="4126" y="1"/>
                  </a:moveTo>
                  <a:cubicBezTo>
                    <a:pt x="3716" y="1"/>
                    <a:pt x="3306" y="119"/>
                    <a:pt x="2954" y="362"/>
                  </a:cubicBezTo>
                  <a:cubicBezTo>
                    <a:pt x="2301" y="760"/>
                    <a:pt x="1790" y="1327"/>
                    <a:pt x="1420" y="2009"/>
                  </a:cubicBezTo>
                  <a:cubicBezTo>
                    <a:pt x="654" y="3457"/>
                    <a:pt x="171" y="5019"/>
                    <a:pt x="57" y="6666"/>
                  </a:cubicBezTo>
                  <a:cubicBezTo>
                    <a:pt x="0" y="7036"/>
                    <a:pt x="142" y="7433"/>
                    <a:pt x="426" y="7660"/>
                  </a:cubicBezTo>
                  <a:cubicBezTo>
                    <a:pt x="597" y="7802"/>
                    <a:pt x="710" y="7973"/>
                    <a:pt x="881" y="8115"/>
                  </a:cubicBezTo>
                  <a:cubicBezTo>
                    <a:pt x="1136" y="8399"/>
                    <a:pt x="1449" y="8626"/>
                    <a:pt x="1761" y="8825"/>
                  </a:cubicBezTo>
                  <a:cubicBezTo>
                    <a:pt x="1853" y="8882"/>
                    <a:pt x="1958" y="8912"/>
                    <a:pt x="2063" y="8912"/>
                  </a:cubicBezTo>
                  <a:cubicBezTo>
                    <a:pt x="2217" y="8912"/>
                    <a:pt x="2369" y="8847"/>
                    <a:pt x="2471" y="8711"/>
                  </a:cubicBezTo>
                  <a:cubicBezTo>
                    <a:pt x="3266" y="7944"/>
                    <a:pt x="4033" y="7206"/>
                    <a:pt x="4800" y="6439"/>
                  </a:cubicBezTo>
                  <a:cubicBezTo>
                    <a:pt x="5368" y="5871"/>
                    <a:pt x="5822" y="5247"/>
                    <a:pt x="6191" y="4537"/>
                  </a:cubicBezTo>
                  <a:cubicBezTo>
                    <a:pt x="6475" y="4025"/>
                    <a:pt x="6617" y="3457"/>
                    <a:pt x="6589" y="2889"/>
                  </a:cubicBezTo>
                  <a:cubicBezTo>
                    <a:pt x="6561" y="2037"/>
                    <a:pt x="6191" y="1242"/>
                    <a:pt x="5623" y="618"/>
                  </a:cubicBezTo>
                  <a:cubicBezTo>
                    <a:pt x="5217" y="211"/>
                    <a:pt x="4672" y="1"/>
                    <a:pt x="4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9"/>
            <p:cNvSpPr/>
            <p:nvPr/>
          </p:nvSpPr>
          <p:spPr>
            <a:xfrm>
              <a:off x="5440075" y="1136525"/>
              <a:ext cx="144875" cy="215825"/>
            </a:xfrm>
            <a:custGeom>
              <a:rect b="b" l="l" r="r" t="t"/>
              <a:pathLst>
                <a:path extrusionOk="0" h="8633" w="5795">
                  <a:moveTo>
                    <a:pt x="2435" y="1"/>
                  </a:moveTo>
                  <a:cubicBezTo>
                    <a:pt x="2267" y="1"/>
                    <a:pt x="2098" y="20"/>
                    <a:pt x="1932" y="56"/>
                  </a:cubicBezTo>
                  <a:cubicBezTo>
                    <a:pt x="1250" y="198"/>
                    <a:pt x="711" y="681"/>
                    <a:pt x="512" y="1306"/>
                  </a:cubicBezTo>
                  <a:cubicBezTo>
                    <a:pt x="86" y="2328"/>
                    <a:pt x="1" y="3436"/>
                    <a:pt x="228" y="4515"/>
                  </a:cubicBezTo>
                  <a:cubicBezTo>
                    <a:pt x="541" y="5878"/>
                    <a:pt x="1137" y="7156"/>
                    <a:pt x="2017" y="8264"/>
                  </a:cubicBezTo>
                  <a:lnTo>
                    <a:pt x="2046" y="8320"/>
                  </a:lnTo>
                  <a:cubicBezTo>
                    <a:pt x="2200" y="8520"/>
                    <a:pt x="2424" y="8632"/>
                    <a:pt x="2663" y="8632"/>
                  </a:cubicBezTo>
                  <a:cubicBezTo>
                    <a:pt x="2731" y="8632"/>
                    <a:pt x="2800" y="8623"/>
                    <a:pt x="2869" y="8604"/>
                  </a:cubicBezTo>
                  <a:cubicBezTo>
                    <a:pt x="3437" y="8491"/>
                    <a:pt x="4005" y="8292"/>
                    <a:pt x="4516" y="8008"/>
                  </a:cubicBezTo>
                  <a:cubicBezTo>
                    <a:pt x="4687" y="7923"/>
                    <a:pt x="4829" y="7781"/>
                    <a:pt x="4914" y="7611"/>
                  </a:cubicBezTo>
                  <a:cubicBezTo>
                    <a:pt x="5482" y="6645"/>
                    <a:pt x="5794" y="5537"/>
                    <a:pt x="5794" y="4430"/>
                  </a:cubicBezTo>
                  <a:cubicBezTo>
                    <a:pt x="5766" y="3493"/>
                    <a:pt x="5482" y="2556"/>
                    <a:pt x="4999" y="1760"/>
                  </a:cubicBezTo>
                  <a:cubicBezTo>
                    <a:pt x="4630" y="1136"/>
                    <a:pt x="4090" y="624"/>
                    <a:pt x="3437" y="255"/>
                  </a:cubicBezTo>
                  <a:cubicBezTo>
                    <a:pt x="3130" y="83"/>
                    <a:pt x="2785" y="1"/>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9"/>
            <p:cNvSpPr/>
            <p:nvPr/>
          </p:nvSpPr>
          <p:spPr>
            <a:xfrm>
              <a:off x="5375475" y="1323600"/>
              <a:ext cx="271950" cy="385425"/>
            </a:xfrm>
            <a:custGeom>
              <a:rect b="b" l="l" r="r" t="t"/>
              <a:pathLst>
                <a:path extrusionOk="0" h="15417" w="10878">
                  <a:moveTo>
                    <a:pt x="7102" y="0"/>
                  </a:moveTo>
                  <a:cubicBezTo>
                    <a:pt x="6473" y="0"/>
                    <a:pt x="5852" y="147"/>
                    <a:pt x="5283" y="440"/>
                  </a:cubicBezTo>
                  <a:cubicBezTo>
                    <a:pt x="4232" y="923"/>
                    <a:pt x="3323" y="1718"/>
                    <a:pt x="2727" y="2740"/>
                  </a:cubicBezTo>
                  <a:cubicBezTo>
                    <a:pt x="2131" y="3706"/>
                    <a:pt x="1648" y="4757"/>
                    <a:pt x="1307" y="5864"/>
                  </a:cubicBezTo>
                  <a:cubicBezTo>
                    <a:pt x="853" y="7398"/>
                    <a:pt x="483" y="8960"/>
                    <a:pt x="199" y="10550"/>
                  </a:cubicBezTo>
                  <a:cubicBezTo>
                    <a:pt x="57" y="11146"/>
                    <a:pt x="1" y="11743"/>
                    <a:pt x="1" y="12339"/>
                  </a:cubicBezTo>
                  <a:cubicBezTo>
                    <a:pt x="29" y="13106"/>
                    <a:pt x="285" y="13873"/>
                    <a:pt x="711" y="14526"/>
                  </a:cubicBezTo>
                  <a:cubicBezTo>
                    <a:pt x="1023" y="15037"/>
                    <a:pt x="1563" y="15349"/>
                    <a:pt x="2131" y="15406"/>
                  </a:cubicBezTo>
                  <a:cubicBezTo>
                    <a:pt x="2224" y="15413"/>
                    <a:pt x="2320" y="15416"/>
                    <a:pt x="2416" y="15416"/>
                  </a:cubicBezTo>
                  <a:cubicBezTo>
                    <a:pt x="2726" y="15416"/>
                    <a:pt x="3041" y="15379"/>
                    <a:pt x="3323" y="15293"/>
                  </a:cubicBezTo>
                  <a:cubicBezTo>
                    <a:pt x="3863" y="15122"/>
                    <a:pt x="4402" y="14867"/>
                    <a:pt x="4857" y="14554"/>
                  </a:cubicBezTo>
                  <a:cubicBezTo>
                    <a:pt x="5851" y="13901"/>
                    <a:pt x="6731" y="13106"/>
                    <a:pt x="7498" y="12197"/>
                  </a:cubicBezTo>
                  <a:cubicBezTo>
                    <a:pt x="8464" y="11033"/>
                    <a:pt x="9287" y="9755"/>
                    <a:pt x="9912" y="8363"/>
                  </a:cubicBezTo>
                  <a:cubicBezTo>
                    <a:pt x="10451" y="7227"/>
                    <a:pt x="10764" y="5978"/>
                    <a:pt x="10821" y="4700"/>
                  </a:cubicBezTo>
                  <a:cubicBezTo>
                    <a:pt x="10877" y="3791"/>
                    <a:pt x="10764" y="2882"/>
                    <a:pt x="10423" y="2030"/>
                  </a:cubicBezTo>
                  <a:cubicBezTo>
                    <a:pt x="10054" y="1121"/>
                    <a:pt x="9259" y="440"/>
                    <a:pt x="8322" y="184"/>
                  </a:cubicBezTo>
                  <a:cubicBezTo>
                    <a:pt x="7920" y="62"/>
                    <a:pt x="7509" y="0"/>
                    <a:pt x="7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9"/>
            <p:cNvSpPr/>
            <p:nvPr/>
          </p:nvSpPr>
          <p:spPr>
            <a:xfrm>
              <a:off x="5001325" y="1349300"/>
              <a:ext cx="220125" cy="325200"/>
            </a:xfrm>
            <a:custGeom>
              <a:rect b="b" l="l" r="r" t="t"/>
              <a:pathLst>
                <a:path extrusionOk="0" h="13008" w="8805">
                  <a:moveTo>
                    <a:pt x="3592" y="1"/>
                  </a:moveTo>
                  <a:cubicBezTo>
                    <a:pt x="3512" y="1"/>
                    <a:pt x="3432" y="3"/>
                    <a:pt x="3351" y="8"/>
                  </a:cubicBezTo>
                  <a:cubicBezTo>
                    <a:pt x="1449" y="122"/>
                    <a:pt x="0" y="1826"/>
                    <a:pt x="171" y="3729"/>
                  </a:cubicBezTo>
                  <a:cubicBezTo>
                    <a:pt x="228" y="4240"/>
                    <a:pt x="313" y="4779"/>
                    <a:pt x="398" y="5290"/>
                  </a:cubicBezTo>
                  <a:cubicBezTo>
                    <a:pt x="909" y="8130"/>
                    <a:pt x="2301" y="10487"/>
                    <a:pt x="4317" y="12532"/>
                  </a:cubicBezTo>
                  <a:cubicBezTo>
                    <a:pt x="4374" y="12617"/>
                    <a:pt x="4459" y="12674"/>
                    <a:pt x="4516" y="12731"/>
                  </a:cubicBezTo>
                  <a:cubicBezTo>
                    <a:pt x="4657" y="12912"/>
                    <a:pt x="4869" y="13008"/>
                    <a:pt x="5081" y="13008"/>
                  </a:cubicBezTo>
                  <a:cubicBezTo>
                    <a:pt x="5169" y="13008"/>
                    <a:pt x="5257" y="12991"/>
                    <a:pt x="5339" y="12958"/>
                  </a:cubicBezTo>
                  <a:cubicBezTo>
                    <a:pt x="5377" y="12939"/>
                    <a:pt x="5418" y="12933"/>
                    <a:pt x="5460" y="12933"/>
                  </a:cubicBezTo>
                  <a:cubicBezTo>
                    <a:pt x="5545" y="12933"/>
                    <a:pt x="5633" y="12958"/>
                    <a:pt x="5709" y="12958"/>
                  </a:cubicBezTo>
                  <a:cubicBezTo>
                    <a:pt x="6873" y="12845"/>
                    <a:pt x="7782" y="12333"/>
                    <a:pt x="8236" y="11197"/>
                  </a:cubicBezTo>
                  <a:cubicBezTo>
                    <a:pt x="8321" y="10942"/>
                    <a:pt x="8406" y="10715"/>
                    <a:pt x="8492" y="10459"/>
                  </a:cubicBezTo>
                  <a:cubicBezTo>
                    <a:pt x="8690" y="9749"/>
                    <a:pt x="8804" y="9011"/>
                    <a:pt x="8776" y="8272"/>
                  </a:cubicBezTo>
                  <a:cubicBezTo>
                    <a:pt x="8776" y="6568"/>
                    <a:pt x="8435" y="4893"/>
                    <a:pt x="7810" y="3303"/>
                  </a:cubicBezTo>
                  <a:cubicBezTo>
                    <a:pt x="7356" y="2309"/>
                    <a:pt x="6674" y="1428"/>
                    <a:pt x="5822" y="747"/>
                  </a:cubicBezTo>
                  <a:cubicBezTo>
                    <a:pt x="5177" y="256"/>
                    <a:pt x="4391" y="1"/>
                    <a:pt x="3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9"/>
            <p:cNvSpPr/>
            <p:nvPr/>
          </p:nvSpPr>
          <p:spPr>
            <a:xfrm>
              <a:off x="4811750" y="1499700"/>
              <a:ext cx="144150" cy="289675"/>
            </a:xfrm>
            <a:custGeom>
              <a:rect b="b" l="l" r="r" t="t"/>
              <a:pathLst>
                <a:path extrusionOk="0" h="11587" w="5766">
                  <a:moveTo>
                    <a:pt x="2983" y="1"/>
                  </a:moveTo>
                  <a:cubicBezTo>
                    <a:pt x="2907" y="1"/>
                    <a:pt x="2831" y="5"/>
                    <a:pt x="2756" y="13"/>
                  </a:cubicBezTo>
                  <a:cubicBezTo>
                    <a:pt x="1648" y="98"/>
                    <a:pt x="739" y="836"/>
                    <a:pt x="398" y="1887"/>
                  </a:cubicBezTo>
                  <a:cubicBezTo>
                    <a:pt x="228" y="2427"/>
                    <a:pt x="143" y="2995"/>
                    <a:pt x="114" y="3563"/>
                  </a:cubicBezTo>
                  <a:cubicBezTo>
                    <a:pt x="1" y="5607"/>
                    <a:pt x="484" y="7539"/>
                    <a:pt x="966" y="9498"/>
                  </a:cubicBezTo>
                  <a:cubicBezTo>
                    <a:pt x="995" y="9782"/>
                    <a:pt x="1165" y="10038"/>
                    <a:pt x="1421" y="10180"/>
                  </a:cubicBezTo>
                  <a:cubicBezTo>
                    <a:pt x="1563" y="10265"/>
                    <a:pt x="1591" y="10407"/>
                    <a:pt x="1648" y="10549"/>
                  </a:cubicBezTo>
                  <a:cubicBezTo>
                    <a:pt x="1762" y="10719"/>
                    <a:pt x="1847" y="10918"/>
                    <a:pt x="1960" y="11088"/>
                  </a:cubicBezTo>
                  <a:cubicBezTo>
                    <a:pt x="2193" y="11411"/>
                    <a:pt x="2562" y="11587"/>
                    <a:pt x="2931" y="11587"/>
                  </a:cubicBezTo>
                  <a:cubicBezTo>
                    <a:pt x="3146" y="11587"/>
                    <a:pt x="3362" y="11527"/>
                    <a:pt x="3551" y="11401"/>
                  </a:cubicBezTo>
                  <a:cubicBezTo>
                    <a:pt x="3835" y="11230"/>
                    <a:pt x="4090" y="11003"/>
                    <a:pt x="4261" y="10719"/>
                  </a:cubicBezTo>
                  <a:cubicBezTo>
                    <a:pt x="4545" y="10350"/>
                    <a:pt x="4772" y="9924"/>
                    <a:pt x="4971" y="9498"/>
                  </a:cubicBezTo>
                  <a:cubicBezTo>
                    <a:pt x="5567" y="8192"/>
                    <a:pt x="5709" y="6800"/>
                    <a:pt x="5737" y="5380"/>
                  </a:cubicBezTo>
                  <a:cubicBezTo>
                    <a:pt x="5766" y="4244"/>
                    <a:pt x="5595" y="3080"/>
                    <a:pt x="5255" y="1972"/>
                  </a:cubicBezTo>
                  <a:cubicBezTo>
                    <a:pt x="5169" y="1603"/>
                    <a:pt x="4999" y="1262"/>
                    <a:pt x="4772" y="950"/>
                  </a:cubicBezTo>
                  <a:cubicBezTo>
                    <a:pt x="4387" y="359"/>
                    <a:pt x="3699" y="1"/>
                    <a:pt x="29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9"/>
            <p:cNvSpPr/>
            <p:nvPr/>
          </p:nvSpPr>
          <p:spPr>
            <a:xfrm>
              <a:off x="4748575" y="2183000"/>
              <a:ext cx="754025" cy="592250"/>
            </a:xfrm>
            <a:custGeom>
              <a:rect b="b" l="l" r="r" t="t"/>
              <a:pathLst>
                <a:path extrusionOk="0" h="23690" w="30161">
                  <a:moveTo>
                    <a:pt x="30160" y="1"/>
                  </a:moveTo>
                  <a:lnTo>
                    <a:pt x="30160" y="1"/>
                  </a:lnTo>
                  <a:cubicBezTo>
                    <a:pt x="29109" y="1023"/>
                    <a:pt x="23174" y="1790"/>
                    <a:pt x="15904" y="1846"/>
                  </a:cubicBezTo>
                  <a:lnTo>
                    <a:pt x="15052" y="1846"/>
                  </a:lnTo>
                  <a:cubicBezTo>
                    <a:pt x="7441" y="1846"/>
                    <a:pt x="1136" y="1051"/>
                    <a:pt x="0" y="29"/>
                  </a:cubicBezTo>
                  <a:lnTo>
                    <a:pt x="0" y="29"/>
                  </a:lnTo>
                  <a:cubicBezTo>
                    <a:pt x="0" y="86"/>
                    <a:pt x="0" y="143"/>
                    <a:pt x="29" y="199"/>
                  </a:cubicBezTo>
                  <a:cubicBezTo>
                    <a:pt x="142" y="654"/>
                    <a:pt x="228" y="1108"/>
                    <a:pt x="341" y="1563"/>
                  </a:cubicBezTo>
                  <a:cubicBezTo>
                    <a:pt x="1051" y="4317"/>
                    <a:pt x="1704" y="7072"/>
                    <a:pt x="2414" y="9827"/>
                  </a:cubicBezTo>
                  <a:cubicBezTo>
                    <a:pt x="3181" y="12837"/>
                    <a:pt x="3976" y="15847"/>
                    <a:pt x="4800" y="18886"/>
                  </a:cubicBezTo>
                  <a:cubicBezTo>
                    <a:pt x="4970" y="19539"/>
                    <a:pt x="5084" y="20249"/>
                    <a:pt x="5339" y="20931"/>
                  </a:cubicBezTo>
                  <a:cubicBezTo>
                    <a:pt x="5396" y="21158"/>
                    <a:pt x="5567" y="21385"/>
                    <a:pt x="5794" y="21527"/>
                  </a:cubicBezTo>
                  <a:cubicBezTo>
                    <a:pt x="6248" y="21811"/>
                    <a:pt x="6759" y="22038"/>
                    <a:pt x="7299" y="22152"/>
                  </a:cubicBezTo>
                  <a:cubicBezTo>
                    <a:pt x="7393" y="22246"/>
                    <a:pt x="7526" y="22301"/>
                    <a:pt x="7682" y="22301"/>
                  </a:cubicBezTo>
                  <a:cubicBezTo>
                    <a:pt x="7714" y="22301"/>
                    <a:pt x="7748" y="22299"/>
                    <a:pt x="7782" y="22294"/>
                  </a:cubicBezTo>
                  <a:cubicBezTo>
                    <a:pt x="8520" y="22606"/>
                    <a:pt x="9287" y="22805"/>
                    <a:pt x="10082" y="22890"/>
                  </a:cubicBezTo>
                  <a:cubicBezTo>
                    <a:pt x="10165" y="22973"/>
                    <a:pt x="10294" y="23026"/>
                    <a:pt x="10424" y="23026"/>
                  </a:cubicBezTo>
                  <a:cubicBezTo>
                    <a:pt x="10471" y="23026"/>
                    <a:pt x="10519" y="23019"/>
                    <a:pt x="10565" y="23004"/>
                  </a:cubicBezTo>
                  <a:cubicBezTo>
                    <a:pt x="11388" y="23259"/>
                    <a:pt x="12240" y="23430"/>
                    <a:pt x="13092" y="23430"/>
                  </a:cubicBezTo>
                  <a:cubicBezTo>
                    <a:pt x="13196" y="23513"/>
                    <a:pt x="13315" y="23566"/>
                    <a:pt x="13439" y="23566"/>
                  </a:cubicBezTo>
                  <a:cubicBezTo>
                    <a:pt x="13484" y="23566"/>
                    <a:pt x="13529" y="23558"/>
                    <a:pt x="13575" y="23543"/>
                  </a:cubicBezTo>
                  <a:cubicBezTo>
                    <a:pt x="14032" y="23585"/>
                    <a:pt x="14490" y="23611"/>
                    <a:pt x="14947" y="23611"/>
                  </a:cubicBezTo>
                  <a:cubicBezTo>
                    <a:pt x="15115" y="23611"/>
                    <a:pt x="15282" y="23608"/>
                    <a:pt x="15449" y="23600"/>
                  </a:cubicBezTo>
                  <a:cubicBezTo>
                    <a:pt x="15541" y="23661"/>
                    <a:pt x="15640" y="23689"/>
                    <a:pt x="15739" y="23689"/>
                  </a:cubicBezTo>
                  <a:cubicBezTo>
                    <a:pt x="15825" y="23689"/>
                    <a:pt x="15910" y="23668"/>
                    <a:pt x="15989" y="23628"/>
                  </a:cubicBezTo>
                  <a:cubicBezTo>
                    <a:pt x="16131" y="23657"/>
                    <a:pt x="16301" y="23657"/>
                    <a:pt x="16443" y="23685"/>
                  </a:cubicBezTo>
                  <a:cubicBezTo>
                    <a:pt x="17153" y="23685"/>
                    <a:pt x="17835" y="23628"/>
                    <a:pt x="18516" y="23543"/>
                  </a:cubicBezTo>
                  <a:cubicBezTo>
                    <a:pt x="18582" y="23565"/>
                    <a:pt x="18643" y="23574"/>
                    <a:pt x="18702" y="23574"/>
                  </a:cubicBezTo>
                  <a:cubicBezTo>
                    <a:pt x="18800" y="23574"/>
                    <a:pt x="18894" y="23550"/>
                    <a:pt x="18999" y="23515"/>
                  </a:cubicBezTo>
                  <a:cubicBezTo>
                    <a:pt x="19397" y="23458"/>
                    <a:pt x="19823" y="23458"/>
                    <a:pt x="20220" y="23373"/>
                  </a:cubicBezTo>
                  <a:cubicBezTo>
                    <a:pt x="20561" y="23344"/>
                    <a:pt x="20902" y="23259"/>
                    <a:pt x="21214" y="23117"/>
                  </a:cubicBezTo>
                  <a:cubicBezTo>
                    <a:pt x="21260" y="23132"/>
                    <a:pt x="21306" y="23140"/>
                    <a:pt x="21350" y="23140"/>
                  </a:cubicBezTo>
                  <a:cubicBezTo>
                    <a:pt x="21472" y="23140"/>
                    <a:pt x="21586" y="23087"/>
                    <a:pt x="21669" y="23004"/>
                  </a:cubicBezTo>
                  <a:cubicBezTo>
                    <a:pt x="22265" y="22918"/>
                    <a:pt x="22805" y="22748"/>
                    <a:pt x="23316" y="22436"/>
                  </a:cubicBezTo>
                  <a:cubicBezTo>
                    <a:pt x="23352" y="22448"/>
                    <a:pt x="23389" y="22453"/>
                    <a:pt x="23425" y="22453"/>
                  </a:cubicBezTo>
                  <a:cubicBezTo>
                    <a:pt x="23557" y="22453"/>
                    <a:pt x="23681" y="22377"/>
                    <a:pt x="23770" y="22265"/>
                  </a:cubicBezTo>
                  <a:cubicBezTo>
                    <a:pt x="24452" y="22038"/>
                    <a:pt x="25077" y="21669"/>
                    <a:pt x="25588" y="21215"/>
                  </a:cubicBezTo>
                  <a:cubicBezTo>
                    <a:pt x="25843" y="20959"/>
                    <a:pt x="26042" y="20647"/>
                    <a:pt x="26071" y="20306"/>
                  </a:cubicBezTo>
                  <a:cubicBezTo>
                    <a:pt x="26383" y="18715"/>
                    <a:pt x="26724" y="17153"/>
                    <a:pt x="27036" y="15592"/>
                  </a:cubicBezTo>
                  <a:cubicBezTo>
                    <a:pt x="27405" y="13831"/>
                    <a:pt x="27775" y="12098"/>
                    <a:pt x="28144" y="10366"/>
                  </a:cubicBezTo>
                  <a:cubicBezTo>
                    <a:pt x="28627" y="8009"/>
                    <a:pt x="29138" y="5624"/>
                    <a:pt x="29649" y="3238"/>
                  </a:cubicBezTo>
                  <a:cubicBezTo>
                    <a:pt x="29791" y="2443"/>
                    <a:pt x="29961" y="1676"/>
                    <a:pt x="30103" y="881"/>
                  </a:cubicBezTo>
                  <a:cubicBezTo>
                    <a:pt x="30132" y="597"/>
                    <a:pt x="30160" y="313"/>
                    <a:pt x="30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9"/>
            <p:cNvSpPr/>
            <p:nvPr/>
          </p:nvSpPr>
          <p:spPr>
            <a:xfrm>
              <a:off x="4743600" y="2121225"/>
              <a:ext cx="763250" cy="107250"/>
            </a:xfrm>
            <a:custGeom>
              <a:rect b="b" l="l" r="r" t="t"/>
              <a:pathLst>
                <a:path extrusionOk="0" h="4290" w="30530">
                  <a:moveTo>
                    <a:pt x="15251" y="1"/>
                  </a:moveTo>
                  <a:cubicBezTo>
                    <a:pt x="6816" y="1"/>
                    <a:pt x="1" y="966"/>
                    <a:pt x="1" y="2159"/>
                  </a:cubicBezTo>
                  <a:cubicBezTo>
                    <a:pt x="1" y="3352"/>
                    <a:pt x="6816" y="4289"/>
                    <a:pt x="15251" y="4289"/>
                  </a:cubicBezTo>
                  <a:cubicBezTo>
                    <a:pt x="23685" y="4289"/>
                    <a:pt x="30529" y="3352"/>
                    <a:pt x="30529" y="2159"/>
                  </a:cubicBezTo>
                  <a:cubicBezTo>
                    <a:pt x="30529" y="966"/>
                    <a:pt x="23685" y="1"/>
                    <a:pt x="15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9"/>
            <p:cNvSpPr/>
            <p:nvPr/>
          </p:nvSpPr>
          <p:spPr>
            <a:xfrm>
              <a:off x="4775550" y="2164550"/>
              <a:ext cx="699350" cy="63925"/>
            </a:xfrm>
            <a:custGeom>
              <a:rect b="b" l="l" r="r" t="t"/>
              <a:pathLst>
                <a:path extrusionOk="0" h="2557" w="27974">
                  <a:moveTo>
                    <a:pt x="13973" y="0"/>
                  </a:moveTo>
                  <a:cubicBezTo>
                    <a:pt x="6248" y="0"/>
                    <a:pt x="1" y="568"/>
                    <a:pt x="1" y="1278"/>
                  </a:cubicBezTo>
                  <a:cubicBezTo>
                    <a:pt x="1" y="1988"/>
                    <a:pt x="6248" y="2556"/>
                    <a:pt x="13973" y="2556"/>
                  </a:cubicBezTo>
                  <a:cubicBezTo>
                    <a:pt x="21697" y="2556"/>
                    <a:pt x="27973" y="1988"/>
                    <a:pt x="27973" y="1278"/>
                  </a:cubicBezTo>
                  <a:cubicBezTo>
                    <a:pt x="27973" y="568"/>
                    <a:pt x="21697" y="0"/>
                    <a:pt x="13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9"/>
            <p:cNvSpPr/>
            <p:nvPr/>
          </p:nvSpPr>
          <p:spPr>
            <a:xfrm>
              <a:off x="5044625" y="1572100"/>
              <a:ext cx="508375" cy="655650"/>
            </a:xfrm>
            <a:custGeom>
              <a:rect b="b" l="l" r="r" t="t"/>
              <a:pathLst>
                <a:path extrusionOk="0" h="26226" w="20335">
                  <a:moveTo>
                    <a:pt x="10488" y="0"/>
                  </a:moveTo>
                  <a:cubicBezTo>
                    <a:pt x="9733" y="0"/>
                    <a:pt x="8999" y="91"/>
                    <a:pt x="8322" y="269"/>
                  </a:cubicBezTo>
                  <a:cubicBezTo>
                    <a:pt x="6362" y="809"/>
                    <a:pt x="4630" y="1973"/>
                    <a:pt x="3380" y="3592"/>
                  </a:cubicBezTo>
                  <a:cubicBezTo>
                    <a:pt x="1875" y="5381"/>
                    <a:pt x="881" y="7568"/>
                    <a:pt x="512" y="9896"/>
                  </a:cubicBezTo>
                  <a:cubicBezTo>
                    <a:pt x="86" y="12339"/>
                    <a:pt x="1" y="14838"/>
                    <a:pt x="256" y="17337"/>
                  </a:cubicBezTo>
                  <a:cubicBezTo>
                    <a:pt x="427" y="18927"/>
                    <a:pt x="626" y="20518"/>
                    <a:pt x="824" y="22108"/>
                  </a:cubicBezTo>
                  <a:cubicBezTo>
                    <a:pt x="881" y="22534"/>
                    <a:pt x="966" y="22960"/>
                    <a:pt x="1052" y="23357"/>
                  </a:cubicBezTo>
                  <a:cubicBezTo>
                    <a:pt x="1137" y="23869"/>
                    <a:pt x="1449" y="24295"/>
                    <a:pt x="1903" y="24522"/>
                  </a:cubicBezTo>
                  <a:cubicBezTo>
                    <a:pt x="2784" y="25033"/>
                    <a:pt x="3721" y="25459"/>
                    <a:pt x="4687" y="25800"/>
                  </a:cubicBezTo>
                  <a:cubicBezTo>
                    <a:pt x="5226" y="25970"/>
                    <a:pt x="5766" y="26112"/>
                    <a:pt x="6305" y="26226"/>
                  </a:cubicBezTo>
                  <a:cubicBezTo>
                    <a:pt x="10224" y="26112"/>
                    <a:pt x="13604" y="25771"/>
                    <a:pt x="15791" y="25345"/>
                  </a:cubicBezTo>
                  <a:cubicBezTo>
                    <a:pt x="15961" y="25147"/>
                    <a:pt x="16131" y="24976"/>
                    <a:pt x="16245" y="24749"/>
                  </a:cubicBezTo>
                  <a:lnTo>
                    <a:pt x="16359" y="24579"/>
                  </a:lnTo>
                  <a:cubicBezTo>
                    <a:pt x="17551" y="22591"/>
                    <a:pt x="18545" y="20489"/>
                    <a:pt x="19284" y="18274"/>
                  </a:cubicBezTo>
                  <a:cubicBezTo>
                    <a:pt x="19965" y="16201"/>
                    <a:pt x="20306" y="14014"/>
                    <a:pt x="20334" y="11827"/>
                  </a:cubicBezTo>
                  <a:cubicBezTo>
                    <a:pt x="20334" y="10408"/>
                    <a:pt x="20164" y="8959"/>
                    <a:pt x="19823" y="7568"/>
                  </a:cubicBezTo>
                  <a:cubicBezTo>
                    <a:pt x="19312" y="5637"/>
                    <a:pt x="18318" y="3876"/>
                    <a:pt x="16898" y="2484"/>
                  </a:cubicBezTo>
                  <a:cubicBezTo>
                    <a:pt x="15176" y="804"/>
                    <a:pt x="12737" y="0"/>
                    <a:pt x="10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5428025" y="2190800"/>
              <a:ext cx="4275" cy="2875"/>
            </a:xfrm>
            <a:custGeom>
              <a:rect b="b" l="l" r="r" t="t"/>
              <a:pathLst>
                <a:path extrusionOk="0" h="115" w="171">
                  <a:moveTo>
                    <a:pt x="171" y="1"/>
                  </a:moveTo>
                  <a:cubicBezTo>
                    <a:pt x="85" y="1"/>
                    <a:pt x="0" y="1"/>
                    <a:pt x="0" y="115"/>
                  </a:cubicBezTo>
                  <a:cubicBezTo>
                    <a:pt x="85" y="115"/>
                    <a:pt x="142" y="58"/>
                    <a:pt x="171" y="1"/>
                  </a:cubicBezTo>
                  <a:close/>
                </a:path>
              </a:pathLst>
            </a:custGeom>
            <a:solidFill>
              <a:srgbClr val="EE8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9"/>
            <p:cNvSpPr/>
            <p:nvPr/>
          </p:nvSpPr>
          <p:spPr>
            <a:xfrm>
              <a:off x="5117750" y="2412975"/>
              <a:ext cx="352175" cy="858700"/>
            </a:xfrm>
            <a:custGeom>
              <a:rect b="b" l="l" r="r" t="t"/>
              <a:pathLst>
                <a:path extrusionOk="0" h="34348" w="14087">
                  <a:moveTo>
                    <a:pt x="12350" y="0"/>
                  </a:moveTo>
                  <a:cubicBezTo>
                    <a:pt x="12026" y="0"/>
                    <a:pt x="11894" y="216"/>
                    <a:pt x="11786" y="457"/>
                  </a:cubicBezTo>
                  <a:cubicBezTo>
                    <a:pt x="11730" y="599"/>
                    <a:pt x="11701" y="770"/>
                    <a:pt x="11701" y="940"/>
                  </a:cubicBezTo>
                  <a:cubicBezTo>
                    <a:pt x="11644" y="1877"/>
                    <a:pt x="11588" y="2786"/>
                    <a:pt x="11559" y="3695"/>
                  </a:cubicBezTo>
                  <a:cubicBezTo>
                    <a:pt x="11474" y="5739"/>
                    <a:pt x="11389" y="7756"/>
                    <a:pt x="11304" y="9800"/>
                  </a:cubicBezTo>
                  <a:cubicBezTo>
                    <a:pt x="11218" y="12470"/>
                    <a:pt x="11133" y="15139"/>
                    <a:pt x="11020" y="17809"/>
                  </a:cubicBezTo>
                  <a:lnTo>
                    <a:pt x="10878" y="22211"/>
                  </a:lnTo>
                  <a:cubicBezTo>
                    <a:pt x="10849" y="22353"/>
                    <a:pt x="10849" y="22495"/>
                    <a:pt x="10821" y="22637"/>
                  </a:cubicBezTo>
                  <a:cubicBezTo>
                    <a:pt x="10821" y="22677"/>
                    <a:pt x="10778" y="22717"/>
                    <a:pt x="10733" y="22717"/>
                  </a:cubicBezTo>
                  <a:cubicBezTo>
                    <a:pt x="10715" y="22717"/>
                    <a:pt x="10695" y="22710"/>
                    <a:pt x="10679" y="22694"/>
                  </a:cubicBezTo>
                  <a:cubicBezTo>
                    <a:pt x="10594" y="22665"/>
                    <a:pt x="10508" y="22608"/>
                    <a:pt x="10423" y="22580"/>
                  </a:cubicBezTo>
                  <a:lnTo>
                    <a:pt x="4317" y="18576"/>
                  </a:lnTo>
                  <a:cubicBezTo>
                    <a:pt x="3352" y="17951"/>
                    <a:pt x="2358" y="17355"/>
                    <a:pt x="1392" y="16730"/>
                  </a:cubicBezTo>
                  <a:cubicBezTo>
                    <a:pt x="1194" y="16616"/>
                    <a:pt x="966" y="16503"/>
                    <a:pt x="768" y="16389"/>
                  </a:cubicBezTo>
                  <a:cubicBezTo>
                    <a:pt x="720" y="16370"/>
                    <a:pt x="673" y="16361"/>
                    <a:pt x="627" y="16361"/>
                  </a:cubicBezTo>
                  <a:cubicBezTo>
                    <a:pt x="534" y="16361"/>
                    <a:pt x="446" y="16398"/>
                    <a:pt x="370" y="16474"/>
                  </a:cubicBezTo>
                  <a:cubicBezTo>
                    <a:pt x="200" y="16559"/>
                    <a:pt x="114" y="16730"/>
                    <a:pt x="58" y="16929"/>
                  </a:cubicBezTo>
                  <a:cubicBezTo>
                    <a:pt x="1" y="17213"/>
                    <a:pt x="1" y="17497"/>
                    <a:pt x="29" y="17781"/>
                  </a:cubicBezTo>
                  <a:cubicBezTo>
                    <a:pt x="114" y="18519"/>
                    <a:pt x="86" y="18519"/>
                    <a:pt x="682" y="18916"/>
                  </a:cubicBezTo>
                  <a:cubicBezTo>
                    <a:pt x="1960" y="19768"/>
                    <a:pt x="3238" y="20620"/>
                    <a:pt x="4488" y="21472"/>
                  </a:cubicBezTo>
                  <a:cubicBezTo>
                    <a:pt x="6476" y="22864"/>
                    <a:pt x="8492" y="24170"/>
                    <a:pt x="10423" y="25647"/>
                  </a:cubicBezTo>
                  <a:cubicBezTo>
                    <a:pt x="10622" y="25789"/>
                    <a:pt x="10764" y="26016"/>
                    <a:pt x="10736" y="26272"/>
                  </a:cubicBezTo>
                  <a:cubicBezTo>
                    <a:pt x="10650" y="28487"/>
                    <a:pt x="10594" y="30730"/>
                    <a:pt x="10508" y="32946"/>
                  </a:cubicBezTo>
                  <a:cubicBezTo>
                    <a:pt x="10508" y="33229"/>
                    <a:pt x="10480" y="33513"/>
                    <a:pt x="10395" y="33797"/>
                  </a:cubicBezTo>
                  <a:cubicBezTo>
                    <a:pt x="10310" y="34025"/>
                    <a:pt x="10366" y="34138"/>
                    <a:pt x="10594" y="34223"/>
                  </a:cubicBezTo>
                  <a:cubicBezTo>
                    <a:pt x="10832" y="34310"/>
                    <a:pt x="11071" y="34347"/>
                    <a:pt x="11322" y="34347"/>
                  </a:cubicBezTo>
                  <a:cubicBezTo>
                    <a:pt x="11400" y="34347"/>
                    <a:pt x="11479" y="34344"/>
                    <a:pt x="11559" y="34337"/>
                  </a:cubicBezTo>
                  <a:cubicBezTo>
                    <a:pt x="11759" y="34304"/>
                    <a:pt x="11968" y="34290"/>
                    <a:pt x="12182" y="34290"/>
                  </a:cubicBezTo>
                  <a:cubicBezTo>
                    <a:pt x="12333" y="34290"/>
                    <a:pt x="12485" y="34297"/>
                    <a:pt x="12638" y="34309"/>
                  </a:cubicBezTo>
                  <a:cubicBezTo>
                    <a:pt x="12668" y="34319"/>
                    <a:pt x="12699" y="34323"/>
                    <a:pt x="12729" y="34323"/>
                  </a:cubicBezTo>
                  <a:cubicBezTo>
                    <a:pt x="12874" y="34323"/>
                    <a:pt x="13017" y="34217"/>
                    <a:pt x="13064" y="34053"/>
                  </a:cubicBezTo>
                  <a:cubicBezTo>
                    <a:pt x="13093" y="33911"/>
                    <a:pt x="13121" y="33769"/>
                    <a:pt x="13121" y="33627"/>
                  </a:cubicBezTo>
                  <a:cubicBezTo>
                    <a:pt x="13206" y="30787"/>
                    <a:pt x="13292" y="27947"/>
                    <a:pt x="13377" y="25107"/>
                  </a:cubicBezTo>
                  <a:cubicBezTo>
                    <a:pt x="13462" y="22495"/>
                    <a:pt x="13547" y="19882"/>
                    <a:pt x="13604" y="17241"/>
                  </a:cubicBezTo>
                  <a:cubicBezTo>
                    <a:pt x="13661" y="15537"/>
                    <a:pt x="13718" y="13833"/>
                    <a:pt x="13774" y="12129"/>
                  </a:cubicBezTo>
                  <a:cubicBezTo>
                    <a:pt x="13803" y="10709"/>
                    <a:pt x="13860" y="9261"/>
                    <a:pt x="13888" y="7812"/>
                  </a:cubicBezTo>
                  <a:cubicBezTo>
                    <a:pt x="13945" y="5541"/>
                    <a:pt x="14002" y="3269"/>
                    <a:pt x="14087" y="997"/>
                  </a:cubicBezTo>
                  <a:cubicBezTo>
                    <a:pt x="14087" y="826"/>
                    <a:pt x="14058" y="628"/>
                    <a:pt x="14030" y="457"/>
                  </a:cubicBezTo>
                  <a:cubicBezTo>
                    <a:pt x="14030" y="218"/>
                    <a:pt x="13831" y="28"/>
                    <a:pt x="13596" y="28"/>
                  </a:cubicBezTo>
                  <a:cubicBezTo>
                    <a:pt x="13580" y="28"/>
                    <a:pt x="13563" y="29"/>
                    <a:pt x="13547" y="31"/>
                  </a:cubicBezTo>
                  <a:cubicBezTo>
                    <a:pt x="13363" y="31"/>
                    <a:pt x="13171" y="38"/>
                    <a:pt x="12979" y="38"/>
                  </a:cubicBezTo>
                  <a:cubicBezTo>
                    <a:pt x="12787" y="38"/>
                    <a:pt x="12596" y="31"/>
                    <a:pt x="12411" y="3"/>
                  </a:cubicBezTo>
                  <a:cubicBezTo>
                    <a:pt x="12390" y="1"/>
                    <a:pt x="12370" y="0"/>
                    <a:pt x="123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9"/>
            <p:cNvSpPr/>
            <p:nvPr/>
          </p:nvSpPr>
          <p:spPr>
            <a:xfrm>
              <a:off x="4794000" y="2412975"/>
              <a:ext cx="352175" cy="858700"/>
            </a:xfrm>
            <a:custGeom>
              <a:rect b="b" l="l" r="r" t="t"/>
              <a:pathLst>
                <a:path extrusionOk="0" h="34348" w="14087">
                  <a:moveTo>
                    <a:pt x="1709" y="0"/>
                  </a:moveTo>
                  <a:cubicBezTo>
                    <a:pt x="1689" y="0"/>
                    <a:pt x="1669" y="1"/>
                    <a:pt x="1648" y="3"/>
                  </a:cubicBezTo>
                  <a:cubicBezTo>
                    <a:pt x="1463" y="31"/>
                    <a:pt x="1279" y="38"/>
                    <a:pt x="1091" y="38"/>
                  </a:cubicBezTo>
                  <a:cubicBezTo>
                    <a:pt x="903" y="38"/>
                    <a:pt x="711" y="31"/>
                    <a:pt x="512" y="31"/>
                  </a:cubicBezTo>
                  <a:cubicBezTo>
                    <a:pt x="496" y="29"/>
                    <a:pt x="480" y="28"/>
                    <a:pt x="464" y="28"/>
                  </a:cubicBezTo>
                  <a:cubicBezTo>
                    <a:pt x="232" y="28"/>
                    <a:pt x="56" y="218"/>
                    <a:pt x="29" y="457"/>
                  </a:cubicBezTo>
                  <a:cubicBezTo>
                    <a:pt x="1" y="628"/>
                    <a:pt x="1" y="826"/>
                    <a:pt x="1" y="997"/>
                  </a:cubicBezTo>
                  <a:cubicBezTo>
                    <a:pt x="58" y="3269"/>
                    <a:pt x="115" y="5541"/>
                    <a:pt x="200" y="7812"/>
                  </a:cubicBezTo>
                  <a:cubicBezTo>
                    <a:pt x="228" y="9261"/>
                    <a:pt x="257" y="10709"/>
                    <a:pt x="313" y="12129"/>
                  </a:cubicBezTo>
                  <a:cubicBezTo>
                    <a:pt x="370" y="13833"/>
                    <a:pt x="427" y="15537"/>
                    <a:pt x="455" y="17241"/>
                  </a:cubicBezTo>
                  <a:cubicBezTo>
                    <a:pt x="540" y="19882"/>
                    <a:pt x="626" y="22495"/>
                    <a:pt x="682" y="25107"/>
                  </a:cubicBezTo>
                  <a:cubicBezTo>
                    <a:pt x="768" y="27947"/>
                    <a:pt x="853" y="30787"/>
                    <a:pt x="966" y="33627"/>
                  </a:cubicBezTo>
                  <a:cubicBezTo>
                    <a:pt x="966" y="33769"/>
                    <a:pt x="966" y="33911"/>
                    <a:pt x="1023" y="34053"/>
                  </a:cubicBezTo>
                  <a:cubicBezTo>
                    <a:pt x="1070" y="34217"/>
                    <a:pt x="1195" y="34323"/>
                    <a:pt x="1348" y="34323"/>
                  </a:cubicBezTo>
                  <a:cubicBezTo>
                    <a:pt x="1381" y="34323"/>
                    <a:pt x="1415" y="34319"/>
                    <a:pt x="1449" y="34309"/>
                  </a:cubicBezTo>
                  <a:cubicBezTo>
                    <a:pt x="1602" y="34297"/>
                    <a:pt x="1750" y="34290"/>
                    <a:pt x="1897" y="34290"/>
                  </a:cubicBezTo>
                  <a:cubicBezTo>
                    <a:pt x="2106" y="34290"/>
                    <a:pt x="2312" y="34304"/>
                    <a:pt x="2528" y="34337"/>
                  </a:cubicBezTo>
                  <a:cubicBezTo>
                    <a:pt x="2602" y="34344"/>
                    <a:pt x="2677" y="34347"/>
                    <a:pt x="2754" y="34347"/>
                  </a:cubicBezTo>
                  <a:cubicBezTo>
                    <a:pt x="3000" y="34347"/>
                    <a:pt x="3255" y="34310"/>
                    <a:pt x="3494" y="34223"/>
                  </a:cubicBezTo>
                  <a:cubicBezTo>
                    <a:pt x="3693" y="34138"/>
                    <a:pt x="3778" y="34025"/>
                    <a:pt x="3693" y="33797"/>
                  </a:cubicBezTo>
                  <a:cubicBezTo>
                    <a:pt x="3608" y="33513"/>
                    <a:pt x="3579" y="33229"/>
                    <a:pt x="3579" y="32946"/>
                  </a:cubicBezTo>
                  <a:cubicBezTo>
                    <a:pt x="3494" y="30730"/>
                    <a:pt x="3437" y="28487"/>
                    <a:pt x="3352" y="26272"/>
                  </a:cubicBezTo>
                  <a:cubicBezTo>
                    <a:pt x="3324" y="26016"/>
                    <a:pt x="3437" y="25789"/>
                    <a:pt x="3664" y="25647"/>
                  </a:cubicBezTo>
                  <a:cubicBezTo>
                    <a:pt x="5567" y="24170"/>
                    <a:pt x="7612" y="22864"/>
                    <a:pt x="9571" y="21472"/>
                  </a:cubicBezTo>
                  <a:cubicBezTo>
                    <a:pt x="10849" y="20620"/>
                    <a:pt x="12127" y="19768"/>
                    <a:pt x="13405" y="18916"/>
                  </a:cubicBezTo>
                  <a:cubicBezTo>
                    <a:pt x="14002" y="18519"/>
                    <a:pt x="13973" y="18519"/>
                    <a:pt x="14058" y="17781"/>
                  </a:cubicBezTo>
                  <a:cubicBezTo>
                    <a:pt x="14087" y="17497"/>
                    <a:pt x="14058" y="17213"/>
                    <a:pt x="14030" y="16929"/>
                  </a:cubicBezTo>
                  <a:cubicBezTo>
                    <a:pt x="13973" y="16730"/>
                    <a:pt x="13860" y="16559"/>
                    <a:pt x="13718" y="16474"/>
                  </a:cubicBezTo>
                  <a:cubicBezTo>
                    <a:pt x="13642" y="16398"/>
                    <a:pt x="13554" y="16361"/>
                    <a:pt x="13461" y="16361"/>
                  </a:cubicBezTo>
                  <a:cubicBezTo>
                    <a:pt x="13415" y="16361"/>
                    <a:pt x="13367" y="16370"/>
                    <a:pt x="13320" y="16389"/>
                  </a:cubicBezTo>
                  <a:cubicBezTo>
                    <a:pt x="13121" y="16503"/>
                    <a:pt x="12894" y="16616"/>
                    <a:pt x="12695" y="16730"/>
                  </a:cubicBezTo>
                  <a:cubicBezTo>
                    <a:pt x="11730" y="17355"/>
                    <a:pt x="10736" y="17951"/>
                    <a:pt x="9770" y="18576"/>
                  </a:cubicBezTo>
                  <a:lnTo>
                    <a:pt x="3636" y="22580"/>
                  </a:lnTo>
                  <a:cubicBezTo>
                    <a:pt x="3579" y="22608"/>
                    <a:pt x="3494" y="22665"/>
                    <a:pt x="3409" y="22694"/>
                  </a:cubicBezTo>
                  <a:cubicBezTo>
                    <a:pt x="3384" y="22710"/>
                    <a:pt x="3359" y="22717"/>
                    <a:pt x="3336" y="22717"/>
                  </a:cubicBezTo>
                  <a:cubicBezTo>
                    <a:pt x="3281" y="22717"/>
                    <a:pt x="3238" y="22677"/>
                    <a:pt x="3238" y="22637"/>
                  </a:cubicBezTo>
                  <a:cubicBezTo>
                    <a:pt x="3210" y="22495"/>
                    <a:pt x="3210" y="22353"/>
                    <a:pt x="3210" y="22211"/>
                  </a:cubicBezTo>
                  <a:lnTo>
                    <a:pt x="3040" y="17809"/>
                  </a:lnTo>
                  <a:cubicBezTo>
                    <a:pt x="2954" y="15139"/>
                    <a:pt x="2841" y="12470"/>
                    <a:pt x="2756" y="9800"/>
                  </a:cubicBezTo>
                  <a:cubicBezTo>
                    <a:pt x="2670" y="7756"/>
                    <a:pt x="2585" y="5739"/>
                    <a:pt x="2528" y="3695"/>
                  </a:cubicBezTo>
                  <a:cubicBezTo>
                    <a:pt x="2472" y="2786"/>
                    <a:pt x="2415" y="1877"/>
                    <a:pt x="2386" y="940"/>
                  </a:cubicBezTo>
                  <a:cubicBezTo>
                    <a:pt x="2386" y="770"/>
                    <a:pt x="2358" y="599"/>
                    <a:pt x="2301" y="457"/>
                  </a:cubicBezTo>
                  <a:cubicBezTo>
                    <a:pt x="2167" y="216"/>
                    <a:pt x="2033" y="0"/>
                    <a:pt x="17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4746450" y="1726675"/>
              <a:ext cx="296075" cy="476225"/>
            </a:xfrm>
            <a:custGeom>
              <a:rect b="b" l="l" r="r" t="t"/>
              <a:pathLst>
                <a:path extrusionOk="0" h="19049" w="11843">
                  <a:moveTo>
                    <a:pt x="5498" y="0"/>
                  </a:moveTo>
                  <a:cubicBezTo>
                    <a:pt x="5298" y="0"/>
                    <a:pt x="5091" y="38"/>
                    <a:pt x="4885" y="107"/>
                  </a:cubicBezTo>
                  <a:cubicBezTo>
                    <a:pt x="3692" y="447"/>
                    <a:pt x="2641" y="1214"/>
                    <a:pt x="1988" y="2293"/>
                  </a:cubicBezTo>
                  <a:cubicBezTo>
                    <a:pt x="1278" y="3486"/>
                    <a:pt x="767" y="4764"/>
                    <a:pt x="511" y="6127"/>
                  </a:cubicBezTo>
                  <a:cubicBezTo>
                    <a:pt x="57" y="8314"/>
                    <a:pt x="0" y="10586"/>
                    <a:pt x="369" y="12829"/>
                  </a:cubicBezTo>
                  <a:cubicBezTo>
                    <a:pt x="710" y="14959"/>
                    <a:pt x="1704" y="16947"/>
                    <a:pt x="3238" y="18481"/>
                  </a:cubicBezTo>
                  <a:cubicBezTo>
                    <a:pt x="3578" y="18822"/>
                    <a:pt x="4033" y="19020"/>
                    <a:pt x="4516" y="19049"/>
                  </a:cubicBezTo>
                  <a:lnTo>
                    <a:pt x="5084" y="19049"/>
                  </a:lnTo>
                  <a:cubicBezTo>
                    <a:pt x="6163" y="18964"/>
                    <a:pt x="7242" y="18907"/>
                    <a:pt x="8321" y="18793"/>
                  </a:cubicBezTo>
                  <a:cubicBezTo>
                    <a:pt x="9003" y="18793"/>
                    <a:pt x="9656" y="18708"/>
                    <a:pt x="10337" y="18594"/>
                  </a:cubicBezTo>
                  <a:cubicBezTo>
                    <a:pt x="10439" y="18633"/>
                    <a:pt x="10537" y="18649"/>
                    <a:pt x="10631" y="18649"/>
                  </a:cubicBezTo>
                  <a:cubicBezTo>
                    <a:pt x="10879" y="18649"/>
                    <a:pt x="11105" y="18542"/>
                    <a:pt x="11331" y="18481"/>
                  </a:cubicBezTo>
                  <a:cubicBezTo>
                    <a:pt x="11729" y="18367"/>
                    <a:pt x="11843" y="18083"/>
                    <a:pt x="11615" y="17771"/>
                  </a:cubicBezTo>
                  <a:cubicBezTo>
                    <a:pt x="11473" y="17515"/>
                    <a:pt x="11388" y="17231"/>
                    <a:pt x="11417" y="16976"/>
                  </a:cubicBezTo>
                  <a:cubicBezTo>
                    <a:pt x="11417" y="15811"/>
                    <a:pt x="11360" y="14647"/>
                    <a:pt x="11303" y="13483"/>
                  </a:cubicBezTo>
                  <a:cubicBezTo>
                    <a:pt x="11189" y="11466"/>
                    <a:pt x="10991" y="9422"/>
                    <a:pt x="10678" y="7434"/>
                  </a:cubicBezTo>
                  <a:cubicBezTo>
                    <a:pt x="10423" y="5701"/>
                    <a:pt x="9826" y="4026"/>
                    <a:pt x="9003" y="2492"/>
                  </a:cubicBezTo>
                  <a:cubicBezTo>
                    <a:pt x="8804" y="2151"/>
                    <a:pt x="8605" y="1839"/>
                    <a:pt x="8378" y="1527"/>
                  </a:cubicBezTo>
                  <a:cubicBezTo>
                    <a:pt x="7781" y="731"/>
                    <a:pt x="6873" y="192"/>
                    <a:pt x="5879" y="50"/>
                  </a:cubicBezTo>
                  <a:cubicBezTo>
                    <a:pt x="5756" y="16"/>
                    <a:pt x="5628" y="0"/>
                    <a:pt x="54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9"/>
            <p:cNvSpPr/>
            <p:nvPr/>
          </p:nvSpPr>
          <p:spPr>
            <a:xfrm>
              <a:off x="4743600" y="1333075"/>
              <a:ext cx="290400" cy="849350"/>
            </a:xfrm>
            <a:custGeom>
              <a:rect b="b" l="l" r="r" t="t"/>
              <a:pathLst>
                <a:path extrusionOk="0" h="33974" w="11616">
                  <a:moveTo>
                    <a:pt x="6574" y="0"/>
                  </a:moveTo>
                  <a:cubicBezTo>
                    <a:pt x="6424" y="0"/>
                    <a:pt x="6305" y="132"/>
                    <a:pt x="6305" y="288"/>
                  </a:cubicBezTo>
                  <a:cubicBezTo>
                    <a:pt x="6334" y="430"/>
                    <a:pt x="6447" y="544"/>
                    <a:pt x="6589" y="544"/>
                  </a:cubicBezTo>
                  <a:cubicBezTo>
                    <a:pt x="6731" y="544"/>
                    <a:pt x="6845" y="430"/>
                    <a:pt x="6845" y="288"/>
                  </a:cubicBezTo>
                  <a:cubicBezTo>
                    <a:pt x="6845" y="146"/>
                    <a:pt x="6760" y="33"/>
                    <a:pt x="6618" y="4"/>
                  </a:cubicBezTo>
                  <a:cubicBezTo>
                    <a:pt x="6603" y="2"/>
                    <a:pt x="6588" y="0"/>
                    <a:pt x="6574" y="0"/>
                  </a:cubicBezTo>
                  <a:close/>
                  <a:moveTo>
                    <a:pt x="5086" y="226"/>
                  </a:moveTo>
                  <a:cubicBezTo>
                    <a:pt x="4964" y="226"/>
                    <a:pt x="4853" y="306"/>
                    <a:pt x="4828" y="430"/>
                  </a:cubicBezTo>
                  <a:cubicBezTo>
                    <a:pt x="4828" y="600"/>
                    <a:pt x="4942" y="742"/>
                    <a:pt x="5084" y="799"/>
                  </a:cubicBezTo>
                  <a:cubicBezTo>
                    <a:pt x="5226" y="771"/>
                    <a:pt x="5340" y="686"/>
                    <a:pt x="5396" y="572"/>
                  </a:cubicBezTo>
                  <a:cubicBezTo>
                    <a:pt x="5453" y="402"/>
                    <a:pt x="5311" y="231"/>
                    <a:pt x="5141" y="231"/>
                  </a:cubicBezTo>
                  <a:cubicBezTo>
                    <a:pt x="5122" y="228"/>
                    <a:pt x="5104" y="226"/>
                    <a:pt x="5086" y="226"/>
                  </a:cubicBezTo>
                  <a:close/>
                  <a:moveTo>
                    <a:pt x="7810" y="1424"/>
                  </a:moveTo>
                  <a:cubicBezTo>
                    <a:pt x="7640" y="1452"/>
                    <a:pt x="7470" y="1566"/>
                    <a:pt x="7441" y="1736"/>
                  </a:cubicBezTo>
                  <a:cubicBezTo>
                    <a:pt x="7441" y="1956"/>
                    <a:pt x="7610" y="2106"/>
                    <a:pt x="7779" y="2106"/>
                  </a:cubicBezTo>
                  <a:cubicBezTo>
                    <a:pt x="7850" y="2106"/>
                    <a:pt x="7922" y="2079"/>
                    <a:pt x="7981" y="2020"/>
                  </a:cubicBezTo>
                  <a:cubicBezTo>
                    <a:pt x="8208" y="1822"/>
                    <a:pt x="8094" y="1452"/>
                    <a:pt x="7810" y="1424"/>
                  </a:cubicBezTo>
                  <a:close/>
                  <a:moveTo>
                    <a:pt x="5579" y="2073"/>
                  </a:moveTo>
                  <a:cubicBezTo>
                    <a:pt x="5448" y="2073"/>
                    <a:pt x="5308" y="2180"/>
                    <a:pt x="5283" y="2333"/>
                  </a:cubicBezTo>
                  <a:cubicBezTo>
                    <a:pt x="5254" y="2503"/>
                    <a:pt x="5368" y="2674"/>
                    <a:pt x="5567" y="2702"/>
                  </a:cubicBezTo>
                  <a:cubicBezTo>
                    <a:pt x="5737" y="2702"/>
                    <a:pt x="5879" y="2560"/>
                    <a:pt x="5879" y="2390"/>
                  </a:cubicBezTo>
                  <a:cubicBezTo>
                    <a:pt x="5879" y="2219"/>
                    <a:pt x="5794" y="2106"/>
                    <a:pt x="5624" y="2077"/>
                  </a:cubicBezTo>
                  <a:cubicBezTo>
                    <a:pt x="5609" y="2074"/>
                    <a:pt x="5594" y="2073"/>
                    <a:pt x="5579" y="2073"/>
                  </a:cubicBezTo>
                  <a:close/>
                  <a:moveTo>
                    <a:pt x="4175" y="2390"/>
                  </a:moveTo>
                  <a:cubicBezTo>
                    <a:pt x="4005" y="2390"/>
                    <a:pt x="3863" y="2532"/>
                    <a:pt x="3863" y="2702"/>
                  </a:cubicBezTo>
                  <a:cubicBezTo>
                    <a:pt x="3891" y="2872"/>
                    <a:pt x="4062" y="2986"/>
                    <a:pt x="4232" y="2986"/>
                  </a:cubicBezTo>
                  <a:cubicBezTo>
                    <a:pt x="4374" y="2958"/>
                    <a:pt x="4459" y="2816"/>
                    <a:pt x="4459" y="2674"/>
                  </a:cubicBezTo>
                  <a:cubicBezTo>
                    <a:pt x="4459" y="2532"/>
                    <a:pt x="4346" y="2390"/>
                    <a:pt x="4175" y="2390"/>
                  </a:cubicBezTo>
                  <a:close/>
                  <a:moveTo>
                    <a:pt x="5254" y="4236"/>
                  </a:moveTo>
                  <a:cubicBezTo>
                    <a:pt x="5084" y="4264"/>
                    <a:pt x="4970" y="4406"/>
                    <a:pt x="4970" y="4576"/>
                  </a:cubicBezTo>
                  <a:cubicBezTo>
                    <a:pt x="4970" y="4732"/>
                    <a:pt x="5113" y="4864"/>
                    <a:pt x="5267" y="4864"/>
                  </a:cubicBezTo>
                  <a:cubicBezTo>
                    <a:pt x="5282" y="4864"/>
                    <a:pt x="5296" y="4863"/>
                    <a:pt x="5311" y="4860"/>
                  </a:cubicBezTo>
                  <a:lnTo>
                    <a:pt x="5311" y="4832"/>
                  </a:lnTo>
                  <a:cubicBezTo>
                    <a:pt x="5453" y="4832"/>
                    <a:pt x="5567" y="4718"/>
                    <a:pt x="5567" y="4548"/>
                  </a:cubicBezTo>
                  <a:cubicBezTo>
                    <a:pt x="5567" y="4406"/>
                    <a:pt x="5425" y="4264"/>
                    <a:pt x="5254" y="4236"/>
                  </a:cubicBezTo>
                  <a:close/>
                  <a:moveTo>
                    <a:pt x="7096" y="4703"/>
                  </a:moveTo>
                  <a:cubicBezTo>
                    <a:pt x="7013" y="4703"/>
                    <a:pt x="6948" y="4791"/>
                    <a:pt x="6902" y="4860"/>
                  </a:cubicBezTo>
                  <a:cubicBezTo>
                    <a:pt x="6845" y="4974"/>
                    <a:pt x="6958" y="5144"/>
                    <a:pt x="7100" y="5201"/>
                  </a:cubicBezTo>
                  <a:cubicBezTo>
                    <a:pt x="7214" y="5173"/>
                    <a:pt x="7299" y="5088"/>
                    <a:pt x="7299" y="5002"/>
                  </a:cubicBezTo>
                  <a:lnTo>
                    <a:pt x="7328" y="4974"/>
                  </a:lnTo>
                  <a:cubicBezTo>
                    <a:pt x="7356" y="4860"/>
                    <a:pt x="7299" y="4747"/>
                    <a:pt x="7157" y="4718"/>
                  </a:cubicBezTo>
                  <a:cubicBezTo>
                    <a:pt x="7136" y="4708"/>
                    <a:pt x="7116" y="4703"/>
                    <a:pt x="7096" y="4703"/>
                  </a:cubicBezTo>
                  <a:close/>
                  <a:moveTo>
                    <a:pt x="4062" y="5258"/>
                  </a:moveTo>
                  <a:cubicBezTo>
                    <a:pt x="3834" y="5286"/>
                    <a:pt x="3664" y="5485"/>
                    <a:pt x="3692" y="5684"/>
                  </a:cubicBezTo>
                  <a:cubicBezTo>
                    <a:pt x="3718" y="5840"/>
                    <a:pt x="3839" y="5972"/>
                    <a:pt x="3990" y="5972"/>
                  </a:cubicBezTo>
                  <a:cubicBezTo>
                    <a:pt x="4004" y="5972"/>
                    <a:pt x="4019" y="5970"/>
                    <a:pt x="4033" y="5968"/>
                  </a:cubicBezTo>
                  <a:cubicBezTo>
                    <a:pt x="4232" y="5939"/>
                    <a:pt x="4374" y="5769"/>
                    <a:pt x="4346" y="5570"/>
                  </a:cubicBezTo>
                  <a:cubicBezTo>
                    <a:pt x="4346" y="5400"/>
                    <a:pt x="4204" y="5286"/>
                    <a:pt x="4062" y="5258"/>
                  </a:cubicBezTo>
                  <a:close/>
                  <a:moveTo>
                    <a:pt x="5694" y="6617"/>
                  </a:moveTo>
                  <a:cubicBezTo>
                    <a:pt x="5543" y="6617"/>
                    <a:pt x="5425" y="6749"/>
                    <a:pt x="5425" y="6905"/>
                  </a:cubicBezTo>
                  <a:cubicBezTo>
                    <a:pt x="5425" y="7047"/>
                    <a:pt x="5567" y="7189"/>
                    <a:pt x="5737" y="7217"/>
                  </a:cubicBezTo>
                  <a:cubicBezTo>
                    <a:pt x="5879" y="7217"/>
                    <a:pt x="6021" y="7075"/>
                    <a:pt x="6050" y="6933"/>
                  </a:cubicBezTo>
                  <a:cubicBezTo>
                    <a:pt x="6050" y="6763"/>
                    <a:pt x="5908" y="6621"/>
                    <a:pt x="5737" y="6621"/>
                  </a:cubicBezTo>
                  <a:cubicBezTo>
                    <a:pt x="5722" y="6619"/>
                    <a:pt x="5708" y="6617"/>
                    <a:pt x="5694" y="6617"/>
                  </a:cubicBezTo>
                  <a:close/>
                  <a:moveTo>
                    <a:pt x="4317" y="7047"/>
                  </a:moveTo>
                  <a:cubicBezTo>
                    <a:pt x="4147" y="7047"/>
                    <a:pt x="4005" y="7161"/>
                    <a:pt x="4005" y="7331"/>
                  </a:cubicBezTo>
                  <a:cubicBezTo>
                    <a:pt x="3991" y="7537"/>
                    <a:pt x="4137" y="7637"/>
                    <a:pt x="4284" y="7637"/>
                  </a:cubicBezTo>
                  <a:cubicBezTo>
                    <a:pt x="4442" y="7637"/>
                    <a:pt x="4602" y="7523"/>
                    <a:pt x="4573" y="7303"/>
                  </a:cubicBezTo>
                  <a:cubicBezTo>
                    <a:pt x="4573" y="7175"/>
                    <a:pt x="4482" y="7071"/>
                    <a:pt x="4361" y="7071"/>
                  </a:cubicBezTo>
                  <a:cubicBezTo>
                    <a:pt x="4347" y="7071"/>
                    <a:pt x="4332" y="7072"/>
                    <a:pt x="4317" y="7075"/>
                  </a:cubicBezTo>
                  <a:lnTo>
                    <a:pt x="4317" y="7047"/>
                  </a:lnTo>
                  <a:close/>
                  <a:moveTo>
                    <a:pt x="6837" y="7214"/>
                  </a:moveTo>
                  <a:cubicBezTo>
                    <a:pt x="6821" y="7214"/>
                    <a:pt x="6805" y="7215"/>
                    <a:pt x="6788" y="7217"/>
                  </a:cubicBezTo>
                  <a:cubicBezTo>
                    <a:pt x="6674" y="7303"/>
                    <a:pt x="6589" y="7416"/>
                    <a:pt x="6618" y="7587"/>
                  </a:cubicBezTo>
                  <a:cubicBezTo>
                    <a:pt x="6643" y="7716"/>
                    <a:pt x="6764" y="7846"/>
                    <a:pt x="6914" y="7846"/>
                  </a:cubicBezTo>
                  <a:cubicBezTo>
                    <a:pt x="6929" y="7846"/>
                    <a:pt x="6943" y="7845"/>
                    <a:pt x="6958" y="7842"/>
                  </a:cubicBezTo>
                  <a:cubicBezTo>
                    <a:pt x="7100" y="7842"/>
                    <a:pt x="7214" y="7729"/>
                    <a:pt x="7242" y="7587"/>
                  </a:cubicBezTo>
                  <a:cubicBezTo>
                    <a:pt x="7216" y="7376"/>
                    <a:pt x="7043" y="7214"/>
                    <a:pt x="6837" y="7214"/>
                  </a:cubicBezTo>
                  <a:close/>
                  <a:moveTo>
                    <a:pt x="7498" y="8439"/>
                  </a:moveTo>
                  <a:cubicBezTo>
                    <a:pt x="7356" y="8467"/>
                    <a:pt x="7242" y="8581"/>
                    <a:pt x="7242" y="8723"/>
                  </a:cubicBezTo>
                  <a:cubicBezTo>
                    <a:pt x="7271" y="8893"/>
                    <a:pt x="7384" y="9007"/>
                    <a:pt x="7526" y="9063"/>
                  </a:cubicBezTo>
                  <a:cubicBezTo>
                    <a:pt x="7697" y="9035"/>
                    <a:pt x="7839" y="8893"/>
                    <a:pt x="7839" y="8751"/>
                  </a:cubicBezTo>
                  <a:cubicBezTo>
                    <a:pt x="7810" y="8581"/>
                    <a:pt x="7668" y="8439"/>
                    <a:pt x="7498" y="8439"/>
                  </a:cubicBezTo>
                  <a:close/>
                  <a:moveTo>
                    <a:pt x="5487" y="8605"/>
                  </a:moveTo>
                  <a:cubicBezTo>
                    <a:pt x="5340" y="8605"/>
                    <a:pt x="5226" y="8712"/>
                    <a:pt x="5226" y="8865"/>
                  </a:cubicBezTo>
                  <a:lnTo>
                    <a:pt x="5254" y="8836"/>
                  </a:lnTo>
                  <a:lnTo>
                    <a:pt x="5254" y="8836"/>
                  </a:lnTo>
                  <a:cubicBezTo>
                    <a:pt x="5226" y="8978"/>
                    <a:pt x="5311" y="9120"/>
                    <a:pt x="5453" y="9149"/>
                  </a:cubicBezTo>
                  <a:cubicBezTo>
                    <a:pt x="5595" y="9149"/>
                    <a:pt x="5737" y="9035"/>
                    <a:pt x="5737" y="8893"/>
                  </a:cubicBezTo>
                  <a:cubicBezTo>
                    <a:pt x="5766" y="8751"/>
                    <a:pt x="5680" y="8609"/>
                    <a:pt x="5538" y="8609"/>
                  </a:cubicBezTo>
                  <a:cubicBezTo>
                    <a:pt x="5521" y="8606"/>
                    <a:pt x="5504" y="8605"/>
                    <a:pt x="5487" y="8605"/>
                  </a:cubicBezTo>
                  <a:close/>
                  <a:moveTo>
                    <a:pt x="3238" y="8751"/>
                  </a:moveTo>
                  <a:cubicBezTo>
                    <a:pt x="3068" y="8751"/>
                    <a:pt x="2926" y="8921"/>
                    <a:pt x="2954" y="9092"/>
                  </a:cubicBezTo>
                  <a:cubicBezTo>
                    <a:pt x="2954" y="9262"/>
                    <a:pt x="3068" y="9404"/>
                    <a:pt x="3238" y="9404"/>
                  </a:cubicBezTo>
                  <a:cubicBezTo>
                    <a:pt x="3380" y="9404"/>
                    <a:pt x="3494" y="9262"/>
                    <a:pt x="3494" y="9063"/>
                  </a:cubicBezTo>
                  <a:cubicBezTo>
                    <a:pt x="3522" y="8893"/>
                    <a:pt x="3408" y="8751"/>
                    <a:pt x="3238" y="8751"/>
                  </a:cubicBezTo>
                  <a:close/>
                  <a:moveTo>
                    <a:pt x="7810" y="10199"/>
                  </a:moveTo>
                  <a:cubicBezTo>
                    <a:pt x="7668" y="10199"/>
                    <a:pt x="7555" y="10313"/>
                    <a:pt x="7555" y="10455"/>
                  </a:cubicBezTo>
                  <a:cubicBezTo>
                    <a:pt x="7555" y="10625"/>
                    <a:pt x="7697" y="10767"/>
                    <a:pt x="7867" y="10767"/>
                  </a:cubicBezTo>
                  <a:cubicBezTo>
                    <a:pt x="8009" y="10767"/>
                    <a:pt x="8123" y="10654"/>
                    <a:pt x="8123" y="10512"/>
                  </a:cubicBezTo>
                  <a:cubicBezTo>
                    <a:pt x="8123" y="10341"/>
                    <a:pt x="7981" y="10199"/>
                    <a:pt x="7839" y="10199"/>
                  </a:cubicBezTo>
                  <a:close/>
                  <a:moveTo>
                    <a:pt x="6207" y="10451"/>
                  </a:moveTo>
                  <a:cubicBezTo>
                    <a:pt x="6193" y="10451"/>
                    <a:pt x="6178" y="10452"/>
                    <a:pt x="6163" y="10455"/>
                  </a:cubicBezTo>
                  <a:lnTo>
                    <a:pt x="6192" y="10455"/>
                  </a:lnTo>
                  <a:cubicBezTo>
                    <a:pt x="6050" y="10455"/>
                    <a:pt x="5964" y="10540"/>
                    <a:pt x="5964" y="10682"/>
                  </a:cubicBezTo>
                  <a:cubicBezTo>
                    <a:pt x="5936" y="10824"/>
                    <a:pt x="6050" y="10938"/>
                    <a:pt x="6220" y="10966"/>
                  </a:cubicBezTo>
                  <a:cubicBezTo>
                    <a:pt x="6362" y="10966"/>
                    <a:pt x="6476" y="10824"/>
                    <a:pt x="6476" y="10682"/>
                  </a:cubicBezTo>
                  <a:cubicBezTo>
                    <a:pt x="6450" y="10555"/>
                    <a:pt x="6334" y="10451"/>
                    <a:pt x="6207" y="10451"/>
                  </a:cubicBezTo>
                  <a:close/>
                  <a:moveTo>
                    <a:pt x="2840" y="11136"/>
                  </a:moveTo>
                  <a:cubicBezTo>
                    <a:pt x="2698" y="11136"/>
                    <a:pt x="2585" y="11250"/>
                    <a:pt x="2585" y="11392"/>
                  </a:cubicBezTo>
                  <a:cubicBezTo>
                    <a:pt x="2585" y="11534"/>
                    <a:pt x="2698" y="11619"/>
                    <a:pt x="2812" y="11648"/>
                  </a:cubicBezTo>
                  <a:cubicBezTo>
                    <a:pt x="2827" y="11651"/>
                    <a:pt x="2842" y="11652"/>
                    <a:pt x="2856" y="11652"/>
                  </a:cubicBezTo>
                  <a:cubicBezTo>
                    <a:pt x="2982" y="11652"/>
                    <a:pt x="3099" y="11548"/>
                    <a:pt x="3124" y="11420"/>
                  </a:cubicBezTo>
                  <a:cubicBezTo>
                    <a:pt x="3096" y="11278"/>
                    <a:pt x="2982" y="11165"/>
                    <a:pt x="2840" y="11165"/>
                  </a:cubicBezTo>
                  <a:lnTo>
                    <a:pt x="2840" y="11136"/>
                  </a:lnTo>
                  <a:close/>
                  <a:moveTo>
                    <a:pt x="4658" y="11420"/>
                  </a:moveTo>
                  <a:cubicBezTo>
                    <a:pt x="4601" y="11449"/>
                    <a:pt x="4544" y="11506"/>
                    <a:pt x="4544" y="11562"/>
                  </a:cubicBezTo>
                  <a:cubicBezTo>
                    <a:pt x="4516" y="11676"/>
                    <a:pt x="4601" y="11761"/>
                    <a:pt x="4686" y="11761"/>
                  </a:cubicBezTo>
                  <a:cubicBezTo>
                    <a:pt x="4800" y="11761"/>
                    <a:pt x="4857" y="11676"/>
                    <a:pt x="4857" y="11562"/>
                  </a:cubicBezTo>
                  <a:cubicBezTo>
                    <a:pt x="4857" y="11492"/>
                    <a:pt x="4780" y="11441"/>
                    <a:pt x="4705" y="11441"/>
                  </a:cubicBezTo>
                  <a:cubicBezTo>
                    <a:pt x="4689" y="11441"/>
                    <a:pt x="4673" y="11444"/>
                    <a:pt x="4658" y="11449"/>
                  </a:cubicBezTo>
                  <a:lnTo>
                    <a:pt x="4658" y="11420"/>
                  </a:lnTo>
                  <a:close/>
                  <a:moveTo>
                    <a:pt x="7952" y="12102"/>
                  </a:moveTo>
                  <a:cubicBezTo>
                    <a:pt x="7810" y="12102"/>
                    <a:pt x="7697" y="12244"/>
                    <a:pt x="7697" y="12386"/>
                  </a:cubicBezTo>
                  <a:cubicBezTo>
                    <a:pt x="7697" y="12556"/>
                    <a:pt x="7839" y="12670"/>
                    <a:pt x="8009" y="12670"/>
                  </a:cubicBezTo>
                  <a:cubicBezTo>
                    <a:pt x="8151" y="12642"/>
                    <a:pt x="8265" y="12528"/>
                    <a:pt x="8265" y="12386"/>
                  </a:cubicBezTo>
                  <a:cubicBezTo>
                    <a:pt x="8265" y="12216"/>
                    <a:pt x="8123" y="12102"/>
                    <a:pt x="7952" y="12102"/>
                  </a:cubicBezTo>
                  <a:close/>
                  <a:moveTo>
                    <a:pt x="6537" y="12580"/>
                  </a:moveTo>
                  <a:cubicBezTo>
                    <a:pt x="6385" y="12580"/>
                    <a:pt x="6245" y="12688"/>
                    <a:pt x="6220" y="12840"/>
                  </a:cubicBezTo>
                  <a:cubicBezTo>
                    <a:pt x="6220" y="13011"/>
                    <a:pt x="6334" y="13181"/>
                    <a:pt x="6532" y="13181"/>
                  </a:cubicBezTo>
                  <a:cubicBezTo>
                    <a:pt x="6674" y="13181"/>
                    <a:pt x="6816" y="13068"/>
                    <a:pt x="6845" y="12897"/>
                  </a:cubicBezTo>
                  <a:cubicBezTo>
                    <a:pt x="6845" y="12727"/>
                    <a:pt x="6731" y="12613"/>
                    <a:pt x="6589" y="12613"/>
                  </a:cubicBezTo>
                  <a:lnTo>
                    <a:pt x="6589" y="12585"/>
                  </a:lnTo>
                  <a:cubicBezTo>
                    <a:pt x="6572" y="12582"/>
                    <a:pt x="6554" y="12580"/>
                    <a:pt x="6537" y="12580"/>
                  </a:cubicBezTo>
                  <a:close/>
                  <a:moveTo>
                    <a:pt x="3168" y="13460"/>
                  </a:moveTo>
                  <a:cubicBezTo>
                    <a:pt x="3154" y="13460"/>
                    <a:pt x="3139" y="13462"/>
                    <a:pt x="3124" y="13465"/>
                  </a:cubicBezTo>
                  <a:cubicBezTo>
                    <a:pt x="3011" y="13494"/>
                    <a:pt x="2926" y="13607"/>
                    <a:pt x="2926" y="13721"/>
                  </a:cubicBezTo>
                  <a:cubicBezTo>
                    <a:pt x="2926" y="13844"/>
                    <a:pt x="3033" y="13925"/>
                    <a:pt x="3155" y="13925"/>
                  </a:cubicBezTo>
                  <a:cubicBezTo>
                    <a:pt x="3173" y="13925"/>
                    <a:pt x="3191" y="13923"/>
                    <a:pt x="3210" y="13920"/>
                  </a:cubicBezTo>
                  <a:cubicBezTo>
                    <a:pt x="3352" y="13891"/>
                    <a:pt x="3408" y="13778"/>
                    <a:pt x="3380" y="13664"/>
                  </a:cubicBezTo>
                  <a:cubicBezTo>
                    <a:pt x="3355" y="13540"/>
                    <a:pt x="3266" y="13460"/>
                    <a:pt x="3168" y="13460"/>
                  </a:cubicBezTo>
                  <a:close/>
                  <a:moveTo>
                    <a:pt x="4658" y="14346"/>
                  </a:moveTo>
                  <a:cubicBezTo>
                    <a:pt x="4488" y="14346"/>
                    <a:pt x="4346" y="14516"/>
                    <a:pt x="4374" y="14715"/>
                  </a:cubicBezTo>
                  <a:cubicBezTo>
                    <a:pt x="4402" y="14857"/>
                    <a:pt x="4544" y="14942"/>
                    <a:pt x="4686" y="14942"/>
                  </a:cubicBezTo>
                  <a:cubicBezTo>
                    <a:pt x="4828" y="14942"/>
                    <a:pt x="4970" y="14828"/>
                    <a:pt x="4970" y="14686"/>
                  </a:cubicBezTo>
                  <a:lnTo>
                    <a:pt x="4970" y="14658"/>
                  </a:lnTo>
                  <a:cubicBezTo>
                    <a:pt x="4970" y="14488"/>
                    <a:pt x="4828" y="14346"/>
                    <a:pt x="4658" y="14346"/>
                  </a:cubicBezTo>
                  <a:close/>
                  <a:moveTo>
                    <a:pt x="7929" y="14455"/>
                  </a:moveTo>
                  <a:cubicBezTo>
                    <a:pt x="7783" y="14455"/>
                    <a:pt x="7668" y="14562"/>
                    <a:pt x="7668" y="14715"/>
                  </a:cubicBezTo>
                  <a:cubicBezTo>
                    <a:pt x="7642" y="14899"/>
                    <a:pt x="7786" y="15059"/>
                    <a:pt x="7988" y="15059"/>
                  </a:cubicBezTo>
                  <a:cubicBezTo>
                    <a:pt x="8004" y="15059"/>
                    <a:pt x="8021" y="15058"/>
                    <a:pt x="8037" y="15056"/>
                  </a:cubicBezTo>
                  <a:cubicBezTo>
                    <a:pt x="8208" y="15056"/>
                    <a:pt x="8321" y="14914"/>
                    <a:pt x="8293" y="14743"/>
                  </a:cubicBezTo>
                  <a:cubicBezTo>
                    <a:pt x="8293" y="14587"/>
                    <a:pt x="8175" y="14455"/>
                    <a:pt x="8024" y="14455"/>
                  </a:cubicBezTo>
                  <a:cubicBezTo>
                    <a:pt x="8010" y="14455"/>
                    <a:pt x="7995" y="14457"/>
                    <a:pt x="7981" y="14459"/>
                  </a:cubicBezTo>
                  <a:cubicBezTo>
                    <a:pt x="7963" y="14456"/>
                    <a:pt x="7946" y="14455"/>
                    <a:pt x="7929" y="14455"/>
                  </a:cubicBezTo>
                  <a:close/>
                  <a:moveTo>
                    <a:pt x="5766" y="15538"/>
                  </a:moveTo>
                  <a:cubicBezTo>
                    <a:pt x="5567" y="15538"/>
                    <a:pt x="5396" y="15680"/>
                    <a:pt x="5396" y="15879"/>
                  </a:cubicBezTo>
                  <a:cubicBezTo>
                    <a:pt x="5422" y="16061"/>
                    <a:pt x="5567" y="16195"/>
                    <a:pt x="5744" y="16195"/>
                  </a:cubicBezTo>
                  <a:cubicBezTo>
                    <a:pt x="5760" y="16195"/>
                    <a:pt x="5777" y="16194"/>
                    <a:pt x="5794" y="16191"/>
                  </a:cubicBezTo>
                  <a:cubicBezTo>
                    <a:pt x="5964" y="16163"/>
                    <a:pt x="6106" y="16049"/>
                    <a:pt x="6106" y="15879"/>
                  </a:cubicBezTo>
                  <a:cubicBezTo>
                    <a:pt x="6106" y="15680"/>
                    <a:pt x="5964" y="15538"/>
                    <a:pt x="5766" y="15538"/>
                  </a:cubicBezTo>
                  <a:close/>
                  <a:moveTo>
                    <a:pt x="3579" y="16106"/>
                  </a:moveTo>
                  <a:cubicBezTo>
                    <a:pt x="3352" y="16106"/>
                    <a:pt x="3181" y="16277"/>
                    <a:pt x="3153" y="16504"/>
                  </a:cubicBezTo>
                  <a:cubicBezTo>
                    <a:pt x="3210" y="16731"/>
                    <a:pt x="3437" y="16873"/>
                    <a:pt x="3664" y="16873"/>
                  </a:cubicBezTo>
                  <a:cubicBezTo>
                    <a:pt x="3721" y="16845"/>
                    <a:pt x="3806" y="16845"/>
                    <a:pt x="3863" y="16816"/>
                  </a:cubicBezTo>
                  <a:cubicBezTo>
                    <a:pt x="4005" y="16759"/>
                    <a:pt x="4090" y="16646"/>
                    <a:pt x="4090" y="16504"/>
                  </a:cubicBezTo>
                  <a:cubicBezTo>
                    <a:pt x="4062" y="16333"/>
                    <a:pt x="3948" y="16191"/>
                    <a:pt x="3778" y="16135"/>
                  </a:cubicBezTo>
                  <a:cubicBezTo>
                    <a:pt x="3721" y="16135"/>
                    <a:pt x="3636" y="16106"/>
                    <a:pt x="3579" y="16106"/>
                  </a:cubicBezTo>
                  <a:close/>
                  <a:moveTo>
                    <a:pt x="7725" y="16220"/>
                  </a:moveTo>
                  <a:cubicBezTo>
                    <a:pt x="7526" y="16220"/>
                    <a:pt x="7384" y="16390"/>
                    <a:pt x="7384" y="16561"/>
                  </a:cubicBezTo>
                  <a:cubicBezTo>
                    <a:pt x="7384" y="16759"/>
                    <a:pt x="7526" y="16930"/>
                    <a:pt x="7725" y="16930"/>
                  </a:cubicBezTo>
                  <a:cubicBezTo>
                    <a:pt x="7895" y="16930"/>
                    <a:pt x="8066" y="16788"/>
                    <a:pt x="8066" y="16589"/>
                  </a:cubicBezTo>
                  <a:cubicBezTo>
                    <a:pt x="8066" y="16390"/>
                    <a:pt x="7924" y="16220"/>
                    <a:pt x="7725" y="16220"/>
                  </a:cubicBezTo>
                  <a:close/>
                  <a:moveTo>
                    <a:pt x="6390" y="17611"/>
                  </a:moveTo>
                  <a:cubicBezTo>
                    <a:pt x="6192" y="17611"/>
                    <a:pt x="6021" y="17782"/>
                    <a:pt x="6021" y="17981"/>
                  </a:cubicBezTo>
                  <a:cubicBezTo>
                    <a:pt x="6021" y="18179"/>
                    <a:pt x="6192" y="18321"/>
                    <a:pt x="6390" y="18321"/>
                  </a:cubicBezTo>
                  <a:cubicBezTo>
                    <a:pt x="6589" y="18321"/>
                    <a:pt x="6731" y="18179"/>
                    <a:pt x="6731" y="17981"/>
                  </a:cubicBezTo>
                  <a:cubicBezTo>
                    <a:pt x="6731" y="17782"/>
                    <a:pt x="6589" y="17611"/>
                    <a:pt x="6390" y="17611"/>
                  </a:cubicBezTo>
                  <a:close/>
                  <a:moveTo>
                    <a:pt x="3948" y="18463"/>
                  </a:moveTo>
                  <a:cubicBezTo>
                    <a:pt x="3953" y="18463"/>
                    <a:pt x="3958" y="18463"/>
                    <a:pt x="3963" y="18464"/>
                  </a:cubicBezTo>
                  <a:lnTo>
                    <a:pt x="3963" y="18464"/>
                  </a:lnTo>
                  <a:cubicBezTo>
                    <a:pt x="3967" y="18463"/>
                    <a:pt x="3972" y="18463"/>
                    <a:pt x="3976" y="18463"/>
                  </a:cubicBezTo>
                  <a:close/>
                  <a:moveTo>
                    <a:pt x="1626" y="18261"/>
                  </a:moveTo>
                  <a:cubicBezTo>
                    <a:pt x="1449" y="18261"/>
                    <a:pt x="1307" y="18395"/>
                    <a:pt x="1307" y="18577"/>
                  </a:cubicBezTo>
                  <a:cubicBezTo>
                    <a:pt x="1279" y="18747"/>
                    <a:pt x="1421" y="18889"/>
                    <a:pt x="1591" y="18889"/>
                  </a:cubicBezTo>
                  <a:cubicBezTo>
                    <a:pt x="1618" y="18894"/>
                    <a:pt x="1643" y="18897"/>
                    <a:pt x="1667" y="18897"/>
                  </a:cubicBezTo>
                  <a:cubicBezTo>
                    <a:pt x="2053" y="18897"/>
                    <a:pt x="2104" y="18291"/>
                    <a:pt x="1676" y="18265"/>
                  </a:cubicBezTo>
                  <a:cubicBezTo>
                    <a:pt x="1659" y="18262"/>
                    <a:pt x="1642" y="18261"/>
                    <a:pt x="1626" y="18261"/>
                  </a:cubicBezTo>
                  <a:close/>
                  <a:moveTo>
                    <a:pt x="3963" y="18464"/>
                  </a:moveTo>
                  <a:lnTo>
                    <a:pt x="3963" y="18464"/>
                  </a:lnTo>
                  <a:cubicBezTo>
                    <a:pt x="3771" y="18471"/>
                    <a:pt x="3636" y="18638"/>
                    <a:pt x="3636" y="18833"/>
                  </a:cubicBezTo>
                  <a:cubicBezTo>
                    <a:pt x="3636" y="19003"/>
                    <a:pt x="3778" y="19117"/>
                    <a:pt x="3948" y="19145"/>
                  </a:cubicBezTo>
                  <a:cubicBezTo>
                    <a:pt x="4147" y="19117"/>
                    <a:pt x="4289" y="18975"/>
                    <a:pt x="4317" y="18776"/>
                  </a:cubicBezTo>
                  <a:cubicBezTo>
                    <a:pt x="4290" y="18610"/>
                    <a:pt x="4154" y="18471"/>
                    <a:pt x="3963" y="18464"/>
                  </a:cubicBezTo>
                  <a:close/>
                  <a:moveTo>
                    <a:pt x="9287" y="18605"/>
                  </a:moveTo>
                  <a:cubicBezTo>
                    <a:pt x="8975" y="18634"/>
                    <a:pt x="8975" y="19117"/>
                    <a:pt x="9315" y="19145"/>
                  </a:cubicBezTo>
                  <a:cubicBezTo>
                    <a:pt x="9457" y="19117"/>
                    <a:pt x="9571" y="19003"/>
                    <a:pt x="9543" y="18861"/>
                  </a:cubicBezTo>
                  <a:cubicBezTo>
                    <a:pt x="9543" y="18719"/>
                    <a:pt x="9429" y="18605"/>
                    <a:pt x="9287" y="18605"/>
                  </a:cubicBezTo>
                  <a:close/>
                  <a:moveTo>
                    <a:pt x="7534" y="19852"/>
                  </a:moveTo>
                  <a:cubicBezTo>
                    <a:pt x="7332" y="19852"/>
                    <a:pt x="7188" y="20014"/>
                    <a:pt x="7214" y="20224"/>
                  </a:cubicBezTo>
                  <a:cubicBezTo>
                    <a:pt x="7214" y="20395"/>
                    <a:pt x="7356" y="20508"/>
                    <a:pt x="7526" y="20508"/>
                  </a:cubicBezTo>
                  <a:cubicBezTo>
                    <a:pt x="7697" y="20508"/>
                    <a:pt x="7839" y="20366"/>
                    <a:pt x="7839" y="20196"/>
                  </a:cubicBezTo>
                  <a:cubicBezTo>
                    <a:pt x="7867" y="20025"/>
                    <a:pt x="7754" y="19855"/>
                    <a:pt x="7583" y="19855"/>
                  </a:cubicBezTo>
                  <a:cubicBezTo>
                    <a:pt x="7566" y="19853"/>
                    <a:pt x="7550" y="19852"/>
                    <a:pt x="7534" y="19852"/>
                  </a:cubicBezTo>
                  <a:close/>
                  <a:moveTo>
                    <a:pt x="9982" y="20505"/>
                  </a:moveTo>
                  <a:cubicBezTo>
                    <a:pt x="9802" y="20505"/>
                    <a:pt x="9656" y="20665"/>
                    <a:pt x="9656" y="20849"/>
                  </a:cubicBezTo>
                  <a:cubicBezTo>
                    <a:pt x="9681" y="21021"/>
                    <a:pt x="9812" y="21172"/>
                    <a:pt x="9976" y="21172"/>
                  </a:cubicBezTo>
                  <a:cubicBezTo>
                    <a:pt x="10002" y="21172"/>
                    <a:pt x="10027" y="21169"/>
                    <a:pt x="10054" y="21161"/>
                  </a:cubicBezTo>
                  <a:cubicBezTo>
                    <a:pt x="10224" y="21133"/>
                    <a:pt x="10338" y="20962"/>
                    <a:pt x="10338" y="20820"/>
                  </a:cubicBezTo>
                  <a:cubicBezTo>
                    <a:pt x="10309" y="20650"/>
                    <a:pt x="10167" y="20508"/>
                    <a:pt x="9997" y="20508"/>
                  </a:cubicBezTo>
                  <a:lnTo>
                    <a:pt x="10025" y="20508"/>
                  </a:lnTo>
                  <a:cubicBezTo>
                    <a:pt x="10011" y="20506"/>
                    <a:pt x="9996" y="20505"/>
                    <a:pt x="9982" y="20505"/>
                  </a:cubicBezTo>
                  <a:close/>
                  <a:moveTo>
                    <a:pt x="3343" y="20675"/>
                  </a:moveTo>
                  <a:cubicBezTo>
                    <a:pt x="3210" y="20675"/>
                    <a:pt x="3068" y="20807"/>
                    <a:pt x="3068" y="20962"/>
                  </a:cubicBezTo>
                  <a:cubicBezTo>
                    <a:pt x="3039" y="21133"/>
                    <a:pt x="3181" y="21275"/>
                    <a:pt x="3352" y="21275"/>
                  </a:cubicBezTo>
                  <a:cubicBezTo>
                    <a:pt x="3522" y="21275"/>
                    <a:pt x="3664" y="21161"/>
                    <a:pt x="3692" y="20991"/>
                  </a:cubicBezTo>
                  <a:cubicBezTo>
                    <a:pt x="3692" y="20820"/>
                    <a:pt x="3550" y="20707"/>
                    <a:pt x="3408" y="20678"/>
                  </a:cubicBezTo>
                  <a:lnTo>
                    <a:pt x="3380" y="20678"/>
                  </a:lnTo>
                  <a:cubicBezTo>
                    <a:pt x="3368" y="20676"/>
                    <a:pt x="3355" y="20675"/>
                    <a:pt x="3343" y="20675"/>
                  </a:cubicBezTo>
                  <a:close/>
                  <a:moveTo>
                    <a:pt x="5737" y="21587"/>
                  </a:moveTo>
                  <a:cubicBezTo>
                    <a:pt x="5624" y="21587"/>
                    <a:pt x="5538" y="21701"/>
                    <a:pt x="5510" y="21814"/>
                  </a:cubicBezTo>
                  <a:cubicBezTo>
                    <a:pt x="5510" y="21956"/>
                    <a:pt x="5595" y="22098"/>
                    <a:pt x="5737" y="22098"/>
                  </a:cubicBezTo>
                  <a:cubicBezTo>
                    <a:pt x="5908" y="22098"/>
                    <a:pt x="6021" y="21985"/>
                    <a:pt x="5993" y="21843"/>
                  </a:cubicBezTo>
                  <a:cubicBezTo>
                    <a:pt x="5993" y="21701"/>
                    <a:pt x="5879" y="21587"/>
                    <a:pt x="5766" y="21587"/>
                  </a:cubicBezTo>
                  <a:close/>
                  <a:moveTo>
                    <a:pt x="612" y="21556"/>
                  </a:moveTo>
                  <a:cubicBezTo>
                    <a:pt x="598" y="21556"/>
                    <a:pt x="583" y="21557"/>
                    <a:pt x="569" y="21559"/>
                  </a:cubicBezTo>
                  <a:cubicBezTo>
                    <a:pt x="171" y="21587"/>
                    <a:pt x="171" y="22155"/>
                    <a:pt x="540" y="22184"/>
                  </a:cubicBezTo>
                  <a:cubicBezTo>
                    <a:pt x="558" y="22187"/>
                    <a:pt x="575" y="22188"/>
                    <a:pt x="592" y="22188"/>
                  </a:cubicBezTo>
                  <a:cubicBezTo>
                    <a:pt x="744" y="22188"/>
                    <a:pt x="884" y="22078"/>
                    <a:pt x="909" y="21900"/>
                  </a:cubicBezTo>
                  <a:cubicBezTo>
                    <a:pt x="909" y="21716"/>
                    <a:pt x="788" y="21556"/>
                    <a:pt x="612" y="21556"/>
                  </a:cubicBezTo>
                  <a:close/>
                  <a:moveTo>
                    <a:pt x="8451" y="22265"/>
                  </a:moveTo>
                  <a:cubicBezTo>
                    <a:pt x="8436" y="22265"/>
                    <a:pt x="8421" y="22266"/>
                    <a:pt x="8407" y="22269"/>
                  </a:cubicBezTo>
                  <a:cubicBezTo>
                    <a:pt x="8208" y="22269"/>
                    <a:pt x="8037" y="22468"/>
                    <a:pt x="8066" y="22666"/>
                  </a:cubicBezTo>
                  <a:lnTo>
                    <a:pt x="8094" y="22666"/>
                  </a:lnTo>
                  <a:cubicBezTo>
                    <a:pt x="8123" y="22837"/>
                    <a:pt x="8293" y="22950"/>
                    <a:pt x="8463" y="22950"/>
                  </a:cubicBezTo>
                  <a:cubicBezTo>
                    <a:pt x="8662" y="22922"/>
                    <a:pt x="8776" y="22752"/>
                    <a:pt x="8747" y="22553"/>
                  </a:cubicBezTo>
                  <a:cubicBezTo>
                    <a:pt x="8747" y="22397"/>
                    <a:pt x="8605" y="22265"/>
                    <a:pt x="8451" y="22265"/>
                  </a:cubicBezTo>
                  <a:close/>
                  <a:moveTo>
                    <a:pt x="10645" y="22804"/>
                  </a:moveTo>
                  <a:cubicBezTo>
                    <a:pt x="10628" y="22804"/>
                    <a:pt x="10611" y="22805"/>
                    <a:pt x="10593" y="22808"/>
                  </a:cubicBezTo>
                  <a:cubicBezTo>
                    <a:pt x="10423" y="22808"/>
                    <a:pt x="10281" y="22950"/>
                    <a:pt x="10281" y="23121"/>
                  </a:cubicBezTo>
                  <a:cubicBezTo>
                    <a:pt x="10281" y="23291"/>
                    <a:pt x="10423" y="23405"/>
                    <a:pt x="10593" y="23433"/>
                  </a:cubicBezTo>
                  <a:cubicBezTo>
                    <a:pt x="10792" y="23433"/>
                    <a:pt x="10963" y="23263"/>
                    <a:pt x="10934" y="23064"/>
                  </a:cubicBezTo>
                  <a:cubicBezTo>
                    <a:pt x="10909" y="22911"/>
                    <a:pt x="10792" y="22804"/>
                    <a:pt x="10645" y="22804"/>
                  </a:cubicBezTo>
                  <a:close/>
                  <a:moveTo>
                    <a:pt x="3068" y="23064"/>
                  </a:moveTo>
                  <a:cubicBezTo>
                    <a:pt x="2897" y="23092"/>
                    <a:pt x="2755" y="23206"/>
                    <a:pt x="2755" y="23376"/>
                  </a:cubicBezTo>
                  <a:cubicBezTo>
                    <a:pt x="2755" y="23558"/>
                    <a:pt x="2898" y="23692"/>
                    <a:pt x="3074" y="23692"/>
                  </a:cubicBezTo>
                  <a:cubicBezTo>
                    <a:pt x="3091" y="23692"/>
                    <a:pt x="3107" y="23691"/>
                    <a:pt x="3124" y="23689"/>
                  </a:cubicBezTo>
                  <a:cubicBezTo>
                    <a:pt x="3295" y="23660"/>
                    <a:pt x="3408" y="23518"/>
                    <a:pt x="3408" y="23348"/>
                  </a:cubicBezTo>
                  <a:cubicBezTo>
                    <a:pt x="3380" y="23178"/>
                    <a:pt x="3238" y="23064"/>
                    <a:pt x="3068" y="23064"/>
                  </a:cubicBezTo>
                  <a:close/>
                  <a:moveTo>
                    <a:pt x="5396" y="24086"/>
                  </a:moveTo>
                  <a:cubicBezTo>
                    <a:pt x="5198" y="24115"/>
                    <a:pt x="5056" y="24257"/>
                    <a:pt x="5056" y="24456"/>
                  </a:cubicBezTo>
                  <a:cubicBezTo>
                    <a:pt x="5084" y="24654"/>
                    <a:pt x="5226" y="24796"/>
                    <a:pt x="5425" y="24796"/>
                  </a:cubicBezTo>
                  <a:cubicBezTo>
                    <a:pt x="5624" y="24768"/>
                    <a:pt x="5766" y="24626"/>
                    <a:pt x="5766" y="24427"/>
                  </a:cubicBezTo>
                  <a:cubicBezTo>
                    <a:pt x="5766" y="24228"/>
                    <a:pt x="5595" y="24086"/>
                    <a:pt x="5396" y="24086"/>
                  </a:cubicBezTo>
                  <a:close/>
                  <a:moveTo>
                    <a:pt x="341" y="24512"/>
                  </a:moveTo>
                  <a:cubicBezTo>
                    <a:pt x="171" y="24512"/>
                    <a:pt x="29" y="24654"/>
                    <a:pt x="29" y="24825"/>
                  </a:cubicBezTo>
                  <a:cubicBezTo>
                    <a:pt x="1" y="24967"/>
                    <a:pt x="114" y="25109"/>
                    <a:pt x="256" y="25109"/>
                  </a:cubicBezTo>
                  <a:cubicBezTo>
                    <a:pt x="286" y="25119"/>
                    <a:pt x="317" y="25123"/>
                    <a:pt x="346" y="25123"/>
                  </a:cubicBezTo>
                  <a:cubicBezTo>
                    <a:pt x="482" y="25123"/>
                    <a:pt x="602" y="25022"/>
                    <a:pt x="625" y="24882"/>
                  </a:cubicBezTo>
                  <a:cubicBezTo>
                    <a:pt x="625" y="24711"/>
                    <a:pt x="512" y="24541"/>
                    <a:pt x="341" y="24541"/>
                  </a:cubicBezTo>
                  <a:lnTo>
                    <a:pt x="341" y="24512"/>
                  </a:lnTo>
                  <a:close/>
                  <a:moveTo>
                    <a:pt x="10849" y="25137"/>
                  </a:moveTo>
                  <a:cubicBezTo>
                    <a:pt x="10679" y="25137"/>
                    <a:pt x="10565" y="25279"/>
                    <a:pt x="10593" y="25450"/>
                  </a:cubicBezTo>
                  <a:cubicBezTo>
                    <a:pt x="10593" y="25577"/>
                    <a:pt x="10707" y="25681"/>
                    <a:pt x="10833" y="25681"/>
                  </a:cubicBezTo>
                  <a:cubicBezTo>
                    <a:pt x="10848" y="25681"/>
                    <a:pt x="10863" y="25680"/>
                    <a:pt x="10877" y="25677"/>
                  </a:cubicBezTo>
                  <a:cubicBezTo>
                    <a:pt x="11019" y="25677"/>
                    <a:pt x="11133" y="25535"/>
                    <a:pt x="11133" y="25393"/>
                  </a:cubicBezTo>
                  <a:cubicBezTo>
                    <a:pt x="11105" y="25251"/>
                    <a:pt x="11019" y="25166"/>
                    <a:pt x="10877" y="25137"/>
                  </a:cubicBezTo>
                  <a:close/>
                  <a:moveTo>
                    <a:pt x="8393" y="25073"/>
                  </a:moveTo>
                  <a:cubicBezTo>
                    <a:pt x="8012" y="25073"/>
                    <a:pt x="7980" y="25706"/>
                    <a:pt x="8408" y="25706"/>
                  </a:cubicBezTo>
                  <a:cubicBezTo>
                    <a:pt x="8417" y="25706"/>
                    <a:pt x="8426" y="25706"/>
                    <a:pt x="8435" y="25705"/>
                  </a:cubicBezTo>
                  <a:cubicBezTo>
                    <a:pt x="8605" y="25705"/>
                    <a:pt x="8747" y="25563"/>
                    <a:pt x="8747" y="25393"/>
                  </a:cubicBezTo>
                  <a:cubicBezTo>
                    <a:pt x="8747" y="25222"/>
                    <a:pt x="8634" y="25080"/>
                    <a:pt x="8463" y="25080"/>
                  </a:cubicBezTo>
                  <a:cubicBezTo>
                    <a:pt x="8439" y="25076"/>
                    <a:pt x="8415" y="25073"/>
                    <a:pt x="8393" y="25073"/>
                  </a:cubicBezTo>
                  <a:close/>
                  <a:moveTo>
                    <a:pt x="2355" y="25673"/>
                  </a:moveTo>
                  <a:cubicBezTo>
                    <a:pt x="2164" y="25673"/>
                    <a:pt x="1974" y="25801"/>
                    <a:pt x="1989" y="26046"/>
                  </a:cubicBezTo>
                  <a:cubicBezTo>
                    <a:pt x="2017" y="26245"/>
                    <a:pt x="2159" y="26387"/>
                    <a:pt x="2358" y="26387"/>
                  </a:cubicBezTo>
                  <a:cubicBezTo>
                    <a:pt x="2556" y="26358"/>
                    <a:pt x="2698" y="26216"/>
                    <a:pt x="2727" y="26046"/>
                  </a:cubicBezTo>
                  <a:cubicBezTo>
                    <a:pt x="2727" y="25794"/>
                    <a:pt x="2541" y="25673"/>
                    <a:pt x="2355" y="25673"/>
                  </a:cubicBezTo>
                  <a:close/>
                  <a:moveTo>
                    <a:pt x="4516" y="27097"/>
                  </a:moveTo>
                  <a:cubicBezTo>
                    <a:pt x="4346" y="27125"/>
                    <a:pt x="4232" y="27267"/>
                    <a:pt x="4232" y="27437"/>
                  </a:cubicBezTo>
                  <a:cubicBezTo>
                    <a:pt x="4260" y="27608"/>
                    <a:pt x="4374" y="27721"/>
                    <a:pt x="4544" y="27750"/>
                  </a:cubicBezTo>
                  <a:cubicBezTo>
                    <a:pt x="4715" y="27750"/>
                    <a:pt x="4857" y="27636"/>
                    <a:pt x="4857" y="27466"/>
                  </a:cubicBezTo>
                  <a:cubicBezTo>
                    <a:pt x="4857" y="27267"/>
                    <a:pt x="4715" y="27097"/>
                    <a:pt x="4516" y="27097"/>
                  </a:cubicBezTo>
                  <a:close/>
                  <a:moveTo>
                    <a:pt x="7264" y="27235"/>
                  </a:moveTo>
                  <a:cubicBezTo>
                    <a:pt x="7248" y="27235"/>
                    <a:pt x="7231" y="27236"/>
                    <a:pt x="7214" y="27239"/>
                  </a:cubicBezTo>
                  <a:cubicBezTo>
                    <a:pt x="7015" y="27239"/>
                    <a:pt x="6873" y="27381"/>
                    <a:pt x="6845" y="27579"/>
                  </a:cubicBezTo>
                  <a:cubicBezTo>
                    <a:pt x="6873" y="27778"/>
                    <a:pt x="7044" y="27920"/>
                    <a:pt x="7242" y="27949"/>
                  </a:cubicBezTo>
                  <a:cubicBezTo>
                    <a:pt x="7441" y="27920"/>
                    <a:pt x="7583" y="27750"/>
                    <a:pt x="7583" y="27551"/>
                  </a:cubicBezTo>
                  <a:cubicBezTo>
                    <a:pt x="7557" y="27369"/>
                    <a:pt x="7436" y="27235"/>
                    <a:pt x="7264" y="27235"/>
                  </a:cubicBezTo>
                  <a:close/>
                  <a:moveTo>
                    <a:pt x="10934" y="27523"/>
                  </a:moveTo>
                  <a:cubicBezTo>
                    <a:pt x="10764" y="27551"/>
                    <a:pt x="10622" y="27693"/>
                    <a:pt x="10650" y="27892"/>
                  </a:cubicBezTo>
                  <a:cubicBezTo>
                    <a:pt x="10650" y="28062"/>
                    <a:pt x="10821" y="28176"/>
                    <a:pt x="10991" y="28176"/>
                  </a:cubicBezTo>
                  <a:cubicBezTo>
                    <a:pt x="11161" y="28147"/>
                    <a:pt x="11303" y="28005"/>
                    <a:pt x="11275" y="27807"/>
                  </a:cubicBezTo>
                  <a:cubicBezTo>
                    <a:pt x="11247" y="27636"/>
                    <a:pt x="11105" y="27523"/>
                    <a:pt x="10934" y="27523"/>
                  </a:cubicBezTo>
                  <a:close/>
                  <a:moveTo>
                    <a:pt x="9003" y="28715"/>
                  </a:moveTo>
                  <a:cubicBezTo>
                    <a:pt x="9004" y="28716"/>
                    <a:pt x="9006" y="28716"/>
                    <a:pt x="9007" y="28716"/>
                  </a:cubicBezTo>
                  <a:lnTo>
                    <a:pt x="9007" y="28716"/>
                  </a:lnTo>
                  <a:cubicBezTo>
                    <a:pt x="9015" y="28716"/>
                    <a:pt x="9023" y="28715"/>
                    <a:pt x="9031" y="28715"/>
                  </a:cubicBezTo>
                  <a:close/>
                  <a:moveTo>
                    <a:pt x="467" y="28108"/>
                  </a:moveTo>
                  <a:cubicBezTo>
                    <a:pt x="444" y="28108"/>
                    <a:pt x="421" y="28111"/>
                    <a:pt x="398" y="28119"/>
                  </a:cubicBezTo>
                  <a:cubicBezTo>
                    <a:pt x="228" y="28147"/>
                    <a:pt x="114" y="28289"/>
                    <a:pt x="114" y="28460"/>
                  </a:cubicBezTo>
                  <a:cubicBezTo>
                    <a:pt x="143" y="28630"/>
                    <a:pt x="256" y="28744"/>
                    <a:pt x="427" y="28772"/>
                  </a:cubicBezTo>
                  <a:cubicBezTo>
                    <a:pt x="625" y="28772"/>
                    <a:pt x="767" y="28630"/>
                    <a:pt x="767" y="28431"/>
                  </a:cubicBezTo>
                  <a:cubicBezTo>
                    <a:pt x="767" y="28259"/>
                    <a:pt x="618" y="28108"/>
                    <a:pt x="467" y="28108"/>
                  </a:cubicBezTo>
                  <a:close/>
                  <a:moveTo>
                    <a:pt x="2443" y="28801"/>
                  </a:moveTo>
                  <a:cubicBezTo>
                    <a:pt x="2301" y="28801"/>
                    <a:pt x="2159" y="28886"/>
                    <a:pt x="2159" y="29056"/>
                  </a:cubicBezTo>
                  <a:cubicBezTo>
                    <a:pt x="2111" y="29264"/>
                    <a:pt x="2270" y="29391"/>
                    <a:pt x="2434" y="29391"/>
                  </a:cubicBezTo>
                  <a:cubicBezTo>
                    <a:pt x="2561" y="29391"/>
                    <a:pt x="2690" y="29315"/>
                    <a:pt x="2727" y="29141"/>
                  </a:cubicBezTo>
                  <a:lnTo>
                    <a:pt x="2727" y="29170"/>
                  </a:lnTo>
                  <a:cubicBezTo>
                    <a:pt x="2755" y="28971"/>
                    <a:pt x="2613" y="28801"/>
                    <a:pt x="2443" y="28801"/>
                  </a:cubicBezTo>
                  <a:close/>
                  <a:moveTo>
                    <a:pt x="9007" y="28716"/>
                  </a:moveTo>
                  <a:cubicBezTo>
                    <a:pt x="8790" y="28728"/>
                    <a:pt x="8604" y="28894"/>
                    <a:pt x="8577" y="29113"/>
                  </a:cubicBezTo>
                  <a:cubicBezTo>
                    <a:pt x="8605" y="29312"/>
                    <a:pt x="8747" y="29454"/>
                    <a:pt x="8946" y="29482"/>
                  </a:cubicBezTo>
                  <a:cubicBezTo>
                    <a:pt x="9145" y="29482"/>
                    <a:pt x="9344" y="29312"/>
                    <a:pt x="9372" y="29113"/>
                  </a:cubicBezTo>
                  <a:cubicBezTo>
                    <a:pt x="9372" y="28916"/>
                    <a:pt x="9204" y="28746"/>
                    <a:pt x="9007" y="28716"/>
                  </a:cubicBezTo>
                  <a:close/>
                  <a:moveTo>
                    <a:pt x="5296" y="29536"/>
                  </a:moveTo>
                  <a:cubicBezTo>
                    <a:pt x="5113" y="29536"/>
                    <a:pt x="4942" y="29698"/>
                    <a:pt x="4942" y="29908"/>
                  </a:cubicBezTo>
                  <a:cubicBezTo>
                    <a:pt x="4942" y="30107"/>
                    <a:pt x="5112" y="30277"/>
                    <a:pt x="5311" y="30277"/>
                  </a:cubicBezTo>
                  <a:cubicBezTo>
                    <a:pt x="5320" y="30278"/>
                    <a:pt x="5329" y="30278"/>
                    <a:pt x="5338" y="30278"/>
                  </a:cubicBezTo>
                  <a:cubicBezTo>
                    <a:pt x="5796" y="30278"/>
                    <a:pt x="5841" y="29567"/>
                    <a:pt x="5340" y="29539"/>
                  </a:cubicBezTo>
                  <a:cubicBezTo>
                    <a:pt x="5325" y="29537"/>
                    <a:pt x="5310" y="29536"/>
                    <a:pt x="5296" y="29536"/>
                  </a:cubicBezTo>
                  <a:close/>
                  <a:moveTo>
                    <a:pt x="11076" y="30050"/>
                  </a:moveTo>
                  <a:cubicBezTo>
                    <a:pt x="10906" y="30050"/>
                    <a:pt x="10764" y="30164"/>
                    <a:pt x="10764" y="30334"/>
                  </a:cubicBezTo>
                  <a:cubicBezTo>
                    <a:pt x="10735" y="30505"/>
                    <a:pt x="10877" y="30646"/>
                    <a:pt x="11048" y="30675"/>
                  </a:cubicBezTo>
                  <a:cubicBezTo>
                    <a:pt x="11218" y="30675"/>
                    <a:pt x="11360" y="30533"/>
                    <a:pt x="11360" y="30363"/>
                  </a:cubicBezTo>
                  <a:cubicBezTo>
                    <a:pt x="11389" y="30221"/>
                    <a:pt x="11247" y="30079"/>
                    <a:pt x="11076" y="30050"/>
                  </a:cubicBezTo>
                  <a:close/>
                  <a:moveTo>
                    <a:pt x="1392" y="30760"/>
                  </a:moveTo>
                  <a:cubicBezTo>
                    <a:pt x="1193" y="30760"/>
                    <a:pt x="995" y="30902"/>
                    <a:pt x="995" y="31101"/>
                  </a:cubicBezTo>
                  <a:cubicBezTo>
                    <a:pt x="995" y="31300"/>
                    <a:pt x="1137" y="31470"/>
                    <a:pt x="1335" y="31470"/>
                  </a:cubicBezTo>
                  <a:cubicBezTo>
                    <a:pt x="1534" y="31442"/>
                    <a:pt x="1676" y="31300"/>
                    <a:pt x="1705" y="31101"/>
                  </a:cubicBezTo>
                  <a:cubicBezTo>
                    <a:pt x="1676" y="30930"/>
                    <a:pt x="1563" y="30788"/>
                    <a:pt x="1392" y="30760"/>
                  </a:cubicBezTo>
                  <a:close/>
                  <a:moveTo>
                    <a:pt x="7513" y="30871"/>
                  </a:moveTo>
                  <a:cubicBezTo>
                    <a:pt x="7499" y="30871"/>
                    <a:pt x="7484" y="30872"/>
                    <a:pt x="7470" y="30874"/>
                  </a:cubicBezTo>
                  <a:cubicBezTo>
                    <a:pt x="7299" y="30902"/>
                    <a:pt x="7186" y="31044"/>
                    <a:pt x="7186" y="31243"/>
                  </a:cubicBezTo>
                  <a:cubicBezTo>
                    <a:pt x="7213" y="31424"/>
                    <a:pt x="7364" y="31516"/>
                    <a:pt x="7514" y="31516"/>
                  </a:cubicBezTo>
                  <a:cubicBezTo>
                    <a:pt x="7670" y="31516"/>
                    <a:pt x="7824" y="31417"/>
                    <a:pt x="7839" y="31214"/>
                  </a:cubicBezTo>
                  <a:cubicBezTo>
                    <a:pt x="7839" y="31030"/>
                    <a:pt x="7693" y="30871"/>
                    <a:pt x="7513" y="30871"/>
                  </a:cubicBezTo>
                  <a:close/>
                  <a:moveTo>
                    <a:pt x="3607" y="31243"/>
                  </a:moveTo>
                  <a:cubicBezTo>
                    <a:pt x="3408" y="31243"/>
                    <a:pt x="3238" y="31442"/>
                    <a:pt x="3266" y="31640"/>
                  </a:cubicBezTo>
                  <a:cubicBezTo>
                    <a:pt x="3295" y="31811"/>
                    <a:pt x="3437" y="31924"/>
                    <a:pt x="3607" y="31953"/>
                  </a:cubicBezTo>
                  <a:cubicBezTo>
                    <a:pt x="3806" y="31953"/>
                    <a:pt x="3948" y="31782"/>
                    <a:pt x="3948" y="31584"/>
                  </a:cubicBezTo>
                  <a:cubicBezTo>
                    <a:pt x="3948" y="31385"/>
                    <a:pt x="3806" y="31243"/>
                    <a:pt x="3607" y="31243"/>
                  </a:cubicBezTo>
                  <a:close/>
                  <a:moveTo>
                    <a:pt x="9259" y="31640"/>
                  </a:moveTo>
                  <a:cubicBezTo>
                    <a:pt x="9060" y="31669"/>
                    <a:pt x="8918" y="31839"/>
                    <a:pt x="8946" y="32038"/>
                  </a:cubicBezTo>
                  <a:cubicBezTo>
                    <a:pt x="8918" y="32237"/>
                    <a:pt x="9088" y="32407"/>
                    <a:pt x="9287" y="32407"/>
                  </a:cubicBezTo>
                  <a:cubicBezTo>
                    <a:pt x="9486" y="32407"/>
                    <a:pt x="9656" y="32237"/>
                    <a:pt x="9656" y="32038"/>
                  </a:cubicBezTo>
                  <a:cubicBezTo>
                    <a:pt x="9656" y="31811"/>
                    <a:pt x="9486" y="31640"/>
                    <a:pt x="9259" y="31640"/>
                  </a:cubicBezTo>
                  <a:close/>
                  <a:moveTo>
                    <a:pt x="6078" y="32691"/>
                  </a:moveTo>
                  <a:cubicBezTo>
                    <a:pt x="5879" y="32720"/>
                    <a:pt x="5737" y="32833"/>
                    <a:pt x="5709" y="33004"/>
                  </a:cubicBezTo>
                  <a:cubicBezTo>
                    <a:pt x="5680" y="33174"/>
                    <a:pt x="5822" y="33344"/>
                    <a:pt x="6021" y="33373"/>
                  </a:cubicBezTo>
                  <a:cubicBezTo>
                    <a:pt x="6038" y="33375"/>
                    <a:pt x="6055" y="33376"/>
                    <a:pt x="6072" y="33376"/>
                  </a:cubicBezTo>
                  <a:cubicBezTo>
                    <a:pt x="6248" y="33376"/>
                    <a:pt x="6393" y="33242"/>
                    <a:pt x="6419" y="33060"/>
                  </a:cubicBezTo>
                  <a:cubicBezTo>
                    <a:pt x="6419" y="32862"/>
                    <a:pt x="6248" y="32691"/>
                    <a:pt x="6078" y="32691"/>
                  </a:cubicBezTo>
                  <a:close/>
                  <a:moveTo>
                    <a:pt x="11275" y="32833"/>
                  </a:moveTo>
                  <a:cubicBezTo>
                    <a:pt x="11105" y="32890"/>
                    <a:pt x="10991" y="33032"/>
                    <a:pt x="10991" y="33202"/>
                  </a:cubicBezTo>
                  <a:cubicBezTo>
                    <a:pt x="10991" y="33373"/>
                    <a:pt x="11105" y="33515"/>
                    <a:pt x="11275" y="33515"/>
                  </a:cubicBezTo>
                  <a:cubicBezTo>
                    <a:pt x="11290" y="33517"/>
                    <a:pt x="11304" y="33518"/>
                    <a:pt x="11318" y="33518"/>
                  </a:cubicBezTo>
                  <a:cubicBezTo>
                    <a:pt x="11469" y="33518"/>
                    <a:pt x="11590" y="33386"/>
                    <a:pt x="11616" y="33231"/>
                  </a:cubicBezTo>
                  <a:cubicBezTo>
                    <a:pt x="11616" y="33032"/>
                    <a:pt x="11474" y="32862"/>
                    <a:pt x="11275" y="32833"/>
                  </a:cubicBezTo>
                  <a:close/>
                  <a:moveTo>
                    <a:pt x="2698" y="33259"/>
                  </a:moveTo>
                  <a:cubicBezTo>
                    <a:pt x="2528" y="33316"/>
                    <a:pt x="2415" y="33486"/>
                    <a:pt x="2443" y="33685"/>
                  </a:cubicBezTo>
                  <a:cubicBezTo>
                    <a:pt x="2468" y="33864"/>
                    <a:pt x="2631" y="33973"/>
                    <a:pt x="2788" y="33973"/>
                  </a:cubicBezTo>
                  <a:cubicBezTo>
                    <a:pt x="2805" y="33973"/>
                    <a:pt x="2823" y="33972"/>
                    <a:pt x="2840" y="33969"/>
                  </a:cubicBezTo>
                  <a:cubicBezTo>
                    <a:pt x="3011" y="33941"/>
                    <a:pt x="3124" y="33799"/>
                    <a:pt x="3124" y="33628"/>
                  </a:cubicBezTo>
                  <a:cubicBezTo>
                    <a:pt x="3096" y="33430"/>
                    <a:pt x="2926" y="33259"/>
                    <a:pt x="2698" y="332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9"/>
            <p:cNvSpPr/>
            <p:nvPr/>
          </p:nvSpPr>
          <p:spPr>
            <a:xfrm>
              <a:off x="4954475" y="1134375"/>
              <a:ext cx="693650" cy="1075625"/>
            </a:xfrm>
            <a:custGeom>
              <a:rect b="b" l="l" r="r" t="t"/>
              <a:pathLst>
                <a:path extrusionOk="0" h="43025" w="27746">
                  <a:moveTo>
                    <a:pt x="21697" y="0"/>
                  </a:moveTo>
                  <a:cubicBezTo>
                    <a:pt x="21498" y="0"/>
                    <a:pt x="21328" y="142"/>
                    <a:pt x="21356" y="370"/>
                  </a:cubicBezTo>
                  <a:cubicBezTo>
                    <a:pt x="21356" y="483"/>
                    <a:pt x="21470" y="568"/>
                    <a:pt x="21583" y="568"/>
                  </a:cubicBezTo>
                  <a:cubicBezTo>
                    <a:pt x="21810" y="568"/>
                    <a:pt x="21981" y="398"/>
                    <a:pt x="21981" y="256"/>
                  </a:cubicBezTo>
                  <a:cubicBezTo>
                    <a:pt x="21952" y="114"/>
                    <a:pt x="21839" y="0"/>
                    <a:pt x="21697" y="0"/>
                  </a:cubicBezTo>
                  <a:close/>
                  <a:moveTo>
                    <a:pt x="23459" y="624"/>
                  </a:moveTo>
                  <a:cubicBezTo>
                    <a:pt x="23197" y="624"/>
                    <a:pt x="23127" y="1025"/>
                    <a:pt x="23429" y="1080"/>
                  </a:cubicBezTo>
                  <a:cubicBezTo>
                    <a:pt x="23444" y="1083"/>
                    <a:pt x="23459" y="1084"/>
                    <a:pt x="23473" y="1084"/>
                  </a:cubicBezTo>
                  <a:cubicBezTo>
                    <a:pt x="23594" y="1084"/>
                    <a:pt x="23688" y="982"/>
                    <a:pt x="23713" y="881"/>
                  </a:cubicBezTo>
                  <a:cubicBezTo>
                    <a:pt x="23713" y="739"/>
                    <a:pt x="23628" y="625"/>
                    <a:pt x="23486" y="625"/>
                  </a:cubicBezTo>
                  <a:cubicBezTo>
                    <a:pt x="23477" y="624"/>
                    <a:pt x="23468" y="624"/>
                    <a:pt x="23459" y="624"/>
                  </a:cubicBezTo>
                  <a:close/>
                  <a:moveTo>
                    <a:pt x="20575" y="480"/>
                  </a:moveTo>
                  <a:cubicBezTo>
                    <a:pt x="20420" y="480"/>
                    <a:pt x="20277" y="618"/>
                    <a:pt x="20277" y="852"/>
                  </a:cubicBezTo>
                  <a:cubicBezTo>
                    <a:pt x="20277" y="966"/>
                    <a:pt x="20277" y="1080"/>
                    <a:pt x="20447" y="1108"/>
                  </a:cubicBezTo>
                  <a:cubicBezTo>
                    <a:pt x="20462" y="1111"/>
                    <a:pt x="20477" y="1112"/>
                    <a:pt x="20492" y="1112"/>
                  </a:cubicBezTo>
                  <a:cubicBezTo>
                    <a:pt x="20627" y="1112"/>
                    <a:pt x="20788" y="1000"/>
                    <a:pt x="20788" y="796"/>
                  </a:cubicBezTo>
                  <a:cubicBezTo>
                    <a:pt x="20816" y="654"/>
                    <a:pt x="20731" y="540"/>
                    <a:pt x="20618" y="483"/>
                  </a:cubicBezTo>
                  <a:cubicBezTo>
                    <a:pt x="20603" y="481"/>
                    <a:pt x="20589" y="480"/>
                    <a:pt x="20575" y="480"/>
                  </a:cubicBezTo>
                  <a:close/>
                  <a:moveTo>
                    <a:pt x="24281" y="1676"/>
                  </a:moveTo>
                  <a:cubicBezTo>
                    <a:pt x="24111" y="1676"/>
                    <a:pt x="23969" y="1790"/>
                    <a:pt x="23969" y="1960"/>
                  </a:cubicBezTo>
                  <a:cubicBezTo>
                    <a:pt x="23969" y="2102"/>
                    <a:pt x="24111" y="2216"/>
                    <a:pt x="24253" y="2216"/>
                  </a:cubicBezTo>
                  <a:cubicBezTo>
                    <a:pt x="24272" y="2220"/>
                    <a:pt x="24291" y="2223"/>
                    <a:pt x="24311" y="2223"/>
                  </a:cubicBezTo>
                  <a:cubicBezTo>
                    <a:pt x="24411" y="2223"/>
                    <a:pt x="24518" y="2163"/>
                    <a:pt x="24565" y="2045"/>
                  </a:cubicBezTo>
                  <a:cubicBezTo>
                    <a:pt x="24565" y="1875"/>
                    <a:pt x="24452" y="1704"/>
                    <a:pt x="24281" y="1676"/>
                  </a:cubicBezTo>
                  <a:close/>
                  <a:moveTo>
                    <a:pt x="22748" y="1875"/>
                  </a:moveTo>
                  <a:cubicBezTo>
                    <a:pt x="22606" y="1875"/>
                    <a:pt x="22520" y="2017"/>
                    <a:pt x="22520" y="2159"/>
                  </a:cubicBezTo>
                  <a:cubicBezTo>
                    <a:pt x="22520" y="2272"/>
                    <a:pt x="22634" y="2358"/>
                    <a:pt x="22748" y="2358"/>
                  </a:cubicBezTo>
                  <a:cubicBezTo>
                    <a:pt x="22762" y="2360"/>
                    <a:pt x="22777" y="2362"/>
                    <a:pt x="22792" y="2362"/>
                  </a:cubicBezTo>
                  <a:cubicBezTo>
                    <a:pt x="22918" y="2362"/>
                    <a:pt x="23032" y="2258"/>
                    <a:pt x="23032" y="2130"/>
                  </a:cubicBezTo>
                  <a:cubicBezTo>
                    <a:pt x="23003" y="1988"/>
                    <a:pt x="22890" y="1875"/>
                    <a:pt x="22748" y="1875"/>
                  </a:cubicBezTo>
                  <a:close/>
                  <a:moveTo>
                    <a:pt x="2200" y="1843"/>
                  </a:moveTo>
                  <a:cubicBezTo>
                    <a:pt x="2020" y="1843"/>
                    <a:pt x="1872" y="2003"/>
                    <a:pt x="1846" y="2187"/>
                  </a:cubicBezTo>
                  <a:cubicBezTo>
                    <a:pt x="1874" y="2329"/>
                    <a:pt x="1988" y="2471"/>
                    <a:pt x="2158" y="2500"/>
                  </a:cubicBezTo>
                  <a:cubicBezTo>
                    <a:pt x="2357" y="2471"/>
                    <a:pt x="2499" y="2329"/>
                    <a:pt x="2556" y="2130"/>
                  </a:cubicBezTo>
                  <a:cubicBezTo>
                    <a:pt x="2584" y="2017"/>
                    <a:pt x="2414" y="1846"/>
                    <a:pt x="2244" y="1846"/>
                  </a:cubicBezTo>
                  <a:cubicBezTo>
                    <a:pt x="2229" y="1844"/>
                    <a:pt x="2214" y="1843"/>
                    <a:pt x="2200" y="1843"/>
                  </a:cubicBezTo>
                  <a:close/>
                  <a:moveTo>
                    <a:pt x="10536" y="2130"/>
                  </a:moveTo>
                  <a:cubicBezTo>
                    <a:pt x="10366" y="2130"/>
                    <a:pt x="10224" y="2244"/>
                    <a:pt x="10195" y="2414"/>
                  </a:cubicBezTo>
                  <a:cubicBezTo>
                    <a:pt x="10195" y="2556"/>
                    <a:pt x="10309" y="2698"/>
                    <a:pt x="10451" y="2698"/>
                  </a:cubicBezTo>
                  <a:cubicBezTo>
                    <a:pt x="10650" y="2698"/>
                    <a:pt x="10820" y="2556"/>
                    <a:pt x="10820" y="2386"/>
                  </a:cubicBezTo>
                  <a:cubicBezTo>
                    <a:pt x="10820" y="2244"/>
                    <a:pt x="10678" y="2130"/>
                    <a:pt x="10536" y="2130"/>
                  </a:cubicBezTo>
                  <a:close/>
                  <a:moveTo>
                    <a:pt x="19667" y="2382"/>
                  </a:moveTo>
                  <a:cubicBezTo>
                    <a:pt x="19653" y="2382"/>
                    <a:pt x="19638" y="2383"/>
                    <a:pt x="19624" y="2386"/>
                  </a:cubicBezTo>
                  <a:cubicBezTo>
                    <a:pt x="19482" y="2443"/>
                    <a:pt x="19368" y="2613"/>
                    <a:pt x="19397" y="2784"/>
                  </a:cubicBezTo>
                  <a:cubicBezTo>
                    <a:pt x="19397" y="2925"/>
                    <a:pt x="19539" y="3011"/>
                    <a:pt x="19681" y="3011"/>
                  </a:cubicBezTo>
                  <a:cubicBezTo>
                    <a:pt x="19823" y="3011"/>
                    <a:pt x="19908" y="2840"/>
                    <a:pt x="19908" y="2642"/>
                  </a:cubicBezTo>
                  <a:cubicBezTo>
                    <a:pt x="19882" y="2489"/>
                    <a:pt x="19788" y="2382"/>
                    <a:pt x="19667" y="2382"/>
                  </a:cubicBezTo>
                  <a:close/>
                  <a:moveTo>
                    <a:pt x="12609" y="2613"/>
                  </a:moveTo>
                  <a:cubicBezTo>
                    <a:pt x="12467" y="2613"/>
                    <a:pt x="12325" y="2727"/>
                    <a:pt x="12354" y="2897"/>
                  </a:cubicBezTo>
                  <a:cubicBezTo>
                    <a:pt x="12378" y="3021"/>
                    <a:pt x="12468" y="3101"/>
                    <a:pt x="12603" y="3101"/>
                  </a:cubicBezTo>
                  <a:cubicBezTo>
                    <a:pt x="12623" y="3101"/>
                    <a:pt x="12644" y="3100"/>
                    <a:pt x="12666" y="3096"/>
                  </a:cubicBezTo>
                  <a:cubicBezTo>
                    <a:pt x="12780" y="3096"/>
                    <a:pt x="12865" y="3011"/>
                    <a:pt x="12865" y="2897"/>
                  </a:cubicBezTo>
                  <a:lnTo>
                    <a:pt x="12865" y="2869"/>
                  </a:lnTo>
                  <a:cubicBezTo>
                    <a:pt x="12865" y="2727"/>
                    <a:pt x="12751" y="2613"/>
                    <a:pt x="12609" y="2613"/>
                  </a:cubicBezTo>
                  <a:close/>
                  <a:moveTo>
                    <a:pt x="3891" y="2698"/>
                  </a:moveTo>
                  <a:cubicBezTo>
                    <a:pt x="3720" y="2727"/>
                    <a:pt x="3607" y="2869"/>
                    <a:pt x="3607" y="3039"/>
                  </a:cubicBezTo>
                  <a:cubicBezTo>
                    <a:pt x="3635" y="3209"/>
                    <a:pt x="3777" y="3323"/>
                    <a:pt x="3948" y="3351"/>
                  </a:cubicBezTo>
                  <a:cubicBezTo>
                    <a:pt x="4118" y="3295"/>
                    <a:pt x="4232" y="3153"/>
                    <a:pt x="4232" y="2982"/>
                  </a:cubicBezTo>
                  <a:cubicBezTo>
                    <a:pt x="4203" y="2812"/>
                    <a:pt x="4061" y="2698"/>
                    <a:pt x="3891" y="2698"/>
                  </a:cubicBezTo>
                  <a:close/>
                  <a:moveTo>
                    <a:pt x="24991" y="3437"/>
                  </a:moveTo>
                  <a:cubicBezTo>
                    <a:pt x="24996" y="3437"/>
                    <a:pt x="25001" y="3437"/>
                    <a:pt x="25005" y="3437"/>
                  </a:cubicBezTo>
                  <a:lnTo>
                    <a:pt x="25005" y="3437"/>
                  </a:lnTo>
                  <a:cubicBezTo>
                    <a:pt x="25010" y="3437"/>
                    <a:pt x="25015" y="3437"/>
                    <a:pt x="25020" y="3437"/>
                  </a:cubicBezTo>
                  <a:close/>
                  <a:moveTo>
                    <a:pt x="8889" y="3096"/>
                  </a:moveTo>
                  <a:cubicBezTo>
                    <a:pt x="8747" y="3124"/>
                    <a:pt x="8662" y="3266"/>
                    <a:pt x="8690" y="3408"/>
                  </a:cubicBezTo>
                  <a:cubicBezTo>
                    <a:pt x="8690" y="3550"/>
                    <a:pt x="8804" y="3664"/>
                    <a:pt x="8946" y="3664"/>
                  </a:cubicBezTo>
                  <a:cubicBezTo>
                    <a:pt x="9145" y="3664"/>
                    <a:pt x="9287" y="3493"/>
                    <a:pt x="9258" y="3295"/>
                  </a:cubicBezTo>
                  <a:cubicBezTo>
                    <a:pt x="9258" y="3153"/>
                    <a:pt x="9173" y="3096"/>
                    <a:pt x="8889" y="3096"/>
                  </a:cubicBezTo>
                  <a:close/>
                  <a:moveTo>
                    <a:pt x="962" y="3000"/>
                  </a:moveTo>
                  <a:cubicBezTo>
                    <a:pt x="872" y="3000"/>
                    <a:pt x="781" y="3032"/>
                    <a:pt x="738" y="3096"/>
                  </a:cubicBezTo>
                  <a:cubicBezTo>
                    <a:pt x="568" y="3209"/>
                    <a:pt x="511" y="3437"/>
                    <a:pt x="653" y="3579"/>
                  </a:cubicBezTo>
                  <a:cubicBezTo>
                    <a:pt x="717" y="3643"/>
                    <a:pt x="797" y="3675"/>
                    <a:pt x="881" y="3675"/>
                  </a:cubicBezTo>
                  <a:cubicBezTo>
                    <a:pt x="909" y="3675"/>
                    <a:pt x="937" y="3671"/>
                    <a:pt x="966" y="3664"/>
                  </a:cubicBezTo>
                  <a:cubicBezTo>
                    <a:pt x="1136" y="3607"/>
                    <a:pt x="1221" y="3465"/>
                    <a:pt x="1221" y="3295"/>
                  </a:cubicBezTo>
                  <a:cubicBezTo>
                    <a:pt x="1221" y="3181"/>
                    <a:pt x="1136" y="3067"/>
                    <a:pt x="1051" y="3011"/>
                  </a:cubicBezTo>
                  <a:cubicBezTo>
                    <a:pt x="1022" y="3004"/>
                    <a:pt x="992" y="3000"/>
                    <a:pt x="962" y="3000"/>
                  </a:cubicBezTo>
                  <a:close/>
                  <a:moveTo>
                    <a:pt x="21664" y="3262"/>
                  </a:moveTo>
                  <a:cubicBezTo>
                    <a:pt x="21647" y="3262"/>
                    <a:pt x="21629" y="3263"/>
                    <a:pt x="21612" y="3266"/>
                  </a:cubicBezTo>
                  <a:cubicBezTo>
                    <a:pt x="21470" y="3295"/>
                    <a:pt x="21384" y="3408"/>
                    <a:pt x="21413" y="3550"/>
                  </a:cubicBezTo>
                  <a:cubicBezTo>
                    <a:pt x="21413" y="3677"/>
                    <a:pt x="21527" y="3782"/>
                    <a:pt x="21653" y="3782"/>
                  </a:cubicBezTo>
                  <a:cubicBezTo>
                    <a:pt x="21667" y="3782"/>
                    <a:pt x="21682" y="3780"/>
                    <a:pt x="21697" y="3777"/>
                  </a:cubicBezTo>
                  <a:cubicBezTo>
                    <a:pt x="21839" y="3777"/>
                    <a:pt x="21952" y="3664"/>
                    <a:pt x="21952" y="3522"/>
                  </a:cubicBezTo>
                  <a:cubicBezTo>
                    <a:pt x="21952" y="3369"/>
                    <a:pt x="21815" y="3262"/>
                    <a:pt x="21664" y="3262"/>
                  </a:cubicBezTo>
                  <a:close/>
                  <a:moveTo>
                    <a:pt x="25005" y="3437"/>
                  </a:moveTo>
                  <a:cubicBezTo>
                    <a:pt x="24872" y="3443"/>
                    <a:pt x="24791" y="3527"/>
                    <a:pt x="24764" y="3664"/>
                  </a:cubicBezTo>
                  <a:cubicBezTo>
                    <a:pt x="24764" y="3777"/>
                    <a:pt x="24849" y="3891"/>
                    <a:pt x="24963" y="3919"/>
                  </a:cubicBezTo>
                  <a:cubicBezTo>
                    <a:pt x="24973" y="3922"/>
                    <a:pt x="24983" y="3923"/>
                    <a:pt x="24994" y="3923"/>
                  </a:cubicBezTo>
                  <a:cubicBezTo>
                    <a:pt x="25105" y="3923"/>
                    <a:pt x="25247" y="3793"/>
                    <a:pt x="25247" y="3664"/>
                  </a:cubicBezTo>
                  <a:cubicBezTo>
                    <a:pt x="25219" y="3527"/>
                    <a:pt x="25139" y="3443"/>
                    <a:pt x="25005" y="3437"/>
                  </a:cubicBezTo>
                  <a:close/>
                  <a:moveTo>
                    <a:pt x="11364" y="3802"/>
                  </a:moveTo>
                  <a:cubicBezTo>
                    <a:pt x="11212" y="3802"/>
                    <a:pt x="11073" y="3909"/>
                    <a:pt x="11047" y="4061"/>
                  </a:cubicBezTo>
                  <a:cubicBezTo>
                    <a:pt x="11019" y="4232"/>
                    <a:pt x="11189" y="4402"/>
                    <a:pt x="11416" y="4402"/>
                  </a:cubicBezTo>
                  <a:cubicBezTo>
                    <a:pt x="11558" y="4402"/>
                    <a:pt x="11672" y="4289"/>
                    <a:pt x="11672" y="4147"/>
                  </a:cubicBezTo>
                  <a:cubicBezTo>
                    <a:pt x="11700" y="3976"/>
                    <a:pt x="11587" y="3806"/>
                    <a:pt x="11416" y="3806"/>
                  </a:cubicBezTo>
                  <a:cubicBezTo>
                    <a:pt x="11399" y="3803"/>
                    <a:pt x="11381" y="3802"/>
                    <a:pt x="11364" y="3802"/>
                  </a:cubicBezTo>
                  <a:close/>
                  <a:moveTo>
                    <a:pt x="2300" y="3806"/>
                  </a:moveTo>
                  <a:cubicBezTo>
                    <a:pt x="2102" y="3834"/>
                    <a:pt x="1960" y="4005"/>
                    <a:pt x="1960" y="4203"/>
                  </a:cubicBezTo>
                  <a:cubicBezTo>
                    <a:pt x="1988" y="4345"/>
                    <a:pt x="2102" y="4459"/>
                    <a:pt x="2244" y="4487"/>
                  </a:cubicBezTo>
                  <a:cubicBezTo>
                    <a:pt x="2442" y="4459"/>
                    <a:pt x="2641" y="4289"/>
                    <a:pt x="2641" y="4090"/>
                  </a:cubicBezTo>
                  <a:cubicBezTo>
                    <a:pt x="2613" y="3919"/>
                    <a:pt x="2442" y="3806"/>
                    <a:pt x="2300" y="3806"/>
                  </a:cubicBezTo>
                  <a:close/>
                  <a:moveTo>
                    <a:pt x="4430" y="4118"/>
                  </a:moveTo>
                  <a:cubicBezTo>
                    <a:pt x="4288" y="4118"/>
                    <a:pt x="4175" y="4203"/>
                    <a:pt x="4146" y="4345"/>
                  </a:cubicBezTo>
                  <a:cubicBezTo>
                    <a:pt x="4118" y="4516"/>
                    <a:pt x="4260" y="4658"/>
                    <a:pt x="4430" y="4658"/>
                  </a:cubicBezTo>
                  <a:cubicBezTo>
                    <a:pt x="4572" y="4658"/>
                    <a:pt x="4686" y="4544"/>
                    <a:pt x="4686" y="4402"/>
                  </a:cubicBezTo>
                  <a:cubicBezTo>
                    <a:pt x="4686" y="4232"/>
                    <a:pt x="4572" y="4118"/>
                    <a:pt x="4430" y="4118"/>
                  </a:cubicBezTo>
                  <a:close/>
                  <a:moveTo>
                    <a:pt x="13291" y="4345"/>
                  </a:moveTo>
                  <a:cubicBezTo>
                    <a:pt x="13120" y="4345"/>
                    <a:pt x="13007" y="4487"/>
                    <a:pt x="13035" y="4658"/>
                  </a:cubicBezTo>
                  <a:cubicBezTo>
                    <a:pt x="13035" y="4828"/>
                    <a:pt x="13149" y="4942"/>
                    <a:pt x="13291" y="4942"/>
                  </a:cubicBezTo>
                  <a:cubicBezTo>
                    <a:pt x="13461" y="4913"/>
                    <a:pt x="13603" y="4771"/>
                    <a:pt x="13575" y="4601"/>
                  </a:cubicBezTo>
                  <a:cubicBezTo>
                    <a:pt x="13575" y="4459"/>
                    <a:pt x="13461" y="4345"/>
                    <a:pt x="13291" y="4345"/>
                  </a:cubicBezTo>
                  <a:close/>
                  <a:moveTo>
                    <a:pt x="23529" y="4482"/>
                  </a:moveTo>
                  <a:cubicBezTo>
                    <a:pt x="23515" y="4482"/>
                    <a:pt x="23501" y="4484"/>
                    <a:pt x="23486" y="4487"/>
                  </a:cubicBezTo>
                  <a:cubicBezTo>
                    <a:pt x="23471" y="4484"/>
                    <a:pt x="23457" y="4483"/>
                    <a:pt x="23443" y="4483"/>
                  </a:cubicBezTo>
                  <a:cubicBezTo>
                    <a:pt x="23322" y="4483"/>
                    <a:pt x="23230" y="4587"/>
                    <a:pt x="23230" y="4715"/>
                  </a:cubicBezTo>
                  <a:lnTo>
                    <a:pt x="23259" y="4715"/>
                  </a:lnTo>
                  <a:cubicBezTo>
                    <a:pt x="23230" y="4857"/>
                    <a:pt x="23344" y="4942"/>
                    <a:pt x="23458" y="4942"/>
                  </a:cubicBezTo>
                  <a:cubicBezTo>
                    <a:pt x="23628" y="4942"/>
                    <a:pt x="23742" y="4828"/>
                    <a:pt x="23713" y="4658"/>
                  </a:cubicBezTo>
                  <a:cubicBezTo>
                    <a:pt x="23689" y="4559"/>
                    <a:pt x="23621" y="4482"/>
                    <a:pt x="23529" y="4482"/>
                  </a:cubicBezTo>
                  <a:close/>
                  <a:moveTo>
                    <a:pt x="19604" y="4316"/>
                  </a:moveTo>
                  <a:cubicBezTo>
                    <a:pt x="19550" y="4316"/>
                    <a:pt x="19490" y="4347"/>
                    <a:pt x="19453" y="4402"/>
                  </a:cubicBezTo>
                  <a:cubicBezTo>
                    <a:pt x="19311" y="4601"/>
                    <a:pt x="19397" y="4885"/>
                    <a:pt x="19595" y="4999"/>
                  </a:cubicBezTo>
                  <a:cubicBezTo>
                    <a:pt x="19613" y="5002"/>
                    <a:pt x="19631" y="5003"/>
                    <a:pt x="19648" y="5003"/>
                  </a:cubicBezTo>
                  <a:cubicBezTo>
                    <a:pt x="19799" y="5003"/>
                    <a:pt x="19939" y="4896"/>
                    <a:pt x="19965" y="4743"/>
                  </a:cubicBezTo>
                  <a:cubicBezTo>
                    <a:pt x="19936" y="4573"/>
                    <a:pt x="19851" y="4431"/>
                    <a:pt x="19709" y="4345"/>
                  </a:cubicBezTo>
                  <a:lnTo>
                    <a:pt x="19681" y="4345"/>
                  </a:lnTo>
                  <a:cubicBezTo>
                    <a:pt x="19660" y="4325"/>
                    <a:pt x="19633" y="4316"/>
                    <a:pt x="19604" y="4316"/>
                  </a:cubicBezTo>
                  <a:close/>
                  <a:moveTo>
                    <a:pt x="9594" y="4852"/>
                  </a:moveTo>
                  <a:cubicBezTo>
                    <a:pt x="9577" y="4852"/>
                    <a:pt x="9560" y="4854"/>
                    <a:pt x="9542" y="4857"/>
                  </a:cubicBezTo>
                  <a:cubicBezTo>
                    <a:pt x="9429" y="4857"/>
                    <a:pt x="9343" y="4970"/>
                    <a:pt x="9372" y="5084"/>
                  </a:cubicBezTo>
                  <a:cubicBezTo>
                    <a:pt x="9372" y="5226"/>
                    <a:pt x="9457" y="5283"/>
                    <a:pt x="9599" y="5339"/>
                  </a:cubicBezTo>
                  <a:cubicBezTo>
                    <a:pt x="9684" y="5311"/>
                    <a:pt x="9798" y="5226"/>
                    <a:pt x="9798" y="5112"/>
                  </a:cubicBezTo>
                  <a:lnTo>
                    <a:pt x="9826" y="5084"/>
                  </a:lnTo>
                  <a:cubicBezTo>
                    <a:pt x="9826" y="4957"/>
                    <a:pt x="9735" y="4852"/>
                    <a:pt x="9594" y="4852"/>
                  </a:cubicBezTo>
                  <a:close/>
                  <a:moveTo>
                    <a:pt x="7895" y="4686"/>
                  </a:moveTo>
                  <a:cubicBezTo>
                    <a:pt x="7753" y="4686"/>
                    <a:pt x="7639" y="4771"/>
                    <a:pt x="7583" y="4913"/>
                  </a:cubicBezTo>
                  <a:cubicBezTo>
                    <a:pt x="7526" y="5027"/>
                    <a:pt x="7526" y="5197"/>
                    <a:pt x="7639" y="5283"/>
                  </a:cubicBezTo>
                  <a:cubicBezTo>
                    <a:pt x="7691" y="5347"/>
                    <a:pt x="7759" y="5376"/>
                    <a:pt x="7827" y="5376"/>
                  </a:cubicBezTo>
                  <a:cubicBezTo>
                    <a:pt x="7909" y="5376"/>
                    <a:pt x="7990" y="5332"/>
                    <a:pt x="8037" y="5254"/>
                  </a:cubicBezTo>
                  <a:cubicBezTo>
                    <a:pt x="8065" y="5197"/>
                    <a:pt x="8094" y="5112"/>
                    <a:pt x="8122" y="5055"/>
                  </a:cubicBezTo>
                  <a:cubicBezTo>
                    <a:pt x="8094" y="4970"/>
                    <a:pt x="8094" y="4885"/>
                    <a:pt x="8065" y="4771"/>
                  </a:cubicBezTo>
                  <a:lnTo>
                    <a:pt x="8065" y="4800"/>
                  </a:lnTo>
                  <a:cubicBezTo>
                    <a:pt x="8037" y="4715"/>
                    <a:pt x="7980" y="4686"/>
                    <a:pt x="7895" y="4686"/>
                  </a:cubicBezTo>
                  <a:close/>
                  <a:moveTo>
                    <a:pt x="3173" y="4924"/>
                  </a:moveTo>
                  <a:cubicBezTo>
                    <a:pt x="3059" y="4924"/>
                    <a:pt x="2954" y="5001"/>
                    <a:pt x="2954" y="5112"/>
                  </a:cubicBezTo>
                  <a:cubicBezTo>
                    <a:pt x="2897" y="5283"/>
                    <a:pt x="2982" y="5453"/>
                    <a:pt x="3152" y="5510"/>
                  </a:cubicBezTo>
                  <a:cubicBezTo>
                    <a:pt x="3294" y="5510"/>
                    <a:pt x="3436" y="5396"/>
                    <a:pt x="3436" y="5254"/>
                  </a:cubicBezTo>
                  <a:cubicBezTo>
                    <a:pt x="3465" y="5112"/>
                    <a:pt x="3408" y="4970"/>
                    <a:pt x="3266" y="4942"/>
                  </a:cubicBezTo>
                  <a:cubicBezTo>
                    <a:pt x="3236" y="4930"/>
                    <a:pt x="3204" y="4924"/>
                    <a:pt x="3173" y="4924"/>
                  </a:cubicBezTo>
                  <a:close/>
                  <a:moveTo>
                    <a:pt x="355" y="5108"/>
                  </a:moveTo>
                  <a:cubicBezTo>
                    <a:pt x="341" y="5108"/>
                    <a:pt x="327" y="5109"/>
                    <a:pt x="312" y="5112"/>
                  </a:cubicBezTo>
                  <a:cubicBezTo>
                    <a:pt x="142" y="5141"/>
                    <a:pt x="0" y="5283"/>
                    <a:pt x="28" y="5453"/>
                  </a:cubicBezTo>
                  <a:cubicBezTo>
                    <a:pt x="28" y="5595"/>
                    <a:pt x="170" y="5709"/>
                    <a:pt x="312" y="5737"/>
                  </a:cubicBezTo>
                  <a:lnTo>
                    <a:pt x="312" y="5709"/>
                  </a:lnTo>
                  <a:cubicBezTo>
                    <a:pt x="483" y="5680"/>
                    <a:pt x="625" y="5538"/>
                    <a:pt x="596" y="5368"/>
                  </a:cubicBezTo>
                  <a:cubicBezTo>
                    <a:pt x="571" y="5215"/>
                    <a:pt x="477" y="5108"/>
                    <a:pt x="355" y="5108"/>
                  </a:cubicBezTo>
                  <a:close/>
                  <a:moveTo>
                    <a:pt x="25020" y="5368"/>
                  </a:moveTo>
                  <a:cubicBezTo>
                    <a:pt x="24906" y="5396"/>
                    <a:pt x="24821" y="5481"/>
                    <a:pt x="24821" y="5623"/>
                  </a:cubicBezTo>
                  <a:cubicBezTo>
                    <a:pt x="24821" y="5737"/>
                    <a:pt x="24934" y="5879"/>
                    <a:pt x="25048" y="5879"/>
                  </a:cubicBezTo>
                  <a:cubicBezTo>
                    <a:pt x="25190" y="5851"/>
                    <a:pt x="25304" y="5737"/>
                    <a:pt x="25304" y="5595"/>
                  </a:cubicBezTo>
                  <a:cubicBezTo>
                    <a:pt x="25279" y="5471"/>
                    <a:pt x="25189" y="5391"/>
                    <a:pt x="25073" y="5391"/>
                  </a:cubicBezTo>
                  <a:cubicBezTo>
                    <a:pt x="25056" y="5391"/>
                    <a:pt x="25038" y="5393"/>
                    <a:pt x="25020" y="5396"/>
                  </a:cubicBezTo>
                  <a:lnTo>
                    <a:pt x="25020" y="5368"/>
                  </a:lnTo>
                  <a:close/>
                  <a:moveTo>
                    <a:pt x="22009" y="5851"/>
                  </a:moveTo>
                  <a:cubicBezTo>
                    <a:pt x="21839" y="5879"/>
                    <a:pt x="21754" y="5993"/>
                    <a:pt x="21754" y="6135"/>
                  </a:cubicBezTo>
                  <a:cubicBezTo>
                    <a:pt x="21754" y="6248"/>
                    <a:pt x="21867" y="6362"/>
                    <a:pt x="21981" y="6362"/>
                  </a:cubicBezTo>
                  <a:cubicBezTo>
                    <a:pt x="21996" y="6365"/>
                    <a:pt x="22010" y="6366"/>
                    <a:pt x="22025" y="6366"/>
                  </a:cubicBezTo>
                  <a:cubicBezTo>
                    <a:pt x="22151" y="6366"/>
                    <a:pt x="22265" y="6262"/>
                    <a:pt x="22265" y="6135"/>
                  </a:cubicBezTo>
                  <a:cubicBezTo>
                    <a:pt x="22265" y="5993"/>
                    <a:pt x="22151" y="5851"/>
                    <a:pt x="22009" y="5851"/>
                  </a:cubicBezTo>
                  <a:close/>
                  <a:moveTo>
                    <a:pt x="12865" y="5964"/>
                  </a:moveTo>
                  <a:cubicBezTo>
                    <a:pt x="12723" y="5993"/>
                    <a:pt x="12609" y="6106"/>
                    <a:pt x="12638" y="6248"/>
                  </a:cubicBezTo>
                  <a:cubicBezTo>
                    <a:pt x="12638" y="6375"/>
                    <a:pt x="12752" y="6480"/>
                    <a:pt x="12877" y="6480"/>
                  </a:cubicBezTo>
                  <a:cubicBezTo>
                    <a:pt x="12892" y="6480"/>
                    <a:pt x="12907" y="6478"/>
                    <a:pt x="12922" y="6475"/>
                  </a:cubicBezTo>
                  <a:cubicBezTo>
                    <a:pt x="13035" y="6447"/>
                    <a:pt x="13120" y="6333"/>
                    <a:pt x="13120" y="6220"/>
                  </a:cubicBezTo>
                  <a:cubicBezTo>
                    <a:pt x="13120" y="6078"/>
                    <a:pt x="13007" y="5964"/>
                    <a:pt x="12865" y="5964"/>
                  </a:cubicBezTo>
                  <a:close/>
                  <a:moveTo>
                    <a:pt x="1903" y="6106"/>
                  </a:moveTo>
                  <a:cubicBezTo>
                    <a:pt x="1789" y="6135"/>
                    <a:pt x="1704" y="6277"/>
                    <a:pt x="1704" y="6390"/>
                  </a:cubicBezTo>
                  <a:cubicBezTo>
                    <a:pt x="1704" y="6589"/>
                    <a:pt x="1846" y="6759"/>
                    <a:pt x="2045" y="6788"/>
                  </a:cubicBezTo>
                  <a:cubicBezTo>
                    <a:pt x="2215" y="6759"/>
                    <a:pt x="2329" y="6646"/>
                    <a:pt x="2357" y="6475"/>
                  </a:cubicBezTo>
                  <a:cubicBezTo>
                    <a:pt x="2357" y="6305"/>
                    <a:pt x="2102" y="6106"/>
                    <a:pt x="1903" y="6106"/>
                  </a:cubicBezTo>
                  <a:close/>
                  <a:moveTo>
                    <a:pt x="10678" y="6277"/>
                  </a:moveTo>
                  <a:cubicBezTo>
                    <a:pt x="10536" y="6277"/>
                    <a:pt x="10422" y="6390"/>
                    <a:pt x="10422" y="6561"/>
                  </a:cubicBezTo>
                  <a:cubicBezTo>
                    <a:pt x="10451" y="6674"/>
                    <a:pt x="10536" y="6759"/>
                    <a:pt x="10650" y="6788"/>
                  </a:cubicBezTo>
                  <a:cubicBezTo>
                    <a:pt x="10820" y="6788"/>
                    <a:pt x="10934" y="6674"/>
                    <a:pt x="10934" y="6532"/>
                  </a:cubicBezTo>
                  <a:cubicBezTo>
                    <a:pt x="10962" y="6390"/>
                    <a:pt x="10820" y="6277"/>
                    <a:pt x="10678" y="6277"/>
                  </a:cubicBezTo>
                  <a:close/>
                  <a:moveTo>
                    <a:pt x="20140" y="6386"/>
                  </a:moveTo>
                  <a:cubicBezTo>
                    <a:pt x="19999" y="6386"/>
                    <a:pt x="19908" y="6490"/>
                    <a:pt x="19908" y="6617"/>
                  </a:cubicBezTo>
                  <a:cubicBezTo>
                    <a:pt x="19908" y="6753"/>
                    <a:pt x="20011" y="6888"/>
                    <a:pt x="20168" y="6900"/>
                  </a:cubicBezTo>
                  <a:lnTo>
                    <a:pt x="20168" y="6900"/>
                  </a:lnTo>
                  <a:cubicBezTo>
                    <a:pt x="20308" y="6871"/>
                    <a:pt x="20419" y="6758"/>
                    <a:pt x="20419" y="6617"/>
                  </a:cubicBezTo>
                  <a:cubicBezTo>
                    <a:pt x="20391" y="6475"/>
                    <a:pt x="20305" y="6390"/>
                    <a:pt x="20192" y="6390"/>
                  </a:cubicBezTo>
                  <a:cubicBezTo>
                    <a:pt x="20174" y="6387"/>
                    <a:pt x="20157" y="6386"/>
                    <a:pt x="20140" y="6386"/>
                  </a:cubicBezTo>
                  <a:close/>
                  <a:moveTo>
                    <a:pt x="4799" y="6305"/>
                  </a:moveTo>
                  <a:cubicBezTo>
                    <a:pt x="4658" y="6305"/>
                    <a:pt x="4516" y="6419"/>
                    <a:pt x="4516" y="6589"/>
                  </a:cubicBezTo>
                  <a:cubicBezTo>
                    <a:pt x="4487" y="6731"/>
                    <a:pt x="4572" y="6873"/>
                    <a:pt x="4714" y="6901"/>
                  </a:cubicBezTo>
                  <a:cubicBezTo>
                    <a:pt x="4885" y="6901"/>
                    <a:pt x="5055" y="6759"/>
                    <a:pt x="5055" y="6589"/>
                  </a:cubicBezTo>
                  <a:cubicBezTo>
                    <a:pt x="5055" y="6447"/>
                    <a:pt x="4941" y="6333"/>
                    <a:pt x="4799" y="6305"/>
                  </a:cubicBezTo>
                  <a:close/>
                  <a:moveTo>
                    <a:pt x="20168" y="6900"/>
                  </a:moveTo>
                  <a:cubicBezTo>
                    <a:pt x="20166" y="6901"/>
                    <a:pt x="20165" y="6901"/>
                    <a:pt x="20163" y="6901"/>
                  </a:cubicBezTo>
                  <a:lnTo>
                    <a:pt x="20192" y="6901"/>
                  </a:lnTo>
                  <a:cubicBezTo>
                    <a:pt x="20184" y="6901"/>
                    <a:pt x="20176" y="6901"/>
                    <a:pt x="20168" y="6900"/>
                  </a:cubicBezTo>
                  <a:close/>
                  <a:moveTo>
                    <a:pt x="7412" y="6561"/>
                  </a:moveTo>
                  <a:cubicBezTo>
                    <a:pt x="7270" y="6561"/>
                    <a:pt x="7157" y="6703"/>
                    <a:pt x="7157" y="6845"/>
                  </a:cubicBezTo>
                  <a:cubicBezTo>
                    <a:pt x="7185" y="6987"/>
                    <a:pt x="7299" y="7072"/>
                    <a:pt x="7441" y="7072"/>
                  </a:cubicBezTo>
                  <a:cubicBezTo>
                    <a:pt x="7583" y="7072"/>
                    <a:pt x="7696" y="6930"/>
                    <a:pt x="7696" y="6788"/>
                  </a:cubicBezTo>
                  <a:cubicBezTo>
                    <a:pt x="7668" y="6646"/>
                    <a:pt x="7554" y="6561"/>
                    <a:pt x="7412" y="6561"/>
                  </a:cubicBezTo>
                  <a:close/>
                  <a:moveTo>
                    <a:pt x="1051" y="7185"/>
                  </a:moveTo>
                  <a:lnTo>
                    <a:pt x="1051" y="7185"/>
                  </a:lnTo>
                  <a:cubicBezTo>
                    <a:pt x="880" y="7214"/>
                    <a:pt x="795" y="7356"/>
                    <a:pt x="824" y="7498"/>
                  </a:cubicBezTo>
                  <a:cubicBezTo>
                    <a:pt x="824" y="7640"/>
                    <a:pt x="937" y="7753"/>
                    <a:pt x="1079" y="7782"/>
                  </a:cubicBezTo>
                  <a:cubicBezTo>
                    <a:pt x="1250" y="7753"/>
                    <a:pt x="1392" y="7611"/>
                    <a:pt x="1392" y="7441"/>
                  </a:cubicBezTo>
                  <a:cubicBezTo>
                    <a:pt x="1368" y="7301"/>
                    <a:pt x="1249" y="7199"/>
                    <a:pt x="1112" y="7199"/>
                  </a:cubicBezTo>
                  <a:cubicBezTo>
                    <a:pt x="1083" y="7199"/>
                    <a:pt x="1053" y="7204"/>
                    <a:pt x="1022" y="7214"/>
                  </a:cubicBezTo>
                  <a:lnTo>
                    <a:pt x="1051" y="7185"/>
                  </a:lnTo>
                  <a:close/>
                  <a:moveTo>
                    <a:pt x="24203" y="7550"/>
                  </a:moveTo>
                  <a:cubicBezTo>
                    <a:pt x="24192" y="7550"/>
                    <a:pt x="24180" y="7552"/>
                    <a:pt x="24168" y="7555"/>
                  </a:cubicBezTo>
                  <a:cubicBezTo>
                    <a:pt x="24054" y="7555"/>
                    <a:pt x="23969" y="7668"/>
                    <a:pt x="23969" y="7782"/>
                  </a:cubicBezTo>
                  <a:cubicBezTo>
                    <a:pt x="23969" y="7924"/>
                    <a:pt x="24054" y="8037"/>
                    <a:pt x="24168" y="8037"/>
                  </a:cubicBezTo>
                  <a:cubicBezTo>
                    <a:pt x="24310" y="8009"/>
                    <a:pt x="24395" y="7895"/>
                    <a:pt x="24395" y="7753"/>
                  </a:cubicBezTo>
                  <a:cubicBezTo>
                    <a:pt x="24395" y="7652"/>
                    <a:pt x="24304" y="7550"/>
                    <a:pt x="24203" y="7550"/>
                  </a:cubicBezTo>
                  <a:close/>
                  <a:moveTo>
                    <a:pt x="9145" y="7668"/>
                  </a:moveTo>
                  <a:cubicBezTo>
                    <a:pt x="9003" y="7668"/>
                    <a:pt x="8917" y="7753"/>
                    <a:pt x="8889" y="7895"/>
                  </a:cubicBezTo>
                  <a:cubicBezTo>
                    <a:pt x="8861" y="8037"/>
                    <a:pt x="8946" y="8179"/>
                    <a:pt x="9116" y="8208"/>
                  </a:cubicBezTo>
                  <a:cubicBezTo>
                    <a:pt x="9134" y="8211"/>
                    <a:pt x="9152" y="8213"/>
                    <a:pt x="9170" y="8213"/>
                  </a:cubicBezTo>
                  <a:cubicBezTo>
                    <a:pt x="9292" y="8213"/>
                    <a:pt x="9400" y="8129"/>
                    <a:pt x="9400" y="7981"/>
                  </a:cubicBezTo>
                  <a:cubicBezTo>
                    <a:pt x="9429" y="7839"/>
                    <a:pt x="9287" y="7697"/>
                    <a:pt x="9145" y="7668"/>
                  </a:cubicBezTo>
                  <a:close/>
                  <a:moveTo>
                    <a:pt x="11757" y="7697"/>
                  </a:moveTo>
                  <a:cubicBezTo>
                    <a:pt x="11587" y="7697"/>
                    <a:pt x="11416" y="7810"/>
                    <a:pt x="11388" y="7981"/>
                  </a:cubicBezTo>
                  <a:cubicBezTo>
                    <a:pt x="11388" y="8151"/>
                    <a:pt x="11502" y="8321"/>
                    <a:pt x="11672" y="8350"/>
                  </a:cubicBezTo>
                  <a:cubicBezTo>
                    <a:pt x="11871" y="8321"/>
                    <a:pt x="12013" y="8151"/>
                    <a:pt x="12013" y="7952"/>
                  </a:cubicBezTo>
                  <a:lnTo>
                    <a:pt x="12041" y="7952"/>
                  </a:lnTo>
                  <a:cubicBezTo>
                    <a:pt x="12013" y="7810"/>
                    <a:pt x="11899" y="7725"/>
                    <a:pt x="11757" y="7697"/>
                  </a:cubicBezTo>
                  <a:close/>
                  <a:moveTo>
                    <a:pt x="22432" y="7854"/>
                  </a:moveTo>
                  <a:cubicBezTo>
                    <a:pt x="22274" y="7854"/>
                    <a:pt x="22151" y="7978"/>
                    <a:pt x="22151" y="8122"/>
                  </a:cubicBezTo>
                  <a:cubicBezTo>
                    <a:pt x="22151" y="8236"/>
                    <a:pt x="22265" y="8350"/>
                    <a:pt x="22378" y="8350"/>
                  </a:cubicBezTo>
                  <a:cubicBezTo>
                    <a:pt x="22396" y="8353"/>
                    <a:pt x="22415" y="8355"/>
                    <a:pt x="22432" y="8355"/>
                  </a:cubicBezTo>
                  <a:cubicBezTo>
                    <a:pt x="22555" y="8355"/>
                    <a:pt x="22666" y="8271"/>
                    <a:pt x="22691" y="8122"/>
                  </a:cubicBezTo>
                  <a:cubicBezTo>
                    <a:pt x="22719" y="8009"/>
                    <a:pt x="22634" y="7895"/>
                    <a:pt x="22520" y="7867"/>
                  </a:cubicBezTo>
                  <a:cubicBezTo>
                    <a:pt x="22490" y="7858"/>
                    <a:pt x="22460" y="7854"/>
                    <a:pt x="22432" y="7854"/>
                  </a:cubicBezTo>
                  <a:close/>
                  <a:moveTo>
                    <a:pt x="25559" y="7753"/>
                  </a:moveTo>
                  <a:cubicBezTo>
                    <a:pt x="25389" y="7753"/>
                    <a:pt x="25218" y="7924"/>
                    <a:pt x="25247" y="8122"/>
                  </a:cubicBezTo>
                  <a:cubicBezTo>
                    <a:pt x="25275" y="8293"/>
                    <a:pt x="25417" y="8406"/>
                    <a:pt x="25616" y="8406"/>
                  </a:cubicBezTo>
                  <a:cubicBezTo>
                    <a:pt x="25786" y="8378"/>
                    <a:pt x="25900" y="8208"/>
                    <a:pt x="25900" y="8037"/>
                  </a:cubicBezTo>
                  <a:cubicBezTo>
                    <a:pt x="25900" y="7867"/>
                    <a:pt x="25730" y="7753"/>
                    <a:pt x="25559" y="7753"/>
                  </a:cubicBezTo>
                  <a:close/>
                  <a:moveTo>
                    <a:pt x="3152" y="8321"/>
                  </a:moveTo>
                  <a:cubicBezTo>
                    <a:pt x="3010" y="8321"/>
                    <a:pt x="2897" y="8435"/>
                    <a:pt x="2897" y="8577"/>
                  </a:cubicBezTo>
                  <a:cubicBezTo>
                    <a:pt x="2897" y="8719"/>
                    <a:pt x="3039" y="8832"/>
                    <a:pt x="3181" y="8832"/>
                  </a:cubicBezTo>
                  <a:cubicBezTo>
                    <a:pt x="3294" y="8832"/>
                    <a:pt x="3380" y="8719"/>
                    <a:pt x="3408" y="8605"/>
                  </a:cubicBezTo>
                  <a:cubicBezTo>
                    <a:pt x="3408" y="8463"/>
                    <a:pt x="3294" y="8350"/>
                    <a:pt x="3152" y="8350"/>
                  </a:cubicBezTo>
                  <a:lnTo>
                    <a:pt x="3152" y="8321"/>
                  </a:lnTo>
                  <a:close/>
                  <a:moveTo>
                    <a:pt x="6620" y="8601"/>
                  </a:moveTo>
                  <a:cubicBezTo>
                    <a:pt x="6601" y="8601"/>
                    <a:pt x="6581" y="8602"/>
                    <a:pt x="6560" y="8605"/>
                  </a:cubicBezTo>
                  <a:cubicBezTo>
                    <a:pt x="6418" y="8634"/>
                    <a:pt x="6333" y="8747"/>
                    <a:pt x="6333" y="8889"/>
                  </a:cubicBezTo>
                  <a:cubicBezTo>
                    <a:pt x="6333" y="9060"/>
                    <a:pt x="6475" y="9202"/>
                    <a:pt x="6645" y="9202"/>
                  </a:cubicBezTo>
                  <a:cubicBezTo>
                    <a:pt x="6816" y="9173"/>
                    <a:pt x="6929" y="9031"/>
                    <a:pt x="6958" y="8889"/>
                  </a:cubicBezTo>
                  <a:cubicBezTo>
                    <a:pt x="6932" y="8711"/>
                    <a:pt x="6792" y="8601"/>
                    <a:pt x="6620" y="8601"/>
                  </a:cubicBezTo>
                  <a:close/>
                  <a:moveTo>
                    <a:pt x="4771" y="8605"/>
                  </a:moveTo>
                  <a:cubicBezTo>
                    <a:pt x="4601" y="8605"/>
                    <a:pt x="4487" y="8747"/>
                    <a:pt x="4487" y="8918"/>
                  </a:cubicBezTo>
                  <a:cubicBezTo>
                    <a:pt x="4487" y="9073"/>
                    <a:pt x="4606" y="9205"/>
                    <a:pt x="4756" y="9205"/>
                  </a:cubicBezTo>
                  <a:cubicBezTo>
                    <a:pt x="4770" y="9205"/>
                    <a:pt x="4785" y="9204"/>
                    <a:pt x="4799" y="9202"/>
                  </a:cubicBezTo>
                  <a:cubicBezTo>
                    <a:pt x="4817" y="9204"/>
                    <a:pt x="4833" y="9205"/>
                    <a:pt x="4850" y="9205"/>
                  </a:cubicBezTo>
                  <a:cubicBezTo>
                    <a:pt x="5022" y="9205"/>
                    <a:pt x="5138" y="9073"/>
                    <a:pt x="5112" y="8918"/>
                  </a:cubicBezTo>
                  <a:cubicBezTo>
                    <a:pt x="5112" y="8747"/>
                    <a:pt x="4970" y="8605"/>
                    <a:pt x="4771" y="8605"/>
                  </a:cubicBezTo>
                  <a:close/>
                  <a:moveTo>
                    <a:pt x="20703" y="8974"/>
                  </a:moveTo>
                  <a:cubicBezTo>
                    <a:pt x="20561" y="8974"/>
                    <a:pt x="20447" y="9116"/>
                    <a:pt x="20476" y="9202"/>
                  </a:cubicBezTo>
                  <a:lnTo>
                    <a:pt x="20504" y="9202"/>
                  </a:lnTo>
                  <a:cubicBezTo>
                    <a:pt x="20504" y="9315"/>
                    <a:pt x="20618" y="9400"/>
                    <a:pt x="20731" y="9400"/>
                  </a:cubicBezTo>
                  <a:cubicBezTo>
                    <a:pt x="20816" y="9372"/>
                    <a:pt x="20902" y="9315"/>
                    <a:pt x="20902" y="9202"/>
                  </a:cubicBezTo>
                  <a:cubicBezTo>
                    <a:pt x="20902" y="9088"/>
                    <a:pt x="20816" y="8974"/>
                    <a:pt x="20703" y="8974"/>
                  </a:cubicBezTo>
                  <a:close/>
                  <a:moveTo>
                    <a:pt x="27093" y="8918"/>
                  </a:moveTo>
                  <a:lnTo>
                    <a:pt x="27093" y="8946"/>
                  </a:lnTo>
                  <a:cubicBezTo>
                    <a:pt x="26894" y="8946"/>
                    <a:pt x="26752" y="9145"/>
                    <a:pt x="26752" y="9315"/>
                  </a:cubicBezTo>
                  <a:cubicBezTo>
                    <a:pt x="26752" y="9497"/>
                    <a:pt x="26871" y="9631"/>
                    <a:pt x="27021" y="9631"/>
                  </a:cubicBezTo>
                  <a:cubicBezTo>
                    <a:pt x="27035" y="9631"/>
                    <a:pt x="27050" y="9630"/>
                    <a:pt x="27064" y="9628"/>
                  </a:cubicBezTo>
                  <a:cubicBezTo>
                    <a:pt x="27263" y="9628"/>
                    <a:pt x="27405" y="9457"/>
                    <a:pt x="27405" y="9258"/>
                  </a:cubicBezTo>
                  <a:cubicBezTo>
                    <a:pt x="27405" y="9088"/>
                    <a:pt x="27263" y="8946"/>
                    <a:pt x="27093" y="8918"/>
                  </a:cubicBezTo>
                  <a:close/>
                  <a:moveTo>
                    <a:pt x="7980" y="9230"/>
                  </a:moveTo>
                  <a:cubicBezTo>
                    <a:pt x="7810" y="9230"/>
                    <a:pt x="7668" y="9372"/>
                    <a:pt x="7668" y="9542"/>
                  </a:cubicBezTo>
                  <a:cubicBezTo>
                    <a:pt x="7668" y="9684"/>
                    <a:pt x="7781" y="9798"/>
                    <a:pt x="7923" y="9826"/>
                  </a:cubicBezTo>
                  <a:cubicBezTo>
                    <a:pt x="7938" y="9829"/>
                    <a:pt x="7953" y="9831"/>
                    <a:pt x="7968" y="9831"/>
                  </a:cubicBezTo>
                  <a:cubicBezTo>
                    <a:pt x="8099" y="9831"/>
                    <a:pt x="8236" y="9724"/>
                    <a:pt x="8236" y="9571"/>
                  </a:cubicBezTo>
                  <a:cubicBezTo>
                    <a:pt x="8264" y="9400"/>
                    <a:pt x="8122" y="9258"/>
                    <a:pt x="7980" y="9230"/>
                  </a:cubicBezTo>
                  <a:close/>
                  <a:moveTo>
                    <a:pt x="10067" y="9333"/>
                  </a:moveTo>
                  <a:cubicBezTo>
                    <a:pt x="9961" y="9333"/>
                    <a:pt x="9863" y="9370"/>
                    <a:pt x="9798" y="9457"/>
                  </a:cubicBezTo>
                  <a:cubicBezTo>
                    <a:pt x="9684" y="9542"/>
                    <a:pt x="9627" y="9684"/>
                    <a:pt x="9713" y="9798"/>
                  </a:cubicBezTo>
                  <a:cubicBezTo>
                    <a:pt x="9766" y="9887"/>
                    <a:pt x="9863" y="9931"/>
                    <a:pt x="9964" y="9931"/>
                  </a:cubicBezTo>
                  <a:cubicBezTo>
                    <a:pt x="10024" y="9931"/>
                    <a:pt x="10085" y="9915"/>
                    <a:pt x="10138" y="9883"/>
                  </a:cubicBezTo>
                  <a:cubicBezTo>
                    <a:pt x="10280" y="9741"/>
                    <a:pt x="10366" y="9571"/>
                    <a:pt x="10337" y="9400"/>
                  </a:cubicBezTo>
                  <a:cubicBezTo>
                    <a:pt x="10337" y="9400"/>
                    <a:pt x="10280" y="9372"/>
                    <a:pt x="10167" y="9344"/>
                  </a:cubicBezTo>
                  <a:cubicBezTo>
                    <a:pt x="10133" y="9337"/>
                    <a:pt x="10100" y="9333"/>
                    <a:pt x="10067" y="9333"/>
                  </a:cubicBezTo>
                  <a:close/>
                  <a:moveTo>
                    <a:pt x="3263" y="9538"/>
                  </a:moveTo>
                  <a:cubicBezTo>
                    <a:pt x="3096" y="9538"/>
                    <a:pt x="2976" y="9645"/>
                    <a:pt x="2925" y="9798"/>
                  </a:cubicBezTo>
                  <a:cubicBezTo>
                    <a:pt x="2897" y="9940"/>
                    <a:pt x="3010" y="10082"/>
                    <a:pt x="3152" y="10110"/>
                  </a:cubicBezTo>
                  <a:cubicBezTo>
                    <a:pt x="3167" y="10113"/>
                    <a:pt x="3182" y="10114"/>
                    <a:pt x="3196" y="10114"/>
                  </a:cubicBezTo>
                  <a:cubicBezTo>
                    <a:pt x="3379" y="10114"/>
                    <a:pt x="3550" y="9952"/>
                    <a:pt x="3550" y="9741"/>
                  </a:cubicBezTo>
                  <a:cubicBezTo>
                    <a:pt x="3550" y="9628"/>
                    <a:pt x="3465" y="9542"/>
                    <a:pt x="3323" y="9542"/>
                  </a:cubicBezTo>
                  <a:cubicBezTo>
                    <a:pt x="3302" y="9540"/>
                    <a:pt x="3282" y="9538"/>
                    <a:pt x="3263" y="9538"/>
                  </a:cubicBezTo>
                  <a:close/>
                  <a:moveTo>
                    <a:pt x="24111" y="9656"/>
                  </a:moveTo>
                  <a:lnTo>
                    <a:pt x="24111" y="9684"/>
                  </a:lnTo>
                  <a:cubicBezTo>
                    <a:pt x="24089" y="9681"/>
                    <a:pt x="24068" y="9679"/>
                    <a:pt x="24047" y="9679"/>
                  </a:cubicBezTo>
                  <a:cubicBezTo>
                    <a:pt x="23906" y="9679"/>
                    <a:pt x="23795" y="9763"/>
                    <a:pt x="23770" y="9912"/>
                  </a:cubicBezTo>
                  <a:cubicBezTo>
                    <a:pt x="23713" y="10054"/>
                    <a:pt x="23827" y="10224"/>
                    <a:pt x="23997" y="10252"/>
                  </a:cubicBezTo>
                  <a:cubicBezTo>
                    <a:pt x="24015" y="10256"/>
                    <a:pt x="24034" y="10258"/>
                    <a:pt x="24052" y="10258"/>
                  </a:cubicBezTo>
                  <a:cubicBezTo>
                    <a:pt x="24180" y="10258"/>
                    <a:pt x="24313" y="10174"/>
                    <a:pt x="24338" y="10025"/>
                  </a:cubicBezTo>
                  <a:cubicBezTo>
                    <a:pt x="24395" y="9855"/>
                    <a:pt x="24281" y="9684"/>
                    <a:pt x="24111" y="9656"/>
                  </a:cubicBezTo>
                  <a:close/>
                  <a:moveTo>
                    <a:pt x="21579" y="9879"/>
                  </a:moveTo>
                  <a:cubicBezTo>
                    <a:pt x="21562" y="9879"/>
                    <a:pt x="21544" y="9880"/>
                    <a:pt x="21526" y="9883"/>
                  </a:cubicBezTo>
                  <a:cubicBezTo>
                    <a:pt x="21384" y="9883"/>
                    <a:pt x="21271" y="10025"/>
                    <a:pt x="21271" y="10167"/>
                  </a:cubicBezTo>
                  <a:cubicBezTo>
                    <a:pt x="21297" y="10323"/>
                    <a:pt x="21441" y="10455"/>
                    <a:pt x="21596" y="10455"/>
                  </a:cubicBezTo>
                  <a:cubicBezTo>
                    <a:pt x="21611" y="10455"/>
                    <a:pt x="21625" y="10454"/>
                    <a:pt x="21640" y="10451"/>
                  </a:cubicBezTo>
                  <a:cubicBezTo>
                    <a:pt x="21754" y="10394"/>
                    <a:pt x="21867" y="10252"/>
                    <a:pt x="21867" y="10110"/>
                  </a:cubicBezTo>
                  <a:cubicBezTo>
                    <a:pt x="21842" y="9983"/>
                    <a:pt x="21725" y="9879"/>
                    <a:pt x="21579" y="9879"/>
                  </a:cubicBezTo>
                  <a:close/>
                  <a:moveTo>
                    <a:pt x="25900" y="9968"/>
                  </a:moveTo>
                  <a:cubicBezTo>
                    <a:pt x="25730" y="9968"/>
                    <a:pt x="25644" y="10110"/>
                    <a:pt x="25673" y="10281"/>
                  </a:cubicBezTo>
                  <a:lnTo>
                    <a:pt x="25673" y="10252"/>
                  </a:lnTo>
                  <a:cubicBezTo>
                    <a:pt x="25673" y="10394"/>
                    <a:pt x="25758" y="10480"/>
                    <a:pt x="25900" y="10480"/>
                  </a:cubicBezTo>
                  <a:cubicBezTo>
                    <a:pt x="26042" y="10480"/>
                    <a:pt x="26155" y="10366"/>
                    <a:pt x="26155" y="10224"/>
                  </a:cubicBezTo>
                  <a:cubicBezTo>
                    <a:pt x="26155" y="10082"/>
                    <a:pt x="26042" y="9968"/>
                    <a:pt x="25900" y="9968"/>
                  </a:cubicBezTo>
                  <a:close/>
                  <a:moveTo>
                    <a:pt x="8889" y="10451"/>
                  </a:moveTo>
                  <a:cubicBezTo>
                    <a:pt x="8747" y="10451"/>
                    <a:pt x="8633" y="10565"/>
                    <a:pt x="8633" y="10707"/>
                  </a:cubicBezTo>
                  <a:cubicBezTo>
                    <a:pt x="8662" y="10849"/>
                    <a:pt x="8747" y="10934"/>
                    <a:pt x="8861" y="10934"/>
                  </a:cubicBezTo>
                  <a:cubicBezTo>
                    <a:pt x="9031" y="10934"/>
                    <a:pt x="9145" y="10820"/>
                    <a:pt x="9116" y="10678"/>
                  </a:cubicBezTo>
                  <a:cubicBezTo>
                    <a:pt x="9116" y="10565"/>
                    <a:pt x="9059" y="10451"/>
                    <a:pt x="8917" y="10451"/>
                  </a:cubicBezTo>
                  <a:close/>
                  <a:moveTo>
                    <a:pt x="19411" y="10301"/>
                  </a:moveTo>
                  <a:cubicBezTo>
                    <a:pt x="19261" y="10301"/>
                    <a:pt x="19111" y="10394"/>
                    <a:pt x="19084" y="10593"/>
                  </a:cubicBezTo>
                  <a:cubicBezTo>
                    <a:pt x="19084" y="10792"/>
                    <a:pt x="19226" y="10934"/>
                    <a:pt x="19425" y="10962"/>
                  </a:cubicBezTo>
                  <a:cubicBezTo>
                    <a:pt x="19595" y="10962"/>
                    <a:pt x="19737" y="10820"/>
                    <a:pt x="19737" y="10650"/>
                  </a:cubicBezTo>
                  <a:cubicBezTo>
                    <a:pt x="19752" y="10423"/>
                    <a:pt x="19582" y="10301"/>
                    <a:pt x="19411" y="10301"/>
                  </a:cubicBezTo>
                  <a:close/>
                  <a:moveTo>
                    <a:pt x="6106" y="10508"/>
                  </a:moveTo>
                  <a:cubicBezTo>
                    <a:pt x="5935" y="10536"/>
                    <a:pt x="5793" y="10678"/>
                    <a:pt x="5793" y="10877"/>
                  </a:cubicBezTo>
                  <a:cubicBezTo>
                    <a:pt x="5819" y="11059"/>
                    <a:pt x="5940" y="11193"/>
                    <a:pt x="6113" y="11193"/>
                  </a:cubicBezTo>
                  <a:cubicBezTo>
                    <a:pt x="6129" y="11193"/>
                    <a:pt x="6146" y="11192"/>
                    <a:pt x="6163" y="11190"/>
                  </a:cubicBezTo>
                  <a:cubicBezTo>
                    <a:pt x="6503" y="11076"/>
                    <a:pt x="6475" y="10593"/>
                    <a:pt x="6106" y="10508"/>
                  </a:cubicBezTo>
                  <a:close/>
                  <a:moveTo>
                    <a:pt x="22833" y="10991"/>
                  </a:moveTo>
                  <a:cubicBezTo>
                    <a:pt x="22662" y="10991"/>
                    <a:pt x="22577" y="11104"/>
                    <a:pt x="22577" y="11246"/>
                  </a:cubicBezTo>
                  <a:lnTo>
                    <a:pt x="22549" y="11246"/>
                  </a:lnTo>
                  <a:cubicBezTo>
                    <a:pt x="22522" y="11410"/>
                    <a:pt x="22670" y="11488"/>
                    <a:pt x="22824" y="11488"/>
                  </a:cubicBezTo>
                  <a:cubicBezTo>
                    <a:pt x="22990" y="11488"/>
                    <a:pt x="23161" y="11395"/>
                    <a:pt x="23117" y="11218"/>
                  </a:cubicBezTo>
                  <a:cubicBezTo>
                    <a:pt x="23088" y="11076"/>
                    <a:pt x="22975" y="10991"/>
                    <a:pt x="22833" y="10991"/>
                  </a:cubicBezTo>
                  <a:close/>
                  <a:moveTo>
                    <a:pt x="2276" y="11270"/>
                  </a:moveTo>
                  <a:cubicBezTo>
                    <a:pt x="2125" y="11270"/>
                    <a:pt x="1985" y="11378"/>
                    <a:pt x="1960" y="11530"/>
                  </a:cubicBezTo>
                  <a:cubicBezTo>
                    <a:pt x="1960" y="11701"/>
                    <a:pt x="2073" y="11871"/>
                    <a:pt x="2244" y="11900"/>
                  </a:cubicBezTo>
                  <a:cubicBezTo>
                    <a:pt x="2442" y="11871"/>
                    <a:pt x="2556" y="11729"/>
                    <a:pt x="2556" y="11559"/>
                  </a:cubicBezTo>
                  <a:cubicBezTo>
                    <a:pt x="2556" y="11417"/>
                    <a:pt x="2471" y="11303"/>
                    <a:pt x="2329" y="11275"/>
                  </a:cubicBezTo>
                  <a:cubicBezTo>
                    <a:pt x="2311" y="11272"/>
                    <a:pt x="2294" y="11270"/>
                    <a:pt x="2276" y="11270"/>
                  </a:cubicBezTo>
                  <a:close/>
                  <a:moveTo>
                    <a:pt x="3834" y="11275"/>
                  </a:moveTo>
                  <a:lnTo>
                    <a:pt x="3834" y="11303"/>
                  </a:lnTo>
                  <a:cubicBezTo>
                    <a:pt x="3664" y="11303"/>
                    <a:pt x="3522" y="11474"/>
                    <a:pt x="3578" y="11672"/>
                  </a:cubicBezTo>
                  <a:cubicBezTo>
                    <a:pt x="3607" y="11786"/>
                    <a:pt x="3720" y="11900"/>
                    <a:pt x="3891" y="11900"/>
                  </a:cubicBezTo>
                  <a:cubicBezTo>
                    <a:pt x="4061" y="11871"/>
                    <a:pt x="4175" y="11729"/>
                    <a:pt x="4146" y="11559"/>
                  </a:cubicBezTo>
                  <a:cubicBezTo>
                    <a:pt x="4146" y="11388"/>
                    <a:pt x="4004" y="11275"/>
                    <a:pt x="3834" y="11275"/>
                  </a:cubicBezTo>
                  <a:close/>
                  <a:moveTo>
                    <a:pt x="27462" y="11360"/>
                  </a:moveTo>
                  <a:cubicBezTo>
                    <a:pt x="27291" y="11360"/>
                    <a:pt x="27121" y="11502"/>
                    <a:pt x="27121" y="11672"/>
                  </a:cubicBezTo>
                  <a:cubicBezTo>
                    <a:pt x="27121" y="11843"/>
                    <a:pt x="27235" y="11985"/>
                    <a:pt x="27377" y="12042"/>
                  </a:cubicBezTo>
                  <a:cubicBezTo>
                    <a:pt x="27391" y="12044"/>
                    <a:pt x="27406" y="12045"/>
                    <a:pt x="27420" y="12045"/>
                  </a:cubicBezTo>
                  <a:cubicBezTo>
                    <a:pt x="27600" y="12045"/>
                    <a:pt x="27746" y="11887"/>
                    <a:pt x="27746" y="11729"/>
                  </a:cubicBezTo>
                  <a:cubicBezTo>
                    <a:pt x="27746" y="11559"/>
                    <a:pt x="27632" y="11417"/>
                    <a:pt x="27462" y="11360"/>
                  </a:cubicBezTo>
                  <a:close/>
                  <a:moveTo>
                    <a:pt x="24906" y="11587"/>
                  </a:moveTo>
                  <a:lnTo>
                    <a:pt x="24906" y="11616"/>
                  </a:lnTo>
                  <a:cubicBezTo>
                    <a:pt x="24736" y="11616"/>
                    <a:pt x="24594" y="11729"/>
                    <a:pt x="24594" y="11900"/>
                  </a:cubicBezTo>
                  <a:cubicBezTo>
                    <a:pt x="24594" y="12070"/>
                    <a:pt x="24707" y="12184"/>
                    <a:pt x="24849" y="12184"/>
                  </a:cubicBezTo>
                  <a:cubicBezTo>
                    <a:pt x="24867" y="12186"/>
                    <a:pt x="24884" y="12188"/>
                    <a:pt x="24901" y="12188"/>
                  </a:cubicBezTo>
                  <a:cubicBezTo>
                    <a:pt x="25048" y="12188"/>
                    <a:pt x="25164" y="12081"/>
                    <a:pt x="25190" y="11928"/>
                  </a:cubicBezTo>
                  <a:cubicBezTo>
                    <a:pt x="25218" y="11758"/>
                    <a:pt x="25076" y="11587"/>
                    <a:pt x="24906" y="11587"/>
                  </a:cubicBezTo>
                  <a:close/>
                  <a:moveTo>
                    <a:pt x="20958" y="11644"/>
                  </a:moveTo>
                  <a:cubicBezTo>
                    <a:pt x="20788" y="11672"/>
                    <a:pt x="20646" y="11786"/>
                    <a:pt x="20646" y="11956"/>
                  </a:cubicBezTo>
                  <a:cubicBezTo>
                    <a:pt x="20674" y="12098"/>
                    <a:pt x="20788" y="12212"/>
                    <a:pt x="20930" y="12212"/>
                  </a:cubicBezTo>
                  <a:cubicBezTo>
                    <a:pt x="21072" y="12184"/>
                    <a:pt x="21186" y="12070"/>
                    <a:pt x="21186" y="11928"/>
                  </a:cubicBezTo>
                  <a:cubicBezTo>
                    <a:pt x="21186" y="11786"/>
                    <a:pt x="21072" y="11701"/>
                    <a:pt x="20958" y="11672"/>
                  </a:cubicBezTo>
                  <a:lnTo>
                    <a:pt x="20958" y="11644"/>
                  </a:lnTo>
                  <a:close/>
                  <a:moveTo>
                    <a:pt x="7805" y="11725"/>
                  </a:moveTo>
                  <a:cubicBezTo>
                    <a:pt x="7788" y="11725"/>
                    <a:pt x="7770" y="11726"/>
                    <a:pt x="7753" y="11729"/>
                  </a:cubicBezTo>
                  <a:cubicBezTo>
                    <a:pt x="7327" y="11729"/>
                    <a:pt x="7327" y="12354"/>
                    <a:pt x="7753" y="12354"/>
                  </a:cubicBezTo>
                  <a:cubicBezTo>
                    <a:pt x="7923" y="12354"/>
                    <a:pt x="8094" y="12212"/>
                    <a:pt x="8094" y="12013"/>
                  </a:cubicBezTo>
                  <a:cubicBezTo>
                    <a:pt x="8094" y="11835"/>
                    <a:pt x="7956" y="11725"/>
                    <a:pt x="7805" y="11725"/>
                  </a:cubicBezTo>
                  <a:close/>
                  <a:moveTo>
                    <a:pt x="9679" y="12037"/>
                  </a:moveTo>
                  <a:cubicBezTo>
                    <a:pt x="9662" y="12037"/>
                    <a:pt x="9645" y="12039"/>
                    <a:pt x="9627" y="12042"/>
                  </a:cubicBezTo>
                  <a:cubicBezTo>
                    <a:pt x="9485" y="12070"/>
                    <a:pt x="9372" y="12184"/>
                    <a:pt x="9400" y="12326"/>
                  </a:cubicBezTo>
                  <a:cubicBezTo>
                    <a:pt x="9400" y="12504"/>
                    <a:pt x="9538" y="12614"/>
                    <a:pt x="9689" y="12614"/>
                  </a:cubicBezTo>
                  <a:cubicBezTo>
                    <a:pt x="9706" y="12614"/>
                    <a:pt x="9724" y="12612"/>
                    <a:pt x="9741" y="12610"/>
                  </a:cubicBezTo>
                  <a:cubicBezTo>
                    <a:pt x="9883" y="12581"/>
                    <a:pt x="9996" y="12439"/>
                    <a:pt x="9968" y="12297"/>
                  </a:cubicBezTo>
                  <a:lnTo>
                    <a:pt x="9968" y="12297"/>
                  </a:lnTo>
                  <a:lnTo>
                    <a:pt x="9968" y="12326"/>
                  </a:lnTo>
                  <a:cubicBezTo>
                    <a:pt x="9968" y="12147"/>
                    <a:pt x="9831" y="12037"/>
                    <a:pt x="9679" y="12037"/>
                  </a:cubicBezTo>
                  <a:close/>
                  <a:moveTo>
                    <a:pt x="5424" y="12297"/>
                  </a:moveTo>
                  <a:cubicBezTo>
                    <a:pt x="5169" y="12297"/>
                    <a:pt x="5027" y="12581"/>
                    <a:pt x="5197" y="12780"/>
                  </a:cubicBezTo>
                  <a:cubicBezTo>
                    <a:pt x="5253" y="12836"/>
                    <a:pt x="5324" y="12861"/>
                    <a:pt x="5394" y="12861"/>
                  </a:cubicBezTo>
                  <a:cubicBezTo>
                    <a:pt x="5538" y="12861"/>
                    <a:pt x="5680" y="12753"/>
                    <a:pt x="5680" y="12581"/>
                  </a:cubicBezTo>
                  <a:cubicBezTo>
                    <a:pt x="5651" y="12439"/>
                    <a:pt x="5538" y="12326"/>
                    <a:pt x="5424" y="12326"/>
                  </a:cubicBezTo>
                  <a:lnTo>
                    <a:pt x="5424" y="12297"/>
                  </a:lnTo>
                  <a:close/>
                  <a:moveTo>
                    <a:pt x="18495" y="12719"/>
                  </a:moveTo>
                  <a:cubicBezTo>
                    <a:pt x="18324" y="12719"/>
                    <a:pt x="18204" y="12851"/>
                    <a:pt x="18176" y="13030"/>
                  </a:cubicBezTo>
                  <a:lnTo>
                    <a:pt x="18176" y="13030"/>
                  </a:lnTo>
                  <a:cubicBezTo>
                    <a:pt x="18176" y="13023"/>
                    <a:pt x="18175" y="13015"/>
                    <a:pt x="18175" y="13007"/>
                  </a:cubicBezTo>
                  <a:lnTo>
                    <a:pt x="18175" y="13036"/>
                  </a:lnTo>
                  <a:cubicBezTo>
                    <a:pt x="18176" y="13034"/>
                    <a:pt x="18176" y="13032"/>
                    <a:pt x="18176" y="13030"/>
                  </a:cubicBezTo>
                  <a:lnTo>
                    <a:pt x="18176" y="13030"/>
                  </a:lnTo>
                  <a:cubicBezTo>
                    <a:pt x="18189" y="13219"/>
                    <a:pt x="18354" y="13376"/>
                    <a:pt x="18545" y="13376"/>
                  </a:cubicBezTo>
                  <a:cubicBezTo>
                    <a:pt x="18971" y="13376"/>
                    <a:pt x="18971" y="12723"/>
                    <a:pt x="18545" y="12723"/>
                  </a:cubicBezTo>
                  <a:cubicBezTo>
                    <a:pt x="18528" y="12721"/>
                    <a:pt x="18511" y="12719"/>
                    <a:pt x="18495" y="12719"/>
                  </a:cubicBezTo>
                  <a:close/>
                  <a:moveTo>
                    <a:pt x="26184" y="12780"/>
                  </a:moveTo>
                  <a:cubicBezTo>
                    <a:pt x="25985" y="12780"/>
                    <a:pt x="25843" y="12950"/>
                    <a:pt x="25843" y="13149"/>
                  </a:cubicBezTo>
                  <a:cubicBezTo>
                    <a:pt x="25869" y="13279"/>
                    <a:pt x="25990" y="13408"/>
                    <a:pt x="26140" y="13408"/>
                  </a:cubicBezTo>
                  <a:cubicBezTo>
                    <a:pt x="26154" y="13408"/>
                    <a:pt x="26169" y="13407"/>
                    <a:pt x="26184" y="13405"/>
                  </a:cubicBezTo>
                  <a:cubicBezTo>
                    <a:pt x="26354" y="13376"/>
                    <a:pt x="26468" y="13206"/>
                    <a:pt x="26468" y="13064"/>
                  </a:cubicBezTo>
                  <a:cubicBezTo>
                    <a:pt x="26439" y="12922"/>
                    <a:pt x="26326" y="12808"/>
                    <a:pt x="26184" y="12780"/>
                  </a:cubicBezTo>
                  <a:close/>
                  <a:moveTo>
                    <a:pt x="22151" y="13064"/>
                  </a:moveTo>
                  <a:cubicBezTo>
                    <a:pt x="21782" y="13121"/>
                    <a:pt x="21810" y="13689"/>
                    <a:pt x="22180" y="13717"/>
                  </a:cubicBezTo>
                  <a:cubicBezTo>
                    <a:pt x="22350" y="13689"/>
                    <a:pt x="22492" y="13518"/>
                    <a:pt x="22492" y="13348"/>
                  </a:cubicBezTo>
                  <a:cubicBezTo>
                    <a:pt x="22464" y="13177"/>
                    <a:pt x="22322" y="13064"/>
                    <a:pt x="22151" y="13064"/>
                  </a:cubicBezTo>
                  <a:close/>
                  <a:moveTo>
                    <a:pt x="2108" y="13399"/>
                  </a:moveTo>
                  <a:cubicBezTo>
                    <a:pt x="2088" y="13399"/>
                    <a:pt x="2066" y="13401"/>
                    <a:pt x="2045" y="13405"/>
                  </a:cubicBezTo>
                  <a:cubicBezTo>
                    <a:pt x="1903" y="13433"/>
                    <a:pt x="1818" y="13547"/>
                    <a:pt x="1818" y="13689"/>
                  </a:cubicBezTo>
                  <a:cubicBezTo>
                    <a:pt x="1846" y="13859"/>
                    <a:pt x="1988" y="13973"/>
                    <a:pt x="2130" y="14001"/>
                  </a:cubicBezTo>
                  <a:cubicBezTo>
                    <a:pt x="2300" y="13944"/>
                    <a:pt x="2414" y="13802"/>
                    <a:pt x="2414" y="13632"/>
                  </a:cubicBezTo>
                  <a:cubicBezTo>
                    <a:pt x="2364" y="13483"/>
                    <a:pt x="2250" y="13399"/>
                    <a:pt x="2108" y="13399"/>
                  </a:cubicBezTo>
                  <a:close/>
                  <a:moveTo>
                    <a:pt x="24010" y="13515"/>
                  </a:moveTo>
                  <a:cubicBezTo>
                    <a:pt x="23860" y="13515"/>
                    <a:pt x="23739" y="13647"/>
                    <a:pt x="23713" y="13802"/>
                  </a:cubicBezTo>
                  <a:cubicBezTo>
                    <a:pt x="23742" y="13944"/>
                    <a:pt x="23855" y="14058"/>
                    <a:pt x="23997" y="14058"/>
                  </a:cubicBezTo>
                  <a:cubicBezTo>
                    <a:pt x="24012" y="14061"/>
                    <a:pt x="24027" y="14062"/>
                    <a:pt x="24041" y="14062"/>
                  </a:cubicBezTo>
                  <a:cubicBezTo>
                    <a:pt x="24167" y="14062"/>
                    <a:pt x="24281" y="13958"/>
                    <a:pt x="24281" y="13831"/>
                  </a:cubicBezTo>
                  <a:cubicBezTo>
                    <a:pt x="24310" y="13660"/>
                    <a:pt x="24196" y="13547"/>
                    <a:pt x="24054" y="13518"/>
                  </a:cubicBezTo>
                  <a:cubicBezTo>
                    <a:pt x="24039" y="13516"/>
                    <a:pt x="24025" y="13515"/>
                    <a:pt x="24010" y="13515"/>
                  </a:cubicBezTo>
                  <a:close/>
                  <a:moveTo>
                    <a:pt x="7312" y="13712"/>
                  </a:moveTo>
                  <a:cubicBezTo>
                    <a:pt x="7201" y="13712"/>
                    <a:pt x="7087" y="13791"/>
                    <a:pt x="7071" y="13944"/>
                  </a:cubicBezTo>
                  <a:cubicBezTo>
                    <a:pt x="7071" y="14046"/>
                    <a:pt x="7140" y="14147"/>
                    <a:pt x="7256" y="14147"/>
                  </a:cubicBezTo>
                  <a:cubicBezTo>
                    <a:pt x="7269" y="14147"/>
                    <a:pt x="7284" y="14146"/>
                    <a:pt x="7299" y="14143"/>
                  </a:cubicBezTo>
                  <a:cubicBezTo>
                    <a:pt x="7311" y="14146"/>
                    <a:pt x="7323" y="14147"/>
                    <a:pt x="7335" y="14147"/>
                  </a:cubicBezTo>
                  <a:cubicBezTo>
                    <a:pt x="7459" y="14147"/>
                    <a:pt x="7552" y="14017"/>
                    <a:pt x="7526" y="13887"/>
                  </a:cubicBezTo>
                  <a:cubicBezTo>
                    <a:pt x="7500" y="13770"/>
                    <a:pt x="7407" y="13712"/>
                    <a:pt x="7312" y="13712"/>
                  </a:cubicBezTo>
                  <a:close/>
                  <a:moveTo>
                    <a:pt x="20050" y="13547"/>
                  </a:moveTo>
                  <a:cubicBezTo>
                    <a:pt x="19879" y="13575"/>
                    <a:pt x="19766" y="13689"/>
                    <a:pt x="19766" y="13859"/>
                  </a:cubicBezTo>
                  <a:cubicBezTo>
                    <a:pt x="19766" y="14029"/>
                    <a:pt x="19908" y="14171"/>
                    <a:pt x="20078" y="14171"/>
                  </a:cubicBezTo>
                  <a:cubicBezTo>
                    <a:pt x="20249" y="14143"/>
                    <a:pt x="20362" y="14001"/>
                    <a:pt x="20362" y="13859"/>
                  </a:cubicBezTo>
                  <a:cubicBezTo>
                    <a:pt x="20362" y="13689"/>
                    <a:pt x="20220" y="13547"/>
                    <a:pt x="20050" y="13547"/>
                  </a:cubicBezTo>
                  <a:close/>
                  <a:moveTo>
                    <a:pt x="10138" y="13745"/>
                  </a:moveTo>
                  <a:cubicBezTo>
                    <a:pt x="9968" y="13774"/>
                    <a:pt x="9826" y="13887"/>
                    <a:pt x="9826" y="14058"/>
                  </a:cubicBezTo>
                  <a:cubicBezTo>
                    <a:pt x="9826" y="14228"/>
                    <a:pt x="9940" y="14342"/>
                    <a:pt x="10110" y="14370"/>
                  </a:cubicBezTo>
                  <a:cubicBezTo>
                    <a:pt x="10280" y="14370"/>
                    <a:pt x="10422" y="14257"/>
                    <a:pt x="10422" y="14086"/>
                  </a:cubicBezTo>
                  <a:cubicBezTo>
                    <a:pt x="10422" y="13916"/>
                    <a:pt x="10309" y="13774"/>
                    <a:pt x="10138" y="13745"/>
                  </a:cubicBezTo>
                  <a:close/>
                  <a:moveTo>
                    <a:pt x="4516" y="13887"/>
                  </a:moveTo>
                  <a:lnTo>
                    <a:pt x="4516" y="13916"/>
                  </a:lnTo>
                  <a:cubicBezTo>
                    <a:pt x="4374" y="13916"/>
                    <a:pt x="4260" y="14029"/>
                    <a:pt x="4260" y="14171"/>
                  </a:cubicBezTo>
                  <a:cubicBezTo>
                    <a:pt x="4232" y="14342"/>
                    <a:pt x="4374" y="14484"/>
                    <a:pt x="4544" y="14484"/>
                  </a:cubicBezTo>
                  <a:cubicBezTo>
                    <a:pt x="4714" y="14484"/>
                    <a:pt x="4828" y="14342"/>
                    <a:pt x="4828" y="14200"/>
                  </a:cubicBezTo>
                  <a:cubicBezTo>
                    <a:pt x="4828" y="14029"/>
                    <a:pt x="4686" y="13887"/>
                    <a:pt x="4516" y="13887"/>
                  </a:cubicBezTo>
                  <a:close/>
                  <a:moveTo>
                    <a:pt x="27291" y="13802"/>
                  </a:moveTo>
                  <a:cubicBezTo>
                    <a:pt x="27093" y="13831"/>
                    <a:pt x="26951" y="14001"/>
                    <a:pt x="26979" y="14200"/>
                  </a:cubicBezTo>
                  <a:cubicBezTo>
                    <a:pt x="26951" y="14370"/>
                    <a:pt x="27093" y="14512"/>
                    <a:pt x="27291" y="14512"/>
                  </a:cubicBezTo>
                  <a:cubicBezTo>
                    <a:pt x="27632" y="14427"/>
                    <a:pt x="27632" y="13916"/>
                    <a:pt x="27291" y="13802"/>
                  </a:cubicBezTo>
                  <a:close/>
                  <a:moveTo>
                    <a:pt x="8662" y="14228"/>
                  </a:moveTo>
                  <a:cubicBezTo>
                    <a:pt x="8520" y="14228"/>
                    <a:pt x="8406" y="14342"/>
                    <a:pt x="8406" y="14484"/>
                  </a:cubicBezTo>
                  <a:cubicBezTo>
                    <a:pt x="8435" y="14626"/>
                    <a:pt x="8548" y="14739"/>
                    <a:pt x="8690" y="14739"/>
                  </a:cubicBezTo>
                  <a:cubicBezTo>
                    <a:pt x="8804" y="14711"/>
                    <a:pt x="8889" y="14626"/>
                    <a:pt x="8889" y="14512"/>
                  </a:cubicBezTo>
                  <a:lnTo>
                    <a:pt x="8917" y="14512"/>
                  </a:lnTo>
                  <a:cubicBezTo>
                    <a:pt x="8917" y="14370"/>
                    <a:pt x="8804" y="14228"/>
                    <a:pt x="8662" y="14228"/>
                  </a:cubicBezTo>
                  <a:close/>
                  <a:moveTo>
                    <a:pt x="21640" y="14967"/>
                  </a:moveTo>
                  <a:lnTo>
                    <a:pt x="21640" y="14995"/>
                  </a:lnTo>
                  <a:cubicBezTo>
                    <a:pt x="21470" y="14995"/>
                    <a:pt x="21328" y="15109"/>
                    <a:pt x="21328" y="15279"/>
                  </a:cubicBezTo>
                  <a:cubicBezTo>
                    <a:pt x="21328" y="15449"/>
                    <a:pt x="21470" y="15591"/>
                    <a:pt x="21640" y="15591"/>
                  </a:cubicBezTo>
                  <a:cubicBezTo>
                    <a:pt x="21810" y="15591"/>
                    <a:pt x="21952" y="15449"/>
                    <a:pt x="21952" y="15307"/>
                  </a:cubicBezTo>
                  <a:cubicBezTo>
                    <a:pt x="21952" y="15137"/>
                    <a:pt x="21810" y="14967"/>
                    <a:pt x="21640" y="14967"/>
                  </a:cubicBezTo>
                  <a:close/>
                  <a:moveTo>
                    <a:pt x="17835" y="14938"/>
                  </a:moveTo>
                  <a:cubicBezTo>
                    <a:pt x="17636" y="14995"/>
                    <a:pt x="17522" y="15165"/>
                    <a:pt x="17551" y="15364"/>
                  </a:cubicBezTo>
                  <a:cubicBezTo>
                    <a:pt x="17576" y="15517"/>
                    <a:pt x="17693" y="15624"/>
                    <a:pt x="17840" y="15624"/>
                  </a:cubicBezTo>
                  <a:cubicBezTo>
                    <a:pt x="17857" y="15624"/>
                    <a:pt x="17874" y="15623"/>
                    <a:pt x="17891" y="15620"/>
                  </a:cubicBezTo>
                  <a:cubicBezTo>
                    <a:pt x="18090" y="15620"/>
                    <a:pt x="18261" y="15449"/>
                    <a:pt x="18232" y="15251"/>
                  </a:cubicBezTo>
                  <a:cubicBezTo>
                    <a:pt x="18204" y="15052"/>
                    <a:pt x="18033" y="14938"/>
                    <a:pt x="17835" y="14938"/>
                  </a:cubicBezTo>
                  <a:close/>
                  <a:moveTo>
                    <a:pt x="24622" y="15393"/>
                  </a:moveTo>
                  <a:cubicBezTo>
                    <a:pt x="24480" y="15393"/>
                    <a:pt x="24366" y="15506"/>
                    <a:pt x="24310" y="15648"/>
                  </a:cubicBezTo>
                  <a:lnTo>
                    <a:pt x="24338" y="15648"/>
                  </a:lnTo>
                  <a:cubicBezTo>
                    <a:pt x="24310" y="15819"/>
                    <a:pt x="24452" y="15961"/>
                    <a:pt x="24622" y="15989"/>
                  </a:cubicBezTo>
                  <a:cubicBezTo>
                    <a:pt x="24764" y="15961"/>
                    <a:pt x="24906" y="15819"/>
                    <a:pt x="24906" y="15648"/>
                  </a:cubicBezTo>
                  <a:cubicBezTo>
                    <a:pt x="24878" y="15506"/>
                    <a:pt x="24764" y="15393"/>
                    <a:pt x="24622" y="15393"/>
                  </a:cubicBezTo>
                  <a:close/>
                  <a:moveTo>
                    <a:pt x="5277" y="15559"/>
                  </a:moveTo>
                  <a:cubicBezTo>
                    <a:pt x="5260" y="15559"/>
                    <a:pt x="5243" y="15560"/>
                    <a:pt x="5225" y="15563"/>
                  </a:cubicBezTo>
                  <a:cubicBezTo>
                    <a:pt x="5055" y="15563"/>
                    <a:pt x="4913" y="15705"/>
                    <a:pt x="4941" y="15875"/>
                  </a:cubicBezTo>
                  <a:cubicBezTo>
                    <a:pt x="4941" y="16031"/>
                    <a:pt x="5060" y="16163"/>
                    <a:pt x="5210" y="16163"/>
                  </a:cubicBezTo>
                  <a:cubicBezTo>
                    <a:pt x="5225" y="16163"/>
                    <a:pt x="5239" y="16162"/>
                    <a:pt x="5254" y="16159"/>
                  </a:cubicBezTo>
                  <a:cubicBezTo>
                    <a:pt x="5424" y="16131"/>
                    <a:pt x="5566" y="15989"/>
                    <a:pt x="5538" y="15819"/>
                  </a:cubicBezTo>
                  <a:cubicBezTo>
                    <a:pt x="5538" y="15666"/>
                    <a:pt x="5424" y="15559"/>
                    <a:pt x="5277" y="15559"/>
                  </a:cubicBezTo>
                  <a:close/>
                  <a:moveTo>
                    <a:pt x="2755" y="15563"/>
                  </a:moveTo>
                  <a:cubicBezTo>
                    <a:pt x="2613" y="15563"/>
                    <a:pt x="2528" y="15705"/>
                    <a:pt x="2556" y="15904"/>
                  </a:cubicBezTo>
                  <a:cubicBezTo>
                    <a:pt x="2556" y="16059"/>
                    <a:pt x="2698" y="16191"/>
                    <a:pt x="2853" y="16191"/>
                  </a:cubicBezTo>
                  <a:cubicBezTo>
                    <a:pt x="2867" y="16191"/>
                    <a:pt x="2882" y="16190"/>
                    <a:pt x="2897" y="16188"/>
                  </a:cubicBezTo>
                  <a:cubicBezTo>
                    <a:pt x="3039" y="16159"/>
                    <a:pt x="3152" y="16046"/>
                    <a:pt x="3152" y="15875"/>
                  </a:cubicBezTo>
                  <a:cubicBezTo>
                    <a:pt x="3124" y="15705"/>
                    <a:pt x="2954" y="15563"/>
                    <a:pt x="2755" y="15563"/>
                  </a:cubicBezTo>
                  <a:close/>
                  <a:moveTo>
                    <a:pt x="10280" y="15790"/>
                  </a:moveTo>
                  <a:cubicBezTo>
                    <a:pt x="10138" y="15790"/>
                    <a:pt x="10025" y="15932"/>
                    <a:pt x="10025" y="16074"/>
                  </a:cubicBezTo>
                  <a:cubicBezTo>
                    <a:pt x="10025" y="16201"/>
                    <a:pt x="10139" y="16306"/>
                    <a:pt x="10265" y="16306"/>
                  </a:cubicBezTo>
                  <a:cubicBezTo>
                    <a:pt x="10279" y="16306"/>
                    <a:pt x="10294" y="16304"/>
                    <a:pt x="10309" y="16301"/>
                  </a:cubicBezTo>
                  <a:cubicBezTo>
                    <a:pt x="10422" y="16301"/>
                    <a:pt x="10536" y="16188"/>
                    <a:pt x="10536" y="16074"/>
                  </a:cubicBezTo>
                  <a:cubicBezTo>
                    <a:pt x="10536" y="15904"/>
                    <a:pt x="10422" y="15790"/>
                    <a:pt x="10280" y="15790"/>
                  </a:cubicBezTo>
                  <a:close/>
                  <a:moveTo>
                    <a:pt x="19539" y="15961"/>
                  </a:moveTo>
                  <a:cubicBezTo>
                    <a:pt x="19425" y="15961"/>
                    <a:pt x="19311" y="16017"/>
                    <a:pt x="19311" y="16159"/>
                  </a:cubicBezTo>
                  <a:cubicBezTo>
                    <a:pt x="19340" y="16330"/>
                    <a:pt x="19425" y="16358"/>
                    <a:pt x="19539" y="16415"/>
                  </a:cubicBezTo>
                  <a:cubicBezTo>
                    <a:pt x="19652" y="16387"/>
                    <a:pt x="19737" y="16301"/>
                    <a:pt x="19737" y="16188"/>
                  </a:cubicBezTo>
                  <a:lnTo>
                    <a:pt x="19766" y="16188"/>
                  </a:lnTo>
                  <a:cubicBezTo>
                    <a:pt x="19766" y="16074"/>
                    <a:pt x="19681" y="15961"/>
                    <a:pt x="19539" y="15961"/>
                  </a:cubicBezTo>
                  <a:close/>
                  <a:moveTo>
                    <a:pt x="26297" y="15961"/>
                  </a:moveTo>
                  <a:cubicBezTo>
                    <a:pt x="26127" y="15961"/>
                    <a:pt x="25985" y="16103"/>
                    <a:pt x="25985" y="16273"/>
                  </a:cubicBezTo>
                  <a:cubicBezTo>
                    <a:pt x="26013" y="16415"/>
                    <a:pt x="26155" y="16557"/>
                    <a:pt x="26297" y="16557"/>
                  </a:cubicBezTo>
                  <a:cubicBezTo>
                    <a:pt x="26468" y="16557"/>
                    <a:pt x="26610" y="16415"/>
                    <a:pt x="26610" y="16245"/>
                  </a:cubicBezTo>
                  <a:cubicBezTo>
                    <a:pt x="26610" y="16074"/>
                    <a:pt x="26468" y="15961"/>
                    <a:pt x="26297" y="15961"/>
                  </a:cubicBezTo>
                  <a:close/>
                  <a:moveTo>
                    <a:pt x="7781" y="15982"/>
                  </a:moveTo>
                  <a:cubicBezTo>
                    <a:pt x="7625" y="15982"/>
                    <a:pt x="7469" y="16088"/>
                    <a:pt x="7469" y="16301"/>
                  </a:cubicBezTo>
                  <a:lnTo>
                    <a:pt x="7469" y="16273"/>
                  </a:lnTo>
                  <a:lnTo>
                    <a:pt x="7469" y="16273"/>
                  </a:lnTo>
                  <a:cubicBezTo>
                    <a:pt x="7441" y="16443"/>
                    <a:pt x="7554" y="16614"/>
                    <a:pt x="7725" y="16614"/>
                  </a:cubicBezTo>
                  <a:cubicBezTo>
                    <a:pt x="7739" y="16616"/>
                    <a:pt x="7754" y="16617"/>
                    <a:pt x="7768" y="16617"/>
                  </a:cubicBezTo>
                  <a:cubicBezTo>
                    <a:pt x="7948" y="16617"/>
                    <a:pt x="8094" y="16459"/>
                    <a:pt x="8094" y="16301"/>
                  </a:cubicBezTo>
                  <a:cubicBezTo>
                    <a:pt x="8094" y="16088"/>
                    <a:pt x="7938" y="15982"/>
                    <a:pt x="7781" y="15982"/>
                  </a:cubicBezTo>
                  <a:close/>
                  <a:moveTo>
                    <a:pt x="6630" y="16979"/>
                  </a:moveTo>
                  <a:cubicBezTo>
                    <a:pt x="6475" y="16979"/>
                    <a:pt x="6333" y="17111"/>
                    <a:pt x="6333" y="17267"/>
                  </a:cubicBezTo>
                  <a:cubicBezTo>
                    <a:pt x="6333" y="17437"/>
                    <a:pt x="6447" y="17579"/>
                    <a:pt x="6617" y="17579"/>
                  </a:cubicBezTo>
                  <a:cubicBezTo>
                    <a:pt x="6632" y="17582"/>
                    <a:pt x="6646" y="17583"/>
                    <a:pt x="6661" y="17583"/>
                  </a:cubicBezTo>
                  <a:cubicBezTo>
                    <a:pt x="6816" y="17583"/>
                    <a:pt x="6958" y="17451"/>
                    <a:pt x="6958" y="17295"/>
                  </a:cubicBezTo>
                  <a:cubicBezTo>
                    <a:pt x="6958" y="17125"/>
                    <a:pt x="6844" y="16983"/>
                    <a:pt x="6674" y="16983"/>
                  </a:cubicBezTo>
                  <a:cubicBezTo>
                    <a:pt x="6659" y="16980"/>
                    <a:pt x="6644" y="16979"/>
                    <a:pt x="6630" y="16979"/>
                  </a:cubicBezTo>
                  <a:close/>
                  <a:moveTo>
                    <a:pt x="21417" y="17234"/>
                  </a:moveTo>
                  <a:cubicBezTo>
                    <a:pt x="21266" y="17234"/>
                    <a:pt x="21126" y="17341"/>
                    <a:pt x="21100" y="17494"/>
                  </a:cubicBezTo>
                  <a:cubicBezTo>
                    <a:pt x="21070" y="17735"/>
                    <a:pt x="21248" y="17865"/>
                    <a:pt x="21426" y="17865"/>
                  </a:cubicBezTo>
                  <a:cubicBezTo>
                    <a:pt x="21583" y="17865"/>
                    <a:pt x="21740" y="17764"/>
                    <a:pt x="21754" y="17551"/>
                  </a:cubicBezTo>
                  <a:cubicBezTo>
                    <a:pt x="21754" y="17381"/>
                    <a:pt x="21640" y="17239"/>
                    <a:pt x="21470" y="17239"/>
                  </a:cubicBezTo>
                  <a:cubicBezTo>
                    <a:pt x="21452" y="17236"/>
                    <a:pt x="21434" y="17234"/>
                    <a:pt x="21417" y="17234"/>
                  </a:cubicBezTo>
                  <a:close/>
                  <a:moveTo>
                    <a:pt x="13093" y="17119"/>
                  </a:moveTo>
                  <a:cubicBezTo>
                    <a:pt x="12970" y="17119"/>
                    <a:pt x="12854" y="17197"/>
                    <a:pt x="12780" y="17295"/>
                  </a:cubicBezTo>
                  <a:cubicBezTo>
                    <a:pt x="12780" y="17324"/>
                    <a:pt x="12780" y="17352"/>
                    <a:pt x="12780" y="17381"/>
                  </a:cubicBezTo>
                  <a:cubicBezTo>
                    <a:pt x="12734" y="17655"/>
                    <a:pt x="12965" y="17875"/>
                    <a:pt x="13220" y="17875"/>
                  </a:cubicBezTo>
                  <a:cubicBezTo>
                    <a:pt x="13282" y="17875"/>
                    <a:pt x="13344" y="17862"/>
                    <a:pt x="13404" y="17835"/>
                  </a:cubicBezTo>
                  <a:cubicBezTo>
                    <a:pt x="13518" y="17778"/>
                    <a:pt x="13603" y="17636"/>
                    <a:pt x="13575" y="17494"/>
                  </a:cubicBezTo>
                  <a:cubicBezTo>
                    <a:pt x="13546" y="17295"/>
                    <a:pt x="13376" y="17125"/>
                    <a:pt x="13149" y="17125"/>
                  </a:cubicBezTo>
                  <a:cubicBezTo>
                    <a:pt x="13130" y="17121"/>
                    <a:pt x="13111" y="17119"/>
                    <a:pt x="13093" y="17119"/>
                  </a:cubicBezTo>
                  <a:close/>
                  <a:moveTo>
                    <a:pt x="15676" y="17182"/>
                  </a:moveTo>
                  <a:cubicBezTo>
                    <a:pt x="15477" y="17210"/>
                    <a:pt x="15307" y="17352"/>
                    <a:pt x="15250" y="17551"/>
                  </a:cubicBezTo>
                  <a:cubicBezTo>
                    <a:pt x="15165" y="17693"/>
                    <a:pt x="15250" y="17892"/>
                    <a:pt x="15421" y="17949"/>
                  </a:cubicBezTo>
                  <a:cubicBezTo>
                    <a:pt x="15475" y="17970"/>
                    <a:pt x="15533" y="17979"/>
                    <a:pt x="15593" y="17979"/>
                  </a:cubicBezTo>
                  <a:cubicBezTo>
                    <a:pt x="15689" y="17979"/>
                    <a:pt x="15787" y="17955"/>
                    <a:pt x="15875" y="17920"/>
                  </a:cubicBezTo>
                  <a:cubicBezTo>
                    <a:pt x="16017" y="17835"/>
                    <a:pt x="16074" y="17636"/>
                    <a:pt x="16045" y="17494"/>
                  </a:cubicBezTo>
                  <a:cubicBezTo>
                    <a:pt x="15989" y="17324"/>
                    <a:pt x="15847" y="17210"/>
                    <a:pt x="15676" y="17182"/>
                  </a:cubicBezTo>
                  <a:close/>
                  <a:moveTo>
                    <a:pt x="8804" y="17494"/>
                  </a:moveTo>
                  <a:cubicBezTo>
                    <a:pt x="8605" y="17494"/>
                    <a:pt x="8463" y="17636"/>
                    <a:pt x="8491" y="17807"/>
                  </a:cubicBezTo>
                  <a:cubicBezTo>
                    <a:pt x="8491" y="17949"/>
                    <a:pt x="8605" y="18034"/>
                    <a:pt x="8747" y="18034"/>
                  </a:cubicBezTo>
                  <a:cubicBezTo>
                    <a:pt x="8917" y="18034"/>
                    <a:pt x="9031" y="17892"/>
                    <a:pt x="9031" y="17721"/>
                  </a:cubicBezTo>
                  <a:cubicBezTo>
                    <a:pt x="9003" y="17608"/>
                    <a:pt x="8917" y="17494"/>
                    <a:pt x="8804" y="17494"/>
                  </a:cubicBezTo>
                  <a:close/>
                  <a:moveTo>
                    <a:pt x="23287" y="17750"/>
                  </a:moveTo>
                  <a:cubicBezTo>
                    <a:pt x="23088" y="17750"/>
                    <a:pt x="22946" y="17920"/>
                    <a:pt x="22946" y="18119"/>
                  </a:cubicBezTo>
                  <a:cubicBezTo>
                    <a:pt x="22946" y="18261"/>
                    <a:pt x="23117" y="18403"/>
                    <a:pt x="23287" y="18403"/>
                  </a:cubicBezTo>
                  <a:cubicBezTo>
                    <a:pt x="23458" y="18374"/>
                    <a:pt x="23600" y="18204"/>
                    <a:pt x="23600" y="18005"/>
                  </a:cubicBezTo>
                  <a:cubicBezTo>
                    <a:pt x="23571" y="17863"/>
                    <a:pt x="23429" y="17750"/>
                    <a:pt x="23287" y="17750"/>
                  </a:cubicBezTo>
                  <a:close/>
                  <a:moveTo>
                    <a:pt x="25076" y="18034"/>
                  </a:moveTo>
                  <a:cubicBezTo>
                    <a:pt x="24963" y="18034"/>
                    <a:pt x="24878" y="18147"/>
                    <a:pt x="24849" y="18261"/>
                  </a:cubicBezTo>
                  <a:cubicBezTo>
                    <a:pt x="24849" y="18403"/>
                    <a:pt x="24963" y="18516"/>
                    <a:pt x="25105" y="18545"/>
                  </a:cubicBezTo>
                  <a:cubicBezTo>
                    <a:pt x="25247" y="18545"/>
                    <a:pt x="25360" y="18431"/>
                    <a:pt x="25360" y="18289"/>
                  </a:cubicBezTo>
                  <a:cubicBezTo>
                    <a:pt x="25360" y="18147"/>
                    <a:pt x="25218" y="18034"/>
                    <a:pt x="25076" y="18034"/>
                  </a:cubicBezTo>
                  <a:close/>
                  <a:moveTo>
                    <a:pt x="3862" y="17892"/>
                  </a:moveTo>
                  <a:cubicBezTo>
                    <a:pt x="3862" y="17892"/>
                    <a:pt x="3834" y="17920"/>
                    <a:pt x="3806" y="17920"/>
                  </a:cubicBezTo>
                  <a:cubicBezTo>
                    <a:pt x="3607" y="18062"/>
                    <a:pt x="3578" y="18374"/>
                    <a:pt x="3720" y="18573"/>
                  </a:cubicBezTo>
                  <a:cubicBezTo>
                    <a:pt x="3770" y="18623"/>
                    <a:pt x="3839" y="18653"/>
                    <a:pt x="3910" y="18653"/>
                  </a:cubicBezTo>
                  <a:cubicBezTo>
                    <a:pt x="3961" y="18653"/>
                    <a:pt x="4014" y="18637"/>
                    <a:pt x="4061" y="18602"/>
                  </a:cubicBezTo>
                  <a:cubicBezTo>
                    <a:pt x="4146" y="18545"/>
                    <a:pt x="4203" y="18431"/>
                    <a:pt x="4203" y="18318"/>
                  </a:cubicBezTo>
                  <a:cubicBezTo>
                    <a:pt x="4175" y="18119"/>
                    <a:pt x="4033" y="17977"/>
                    <a:pt x="3862" y="17892"/>
                  </a:cubicBezTo>
                  <a:close/>
                  <a:moveTo>
                    <a:pt x="18459" y="17920"/>
                  </a:moveTo>
                  <a:cubicBezTo>
                    <a:pt x="18175" y="17920"/>
                    <a:pt x="18005" y="18062"/>
                    <a:pt x="18005" y="18261"/>
                  </a:cubicBezTo>
                  <a:cubicBezTo>
                    <a:pt x="18062" y="18488"/>
                    <a:pt x="18261" y="18658"/>
                    <a:pt x="18488" y="18658"/>
                  </a:cubicBezTo>
                  <a:cubicBezTo>
                    <a:pt x="18658" y="18658"/>
                    <a:pt x="18800" y="18403"/>
                    <a:pt x="18800" y="18176"/>
                  </a:cubicBezTo>
                  <a:cubicBezTo>
                    <a:pt x="18800" y="18034"/>
                    <a:pt x="18658" y="17920"/>
                    <a:pt x="18459" y="17920"/>
                  </a:cubicBezTo>
                  <a:close/>
                  <a:moveTo>
                    <a:pt x="10305" y="18092"/>
                  </a:moveTo>
                  <a:cubicBezTo>
                    <a:pt x="10088" y="18092"/>
                    <a:pt x="9881" y="18230"/>
                    <a:pt x="9798" y="18460"/>
                  </a:cubicBezTo>
                  <a:cubicBezTo>
                    <a:pt x="9769" y="18602"/>
                    <a:pt x="9855" y="18744"/>
                    <a:pt x="9968" y="18800"/>
                  </a:cubicBezTo>
                  <a:cubicBezTo>
                    <a:pt x="10024" y="18819"/>
                    <a:pt x="10080" y="18828"/>
                    <a:pt x="10135" y="18828"/>
                  </a:cubicBezTo>
                  <a:cubicBezTo>
                    <a:pt x="10419" y="18828"/>
                    <a:pt x="10673" y="18598"/>
                    <a:pt x="10650" y="18289"/>
                  </a:cubicBezTo>
                  <a:cubicBezTo>
                    <a:pt x="10621" y="18232"/>
                    <a:pt x="10593" y="18147"/>
                    <a:pt x="10536" y="18147"/>
                  </a:cubicBezTo>
                  <a:cubicBezTo>
                    <a:pt x="10461" y="18110"/>
                    <a:pt x="10382" y="18092"/>
                    <a:pt x="10305" y="18092"/>
                  </a:cubicBezTo>
                  <a:close/>
                  <a:moveTo>
                    <a:pt x="6853" y="18512"/>
                  </a:moveTo>
                  <a:cubicBezTo>
                    <a:pt x="6605" y="18512"/>
                    <a:pt x="6522" y="18917"/>
                    <a:pt x="6816" y="18971"/>
                  </a:cubicBezTo>
                  <a:cubicBezTo>
                    <a:pt x="6958" y="18971"/>
                    <a:pt x="7071" y="18857"/>
                    <a:pt x="7071" y="18715"/>
                  </a:cubicBezTo>
                  <a:cubicBezTo>
                    <a:pt x="7071" y="18602"/>
                    <a:pt x="6986" y="18545"/>
                    <a:pt x="6901" y="18516"/>
                  </a:cubicBezTo>
                  <a:cubicBezTo>
                    <a:pt x="6884" y="18513"/>
                    <a:pt x="6868" y="18512"/>
                    <a:pt x="6853" y="18512"/>
                  </a:cubicBezTo>
                  <a:close/>
                  <a:moveTo>
                    <a:pt x="5325" y="19618"/>
                  </a:moveTo>
                  <a:cubicBezTo>
                    <a:pt x="5239" y="19618"/>
                    <a:pt x="5193" y="19692"/>
                    <a:pt x="5169" y="19766"/>
                  </a:cubicBezTo>
                  <a:cubicBezTo>
                    <a:pt x="5140" y="19880"/>
                    <a:pt x="5225" y="20022"/>
                    <a:pt x="5339" y="20022"/>
                  </a:cubicBezTo>
                  <a:cubicBezTo>
                    <a:pt x="5424" y="19993"/>
                    <a:pt x="5538" y="19993"/>
                    <a:pt x="5538" y="19880"/>
                  </a:cubicBezTo>
                  <a:cubicBezTo>
                    <a:pt x="5566" y="19766"/>
                    <a:pt x="5481" y="19652"/>
                    <a:pt x="5367" y="19624"/>
                  </a:cubicBezTo>
                  <a:cubicBezTo>
                    <a:pt x="5352" y="19620"/>
                    <a:pt x="5338" y="19618"/>
                    <a:pt x="5325" y="19618"/>
                  </a:cubicBezTo>
                  <a:close/>
                  <a:moveTo>
                    <a:pt x="8232" y="19560"/>
                  </a:moveTo>
                  <a:cubicBezTo>
                    <a:pt x="8151" y="19560"/>
                    <a:pt x="8051" y="19581"/>
                    <a:pt x="7952" y="19624"/>
                  </a:cubicBezTo>
                  <a:cubicBezTo>
                    <a:pt x="7867" y="19681"/>
                    <a:pt x="7781" y="19766"/>
                    <a:pt x="7696" y="19851"/>
                  </a:cubicBezTo>
                  <a:cubicBezTo>
                    <a:pt x="7554" y="20050"/>
                    <a:pt x="7668" y="20334"/>
                    <a:pt x="7923" y="20391"/>
                  </a:cubicBezTo>
                  <a:cubicBezTo>
                    <a:pt x="8122" y="20391"/>
                    <a:pt x="8321" y="20277"/>
                    <a:pt x="8406" y="20107"/>
                  </a:cubicBezTo>
                  <a:cubicBezTo>
                    <a:pt x="8491" y="19936"/>
                    <a:pt x="8491" y="19766"/>
                    <a:pt x="8406" y="19624"/>
                  </a:cubicBezTo>
                  <a:cubicBezTo>
                    <a:pt x="8378" y="19581"/>
                    <a:pt x="8314" y="19560"/>
                    <a:pt x="8232" y="19560"/>
                  </a:cubicBezTo>
                  <a:close/>
                  <a:moveTo>
                    <a:pt x="15115" y="19762"/>
                  </a:moveTo>
                  <a:cubicBezTo>
                    <a:pt x="14938" y="19762"/>
                    <a:pt x="14793" y="19897"/>
                    <a:pt x="14768" y="20078"/>
                  </a:cubicBezTo>
                  <a:cubicBezTo>
                    <a:pt x="14768" y="20249"/>
                    <a:pt x="14910" y="20419"/>
                    <a:pt x="15080" y="20419"/>
                  </a:cubicBezTo>
                  <a:cubicBezTo>
                    <a:pt x="15307" y="20419"/>
                    <a:pt x="15477" y="20249"/>
                    <a:pt x="15477" y="20022"/>
                  </a:cubicBezTo>
                  <a:cubicBezTo>
                    <a:pt x="15477" y="19908"/>
                    <a:pt x="15335" y="19766"/>
                    <a:pt x="15165" y="19766"/>
                  </a:cubicBezTo>
                  <a:cubicBezTo>
                    <a:pt x="15148" y="19764"/>
                    <a:pt x="15131" y="19762"/>
                    <a:pt x="15115" y="19762"/>
                  </a:cubicBezTo>
                  <a:close/>
                  <a:moveTo>
                    <a:pt x="23884" y="19851"/>
                  </a:moveTo>
                  <a:cubicBezTo>
                    <a:pt x="23713" y="19851"/>
                    <a:pt x="23571" y="19965"/>
                    <a:pt x="23543" y="20135"/>
                  </a:cubicBezTo>
                  <a:cubicBezTo>
                    <a:pt x="23543" y="20277"/>
                    <a:pt x="23628" y="20419"/>
                    <a:pt x="23770" y="20419"/>
                  </a:cubicBezTo>
                  <a:cubicBezTo>
                    <a:pt x="23788" y="20422"/>
                    <a:pt x="23805" y="20424"/>
                    <a:pt x="23822" y="20424"/>
                  </a:cubicBezTo>
                  <a:cubicBezTo>
                    <a:pt x="23968" y="20424"/>
                    <a:pt x="24085" y="20316"/>
                    <a:pt x="24111" y="20164"/>
                  </a:cubicBezTo>
                  <a:cubicBezTo>
                    <a:pt x="24111" y="20022"/>
                    <a:pt x="24026" y="19908"/>
                    <a:pt x="23884" y="19851"/>
                  </a:cubicBezTo>
                  <a:close/>
                  <a:moveTo>
                    <a:pt x="20391" y="19482"/>
                  </a:moveTo>
                  <a:cubicBezTo>
                    <a:pt x="20220" y="19482"/>
                    <a:pt x="19993" y="19596"/>
                    <a:pt x="19993" y="19709"/>
                  </a:cubicBezTo>
                  <a:cubicBezTo>
                    <a:pt x="19936" y="19936"/>
                    <a:pt x="19993" y="20192"/>
                    <a:pt x="20135" y="20362"/>
                  </a:cubicBezTo>
                  <a:cubicBezTo>
                    <a:pt x="20220" y="20419"/>
                    <a:pt x="20305" y="20448"/>
                    <a:pt x="20391" y="20448"/>
                  </a:cubicBezTo>
                  <a:cubicBezTo>
                    <a:pt x="20646" y="20419"/>
                    <a:pt x="20845" y="20192"/>
                    <a:pt x="20845" y="19908"/>
                  </a:cubicBezTo>
                  <a:cubicBezTo>
                    <a:pt x="20816" y="19681"/>
                    <a:pt x="20618" y="19482"/>
                    <a:pt x="20391" y="19482"/>
                  </a:cubicBezTo>
                  <a:close/>
                  <a:moveTo>
                    <a:pt x="12098" y="19851"/>
                  </a:moveTo>
                  <a:cubicBezTo>
                    <a:pt x="11899" y="19851"/>
                    <a:pt x="11729" y="19993"/>
                    <a:pt x="11700" y="20192"/>
                  </a:cubicBezTo>
                  <a:cubicBezTo>
                    <a:pt x="11700" y="20362"/>
                    <a:pt x="11814" y="20504"/>
                    <a:pt x="11984" y="20533"/>
                  </a:cubicBezTo>
                  <a:cubicBezTo>
                    <a:pt x="11999" y="20535"/>
                    <a:pt x="12014" y="20536"/>
                    <a:pt x="12028" y="20536"/>
                  </a:cubicBezTo>
                  <a:cubicBezTo>
                    <a:pt x="12208" y="20536"/>
                    <a:pt x="12356" y="20376"/>
                    <a:pt x="12382" y="20192"/>
                  </a:cubicBezTo>
                  <a:cubicBezTo>
                    <a:pt x="12382" y="20022"/>
                    <a:pt x="12268" y="19880"/>
                    <a:pt x="12098" y="19851"/>
                  </a:cubicBezTo>
                  <a:close/>
                  <a:moveTo>
                    <a:pt x="18090" y="20164"/>
                  </a:moveTo>
                  <a:cubicBezTo>
                    <a:pt x="17920" y="20164"/>
                    <a:pt x="17778" y="20277"/>
                    <a:pt x="17721" y="20448"/>
                  </a:cubicBezTo>
                  <a:cubicBezTo>
                    <a:pt x="17693" y="20703"/>
                    <a:pt x="17863" y="20959"/>
                    <a:pt x="18147" y="20987"/>
                  </a:cubicBezTo>
                  <a:cubicBezTo>
                    <a:pt x="18162" y="20990"/>
                    <a:pt x="18176" y="20991"/>
                    <a:pt x="18190" y="20991"/>
                  </a:cubicBezTo>
                  <a:cubicBezTo>
                    <a:pt x="18341" y="20991"/>
                    <a:pt x="18459" y="20859"/>
                    <a:pt x="18459" y="20703"/>
                  </a:cubicBezTo>
                  <a:lnTo>
                    <a:pt x="18488" y="20703"/>
                  </a:lnTo>
                  <a:cubicBezTo>
                    <a:pt x="18545" y="20448"/>
                    <a:pt x="18346" y="20192"/>
                    <a:pt x="18090" y="20164"/>
                  </a:cubicBezTo>
                  <a:close/>
                  <a:moveTo>
                    <a:pt x="6302" y="21652"/>
                  </a:moveTo>
                  <a:cubicBezTo>
                    <a:pt x="6261" y="21652"/>
                    <a:pt x="6222" y="21658"/>
                    <a:pt x="6191" y="21669"/>
                  </a:cubicBezTo>
                  <a:cubicBezTo>
                    <a:pt x="5992" y="21726"/>
                    <a:pt x="5850" y="21896"/>
                    <a:pt x="5850" y="22095"/>
                  </a:cubicBezTo>
                  <a:cubicBezTo>
                    <a:pt x="5850" y="22264"/>
                    <a:pt x="5994" y="22391"/>
                    <a:pt x="6158" y="22391"/>
                  </a:cubicBezTo>
                  <a:cubicBezTo>
                    <a:pt x="6188" y="22391"/>
                    <a:pt x="6218" y="22387"/>
                    <a:pt x="6248" y="22379"/>
                  </a:cubicBezTo>
                  <a:cubicBezTo>
                    <a:pt x="6361" y="22350"/>
                    <a:pt x="6475" y="22265"/>
                    <a:pt x="6560" y="22123"/>
                  </a:cubicBezTo>
                  <a:cubicBezTo>
                    <a:pt x="6617" y="22010"/>
                    <a:pt x="6589" y="21839"/>
                    <a:pt x="6503" y="21726"/>
                  </a:cubicBezTo>
                  <a:cubicBezTo>
                    <a:pt x="6449" y="21672"/>
                    <a:pt x="6373" y="21652"/>
                    <a:pt x="6302" y="21652"/>
                  </a:cubicBezTo>
                  <a:close/>
                  <a:moveTo>
                    <a:pt x="22350" y="21839"/>
                  </a:moveTo>
                  <a:cubicBezTo>
                    <a:pt x="22151" y="21839"/>
                    <a:pt x="22009" y="21981"/>
                    <a:pt x="22009" y="22180"/>
                  </a:cubicBezTo>
                  <a:cubicBezTo>
                    <a:pt x="21994" y="22432"/>
                    <a:pt x="22181" y="22561"/>
                    <a:pt x="22367" y="22561"/>
                  </a:cubicBezTo>
                  <a:cubicBezTo>
                    <a:pt x="22537" y="22561"/>
                    <a:pt x="22706" y="22454"/>
                    <a:pt x="22719" y="22237"/>
                  </a:cubicBezTo>
                  <a:cubicBezTo>
                    <a:pt x="22719" y="22010"/>
                    <a:pt x="22549" y="21839"/>
                    <a:pt x="22350" y="21839"/>
                  </a:cubicBezTo>
                  <a:close/>
                  <a:moveTo>
                    <a:pt x="9883" y="21924"/>
                  </a:moveTo>
                  <a:cubicBezTo>
                    <a:pt x="9571" y="21924"/>
                    <a:pt x="9400" y="22095"/>
                    <a:pt x="9429" y="22322"/>
                  </a:cubicBezTo>
                  <a:cubicBezTo>
                    <a:pt x="9429" y="22521"/>
                    <a:pt x="9571" y="22663"/>
                    <a:pt x="9769" y="22691"/>
                  </a:cubicBezTo>
                  <a:cubicBezTo>
                    <a:pt x="9996" y="22691"/>
                    <a:pt x="10138" y="22521"/>
                    <a:pt x="10138" y="22265"/>
                  </a:cubicBezTo>
                  <a:cubicBezTo>
                    <a:pt x="10138" y="22010"/>
                    <a:pt x="10053" y="21924"/>
                    <a:pt x="9883" y="21924"/>
                  </a:cubicBezTo>
                  <a:close/>
                  <a:moveTo>
                    <a:pt x="13319" y="22805"/>
                  </a:moveTo>
                  <a:cubicBezTo>
                    <a:pt x="13120" y="22805"/>
                    <a:pt x="12950" y="22975"/>
                    <a:pt x="12978" y="23202"/>
                  </a:cubicBezTo>
                  <a:lnTo>
                    <a:pt x="12978" y="23174"/>
                  </a:lnTo>
                  <a:cubicBezTo>
                    <a:pt x="12978" y="23373"/>
                    <a:pt x="13120" y="23543"/>
                    <a:pt x="13319" y="23543"/>
                  </a:cubicBezTo>
                  <a:cubicBezTo>
                    <a:pt x="13490" y="23543"/>
                    <a:pt x="13660" y="23429"/>
                    <a:pt x="13660" y="23259"/>
                  </a:cubicBezTo>
                  <a:cubicBezTo>
                    <a:pt x="13717" y="23032"/>
                    <a:pt x="13546" y="22805"/>
                    <a:pt x="13319" y="22805"/>
                  </a:cubicBezTo>
                  <a:close/>
                  <a:moveTo>
                    <a:pt x="19737" y="23117"/>
                  </a:moveTo>
                  <a:cubicBezTo>
                    <a:pt x="19425" y="23117"/>
                    <a:pt x="19226" y="23429"/>
                    <a:pt x="19340" y="23713"/>
                  </a:cubicBezTo>
                  <a:cubicBezTo>
                    <a:pt x="19368" y="23855"/>
                    <a:pt x="19510" y="23941"/>
                    <a:pt x="19652" y="23969"/>
                  </a:cubicBezTo>
                  <a:cubicBezTo>
                    <a:pt x="19766" y="23941"/>
                    <a:pt x="19879" y="23884"/>
                    <a:pt x="19936" y="23770"/>
                  </a:cubicBezTo>
                  <a:cubicBezTo>
                    <a:pt x="20021" y="23657"/>
                    <a:pt x="20050" y="23515"/>
                    <a:pt x="20021" y="23373"/>
                  </a:cubicBezTo>
                  <a:cubicBezTo>
                    <a:pt x="19993" y="23231"/>
                    <a:pt x="19879" y="23117"/>
                    <a:pt x="19737" y="23117"/>
                  </a:cubicBezTo>
                  <a:close/>
                  <a:moveTo>
                    <a:pt x="16017" y="23231"/>
                  </a:moveTo>
                  <a:cubicBezTo>
                    <a:pt x="15761" y="23231"/>
                    <a:pt x="15591" y="23458"/>
                    <a:pt x="15591" y="23685"/>
                  </a:cubicBezTo>
                  <a:cubicBezTo>
                    <a:pt x="15617" y="23841"/>
                    <a:pt x="15761" y="23973"/>
                    <a:pt x="15916" y="23973"/>
                  </a:cubicBezTo>
                  <a:cubicBezTo>
                    <a:pt x="15931" y="23973"/>
                    <a:pt x="15946" y="23972"/>
                    <a:pt x="15960" y="23969"/>
                  </a:cubicBezTo>
                  <a:cubicBezTo>
                    <a:pt x="16187" y="23969"/>
                    <a:pt x="16358" y="23770"/>
                    <a:pt x="16329" y="23543"/>
                  </a:cubicBezTo>
                  <a:lnTo>
                    <a:pt x="16329" y="23543"/>
                  </a:lnTo>
                  <a:lnTo>
                    <a:pt x="16329" y="23571"/>
                  </a:lnTo>
                  <a:cubicBezTo>
                    <a:pt x="16329" y="23373"/>
                    <a:pt x="16187" y="23231"/>
                    <a:pt x="16017" y="23231"/>
                  </a:cubicBezTo>
                  <a:close/>
                  <a:moveTo>
                    <a:pt x="23306" y="23907"/>
                  </a:moveTo>
                  <a:cubicBezTo>
                    <a:pt x="23231" y="23907"/>
                    <a:pt x="23156" y="23927"/>
                    <a:pt x="23088" y="23969"/>
                  </a:cubicBezTo>
                  <a:cubicBezTo>
                    <a:pt x="22918" y="24168"/>
                    <a:pt x="22861" y="24423"/>
                    <a:pt x="22918" y="24679"/>
                  </a:cubicBezTo>
                  <a:cubicBezTo>
                    <a:pt x="22975" y="24793"/>
                    <a:pt x="23088" y="24849"/>
                    <a:pt x="23230" y="24849"/>
                  </a:cubicBezTo>
                  <a:cubicBezTo>
                    <a:pt x="23514" y="24793"/>
                    <a:pt x="23742" y="24509"/>
                    <a:pt x="23685" y="24196"/>
                  </a:cubicBezTo>
                  <a:lnTo>
                    <a:pt x="23713" y="24196"/>
                  </a:lnTo>
                  <a:cubicBezTo>
                    <a:pt x="23653" y="24017"/>
                    <a:pt x="23481" y="23907"/>
                    <a:pt x="23306" y="23907"/>
                  </a:cubicBezTo>
                  <a:close/>
                  <a:moveTo>
                    <a:pt x="5112" y="23941"/>
                  </a:moveTo>
                  <a:cubicBezTo>
                    <a:pt x="4771" y="24026"/>
                    <a:pt x="4544" y="24367"/>
                    <a:pt x="4572" y="24736"/>
                  </a:cubicBezTo>
                  <a:cubicBezTo>
                    <a:pt x="4601" y="24849"/>
                    <a:pt x="4686" y="24935"/>
                    <a:pt x="4828" y="24935"/>
                  </a:cubicBezTo>
                  <a:lnTo>
                    <a:pt x="4941" y="24935"/>
                  </a:lnTo>
                  <a:cubicBezTo>
                    <a:pt x="5083" y="24821"/>
                    <a:pt x="5197" y="24707"/>
                    <a:pt x="5311" y="24594"/>
                  </a:cubicBezTo>
                  <a:cubicBezTo>
                    <a:pt x="5453" y="24423"/>
                    <a:pt x="5453" y="24196"/>
                    <a:pt x="5311" y="24026"/>
                  </a:cubicBezTo>
                  <a:cubicBezTo>
                    <a:pt x="5254" y="23969"/>
                    <a:pt x="5197" y="23941"/>
                    <a:pt x="5112" y="23941"/>
                  </a:cubicBezTo>
                  <a:close/>
                  <a:moveTo>
                    <a:pt x="7583" y="24878"/>
                  </a:moveTo>
                  <a:cubicBezTo>
                    <a:pt x="7355" y="24906"/>
                    <a:pt x="7185" y="25105"/>
                    <a:pt x="7213" y="25332"/>
                  </a:cubicBezTo>
                  <a:lnTo>
                    <a:pt x="7213" y="25304"/>
                  </a:lnTo>
                  <a:cubicBezTo>
                    <a:pt x="7242" y="25474"/>
                    <a:pt x="7355" y="25616"/>
                    <a:pt x="7497" y="25645"/>
                  </a:cubicBezTo>
                  <a:cubicBezTo>
                    <a:pt x="7753" y="25616"/>
                    <a:pt x="7923" y="25446"/>
                    <a:pt x="7952" y="25190"/>
                  </a:cubicBezTo>
                  <a:cubicBezTo>
                    <a:pt x="7952" y="25020"/>
                    <a:pt x="7781" y="24878"/>
                    <a:pt x="7583" y="24878"/>
                  </a:cubicBezTo>
                  <a:close/>
                  <a:moveTo>
                    <a:pt x="10438" y="25092"/>
                  </a:moveTo>
                  <a:cubicBezTo>
                    <a:pt x="10309" y="25092"/>
                    <a:pt x="10181" y="25136"/>
                    <a:pt x="10082" y="25219"/>
                  </a:cubicBezTo>
                  <a:cubicBezTo>
                    <a:pt x="9940" y="25332"/>
                    <a:pt x="9940" y="25531"/>
                    <a:pt x="10053" y="25645"/>
                  </a:cubicBezTo>
                  <a:cubicBezTo>
                    <a:pt x="10132" y="25762"/>
                    <a:pt x="10251" y="25826"/>
                    <a:pt x="10382" y="25826"/>
                  </a:cubicBezTo>
                  <a:cubicBezTo>
                    <a:pt x="10441" y="25826"/>
                    <a:pt x="10503" y="25813"/>
                    <a:pt x="10564" y="25787"/>
                  </a:cubicBezTo>
                  <a:cubicBezTo>
                    <a:pt x="10678" y="25645"/>
                    <a:pt x="10792" y="25474"/>
                    <a:pt x="10792" y="25304"/>
                  </a:cubicBezTo>
                  <a:cubicBezTo>
                    <a:pt x="10763" y="25247"/>
                    <a:pt x="10763" y="25219"/>
                    <a:pt x="10706" y="25162"/>
                  </a:cubicBezTo>
                  <a:cubicBezTo>
                    <a:pt x="10623" y="25114"/>
                    <a:pt x="10531" y="25092"/>
                    <a:pt x="10438" y="25092"/>
                  </a:cubicBezTo>
                  <a:close/>
                  <a:moveTo>
                    <a:pt x="14887" y="25385"/>
                  </a:moveTo>
                  <a:cubicBezTo>
                    <a:pt x="14711" y="25385"/>
                    <a:pt x="14566" y="25520"/>
                    <a:pt x="14540" y="25701"/>
                  </a:cubicBezTo>
                  <a:cubicBezTo>
                    <a:pt x="14512" y="25900"/>
                    <a:pt x="14682" y="26042"/>
                    <a:pt x="14853" y="26042"/>
                  </a:cubicBezTo>
                  <a:cubicBezTo>
                    <a:pt x="15052" y="26042"/>
                    <a:pt x="15194" y="25900"/>
                    <a:pt x="15222" y="25701"/>
                  </a:cubicBezTo>
                  <a:cubicBezTo>
                    <a:pt x="15222" y="25531"/>
                    <a:pt x="15080" y="25389"/>
                    <a:pt x="14938" y="25389"/>
                  </a:cubicBezTo>
                  <a:cubicBezTo>
                    <a:pt x="14921" y="25387"/>
                    <a:pt x="14904" y="25385"/>
                    <a:pt x="14887" y="25385"/>
                  </a:cubicBezTo>
                  <a:close/>
                  <a:moveTo>
                    <a:pt x="18090" y="26099"/>
                  </a:moveTo>
                  <a:cubicBezTo>
                    <a:pt x="17778" y="26099"/>
                    <a:pt x="17607" y="26213"/>
                    <a:pt x="17607" y="26440"/>
                  </a:cubicBezTo>
                  <a:cubicBezTo>
                    <a:pt x="17607" y="26639"/>
                    <a:pt x="17778" y="26809"/>
                    <a:pt x="17977" y="26809"/>
                  </a:cubicBezTo>
                  <a:cubicBezTo>
                    <a:pt x="18204" y="26809"/>
                    <a:pt x="18346" y="26639"/>
                    <a:pt x="18374" y="26326"/>
                  </a:cubicBezTo>
                  <a:cubicBezTo>
                    <a:pt x="18374" y="26184"/>
                    <a:pt x="18261" y="26099"/>
                    <a:pt x="18090" y="26099"/>
                  </a:cubicBezTo>
                  <a:close/>
                  <a:moveTo>
                    <a:pt x="20845" y="26269"/>
                  </a:moveTo>
                  <a:cubicBezTo>
                    <a:pt x="20646" y="26269"/>
                    <a:pt x="20476" y="26440"/>
                    <a:pt x="20476" y="26639"/>
                  </a:cubicBezTo>
                  <a:cubicBezTo>
                    <a:pt x="20476" y="26781"/>
                    <a:pt x="20618" y="26923"/>
                    <a:pt x="20788" y="26951"/>
                  </a:cubicBezTo>
                  <a:cubicBezTo>
                    <a:pt x="20805" y="26953"/>
                    <a:pt x="20822" y="26955"/>
                    <a:pt x="20839" y="26955"/>
                  </a:cubicBezTo>
                  <a:cubicBezTo>
                    <a:pt x="21015" y="26955"/>
                    <a:pt x="21157" y="26820"/>
                    <a:pt x="21157" y="26639"/>
                  </a:cubicBezTo>
                  <a:cubicBezTo>
                    <a:pt x="21157" y="26440"/>
                    <a:pt x="21015" y="26298"/>
                    <a:pt x="20845" y="26269"/>
                  </a:cubicBezTo>
                  <a:close/>
                  <a:moveTo>
                    <a:pt x="12694" y="26724"/>
                  </a:moveTo>
                  <a:cubicBezTo>
                    <a:pt x="12496" y="26724"/>
                    <a:pt x="12325" y="26894"/>
                    <a:pt x="12325" y="27121"/>
                  </a:cubicBezTo>
                  <a:cubicBezTo>
                    <a:pt x="12354" y="27263"/>
                    <a:pt x="12439" y="27405"/>
                    <a:pt x="12581" y="27462"/>
                  </a:cubicBezTo>
                  <a:cubicBezTo>
                    <a:pt x="12590" y="27463"/>
                    <a:pt x="12599" y="27464"/>
                    <a:pt x="12609" y="27464"/>
                  </a:cubicBezTo>
                  <a:cubicBezTo>
                    <a:pt x="12800" y="27464"/>
                    <a:pt x="13005" y="27196"/>
                    <a:pt x="12978" y="26979"/>
                  </a:cubicBezTo>
                  <a:cubicBezTo>
                    <a:pt x="12950" y="26837"/>
                    <a:pt x="12836" y="26724"/>
                    <a:pt x="12694" y="26724"/>
                  </a:cubicBezTo>
                  <a:close/>
                  <a:moveTo>
                    <a:pt x="23962" y="26919"/>
                  </a:moveTo>
                  <a:cubicBezTo>
                    <a:pt x="23946" y="26919"/>
                    <a:pt x="23929" y="26920"/>
                    <a:pt x="23912" y="26923"/>
                  </a:cubicBezTo>
                  <a:cubicBezTo>
                    <a:pt x="23713" y="26979"/>
                    <a:pt x="23571" y="27150"/>
                    <a:pt x="23600" y="27349"/>
                  </a:cubicBezTo>
                  <a:cubicBezTo>
                    <a:pt x="23600" y="27547"/>
                    <a:pt x="23742" y="27689"/>
                    <a:pt x="23940" y="27689"/>
                  </a:cubicBezTo>
                  <a:cubicBezTo>
                    <a:pt x="24168" y="27689"/>
                    <a:pt x="24338" y="27462"/>
                    <a:pt x="24281" y="27263"/>
                  </a:cubicBezTo>
                  <a:lnTo>
                    <a:pt x="24310" y="27235"/>
                  </a:lnTo>
                  <a:cubicBezTo>
                    <a:pt x="24284" y="27053"/>
                    <a:pt x="24139" y="26919"/>
                    <a:pt x="23962" y="26919"/>
                  </a:cubicBezTo>
                  <a:close/>
                  <a:moveTo>
                    <a:pt x="4004" y="26866"/>
                  </a:moveTo>
                  <a:cubicBezTo>
                    <a:pt x="3777" y="27008"/>
                    <a:pt x="3664" y="27263"/>
                    <a:pt x="3749" y="27519"/>
                  </a:cubicBezTo>
                  <a:cubicBezTo>
                    <a:pt x="3800" y="27672"/>
                    <a:pt x="3965" y="27779"/>
                    <a:pt x="4121" y="27779"/>
                  </a:cubicBezTo>
                  <a:cubicBezTo>
                    <a:pt x="4139" y="27779"/>
                    <a:pt x="4157" y="27777"/>
                    <a:pt x="4175" y="27775"/>
                  </a:cubicBezTo>
                  <a:cubicBezTo>
                    <a:pt x="4374" y="27746"/>
                    <a:pt x="4516" y="27576"/>
                    <a:pt x="4544" y="27405"/>
                  </a:cubicBezTo>
                  <a:cubicBezTo>
                    <a:pt x="4487" y="27178"/>
                    <a:pt x="4345" y="26979"/>
                    <a:pt x="4118" y="26866"/>
                  </a:cubicBezTo>
                  <a:close/>
                  <a:moveTo>
                    <a:pt x="6484" y="27913"/>
                  </a:moveTo>
                  <a:cubicBezTo>
                    <a:pt x="6471" y="27913"/>
                    <a:pt x="6459" y="27914"/>
                    <a:pt x="6447" y="27917"/>
                  </a:cubicBezTo>
                  <a:cubicBezTo>
                    <a:pt x="6219" y="27945"/>
                    <a:pt x="6077" y="28172"/>
                    <a:pt x="6134" y="28371"/>
                  </a:cubicBezTo>
                  <a:cubicBezTo>
                    <a:pt x="6160" y="28524"/>
                    <a:pt x="6277" y="28631"/>
                    <a:pt x="6423" y="28631"/>
                  </a:cubicBezTo>
                  <a:cubicBezTo>
                    <a:pt x="6440" y="28631"/>
                    <a:pt x="6457" y="28629"/>
                    <a:pt x="6475" y="28626"/>
                  </a:cubicBezTo>
                  <a:cubicBezTo>
                    <a:pt x="6645" y="28570"/>
                    <a:pt x="6759" y="28371"/>
                    <a:pt x="6759" y="28201"/>
                  </a:cubicBezTo>
                  <a:cubicBezTo>
                    <a:pt x="6759" y="28045"/>
                    <a:pt x="6617" y="27913"/>
                    <a:pt x="6484" y="27913"/>
                  </a:cubicBezTo>
                  <a:close/>
                  <a:moveTo>
                    <a:pt x="9542" y="28115"/>
                  </a:moveTo>
                  <a:cubicBezTo>
                    <a:pt x="9343" y="28115"/>
                    <a:pt x="9201" y="28286"/>
                    <a:pt x="9201" y="28484"/>
                  </a:cubicBezTo>
                  <a:cubicBezTo>
                    <a:pt x="9201" y="28740"/>
                    <a:pt x="9315" y="28910"/>
                    <a:pt x="9542" y="28910"/>
                  </a:cubicBezTo>
                  <a:cubicBezTo>
                    <a:pt x="9713" y="28910"/>
                    <a:pt x="9855" y="28768"/>
                    <a:pt x="9855" y="28598"/>
                  </a:cubicBezTo>
                  <a:cubicBezTo>
                    <a:pt x="9855" y="28371"/>
                    <a:pt x="9713" y="28144"/>
                    <a:pt x="9542" y="28144"/>
                  </a:cubicBezTo>
                  <a:lnTo>
                    <a:pt x="9542" y="28115"/>
                  </a:lnTo>
                  <a:close/>
                  <a:moveTo>
                    <a:pt x="15648" y="28655"/>
                  </a:moveTo>
                  <a:cubicBezTo>
                    <a:pt x="15449" y="28655"/>
                    <a:pt x="15279" y="28797"/>
                    <a:pt x="15250" y="28996"/>
                  </a:cubicBezTo>
                  <a:cubicBezTo>
                    <a:pt x="15279" y="29251"/>
                    <a:pt x="15477" y="29422"/>
                    <a:pt x="15733" y="29422"/>
                  </a:cubicBezTo>
                  <a:cubicBezTo>
                    <a:pt x="15932" y="29422"/>
                    <a:pt x="16045" y="29223"/>
                    <a:pt x="16045" y="28967"/>
                  </a:cubicBezTo>
                  <a:cubicBezTo>
                    <a:pt x="16074" y="28768"/>
                    <a:pt x="15818" y="28683"/>
                    <a:pt x="15648" y="28655"/>
                  </a:cubicBezTo>
                  <a:close/>
                  <a:moveTo>
                    <a:pt x="19731" y="28878"/>
                  </a:moveTo>
                  <a:cubicBezTo>
                    <a:pt x="19714" y="28878"/>
                    <a:pt x="19698" y="28880"/>
                    <a:pt x="19681" y="28882"/>
                  </a:cubicBezTo>
                  <a:cubicBezTo>
                    <a:pt x="19482" y="28882"/>
                    <a:pt x="19340" y="29024"/>
                    <a:pt x="19340" y="29223"/>
                  </a:cubicBezTo>
                  <a:cubicBezTo>
                    <a:pt x="19368" y="29422"/>
                    <a:pt x="19539" y="29564"/>
                    <a:pt x="19709" y="29592"/>
                  </a:cubicBezTo>
                  <a:cubicBezTo>
                    <a:pt x="19908" y="29564"/>
                    <a:pt x="20078" y="29422"/>
                    <a:pt x="20078" y="29194"/>
                  </a:cubicBezTo>
                  <a:cubicBezTo>
                    <a:pt x="20052" y="29013"/>
                    <a:pt x="19908" y="28878"/>
                    <a:pt x="19731" y="28878"/>
                  </a:cubicBezTo>
                  <a:close/>
                  <a:moveTo>
                    <a:pt x="23586" y="29220"/>
                  </a:moveTo>
                  <a:cubicBezTo>
                    <a:pt x="23572" y="29220"/>
                    <a:pt x="23557" y="29221"/>
                    <a:pt x="23543" y="29223"/>
                  </a:cubicBezTo>
                  <a:cubicBezTo>
                    <a:pt x="23316" y="29223"/>
                    <a:pt x="23174" y="29393"/>
                    <a:pt x="23202" y="29592"/>
                  </a:cubicBezTo>
                  <a:lnTo>
                    <a:pt x="23230" y="29592"/>
                  </a:lnTo>
                  <a:cubicBezTo>
                    <a:pt x="23257" y="29908"/>
                    <a:pt x="23405" y="30078"/>
                    <a:pt x="23654" y="30078"/>
                  </a:cubicBezTo>
                  <a:cubicBezTo>
                    <a:pt x="23673" y="30078"/>
                    <a:pt x="23693" y="30077"/>
                    <a:pt x="23713" y="30075"/>
                  </a:cubicBezTo>
                  <a:cubicBezTo>
                    <a:pt x="23884" y="30046"/>
                    <a:pt x="24026" y="29876"/>
                    <a:pt x="24026" y="29677"/>
                  </a:cubicBezTo>
                  <a:cubicBezTo>
                    <a:pt x="24026" y="29436"/>
                    <a:pt x="23824" y="29220"/>
                    <a:pt x="23586" y="29220"/>
                  </a:cubicBezTo>
                  <a:close/>
                  <a:moveTo>
                    <a:pt x="3862" y="29904"/>
                  </a:moveTo>
                  <a:cubicBezTo>
                    <a:pt x="3720" y="29904"/>
                    <a:pt x="3578" y="29990"/>
                    <a:pt x="3522" y="30103"/>
                  </a:cubicBezTo>
                  <a:cubicBezTo>
                    <a:pt x="3493" y="30160"/>
                    <a:pt x="3465" y="30188"/>
                    <a:pt x="3436" y="30245"/>
                  </a:cubicBezTo>
                  <a:cubicBezTo>
                    <a:pt x="3380" y="30387"/>
                    <a:pt x="3408" y="30558"/>
                    <a:pt x="3522" y="30671"/>
                  </a:cubicBezTo>
                  <a:cubicBezTo>
                    <a:pt x="3573" y="30740"/>
                    <a:pt x="3656" y="30778"/>
                    <a:pt x="3739" y="30778"/>
                  </a:cubicBezTo>
                  <a:cubicBezTo>
                    <a:pt x="3792" y="30778"/>
                    <a:pt x="3846" y="30762"/>
                    <a:pt x="3891" y="30728"/>
                  </a:cubicBezTo>
                  <a:cubicBezTo>
                    <a:pt x="4061" y="30671"/>
                    <a:pt x="4203" y="30501"/>
                    <a:pt x="4203" y="30330"/>
                  </a:cubicBezTo>
                  <a:cubicBezTo>
                    <a:pt x="4175" y="30132"/>
                    <a:pt x="4033" y="29990"/>
                    <a:pt x="3891" y="29904"/>
                  </a:cubicBezTo>
                  <a:close/>
                  <a:moveTo>
                    <a:pt x="12467" y="30160"/>
                  </a:moveTo>
                  <a:cubicBezTo>
                    <a:pt x="12268" y="30160"/>
                    <a:pt x="12098" y="30330"/>
                    <a:pt x="12098" y="30558"/>
                  </a:cubicBezTo>
                  <a:lnTo>
                    <a:pt x="12070" y="30558"/>
                  </a:lnTo>
                  <a:cubicBezTo>
                    <a:pt x="12098" y="30728"/>
                    <a:pt x="12212" y="30870"/>
                    <a:pt x="12382" y="30927"/>
                  </a:cubicBezTo>
                  <a:cubicBezTo>
                    <a:pt x="12609" y="30927"/>
                    <a:pt x="12808" y="30700"/>
                    <a:pt x="12780" y="30472"/>
                  </a:cubicBezTo>
                  <a:cubicBezTo>
                    <a:pt x="12780" y="30302"/>
                    <a:pt x="12638" y="30160"/>
                    <a:pt x="12467" y="30160"/>
                  </a:cubicBezTo>
                  <a:close/>
                  <a:moveTo>
                    <a:pt x="17295" y="30501"/>
                  </a:moveTo>
                  <a:cubicBezTo>
                    <a:pt x="17096" y="30501"/>
                    <a:pt x="16926" y="30643"/>
                    <a:pt x="16926" y="30842"/>
                  </a:cubicBezTo>
                  <a:cubicBezTo>
                    <a:pt x="16926" y="31083"/>
                    <a:pt x="17103" y="31204"/>
                    <a:pt x="17281" y="31204"/>
                  </a:cubicBezTo>
                  <a:cubicBezTo>
                    <a:pt x="17458" y="31204"/>
                    <a:pt x="17636" y="31083"/>
                    <a:pt x="17636" y="30842"/>
                  </a:cubicBezTo>
                  <a:cubicBezTo>
                    <a:pt x="17636" y="30643"/>
                    <a:pt x="17494" y="30501"/>
                    <a:pt x="17295" y="30501"/>
                  </a:cubicBezTo>
                  <a:close/>
                  <a:moveTo>
                    <a:pt x="6248" y="30785"/>
                  </a:moveTo>
                  <a:cubicBezTo>
                    <a:pt x="6049" y="30842"/>
                    <a:pt x="5935" y="31012"/>
                    <a:pt x="5907" y="31211"/>
                  </a:cubicBezTo>
                  <a:cubicBezTo>
                    <a:pt x="5879" y="31381"/>
                    <a:pt x="6049" y="31580"/>
                    <a:pt x="6248" y="31608"/>
                  </a:cubicBezTo>
                  <a:cubicBezTo>
                    <a:pt x="6418" y="31608"/>
                    <a:pt x="6532" y="31466"/>
                    <a:pt x="6589" y="31296"/>
                  </a:cubicBezTo>
                  <a:cubicBezTo>
                    <a:pt x="6589" y="31268"/>
                    <a:pt x="6617" y="31211"/>
                    <a:pt x="6617" y="31182"/>
                  </a:cubicBezTo>
                  <a:cubicBezTo>
                    <a:pt x="6643" y="30972"/>
                    <a:pt x="6475" y="30810"/>
                    <a:pt x="6291" y="30810"/>
                  </a:cubicBezTo>
                  <a:cubicBezTo>
                    <a:pt x="6277" y="30810"/>
                    <a:pt x="6262" y="30811"/>
                    <a:pt x="6248" y="30813"/>
                  </a:cubicBezTo>
                  <a:lnTo>
                    <a:pt x="6248" y="30785"/>
                  </a:lnTo>
                  <a:close/>
                  <a:moveTo>
                    <a:pt x="21133" y="31150"/>
                  </a:moveTo>
                  <a:cubicBezTo>
                    <a:pt x="20982" y="31150"/>
                    <a:pt x="20845" y="31257"/>
                    <a:pt x="20845" y="31410"/>
                  </a:cubicBezTo>
                  <a:cubicBezTo>
                    <a:pt x="20845" y="31580"/>
                    <a:pt x="20958" y="31722"/>
                    <a:pt x="21129" y="31750"/>
                  </a:cubicBezTo>
                  <a:cubicBezTo>
                    <a:pt x="21299" y="31750"/>
                    <a:pt x="21441" y="31637"/>
                    <a:pt x="21470" y="31466"/>
                  </a:cubicBezTo>
                  <a:cubicBezTo>
                    <a:pt x="21470" y="31296"/>
                    <a:pt x="21356" y="31154"/>
                    <a:pt x="21186" y="31154"/>
                  </a:cubicBezTo>
                  <a:cubicBezTo>
                    <a:pt x="21168" y="31151"/>
                    <a:pt x="21151" y="31150"/>
                    <a:pt x="21133" y="31150"/>
                  </a:cubicBezTo>
                  <a:close/>
                  <a:moveTo>
                    <a:pt x="9287" y="31807"/>
                  </a:moveTo>
                  <a:cubicBezTo>
                    <a:pt x="9088" y="31807"/>
                    <a:pt x="8889" y="31949"/>
                    <a:pt x="8832" y="32148"/>
                  </a:cubicBezTo>
                  <a:cubicBezTo>
                    <a:pt x="8832" y="32404"/>
                    <a:pt x="9003" y="32602"/>
                    <a:pt x="9258" y="32631"/>
                  </a:cubicBezTo>
                  <a:cubicBezTo>
                    <a:pt x="9457" y="32602"/>
                    <a:pt x="9627" y="32432"/>
                    <a:pt x="9627" y="32205"/>
                  </a:cubicBezTo>
                  <a:cubicBezTo>
                    <a:pt x="9599" y="32006"/>
                    <a:pt x="9485" y="31864"/>
                    <a:pt x="9287" y="31807"/>
                  </a:cubicBezTo>
                  <a:close/>
                  <a:moveTo>
                    <a:pt x="23548" y="31734"/>
                  </a:moveTo>
                  <a:cubicBezTo>
                    <a:pt x="23398" y="31734"/>
                    <a:pt x="23249" y="31840"/>
                    <a:pt x="23230" y="32006"/>
                  </a:cubicBezTo>
                  <a:cubicBezTo>
                    <a:pt x="23230" y="32091"/>
                    <a:pt x="23202" y="32176"/>
                    <a:pt x="23174" y="32262"/>
                  </a:cubicBezTo>
                  <a:cubicBezTo>
                    <a:pt x="23149" y="32462"/>
                    <a:pt x="23301" y="32641"/>
                    <a:pt x="23493" y="32641"/>
                  </a:cubicBezTo>
                  <a:cubicBezTo>
                    <a:pt x="23518" y="32641"/>
                    <a:pt x="23545" y="32637"/>
                    <a:pt x="23571" y="32631"/>
                  </a:cubicBezTo>
                  <a:cubicBezTo>
                    <a:pt x="23798" y="32574"/>
                    <a:pt x="23940" y="32404"/>
                    <a:pt x="23969" y="32176"/>
                  </a:cubicBezTo>
                  <a:cubicBezTo>
                    <a:pt x="23940" y="32034"/>
                    <a:pt x="23884" y="31892"/>
                    <a:pt x="23770" y="31807"/>
                  </a:cubicBezTo>
                  <a:lnTo>
                    <a:pt x="23770" y="31836"/>
                  </a:lnTo>
                  <a:cubicBezTo>
                    <a:pt x="23710" y="31766"/>
                    <a:pt x="23629" y="31734"/>
                    <a:pt x="23548" y="31734"/>
                  </a:cubicBezTo>
                  <a:close/>
                  <a:moveTo>
                    <a:pt x="14761" y="32449"/>
                  </a:moveTo>
                  <a:cubicBezTo>
                    <a:pt x="14735" y="32449"/>
                    <a:pt x="14709" y="32453"/>
                    <a:pt x="14682" y="32460"/>
                  </a:cubicBezTo>
                  <a:cubicBezTo>
                    <a:pt x="14512" y="32489"/>
                    <a:pt x="14398" y="32631"/>
                    <a:pt x="14398" y="32801"/>
                  </a:cubicBezTo>
                  <a:cubicBezTo>
                    <a:pt x="14424" y="32983"/>
                    <a:pt x="14569" y="33117"/>
                    <a:pt x="14745" y="33117"/>
                  </a:cubicBezTo>
                  <a:cubicBezTo>
                    <a:pt x="14762" y="33117"/>
                    <a:pt x="14779" y="33116"/>
                    <a:pt x="14796" y="33114"/>
                  </a:cubicBezTo>
                  <a:cubicBezTo>
                    <a:pt x="14966" y="33085"/>
                    <a:pt x="15080" y="32943"/>
                    <a:pt x="15080" y="32773"/>
                  </a:cubicBezTo>
                  <a:cubicBezTo>
                    <a:pt x="15080" y="32600"/>
                    <a:pt x="14930" y="32449"/>
                    <a:pt x="14761" y="32449"/>
                  </a:cubicBezTo>
                  <a:close/>
                  <a:moveTo>
                    <a:pt x="3883" y="32344"/>
                  </a:moveTo>
                  <a:cubicBezTo>
                    <a:pt x="3867" y="32344"/>
                    <a:pt x="3851" y="32345"/>
                    <a:pt x="3834" y="32347"/>
                  </a:cubicBezTo>
                  <a:cubicBezTo>
                    <a:pt x="3635" y="32347"/>
                    <a:pt x="3493" y="32517"/>
                    <a:pt x="3493" y="32716"/>
                  </a:cubicBezTo>
                  <a:cubicBezTo>
                    <a:pt x="3465" y="32943"/>
                    <a:pt x="3635" y="33114"/>
                    <a:pt x="3862" y="33142"/>
                  </a:cubicBezTo>
                  <a:cubicBezTo>
                    <a:pt x="4090" y="33114"/>
                    <a:pt x="4260" y="32943"/>
                    <a:pt x="4260" y="32716"/>
                  </a:cubicBezTo>
                  <a:cubicBezTo>
                    <a:pt x="4260" y="32505"/>
                    <a:pt x="4089" y="32344"/>
                    <a:pt x="3883" y="32344"/>
                  </a:cubicBezTo>
                  <a:close/>
                  <a:moveTo>
                    <a:pt x="18944" y="33056"/>
                  </a:moveTo>
                  <a:cubicBezTo>
                    <a:pt x="18515" y="33056"/>
                    <a:pt x="18497" y="33739"/>
                    <a:pt x="18942" y="33767"/>
                  </a:cubicBezTo>
                  <a:cubicBezTo>
                    <a:pt x="18957" y="33769"/>
                    <a:pt x="18971" y="33770"/>
                    <a:pt x="18986" y="33770"/>
                  </a:cubicBezTo>
                  <a:cubicBezTo>
                    <a:pt x="19165" y="33770"/>
                    <a:pt x="19311" y="33612"/>
                    <a:pt x="19311" y="33454"/>
                  </a:cubicBezTo>
                  <a:cubicBezTo>
                    <a:pt x="19340" y="33256"/>
                    <a:pt x="19169" y="33057"/>
                    <a:pt x="18971" y="33057"/>
                  </a:cubicBezTo>
                  <a:cubicBezTo>
                    <a:pt x="18962" y="33056"/>
                    <a:pt x="18953" y="33056"/>
                    <a:pt x="18944" y="33056"/>
                  </a:cubicBezTo>
                  <a:close/>
                  <a:moveTo>
                    <a:pt x="11593" y="33964"/>
                  </a:moveTo>
                  <a:cubicBezTo>
                    <a:pt x="11419" y="33964"/>
                    <a:pt x="11134" y="34259"/>
                    <a:pt x="11161" y="34477"/>
                  </a:cubicBezTo>
                  <a:cubicBezTo>
                    <a:pt x="11189" y="34675"/>
                    <a:pt x="11360" y="34817"/>
                    <a:pt x="11558" y="34817"/>
                  </a:cubicBezTo>
                  <a:cubicBezTo>
                    <a:pt x="11729" y="34817"/>
                    <a:pt x="11899" y="34647"/>
                    <a:pt x="11899" y="34448"/>
                  </a:cubicBezTo>
                  <a:cubicBezTo>
                    <a:pt x="11928" y="34278"/>
                    <a:pt x="11757" y="33994"/>
                    <a:pt x="11615" y="33965"/>
                  </a:cubicBezTo>
                  <a:cubicBezTo>
                    <a:pt x="11608" y="33964"/>
                    <a:pt x="11600" y="33964"/>
                    <a:pt x="11593" y="33964"/>
                  </a:cubicBezTo>
                  <a:close/>
                  <a:moveTo>
                    <a:pt x="6830" y="34095"/>
                  </a:moveTo>
                  <a:cubicBezTo>
                    <a:pt x="6798" y="34095"/>
                    <a:pt x="6765" y="34099"/>
                    <a:pt x="6731" y="34107"/>
                  </a:cubicBezTo>
                  <a:cubicBezTo>
                    <a:pt x="6617" y="34164"/>
                    <a:pt x="6475" y="34249"/>
                    <a:pt x="6390" y="34335"/>
                  </a:cubicBezTo>
                  <a:cubicBezTo>
                    <a:pt x="6248" y="34448"/>
                    <a:pt x="6248" y="34675"/>
                    <a:pt x="6390" y="34761"/>
                  </a:cubicBezTo>
                  <a:cubicBezTo>
                    <a:pt x="6473" y="34844"/>
                    <a:pt x="6571" y="34897"/>
                    <a:pt x="6674" y="34897"/>
                  </a:cubicBezTo>
                  <a:cubicBezTo>
                    <a:pt x="6711" y="34897"/>
                    <a:pt x="6749" y="34889"/>
                    <a:pt x="6787" y="34874"/>
                  </a:cubicBezTo>
                  <a:cubicBezTo>
                    <a:pt x="6986" y="34789"/>
                    <a:pt x="7128" y="34619"/>
                    <a:pt x="7185" y="34420"/>
                  </a:cubicBezTo>
                  <a:cubicBezTo>
                    <a:pt x="7161" y="34227"/>
                    <a:pt x="7013" y="34095"/>
                    <a:pt x="6830" y="34095"/>
                  </a:cubicBezTo>
                  <a:close/>
                  <a:moveTo>
                    <a:pt x="22854" y="34332"/>
                  </a:moveTo>
                  <a:cubicBezTo>
                    <a:pt x="22838" y="34332"/>
                    <a:pt x="22821" y="34333"/>
                    <a:pt x="22804" y="34335"/>
                  </a:cubicBezTo>
                  <a:lnTo>
                    <a:pt x="22833" y="34335"/>
                  </a:lnTo>
                  <a:cubicBezTo>
                    <a:pt x="22662" y="34363"/>
                    <a:pt x="22549" y="34533"/>
                    <a:pt x="22577" y="34761"/>
                  </a:cubicBezTo>
                  <a:cubicBezTo>
                    <a:pt x="22577" y="34959"/>
                    <a:pt x="22748" y="35101"/>
                    <a:pt x="22918" y="35101"/>
                  </a:cubicBezTo>
                  <a:cubicBezTo>
                    <a:pt x="23117" y="35045"/>
                    <a:pt x="23259" y="34874"/>
                    <a:pt x="23230" y="34704"/>
                  </a:cubicBezTo>
                  <a:cubicBezTo>
                    <a:pt x="23230" y="34493"/>
                    <a:pt x="23060" y="34332"/>
                    <a:pt x="22854" y="34332"/>
                  </a:cubicBezTo>
                  <a:close/>
                  <a:moveTo>
                    <a:pt x="16610" y="34814"/>
                  </a:moveTo>
                  <a:cubicBezTo>
                    <a:pt x="16593" y="34814"/>
                    <a:pt x="16575" y="34815"/>
                    <a:pt x="16557" y="34817"/>
                  </a:cubicBezTo>
                  <a:cubicBezTo>
                    <a:pt x="16358" y="34846"/>
                    <a:pt x="16216" y="34988"/>
                    <a:pt x="16216" y="35187"/>
                  </a:cubicBezTo>
                  <a:cubicBezTo>
                    <a:pt x="16216" y="35385"/>
                    <a:pt x="16415" y="35556"/>
                    <a:pt x="16613" y="35556"/>
                  </a:cubicBezTo>
                  <a:cubicBezTo>
                    <a:pt x="17106" y="35528"/>
                    <a:pt x="17071" y="34814"/>
                    <a:pt x="16610" y="34814"/>
                  </a:cubicBezTo>
                  <a:close/>
                  <a:moveTo>
                    <a:pt x="4118" y="35187"/>
                  </a:moveTo>
                  <a:cubicBezTo>
                    <a:pt x="3891" y="35187"/>
                    <a:pt x="3720" y="35385"/>
                    <a:pt x="3692" y="35669"/>
                  </a:cubicBezTo>
                  <a:cubicBezTo>
                    <a:pt x="3664" y="35868"/>
                    <a:pt x="3834" y="36067"/>
                    <a:pt x="4061" y="36067"/>
                  </a:cubicBezTo>
                  <a:cubicBezTo>
                    <a:pt x="4077" y="36069"/>
                    <a:pt x="4094" y="36070"/>
                    <a:pt x="4109" y="36070"/>
                  </a:cubicBezTo>
                  <a:cubicBezTo>
                    <a:pt x="4341" y="36070"/>
                    <a:pt x="4516" y="35880"/>
                    <a:pt x="4516" y="35641"/>
                  </a:cubicBezTo>
                  <a:cubicBezTo>
                    <a:pt x="4544" y="35414"/>
                    <a:pt x="4345" y="35187"/>
                    <a:pt x="4118" y="35187"/>
                  </a:cubicBezTo>
                  <a:close/>
                  <a:moveTo>
                    <a:pt x="20277" y="35698"/>
                  </a:moveTo>
                  <a:lnTo>
                    <a:pt x="20277" y="35726"/>
                  </a:lnTo>
                  <a:cubicBezTo>
                    <a:pt x="20259" y="35723"/>
                    <a:pt x="20242" y="35722"/>
                    <a:pt x="20225" y="35722"/>
                  </a:cubicBezTo>
                  <a:cubicBezTo>
                    <a:pt x="20078" y="35722"/>
                    <a:pt x="19962" y="35829"/>
                    <a:pt x="19936" y="35982"/>
                  </a:cubicBezTo>
                  <a:cubicBezTo>
                    <a:pt x="19910" y="36166"/>
                    <a:pt x="20054" y="36326"/>
                    <a:pt x="20233" y="36326"/>
                  </a:cubicBezTo>
                  <a:cubicBezTo>
                    <a:pt x="20248" y="36326"/>
                    <a:pt x="20262" y="36325"/>
                    <a:pt x="20277" y="36323"/>
                  </a:cubicBezTo>
                  <a:cubicBezTo>
                    <a:pt x="20292" y="36325"/>
                    <a:pt x="20306" y="36326"/>
                    <a:pt x="20320" y="36326"/>
                  </a:cubicBezTo>
                  <a:cubicBezTo>
                    <a:pt x="20471" y="36326"/>
                    <a:pt x="20589" y="36194"/>
                    <a:pt x="20589" y="36039"/>
                  </a:cubicBezTo>
                  <a:cubicBezTo>
                    <a:pt x="20618" y="35840"/>
                    <a:pt x="20447" y="35698"/>
                    <a:pt x="20277" y="35698"/>
                  </a:cubicBezTo>
                  <a:close/>
                  <a:moveTo>
                    <a:pt x="13675" y="35582"/>
                  </a:moveTo>
                  <a:cubicBezTo>
                    <a:pt x="13661" y="35582"/>
                    <a:pt x="13646" y="35582"/>
                    <a:pt x="13632" y="35584"/>
                  </a:cubicBezTo>
                  <a:cubicBezTo>
                    <a:pt x="13461" y="35584"/>
                    <a:pt x="13319" y="35698"/>
                    <a:pt x="13291" y="35868"/>
                  </a:cubicBezTo>
                  <a:cubicBezTo>
                    <a:pt x="13262" y="36124"/>
                    <a:pt x="13461" y="36351"/>
                    <a:pt x="13688" y="36351"/>
                  </a:cubicBezTo>
                  <a:cubicBezTo>
                    <a:pt x="13916" y="36351"/>
                    <a:pt x="14086" y="36181"/>
                    <a:pt x="14058" y="35982"/>
                  </a:cubicBezTo>
                  <a:cubicBezTo>
                    <a:pt x="14084" y="35769"/>
                    <a:pt x="13887" y="35582"/>
                    <a:pt x="13675" y="35582"/>
                  </a:cubicBezTo>
                  <a:close/>
                  <a:moveTo>
                    <a:pt x="9158" y="35582"/>
                  </a:moveTo>
                  <a:cubicBezTo>
                    <a:pt x="8946" y="35582"/>
                    <a:pt x="8745" y="35769"/>
                    <a:pt x="8719" y="35982"/>
                  </a:cubicBezTo>
                  <a:cubicBezTo>
                    <a:pt x="8719" y="36181"/>
                    <a:pt x="8861" y="36351"/>
                    <a:pt x="9059" y="36379"/>
                  </a:cubicBezTo>
                  <a:cubicBezTo>
                    <a:pt x="9315" y="36379"/>
                    <a:pt x="9514" y="36181"/>
                    <a:pt x="9542" y="35953"/>
                  </a:cubicBezTo>
                  <a:cubicBezTo>
                    <a:pt x="9542" y="35755"/>
                    <a:pt x="9400" y="35613"/>
                    <a:pt x="9201" y="35584"/>
                  </a:cubicBezTo>
                  <a:cubicBezTo>
                    <a:pt x="9187" y="35582"/>
                    <a:pt x="9172" y="35582"/>
                    <a:pt x="9158" y="35582"/>
                  </a:cubicBezTo>
                  <a:close/>
                  <a:moveTo>
                    <a:pt x="22464" y="36436"/>
                  </a:moveTo>
                  <a:cubicBezTo>
                    <a:pt x="22265" y="36436"/>
                    <a:pt x="22151" y="36550"/>
                    <a:pt x="22151" y="36777"/>
                  </a:cubicBezTo>
                  <a:cubicBezTo>
                    <a:pt x="22123" y="37033"/>
                    <a:pt x="22208" y="37175"/>
                    <a:pt x="22407" y="37175"/>
                  </a:cubicBezTo>
                  <a:cubicBezTo>
                    <a:pt x="22421" y="37176"/>
                    <a:pt x="22436" y="37177"/>
                    <a:pt x="22450" y="37177"/>
                  </a:cubicBezTo>
                  <a:cubicBezTo>
                    <a:pt x="22655" y="37177"/>
                    <a:pt x="22804" y="36990"/>
                    <a:pt x="22804" y="36777"/>
                  </a:cubicBezTo>
                  <a:cubicBezTo>
                    <a:pt x="22804" y="36607"/>
                    <a:pt x="22662" y="36436"/>
                    <a:pt x="22464" y="36436"/>
                  </a:cubicBezTo>
                  <a:close/>
                  <a:moveTo>
                    <a:pt x="17886" y="37171"/>
                  </a:moveTo>
                  <a:cubicBezTo>
                    <a:pt x="17869" y="37171"/>
                    <a:pt x="17852" y="37172"/>
                    <a:pt x="17835" y="37175"/>
                  </a:cubicBezTo>
                  <a:cubicBezTo>
                    <a:pt x="17664" y="37203"/>
                    <a:pt x="17551" y="37345"/>
                    <a:pt x="17551" y="37515"/>
                  </a:cubicBezTo>
                  <a:cubicBezTo>
                    <a:pt x="17579" y="37714"/>
                    <a:pt x="17721" y="37856"/>
                    <a:pt x="17920" y="37885"/>
                  </a:cubicBezTo>
                  <a:cubicBezTo>
                    <a:pt x="18119" y="37885"/>
                    <a:pt x="18289" y="37714"/>
                    <a:pt x="18289" y="37515"/>
                  </a:cubicBezTo>
                  <a:cubicBezTo>
                    <a:pt x="18263" y="37307"/>
                    <a:pt x="18071" y="37171"/>
                    <a:pt x="17886" y="37171"/>
                  </a:cubicBezTo>
                  <a:close/>
                  <a:moveTo>
                    <a:pt x="11421" y="37227"/>
                  </a:moveTo>
                  <a:cubicBezTo>
                    <a:pt x="11274" y="37227"/>
                    <a:pt x="11152" y="37331"/>
                    <a:pt x="11076" y="37459"/>
                  </a:cubicBezTo>
                  <a:cubicBezTo>
                    <a:pt x="11047" y="37686"/>
                    <a:pt x="11218" y="37885"/>
                    <a:pt x="11445" y="37913"/>
                  </a:cubicBezTo>
                  <a:cubicBezTo>
                    <a:pt x="11615" y="37913"/>
                    <a:pt x="11786" y="37799"/>
                    <a:pt x="11786" y="37629"/>
                  </a:cubicBezTo>
                  <a:cubicBezTo>
                    <a:pt x="11814" y="37430"/>
                    <a:pt x="11672" y="37260"/>
                    <a:pt x="11473" y="37231"/>
                  </a:cubicBezTo>
                  <a:cubicBezTo>
                    <a:pt x="11455" y="37228"/>
                    <a:pt x="11438" y="37227"/>
                    <a:pt x="11421" y="37227"/>
                  </a:cubicBezTo>
                  <a:close/>
                  <a:moveTo>
                    <a:pt x="6784" y="37436"/>
                  </a:moveTo>
                  <a:cubicBezTo>
                    <a:pt x="6616" y="37436"/>
                    <a:pt x="6445" y="37544"/>
                    <a:pt x="6418" y="37771"/>
                  </a:cubicBezTo>
                  <a:cubicBezTo>
                    <a:pt x="6447" y="37941"/>
                    <a:pt x="6589" y="38083"/>
                    <a:pt x="6787" y="38112"/>
                  </a:cubicBezTo>
                  <a:cubicBezTo>
                    <a:pt x="6929" y="38112"/>
                    <a:pt x="7071" y="37998"/>
                    <a:pt x="7128" y="37828"/>
                  </a:cubicBezTo>
                  <a:cubicBezTo>
                    <a:pt x="7158" y="37572"/>
                    <a:pt x="6974" y="37436"/>
                    <a:pt x="6784" y="37436"/>
                  </a:cubicBezTo>
                  <a:close/>
                  <a:moveTo>
                    <a:pt x="4374" y="37799"/>
                  </a:moveTo>
                  <a:cubicBezTo>
                    <a:pt x="4175" y="37828"/>
                    <a:pt x="4004" y="37970"/>
                    <a:pt x="3976" y="38169"/>
                  </a:cubicBezTo>
                  <a:cubicBezTo>
                    <a:pt x="3948" y="38424"/>
                    <a:pt x="4146" y="38680"/>
                    <a:pt x="4402" y="38708"/>
                  </a:cubicBezTo>
                  <a:cubicBezTo>
                    <a:pt x="4629" y="38680"/>
                    <a:pt x="4828" y="38481"/>
                    <a:pt x="4828" y="38225"/>
                  </a:cubicBezTo>
                  <a:cubicBezTo>
                    <a:pt x="4799" y="37998"/>
                    <a:pt x="4601" y="37799"/>
                    <a:pt x="4374" y="37799"/>
                  </a:cubicBezTo>
                  <a:close/>
                  <a:moveTo>
                    <a:pt x="15379" y="38052"/>
                  </a:moveTo>
                  <a:cubicBezTo>
                    <a:pt x="15365" y="38052"/>
                    <a:pt x="15350" y="38053"/>
                    <a:pt x="15335" y="38055"/>
                  </a:cubicBezTo>
                  <a:cubicBezTo>
                    <a:pt x="15165" y="38083"/>
                    <a:pt x="15023" y="38225"/>
                    <a:pt x="15023" y="38396"/>
                  </a:cubicBezTo>
                  <a:cubicBezTo>
                    <a:pt x="15023" y="38594"/>
                    <a:pt x="15165" y="38736"/>
                    <a:pt x="15364" y="38736"/>
                  </a:cubicBezTo>
                  <a:cubicBezTo>
                    <a:pt x="15381" y="38739"/>
                    <a:pt x="15398" y="38740"/>
                    <a:pt x="15414" y="38740"/>
                  </a:cubicBezTo>
                  <a:cubicBezTo>
                    <a:pt x="15591" y="38740"/>
                    <a:pt x="15736" y="38606"/>
                    <a:pt x="15761" y="38424"/>
                  </a:cubicBezTo>
                  <a:cubicBezTo>
                    <a:pt x="15735" y="38214"/>
                    <a:pt x="15563" y="38052"/>
                    <a:pt x="15379" y="38052"/>
                  </a:cubicBezTo>
                  <a:close/>
                  <a:moveTo>
                    <a:pt x="21498" y="38736"/>
                  </a:moveTo>
                  <a:cubicBezTo>
                    <a:pt x="21271" y="38736"/>
                    <a:pt x="21100" y="38907"/>
                    <a:pt x="21044" y="39106"/>
                  </a:cubicBezTo>
                  <a:cubicBezTo>
                    <a:pt x="21072" y="39333"/>
                    <a:pt x="21242" y="39503"/>
                    <a:pt x="21470" y="39503"/>
                  </a:cubicBezTo>
                  <a:cubicBezTo>
                    <a:pt x="21668" y="39475"/>
                    <a:pt x="21839" y="39304"/>
                    <a:pt x="21867" y="39077"/>
                  </a:cubicBezTo>
                  <a:cubicBezTo>
                    <a:pt x="21839" y="38907"/>
                    <a:pt x="21697" y="38736"/>
                    <a:pt x="21498" y="38736"/>
                  </a:cubicBezTo>
                  <a:close/>
                  <a:moveTo>
                    <a:pt x="9287" y="39020"/>
                  </a:moveTo>
                  <a:cubicBezTo>
                    <a:pt x="9088" y="39020"/>
                    <a:pt x="8946" y="39191"/>
                    <a:pt x="8946" y="39390"/>
                  </a:cubicBezTo>
                  <a:cubicBezTo>
                    <a:pt x="8946" y="39588"/>
                    <a:pt x="9116" y="39730"/>
                    <a:pt x="9315" y="39730"/>
                  </a:cubicBezTo>
                  <a:cubicBezTo>
                    <a:pt x="9514" y="39702"/>
                    <a:pt x="9656" y="39560"/>
                    <a:pt x="9656" y="39361"/>
                  </a:cubicBezTo>
                  <a:cubicBezTo>
                    <a:pt x="9656" y="39162"/>
                    <a:pt x="9485" y="39020"/>
                    <a:pt x="9315" y="39020"/>
                  </a:cubicBezTo>
                  <a:close/>
                  <a:moveTo>
                    <a:pt x="18857" y="39191"/>
                  </a:moveTo>
                  <a:cubicBezTo>
                    <a:pt x="18715" y="39191"/>
                    <a:pt x="18573" y="39333"/>
                    <a:pt x="18545" y="39475"/>
                  </a:cubicBezTo>
                  <a:cubicBezTo>
                    <a:pt x="18516" y="39674"/>
                    <a:pt x="18658" y="39844"/>
                    <a:pt x="18829" y="39872"/>
                  </a:cubicBezTo>
                  <a:cubicBezTo>
                    <a:pt x="18846" y="39875"/>
                    <a:pt x="18863" y="39876"/>
                    <a:pt x="18880" y="39876"/>
                  </a:cubicBezTo>
                  <a:cubicBezTo>
                    <a:pt x="19060" y="39876"/>
                    <a:pt x="19226" y="39742"/>
                    <a:pt x="19226" y="39560"/>
                  </a:cubicBezTo>
                  <a:cubicBezTo>
                    <a:pt x="19226" y="39361"/>
                    <a:pt x="19056" y="39191"/>
                    <a:pt x="18857" y="39191"/>
                  </a:cubicBezTo>
                  <a:close/>
                  <a:moveTo>
                    <a:pt x="13291" y="39532"/>
                  </a:moveTo>
                  <a:lnTo>
                    <a:pt x="13262" y="39560"/>
                  </a:lnTo>
                  <a:cubicBezTo>
                    <a:pt x="13064" y="39560"/>
                    <a:pt x="12922" y="39730"/>
                    <a:pt x="12950" y="39901"/>
                  </a:cubicBezTo>
                  <a:cubicBezTo>
                    <a:pt x="12974" y="40070"/>
                    <a:pt x="13101" y="40197"/>
                    <a:pt x="13260" y="40197"/>
                  </a:cubicBezTo>
                  <a:cubicBezTo>
                    <a:pt x="13288" y="40197"/>
                    <a:pt x="13318" y="40193"/>
                    <a:pt x="13348" y="40185"/>
                  </a:cubicBezTo>
                  <a:cubicBezTo>
                    <a:pt x="13518" y="40185"/>
                    <a:pt x="13632" y="40043"/>
                    <a:pt x="13632" y="39872"/>
                  </a:cubicBezTo>
                  <a:cubicBezTo>
                    <a:pt x="13603" y="39674"/>
                    <a:pt x="13461" y="39532"/>
                    <a:pt x="13291" y="39532"/>
                  </a:cubicBezTo>
                  <a:close/>
                  <a:moveTo>
                    <a:pt x="16797" y="39813"/>
                  </a:moveTo>
                  <a:cubicBezTo>
                    <a:pt x="16618" y="39813"/>
                    <a:pt x="16471" y="39970"/>
                    <a:pt x="16471" y="40128"/>
                  </a:cubicBezTo>
                  <a:cubicBezTo>
                    <a:pt x="16443" y="40327"/>
                    <a:pt x="16585" y="40440"/>
                    <a:pt x="16755" y="40440"/>
                  </a:cubicBezTo>
                  <a:cubicBezTo>
                    <a:pt x="16773" y="40443"/>
                    <a:pt x="16791" y="40445"/>
                    <a:pt x="16808" y="40445"/>
                  </a:cubicBezTo>
                  <a:cubicBezTo>
                    <a:pt x="16959" y="40445"/>
                    <a:pt x="17099" y="40338"/>
                    <a:pt x="17125" y="40185"/>
                  </a:cubicBezTo>
                  <a:cubicBezTo>
                    <a:pt x="17125" y="40014"/>
                    <a:pt x="17011" y="39872"/>
                    <a:pt x="16841" y="39844"/>
                  </a:cubicBezTo>
                  <a:lnTo>
                    <a:pt x="16841" y="39816"/>
                  </a:lnTo>
                  <a:cubicBezTo>
                    <a:pt x="16826" y="39814"/>
                    <a:pt x="16811" y="39813"/>
                    <a:pt x="16797" y="39813"/>
                  </a:cubicBezTo>
                  <a:close/>
                  <a:moveTo>
                    <a:pt x="4650" y="40294"/>
                  </a:moveTo>
                  <a:cubicBezTo>
                    <a:pt x="4562" y="40294"/>
                    <a:pt x="4478" y="40323"/>
                    <a:pt x="4402" y="40384"/>
                  </a:cubicBezTo>
                  <a:cubicBezTo>
                    <a:pt x="4232" y="40526"/>
                    <a:pt x="4260" y="40724"/>
                    <a:pt x="4288" y="40895"/>
                  </a:cubicBezTo>
                  <a:cubicBezTo>
                    <a:pt x="4315" y="41132"/>
                    <a:pt x="4512" y="41295"/>
                    <a:pt x="4744" y="41295"/>
                  </a:cubicBezTo>
                  <a:cubicBezTo>
                    <a:pt x="4762" y="41295"/>
                    <a:pt x="4781" y="41294"/>
                    <a:pt x="4799" y="41292"/>
                  </a:cubicBezTo>
                  <a:cubicBezTo>
                    <a:pt x="4998" y="41236"/>
                    <a:pt x="5169" y="41037"/>
                    <a:pt x="5140" y="40810"/>
                  </a:cubicBezTo>
                  <a:cubicBezTo>
                    <a:pt x="5169" y="40611"/>
                    <a:pt x="5055" y="40440"/>
                    <a:pt x="4885" y="40355"/>
                  </a:cubicBezTo>
                  <a:cubicBezTo>
                    <a:pt x="4806" y="40316"/>
                    <a:pt x="4727" y="40294"/>
                    <a:pt x="4650" y="40294"/>
                  </a:cubicBezTo>
                  <a:close/>
                  <a:moveTo>
                    <a:pt x="7327" y="40639"/>
                  </a:moveTo>
                  <a:cubicBezTo>
                    <a:pt x="7157" y="40668"/>
                    <a:pt x="7043" y="40810"/>
                    <a:pt x="7015" y="40980"/>
                  </a:cubicBezTo>
                  <a:cubicBezTo>
                    <a:pt x="7015" y="41164"/>
                    <a:pt x="7161" y="41324"/>
                    <a:pt x="7340" y="41324"/>
                  </a:cubicBezTo>
                  <a:cubicBezTo>
                    <a:pt x="7355" y="41324"/>
                    <a:pt x="7369" y="41323"/>
                    <a:pt x="7384" y="41321"/>
                  </a:cubicBezTo>
                  <a:cubicBezTo>
                    <a:pt x="7554" y="41321"/>
                    <a:pt x="7696" y="41179"/>
                    <a:pt x="7668" y="41008"/>
                  </a:cubicBezTo>
                  <a:cubicBezTo>
                    <a:pt x="7696" y="40810"/>
                    <a:pt x="7526" y="40639"/>
                    <a:pt x="7327" y="40639"/>
                  </a:cubicBezTo>
                  <a:close/>
                  <a:moveTo>
                    <a:pt x="20554" y="40674"/>
                  </a:moveTo>
                  <a:cubicBezTo>
                    <a:pt x="20319" y="40674"/>
                    <a:pt x="20102" y="40835"/>
                    <a:pt x="20078" y="41094"/>
                  </a:cubicBezTo>
                  <a:cubicBezTo>
                    <a:pt x="20106" y="41263"/>
                    <a:pt x="20247" y="41376"/>
                    <a:pt x="20416" y="41405"/>
                  </a:cubicBezTo>
                  <a:lnTo>
                    <a:pt x="20416" y="41405"/>
                  </a:lnTo>
                  <a:cubicBezTo>
                    <a:pt x="20632" y="41395"/>
                    <a:pt x="20819" y="41257"/>
                    <a:pt x="20873" y="41065"/>
                  </a:cubicBezTo>
                  <a:cubicBezTo>
                    <a:pt x="20902" y="40923"/>
                    <a:pt x="20845" y="40753"/>
                    <a:pt x="20703" y="40696"/>
                  </a:cubicBezTo>
                  <a:cubicBezTo>
                    <a:pt x="20654" y="40681"/>
                    <a:pt x="20604" y="40674"/>
                    <a:pt x="20554" y="40674"/>
                  </a:cubicBezTo>
                  <a:close/>
                  <a:moveTo>
                    <a:pt x="20416" y="41405"/>
                  </a:moveTo>
                  <a:cubicBezTo>
                    <a:pt x="20407" y="41406"/>
                    <a:pt x="20399" y="41406"/>
                    <a:pt x="20391" y="41406"/>
                  </a:cubicBezTo>
                  <a:lnTo>
                    <a:pt x="20419" y="41406"/>
                  </a:lnTo>
                  <a:cubicBezTo>
                    <a:pt x="20418" y="41406"/>
                    <a:pt x="20417" y="41406"/>
                    <a:pt x="20416" y="41405"/>
                  </a:cubicBezTo>
                  <a:close/>
                  <a:moveTo>
                    <a:pt x="11347" y="41261"/>
                  </a:moveTo>
                  <a:cubicBezTo>
                    <a:pt x="11332" y="41261"/>
                    <a:pt x="11318" y="41262"/>
                    <a:pt x="11303" y="41264"/>
                  </a:cubicBezTo>
                  <a:lnTo>
                    <a:pt x="11274" y="41264"/>
                  </a:lnTo>
                  <a:cubicBezTo>
                    <a:pt x="11104" y="41292"/>
                    <a:pt x="10990" y="41463"/>
                    <a:pt x="11019" y="41633"/>
                  </a:cubicBezTo>
                  <a:cubicBezTo>
                    <a:pt x="11047" y="41804"/>
                    <a:pt x="11189" y="41946"/>
                    <a:pt x="11360" y="41974"/>
                  </a:cubicBezTo>
                  <a:cubicBezTo>
                    <a:pt x="11558" y="41946"/>
                    <a:pt x="11700" y="41804"/>
                    <a:pt x="11729" y="41605"/>
                  </a:cubicBezTo>
                  <a:cubicBezTo>
                    <a:pt x="11703" y="41421"/>
                    <a:pt x="11530" y="41261"/>
                    <a:pt x="11347" y="41261"/>
                  </a:cubicBezTo>
                  <a:close/>
                  <a:moveTo>
                    <a:pt x="15989" y="41889"/>
                  </a:moveTo>
                  <a:cubicBezTo>
                    <a:pt x="15790" y="41917"/>
                    <a:pt x="15648" y="42059"/>
                    <a:pt x="15648" y="42258"/>
                  </a:cubicBezTo>
                  <a:cubicBezTo>
                    <a:pt x="15648" y="42457"/>
                    <a:pt x="15818" y="42599"/>
                    <a:pt x="16017" y="42599"/>
                  </a:cubicBezTo>
                  <a:cubicBezTo>
                    <a:pt x="16216" y="42599"/>
                    <a:pt x="16358" y="42428"/>
                    <a:pt x="16329" y="42258"/>
                  </a:cubicBezTo>
                  <a:cubicBezTo>
                    <a:pt x="16329" y="42059"/>
                    <a:pt x="16187" y="41889"/>
                    <a:pt x="15989" y="41889"/>
                  </a:cubicBezTo>
                  <a:close/>
                  <a:moveTo>
                    <a:pt x="19491" y="42255"/>
                  </a:moveTo>
                  <a:cubicBezTo>
                    <a:pt x="19479" y="42255"/>
                    <a:pt x="19466" y="42256"/>
                    <a:pt x="19453" y="42258"/>
                  </a:cubicBezTo>
                  <a:cubicBezTo>
                    <a:pt x="19198" y="42286"/>
                    <a:pt x="19027" y="42514"/>
                    <a:pt x="19056" y="42741"/>
                  </a:cubicBezTo>
                  <a:cubicBezTo>
                    <a:pt x="19084" y="42911"/>
                    <a:pt x="19226" y="43025"/>
                    <a:pt x="19397" y="43025"/>
                  </a:cubicBezTo>
                  <a:cubicBezTo>
                    <a:pt x="19624" y="43025"/>
                    <a:pt x="19823" y="42826"/>
                    <a:pt x="19794" y="42570"/>
                  </a:cubicBezTo>
                  <a:cubicBezTo>
                    <a:pt x="19794" y="42413"/>
                    <a:pt x="19648" y="42255"/>
                    <a:pt x="19491" y="4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4822400" y="2205000"/>
              <a:ext cx="616300" cy="569525"/>
            </a:xfrm>
            <a:custGeom>
              <a:rect b="b" l="l" r="r" t="t"/>
              <a:pathLst>
                <a:path extrusionOk="0" h="22781" w="24652">
                  <a:moveTo>
                    <a:pt x="21044" y="541"/>
                  </a:moveTo>
                  <a:cubicBezTo>
                    <a:pt x="21044" y="541"/>
                    <a:pt x="21044" y="542"/>
                    <a:pt x="21044" y="543"/>
                  </a:cubicBezTo>
                  <a:lnTo>
                    <a:pt x="21044" y="543"/>
                  </a:lnTo>
                  <a:lnTo>
                    <a:pt x="21073" y="541"/>
                  </a:lnTo>
                  <a:close/>
                  <a:moveTo>
                    <a:pt x="1" y="115"/>
                  </a:moveTo>
                  <a:cubicBezTo>
                    <a:pt x="285" y="1790"/>
                    <a:pt x="654" y="3466"/>
                    <a:pt x="1052" y="5141"/>
                  </a:cubicBezTo>
                  <a:cubicBezTo>
                    <a:pt x="1534" y="7243"/>
                    <a:pt x="2017" y="9344"/>
                    <a:pt x="2415" y="11446"/>
                  </a:cubicBezTo>
                  <a:cubicBezTo>
                    <a:pt x="2670" y="12809"/>
                    <a:pt x="2926" y="14200"/>
                    <a:pt x="3182" y="15564"/>
                  </a:cubicBezTo>
                  <a:cubicBezTo>
                    <a:pt x="3551" y="17438"/>
                    <a:pt x="3948" y="19341"/>
                    <a:pt x="4318" y="21243"/>
                  </a:cubicBezTo>
                  <a:cubicBezTo>
                    <a:pt x="4435" y="21337"/>
                    <a:pt x="4572" y="21393"/>
                    <a:pt x="4729" y="21393"/>
                  </a:cubicBezTo>
                  <a:cubicBezTo>
                    <a:pt x="4761" y="21393"/>
                    <a:pt x="4795" y="21390"/>
                    <a:pt x="4829" y="21385"/>
                  </a:cubicBezTo>
                  <a:cubicBezTo>
                    <a:pt x="4687" y="20675"/>
                    <a:pt x="4545" y="19994"/>
                    <a:pt x="4403" y="19312"/>
                  </a:cubicBezTo>
                  <a:cubicBezTo>
                    <a:pt x="4034" y="17438"/>
                    <a:pt x="3608" y="15564"/>
                    <a:pt x="3238" y="13689"/>
                  </a:cubicBezTo>
                  <a:cubicBezTo>
                    <a:pt x="2784" y="11105"/>
                    <a:pt x="2273" y="8549"/>
                    <a:pt x="1676" y="5993"/>
                  </a:cubicBezTo>
                  <a:cubicBezTo>
                    <a:pt x="1222" y="4062"/>
                    <a:pt x="796" y="2131"/>
                    <a:pt x="427" y="171"/>
                  </a:cubicBezTo>
                  <a:lnTo>
                    <a:pt x="1" y="115"/>
                  </a:lnTo>
                  <a:close/>
                  <a:moveTo>
                    <a:pt x="24651" y="1"/>
                  </a:moveTo>
                  <a:lnTo>
                    <a:pt x="24254" y="115"/>
                  </a:lnTo>
                  <a:cubicBezTo>
                    <a:pt x="24197" y="512"/>
                    <a:pt x="24140" y="881"/>
                    <a:pt x="24055" y="1279"/>
                  </a:cubicBezTo>
                  <a:cubicBezTo>
                    <a:pt x="23742" y="3096"/>
                    <a:pt x="23402" y="4886"/>
                    <a:pt x="23061" y="6703"/>
                  </a:cubicBezTo>
                  <a:cubicBezTo>
                    <a:pt x="22720" y="8322"/>
                    <a:pt x="22379" y="9912"/>
                    <a:pt x="22067" y="11502"/>
                  </a:cubicBezTo>
                  <a:cubicBezTo>
                    <a:pt x="21811" y="12837"/>
                    <a:pt x="21612" y="14200"/>
                    <a:pt x="21357" y="15564"/>
                  </a:cubicBezTo>
                  <a:cubicBezTo>
                    <a:pt x="21016" y="17551"/>
                    <a:pt x="20618" y="19539"/>
                    <a:pt x="20335" y="21556"/>
                  </a:cubicBezTo>
                  <a:cubicBezTo>
                    <a:pt x="20363" y="21560"/>
                    <a:pt x="20392" y="21563"/>
                    <a:pt x="20422" y="21563"/>
                  </a:cubicBezTo>
                  <a:cubicBezTo>
                    <a:pt x="20569" y="21563"/>
                    <a:pt x="20723" y="21504"/>
                    <a:pt x="20817" y="21385"/>
                  </a:cubicBezTo>
                  <a:cubicBezTo>
                    <a:pt x="20817" y="21272"/>
                    <a:pt x="20817" y="21130"/>
                    <a:pt x="20846" y="21016"/>
                  </a:cubicBezTo>
                  <a:cubicBezTo>
                    <a:pt x="21130" y="19341"/>
                    <a:pt x="21414" y="17665"/>
                    <a:pt x="21726" y="16018"/>
                  </a:cubicBezTo>
                  <a:cubicBezTo>
                    <a:pt x="21982" y="14598"/>
                    <a:pt x="22180" y="13178"/>
                    <a:pt x="22464" y="11758"/>
                  </a:cubicBezTo>
                  <a:cubicBezTo>
                    <a:pt x="23089" y="8663"/>
                    <a:pt x="23771" y="5596"/>
                    <a:pt x="24310" y="2528"/>
                  </a:cubicBezTo>
                  <a:cubicBezTo>
                    <a:pt x="24452" y="1676"/>
                    <a:pt x="24538" y="853"/>
                    <a:pt x="24651" y="1"/>
                  </a:cubicBezTo>
                  <a:close/>
                  <a:moveTo>
                    <a:pt x="4743" y="683"/>
                  </a:moveTo>
                  <a:cubicBezTo>
                    <a:pt x="4743" y="739"/>
                    <a:pt x="4743" y="796"/>
                    <a:pt x="4743" y="853"/>
                  </a:cubicBezTo>
                  <a:cubicBezTo>
                    <a:pt x="4829" y="1676"/>
                    <a:pt x="4885" y="2500"/>
                    <a:pt x="4971" y="3324"/>
                  </a:cubicBezTo>
                  <a:cubicBezTo>
                    <a:pt x="5198" y="5312"/>
                    <a:pt x="5453" y="7271"/>
                    <a:pt x="5681" y="9287"/>
                  </a:cubicBezTo>
                  <a:cubicBezTo>
                    <a:pt x="5908" y="11304"/>
                    <a:pt x="6107" y="13320"/>
                    <a:pt x="6334" y="15308"/>
                  </a:cubicBezTo>
                  <a:cubicBezTo>
                    <a:pt x="6533" y="16841"/>
                    <a:pt x="6703" y="18375"/>
                    <a:pt x="6873" y="19880"/>
                  </a:cubicBezTo>
                  <a:cubicBezTo>
                    <a:pt x="6959" y="20562"/>
                    <a:pt x="7044" y="21272"/>
                    <a:pt x="7101" y="21982"/>
                  </a:cubicBezTo>
                  <a:cubicBezTo>
                    <a:pt x="7198" y="22079"/>
                    <a:pt x="7321" y="22123"/>
                    <a:pt x="7444" y="22123"/>
                  </a:cubicBezTo>
                  <a:cubicBezTo>
                    <a:pt x="7501" y="22123"/>
                    <a:pt x="7558" y="22113"/>
                    <a:pt x="7612" y="22095"/>
                  </a:cubicBezTo>
                  <a:cubicBezTo>
                    <a:pt x="7498" y="21243"/>
                    <a:pt x="7385" y="20420"/>
                    <a:pt x="7271" y="19568"/>
                  </a:cubicBezTo>
                  <a:cubicBezTo>
                    <a:pt x="7157" y="18545"/>
                    <a:pt x="7044" y="17466"/>
                    <a:pt x="6930" y="16501"/>
                  </a:cubicBezTo>
                  <a:cubicBezTo>
                    <a:pt x="6817" y="15507"/>
                    <a:pt x="6703" y="14513"/>
                    <a:pt x="6589" y="13547"/>
                  </a:cubicBezTo>
                  <a:cubicBezTo>
                    <a:pt x="6476" y="12326"/>
                    <a:pt x="6334" y="11105"/>
                    <a:pt x="6220" y="9884"/>
                  </a:cubicBezTo>
                  <a:cubicBezTo>
                    <a:pt x="6107" y="8861"/>
                    <a:pt x="5965" y="7811"/>
                    <a:pt x="5851" y="6788"/>
                  </a:cubicBezTo>
                  <a:cubicBezTo>
                    <a:pt x="5737" y="5879"/>
                    <a:pt x="5595" y="4971"/>
                    <a:pt x="5510" y="4062"/>
                  </a:cubicBezTo>
                  <a:cubicBezTo>
                    <a:pt x="5368" y="2954"/>
                    <a:pt x="5255" y="1847"/>
                    <a:pt x="5141" y="739"/>
                  </a:cubicBezTo>
                  <a:lnTo>
                    <a:pt x="4743" y="683"/>
                  </a:lnTo>
                  <a:close/>
                  <a:moveTo>
                    <a:pt x="21044" y="543"/>
                  </a:moveTo>
                  <a:lnTo>
                    <a:pt x="20675" y="569"/>
                  </a:lnTo>
                  <a:cubicBezTo>
                    <a:pt x="20590" y="1080"/>
                    <a:pt x="20505" y="1563"/>
                    <a:pt x="20448" y="2074"/>
                  </a:cubicBezTo>
                  <a:cubicBezTo>
                    <a:pt x="20221" y="4005"/>
                    <a:pt x="20051" y="5965"/>
                    <a:pt x="19823" y="7924"/>
                  </a:cubicBezTo>
                  <a:cubicBezTo>
                    <a:pt x="19767" y="8492"/>
                    <a:pt x="19710" y="9060"/>
                    <a:pt x="19653" y="9600"/>
                  </a:cubicBezTo>
                  <a:cubicBezTo>
                    <a:pt x="19483" y="10849"/>
                    <a:pt x="19284" y="12099"/>
                    <a:pt x="19170" y="13348"/>
                  </a:cubicBezTo>
                  <a:cubicBezTo>
                    <a:pt x="19000" y="14768"/>
                    <a:pt x="18858" y="16160"/>
                    <a:pt x="18687" y="17580"/>
                  </a:cubicBezTo>
                  <a:cubicBezTo>
                    <a:pt x="18489" y="19113"/>
                    <a:pt x="18375" y="20675"/>
                    <a:pt x="18261" y="22237"/>
                  </a:cubicBezTo>
                  <a:cubicBezTo>
                    <a:pt x="18291" y="22242"/>
                    <a:pt x="18320" y="22244"/>
                    <a:pt x="18349" y="22244"/>
                  </a:cubicBezTo>
                  <a:cubicBezTo>
                    <a:pt x="18489" y="22244"/>
                    <a:pt x="18622" y="22189"/>
                    <a:pt x="18716" y="22095"/>
                  </a:cubicBezTo>
                  <a:cubicBezTo>
                    <a:pt x="18716" y="21868"/>
                    <a:pt x="18716" y="21612"/>
                    <a:pt x="18744" y="21385"/>
                  </a:cubicBezTo>
                  <a:cubicBezTo>
                    <a:pt x="18829" y="20590"/>
                    <a:pt x="18886" y="19795"/>
                    <a:pt x="18971" y="19000"/>
                  </a:cubicBezTo>
                  <a:cubicBezTo>
                    <a:pt x="19113" y="17466"/>
                    <a:pt x="19255" y="15933"/>
                    <a:pt x="19454" y="14428"/>
                  </a:cubicBezTo>
                  <a:cubicBezTo>
                    <a:pt x="19738" y="12070"/>
                    <a:pt x="20079" y="9742"/>
                    <a:pt x="20306" y="7385"/>
                  </a:cubicBezTo>
                  <a:cubicBezTo>
                    <a:pt x="20477" y="5454"/>
                    <a:pt x="20732" y="3494"/>
                    <a:pt x="20959" y="1563"/>
                  </a:cubicBezTo>
                  <a:cubicBezTo>
                    <a:pt x="20988" y="1223"/>
                    <a:pt x="21016" y="883"/>
                    <a:pt x="21044" y="543"/>
                  </a:cubicBezTo>
                  <a:close/>
                  <a:moveTo>
                    <a:pt x="8805" y="910"/>
                  </a:moveTo>
                  <a:lnTo>
                    <a:pt x="8805" y="1478"/>
                  </a:lnTo>
                  <a:cubicBezTo>
                    <a:pt x="8833" y="1960"/>
                    <a:pt x="8890" y="2472"/>
                    <a:pt x="8918" y="2954"/>
                  </a:cubicBezTo>
                  <a:cubicBezTo>
                    <a:pt x="8975" y="3863"/>
                    <a:pt x="9032" y="4800"/>
                    <a:pt x="9089" y="5709"/>
                  </a:cubicBezTo>
                  <a:cubicBezTo>
                    <a:pt x="9202" y="7385"/>
                    <a:pt x="9344" y="9060"/>
                    <a:pt x="9429" y="10736"/>
                  </a:cubicBezTo>
                  <a:cubicBezTo>
                    <a:pt x="9515" y="11985"/>
                    <a:pt x="9571" y="13235"/>
                    <a:pt x="9628" y="14484"/>
                  </a:cubicBezTo>
                  <a:cubicBezTo>
                    <a:pt x="9685" y="15422"/>
                    <a:pt x="9742" y="16359"/>
                    <a:pt x="9799" y="17324"/>
                  </a:cubicBezTo>
                  <a:cubicBezTo>
                    <a:pt x="9912" y="19057"/>
                    <a:pt x="9997" y="20817"/>
                    <a:pt x="10111" y="22550"/>
                  </a:cubicBezTo>
                  <a:cubicBezTo>
                    <a:pt x="10206" y="22625"/>
                    <a:pt x="10313" y="22676"/>
                    <a:pt x="10424" y="22676"/>
                  </a:cubicBezTo>
                  <a:cubicBezTo>
                    <a:pt x="10480" y="22676"/>
                    <a:pt x="10537" y="22663"/>
                    <a:pt x="10594" y="22635"/>
                  </a:cubicBezTo>
                  <a:cubicBezTo>
                    <a:pt x="10537" y="21726"/>
                    <a:pt x="10480" y="20817"/>
                    <a:pt x="10423" y="19880"/>
                  </a:cubicBezTo>
                  <a:lnTo>
                    <a:pt x="10395" y="19454"/>
                  </a:lnTo>
                  <a:cubicBezTo>
                    <a:pt x="10338" y="18489"/>
                    <a:pt x="10253" y="17523"/>
                    <a:pt x="10196" y="16557"/>
                  </a:cubicBezTo>
                  <a:cubicBezTo>
                    <a:pt x="10111" y="15223"/>
                    <a:pt x="10054" y="13888"/>
                    <a:pt x="9997" y="12582"/>
                  </a:cubicBezTo>
                  <a:cubicBezTo>
                    <a:pt x="9941" y="11730"/>
                    <a:pt x="9884" y="10878"/>
                    <a:pt x="9827" y="10026"/>
                  </a:cubicBezTo>
                  <a:cubicBezTo>
                    <a:pt x="9770" y="9032"/>
                    <a:pt x="9685" y="8038"/>
                    <a:pt x="9628" y="7044"/>
                  </a:cubicBezTo>
                  <a:cubicBezTo>
                    <a:pt x="9543" y="5908"/>
                    <a:pt x="9486" y="4744"/>
                    <a:pt x="9429" y="3579"/>
                  </a:cubicBezTo>
                  <a:cubicBezTo>
                    <a:pt x="9373" y="2983"/>
                    <a:pt x="9344" y="2415"/>
                    <a:pt x="9287" y="1818"/>
                  </a:cubicBezTo>
                  <a:cubicBezTo>
                    <a:pt x="9259" y="1506"/>
                    <a:pt x="9202" y="1222"/>
                    <a:pt x="9145" y="910"/>
                  </a:cubicBezTo>
                  <a:close/>
                  <a:moveTo>
                    <a:pt x="16756" y="853"/>
                  </a:moveTo>
                  <a:cubicBezTo>
                    <a:pt x="16728" y="2983"/>
                    <a:pt x="16586" y="5113"/>
                    <a:pt x="16472" y="7214"/>
                  </a:cubicBezTo>
                  <a:cubicBezTo>
                    <a:pt x="16387" y="8748"/>
                    <a:pt x="16245" y="10281"/>
                    <a:pt x="16103" y="11815"/>
                  </a:cubicBezTo>
                  <a:cubicBezTo>
                    <a:pt x="15961" y="13689"/>
                    <a:pt x="15876" y="15564"/>
                    <a:pt x="15762" y="17495"/>
                  </a:cubicBezTo>
                  <a:cubicBezTo>
                    <a:pt x="15677" y="19199"/>
                    <a:pt x="15620" y="20931"/>
                    <a:pt x="15563" y="22663"/>
                  </a:cubicBezTo>
                  <a:cubicBezTo>
                    <a:pt x="15622" y="22675"/>
                    <a:pt x="15686" y="22682"/>
                    <a:pt x="15751" y="22682"/>
                  </a:cubicBezTo>
                  <a:cubicBezTo>
                    <a:pt x="15842" y="22682"/>
                    <a:pt x="15935" y="22668"/>
                    <a:pt x="16018" y="22635"/>
                  </a:cubicBezTo>
                  <a:cubicBezTo>
                    <a:pt x="15989" y="21811"/>
                    <a:pt x="16103" y="20988"/>
                    <a:pt x="16131" y="20136"/>
                  </a:cubicBezTo>
                  <a:cubicBezTo>
                    <a:pt x="16188" y="18489"/>
                    <a:pt x="16245" y="16813"/>
                    <a:pt x="16330" y="15166"/>
                  </a:cubicBezTo>
                  <a:cubicBezTo>
                    <a:pt x="16359" y="14342"/>
                    <a:pt x="16415" y="13519"/>
                    <a:pt x="16472" y="12695"/>
                  </a:cubicBezTo>
                  <a:cubicBezTo>
                    <a:pt x="16614" y="11076"/>
                    <a:pt x="16756" y="9486"/>
                    <a:pt x="16870" y="7896"/>
                  </a:cubicBezTo>
                  <a:cubicBezTo>
                    <a:pt x="16955" y="6987"/>
                    <a:pt x="16983" y="6107"/>
                    <a:pt x="17069" y="5198"/>
                  </a:cubicBezTo>
                  <a:cubicBezTo>
                    <a:pt x="17182" y="3835"/>
                    <a:pt x="17154" y="2472"/>
                    <a:pt x="17154" y="1108"/>
                  </a:cubicBezTo>
                  <a:cubicBezTo>
                    <a:pt x="17154" y="910"/>
                    <a:pt x="17154" y="853"/>
                    <a:pt x="17012" y="853"/>
                  </a:cubicBezTo>
                  <a:close/>
                  <a:moveTo>
                    <a:pt x="12496" y="938"/>
                  </a:moveTo>
                  <a:cubicBezTo>
                    <a:pt x="12496" y="1392"/>
                    <a:pt x="12468" y="1847"/>
                    <a:pt x="12468" y="2301"/>
                  </a:cubicBezTo>
                  <a:lnTo>
                    <a:pt x="12468" y="6760"/>
                  </a:lnTo>
                  <a:lnTo>
                    <a:pt x="12468" y="18375"/>
                  </a:lnTo>
                  <a:cubicBezTo>
                    <a:pt x="12468" y="19823"/>
                    <a:pt x="12496" y="21272"/>
                    <a:pt x="12525" y="22692"/>
                  </a:cubicBezTo>
                  <a:cubicBezTo>
                    <a:pt x="12601" y="22753"/>
                    <a:pt x="12693" y="22781"/>
                    <a:pt x="12789" y="22781"/>
                  </a:cubicBezTo>
                  <a:cubicBezTo>
                    <a:pt x="12872" y="22781"/>
                    <a:pt x="12957" y="22760"/>
                    <a:pt x="13036" y="22720"/>
                  </a:cubicBezTo>
                  <a:cubicBezTo>
                    <a:pt x="13008" y="21669"/>
                    <a:pt x="12922" y="20590"/>
                    <a:pt x="12922" y="19539"/>
                  </a:cubicBezTo>
                  <a:cubicBezTo>
                    <a:pt x="12894" y="15620"/>
                    <a:pt x="12894" y="11730"/>
                    <a:pt x="12894" y="7839"/>
                  </a:cubicBezTo>
                  <a:cubicBezTo>
                    <a:pt x="12894" y="7044"/>
                    <a:pt x="12951" y="6277"/>
                    <a:pt x="12951" y="5482"/>
                  </a:cubicBezTo>
                  <a:cubicBezTo>
                    <a:pt x="13008" y="3977"/>
                    <a:pt x="12894" y="2472"/>
                    <a:pt x="12866" y="9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59"/>
          <p:cNvGrpSpPr/>
          <p:nvPr/>
        </p:nvGrpSpPr>
        <p:grpSpPr>
          <a:xfrm>
            <a:off x="7357500" y="4327359"/>
            <a:ext cx="1136087" cy="612253"/>
            <a:chOff x="7183950" y="745675"/>
            <a:chExt cx="836775" cy="450950"/>
          </a:xfrm>
        </p:grpSpPr>
        <p:sp>
          <p:nvSpPr>
            <p:cNvPr id="4113" name="Google Shape;4113;p59"/>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9"/>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9"/>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9"/>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9"/>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9"/>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4136" name="Shape 4136"/>
        <p:cNvGrpSpPr/>
        <p:nvPr/>
      </p:nvGrpSpPr>
      <p:grpSpPr>
        <a:xfrm>
          <a:off x="0" y="0"/>
          <a:ext cx="0" cy="0"/>
          <a:chOff x="0" y="0"/>
          <a:chExt cx="0" cy="0"/>
        </a:xfrm>
      </p:grpSpPr>
      <p:sp>
        <p:nvSpPr>
          <p:cNvPr id="4137" name="Google Shape;4137;p60"/>
          <p:cNvSpPr txBox="1"/>
          <p:nvPr>
            <p:ph type="ctrTitle"/>
          </p:nvPr>
        </p:nvSpPr>
        <p:spPr>
          <a:xfrm>
            <a:off x="2975050" y="877750"/>
            <a:ext cx="3193800" cy="582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5200"/>
              <a:buNone/>
              <a:defRPr sz="5200">
                <a:solidFill>
                  <a:schemeClr val="dk2"/>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138" name="Google Shape;4138;p60"/>
          <p:cNvSpPr txBox="1"/>
          <p:nvPr>
            <p:ph idx="1" type="subTitle"/>
          </p:nvPr>
        </p:nvSpPr>
        <p:spPr>
          <a:xfrm>
            <a:off x="2975075" y="1606350"/>
            <a:ext cx="3193800" cy="99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139" name="Google Shape;4139;p60"/>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4142" name="Google Shape;4142;p60"/>
          <p:cNvGrpSpPr/>
          <p:nvPr/>
        </p:nvGrpSpPr>
        <p:grpSpPr>
          <a:xfrm>
            <a:off x="2936544" y="-329546"/>
            <a:ext cx="2934233" cy="708308"/>
            <a:chOff x="2375925" y="3297600"/>
            <a:chExt cx="735950" cy="177650"/>
          </a:xfrm>
        </p:grpSpPr>
        <p:sp>
          <p:nvSpPr>
            <p:cNvPr id="4143" name="Google Shape;4143;p60"/>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9" name="Google Shape;4149;p60"/>
          <p:cNvSpPr txBox="1"/>
          <p:nvPr/>
        </p:nvSpPr>
        <p:spPr>
          <a:xfrm>
            <a:off x="3057550" y="3245350"/>
            <a:ext cx="3000000" cy="646500"/>
          </a:xfrm>
          <a:prstGeom prst="rect">
            <a:avLst/>
          </a:prstGeom>
          <a:noFill/>
          <a:ln>
            <a:noFill/>
          </a:ln>
        </p:spPr>
        <p:txBody>
          <a:bodyPr anchorCtr="0" anchor="t" bIns="91425" lIns="91425" spcFirstLastPara="1" rIns="91425" wrap="square" tIns="91425">
            <a:spAutoFit/>
          </a:bodyPr>
          <a:lstStyle/>
          <a:p>
            <a:pPr indent="0" lvl="0" marL="0" rtl="0" algn="ctr">
              <a:spcBef>
                <a:spcPts val="300"/>
              </a:spcBef>
              <a:spcAft>
                <a:spcPts val="0"/>
              </a:spcAft>
              <a:buNone/>
            </a:pPr>
            <a:r>
              <a:rPr lang="en" sz="1000">
                <a:solidFill>
                  <a:schemeClr val="dk1"/>
                </a:solidFill>
                <a:latin typeface="Open Sans"/>
                <a:ea typeface="Open Sans"/>
                <a:cs typeface="Open Sans"/>
                <a:sym typeface="Open Sans"/>
              </a:rPr>
              <a:t>CREDITS: This presentation template was created by </a:t>
            </a:r>
            <a:r>
              <a:rPr b="1" lang="en" sz="1000">
                <a:solidFill>
                  <a:schemeClr val="dk1"/>
                </a:solidFill>
                <a:uFill>
                  <a:noFill/>
                </a:uFill>
                <a:latin typeface="Open Sans"/>
                <a:ea typeface="Open Sans"/>
                <a:cs typeface="Open Sans"/>
                <a:sym typeface="Open Sans"/>
                <a:hlinkClick r:id="rId2">
                  <a:extLst>
                    <a:ext uri="{A12FA001-AC4F-418D-AE19-62706E023703}">
                      <ahyp:hlinkClr val="tx"/>
                    </a:ext>
                  </a:extLst>
                </a:hlinkClick>
              </a:rPr>
              <a:t>Slidesgo</a:t>
            </a:r>
            <a:r>
              <a:rPr lang="en" sz="1000">
                <a:solidFill>
                  <a:schemeClr val="dk1"/>
                </a:solidFill>
                <a:latin typeface="Open Sans"/>
                <a:ea typeface="Open Sans"/>
                <a:cs typeface="Open Sans"/>
                <a:sym typeface="Open Sans"/>
              </a:rPr>
              <a:t>, including icons by </a:t>
            </a:r>
            <a:r>
              <a:rPr b="1" lang="en" sz="1000">
                <a:solidFill>
                  <a:schemeClr val="dk1"/>
                </a:solidFill>
                <a:uFill>
                  <a:noFill/>
                </a:uFill>
                <a:latin typeface="Open Sans"/>
                <a:ea typeface="Open Sans"/>
                <a:cs typeface="Open Sans"/>
                <a:sym typeface="Open Sans"/>
                <a:hlinkClick r:id="rId3">
                  <a:extLst>
                    <a:ext uri="{A12FA001-AC4F-418D-AE19-62706E023703}">
                      <ahyp:hlinkClr val="tx"/>
                    </a:ext>
                  </a:extLst>
                </a:hlinkClick>
              </a:rPr>
              <a:t>Flaticon</a:t>
            </a:r>
            <a:r>
              <a:rPr b="1" lang="en" sz="1000">
                <a:solidFill>
                  <a:schemeClr val="dk1"/>
                </a:solidFill>
                <a:latin typeface="Open Sans"/>
                <a:ea typeface="Open Sans"/>
                <a:cs typeface="Open Sans"/>
                <a:sym typeface="Open Sans"/>
              </a:rPr>
              <a:t> </a:t>
            </a:r>
            <a:r>
              <a:rPr lang="en" sz="1000">
                <a:solidFill>
                  <a:schemeClr val="dk1"/>
                </a:solidFill>
                <a:latin typeface="Open Sans"/>
                <a:ea typeface="Open Sans"/>
                <a:cs typeface="Open Sans"/>
                <a:sym typeface="Open Sans"/>
              </a:rPr>
              <a:t>and infographics &amp; images by </a:t>
            </a:r>
            <a:r>
              <a:rPr b="1" lang="en" sz="1000">
                <a:solidFill>
                  <a:schemeClr val="dk1"/>
                </a:solidFill>
                <a:uFill>
                  <a:noFill/>
                </a:uFill>
                <a:latin typeface="Open Sans"/>
                <a:ea typeface="Open Sans"/>
                <a:cs typeface="Open Sans"/>
                <a:sym typeface="Open Sans"/>
                <a:hlinkClick r:id="rId4">
                  <a:extLst>
                    <a:ext uri="{A12FA001-AC4F-418D-AE19-62706E023703}">
                      <ahyp:hlinkClr val="tx"/>
                    </a:ext>
                  </a:extLst>
                </a:hlinkClick>
              </a:rPr>
              <a:t>Freepik</a:t>
            </a:r>
            <a:endParaRPr b="1" sz="1000">
              <a:solidFill>
                <a:schemeClr val="dk1"/>
              </a:solidFill>
              <a:latin typeface="Open Sans"/>
              <a:ea typeface="Open Sans"/>
              <a:cs typeface="Open Sans"/>
              <a:sym typeface="Open Sans"/>
            </a:endParaRPr>
          </a:p>
        </p:txBody>
      </p:sp>
      <p:grpSp>
        <p:nvGrpSpPr>
          <p:cNvPr id="4150" name="Google Shape;4150;p60"/>
          <p:cNvGrpSpPr/>
          <p:nvPr/>
        </p:nvGrpSpPr>
        <p:grpSpPr>
          <a:xfrm>
            <a:off x="7985773" y="1471409"/>
            <a:ext cx="1536925" cy="3137156"/>
            <a:chOff x="8814298" y="1471409"/>
            <a:chExt cx="1536925" cy="3137156"/>
          </a:xfrm>
        </p:grpSpPr>
        <p:grpSp>
          <p:nvGrpSpPr>
            <p:cNvPr id="4151" name="Google Shape;4151;p60"/>
            <p:cNvGrpSpPr/>
            <p:nvPr/>
          </p:nvGrpSpPr>
          <p:grpSpPr>
            <a:xfrm>
              <a:off x="8814298" y="1471409"/>
              <a:ext cx="1536925" cy="3137156"/>
              <a:chOff x="6265575" y="1978274"/>
              <a:chExt cx="1536925" cy="2057017"/>
            </a:xfrm>
          </p:grpSpPr>
          <p:sp>
            <p:nvSpPr>
              <p:cNvPr id="4152" name="Google Shape;4152;p60"/>
              <p:cNvSpPr/>
              <p:nvPr/>
            </p:nvSpPr>
            <p:spPr>
              <a:xfrm>
                <a:off x="7369046" y="1978274"/>
                <a:ext cx="433454" cy="2057017"/>
              </a:xfrm>
              <a:custGeom>
                <a:rect b="b" l="l" r="r" t="t"/>
                <a:pathLst>
                  <a:path extrusionOk="0" h="76313" w="11538">
                    <a:moveTo>
                      <a:pt x="2029" y="1"/>
                    </a:moveTo>
                    <a:lnTo>
                      <a:pt x="0" y="2725"/>
                    </a:lnTo>
                    <a:lnTo>
                      <a:pt x="0" y="76312"/>
                    </a:lnTo>
                    <a:lnTo>
                      <a:pt x="11537" y="76312"/>
                    </a:lnTo>
                    <a:lnTo>
                      <a:pt x="2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3" name="Google Shape;4153;p60"/>
              <p:cNvGrpSpPr/>
              <p:nvPr/>
            </p:nvGrpSpPr>
            <p:grpSpPr>
              <a:xfrm>
                <a:off x="6265575" y="1978281"/>
                <a:ext cx="1179732" cy="2056993"/>
                <a:chOff x="-221497" y="1179358"/>
                <a:chExt cx="1179732" cy="2866889"/>
              </a:xfrm>
            </p:grpSpPr>
            <p:grpSp>
              <p:nvGrpSpPr>
                <p:cNvPr id="4154" name="Google Shape;4154;p60"/>
                <p:cNvGrpSpPr/>
                <p:nvPr/>
              </p:nvGrpSpPr>
              <p:grpSpPr>
                <a:xfrm>
                  <a:off x="-221497" y="1179358"/>
                  <a:ext cx="1179732" cy="2866889"/>
                  <a:chOff x="-221497" y="1179358"/>
                  <a:chExt cx="1179732" cy="2866889"/>
                </a:xfrm>
              </p:grpSpPr>
              <p:sp>
                <p:nvSpPr>
                  <p:cNvPr id="4155" name="Google Shape;4155;p60"/>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3" name="Google Shape;4163;p60"/>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4" name="Google Shape;4164;p60"/>
            <p:cNvGrpSpPr/>
            <p:nvPr/>
          </p:nvGrpSpPr>
          <p:grpSpPr>
            <a:xfrm>
              <a:off x="8893761" y="1761995"/>
              <a:ext cx="650143" cy="635200"/>
              <a:chOff x="791550" y="2156375"/>
              <a:chExt cx="1145425" cy="1118900"/>
            </a:xfrm>
          </p:grpSpPr>
          <p:sp>
            <p:nvSpPr>
              <p:cNvPr id="4165" name="Google Shape;4165;p60"/>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0"/>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0"/>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0"/>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0"/>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0"/>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60"/>
            <p:cNvGrpSpPr/>
            <p:nvPr/>
          </p:nvGrpSpPr>
          <p:grpSpPr>
            <a:xfrm>
              <a:off x="8893761" y="2676920"/>
              <a:ext cx="650143" cy="635200"/>
              <a:chOff x="791550" y="2156375"/>
              <a:chExt cx="1145425" cy="1118900"/>
            </a:xfrm>
          </p:grpSpPr>
          <p:sp>
            <p:nvSpPr>
              <p:cNvPr id="4181" name="Google Shape;4181;p60"/>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0"/>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60"/>
            <p:cNvGrpSpPr/>
            <p:nvPr/>
          </p:nvGrpSpPr>
          <p:grpSpPr>
            <a:xfrm>
              <a:off x="8893761" y="3596620"/>
              <a:ext cx="650143" cy="635200"/>
              <a:chOff x="8817561" y="3596620"/>
              <a:chExt cx="650143" cy="635200"/>
            </a:xfrm>
          </p:grpSpPr>
          <p:grpSp>
            <p:nvGrpSpPr>
              <p:cNvPr id="4196" name="Google Shape;4196;p60"/>
              <p:cNvGrpSpPr/>
              <p:nvPr/>
            </p:nvGrpSpPr>
            <p:grpSpPr>
              <a:xfrm>
                <a:off x="8817561" y="3596620"/>
                <a:ext cx="650143" cy="635200"/>
                <a:chOff x="791550" y="2156375"/>
                <a:chExt cx="1145425" cy="1118900"/>
              </a:xfrm>
            </p:grpSpPr>
            <p:sp>
              <p:nvSpPr>
                <p:cNvPr id="4197" name="Google Shape;4197;p60"/>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0"/>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0"/>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0"/>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0" name="Google Shape;4210;p60"/>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4212" name="Shape 4212"/>
        <p:cNvGrpSpPr/>
        <p:nvPr/>
      </p:nvGrpSpPr>
      <p:grpSpPr>
        <a:xfrm>
          <a:off x="0" y="0"/>
          <a:ext cx="0" cy="0"/>
          <a:chOff x="0" y="0"/>
          <a:chExt cx="0" cy="0"/>
        </a:xfrm>
      </p:grpSpPr>
      <p:sp>
        <p:nvSpPr>
          <p:cNvPr id="4213" name="Google Shape;4213;p61"/>
          <p:cNvSpPr/>
          <p:nvPr/>
        </p:nvSpPr>
        <p:spPr>
          <a:xfrm>
            <a:off x="-200" y="4608501"/>
            <a:ext cx="9144022" cy="569029"/>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flipH="1">
            <a:off x="-28712" y="4861900"/>
            <a:ext cx="9172500" cy="3156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175" y="0"/>
            <a:ext cx="9143979" cy="444998"/>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grpSp>
        <p:nvGrpSpPr>
          <p:cNvPr id="4216" name="Google Shape;4216;p61"/>
          <p:cNvGrpSpPr/>
          <p:nvPr/>
        </p:nvGrpSpPr>
        <p:grpSpPr>
          <a:xfrm>
            <a:off x="2936544" y="-329546"/>
            <a:ext cx="2934233" cy="708308"/>
            <a:chOff x="2375925" y="3297600"/>
            <a:chExt cx="735950" cy="177650"/>
          </a:xfrm>
        </p:grpSpPr>
        <p:sp>
          <p:nvSpPr>
            <p:cNvPr id="4217" name="Google Shape;4217;p61"/>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61"/>
          <p:cNvGrpSpPr/>
          <p:nvPr/>
        </p:nvGrpSpPr>
        <p:grpSpPr>
          <a:xfrm>
            <a:off x="7169846" y="2833891"/>
            <a:ext cx="3071647" cy="2128595"/>
            <a:chOff x="7169846" y="2833891"/>
            <a:chExt cx="3071647" cy="2128595"/>
          </a:xfrm>
        </p:grpSpPr>
        <p:grpSp>
          <p:nvGrpSpPr>
            <p:cNvPr id="4224" name="Google Shape;4224;p61"/>
            <p:cNvGrpSpPr/>
            <p:nvPr/>
          </p:nvGrpSpPr>
          <p:grpSpPr>
            <a:xfrm>
              <a:off x="7169846" y="2833891"/>
              <a:ext cx="3071647" cy="2128595"/>
              <a:chOff x="6701321" y="2327691"/>
              <a:chExt cx="3071647" cy="2128595"/>
            </a:xfrm>
          </p:grpSpPr>
          <p:sp>
            <p:nvSpPr>
              <p:cNvPr id="4225" name="Google Shape;4225;p61"/>
              <p:cNvSpPr/>
              <p:nvPr/>
            </p:nvSpPr>
            <p:spPr>
              <a:xfrm>
                <a:off x="6701321" y="4243502"/>
                <a:ext cx="3071647" cy="212784"/>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6834186" y="2839316"/>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6780375" y="27904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7532125" y="28197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7532125" y="2905275"/>
                <a:ext cx="2140970" cy="560036"/>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6834175" y="2858926"/>
                <a:ext cx="702146"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1"/>
            <p:cNvGrpSpPr/>
            <p:nvPr/>
          </p:nvGrpSpPr>
          <p:grpSpPr>
            <a:xfrm>
              <a:off x="8394114" y="2965234"/>
              <a:ext cx="623127" cy="376402"/>
              <a:chOff x="1412143" y="4301302"/>
              <a:chExt cx="701246" cy="423542"/>
            </a:xfrm>
          </p:grpSpPr>
          <p:grpSp>
            <p:nvGrpSpPr>
              <p:cNvPr id="4262" name="Google Shape;4262;p61"/>
              <p:cNvGrpSpPr/>
              <p:nvPr/>
            </p:nvGrpSpPr>
            <p:grpSpPr>
              <a:xfrm>
                <a:off x="1412143" y="4492167"/>
                <a:ext cx="701246" cy="232678"/>
                <a:chOff x="7138068" y="2592629"/>
                <a:chExt cx="701246" cy="232678"/>
              </a:xfrm>
            </p:grpSpPr>
            <p:sp>
              <p:nvSpPr>
                <p:cNvPr id="4263" name="Google Shape;4263;p61"/>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61"/>
              <p:cNvGrpSpPr/>
              <p:nvPr/>
            </p:nvGrpSpPr>
            <p:grpSpPr>
              <a:xfrm rot="-1436162">
                <a:off x="1652698" y="4359172"/>
                <a:ext cx="325222" cy="188484"/>
                <a:chOff x="3731575" y="1638525"/>
                <a:chExt cx="208350" cy="120750"/>
              </a:xfrm>
            </p:grpSpPr>
            <p:sp>
              <p:nvSpPr>
                <p:cNvPr id="4274" name="Google Shape;4274;p61"/>
                <p:cNvSpPr/>
                <p:nvPr/>
              </p:nvSpPr>
              <p:spPr>
                <a:xfrm>
                  <a:off x="3731575" y="1638525"/>
                  <a:ext cx="52525" cy="53175"/>
                </a:xfrm>
                <a:custGeom>
                  <a:rect b="b" l="l" r="r" t="t"/>
                  <a:pathLst>
                    <a:path extrusionOk="0" h="2127" w="2101">
                      <a:moveTo>
                        <a:pt x="1995" y="1"/>
                      </a:moveTo>
                      <a:lnTo>
                        <a:pt x="832" y="278"/>
                      </a:lnTo>
                      <a:lnTo>
                        <a:pt x="199" y="344"/>
                      </a:lnTo>
                      <a:cubicBezTo>
                        <a:pt x="66" y="357"/>
                        <a:pt x="0" y="503"/>
                        <a:pt x="80" y="621"/>
                      </a:cubicBezTo>
                      <a:lnTo>
                        <a:pt x="489" y="1176"/>
                      </a:lnTo>
                      <a:lnTo>
                        <a:pt x="1044" y="2127"/>
                      </a:lnTo>
                      <a:lnTo>
                        <a:pt x="1691" y="1625"/>
                      </a:lnTo>
                      <a:lnTo>
                        <a:pt x="2100" y="833"/>
                      </a:lnTo>
                      <a:lnTo>
                        <a:pt x="19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3757650" y="1638850"/>
                  <a:ext cx="182275" cy="120425"/>
                </a:xfrm>
                <a:custGeom>
                  <a:rect b="b" l="l" r="r" t="t"/>
                  <a:pathLst>
                    <a:path extrusionOk="0" h="4817" w="7291">
                      <a:moveTo>
                        <a:pt x="952" y="1"/>
                      </a:moveTo>
                      <a:lnTo>
                        <a:pt x="1018" y="476"/>
                      </a:lnTo>
                      <a:cubicBezTo>
                        <a:pt x="1044" y="701"/>
                        <a:pt x="1004" y="925"/>
                        <a:pt x="899" y="1123"/>
                      </a:cubicBezTo>
                      <a:lnTo>
                        <a:pt x="754" y="1414"/>
                      </a:lnTo>
                      <a:cubicBezTo>
                        <a:pt x="688" y="1546"/>
                        <a:pt x="582" y="1665"/>
                        <a:pt x="463" y="1757"/>
                      </a:cubicBezTo>
                      <a:lnTo>
                        <a:pt x="1" y="2114"/>
                      </a:lnTo>
                      <a:lnTo>
                        <a:pt x="5931" y="4755"/>
                      </a:lnTo>
                      <a:cubicBezTo>
                        <a:pt x="6013" y="4797"/>
                        <a:pt x="6100" y="4816"/>
                        <a:pt x="6186" y="4816"/>
                      </a:cubicBezTo>
                      <a:cubicBezTo>
                        <a:pt x="6265" y="4816"/>
                        <a:pt x="6344" y="4800"/>
                        <a:pt x="6419" y="4768"/>
                      </a:cubicBezTo>
                      <a:lnTo>
                        <a:pt x="6604" y="4702"/>
                      </a:lnTo>
                      <a:cubicBezTo>
                        <a:pt x="6749" y="4636"/>
                        <a:pt x="6868" y="4531"/>
                        <a:pt x="6934" y="4385"/>
                      </a:cubicBezTo>
                      <a:lnTo>
                        <a:pt x="7225" y="3752"/>
                      </a:lnTo>
                      <a:cubicBezTo>
                        <a:pt x="7291" y="3593"/>
                        <a:pt x="7291" y="3408"/>
                        <a:pt x="7225" y="3250"/>
                      </a:cubicBezTo>
                      <a:lnTo>
                        <a:pt x="7079" y="2919"/>
                      </a:lnTo>
                      <a:cubicBezTo>
                        <a:pt x="7013" y="2774"/>
                        <a:pt x="6895" y="2669"/>
                        <a:pt x="6763" y="2603"/>
                      </a:cubicBezTo>
                      <a:lnTo>
                        <a:pt x="9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3781425" y="1638850"/>
                  <a:ext cx="158500" cy="93475"/>
                </a:xfrm>
                <a:custGeom>
                  <a:rect b="b" l="l" r="r" t="t"/>
                  <a:pathLst>
                    <a:path extrusionOk="0" h="3739" w="6340">
                      <a:moveTo>
                        <a:pt x="1" y="1"/>
                      </a:moveTo>
                      <a:lnTo>
                        <a:pt x="67" y="476"/>
                      </a:lnTo>
                      <a:cubicBezTo>
                        <a:pt x="80" y="608"/>
                        <a:pt x="80" y="727"/>
                        <a:pt x="53" y="846"/>
                      </a:cubicBezTo>
                      <a:cubicBezTo>
                        <a:pt x="27" y="952"/>
                        <a:pt x="6261" y="3738"/>
                        <a:pt x="6261" y="3738"/>
                      </a:cubicBezTo>
                      <a:cubicBezTo>
                        <a:pt x="6340" y="3580"/>
                        <a:pt x="6340" y="3408"/>
                        <a:pt x="6261" y="3250"/>
                      </a:cubicBezTo>
                      <a:lnTo>
                        <a:pt x="6115" y="2919"/>
                      </a:lnTo>
                      <a:cubicBezTo>
                        <a:pt x="6049" y="2774"/>
                        <a:pt x="5944" y="2669"/>
                        <a:pt x="5798" y="2603"/>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3731575" y="1645450"/>
                  <a:ext cx="25125" cy="22500"/>
                </a:xfrm>
                <a:custGeom>
                  <a:rect b="b" l="l" r="r" t="t"/>
                  <a:pathLst>
                    <a:path extrusionOk="0" h="900" w="1005">
                      <a:moveTo>
                        <a:pt x="832" y="1"/>
                      </a:moveTo>
                      <a:lnTo>
                        <a:pt x="199" y="67"/>
                      </a:lnTo>
                      <a:cubicBezTo>
                        <a:pt x="66" y="80"/>
                        <a:pt x="0" y="239"/>
                        <a:pt x="80" y="344"/>
                      </a:cubicBezTo>
                      <a:lnTo>
                        <a:pt x="476" y="899"/>
                      </a:lnTo>
                      <a:lnTo>
                        <a:pt x="516" y="886"/>
                      </a:lnTo>
                      <a:cubicBezTo>
                        <a:pt x="859" y="741"/>
                        <a:pt x="1004" y="331"/>
                        <a:pt x="8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78" name="Google Shape;4278;p61"/>
          <p:cNvGrpSpPr/>
          <p:nvPr/>
        </p:nvGrpSpPr>
        <p:grpSpPr>
          <a:xfrm flipH="1">
            <a:off x="-985285" y="1471357"/>
            <a:ext cx="1658342" cy="3137156"/>
            <a:chOff x="6265575" y="1978274"/>
            <a:chExt cx="1536925" cy="2057017"/>
          </a:xfrm>
        </p:grpSpPr>
        <p:sp>
          <p:nvSpPr>
            <p:cNvPr id="4279" name="Google Shape;4279;p61"/>
            <p:cNvSpPr/>
            <p:nvPr/>
          </p:nvSpPr>
          <p:spPr>
            <a:xfrm>
              <a:off x="7369046" y="1978274"/>
              <a:ext cx="433454" cy="2057017"/>
            </a:xfrm>
            <a:custGeom>
              <a:rect b="b" l="l" r="r" t="t"/>
              <a:pathLst>
                <a:path extrusionOk="0" h="76313" w="11538">
                  <a:moveTo>
                    <a:pt x="2029" y="1"/>
                  </a:moveTo>
                  <a:lnTo>
                    <a:pt x="0" y="2725"/>
                  </a:lnTo>
                  <a:lnTo>
                    <a:pt x="0" y="76312"/>
                  </a:lnTo>
                  <a:lnTo>
                    <a:pt x="11537" y="76312"/>
                  </a:lnTo>
                  <a:lnTo>
                    <a:pt x="2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0" name="Google Shape;4280;p61"/>
            <p:cNvGrpSpPr/>
            <p:nvPr/>
          </p:nvGrpSpPr>
          <p:grpSpPr>
            <a:xfrm>
              <a:off x="6265575" y="1978281"/>
              <a:ext cx="1179732" cy="2056993"/>
              <a:chOff x="-221497" y="1179358"/>
              <a:chExt cx="1179732" cy="2866889"/>
            </a:xfrm>
          </p:grpSpPr>
          <p:grpSp>
            <p:nvGrpSpPr>
              <p:cNvPr id="4281" name="Google Shape;4281;p61"/>
              <p:cNvGrpSpPr/>
              <p:nvPr/>
            </p:nvGrpSpPr>
            <p:grpSpPr>
              <a:xfrm>
                <a:off x="-221497" y="1179358"/>
                <a:ext cx="1179732" cy="2866889"/>
                <a:chOff x="-221497" y="1179358"/>
                <a:chExt cx="1179732" cy="2866889"/>
              </a:xfrm>
            </p:grpSpPr>
            <p:sp>
              <p:nvSpPr>
                <p:cNvPr id="4282" name="Google Shape;4282;p61"/>
                <p:cNvSpPr/>
                <p:nvPr/>
              </p:nvSpPr>
              <p:spPr>
                <a:xfrm>
                  <a:off x="-221497" y="1179358"/>
                  <a:ext cx="1179732" cy="2866889"/>
                </a:xfrm>
                <a:custGeom>
                  <a:rect b="b" l="l" r="r" t="t"/>
                  <a:pathLst>
                    <a:path extrusionOk="0" h="76313" w="31403">
                      <a:moveTo>
                        <a:pt x="0" y="1"/>
                      </a:moveTo>
                      <a:lnTo>
                        <a:pt x="0" y="76312"/>
                      </a:lnTo>
                      <a:lnTo>
                        <a:pt x="31402" y="76312"/>
                      </a:lnTo>
                      <a:lnTo>
                        <a:pt x="314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592290" y="1179358"/>
                  <a:ext cx="365945" cy="2866889"/>
                </a:xfrm>
                <a:custGeom>
                  <a:rect b="b" l="l" r="r" t="t"/>
                  <a:pathLst>
                    <a:path extrusionOk="0" h="76313" w="9741">
                      <a:moveTo>
                        <a:pt x="1" y="1"/>
                      </a:moveTo>
                      <a:lnTo>
                        <a:pt x="1" y="76312"/>
                      </a:lnTo>
                      <a:lnTo>
                        <a:pt x="9740" y="76312"/>
                      </a:lnTo>
                      <a:lnTo>
                        <a:pt x="9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706270" y="1865416"/>
                  <a:ext cx="175741" cy="2180831"/>
                </a:xfrm>
                <a:custGeom>
                  <a:rect b="b" l="l" r="r" t="t"/>
                  <a:pathLst>
                    <a:path extrusionOk="0" h="58051" w="4678">
                      <a:moveTo>
                        <a:pt x="1122" y="19904"/>
                      </a:moveTo>
                      <a:lnTo>
                        <a:pt x="1" y="24658"/>
                      </a:lnTo>
                      <a:lnTo>
                        <a:pt x="1" y="58050"/>
                      </a:lnTo>
                      <a:lnTo>
                        <a:pt x="1122" y="58050"/>
                      </a:lnTo>
                      <a:lnTo>
                        <a:pt x="1122" y="19904"/>
                      </a:lnTo>
                      <a:close/>
                      <a:moveTo>
                        <a:pt x="4677" y="0"/>
                      </a:moveTo>
                      <a:lnTo>
                        <a:pt x="2822" y="4986"/>
                      </a:lnTo>
                      <a:lnTo>
                        <a:pt x="2822" y="55132"/>
                      </a:lnTo>
                      <a:lnTo>
                        <a:pt x="2822" y="58050"/>
                      </a:lnTo>
                      <a:lnTo>
                        <a:pt x="4677" y="58050"/>
                      </a:lnTo>
                      <a:lnTo>
                        <a:pt x="4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140915" y="1281730"/>
                  <a:ext cx="649767" cy="739065"/>
                </a:xfrm>
                <a:custGeom>
                  <a:rect b="b" l="l" r="r" t="t"/>
                  <a:pathLst>
                    <a:path extrusionOk="0" h="19673" w="17296">
                      <a:moveTo>
                        <a:pt x="0" y="0"/>
                      </a:moveTo>
                      <a:lnTo>
                        <a:pt x="0" y="19672"/>
                      </a:lnTo>
                      <a:lnTo>
                        <a:pt x="17296" y="19672"/>
                      </a:lnTo>
                      <a:lnTo>
                        <a:pt x="172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140915" y="1281730"/>
                  <a:ext cx="271538" cy="739065"/>
                </a:xfrm>
                <a:custGeom>
                  <a:rect b="b" l="l" r="r" t="t"/>
                  <a:pathLst>
                    <a:path extrusionOk="0" h="19673" w="7228">
                      <a:moveTo>
                        <a:pt x="0" y="0"/>
                      </a:moveTo>
                      <a:lnTo>
                        <a:pt x="0" y="19672"/>
                      </a:lnTo>
                      <a:lnTo>
                        <a:pt x="7228" y="19672"/>
                      </a:lnTo>
                      <a:lnTo>
                        <a:pt x="7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140915" y="2088266"/>
                  <a:ext cx="649767" cy="773214"/>
                </a:xfrm>
                <a:custGeom>
                  <a:rect b="b" l="l" r="r" t="t"/>
                  <a:pathLst>
                    <a:path extrusionOk="0" h="20582" w="17296">
                      <a:moveTo>
                        <a:pt x="17296" y="1"/>
                      </a:moveTo>
                      <a:lnTo>
                        <a:pt x="0" y="909"/>
                      </a:lnTo>
                      <a:lnTo>
                        <a:pt x="0" y="20581"/>
                      </a:lnTo>
                      <a:lnTo>
                        <a:pt x="17296" y="20581"/>
                      </a:lnTo>
                      <a:lnTo>
                        <a:pt x="172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140915" y="2108590"/>
                  <a:ext cx="271538" cy="752890"/>
                </a:xfrm>
                <a:custGeom>
                  <a:rect b="b" l="l" r="r" t="t"/>
                  <a:pathLst>
                    <a:path extrusionOk="0" h="20041" w="7228">
                      <a:moveTo>
                        <a:pt x="7228" y="1"/>
                      </a:moveTo>
                      <a:lnTo>
                        <a:pt x="0" y="368"/>
                      </a:lnTo>
                      <a:lnTo>
                        <a:pt x="0" y="20040"/>
                      </a:lnTo>
                      <a:lnTo>
                        <a:pt x="7228" y="20040"/>
                      </a:lnTo>
                      <a:lnTo>
                        <a:pt x="72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140915" y="2933310"/>
                  <a:ext cx="649767" cy="769533"/>
                </a:xfrm>
                <a:custGeom>
                  <a:rect b="b" l="l" r="r" t="t"/>
                  <a:pathLst>
                    <a:path extrusionOk="0" h="20484" w="17296">
                      <a:moveTo>
                        <a:pt x="0" y="0"/>
                      </a:moveTo>
                      <a:lnTo>
                        <a:pt x="0" y="20484"/>
                      </a:lnTo>
                      <a:lnTo>
                        <a:pt x="17296" y="20484"/>
                      </a:lnTo>
                      <a:lnTo>
                        <a:pt x="17296" y="79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0" name="Google Shape;4290;p61"/>
              <p:cNvSpPr/>
              <p:nvPr/>
            </p:nvSpPr>
            <p:spPr>
              <a:xfrm>
                <a:off x="-140915" y="2933310"/>
                <a:ext cx="271538" cy="769533"/>
              </a:xfrm>
              <a:custGeom>
                <a:rect b="b" l="l" r="r" t="t"/>
                <a:pathLst>
                  <a:path extrusionOk="0" h="20484" w="7228">
                    <a:moveTo>
                      <a:pt x="0" y="0"/>
                    </a:moveTo>
                    <a:lnTo>
                      <a:pt x="0" y="20484"/>
                    </a:lnTo>
                    <a:lnTo>
                      <a:pt x="7228" y="20484"/>
                    </a:lnTo>
                    <a:lnTo>
                      <a:pt x="7228" y="32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1" name="Google Shape;4291;p61"/>
          <p:cNvGrpSpPr/>
          <p:nvPr/>
        </p:nvGrpSpPr>
        <p:grpSpPr>
          <a:xfrm flipH="1">
            <a:off x="-117908" y="1761968"/>
            <a:ext cx="701573" cy="635200"/>
            <a:chOff x="791550" y="2156375"/>
            <a:chExt cx="1145425" cy="1118900"/>
          </a:xfrm>
        </p:grpSpPr>
        <p:sp>
          <p:nvSpPr>
            <p:cNvPr id="4292" name="Google Shape;4292;p6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1"/>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61"/>
          <p:cNvGrpSpPr/>
          <p:nvPr/>
        </p:nvGrpSpPr>
        <p:grpSpPr>
          <a:xfrm flipH="1">
            <a:off x="-117908" y="2676904"/>
            <a:ext cx="701573" cy="635200"/>
            <a:chOff x="791550" y="2156375"/>
            <a:chExt cx="1145425" cy="1118900"/>
          </a:xfrm>
        </p:grpSpPr>
        <p:sp>
          <p:nvSpPr>
            <p:cNvPr id="4308" name="Google Shape;4308;p6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61"/>
          <p:cNvGrpSpPr/>
          <p:nvPr/>
        </p:nvGrpSpPr>
        <p:grpSpPr>
          <a:xfrm flipH="1">
            <a:off x="-117865" y="3596586"/>
            <a:ext cx="701505" cy="635200"/>
            <a:chOff x="8817561" y="3596620"/>
            <a:chExt cx="650143" cy="635200"/>
          </a:xfrm>
        </p:grpSpPr>
        <p:grpSp>
          <p:nvGrpSpPr>
            <p:cNvPr id="4323" name="Google Shape;4323;p61"/>
            <p:cNvGrpSpPr/>
            <p:nvPr/>
          </p:nvGrpSpPr>
          <p:grpSpPr>
            <a:xfrm>
              <a:off x="8817561" y="3596620"/>
              <a:ext cx="650143" cy="635200"/>
              <a:chOff x="791550" y="2156375"/>
              <a:chExt cx="1145425" cy="1118900"/>
            </a:xfrm>
          </p:grpSpPr>
          <p:sp>
            <p:nvSpPr>
              <p:cNvPr id="4324" name="Google Shape;4324;p61"/>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61"/>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339" name="Shape 4339"/>
        <p:cNvGrpSpPr/>
        <p:nvPr/>
      </p:nvGrpSpPr>
      <p:grpSpPr>
        <a:xfrm>
          <a:off x="0" y="0"/>
          <a:ext cx="0" cy="0"/>
          <a:chOff x="0" y="0"/>
          <a:chExt cx="0" cy="0"/>
        </a:xfrm>
      </p:grpSpPr>
      <p:sp>
        <p:nvSpPr>
          <p:cNvPr id="4340" name="Google Shape;4340;p62"/>
          <p:cNvSpPr/>
          <p:nvPr/>
        </p:nvSpPr>
        <p:spPr>
          <a:xfrm>
            <a:off x="-175" y="0"/>
            <a:ext cx="9143979" cy="902450"/>
          </a:xfrm>
          <a:custGeom>
            <a:rect b="b" l="l" r="r" t="t"/>
            <a:pathLst>
              <a:path extrusionOk="0" h="36098" w="212762">
                <a:moveTo>
                  <a:pt x="0" y="0"/>
                </a:moveTo>
                <a:lnTo>
                  <a:pt x="0" y="5701"/>
                </a:lnTo>
                <a:lnTo>
                  <a:pt x="212762" y="36098"/>
                </a:lnTo>
                <a:lnTo>
                  <a:pt x="2127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 </a:t>
            </a:r>
            <a:endParaRPr>
              <a:solidFill>
                <a:schemeClr val="dk1"/>
              </a:solidFill>
            </a:endParaRPr>
          </a:p>
        </p:txBody>
      </p:sp>
      <p:sp>
        <p:nvSpPr>
          <p:cNvPr id="4341" name="Google Shape;4341;p62"/>
          <p:cNvSpPr/>
          <p:nvPr/>
        </p:nvSpPr>
        <p:spPr>
          <a:xfrm>
            <a:off x="325" y="4039400"/>
            <a:ext cx="9200404" cy="1138194"/>
          </a:xfrm>
          <a:custGeom>
            <a:rect b="b" l="l" r="r" t="t"/>
            <a:pathLst>
              <a:path extrusionOk="0" h="27210" w="212763">
                <a:moveTo>
                  <a:pt x="1" y="1"/>
                </a:moveTo>
                <a:lnTo>
                  <a:pt x="1" y="27210"/>
                </a:lnTo>
                <a:lnTo>
                  <a:pt x="212763" y="27210"/>
                </a:lnTo>
                <a:lnTo>
                  <a:pt x="2127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2" name="Google Shape;4342;p62"/>
          <p:cNvGrpSpPr/>
          <p:nvPr/>
        </p:nvGrpSpPr>
        <p:grpSpPr>
          <a:xfrm>
            <a:off x="2936544" y="-329546"/>
            <a:ext cx="2934233" cy="708308"/>
            <a:chOff x="2375925" y="3297600"/>
            <a:chExt cx="735950" cy="177650"/>
          </a:xfrm>
        </p:grpSpPr>
        <p:sp>
          <p:nvSpPr>
            <p:cNvPr id="4343" name="Google Shape;4343;p62"/>
            <p:cNvSpPr/>
            <p:nvPr/>
          </p:nvSpPr>
          <p:spPr>
            <a:xfrm>
              <a:off x="2395075" y="3301550"/>
              <a:ext cx="112600" cy="138050"/>
            </a:xfrm>
            <a:custGeom>
              <a:rect b="b" l="l" r="r" t="t"/>
              <a:pathLst>
                <a:path extrusionOk="0" h="5522" w="4504">
                  <a:moveTo>
                    <a:pt x="80" y="1"/>
                  </a:moveTo>
                  <a:lnTo>
                    <a:pt x="0" y="67"/>
                  </a:lnTo>
                  <a:lnTo>
                    <a:pt x="4425" y="5521"/>
                  </a:lnTo>
                  <a:lnTo>
                    <a:pt x="4504" y="5455"/>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2375925" y="3297600"/>
              <a:ext cx="39975" cy="6625"/>
            </a:xfrm>
            <a:custGeom>
              <a:rect b="b" l="l" r="r" t="t"/>
              <a:pathLst>
                <a:path extrusionOk="0" h="265" w="1599">
                  <a:moveTo>
                    <a:pt x="0" y="0"/>
                  </a:moveTo>
                  <a:lnTo>
                    <a:pt x="344" y="251"/>
                  </a:lnTo>
                  <a:lnTo>
                    <a:pt x="1347" y="264"/>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2"/>
            <p:cNvSpPr/>
            <p:nvPr/>
          </p:nvSpPr>
          <p:spPr>
            <a:xfrm>
              <a:off x="2980125" y="3301550"/>
              <a:ext cx="112600" cy="138050"/>
            </a:xfrm>
            <a:custGeom>
              <a:rect b="b" l="l" r="r" t="t"/>
              <a:pathLst>
                <a:path extrusionOk="0" h="5522" w="4504">
                  <a:moveTo>
                    <a:pt x="4425" y="1"/>
                  </a:moveTo>
                  <a:lnTo>
                    <a:pt x="0" y="5455"/>
                  </a:lnTo>
                  <a:lnTo>
                    <a:pt x="80" y="5521"/>
                  </a:lnTo>
                  <a:lnTo>
                    <a:pt x="4504" y="67"/>
                  </a:lnTo>
                  <a:lnTo>
                    <a:pt x="44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2"/>
            <p:cNvSpPr/>
            <p:nvPr/>
          </p:nvSpPr>
          <p:spPr>
            <a:xfrm>
              <a:off x="3071900" y="3297600"/>
              <a:ext cx="39975" cy="6625"/>
            </a:xfrm>
            <a:custGeom>
              <a:rect b="b" l="l" r="r" t="t"/>
              <a:pathLst>
                <a:path extrusionOk="0" h="265" w="1599">
                  <a:moveTo>
                    <a:pt x="1" y="0"/>
                  </a:moveTo>
                  <a:lnTo>
                    <a:pt x="265" y="264"/>
                  </a:lnTo>
                  <a:lnTo>
                    <a:pt x="1255" y="251"/>
                  </a:lnTo>
                  <a:lnTo>
                    <a:pt x="15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2446900" y="3428675"/>
              <a:ext cx="594000" cy="35675"/>
            </a:xfrm>
            <a:custGeom>
              <a:rect b="b" l="l" r="r" t="t"/>
              <a:pathLst>
                <a:path extrusionOk="0" h="1427" w="23760">
                  <a:moveTo>
                    <a:pt x="1" y="0"/>
                  </a:moveTo>
                  <a:lnTo>
                    <a:pt x="1" y="1427"/>
                  </a:lnTo>
                  <a:lnTo>
                    <a:pt x="23759" y="1427"/>
                  </a:lnTo>
                  <a:lnTo>
                    <a:pt x="237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2446900" y="3464325"/>
              <a:ext cx="594000" cy="10925"/>
            </a:xfrm>
            <a:custGeom>
              <a:rect b="b" l="l" r="r" t="t"/>
              <a:pathLst>
                <a:path extrusionOk="0" h="437" w="23760">
                  <a:moveTo>
                    <a:pt x="1" y="1"/>
                  </a:moveTo>
                  <a:lnTo>
                    <a:pt x="1255" y="436"/>
                  </a:lnTo>
                  <a:lnTo>
                    <a:pt x="23284" y="436"/>
                  </a:lnTo>
                  <a:lnTo>
                    <a:pt x="23759" y="1"/>
                  </a:lnTo>
                  <a:close/>
                </a:path>
              </a:pathLst>
            </a:custGeom>
            <a:solidFill>
              <a:schemeClr val="lt1"/>
            </a:solidFill>
            <a:ln>
              <a:noFill/>
            </a:ln>
            <a:effectLst>
              <a:outerShdw blurRad="1285875" rotWithShape="0" algn="bl" dir="15240000" dist="733425">
                <a:schemeClr val="lt1">
                  <a:alpha val="27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9" name="Google Shape;4349;p62"/>
          <p:cNvSpPr/>
          <p:nvPr/>
        </p:nvSpPr>
        <p:spPr>
          <a:xfrm flipH="1">
            <a:off x="275" y="4673900"/>
            <a:ext cx="9200400" cy="5037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353" name="Shape 4353"/>
        <p:cNvGrpSpPr/>
        <p:nvPr/>
      </p:nvGrpSpPr>
      <p:grpSpPr>
        <a:xfrm>
          <a:off x="0" y="0"/>
          <a:ext cx="0" cy="0"/>
          <a:chOff x="0" y="0"/>
          <a:chExt cx="0" cy="0"/>
        </a:xfrm>
      </p:grpSpPr>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354" name="Shape 4354"/>
        <p:cNvGrpSpPr/>
        <p:nvPr/>
      </p:nvGrpSpPr>
      <p:grpSpPr>
        <a:xfrm>
          <a:off x="0" y="0"/>
          <a:ext cx="0" cy="0"/>
          <a:chOff x="0" y="0"/>
          <a:chExt cx="0" cy="0"/>
        </a:xfrm>
      </p:grpSpPr>
      <p:sp>
        <p:nvSpPr>
          <p:cNvPr id="4355" name="Google Shape;4355;p6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62" Type="http://schemas.openxmlformats.org/officeDocument/2006/relationships/theme" Target="../theme/theme2.xml"/><Relationship Id="rId61" Type="http://schemas.openxmlformats.org/officeDocument/2006/relationships/slideLayout" Target="../slideLayouts/slideLayout61.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60" Type="http://schemas.openxmlformats.org/officeDocument/2006/relationships/slideLayout" Target="../slideLayouts/slideLayout60.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57" Type="http://schemas.openxmlformats.org/officeDocument/2006/relationships/slideLayout" Target="../slideLayouts/slideLayout57.xml"/><Relationship Id="rId12" Type="http://schemas.openxmlformats.org/officeDocument/2006/relationships/slideLayout" Target="../slideLayouts/slideLayout12.xml"/><Relationship Id="rId56" Type="http://schemas.openxmlformats.org/officeDocument/2006/relationships/slideLayout" Target="../slideLayouts/slideLayout56.xml"/><Relationship Id="rId15" Type="http://schemas.openxmlformats.org/officeDocument/2006/relationships/slideLayout" Target="../slideLayouts/slideLayout15.xml"/><Relationship Id="rId59" Type="http://schemas.openxmlformats.org/officeDocument/2006/relationships/slideLayout" Target="../slideLayouts/slideLayout59.xml"/><Relationship Id="rId14" Type="http://schemas.openxmlformats.org/officeDocument/2006/relationships/slideLayout" Target="../slideLayouts/slideLayout14.xml"/><Relationship Id="rId58" Type="http://schemas.openxmlformats.org/officeDocument/2006/relationships/slideLayout" Target="../slideLayouts/slideLayout5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slideLayout" Target="../slideLayouts/slideLayout6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05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000"/>
              <a:buFont typeface="Balsamiq Sans"/>
              <a:buNone/>
              <a:defRPr b="1" sz="3000">
                <a:solidFill>
                  <a:schemeClr val="dk2"/>
                </a:solidFill>
                <a:latin typeface="Balsamiq Sans"/>
                <a:ea typeface="Balsamiq Sans"/>
                <a:cs typeface="Balsamiq Sans"/>
                <a:sym typeface="Balsamiq Sans"/>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71900" y="1137488"/>
            <a:ext cx="77139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00000"/>
              </a:lnSpc>
              <a:spcBef>
                <a:spcPts val="1600"/>
              </a:spcBef>
              <a:spcAft>
                <a:spcPts val="160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 id="2147483703" r:id="rId56"/>
    <p:sldLayoutId id="2147483704" r:id="rId57"/>
    <p:sldLayoutId id="2147483705" r:id="rId58"/>
    <p:sldLayoutId id="2147483706" r:id="rId59"/>
    <p:sldLayoutId id="2147483707" r:id="rId60"/>
    <p:sldLayoutId id="2147483708" r:id="rId6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350" name="Shape 4350"/>
        <p:cNvGrpSpPr/>
        <p:nvPr/>
      </p:nvGrpSpPr>
      <p:grpSpPr>
        <a:xfrm>
          <a:off x="0" y="0"/>
          <a:ext cx="0" cy="0"/>
          <a:chOff x="0" y="0"/>
          <a:chExt cx="0" cy="0"/>
        </a:xfrm>
      </p:grpSpPr>
      <p:sp>
        <p:nvSpPr>
          <p:cNvPr id="4351" name="Google Shape;4351;p6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352" name="Google Shape;4352;p6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9" r:id="rId1"/>
    <p:sldLayoutId id="214748371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2.xml"/><Relationship Id="rId3" Type="http://schemas.openxmlformats.org/officeDocument/2006/relationships/slide" Target="/ppt/slides/slide69.xml"/><Relationship Id="rId4" Type="http://schemas.openxmlformats.org/officeDocument/2006/relationships/slide" Target="/ppt/slides/slide65.xml"/><Relationship Id="rId9" Type="http://schemas.openxmlformats.org/officeDocument/2006/relationships/slide" Target="/ppt/slides/slide77.xml"/><Relationship Id="rId5" Type="http://schemas.openxmlformats.org/officeDocument/2006/relationships/slide" Target="/ppt/slides/slide62.xml"/><Relationship Id="rId6" Type="http://schemas.openxmlformats.org/officeDocument/2006/relationships/slide" Target="/ppt/slides/slide60.xml"/><Relationship Id="rId7" Type="http://schemas.openxmlformats.org/officeDocument/2006/relationships/slide" Target="/ppt/slides/slide69.xml"/><Relationship Id="rId8" Type="http://schemas.openxmlformats.org/officeDocument/2006/relationships/slide" Target="/ppt/slides/slide71.xml"/><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vidfy.com/?utm_source=slidesgo_template&amp;utm_medium=referral-link&amp;utm_campaign=promo-slide&amp;utm_term=slidesgo&amp;utm_content=vidfy" TargetMode="External"/><Relationship Id="rId16"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slide" Target="/ppt/slides/slide6.xml"/><Relationship Id="rId4" Type="http://schemas.openxmlformats.org/officeDocument/2006/relationships/slide" Target="/ppt/slides/slide6.xml"/><Relationship Id="rId9" Type="http://schemas.openxmlformats.org/officeDocument/2006/relationships/slide" Target="/ppt/slides/slide10.xml"/><Relationship Id="rId5" Type="http://schemas.openxmlformats.org/officeDocument/2006/relationships/slide" Target="/ppt/slides/slide24.xml"/><Relationship Id="rId6" Type="http://schemas.openxmlformats.org/officeDocument/2006/relationships/slide" Target="/ppt/slides/slide24.xml"/><Relationship Id="rId7" Type="http://schemas.openxmlformats.org/officeDocument/2006/relationships/slide" Target="/ppt/slides/slide36.xml"/><Relationship Id="rId8" Type="http://schemas.openxmlformats.org/officeDocument/2006/relationships/slide" Target="/ppt/slides/slide36.xml"/><Relationship Id="rId11" Type="http://schemas.openxmlformats.org/officeDocument/2006/relationships/slide" Target="/ppt/slides/slide18.xml"/><Relationship Id="rId10" Type="http://schemas.openxmlformats.org/officeDocument/2006/relationships/slide" Target="/ppt/slides/slide10.xml"/><Relationship Id="rId13" Type="http://schemas.openxmlformats.org/officeDocument/2006/relationships/slide" Target="/ppt/slides/slide40.xml"/><Relationship Id="rId12" Type="http://schemas.openxmlformats.org/officeDocument/2006/relationships/slide" Target="/ppt/slides/slide40.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slide" Target="/ppt/slides/slide51.xml"/><Relationship Id="rId4" Type="http://schemas.openxmlformats.org/officeDocument/2006/relationships/slide" Target="/ppt/slides/slide51.xml"/><Relationship Id="rId9" Type="http://schemas.openxmlformats.org/officeDocument/2006/relationships/slide" Target="/ppt/slides/slide49.xml"/><Relationship Id="rId5" Type="http://schemas.openxmlformats.org/officeDocument/2006/relationships/slide" Target="/ppt/slides/slide57.xml"/><Relationship Id="rId6" Type="http://schemas.openxmlformats.org/officeDocument/2006/relationships/slide" Target="/ppt/slides/slide57.xml"/><Relationship Id="rId7" Type="http://schemas.openxmlformats.org/officeDocument/2006/relationships/slide" Target="/ppt/slides/slide42.xml"/><Relationship Id="rId8" Type="http://schemas.openxmlformats.org/officeDocument/2006/relationships/slide" Target="/ppt/slides/slide42.xml"/><Relationship Id="rId10" Type="http://schemas.openxmlformats.org/officeDocument/2006/relationships/slide" Target="/ppt/slid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 Id="rId3" Type="http://schemas.openxmlformats.org/officeDocument/2006/relationships/image" Target="../media/image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3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bmq1DJXZpsLh2Naa1yAbJwIBxsB9ueSW686P0G7Qls/copy#gid=0" TargetMode="External"/><Relationship Id="rId5"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37.xml"/><Relationship Id="rId3" Type="http://schemas.openxmlformats.org/officeDocument/2006/relationships/hyperlink" Target="https://docs.google.com/spreadsheets/d/1hbmq1DJXZpsLh2Naa1yAbJwIBxsB9ueSW686P0G7Qls/copy#gid=929573168"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 Id="rId3" Type="http://schemas.openxmlformats.org/officeDocument/2006/relationships/slide" Target="/ppt/slides/slide47.xml"/><Relationship Id="rId4" Type="http://schemas.openxmlformats.org/officeDocument/2006/relationships/slide" Target="/ppt/slides/slide47.xml"/><Relationship Id="rId5" Type="http://schemas.openxmlformats.org/officeDocument/2006/relationships/slide" Target="/ppt/slides/slide47.xml"/><Relationship Id="rId6" Type="http://schemas.openxmlformats.org/officeDocument/2006/relationships/slide" Target="/ppt/slides/slide48.xml"/><Relationship Id="rId7" Type="http://schemas.openxmlformats.org/officeDocument/2006/relationships/slide" Target="/ppt/slides/slide4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0.xml"/><Relationship Id="rId3" Type="http://schemas.openxmlformats.org/officeDocument/2006/relationships/image" Target="../media/image13.jpg"/><Relationship Id="rId4" Type="http://schemas.openxmlformats.org/officeDocument/2006/relationships/image" Target="../media/image17.jpg"/><Relationship Id="rId5" Type="http://schemas.openxmlformats.org/officeDocument/2006/relationships/image" Target="../media/image11.jp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2.xml"/><Relationship Id="rId3" Type="http://schemas.openxmlformats.org/officeDocument/2006/relationships/image" Target="../media/image18.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3.xml"/><Relationship Id="rId3" Type="http://schemas.openxmlformats.org/officeDocument/2006/relationships/image" Target="../media/image8.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4.xml"/><Relationship Id="rId3" Type="http://schemas.openxmlformats.org/officeDocument/2006/relationships/image" Target="../media/image16.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9.xml"/><Relationship Id="rId3" Type="http://schemas.openxmlformats.org/officeDocument/2006/relationships/image" Target="../media/image15.jpg"/><Relationship Id="rId4" Type="http://schemas.openxmlformats.org/officeDocument/2006/relationships/image" Target="../media/image14.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9.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62.xml"/><Relationship Id="rId3" Type="http://schemas.openxmlformats.org/officeDocument/2006/relationships/hyperlink" Target="https://www.freepik.com/free-vector/empty-school-class-background-video-conferencing_10346194.htm#query=classroom&amp;position=1&amp;from_view=author/?utm_source=slidesgo_template&amp;utm_medium=referral-link&amp;utm_campaign=sg_resources&amp;utm_content=freepik" TargetMode="Externa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63.xml"/><Relationship Id="rId3" Type="http://schemas.openxmlformats.org/officeDocument/2006/relationships/hyperlink" Target="https://www.freepik.com/premium-vector/home-interior-background-video-conference_9554214.htm/?utm_source=slidesgo_template&amp;utm_medium=referral-link&amp;utm_campaign=sg_resources&amp;utm_content=freepik" TargetMode="Externa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5.xml"/><Relationship Id="rId3" Type="http://schemas.openxmlformats.org/officeDocument/2006/relationships/hyperlink" Target="https://www.freepik.com/free-photo/senior-teacher-glasses-explaining-math-example-green-chalkboard_4954909.htm#query=math&amp;position=2&amp;from_view=author/?utm_source=slidesgo_template&amp;utm_medium=referral-link&amp;utm_campaign=sg_resources&amp;utm_content=freepik" TargetMode="External"/><Relationship Id="rId4" Type="http://schemas.openxmlformats.org/officeDocument/2006/relationships/hyperlink" Target="https://www.freepik.com/free-photo/teacher-pointing-chalkboard-with-copy-space_10058658.htm/?utm_source=slidesgo_template&amp;utm_medium=referral-link&amp;utm_campaign=sg_resources&amp;utm_content=freepik" TargetMode="External"/><Relationship Id="rId9" Type="http://schemas.openxmlformats.org/officeDocument/2006/relationships/hyperlink" Target="https://www.freepik.com/free-vector/modern-education-concept-with-flat-design_2916223.htm#page=2&amp;query=math%20flat&amp;position=34&amp;from_view=author/?utm_source=slidesgo_template&amp;utm_medium=referral-link&amp;utm_campaign=sg_resources&amp;utm_content=freepik" TargetMode="External"/><Relationship Id="rId5" Type="http://schemas.openxmlformats.org/officeDocument/2006/relationships/hyperlink" Target="https://www.freepik.com/free-photo/cute-girl-carrying-yellow-backpack-reads_11236577.htm#query=study%20kid&amp;position=15&amp;from_view=author/?utm_source=slidesgo_template&amp;utm_medium=referral-link&amp;utm_campaign=sg_resources&amp;utm_content=freepik" TargetMode="External"/><Relationship Id="rId6" Type="http://schemas.openxmlformats.org/officeDocument/2006/relationships/hyperlink" Target="https://www.freepik.com/free-photo/senior-woman-teaching-english-lessons-home_15678364.htm#page=3&amp;query=teacher&amp;position=7&amp;from_view=author/?utm_source=slidesgo_template&amp;utm_medium=referral-link&amp;utm_campaign=sg_resources&amp;utm_content=freepik" TargetMode="External"/><Relationship Id="rId7" Type="http://schemas.openxmlformats.org/officeDocument/2006/relationships/hyperlink" Target="https://www.freepik.com/free-photo/teacher-doing-english-lesson-online-his-students_14063107.htm#query=teacher%20man&amp;position=24&amp;from_view=author/?utm_source=slidesgo_template&amp;utm_medium=referral-link&amp;utm_campaign=sg_resources&amp;utm_content=freepik" TargetMode="External"/><Relationship Id="rId8" Type="http://schemas.openxmlformats.org/officeDocument/2006/relationships/hyperlink" Target="https://www.freepik.com/free-vector/hand-drawn-flat-teachers-day-instagram-stories-collection_18776911.htm#page=2&amp;query=teacher&amp;position=11&amp;from_view=author/?utm_source=slidesgo_template&amp;utm_medium=referral-link&amp;utm_campaign=sg_resources&amp;utm_content=freepik" TargetMode="External"/><Relationship Id="rId10" Type="http://schemas.openxmlformats.org/officeDocument/2006/relationships/hyperlink" Target="https://www.freepik.com/premium-vector/hand-drawn-houseplant-collection_13559470.htm#query=plants&amp;position=15&amp;from_view=author/?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6.xml"/><Relationship Id="rId3" Type="http://schemas.openxmlformats.org/officeDocument/2006/relationships/hyperlink" Target="https://www.freepik.com/premium-photo/smiley-teacher-standing-classroom_10139880.htm#query=teacher&amp;position=0&amp;from_view=author/?utm_source=slidesgo_template&amp;utm_medium=referral-link&amp;utm_campaign=sg_resources&amp;utm_content=freepik" TargetMode="External"/><Relationship Id="rId4" Type="http://schemas.openxmlformats.org/officeDocument/2006/relationships/hyperlink" Target="https://www.freepik.com/premium-photo/senior-male-professor-glasses-holding-notebook-standing-against-blackboard_4936950.htm#query=teacher&amp;position=10&amp;from_view=author/?utm_source=slidesgo_template&amp;utm_medium=referral-link&amp;utm_campaign=sg_resources&amp;utm_content=freepik" TargetMode="External"/><Relationship Id="rId9" Type="http://schemas.openxmlformats.org/officeDocument/2006/relationships/hyperlink" Target="https://www.freepik.com/premium-vector/modern-living-room-interior-design-with-flat-design_2859215.htm#query=cozy%20flat%20living&amp;position=12&amp;from_view=author/?utm_source=slidesgo_template&amp;utm_medium=referral-link&amp;utm_campaign=sg_resources&amp;utm_content=freepik" TargetMode="External"/><Relationship Id="rId5" Type="http://schemas.openxmlformats.org/officeDocument/2006/relationships/hyperlink" Target="https://www.freepik.com/premium-photo/techer-with-notebook-class_10058833.htm#query=teacher&amp;position=13&amp;from_view=author/?utm_source=slidesgo_template&amp;utm_medium=referral-link&amp;utm_campaign=sg_resources&amp;utm_content=freepik" TargetMode="External"/><Relationship Id="rId6" Type="http://schemas.openxmlformats.org/officeDocument/2006/relationships/hyperlink" Target="https://www.freepik.com/premium-vector/hand-drawn-houseplant-collection_13446680.htm#&amp;position=12&amp;from_view=detail#&amp;position=12&amp;from_view=detail/?utm_source=slidesgo_template&amp;utm_medium=referral-link&amp;utm_campaign=sg_resources&amp;utm_content=freepik" TargetMode="External"/><Relationship Id="rId7" Type="http://schemas.openxmlformats.org/officeDocument/2006/relationships/hyperlink" Target="https://www.freepik.com/free-vector/cozy-modern-living-room-with-flat-design_2907346.htm/?utm_source=slidesgo_template&amp;utm_medium=referral-link&amp;utm_campaign=sg_resources&amp;utm_content=freepik" TargetMode="External"/><Relationship Id="rId8" Type="http://schemas.openxmlformats.org/officeDocument/2006/relationships/hyperlink" Target="https://www.freepik.com/premium-vector/female-teachers-ready-tutor-students_7883434.htm#query=teacher&amp;position=8&amp;from_view=author/?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67.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60.xml"/><Relationship Id="rId7" Type="http://schemas.openxmlformats.org/officeDocument/2006/relationships/slide" Target="/ppt/slides/slide60.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slide" Target="/ppt/slides/slide6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69.xml"/><Relationship Id="rId3" Type="http://schemas.openxmlformats.org/officeDocument/2006/relationships/hyperlink" Target="https://fonts.google.com/specimen/Balsamiq+Sans" TargetMode="External"/><Relationship Id="rId4" Type="http://schemas.openxmlformats.org/officeDocument/2006/relationships/hyperlink" Target="https://fonts.google.com/specimen/Balsamiq+Sans" TargetMode="External"/><Relationship Id="rId5" Type="http://schemas.openxmlformats.org/officeDocument/2006/relationships/hyperlink" Target="https://fonts.google.com/specimen/Balsamiq+Sans" TargetMode="External"/><Relationship Id="rId6" Type="http://schemas.openxmlformats.org/officeDocument/2006/relationships/hyperlink" Target="https://fonts.google.com/specimen/Roboto+Slab"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6.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2.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0.gif"/><Relationship Id="rId14" Type="http://schemas.openxmlformats.org/officeDocument/2006/relationships/image" Target="../media/image7.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9.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77.xml"/><Relationship Id="rId3" Type="http://schemas.openxmlformats.org/officeDocument/2006/relationships/hyperlink" Target="https://www.google.com/url?q=https://workspace.google.com/marketplace/app/icons_for_slides_docs/381578326502&amp;sa=D&amp;source=editors&amp;ust=1658299895735088&amp;usg=AOvVaw1rKFlopJQ56tuB1nsKeqao"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62.xml"/><Relationship Id="rId2" Type="http://schemas.openxmlformats.org/officeDocument/2006/relationships/notesSlide" Target="../notesSlides/notesSlide91.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9" name="Shape 4359"/>
        <p:cNvGrpSpPr/>
        <p:nvPr/>
      </p:nvGrpSpPr>
      <p:grpSpPr>
        <a:xfrm>
          <a:off x="0" y="0"/>
          <a:ext cx="0" cy="0"/>
          <a:chOff x="0" y="0"/>
          <a:chExt cx="0" cy="0"/>
        </a:xfrm>
      </p:grpSpPr>
      <p:sp>
        <p:nvSpPr>
          <p:cNvPr id="4360" name="Google Shape;4360;p66"/>
          <p:cNvSpPr txBox="1"/>
          <p:nvPr>
            <p:ph type="ctrTitle"/>
          </p:nvPr>
        </p:nvSpPr>
        <p:spPr>
          <a:xfrm>
            <a:off x="2477550" y="942475"/>
            <a:ext cx="4188900" cy="233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STEM Education </a:t>
            </a:r>
            <a:r>
              <a:rPr lang="en">
                <a:solidFill>
                  <a:schemeClr val="accent1"/>
                </a:solidFill>
              </a:rPr>
              <a:t>Workshop</a:t>
            </a:r>
            <a:endParaRPr>
              <a:solidFill>
                <a:schemeClr val="accent1"/>
              </a:solidFill>
            </a:endParaRPr>
          </a:p>
        </p:txBody>
      </p:sp>
      <p:sp>
        <p:nvSpPr>
          <p:cNvPr id="4361" name="Google Shape;4361;p66"/>
          <p:cNvSpPr txBox="1"/>
          <p:nvPr>
            <p:ph idx="1" type="subTitle"/>
          </p:nvPr>
        </p:nvSpPr>
        <p:spPr>
          <a:xfrm>
            <a:off x="2477575" y="3330588"/>
            <a:ext cx="41889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4362" name="Google Shape;4362;p66"/>
          <p:cNvGrpSpPr/>
          <p:nvPr/>
        </p:nvGrpSpPr>
        <p:grpSpPr>
          <a:xfrm>
            <a:off x="1036816" y="1179360"/>
            <a:ext cx="1297909" cy="3336140"/>
            <a:chOff x="808216" y="1179360"/>
            <a:chExt cx="1297909" cy="3336140"/>
          </a:xfrm>
        </p:grpSpPr>
        <p:sp>
          <p:nvSpPr>
            <p:cNvPr id="4363" name="Google Shape;4363;p66"/>
            <p:cNvSpPr/>
            <p:nvPr/>
          </p:nvSpPr>
          <p:spPr>
            <a:xfrm>
              <a:off x="973625" y="424670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4" name="Google Shape;4364;p66"/>
            <p:cNvGrpSpPr/>
            <p:nvPr/>
          </p:nvGrpSpPr>
          <p:grpSpPr>
            <a:xfrm>
              <a:off x="808216" y="1179360"/>
              <a:ext cx="1278059" cy="3227963"/>
              <a:chOff x="238125" y="1775525"/>
              <a:chExt cx="543300" cy="1372200"/>
            </a:xfrm>
          </p:grpSpPr>
          <p:sp>
            <p:nvSpPr>
              <p:cNvPr id="4365" name="Google Shape;4365;p66"/>
              <p:cNvSpPr/>
              <p:nvPr/>
            </p:nvSpPr>
            <p:spPr>
              <a:xfrm>
                <a:off x="531625" y="2006150"/>
                <a:ext cx="167325" cy="251700"/>
              </a:xfrm>
              <a:custGeom>
                <a:rect b="b" l="l" r="r" t="t"/>
                <a:pathLst>
                  <a:path extrusionOk="0" h="10068" w="6693">
                    <a:moveTo>
                      <a:pt x="2162" y="1"/>
                    </a:moveTo>
                    <a:cubicBezTo>
                      <a:pt x="2011" y="1"/>
                      <a:pt x="1866" y="139"/>
                      <a:pt x="1757" y="259"/>
                    </a:cubicBezTo>
                    <a:lnTo>
                      <a:pt x="542" y="1751"/>
                    </a:lnTo>
                    <a:cubicBezTo>
                      <a:pt x="331" y="1962"/>
                      <a:pt x="172" y="2226"/>
                      <a:pt x="80" y="2517"/>
                    </a:cubicBezTo>
                    <a:cubicBezTo>
                      <a:pt x="1" y="2873"/>
                      <a:pt x="106" y="3256"/>
                      <a:pt x="212" y="3600"/>
                    </a:cubicBezTo>
                    <a:lnTo>
                      <a:pt x="1704" y="8341"/>
                    </a:lnTo>
                    <a:cubicBezTo>
                      <a:pt x="1810" y="8698"/>
                      <a:pt x="2074" y="9833"/>
                      <a:pt x="2444" y="9939"/>
                    </a:cubicBezTo>
                    <a:cubicBezTo>
                      <a:pt x="2718" y="10014"/>
                      <a:pt x="2935" y="10068"/>
                      <a:pt x="3163" y="10068"/>
                    </a:cubicBezTo>
                    <a:cubicBezTo>
                      <a:pt x="3298" y="10068"/>
                      <a:pt x="3436" y="10049"/>
                      <a:pt x="3593" y="10005"/>
                    </a:cubicBezTo>
                    <a:cubicBezTo>
                      <a:pt x="4227" y="9847"/>
                      <a:pt x="5019" y="9437"/>
                      <a:pt x="5415" y="8909"/>
                    </a:cubicBezTo>
                    <a:cubicBezTo>
                      <a:pt x="5851" y="8341"/>
                      <a:pt x="5851" y="7575"/>
                      <a:pt x="5957" y="6901"/>
                    </a:cubicBezTo>
                    <a:cubicBezTo>
                      <a:pt x="6049" y="6215"/>
                      <a:pt x="6181" y="5502"/>
                      <a:pt x="6261" y="4802"/>
                    </a:cubicBezTo>
                    <a:cubicBezTo>
                      <a:pt x="6300" y="4539"/>
                      <a:pt x="6692" y="1975"/>
                      <a:pt x="6163" y="1975"/>
                    </a:cubicBezTo>
                    <a:cubicBezTo>
                      <a:pt x="6160" y="1975"/>
                      <a:pt x="6158" y="1975"/>
                      <a:pt x="6155" y="1975"/>
                    </a:cubicBezTo>
                    <a:cubicBezTo>
                      <a:pt x="6099" y="1977"/>
                      <a:pt x="6043" y="1977"/>
                      <a:pt x="5987" y="1977"/>
                    </a:cubicBezTo>
                    <a:cubicBezTo>
                      <a:pt x="5502" y="1977"/>
                      <a:pt x="5017" y="1928"/>
                      <a:pt x="4544" y="1857"/>
                    </a:cubicBezTo>
                    <a:cubicBezTo>
                      <a:pt x="4398" y="2345"/>
                      <a:pt x="4134" y="2781"/>
                      <a:pt x="3949" y="3243"/>
                    </a:cubicBezTo>
                    <a:cubicBezTo>
                      <a:pt x="3725" y="3772"/>
                      <a:pt x="3553" y="4339"/>
                      <a:pt x="3355" y="4881"/>
                    </a:cubicBezTo>
                    <a:cubicBezTo>
                      <a:pt x="3302" y="3309"/>
                      <a:pt x="2999" y="1764"/>
                      <a:pt x="2457" y="298"/>
                    </a:cubicBezTo>
                    <a:cubicBezTo>
                      <a:pt x="2431" y="179"/>
                      <a:pt x="2351" y="87"/>
                      <a:pt x="2259" y="21"/>
                    </a:cubicBezTo>
                    <a:cubicBezTo>
                      <a:pt x="2227" y="7"/>
                      <a:pt x="2194" y="1"/>
                      <a:pt x="2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632650" y="2079025"/>
                <a:ext cx="58150" cy="21475"/>
              </a:xfrm>
              <a:custGeom>
                <a:rect b="b" l="l" r="r" t="t"/>
                <a:pathLst>
                  <a:path extrusionOk="0" h="859" w="2326">
                    <a:moveTo>
                      <a:pt x="94" y="1"/>
                    </a:moveTo>
                    <a:cubicBezTo>
                      <a:pt x="76" y="1"/>
                      <a:pt x="57" y="8"/>
                      <a:pt x="40" y="25"/>
                    </a:cubicBezTo>
                    <a:cubicBezTo>
                      <a:pt x="1" y="51"/>
                      <a:pt x="1" y="104"/>
                      <a:pt x="27" y="143"/>
                    </a:cubicBezTo>
                    <a:cubicBezTo>
                      <a:pt x="27" y="154"/>
                      <a:pt x="630" y="858"/>
                      <a:pt x="1516" y="858"/>
                    </a:cubicBezTo>
                    <a:cubicBezTo>
                      <a:pt x="1751" y="858"/>
                      <a:pt x="2005" y="809"/>
                      <a:pt x="2272" y="685"/>
                    </a:cubicBezTo>
                    <a:lnTo>
                      <a:pt x="2286" y="672"/>
                    </a:lnTo>
                    <a:cubicBezTo>
                      <a:pt x="2312" y="645"/>
                      <a:pt x="2325" y="606"/>
                      <a:pt x="2312" y="566"/>
                    </a:cubicBezTo>
                    <a:cubicBezTo>
                      <a:pt x="2292" y="536"/>
                      <a:pt x="2257" y="521"/>
                      <a:pt x="2225" y="521"/>
                    </a:cubicBezTo>
                    <a:cubicBezTo>
                      <a:pt x="2214" y="521"/>
                      <a:pt x="2203" y="523"/>
                      <a:pt x="2193" y="526"/>
                    </a:cubicBezTo>
                    <a:cubicBezTo>
                      <a:pt x="1951" y="639"/>
                      <a:pt x="1723" y="684"/>
                      <a:pt x="1512" y="684"/>
                    </a:cubicBezTo>
                    <a:cubicBezTo>
                      <a:pt x="710" y="684"/>
                      <a:pt x="170" y="38"/>
                      <a:pt x="159" y="38"/>
                    </a:cubicBezTo>
                    <a:cubicBezTo>
                      <a:pt x="144" y="15"/>
                      <a:pt x="120" y="1"/>
                      <a:pt x="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670625" y="2070375"/>
                <a:ext cx="9275" cy="30075"/>
              </a:xfrm>
              <a:custGeom>
                <a:rect b="b" l="l" r="r" t="t"/>
                <a:pathLst>
                  <a:path extrusionOk="0" h="1203" w="371">
                    <a:moveTo>
                      <a:pt x="291" y="1"/>
                    </a:moveTo>
                    <a:cubicBezTo>
                      <a:pt x="251" y="1"/>
                      <a:pt x="199" y="27"/>
                      <a:pt x="199" y="80"/>
                    </a:cubicBezTo>
                    <a:lnTo>
                      <a:pt x="1" y="1097"/>
                    </a:lnTo>
                    <a:cubicBezTo>
                      <a:pt x="1" y="1150"/>
                      <a:pt x="27" y="1189"/>
                      <a:pt x="67" y="1203"/>
                    </a:cubicBezTo>
                    <a:cubicBezTo>
                      <a:pt x="93" y="1203"/>
                      <a:pt x="119" y="1203"/>
                      <a:pt x="146" y="1189"/>
                    </a:cubicBezTo>
                    <a:cubicBezTo>
                      <a:pt x="159" y="1163"/>
                      <a:pt x="172" y="1150"/>
                      <a:pt x="172" y="1136"/>
                    </a:cubicBezTo>
                    <a:lnTo>
                      <a:pt x="370" y="106"/>
                    </a:lnTo>
                    <a:cubicBezTo>
                      <a:pt x="370" y="67"/>
                      <a:pt x="344" y="14"/>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6"/>
              <p:cNvSpPr/>
              <p:nvPr/>
            </p:nvSpPr>
            <p:spPr>
              <a:xfrm>
                <a:off x="648925" y="2075350"/>
                <a:ext cx="10400" cy="7600"/>
              </a:xfrm>
              <a:custGeom>
                <a:rect b="b" l="l" r="r" t="t"/>
                <a:pathLst>
                  <a:path extrusionOk="0" h="304" w="416">
                    <a:moveTo>
                      <a:pt x="215" y="0"/>
                    </a:moveTo>
                    <a:cubicBezTo>
                      <a:pt x="103" y="0"/>
                      <a:pt x="1" y="133"/>
                      <a:pt x="89" y="251"/>
                    </a:cubicBezTo>
                    <a:cubicBezTo>
                      <a:pt x="123" y="288"/>
                      <a:pt x="163" y="303"/>
                      <a:pt x="201" y="303"/>
                    </a:cubicBezTo>
                    <a:cubicBezTo>
                      <a:pt x="314" y="303"/>
                      <a:pt x="416" y="171"/>
                      <a:pt x="327" y="53"/>
                    </a:cubicBezTo>
                    <a:cubicBezTo>
                      <a:pt x="293" y="16"/>
                      <a:pt x="254" y="0"/>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591400" y="2174775"/>
                <a:ext cx="23775" cy="17800"/>
              </a:xfrm>
              <a:custGeom>
                <a:rect b="b" l="l" r="r" t="t"/>
                <a:pathLst>
                  <a:path extrusionOk="0" h="712" w="951">
                    <a:moveTo>
                      <a:pt x="854" y="1"/>
                    </a:moveTo>
                    <a:cubicBezTo>
                      <a:pt x="842" y="1"/>
                      <a:pt x="830" y="4"/>
                      <a:pt x="819" y="11"/>
                    </a:cubicBezTo>
                    <a:cubicBezTo>
                      <a:pt x="541" y="156"/>
                      <a:pt x="277" y="341"/>
                      <a:pt x="40" y="566"/>
                    </a:cubicBezTo>
                    <a:cubicBezTo>
                      <a:pt x="0" y="592"/>
                      <a:pt x="0" y="658"/>
                      <a:pt x="40" y="685"/>
                    </a:cubicBezTo>
                    <a:cubicBezTo>
                      <a:pt x="53" y="698"/>
                      <a:pt x="66" y="711"/>
                      <a:pt x="79" y="711"/>
                    </a:cubicBezTo>
                    <a:cubicBezTo>
                      <a:pt x="106" y="711"/>
                      <a:pt x="132" y="711"/>
                      <a:pt x="158" y="685"/>
                    </a:cubicBezTo>
                    <a:cubicBezTo>
                      <a:pt x="383" y="487"/>
                      <a:pt x="621" y="315"/>
                      <a:pt x="898" y="170"/>
                    </a:cubicBezTo>
                    <a:cubicBezTo>
                      <a:pt x="938" y="143"/>
                      <a:pt x="951" y="90"/>
                      <a:pt x="938" y="51"/>
                    </a:cubicBezTo>
                    <a:cubicBezTo>
                      <a:pt x="919" y="22"/>
                      <a:pt x="886" y="1"/>
                      <a:pt x="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605575" y="2176050"/>
                <a:ext cx="8550" cy="21475"/>
              </a:xfrm>
              <a:custGeom>
                <a:rect b="b" l="l" r="r" t="t"/>
                <a:pathLst>
                  <a:path extrusionOk="0" h="859" w="342">
                    <a:moveTo>
                      <a:pt x="207" y="1"/>
                    </a:moveTo>
                    <a:cubicBezTo>
                      <a:pt x="181" y="1"/>
                      <a:pt x="158" y="12"/>
                      <a:pt x="146" y="39"/>
                    </a:cubicBezTo>
                    <a:cubicBezTo>
                      <a:pt x="54" y="277"/>
                      <a:pt x="1" y="528"/>
                      <a:pt x="14" y="779"/>
                    </a:cubicBezTo>
                    <a:cubicBezTo>
                      <a:pt x="14" y="819"/>
                      <a:pt x="41" y="845"/>
                      <a:pt x="80" y="858"/>
                    </a:cubicBezTo>
                    <a:lnTo>
                      <a:pt x="107" y="858"/>
                    </a:lnTo>
                    <a:cubicBezTo>
                      <a:pt x="146" y="858"/>
                      <a:pt x="186" y="819"/>
                      <a:pt x="186" y="766"/>
                    </a:cubicBezTo>
                    <a:cubicBezTo>
                      <a:pt x="173" y="541"/>
                      <a:pt x="225" y="330"/>
                      <a:pt x="305" y="119"/>
                    </a:cubicBezTo>
                    <a:cubicBezTo>
                      <a:pt x="342" y="63"/>
                      <a:pt x="268" y="1"/>
                      <a:pt x="2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677550" y="2020400"/>
                <a:ext cx="49225" cy="18300"/>
              </a:xfrm>
              <a:custGeom>
                <a:rect b="b" l="l" r="r" t="t"/>
                <a:pathLst>
                  <a:path extrusionOk="0" h="732" w="1969">
                    <a:moveTo>
                      <a:pt x="1634" y="0"/>
                    </a:moveTo>
                    <a:cubicBezTo>
                      <a:pt x="1346" y="0"/>
                      <a:pt x="898" y="109"/>
                      <a:pt x="397" y="402"/>
                    </a:cubicBezTo>
                    <a:cubicBezTo>
                      <a:pt x="265" y="455"/>
                      <a:pt x="133" y="507"/>
                      <a:pt x="1" y="534"/>
                    </a:cubicBezTo>
                    <a:cubicBezTo>
                      <a:pt x="357" y="547"/>
                      <a:pt x="701" y="613"/>
                      <a:pt x="1044" y="732"/>
                    </a:cubicBezTo>
                    <a:cubicBezTo>
                      <a:pt x="1044" y="732"/>
                      <a:pt x="1969" y="336"/>
                      <a:pt x="1969" y="138"/>
                    </a:cubicBezTo>
                    <a:cubicBezTo>
                      <a:pt x="1963" y="55"/>
                      <a:pt x="1839" y="0"/>
                      <a:pt x="1634" y="0"/>
                    </a:cubicBezTo>
                    <a:close/>
                  </a:path>
                </a:pathLst>
              </a:custGeom>
              <a:solidFill>
                <a:srgbClr val="5A21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6"/>
              <p:cNvSpPr/>
              <p:nvPr/>
            </p:nvSpPr>
            <p:spPr>
              <a:xfrm>
                <a:off x="662700" y="1969350"/>
                <a:ext cx="88500" cy="69150"/>
              </a:xfrm>
              <a:custGeom>
                <a:rect b="b" l="l" r="r" t="t"/>
                <a:pathLst>
                  <a:path extrusionOk="0" h="2766" w="3540">
                    <a:moveTo>
                      <a:pt x="2365" y="1"/>
                    </a:moveTo>
                    <a:cubicBezTo>
                      <a:pt x="2114" y="1"/>
                      <a:pt x="1863" y="67"/>
                      <a:pt x="1651" y="185"/>
                    </a:cubicBezTo>
                    <a:cubicBezTo>
                      <a:pt x="1651" y="185"/>
                      <a:pt x="1350" y="40"/>
                      <a:pt x="1004" y="40"/>
                    </a:cubicBezTo>
                    <a:cubicBezTo>
                      <a:pt x="698" y="40"/>
                      <a:pt x="357" y="154"/>
                      <a:pt x="159" y="582"/>
                    </a:cubicBezTo>
                    <a:cubicBezTo>
                      <a:pt x="1" y="951"/>
                      <a:pt x="1" y="1374"/>
                      <a:pt x="186" y="1744"/>
                    </a:cubicBezTo>
                    <a:cubicBezTo>
                      <a:pt x="331" y="2074"/>
                      <a:pt x="542" y="2378"/>
                      <a:pt x="819" y="2629"/>
                    </a:cubicBezTo>
                    <a:cubicBezTo>
                      <a:pt x="819" y="2629"/>
                      <a:pt x="1164" y="2766"/>
                      <a:pt x="1588" y="2766"/>
                    </a:cubicBezTo>
                    <a:cubicBezTo>
                      <a:pt x="1873" y="2766"/>
                      <a:pt x="2194" y="2704"/>
                      <a:pt x="2470" y="2497"/>
                    </a:cubicBezTo>
                    <a:cubicBezTo>
                      <a:pt x="3540" y="1691"/>
                      <a:pt x="3487" y="899"/>
                      <a:pt x="3065" y="370"/>
                    </a:cubicBezTo>
                    <a:cubicBezTo>
                      <a:pt x="2893" y="146"/>
                      <a:pt x="2642" y="14"/>
                      <a:pt x="2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667325" y="1969350"/>
                <a:ext cx="83875" cy="69150"/>
              </a:xfrm>
              <a:custGeom>
                <a:rect b="b" l="l" r="r" t="t"/>
                <a:pathLst>
                  <a:path extrusionOk="0" h="2766" w="3355">
                    <a:moveTo>
                      <a:pt x="2180" y="1"/>
                    </a:moveTo>
                    <a:lnTo>
                      <a:pt x="2114" y="53"/>
                    </a:lnTo>
                    <a:cubicBezTo>
                      <a:pt x="2114" y="53"/>
                      <a:pt x="2708" y="1031"/>
                      <a:pt x="1902" y="1717"/>
                    </a:cubicBezTo>
                    <a:cubicBezTo>
                      <a:pt x="1643" y="1940"/>
                      <a:pt x="1341" y="2016"/>
                      <a:pt x="1050" y="2016"/>
                    </a:cubicBezTo>
                    <a:cubicBezTo>
                      <a:pt x="615" y="2016"/>
                      <a:pt x="206" y="1847"/>
                      <a:pt x="1" y="1744"/>
                    </a:cubicBezTo>
                    <a:lnTo>
                      <a:pt x="1" y="1744"/>
                    </a:lnTo>
                    <a:cubicBezTo>
                      <a:pt x="146" y="2074"/>
                      <a:pt x="357" y="2378"/>
                      <a:pt x="634" y="2629"/>
                    </a:cubicBezTo>
                    <a:cubicBezTo>
                      <a:pt x="634" y="2629"/>
                      <a:pt x="979" y="2766"/>
                      <a:pt x="1403" y="2766"/>
                    </a:cubicBezTo>
                    <a:cubicBezTo>
                      <a:pt x="1688" y="2766"/>
                      <a:pt x="2009" y="2704"/>
                      <a:pt x="2285" y="2497"/>
                    </a:cubicBezTo>
                    <a:cubicBezTo>
                      <a:pt x="3355" y="1691"/>
                      <a:pt x="3302" y="899"/>
                      <a:pt x="2880" y="370"/>
                    </a:cubicBezTo>
                    <a:cubicBezTo>
                      <a:pt x="2708" y="146"/>
                      <a:pt x="2457" y="14"/>
                      <a:pt x="2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679875" y="1943600"/>
                <a:ext cx="24125" cy="33050"/>
              </a:xfrm>
              <a:custGeom>
                <a:rect b="b" l="l" r="r" t="t"/>
                <a:pathLst>
                  <a:path extrusionOk="0" h="1322" w="965">
                    <a:moveTo>
                      <a:pt x="198" y="0"/>
                    </a:moveTo>
                    <a:lnTo>
                      <a:pt x="0" y="119"/>
                    </a:lnTo>
                    <a:cubicBezTo>
                      <a:pt x="331" y="476"/>
                      <a:pt x="621" y="872"/>
                      <a:pt x="846" y="1308"/>
                    </a:cubicBezTo>
                    <a:lnTo>
                      <a:pt x="964" y="1321"/>
                    </a:lnTo>
                    <a:cubicBezTo>
                      <a:pt x="925" y="780"/>
                      <a:pt x="198" y="0"/>
                      <a:pt x="1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680525" y="1935675"/>
                <a:ext cx="46925" cy="40975"/>
              </a:xfrm>
              <a:custGeom>
                <a:rect b="b" l="l" r="r" t="t"/>
                <a:pathLst>
                  <a:path extrusionOk="0" h="1639" w="1877">
                    <a:moveTo>
                      <a:pt x="1678" y="0"/>
                    </a:moveTo>
                    <a:lnTo>
                      <a:pt x="1678" y="0"/>
                    </a:lnTo>
                    <a:cubicBezTo>
                      <a:pt x="1" y="1004"/>
                      <a:pt x="965" y="1638"/>
                      <a:pt x="965" y="1638"/>
                    </a:cubicBezTo>
                    <a:cubicBezTo>
                      <a:pt x="1876" y="1559"/>
                      <a:pt x="1678" y="1"/>
                      <a:pt x="16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692750" y="2002850"/>
                <a:ext cx="78275" cy="47075"/>
              </a:xfrm>
              <a:custGeom>
                <a:rect b="b" l="l" r="r" t="t"/>
                <a:pathLst>
                  <a:path extrusionOk="0" h="1883" w="3131">
                    <a:moveTo>
                      <a:pt x="2821" y="0"/>
                    </a:moveTo>
                    <a:cubicBezTo>
                      <a:pt x="2447" y="0"/>
                      <a:pt x="1198" y="1028"/>
                      <a:pt x="634" y="1196"/>
                    </a:cubicBezTo>
                    <a:cubicBezTo>
                      <a:pt x="0" y="1394"/>
                      <a:pt x="674" y="1883"/>
                      <a:pt x="674" y="1883"/>
                    </a:cubicBezTo>
                    <a:cubicBezTo>
                      <a:pt x="674" y="1883"/>
                      <a:pt x="1400" y="1645"/>
                      <a:pt x="1730" y="1223"/>
                    </a:cubicBezTo>
                    <a:cubicBezTo>
                      <a:pt x="2061" y="813"/>
                      <a:pt x="3130" y="338"/>
                      <a:pt x="2906" y="34"/>
                    </a:cubicBezTo>
                    <a:cubicBezTo>
                      <a:pt x="2888" y="11"/>
                      <a:pt x="2859" y="0"/>
                      <a:pt x="2821" y="0"/>
                    </a:cubicBezTo>
                    <a:close/>
                  </a:path>
                </a:pathLst>
              </a:custGeom>
              <a:solidFill>
                <a:srgbClr val="5A21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696375" y="2008650"/>
                <a:ext cx="78675" cy="27750"/>
              </a:xfrm>
              <a:custGeom>
                <a:rect b="b" l="l" r="r" t="t"/>
                <a:pathLst>
                  <a:path extrusionOk="0" h="1110" w="3147">
                    <a:moveTo>
                      <a:pt x="2858" y="1"/>
                    </a:moveTo>
                    <a:cubicBezTo>
                      <a:pt x="2589" y="1"/>
                      <a:pt x="2165" y="90"/>
                      <a:pt x="1784" y="264"/>
                    </a:cubicBezTo>
                    <a:cubicBezTo>
                      <a:pt x="1150" y="555"/>
                      <a:pt x="1" y="1109"/>
                      <a:pt x="1" y="1109"/>
                    </a:cubicBezTo>
                    <a:cubicBezTo>
                      <a:pt x="1" y="1109"/>
                      <a:pt x="1150" y="1109"/>
                      <a:pt x="1612" y="806"/>
                    </a:cubicBezTo>
                    <a:cubicBezTo>
                      <a:pt x="2074" y="515"/>
                      <a:pt x="3078" y="317"/>
                      <a:pt x="3131" y="119"/>
                    </a:cubicBezTo>
                    <a:cubicBezTo>
                      <a:pt x="3146" y="40"/>
                      <a:pt x="3036" y="1"/>
                      <a:pt x="2858" y="1"/>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644225" y="2015375"/>
                <a:ext cx="137200" cy="54700"/>
              </a:xfrm>
              <a:custGeom>
                <a:rect b="b" l="l" r="r" t="t"/>
                <a:pathLst>
                  <a:path extrusionOk="0" h="2188" w="5488">
                    <a:moveTo>
                      <a:pt x="5136" y="0"/>
                    </a:moveTo>
                    <a:cubicBezTo>
                      <a:pt x="4870" y="0"/>
                      <a:pt x="4479" y="60"/>
                      <a:pt x="4173" y="141"/>
                    </a:cubicBezTo>
                    <a:cubicBezTo>
                      <a:pt x="3619" y="299"/>
                      <a:pt x="2324" y="642"/>
                      <a:pt x="2324" y="642"/>
                    </a:cubicBezTo>
                    <a:cubicBezTo>
                      <a:pt x="2324" y="642"/>
                      <a:pt x="1903" y="524"/>
                      <a:pt x="1419" y="524"/>
                    </a:cubicBezTo>
                    <a:cubicBezTo>
                      <a:pt x="1217" y="524"/>
                      <a:pt x="1004" y="544"/>
                      <a:pt x="806" y="603"/>
                    </a:cubicBezTo>
                    <a:lnTo>
                      <a:pt x="713" y="642"/>
                    </a:lnTo>
                    <a:lnTo>
                      <a:pt x="687" y="656"/>
                    </a:lnTo>
                    <a:cubicBezTo>
                      <a:pt x="528" y="695"/>
                      <a:pt x="396" y="774"/>
                      <a:pt x="277" y="880"/>
                    </a:cubicBezTo>
                    <a:cubicBezTo>
                      <a:pt x="40" y="1131"/>
                      <a:pt x="0" y="1501"/>
                      <a:pt x="172" y="1791"/>
                    </a:cubicBezTo>
                    <a:cubicBezTo>
                      <a:pt x="238" y="1897"/>
                      <a:pt x="330" y="1976"/>
                      <a:pt x="436" y="2042"/>
                    </a:cubicBezTo>
                    <a:cubicBezTo>
                      <a:pt x="542" y="2095"/>
                      <a:pt x="660" y="2148"/>
                      <a:pt x="779" y="2188"/>
                    </a:cubicBezTo>
                    <a:cubicBezTo>
                      <a:pt x="779" y="2188"/>
                      <a:pt x="2760" y="1871"/>
                      <a:pt x="3381" y="1329"/>
                    </a:cubicBezTo>
                    <a:cubicBezTo>
                      <a:pt x="4002" y="788"/>
                      <a:pt x="5296" y="378"/>
                      <a:pt x="5428" y="141"/>
                    </a:cubicBezTo>
                    <a:cubicBezTo>
                      <a:pt x="5487" y="40"/>
                      <a:pt x="5353" y="0"/>
                      <a:pt x="5136" y="0"/>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448100" y="3043050"/>
                <a:ext cx="50200" cy="36000"/>
              </a:xfrm>
              <a:custGeom>
                <a:rect b="b" l="l" r="r" t="t"/>
                <a:pathLst>
                  <a:path extrusionOk="0" h="1440" w="2008">
                    <a:moveTo>
                      <a:pt x="2008" y="0"/>
                    </a:moveTo>
                    <a:lnTo>
                      <a:pt x="0" y="79"/>
                    </a:lnTo>
                    <a:lnTo>
                      <a:pt x="172" y="1440"/>
                    </a:lnTo>
                    <a:lnTo>
                      <a:pt x="1915" y="1440"/>
                    </a:lnTo>
                    <a:lnTo>
                      <a:pt x="2008" y="0"/>
                    </a:ln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564325" y="3038075"/>
                <a:ext cx="48875" cy="40975"/>
              </a:xfrm>
              <a:custGeom>
                <a:rect b="b" l="l" r="r" t="t"/>
                <a:pathLst>
                  <a:path extrusionOk="0" h="1639" w="1955">
                    <a:moveTo>
                      <a:pt x="1875" y="1"/>
                    </a:moveTo>
                    <a:lnTo>
                      <a:pt x="0" y="54"/>
                    </a:lnTo>
                    <a:lnTo>
                      <a:pt x="211" y="1639"/>
                    </a:lnTo>
                    <a:lnTo>
                      <a:pt x="1955" y="1625"/>
                    </a:lnTo>
                    <a:lnTo>
                      <a:pt x="1875" y="1"/>
                    </a:ln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552750" y="3066725"/>
                <a:ext cx="169725" cy="81000"/>
              </a:xfrm>
              <a:custGeom>
                <a:rect b="b" l="l" r="r" t="t"/>
                <a:pathLst>
                  <a:path extrusionOk="0" h="3240" w="6789">
                    <a:moveTo>
                      <a:pt x="2346" y="0"/>
                    </a:moveTo>
                    <a:cubicBezTo>
                      <a:pt x="2039" y="0"/>
                      <a:pt x="1644" y="302"/>
                      <a:pt x="1244" y="302"/>
                    </a:cubicBezTo>
                    <a:cubicBezTo>
                      <a:pt x="1066" y="302"/>
                      <a:pt x="887" y="243"/>
                      <a:pt x="714" y="70"/>
                    </a:cubicBezTo>
                    <a:cubicBezTo>
                      <a:pt x="688" y="64"/>
                      <a:pt x="662" y="61"/>
                      <a:pt x="637" y="61"/>
                    </a:cubicBezTo>
                    <a:cubicBezTo>
                      <a:pt x="433" y="61"/>
                      <a:pt x="269" y="241"/>
                      <a:pt x="305" y="453"/>
                    </a:cubicBezTo>
                    <a:cubicBezTo>
                      <a:pt x="305" y="532"/>
                      <a:pt x="291" y="611"/>
                      <a:pt x="278" y="677"/>
                    </a:cubicBezTo>
                    <a:cubicBezTo>
                      <a:pt x="278" y="743"/>
                      <a:pt x="265" y="796"/>
                      <a:pt x="265" y="862"/>
                    </a:cubicBezTo>
                    <a:cubicBezTo>
                      <a:pt x="173" y="1430"/>
                      <a:pt x="1" y="2315"/>
                      <a:pt x="40" y="2870"/>
                    </a:cubicBezTo>
                    <a:cubicBezTo>
                      <a:pt x="40" y="2989"/>
                      <a:pt x="67" y="3121"/>
                      <a:pt x="133" y="3240"/>
                    </a:cubicBezTo>
                    <a:lnTo>
                      <a:pt x="6710" y="3226"/>
                    </a:lnTo>
                    <a:cubicBezTo>
                      <a:pt x="6776" y="3107"/>
                      <a:pt x="6789" y="2975"/>
                      <a:pt x="6763" y="2857"/>
                    </a:cubicBezTo>
                    <a:cubicBezTo>
                      <a:pt x="6697" y="2579"/>
                      <a:pt x="6432" y="2170"/>
                      <a:pt x="5455" y="1760"/>
                    </a:cubicBezTo>
                    <a:cubicBezTo>
                      <a:pt x="4689" y="1443"/>
                      <a:pt x="3804" y="1140"/>
                      <a:pt x="3276" y="664"/>
                    </a:cubicBezTo>
                    <a:cubicBezTo>
                      <a:pt x="2761" y="202"/>
                      <a:pt x="2563" y="70"/>
                      <a:pt x="2563" y="70"/>
                    </a:cubicBezTo>
                    <a:cubicBezTo>
                      <a:pt x="2497" y="20"/>
                      <a:pt x="2425" y="0"/>
                      <a:pt x="23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553750" y="3138125"/>
                <a:ext cx="168725" cy="9600"/>
              </a:xfrm>
              <a:custGeom>
                <a:rect b="b" l="l" r="r" t="t"/>
                <a:pathLst>
                  <a:path extrusionOk="0" h="384" w="6749">
                    <a:moveTo>
                      <a:pt x="6723" y="1"/>
                    </a:moveTo>
                    <a:lnTo>
                      <a:pt x="0" y="14"/>
                    </a:lnTo>
                    <a:cubicBezTo>
                      <a:pt x="0" y="133"/>
                      <a:pt x="27" y="265"/>
                      <a:pt x="93" y="384"/>
                    </a:cubicBezTo>
                    <a:lnTo>
                      <a:pt x="6670" y="370"/>
                    </a:lnTo>
                    <a:cubicBezTo>
                      <a:pt x="6736" y="251"/>
                      <a:pt x="6749" y="119"/>
                      <a:pt x="6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559350" y="3083650"/>
                <a:ext cx="22150" cy="63750"/>
              </a:xfrm>
              <a:custGeom>
                <a:rect b="b" l="l" r="r" t="t"/>
                <a:pathLst>
                  <a:path extrusionOk="0" h="2550" w="886">
                    <a:moveTo>
                      <a:pt x="27" y="0"/>
                    </a:moveTo>
                    <a:cubicBezTo>
                      <a:pt x="27" y="53"/>
                      <a:pt x="14" y="119"/>
                      <a:pt x="1" y="185"/>
                    </a:cubicBezTo>
                    <a:cubicBezTo>
                      <a:pt x="410" y="502"/>
                      <a:pt x="661" y="978"/>
                      <a:pt x="701" y="1506"/>
                    </a:cubicBezTo>
                    <a:cubicBezTo>
                      <a:pt x="727" y="1889"/>
                      <a:pt x="595" y="2259"/>
                      <a:pt x="344" y="2549"/>
                    </a:cubicBezTo>
                    <a:lnTo>
                      <a:pt x="542" y="2549"/>
                    </a:lnTo>
                    <a:cubicBezTo>
                      <a:pt x="767" y="2246"/>
                      <a:pt x="886" y="1863"/>
                      <a:pt x="859" y="1480"/>
                    </a:cubicBezTo>
                    <a:cubicBezTo>
                      <a:pt x="807" y="885"/>
                      <a:pt x="503" y="344"/>
                      <a:pt x="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628125" y="3085225"/>
                <a:ext cx="17425" cy="8050"/>
              </a:xfrm>
              <a:custGeom>
                <a:rect b="b" l="l" r="r" t="t"/>
                <a:pathLst>
                  <a:path extrusionOk="0" h="322" w="697">
                    <a:moveTo>
                      <a:pt x="578" y="0"/>
                    </a:moveTo>
                    <a:cubicBezTo>
                      <a:pt x="569" y="0"/>
                      <a:pt x="560" y="1"/>
                      <a:pt x="552" y="3"/>
                    </a:cubicBezTo>
                    <a:lnTo>
                      <a:pt x="129" y="109"/>
                    </a:lnTo>
                    <a:cubicBezTo>
                      <a:pt x="1" y="122"/>
                      <a:pt x="22" y="321"/>
                      <a:pt x="144" y="321"/>
                    </a:cubicBezTo>
                    <a:cubicBezTo>
                      <a:pt x="148" y="321"/>
                      <a:pt x="151" y="321"/>
                      <a:pt x="155" y="320"/>
                    </a:cubicBezTo>
                    <a:lnTo>
                      <a:pt x="182" y="320"/>
                    </a:lnTo>
                    <a:lnTo>
                      <a:pt x="591" y="215"/>
                    </a:lnTo>
                    <a:cubicBezTo>
                      <a:pt x="657" y="202"/>
                      <a:pt x="697" y="136"/>
                      <a:pt x="684" y="83"/>
                    </a:cubicBezTo>
                    <a:cubicBezTo>
                      <a:pt x="662" y="28"/>
                      <a:pt x="621" y="0"/>
                      <a:pt x="5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619125" y="3076600"/>
                <a:ext cx="16900" cy="8075"/>
              </a:xfrm>
              <a:custGeom>
                <a:rect b="b" l="l" r="r" t="t"/>
                <a:pathLst>
                  <a:path extrusionOk="0" h="323" w="676">
                    <a:moveTo>
                      <a:pt x="534" y="0"/>
                    </a:moveTo>
                    <a:cubicBezTo>
                      <a:pt x="524" y="0"/>
                      <a:pt x="513" y="2"/>
                      <a:pt x="502" y="5"/>
                    </a:cubicBezTo>
                    <a:lnTo>
                      <a:pt x="93" y="111"/>
                    </a:lnTo>
                    <a:cubicBezTo>
                      <a:pt x="27" y="124"/>
                      <a:pt x="0" y="177"/>
                      <a:pt x="14" y="243"/>
                    </a:cubicBezTo>
                    <a:cubicBezTo>
                      <a:pt x="14" y="282"/>
                      <a:pt x="66" y="322"/>
                      <a:pt x="119" y="322"/>
                    </a:cubicBezTo>
                    <a:lnTo>
                      <a:pt x="146" y="322"/>
                    </a:lnTo>
                    <a:lnTo>
                      <a:pt x="555" y="216"/>
                    </a:lnTo>
                    <a:cubicBezTo>
                      <a:pt x="676" y="180"/>
                      <a:pt x="642" y="0"/>
                      <a:pt x="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639600" y="3091125"/>
                <a:ext cx="17200" cy="8075"/>
              </a:xfrm>
              <a:custGeom>
                <a:rect b="b" l="l" r="r" t="t"/>
                <a:pathLst>
                  <a:path extrusionOk="0" h="323" w="688">
                    <a:moveTo>
                      <a:pt x="537" y="0"/>
                    </a:moveTo>
                    <a:cubicBezTo>
                      <a:pt x="526" y="0"/>
                      <a:pt x="514" y="2"/>
                      <a:pt x="502" y="5"/>
                    </a:cubicBezTo>
                    <a:lnTo>
                      <a:pt x="93" y="111"/>
                    </a:lnTo>
                    <a:cubicBezTo>
                      <a:pt x="40" y="124"/>
                      <a:pt x="0" y="177"/>
                      <a:pt x="13" y="243"/>
                    </a:cubicBezTo>
                    <a:cubicBezTo>
                      <a:pt x="27" y="283"/>
                      <a:pt x="66" y="322"/>
                      <a:pt x="119" y="322"/>
                    </a:cubicBezTo>
                    <a:lnTo>
                      <a:pt x="145" y="322"/>
                    </a:lnTo>
                    <a:lnTo>
                      <a:pt x="555" y="217"/>
                    </a:lnTo>
                    <a:cubicBezTo>
                      <a:pt x="688" y="180"/>
                      <a:pt x="655" y="0"/>
                      <a:pt x="5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649825" y="3096800"/>
                <a:ext cx="17000" cy="8000"/>
              </a:xfrm>
              <a:custGeom>
                <a:rect b="b" l="l" r="r" t="t"/>
                <a:pathLst>
                  <a:path extrusionOk="0" h="320" w="680">
                    <a:moveTo>
                      <a:pt x="526" y="0"/>
                    </a:moveTo>
                    <a:cubicBezTo>
                      <a:pt x="519" y="0"/>
                      <a:pt x="511" y="1"/>
                      <a:pt x="502" y="3"/>
                    </a:cubicBezTo>
                    <a:lnTo>
                      <a:pt x="93" y="108"/>
                    </a:lnTo>
                    <a:cubicBezTo>
                      <a:pt x="27" y="122"/>
                      <a:pt x="1" y="174"/>
                      <a:pt x="14" y="240"/>
                    </a:cubicBezTo>
                    <a:cubicBezTo>
                      <a:pt x="27" y="293"/>
                      <a:pt x="67" y="320"/>
                      <a:pt x="119" y="320"/>
                    </a:cubicBezTo>
                    <a:lnTo>
                      <a:pt x="146" y="320"/>
                    </a:lnTo>
                    <a:lnTo>
                      <a:pt x="555" y="214"/>
                    </a:lnTo>
                    <a:cubicBezTo>
                      <a:pt x="679" y="177"/>
                      <a:pt x="640"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660725" y="3102050"/>
                <a:ext cx="16525" cy="8025"/>
              </a:xfrm>
              <a:custGeom>
                <a:rect b="b" l="l" r="r" t="t"/>
                <a:pathLst>
                  <a:path extrusionOk="0" h="321" w="661">
                    <a:moveTo>
                      <a:pt x="542" y="1"/>
                    </a:moveTo>
                    <a:cubicBezTo>
                      <a:pt x="533" y="1"/>
                      <a:pt x="524" y="2"/>
                      <a:pt x="515" y="4"/>
                    </a:cubicBezTo>
                    <a:lnTo>
                      <a:pt x="106" y="110"/>
                    </a:lnTo>
                    <a:cubicBezTo>
                      <a:pt x="40" y="123"/>
                      <a:pt x="0" y="176"/>
                      <a:pt x="27" y="242"/>
                    </a:cubicBezTo>
                    <a:cubicBezTo>
                      <a:pt x="40" y="295"/>
                      <a:pt x="80" y="321"/>
                      <a:pt x="132" y="321"/>
                    </a:cubicBezTo>
                    <a:cubicBezTo>
                      <a:pt x="132" y="321"/>
                      <a:pt x="146" y="321"/>
                      <a:pt x="159" y="308"/>
                    </a:cubicBezTo>
                    <a:lnTo>
                      <a:pt x="568" y="215"/>
                    </a:lnTo>
                    <a:cubicBezTo>
                      <a:pt x="621" y="189"/>
                      <a:pt x="661" y="136"/>
                      <a:pt x="647" y="83"/>
                    </a:cubicBezTo>
                    <a:cubicBezTo>
                      <a:pt x="625" y="28"/>
                      <a:pt x="585" y="1"/>
                      <a:pt x="5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672050" y="3106625"/>
                <a:ext cx="18125" cy="8100"/>
              </a:xfrm>
              <a:custGeom>
                <a:rect b="b" l="l" r="r" t="t"/>
                <a:pathLst>
                  <a:path extrusionOk="0" h="324" w="725">
                    <a:moveTo>
                      <a:pt x="583" y="1"/>
                    </a:moveTo>
                    <a:cubicBezTo>
                      <a:pt x="573" y="1"/>
                      <a:pt x="562" y="3"/>
                      <a:pt x="551" y="6"/>
                    </a:cubicBezTo>
                    <a:lnTo>
                      <a:pt x="142" y="112"/>
                    </a:lnTo>
                    <a:cubicBezTo>
                      <a:pt x="1" y="124"/>
                      <a:pt x="21" y="323"/>
                      <a:pt x="155" y="323"/>
                    </a:cubicBezTo>
                    <a:cubicBezTo>
                      <a:pt x="159" y="323"/>
                      <a:pt x="164" y="323"/>
                      <a:pt x="168" y="323"/>
                    </a:cubicBezTo>
                    <a:lnTo>
                      <a:pt x="194" y="323"/>
                    </a:lnTo>
                    <a:lnTo>
                      <a:pt x="604" y="217"/>
                    </a:lnTo>
                    <a:cubicBezTo>
                      <a:pt x="725" y="181"/>
                      <a:pt x="691" y="1"/>
                      <a:pt x="5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371175" y="2336150"/>
                <a:ext cx="255225" cy="152025"/>
              </a:xfrm>
              <a:custGeom>
                <a:rect b="b" l="l" r="r" t="t"/>
                <a:pathLst>
                  <a:path extrusionOk="0" h="6081" w="10209">
                    <a:moveTo>
                      <a:pt x="8690" y="1"/>
                    </a:moveTo>
                    <a:lnTo>
                      <a:pt x="185" y="1810"/>
                    </a:lnTo>
                    <a:cubicBezTo>
                      <a:pt x="185" y="1810"/>
                      <a:pt x="0" y="3620"/>
                      <a:pt x="330" y="4927"/>
                    </a:cubicBezTo>
                    <a:cubicBezTo>
                      <a:pt x="344" y="4993"/>
                      <a:pt x="370" y="5059"/>
                      <a:pt x="383" y="5125"/>
                    </a:cubicBezTo>
                    <a:cubicBezTo>
                      <a:pt x="410" y="5218"/>
                      <a:pt x="436" y="5297"/>
                      <a:pt x="476" y="5389"/>
                    </a:cubicBezTo>
                    <a:cubicBezTo>
                      <a:pt x="674" y="5877"/>
                      <a:pt x="1804" y="6080"/>
                      <a:pt x="3216" y="6080"/>
                    </a:cubicBezTo>
                    <a:cubicBezTo>
                      <a:pt x="3871" y="6080"/>
                      <a:pt x="4585" y="6037"/>
                      <a:pt x="5296" y="5957"/>
                    </a:cubicBezTo>
                    <a:cubicBezTo>
                      <a:pt x="7026" y="5759"/>
                      <a:pt x="8743" y="5336"/>
                      <a:pt x="9496" y="4835"/>
                    </a:cubicBezTo>
                    <a:cubicBezTo>
                      <a:pt x="10209" y="4359"/>
                      <a:pt x="8690" y="1"/>
                      <a:pt x="8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506525" y="2428275"/>
                <a:ext cx="130775" cy="614450"/>
              </a:xfrm>
              <a:custGeom>
                <a:rect b="b" l="l" r="r" t="t"/>
                <a:pathLst>
                  <a:path extrusionOk="0" h="24578" w="5231">
                    <a:moveTo>
                      <a:pt x="4240" y="1"/>
                    </a:moveTo>
                    <a:lnTo>
                      <a:pt x="3408" y="384"/>
                    </a:lnTo>
                    <a:lnTo>
                      <a:pt x="3210" y="476"/>
                    </a:lnTo>
                    <a:lnTo>
                      <a:pt x="1" y="1955"/>
                    </a:lnTo>
                    <a:lnTo>
                      <a:pt x="41" y="2246"/>
                    </a:lnTo>
                    <a:lnTo>
                      <a:pt x="1454" y="14277"/>
                    </a:lnTo>
                    <a:cubicBezTo>
                      <a:pt x="1137" y="16297"/>
                      <a:pt x="2022" y="24578"/>
                      <a:pt x="2022" y="24578"/>
                    </a:cubicBezTo>
                    <a:lnTo>
                      <a:pt x="4518" y="24499"/>
                    </a:lnTo>
                    <a:lnTo>
                      <a:pt x="5231" y="13524"/>
                    </a:lnTo>
                    <a:cubicBezTo>
                      <a:pt x="5204" y="10341"/>
                      <a:pt x="4861" y="5943"/>
                      <a:pt x="4359" y="1163"/>
                    </a:cubicBezTo>
                    <a:cubicBezTo>
                      <a:pt x="4359" y="1084"/>
                      <a:pt x="4346" y="1004"/>
                      <a:pt x="4333" y="938"/>
                    </a:cubicBezTo>
                    <a:cubicBezTo>
                      <a:pt x="4306" y="687"/>
                      <a:pt x="4280" y="436"/>
                      <a:pt x="4253" y="199"/>
                    </a:cubicBezTo>
                    <a:cubicBezTo>
                      <a:pt x="4253" y="133"/>
                      <a:pt x="4240" y="67"/>
                      <a:pt x="42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518100" y="2485675"/>
                <a:ext cx="51525" cy="548475"/>
              </a:xfrm>
              <a:custGeom>
                <a:rect b="b" l="l" r="r" t="t"/>
                <a:pathLst>
                  <a:path extrusionOk="0" h="21939" w="2061">
                    <a:moveTo>
                      <a:pt x="102" y="0"/>
                    </a:moveTo>
                    <a:cubicBezTo>
                      <a:pt x="50" y="0"/>
                      <a:pt x="0" y="37"/>
                      <a:pt x="0" y="108"/>
                    </a:cubicBezTo>
                    <a:lnTo>
                      <a:pt x="1519" y="11558"/>
                    </a:lnTo>
                    <a:cubicBezTo>
                      <a:pt x="1479" y="11809"/>
                      <a:pt x="977" y="14860"/>
                      <a:pt x="1849" y="21846"/>
                    </a:cubicBezTo>
                    <a:cubicBezTo>
                      <a:pt x="1849" y="21899"/>
                      <a:pt x="1902" y="21938"/>
                      <a:pt x="1955" y="21938"/>
                    </a:cubicBezTo>
                    <a:lnTo>
                      <a:pt x="1968" y="21938"/>
                    </a:lnTo>
                    <a:cubicBezTo>
                      <a:pt x="2021" y="21938"/>
                      <a:pt x="2060" y="21886"/>
                      <a:pt x="2060" y="21820"/>
                    </a:cubicBezTo>
                    <a:cubicBezTo>
                      <a:pt x="1149" y="14582"/>
                      <a:pt x="1730" y="11611"/>
                      <a:pt x="1730" y="11585"/>
                    </a:cubicBezTo>
                    <a:cubicBezTo>
                      <a:pt x="1730" y="11571"/>
                      <a:pt x="1730" y="11558"/>
                      <a:pt x="1730" y="11545"/>
                    </a:cubicBezTo>
                    <a:lnTo>
                      <a:pt x="211" y="82"/>
                    </a:lnTo>
                    <a:cubicBezTo>
                      <a:pt x="193" y="27"/>
                      <a:pt x="147" y="0"/>
                      <a:pt x="1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563925" y="2390250"/>
                <a:ext cx="51600" cy="67100"/>
              </a:xfrm>
              <a:custGeom>
                <a:rect b="b" l="l" r="r" t="t"/>
                <a:pathLst>
                  <a:path extrusionOk="0" h="2684" w="2064">
                    <a:moveTo>
                      <a:pt x="117" y="1"/>
                    </a:moveTo>
                    <a:cubicBezTo>
                      <a:pt x="60" y="1"/>
                      <a:pt x="1" y="46"/>
                      <a:pt x="16" y="122"/>
                    </a:cubicBezTo>
                    <a:cubicBezTo>
                      <a:pt x="16" y="175"/>
                      <a:pt x="227" y="1244"/>
                      <a:pt x="914" y="1997"/>
                    </a:cubicBezTo>
                    <a:cubicBezTo>
                      <a:pt x="1059" y="2155"/>
                      <a:pt x="1218" y="2288"/>
                      <a:pt x="1403" y="2406"/>
                    </a:cubicBezTo>
                    <a:cubicBezTo>
                      <a:pt x="1535" y="2499"/>
                      <a:pt x="1680" y="2565"/>
                      <a:pt x="1839" y="2618"/>
                    </a:cubicBezTo>
                    <a:cubicBezTo>
                      <a:pt x="1918" y="2644"/>
                      <a:pt x="1984" y="2671"/>
                      <a:pt x="2063" y="2684"/>
                    </a:cubicBezTo>
                    <a:cubicBezTo>
                      <a:pt x="2063" y="2605"/>
                      <a:pt x="2050" y="2538"/>
                      <a:pt x="2037" y="2459"/>
                    </a:cubicBezTo>
                    <a:lnTo>
                      <a:pt x="1931" y="2433"/>
                    </a:lnTo>
                    <a:cubicBezTo>
                      <a:pt x="1786" y="2380"/>
                      <a:pt x="1640" y="2314"/>
                      <a:pt x="1508" y="2235"/>
                    </a:cubicBezTo>
                    <a:cubicBezTo>
                      <a:pt x="1363" y="2142"/>
                      <a:pt x="1231" y="2023"/>
                      <a:pt x="1112" y="1905"/>
                    </a:cubicBezTo>
                    <a:cubicBezTo>
                      <a:pt x="425" y="1191"/>
                      <a:pt x="214" y="95"/>
                      <a:pt x="214" y="82"/>
                    </a:cubicBezTo>
                    <a:cubicBezTo>
                      <a:pt x="203" y="26"/>
                      <a:pt x="160" y="1"/>
                      <a:pt x="1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376125" y="2414250"/>
                <a:ext cx="128450" cy="630800"/>
              </a:xfrm>
              <a:custGeom>
                <a:rect b="b" l="l" r="r" t="t"/>
                <a:pathLst>
                  <a:path extrusionOk="0" h="25232" w="5138">
                    <a:moveTo>
                      <a:pt x="525" y="0"/>
                    </a:moveTo>
                    <a:cubicBezTo>
                      <a:pt x="321" y="0"/>
                      <a:pt x="142" y="27"/>
                      <a:pt x="0" y="86"/>
                    </a:cubicBezTo>
                    <a:cubicBezTo>
                      <a:pt x="0" y="86"/>
                      <a:pt x="66" y="760"/>
                      <a:pt x="172" y="1803"/>
                    </a:cubicBezTo>
                    <a:lnTo>
                      <a:pt x="185" y="2001"/>
                    </a:lnTo>
                    <a:lnTo>
                      <a:pt x="212" y="2212"/>
                    </a:lnTo>
                    <a:cubicBezTo>
                      <a:pt x="463" y="4827"/>
                      <a:pt x="885" y="9159"/>
                      <a:pt x="1163" y="11246"/>
                    </a:cubicBezTo>
                    <a:cubicBezTo>
                      <a:pt x="1163" y="11246"/>
                      <a:pt x="1123" y="15168"/>
                      <a:pt x="1281" y="18205"/>
                    </a:cubicBezTo>
                    <a:cubicBezTo>
                      <a:pt x="1413" y="21005"/>
                      <a:pt x="2391" y="24386"/>
                      <a:pt x="2536" y="25231"/>
                    </a:cubicBezTo>
                    <a:lnTo>
                      <a:pt x="5124" y="25231"/>
                    </a:lnTo>
                    <a:lnTo>
                      <a:pt x="5138" y="24862"/>
                    </a:lnTo>
                    <a:lnTo>
                      <a:pt x="5098" y="1446"/>
                    </a:lnTo>
                    <a:cubicBezTo>
                      <a:pt x="4306" y="1090"/>
                      <a:pt x="3513" y="760"/>
                      <a:pt x="2694" y="482"/>
                    </a:cubicBezTo>
                    <a:lnTo>
                      <a:pt x="2483" y="403"/>
                    </a:lnTo>
                    <a:lnTo>
                      <a:pt x="2100" y="284"/>
                    </a:lnTo>
                    <a:lnTo>
                      <a:pt x="1889" y="231"/>
                    </a:lnTo>
                    <a:cubicBezTo>
                      <a:pt x="1388" y="93"/>
                      <a:pt x="911" y="0"/>
                      <a:pt x="5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395925" y="2475150"/>
                <a:ext cx="53175" cy="566925"/>
              </a:xfrm>
              <a:custGeom>
                <a:rect b="b" l="l" r="r" t="t"/>
                <a:pathLst>
                  <a:path extrusionOk="0" h="22677" w="2127">
                    <a:moveTo>
                      <a:pt x="104" y="1"/>
                    </a:moveTo>
                    <a:cubicBezTo>
                      <a:pt x="52" y="1"/>
                      <a:pt x="1" y="37"/>
                      <a:pt x="1" y="107"/>
                    </a:cubicBezTo>
                    <a:cubicBezTo>
                      <a:pt x="1" y="173"/>
                      <a:pt x="476" y="6868"/>
                      <a:pt x="714" y="8836"/>
                    </a:cubicBezTo>
                    <a:cubicBezTo>
                      <a:pt x="714" y="9074"/>
                      <a:pt x="582" y="14753"/>
                      <a:pt x="886" y="16813"/>
                    </a:cubicBezTo>
                    <a:cubicBezTo>
                      <a:pt x="1189" y="18886"/>
                      <a:pt x="1902" y="22558"/>
                      <a:pt x="1916" y="22584"/>
                    </a:cubicBezTo>
                    <a:cubicBezTo>
                      <a:pt x="1916" y="22637"/>
                      <a:pt x="1969" y="22676"/>
                      <a:pt x="2021" y="22676"/>
                    </a:cubicBezTo>
                    <a:lnTo>
                      <a:pt x="2035" y="22676"/>
                    </a:lnTo>
                    <a:cubicBezTo>
                      <a:pt x="2101" y="22663"/>
                      <a:pt x="2127" y="22610"/>
                      <a:pt x="2127" y="22558"/>
                    </a:cubicBezTo>
                    <a:cubicBezTo>
                      <a:pt x="2127" y="22518"/>
                      <a:pt x="1401" y="18860"/>
                      <a:pt x="1097" y="16773"/>
                    </a:cubicBezTo>
                    <a:cubicBezTo>
                      <a:pt x="780" y="14700"/>
                      <a:pt x="925" y="8889"/>
                      <a:pt x="925" y="8836"/>
                    </a:cubicBezTo>
                    <a:lnTo>
                      <a:pt x="925" y="8823"/>
                    </a:lnTo>
                    <a:cubicBezTo>
                      <a:pt x="687" y="6868"/>
                      <a:pt x="212" y="159"/>
                      <a:pt x="212" y="93"/>
                    </a:cubicBezTo>
                    <a:cubicBezTo>
                      <a:pt x="199" y="31"/>
                      <a:pt x="151" y="1"/>
                      <a:pt x="1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415400" y="3061525"/>
                <a:ext cx="98750" cy="86200"/>
              </a:xfrm>
              <a:custGeom>
                <a:rect b="b" l="l" r="r" t="t"/>
                <a:pathLst>
                  <a:path extrusionOk="0" h="3448" w="3950">
                    <a:moveTo>
                      <a:pt x="2418" y="1"/>
                    </a:moveTo>
                    <a:cubicBezTo>
                      <a:pt x="1718" y="1"/>
                      <a:pt x="1599" y="133"/>
                      <a:pt x="1480" y="410"/>
                    </a:cubicBezTo>
                    <a:cubicBezTo>
                      <a:pt x="1467" y="436"/>
                      <a:pt x="1322" y="885"/>
                      <a:pt x="1308" y="912"/>
                    </a:cubicBezTo>
                    <a:cubicBezTo>
                      <a:pt x="1163" y="1176"/>
                      <a:pt x="1440" y="1057"/>
                      <a:pt x="701" y="1625"/>
                    </a:cubicBezTo>
                    <a:cubicBezTo>
                      <a:pt x="278" y="1982"/>
                      <a:pt x="14" y="2510"/>
                      <a:pt x="14" y="3078"/>
                    </a:cubicBezTo>
                    <a:cubicBezTo>
                      <a:pt x="1" y="3197"/>
                      <a:pt x="1" y="3329"/>
                      <a:pt x="14" y="3448"/>
                    </a:cubicBezTo>
                    <a:lnTo>
                      <a:pt x="3936" y="3448"/>
                    </a:lnTo>
                    <a:cubicBezTo>
                      <a:pt x="3936" y="3448"/>
                      <a:pt x="3950" y="3368"/>
                      <a:pt x="3950" y="3249"/>
                    </a:cubicBezTo>
                    <a:lnTo>
                      <a:pt x="3950" y="3065"/>
                    </a:lnTo>
                    <a:lnTo>
                      <a:pt x="3950" y="3025"/>
                    </a:lnTo>
                    <a:cubicBezTo>
                      <a:pt x="3950" y="2787"/>
                      <a:pt x="3936" y="2563"/>
                      <a:pt x="3910" y="2338"/>
                    </a:cubicBezTo>
                    <a:cubicBezTo>
                      <a:pt x="3870" y="2114"/>
                      <a:pt x="3818" y="1823"/>
                      <a:pt x="3765" y="1559"/>
                    </a:cubicBezTo>
                    <a:cubicBezTo>
                      <a:pt x="3738" y="1453"/>
                      <a:pt x="3712" y="1348"/>
                      <a:pt x="3686" y="1242"/>
                    </a:cubicBezTo>
                    <a:cubicBezTo>
                      <a:pt x="3646" y="1057"/>
                      <a:pt x="3593" y="872"/>
                      <a:pt x="3540" y="687"/>
                    </a:cubicBezTo>
                    <a:cubicBezTo>
                      <a:pt x="3435" y="450"/>
                      <a:pt x="3355" y="1"/>
                      <a:pt x="2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497950" y="3092575"/>
                <a:ext cx="16200" cy="50200"/>
              </a:xfrm>
              <a:custGeom>
                <a:rect b="b" l="l" r="r" t="t"/>
                <a:pathLst>
                  <a:path extrusionOk="0" h="2008" w="648">
                    <a:moveTo>
                      <a:pt x="384" y="0"/>
                    </a:moveTo>
                    <a:cubicBezTo>
                      <a:pt x="370" y="40"/>
                      <a:pt x="1" y="832"/>
                      <a:pt x="238" y="1492"/>
                    </a:cubicBezTo>
                    <a:cubicBezTo>
                      <a:pt x="318" y="1704"/>
                      <a:pt x="463" y="1889"/>
                      <a:pt x="648" y="2007"/>
                    </a:cubicBezTo>
                    <a:lnTo>
                      <a:pt x="648" y="1823"/>
                    </a:lnTo>
                    <a:lnTo>
                      <a:pt x="648" y="1783"/>
                    </a:lnTo>
                    <a:cubicBezTo>
                      <a:pt x="542" y="1677"/>
                      <a:pt x="463" y="1558"/>
                      <a:pt x="410" y="1413"/>
                    </a:cubicBezTo>
                    <a:cubicBezTo>
                      <a:pt x="265" y="1030"/>
                      <a:pt x="370" y="581"/>
                      <a:pt x="450" y="317"/>
                    </a:cubicBezTo>
                    <a:cubicBezTo>
                      <a:pt x="436" y="211"/>
                      <a:pt x="410" y="106"/>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415400" y="3138125"/>
                <a:ext cx="98750" cy="9600"/>
              </a:xfrm>
              <a:custGeom>
                <a:rect b="b" l="l" r="r" t="t"/>
                <a:pathLst>
                  <a:path extrusionOk="0" h="384" w="3950">
                    <a:moveTo>
                      <a:pt x="3950" y="1"/>
                    </a:moveTo>
                    <a:lnTo>
                      <a:pt x="14" y="14"/>
                    </a:lnTo>
                    <a:cubicBezTo>
                      <a:pt x="1" y="133"/>
                      <a:pt x="1" y="265"/>
                      <a:pt x="14" y="384"/>
                    </a:cubicBezTo>
                    <a:lnTo>
                      <a:pt x="3923" y="384"/>
                    </a:lnTo>
                    <a:cubicBezTo>
                      <a:pt x="3923" y="384"/>
                      <a:pt x="3950" y="225"/>
                      <a:pt x="3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451725" y="3085125"/>
                <a:ext cx="31075" cy="7125"/>
              </a:xfrm>
              <a:custGeom>
                <a:rect b="b" l="l" r="r" t="t"/>
                <a:pathLst>
                  <a:path extrusionOk="0" h="285" w="1243">
                    <a:moveTo>
                      <a:pt x="565" y="0"/>
                    </a:moveTo>
                    <a:cubicBezTo>
                      <a:pt x="408" y="0"/>
                      <a:pt x="250" y="17"/>
                      <a:pt x="93" y="47"/>
                    </a:cubicBezTo>
                    <a:cubicBezTo>
                      <a:pt x="40" y="74"/>
                      <a:pt x="1" y="126"/>
                      <a:pt x="14" y="192"/>
                    </a:cubicBezTo>
                    <a:cubicBezTo>
                      <a:pt x="37" y="238"/>
                      <a:pt x="80" y="274"/>
                      <a:pt x="134" y="274"/>
                    </a:cubicBezTo>
                    <a:cubicBezTo>
                      <a:pt x="142" y="274"/>
                      <a:pt x="150" y="273"/>
                      <a:pt x="159" y="272"/>
                    </a:cubicBezTo>
                    <a:cubicBezTo>
                      <a:pt x="304" y="240"/>
                      <a:pt x="449" y="224"/>
                      <a:pt x="594" y="224"/>
                    </a:cubicBezTo>
                    <a:cubicBezTo>
                      <a:pt x="753" y="224"/>
                      <a:pt x="912" y="243"/>
                      <a:pt x="1070" y="285"/>
                    </a:cubicBezTo>
                    <a:lnTo>
                      <a:pt x="1097" y="285"/>
                    </a:lnTo>
                    <a:cubicBezTo>
                      <a:pt x="1216" y="285"/>
                      <a:pt x="1242" y="100"/>
                      <a:pt x="1123" y="74"/>
                    </a:cubicBezTo>
                    <a:cubicBezTo>
                      <a:pt x="937" y="23"/>
                      <a:pt x="751" y="0"/>
                      <a:pt x="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453375" y="3074400"/>
                <a:ext cx="31075" cy="7300"/>
              </a:xfrm>
              <a:custGeom>
                <a:rect b="b" l="l" r="r" t="t"/>
                <a:pathLst>
                  <a:path extrusionOk="0" h="292" w="1243">
                    <a:moveTo>
                      <a:pt x="559" y="0"/>
                    </a:moveTo>
                    <a:cubicBezTo>
                      <a:pt x="402" y="0"/>
                      <a:pt x="245" y="17"/>
                      <a:pt x="93" y="53"/>
                    </a:cubicBezTo>
                    <a:cubicBezTo>
                      <a:pt x="27" y="67"/>
                      <a:pt x="1" y="133"/>
                      <a:pt x="14" y="199"/>
                    </a:cubicBezTo>
                    <a:cubicBezTo>
                      <a:pt x="25" y="245"/>
                      <a:pt x="77" y="281"/>
                      <a:pt x="125" y="281"/>
                    </a:cubicBezTo>
                    <a:cubicBezTo>
                      <a:pt x="132" y="281"/>
                      <a:pt x="139" y="280"/>
                      <a:pt x="146" y="278"/>
                    </a:cubicBezTo>
                    <a:cubicBezTo>
                      <a:pt x="285" y="242"/>
                      <a:pt x="427" y="225"/>
                      <a:pt x="568" y="225"/>
                    </a:cubicBezTo>
                    <a:cubicBezTo>
                      <a:pt x="735" y="225"/>
                      <a:pt x="900" y="248"/>
                      <a:pt x="1057" y="291"/>
                    </a:cubicBezTo>
                    <a:lnTo>
                      <a:pt x="1084" y="291"/>
                    </a:lnTo>
                    <a:cubicBezTo>
                      <a:pt x="1216" y="291"/>
                      <a:pt x="1242" y="106"/>
                      <a:pt x="1110" y="67"/>
                    </a:cubicBezTo>
                    <a:cubicBezTo>
                      <a:pt x="931" y="24"/>
                      <a:pt x="745" y="0"/>
                      <a:pt x="5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446750" y="3093875"/>
                <a:ext cx="31075" cy="7300"/>
              </a:xfrm>
              <a:custGeom>
                <a:rect b="b" l="l" r="r" t="t"/>
                <a:pathLst>
                  <a:path extrusionOk="0" h="292" w="1243">
                    <a:moveTo>
                      <a:pt x="599" y="0"/>
                    </a:moveTo>
                    <a:cubicBezTo>
                      <a:pt x="442" y="0"/>
                      <a:pt x="285" y="17"/>
                      <a:pt x="134" y="54"/>
                    </a:cubicBezTo>
                    <a:cubicBezTo>
                      <a:pt x="1" y="90"/>
                      <a:pt x="34" y="270"/>
                      <a:pt x="151" y="270"/>
                    </a:cubicBezTo>
                    <a:cubicBezTo>
                      <a:pt x="162" y="270"/>
                      <a:pt x="174" y="268"/>
                      <a:pt x="186" y="265"/>
                    </a:cubicBezTo>
                    <a:cubicBezTo>
                      <a:pt x="318" y="236"/>
                      <a:pt x="449" y="223"/>
                      <a:pt x="580" y="223"/>
                    </a:cubicBezTo>
                    <a:cubicBezTo>
                      <a:pt x="753" y="223"/>
                      <a:pt x="925" y="246"/>
                      <a:pt x="1098" y="291"/>
                    </a:cubicBezTo>
                    <a:lnTo>
                      <a:pt x="1124" y="291"/>
                    </a:lnTo>
                    <a:cubicBezTo>
                      <a:pt x="1177" y="291"/>
                      <a:pt x="1217" y="252"/>
                      <a:pt x="1230" y="212"/>
                    </a:cubicBezTo>
                    <a:cubicBezTo>
                      <a:pt x="1243" y="146"/>
                      <a:pt x="1217" y="80"/>
                      <a:pt x="1151" y="67"/>
                    </a:cubicBezTo>
                    <a:cubicBezTo>
                      <a:pt x="972" y="24"/>
                      <a:pt x="785" y="0"/>
                      <a:pt x="5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442825" y="3104000"/>
                <a:ext cx="30400" cy="7075"/>
              </a:xfrm>
              <a:custGeom>
                <a:rect b="b" l="l" r="r" t="t"/>
                <a:pathLst>
                  <a:path extrusionOk="0" h="283" w="1216">
                    <a:moveTo>
                      <a:pt x="581" y="0"/>
                    </a:moveTo>
                    <a:cubicBezTo>
                      <a:pt x="416" y="0"/>
                      <a:pt x="251" y="20"/>
                      <a:pt x="93" y="58"/>
                    </a:cubicBezTo>
                    <a:cubicBezTo>
                      <a:pt x="26" y="71"/>
                      <a:pt x="0" y="137"/>
                      <a:pt x="13" y="190"/>
                    </a:cubicBezTo>
                    <a:cubicBezTo>
                      <a:pt x="24" y="245"/>
                      <a:pt x="72" y="273"/>
                      <a:pt x="118" y="273"/>
                    </a:cubicBezTo>
                    <a:cubicBezTo>
                      <a:pt x="127" y="273"/>
                      <a:pt x="137" y="272"/>
                      <a:pt x="145" y="269"/>
                    </a:cubicBezTo>
                    <a:cubicBezTo>
                      <a:pt x="290" y="238"/>
                      <a:pt x="438" y="221"/>
                      <a:pt x="585" y="221"/>
                    </a:cubicBezTo>
                    <a:cubicBezTo>
                      <a:pt x="746" y="221"/>
                      <a:pt x="905" y="241"/>
                      <a:pt x="1057" y="283"/>
                    </a:cubicBezTo>
                    <a:lnTo>
                      <a:pt x="1083" y="283"/>
                    </a:lnTo>
                    <a:cubicBezTo>
                      <a:pt x="1136" y="283"/>
                      <a:pt x="1175" y="256"/>
                      <a:pt x="1189" y="203"/>
                    </a:cubicBezTo>
                    <a:cubicBezTo>
                      <a:pt x="1215" y="151"/>
                      <a:pt x="1175" y="84"/>
                      <a:pt x="1109" y="71"/>
                    </a:cubicBezTo>
                    <a:cubicBezTo>
                      <a:pt x="938" y="23"/>
                      <a:pt x="759" y="0"/>
                      <a:pt x="5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380750" y="2408575"/>
                <a:ext cx="69025" cy="61650"/>
              </a:xfrm>
              <a:custGeom>
                <a:rect b="b" l="l" r="r" t="t"/>
                <a:pathLst>
                  <a:path extrusionOk="0" h="2466" w="2761">
                    <a:moveTo>
                      <a:pt x="2645" y="1"/>
                    </a:moveTo>
                    <a:cubicBezTo>
                      <a:pt x="2602" y="1"/>
                      <a:pt x="2559" y="34"/>
                      <a:pt x="2549" y="75"/>
                    </a:cubicBezTo>
                    <a:cubicBezTo>
                      <a:pt x="2470" y="260"/>
                      <a:pt x="2391" y="445"/>
                      <a:pt x="2298" y="630"/>
                    </a:cubicBezTo>
                    <a:cubicBezTo>
                      <a:pt x="2193" y="815"/>
                      <a:pt x="2087" y="1000"/>
                      <a:pt x="1968" y="1172"/>
                    </a:cubicBezTo>
                    <a:cubicBezTo>
                      <a:pt x="1677" y="1581"/>
                      <a:pt x="1294" y="1990"/>
                      <a:pt x="806" y="2162"/>
                    </a:cubicBezTo>
                    <a:cubicBezTo>
                      <a:pt x="641" y="2223"/>
                      <a:pt x="459" y="2255"/>
                      <a:pt x="279" y="2255"/>
                    </a:cubicBezTo>
                    <a:cubicBezTo>
                      <a:pt x="185" y="2255"/>
                      <a:pt x="91" y="2246"/>
                      <a:pt x="0" y="2228"/>
                    </a:cubicBezTo>
                    <a:lnTo>
                      <a:pt x="0" y="2228"/>
                    </a:lnTo>
                    <a:lnTo>
                      <a:pt x="27" y="2439"/>
                    </a:lnTo>
                    <a:cubicBezTo>
                      <a:pt x="123" y="2457"/>
                      <a:pt x="220" y="2466"/>
                      <a:pt x="317" y="2466"/>
                    </a:cubicBezTo>
                    <a:cubicBezTo>
                      <a:pt x="509" y="2466"/>
                      <a:pt x="700" y="2431"/>
                      <a:pt x="885" y="2360"/>
                    </a:cubicBezTo>
                    <a:cubicBezTo>
                      <a:pt x="1427" y="2162"/>
                      <a:pt x="1836" y="1726"/>
                      <a:pt x="2140" y="1290"/>
                    </a:cubicBezTo>
                    <a:cubicBezTo>
                      <a:pt x="2272" y="1106"/>
                      <a:pt x="2391" y="907"/>
                      <a:pt x="2496" y="696"/>
                    </a:cubicBezTo>
                    <a:cubicBezTo>
                      <a:pt x="2589" y="511"/>
                      <a:pt x="2668" y="326"/>
                      <a:pt x="2747" y="141"/>
                    </a:cubicBezTo>
                    <a:cubicBezTo>
                      <a:pt x="2760" y="89"/>
                      <a:pt x="2734" y="23"/>
                      <a:pt x="2681" y="9"/>
                    </a:cubicBezTo>
                    <a:cubicBezTo>
                      <a:pt x="2670" y="4"/>
                      <a:pt x="2657" y="1"/>
                      <a:pt x="26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371175" y="1960100"/>
                <a:ext cx="202750" cy="385975"/>
              </a:xfrm>
              <a:custGeom>
                <a:rect b="b" l="l" r="r" t="t"/>
                <a:pathLst>
                  <a:path extrusionOk="0" h="15439" w="8110">
                    <a:moveTo>
                      <a:pt x="3038" y="1"/>
                    </a:moveTo>
                    <a:cubicBezTo>
                      <a:pt x="2853" y="133"/>
                      <a:pt x="2655" y="265"/>
                      <a:pt x="2457" y="357"/>
                    </a:cubicBezTo>
                    <a:lnTo>
                      <a:pt x="2338" y="423"/>
                    </a:lnTo>
                    <a:cubicBezTo>
                      <a:pt x="2245" y="463"/>
                      <a:pt x="2153" y="516"/>
                      <a:pt x="2034" y="555"/>
                    </a:cubicBezTo>
                    <a:cubicBezTo>
                      <a:pt x="1638" y="701"/>
                      <a:pt x="1413" y="661"/>
                      <a:pt x="1281" y="1084"/>
                    </a:cubicBezTo>
                    <a:cubicBezTo>
                      <a:pt x="1162" y="1506"/>
                      <a:pt x="1044" y="1969"/>
                      <a:pt x="938" y="2418"/>
                    </a:cubicBezTo>
                    <a:cubicBezTo>
                      <a:pt x="727" y="3276"/>
                      <a:pt x="555" y="4161"/>
                      <a:pt x="410" y="5046"/>
                    </a:cubicBezTo>
                    <a:cubicBezTo>
                      <a:pt x="132" y="6789"/>
                      <a:pt x="0" y="8559"/>
                      <a:pt x="0" y="10328"/>
                    </a:cubicBezTo>
                    <a:cubicBezTo>
                      <a:pt x="0" y="11372"/>
                      <a:pt x="79" y="12507"/>
                      <a:pt x="740" y="13326"/>
                    </a:cubicBezTo>
                    <a:cubicBezTo>
                      <a:pt x="1400" y="14145"/>
                      <a:pt x="2430" y="14462"/>
                      <a:pt x="3421" y="14726"/>
                    </a:cubicBezTo>
                    <a:cubicBezTo>
                      <a:pt x="4160" y="14924"/>
                      <a:pt x="4913" y="15122"/>
                      <a:pt x="5666" y="15307"/>
                    </a:cubicBezTo>
                    <a:cubicBezTo>
                      <a:pt x="5958" y="15376"/>
                      <a:pt x="6281" y="15438"/>
                      <a:pt x="6589" y="15438"/>
                    </a:cubicBezTo>
                    <a:cubicBezTo>
                      <a:pt x="6935" y="15438"/>
                      <a:pt x="7263" y="15360"/>
                      <a:pt x="7515" y="15122"/>
                    </a:cubicBezTo>
                    <a:cubicBezTo>
                      <a:pt x="7845" y="14805"/>
                      <a:pt x="7871" y="14343"/>
                      <a:pt x="7858" y="13920"/>
                    </a:cubicBezTo>
                    <a:cubicBezTo>
                      <a:pt x="7845" y="13564"/>
                      <a:pt x="7871" y="13194"/>
                      <a:pt x="7898" y="12851"/>
                    </a:cubicBezTo>
                    <a:cubicBezTo>
                      <a:pt x="7964" y="11741"/>
                      <a:pt x="7819" y="10592"/>
                      <a:pt x="7805" y="9483"/>
                    </a:cubicBezTo>
                    <a:cubicBezTo>
                      <a:pt x="7792" y="7238"/>
                      <a:pt x="7871" y="4993"/>
                      <a:pt x="8056" y="2761"/>
                    </a:cubicBezTo>
                    <a:cubicBezTo>
                      <a:pt x="8109" y="2404"/>
                      <a:pt x="8096" y="2035"/>
                      <a:pt x="8017" y="1678"/>
                    </a:cubicBezTo>
                    <a:cubicBezTo>
                      <a:pt x="7832" y="1018"/>
                      <a:pt x="7277" y="991"/>
                      <a:pt x="6722" y="780"/>
                    </a:cubicBezTo>
                    <a:cubicBezTo>
                      <a:pt x="6670" y="767"/>
                      <a:pt x="6617" y="740"/>
                      <a:pt x="6577" y="714"/>
                    </a:cubicBezTo>
                    <a:lnTo>
                      <a:pt x="6471" y="674"/>
                    </a:lnTo>
                    <a:cubicBezTo>
                      <a:pt x="6141" y="529"/>
                      <a:pt x="5864" y="291"/>
                      <a:pt x="56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455700" y="2026800"/>
                <a:ext cx="68700" cy="309725"/>
              </a:xfrm>
              <a:custGeom>
                <a:rect b="b" l="l" r="r" t="t"/>
                <a:pathLst>
                  <a:path extrusionOk="0" h="12389" w="2748">
                    <a:moveTo>
                      <a:pt x="1492" y="0"/>
                    </a:moveTo>
                    <a:lnTo>
                      <a:pt x="938" y="14"/>
                    </a:lnTo>
                    <a:lnTo>
                      <a:pt x="859" y="766"/>
                    </a:lnTo>
                    <a:lnTo>
                      <a:pt x="832" y="1083"/>
                    </a:lnTo>
                    <a:lnTo>
                      <a:pt x="753" y="1797"/>
                    </a:lnTo>
                    <a:lnTo>
                      <a:pt x="726" y="2114"/>
                    </a:lnTo>
                    <a:lnTo>
                      <a:pt x="660" y="2840"/>
                    </a:lnTo>
                    <a:lnTo>
                      <a:pt x="621" y="3157"/>
                    </a:lnTo>
                    <a:lnTo>
                      <a:pt x="555" y="3870"/>
                    </a:lnTo>
                    <a:lnTo>
                      <a:pt x="515" y="4200"/>
                    </a:lnTo>
                    <a:lnTo>
                      <a:pt x="449" y="4913"/>
                    </a:lnTo>
                    <a:lnTo>
                      <a:pt x="410" y="5230"/>
                    </a:lnTo>
                    <a:lnTo>
                      <a:pt x="343" y="5957"/>
                    </a:lnTo>
                    <a:lnTo>
                      <a:pt x="317" y="6274"/>
                    </a:lnTo>
                    <a:lnTo>
                      <a:pt x="238" y="6987"/>
                    </a:lnTo>
                    <a:lnTo>
                      <a:pt x="211" y="7304"/>
                    </a:lnTo>
                    <a:lnTo>
                      <a:pt x="132" y="8030"/>
                    </a:lnTo>
                    <a:lnTo>
                      <a:pt x="106" y="8347"/>
                    </a:lnTo>
                    <a:lnTo>
                      <a:pt x="27" y="9060"/>
                    </a:lnTo>
                    <a:lnTo>
                      <a:pt x="0" y="9377"/>
                    </a:lnTo>
                    <a:lnTo>
                      <a:pt x="0" y="9430"/>
                    </a:lnTo>
                    <a:lnTo>
                      <a:pt x="198" y="9826"/>
                    </a:lnTo>
                    <a:lnTo>
                      <a:pt x="304" y="10011"/>
                    </a:lnTo>
                    <a:lnTo>
                      <a:pt x="528" y="10434"/>
                    </a:lnTo>
                    <a:lnTo>
                      <a:pt x="621" y="10632"/>
                    </a:lnTo>
                    <a:lnTo>
                      <a:pt x="845" y="11054"/>
                    </a:lnTo>
                    <a:lnTo>
                      <a:pt x="938" y="11239"/>
                    </a:lnTo>
                    <a:lnTo>
                      <a:pt x="1162" y="11662"/>
                    </a:lnTo>
                    <a:lnTo>
                      <a:pt x="1255" y="11860"/>
                    </a:lnTo>
                    <a:lnTo>
                      <a:pt x="1532" y="12388"/>
                    </a:lnTo>
                    <a:lnTo>
                      <a:pt x="2100" y="11015"/>
                    </a:lnTo>
                    <a:lnTo>
                      <a:pt x="2298" y="10526"/>
                    </a:lnTo>
                    <a:lnTo>
                      <a:pt x="2747" y="9443"/>
                    </a:lnTo>
                    <a:lnTo>
                      <a:pt x="2747" y="9430"/>
                    </a:lnTo>
                    <a:lnTo>
                      <a:pt x="2721" y="9179"/>
                    </a:lnTo>
                    <a:lnTo>
                      <a:pt x="2641" y="8598"/>
                    </a:lnTo>
                    <a:lnTo>
                      <a:pt x="2602" y="8347"/>
                    </a:lnTo>
                    <a:lnTo>
                      <a:pt x="2523" y="7779"/>
                    </a:lnTo>
                    <a:lnTo>
                      <a:pt x="2496" y="7528"/>
                    </a:lnTo>
                    <a:lnTo>
                      <a:pt x="2417" y="6960"/>
                    </a:lnTo>
                    <a:lnTo>
                      <a:pt x="2390" y="6709"/>
                    </a:lnTo>
                    <a:lnTo>
                      <a:pt x="2311" y="6128"/>
                    </a:lnTo>
                    <a:lnTo>
                      <a:pt x="2272" y="5877"/>
                    </a:lnTo>
                    <a:lnTo>
                      <a:pt x="2192" y="5309"/>
                    </a:lnTo>
                    <a:lnTo>
                      <a:pt x="2166" y="5059"/>
                    </a:lnTo>
                    <a:lnTo>
                      <a:pt x="2087" y="4491"/>
                    </a:lnTo>
                    <a:lnTo>
                      <a:pt x="2047" y="4240"/>
                    </a:lnTo>
                    <a:lnTo>
                      <a:pt x="1981" y="3659"/>
                    </a:lnTo>
                    <a:lnTo>
                      <a:pt x="1941" y="3408"/>
                    </a:lnTo>
                    <a:lnTo>
                      <a:pt x="1862" y="2840"/>
                    </a:lnTo>
                    <a:lnTo>
                      <a:pt x="1836" y="2589"/>
                    </a:lnTo>
                    <a:lnTo>
                      <a:pt x="1757" y="2021"/>
                    </a:lnTo>
                    <a:lnTo>
                      <a:pt x="1717" y="1770"/>
                    </a:lnTo>
                    <a:lnTo>
                      <a:pt x="1651" y="1189"/>
                    </a:lnTo>
                    <a:lnTo>
                      <a:pt x="1611" y="938"/>
                    </a:lnTo>
                    <a:lnTo>
                      <a:pt x="1532" y="370"/>
                    </a:lnTo>
                    <a:lnTo>
                      <a:pt x="1506" y="119"/>
                    </a:lnTo>
                    <a:lnTo>
                      <a:pt x="14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342450" y="1973975"/>
                <a:ext cx="273725" cy="437475"/>
              </a:xfrm>
              <a:custGeom>
                <a:rect b="b" l="l" r="r" t="t"/>
                <a:pathLst>
                  <a:path extrusionOk="0" h="17499" w="10949">
                    <a:moveTo>
                      <a:pt x="3183" y="0"/>
                    </a:moveTo>
                    <a:cubicBezTo>
                      <a:pt x="2866" y="119"/>
                      <a:pt x="2536" y="199"/>
                      <a:pt x="2206" y="265"/>
                    </a:cubicBezTo>
                    <a:cubicBezTo>
                      <a:pt x="1030" y="449"/>
                      <a:pt x="357" y="1691"/>
                      <a:pt x="238" y="3711"/>
                    </a:cubicBezTo>
                    <a:cubicBezTo>
                      <a:pt x="172" y="4728"/>
                      <a:pt x="106" y="5692"/>
                      <a:pt x="66" y="6617"/>
                    </a:cubicBezTo>
                    <a:lnTo>
                      <a:pt x="66" y="6802"/>
                    </a:lnTo>
                    <a:cubicBezTo>
                      <a:pt x="0" y="7885"/>
                      <a:pt x="0" y="8981"/>
                      <a:pt x="66" y="10064"/>
                    </a:cubicBezTo>
                    <a:cubicBezTo>
                      <a:pt x="80" y="10288"/>
                      <a:pt x="106" y="10513"/>
                      <a:pt x="119" y="10724"/>
                    </a:cubicBezTo>
                    <a:cubicBezTo>
                      <a:pt x="238" y="11833"/>
                      <a:pt x="661" y="15558"/>
                      <a:pt x="1044" y="16601"/>
                    </a:cubicBezTo>
                    <a:cubicBezTo>
                      <a:pt x="2310" y="17193"/>
                      <a:pt x="3693" y="17498"/>
                      <a:pt x="5088" y="17498"/>
                    </a:cubicBezTo>
                    <a:cubicBezTo>
                      <a:pt x="5250" y="17498"/>
                      <a:pt x="5412" y="17494"/>
                      <a:pt x="5573" y="17486"/>
                    </a:cubicBezTo>
                    <a:lnTo>
                      <a:pt x="7158" y="17301"/>
                    </a:lnTo>
                    <a:cubicBezTo>
                      <a:pt x="8730" y="16997"/>
                      <a:pt x="10103" y="16363"/>
                      <a:pt x="10948" y="15558"/>
                    </a:cubicBezTo>
                    <a:cubicBezTo>
                      <a:pt x="10803" y="14990"/>
                      <a:pt x="10658" y="14263"/>
                      <a:pt x="10513" y="13497"/>
                    </a:cubicBezTo>
                    <a:cubicBezTo>
                      <a:pt x="10473" y="13313"/>
                      <a:pt x="10433" y="13128"/>
                      <a:pt x="10407" y="12943"/>
                    </a:cubicBezTo>
                    <a:cubicBezTo>
                      <a:pt x="10183" y="11781"/>
                      <a:pt x="9998" y="10618"/>
                      <a:pt x="9905" y="9945"/>
                    </a:cubicBezTo>
                    <a:cubicBezTo>
                      <a:pt x="9879" y="9720"/>
                      <a:pt x="9852" y="9496"/>
                      <a:pt x="9826" y="9285"/>
                    </a:cubicBezTo>
                    <a:cubicBezTo>
                      <a:pt x="9800" y="9073"/>
                      <a:pt x="9773" y="8875"/>
                      <a:pt x="9747" y="8677"/>
                    </a:cubicBezTo>
                    <a:cubicBezTo>
                      <a:pt x="9733" y="8439"/>
                      <a:pt x="9707" y="8228"/>
                      <a:pt x="9694" y="8017"/>
                    </a:cubicBezTo>
                    <a:cubicBezTo>
                      <a:pt x="9681" y="7805"/>
                      <a:pt x="9654" y="7555"/>
                      <a:pt x="9654" y="7343"/>
                    </a:cubicBezTo>
                    <a:cubicBezTo>
                      <a:pt x="9641" y="7119"/>
                      <a:pt x="9628" y="6894"/>
                      <a:pt x="9628" y="6670"/>
                    </a:cubicBezTo>
                    <a:cubicBezTo>
                      <a:pt x="9562" y="3751"/>
                      <a:pt x="10103" y="2298"/>
                      <a:pt x="9958" y="1598"/>
                    </a:cubicBezTo>
                    <a:cubicBezTo>
                      <a:pt x="9747" y="542"/>
                      <a:pt x="8769" y="555"/>
                      <a:pt x="7871" y="225"/>
                    </a:cubicBezTo>
                    <a:lnTo>
                      <a:pt x="7832" y="251"/>
                    </a:lnTo>
                    <a:lnTo>
                      <a:pt x="5904" y="8836"/>
                    </a:lnTo>
                    <a:lnTo>
                      <a:pt x="3236" y="14"/>
                    </a:lnTo>
                    <a:lnTo>
                      <a:pt x="31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547475" y="2282675"/>
                <a:ext cx="57800" cy="28750"/>
              </a:xfrm>
              <a:custGeom>
                <a:rect b="b" l="l" r="r" t="t"/>
                <a:pathLst>
                  <a:path extrusionOk="0" h="1150" w="2312">
                    <a:moveTo>
                      <a:pt x="119" y="1"/>
                    </a:moveTo>
                    <a:lnTo>
                      <a:pt x="1" y="463"/>
                    </a:lnTo>
                    <a:cubicBezTo>
                      <a:pt x="753" y="740"/>
                      <a:pt x="1519" y="978"/>
                      <a:pt x="2312" y="1149"/>
                    </a:cubicBezTo>
                    <a:cubicBezTo>
                      <a:pt x="2272" y="965"/>
                      <a:pt x="2232" y="780"/>
                      <a:pt x="2206" y="595"/>
                    </a:cubicBezTo>
                    <a:cubicBezTo>
                      <a:pt x="1242" y="357"/>
                      <a:pt x="119"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363250" y="2294225"/>
                <a:ext cx="74625" cy="48225"/>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490025" y="1977975"/>
                <a:ext cx="77625" cy="216900"/>
              </a:xfrm>
              <a:custGeom>
                <a:rect b="b" l="l" r="r" t="t"/>
                <a:pathLst>
                  <a:path extrusionOk="0" h="8676" w="3105">
                    <a:moveTo>
                      <a:pt x="2328" y="0"/>
                    </a:moveTo>
                    <a:cubicBezTo>
                      <a:pt x="2192" y="0"/>
                      <a:pt x="2055" y="30"/>
                      <a:pt x="1929" y="91"/>
                    </a:cubicBezTo>
                    <a:lnTo>
                      <a:pt x="1" y="8676"/>
                    </a:lnTo>
                    <a:lnTo>
                      <a:pt x="1" y="8676"/>
                    </a:lnTo>
                    <a:lnTo>
                      <a:pt x="1599" y="7474"/>
                    </a:lnTo>
                    <a:lnTo>
                      <a:pt x="2338" y="4199"/>
                    </a:lnTo>
                    <a:lnTo>
                      <a:pt x="1678" y="3802"/>
                    </a:lnTo>
                    <a:lnTo>
                      <a:pt x="2668" y="3221"/>
                    </a:lnTo>
                    <a:lnTo>
                      <a:pt x="3104" y="422"/>
                    </a:lnTo>
                    <a:cubicBezTo>
                      <a:pt x="2931" y="148"/>
                      <a:pt x="2632" y="0"/>
                      <a:pt x="2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402525" y="1970175"/>
                <a:ext cx="87525" cy="224700"/>
              </a:xfrm>
              <a:custGeom>
                <a:rect b="b" l="l" r="r" t="t"/>
                <a:pathLst>
                  <a:path extrusionOk="0" h="8988" w="3501">
                    <a:moveTo>
                      <a:pt x="681" y="0"/>
                    </a:moveTo>
                    <a:cubicBezTo>
                      <a:pt x="461" y="0"/>
                      <a:pt x="209" y="84"/>
                      <a:pt x="1" y="377"/>
                    </a:cubicBezTo>
                    <a:lnTo>
                      <a:pt x="608" y="3547"/>
                    </a:lnTo>
                    <a:lnTo>
                      <a:pt x="1599" y="4128"/>
                    </a:lnTo>
                    <a:lnTo>
                      <a:pt x="939" y="4524"/>
                    </a:lnTo>
                    <a:lnTo>
                      <a:pt x="1691" y="7799"/>
                    </a:lnTo>
                    <a:lnTo>
                      <a:pt x="3501" y="8988"/>
                    </a:lnTo>
                    <a:lnTo>
                      <a:pt x="1216" y="152"/>
                    </a:lnTo>
                    <a:cubicBezTo>
                      <a:pt x="1216" y="152"/>
                      <a:pt x="977" y="0"/>
                      <a:pt x="6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493325" y="2352475"/>
                <a:ext cx="10450" cy="9825"/>
              </a:xfrm>
              <a:custGeom>
                <a:rect b="b" l="l" r="r" t="t"/>
                <a:pathLst>
                  <a:path extrusionOk="0" h="393" w="418">
                    <a:moveTo>
                      <a:pt x="205" y="1"/>
                    </a:moveTo>
                    <a:cubicBezTo>
                      <a:pt x="115" y="1"/>
                      <a:pt x="26" y="58"/>
                      <a:pt x="14" y="180"/>
                    </a:cubicBezTo>
                    <a:cubicBezTo>
                      <a:pt x="1" y="286"/>
                      <a:pt x="80" y="391"/>
                      <a:pt x="199" y="391"/>
                    </a:cubicBezTo>
                    <a:cubicBezTo>
                      <a:pt x="207" y="392"/>
                      <a:pt x="214" y="393"/>
                      <a:pt x="222" y="393"/>
                    </a:cubicBezTo>
                    <a:cubicBezTo>
                      <a:pt x="318" y="393"/>
                      <a:pt x="398" y="317"/>
                      <a:pt x="410" y="220"/>
                    </a:cubicBezTo>
                    <a:cubicBezTo>
                      <a:pt x="417" y="78"/>
                      <a:pt x="310" y="1"/>
                      <a:pt x="2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489575" y="2316000"/>
                <a:ext cx="12025" cy="9975"/>
              </a:xfrm>
              <a:custGeom>
                <a:rect b="b" l="l" r="r" t="t"/>
                <a:pathLst>
                  <a:path extrusionOk="0" h="399" w="481">
                    <a:moveTo>
                      <a:pt x="271" y="0"/>
                    </a:moveTo>
                    <a:cubicBezTo>
                      <a:pt x="30" y="0"/>
                      <a:pt x="1" y="372"/>
                      <a:pt x="256" y="398"/>
                    </a:cubicBezTo>
                    <a:cubicBezTo>
                      <a:pt x="263" y="398"/>
                      <a:pt x="270" y="399"/>
                      <a:pt x="277" y="399"/>
                    </a:cubicBezTo>
                    <a:cubicBezTo>
                      <a:pt x="375" y="399"/>
                      <a:pt x="468" y="312"/>
                      <a:pt x="468" y="213"/>
                    </a:cubicBezTo>
                    <a:cubicBezTo>
                      <a:pt x="481" y="107"/>
                      <a:pt x="402" y="15"/>
                      <a:pt x="296" y="1"/>
                    </a:cubicBezTo>
                    <a:cubicBezTo>
                      <a:pt x="287" y="1"/>
                      <a:pt x="279"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487800" y="2279700"/>
                <a:ext cx="11825" cy="9700"/>
              </a:xfrm>
              <a:custGeom>
                <a:rect b="b" l="l" r="r" t="t"/>
                <a:pathLst>
                  <a:path extrusionOk="0" h="388" w="473">
                    <a:moveTo>
                      <a:pt x="258" y="0"/>
                    </a:moveTo>
                    <a:cubicBezTo>
                      <a:pt x="96" y="0"/>
                      <a:pt x="1" y="190"/>
                      <a:pt x="116" y="318"/>
                    </a:cubicBezTo>
                    <a:cubicBezTo>
                      <a:pt x="154" y="366"/>
                      <a:pt x="209" y="388"/>
                      <a:pt x="263" y="388"/>
                    </a:cubicBezTo>
                    <a:cubicBezTo>
                      <a:pt x="357" y="388"/>
                      <a:pt x="451" y="321"/>
                      <a:pt x="459" y="212"/>
                    </a:cubicBezTo>
                    <a:cubicBezTo>
                      <a:pt x="473" y="106"/>
                      <a:pt x="393" y="1"/>
                      <a:pt x="274" y="1"/>
                    </a:cubicBezTo>
                    <a:cubicBezTo>
                      <a:pt x="269" y="0"/>
                      <a:pt x="264"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485825" y="2243050"/>
                <a:ext cx="11500" cy="10025"/>
              </a:xfrm>
              <a:custGeom>
                <a:rect b="b" l="l" r="r" t="t"/>
                <a:pathLst>
                  <a:path extrusionOk="0" h="401" w="460">
                    <a:moveTo>
                      <a:pt x="258" y="0"/>
                    </a:moveTo>
                    <a:cubicBezTo>
                      <a:pt x="96" y="0"/>
                      <a:pt x="0" y="190"/>
                      <a:pt x="103" y="331"/>
                    </a:cubicBezTo>
                    <a:cubicBezTo>
                      <a:pt x="145" y="378"/>
                      <a:pt x="200" y="400"/>
                      <a:pt x="254" y="400"/>
                    </a:cubicBezTo>
                    <a:cubicBezTo>
                      <a:pt x="349" y="400"/>
                      <a:pt x="442" y="331"/>
                      <a:pt x="459" y="212"/>
                    </a:cubicBezTo>
                    <a:cubicBezTo>
                      <a:pt x="459" y="106"/>
                      <a:pt x="380" y="14"/>
                      <a:pt x="274" y="1"/>
                    </a:cubicBezTo>
                    <a:cubicBezTo>
                      <a:pt x="269" y="0"/>
                      <a:pt x="263"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483850" y="2206725"/>
                <a:ext cx="11475" cy="9700"/>
              </a:xfrm>
              <a:custGeom>
                <a:rect b="b" l="l" r="r" t="t"/>
                <a:pathLst>
                  <a:path extrusionOk="0" h="388" w="459">
                    <a:moveTo>
                      <a:pt x="258" y="0"/>
                    </a:moveTo>
                    <a:cubicBezTo>
                      <a:pt x="96" y="0"/>
                      <a:pt x="0" y="190"/>
                      <a:pt x="102" y="318"/>
                    </a:cubicBezTo>
                    <a:cubicBezTo>
                      <a:pt x="146" y="366"/>
                      <a:pt x="201" y="388"/>
                      <a:pt x="255" y="388"/>
                    </a:cubicBezTo>
                    <a:cubicBezTo>
                      <a:pt x="349" y="388"/>
                      <a:pt x="437" y="321"/>
                      <a:pt x="446" y="212"/>
                    </a:cubicBezTo>
                    <a:cubicBezTo>
                      <a:pt x="459" y="107"/>
                      <a:pt x="380" y="1"/>
                      <a:pt x="274" y="1"/>
                    </a:cubicBezTo>
                    <a:cubicBezTo>
                      <a:pt x="269" y="1"/>
                      <a:pt x="263"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580150" y="2085900"/>
                <a:ext cx="14575" cy="170150"/>
              </a:xfrm>
              <a:custGeom>
                <a:rect b="b" l="l" r="r" t="t"/>
                <a:pathLst>
                  <a:path extrusionOk="0" h="6806" w="583">
                    <a:moveTo>
                      <a:pt x="173" y="0"/>
                    </a:moveTo>
                    <a:cubicBezTo>
                      <a:pt x="120" y="0"/>
                      <a:pt x="80" y="40"/>
                      <a:pt x="80" y="80"/>
                    </a:cubicBezTo>
                    <a:lnTo>
                      <a:pt x="80" y="159"/>
                    </a:lnTo>
                    <a:cubicBezTo>
                      <a:pt x="41" y="898"/>
                      <a:pt x="14" y="1585"/>
                      <a:pt x="14" y="2232"/>
                    </a:cubicBezTo>
                    <a:cubicBezTo>
                      <a:pt x="14" y="2232"/>
                      <a:pt x="14" y="2246"/>
                      <a:pt x="14" y="2246"/>
                    </a:cubicBezTo>
                    <a:cubicBezTo>
                      <a:pt x="1" y="2998"/>
                      <a:pt x="41" y="3751"/>
                      <a:pt x="107" y="4504"/>
                    </a:cubicBezTo>
                    <a:cubicBezTo>
                      <a:pt x="146" y="4887"/>
                      <a:pt x="186" y="5270"/>
                      <a:pt x="252" y="5653"/>
                    </a:cubicBezTo>
                    <a:cubicBezTo>
                      <a:pt x="278" y="5851"/>
                      <a:pt x="305" y="6036"/>
                      <a:pt x="331" y="6221"/>
                    </a:cubicBezTo>
                    <a:cubicBezTo>
                      <a:pt x="358" y="6406"/>
                      <a:pt x="397" y="6590"/>
                      <a:pt x="450" y="6762"/>
                    </a:cubicBezTo>
                    <a:cubicBezTo>
                      <a:pt x="468" y="6792"/>
                      <a:pt x="496" y="6806"/>
                      <a:pt x="522" y="6806"/>
                    </a:cubicBezTo>
                    <a:cubicBezTo>
                      <a:pt x="554" y="6806"/>
                      <a:pt x="582" y="6785"/>
                      <a:pt x="582" y="6749"/>
                    </a:cubicBezTo>
                    <a:cubicBezTo>
                      <a:pt x="569" y="6551"/>
                      <a:pt x="542" y="6366"/>
                      <a:pt x="503" y="6194"/>
                    </a:cubicBezTo>
                    <a:cubicBezTo>
                      <a:pt x="463" y="5996"/>
                      <a:pt x="437" y="5811"/>
                      <a:pt x="410" y="5613"/>
                    </a:cubicBezTo>
                    <a:cubicBezTo>
                      <a:pt x="344" y="5257"/>
                      <a:pt x="305" y="4887"/>
                      <a:pt x="265" y="4517"/>
                    </a:cubicBezTo>
                    <a:cubicBezTo>
                      <a:pt x="186" y="3777"/>
                      <a:pt x="159" y="3038"/>
                      <a:pt x="146" y="2298"/>
                    </a:cubicBezTo>
                    <a:cubicBezTo>
                      <a:pt x="159" y="2285"/>
                      <a:pt x="173" y="2259"/>
                      <a:pt x="173" y="2232"/>
                    </a:cubicBezTo>
                    <a:cubicBezTo>
                      <a:pt x="173" y="1585"/>
                      <a:pt x="199" y="898"/>
                      <a:pt x="252" y="172"/>
                    </a:cubicBezTo>
                    <a:lnTo>
                      <a:pt x="252" y="93"/>
                    </a:lnTo>
                    <a:cubicBezTo>
                      <a:pt x="252" y="53"/>
                      <a:pt x="212" y="14"/>
                      <a:pt x="1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415750" y="1775525"/>
                <a:ext cx="140000" cy="111300"/>
              </a:xfrm>
              <a:custGeom>
                <a:rect b="b" l="l" r="r" t="t"/>
                <a:pathLst>
                  <a:path extrusionOk="0" h="4452" w="5600">
                    <a:moveTo>
                      <a:pt x="3131" y="0"/>
                    </a:moveTo>
                    <a:cubicBezTo>
                      <a:pt x="2441" y="0"/>
                      <a:pt x="2391" y="516"/>
                      <a:pt x="2391" y="516"/>
                    </a:cubicBezTo>
                    <a:cubicBezTo>
                      <a:pt x="2391" y="516"/>
                      <a:pt x="2271" y="75"/>
                      <a:pt x="1886" y="75"/>
                    </a:cubicBezTo>
                    <a:cubicBezTo>
                      <a:pt x="1809" y="75"/>
                      <a:pt x="1723" y="92"/>
                      <a:pt x="1625" y="133"/>
                    </a:cubicBezTo>
                    <a:cubicBezTo>
                      <a:pt x="1294" y="279"/>
                      <a:pt x="1096" y="635"/>
                      <a:pt x="1149" y="1005"/>
                    </a:cubicBezTo>
                    <a:cubicBezTo>
                      <a:pt x="1149" y="1005"/>
                      <a:pt x="1037" y="899"/>
                      <a:pt x="844" y="899"/>
                    </a:cubicBezTo>
                    <a:cubicBezTo>
                      <a:pt x="733" y="899"/>
                      <a:pt x="595" y="934"/>
                      <a:pt x="436" y="1045"/>
                    </a:cubicBezTo>
                    <a:cubicBezTo>
                      <a:pt x="0" y="1362"/>
                      <a:pt x="489" y="2035"/>
                      <a:pt x="489" y="2035"/>
                    </a:cubicBezTo>
                    <a:cubicBezTo>
                      <a:pt x="225" y="2062"/>
                      <a:pt x="40" y="2299"/>
                      <a:pt x="66" y="2563"/>
                    </a:cubicBezTo>
                    <a:cubicBezTo>
                      <a:pt x="53" y="3052"/>
                      <a:pt x="555" y="3237"/>
                      <a:pt x="555" y="3237"/>
                    </a:cubicBezTo>
                    <a:lnTo>
                      <a:pt x="991" y="4452"/>
                    </a:lnTo>
                    <a:lnTo>
                      <a:pt x="5111" y="3739"/>
                    </a:lnTo>
                    <a:lnTo>
                      <a:pt x="5111" y="2088"/>
                    </a:lnTo>
                    <a:cubicBezTo>
                      <a:pt x="5111" y="2088"/>
                      <a:pt x="5600" y="1745"/>
                      <a:pt x="5283" y="1309"/>
                    </a:cubicBezTo>
                    <a:cubicBezTo>
                      <a:pt x="5097" y="1046"/>
                      <a:pt x="4902" y="991"/>
                      <a:pt x="4773" y="991"/>
                    </a:cubicBezTo>
                    <a:cubicBezTo>
                      <a:pt x="4681" y="991"/>
                      <a:pt x="4622" y="1018"/>
                      <a:pt x="4622" y="1018"/>
                    </a:cubicBezTo>
                    <a:cubicBezTo>
                      <a:pt x="4622" y="1018"/>
                      <a:pt x="4821" y="767"/>
                      <a:pt x="4490" y="503"/>
                    </a:cubicBezTo>
                    <a:cubicBezTo>
                      <a:pt x="4395" y="430"/>
                      <a:pt x="4296" y="403"/>
                      <a:pt x="4202" y="403"/>
                    </a:cubicBezTo>
                    <a:cubicBezTo>
                      <a:pt x="3957" y="403"/>
                      <a:pt x="3751" y="582"/>
                      <a:pt x="3751" y="582"/>
                    </a:cubicBezTo>
                    <a:cubicBezTo>
                      <a:pt x="3751" y="582"/>
                      <a:pt x="3922" y="28"/>
                      <a:pt x="3183" y="1"/>
                    </a:cubicBezTo>
                    <a:cubicBezTo>
                      <a:pt x="3165" y="1"/>
                      <a:pt x="3148" y="0"/>
                      <a:pt x="3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447775" y="1907950"/>
                <a:ext cx="67375" cy="70025"/>
              </a:xfrm>
              <a:custGeom>
                <a:rect b="b" l="l" r="r" t="t"/>
                <a:pathLst>
                  <a:path extrusionOk="0" h="2801" w="2695">
                    <a:moveTo>
                      <a:pt x="0" y="0"/>
                    </a:moveTo>
                    <a:lnTo>
                      <a:pt x="0" y="2351"/>
                    </a:lnTo>
                    <a:cubicBezTo>
                      <a:pt x="0" y="2351"/>
                      <a:pt x="651" y="2800"/>
                      <a:pt x="1450" y="2800"/>
                    </a:cubicBezTo>
                    <a:cubicBezTo>
                      <a:pt x="1773" y="2800"/>
                      <a:pt x="2119" y="2727"/>
                      <a:pt x="2457" y="2523"/>
                    </a:cubicBezTo>
                    <a:cubicBezTo>
                      <a:pt x="2536" y="2470"/>
                      <a:pt x="2615" y="2417"/>
                      <a:pt x="2694" y="2351"/>
                    </a:cubicBezTo>
                    <a:lnTo>
                      <a:pt x="2694" y="1677"/>
                    </a:lnTo>
                    <a:lnTo>
                      <a:pt x="2377" y="1479"/>
                    </a:lnTo>
                    <a:lnTo>
                      <a:pt x="0" y="0"/>
                    </a:ln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465600" y="1934675"/>
                <a:ext cx="49550" cy="36350"/>
              </a:xfrm>
              <a:custGeom>
                <a:rect b="b" l="l" r="r" t="t"/>
                <a:pathLst>
                  <a:path extrusionOk="0" h="1454" w="1982">
                    <a:moveTo>
                      <a:pt x="0" y="1"/>
                    </a:moveTo>
                    <a:cubicBezTo>
                      <a:pt x="0" y="1"/>
                      <a:pt x="740" y="1057"/>
                      <a:pt x="1744" y="1454"/>
                    </a:cubicBezTo>
                    <a:cubicBezTo>
                      <a:pt x="1823" y="1401"/>
                      <a:pt x="1902" y="1348"/>
                      <a:pt x="1981" y="1282"/>
                    </a:cubicBezTo>
                    <a:lnTo>
                      <a:pt x="1981" y="608"/>
                    </a:lnTo>
                    <a:lnTo>
                      <a:pt x="1651" y="397"/>
                    </a:lnTo>
                    <a:lnTo>
                      <a:pt x="0" y="1"/>
                    </a:ln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517425" y="1811525"/>
                <a:ext cx="42300" cy="46600"/>
              </a:xfrm>
              <a:custGeom>
                <a:rect b="b" l="l" r="r" t="t"/>
                <a:pathLst>
                  <a:path extrusionOk="0" h="1864" w="1692">
                    <a:moveTo>
                      <a:pt x="40" y="1"/>
                    </a:moveTo>
                    <a:cubicBezTo>
                      <a:pt x="1" y="448"/>
                      <a:pt x="1087" y="1863"/>
                      <a:pt x="1097" y="1863"/>
                    </a:cubicBezTo>
                    <a:cubicBezTo>
                      <a:pt x="1097" y="1863"/>
                      <a:pt x="1097" y="1863"/>
                      <a:pt x="1097" y="1863"/>
                    </a:cubicBezTo>
                    <a:cubicBezTo>
                      <a:pt x="1691" y="146"/>
                      <a:pt x="40" y="1"/>
                      <a:pt x="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536250" y="1869450"/>
                <a:ext cx="20125" cy="36250"/>
              </a:xfrm>
              <a:custGeom>
                <a:rect b="b" l="l" r="r" t="t"/>
                <a:pathLst>
                  <a:path extrusionOk="0" h="1450" w="805">
                    <a:moveTo>
                      <a:pt x="351" y="1"/>
                    </a:moveTo>
                    <a:cubicBezTo>
                      <a:pt x="171" y="1"/>
                      <a:pt x="1" y="206"/>
                      <a:pt x="1" y="206"/>
                    </a:cubicBezTo>
                    <a:lnTo>
                      <a:pt x="67" y="1434"/>
                    </a:lnTo>
                    <a:cubicBezTo>
                      <a:pt x="109" y="1445"/>
                      <a:pt x="149" y="1450"/>
                      <a:pt x="188" y="1450"/>
                    </a:cubicBezTo>
                    <a:cubicBezTo>
                      <a:pt x="682" y="1450"/>
                      <a:pt x="804" y="623"/>
                      <a:pt x="608" y="206"/>
                    </a:cubicBezTo>
                    <a:cubicBezTo>
                      <a:pt x="533" y="52"/>
                      <a:pt x="441" y="1"/>
                      <a:pt x="351" y="1"/>
                    </a:cubicBez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439500" y="1807825"/>
                <a:ext cx="107000" cy="141750"/>
              </a:xfrm>
              <a:custGeom>
                <a:rect b="b" l="l" r="r" t="t"/>
                <a:pathLst>
                  <a:path extrusionOk="0" h="5670" w="4280">
                    <a:moveTo>
                      <a:pt x="2223" y="1"/>
                    </a:moveTo>
                    <a:cubicBezTo>
                      <a:pt x="1959" y="1"/>
                      <a:pt x="1682" y="28"/>
                      <a:pt x="1401" y="83"/>
                    </a:cubicBezTo>
                    <a:cubicBezTo>
                      <a:pt x="1" y="347"/>
                      <a:pt x="186" y="1826"/>
                      <a:pt x="186" y="1826"/>
                    </a:cubicBezTo>
                    <a:lnTo>
                      <a:pt x="226" y="2645"/>
                    </a:lnTo>
                    <a:lnTo>
                      <a:pt x="318" y="4177"/>
                    </a:lnTo>
                    <a:lnTo>
                      <a:pt x="331" y="4481"/>
                    </a:lnTo>
                    <a:cubicBezTo>
                      <a:pt x="384" y="4533"/>
                      <a:pt x="1374" y="5669"/>
                      <a:pt x="2827" y="5669"/>
                    </a:cubicBezTo>
                    <a:cubicBezTo>
                      <a:pt x="4280" y="5669"/>
                      <a:pt x="4280" y="4269"/>
                      <a:pt x="4280" y="4269"/>
                    </a:cubicBezTo>
                    <a:lnTo>
                      <a:pt x="4267" y="3147"/>
                    </a:lnTo>
                    <a:lnTo>
                      <a:pt x="4254" y="2790"/>
                    </a:lnTo>
                    <a:lnTo>
                      <a:pt x="4201" y="1311"/>
                    </a:lnTo>
                    <a:cubicBezTo>
                      <a:pt x="4174" y="1034"/>
                      <a:pt x="4055" y="783"/>
                      <a:pt x="3871" y="571"/>
                    </a:cubicBezTo>
                    <a:cubicBezTo>
                      <a:pt x="3517" y="189"/>
                      <a:pt x="2914" y="1"/>
                      <a:pt x="2223" y="1"/>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447425" y="1905625"/>
                <a:ext cx="11925" cy="14225"/>
              </a:xfrm>
              <a:custGeom>
                <a:rect b="b" l="l" r="r" t="t"/>
                <a:pathLst>
                  <a:path extrusionOk="0" h="569" w="477">
                    <a:moveTo>
                      <a:pt x="476" y="1"/>
                    </a:moveTo>
                    <a:lnTo>
                      <a:pt x="476" y="1"/>
                    </a:lnTo>
                    <a:cubicBezTo>
                      <a:pt x="344" y="133"/>
                      <a:pt x="173" y="225"/>
                      <a:pt x="1" y="265"/>
                    </a:cubicBezTo>
                    <a:lnTo>
                      <a:pt x="14" y="569"/>
                    </a:lnTo>
                    <a:cubicBezTo>
                      <a:pt x="278" y="437"/>
                      <a:pt x="476" y="14"/>
                      <a:pt x="476" y="1"/>
                    </a:cubicBez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453050" y="1874925"/>
                <a:ext cx="99400" cy="76975"/>
              </a:xfrm>
              <a:custGeom>
                <a:rect b="b" l="l" r="r" t="t"/>
                <a:pathLst>
                  <a:path extrusionOk="0" h="3079" w="3976">
                    <a:moveTo>
                      <a:pt x="423" y="0"/>
                    </a:moveTo>
                    <a:lnTo>
                      <a:pt x="0" y="344"/>
                    </a:lnTo>
                    <a:cubicBezTo>
                      <a:pt x="14" y="912"/>
                      <a:pt x="106" y="1480"/>
                      <a:pt x="304" y="2021"/>
                    </a:cubicBezTo>
                    <a:cubicBezTo>
                      <a:pt x="539" y="2716"/>
                      <a:pt x="1375" y="3079"/>
                      <a:pt x="2182" y="3079"/>
                    </a:cubicBezTo>
                    <a:cubicBezTo>
                      <a:pt x="2418" y="3079"/>
                      <a:pt x="2651" y="3048"/>
                      <a:pt x="2866" y="2985"/>
                    </a:cubicBezTo>
                    <a:cubicBezTo>
                      <a:pt x="3830" y="2721"/>
                      <a:pt x="3976" y="859"/>
                      <a:pt x="3712" y="661"/>
                    </a:cubicBezTo>
                    <a:cubicBezTo>
                      <a:pt x="3571" y="565"/>
                      <a:pt x="3397" y="534"/>
                      <a:pt x="3229" y="534"/>
                    </a:cubicBezTo>
                    <a:cubicBezTo>
                      <a:pt x="2911" y="534"/>
                      <a:pt x="2615" y="648"/>
                      <a:pt x="2615" y="648"/>
                    </a:cubicBezTo>
                    <a:cubicBezTo>
                      <a:pt x="2426" y="556"/>
                      <a:pt x="2214" y="518"/>
                      <a:pt x="1998" y="518"/>
                    </a:cubicBezTo>
                    <a:cubicBezTo>
                      <a:pt x="1747" y="518"/>
                      <a:pt x="1489" y="569"/>
                      <a:pt x="1255" y="648"/>
                    </a:cubicBezTo>
                    <a:cubicBezTo>
                      <a:pt x="1220" y="658"/>
                      <a:pt x="1185" y="663"/>
                      <a:pt x="1151" y="663"/>
                    </a:cubicBezTo>
                    <a:cubicBezTo>
                      <a:pt x="749" y="663"/>
                      <a:pt x="423" y="0"/>
                      <a:pt x="4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474175" y="1877900"/>
                <a:ext cx="23475" cy="9275"/>
              </a:xfrm>
              <a:custGeom>
                <a:rect b="b" l="l" r="r" t="t"/>
                <a:pathLst>
                  <a:path extrusionOk="0" h="371" w="939">
                    <a:moveTo>
                      <a:pt x="476" y="0"/>
                    </a:moveTo>
                    <a:cubicBezTo>
                      <a:pt x="212" y="0"/>
                      <a:pt x="1" y="80"/>
                      <a:pt x="1" y="185"/>
                    </a:cubicBezTo>
                    <a:cubicBezTo>
                      <a:pt x="1" y="278"/>
                      <a:pt x="212" y="370"/>
                      <a:pt x="476" y="370"/>
                    </a:cubicBezTo>
                    <a:cubicBezTo>
                      <a:pt x="727" y="370"/>
                      <a:pt x="938" y="278"/>
                      <a:pt x="938" y="185"/>
                    </a:cubicBezTo>
                    <a:cubicBezTo>
                      <a:pt x="938" y="80"/>
                      <a:pt x="727" y="0"/>
                      <a:pt x="476" y="0"/>
                    </a:cubicBezTo>
                    <a:close/>
                  </a:path>
                </a:pathLst>
              </a:custGeom>
              <a:solidFill>
                <a:srgbClr val="5A21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530975" y="1877325"/>
                <a:ext cx="14875" cy="9500"/>
              </a:xfrm>
              <a:custGeom>
                <a:rect b="b" l="l" r="r" t="t"/>
                <a:pathLst>
                  <a:path extrusionOk="0" h="380" w="595">
                    <a:moveTo>
                      <a:pt x="524" y="0"/>
                    </a:moveTo>
                    <a:cubicBezTo>
                      <a:pt x="505" y="0"/>
                      <a:pt x="489" y="4"/>
                      <a:pt x="476" y="10"/>
                    </a:cubicBezTo>
                    <a:cubicBezTo>
                      <a:pt x="212" y="10"/>
                      <a:pt x="0" y="89"/>
                      <a:pt x="0" y="195"/>
                    </a:cubicBezTo>
                    <a:cubicBezTo>
                      <a:pt x="0" y="301"/>
                      <a:pt x="212" y="380"/>
                      <a:pt x="476" y="380"/>
                    </a:cubicBezTo>
                    <a:lnTo>
                      <a:pt x="595" y="380"/>
                    </a:lnTo>
                    <a:lnTo>
                      <a:pt x="581" y="10"/>
                    </a:lnTo>
                    <a:cubicBezTo>
                      <a:pt x="561" y="4"/>
                      <a:pt x="542" y="0"/>
                      <a:pt x="524" y="0"/>
                    </a:cubicBezTo>
                    <a:close/>
                  </a:path>
                </a:pathLst>
              </a:custGeom>
              <a:solidFill>
                <a:srgbClr val="5A21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490350" y="1862050"/>
                <a:ext cx="6975" cy="12575"/>
              </a:xfrm>
              <a:custGeom>
                <a:rect b="b" l="l" r="r" t="t"/>
                <a:pathLst>
                  <a:path extrusionOk="0" h="503" w="279">
                    <a:moveTo>
                      <a:pt x="133" y="0"/>
                    </a:moveTo>
                    <a:cubicBezTo>
                      <a:pt x="54" y="0"/>
                      <a:pt x="1" y="106"/>
                      <a:pt x="1" y="251"/>
                    </a:cubicBezTo>
                    <a:cubicBezTo>
                      <a:pt x="1" y="397"/>
                      <a:pt x="54" y="502"/>
                      <a:pt x="133" y="502"/>
                    </a:cubicBezTo>
                    <a:cubicBezTo>
                      <a:pt x="212" y="502"/>
                      <a:pt x="278" y="397"/>
                      <a:pt x="278" y="251"/>
                    </a:cubicBezTo>
                    <a:cubicBezTo>
                      <a:pt x="278" y="106"/>
                      <a:pt x="212" y="0"/>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6"/>
              <p:cNvSpPr/>
              <p:nvPr/>
            </p:nvSpPr>
            <p:spPr>
              <a:xfrm>
                <a:off x="525025" y="1861725"/>
                <a:ext cx="6950" cy="12900"/>
              </a:xfrm>
              <a:custGeom>
                <a:rect b="b" l="l" r="r" t="t"/>
                <a:pathLst>
                  <a:path extrusionOk="0" h="516" w="278">
                    <a:moveTo>
                      <a:pt x="146" y="0"/>
                    </a:moveTo>
                    <a:cubicBezTo>
                      <a:pt x="67" y="0"/>
                      <a:pt x="0" y="119"/>
                      <a:pt x="0" y="264"/>
                    </a:cubicBezTo>
                    <a:cubicBezTo>
                      <a:pt x="0" y="396"/>
                      <a:pt x="67" y="515"/>
                      <a:pt x="146" y="515"/>
                    </a:cubicBezTo>
                    <a:cubicBezTo>
                      <a:pt x="225" y="515"/>
                      <a:pt x="278" y="396"/>
                      <a:pt x="278" y="264"/>
                    </a:cubicBezTo>
                    <a:cubicBezTo>
                      <a:pt x="278" y="119"/>
                      <a:pt x="212" y="0"/>
                      <a:pt x="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510825" y="1852925"/>
                <a:ext cx="15225" cy="32950"/>
              </a:xfrm>
              <a:custGeom>
                <a:rect b="b" l="l" r="r" t="t"/>
                <a:pathLst>
                  <a:path extrusionOk="0" h="1318" w="609">
                    <a:moveTo>
                      <a:pt x="78" y="1"/>
                    </a:moveTo>
                    <a:cubicBezTo>
                      <a:pt x="67" y="1"/>
                      <a:pt x="55" y="4"/>
                      <a:pt x="40" y="9"/>
                    </a:cubicBezTo>
                    <a:cubicBezTo>
                      <a:pt x="14" y="22"/>
                      <a:pt x="1" y="48"/>
                      <a:pt x="14" y="75"/>
                    </a:cubicBezTo>
                    <a:cubicBezTo>
                      <a:pt x="27" y="88"/>
                      <a:pt x="252" y="564"/>
                      <a:pt x="489" y="1039"/>
                    </a:cubicBezTo>
                    <a:cubicBezTo>
                      <a:pt x="397" y="1145"/>
                      <a:pt x="278" y="1211"/>
                      <a:pt x="133" y="1211"/>
                    </a:cubicBezTo>
                    <a:cubicBezTo>
                      <a:pt x="67" y="1211"/>
                      <a:pt x="67" y="1316"/>
                      <a:pt x="133" y="1316"/>
                    </a:cubicBezTo>
                    <a:cubicBezTo>
                      <a:pt x="145" y="1317"/>
                      <a:pt x="158" y="1318"/>
                      <a:pt x="170" y="1318"/>
                    </a:cubicBezTo>
                    <a:cubicBezTo>
                      <a:pt x="352" y="1318"/>
                      <a:pt x="508" y="1226"/>
                      <a:pt x="595" y="1065"/>
                    </a:cubicBezTo>
                    <a:cubicBezTo>
                      <a:pt x="608" y="1052"/>
                      <a:pt x="608" y="1039"/>
                      <a:pt x="595" y="1026"/>
                    </a:cubicBezTo>
                    <a:cubicBezTo>
                      <a:pt x="357" y="524"/>
                      <a:pt x="119" y="35"/>
                      <a:pt x="119" y="35"/>
                    </a:cubicBezTo>
                    <a:cubicBezTo>
                      <a:pt x="111" y="10"/>
                      <a:pt x="97" y="1"/>
                      <a:pt x="78" y="1"/>
                    </a:cubicBez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479450" y="1840925"/>
                <a:ext cx="19525" cy="15350"/>
              </a:xfrm>
              <a:custGeom>
                <a:rect b="b" l="l" r="r" t="t"/>
                <a:pathLst>
                  <a:path extrusionOk="0" h="614" w="781">
                    <a:moveTo>
                      <a:pt x="635" y="0"/>
                    </a:moveTo>
                    <a:cubicBezTo>
                      <a:pt x="173" y="27"/>
                      <a:pt x="41" y="304"/>
                      <a:pt x="14" y="449"/>
                    </a:cubicBezTo>
                    <a:cubicBezTo>
                      <a:pt x="1" y="502"/>
                      <a:pt x="14" y="568"/>
                      <a:pt x="67" y="595"/>
                    </a:cubicBezTo>
                    <a:lnTo>
                      <a:pt x="80" y="595"/>
                    </a:lnTo>
                    <a:cubicBezTo>
                      <a:pt x="97" y="607"/>
                      <a:pt x="118" y="613"/>
                      <a:pt x="140" y="613"/>
                    </a:cubicBezTo>
                    <a:cubicBezTo>
                      <a:pt x="186" y="613"/>
                      <a:pt x="234" y="587"/>
                      <a:pt x="252" y="542"/>
                    </a:cubicBezTo>
                    <a:cubicBezTo>
                      <a:pt x="331" y="383"/>
                      <a:pt x="490" y="278"/>
                      <a:pt x="675" y="251"/>
                    </a:cubicBezTo>
                    <a:cubicBezTo>
                      <a:pt x="741" y="238"/>
                      <a:pt x="780" y="159"/>
                      <a:pt x="767" y="93"/>
                    </a:cubicBezTo>
                    <a:cubicBezTo>
                      <a:pt x="754" y="40"/>
                      <a:pt x="701" y="0"/>
                      <a:pt x="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521075" y="1840925"/>
                <a:ext cx="19825" cy="15200"/>
              </a:xfrm>
              <a:custGeom>
                <a:rect b="b" l="l" r="r" t="t"/>
                <a:pathLst>
                  <a:path extrusionOk="0" h="608" w="793">
                    <a:moveTo>
                      <a:pt x="145" y="0"/>
                    </a:moveTo>
                    <a:cubicBezTo>
                      <a:pt x="92" y="0"/>
                      <a:pt x="40" y="40"/>
                      <a:pt x="26" y="93"/>
                    </a:cubicBezTo>
                    <a:cubicBezTo>
                      <a:pt x="0" y="159"/>
                      <a:pt x="40" y="238"/>
                      <a:pt x="119" y="251"/>
                    </a:cubicBezTo>
                    <a:cubicBezTo>
                      <a:pt x="291" y="278"/>
                      <a:pt x="449" y="383"/>
                      <a:pt x="528" y="542"/>
                    </a:cubicBezTo>
                    <a:cubicBezTo>
                      <a:pt x="555" y="587"/>
                      <a:pt x="601" y="607"/>
                      <a:pt x="648" y="607"/>
                    </a:cubicBezTo>
                    <a:cubicBezTo>
                      <a:pt x="670" y="607"/>
                      <a:pt x="692" y="603"/>
                      <a:pt x="713" y="595"/>
                    </a:cubicBezTo>
                    <a:lnTo>
                      <a:pt x="726" y="595"/>
                    </a:lnTo>
                    <a:cubicBezTo>
                      <a:pt x="766" y="555"/>
                      <a:pt x="792" y="502"/>
                      <a:pt x="779" y="449"/>
                    </a:cubicBezTo>
                    <a:cubicBezTo>
                      <a:pt x="740" y="291"/>
                      <a:pt x="621" y="27"/>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495650" y="1891800"/>
                <a:ext cx="38650" cy="13525"/>
              </a:xfrm>
              <a:custGeom>
                <a:rect b="b" l="l" r="r" t="t"/>
                <a:pathLst>
                  <a:path extrusionOk="0" h="541" w="1546">
                    <a:moveTo>
                      <a:pt x="74" y="1"/>
                    </a:moveTo>
                    <a:cubicBezTo>
                      <a:pt x="33" y="1"/>
                      <a:pt x="1" y="56"/>
                      <a:pt x="40" y="105"/>
                    </a:cubicBezTo>
                    <a:cubicBezTo>
                      <a:pt x="40" y="105"/>
                      <a:pt x="462" y="540"/>
                      <a:pt x="977" y="540"/>
                    </a:cubicBezTo>
                    <a:cubicBezTo>
                      <a:pt x="1175" y="540"/>
                      <a:pt x="1360" y="474"/>
                      <a:pt x="1506" y="369"/>
                    </a:cubicBezTo>
                    <a:cubicBezTo>
                      <a:pt x="1532" y="356"/>
                      <a:pt x="1545" y="316"/>
                      <a:pt x="1519" y="290"/>
                    </a:cubicBezTo>
                    <a:cubicBezTo>
                      <a:pt x="1511" y="273"/>
                      <a:pt x="1492" y="262"/>
                      <a:pt x="1473" y="262"/>
                    </a:cubicBezTo>
                    <a:cubicBezTo>
                      <a:pt x="1462" y="262"/>
                      <a:pt x="1450" y="266"/>
                      <a:pt x="1440" y="276"/>
                    </a:cubicBezTo>
                    <a:cubicBezTo>
                      <a:pt x="1282" y="388"/>
                      <a:pt x="1123" y="430"/>
                      <a:pt x="972" y="430"/>
                    </a:cubicBezTo>
                    <a:cubicBezTo>
                      <a:pt x="516" y="430"/>
                      <a:pt x="139" y="45"/>
                      <a:pt x="119" y="25"/>
                    </a:cubicBezTo>
                    <a:cubicBezTo>
                      <a:pt x="105" y="8"/>
                      <a:pt x="89" y="1"/>
                      <a:pt x="74" y="1"/>
                    </a:cubicBez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421250" y="1871400"/>
                <a:ext cx="31500" cy="40900"/>
              </a:xfrm>
              <a:custGeom>
                <a:rect b="b" l="l" r="r" t="t"/>
                <a:pathLst>
                  <a:path extrusionOk="0" h="1636" w="1260">
                    <a:moveTo>
                      <a:pt x="645" y="1"/>
                    </a:moveTo>
                    <a:cubicBezTo>
                      <a:pt x="522" y="1"/>
                      <a:pt x="396" y="59"/>
                      <a:pt x="282" y="221"/>
                    </a:cubicBezTo>
                    <a:cubicBezTo>
                      <a:pt x="0" y="649"/>
                      <a:pt x="421" y="1636"/>
                      <a:pt x="969" y="1636"/>
                    </a:cubicBezTo>
                    <a:cubicBezTo>
                      <a:pt x="1063" y="1636"/>
                      <a:pt x="1161" y="1607"/>
                      <a:pt x="1259" y="1541"/>
                    </a:cubicBezTo>
                    <a:lnTo>
                      <a:pt x="1259" y="392"/>
                    </a:lnTo>
                    <a:cubicBezTo>
                      <a:pt x="1259" y="392"/>
                      <a:pt x="964" y="1"/>
                      <a:pt x="645" y="1"/>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6"/>
              <p:cNvSpPr/>
              <p:nvPr/>
            </p:nvSpPr>
            <p:spPr>
              <a:xfrm>
                <a:off x="434225" y="1881075"/>
                <a:ext cx="18200" cy="23600"/>
              </a:xfrm>
              <a:custGeom>
                <a:rect b="b" l="l" r="r" t="t"/>
                <a:pathLst>
                  <a:path extrusionOk="0" h="944" w="728">
                    <a:moveTo>
                      <a:pt x="64" y="0"/>
                    </a:moveTo>
                    <a:cubicBezTo>
                      <a:pt x="40" y="0"/>
                      <a:pt x="24" y="12"/>
                      <a:pt x="14" y="32"/>
                    </a:cubicBezTo>
                    <a:cubicBezTo>
                      <a:pt x="1" y="58"/>
                      <a:pt x="14" y="98"/>
                      <a:pt x="40" y="111"/>
                    </a:cubicBezTo>
                    <a:cubicBezTo>
                      <a:pt x="357" y="256"/>
                      <a:pt x="569" y="547"/>
                      <a:pt x="608" y="890"/>
                    </a:cubicBezTo>
                    <a:cubicBezTo>
                      <a:pt x="608" y="917"/>
                      <a:pt x="635" y="943"/>
                      <a:pt x="661" y="943"/>
                    </a:cubicBezTo>
                    <a:lnTo>
                      <a:pt x="674" y="943"/>
                    </a:lnTo>
                    <a:cubicBezTo>
                      <a:pt x="701" y="930"/>
                      <a:pt x="727" y="903"/>
                      <a:pt x="727" y="877"/>
                    </a:cubicBezTo>
                    <a:cubicBezTo>
                      <a:pt x="674" y="494"/>
                      <a:pt x="437" y="164"/>
                      <a:pt x="93" y="5"/>
                    </a:cubicBezTo>
                    <a:cubicBezTo>
                      <a:pt x="83" y="2"/>
                      <a:pt x="73" y="0"/>
                      <a:pt x="64" y="0"/>
                    </a:cubicBez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6"/>
              <p:cNvSpPr/>
              <p:nvPr/>
            </p:nvSpPr>
            <p:spPr>
              <a:xfrm>
                <a:off x="435550" y="1889775"/>
                <a:ext cx="11900" cy="5975"/>
              </a:xfrm>
              <a:custGeom>
                <a:rect b="b" l="l" r="r" t="t"/>
                <a:pathLst>
                  <a:path extrusionOk="0" h="239" w="476">
                    <a:moveTo>
                      <a:pt x="436" y="1"/>
                    </a:moveTo>
                    <a:cubicBezTo>
                      <a:pt x="278" y="1"/>
                      <a:pt x="133" y="40"/>
                      <a:pt x="27" y="146"/>
                    </a:cubicBezTo>
                    <a:cubicBezTo>
                      <a:pt x="1" y="159"/>
                      <a:pt x="1" y="199"/>
                      <a:pt x="27" y="225"/>
                    </a:cubicBezTo>
                    <a:cubicBezTo>
                      <a:pt x="40" y="239"/>
                      <a:pt x="53" y="239"/>
                      <a:pt x="67" y="239"/>
                    </a:cubicBezTo>
                    <a:lnTo>
                      <a:pt x="106" y="239"/>
                    </a:lnTo>
                    <a:cubicBezTo>
                      <a:pt x="141" y="203"/>
                      <a:pt x="271" y="115"/>
                      <a:pt x="364" y="115"/>
                    </a:cubicBezTo>
                    <a:cubicBezTo>
                      <a:pt x="376" y="115"/>
                      <a:pt x="387" y="117"/>
                      <a:pt x="397" y="120"/>
                    </a:cubicBezTo>
                    <a:cubicBezTo>
                      <a:pt x="436" y="120"/>
                      <a:pt x="463" y="106"/>
                      <a:pt x="476" y="80"/>
                    </a:cubicBezTo>
                    <a:cubicBezTo>
                      <a:pt x="476" y="40"/>
                      <a:pt x="463" y="14"/>
                      <a:pt x="436" y="1"/>
                    </a:cubicBezTo>
                    <a:close/>
                  </a:path>
                </a:pathLst>
              </a:custGeom>
              <a:solidFill>
                <a:srgbClr val="5C35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439500" y="1802375"/>
                <a:ext cx="100625" cy="83475"/>
              </a:xfrm>
              <a:custGeom>
                <a:rect b="b" l="l" r="r" t="t"/>
                <a:pathLst>
                  <a:path extrusionOk="0" h="3339" w="4025">
                    <a:moveTo>
                      <a:pt x="2044" y="1"/>
                    </a:moveTo>
                    <a:cubicBezTo>
                      <a:pt x="1825" y="1"/>
                      <a:pt x="1605" y="22"/>
                      <a:pt x="1388" y="63"/>
                    </a:cubicBezTo>
                    <a:cubicBezTo>
                      <a:pt x="1" y="327"/>
                      <a:pt x="1" y="1938"/>
                      <a:pt x="1" y="1938"/>
                    </a:cubicBezTo>
                    <a:lnTo>
                      <a:pt x="41" y="2770"/>
                    </a:lnTo>
                    <a:cubicBezTo>
                      <a:pt x="344" y="2942"/>
                      <a:pt x="516" y="3074"/>
                      <a:pt x="595" y="3285"/>
                    </a:cubicBezTo>
                    <a:lnTo>
                      <a:pt x="965" y="3338"/>
                    </a:lnTo>
                    <a:cubicBezTo>
                      <a:pt x="991" y="2995"/>
                      <a:pt x="965" y="2638"/>
                      <a:pt x="886" y="2295"/>
                    </a:cubicBezTo>
                    <a:cubicBezTo>
                      <a:pt x="767" y="1846"/>
                      <a:pt x="1348" y="1793"/>
                      <a:pt x="1176" y="1199"/>
                    </a:cubicBezTo>
                    <a:cubicBezTo>
                      <a:pt x="1150" y="1133"/>
                      <a:pt x="1493" y="988"/>
                      <a:pt x="1533" y="974"/>
                    </a:cubicBezTo>
                    <a:cubicBezTo>
                      <a:pt x="1625" y="922"/>
                      <a:pt x="1731" y="908"/>
                      <a:pt x="1837" y="908"/>
                    </a:cubicBezTo>
                    <a:cubicBezTo>
                      <a:pt x="1943" y="930"/>
                      <a:pt x="2015" y="1002"/>
                      <a:pt x="2122" y="1002"/>
                    </a:cubicBezTo>
                    <a:cubicBezTo>
                      <a:pt x="2148" y="1002"/>
                      <a:pt x="2176" y="998"/>
                      <a:pt x="2206" y="988"/>
                    </a:cubicBezTo>
                    <a:cubicBezTo>
                      <a:pt x="2365" y="935"/>
                      <a:pt x="2457" y="789"/>
                      <a:pt x="2444" y="618"/>
                    </a:cubicBezTo>
                    <a:lnTo>
                      <a:pt x="2444" y="618"/>
                    </a:lnTo>
                    <a:cubicBezTo>
                      <a:pt x="2550" y="737"/>
                      <a:pt x="2656" y="829"/>
                      <a:pt x="2774" y="922"/>
                    </a:cubicBezTo>
                    <a:cubicBezTo>
                      <a:pt x="2859" y="972"/>
                      <a:pt x="2955" y="996"/>
                      <a:pt x="3050" y="996"/>
                    </a:cubicBezTo>
                    <a:cubicBezTo>
                      <a:pt x="3104" y="996"/>
                      <a:pt x="3158" y="989"/>
                      <a:pt x="3210" y="974"/>
                    </a:cubicBezTo>
                    <a:cubicBezTo>
                      <a:pt x="3355" y="922"/>
                      <a:pt x="3448" y="776"/>
                      <a:pt x="3421" y="631"/>
                    </a:cubicBezTo>
                    <a:lnTo>
                      <a:pt x="3421" y="631"/>
                    </a:lnTo>
                    <a:cubicBezTo>
                      <a:pt x="3567" y="789"/>
                      <a:pt x="3765" y="895"/>
                      <a:pt x="3976" y="922"/>
                    </a:cubicBezTo>
                    <a:cubicBezTo>
                      <a:pt x="3978" y="922"/>
                      <a:pt x="3980" y="922"/>
                      <a:pt x="3982" y="922"/>
                    </a:cubicBezTo>
                    <a:cubicBezTo>
                      <a:pt x="4025" y="922"/>
                      <a:pt x="3975" y="773"/>
                      <a:pt x="3950" y="697"/>
                    </a:cubicBezTo>
                    <a:cubicBezTo>
                      <a:pt x="3937" y="684"/>
                      <a:pt x="3937" y="671"/>
                      <a:pt x="3937" y="657"/>
                    </a:cubicBezTo>
                    <a:cubicBezTo>
                      <a:pt x="3857" y="578"/>
                      <a:pt x="3778" y="512"/>
                      <a:pt x="3686" y="459"/>
                    </a:cubicBezTo>
                    <a:cubicBezTo>
                      <a:pt x="3488" y="327"/>
                      <a:pt x="3276" y="222"/>
                      <a:pt x="3052" y="156"/>
                    </a:cubicBezTo>
                    <a:cubicBezTo>
                      <a:pt x="2723" y="51"/>
                      <a:pt x="2384" y="1"/>
                      <a:pt x="20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479450" y="1866000"/>
                <a:ext cx="36025" cy="17550"/>
              </a:xfrm>
              <a:custGeom>
                <a:rect b="b" l="l" r="r" t="t"/>
                <a:pathLst>
                  <a:path extrusionOk="0" h="702" w="1441">
                    <a:moveTo>
                      <a:pt x="760" y="0"/>
                    </a:moveTo>
                    <a:cubicBezTo>
                      <a:pt x="745" y="0"/>
                      <a:pt x="730" y="0"/>
                      <a:pt x="714" y="1"/>
                    </a:cubicBezTo>
                    <a:cubicBezTo>
                      <a:pt x="318" y="14"/>
                      <a:pt x="1" y="173"/>
                      <a:pt x="14" y="371"/>
                    </a:cubicBezTo>
                    <a:cubicBezTo>
                      <a:pt x="14" y="560"/>
                      <a:pt x="317" y="702"/>
                      <a:pt x="679" y="702"/>
                    </a:cubicBezTo>
                    <a:cubicBezTo>
                      <a:pt x="695" y="702"/>
                      <a:pt x="711" y="701"/>
                      <a:pt x="727" y="701"/>
                    </a:cubicBezTo>
                    <a:cubicBezTo>
                      <a:pt x="1124" y="688"/>
                      <a:pt x="1440" y="516"/>
                      <a:pt x="1440" y="331"/>
                    </a:cubicBezTo>
                    <a:cubicBezTo>
                      <a:pt x="1428" y="153"/>
                      <a:pt x="1135"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525025" y="1865650"/>
                <a:ext cx="36000" cy="17250"/>
              </a:xfrm>
              <a:custGeom>
                <a:rect b="b" l="l" r="r" t="t"/>
                <a:pathLst>
                  <a:path extrusionOk="0" h="690" w="1440">
                    <a:moveTo>
                      <a:pt x="763" y="1"/>
                    </a:moveTo>
                    <a:cubicBezTo>
                      <a:pt x="747" y="1"/>
                      <a:pt x="730" y="1"/>
                      <a:pt x="714" y="2"/>
                    </a:cubicBezTo>
                    <a:cubicBezTo>
                      <a:pt x="317" y="2"/>
                      <a:pt x="0" y="173"/>
                      <a:pt x="14" y="358"/>
                    </a:cubicBezTo>
                    <a:cubicBezTo>
                      <a:pt x="14" y="548"/>
                      <a:pt x="304" y="689"/>
                      <a:pt x="677" y="689"/>
                    </a:cubicBezTo>
                    <a:cubicBezTo>
                      <a:pt x="694" y="689"/>
                      <a:pt x="710" y="689"/>
                      <a:pt x="727" y="688"/>
                    </a:cubicBezTo>
                    <a:cubicBezTo>
                      <a:pt x="1123" y="688"/>
                      <a:pt x="1440" y="517"/>
                      <a:pt x="1440" y="332"/>
                    </a:cubicBezTo>
                    <a:cubicBezTo>
                      <a:pt x="1427" y="142"/>
                      <a:pt x="1136"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513650" y="1871075"/>
                <a:ext cx="12725" cy="3875"/>
              </a:xfrm>
              <a:custGeom>
                <a:rect b="b" l="l" r="r" t="t"/>
                <a:pathLst>
                  <a:path extrusionOk="0" h="155" w="509">
                    <a:moveTo>
                      <a:pt x="247" y="0"/>
                    </a:moveTo>
                    <a:cubicBezTo>
                      <a:pt x="176" y="0"/>
                      <a:pt x="106" y="20"/>
                      <a:pt x="46" y="62"/>
                    </a:cubicBezTo>
                    <a:cubicBezTo>
                      <a:pt x="1" y="85"/>
                      <a:pt x="24" y="147"/>
                      <a:pt x="65" y="147"/>
                    </a:cubicBezTo>
                    <a:cubicBezTo>
                      <a:pt x="71" y="147"/>
                      <a:pt x="78" y="145"/>
                      <a:pt x="86" y="141"/>
                    </a:cubicBezTo>
                    <a:cubicBezTo>
                      <a:pt x="139" y="102"/>
                      <a:pt x="201" y="82"/>
                      <a:pt x="264" y="82"/>
                    </a:cubicBezTo>
                    <a:cubicBezTo>
                      <a:pt x="327" y="82"/>
                      <a:pt x="389" y="102"/>
                      <a:pt x="442" y="141"/>
                    </a:cubicBezTo>
                    <a:cubicBezTo>
                      <a:pt x="442" y="141"/>
                      <a:pt x="455" y="141"/>
                      <a:pt x="469" y="154"/>
                    </a:cubicBezTo>
                    <a:cubicBezTo>
                      <a:pt x="482" y="154"/>
                      <a:pt x="495" y="154"/>
                      <a:pt x="495" y="141"/>
                    </a:cubicBezTo>
                    <a:cubicBezTo>
                      <a:pt x="508" y="128"/>
                      <a:pt x="508" y="102"/>
                      <a:pt x="495" y="88"/>
                    </a:cubicBezTo>
                    <a:cubicBezTo>
                      <a:pt x="422" y="30"/>
                      <a:pt x="334"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454700" y="1872175"/>
                <a:ext cx="26450" cy="4100"/>
              </a:xfrm>
              <a:custGeom>
                <a:rect b="b" l="l" r="r" t="t"/>
                <a:pathLst>
                  <a:path extrusionOk="0" h="164" w="1058">
                    <a:moveTo>
                      <a:pt x="425" y="0"/>
                    </a:moveTo>
                    <a:cubicBezTo>
                      <a:pt x="296" y="0"/>
                      <a:pt x="167" y="11"/>
                      <a:pt x="40" y="31"/>
                    </a:cubicBezTo>
                    <a:cubicBezTo>
                      <a:pt x="0" y="44"/>
                      <a:pt x="0" y="97"/>
                      <a:pt x="27" y="110"/>
                    </a:cubicBezTo>
                    <a:cubicBezTo>
                      <a:pt x="40" y="124"/>
                      <a:pt x="53" y="124"/>
                      <a:pt x="67" y="124"/>
                    </a:cubicBezTo>
                    <a:cubicBezTo>
                      <a:pt x="193" y="103"/>
                      <a:pt x="320" y="92"/>
                      <a:pt x="446" y="92"/>
                    </a:cubicBezTo>
                    <a:cubicBezTo>
                      <a:pt x="635" y="92"/>
                      <a:pt x="822" y="116"/>
                      <a:pt x="1004" y="163"/>
                    </a:cubicBezTo>
                    <a:cubicBezTo>
                      <a:pt x="1031" y="163"/>
                      <a:pt x="1057" y="150"/>
                      <a:pt x="1057" y="137"/>
                    </a:cubicBezTo>
                    <a:cubicBezTo>
                      <a:pt x="1057" y="110"/>
                      <a:pt x="1057" y="84"/>
                      <a:pt x="1031" y="84"/>
                    </a:cubicBezTo>
                    <a:cubicBezTo>
                      <a:pt x="836" y="27"/>
                      <a:pt x="631"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432900" y="1948550"/>
                <a:ext cx="53200" cy="67375"/>
              </a:xfrm>
              <a:custGeom>
                <a:rect b="b" l="l" r="r" t="t"/>
                <a:pathLst>
                  <a:path extrusionOk="0" h="2695" w="2128">
                    <a:moveTo>
                      <a:pt x="595" y="1"/>
                    </a:moveTo>
                    <a:cubicBezTo>
                      <a:pt x="595" y="1"/>
                      <a:pt x="212" y="133"/>
                      <a:pt x="1" y="1017"/>
                    </a:cubicBezTo>
                    <a:cubicBezTo>
                      <a:pt x="265" y="1823"/>
                      <a:pt x="1044" y="2497"/>
                      <a:pt x="2127" y="2695"/>
                    </a:cubicBezTo>
                    <a:lnTo>
                      <a:pt x="2127" y="1110"/>
                    </a:lnTo>
                    <a:cubicBezTo>
                      <a:pt x="1506" y="925"/>
                      <a:pt x="965" y="542"/>
                      <a:pt x="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485725" y="1954175"/>
                <a:ext cx="52525" cy="61750"/>
              </a:xfrm>
              <a:custGeom>
                <a:rect b="b" l="l" r="r" t="t"/>
                <a:pathLst>
                  <a:path extrusionOk="0" h="2470" w="2101">
                    <a:moveTo>
                      <a:pt x="1176" y="0"/>
                    </a:moveTo>
                    <a:cubicBezTo>
                      <a:pt x="622" y="872"/>
                      <a:pt x="1" y="885"/>
                      <a:pt x="1" y="885"/>
                    </a:cubicBezTo>
                    <a:lnTo>
                      <a:pt x="1" y="2470"/>
                    </a:lnTo>
                    <a:cubicBezTo>
                      <a:pt x="1031" y="2206"/>
                      <a:pt x="1401" y="1889"/>
                      <a:pt x="2101" y="1043"/>
                    </a:cubicBezTo>
                    <a:cubicBezTo>
                      <a:pt x="1823" y="159"/>
                      <a:pt x="1176" y="0"/>
                      <a:pt x="1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467575" y="1987500"/>
                <a:ext cx="36025" cy="49900"/>
              </a:xfrm>
              <a:custGeom>
                <a:rect b="b" l="l" r="r" t="t"/>
                <a:pathLst>
                  <a:path extrusionOk="0" h="1996" w="1441">
                    <a:moveTo>
                      <a:pt x="727" y="1"/>
                    </a:moveTo>
                    <a:lnTo>
                      <a:pt x="1" y="912"/>
                    </a:lnTo>
                    <a:lnTo>
                      <a:pt x="740" y="1995"/>
                    </a:lnTo>
                    <a:lnTo>
                      <a:pt x="1440" y="899"/>
                    </a:lnTo>
                    <a:lnTo>
                      <a:pt x="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445750" y="1985200"/>
                <a:ext cx="79625" cy="52850"/>
              </a:xfrm>
              <a:custGeom>
                <a:rect b="b" l="l" r="r" t="t"/>
                <a:pathLst>
                  <a:path extrusionOk="0" h="2114" w="3185">
                    <a:moveTo>
                      <a:pt x="1600" y="0"/>
                    </a:moveTo>
                    <a:cubicBezTo>
                      <a:pt x="1573" y="0"/>
                      <a:pt x="1547" y="14"/>
                      <a:pt x="1534" y="27"/>
                    </a:cubicBezTo>
                    <a:lnTo>
                      <a:pt x="68" y="1717"/>
                    </a:lnTo>
                    <a:cubicBezTo>
                      <a:pt x="0" y="1776"/>
                      <a:pt x="60" y="1862"/>
                      <a:pt x="129" y="1862"/>
                    </a:cubicBezTo>
                    <a:cubicBezTo>
                      <a:pt x="153" y="1862"/>
                      <a:pt x="179" y="1851"/>
                      <a:pt x="200" y="1823"/>
                    </a:cubicBezTo>
                    <a:lnTo>
                      <a:pt x="1600" y="225"/>
                    </a:lnTo>
                    <a:lnTo>
                      <a:pt x="3013" y="2074"/>
                    </a:lnTo>
                    <a:cubicBezTo>
                      <a:pt x="3039" y="2100"/>
                      <a:pt x="3066" y="2114"/>
                      <a:pt x="3092" y="2114"/>
                    </a:cubicBezTo>
                    <a:cubicBezTo>
                      <a:pt x="3105" y="2114"/>
                      <a:pt x="3119" y="2100"/>
                      <a:pt x="3132" y="2100"/>
                    </a:cubicBezTo>
                    <a:cubicBezTo>
                      <a:pt x="3171" y="2074"/>
                      <a:pt x="3185" y="2021"/>
                      <a:pt x="3145" y="1981"/>
                    </a:cubicBezTo>
                    <a:lnTo>
                      <a:pt x="1666" y="40"/>
                    </a:lnTo>
                    <a:cubicBezTo>
                      <a:pt x="1653" y="14"/>
                      <a:pt x="1626" y="0"/>
                      <a:pt x="16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483750" y="1975950"/>
                <a:ext cx="4000" cy="13575"/>
              </a:xfrm>
              <a:custGeom>
                <a:rect b="b" l="l" r="r" t="t"/>
                <a:pathLst>
                  <a:path extrusionOk="0" h="543" w="160">
                    <a:moveTo>
                      <a:pt x="80" y="1"/>
                    </a:moveTo>
                    <a:cubicBezTo>
                      <a:pt x="27" y="1"/>
                      <a:pt x="1" y="40"/>
                      <a:pt x="1" y="93"/>
                    </a:cubicBezTo>
                    <a:lnTo>
                      <a:pt x="1" y="463"/>
                    </a:lnTo>
                    <a:cubicBezTo>
                      <a:pt x="1" y="503"/>
                      <a:pt x="27" y="542"/>
                      <a:pt x="80" y="542"/>
                    </a:cubicBezTo>
                    <a:cubicBezTo>
                      <a:pt x="133" y="542"/>
                      <a:pt x="159" y="503"/>
                      <a:pt x="159" y="463"/>
                    </a:cubicBezTo>
                    <a:lnTo>
                      <a:pt x="159" y="93"/>
                    </a:lnTo>
                    <a:cubicBezTo>
                      <a:pt x="159" y="40"/>
                      <a:pt x="120" y="1"/>
                      <a:pt x="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349700" y="2378525"/>
                <a:ext cx="101075" cy="86750"/>
              </a:xfrm>
              <a:custGeom>
                <a:rect b="b" l="l" r="r" t="t"/>
                <a:pathLst>
                  <a:path extrusionOk="0" h="3470" w="4043">
                    <a:moveTo>
                      <a:pt x="1217" y="1"/>
                    </a:moveTo>
                    <a:cubicBezTo>
                      <a:pt x="1194" y="1"/>
                      <a:pt x="1171" y="4"/>
                      <a:pt x="1150" y="10"/>
                    </a:cubicBezTo>
                    <a:cubicBezTo>
                      <a:pt x="555" y="168"/>
                      <a:pt x="1" y="908"/>
                      <a:pt x="106" y="1198"/>
                    </a:cubicBezTo>
                    <a:cubicBezTo>
                      <a:pt x="265" y="1647"/>
                      <a:pt x="806" y="2453"/>
                      <a:pt x="965" y="2757"/>
                    </a:cubicBezTo>
                    <a:cubicBezTo>
                      <a:pt x="1071" y="2994"/>
                      <a:pt x="1189" y="3219"/>
                      <a:pt x="1335" y="3443"/>
                    </a:cubicBezTo>
                    <a:cubicBezTo>
                      <a:pt x="1431" y="3461"/>
                      <a:pt x="1524" y="3470"/>
                      <a:pt x="1615" y="3470"/>
                    </a:cubicBezTo>
                    <a:cubicBezTo>
                      <a:pt x="2387" y="3470"/>
                      <a:pt x="2976" y="2850"/>
                      <a:pt x="3342" y="2189"/>
                    </a:cubicBezTo>
                    <a:cubicBezTo>
                      <a:pt x="2959" y="1819"/>
                      <a:pt x="2735" y="1621"/>
                      <a:pt x="2735" y="1621"/>
                    </a:cubicBezTo>
                    <a:lnTo>
                      <a:pt x="2735" y="1621"/>
                    </a:lnTo>
                    <a:cubicBezTo>
                      <a:pt x="2867" y="1647"/>
                      <a:pt x="2985" y="1713"/>
                      <a:pt x="3091" y="1792"/>
                    </a:cubicBezTo>
                    <a:lnTo>
                      <a:pt x="3250" y="1938"/>
                    </a:lnTo>
                    <a:cubicBezTo>
                      <a:pt x="3523" y="2184"/>
                      <a:pt x="3707" y="2266"/>
                      <a:pt x="3828" y="2266"/>
                    </a:cubicBezTo>
                    <a:cubicBezTo>
                      <a:pt x="3888" y="2266"/>
                      <a:pt x="3932" y="2246"/>
                      <a:pt x="3963" y="2215"/>
                    </a:cubicBezTo>
                    <a:cubicBezTo>
                      <a:pt x="4042" y="2136"/>
                      <a:pt x="4042" y="2017"/>
                      <a:pt x="3963" y="1951"/>
                    </a:cubicBezTo>
                    <a:cubicBezTo>
                      <a:pt x="3659" y="1608"/>
                      <a:pt x="2985" y="842"/>
                      <a:pt x="2853" y="723"/>
                    </a:cubicBezTo>
                    <a:cubicBezTo>
                      <a:pt x="2550" y="485"/>
                      <a:pt x="2206" y="313"/>
                      <a:pt x="1850" y="221"/>
                    </a:cubicBezTo>
                    <a:cubicBezTo>
                      <a:pt x="1628" y="162"/>
                      <a:pt x="1395" y="1"/>
                      <a:pt x="1217" y="1"/>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238125" y="1997075"/>
                <a:ext cx="185225" cy="421650"/>
              </a:xfrm>
              <a:custGeom>
                <a:rect b="b" l="l" r="r" t="t"/>
                <a:pathLst>
                  <a:path extrusionOk="0" h="16866" w="7409">
                    <a:moveTo>
                      <a:pt x="5230" y="1"/>
                    </a:moveTo>
                    <a:lnTo>
                      <a:pt x="5151" y="67"/>
                    </a:lnTo>
                    <a:lnTo>
                      <a:pt x="5085" y="120"/>
                    </a:lnTo>
                    <a:lnTo>
                      <a:pt x="4952" y="225"/>
                    </a:lnTo>
                    <a:cubicBezTo>
                      <a:pt x="4873" y="291"/>
                      <a:pt x="4794" y="357"/>
                      <a:pt x="4715" y="437"/>
                    </a:cubicBezTo>
                    <a:cubicBezTo>
                      <a:pt x="4569" y="569"/>
                      <a:pt x="4424" y="714"/>
                      <a:pt x="4279" y="846"/>
                    </a:cubicBezTo>
                    <a:cubicBezTo>
                      <a:pt x="4002" y="1123"/>
                      <a:pt x="3724" y="1414"/>
                      <a:pt x="3460" y="1718"/>
                    </a:cubicBezTo>
                    <a:cubicBezTo>
                      <a:pt x="2932" y="2312"/>
                      <a:pt x="2443" y="2946"/>
                      <a:pt x="2007" y="3619"/>
                    </a:cubicBezTo>
                    <a:cubicBezTo>
                      <a:pt x="1558" y="4280"/>
                      <a:pt x="1175" y="4993"/>
                      <a:pt x="845" y="5733"/>
                    </a:cubicBezTo>
                    <a:cubicBezTo>
                      <a:pt x="674" y="6102"/>
                      <a:pt x="528" y="6472"/>
                      <a:pt x="396" y="6868"/>
                    </a:cubicBezTo>
                    <a:cubicBezTo>
                      <a:pt x="317" y="7053"/>
                      <a:pt x="264" y="7251"/>
                      <a:pt x="198" y="7449"/>
                    </a:cubicBezTo>
                    <a:cubicBezTo>
                      <a:pt x="172" y="7542"/>
                      <a:pt x="145" y="7647"/>
                      <a:pt x="119" y="7740"/>
                    </a:cubicBezTo>
                    <a:lnTo>
                      <a:pt x="106" y="7819"/>
                    </a:lnTo>
                    <a:lnTo>
                      <a:pt x="92" y="7859"/>
                    </a:lnTo>
                    <a:lnTo>
                      <a:pt x="79" y="7938"/>
                    </a:lnTo>
                    <a:cubicBezTo>
                      <a:pt x="40" y="8057"/>
                      <a:pt x="26" y="8176"/>
                      <a:pt x="13" y="8295"/>
                    </a:cubicBezTo>
                    <a:cubicBezTo>
                      <a:pt x="0" y="8400"/>
                      <a:pt x="0" y="8493"/>
                      <a:pt x="0" y="8598"/>
                    </a:cubicBezTo>
                    <a:cubicBezTo>
                      <a:pt x="0" y="8691"/>
                      <a:pt x="0" y="8783"/>
                      <a:pt x="13" y="8862"/>
                    </a:cubicBezTo>
                    <a:cubicBezTo>
                      <a:pt x="26" y="9008"/>
                      <a:pt x="53" y="9153"/>
                      <a:pt x="79" y="9311"/>
                    </a:cubicBezTo>
                    <a:cubicBezTo>
                      <a:pt x="132" y="9549"/>
                      <a:pt x="198" y="9787"/>
                      <a:pt x="277" y="10011"/>
                    </a:cubicBezTo>
                    <a:cubicBezTo>
                      <a:pt x="343" y="10236"/>
                      <a:pt x="423" y="10434"/>
                      <a:pt x="502" y="10632"/>
                    </a:cubicBezTo>
                    <a:cubicBezTo>
                      <a:pt x="581" y="10817"/>
                      <a:pt x="674" y="11002"/>
                      <a:pt x="753" y="11187"/>
                    </a:cubicBezTo>
                    <a:cubicBezTo>
                      <a:pt x="924" y="11543"/>
                      <a:pt x="1109" y="11887"/>
                      <a:pt x="1294" y="12217"/>
                    </a:cubicBezTo>
                    <a:cubicBezTo>
                      <a:pt x="1479" y="12560"/>
                      <a:pt x="1677" y="12877"/>
                      <a:pt x="1862" y="13194"/>
                    </a:cubicBezTo>
                    <a:cubicBezTo>
                      <a:pt x="2258" y="13841"/>
                      <a:pt x="2668" y="14462"/>
                      <a:pt x="3077" y="15070"/>
                    </a:cubicBezTo>
                    <a:cubicBezTo>
                      <a:pt x="3288" y="15373"/>
                      <a:pt x="3500" y="15664"/>
                      <a:pt x="3724" y="15968"/>
                    </a:cubicBezTo>
                    <a:cubicBezTo>
                      <a:pt x="3830" y="16113"/>
                      <a:pt x="3936" y="16271"/>
                      <a:pt x="4054" y="16417"/>
                    </a:cubicBezTo>
                    <a:lnTo>
                      <a:pt x="4213" y="16641"/>
                    </a:lnTo>
                    <a:lnTo>
                      <a:pt x="4385" y="16866"/>
                    </a:lnTo>
                    <a:lnTo>
                      <a:pt x="6630" y="15281"/>
                    </a:lnTo>
                    <a:lnTo>
                      <a:pt x="6498" y="15070"/>
                    </a:lnTo>
                    <a:lnTo>
                      <a:pt x="6352" y="14845"/>
                    </a:lnTo>
                    <a:lnTo>
                      <a:pt x="6088" y="14396"/>
                    </a:lnTo>
                    <a:cubicBezTo>
                      <a:pt x="5903" y="14092"/>
                      <a:pt x="5718" y="13788"/>
                      <a:pt x="5547" y="13498"/>
                    </a:cubicBezTo>
                    <a:cubicBezTo>
                      <a:pt x="5190" y="12890"/>
                      <a:pt x="4847" y="12283"/>
                      <a:pt x="4530" y="11675"/>
                    </a:cubicBezTo>
                    <a:cubicBezTo>
                      <a:pt x="4358" y="11372"/>
                      <a:pt x="4213" y="11068"/>
                      <a:pt x="4068" y="10764"/>
                    </a:cubicBezTo>
                    <a:cubicBezTo>
                      <a:pt x="3922" y="10474"/>
                      <a:pt x="3790" y="10170"/>
                      <a:pt x="3658" y="9866"/>
                    </a:cubicBezTo>
                    <a:cubicBezTo>
                      <a:pt x="3553" y="9602"/>
                      <a:pt x="3447" y="9325"/>
                      <a:pt x="3368" y="9034"/>
                    </a:cubicBezTo>
                    <a:cubicBezTo>
                      <a:pt x="3331" y="8936"/>
                      <a:pt x="3305" y="8838"/>
                      <a:pt x="3291" y="8729"/>
                    </a:cubicBezTo>
                    <a:lnTo>
                      <a:pt x="3291" y="8729"/>
                    </a:lnTo>
                    <a:lnTo>
                      <a:pt x="3302" y="8678"/>
                    </a:lnTo>
                    <a:cubicBezTo>
                      <a:pt x="3328" y="8612"/>
                      <a:pt x="3354" y="8545"/>
                      <a:pt x="3368" y="8466"/>
                    </a:cubicBezTo>
                    <a:cubicBezTo>
                      <a:pt x="3420" y="8321"/>
                      <a:pt x="3473" y="8176"/>
                      <a:pt x="3539" y="8030"/>
                    </a:cubicBezTo>
                    <a:cubicBezTo>
                      <a:pt x="3658" y="7753"/>
                      <a:pt x="3777" y="7463"/>
                      <a:pt x="3922" y="7185"/>
                    </a:cubicBezTo>
                    <a:cubicBezTo>
                      <a:pt x="4200" y="6631"/>
                      <a:pt x="4530" y="6089"/>
                      <a:pt x="4900" y="5574"/>
                    </a:cubicBezTo>
                    <a:cubicBezTo>
                      <a:pt x="5071" y="5310"/>
                      <a:pt x="5269" y="5059"/>
                      <a:pt x="5468" y="4808"/>
                    </a:cubicBezTo>
                    <a:cubicBezTo>
                      <a:pt x="5666" y="4557"/>
                      <a:pt x="5877" y="4306"/>
                      <a:pt x="6101" y="4082"/>
                    </a:cubicBezTo>
                    <a:cubicBezTo>
                      <a:pt x="6313" y="3844"/>
                      <a:pt x="6537" y="3606"/>
                      <a:pt x="6762" y="3395"/>
                    </a:cubicBezTo>
                    <a:cubicBezTo>
                      <a:pt x="6867" y="3276"/>
                      <a:pt x="6986" y="3170"/>
                      <a:pt x="7105" y="3065"/>
                    </a:cubicBezTo>
                    <a:lnTo>
                      <a:pt x="7264" y="2920"/>
                    </a:lnTo>
                    <a:lnTo>
                      <a:pt x="7343" y="2854"/>
                    </a:lnTo>
                    <a:lnTo>
                      <a:pt x="7409" y="2801"/>
                    </a:lnTo>
                    <a:lnTo>
                      <a:pt x="52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a:off x="390975" y="2093150"/>
                <a:ext cx="23150" cy="6975"/>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6"/>
              <p:cNvSpPr/>
              <p:nvPr/>
            </p:nvSpPr>
            <p:spPr>
              <a:xfrm>
                <a:off x="326600" y="2349625"/>
                <a:ext cx="61050" cy="42350"/>
              </a:xfrm>
              <a:custGeom>
                <a:rect b="b" l="l" r="r" t="t"/>
                <a:pathLst>
                  <a:path extrusionOk="0" h="1694" w="2442">
                    <a:moveTo>
                      <a:pt x="2308" y="1"/>
                    </a:moveTo>
                    <a:cubicBezTo>
                      <a:pt x="2296" y="1"/>
                      <a:pt x="2283" y="6"/>
                      <a:pt x="2272" y="17"/>
                    </a:cubicBezTo>
                    <a:lnTo>
                      <a:pt x="40" y="1549"/>
                    </a:lnTo>
                    <a:cubicBezTo>
                      <a:pt x="0" y="1575"/>
                      <a:pt x="0" y="1628"/>
                      <a:pt x="27" y="1667"/>
                    </a:cubicBezTo>
                    <a:cubicBezTo>
                      <a:pt x="40" y="1694"/>
                      <a:pt x="66" y="1694"/>
                      <a:pt x="93" y="1694"/>
                    </a:cubicBezTo>
                    <a:cubicBezTo>
                      <a:pt x="106" y="1694"/>
                      <a:pt x="132" y="1694"/>
                      <a:pt x="146" y="1681"/>
                    </a:cubicBezTo>
                    <a:lnTo>
                      <a:pt x="2364" y="162"/>
                    </a:lnTo>
                    <a:cubicBezTo>
                      <a:pt x="2441" y="118"/>
                      <a:pt x="2372" y="1"/>
                      <a:pt x="2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6"/>
              <p:cNvSpPr/>
              <p:nvPr/>
            </p:nvSpPr>
            <p:spPr>
              <a:xfrm>
                <a:off x="342500" y="2377950"/>
                <a:ext cx="22425" cy="29875"/>
              </a:xfrm>
              <a:custGeom>
                <a:rect b="b" l="l" r="r" t="t"/>
                <a:pathLst>
                  <a:path extrusionOk="0" h="1195" w="897">
                    <a:moveTo>
                      <a:pt x="116" y="0"/>
                    </a:moveTo>
                    <a:cubicBezTo>
                      <a:pt x="56" y="0"/>
                      <a:pt x="0" y="59"/>
                      <a:pt x="38" y="125"/>
                    </a:cubicBezTo>
                    <a:lnTo>
                      <a:pt x="725" y="1168"/>
                    </a:lnTo>
                    <a:cubicBezTo>
                      <a:pt x="751" y="1195"/>
                      <a:pt x="777" y="1195"/>
                      <a:pt x="804" y="1195"/>
                    </a:cubicBezTo>
                    <a:cubicBezTo>
                      <a:pt x="817" y="1195"/>
                      <a:pt x="830" y="1195"/>
                      <a:pt x="843" y="1182"/>
                    </a:cubicBezTo>
                    <a:cubicBezTo>
                      <a:pt x="883" y="1155"/>
                      <a:pt x="896" y="1102"/>
                      <a:pt x="870" y="1063"/>
                    </a:cubicBezTo>
                    <a:lnTo>
                      <a:pt x="183" y="33"/>
                    </a:lnTo>
                    <a:cubicBezTo>
                      <a:pt x="164" y="10"/>
                      <a:pt x="140"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360600" y="2379325"/>
                <a:ext cx="12250" cy="9950"/>
              </a:xfrm>
              <a:custGeom>
                <a:rect b="b" l="l" r="r" t="t"/>
                <a:pathLst>
                  <a:path extrusionOk="0" h="398" w="490">
                    <a:moveTo>
                      <a:pt x="277" y="1"/>
                    </a:moveTo>
                    <a:cubicBezTo>
                      <a:pt x="99" y="1"/>
                      <a:pt x="0" y="258"/>
                      <a:pt x="186" y="374"/>
                    </a:cubicBezTo>
                    <a:cubicBezTo>
                      <a:pt x="214" y="390"/>
                      <a:pt x="245" y="397"/>
                      <a:pt x="275" y="397"/>
                    </a:cubicBezTo>
                    <a:cubicBezTo>
                      <a:pt x="344" y="397"/>
                      <a:pt x="413" y="359"/>
                      <a:pt x="450" y="295"/>
                    </a:cubicBezTo>
                    <a:cubicBezTo>
                      <a:pt x="489" y="189"/>
                      <a:pt x="463" y="70"/>
                      <a:pt x="357" y="17"/>
                    </a:cubicBezTo>
                    <a:cubicBezTo>
                      <a:pt x="329" y="6"/>
                      <a:pt x="303" y="1"/>
                      <a:pt x="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57" name="Google Shape;4457;p66"/>
          <p:cNvSpPr/>
          <p:nvPr/>
        </p:nvSpPr>
        <p:spPr>
          <a:xfrm>
            <a:off x="3475500" y="4199000"/>
            <a:ext cx="2193000" cy="409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txBox="1"/>
          <p:nvPr>
            <p:ph type="ctrTitle"/>
          </p:nvPr>
        </p:nvSpPr>
        <p:spPr>
          <a:xfrm>
            <a:off x="3635275" y="4269350"/>
            <a:ext cx="1536900" cy="26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rPr>
              <a:t>for Teachers</a:t>
            </a:r>
            <a:endParaRPr b="1" sz="1800">
              <a:solidFill>
                <a:schemeClr val="lt1"/>
              </a:solidFill>
              <a:latin typeface="Balsamiq Sans"/>
              <a:ea typeface="Balsamiq Sans"/>
              <a:cs typeface="Balsamiq Sans"/>
              <a:sym typeface="Balsamiq Sans"/>
            </a:endParaRPr>
          </a:p>
        </p:txBody>
      </p:sp>
      <p:sp>
        <p:nvSpPr>
          <p:cNvPr id="4459" name="Google Shape;4459;p66">
            <a:hlinkClick action="ppaction://hlinkshowjump?jump=nextslide"/>
          </p:cNvPr>
          <p:cNvSpPr/>
          <p:nvPr/>
        </p:nvSpPr>
        <p:spPr>
          <a:xfrm>
            <a:off x="5296975" y="424670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a:hlinkClick action="ppaction://hlinkshowjump?jump=nextslide"/>
          </p:cNvPr>
          <p:cNvSpPr/>
          <p:nvPr/>
        </p:nvSpPr>
        <p:spPr>
          <a:xfrm>
            <a:off x="5377650" y="434705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9505844" y="2916304"/>
            <a:ext cx="167300" cy="1493618"/>
          </a:xfrm>
          <a:custGeom>
            <a:rect b="b" l="l" r="r" t="t"/>
            <a:pathLst>
              <a:path extrusionOk="0" h="34863" w="3905">
                <a:moveTo>
                  <a:pt x="1" y="1"/>
                </a:moveTo>
                <a:lnTo>
                  <a:pt x="2764" y="34862"/>
                </a:lnTo>
                <a:lnTo>
                  <a:pt x="3904" y="34862"/>
                </a:lnTo>
                <a:lnTo>
                  <a:pt x="39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9589473" y="3971901"/>
            <a:ext cx="52225" cy="438022"/>
          </a:xfrm>
          <a:custGeom>
            <a:rect b="b" l="l" r="r" t="t"/>
            <a:pathLst>
              <a:path extrusionOk="0" h="10224" w="1219">
                <a:moveTo>
                  <a:pt x="1" y="1"/>
                </a:moveTo>
                <a:lnTo>
                  <a:pt x="812" y="10223"/>
                </a:lnTo>
                <a:lnTo>
                  <a:pt x="1218" y="10223"/>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3" name="Google Shape;4463;p66"/>
          <p:cNvGrpSpPr/>
          <p:nvPr/>
        </p:nvGrpSpPr>
        <p:grpSpPr>
          <a:xfrm>
            <a:off x="6929921" y="2237269"/>
            <a:ext cx="3071592" cy="2219023"/>
            <a:chOff x="6929921" y="2237269"/>
            <a:chExt cx="3071592" cy="2219023"/>
          </a:xfrm>
        </p:grpSpPr>
        <p:grpSp>
          <p:nvGrpSpPr>
            <p:cNvPr id="4464" name="Google Shape;4464;p66"/>
            <p:cNvGrpSpPr/>
            <p:nvPr/>
          </p:nvGrpSpPr>
          <p:grpSpPr>
            <a:xfrm>
              <a:off x="6929921" y="2327691"/>
              <a:ext cx="3071592" cy="2128601"/>
              <a:chOff x="6701321" y="2327691"/>
              <a:chExt cx="3071592" cy="2128601"/>
            </a:xfrm>
          </p:grpSpPr>
          <p:sp>
            <p:nvSpPr>
              <p:cNvPr id="4465" name="Google Shape;4465;p66"/>
              <p:cNvSpPr/>
              <p:nvPr/>
            </p:nvSpPr>
            <p:spPr>
              <a:xfrm>
                <a:off x="6701321" y="4243502"/>
                <a:ext cx="3071592" cy="212790"/>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6834186" y="2839316"/>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6780376" y="2797116"/>
                <a:ext cx="755956" cy="119231"/>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7536289" y="2825264"/>
                <a:ext cx="2227082" cy="90269"/>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7536289" y="2916304"/>
                <a:ext cx="2136855" cy="548984"/>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6834186" y="2870805"/>
                <a:ext cx="702146" cy="15483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6"/>
            <p:cNvGrpSpPr/>
            <p:nvPr/>
          </p:nvGrpSpPr>
          <p:grpSpPr>
            <a:xfrm>
              <a:off x="7365593" y="2597779"/>
              <a:ext cx="701246" cy="232678"/>
              <a:chOff x="7138068" y="2592629"/>
              <a:chExt cx="701246" cy="232678"/>
            </a:xfrm>
          </p:grpSpPr>
          <p:sp>
            <p:nvSpPr>
              <p:cNvPr id="4502" name="Google Shape;4502;p66"/>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6"/>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6"/>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6"/>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6"/>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6"/>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66"/>
            <p:cNvGrpSpPr/>
            <p:nvPr/>
          </p:nvGrpSpPr>
          <p:grpSpPr>
            <a:xfrm>
              <a:off x="8204624" y="2237269"/>
              <a:ext cx="939375" cy="593169"/>
              <a:chOff x="8090324" y="2146794"/>
              <a:chExt cx="939375" cy="593169"/>
            </a:xfrm>
          </p:grpSpPr>
          <p:grpSp>
            <p:nvGrpSpPr>
              <p:cNvPr id="4513" name="Google Shape;4513;p66"/>
              <p:cNvGrpSpPr/>
              <p:nvPr/>
            </p:nvGrpSpPr>
            <p:grpSpPr>
              <a:xfrm>
                <a:off x="8090324" y="2146794"/>
                <a:ext cx="939375" cy="593169"/>
                <a:chOff x="8104224" y="2231332"/>
                <a:chExt cx="939375" cy="593169"/>
              </a:xfrm>
            </p:grpSpPr>
            <p:sp>
              <p:nvSpPr>
                <p:cNvPr id="4514" name="Google Shape;4514;p66"/>
                <p:cNvSpPr/>
                <p:nvPr/>
              </p:nvSpPr>
              <p:spPr>
                <a:xfrm>
                  <a:off x="8104224" y="2765032"/>
                  <a:ext cx="939375" cy="59469"/>
                </a:xfrm>
                <a:custGeom>
                  <a:rect b="b" l="l" r="r" t="t"/>
                  <a:pathLst>
                    <a:path extrusionOk="0" h="7335" w="115865">
                      <a:moveTo>
                        <a:pt x="2012" y="0"/>
                      </a:moveTo>
                      <a:cubicBezTo>
                        <a:pt x="917" y="0"/>
                        <a:pt x="1" y="917"/>
                        <a:pt x="1" y="2011"/>
                      </a:cubicBezTo>
                      <a:lnTo>
                        <a:pt x="1" y="5353"/>
                      </a:lnTo>
                      <a:cubicBezTo>
                        <a:pt x="1" y="6447"/>
                        <a:pt x="917" y="7334"/>
                        <a:pt x="2012" y="7334"/>
                      </a:cubicBezTo>
                      <a:lnTo>
                        <a:pt x="113854" y="7334"/>
                      </a:lnTo>
                      <a:cubicBezTo>
                        <a:pt x="114948" y="7334"/>
                        <a:pt x="115865" y="6447"/>
                        <a:pt x="115865" y="5353"/>
                      </a:cubicBezTo>
                      <a:lnTo>
                        <a:pt x="115865" y="2011"/>
                      </a:lnTo>
                      <a:cubicBezTo>
                        <a:pt x="115865" y="917"/>
                        <a:pt x="114948" y="0"/>
                        <a:pt x="113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6"/>
                <p:cNvSpPr/>
                <p:nvPr/>
              </p:nvSpPr>
              <p:spPr>
                <a:xfrm>
                  <a:off x="8104224" y="2802189"/>
                  <a:ext cx="939375" cy="22312"/>
                </a:xfrm>
                <a:custGeom>
                  <a:rect b="b" l="l" r="r" t="t"/>
                  <a:pathLst>
                    <a:path extrusionOk="0" h="2752" w="115865">
                      <a:moveTo>
                        <a:pt x="1" y="1"/>
                      </a:moveTo>
                      <a:lnTo>
                        <a:pt x="1" y="740"/>
                      </a:lnTo>
                      <a:cubicBezTo>
                        <a:pt x="1" y="1864"/>
                        <a:pt x="917" y="2751"/>
                        <a:pt x="2012" y="2751"/>
                      </a:cubicBezTo>
                      <a:lnTo>
                        <a:pt x="113854" y="2751"/>
                      </a:lnTo>
                      <a:cubicBezTo>
                        <a:pt x="114948" y="2751"/>
                        <a:pt x="115865" y="1864"/>
                        <a:pt x="115865" y="740"/>
                      </a:cubicBezTo>
                      <a:lnTo>
                        <a:pt x="1158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8158884" y="2249432"/>
                  <a:ext cx="822854" cy="497509"/>
                </a:xfrm>
                <a:custGeom>
                  <a:rect b="b" l="l" r="r" t="t"/>
                  <a:pathLst>
                    <a:path extrusionOk="0" h="61364" w="101493">
                      <a:moveTo>
                        <a:pt x="2780" y="0"/>
                      </a:moveTo>
                      <a:cubicBezTo>
                        <a:pt x="1243" y="0"/>
                        <a:pt x="1" y="1361"/>
                        <a:pt x="1" y="3017"/>
                      </a:cubicBezTo>
                      <a:lnTo>
                        <a:pt x="1" y="61363"/>
                      </a:lnTo>
                      <a:lnTo>
                        <a:pt x="101493" y="61363"/>
                      </a:lnTo>
                      <a:lnTo>
                        <a:pt x="101493" y="3017"/>
                      </a:lnTo>
                      <a:cubicBezTo>
                        <a:pt x="101493" y="1361"/>
                        <a:pt x="100251" y="0"/>
                        <a:pt x="987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6"/>
                <p:cNvSpPr/>
                <p:nvPr/>
              </p:nvSpPr>
              <p:spPr>
                <a:xfrm>
                  <a:off x="8391691" y="2273523"/>
                  <a:ext cx="556247" cy="447396"/>
                </a:xfrm>
                <a:custGeom>
                  <a:rect b="b" l="l" r="r" t="t"/>
                  <a:pathLst>
                    <a:path extrusionOk="0" h="55183" w="68609">
                      <a:moveTo>
                        <a:pt x="35813" y="1"/>
                      </a:moveTo>
                      <a:lnTo>
                        <a:pt x="1" y="55183"/>
                      </a:lnTo>
                      <a:lnTo>
                        <a:pt x="68609" y="55183"/>
                      </a:lnTo>
                      <a:lnTo>
                        <a:pt x="68609" y="2721"/>
                      </a:lnTo>
                      <a:cubicBezTo>
                        <a:pt x="68609" y="1213"/>
                        <a:pt x="67574" y="1"/>
                        <a:pt x="66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6"/>
                <p:cNvSpPr/>
                <p:nvPr/>
              </p:nvSpPr>
              <p:spPr>
                <a:xfrm>
                  <a:off x="8155050" y="2231332"/>
                  <a:ext cx="830532" cy="533709"/>
                </a:xfrm>
                <a:custGeom>
                  <a:rect b="b" l="l" r="r" t="t"/>
                  <a:pathLst>
                    <a:path extrusionOk="0" h="65829" w="102440">
                      <a:moveTo>
                        <a:pt x="96821" y="5589"/>
                      </a:moveTo>
                      <a:lnTo>
                        <a:pt x="96821" y="60269"/>
                      </a:lnTo>
                      <a:lnTo>
                        <a:pt x="5590" y="60269"/>
                      </a:lnTo>
                      <a:lnTo>
                        <a:pt x="5590" y="5589"/>
                      </a:lnTo>
                      <a:close/>
                      <a:moveTo>
                        <a:pt x="799" y="0"/>
                      </a:moveTo>
                      <a:cubicBezTo>
                        <a:pt x="356" y="0"/>
                        <a:pt x="1" y="355"/>
                        <a:pt x="1" y="798"/>
                      </a:cubicBezTo>
                      <a:lnTo>
                        <a:pt x="1" y="65030"/>
                      </a:lnTo>
                      <a:cubicBezTo>
                        <a:pt x="1" y="65473"/>
                        <a:pt x="356" y="65828"/>
                        <a:pt x="799" y="65828"/>
                      </a:cubicBezTo>
                      <a:lnTo>
                        <a:pt x="101641" y="65828"/>
                      </a:lnTo>
                      <a:cubicBezTo>
                        <a:pt x="102055" y="65828"/>
                        <a:pt x="102439" y="65473"/>
                        <a:pt x="102439" y="65030"/>
                      </a:cubicBezTo>
                      <a:lnTo>
                        <a:pt x="102439" y="798"/>
                      </a:lnTo>
                      <a:cubicBezTo>
                        <a:pt x="102439" y="355"/>
                        <a:pt x="102055" y="0"/>
                        <a:pt x="1016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66"/>
              <p:cNvSpPr/>
              <p:nvPr/>
            </p:nvSpPr>
            <p:spPr>
              <a:xfrm>
                <a:off x="8502213" y="2678907"/>
                <a:ext cx="115572" cy="14391"/>
              </a:xfrm>
              <a:custGeom>
                <a:rect b="b" l="l" r="r" t="t"/>
                <a:pathLst>
                  <a:path extrusionOk="0" h="1775" w="14255">
                    <a:moveTo>
                      <a:pt x="888" y="0"/>
                    </a:moveTo>
                    <a:cubicBezTo>
                      <a:pt x="385" y="0"/>
                      <a:pt x="1" y="414"/>
                      <a:pt x="1" y="887"/>
                    </a:cubicBezTo>
                    <a:cubicBezTo>
                      <a:pt x="1" y="1360"/>
                      <a:pt x="385" y="1775"/>
                      <a:pt x="888" y="1775"/>
                    </a:cubicBezTo>
                    <a:lnTo>
                      <a:pt x="13368" y="1775"/>
                    </a:lnTo>
                    <a:cubicBezTo>
                      <a:pt x="13870" y="1775"/>
                      <a:pt x="14255" y="1360"/>
                      <a:pt x="14255" y="887"/>
                    </a:cubicBezTo>
                    <a:cubicBezTo>
                      <a:pt x="14255" y="414"/>
                      <a:pt x="13870" y="0"/>
                      <a:pt x="13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360"/>
                                        </p:tgtEl>
                                        <p:attrNameLst>
                                          <p:attrName>style.visibility</p:attrName>
                                        </p:attrNameLst>
                                      </p:cBhvr>
                                      <p:to>
                                        <p:strVal val="visible"/>
                                      </p:to>
                                    </p:set>
                                    <p:animEffect filter="fade" transition="in">
                                      <p:cBhvr>
                                        <p:cTn dur="1000"/>
                                        <p:tgtEl>
                                          <p:spTgt spid="436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463"/>
                                        </p:tgtEl>
                                        <p:attrNameLst>
                                          <p:attrName>style.visibility</p:attrName>
                                        </p:attrNameLst>
                                      </p:cBhvr>
                                      <p:to>
                                        <p:strVal val="visible"/>
                                      </p:to>
                                    </p:set>
                                    <p:animEffect filter="fade" transition="in">
                                      <p:cBhvr>
                                        <p:cTn dur="1000"/>
                                        <p:tgtEl>
                                          <p:spTgt spid="446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362"/>
                                        </p:tgtEl>
                                        <p:attrNameLst>
                                          <p:attrName>style.visibility</p:attrName>
                                        </p:attrNameLst>
                                      </p:cBhvr>
                                      <p:to>
                                        <p:strVal val="visible"/>
                                      </p:to>
                                    </p:set>
                                    <p:animEffect filter="fade" transition="in">
                                      <p:cBhvr>
                                        <p:cTn dur="1000"/>
                                        <p:tgtEl>
                                          <p:spTgt spid="43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3" name="Shape 4523"/>
        <p:cNvGrpSpPr/>
        <p:nvPr/>
      </p:nvGrpSpPr>
      <p:grpSpPr>
        <a:xfrm>
          <a:off x="0" y="0"/>
          <a:ext cx="0" cy="0"/>
          <a:chOff x="0" y="0"/>
          <a:chExt cx="0" cy="0"/>
        </a:xfrm>
      </p:grpSpPr>
      <p:sp>
        <p:nvSpPr>
          <p:cNvPr id="4524" name="Google Shape;4524;p67"/>
          <p:cNvSpPr/>
          <p:nvPr/>
        </p:nvSpPr>
        <p:spPr>
          <a:xfrm>
            <a:off x="720000" y="1587378"/>
            <a:ext cx="7704000" cy="2286000"/>
          </a:xfrm>
          <a:prstGeom prst="roundRect">
            <a:avLst>
              <a:gd fmla="val 7972"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525" name="Google Shape;4525;p67"/>
          <p:cNvGraphicFramePr/>
          <p:nvPr/>
        </p:nvGraphicFramePr>
        <p:xfrm>
          <a:off x="720000" y="1587350"/>
          <a:ext cx="3000000" cy="3000000"/>
        </p:xfrm>
        <a:graphic>
          <a:graphicData uri="http://schemas.openxmlformats.org/drawingml/2006/table">
            <a:tbl>
              <a:tblPr>
                <a:noFill/>
                <a:tableStyleId>{F350DAE5-CD21-4FBE-827A-FA60B65FDEA6}</a:tableStyleId>
              </a:tblPr>
              <a:tblGrid>
                <a:gridCol w="2416425"/>
                <a:gridCol w="5287575"/>
              </a:tblGrid>
              <a:tr h="381000">
                <a:tc>
                  <a:txBody>
                    <a:bodyPr/>
                    <a:lstStyle/>
                    <a:p>
                      <a:pPr indent="0" lvl="0" marL="0" rtl="0" algn="l">
                        <a:spcBef>
                          <a:spcPts val="0"/>
                        </a:spcBef>
                        <a:spcAft>
                          <a:spcPts val="0"/>
                        </a:spcAft>
                        <a:buNone/>
                      </a:pPr>
                      <a:r>
                        <a:rPr b="1" lang="en" sz="1000">
                          <a:solidFill>
                            <a:schemeClr val="lt1"/>
                          </a:solidFill>
                          <a:uFill>
                            <a:noFill/>
                          </a:uFill>
                          <a:latin typeface="Open Sans"/>
                          <a:ea typeface="Open Sans"/>
                          <a:cs typeface="Open Sans"/>
                          <a:sym typeface="Open Sans"/>
                          <a:hlinkClick action="ppaction://hlinksldjump" r:id="rId3">
                            <a:extLst>
                              <a:ext uri="{A12FA001-AC4F-418D-AE19-62706E023703}">
                                <ahyp:hlinkClr val="tx"/>
                              </a:ext>
                            </a:extLst>
                          </a:hlinkClick>
                        </a:rPr>
                        <a:t>Fonts</a:t>
                      </a:r>
                      <a:endParaRPr b="1"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To view this template correctly in PowerPoint, download and install the fonts we used</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l">
                        <a:spcBef>
                          <a:spcPts val="0"/>
                        </a:spcBef>
                        <a:spcAft>
                          <a:spcPts val="0"/>
                        </a:spcAft>
                        <a:buNone/>
                      </a:pPr>
                      <a:r>
                        <a:rPr b="1" lang="en" sz="1000">
                          <a:solidFill>
                            <a:schemeClr val="lt1"/>
                          </a:solidFill>
                          <a:uFill>
                            <a:noFill/>
                          </a:uFill>
                          <a:latin typeface="Open Sans"/>
                          <a:ea typeface="Open Sans"/>
                          <a:cs typeface="Open Sans"/>
                          <a:sym typeface="Open Sans"/>
                          <a:hlinkClick action="ppaction://hlinksldjump" r:id="rId4">
                            <a:extLst>
                              <a:ext uri="{A12FA001-AC4F-418D-AE19-62706E023703}">
                                <ahyp:hlinkClr val="tx"/>
                              </a:ext>
                            </a:extLst>
                          </a:hlinkClick>
                        </a:rPr>
                        <a:t>Used</a:t>
                      </a:r>
                      <a:r>
                        <a:rPr b="1" lang="en" sz="1000">
                          <a:solidFill>
                            <a:schemeClr val="lt1"/>
                          </a:solidFill>
                          <a:latin typeface="Open Sans"/>
                          <a:ea typeface="Open Sans"/>
                          <a:cs typeface="Open Sans"/>
                          <a:sym typeface="Open Sans"/>
                        </a:rPr>
                        <a:t> and </a:t>
                      </a:r>
                      <a:r>
                        <a:rPr b="1" lang="en" sz="1000">
                          <a:solidFill>
                            <a:schemeClr val="lt1"/>
                          </a:solidFill>
                          <a:uFill>
                            <a:noFill/>
                          </a:uFill>
                          <a:latin typeface="Open Sans"/>
                          <a:ea typeface="Open Sans"/>
                          <a:cs typeface="Open Sans"/>
                          <a:sym typeface="Open Sans"/>
                          <a:hlinkClick action="ppaction://hlinksldjump" r:id="rId5">
                            <a:extLst>
                              <a:ext uri="{A12FA001-AC4F-418D-AE19-62706E023703}">
                                <ahyp:hlinkClr val="tx"/>
                              </a:ext>
                            </a:extLst>
                          </a:hlinkClick>
                        </a:rPr>
                        <a:t>alternative resources</a:t>
                      </a:r>
                      <a:endParaRPr b="1"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An assortment of graphic resources that are suitable for use in this presentation</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l">
                        <a:spcBef>
                          <a:spcPts val="0"/>
                        </a:spcBef>
                        <a:spcAft>
                          <a:spcPts val="0"/>
                        </a:spcAft>
                        <a:buNone/>
                      </a:pPr>
                      <a:r>
                        <a:rPr b="1" lang="en" sz="1000">
                          <a:solidFill>
                            <a:schemeClr val="lt1"/>
                          </a:solidFill>
                          <a:uFill>
                            <a:noFill/>
                          </a:uFill>
                          <a:latin typeface="Open Sans"/>
                          <a:ea typeface="Open Sans"/>
                          <a:cs typeface="Open Sans"/>
                          <a:sym typeface="Open Sans"/>
                          <a:hlinkClick action="ppaction://hlinksldjump" r:id="rId6">
                            <a:extLst>
                              <a:ext uri="{A12FA001-AC4F-418D-AE19-62706E023703}">
                                <ahyp:hlinkClr val="tx"/>
                              </a:ext>
                            </a:extLst>
                          </a:hlinkClick>
                        </a:rPr>
                        <a:t>Thanks slide</a:t>
                      </a:r>
                      <a:endParaRPr b="1"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You must keep it so that proper credits for our design are given</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l">
                        <a:spcBef>
                          <a:spcPts val="0"/>
                        </a:spcBef>
                        <a:spcAft>
                          <a:spcPts val="0"/>
                        </a:spcAft>
                        <a:buNone/>
                      </a:pPr>
                      <a:r>
                        <a:rPr b="1" lang="en" sz="1000">
                          <a:solidFill>
                            <a:schemeClr val="lt1"/>
                          </a:solidFill>
                          <a:uFill>
                            <a:noFill/>
                          </a:uFill>
                          <a:latin typeface="Open Sans"/>
                          <a:ea typeface="Open Sans"/>
                          <a:cs typeface="Open Sans"/>
                          <a:sym typeface="Open Sans"/>
                          <a:hlinkClick action="ppaction://hlinksldjump" r:id="rId7">
                            <a:extLst>
                              <a:ext uri="{A12FA001-AC4F-418D-AE19-62706E023703}">
                                <ahyp:hlinkClr val="tx"/>
                              </a:ext>
                            </a:extLst>
                          </a:hlinkClick>
                        </a:rPr>
                        <a:t>Colors</a:t>
                      </a:r>
                      <a:endParaRPr b="1"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All the colors used in this presentatio</a:t>
                      </a:r>
                      <a:r>
                        <a:rPr lang="en" sz="1000">
                          <a:solidFill>
                            <a:schemeClr val="lt1"/>
                          </a:solidFill>
                          <a:latin typeface="Open Sans"/>
                          <a:ea typeface="Open Sans"/>
                          <a:cs typeface="Open Sans"/>
                          <a:sym typeface="Open Sans"/>
                        </a:rPr>
                        <a:t>n</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l">
                        <a:spcBef>
                          <a:spcPts val="0"/>
                        </a:spcBef>
                        <a:spcAft>
                          <a:spcPts val="0"/>
                        </a:spcAft>
                        <a:buNone/>
                      </a:pPr>
                      <a:r>
                        <a:rPr b="1" lang="en" sz="1000">
                          <a:solidFill>
                            <a:schemeClr val="lt1"/>
                          </a:solidFill>
                          <a:uFill>
                            <a:noFill/>
                          </a:uFill>
                          <a:latin typeface="Open Sans"/>
                          <a:ea typeface="Open Sans"/>
                          <a:cs typeface="Open Sans"/>
                          <a:sym typeface="Open Sans"/>
                          <a:hlinkClick action="ppaction://hlinksldjump" r:id="rId8">
                            <a:extLst>
                              <a:ext uri="{A12FA001-AC4F-418D-AE19-62706E023703}">
                                <ahyp:hlinkClr val="tx"/>
                              </a:ext>
                            </a:extLst>
                          </a:hlinkClick>
                        </a:rPr>
                        <a:t>Infographic resources</a:t>
                      </a:r>
                      <a:endParaRPr b="1"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These can be used in the template, and their size and color can be edited</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81000">
                <a:tc>
                  <a:txBody>
                    <a:bodyPr/>
                    <a:lstStyle/>
                    <a:p>
                      <a:pPr indent="0" lvl="0" marL="0" rtl="0" algn="l">
                        <a:spcBef>
                          <a:spcPts val="0"/>
                        </a:spcBef>
                        <a:spcAft>
                          <a:spcPts val="0"/>
                        </a:spcAft>
                        <a:buNone/>
                      </a:pPr>
                      <a:r>
                        <a:rPr b="1" lang="en" sz="1000">
                          <a:solidFill>
                            <a:schemeClr val="lt1"/>
                          </a:solidFill>
                          <a:uFill>
                            <a:noFill/>
                          </a:uFill>
                          <a:latin typeface="Open Sans"/>
                          <a:ea typeface="Open Sans"/>
                          <a:cs typeface="Open Sans"/>
                          <a:sym typeface="Open Sans"/>
                          <a:hlinkClick action="ppaction://hlinksldjump" r:id="rId9">
                            <a:extLst>
                              <a:ext uri="{A12FA001-AC4F-418D-AE19-62706E023703}">
                                <ahyp:hlinkClr val="tx"/>
                              </a:ext>
                            </a:extLst>
                          </a:hlinkClick>
                        </a:rPr>
                        <a:t>Customizable icons</a:t>
                      </a:r>
                      <a:endParaRPr b="1"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They are sorted by theme so you can use them in all kinds of presentations</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sp>
        <p:nvSpPr>
          <p:cNvPr id="4526" name="Google Shape;4526;p6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4527" name="Google Shape;4527;p67"/>
          <p:cNvSpPr txBox="1"/>
          <p:nvPr>
            <p:ph idx="4294967295" type="subTitle"/>
          </p:nvPr>
        </p:nvSpPr>
        <p:spPr>
          <a:xfrm>
            <a:off x="720000" y="1137500"/>
            <a:ext cx="77040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000"/>
              <a:t>This is a slide structure based on a workshop presentation</a:t>
            </a:r>
            <a:endParaRPr b="1" sz="1000"/>
          </a:p>
          <a:p>
            <a:pPr indent="0" lvl="0" marL="0" rtl="0" algn="ctr">
              <a:spcBef>
                <a:spcPts val="0"/>
              </a:spcBef>
              <a:spcAft>
                <a:spcPts val="0"/>
              </a:spcAft>
              <a:buNone/>
            </a:pPr>
            <a:r>
              <a:rPr lang="en" sz="1000"/>
              <a:t>You can delete this slide when you’re done editing the presentation</a:t>
            </a:r>
            <a:endParaRPr sz="1000"/>
          </a:p>
        </p:txBody>
      </p:sp>
      <p:sp>
        <p:nvSpPr>
          <p:cNvPr id="4528" name="Google Shape;4528;p67"/>
          <p:cNvSpPr txBox="1"/>
          <p:nvPr/>
        </p:nvSpPr>
        <p:spPr>
          <a:xfrm>
            <a:off x="1284638" y="3960800"/>
            <a:ext cx="3327600" cy="34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For more info:</a:t>
            </a:r>
            <a:br>
              <a:rPr b="1" lang="en" sz="1000">
                <a:solidFill>
                  <a:schemeClr val="dk1"/>
                </a:solidFill>
                <a:latin typeface="Open Sans"/>
                <a:ea typeface="Open Sans"/>
                <a:cs typeface="Open Sans"/>
                <a:sym typeface="Open Sans"/>
              </a:rPr>
            </a:br>
            <a:r>
              <a:rPr b="1" lang="en" sz="1000">
                <a:solidFill>
                  <a:schemeClr val="dk1"/>
                </a:solidFill>
                <a:uFill>
                  <a:noFill/>
                </a:uFill>
                <a:latin typeface="Open Sans"/>
                <a:ea typeface="Open Sans"/>
                <a:cs typeface="Open Sans"/>
                <a:sym typeface="Open Sans"/>
                <a:hlinkClick r:id="rId10">
                  <a:extLst>
                    <a:ext uri="{A12FA001-AC4F-418D-AE19-62706E023703}">
                      <ahyp:hlinkClr val="tx"/>
                    </a:ext>
                  </a:extLst>
                </a:hlinkClick>
              </a:rPr>
              <a:t>SLIDESGO </a:t>
            </a:r>
            <a:r>
              <a:rPr b="1" lang="en" sz="1000">
                <a:solidFill>
                  <a:schemeClr val="dk1"/>
                </a:solidFill>
                <a:latin typeface="Open Sans"/>
                <a:ea typeface="Open Sans"/>
                <a:cs typeface="Open Sans"/>
                <a:sym typeface="Open Sans"/>
              </a:rPr>
              <a:t> |  </a:t>
            </a:r>
            <a:r>
              <a:rPr b="1" lang="en" sz="1000">
                <a:solidFill>
                  <a:schemeClr val="dk1"/>
                </a:solidFill>
                <a:uFill>
                  <a:noFill/>
                </a:uFill>
                <a:latin typeface="Open Sans"/>
                <a:ea typeface="Open Sans"/>
                <a:cs typeface="Open Sans"/>
                <a:sym typeface="Open Sans"/>
                <a:hlinkClick r:id="rId11">
                  <a:extLst>
                    <a:ext uri="{A12FA001-AC4F-418D-AE19-62706E023703}">
                      <ahyp:hlinkClr val="tx"/>
                    </a:ext>
                  </a:extLst>
                </a:hlinkClick>
              </a:rPr>
              <a:t>SLIDESGO SCHOOL</a:t>
            </a:r>
            <a:r>
              <a:rPr b="1" lang="en" sz="1000">
                <a:solidFill>
                  <a:schemeClr val="dk1"/>
                </a:solidFill>
                <a:latin typeface="Open Sans"/>
                <a:ea typeface="Open Sans"/>
                <a:cs typeface="Open Sans"/>
                <a:sym typeface="Open Sans"/>
              </a:rPr>
              <a:t>  |  </a:t>
            </a:r>
            <a:r>
              <a:rPr b="1" lang="en" sz="1000">
                <a:solidFill>
                  <a:schemeClr val="dk1"/>
                </a:solidFill>
                <a:uFill>
                  <a:noFill/>
                </a:uFill>
                <a:latin typeface="Open Sans"/>
                <a:ea typeface="Open Sans"/>
                <a:cs typeface="Open Sans"/>
                <a:sym typeface="Open Sans"/>
                <a:hlinkClick r:id="rId12">
                  <a:extLst>
                    <a:ext uri="{A12FA001-AC4F-418D-AE19-62706E023703}">
                      <ahyp:hlinkClr val="tx"/>
                    </a:ext>
                  </a:extLst>
                </a:hlinkClick>
              </a:rPr>
              <a:t>FAQS</a:t>
            </a:r>
            <a:endParaRPr sz="1000">
              <a:solidFill>
                <a:schemeClr val="dk1"/>
              </a:solidFill>
              <a:latin typeface="Open Sans"/>
              <a:ea typeface="Open Sans"/>
              <a:cs typeface="Open Sans"/>
              <a:sym typeface="Open Sans"/>
            </a:endParaRPr>
          </a:p>
        </p:txBody>
      </p:sp>
      <p:sp>
        <p:nvSpPr>
          <p:cNvPr id="4529" name="Google Shape;4529;p67"/>
          <p:cNvSpPr txBox="1"/>
          <p:nvPr/>
        </p:nvSpPr>
        <p:spPr>
          <a:xfrm>
            <a:off x="4531762" y="3960800"/>
            <a:ext cx="3327600" cy="34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You can visit our sister projects:</a:t>
            </a:r>
            <a:br>
              <a:rPr lang="en" sz="1000">
                <a:solidFill>
                  <a:schemeClr val="dk1"/>
                </a:solidFill>
                <a:latin typeface="Open Sans"/>
                <a:ea typeface="Open Sans"/>
                <a:cs typeface="Open Sans"/>
                <a:sym typeface="Open Sans"/>
              </a:rPr>
            </a:br>
            <a:r>
              <a:rPr b="1" lang="en" sz="1000">
                <a:solidFill>
                  <a:schemeClr val="dk1"/>
                </a:solidFill>
                <a:uFill>
                  <a:noFill/>
                </a:uFill>
                <a:latin typeface="Open Sans"/>
                <a:ea typeface="Open Sans"/>
                <a:cs typeface="Open Sans"/>
                <a:sym typeface="Open Sans"/>
                <a:hlinkClick r:id="rId13">
                  <a:extLst>
                    <a:ext uri="{A12FA001-AC4F-418D-AE19-62706E023703}">
                      <ahyp:hlinkClr val="tx"/>
                    </a:ext>
                  </a:extLst>
                </a:hlinkClick>
              </a:rPr>
              <a:t>FREEPIK</a:t>
            </a:r>
            <a:r>
              <a:rPr b="1" lang="en" sz="1000">
                <a:solidFill>
                  <a:schemeClr val="dk1"/>
                </a:solidFill>
                <a:latin typeface="Open Sans"/>
                <a:ea typeface="Open Sans"/>
                <a:cs typeface="Open Sans"/>
                <a:sym typeface="Open Sans"/>
              </a:rPr>
              <a:t> | </a:t>
            </a:r>
            <a:r>
              <a:rPr b="1" lang="en" sz="1000">
                <a:solidFill>
                  <a:schemeClr val="dk1"/>
                </a:solidFill>
                <a:uFill>
                  <a:noFill/>
                </a:uFill>
                <a:latin typeface="Open Sans"/>
                <a:ea typeface="Open Sans"/>
                <a:cs typeface="Open Sans"/>
                <a:sym typeface="Open Sans"/>
                <a:hlinkClick r:id="rId14">
                  <a:extLst>
                    <a:ext uri="{A12FA001-AC4F-418D-AE19-62706E023703}">
                      <ahyp:hlinkClr val="tx"/>
                    </a:ext>
                  </a:extLst>
                </a:hlinkClick>
              </a:rPr>
              <a:t>FLATICON</a:t>
            </a:r>
            <a:r>
              <a:rPr b="1" lang="en" sz="1000">
                <a:solidFill>
                  <a:schemeClr val="dk1"/>
                </a:solidFill>
                <a:latin typeface="Open Sans"/>
                <a:ea typeface="Open Sans"/>
                <a:cs typeface="Open Sans"/>
                <a:sym typeface="Open Sans"/>
              </a:rPr>
              <a:t> | </a:t>
            </a:r>
            <a:r>
              <a:rPr b="1" lang="en" sz="1000">
                <a:solidFill>
                  <a:schemeClr val="dk1"/>
                </a:solidFill>
                <a:uFill>
                  <a:noFill/>
                </a:uFill>
                <a:latin typeface="Open Sans"/>
                <a:ea typeface="Open Sans"/>
                <a:cs typeface="Open Sans"/>
                <a:sym typeface="Open Sans"/>
                <a:hlinkClick r:id="rId15">
                  <a:extLst>
                    <a:ext uri="{A12FA001-AC4F-418D-AE19-62706E023703}">
                      <ahyp:hlinkClr val="tx"/>
                    </a:ext>
                  </a:extLst>
                </a:hlinkClick>
              </a:rPr>
              <a:t>STORYSET</a:t>
            </a:r>
            <a:r>
              <a:rPr b="1" lang="en" sz="1000">
                <a:solidFill>
                  <a:schemeClr val="dk1"/>
                </a:solidFill>
                <a:latin typeface="Open Sans"/>
                <a:ea typeface="Open Sans"/>
                <a:cs typeface="Open Sans"/>
                <a:sym typeface="Open Sans"/>
              </a:rPr>
              <a:t> | </a:t>
            </a:r>
            <a:r>
              <a:rPr b="1" lang="en" sz="1000">
                <a:solidFill>
                  <a:schemeClr val="dk1"/>
                </a:solidFill>
                <a:uFill>
                  <a:noFill/>
                </a:uFill>
                <a:latin typeface="Open Sans"/>
                <a:ea typeface="Open Sans"/>
                <a:cs typeface="Open Sans"/>
                <a:sym typeface="Open Sans"/>
                <a:hlinkClick r:id="rId16">
                  <a:extLst>
                    <a:ext uri="{A12FA001-AC4F-418D-AE19-62706E023703}">
                      <ahyp:hlinkClr val="tx"/>
                    </a:ext>
                  </a:extLst>
                </a:hlinkClick>
              </a:rPr>
              <a:t>WEPIK </a:t>
            </a:r>
            <a:r>
              <a:rPr b="1" lang="en" sz="1000">
                <a:solidFill>
                  <a:schemeClr val="dk1"/>
                </a:solidFill>
                <a:latin typeface="Open Sans"/>
                <a:ea typeface="Open Sans"/>
                <a:cs typeface="Open Sans"/>
                <a:sym typeface="Open Sans"/>
              </a:rPr>
              <a:t>| </a:t>
            </a:r>
            <a:r>
              <a:rPr b="1" lang="en" sz="1000">
                <a:solidFill>
                  <a:schemeClr val="dk1"/>
                </a:solidFill>
                <a:uFill>
                  <a:noFill/>
                </a:uFill>
                <a:latin typeface="Open Sans"/>
                <a:ea typeface="Open Sans"/>
                <a:cs typeface="Open Sans"/>
                <a:sym typeface="Open Sans"/>
                <a:hlinkClick r:id="rId17">
                  <a:extLst>
                    <a:ext uri="{A12FA001-AC4F-418D-AE19-62706E023703}">
                      <ahyp:hlinkClr val="tx"/>
                    </a:ext>
                  </a:extLst>
                </a:hlinkClick>
              </a:rPr>
              <a:t>VIDFY</a:t>
            </a:r>
            <a:endParaRPr sz="1000">
              <a:solidFill>
                <a:schemeClr val="dk1"/>
              </a:solidFill>
              <a:latin typeface="Open Sans"/>
              <a:ea typeface="Open Sans"/>
              <a:cs typeface="Open Sans"/>
              <a:sym typeface="Open Sans"/>
            </a:endParaRPr>
          </a:p>
        </p:txBody>
      </p:sp>
      <p:sp>
        <p:nvSpPr>
          <p:cNvPr id="4530" name="Google Shape;4530;p67">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7">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7">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7" name="Shape 4537"/>
        <p:cNvGrpSpPr/>
        <p:nvPr/>
      </p:nvGrpSpPr>
      <p:grpSpPr>
        <a:xfrm>
          <a:off x="0" y="0"/>
          <a:ext cx="0" cy="0"/>
          <a:chOff x="0" y="0"/>
          <a:chExt cx="0" cy="0"/>
        </a:xfrm>
      </p:grpSpPr>
      <p:sp>
        <p:nvSpPr>
          <p:cNvPr id="4538" name="Google Shape;4538;p68"/>
          <p:cNvSpPr/>
          <p:nvPr/>
        </p:nvSpPr>
        <p:spPr>
          <a:xfrm>
            <a:off x="720000" y="324600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8"/>
          <p:cNvSpPr/>
          <p:nvPr/>
        </p:nvSpPr>
        <p:spPr>
          <a:xfrm>
            <a:off x="3406250" y="324600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8"/>
          <p:cNvSpPr/>
          <p:nvPr/>
        </p:nvSpPr>
        <p:spPr>
          <a:xfrm>
            <a:off x="6092500" y="324600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8"/>
          <p:cNvSpPr/>
          <p:nvPr/>
        </p:nvSpPr>
        <p:spPr>
          <a:xfrm>
            <a:off x="6092500" y="17086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8"/>
          <p:cNvSpPr/>
          <p:nvPr/>
        </p:nvSpPr>
        <p:spPr>
          <a:xfrm>
            <a:off x="3406250" y="17086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8"/>
          <p:cNvSpPr/>
          <p:nvPr/>
        </p:nvSpPr>
        <p:spPr>
          <a:xfrm>
            <a:off x="720000" y="17086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8">
            <a:hlinkClick action="ppaction://hlinksldjump" r:id="rId3"/>
          </p:cNvPr>
          <p:cNvSpPr/>
          <p:nvPr/>
        </p:nvSpPr>
        <p:spPr>
          <a:xfrm>
            <a:off x="2541475" y="1756375"/>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8">
            <a:hlinkClick action="ppaction://hlinksldjump" r:id="rId4"/>
          </p:cNvPr>
          <p:cNvSpPr/>
          <p:nvPr/>
        </p:nvSpPr>
        <p:spPr>
          <a:xfrm>
            <a:off x="2622150" y="1856725"/>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8"/>
          <p:cNvSpPr txBox="1"/>
          <p:nvPr>
            <p:ph type="title"/>
          </p:nvPr>
        </p:nvSpPr>
        <p:spPr>
          <a:xfrm>
            <a:off x="834925" y="1270425"/>
            <a:ext cx="935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547" name="Google Shape;4547;p68"/>
          <p:cNvSpPr txBox="1"/>
          <p:nvPr>
            <p:ph idx="1" type="subTitle"/>
          </p:nvPr>
        </p:nvSpPr>
        <p:spPr>
          <a:xfrm>
            <a:off x="834925" y="2126050"/>
            <a:ext cx="2193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548" name="Google Shape;4548;p68"/>
          <p:cNvSpPr txBox="1"/>
          <p:nvPr>
            <p:ph idx="2" type="title"/>
          </p:nvPr>
        </p:nvSpPr>
        <p:spPr>
          <a:xfrm>
            <a:off x="3518725" y="1270425"/>
            <a:ext cx="935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549" name="Google Shape;4549;p68"/>
          <p:cNvSpPr txBox="1"/>
          <p:nvPr>
            <p:ph idx="3" type="subTitle"/>
          </p:nvPr>
        </p:nvSpPr>
        <p:spPr>
          <a:xfrm>
            <a:off x="3518725" y="2126050"/>
            <a:ext cx="2193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550" name="Google Shape;4550;p68"/>
          <p:cNvSpPr txBox="1"/>
          <p:nvPr>
            <p:ph idx="4" type="title"/>
          </p:nvPr>
        </p:nvSpPr>
        <p:spPr>
          <a:xfrm>
            <a:off x="6202525" y="1270425"/>
            <a:ext cx="935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551" name="Google Shape;4551;p68"/>
          <p:cNvSpPr txBox="1"/>
          <p:nvPr>
            <p:ph idx="5" type="subTitle"/>
          </p:nvPr>
        </p:nvSpPr>
        <p:spPr>
          <a:xfrm>
            <a:off x="6202525" y="2126050"/>
            <a:ext cx="2193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552" name="Google Shape;4552;p68"/>
          <p:cNvSpPr txBox="1"/>
          <p:nvPr>
            <p:ph idx="6" type="title"/>
          </p:nvPr>
        </p:nvSpPr>
        <p:spPr>
          <a:xfrm>
            <a:off x="834925" y="2799875"/>
            <a:ext cx="935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553" name="Google Shape;4553;p68"/>
          <p:cNvSpPr txBox="1"/>
          <p:nvPr>
            <p:ph idx="7" type="subTitle"/>
          </p:nvPr>
        </p:nvSpPr>
        <p:spPr>
          <a:xfrm>
            <a:off x="834925" y="3655500"/>
            <a:ext cx="2193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554" name="Google Shape;4554;p68"/>
          <p:cNvSpPr txBox="1"/>
          <p:nvPr>
            <p:ph idx="8" type="title"/>
          </p:nvPr>
        </p:nvSpPr>
        <p:spPr>
          <a:xfrm>
            <a:off x="3518725" y="2799875"/>
            <a:ext cx="935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4555" name="Google Shape;4555;p68"/>
          <p:cNvSpPr txBox="1"/>
          <p:nvPr>
            <p:ph idx="9" type="subTitle"/>
          </p:nvPr>
        </p:nvSpPr>
        <p:spPr>
          <a:xfrm>
            <a:off x="3518725" y="3655500"/>
            <a:ext cx="2193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556" name="Google Shape;4556;p68"/>
          <p:cNvSpPr txBox="1"/>
          <p:nvPr>
            <p:ph idx="13" type="title"/>
          </p:nvPr>
        </p:nvSpPr>
        <p:spPr>
          <a:xfrm>
            <a:off x="6202525" y="2799875"/>
            <a:ext cx="9351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4557" name="Google Shape;4557;p68"/>
          <p:cNvSpPr txBox="1"/>
          <p:nvPr>
            <p:ph idx="14" type="subTitle"/>
          </p:nvPr>
        </p:nvSpPr>
        <p:spPr>
          <a:xfrm>
            <a:off x="6202525" y="3655500"/>
            <a:ext cx="2193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558" name="Google Shape;4558;p68"/>
          <p:cNvSpPr txBox="1"/>
          <p:nvPr>
            <p:ph idx="21"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4559" name="Google Shape;4559;p68"/>
          <p:cNvSpPr txBox="1"/>
          <p:nvPr>
            <p:ph idx="15" type="subTitle"/>
          </p:nvPr>
        </p:nvSpPr>
        <p:spPr>
          <a:xfrm>
            <a:off x="834925" y="1791625"/>
            <a:ext cx="1678200" cy="2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Schools</a:t>
            </a:r>
            <a:endParaRPr/>
          </a:p>
        </p:txBody>
      </p:sp>
      <p:sp>
        <p:nvSpPr>
          <p:cNvPr id="4560" name="Google Shape;4560;p68"/>
          <p:cNvSpPr txBox="1"/>
          <p:nvPr>
            <p:ph idx="16" type="subTitle"/>
          </p:nvPr>
        </p:nvSpPr>
        <p:spPr>
          <a:xfrm>
            <a:off x="3518725" y="1791625"/>
            <a:ext cx="1678200" cy="2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Workshops</a:t>
            </a:r>
            <a:endParaRPr/>
          </a:p>
        </p:txBody>
      </p:sp>
      <p:sp>
        <p:nvSpPr>
          <p:cNvPr id="4561" name="Google Shape;4561;p68"/>
          <p:cNvSpPr txBox="1"/>
          <p:nvPr>
            <p:ph idx="17" type="subTitle"/>
          </p:nvPr>
        </p:nvSpPr>
        <p:spPr>
          <a:xfrm>
            <a:off x="6202525" y="1791625"/>
            <a:ext cx="1678200" cy="2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Training</a:t>
            </a:r>
            <a:endParaRPr/>
          </a:p>
        </p:txBody>
      </p:sp>
      <p:sp>
        <p:nvSpPr>
          <p:cNvPr id="4562" name="Google Shape;4562;p68"/>
          <p:cNvSpPr txBox="1"/>
          <p:nvPr>
            <p:ph idx="18" type="subTitle"/>
          </p:nvPr>
        </p:nvSpPr>
        <p:spPr>
          <a:xfrm>
            <a:off x="834925" y="3328950"/>
            <a:ext cx="1678200" cy="2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Consulting</a:t>
            </a:r>
            <a:endParaRPr/>
          </a:p>
        </p:txBody>
      </p:sp>
      <p:sp>
        <p:nvSpPr>
          <p:cNvPr id="4563" name="Google Shape;4563;p68"/>
          <p:cNvSpPr txBox="1"/>
          <p:nvPr>
            <p:ph idx="19" type="subTitle"/>
          </p:nvPr>
        </p:nvSpPr>
        <p:spPr>
          <a:xfrm>
            <a:off x="3518725" y="3328950"/>
            <a:ext cx="1678200" cy="2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Opportunities</a:t>
            </a:r>
            <a:endParaRPr/>
          </a:p>
        </p:txBody>
      </p:sp>
      <p:sp>
        <p:nvSpPr>
          <p:cNvPr id="4564" name="Google Shape;4564;p68"/>
          <p:cNvSpPr txBox="1"/>
          <p:nvPr>
            <p:ph idx="20" type="subTitle"/>
          </p:nvPr>
        </p:nvSpPr>
        <p:spPr>
          <a:xfrm>
            <a:off x="6202525" y="3328950"/>
            <a:ext cx="1678200" cy="2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Host</a:t>
            </a:r>
            <a:endParaRPr/>
          </a:p>
        </p:txBody>
      </p:sp>
      <p:sp>
        <p:nvSpPr>
          <p:cNvPr id="4565" name="Google Shape;4565;p68">
            <a:hlinkClick action="ppaction://hlinksldjump" r:id="rId5"/>
          </p:cNvPr>
          <p:cNvSpPr/>
          <p:nvPr/>
        </p:nvSpPr>
        <p:spPr>
          <a:xfrm>
            <a:off x="2541475" y="329370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a:hlinkClick action="ppaction://hlinksldjump" r:id="rId6"/>
          </p:cNvPr>
          <p:cNvSpPr/>
          <p:nvPr/>
        </p:nvSpPr>
        <p:spPr>
          <a:xfrm>
            <a:off x="2622150" y="339405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a:hlinkClick action="ppaction://hlinksldjump" r:id="rId7"/>
          </p:cNvPr>
          <p:cNvSpPr/>
          <p:nvPr/>
        </p:nvSpPr>
        <p:spPr>
          <a:xfrm>
            <a:off x="5227725" y="329370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8">
            <a:hlinkClick action="ppaction://hlinksldjump" r:id="rId8"/>
          </p:cNvPr>
          <p:cNvSpPr/>
          <p:nvPr/>
        </p:nvSpPr>
        <p:spPr>
          <a:xfrm>
            <a:off x="5308400" y="339405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8">
            <a:hlinkClick action="ppaction://hlinksldjump" r:id="rId9"/>
          </p:cNvPr>
          <p:cNvSpPr/>
          <p:nvPr/>
        </p:nvSpPr>
        <p:spPr>
          <a:xfrm>
            <a:off x="5227725" y="1756375"/>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a:hlinkClick action="ppaction://hlinksldjump" r:id="rId10"/>
          </p:cNvPr>
          <p:cNvSpPr/>
          <p:nvPr/>
        </p:nvSpPr>
        <p:spPr>
          <a:xfrm>
            <a:off x="5308400" y="1856725"/>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a:hlinkClick action="ppaction://hlinksldjump" r:id="rId11"/>
          </p:cNvPr>
          <p:cNvSpPr/>
          <p:nvPr/>
        </p:nvSpPr>
        <p:spPr>
          <a:xfrm>
            <a:off x="7913975" y="1756375"/>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7994650" y="1856725"/>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a:hlinkClick action="ppaction://hlinksldjump" r:id="rId12"/>
          </p:cNvPr>
          <p:cNvSpPr/>
          <p:nvPr/>
        </p:nvSpPr>
        <p:spPr>
          <a:xfrm>
            <a:off x="7913975" y="329370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a:hlinkClick action="ppaction://hlinksldjump" r:id="rId13"/>
          </p:cNvPr>
          <p:cNvSpPr/>
          <p:nvPr/>
        </p:nvSpPr>
        <p:spPr>
          <a:xfrm>
            <a:off x="7994650" y="339405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2" name="Shape 4582"/>
        <p:cNvGrpSpPr/>
        <p:nvPr/>
      </p:nvGrpSpPr>
      <p:grpSpPr>
        <a:xfrm>
          <a:off x="0" y="0"/>
          <a:ext cx="0" cy="0"/>
          <a:chOff x="0" y="0"/>
          <a:chExt cx="0" cy="0"/>
        </a:xfrm>
      </p:grpSpPr>
      <p:grpSp>
        <p:nvGrpSpPr>
          <p:cNvPr id="4583" name="Google Shape;4583;p69"/>
          <p:cNvGrpSpPr/>
          <p:nvPr/>
        </p:nvGrpSpPr>
        <p:grpSpPr>
          <a:xfrm>
            <a:off x="247244" y="945980"/>
            <a:ext cx="1663612" cy="773734"/>
            <a:chOff x="247244" y="945980"/>
            <a:chExt cx="1663612" cy="773734"/>
          </a:xfrm>
        </p:grpSpPr>
        <p:grpSp>
          <p:nvGrpSpPr>
            <p:cNvPr id="4584" name="Google Shape;4584;p69"/>
            <p:cNvGrpSpPr/>
            <p:nvPr/>
          </p:nvGrpSpPr>
          <p:grpSpPr>
            <a:xfrm>
              <a:off x="514141" y="945980"/>
              <a:ext cx="1129814" cy="608918"/>
              <a:chOff x="7183950" y="745675"/>
              <a:chExt cx="836775" cy="450950"/>
            </a:xfrm>
          </p:grpSpPr>
          <p:sp>
            <p:nvSpPr>
              <p:cNvPr id="4585" name="Google Shape;4585;p69"/>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9"/>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9"/>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9"/>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9"/>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9"/>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9"/>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9"/>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9"/>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9"/>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9"/>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9"/>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9"/>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9"/>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9"/>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9"/>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9"/>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9"/>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9"/>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9"/>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9"/>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9"/>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9"/>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69"/>
            <p:cNvGrpSpPr/>
            <p:nvPr/>
          </p:nvGrpSpPr>
          <p:grpSpPr>
            <a:xfrm>
              <a:off x="247244" y="1511565"/>
              <a:ext cx="1663612" cy="208148"/>
              <a:chOff x="7154175" y="1055075"/>
              <a:chExt cx="1274701" cy="208127"/>
            </a:xfrm>
          </p:grpSpPr>
          <p:sp>
            <p:nvSpPr>
              <p:cNvPr id="4609" name="Google Shape;4609;p69"/>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9"/>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11" name="Google Shape;4611;p69"/>
          <p:cNvSpPr/>
          <p:nvPr/>
        </p:nvSpPr>
        <p:spPr>
          <a:xfrm>
            <a:off x="2208075" y="3308088"/>
            <a:ext cx="2908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9">
            <a:hlinkClick action="ppaction://hlinksldjump" r:id="rId3"/>
          </p:cNvPr>
          <p:cNvSpPr/>
          <p:nvPr/>
        </p:nvSpPr>
        <p:spPr>
          <a:xfrm>
            <a:off x="4745075" y="3355788"/>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9">
            <a:hlinkClick action="ppaction://hlinksldjump" r:id="rId4"/>
          </p:cNvPr>
          <p:cNvSpPr/>
          <p:nvPr/>
        </p:nvSpPr>
        <p:spPr>
          <a:xfrm>
            <a:off x="4825750" y="3456138"/>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9"/>
          <p:cNvSpPr/>
          <p:nvPr/>
        </p:nvSpPr>
        <p:spPr>
          <a:xfrm>
            <a:off x="5520450" y="3308088"/>
            <a:ext cx="2908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9">
            <a:hlinkClick action="ppaction://hlinksldjump" r:id="rId5"/>
          </p:cNvPr>
          <p:cNvSpPr/>
          <p:nvPr/>
        </p:nvSpPr>
        <p:spPr>
          <a:xfrm>
            <a:off x="8050500" y="3351663"/>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9">
            <a:hlinkClick action="ppaction://hlinksldjump" r:id="rId6"/>
          </p:cNvPr>
          <p:cNvSpPr/>
          <p:nvPr/>
        </p:nvSpPr>
        <p:spPr>
          <a:xfrm>
            <a:off x="8131200" y="3456138"/>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9"/>
          <p:cNvSpPr/>
          <p:nvPr/>
        </p:nvSpPr>
        <p:spPr>
          <a:xfrm>
            <a:off x="2208075" y="1559238"/>
            <a:ext cx="2908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9">
            <a:hlinkClick action="ppaction://hlinksldjump" r:id="rId7"/>
          </p:cNvPr>
          <p:cNvSpPr/>
          <p:nvPr/>
        </p:nvSpPr>
        <p:spPr>
          <a:xfrm>
            <a:off x="4745075" y="1606938"/>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9">
            <a:hlinkClick action="ppaction://hlinksldjump" r:id="rId8"/>
          </p:cNvPr>
          <p:cNvSpPr/>
          <p:nvPr/>
        </p:nvSpPr>
        <p:spPr>
          <a:xfrm>
            <a:off x="4825750" y="1707288"/>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9"/>
          <p:cNvSpPr/>
          <p:nvPr/>
        </p:nvSpPr>
        <p:spPr>
          <a:xfrm>
            <a:off x="5520450" y="1559238"/>
            <a:ext cx="2908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9">
            <a:hlinkClick action="ppaction://hlinksldjump" r:id="rId9"/>
          </p:cNvPr>
          <p:cNvSpPr/>
          <p:nvPr/>
        </p:nvSpPr>
        <p:spPr>
          <a:xfrm>
            <a:off x="8050525" y="1606938"/>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9">
            <a:hlinkClick action="ppaction://hlinksldjump" r:id="rId10"/>
          </p:cNvPr>
          <p:cNvSpPr/>
          <p:nvPr/>
        </p:nvSpPr>
        <p:spPr>
          <a:xfrm>
            <a:off x="8131200" y="1707288"/>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9"/>
          <p:cNvSpPr txBox="1"/>
          <p:nvPr>
            <p:ph type="title"/>
          </p:nvPr>
        </p:nvSpPr>
        <p:spPr>
          <a:xfrm>
            <a:off x="2215650" y="2877075"/>
            <a:ext cx="2908500" cy="35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09.</a:t>
            </a:r>
            <a:endParaRPr/>
          </a:p>
        </p:txBody>
      </p:sp>
      <p:sp>
        <p:nvSpPr>
          <p:cNvPr id="4624" name="Google Shape;4624;p69"/>
          <p:cNvSpPr txBox="1"/>
          <p:nvPr>
            <p:ph idx="1" type="subTitle"/>
          </p:nvPr>
        </p:nvSpPr>
        <p:spPr>
          <a:xfrm>
            <a:off x="2215650" y="3793800"/>
            <a:ext cx="2908500" cy="45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625" name="Google Shape;4625;p69"/>
          <p:cNvSpPr txBox="1"/>
          <p:nvPr>
            <p:ph idx="2" type="title"/>
          </p:nvPr>
        </p:nvSpPr>
        <p:spPr>
          <a:xfrm>
            <a:off x="5539325" y="2877075"/>
            <a:ext cx="2908500" cy="35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10.</a:t>
            </a:r>
            <a:endParaRPr/>
          </a:p>
        </p:txBody>
      </p:sp>
      <p:sp>
        <p:nvSpPr>
          <p:cNvPr id="4626" name="Google Shape;4626;p69"/>
          <p:cNvSpPr txBox="1"/>
          <p:nvPr>
            <p:ph idx="3" type="subTitle"/>
          </p:nvPr>
        </p:nvSpPr>
        <p:spPr>
          <a:xfrm>
            <a:off x="5528025" y="3793800"/>
            <a:ext cx="2908500" cy="45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627" name="Google Shape;4627;p69"/>
          <p:cNvSpPr txBox="1"/>
          <p:nvPr>
            <p:ph idx="4" type="title"/>
          </p:nvPr>
        </p:nvSpPr>
        <p:spPr>
          <a:xfrm>
            <a:off x="2208075" y="1130850"/>
            <a:ext cx="2908500" cy="35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07.</a:t>
            </a:r>
            <a:endParaRPr/>
          </a:p>
        </p:txBody>
      </p:sp>
      <p:sp>
        <p:nvSpPr>
          <p:cNvPr id="4628" name="Google Shape;4628;p69"/>
          <p:cNvSpPr txBox="1"/>
          <p:nvPr>
            <p:ph idx="5" type="subTitle"/>
          </p:nvPr>
        </p:nvSpPr>
        <p:spPr>
          <a:xfrm>
            <a:off x="2208075" y="2043862"/>
            <a:ext cx="2908500" cy="45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629" name="Google Shape;4629;p69"/>
          <p:cNvSpPr txBox="1"/>
          <p:nvPr>
            <p:ph idx="6" type="title"/>
          </p:nvPr>
        </p:nvSpPr>
        <p:spPr>
          <a:xfrm>
            <a:off x="5520450" y="1130850"/>
            <a:ext cx="2908500" cy="35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08.</a:t>
            </a:r>
            <a:endParaRPr/>
          </a:p>
        </p:txBody>
      </p:sp>
      <p:sp>
        <p:nvSpPr>
          <p:cNvPr id="4630" name="Google Shape;4630;p69"/>
          <p:cNvSpPr txBox="1"/>
          <p:nvPr>
            <p:ph idx="7" type="subTitle"/>
          </p:nvPr>
        </p:nvSpPr>
        <p:spPr>
          <a:xfrm>
            <a:off x="5520450" y="2043862"/>
            <a:ext cx="2908500" cy="45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631" name="Google Shape;4631;p69"/>
          <p:cNvSpPr txBox="1"/>
          <p:nvPr>
            <p:ph idx="8" type="subTitle"/>
          </p:nvPr>
        </p:nvSpPr>
        <p:spPr>
          <a:xfrm>
            <a:off x="2300375" y="3382275"/>
            <a:ext cx="2444700" cy="25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Application</a:t>
            </a:r>
            <a:endParaRPr/>
          </a:p>
        </p:txBody>
      </p:sp>
      <p:sp>
        <p:nvSpPr>
          <p:cNvPr id="4632" name="Google Shape;4632;p69"/>
          <p:cNvSpPr txBox="1"/>
          <p:nvPr>
            <p:ph idx="9" type="subTitle"/>
          </p:nvPr>
        </p:nvSpPr>
        <p:spPr>
          <a:xfrm>
            <a:off x="5604691" y="3382275"/>
            <a:ext cx="2444700" cy="25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Contact</a:t>
            </a:r>
            <a:endParaRPr/>
          </a:p>
        </p:txBody>
      </p:sp>
      <p:sp>
        <p:nvSpPr>
          <p:cNvPr id="4633" name="Google Shape;4633;p69"/>
          <p:cNvSpPr txBox="1"/>
          <p:nvPr>
            <p:ph idx="13" type="subTitle"/>
          </p:nvPr>
        </p:nvSpPr>
        <p:spPr>
          <a:xfrm>
            <a:off x="2300375" y="1637550"/>
            <a:ext cx="2444700" cy="25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Program</a:t>
            </a:r>
            <a:endParaRPr/>
          </a:p>
        </p:txBody>
      </p:sp>
      <p:sp>
        <p:nvSpPr>
          <p:cNvPr id="4634" name="Google Shape;4634;p69"/>
          <p:cNvSpPr txBox="1"/>
          <p:nvPr>
            <p:ph idx="14" type="subTitle"/>
          </p:nvPr>
        </p:nvSpPr>
        <p:spPr>
          <a:xfrm>
            <a:off x="5604700" y="1637550"/>
            <a:ext cx="2444700" cy="25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Participants</a:t>
            </a:r>
            <a:endParaRPr/>
          </a:p>
        </p:txBody>
      </p:sp>
      <p:sp>
        <p:nvSpPr>
          <p:cNvPr id="4635" name="Google Shape;4635;p69"/>
          <p:cNvSpPr txBox="1"/>
          <p:nvPr>
            <p:ph idx="15"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grpSp>
        <p:nvGrpSpPr>
          <p:cNvPr id="4636" name="Google Shape;4636;p69"/>
          <p:cNvGrpSpPr/>
          <p:nvPr/>
        </p:nvGrpSpPr>
        <p:grpSpPr>
          <a:xfrm>
            <a:off x="862310" y="1186281"/>
            <a:ext cx="1353345" cy="3773473"/>
            <a:chOff x="715040" y="969674"/>
            <a:chExt cx="1285472" cy="3584226"/>
          </a:xfrm>
        </p:grpSpPr>
        <p:grpSp>
          <p:nvGrpSpPr>
            <p:cNvPr id="4637" name="Google Shape;4637;p69"/>
            <p:cNvGrpSpPr/>
            <p:nvPr/>
          </p:nvGrpSpPr>
          <p:grpSpPr>
            <a:xfrm>
              <a:off x="715040" y="969674"/>
              <a:ext cx="1285472" cy="3584226"/>
              <a:chOff x="715040" y="969674"/>
              <a:chExt cx="1285472" cy="3584226"/>
            </a:xfrm>
          </p:grpSpPr>
          <p:grpSp>
            <p:nvGrpSpPr>
              <p:cNvPr id="4638" name="Google Shape;4638;p69"/>
              <p:cNvGrpSpPr/>
              <p:nvPr/>
            </p:nvGrpSpPr>
            <p:grpSpPr>
              <a:xfrm>
                <a:off x="715040" y="969674"/>
                <a:ext cx="1285472" cy="3584226"/>
                <a:chOff x="715040" y="969674"/>
                <a:chExt cx="1285472" cy="3584226"/>
              </a:xfrm>
            </p:grpSpPr>
            <p:grpSp>
              <p:nvGrpSpPr>
                <p:cNvPr id="4639" name="Google Shape;4639;p69"/>
                <p:cNvGrpSpPr/>
                <p:nvPr/>
              </p:nvGrpSpPr>
              <p:grpSpPr>
                <a:xfrm>
                  <a:off x="715040" y="969674"/>
                  <a:ext cx="1285472" cy="3584226"/>
                  <a:chOff x="1152865" y="1164424"/>
                  <a:chExt cx="1285472" cy="3584226"/>
                </a:xfrm>
              </p:grpSpPr>
              <p:sp>
                <p:nvSpPr>
                  <p:cNvPr id="4640" name="Google Shape;4640;p69"/>
                  <p:cNvSpPr/>
                  <p:nvPr/>
                </p:nvSpPr>
                <p:spPr>
                  <a:xfrm flipH="1" rot="-7621430">
                    <a:off x="1608182" y="1784307"/>
                    <a:ext cx="295647" cy="273156"/>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9"/>
                  <p:cNvSpPr/>
                  <p:nvPr/>
                </p:nvSpPr>
                <p:spPr>
                  <a:xfrm rot="8350349">
                    <a:off x="1386302" y="1775089"/>
                    <a:ext cx="301216" cy="29466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2" name="Google Shape;4642;p69"/>
                  <p:cNvGrpSpPr/>
                  <p:nvPr/>
                </p:nvGrpSpPr>
                <p:grpSpPr>
                  <a:xfrm flipH="1">
                    <a:off x="1505175" y="1637756"/>
                    <a:ext cx="319901" cy="486431"/>
                    <a:chOff x="544781" y="1529932"/>
                    <a:chExt cx="315174" cy="479242"/>
                  </a:xfrm>
                </p:grpSpPr>
                <p:sp>
                  <p:nvSpPr>
                    <p:cNvPr id="4643" name="Google Shape;4643;p69"/>
                    <p:cNvSpPr/>
                    <p:nvPr/>
                  </p:nvSpPr>
                  <p:spPr>
                    <a:xfrm>
                      <a:off x="564820" y="1529932"/>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9"/>
                    <p:cNvSpPr/>
                    <p:nvPr/>
                  </p:nvSpPr>
                  <p:spPr>
                    <a:xfrm>
                      <a:off x="653525" y="1866176"/>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9"/>
                    <p:cNvSpPr/>
                    <p:nvPr/>
                  </p:nvSpPr>
                  <p:spPr>
                    <a:xfrm>
                      <a:off x="544781" y="1747902"/>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9"/>
                    <p:cNvSpPr/>
                    <p:nvPr/>
                  </p:nvSpPr>
                  <p:spPr>
                    <a:xfrm>
                      <a:off x="763245" y="1747401"/>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9"/>
                    <p:cNvSpPr/>
                    <p:nvPr/>
                  </p:nvSpPr>
                  <p:spPr>
                    <a:xfrm>
                      <a:off x="580864" y="1572028"/>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9"/>
                    <p:cNvSpPr/>
                    <p:nvPr/>
                  </p:nvSpPr>
                  <p:spPr>
                    <a:xfrm>
                      <a:off x="768255" y="1607097"/>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9"/>
                    <p:cNvSpPr/>
                    <p:nvPr/>
                  </p:nvSpPr>
                  <p:spPr>
                    <a:xfrm>
                      <a:off x="546785" y="1607097"/>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9"/>
                    <p:cNvSpPr/>
                    <p:nvPr/>
                  </p:nvSpPr>
                  <p:spPr>
                    <a:xfrm>
                      <a:off x="591392" y="1538443"/>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1" name="Google Shape;4651;p69"/>
                    <p:cNvGrpSpPr/>
                    <p:nvPr/>
                  </p:nvGrpSpPr>
                  <p:grpSpPr>
                    <a:xfrm>
                      <a:off x="607561" y="1746189"/>
                      <a:ext cx="182684" cy="109684"/>
                      <a:chOff x="6478625" y="1323824"/>
                      <a:chExt cx="217325" cy="130483"/>
                    </a:xfrm>
                  </p:grpSpPr>
                  <p:sp>
                    <p:nvSpPr>
                      <p:cNvPr id="4652" name="Google Shape;4652;p69"/>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9"/>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9"/>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9"/>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9"/>
                      <p:cNvSpPr/>
                      <p:nvPr/>
                    </p:nvSpPr>
                    <p:spPr>
                      <a:xfrm>
                        <a:off x="6549187" y="1423424"/>
                        <a:ext cx="75509" cy="30884"/>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9"/>
                      <p:cNvSpPr/>
                      <p:nvPr/>
                    </p:nvSpPr>
                    <p:spPr>
                      <a:xfrm>
                        <a:off x="6571896" y="1339580"/>
                        <a:ext cx="34547" cy="67847"/>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8" name="Google Shape;4658;p69"/>
                    <p:cNvSpPr/>
                    <p:nvPr/>
                  </p:nvSpPr>
                  <p:spPr>
                    <a:xfrm rot="785631">
                      <a:off x="621089" y="1712359"/>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9"/>
                    <p:cNvSpPr/>
                    <p:nvPr/>
                  </p:nvSpPr>
                  <p:spPr>
                    <a:xfrm flipH="1" rot="-722579">
                      <a:off x="728420" y="1711820"/>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0" name="Google Shape;4660;p69"/>
                  <p:cNvSpPr/>
                  <p:nvPr/>
                </p:nvSpPr>
                <p:spPr>
                  <a:xfrm>
                    <a:off x="1305838" y="447985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9"/>
                  <p:cNvSpPr/>
                  <p:nvPr/>
                </p:nvSpPr>
                <p:spPr>
                  <a:xfrm>
                    <a:off x="1970812" y="1819619"/>
                    <a:ext cx="150189" cy="221993"/>
                  </a:xfrm>
                  <a:custGeom>
                    <a:rect b="b" l="l" r="r" t="t"/>
                    <a:pathLst>
                      <a:path extrusionOk="0" h="13359" w="9038">
                        <a:moveTo>
                          <a:pt x="252" y="576"/>
                        </a:moveTo>
                        <a:cubicBezTo>
                          <a:pt x="0" y="720"/>
                          <a:pt x="612" y="2089"/>
                          <a:pt x="684" y="3277"/>
                        </a:cubicBezTo>
                        <a:cubicBezTo>
                          <a:pt x="756" y="4573"/>
                          <a:pt x="324" y="5761"/>
                          <a:pt x="504" y="6301"/>
                        </a:cubicBezTo>
                        <a:cubicBezTo>
                          <a:pt x="936" y="7814"/>
                          <a:pt x="1296" y="9326"/>
                          <a:pt x="1584" y="10838"/>
                        </a:cubicBezTo>
                        <a:cubicBezTo>
                          <a:pt x="1656" y="11594"/>
                          <a:pt x="3889" y="12171"/>
                          <a:pt x="4897" y="12027"/>
                        </a:cubicBezTo>
                        <a:cubicBezTo>
                          <a:pt x="5149" y="12459"/>
                          <a:pt x="5437" y="12891"/>
                          <a:pt x="5797" y="13359"/>
                        </a:cubicBezTo>
                        <a:cubicBezTo>
                          <a:pt x="6733" y="10262"/>
                          <a:pt x="9038" y="7346"/>
                          <a:pt x="8750" y="5833"/>
                        </a:cubicBezTo>
                        <a:cubicBezTo>
                          <a:pt x="8498" y="4321"/>
                          <a:pt x="6697" y="4105"/>
                          <a:pt x="6697" y="4105"/>
                        </a:cubicBezTo>
                        <a:cubicBezTo>
                          <a:pt x="5689" y="4285"/>
                          <a:pt x="4753" y="4789"/>
                          <a:pt x="4105" y="5545"/>
                        </a:cubicBezTo>
                        <a:cubicBezTo>
                          <a:pt x="3889" y="5221"/>
                          <a:pt x="3637" y="4933"/>
                          <a:pt x="3385" y="4645"/>
                        </a:cubicBezTo>
                        <a:lnTo>
                          <a:pt x="3061" y="4429"/>
                        </a:lnTo>
                        <a:cubicBezTo>
                          <a:pt x="3169" y="4357"/>
                          <a:pt x="1440" y="0"/>
                          <a:pt x="252" y="57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9"/>
                  <p:cNvSpPr/>
                  <p:nvPr/>
                </p:nvSpPr>
                <p:spPr>
                  <a:xfrm>
                    <a:off x="1993545" y="1979978"/>
                    <a:ext cx="99339" cy="83785"/>
                  </a:xfrm>
                  <a:custGeom>
                    <a:rect b="b" l="l" r="r" t="t"/>
                    <a:pathLst>
                      <a:path extrusionOk="0" h="5042" w="5978">
                        <a:moveTo>
                          <a:pt x="180" y="4897"/>
                        </a:moveTo>
                        <a:lnTo>
                          <a:pt x="0" y="0"/>
                        </a:lnTo>
                        <a:cubicBezTo>
                          <a:pt x="1080" y="2161"/>
                          <a:pt x="2809" y="1980"/>
                          <a:pt x="5617" y="1620"/>
                        </a:cubicBezTo>
                        <a:lnTo>
                          <a:pt x="5977" y="4465"/>
                        </a:lnTo>
                        <a:cubicBezTo>
                          <a:pt x="3457" y="4645"/>
                          <a:pt x="720" y="4825"/>
                          <a:pt x="540" y="4969"/>
                        </a:cubicBezTo>
                        <a:cubicBezTo>
                          <a:pt x="504" y="5041"/>
                          <a:pt x="396" y="4969"/>
                          <a:pt x="180" y="489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9"/>
                  <p:cNvSpPr/>
                  <p:nvPr/>
                </p:nvSpPr>
                <p:spPr>
                  <a:xfrm>
                    <a:off x="1658469" y="1164424"/>
                    <a:ext cx="439201" cy="847276"/>
                  </a:xfrm>
                  <a:custGeom>
                    <a:rect b="b" l="l" r="r" t="t"/>
                    <a:pathLst>
                      <a:path extrusionOk="0" h="50987" w="26430">
                        <a:moveTo>
                          <a:pt x="865" y="433"/>
                        </a:moveTo>
                        <a:cubicBezTo>
                          <a:pt x="649" y="1"/>
                          <a:pt x="0" y="325"/>
                          <a:pt x="217" y="721"/>
                        </a:cubicBezTo>
                        <a:cubicBezTo>
                          <a:pt x="7490" y="15232"/>
                          <a:pt x="14871" y="30067"/>
                          <a:pt x="22001" y="44325"/>
                        </a:cubicBezTo>
                        <a:cubicBezTo>
                          <a:pt x="22145" y="44289"/>
                          <a:pt x="22469" y="44217"/>
                          <a:pt x="22505" y="44109"/>
                        </a:cubicBezTo>
                        <a:cubicBezTo>
                          <a:pt x="22541" y="43965"/>
                          <a:pt x="22721" y="43641"/>
                          <a:pt x="22793" y="43389"/>
                        </a:cubicBezTo>
                        <a:close/>
                        <a:moveTo>
                          <a:pt x="22577" y="45441"/>
                        </a:moveTo>
                        <a:lnTo>
                          <a:pt x="25133" y="50590"/>
                        </a:lnTo>
                        <a:cubicBezTo>
                          <a:pt x="25349" y="50986"/>
                          <a:pt x="26429" y="50518"/>
                          <a:pt x="26213" y="50122"/>
                        </a:cubicBezTo>
                        <a:lnTo>
                          <a:pt x="23765" y="45261"/>
                        </a:lnTo>
                        <a:cubicBezTo>
                          <a:pt x="23621" y="45405"/>
                          <a:pt x="23477" y="45513"/>
                          <a:pt x="23333" y="45621"/>
                        </a:cubicBezTo>
                        <a:cubicBezTo>
                          <a:pt x="23045" y="45621"/>
                          <a:pt x="22793" y="45549"/>
                          <a:pt x="22577" y="454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9"/>
                  <p:cNvSpPr/>
                  <p:nvPr/>
                </p:nvSpPr>
                <p:spPr>
                  <a:xfrm>
                    <a:off x="1782918" y="2011086"/>
                    <a:ext cx="339878" cy="431424"/>
                  </a:xfrm>
                  <a:custGeom>
                    <a:rect b="b" l="l" r="r" t="t"/>
                    <a:pathLst>
                      <a:path extrusionOk="0" h="25962" w="20453">
                        <a:moveTo>
                          <a:pt x="577" y="8642"/>
                        </a:moveTo>
                        <a:cubicBezTo>
                          <a:pt x="577" y="8642"/>
                          <a:pt x="3278" y="6842"/>
                          <a:pt x="3422" y="6842"/>
                        </a:cubicBezTo>
                        <a:cubicBezTo>
                          <a:pt x="3854" y="6950"/>
                          <a:pt x="4214" y="7130"/>
                          <a:pt x="4574" y="7382"/>
                        </a:cubicBezTo>
                        <a:cubicBezTo>
                          <a:pt x="6302" y="8570"/>
                          <a:pt x="12243" y="14151"/>
                          <a:pt x="12243" y="14151"/>
                        </a:cubicBezTo>
                        <a:cubicBezTo>
                          <a:pt x="12243" y="14151"/>
                          <a:pt x="11307" y="5690"/>
                          <a:pt x="11307" y="4213"/>
                        </a:cubicBezTo>
                        <a:cubicBezTo>
                          <a:pt x="11307" y="2737"/>
                          <a:pt x="11091" y="937"/>
                          <a:pt x="12135" y="613"/>
                        </a:cubicBezTo>
                        <a:cubicBezTo>
                          <a:pt x="12135" y="613"/>
                          <a:pt x="16384" y="1153"/>
                          <a:pt x="19012" y="0"/>
                        </a:cubicBezTo>
                        <a:cubicBezTo>
                          <a:pt x="19445" y="289"/>
                          <a:pt x="19733" y="793"/>
                          <a:pt x="19805" y="1333"/>
                        </a:cubicBezTo>
                        <a:cubicBezTo>
                          <a:pt x="19985" y="2305"/>
                          <a:pt x="20453" y="20668"/>
                          <a:pt x="20453" y="20668"/>
                        </a:cubicBezTo>
                        <a:cubicBezTo>
                          <a:pt x="20453" y="20668"/>
                          <a:pt x="20381" y="24593"/>
                          <a:pt x="17248" y="25205"/>
                        </a:cubicBezTo>
                        <a:cubicBezTo>
                          <a:pt x="13431" y="25961"/>
                          <a:pt x="9039" y="23189"/>
                          <a:pt x="4970" y="20776"/>
                        </a:cubicBezTo>
                        <a:cubicBezTo>
                          <a:pt x="3241" y="19768"/>
                          <a:pt x="1585" y="19120"/>
                          <a:pt x="1" y="183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9"/>
                  <p:cNvSpPr/>
                  <p:nvPr/>
                </p:nvSpPr>
                <p:spPr>
                  <a:xfrm>
                    <a:off x="1784114" y="2121177"/>
                    <a:ext cx="267475" cy="312957"/>
                  </a:xfrm>
                  <a:custGeom>
                    <a:rect b="b" l="l" r="r" t="t"/>
                    <a:pathLst>
                      <a:path extrusionOk="0" h="18833" w="16096">
                        <a:moveTo>
                          <a:pt x="505" y="2017"/>
                        </a:moveTo>
                        <a:cubicBezTo>
                          <a:pt x="505" y="2017"/>
                          <a:pt x="2089" y="1009"/>
                          <a:pt x="2881" y="505"/>
                        </a:cubicBezTo>
                        <a:lnTo>
                          <a:pt x="3602" y="901"/>
                        </a:lnTo>
                        <a:lnTo>
                          <a:pt x="16096" y="18724"/>
                        </a:lnTo>
                        <a:cubicBezTo>
                          <a:pt x="12567" y="18832"/>
                          <a:pt x="8607" y="16348"/>
                          <a:pt x="4934" y="14151"/>
                        </a:cubicBezTo>
                        <a:cubicBezTo>
                          <a:pt x="3386" y="13251"/>
                          <a:pt x="1909" y="12639"/>
                          <a:pt x="505" y="11991"/>
                        </a:cubicBezTo>
                        <a:lnTo>
                          <a:pt x="1" y="11127"/>
                        </a:lnTo>
                        <a:lnTo>
                          <a:pt x="541" y="2017"/>
                        </a:lnTo>
                        <a:close/>
                        <a:moveTo>
                          <a:pt x="12207" y="7526"/>
                        </a:moveTo>
                        <a:lnTo>
                          <a:pt x="14800" y="9975"/>
                        </a:lnTo>
                        <a:lnTo>
                          <a:pt x="11415" y="1"/>
                        </a:lnTo>
                        <a:cubicBezTo>
                          <a:pt x="11703" y="3025"/>
                          <a:pt x="12207" y="7526"/>
                          <a:pt x="12207" y="752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9"/>
                  <p:cNvSpPr/>
                  <p:nvPr/>
                </p:nvSpPr>
                <p:spPr>
                  <a:xfrm>
                    <a:off x="2087483" y="4265632"/>
                    <a:ext cx="176528" cy="338083"/>
                  </a:xfrm>
                  <a:custGeom>
                    <a:rect b="b" l="l" r="r" t="t"/>
                    <a:pathLst>
                      <a:path extrusionOk="0" h="20345" w="10623">
                        <a:moveTo>
                          <a:pt x="9794" y="17788"/>
                        </a:moveTo>
                        <a:cubicBezTo>
                          <a:pt x="9794" y="17788"/>
                          <a:pt x="8354" y="17392"/>
                          <a:pt x="7886" y="15484"/>
                        </a:cubicBezTo>
                        <a:cubicBezTo>
                          <a:pt x="7418" y="13575"/>
                          <a:pt x="7130" y="7886"/>
                          <a:pt x="6950" y="6014"/>
                        </a:cubicBezTo>
                        <a:cubicBezTo>
                          <a:pt x="6806" y="4142"/>
                          <a:pt x="5365" y="1"/>
                          <a:pt x="5365" y="1"/>
                        </a:cubicBezTo>
                        <a:lnTo>
                          <a:pt x="648" y="2089"/>
                        </a:lnTo>
                        <a:lnTo>
                          <a:pt x="0" y="3169"/>
                        </a:lnTo>
                        <a:lnTo>
                          <a:pt x="1261" y="6086"/>
                        </a:lnTo>
                        <a:cubicBezTo>
                          <a:pt x="792" y="6986"/>
                          <a:pt x="792" y="8066"/>
                          <a:pt x="1225" y="8966"/>
                        </a:cubicBezTo>
                        <a:cubicBezTo>
                          <a:pt x="1981" y="10659"/>
                          <a:pt x="5293" y="19552"/>
                          <a:pt x="6518" y="19948"/>
                        </a:cubicBezTo>
                        <a:cubicBezTo>
                          <a:pt x="7742" y="20345"/>
                          <a:pt x="10622" y="19516"/>
                          <a:pt x="10622" y="19516"/>
                        </a:cubicBezTo>
                        <a:cubicBezTo>
                          <a:pt x="10586" y="19084"/>
                          <a:pt x="10514" y="18616"/>
                          <a:pt x="10442" y="18184"/>
                        </a:cubicBezTo>
                        <a:cubicBezTo>
                          <a:pt x="10298" y="17968"/>
                          <a:pt x="10046" y="17788"/>
                          <a:pt x="9794"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9"/>
                  <p:cNvSpPr/>
                  <p:nvPr/>
                </p:nvSpPr>
                <p:spPr>
                  <a:xfrm>
                    <a:off x="1492128" y="4290176"/>
                    <a:ext cx="114295" cy="311744"/>
                  </a:xfrm>
                  <a:custGeom>
                    <a:rect b="b" l="l" r="r" t="t"/>
                    <a:pathLst>
                      <a:path extrusionOk="0" h="18760" w="6878">
                        <a:moveTo>
                          <a:pt x="2233" y="0"/>
                        </a:moveTo>
                        <a:cubicBezTo>
                          <a:pt x="2233" y="2629"/>
                          <a:pt x="2197" y="4861"/>
                          <a:pt x="2053" y="6517"/>
                        </a:cubicBezTo>
                        <a:cubicBezTo>
                          <a:pt x="1981" y="7345"/>
                          <a:pt x="685" y="14151"/>
                          <a:pt x="685" y="14151"/>
                        </a:cubicBezTo>
                        <a:lnTo>
                          <a:pt x="1" y="16923"/>
                        </a:lnTo>
                        <a:lnTo>
                          <a:pt x="109" y="18039"/>
                        </a:lnTo>
                        <a:lnTo>
                          <a:pt x="3205" y="18760"/>
                        </a:lnTo>
                        <a:lnTo>
                          <a:pt x="6122" y="16671"/>
                        </a:lnTo>
                        <a:cubicBezTo>
                          <a:pt x="6122" y="16671"/>
                          <a:pt x="6770" y="9434"/>
                          <a:pt x="6626" y="8066"/>
                        </a:cubicBezTo>
                        <a:cubicBezTo>
                          <a:pt x="6554" y="7345"/>
                          <a:pt x="6410" y="6625"/>
                          <a:pt x="6266" y="5905"/>
                        </a:cubicBezTo>
                        <a:lnTo>
                          <a:pt x="6014" y="5545"/>
                        </a:lnTo>
                        <a:cubicBezTo>
                          <a:pt x="6302" y="3709"/>
                          <a:pt x="6590" y="1872"/>
                          <a:pt x="6878"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9"/>
                  <p:cNvSpPr/>
                  <p:nvPr/>
                </p:nvSpPr>
                <p:spPr>
                  <a:xfrm>
                    <a:off x="1450850" y="4382320"/>
                    <a:ext cx="168751" cy="244128"/>
                  </a:xfrm>
                  <a:custGeom>
                    <a:rect b="b" l="l" r="r" t="t"/>
                    <a:pathLst>
                      <a:path extrusionOk="0" h="14691" w="10155">
                        <a:moveTo>
                          <a:pt x="3169" y="8606"/>
                        </a:moveTo>
                        <a:cubicBezTo>
                          <a:pt x="2917" y="9326"/>
                          <a:pt x="2593" y="10046"/>
                          <a:pt x="2233" y="10730"/>
                        </a:cubicBezTo>
                        <a:cubicBezTo>
                          <a:pt x="1944" y="11126"/>
                          <a:pt x="720" y="12494"/>
                          <a:pt x="540" y="12926"/>
                        </a:cubicBezTo>
                        <a:cubicBezTo>
                          <a:pt x="360" y="13359"/>
                          <a:pt x="0" y="14691"/>
                          <a:pt x="1440" y="14691"/>
                        </a:cubicBezTo>
                        <a:lnTo>
                          <a:pt x="6625" y="14691"/>
                        </a:lnTo>
                        <a:cubicBezTo>
                          <a:pt x="8030" y="14691"/>
                          <a:pt x="9182" y="14259"/>
                          <a:pt x="9218" y="12962"/>
                        </a:cubicBezTo>
                        <a:cubicBezTo>
                          <a:pt x="9218" y="11702"/>
                          <a:pt x="9326" y="7129"/>
                          <a:pt x="9506" y="6121"/>
                        </a:cubicBezTo>
                        <a:cubicBezTo>
                          <a:pt x="9686" y="5149"/>
                          <a:pt x="10154" y="4033"/>
                          <a:pt x="9938" y="3061"/>
                        </a:cubicBezTo>
                        <a:cubicBezTo>
                          <a:pt x="9650" y="2088"/>
                          <a:pt x="9290" y="1116"/>
                          <a:pt x="8786" y="216"/>
                        </a:cubicBezTo>
                        <a:cubicBezTo>
                          <a:pt x="8714" y="144"/>
                          <a:pt x="8606" y="72"/>
                          <a:pt x="8498" y="0"/>
                        </a:cubicBezTo>
                        <a:lnTo>
                          <a:pt x="8642" y="864"/>
                        </a:lnTo>
                        <a:cubicBezTo>
                          <a:pt x="8678" y="1080"/>
                          <a:pt x="8714" y="1260"/>
                          <a:pt x="8750" y="1476"/>
                        </a:cubicBezTo>
                        <a:cubicBezTo>
                          <a:pt x="8858" y="2917"/>
                          <a:pt x="8354" y="9326"/>
                          <a:pt x="8354" y="9866"/>
                        </a:cubicBezTo>
                        <a:cubicBezTo>
                          <a:pt x="8354" y="10406"/>
                          <a:pt x="7778" y="10766"/>
                          <a:pt x="6733" y="11018"/>
                        </a:cubicBezTo>
                        <a:cubicBezTo>
                          <a:pt x="5725" y="11306"/>
                          <a:pt x="3601" y="11558"/>
                          <a:pt x="2809" y="10802"/>
                        </a:cubicBezTo>
                        <a:cubicBezTo>
                          <a:pt x="2737" y="10694"/>
                          <a:pt x="2701" y="10550"/>
                          <a:pt x="2737" y="10406"/>
                        </a:cubicBezTo>
                        <a:cubicBezTo>
                          <a:pt x="2809" y="10118"/>
                          <a:pt x="3169" y="8606"/>
                          <a:pt x="3169" y="86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9"/>
                  <p:cNvSpPr/>
                  <p:nvPr/>
                </p:nvSpPr>
                <p:spPr>
                  <a:xfrm>
                    <a:off x="1666845" y="2575316"/>
                    <a:ext cx="557667" cy="1768119"/>
                  </a:xfrm>
                  <a:custGeom>
                    <a:rect b="b" l="l" r="r" t="t"/>
                    <a:pathLst>
                      <a:path extrusionOk="0" h="106401" w="33559">
                        <a:moveTo>
                          <a:pt x="16060" y="15412"/>
                        </a:moveTo>
                        <a:cubicBezTo>
                          <a:pt x="19444" y="38600"/>
                          <a:pt x="29994" y="85697"/>
                          <a:pt x="33451" y="102116"/>
                        </a:cubicBezTo>
                        <a:cubicBezTo>
                          <a:pt x="33559" y="102620"/>
                          <a:pt x="33415" y="103160"/>
                          <a:pt x="33019" y="103520"/>
                        </a:cubicBezTo>
                        <a:cubicBezTo>
                          <a:pt x="32335" y="104060"/>
                          <a:pt x="28662" y="106041"/>
                          <a:pt x="26358" y="106113"/>
                        </a:cubicBezTo>
                        <a:cubicBezTo>
                          <a:pt x="26358" y="106113"/>
                          <a:pt x="25061" y="106401"/>
                          <a:pt x="24557" y="105536"/>
                        </a:cubicBezTo>
                        <a:cubicBezTo>
                          <a:pt x="22793" y="102728"/>
                          <a:pt x="7490" y="43101"/>
                          <a:pt x="1837" y="29490"/>
                        </a:cubicBezTo>
                        <a:cubicBezTo>
                          <a:pt x="1837" y="29490"/>
                          <a:pt x="1" y="10371"/>
                          <a:pt x="3421" y="5186"/>
                        </a:cubicBezTo>
                        <a:cubicBezTo>
                          <a:pt x="6878" y="1"/>
                          <a:pt x="15483" y="7238"/>
                          <a:pt x="15483" y="72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9"/>
                  <p:cNvSpPr/>
                  <p:nvPr/>
                </p:nvSpPr>
                <p:spPr>
                  <a:xfrm>
                    <a:off x="1371269" y="2629772"/>
                    <a:ext cx="458942" cy="1736994"/>
                  </a:xfrm>
                  <a:custGeom>
                    <a:rect b="b" l="l" r="r" t="t"/>
                    <a:pathLst>
                      <a:path extrusionOk="0" h="104528" w="27618">
                        <a:moveTo>
                          <a:pt x="27617" y="3745"/>
                        </a:moveTo>
                        <a:cubicBezTo>
                          <a:pt x="27617" y="3745"/>
                          <a:pt x="22648" y="4897"/>
                          <a:pt x="22000" y="13359"/>
                        </a:cubicBezTo>
                        <a:cubicBezTo>
                          <a:pt x="19084" y="50086"/>
                          <a:pt x="15555" y="64524"/>
                          <a:pt x="15159" y="103196"/>
                        </a:cubicBezTo>
                        <a:cubicBezTo>
                          <a:pt x="14007" y="104528"/>
                          <a:pt x="9470" y="104384"/>
                          <a:pt x="8174" y="103196"/>
                        </a:cubicBezTo>
                        <a:cubicBezTo>
                          <a:pt x="6553" y="85516"/>
                          <a:pt x="0" y="25961"/>
                          <a:pt x="3421" y="11991"/>
                        </a:cubicBezTo>
                        <a:cubicBezTo>
                          <a:pt x="5689" y="2665"/>
                          <a:pt x="8750" y="0"/>
                          <a:pt x="27617" y="37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9"/>
                  <p:cNvSpPr/>
                  <p:nvPr/>
                </p:nvSpPr>
                <p:spPr>
                  <a:xfrm>
                    <a:off x="1440066" y="2096649"/>
                    <a:ext cx="493656" cy="694096"/>
                  </a:xfrm>
                  <a:custGeom>
                    <a:rect b="b" l="l" r="r" t="t"/>
                    <a:pathLst>
                      <a:path extrusionOk="0" h="41769" w="29707">
                        <a:moveTo>
                          <a:pt x="24054" y="1729"/>
                        </a:moveTo>
                        <a:cubicBezTo>
                          <a:pt x="24054" y="1729"/>
                          <a:pt x="26322" y="7418"/>
                          <a:pt x="26754" y="8282"/>
                        </a:cubicBezTo>
                        <a:cubicBezTo>
                          <a:pt x="27222" y="9146"/>
                          <a:pt x="28986" y="12927"/>
                          <a:pt x="29347" y="14835"/>
                        </a:cubicBezTo>
                        <a:cubicBezTo>
                          <a:pt x="29707" y="16744"/>
                          <a:pt x="28986" y="19444"/>
                          <a:pt x="28230" y="20884"/>
                        </a:cubicBezTo>
                        <a:lnTo>
                          <a:pt x="28230" y="39788"/>
                        </a:lnTo>
                        <a:cubicBezTo>
                          <a:pt x="21029" y="41768"/>
                          <a:pt x="12063" y="41084"/>
                          <a:pt x="4826" y="39788"/>
                        </a:cubicBezTo>
                        <a:lnTo>
                          <a:pt x="5978" y="31902"/>
                        </a:lnTo>
                        <a:lnTo>
                          <a:pt x="1" y="2953"/>
                        </a:lnTo>
                        <a:lnTo>
                          <a:pt x="8787" y="108"/>
                        </a:lnTo>
                        <a:lnTo>
                          <a:pt x="14656" y="1621"/>
                        </a:lnTo>
                        <a:lnTo>
                          <a:pt x="170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9"/>
                  <p:cNvSpPr/>
                  <p:nvPr/>
                </p:nvSpPr>
                <p:spPr>
                  <a:xfrm>
                    <a:off x="1572308" y="2069131"/>
                    <a:ext cx="113099" cy="129849"/>
                  </a:xfrm>
                  <a:custGeom>
                    <a:rect b="b" l="l" r="r" t="t"/>
                    <a:pathLst>
                      <a:path extrusionOk="0" h="7814" w="6806">
                        <a:moveTo>
                          <a:pt x="829" y="0"/>
                        </a:moveTo>
                        <a:lnTo>
                          <a:pt x="6806" y="4321"/>
                        </a:lnTo>
                        <a:lnTo>
                          <a:pt x="4177" y="7814"/>
                        </a:lnTo>
                        <a:lnTo>
                          <a:pt x="0" y="201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9"/>
                  <p:cNvSpPr/>
                  <p:nvPr/>
                </p:nvSpPr>
                <p:spPr>
                  <a:xfrm>
                    <a:off x="1685390" y="2078104"/>
                    <a:ext cx="57463" cy="107116"/>
                  </a:xfrm>
                  <a:custGeom>
                    <a:rect b="b" l="l" r="r" t="t"/>
                    <a:pathLst>
                      <a:path extrusionOk="0" h="6446" w="3458">
                        <a:moveTo>
                          <a:pt x="1" y="3781"/>
                        </a:moveTo>
                        <a:lnTo>
                          <a:pt x="2305" y="0"/>
                        </a:lnTo>
                        <a:lnTo>
                          <a:pt x="3457" y="1404"/>
                        </a:lnTo>
                        <a:lnTo>
                          <a:pt x="3133" y="644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9"/>
                  <p:cNvSpPr/>
                  <p:nvPr/>
                </p:nvSpPr>
                <p:spPr>
                  <a:xfrm>
                    <a:off x="1352700" y="2108250"/>
                    <a:ext cx="357243" cy="937388"/>
                  </a:xfrm>
                  <a:custGeom>
                    <a:rect b="b" l="l" r="r" t="t"/>
                    <a:pathLst>
                      <a:path extrusionOk="0" h="56820" w="21498">
                        <a:moveTo>
                          <a:pt x="3890" y="1981"/>
                        </a:moveTo>
                        <a:cubicBezTo>
                          <a:pt x="3890" y="1981"/>
                          <a:pt x="11307" y="0"/>
                          <a:pt x="11559" y="0"/>
                        </a:cubicBezTo>
                        <a:cubicBezTo>
                          <a:pt x="11811" y="72"/>
                          <a:pt x="12063" y="217"/>
                          <a:pt x="12279" y="397"/>
                        </a:cubicBezTo>
                        <a:lnTo>
                          <a:pt x="20201" y="15663"/>
                        </a:lnTo>
                        <a:cubicBezTo>
                          <a:pt x="21137" y="17140"/>
                          <a:pt x="21497" y="18940"/>
                          <a:pt x="21173" y="20668"/>
                        </a:cubicBezTo>
                        <a:cubicBezTo>
                          <a:pt x="20741" y="23657"/>
                          <a:pt x="19517" y="29202"/>
                          <a:pt x="19517" y="29202"/>
                        </a:cubicBezTo>
                        <a:cubicBezTo>
                          <a:pt x="18761" y="35431"/>
                          <a:pt x="17716" y="45225"/>
                          <a:pt x="16456" y="52318"/>
                        </a:cubicBezTo>
                        <a:cubicBezTo>
                          <a:pt x="16456" y="52318"/>
                          <a:pt x="16348" y="53074"/>
                          <a:pt x="15196" y="53398"/>
                        </a:cubicBezTo>
                        <a:cubicBezTo>
                          <a:pt x="14080" y="53722"/>
                          <a:pt x="685" y="56567"/>
                          <a:pt x="685" y="56567"/>
                        </a:cubicBezTo>
                        <a:cubicBezTo>
                          <a:pt x="685" y="56567"/>
                          <a:pt x="1" y="56819"/>
                          <a:pt x="181" y="55595"/>
                        </a:cubicBezTo>
                        <a:cubicBezTo>
                          <a:pt x="325" y="54767"/>
                          <a:pt x="4610" y="42164"/>
                          <a:pt x="7202" y="33487"/>
                        </a:cubicBezTo>
                        <a:cubicBezTo>
                          <a:pt x="7670" y="32010"/>
                          <a:pt x="8067" y="30678"/>
                          <a:pt x="8355" y="29490"/>
                        </a:cubicBezTo>
                        <a:cubicBezTo>
                          <a:pt x="8751" y="27978"/>
                          <a:pt x="8751" y="26393"/>
                          <a:pt x="8355" y="24881"/>
                        </a:cubicBezTo>
                        <a:lnTo>
                          <a:pt x="5258" y="1587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9"/>
                  <p:cNvSpPr/>
                  <p:nvPr/>
                </p:nvSpPr>
                <p:spPr>
                  <a:xfrm>
                    <a:off x="1749417" y="2099641"/>
                    <a:ext cx="245341" cy="908296"/>
                  </a:xfrm>
                  <a:custGeom>
                    <a:rect b="b" l="l" r="r" t="t"/>
                    <a:pathLst>
                      <a:path extrusionOk="0" h="54659" w="14764">
                        <a:moveTo>
                          <a:pt x="1" y="216"/>
                        </a:moveTo>
                        <a:cubicBezTo>
                          <a:pt x="1657" y="4825"/>
                          <a:pt x="6590" y="15591"/>
                          <a:pt x="5726" y="20560"/>
                        </a:cubicBezTo>
                        <a:cubicBezTo>
                          <a:pt x="5618" y="20992"/>
                          <a:pt x="5582" y="21424"/>
                          <a:pt x="5582" y="21893"/>
                        </a:cubicBezTo>
                        <a:cubicBezTo>
                          <a:pt x="5582" y="22865"/>
                          <a:pt x="5690" y="28050"/>
                          <a:pt x="5690" y="28050"/>
                        </a:cubicBezTo>
                        <a:lnTo>
                          <a:pt x="3961" y="51526"/>
                        </a:lnTo>
                        <a:cubicBezTo>
                          <a:pt x="4069" y="52066"/>
                          <a:pt x="4429" y="52534"/>
                          <a:pt x="4969" y="52786"/>
                        </a:cubicBezTo>
                        <a:cubicBezTo>
                          <a:pt x="5834" y="53110"/>
                          <a:pt x="14259" y="54515"/>
                          <a:pt x="14259" y="54515"/>
                        </a:cubicBezTo>
                        <a:cubicBezTo>
                          <a:pt x="14259" y="54515"/>
                          <a:pt x="14763" y="54659"/>
                          <a:pt x="14763" y="53975"/>
                        </a:cubicBezTo>
                        <a:cubicBezTo>
                          <a:pt x="14763" y="45333"/>
                          <a:pt x="10118" y="35215"/>
                          <a:pt x="10803" y="21713"/>
                        </a:cubicBezTo>
                        <a:cubicBezTo>
                          <a:pt x="10803" y="21713"/>
                          <a:pt x="11955" y="17248"/>
                          <a:pt x="12423" y="15555"/>
                        </a:cubicBezTo>
                        <a:cubicBezTo>
                          <a:pt x="12891" y="13827"/>
                          <a:pt x="11163" y="11595"/>
                          <a:pt x="9758" y="9254"/>
                        </a:cubicBezTo>
                        <a:cubicBezTo>
                          <a:pt x="8354" y="6878"/>
                          <a:pt x="5438" y="1549"/>
                          <a:pt x="5438" y="1549"/>
                        </a:cubicBezTo>
                        <a:lnTo>
                          <a:pt x="397" y="36"/>
                        </a:lnTo>
                        <a:cubicBezTo>
                          <a:pt x="253" y="0"/>
                          <a:pt x="73" y="72"/>
                          <a:pt x="1" y="2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9"/>
                  <p:cNvSpPr/>
                  <p:nvPr/>
                </p:nvSpPr>
                <p:spPr>
                  <a:xfrm>
                    <a:off x="2058170" y="4414026"/>
                    <a:ext cx="60438" cy="212422"/>
                  </a:xfrm>
                  <a:custGeom>
                    <a:rect b="b" l="l" r="r" t="t"/>
                    <a:pathLst>
                      <a:path extrusionOk="0" h="12783" w="3637">
                        <a:moveTo>
                          <a:pt x="720" y="0"/>
                        </a:moveTo>
                        <a:cubicBezTo>
                          <a:pt x="720" y="0"/>
                          <a:pt x="0" y="216"/>
                          <a:pt x="216" y="1657"/>
                        </a:cubicBezTo>
                        <a:cubicBezTo>
                          <a:pt x="468" y="3061"/>
                          <a:pt x="1584" y="3997"/>
                          <a:pt x="1584" y="6806"/>
                        </a:cubicBezTo>
                        <a:lnTo>
                          <a:pt x="1584" y="12171"/>
                        </a:lnTo>
                        <a:cubicBezTo>
                          <a:pt x="1584" y="12171"/>
                          <a:pt x="1548" y="12783"/>
                          <a:pt x="1944" y="12783"/>
                        </a:cubicBezTo>
                        <a:lnTo>
                          <a:pt x="2196" y="12783"/>
                        </a:lnTo>
                        <a:cubicBezTo>
                          <a:pt x="2376" y="12783"/>
                          <a:pt x="2520" y="12639"/>
                          <a:pt x="2520" y="12171"/>
                        </a:cubicBezTo>
                        <a:lnTo>
                          <a:pt x="2520" y="6194"/>
                        </a:lnTo>
                        <a:cubicBezTo>
                          <a:pt x="2520" y="5293"/>
                          <a:pt x="2881" y="3565"/>
                          <a:pt x="3277" y="3241"/>
                        </a:cubicBezTo>
                        <a:cubicBezTo>
                          <a:pt x="3637" y="2917"/>
                          <a:pt x="720"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9"/>
                  <p:cNvSpPr/>
                  <p:nvPr/>
                </p:nvSpPr>
                <p:spPr>
                  <a:xfrm>
                    <a:off x="2056957" y="4366749"/>
                    <a:ext cx="281251" cy="259698"/>
                  </a:xfrm>
                  <a:custGeom>
                    <a:rect b="b" l="l" r="r" t="t"/>
                    <a:pathLst>
                      <a:path extrusionOk="0" h="15628" w="16925">
                        <a:moveTo>
                          <a:pt x="3134" y="1"/>
                        </a:moveTo>
                        <a:cubicBezTo>
                          <a:pt x="1837" y="685"/>
                          <a:pt x="793" y="1729"/>
                          <a:pt x="73" y="2989"/>
                        </a:cubicBezTo>
                        <a:cubicBezTo>
                          <a:pt x="1" y="3278"/>
                          <a:pt x="109" y="3566"/>
                          <a:pt x="361" y="3710"/>
                        </a:cubicBezTo>
                        <a:cubicBezTo>
                          <a:pt x="757" y="3998"/>
                          <a:pt x="3494" y="6302"/>
                          <a:pt x="4070" y="7814"/>
                        </a:cubicBezTo>
                        <a:cubicBezTo>
                          <a:pt x="4610" y="9291"/>
                          <a:pt x="5474" y="12243"/>
                          <a:pt x="5834" y="13395"/>
                        </a:cubicBezTo>
                        <a:cubicBezTo>
                          <a:pt x="6194" y="14548"/>
                          <a:pt x="6986" y="15628"/>
                          <a:pt x="8355" y="15628"/>
                        </a:cubicBezTo>
                        <a:lnTo>
                          <a:pt x="15556" y="15628"/>
                        </a:lnTo>
                        <a:cubicBezTo>
                          <a:pt x="16924" y="15628"/>
                          <a:pt x="16456" y="14476"/>
                          <a:pt x="15484" y="13863"/>
                        </a:cubicBezTo>
                        <a:cubicBezTo>
                          <a:pt x="14512" y="13287"/>
                          <a:pt x="12315" y="11811"/>
                          <a:pt x="12027" y="11703"/>
                        </a:cubicBezTo>
                        <a:cubicBezTo>
                          <a:pt x="11739" y="11595"/>
                          <a:pt x="11631" y="11703"/>
                          <a:pt x="11631" y="11703"/>
                        </a:cubicBezTo>
                        <a:cubicBezTo>
                          <a:pt x="11631" y="11703"/>
                          <a:pt x="11955" y="11847"/>
                          <a:pt x="11847" y="12099"/>
                        </a:cubicBezTo>
                        <a:cubicBezTo>
                          <a:pt x="11739" y="12315"/>
                          <a:pt x="11019" y="12207"/>
                          <a:pt x="10299" y="12207"/>
                        </a:cubicBezTo>
                        <a:cubicBezTo>
                          <a:pt x="9255" y="12171"/>
                          <a:pt x="8355" y="11595"/>
                          <a:pt x="7922" y="10695"/>
                        </a:cubicBezTo>
                        <a:cubicBezTo>
                          <a:pt x="7382" y="9543"/>
                          <a:pt x="5258" y="3566"/>
                          <a:pt x="5042" y="3025"/>
                        </a:cubicBezTo>
                        <a:cubicBezTo>
                          <a:pt x="4862" y="2521"/>
                          <a:pt x="3458" y="1297"/>
                          <a:pt x="3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9"/>
                  <p:cNvSpPr/>
                  <p:nvPr/>
                </p:nvSpPr>
                <p:spPr>
                  <a:xfrm>
                    <a:off x="1152865" y="2130150"/>
                    <a:ext cx="377583" cy="645041"/>
                  </a:xfrm>
                  <a:custGeom>
                    <a:rect b="b" l="l" r="r" t="t"/>
                    <a:pathLst>
                      <a:path extrusionOk="0" h="38817" w="22722">
                        <a:moveTo>
                          <a:pt x="18868" y="1"/>
                        </a:moveTo>
                        <a:cubicBezTo>
                          <a:pt x="18868" y="1"/>
                          <a:pt x="15448" y="433"/>
                          <a:pt x="14619" y="1081"/>
                        </a:cubicBezTo>
                        <a:cubicBezTo>
                          <a:pt x="13935" y="1585"/>
                          <a:pt x="5114" y="13107"/>
                          <a:pt x="2413" y="17716"/>
                        </a:cubicBezTo>
                        <a:cubicBezTo>
                          <a:pt x="1" y="21785"/>
                          <a:pt x="2881" y="25278"/>
                          <a:pt x="6014" y="29238"/>
                        </a:cubicBezTo>
                        <a:cubicBezTo>
                          <a:pt x="8426" y="32227"/>
                          <a:pt x="13755" y="38492"/>
                          <a:pt x="13755" y="38492"/>
                        </a:cubicBezTo>
                        <a:cubicBezTo>
                          <a:pt x="13935" y="38744"/>
                          <a:pt x="14259" y="38816"/>
                          <a:pt x="14511" y="38744"/>
                        </a:cubicBezTo>
                        <a:cubicBezTo>
                          <a:pt x="14980" y="38528"/>
                          <a:pt x="18076" y="32011"/>
                          <a:pt x="18076" y="32011"/>
                        </a:cubicBezTo>
                        <a:cubicBezTo>
                          <a:pt x="18076" y="32011"/>
                          <a:pt x="18364" y="31687"/>
                          <a:pt x="17824" y="31003"/>
                        </a:cubicBezTo>
                        <a:cubicBezTo>
                          <a:pt x="17284" y="30282"/>
                          <a:pt x="11127" y="22361"/>
                          <a:pt x="11127" y="22361"/>
                        </a:cubicBezTo>
                        <a:lnTo>
                          <a:pt x="18004" y="13323"/>
                        </a:lnTo>
                        <a:cubicBezTo>
                          <a:pt x="18004" y="13323"/>
                          <a:pt x="22721" y="6302"/>
                          <a:pt x="18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9"/>
                  <p:cNvSpPr/>
                  <p:nvPr/>
                </p:nvSpPr>
                <p:spPr>
                  <a:xfrm>
                    <a:off x="1698551" y="2210330"/>
                    <a:ext cx="22766" cy="20955"/>
                  </a:xfrm>
                  <a:custGeom>
                    <a:rect b="b" l="l" r="r" t="t"/>
                    <a:pathLst>
                      <a:path extrusionOk="0" h="1261" w="1370">
                        <a:moveTo>
                          <a:pt x="613" y="1"/>
                        </a:moveTo>
                        <a:cubicBezTo>
                          <a:pt x="973" y="1"/>
                          <a:pt x="1261" y="289"/>
                          <a:pt x="1297" y="649"/>
                        </a:cubicBezTo>
                        <a:cubicBezTo>
                          <a:pt x="1369" y="973"/>
                          <a:pt x="1081" y="1261"/>
                          <a:pt x="757" y="1261"/>
                        </a:cubicBezTo>
                        <a:cubicBezTo>
                          <a:pt x="397" y="1261"/>
                          <a:pt x="73" y="973"/>
                          <a:pt x="37" y="649"/>
                        </a:cubicBezTo>
                        <a:cubicBezTo>
                          <a:pt x="1" y="289"/>
                          <a:pt x="253"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9"/>
                  <p:cNvSpPr/>
                  <p:nvPr/>
                </p:nvSpPr>
                <p:spPr>
                  <a:xfrm>
                    <a:off x="1740444" y="2321019"/>
                    <a:ext cx="22749" cy="21570"/>
                  </a:xfrm>
                  <a:custGeom>
                    <a:rect b="b" l="l" r="r" t="t"/>
                    <a:pathLst>
                      <a:path extrusionOk="0" h="1298" w="1369">
                        <a:moveTo>
                          <a:pt x="613" y="1"/>
                        </a:moveTo>
                        <a:cubicBezTo>
                          <a:pt x="973" y="37"/>
                          <a:pt x="1297" y="289"/>
                          <a:pt x="1333" y="649"/>
                        </a:cubicBezTo>
                        <a:cubicBezTo>
                          <a:pt x="1369" y="973"/>
                          <a:pt x="1117" y="1297"/>
                          <a:pt x="757" y="1297"/>
                        </a:cubicBezTo>
                        <a:cubicBezTo>
                          <a:pt x="396" y="1261"/>
                          <a:pt x="108" y="1009"/>
                          <a:pt x="72" y="649"/>
                        </a:cubicBezTo>
                        <a:cubicBezTo>
                          <a:pt x="0" y="289"/>
                          <a:pt x="288"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9"/>
                  <p:cNvSpPr/>
                  <p:nvPr/>
                </p:nvSpPr>
                <p:spPr>
                  <a:xfrm>
                    <a:off x="1751810" y="2514297"/>
                    <a:ext cx="22749" cy="21553"/>
                  </a:xfrm>
                  <a:custGeom>
                    <a:rect b="b" l="l" r="r" t="t"/>
                    <a:pathLst>
                      <a:path extrusionOk="0" h="1297" w="1369">
                        <a:moveTo>
                          <a:pt x="613" y="1296"/>
                        </a:moveTo>
                        <a:cubicBezTo>
                          <a:pt x="973" y="1296"/>
                          <a:pt x="1297" y="1008"/>
                          <a:pt x="1333" y="648"/>
                        </a:cubicBezTo>
                        <a:cubicBezTo>
                          <a:pt x="1369" y="324"/>
                          <a:pt x="1117" y="0"/>
                          <a:pt x="793" y="36"/>
                        </a:cubicBezTo>
                        <a:cubicBezTo>
                          <a:pt x="397" y="36"/>
                          <a:pt x="109" y="288"/>
                          <a:pt x="73" y="648"/>
                        </a:cubicBezTo>
                        <a:cubicBezTo>
                          <a:pt x="1" y="1008"/>
                          <a:pt x="289" y="1296"/>
                          <a:pt x="613" y="12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9"/>
                  <p:cNvSpPr/>
                  <p:nvPr/>
                </p:nvSpPr>
                <p:spPr>
                  <a:xfrm>
                    <a:off x="1738051" y="2700978"/>
                    <a:ext cx="22749" cy="21553"/>
                  </a:xfrm>
                  <a:custGeom>
                    <a:rect b="b" l="l" r="r" t="t"/>
                    <a:pathLst>
                      <a:path extrusionOk="0" h="1297" w="1369">
                        <a:moveTo>
                          <a:pt x="612" y="1296"/>
                        </a:moveTo>
                        <a:cubicBezTo>
                          <a:pt x="973" y="1296"/>
                          <a:pt x="1261" y="1008"/>
                          <a:pt x="1333" y="648"/>
                        </a:cubicBezTo>
                        <a:cubicBezTo>
                          <a:pt x="1369" y="324"/>
                          <a:pt x="1117" y="0"/>
                          <a:pt x="757" y="36"/>
                        </a:cubicBezTo>
                        <a:cubicBezTo>
                          <a:pt x="396" y="36"/>
                          <a:pt x="108" y="288"/>
                          <a:pt x="72" y="648"/>
                        </a:cubicBezTo>
                        <a:cubicBezTo>
                          <a:pt x="0" y="1008"/>
                          <a:pt x="252" y="1296"/>
                          <a:pt x="612" y="12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9"/>
                  <p:cNvSpPr/>
                  <p:nvPr/>
                </p:nvSpPr>
                <p:spPr>
                  <a:xfrm>
                    <a:off x="1414342" y="2587281"/>
                    <a:ext cx="162170" cy="156188"/>
                  </a:xfrm>
                  <a:custGeom>
                    <a:rect b="b" l="l" r="r" t="t"/>
                    <a:pathLst>
                      <a:path extrusionOk="0" h="9399" w="9759">
                        <a:moveTo>
                          <a:pt x="3061" y="3422"/>
                        </a:moveTo>
                        <a:cubicBezTo>
                          <a:pt x="3673" y="2665"/>
                          <a:pt x="4249" y="1873"/>
                          <a:pt x="4754" y="1045"/>
                        </a:cubicBezTo>
                        <a:lnTo>
                          <a:pt x="7490" y="1"/>
                        </a:lnTo>
                        <a:cubicBezTo>
                          <a:pt x="8426" y="901"/>
                          <a:pt x="6590" y="1513"/>
                          <a:pt x="6014" y="1801"/>
                        </a:cubicBezTo>
                        <a:cubicBezTo>
                          <a:pt x="5726" y="1981"/>
                          <a:pt x="6122" y="2053"/>
                          <a:pt x="5474" y="3206"/>
                        </a:cubicBezTo>
                        <a:cubicBezTo>
                          <a:pt x="5474" y="3206"/>
                          <a:pt x="6482" y="2377"/>
                          <a:pt x="7598" y="2773"/>
                        </a:cubicBezTo>
                        <a:cubicBezTo>
                          <a:pt x="8714" y="3134"/>
                          <a:pt x="9506" y="3458"/>
                          <a:pt x="9506" y="3458"/>
                        </a:cubicBezTo>
                        <a:cubicBezTo>
                          <a:pt x="9506" y="3998"/>
                          <a:pt x="9759" y="4250"/>
                          <a:pt x="9290" y="4394"/>
                        </a:cubicBezTo>
                        <a:cubicBezTo>
                          <a:pt x="8822" y="4538"/>
                          <a:pt x="7418" y="3890"/>
                          <a:pt x="7094" y="4070"/>
                        </a:cubicBezTo>
                        <a:lnTo>
                          <a:pt x="5726" y="4898"/>
                        </a:lnTo>
                        <a:cubicBezTo>
                          <a:pt x="6986" y="4862"/>
                          <a:pt x="6950" y="4826"/>
                          <a:pt x="7922" y="5186"/>
                        </a:cubicBezTo>
                        <a:cubicBezTo>
                          <a:pt x="8354" y="5294"/>
                          <a:pt x="8822" y="5510"/>
                          <a:pt x="9218" y="5726"/>
                        </a:cubicBezTo>
                        <a:cubicBezTo>
                          <a:pt x="9542" y="6158"/>
                          <a:pt x="9110" y="6662"/>
                          <a:pt x="8534" y="6734"/>
                        </a:cubicBezTo>
                        <a:cubicBezTo>
                          <a:pt x="7994" y="6806"/>
                          <a:pt x="6950" y="6410"/>
                          <a:pt x="6410" y="6410"/>
                        </a:cubicBezTo>
                        <a:cubicBezTo>
                          <a:pt x="6050" y="6410"/>
                          <a:pt x="5762" y="6410"/>
                          <a:pt x="6230" y="6626"/>
                        </a:cubicBezTo>
                        <a:cubicBezTo>
                          <a:pt x="6590" y="6770"/>
                          <a:pt x="7742" y="7058"/>
                          <a:pt x="7994" y="7310"/>
                        </a:cubicBezTo>
                        <a:cubicBezTo>
                          <a:pt x="8426" y="7670"/>
                          <a:pt x="7886" y="8426"/>
                          <a:pt x="7310" y="8282"/>
                        </a:cubicBezTo>
                        <a:cubicBezTo>
                          <a:pt x="6734" y="8138"/>
                          <a:pt x="5222" y="7526"/>
                          <a:pt x="4790" y="7814"/>
                        </a:cubicBezTo>
                        <a:cubicBezTo>
                          <a:pt x="4358" y="8138"/>
                          <a:pt x="3277" y="9399"/>
                          <a:pt x="2125" y="9003"/>
                        </a:cubicBezTo>
                        <a:cubicBezTo>
                          <a:pt x="793" y="8571"/>
                          <a:pt x="253" y="8895"/>
                          <a:pt x="145" y="8607"/>
                        </a:cubicBezTo>
                        <a:cubicBezTo>
                          <a:pt x="1" y="8030"/>
                          <a:pt x="973" y="6086"/>
                          <a:pt x="1513" y="5042"/>
                        </a:cubicBezTo>
                        <a:cubicBezTo>
                          <a:pt x="1765" y="4574"/>
                          <a:pt x="2125" y="4682"/>
                          <a:pt x="3061" y="3422"/>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9"/>
                  <p:cNvSpPr/>
                  <p:nvPr/>
                </p:nvSpPr>
                <p:spPr>
                  <a:xfrm>
                    <a:off x="1994143" y="1848932"/>
                    <a:ext cx="126260" cy="164563"/>
                  </a:xfrm>
                  <a:custGeom>
                    <a:rect b="b" l="l" r="r" t="t"/>
                    <a:pathLst>
                      <a:path extrusionOk="0" h="9903" w="7598">
                        <a:moveTo>
                          <a:pt x="5005" y="9902"/>
                        </a:moveTo>
                        <a:cubicBezTo>
                          <a:pt x="5329" y="9074"/>
                          <a:pt x="7598" y="4069"/>
                          <a:pt x="6301" y="3133"/>
                        </a:cubicBezTo>
                        <a:cubicBezTo>
                          <a:pt x="6049" y="2953"/>
                          <a:pt x="5761" y="2737"/>
                          <a:pt x="5185" y="2305"/>
                        </a:cubicBezTo>
                        <a:cubicBezTo>
                          <a:pt x="4213" y="2521"/>
                          <a:pt x="3313" y="3025"/>
                          <a:pt x="2665" y="3781"/>
                        </a:cubicBezTo>
                        <a:cubicBezTo>
                          <a:pt x="2449" y="3457"/>
                          <a:pt x="2197" y="3169"/>
                          <a:pt x="1945" y="2881"/>
                        </a:cubicBezTo>
                        <a:lnTo>
                          <a:pt x="1657" y="2629"/>
                        </a:lnTo>
                        <a:cubicBezTo>
                          <a:pt x="1333" y="1693"/>
                          <a:pt x="900" y="829"/>
                          <a:pt x="396" y="1"/>
                        </a:cubicBezTo>
                        <a:cubicBezTo>
                          <a:pt x="180" y="37"/>
                          <a:pt x="36" y="181"/>
                          <a:pt x="0" y="397"/>
                        </a:cubicBezTo>
                        <a:cubicBezTo>
                          <a:pt x="540" y="1765"/>
                          <a:pt x="3349" y="8174"/>
                          <a:pt x="3349" y="8174"/>
                        </a:cubicBezTo>
                        <a:cubicBezTo>
                          <a:pt x="3817" y="8786"/>
                          <a:pt x="4393" y="9362"/>
                          <a:pt x="5005" y="9902"/>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9"/>
                  <p:cNvSpPr/>
                  <p:nvPr/>
                </p:nvSpPr>
                <p:spPr>
                  <a:xfrm>
                    <a:off x="1954045" y="1757387"/>
                    <a:ext cx="143625" cy="251921"/>
                  </a:xfrm>
                  <a:custGeom>
                    <a:rect b="b" l="l" r="r" t="t"/>
                    <a:pathLst>
                      <a:path extrusionOk="0" h="15160" w="8643">
                        <a:moveTo>
                          <a:pt x="8318" y="14727"/>
                        </a:moveTo>
                        <a:lnTo>
                          <a:pt x="7670" y="15051"/>
                        </a:lnTo>
                        <a:cubicBezTo>
                          <a:pt x="7454" y="15159"/>
                          <a:pt x="7166" y="15087"/>
                          <a:pt x="7058" y="14835"/>
                        </a:cubicBezTo>
                        <a:lnTo>
                          <a:pt x="109" y="1045"/>
                        </a:lnTo>
                        <a:cubicBezTo>
                          <a:pt x="1" y="829"/>
                          <a:pt x="73" y="541"/>
                          <a:pt x="325" y="433"/>
                        </a:cubicBezTo>
                        <a:lnTo>
                          <a:pt x="937" y="109"/>
                        </a:lnTo>
                        <a:cubicBezTo>
                          <a:pt x="1189" y="1"/>
                          <a:pt x="1441" y="73"/>
                          <a:pt x="1585" y="325"/>
                        </a:cubicBezTo>
                        <a:lnTo>
                          <a:pt x="8498" y="14115"/>
                        </a:lnTo>
                        <a:cubicBezTo>
                          <a:pt x="8642" y="14331"/>
                          <a:pt x="8534" y="14619"/>
                          <a:pt x="8318" y="147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9"/>
                  <p:cNvSpPr/>
                  <p:nvPr/>
                </p:nvSpPr>
                <p:spPr>
                  <a:xfrm>
                    <a:off x="1998929" y="1795092"/>
                    <a:ext cx="109509" cy="171725"/>
                  </a:xfrm>
                  <a:custGeom>
                    <a:rect b="b" l="l" r="r" t="t"/>
                    <a:pathLst>
                      <a:path extrusionOk="0" h="10334" w="6590">
                        <a:moveTo>
                          <a:pt x="1045" y="2052"/>
                        </a:moveTo>
                        <a:cubicBezTo>
                          <a:pt x="396" y="3529"/>
                          <a:pt x="0" y="5689"/>
                          <a:pt x="648" y="6265"/>
                        </a:cubicBezTo>
                        <a:cubicBezTo>
                          <a:pt x="1333" y="6841"/>
                          <a:pt x="1657" y="5905"/>
                          <a:pt x="1657" y="5905"/>
                        </a:cubicBezTo>
                        <a:cubicBezTo>
                          <a:pt x="1657" y="5905"/>
                          <a:pt x="1189" y="7309"/>
                          <a:pt x="1873" y="7633"/>
                        </a:cubicBezTo>
                        <a:cubicBezTo>
                          <a:pt x="2521" y="7958"/>
                          <a:pt x="2881" y="7021"/>
                          <a:pt x="2881" y="7021"/>
                        </a:cubicBezTo>
                        <a:cubicBezTo>
                          <a:pt x="2881" y="7021"/>
                          <a:pt x="2089" y="8894"/>
                          <a:pt x="2989" y="9110"/>
                        </a:cubicBezTo>
                        <a:cubicBezTo>
                          <a:pt x="3457" y="9290"/>
                          <a:pt x="3961" y="9038"/>
                          <a:pt x="4105" y="8570"/>
                        </a:cubicBezTo>
                        <a:cubicBezTo>
                          <a:pt x="4105" y="8570"/>
                          <a:pt x="3601" y="10334"/>
                          <a:pt x="4249" y="10226"/>
                        </a:cubicBezTo>
                        <a:cubicBezTo>
                          <a:pt x="4897" y="10154"/>
                          <a:pt x="6590" y="7850"/>
                          <a:pt x="6446" y="6481"/>
                        </a:cubicBezTo>
                        <a:cubicBezTo>
                          <a:pt x="6302" y="5077"/>
                          <a:pt x="5509" y="5509"/>
                          <a:pt x="5509" y="5509"/>
                        </a:cubicBezTo>
                        <a:cubicBezTo>
                          <a:pt x="5509" y="5509"/>
                          <a:pt x="5689" y="4321"/>
                          <a:pt x="4897" y="4069"/>
                        </a:cubicBezTo>
                        <a:cubicBezTo>
                          <a:pt x="4105" y="3817"/>
                          <a:pt x="4033" y="4357"/>
                          <a:pt x="4033" y="4357"/>
                        </a:cubicBezTo>
                        <a:cubicBezTo>
                          <a:pt x="4033" y="4357"/>
                          <a:pt x="4429" y="2773"/>
                          <a:pt x="3853" y="2665"/>
                        </a:cubicBezTo>
                        <a:cubicBezTo>
                          <a:pt x="3385" y="2629"/>
                          <a:pt x="2953" y="2773"/>
                          <a:pt x="2629" y="3025"/>
                        </a:cubicBezTo>
                        <a:cubicBezTo>
                          <a:pt x="2629" y="3025"/>
                          <a:pt x="2269" y="0"/>
                          <a:pt x="1045" y="205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9"/>
                  <p:cNvSpPr/>
                  <p:nvPr/>
                </p:nvSpPr>
                <p:spPr>
                  <a:xfrm rot="-728030">
                    <a:off x="1869220" y="2987266"/>
                    <a:ext cx="96556" cy="1362513"/>
                  </a:xfrm>
                  <a:custGeom>
                    <a:rect b="b" l="l" r="r" t="t"/>
                    <a:pathLst>
                      <a:path extrusionOk="0" h="21939" w="2061">
                        <a:moveTo>
                          <a:pt x="102" y="0"/>
                        </a:moveTo>
                        <a:cubicBezTo>
                          <a:pt x="50" y="0"/>
                          <a:pt x="0" y="37"/>
                          <a:pt x="0" y="108"/>
                        </a:cubicBezTo>
                        <a:lnTo>
                          <a:pt x="1519" y="11558"/>
                        </a:lnTo>
                        <a:cubicBezTo>
                          <a:pt x="1479" y="11809"/>
                          <a:pt x="977" y="14860"/>
                          <a:pt x="1849" y="21846"/>
                        </a:cubicBezTo>
                        <a:cubicBezTo>
                          <a:pt x="1849" y="21899"/>
                          <a:pt x="1902" y="21938"/>
                          <a:pt x="1955" y="21938"/>
                        </a:cubicBezTo>
                        <a:lnTo>
                          <a:pt x="1968" y="21938"/>
                        </a:lnTo>
                        <a:cubicBezTo>
                          <a:pt x="2021" y="21938"/>
                          <a:pt x="2060" y="21886"/>
                          <a:pt x="2060" y="21820"/>
                        </a:cubicBezTo>
                        <a:cubicBezTo>
                          <a:pt x="1149" y="14582"/>
                          <a:pt x="1730" y="11611"/>
                          <a:pt x="1730" y="11585"/>
                        </a:cubicBezTo>
                        <a:cubicBezTo>
                          <a:pt x="1730" y="11571"/>
                          <a:pt x="1730" y="11558"/>
                          <a:pt x="1730" y="11545"/>
                        </a:cubicBezTo>
                        <a:lnTo>
                          <a:pt x="211" y="82"/>
                        </a:lnTo>
                        <a:cubicBezTo>
                          <a:pt x="193" y="27"/>
                          <a:pt x="147" y="0"/>
                          <a:pt x="1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8" name="Google Shape;4688;p69"/>
                  <p:cNvGrpSpPr/>
                  <p:nvPr/>
                </p:nvGrpSpPr>
                <p:grpSpPr>
                  <a:xfrm rot="392228">
                    <a:off x="1683636" y="2775185"/>
                    <a:ext cx="83061" cy="244046"/>
                    <a:chOff x="490700" y="2360275"/>
                    <a:chExt cx="38300" cy="115575"/>
                  </a:xfrm>
                </p:grpSpPr>
                <p:sp>
                  <p:nvSpPr>
                    <p:cNvPr id="4689" name="Google Shape;4689;p69"/>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9"/>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69"/>
                  <p:cNvGrpSpPr/>
                  <p:nvPr/>
                </p:nvGrpSpPr>
                <p:grpSpPr>
                  <a:xfrm>
                    <a:off x="1279160" y="2480774"/>
                    <a:ext cx="60825" cy="26343"/>
                    <a:chOff x="284000" y="2200125"/>
                    <a:chExt cx="36675" cy="15875"/>
                  </a:xfrm>
                </p:grpSpPr>
                <p:sp>
                  <p:nvSpPr>
                    <p:cNvPr id="4692" name="Google Shape;4692;p69"/>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9"/>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4" name="Google Shape;4694;p69"/>
                  <p:cNvSpPr/>
                  <p:nvPr/>
                </p:nvSpPr>
                <p:spPr>
                  <a:xfrm rot="-4357623">
                    <a:off x="2086575" y="4201016"/>
                    <a:ext cx="107575" cy="152042"/>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9"/>
                  <p:cNvSpPr/>
                  <p:nvPr/>
                </p:nvSpPr>
                <p:spPr>
                  <a:xfrm rot="-3181261">
                    <a:off x="1521912" y="4261301"/>
                    <a:ext cx="86826" cy="114525"/>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6" name="Google Shape;4696;p69"/>
                  <p:cNvGrpSpPr/>
                  <p:nvPr/>
                </p:nvGrpSpPr>
                <p:grpSpPr>
                  <a:xfrm>
                    <a:off x="1567423" y="1876714"/>
                    <a:ext cx="210129" cy="46100"/>
                    <a:chOff x="479450" y="1865650"/>
                    <a:chExt cx="81575" cy="17900"/>
                  </a:xfrm>
                </p:grpSpPr>
                <p:sp>
                  <p:nvSpPr>
                    <p:cNvPr id="4697" name="Google Shape;4697;p69"/>
                    <p:cNvSpPr/>
                    <p:nvPr/>
                  </p:nvSpPr>
                  <p:spPr>
                    <a:xfrm>
                      <a:off x="479450" y="1866000"/>
                      <a:ext cx="36025" cy="17550"/>
                    </a:xfrm>
                    <a:custGeom>
                      <a:rect b="b" l="l" r="r" t="t"/>
                      <a:pathLst>
                        <a:path extrusionOk="0" h="702" w="1441">
                          <a:moveTo>
                            <a:pt x="760" y="0"/>
                          </a:moveTo>
                          <a:cubicBezTo>
                            <a:pt x="745" y="0"/>
                            <a:pt x="730" y="0"/>
                            <a:pt x="714" y="1"/>
                          </a:cubicBezTo>
                          <a:cubicBezTo>
                            <a:pt x="318" y="14"/>
                            <a:pt x="1" y="173"/>
                            <a:pt x="14" y="371"/>
                          </a:cubicBezTo>
                          <a:cubicBezTo>
                            <a:pt x="14" y="560"/>
                            <a:pt x="317" y="702"/>
                            <a:pt x="679" y="702"/>
                          </a:cubicBezTo>
                          <a:cubicBezTo>
                            <a:pt x="695" y="702"/>
                            <a:pt x="711" y="701"/>
                            <a:pt x="727" y="701"/>
                          </a:cubicBezTo>
                          <a:cubicBezTo>
                            <a:pt x="1124" y="688"/>
                            <a:pt x="1440" y="516"/>
                            <a:pt x="1440" y="331"/>
                          </a:cubicBezTo>
                          <a:cubicBezTo>
                            <a:pt x="1428" y="153"/>
                            <a:pt x="1135"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9"/>
                    <p:cNvSpPr/>
                    <p:nvPr/>
                  </p:nvSpPr>
                  <p:spPr>
                    <a:xfrm>
                      <a:off x="525025" y="1865650"/>
                      <a:ext cx="36000" cy="17250"/>
                    </a:xfrm>
                    <a:custGeom>
                      <a:rect b="b" l="l" r="r" t="t"/>
                      <a:pathLst>
                        <a:path extrusionOk="0" h="690" w="1440">
                          <a:moveTo>
                            <a:pt x="763" y="1"/>
                          </a:moveTo>
                          <a:cubicBezTo>
                            <a:pt x="747" y="1"/>
                            <a:pt x="730" y="1"/>
                            <a:pt x="714" y="2"/>
                          </a:cubicBezTo>
                          <a:cubicBezTo>
                            <a:pt x="317" y="2"/>
                            <a:pt x="0" y="173"/>
                            <a:pt x="14" y="358"/>
                          </a:cubicBezTo>
                          <a:cubicBezTo>
                            <a:pt x="14" y="548"/>
                            <a:pt x="304" y="689"/>
                            <a:pt x="677" y="689"/>
                          </a:cubicBezTo>
                          <a:cubicBezTo>
                            <a:pt x="694" y="689"/>
                            <a:pt x="710" y="689"/>
                            <a:pt x="727" y="688"/>
                          </a:cubicBezTo>
                          <a:cubicBezTo>
                            <a:pt x="1123" y="688"/>
                            <a:pt x="1440" y="517"/>
                            <a:pt x="1440" y="332"/>
                          </a:cubicBezTo>
                          <a:cubicBezTo>
                            <a:pt x="1427" y="142"/>
                            <a:pt x="1136"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9"/>
                    <p:cNvSpPr/>
                    <p:nvPr/>
                  </p:nvSpPr>
                  <p:spPr>
                    <a:xfrm>
                      <a:off x="513650" y="1871075"/>
                      <a:ext cx="12725" cy="3875"/>
                    </a:xfrm>
                    <a:custGeom>
                      <a:rect b="b" l="l" r="r" t="t"/>
                      <a:pathLst>
                        <a:path extrusionOk="0" h="155" w="509">
                          <a:moveTo>
                            <a:pt x="247" y="0"/>
                          </a:moveTo>
                          <a:cubicBezTo>
                            <a:pt x="176" y="0"/>
                            <a:pt x="106" y="20"/>
                            <a:pt x="46" y="62"/>
                          </a:cubicBezTo>
                          <a:cubicBezTo>
                            <a:pt x="1" y="85"/>
                            <a:pt x="24" y="147"/>
                            <a:pt x="65" y="147"/>
                          </a:cubicBezTo>
                          <a:cubicBezTo>
                            <a:pt x="71" y="147"/>
                            <a:pt x="78" y="145"/>
                            <a:pt x="86" y="141"/>
                          </a:cubicBezTo>
                          <a:cubicBezTo>
                            <a:pt x="139" y="102"/>
                            <a:pt x="201" y="82"/>
                            <a:pt x="264" y="82"/>
                          </a:cubicBezTo>
                          <a:cubicBezTo>
                            <a:pt x="327" y="82"/>
                            <a:pt x="389" y="102"/>
                            <a:pt x="442" y="141"/>
                          </a:cubicBezTo>
                          <a:cubicBezTo>
                            <a:pt x="442" y="141"/>
                            <a:pt x="455" y="141"/>
                            <a:pt x="469" y="154"/>
                          </a:cubicBezTo>
                          <a:cubicBezTo>
                            <a:pt x="482" y="154"/>
                            <a:pt x="495" y="154"/>
                            <a:pt x="495" y="141"/>
                          </a:cubicBezTo>
                          <a:cubicBezTo>
                            <a:pt x="508" y="128"/>
                            <a:pt x="508" y="102"/>
                            <a:pt x="495" y="88"/>
                          </a:cubicBezTo>
                          <a:cubicBezTo>
                            <a:pt x="422" y="30"/>
                            <a:pt x="334"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00" name="Google Shape;4700;p69"/>
                <p:cNvSpPr/>
                <p:nvPr/>
              </p:nvSpPr>
              <p:spPr>
                <a:xfrm rot="515122">
                  <a:off x="997818" y="2589422"/>
                  <a:ext cx="151017" cy="75879"/>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9"/>
                <p:cNvSpPr/>
                <p:nvPr/>
              </p:nvSpPr>
              <p:spPr>
                <a:xfrm rot="3962403">
                  <a:off x="1459580" y="2581444"/>
                  <a:ext cx="85467" cy="91836"/>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2" name="Google Shape;4702;p69"/>
                <p:cNvGrpSpPr/>
                <p:nvPr/>
              </p:nvGrpSpPr>
              <p:grpSpPr>
                <a:xfrm flipH="1" rot="808828">
                  <a:off x="953466" y="2105370"/>
                  <a:ext cx="79175" cy="97578"/>
                  <a:chOff x="341450" y="2082850"/>
                  <a:chExt cx="68689" cy="84625"/>
                </a:xfrm>
              </p:grpSpPr>
              <p:sp>
                <p:nvSpPr>
                  <p:cNvPr id="4703" name="Google Shape;4703;p69"/>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9"/>
                  <p:cNvSpPr/>
                  <p:nvPr/>
                </p:nvSpPr>
                <p:spPr>
                  <a:xfrm rot="212">
                    <a:off x="372603" y="2110973"/>
                    <a:ext cx="37535" cy="6973"/>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05" name="Google Shape;4705;p69"/>
              <p:cNvSpPr/>
              <p:nvPr/>
            </p:nvSpPr>
            <p:spPr>
              <a:xfrm rot="-625783">
                <a:off x="1266931" y="2243042"/>
                <a:ext cx="126131" cy="32536"/>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6" name="Google Shape;4706;p69"/>
            <p:cNvSpPr/>
            <p:nvPr/>
          </p:nvSpPr>
          <p:spPr>
            <a:xfrm rot="-226357">
              <a:off x="1559233" y="3511711"/>
              <a:ext cx="110412" cy="18227"/>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9"/>
            <p:cNvSpPr/>
            <p:nvPr/>
          </p:nvSpPr>
          <p:spPr>
            <a:xfrm rot="196139">
              <a:off x="1092273" y="3537022"/>
              <a:ext cx="122291" cy="18231"/>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8" name="Google Shape;4708;p69">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9">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9">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9">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5" name="Shape 4715"/>
        <p:cNvGrpSpPr/>
        <p:nvPr/>
      </p:nvGrpSpPr>
      <p:grpSpPr>
        <a:xfrm>
          <a:off x="0" y="0"/>
          <a:ext cx="0" cy="0"/>
          <a:chOff x="0" y="0"/>
          <a:chExt cx="0" cy="0"/>
        </a:xfrm>
      </p:grpSpPr>
      <p:grpSp>
        <p:nvGrpSpPr>
          <p:cNvPr id="4716" name="Google Shape;4716;p70"/>
          <p:cNvGrpSpPr/>
          <p:nvPr/>
        </p:nvGrpSpPr>
        <p:grpSpPr>
          <a:xfrm>
            <a:off x="2189594" y="1014163"/>
            <a:ext cx="4765186" cy="2227548"/>
            <a:chOff x="2038756" y="1050839"/>
            <a:chExt cx="5176174" cy="2954700"/>
          </a:xfrm>
        </p:grpSpPr>
        <p:grpSp>
          <p:nvGrpSpPr>
            <p:cNvPr id="4717" name="Google Shape;4717;p70"/>
            <p:cNvGrpSpPr/>
            <p:nvPr/>
          </p:nvGrpSpPr>
          <p:grpSpPr>
            <a:xfrm>
              <a:off x="2038756" y="1050839"/>
              <a:ext cx="5066497" cy="2954700"/>
              <a:chOff x="743953" y="1296401"/>
              <a:chExt cx="2240821" cy="1306811"/>
            </a:xfrm>
          </p:grpSpPr>
          <p:sp>
            <p:nvSpPr>
              <p:cNvPr id="4718" name="Google Shape;4718;p70"/>
              <p:cNvSpPr/>
              <p:nvPr/>
            </p:nvSpPr>
            <p:spPr>
              <a:xfrm>
                <a:off x="791778" y="2528340"/>
                <a:ext cx="2192996" cy="74870"/>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9" name="Google Shape;4719;p70"/>
              <p:cNvGrpSpPr/>
              <p:nvPr/>
            </p:nvGrpSpPr>
            <p:grpSpPr>
              <a:xfrm>
                <a:off x="743953" y="1296401"/>
                <a:ext cx="2240772" cy="1306811"/>
                <a:chOff x="743878" y="1560076"/>
                <a:chExt cx="2240772" cy="1306811"/>
              </a:xfrm>
            </p:grpSpPr>
            <p:grpSp>
              <p:nvGrpSpPr>
                <p:cNvPr id="4720" name="Google Shape;4720;p70"/>
                <p:cNvGrpSpPr/>
                <p:nvPr/>
              </p:nvGrpSpPr>
              <p:grpSpPr>
                <a:xfrm>
                  <a:off x="743878" y="1590850"/>
                  <a:ext cx="2240772" cy="1276037"/>
                  <a:chOff x="743878" y="1590850"/>
                  <a:chExt cx="2240772" cy="1276037"/>
                </a:xfrm>
              </p:grpSpPr>
              <p:sp>
                <p:nvSpPr>
                  <p:cNvPr id="4721" name="Google Shape;4721;p70"/>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rot="2696772">
                    <a:off x="725268" y="2752322"/>
                    <a:ext cx="225921" cy="4072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3" name="Google Shape;4723;p70"/>
                <p:cNvSpPr/>
                <p:nvPr/>
              </p:nvSpPr>
              <p:spPr>
                <a:xfrm rot="-2706523">
                  <a:off x="736754" y="1633311"/>
                  <a:ext cx="223588" cy="4072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24" name="Google Shape;4724;p70"/>
            <p:cNvSpPr/>
            <p:nvPr/>
          </p:nvSpPr>
          <p:spPr>
            <a:xfrm rot="2440061">
              <a:off x="6740494" y="1204431"/>
              <a:ext cx="505470" cy="9212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5" name="Google Shape;4725;p70"/>
          <p:cNvSpPr txBox="1"/>
          <p:nvPr>
            <p:ph idx="1" type="subTitle"/>
          </p:nvPr>
        </p:nvSpPr>
        <p:spPr>
          <a:xfrm>
            <a:off x="2135725" y="3408050"/>
            <a:ext cx="4872600" cy="74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
        <p:nvSpPr>
          <p:cNvPr id="4726" name="Google Shape;4726;p70"/>
          <p:cNvSpPr txBox="1"/>
          <p:nvPr>
            <p:ph type="title"/>
          </p:nvPr>
        </p:nvSpPr>
        <p:spPr>
          <a:xfrm>
            <a:off x="2135768" y="1530038"/>
            <a:ext cx="4872600" cy="119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a:t>
            </a:r>
            <a:r>
              <a:rPr lang="en"/>
              <a:t>hoa</a:t>
            </a:r>
            <a:endParaRPr/>
          </a:p>
        </p:txBody>
      </p:sp>
      <p:grpSp>
        <p:nvGrpSpPr>
          <p:cNvPr id="4727" name="Google Shape;4727;p70"/>
          <p:cNvGrpSpPr/>
          <p:nvPr/>
        </p:nvGrpSpPr>
        <p:grpSpPr>
          <a:xfrm>
            <a:off x="655414" y="1621987"/>
            <a:ext cx="1389668" cy="3390518"/>
            <a:chOff x="6291140" y="1353498"/>
            <a:chExt cx="1298270" cy="3167524"/>
          </a:xfrm>
        </p:grpSpPr>
        <p:grpSp>
          <p:nvGrpSpPr>
            <p:cNvPr id="4728" name="Google Shape;4728;p70"/>
            <p:cNvGrpSpPr/>
            <p:nvPr/>
          </p:nvGrpSpPr>
          <p:grpSpPr>
            <a:xfrm>
              <a:off x="6291140" y="1353498"/>
              <a:ext cx="1298270" cy="3167524"/>
              <a:chOff x="5619603" y="1386523"/>
              <a:chExt cx="1298270" cy="3167524"/>
            </a:xfrm>
          </p:grpSpPr>
          <p:grpSp>
            <p:nvGrpSpPr>
              <p:cNvPr id="4729" name="Google Shape;4729;p70"/>
              <p:cNvGrpSpPr/>
              <p:nvPr/>
            </p:nvGrpSpPr>
            <p:grpSpPr>
              <a:xfrm>
                <a:off x="5619603" y="1386523"/>
                <a:ext cx="1298270" cy="3167524"/>
                <a:chOff x="6096478" y="1164423"/>
                <a:chExt cx="1298270" cy="3167524"/>
              </a:xfrm>
            </p:grpSpPr>
            <p:sp>
              <p:nvSpPr>
                <p:cNvPr id="4730" name="Google Shape;4730;p70"/>
                <p:cNvSpPr/>
                <p:nvPr/>
              </p:nvSpPr>
              <p:spPr>
                <a:xfrm>
                  <a:off x="6159150" y="4075747"/>
                  <a:ext cx="1078800" cy="25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0"/>
                <p:cNvSpPr/>
                <p:nvPr/>
              </p:nvSpPr>
              <p:spPr>
                <a:xfrm>
                  <a:off x="6808752" y="1706603"/>
                  <a:ext cx="95524" cy="186166"/>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0"/>
                <p:cNvSpPr/>
                <p:nvPr/>
              </p:nvSpPr>
              <p:spPr>
                <a:xfrm>
                  <a:off x="6805103" y="1675585"/>
                  <a:ext cx="100390" cy="17278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0"/>
                <p:cNvSpPr/>
                <p:nvPr/>
              </p:nvSpPr>
              <p:spPr>
                <a:xfrm>
                  <a:off x="6417065" y="2064420"/>
                  <a:ext cx="556640" cy="1020796"/>
                </a:xfrm>
                <a:custGeom>
                  <a:rect b="b" l="l" r="r" t="t"/>
                  <a:pathLst>
                    <a:path extrusionOk="0" h="60420" w="32947">
                      <a:moveTo>
                        <a:pt x="29598" y="10694"/>
                      </a:moveTo>
                      <a:cubicBezTo>
                        <a:pt x="31686" y="25421"/>
                        <a:pt x="32802" y="40256"/>
                        <a:pt x="32946" y="55127"/>
                      </a:cubicBezTo>
                      <a:cubicBezTo>
                        <a:pt x="32910" y="55487"/>
                        <a:pt x="32622" y="55811"/>
                        <a:pt x="32262" y="55847"/>
                      </a:cubicBezTo>
                      <a:cubicBezTo>
                        <a:pt x="31614" y="55991"/>
                        <a:pt x="17211" y="60420"/>
                        <a:pt x="1728" y="55595"/>
                      </a:cubicBezTo>
                      <a:cubicBezTo>
                        <a:pt x="1728" y="55595"/>
                        <a:pt x="1188" y="55451"/>
                        <a:pt x="1116" y="54298"/>
                      </a:cubicBezTo>
                      <a:cubicBezTo>
                        <a:pt x="1008" y="53182"/>
                        <a:pt x="1584" y="48429"/>
                        <a:pt x="1476" y="43640"/>
                      </a:cubicBezTo>
                      <a:cubicBezTo>
                        <a:pt x="1332" y="38888"/>
                        <a:pt x="0" y="22108"/>
                        <a:pt x="5473" y="11054"/>
                      </a:cubicBezTo>
                      <a:cubicBezTo>
                        <a:pt x="10982" y="0"/>
                        <a:pt x="29598" y="10694"/>
                        <a:pt x="29598" y="1069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0"/>
                <p:cNvSpPr/>
                <p:nvPr/>
              </p:nvSpPr>
              <p:spPr>
                <a:xfrm>
                  <a:off x="7223686" y="1611837"/>
                  <a:ext cx="158779" cy="234215"/>
                </a:xfrm>
                <a:custGeom>
                  <a:rect b="b" l="l" r="r" t="t"/>
                  <a:pathLst>
                    <a:path extrusionOk="0" h="13863" w="9398">
                      <a:moveTo>
                        <a:pt x="3673" y="0"/>
                      </a:moveTo>
                      <a:cubicBezTo>
                        <a:pt x="3385" y="0"/>
                        <a:pt x="3313" y="1477"/>
                        <a:pt x="2845" y="2593"/>
                      </a:cubicBezTo>
                      <a:cubicBezTo>
                        <a:pt x="2341" y="3817"/>
                        <a:pt x="1440" y="4645"/>
                        <a:pt x="1332" y="5221"/>
                      </a:cubicBezTo>
                      <a:cubicBezTo>
                        <a:pt x="1044" y="6770"/>
                        <a:pt x="720" y="8282"/>
                        <a:pt x="288" y="9758"/>
                      </a:cubicBezTo>
                      <a:cubicBezTo>
                        <a:pt x="0" y="10478"/>
                        <a:pt x="1764" y="11991"/>
                        <a:pt x="2701" y="12315"/>
                      </a:cubicBezTo>
                      <a:cubicBezTo>
                        <a:pt x="2737" y="12783"/>
                        <a:pt x="2809" y="13323"/>
                        <a:pt x="2917" y="13863"/>
                      </a:cubicBezTo>
                      <a:cubicBezTo>
                        <a:pt x="5149" y="11523"/>
                        <a:pt x="8498" y="9938"/>
                        <a:pt x="8930" y="8462"/>
                      </a:cubicBezTo>
                      <a:cubicBezTo>
                        <a:pt x="9398" y="7022"/>
                        <a:pt x="7850" y="6013"/>
                        <a:pt x="7850" y="6013"/>
                      </a:cubicBezTo>
                      <a:cubicBezTo>
                        <a:pt x="6877" y="5725"/>
                        <a:pt x="5833" y="5761"/>
                        <a:pt x="4861" y="6158"/>
                      </a:cubicBezTo>
                      <a:cubicBezTo>
                        <a:pt x="4825" y="5761"/>
                        <a:pt x="4753" y="5401"/>
                        <a:pt x="4645" y="5041"/>
                      </a:cubicBezTo>
                      <a:lnTo>
                        <a:pt x="4501" y="4681"/>
                      </a:lnTo>
                      <a:cubicBezTo>
                        <a:pt x="4537" y="4681"/>
                        <a:pt x="5005" y="0"/>
                        <a:pt x="3673"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0"/>
                <p:cNvSpPr/>
                <p:nvPr/>
              </p:nvSpPr>
              <p:spPr>
                <a:xfrm>
                  <a:off x="6207186" y="1467052"/>
                  <a:ext cx="107689" cy="104039"/>
                </a:xfrm>
                <a:custGeom>
                  <a:rect b="b" l="l" r="r" t="t"/>
                  <a:pathLst>
                    <a:path extrusionOk="0" h="6158" w="6374">
                      <a:moveTo>
                        <a:pt x="3601" y="1"/>
                      </a:moveTo>
                      <a:lnTo>
                        <a:pt x="577" y="973"/>
                      </a:lnTo>
                      <a:lnTo>
                        <a:pt x="1" y="5726"/>
                      </a:lnTo>
                      <a:lnTo>
                        <a:pt x="5762" y="6158"/>
                      </a:lnTo>
                      <a:lnTo>
                        <a:pt x="6302" y="5474"/>
                      </a:lnTo>
                      <a:cubicBezTo>
                        <a:pt x="6050" y="4322"/>
                        <a:pt x="6014" y="3133"/>
                        <a:pt x="6122" y="1945"/>
                      </a:cubicBezTo>
                      <a:cubicBezTo>
                        <a:pt x="6374" y="361"/>
                        <a:pt x="3601" y="1"/>
                        <a:pt x="3601"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0"/>
                <p:cNvSpPr/>
                <p:nvPr/>
              </p:nvSpPr>
              <p:spPr>
                <a:xfrm>
                  <a:off x="6799688" y="1610012"/>
                  <a:ext cx="523796" cy="500058"/>
                </a:xfrm>
                <a:custGeom>
                  <a:rect b="b" l="l" r="r" t="t"/>
                  <a:pathLst>
                    <a:path extrusionOk="0" h="29598" w="31003">
                      <a:moveTo>
                        <a:pt x="25529" y="8498"/>
                      </a:moveTo>
                      <a:cubicBezTo>
                        <a:pt x="25529" y="8498"/>
                        <a:pt x="28698" y="9866"/>
                        <a:pt x="30966" y="14655"/>
                      </a:cubicBezTo>
                      <a:cubicBezTo>
                        <a:pt x="31002" y="14943"/>
                        <a:pt x="30930" y="15231"/>
                        <a:pt x="30750" y="15447"/>
                      </a:cubicBezTo>
                      <a:cubicBezTo>
                        <a:pt x="30426" y="15879"/>
                        <a:pt x="17680" y="26825"/>
                        <a:pt x="17680" y="26825"/>
                      </a:cubicBezTo>
                      <a:cubicBezTo>
                        <a:pt x="12675" y="29598"/>
                        <a:pt x="7850" y="21928"/>
                        <a:pt x="6085" y="18112"/>
                      </a:cubicBezTo>
                      <a:cubicBezTo>
                        <a:pt x="4537" y="14763"/>
                        <a:pt x="3097" y="6698"/>
                        <a:pt x="0" y="0"/>
                      </a:cubicBezTo>
                      <a:cubicBezTo>
                        <a:pt x="8210" y="1909"/>
                        <a:pt x="6770" y="360"/>
                        <a:pt x="10622" y="7742"/>
                      </a:cubicBezTo>
                      <a:lnTo>
                        <a:pt x="15915" y="1789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0"/>
                <p:cNvSpPr/>
                <p:nvPr/>
              </p:nvSpPr>
              <p:spPr>
                <a:xfrm>
                  <a:off x="6523927" y="1169083"/>
                  <a:ext cx="329907" cy="210978"/>
                </a:xfrm>
                <a:custGeom>
                  <a:rect b="b" l="l" r="r" t="t"/>
                  <a:pathLst>
                    <a:path extrusionOk="0" h="17104" w="22974">
                      <a:moveTo>
                        <a:pt x="1693" y="14943"/>
                      </a:moveTo>
                      <a:lnTo>
                        <a:pt x="1117" y="13647"/>
                      </a:lnTo>
                      <a:cubicBezTo>
                        <a:pt x="1117" y="13647"/>
                        <a:pt x="1" y="8606"/>
                        <a:pt x="2449" y="5005"/>
                      </a:cubicBezTo>
                      <a:cubicBezTo>
                        <a:pt x="4934" y="1405"/>
                        <a:pt x="11163" y="1"/>
                        <a:pt x="14332" y="1"/>
                      </a:cubicBezTo>
                      <a:cubicBezTo>
                        <a:pt x="17464" y="1"/>
                        <a:pt x="18652" y="3205"/>
                        <a:pt x="18941" y="3997"/>
                      </a:cubicBezTo>
                      <a:cubicBezTo>
                        <a:pt x="19265" y="4753"/>
                        <a:pt x="21965" y="5330"/>
                        <a:pt x="22469" y="7526"/>
                      </a:cubicBezTo>
                      <a:cubicBezTo>
                        <a:pt x="22973" y="9722"/>
                        <a:pt x="20705" y="17104"/>
                        <a:pt x="20705" y="171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0"/>
                <p:cNvSpPr/>
                <p:nvPr/>
              </p:nvSpPr>
              <p:spPr>
                <a:xfrm>
                  <a:off x="6481523" y="1397111"/>
                  <a:ext cx="338681" cy="267340"/>
                </a:xfrm>
                <a:custGeom>
                  <a:rect b="b" l="l" r="r" t="t"/>
                  <a:pathLst>
                    <a:path extrusionOk="0" h="18617" w="23585">
                      <a:moveTo>
                        <a:pt x="4105" y="1"/>
                      </a:moveTo>
                      <a:cubicBezTo>
                        <a:pt x="4105" y="1"/>
                        <a:pt x="5401" y="2413"/>
                        <a:pt x="2701" y="7706"/>
                      </a:cubicBezTo>
                      <a:cubicBezTo>
                        <a:pt x="0" y="13035"/>
                        <a:pt x="973" y="16024"/>
                        <a:pt x="6482" y="17320"/>
                      </a:cubicBezTo>
                      <a:cubicBezTo>
                        <a:pt x="11991" y="18616"/>
                        <a:pt x="17968" y="17068"/>
                        <a:pt x="20128" y="14764"/>
                      </a:cubicBezTo>
                      <a:cubicBezTo>
                        <a:pt x="22289" y="12459"/>
                        <a:pt x="23585" y="8102"/>
                        <a:pt x="19732" y="4574"/>
                      </a:cubicBezTo>
                      <a:cubicBezTo>
                        <a:pt x="15879" y="1045"/>
                        <a:pt x="4105" y="1"/>
                        <a:pt x="41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0"/>
                <p:cNvSpPr/>
                <p:nvPr/>
              </p:nvSpPr>
              <p:spPr>
                <a:xfrm>
                  <a:off x="6429229" y="2976276"/>
                  <a:ext cx="254287" cy="1188090"/>
                </a:xfrm>
                <a:custGeom>
                  <a:rect b="b" l="l" r="r" t="t"/>
                  <a:pathLst>
                    <a:path extrusionOk="0" h="70322" w="15051">
                      <a:moveTo>
                        <a:pt x="13935" y="7742"/>
                      </a:moveTo>
                      <a:cubicBezTo>
                        <a:pt x="14259" y="5761"/>
                        <a:pt x="14655" y="2989"/>
                        <a:pt x="15051" y="0"/>
                      </a:cubicBezTo>
                      <a:lnTo>
                        <a:pt x="3493" y="0"/>
                      </a:lnTo>
                      <a:cubicBezTo>
                        <a:pt x="3889" y="3313"/>
                        <a:pt x="4177" y="6086"/>
                        <a:pt x="4105" y="6590"/>
                      </a:cubicBezTo>
                      <a:cubicBezTo>
                        <a:pt x="684" y="25565"/>
                        <a:pt x="2773" y="49258"/>
                        <a:pt x="2053" y="58079"/>
                      </a:cubicBezTo>
                      <a:cubicBezTo>
                        <a:pt x="1981" y="58907"/>
                        <a:pt x="684" y="65713"/>
                        <a:pt x="684" y="65713"/>
                      </a:cubicBezTo>
                      <a:lnTo>
                        <a:pt x="0" y="68485"/>
                      </a:lnTo>
                      <a:lnTo>
                        <a:pt x="108" y="69601"/>
                      </a:lnTo>
                      <a:lnTo>
                        <a:pt x="3205" y="70322"/>
                      </a:lnTo>
                      <a:lnTo>
                        <a:pt x="6121" y="68233"/>
                      </a:lnTo>
                      <a:cubicBezTo>
                        <a:pt x="6121" y="68233"/>
                        <a:pt x="6769" y="60996"/>
                        <a:pt x="6625" y="59628"/>
                      </a:cubicBezTo>
                      <a:cubicBezTo>
                        <a:pt x="6553" y="58907"/>
                        <a:pt x="6409" y="58187"/>
                        <a:pt x="6229" y="57467"/>
                      </a:cubicBezTo>
                      <a:lnTo>
                        <a:pt x="6013" y="57107"/>
                      </a:lnTo>
                      <a:cubicBezTo>
                        <a:pt x="8498" y="40796"/>
                        <a:pt x="11306" y="24197"/>
                        <a:pt x="13935" y="774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0"/>
                <p:cNvSpPr/>
                <p:nvPr/>
              </p:nvSpPr>
              <p:spPr>
                <a:xfrm>
                  <a:off x="6483355" y="2976268"/>
                  <a:ext cx="208698" cy="59633"/>
                </a:xfrm>
                <a:custGeom>
                  <a:rect b="b" l="l" r="r" t="t"/>
                  <a:pathLst>
                    <a:path extrusionOk="0" h="6914" w="11559">
                      <a:moveTo>
                        <a:pt x="10623" y="6770"/>
                      </a:moveTo>
                      <a:cubicBezTo>
                        <a:pt x="10911" y="4897"/>
                        <a:pt x="11235" y="2521"/>
                        <a:pt x="11559" y="0"/>
                      </a:cubicBezTo>
                      <a:lnTo>
                        <a:pt x="1" y="0"/>
                      </a:lnTo>
                      <a:cubicBezTo>
                        <a:pt x="361" y="3025"/>
                        <a:pt x="649" y="5545"/>
                        <a:pt x="613" y="6374"/>
                      </a:cubicBezTo>
                      <a:cubicBezTo>
                        <a:pt x="3926" y="6806"/>
                        <a:pt x="7274" y="6914"/>
                        <a:pt x="10623" y="677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0"/>
                <p:cNvSpPr/>
                <p:nvPr/>
              </p:nvSpPr>
              <p:spPr>
                <a:xfrm>
                  <a:off x="6723039" y="2976276"/>
                  <a:ext cx="218402" cy="1177142"/>
                </a:xfrm>
                <a:custGeom>
                  <a:rect b="b" l="l" r="r" t="t"/>
                  <a:pathLst>
                    <a:path extrusionOk="0" h="69674" w="12927">
                      <a:moveTo>
                        <a:pt x="11811" y="8390"/>
                      </a:moveTo>
                      <a:cubicBezTo>
                        <a:pt x="11955" y="6302"/>
                        <a:pt x="12099" y="3241"/>
                        <a:pt x="12243" y="0"/>
                      </a:cubicBezTo>
                      <a:lnTo>
                        <a:pt x="1693" y="0"/>
                      </a:lnTo>
                      <a:cubicBezTo>
                        <a:pt x="2449" y="3853"/>
                        <a:pt x="3025" y="7274"/>
                        <a:pt x="2917" y="7850"/>
                      </a:cubicBezTo>
                      <a:cubicBezTo>
                        <a:pt x="0" y="23693"/>
                        <a:pt x="4105" y="42344"/>
                        <a:pt x="4393" y="55379"/>
                      </a:cubicBezTo>
                      <a:cubicBezTo>
                        <a:pt x="4321" y="55631"/>
                        <a:pt x="4249" y="55883"/>
                        <a:pt x="4177" y="56171"/>
                      </a:cubicBezTo>
                      <a:lnTo>
                        <a:pt x="3385" y="60564"/>
                      </a:lnTo>
                      <a:lnTo>
                        <a:pt x="9146" y="69385"/>
                      </a:lnTo>
                      <a:lnTo>
                        <a:pt x="11631" y="69673"/>
                      </a:lnTo>
                      <a:lnTo>
                        <a:pt x="12819" y="68449"/>
                      </a:lnTo>
                      <a:cubicBezTo>
                        <a:pt x="12819" y="68449"/>
                        <a:pt x="12927" y="67909"/>
                        <a:pt x="12099" y="67873"/>
                      </a:cubicBezTo>
                      <a:lnTo>
                        <a:pt x="11199" y="67585"/>
                      </a:lnTo>
                      <a:cubicBezTo>
                        <a:pt x="11199" y="67585"/>
                        <a:pt x="10442" y="67405"/>
                        <a:pt x="9686" y="65137"/>
                      </a:cubicBezTo>
                      <a:cubicBezTo>
                        <a:pt x="9218" y="63804"/>
                        <a:pt x="9470" y="59051"/>
                        <a:pt x="9470" y="55343"/>
                      </a:cubicBezTo>
                      <a:cubicBezTo>
                        <a:pt x="9542" y="39968"/>
                        <a:pt x="10766" y="23765"/>
                        <a:pt x="11811" y="839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0"/>
                <p:cNvSpPr/>
                <p:nvPr/>
              </p:nvSpPr>
              <p:spPr>
                <a:xfrm>
                  <a:off x="6741915" y="2976268"/>
                  <a:ext cx="190024" cy="55963"/>
                </a:xfrm>
                <a:custGeom>
                  <a:rect b="b" l="l" r="r" t="t"/>
                  <a:pathLst>
                    <a:path extrusionOk="0" h="6194" w="10551">
                      <a:moveTo>
                        <a:pt x="10371" y="4213"/>
                      </a:moveTo>
                      <a:cubicBezTo>
                        <a:pt x="10407" y="2881"/>
                        <a:pt x="10479" y="1477"/>
                        <a:pt x="10551" y="0"/>
                      </a:cubicBezTo>
                      <a:lnTo>
                        <a:pt x="1" y="0"/>
                      </a:lnTo>
                      <a:cubicBezTo>
                        <a:pt x="469" y="2449"/>
                        <a:pt x="865" y="4717"/>
                        <a:pt x="1081" y="6194"/>
                      </a:cubicBezTo>
                      <a:cubicBezTo>
                        <a:pt x="4214" y="5725"/>
                        <a:pt x="7310" y="5077"/>
                        <a:pt x="10371" y="4213"/>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0"/>
                <p:cNvSpPr/>
                <p:nvPr/>
              </p:nvSpPr>
              <p:spPr>
                <a:xfrm>
                  <a:off x="6745542" y="3973297"/>
                  <a:ext cx="57815" cy="215969"/>
                </a:xfrm>
                <a:custGeom>
                  <a:rect b="b" l="l" r="r" t="t"/>
                  <a:pathLst>
                    <a:path extrusionOk="0" h="12783" w="3422">
                      <a:moveTo>
                        <a:pt x="685" y="0"/>
                      </a:moveTo>
                      <a:cubicBezTo>
                        <a:pt x="685" y="0"/>
                        <a:pt x="1" y="216"/>
                        <a:pt x="217" y="1657"/>
                      </a:cubicBezTo>
                      <a:cubicBezTo>
                        <a:pt x="469" y="3061"/>
                        <a:pt x="1513" y="3997"/>
                        <a:pt x="1513" y="6806"/>
                      </a:cubicBezTo>
                      <a:lnTo>
                        <a:pt x="1513" y="12171"/>
                      </a:lnTo>
                      <a:cubicBezTo>
                        <a:pt x="1513" y="12171"/>
                        <a:pt x="1477" y="12783"/>
                        <a:pt x="1873" y="12783"/>
                      </a:cubicBezTo>
                      <a:lnTo>
                        <a:pt x="2089" y="12783"/>
                      </a:lnTo>
                      <a:cubicBezTo>
                        <a:pt x="2269" y="12783"/>
                        <a:pt x="2377" y="12639"/>
                        <a:pt x="2377" y="12171"/>
                      </a:cubicBezTo>
                      <a:lnTo>
                        <a:pt x="2377" y="6194"/>
                      </a:lnTo>
                      <a:cubicBezTo>
                        <a:pt x="2377" y="5293"/>
                        <a:pt x="2737" y="3565"/>
                        <a:pt x="3097" y="3241"/>
                      </a:cubicBezTo>
                      <a:cubicBezTo>
                        <a:pt x="3421" y="2917"/>
                        <a:pt x="685" y="0"/>
                        <a:pt x="6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0"/>
                <p:cNvSpPr/>
                <p:nvPr/>
              </p:nvSpPr>
              <p:spPr>
                <a:xfrm>
                  <a:off x="6744326" y="3925232"/>
                  <a:ext cx="266468" cy="264035"/>
                </a:xfrm>
                <a:custGeom>
                  <a:rect b="b" l="l" r="r" t="t"/>
                  <a:pathLst>
                    <a:path extrusionOk="0" h="15628" w="15772">
                      <a:moveTo>
                        <a:pt x="2917" y="1"/>
                      </a:moveTo>
                      <a:cubicBezTo>
                        <a:pt x="1693" y="685"/>
                        <a:pt x="721" y="1729"/>
                        <a:pt x="73" y="2989"/>
                      </a:cubicBezTo>
                      <a:cubicBezTo>
                        <a:pt x="1" y="3278"/>
                        <a:pt x="109" y="3566"/>
                        <a:pt x="325" y="3710"/>
                      </a:cubicBezTo>
                      <a:cubicBezTo>
                        <a:pt x="721" y="3998"/>
                        <a:pt x="3277" y="6302"/>
                        <a:pt x="3781" y="7814"/>
                      </a:cubicBezTo>
                      <a:cubicBezTo>
                        <a:pt x="4286" y="9291"/>
                        <a:pt x="5078" y="12243"/>
                        <a:pt x="5438" y="13395"/>
                      </a:cubicBezTo>
                      <a:cubicBezTo>
                        <a:pt x="5762" y="14548"/>
                        <a:pt x="6518" y="15628"/>
                        <a:pt x="7814" y="15628"/>
                      </a:cubicBezTo>
                      <a:lnTo>
                        <a:pt x="14475" y="15628"/>
                      </a:lnTo>
                      <a:cubicBezTo>
                        <a:pt x="15772" y="15628"/>
                        <a:pt x="15340" y="14476"/>
                        <a:pt x="14403" y="13863"/>
                      </a:cubicBezTo>
                      <a:cubicBezTo>
                        <a:pt x="13503" y="13287"/>
                        <a:pt x="11487" y="11811"/>
                        <a:pt x="11199" y="11703"/>
                      </a:cubicBezTo>
                      <a:cubicBezTo>
                        <a:pt x="10947" y="11595"/>
                        <a:pt x="10839" y="11703"/>
                        <a:pt x="10839" y="11703"/>
                      </a:cubicBezTo>
                      <a:cubicBezTo>
                        <a:pt x="10839" y="11703"/>
                        <a:pt x="11127" y="11847"/>
                        <a:pt x="11019" y="12099"/>
                      </a:cubicBezTo>
                      <a:cubicBezTo>
                        <a:pt x="10947" y="12315"/>
                        <a:pt x="10263" y="12207"/>
                        <a:pt x="9579" y="12207"/>
                      </a:cubicBezTo>
                      <a:cubicBezTo>
                        <a:pt x="8606" y="12171"/>
                        <a:pt x="7742" y="11559"/>
                        <a:pt x="7382" y="10695"/>
                      </a:cubicBezTo>
                      <a:cubicBezTo>
                        <a:pt x="6878" y="9543"/>
                        <a:pt x="4898" y="3566"/>
                        <a:pt x="4718" y="3025"/>
                      </a:cubicBezTo>
                      <a:cubicBezTo>
                        <a:pt x="4502" y="2521"/>
                        <a:pt x="3205" y="1297"/>
                        <a:pt x="2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0"/>
                <p:cNvSpPr/>
                <p:nvPr/>
              </p:nvSpPr>
              <p:spPr>
                <a:xfrm>
                  <a:off x="6387246" y="3941062"/>
                  <a:ext cx="172177" cy="248204"/>
                </a:xfrm>
                <a:custGeom>
                  <a:rect b="b" l="l" r="r" t="t"/>
                  <a:pathLst>
                    <a:path extrusionOk="0" h="14691" w="10191">
                      <a:moveTo>
                        <a:pt x="3205" y="8606"/>
                      </a:moveTo>
                      <a:cubicBezTo>
                        <a:pt x="2917" y="9326"/>
                        <a:pt x="2629" y="10046"/>
                        <a:pt x="2269" y="10730"/>
                      </a:cubicBezTo>
                      <a:cubicBezTo>
                        <a:pt x="1945" y="11126"/>
                        <a:pt x="757" y="12494"/>
                        <a:pt x="541" y="12926"/>
                      </a:cubicBezTo>
                      <a:cubicBezTo>
                        <a:pt x="361" y="13359"/>
                        <a:pt x="1" y="14691"/>
                        <a:pt x="1441" y="14691"/>
                      </a:cubicBezTo>
                      <a:lnTo>
                        <a:pt x="6626" y="14691"/>
                      </a:lnTo>
                      <a:cubicBezTo>
                        <a:pt x="8030" y="14691"/>
                        <a:pt x="9182" y="14259"/>
                        <a:pt x="9218" y="12962"/>
                      </a:cubicBezTo>
                      <a:cubicBezTo>
                        <a:pt x="9218" y="11702"/>
                        <a:pt x="9326" y="7129"/>
                        <a:pt x="9506" y="6121"/>
                      </a:cubicBezTo>
                      <a:cubicBezTo>
                        <a:pt x="9687" y="5149"/>
                        <a:pt x="10191" y="4033"/>
                        <a:pt x="9939" y="3061"/>
                      </a:cubicBezTo>
                      <a:cubicBezTo>
                        <a:pt x="9687" y="2088"/>
                        <a:pt x="9290" y="1116"/>
                        <a:pt x="8786" y="216"/>
                      </a:cubicBezTo>
                      <a:cubicBezTo>
                        <a:pt x="8714" y="144"/>
                        <a:pt x="8606" y="72"/>
                        <a:pt x="8498" y="0"/>
                      </a:cubicBezTo>
                      <a:lnTo>
                        <a:pt x="8642" y="864"/>
                      </a:lnTo>
                      <a:cubicBezTo>
                        <a:pt x="8714" y="1080"/>
                        <a:pt x="8750" y="1260"/>
                        <a:pt x="8750" y="1476"/>
                      </a:cubicBezTo>
                      <a:cubicBezTo>
                        <a:pt x="8894" y="2917"/>
                        <a:pt x="8354" y="9326"/>
                        <a:pt x="8354" y="9866"/>
                      </a:cubicBezTo>
                      <a:cubicBezTo>
                        <a:pt x="8354" y="10406"/>
                        <a:pt x="7778" y="10766"/>
                        <a:pt x="6770" y="11018"/>
                      </a:cubicBezTo>
                      <a:cubicBezTo>
                        <a:pt x="5726" y="11306"/>
                        <a:pt x="3601" y="11558"/>
                        <a:pt x="2809" y="10802"/>
                      </a:cubicBezTo>
                      <a:cubicBezTo>
                        <a:pt x="2737" y="10694"/>
                        <a:pt x="2701" y="10550"/>
                        <a:pt x="2773" y="10406"/>
                      </a:cubicBezTo>
                      <a:cubicBezTo>
                        <a:pt x="2809" y="10118"/>
                        <a:pt x="3205" y="8606"/>
                        <a:pt x="320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0"/>
                <p:cNvSpPr/>
                <p:nvPr/>
              </p:nvSpPr>
              <p:spPr>
                <a:xfrm>
                  <a:off x="6454165" y="1600889"/>
                  <a:ext cx="501292" cy="705079"/>
                </a:xfrm>
                <a:custGeom>
                  <a:rect b="b" l="l" r="r" t="t"/>
                  <a:pathLst>
                    <a:path extrusionOk="0" h="41733" w="29671">
                      <a:moveTo>
                        <a:pt x="22145" y="1332"/>
                      </a:moveTo>
                      <a:cubicBezTo>
                        <a:pt x="22145" y="1332"/>
                        <a:pt x="26249" y="7382"/>
                        <a:pt x="26718" y="8246"/>
                      </a:cubicBezTo>
                      <a:cubicBezTo>
                        <a:pt x="27150" y="9110"/>
                        <a:pt x="28914" y="12891"/>
                        <a:pt x="29274" y="14799"/>
                      </a:cubicBezTo>
                      <a:cubicBezTo>
                        <a:pt x="29670" y="16707"/>
                        <a:pt x="28914" y="19408"/>
                        <a:pt x="28194" y="20848"/>
                      </a:cubicBezTo>
                      <a:lnTo>
                        <a:pt x="28194" y="39752"/>
                      </a:lnTo>
                      <a:cubicBezTo>
                        <a:pt x="20992" y="41732"/>
                        <a:pt x="12027" y="41048"/>
                        <a:pt x="4789" y="39752"/>
                      </a:cubicBezTo>
                      <a:lnTo>
                        <a:pt x="5978" y="31866"/>
                      </a:lnTo>
                      <a:lnTo>
                        <a:pt x="0" y="2917"/>
                      </a:lnTo>
                      <a:lnTo>
                        <a:pt x="8786" y="72"/>
                      </a:lnTo>
                      <a:lnTo>
                        <a:pt x="14655" y="1585"/>
                      </a:lnTo>
                      <a:lnTo>
                        <a:pt x="170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0"/>
                <p:cNvSpPr/>
                <p:nvPr/>
              </p:nvSpPr>
              <p:spPr>
                <a:xfrm>
                  <a:off x="6612349" y="1479350"/>
                  <a:ext cx="125360" cy="165108"/>
                </a:xfrm>
                <a:custGeom>
                  <a:rect b="b" l="l" r="r" t="t"/>
                  <a:pathLst>
                    <a:path extrusionOk="0" h="9146" w="8246">
                      <a:moveTo>
                        <a:pt x="0" y="0"/>
                      </a:moveTo>
                      <a:lnTo>
                        <a:pt x="8246" y="0"/>
                      </a:lnTo>
                      <a:lnTo>
                        <a:pt x="8246" y="9146"/>
                      </a:lnTo>
                      <a:lnTo>
                        <a:pt x="4969" y="9146"/>
                      </a:lnTo>
                      <a:lnTo>
                        <a:pt x="0" y="7201"/>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0"/>
                <p:cNvSpPr/>
                <p:nvPr/>
              </p:nvSpPr>
              <p:spPr>
                <a:xfrm>
                  <a:off x="6587985" y="1579602"/>
                  <a:ext cx="115004" cy="129585"/>
                </a:xfrm>
                <a:custGeom>
                  <a:rect b="b" l="l" r="r" t="t"/>
                  <a:pathLst>
                    <a:path extrusionOk="0" h="7670" w="6807">
                      <a:moveTo>
                        <a:pt x="829" y="0"/>
                      </a:moveTo>
                      <a:lnTo>
                        <a:pt x="6806" y="3889"/>
                      </a:lnTo>
                      <a:lnTo>
                        <a:pt x="3962" y="7669"/>
                      </a:lnTo>
                      <a:lnTo>
                        <a:pt x="1" y="162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0"/>
                <p:cNvSpPr/>
                <p:nvPr/>
              </p:nvSpPr>
              <p:spPr>
                <a:xfrm>
                  <a:off x="6702968" y="1580819"/>
                  <a:ext cx="65096" cy="128976"/>
                </a:xfrm>
                <a:custGeom>
                  <a:rect b="b" l="l" r="r" t="t"/>
                  <a:pathLst>
                    <a:path extrusionOk="0" h="7634" w="3853">
                      <a:moveTo>
                        <a:pt x="0" y="3817"/>
                      </a:moveTo>
                      <a:lnTo>
                        <a:pt x="2305" y="0"/>
                      </a:lnTo>
                      <a:lnTo>
                        <a:pt x="3457" y="1476"/>
                      </a:lnTo>
                      <a:lnTo>
                        <a:pt x="3853" y="763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0"/>
                <p:cNvSpPr/>
                <p:nvPr/>
              </p:nvSpPr>
              <p:spPr>
                <a:xfrm>
                  <a:off x="6742659" y="1357303"/>
                  <a:ext cx="99816" cy="81191"/>
                </a:xfrm>
                <a:custGeom>
                  <a:rect b="b" l="l" r="r" t="t"/>
                  <a:pathLst>
                    <a:path extrusionOk="0" h="5654" w="6951">
                      <a:moveTo>
                        <a:pt x="4070" y="36"/>
                      </a:moveTo>
                      <a:lnTo>
                        <a:pt x="4250" y="72"/>
                      </a:lnTo>
                      <a:lnTo>
                        <a:pt x="4250" y="72"/>
                      </a:lnTo>
                      <a:cubicBezTo>
                        <a:pt x="6914" y="649"/>
                        <a:pt x="6950" y="4429"/>
                        <a:pt x="4286" y="5041"/>
                      </a:cubicBezTo>
                      <a:cubicBezTo>
                        <a:pt x="1621" y="5653"/>
                        <a:pt x="1" y="2269"/>
                        <a:pt x="2125" y="541"/>
                      </a:cubicBezTo>
                      <a:cubicBezTo>
                        <a:pt x="2053" y="1297"/>
                        <a:pt x="2161" y="2233"/>
                        <a:pt x="3133" y="2341"/>
                      </a:cubicBezTo>
                      <a:lnTo>
                        <a:pt x="3133" y="901"/>
                      </a:lnTo>
                      <a:cubicBezTo>
                        <a:pt x="3133" y="397"/>
                        <a:pt x="3565" y="0"/>
                        <a:pt x="4070" y="3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0"/>
                <p:cNvSpPr/>
                <p:nvPr/>
              </p:nvSpPr>
              <p:spPr>
                <a:xfrm>
                  <a:off x="6516680" y="1356786"/>
                  <a:ext cx="100333" cy="82225"/>
                </a:xfrm>
                <a:custGeom>
                  <a:rect b="b" l="l" r="r" t="t"/>
                  <a:pathLst>
                    <a:path extrusionOk="0" h="5726" w="6987">
                      <a:moveTo>
                        <a:pt x="2953" y="72"/>
                      </a:moveTo>
                      <a:lnTo>
                        <a:pt x="2773" y="72"/>
                      </a:lnTo>
                      <a:lnTo>
                        <a:pt x="2773" y="72"/>
                      </a:lnTo>
                      <a:cubicBezTo>
                        <a:pt x="109" y="613"/>
                        <a:pt x="1" y="4429"/>
                        <a:pt x="2665" y="5077"/>
                      </a:cubicBezTo>
                      <a:cubicBezTo>
                        <a:pt x="5294" y="5726"/>
                        <a:pt x="6986" y="2341"/>
                        <a:pt x="4898" y="613"/>
                      </a:cubicBezTo>
                      <a:cubicBezTo>
                        <a:pt x="4970" y="1369"/>
                        <a:pt x="4826" y="2305"/>
                        <a:pt x="3854" y="2377"/>
                      </a:cubicBezTo>
                      <a:lnTo>
                        <a:pt x="3890" y="901"/>
                      </a:lnTo>
                      <a:cubicBezTo>
                        <a:pt x="3890" y="397"/>
                        <a:pt x="3458" y="0"/>
                        <a:pt x="2953" y="7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0"/>
                <p:cNvSpPr/>
                <p:nvPr/>
              </p:nvSpPr>
              <p:spPr>
                <a:xfrm>
                  <a:off x="6554436" y="1175811"/>
                  <a:ext cx="250783" cy="365563"/>
                </a:xfrm>
                <a:custGeom>
                  <a:rect b="b" l="l" r="r" t="t"/>
                  <a:pathLst>
                    <a:path extrusionOk="0" h="25457" w="17464">
                      <a:moveTo>
                        <a:pt x="8714" y="25457"/>
                      </a:moveTo>
                      <a:cubicBezTo>
                        <a:pt x="3961" y="25457"/>
                        <a:pt x="0" y="19588"/>
                        <a:pt x="0" y="14943"/>
                      </a:cubicBezTo>
                      <a:lnTo>
                        <a:pt x="0" y="8750"/>
                      </a:lnTo>
                      <a:cubicBezTo>
                        <a:pt x="0" y="3925"/>
                        <a:pt x="3925" y="36"/>
                        <a:pt x="8714" y="0"/>
                      </a:cubicBezTo>
                      <a:lnTo>
                        <a:pt x="8714" y="0"/>
                      </a:lnTo>
                      <a:cubicBezTo>
                        <a:pt x="13539" y="36"/>
                        <a:pt x="17464" y="3925"/>
                        <a:pt x="17464" y="8750"/>
                      </a:cubicBezTo>
                      <a:lnTo>
                        <a:pt x="17464" y="14799"/>
                      </a:lnTo>
                      <a:cubicBezTo>
                        <a:pt x="17464" y="19876"/>
                        <a:pt x="14007" y="25457"/>
                        <a:pt x="8714"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0"/>
                <p:cNvSpPr/>
                <p:nvPr/>
              </p:nvSpPr>
              <p:spPr>
                <a:xfrm>
                  <a:off x="6591139" y="1317994"/>
                  <a:ext cx="50700" cy="32917"/>
                </a:xfrm>
                <a:custGeom>
                  <a:rect b="b" l="l" r="r" t="t"/>
                  <a:pathLst>
                    <a:path extrusionOk="0" h="1442" w="3530">
                      <a:moveTo>
                        <a:pt x="3277" y="397"/>
                      </a:moveTo>
                      <a:cubicBezTo>
                        <a:pt x="3457" y="469"/>
                        <a:pt x="3529" y="685"/>
                        <a:pt x="3457" y="901"/>
                      </a:cubicBezTo>
                      <a:cubicBezTo>
                        <a:pt x="3385" y="1081"/>
                        <a:pt x="3169" y="1153"/>
                        <a:pt x="2953" y="1081"/>
                      </a:cubicBezTo>
                      <a:cubicBezTo>
                        <a:pt x="2269" y="757"/>
                        <a:pt x="1477" y="829"/>
                        <a:pt x="793" y="1225"/>
                      </a:cubicBezTo>
                      <a:cubicBezTo>
                        <a:pt x="397" y="1441"/>
                        <a:pt x="1" y="829"/>
                        <a:pt x="433" y="577"/>
                      </a:cubicBezTo>
                      <a:cubicBezTo>
                        <a:pt x="1297" y="73"/>
                        <a:pt x="2341" y="1"/>
                        <a:pt x="3277" y="3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0"/>
                <p:cNvSpPr/>
                <p:nvPr/>
              </p:nvSpPr>
              <p:spPr>
                <a:xfrm>
                  <a:off x="6715258" y="1319637"/>
                  <a:ext cx="53285" cy="31274"/>
                </a:xfrm>
                <a:custGeom>
                  <a:rect b="b" l="l" r="r" t="t"/>
                  <a:pathLst>
                    <a:path extrusionOk="0" h="1370" w="3710">
                      <a:moveTo>
                        <a:pt x="3277" y="505"/>
                      </a:moveTo>
                      <a:cubicBezTo>
                        <a:pt x="3709" y="721"/>
                        <a:pt x="3349" y="1369"/>
                        <a:pt x="2917" y="1117"/>
                      </a:cubicBezTo>
                      <a:cubicBezTo>
                        <a:pt x="2233" y="793"/>
                        <a:pt x="1441" y="757"/>
                        <a:pt x="757" y="1081"/>
                      </a:cubicBezTo>
                      <a:cubicBezTo>
                        <a:pt x="325" y="1297"/>
                        <a:pt x="0" y="685"/>
                        <a:pt x="433" y="433"/>
                      </a:cubicBezTo>
                      <a:cubicBezTo>
                        <a:pt x="1333" y="1"/>
                        <a:pt x="2377" y="1"/>
                        <a:pt x="3277" y="5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0"/>
                <p:cNvSpPr/>
                <p:nvPr/>
              </p:nvSpPr>
              <p:spPr>
                <a:xfrm>
                  <a:off x="6398194" y="1605147"/>
                  <a:ext cx="336430" cy="970905"/>
                </a:xfrm>
                <a:custGeom>
                  <a:rect b="b" l="l" r="r" t="t"/>
                  <a:pathLst>
                    <a:path extrusionOk="0" h="57467" w="19913">
                      <a:moveTo>
                        <a:pt x="2197" y="1909"/>
                      </a:moveTo>
                      <a:cubicBezTo>
                        <a:pt x="2197" y="1909"/>
                        <a:pt x="9327" y="0"/>
                        <a:pt x="9543" y="0"/>
                      </a:cubicBezTo>
                      <a:cubicBezTo>
                        <a:pt x="9831" y="108"/>
                        <a:pt x="10083" y="216"/>
                        <a:pt x="10299" y="396"/>
                      </a:cubicBezTo>
                      <a:cubicBezTo>
                        <a:pt x="19913" y="26141"/>
                        <a:pt x="18976" y="25637"/>
                        <a:pt x="14079" y="53110"/>
                      </a:cubicBezTo>
                      <a:cubicBezTo>
                        <a:pt x="14079" y="53110"/>
                        <a:pt x="13971" y="53866"/>
                        <a:pt x="12819" y="54226"/>
                      </a:cubicBezTo>
                      <a:cubicBezTo>
                        <a:pt x="11703" y="54550"/>
                        <a:pt x="721" y="57215"/>
                        <a:pt x="721" y="57215"/>
                      </a:cubicBezTo>
                      <a:cubicBezTo>
                        <a:pt x="721" y="57215"/>
                        <a:pt x="1" y="57467"/>
                        <a:pt x="217" y="56243"/>
                      </a:cubicBezTo>
                      <a:cubicBezTo>
                        <a:pt x="433" y="55019"/>
                        <a:pt x="6158" y="28950"/>
                        <a:pt x="6158" y="28950"/>
                      </a:cubicBezTo>
                      <a:lnTo>
                        <a:pt x="3746" y="14403"/>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0"/>
                <p:cNvSpPr/>
                <p:nvPr/>
              </p:nvSpPr>
              <p:spPr>
                <a:xfrm>
                  <a:off x="6791174" y="1609404"/>
                  <a:ext cx="194681" cy="928330"/>
                </a:xfrm>
                <a:custGeom>
                  <a:rect b="b" l="l" r="r" t="t"/>
                  <a:pathLst>
                    <a:path extrusionOk="0" h="54947" w="11523">
                      <a:moveTo>
                        <a:pt x="0" y="180"/>
                      </a:moveTo>
                      <a:cubicBezTo>
                        <a:pt x="0" y="180"/>
                        <a:pt x="4573" y="13359"/>
                        <a:pt x="4933" y="14547"/>
                      </a:cubicBezTo>
                      <a:cubicBezTo>
                        <a:pt x="5329" y="15735"/>
                        <a:pt x="5545" y="16743"/>
                        <a:pt x="5077" y="19408"/>
                      </a:cubicBezTo>
                      <a:cubicBezTo>
                        <a:pt x="4969" y="19840"/>
                        <a:pt x="4933" y="20272"/>
                        <a:pt x="4933" y="20740"/>
                      </a:cubicBezTo>
                      <a:cubicBezTo>
                        <a:pt x="4933" y="21712"/>
                        <a:pt x="5041" y="26933"/>
                        <a:pt x="5041" y="26933"/>
                      </a:cubicBezTo>
                      <a:lnTo>
                        <a:pt x="5581" y="51634"/>
                      </a:lnTo>
                      <a:cubicBezTo>
                        <a:pt x="5689" y="52174"/>
                        <a:pt x="6049" y="52678"/>
                        <a:pt x="6589" y="52894"/>
                      </a:cubicBezTo>
                      <a:cubicBezTo>
                        <a:pt x="7454" y="53218"/>
                        <a:pt x="10982" y="54839"/>
                        <a:pt x="10982" y="54839"/>
                      </a:cubicBezTo>
                      <a:cubicBezTo>
                        <a:pt x="10982" y="54839"/>
                        <a:pt x="11522" y="54947"/>
                        <a:pt x="11522" y="54298"/>
                      </a:cubicBezTo>
                      <a:cubicBezTo>
                        <a:pt x="11522" y="53614"/>
                        <a:pt x="9002" y="29814"/>
                        <a:pt x="9002" y="29814"/>
                      </a:cubicBezTo>
                      <a:lnTo>
                        <a:pt x="8534" y="21136"/>
                      </a:lnTo>
                      <a:cubicBezTo>
                        <a:pt x="9974" y="15627"/>
                        <a:pt x="11522" y="14115"/>
                        <a:pt x="8390" y="8894"/>
                      </a:cubicBezTo>
                      <a:cubicBezTo>
                        <a:pt x="7886" y="8066"/>
                        <a:pt x="7202" y="6878"/>
                        <a:pt x="6517" y="5689"/>
                      </a:cubicBezTo>
                      <a:cubicBezTo>
                        <a:pt x="4537" y="2161"/>
                        <a:pt x="5905" y="1297"/>
                        <a:pt x="3709" y="612"/>
                      </a:cubicBezTo>
                      <a:lnTo>
                        <a:pt x="360" y="0"/>
                      </a:lnTo>
                      <a:cubicBezTo>
                        <a:pt x="216" y="0"/>
                        <a:pt x="72" y="72"/>
                        <a:pt x="0" y="1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0"/>
                <p:cNvSpPr/>
                <p:nvPr/>
              </p:nvSpPr>
              <p:spPr>
                <a:xfrm>
                  <a:off x="6747829" y="1209932"/>
                  <a:ext cx="93096" cy="178394"/>
                </a:xfrm>
                <a:custGeom>
                  <a:rect b="b" l="l" r="r" t="t"/>
                  <a:pathLst>
                    <a:path extrusionOk="0" h="12423" w="6483">
                      <a:moveTo>
                        <a:pt x="3998" y="12423"/>
                      </a:moveTo>
                      <a:lnTo>
                        <a:pt x="3061" y="8570"/>
                      </a:lnTo>
                      <a:cubicBezTo>
                        <a:pt x="3061" y="8570"/>
                        <a:pt x="1" y="6302"/>
                        <a:pt x="1081" y="3169"/>
                      </a:cubicBezTo>
                      <a:cubicBezTo>
                        <a:pt x="2161" y="1"/>
                        <a:pt x="2377" y="325"/>
                        <a:pt x="2377" y="325"/>
                      </a:cubicBezTo>
                      <a:cubicBezTo>
                        <a:pt x="2377" y="325"/>
                        <a:pt x="6482" y="2197"/>
                        <a:pt x="4646" y="10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0"/>
                <p:cNvSpPr/>
                <p:nvPr/>
              </p:nvSpPr>
              <p:spPr>
                <a:xfrm>
                  <a:off x="6518748" y="1209932"/>
                  <a:ext cx="93096" cy="178394"/>
                </a:xfrm>
                <a:custGeom>
                  <a:rect b="b" l="l" r="r" t="t"/>
                  <a:pathLst>
                    <a:path extrusionOk="0" h="12423" w="6483">
                      <a:moveTo>
                        <a:pt x="2485" y="12423"/>
                      </a:moveTo>
                      <a:lnTo>
                        <a:pt x="3422" y="8570"/>
                      </a:lnTo>
                      <a:cubicBezTo>
                        <a:pt x="3422" y="8570"/>
                        <a:pt x="6482" y="6302"/>
                        <a:pt x="5402" y="3169"/>
                      </a:cubicBezTo>
                      <a:cubicBezTo>
                        <a:pt x="4322" y="1"/>
                        <a:pt x="4106" y="325"/>
                        <a:pt x="4106" y="325"/>
                      </a:cubicBezTo>
                      <a:cubicBezTo>
                        <a:pt x="4106" y="325"/>
                        <a:pt x="1" y="2197"/>
                        <a:pt x="1837" y="10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0"/>
                <p:cNvSpPr/>
                <p:nvPr/>
              </p:nvSpPr>
              <p:spPr>
                <a:xfrm>
                  <a:off x="6510993" y="1164423"/>
                  <a:ext cx="281298" cy="170654"/>
                </a:xfrm>
                <a:custGeom>
                  <a:rect b="b" l="l" r="r" t="t"/>
                  <a:pathLst>
                    <a:path extrusionOk="0" h="11884" w="19589">
                      <a:moveTo>
                        <a:pt x="19588" y="11883"/>
                      </a:moveTo>
                      <a:cubicBezTo>
                        <a:pt x="19588" y="11883"/>
                        <a:pt x="17284" y="11163"/>
                        <a:pt x="15484" y="6626"/>
                      </a:cubicBezTo>
                      <a:cubicBezTo>
                        <a:pt x="13647" y="2089"/>
                        <a:pt x="9831" y="10263"/>
                        <a:pt x="4898" y="9615"/>
                      </a:cubicBezTo>
                      <a:cubicBezTo>
                        <a:pt x="1" y="8967"/>
                        <a:pt x="3926" y="1801"/>
                        <a:pt x="9723" y="685"/>
                      </a:cubicBezTo>
                      <a:cubicBezTo>
                        <a:pt x="13143" y="1"/>
                        <a:pt x="16636" y="1117"/>
                        <a:pt x="19048" y="36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0"/>
                <p:cNvSpPr/>
                <p:nvPr/>
              </p:nvSpPr>
              <p:spPr>
                <a:xfrm>
                  <a:off x="6096478" y="1530321"/>
                  <a:ext cx="402118" cy="507374"/>
                </a:xfrm>
                <a:custGeom>
                  <a:rect b="b" l="l" r="r" t="t"/>
                  <a:pathLst>
                    <a:path extrusionOk="0" h="30031" w="23801">
                      <a:moveTo>
                        <a:pt x="20056" y="6374"/>
                      </a:moveTo>
                      <a:cubicBezTo>
                        <a:pt x="19660" y="6482"/>
                        <a:pt x="19264" y="6662"/>
                        <a:pt x="18940" y="6878"/>
                      </a:cubicBezTo>
                      <a:cubicBezTo>
                        <a:pt x="17212" y="8066"/>
                        <a:pt x="12243" y="15663"/>
                        <a:pt x="12243" y="15663"/>
                      </a:cubicBezTo>
                      <a:cubicBezTo>
                        <a:pt x="12279" y="14331"/>
                        <a:pt x="14115" y="973"/>
                        <a:pt x="13035" y="613"/>
                      </a:cubicBezTo>
                      <a:cubicBezTo>
                        <a:pt x="13035" y="613"/>
                        <a:pt x="8822" y="1153"/>
                        <a:pt x="6194" y="0"/>
                      </a:cubicBezTo>
                      <a:cubicBezTo>
                        <a:pt x="5762" y="289"/>
                        <a:pt x="5473" y="793"/>
                        <a:pt x="5401" y="1297"/>
                      </a:cubicBezTo>
                      <a:cubicBezTo>
                        <a:pt x="4609" y="5654"/>
                        <a:pt x="0" y="26969"/>
                        <a:pt x="6302" y="28662"/>
                      </a:cubicBezTo>
                      <a:cubicBezTo>
                        <a:pt x="11343" y="30030"/>
                        <a:pt x="20056" y="21100"/>
                        <a:pt x="22613" y="18904"/>
                      </a:cubicBezTo>
                      <a:cubicBezTo>
                        <a:pt x="23801" y="16672"/>
                        <a:pt x="22433" y="5618"/>
                        <a:pt x="20056" y="6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0"/>
                <p:cNvSpPr/>
                <p:nvPr/>
              </p:nvSpPr>
              <p:spPr>
                <a:xfrm>
                  <a:off x="6173735" y="1238336"/>
                  <a:ext cx="221443" cy="288972"/>
                </a:xfrm>
                <a:custGeom>
                  <a:rect b="b" l="l" r="r" t="t"/>
                  <a:pathLst>
                    <a:path extrusionOk="0" h="17104" w="13107">
                      <a:moveTo>
                        <a:pt x="10154" y="13215"/>
                      </a:moveTo>
                      <a:cubicBezTo>
                        <a:pt x="10730" y="12279"/>
                        <a:pt x="11522" y="11522"/>
                        <a:pt x="12531" y="11054"/>
                      </a:cubicBezTo>
                      <a:cubicBezTo>
                        <a:pt x="13107" y="10766"/>
                        <a:pt x="11739" y="8606"/>
                        <a:pt x="10154" y="10406"/>
                      </a:cubicBezTo>
                      <a:cubicBezTo>
                        <a:pt x="10154" y="10406"/>
                        <a:pt x="9146" y="10910"/>
                        <a:pt x="8894" y="10478"/>
                      </a:cubicBezTo>
                      <a:cubicBezTo>
                        <a:pt x="8606" y="10082"/>
                        <a:pt x="10586" y="3421"/>
                        <a:pt x="10802" y="2701"/>
                      </a:cubicBezTo>
                      <a:cubicBezTo>
                        <a:pt x="10982" y="2161"/>
                        <a:pt x="10586" y="1621"/>
                        <a:pt x="10046" y="1657"/>
                      </a:cubicBezTo>
                      <a:cubicBezTo>
                        <a:pt x="9758" y="1765"/>
                        <a:pt x="9470" y="2809"/>
                        <a:pt x="9002" y="4105"/>
                      </a:cubicBezTo>
                      <a:cubicBezTo>
                        <a:pt x="8534" y="5437"/>
                        <a:pt x="7994" y="6878"/>
                        <a:pt x="7850" y="6986"/>
                      </a:cubicBezTo>
                      <a:cubicBezTo>
                        <a:pt x="7706" y="7058"/>
                        <a:pt x="7418" y="6914"/>
                        <a:pt x="7418" y="6085"/>
                      </a:cubicBezTo>
                      <a:cubicBezTo>
                        <a:pt x="7418" y="5221"/>
                        <a:pt x="7598" y="684"/>
                        <a:pt x="7382" y="324"/>
                      </a:cubicBezTo>
                      <a:cubicBezTo>
                        <a:pt x="7130" y="0"/>
                        <a:pt x="6410" y="72"/>
                        <a:pt x="6229" y="756"/>
                      </a:cubicBezTo>
                      <a:cubicBezTo>
                        <a:pt x="6013" y="1404"/>
                        <a:pt x="5977" y="6013"/>
                        <a:pt x="5833" y="6589"/>
                      </a:cubicBezTo>
                      <a:cubicBezTo>
                        <a:pt x="5653" y="7166"/>
                        <a:pt x="5149" y="6914"/>
                        <a:pt x="5041" y="6481"/>
                      </a:cubicBezTo>
                      <a:cubicBezTo>
                        <a:pt x="4969" y="6085"/>
                        <a:pt x="4321" y="1080"/>
                        <a:pt x="4141" y="756"/>
                      </a:cubicBezTo>
                      <a:cubicBezTo>
                        <a:pt x="3925" y="396"/>
                        <a:pt x="3205" y="504"/>
                        <a:pt x="3133" y="1260"/>
                      </a:cubicBezTo>
                      <a:cubicBezTo>
                        <a:pt x="3097" y="2017"/>
                        <a:pt x="3493" y="6842"/>
                        <a:pt x="3349" y="7166"/>
                      </a:cubicBezTo>
                      <a:cubicBezTo>
                        <a:pt x="3205" y="7490"/>
                        <a:pt x="2737" y="7526"/>
                        <a:pt x="2305" y="6697"/>
                      </a:cubicBezTo>
                      <a:cubicBezTo>
                        <a:pt x="1873" y="5905"/>
                        <a:pt x="1117" y="4069"/>
                        <a:pt x="900" y="3961"/>
                      </a:cubicBezTo>
                      <a:cubicBezTo>
                        <a:pt x="648" y="3817"/>
                        <a:pt x="0" y="4465"/>
                        <a:pt x="324" y="5401"/>
                      </a:cubicBezTo>
                      <a:cubicBezTo>
                        <a:pt x="648" y="6337"/>
                        <a:pt x="1333" y="8678"/>
                        <a:pt x="1405" y="9002"/>
                      </a:cubicBezTo>
                      <a:cubicBezTo>
                        <a:pt x="1729" y="10910"/>
                        <a:pt x="1549" y="12747"/>
                        <a:pt x="2017" y="14187"/>
                      </a:cubicBezTo>
                      <a:cubicBezTo>
                        <a:pt x="2161" y="14691"/>
                        <a:pt x="2449" y="15195"/>
                        <a:pt x="2845" y="15591"/>
                      </a:cubicBezTo>
                      <a:cubicBezTo>
                        <a:pt x="3745" y="16563"/>
                        <a:pt x="5041" y="17103"/>
                        <a:pt x="6410" y="17067"/>
                      </a:cubicBezTo>
                      <a:cubicBezTo>
                        <a:pt x="8642" y="16923"/>
                        <a:pt x="9002" y="15051"/>
                        <a:pt x="10154" y="13215"/>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0"/>
                <p:cNvSpPr/>
                <p:nvPr/>
              </p:nvSpPr>
              <p:spPr>
                <a:xfrm>
                  <a:off x="6313638" y="1387361"/>
                  <a:ext cx="31661" cy="59639"/>
                </a:xfrm>
                <a:custGeom>
                  <a:rect b="b" l="l" r="r" t="t"/>
                  <a:pathLst>
                    <a:path extrusionOk="0" h="3530" w="1874">
                      <a:moveTo>
                        <a:pt x="1873" y="1585"/>
                      </a:moveTo>
                      <a:cubicBezTo>
                        <a:pt x="1873" y="1585"/>
                        <a:pt x="865" y="2089"/>
                        <a:pt x="613" y="1657"/>
                      </a:cubicBezTo>
                      <a:cubicBezTo>
                        <a:pt x="505" y="1549"/>
                        <a:pt x="613" y="865"/>
                        <a:pt x="829" y="1"/>
                      </a:cubicBezTo>
                      <a:lnTo>
                        <a:pt x="1" y="3530"/>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0"/>
                <p:cNvSpPr/>
                <p:nvPr/>
              </p:nvSpPr>
              <p:spPr>
                <a:xfrm>
                  <a:off x="6729121" y="1732885"/>
                  <a:ext cx="23129" cy="21305"/>
                </a:xfrm>
                <a:custGeom>
                  <a:rect b="b" l="l" r="r" t="t"/>
                  <a:pathLst>
                    <a:path extrusionOk="0" h="1261" w="1369">
                      <a:moveTo>
                        <a:pt x="613" y="1"/>
                      </a:moveTo>
                      <a:cubicBezTo>
                        <a:pt x="973" y="1"/>
                        <a:pt x="1261" y="289"/>
                        <a:pt x="1333" y="649"/>
                      </a:cubicBezTo>
                      <a:cubicBezTo>
                        <a:pt x="1369" y="973"/>
                        <a:pt x="1117" y="1261"/>
                        <a:pt x="757" y="1261"/>
                      </a:cubicBezTo>
                      <a:cubicBezTo>
                        <a:pt x="397" y="1261"/>
                        <a:pt x="109" y="973"/>
                        <a:pt x="37" y="649"/>
                      </a:cubicBezTo>
                      <a:cubicBezTo>
                        <a:pt x="1" y="289"/>
                        <a:pt x="253" y="1"/>
                        <a:pt x="6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0"/>
                <p:cNvSpPr/>
                <p:nvPr/>
              </p:nvSpPr>
              <p:spPr>
                <a:xfrm>
                  <a:off x="6772320" y="1845418"/>
                  <a:ext cx="23129" cy="21930"/>
                </a:xfrm>
                <a:custGeom>
                  <a:rect b="b" l="l" r="r" t="t"/>
                  <a:pathLst>
                    <a:path extrusionOk="0" h="1298" w="1369">
                      <a:moveTo>
                        <a:pt x="612" y="1"/>
                      </a:moveTo>
                      <a:cubicBezTo>
                        <a:pt x="972" y="37"/>
                        <a:pt x="1260" y="289"/>
                        <a:pt x="1296" y="649"/>
                      </a:cubicBezTo>
                      <a:cubicBezTo>
                        <a:pt x="1368" y="973"/>
                        <a:pt x="1080" y="1297"/>
                        <a:pt x="756" y="1297"/>
                      </a:cubicBezTo>
                      <a:cubicBezTo>
                        <a:pt x="396" y="1261"/>
                        <a:pt x="72" y="1009"/>
                        <a:pt x="36" y="649"/>
                      </a:cubicBezTo>
                      <a:cubicBezTo>
                        <a:pt x="0" y="325"/>
                        <a:pt x="252"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0"/>
                <p:cNvSpPr/>
                <p:nvPr/>
              </p:nvSpPr>
              <p:spPr>
                <a:xfrm>
                  <a:off x="6783875" y="2041916"/>
                  <a:ext cx="23129" cy="21913"/>
                </a:xfrm>
                <a:custGeom>
                  <a:rect b="b" l="l" r="r" t="t"/>
                  <a:pathLst>
                    <a:path extrusionOk="0" h="1297" w="1369">
                      <a:moveTo>
                        <a:pt x="612" y="1296"/>
                      </a:moveTo>
                      <a:cubicBezTo>
                        <a:pt x="972" y="1296"/>
                        <a:pt x="1260" y="1008"/>
                        <a:pt x="1296" y="648"/>
                      </a:cubicBezTo>
                      <a:cubicBezTo>
                        <a:pt x="1368" y="324"/>
                        <a:pt x="1080" y="0"/>
                        <a:pt x="756" y="36"/>
                      </a:cubicBezTo>
                      <a:cubicBezTo>
                        <a:pt x="396" y="36"/>
                        <a:pt x="72" y="288"/>
                        <a:pt x="36" y="648"/>
                      </a:cubicBezTo>
                      <a:cubicBezTo>
                        <a:pt x="0" y="1008"/>
                        <a:pt x="252" y="1296"/>
                        <a:pt x="612"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0"/>
                <p:cNvSpPr/>
                <p:nvPr/>
              </p:nvSpPr>
              <p:spPr>
                <a:xfrm>
                  <a:off x="6769262" y="2231708"/>
                  <a:ext cx="23146" cy="21913"/>
                </a:xfrm>
                <a:custGeom>
                  <a:rect b="b" l="l" r="r" t="t"/>
                  <a:pathLst>
                    <a:path extrusionOk="0" h="1297" w="1370">
                      <a:moveTo>
                        <a:pt x="613" y="1296"/>
                      </a:moveTo>
                      <a:cubicBezTo>
                        <a:pt x="973" y="1296"/>
                        <a:pt x="1297" y="1008"/>
                        <a:pt x="1333" y="648"/>
                      </a:cubicBezTo>
                      <a:cubicBezTo>
                        <a:pt x="1369" y="324"/>
                        <a:pt x="1117" y="0"/>
                        <a:pt x="757" y="36"/>
                      </a:cubicBezTo>
                      <a:cubicBezTo>
                        <a:pt x="397" y="36"/>
                        <a:pt x="109" y="288"/>
                        <a:pt x="73" y="648"/>
                      </a:cubicBezTo>
                      <a:cubicBezTo>
                        <a:pt x="1" y="1008"/>
                        <a:pt x="289" y="1296"/>
                        <a:pt x="613"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0"/>
                <p:cNvSpPr/>
                <p:nvPr/>
              </p:nvSpPr>
              <p:spPr>
                <a:xfrm>
                  <a:off x="6621426" y="1372816"/>
                  <a:ext cx="18018" cy="3291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0"/>
                <p:cNvSpPr/>
                <p:nvPr/>
              </p:nvSpPr>
              <p:spPr>
                <a:xfrm>
                  <a:off x="6719667" y="1372773"/>
                  <a:ext cx="18035" cy="32945"/>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0"/>
                <p:cNvSpPr/>
                <p:nvPr/>
              </p:nvSpPr>
              <p:spPr>
                <a:xfrm>
                  <a:off x="6720946"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0"/>
                <p:cNvSpPr/>
                <p:nvPr/>
              </p:nvSpPr>
              <p:spPr>
                <a:xfrm>
                  <a:off x="6591847"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0"/>
                <p:cNvSpPr/>
                <p:nvPr/>
              </p:nvSpPr>
              <p:spPr>
                <a:xfrm>
                  <a:off x="6648989" y="1455382"/>
                  <a:ext cx="61155" cy="2341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0"/>
                <p:cNvSpPr/>
                <p:nvPr/>
              </p:nvSpPr>
              <p:spPr>
                <a:xfrm>
                  <a:off x="6667352" y="1385533"/>
                  <a:ext cx="28005" cy="4139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0"/>
                <p:cNvSpPr/>
                <p:nvPr/>
              </p:nvSpPr>
              <p:spPr>
                <a:xfrm>
                  <a:off x="6836057" y="3136476"/>
                  <a:ext cx="84841" cy="32538"/>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0"/>
                <p:cNvSpPr/>
                <p:nvPr/>
              </p:nvSpPr>
              <p:spPr>
                <a:xfrm rot="439363">
                  <a:off x="6572352" y="31364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0"/>
                <p:cNvSpPr/>
                <p:nvPr/>
              </p:nvSpPr>
              <p:spPr>
                <a:xfrm rot="-626035">
                  <a:off x="6689062" y="1954672"/>
                  <a:ext cx="172932" cy="32541"/>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6" name="Google Shape;4776;p70"/>
                <p:cNvGrpSpPr/>
                <p:nvPr/>
              </p:nvGrpSpPr>
              <p:grpSpPr>
                <a:xfrm flipH="1" rot="6429777">
                  <a:off x="7046530" y="1926569"/>
                  <a:ext cx="45923" cy="19885"/>
                  <a:chOff x="284000" y="2200125"/>
                  <a:chExt cx="36675" cy="15875"/>
                </a:xfrm>
              </p:grpSpPr>
              <p:sp>
                <p:nvSpPr>
                  <p:cNvPr id="4777" name="Google Shape;4777;p70"/>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0"/>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70"/>
                <p:cNvGrpSpPr/>
                <p:nvPr/>
              </p:nvGrpSpPr>
              <p:grpSpPr>
                <a:xfrm rot="-4370230">
                  <a:off x="6266131" y="1804291"/>
                  <a:ext cx="51665" cy="22375"/>
                  <a:chOff x="284000" y="2200125"/>
                  <a:chExt cx="36675" cy="15875"/>
                </a:xfrm>
              </p:grpSpPr>
              <p:sp>
                <p:nvSpPr>
                  <p:cNvPr id="4780" name="Google Shape;4780;p70"/>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0"/>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70"/>
                <p:cNvGrpSpPr/>
                <p:nvPr/>
              </p:nvGrpSpPr>
              <p:grpSpPr>
                <a:xfrm>
                  <a:off x="7287449" y="1453608"/>
                  <a:ext cx="107298" cy="367476"/>
                  <a:chOff x="7717000" y="1203400"/>
                  <a:chExt cx="148550" cy="497800"/>
                </a:xfrm>
              </p:grpSpPr>
              <p:sp>
                <p:nvSpPr>
                  <p:cNvPr id="4783" name="Google Shape;4783;p70"/>
                  <p:cNvSpPr/>
                  <p:nvPr/>
                </p:nvSpPr>
                <p:spPr>
                  <a:xfrm>
                    <a:off x="7722400" y="1425725"/>
                    <a:ext cx="141350" cy="275475"/>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0"/>
                  <p:cNvSpPr/>
                  <p:nvPr/>
                </p:nvSpPr>
                <p:spPr>
                  <a:xfrm>
                    <a:off x="7735900" y="1203400"/>
                    <a:ext cx="41450" cy="82825"/>
                  </a:xfrm>
                  <a:custGeom>
                    <a:rect b="b" l="l" r="r" t="t"/>
                    <a:pathLst>
                      <a:path extrusionOk="0" h="3313" w="1658">
                        <a:moveTo>
                          <a:pt x="469" y="0"/>
                        </a:moveTo>
                        <a:cubicBezTo>
                          <a:pt x="217" y="0"/>
                          <a:pt x="1" y="216"/>
                          <a:pt x="1" y="432"/>
                        </a:cubicBezTo>
                        <a:lnTo>
                          <a:pt x="37" y="2881"/>
                        </a:lnTo>
                        <a:cubicBezTo>
                          <a:pt x="37" y="3097"/>
                          <a:pt x="217" y="3313"/>
                          <a:pt x="469" y="3313"/>
                        </a:cubicBezTo>
                        <a:lnTo>
                          <a:pt x="1189" y="3313"/>
                        </a:lnTo>
                        <a:cubicBezTo>
                          <a:pt x="1441" y="3313"/>
                          <a:pt x="1657" y="3097"/>
                          <a:pt x="1657" y="2845"/>
                        </a:cubicBezTo>
                        <a:lnTo>
                          <a:pt x="1621" y="432"/>
                        </a:lnTo>
                        <a:cubicBezTo>
                          <a:pt x="1621" y="180"/>
                          <a:pt x="1441" y="0"/>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0"/>
                  <p:cNvSpPr/>
                  <p:nvPr/>
                </p:nvSpPr>
                <p:spPr>
                  <a:xfrm>
                    <a:off x="7736800" y="1287100"/>
                    <a:ext cx="41450" cy="408700"/>
                  </a:xfrm>
                  <a:custGeom>
                    <a:rect b="b" l="l" r="r" t="t"/>
                    <a:pathLst>
                      <a:path extrusionOk="0" h="16348" w="1658">
                        <a:moveTo>
                          <a:pt x="1225" y="16348"/>
                        </a:moveTo>
                        <a:lnTo>
                          <a:pt x="505" y="16348"/>
                        </a:lnTo>
                        <a:cubicBezTo>
                          <a:pt x="253" y="16348"/>
                          <a:pt x="73" y="16132"/>
                          <a:pt x="73" y="15880"/>
                        </a:cubicBezTo>
                        <a:lnTo>
                          <a:pt x="1" y="433"/>
                        </a:lnTo>
                        <a:cubicBezTo>
                          <a:pt x="1" y="181"/>
                          <a:pt x="181" y="1"/>
                          <a:pt x="433" y="1"/>
                        </a:cubicBezTo>
                        <a:lnTo>
                          <a:pt x="1153" y="1"/>
                        </a:lnTo>
                        <a:cubicBezTo>
                          <a:pt x="1405" y="1"/>
                          <a:pt x="1621" y="181"/>
                          <a:pt x="1621" y="433"/>
                        </a:cubicBezTo>
                        <a:lnTo>
                          <a:pt x="1657" y="15880"/>
                        </a:lnTo>
                        <a:cubicBezTo>
                          <a:pt x="1657" y="16132"/>
                          <a:pt x="1477" y="16312"/>
                          <a:pt x="1225" y="163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0"/>
                  <p:cNvSpPr/>
                  <p:nvPr/>
                </p:nvSpPr>
                <p:spPr>
                  <a:xfrm>
                    <a:off x="7717000" y="1379825"/>
                    <a:ext cx="148550" cy="25567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87" name="Google Shape;4787;p70"/>
              <p:cNvSpPr/>
              <p:nvPr/>
            </p:nvSpPr>
            <p:spPr>
              <a:xfrm rot="514881">
                <a:off x="5990569" y="2517899"/>
                <a:ext cx="161340" cy="62598"/>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0"/>
              <p:cNvSpPr/>
              <p:nvPr/>
            </p:nvSpPr>
            <p:spPr>
              <a:xfrm rot="2699792">
                <a:off x="6422756" y="2523097"/>
                <a:ext cx="87009" cy="52180"/>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9" name="Google Shape;4789;p70"/>
            <p:cNvSpPr/>
            <p:nvPr/>
          </p:nvSpPr>
          <p:spPr>
            <a:xfrm rot="10562100">
              <a:off x="6658205" y="3107372"/>
              <a:ext cx="498124" cy="43896"/>
            </a:xfrm>
            <a:custGeom>
              <a:rect b="b" l="l" r="r" t="t"/>
              <a:pathLst>
                <a:path extrusionOk="0" h="2765" w="20656">
                  <a:moveTo>
                    <a:pt x="119" y="0"/>
                  </a:moveTo>
                  <a:cubicBezTo>
                    <a:pt x="79" y="132"/>
                    <a:pt x="40" y="251"/>
                    <a:pt x="0" y="357"/>
                  </a:cubicBezTo>
                  <a:cubicBezTo>
                    <a:pt x="1783" y="1162"/>
                    <a:pt x="3658" y="1743"/>
                    <a:pt x="5586" y="2100"/>
                  </a:cubicBezTo>
                  <a:cubicBezTo>
                    <a:pt x="7620" y="2496"/>
                    <a:pt x="9694" y="2708"/>
                    <a:pt x="11767" y="2747"/>
                  </a:cubicBezTo>
                  <a:cubicBezTo>
                    <a:pt x="12194" y="2758"/>
                    <a:pt x="12625" y="2765"/>
                    <a:pt x="13061" y="2765"/>
                  </a:cubicBezTo>
                  <a:cubicBezTo>
                    <a:pt x="13677" y="2765"/>
                    <a:pt x="14302" y="2752"/>
                    <a:pt x="14937" y="2721"/>
                  </a:cubicBezTo>
                  <a:cubicBezTo>
                    <a:pt x="16852" y="2642"/>
                    <a:pt x="18767" y="2470"/>
                    <a:pt x="20655" y="2193"/>
                  </a:cubicBezTo>
                  <a:cubicBezTo>
                    <a:pt x="20655" y="2074"/>
                    <a:pt x="20642" y="1955"/>
                    <a:pt x="20629" y="1823"/>
                  </a:cubicBezTo>
                  <a:cubicBezTo>
                    <a:pt x="18740" y="2100"/>
                    <a:pt x="16825" y="2272"/>
                    <a:pt x="14923" y="2351"/>
                  </a:cubicBezTo>
                  <a:cubicBezTo>
                    <a:pt x="14307" y="2376"/>
                    <a:pt x="13662" y="2390"/>
                    <a:pt x="12995" y="2390"/>
                  </a:cubicBezTo>
                  <a:cubicBezTo>
                    <a:pt x="9006" y="2390"/>
                    <a:pt x="4237" y="1878"/>
                    <a:pt x="119"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70"/>
          <p:cNvGrpSpPr/>
          <p:nvPr/>
        </p:nvGrpSpPr>
        <p:grpSpPr>
          <a:xfrm>
            <a:off x="634900" y="603750"/>
            <a:ext cx="959100" cy="833925"/>
            <a:chOff x="6642350" y="3557125"/>
            <a:chExt cx="959100" cy="833925"/>
          </a:xfrm>
        </p:grpSpPr>
        <p:grpSp>
          <p:nvGrpSpPr>
            <p:cNvPr id="4791" name="Google Shape;4791;p70"/>
            <p:cNvGrpSpPr/>
            <p:nvPr/>
          </p:nvGrpSpPr>
          <p:grpSpPr>
            <a:xfrm>
              <a:off x="6653450" y="3557125"/>
              <a:ext cx="644050" cy="794000"/>
              <a:chOff x="7917500" y="3310500"/>
              <a:chExt cx="644050" cy="794000"/>
            </a:xfrm>
          </p:grpSpPr>
          <p:sp>
            <p:nvSpPr>
              <p:cNvPr id="4792" name="Google Shape;4792;p70"/>
              <p:cNvSpPr/>
              <p:nvPr/>
            </p:nvSpPr>
            <p:spPr>
              <a:xfrm>
                <a:off x="7917500" y="3310500"/>
                <a:ext cx="335600" cy="318000"/>
              </a:xfrm>
              <a:custGeom>
                <a:rect b="b" l="l" r="r" t="t"/>
                <a:pathLst>
                  <a:path extrusionOk="0" h="12720" w="13424">
                    <a:moveTo>
                      <a:pt x="2596" y="0"/>
                    </a:moveTo>
                    <a:cubicBezTo>
                      <a:pt x="2200" y="0"/>
                      <a:pt x="1879" y="68"/>
                      <a:pt x="1664" y="96"/>
                    </a:cubicBezTo>
                    <a:cubicBezTo>
                      <a:pt x="1664" y="96"/>
                      <a:pt x="1" y="1228"/>
                      <a:pt x="1736" y="2650"/>
                    </a:cubicBezTo>
                    <a:cubicBezTo>
                      <a:pt x="3495" y="4072"/>
                      <a:pt x="4049" y="6000"/>
                      <a:pt x="4339" y="7662"/>
                    </a:cubicBezTo>
                    <a:cubicBezTo>
                      <a:pt x="4663" y="9485"/>
                      <a:pt x="5548" y="12720"/>
                      <a:pt x="8940" y="12720"/>
                    </a:cubicBezTo>
                    <a:cubicBezTo>
                      <a:pt x="9584" y="12720"/>
                      <a:pt x="10319" y="12603"/>
                      <a:pt x="11158" y="12337"/>
                    </a:cubicBezTo>
                    <a:cubicBezTo>
                      <a:pt x="11158" y="12337"/>
                      <a:pt x="13423" y="10915"/>
                      <a:pt x="11255" y="7397"/>
                    </a:cubicBezTo>
                    <a:cubicBezTo>
                      <a:pt x="9062" y="3903"/>
                      <a:pt x="8435" y="6289"/>
                      <a:pt x="6435" y="2867"/>
                    </a:cubicBezTo>
                    <a:cubicBezTo>
                      <a:pt x="5011" y="414"/>
                      <a:pt x="3575" y="0"/>
                      <a:pt x="2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0"/>
              <p:cNvSpPr/>
              <p:nvPr/>
            </p:nvSpPr>
            <p:spPr>
              <a:xfrm>
                <a:off x="7990400" y="3349025"/>
                <a:ext cx="306075" cy="457875"/>
              </a:xfrm>
              <a:custGeom>
                <a:rect b="b" l="l" r="r" t="t"/>
                <a:pathLst>
                  <a:path extrusionOk="0" fill="none" h="18315" w="12243">
                    <a:moveTo>
                      <a:pt x="11013" y="18315"/>
                    </a:moveTo>
                    <a:cubicBezTo>
                      <a:pt x="11013" y="18315"/>
                      <a:pt x="12242" y="10459"/>
                      <a:pt x="1" y="1"/>
                    </a:cubicBezTo>
                  </a:path>
                </a:pathLst>
              </a:custGeom>
              <a:noFill/>
              <a:ln cap="rnd" cmpd="sng" w="54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0"/>
              <p:cNvSpPr/>
              <p:nvPr/>
            </p:nvSpPr>
            <p:spPr>
              <a:xfrm>
                <a:off x="8316925" y="3477350"/>
                <a:ext cx="244625" cy="189775"/>
              </a:xfrm>
              <a:custGeom>
                <a:rect b="b" l="l" r="r" t="t"/>
                <a:pathLst>
                  <a:path extrusionOk="0" h="7591" w="9785">
                    <a:moveTo>
                      <a:pt x="7878" y="0"/>
                    </a:moveTo>
                    <a:cubicBezTo>
                      <a:pt x="7262" y="0"/>
                      <a:pt x="6428" y="283"/>
                      <a:pt x="5447" y="1446"/>
                    </a:cubicBezTo>
                    <a:cubicBezTo>
                      <a:pt x="3760" y="3446"/>
                      <a:pt x="3615" y="1856"/>
                      <a:pt x="1808" y="3832"/>
                    </a:cubicBezTo>
                    <a:cubicBezTo>
                      <a:pt x="1" y="5832"/>
                      <a:pt x="1302" y="7037"/>
                      <a:pt x="1302" y="7037"/>
                    </a:cubicBezTo>
                    <a:cubicBezTo>
                      <a:pt x="2047" y="7429"/>
                      <a:pt x="2686" y="7591"/>
                      <a:pt x="3233" y="7591"/>
                    </a:cubicBezTo>
                    <a:cubicBezTo>
                      <a:pt x="5040" y="7591"/>
                      <a:pt x="5854" y="5831"/>
                      <a:pt x="6242" y="4796"/>
                    </a:cubicBezTo>
                    <a:cubicBezTo>
                      <a:pt x="6628" y="3760"/>
                      <a:pt x="7206" y="2555"/>
                      <a:pt x="8483" y="1856"/>
                    </a:cubicBezTo>
                    <a:cubicBezTo>
                      <a:pt x="9784" y="1133"/>
                      <a:pt x="8845" y="217"/>
                      <a:pt x="8845" y="217"/>
                    </a:cubicBezTo>
                    <a:cubicBezTo>
                      <a:pt x="8653" y="147"/>
                      <a:pt x="8322" y="0"/>
                      <a:pt x="7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0"/>
              <p:cNvSpPr/>
              <p:nvPr/>
            </p:nvSpPr>
            <p:spPr>
              <a:xfrm>
                <a:off x="8248850" y="3541800"/>
                <a:ext cx="213900" cy="275350"/>
              </a:xfrm>
              <a:custGeom>
                <a:rect b="b" l="l" r="r" t="t"/>
                <a:pathLst>
                  <a:path extrusionOk="0" fill="none" h="11014" w="8556">
                    <a:moveTo>
                      <a:pt x="868" y="11013"/>
                    </a:moveTo>
                    <a:cubicBezTo>
                      <a:pt x="868" y="11013"/>
                      <a:pt x="1" y="5519"/>
                      <a:pt x="8555"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0"/>
              <p:cNvSpPr/>
              <p:nvPr/>
            </p:nvSpPr>
            <p:spPr>
              <a:xfrm>
                <a:off x="8219925" y="3311075"/>
                <a:ext cx="139200" cy="254275"/>
              </a:xfrm>
              <a:custGeom>
                <a:rect b="b" l="l" r="r" t="t"/>
                <a:pathLst>
                  <a:path extrusionOk="0" h="10171" w="5568">
                    <a:moveTo>
                      <a:pt x="3118" y="0"/>
                    </a:moveTo>
                    <a:cubicBezTo>
                      <a:pt x="2972" y="0"/>
                      <a:pt x="1833" y="43"/>
                      <a:pt x="2194" y="1374"/>
                    </a:cubicBezTo>
                    <a:cubicBezTo>
                      <a:pt x="2555" y="2820"/>
                      <a:pt x="2097" y="4049"/>
                      <a:pt x="1616" y="5061"/>
                    </a:cubicBezTo>
                    <a:cubicBezTo>
                      <a:pt x="989" y="6338"/>
                      <a:pt x="1" y="9013"/>
                      <a:pt x="3423" y="10170"/>
                    </a:cubicBezTo>
                    <a:cubicBezTo>
                      <a:pt x="3423" y="10170"/>
                      <a:pt x="3435" y="10170"/>
                      <a:pt x="3456" y="10170"/>
                    </a:cubicBezTo>
                    <a:cubicBezTo>
                      <a:pt x="3701" y="10170"/>
                      <a:pt x="5198" y="10069"/>
                      <a:pt x="5375" y="7591"/>
                    </a:cubicBezTo>
                    <a:cubicBezTo>
                      <a:pt x="5568" y="4892"/>
                      <a:pt x="4314" y="5904"/>
                      <a:pt x="4580" y="3302"/>
                    </a:cubicBezTo>
                    <a:cubicBezTo>
                      <a:pt x="4869" y="699"/>
                      <a:pt x="3567" y="241"/>
                      <a:pt x="3134" y="0"/>
                    </a:cubicBezTo>
                    <a:cubicBezTo>
                      <a:pt x="3134" y="0"/>
                      <a:pt x="3128" y="0"/>
                      <a:pt x="3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0"/>
              <p:cNvSpPr/>
              <p:nvPr/>
            </p:nvSpPr>
            <p:spPr>
              <a:xfrm>
                <a:off x="8265125" y="3342400"/>
                <a:ext cx="48225" cy="459075"/>
              </a:xfrm>
              <a:custGeom>
                <a:rect b="b" l="l" r="r" t="t"/>
                <a:pathLst>
                  <a:path extrusionOk="0" fill="none" h="18363" w="1929">
                    <a:moveTo>
                      <a:pt x="0" y="18363"/>
                    </a:moveTo>
                    <a:cubicBezTo>
                      <a:pt x="0" y="18363"/>
                      <a:pt x="1928" y="11447"/>
                      <a:pt x="1422"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0"/>
              <p:cNvSpPr/>
              <p:nvPr/>
            </p:nvSpPr>
            <p:spPr>
              <a:xfrm>
                <a:off x="8174750" y="3794825"/>
                <a:ext cx="180750" cy="309675"/>
              </a:xfrm>
              <a:custGeom>
                <a:rect b="b" l="l" r="r" t="t"/>
                <a:pathLst>
                  <a:path extrusionOk="0" h="12387" w="7230">
                    <a:moveTo>
                      <a:pt x="2868" y="1"/>
                    </a:moveTo>
                    <a:lnTo>
                      <a:pt x="3182" y="772"/>
                    </a:lnTo>
                    <a:cubicBezTo>
                      <a:pt x="3254" y="965"/>
                      <a:pt x="3302" y="1157"/>
                      <a:pt x="3326" y="1374"/>
                    </a:cubicBezTo>
                    <a:lnTo>
                      <a:pt x="3423" y="2121"/>
                    </a:lnTo>
                    <a:cubicBezTo>
                      <a:pt x="1" y="4868"/>
                      <a:pt x="362" y="12387"/>
                      <a:pt x="362" y="12387"/>
                    </a:cubicBezTo>
                    <a:lnTo>
                      <a:pt x="6868" y="12387"/>
                    </a:lnTo>
                    <a:cubicBezTo>
                      <a:pt x="6868" y="12387"/>
                      <a:pt x="7230" y="4868"/>
                      <a:pt x="3808" y="2121"/>
                    </a:cubicBezTo>
                    <a:lnTo>
                      <a:pt x="3904" y="1374"/>
                    </a:lnTo>
                    <a:cubicBezTo>
                      <a:pt x="3929" y="1157"/>
                      <a:pt x="3977" y="965"/>
                      <a:pt x="4049" y="772"/>
                    </a:cubicBezTo>
                    <a:lnTo>
                      <a:pt x="43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9" name="Google Shape;4799;p70"/>
            <p:cNvSpPr/>
            <p:nvPr/>
          </p:nvSpPr>
          <p:spPr>
            <a:xfrm>
              <a:off x="7243575" y="4179575"/>
              <a:ext cx="191600" cy="162075"/>
            </a:xfrm>
            <a:custGeom>
              <a:rect b="b" l="l" r="r" t="t"/>
              <a:pathLst>
                <a:path extrusionOk="0" h="6483" w="7664">
                  <a:moveTo>
                    <a:pt x="3832" y="0"/>
                  </a:moveTo>
                  <a:cubicBezTo>
                    <a:pt x="1712" y="0"/>
                    <a:pt x="1" y="1325"/>
                    <a:pt x="25" y="3350"/>
                  </a:cubicBezTo>
                  <a:cubicBezTo>
                    <a:pt x="25" y="4651"/>
                    <a:pt x="748" y="5856"/>
                    <a:pt x="1881" y="6482"/>
                  </a:cubicBezTo>
                  <a:lnTo>
                    <a:pt x="5857" y="6482"/>
                  </a:lnTo>
                  <a:cubicBezTo>
                    <a:pt x="6965" y="5832"/>
                    <a:pt x="7664" y="4627"/>
                    <a:pt x="7664" y="3350"/>
                  </a:cubicBezTo>
                  <a:cubicBezTo>
                    <a:pt x="7664" y="1301"/>
                    <a:pt x="5953" y="0"/>
                    <a:pt x="3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0"/>
            <p:cNvSpPr/>
            <p:nvPr/>
          </p:nvSpPr>
          <p:spPr>
            <a:xfrm>
              <a:off x="6642350" y="4339800"/>
              <a:ext cx="959100" cy="51250"/>
            </a:xfrm>
            <a:custGeom>
              <a:rect b="b" l="l" r="r" t="t"/>
              <a:pathLst>
                <a:path extrusionOk="0" h="2050" w="38364">
                  <a:moveTo>
                    <a:pt x="38340" y="1"/>
                  </a:moveTo>
                  <a:lnTo>
                    <a:pt x="0" y="97"/>
                  </a:lnTo>
                  <a:lnTo>
                    <a:pt x="0" y="2049"/>
                  </a:lnTo>
                  <a:lnTo>
                    <a:pt x="38364" y="1953"/>
                  </a:lnTo>
                  <a:lnTo>
                    <a:pt x="38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1" name="Google Shape;4801;p70">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0">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0">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0">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726"/>
                                        </p:tgtEl>
                                        <p:attrNameLst>
                                          <p:attrName>style.visibility</p:attrName>
                                        </p:attrNameLst>
                                      </p:cBhvr>
                                      <p:to>
                                        <p:strVal val="visible"/>
                                      </p:to>
                                    </p:set>
                                    <p:animEffect filter="fade" transition="in">
                                      <p:cBhvr>
                                        <p:cTn dur="1000"/>
                                        <p:tgtEl>
                                          <p:spTgt spid="472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725"/>
                                        </p:tgtEl>
                                        <p:attrNameLst>
                                          <p:attrName>style.visibility</p:attrName>
                                        </p:attrNameLst>
                                      </p:cBhvr>
                                      <p:to>
                                        <p:strVal val="visible"/>
                                      </p:to>
                                    </p:set>
                                    <p:animEffect filter="fade" transition="in">
                                      <p:cBhvr>
                                        <p:cTn dur="1000"/>
                                        <p:tgtEl>
                                          <p:spTgt spid="472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727"/>
                                        </p:tgtEl>
                                        <p:attrNameLst>
                                          <p:attrName>style.visibility</p:attrName>
                                        </p:attrNameLst>
                                      </p:cBhvr>
                                      <p:to>
                                        <p:strVal val="visible"/>
                                      </p:to>
                                    </p:set>
                                    <p:animEffect filter="fade" transition="in">
                                      <p:cBhvr>
                                        <p:cTn dur="1000"/>
                                        <p:tgtEl>
                                          <p:spTgt spid="47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8" name="Shape 4808"/>
        <p:cNvGrpSpPr/>
        <p:nvPr/>
      </p:nvGrpSpPr>
      <p:grpSpPr>
        <a:xfrm>
          <a:off x="0" y="0"/>
          <a:ext cx="0" cy="0"/>
          <a:chOff x="0" y="0"/>
          <a:chExt cx="0" cy="0"/>
        </a:xfrm>
      </p:grpSpPr>
      <p:grpSp>
        <p:nvGrpSpPr>
          <p:cNvPr id="4809" name="Google Shape;4809;p71"/>
          <p:cNvGrpSpPr/>
          <p:nvPr/>
        </p:nvGrpSpPr>
        <p:grpSpPr>
          <a:xfrm>
            <a:off x="2777168" y="839800"/>
            <a:ext cx="3589284" cy="2294657"/>
            <a:chOff x="2609018" y="535000"/>
            <a:chExt cx="3589284" cy="2294657"/>
          </a:xfrm>
        </p:grpSpPr>
        <p:sp>
          <p:nvSpPr>
            <p:cNvPr id="4810" name="Google Shape;4810;p71"/>
            <p:cNvSpPr/>
            <p:nvPr/>
          </p:nvSpPr>
          <p:spPr>
            <a:xfrm>
              <a:off x="2665714" y="2533067"/>
              <a:ext cx="3475891" cy="640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2665714" y="604477"/>
              <a:ext cx="22765" cy="199259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2" name="Google Shape;4812;p71"/>
            <p:cNvGrpSpPr/>
            <p:nvPr/>
          </p:nvGrpSpPr>
          <p:grpSpPr>
            <a:xfrm>
              <a:off x="2609018" y="535000"/>
              <a:ext cx="3589284" cy="2294657"/>
              <a:chOff x="2609018" y="535000"/>
              <a:chExt cx="3589284" cy="2294657"/>
            </a:xfrm>
          </p:grpSpPr>
          <p:sp>
            <p:nvSpPr>
              <p:cNvPr id="4813" name="Google Shape;4813;p71"/>
              <p:cNvSpPr/>
              <p:nvPr/>
            </p:nvSpPr>
            <p:spPr>
              <a:xfrm>
                <a:off x="2609018" y="2596959"/>
                <a:ext cx="3589284" cy="232698"/>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2609018" y="535000"/>
                <a:ext cx="3589284" cy="2155596"/>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1"/>
              <p:cNvSpPr/>
              <p:nvPr/>
            </p:nvSpPr>
            <p:spPr>
              <a:xfrm>
                <a:off x="2688372" y="621443"/>
                <a:ext cx="3430576" cy="1955757"/>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sp>
        <p:nvSpPr>
          <p:cNvPr id="4816" name="Google Shape;4816;p71"/>
          <p:cNvSpPr/>
          <p:nvPr/>
        </p:nvSpPr>
        <p:spPr>
          <a:xfrm>
            <a:off x="3147313" y="2004513"/>
            <a:ext cx="28494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1"/>
          <p:cNvSpPr txBox="1"/>
          <p:nvPr>
            <p:ph idx="2" type="title"/>
          </p:nvPr>
        </p:nvSpPr>
        <p:spPr>
          <a:xfrm>
            <a:off x="3147325" y="1228900"/>
            <a:ext cx="28494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818" name="Google Shape;4818;p71"/>
          <p:cNvSpPr txBox="1"/>
          <p:nvPr>
            <p:ph idx="1" type="subTitle"/>
          </p:nvPr>
        </p:nvSpPr>
        <p:spPr>
          <a:xfrm>
            <a:off x="3147325" y="3307038"/>
            <a:ext cx="28494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819" name="Google Shape;4819;p71"/>
          <p:cNvSpPr txBox="1"/>
          <p:nvPr>
            <p:ph type="title"/>
          </p:nvPr>
        </p:nvSpPr>
        <p:spPr>
          <a:xfrm>
            <a:off x="3376975" y="2100888"/>
            <a:ext cx="23901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Schools</a:t>
            </a:r>
            <a:endParaRPr/>
          </a:p>
        </p:txBody>
      </p:sp>
      <p:grpSp>
        <p:nvGrpSpPr>
          <p:cNvPr id="4820" name="Google Shape;4820;p71"/>
          <p:cNvGrpSpPr/>
          <p:nvPr/>
        </p:nvGrpSpPr>
        <p:grpSpPr>
          <a:xfrm>
            <a:off x="1542534" y="1381299"/>
            <a:ext cx="1341002" cy="3305251"/>
            <a:chOff x="1542534" y="1381299"/>
            <a:chExt cx="1341002" cy="3305251"/>
          </a:xfrm>
        </p:grpSpPr>
        <p:sp>
          <p:nvSpPr>
            <p:cNvPr id="4821" name="Google Shape;4821;p71"/>
            <p:cNvSpPr/>
            <p:nvPr/>
          </p:nvSpPr>
          <p:spPr>
            <a:xfrm>
              <a:off x="1644675" y="441775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2" name="Google Shape;4822;p71"/>
            <p:cNvGrpSpPr/>
            <p:nvPr/>
          </p:nvGrpSpPr>
          <p:grpSpPr>
            <a:xfrm flipH="1">
              <a:off x="1542534" y="1381299"/>
              <a:ext cx="1341002" cy="3227921"/>
              <a:chOff x="6865535" y="1179352"/>
              <a:chExt cx="1371729" cy="3227921"/>
            </a:xfrm>
          </p:grpSpPr>
          <p:sp>
            <p:nvSpPr>
              <p:cNvPr id="4823" name="Google Shape;4823;p71"/>
              <p:cNvSpPr/>
              <p:nvPr/>
            </p:nvSpPr>
            <p:spPr>
              <a:xfrm>
                <a:off x="6865535" y="1765781"/>
                <a:ext cx="226417" cy="286802"/>
              </a:xfrm>
              <a:custGeom>
                <a:rect b="b" l="l" r="r" t="t"/>
                <a:pathLst>
                  <a:path extrusionOk="0" h="4987" w="3937">
                    <a:moveTo>
                      <a:pt x="842" y="0"/>
                    </a:moveTo>
                    <a:cubicBezTo>
                      <a:pt x="834" y="0"/>
                      <a:pt x="827" y="1"/>
                      <a:pt x="820" y="2"/>
                    </a:cubicBezTo>
                    <a:cubicBezTo>
                      <a:pt x="463" y="68"/>
                      <a:pt x="1585" y="1798"/>
                      <a:pt x="1612" y="1838"/>
                    </a:cubicBezTo>
                    <a:cubicBezTo>
                      <a:pt x="1592" y="1819"/>
                      <a:pt x="1344" y="1528"/>
                      <a:pt x="1094" y="1528"/>
                    </a:cubicBezTo>
                    <a:cubicBezTo>
                      <a:pt x="1003" y="1528"/>
                      <a:pt x="913" y="1565"/>
                      <a:pt x="833" y="1666"/>
                    </a:cubicBezTo>
                    <a:cubicBezTo>
                      <a:pt x="635" y="1917"/>
                      <a:pt x="1084" y="2300"/>
                      <a:pt x="1084" y="2300"/>
                    </a:cubicBezTo>
                    <a:cubicBezTo>
                      <a:pt x="1084" y="2300"/>
                      <a:pt x="1065" y="2299"/>
                      <a:pt x="1035" y="2299"/>
                    </a:cubicBezTo>
                    <a:cubicBezTo>
                      <a:pt x="912" y="2299"/>
                      <a:pt x="598" y="2316"/>
                      <a:pt x="503" y="2485"/>
                    </a:cubicBezTo>
                    <a:cubicBezTo>
                      <a:pt x="397" y="2696"/>
                      <a:pt x="687" y="3040"/>
                      <a:pt x="687" y="3040"/>
                    </a:cubicBezTo>
                    <a:cubicBezTo>
                      <a:pt x="687" y="3040"/>
                      <a:pt x="1" y="3172"/>
                      <a:pt x="133" y="3515"/>
                    </a:cubicBezTo>
                    <a:cubicBezTo>
                      <a:pt x="238" y="3753"/>
                      <a:pt x="555" y="3832"/>
                      <a:pt x="727" y="3859"/>
                    </a:cubicBezTo>
                    <a:cubicBezTo>
                      <a:pt x="780" y="3872"/>
                      <a:pt x="820" y="3872"/>
                      <a:pt x="859" y="3872"/>
                    </a:cubicBezTo>
                    <a:cubicBezTo>
                      <a:pt x="859" y="3872"/>
                      <a:pt x="886" y="3925"/>
                      <a:pt x="925" y="3991"/>
                    </a:cubicBezTo>
                    <a:cubicBezTo>
                      <a:pt x="1114" y="4280"/>
                      <a:pt x="1637" y="4987"/>
                      <a:pt x="2313" y="4987"/>
                    </a:cubicBezTo>
                    <a:cubicBezTo>
                      <a:pt x="2347" y="4987"/>
                      <a:pt x="2382" y="4985"/>
                      <a:pt x="2418" y="4981"/>
                    </a:cubicBezTo>
                    <a:cubicBezTo>
                      <a:pt x="3316" y="4902"/>
                      <a:pt x="3672" y="3740"/>
                      <a:pt x="3672" y="3740"/>
                    </a:cubicBezTo>
                    <a:cubicBezTo>
                      <a:pt x="3672" y="3740"/>
                      <a:pt x="3936" y="2168"/>
                      <a:pt x="3580" y="1785"/>
                    </a:cubicBezTo>
                    <a:cubicBezTo>
                      <a:pt x="3473" y="1663"/>
                      <a:pt x="3327" y="1621"/>
                      <a:pt x="3178" y="1621"/>
                    </a:cubicBezTo>
                    <a:cubicBezTo>
                      <a:pt x="2940" y="1621"/>
                      <a:pt x="2695" y="1728"/>
                      <a:pt x="2589" y="1785"/>
                    </a:cubicBezTo>
                    <a:lnTo>
                      <a:pt x="2523" y="1812"/>
                    </a:lnTo>
                    <a:lnTo>
                      <a:pt x="2457" y="1719"/>
                    </a:lnTo>
                    <a:cubicBezTo>
                      <a:pt x="2186" y="1345"/>
                      <a:pt x="1184" y="0"/>
                      <a:pt x="842"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1"/>
              <p:cNvSpPr/>
              <p:nvPr/>
            </p:nvSpPr>
            <p:spPr>
              <a:xfrm>
                <a:off x="6908092" y="1909901"/>
                <a:ext cx="81319" cy="85402"/>
              </a:xfrm>
              <a:custGeom>
                <a:rect b="b" l="l" r="r" t="t"/>
                <a:pathLst>
                  <a:path extrusionOk="0" h="1485" w="1414">
                    <a:moveTo>
                      <a:pt x="811" y="1"/>
                    </a:moveTo>
                    <a:cubicBezTo>
                      <a:pt x="788" y="1"/>
                      <a:pt x="763" y="15"/>
                      <a:pt x="753" y="45"/>
                    </a:cubicBezTo>
                    <a:cubicBezTo>
                      <a:pt x="740" y="72"/>
                      <a:pt x="740" y="85"/>
                      <a:pt x="753" y="111"/>
                    </a:cubicBezTo>
                    <a:cubicBezTo>
                      <a:pt x="753" y="124"/>
                      <a:pt x="766" y="138"/>
                      <a:pt x="779" y="138"/>
                    </a:cubicBezTo>
                    <a:cubicBezTo>
                      <a:pt x="912" y="190"/>
                      <a:pt x="1044" y="256"/>
                      <a:pt x="1162" y="349"/>
                    </a:cubicBezTo>
                    <a:cubicBezTo>
                      <a:pt x="1202" y="375"/>
                      <a:pt x="1228" y="415"/>
                      <a:pt x="1255" y="455"/>
                    </a:cubicBezTo>
                    <a:cubicBezTo>
                      <a:pt x="1255" y="468"/>
                      <a:pt x="1255" y="481"/>
                      <a:pt x="1228" y="507"/>
                    </a:cubicBezTo>
                    <a:cubicBezTo>
                      <a:pt x="1147" y="589"/>
                      <a:pt x="961" y="612"/>
                      <a:pt x="785" y="612"/>
                    </a:cubicBezTo>
                    <a:cubicBezTo>
                      <a:pt x="649" y="612"/>
                      <a:pt x="519" y="598"/>
                      <a:pt x="449" y="587"/>
                    </a:cubicBezTo>
                    <a:cubicBezTo>
                      <a:pt x="442" y="584"/>
                      <a:pt x="435" y="583"/>
                      <a:pt x="428" y="583"/>
                    </a:cubicBezTo>
                    <a:cubicBezTo>
                      <a:pt x="397" y="583"/>
                      <a:pt x="370" y="607"/>
                      <a:pt x="370" y="639"/>
                    </a:cubicBezTo>
                    <a:cubicBezTo>
                      <a:pt x="357" y="666"/>
                      <a:pt x="370" y="706"/>
                      <a:pt x="410" y="719"/>
                    </a:cubicBezTo>
                    <a:cubicBezTo>
                      <a:pt x="608" y="798"/>
                      <a:pt x="779" y="943"/>
                      <a:pt x="872" y="1141"/>
                    </a:cubicBezTo>
                    <a:cubicBezTo>
                      <a:pt x="872" y="1181"/>
                      <a:pt x="872" y="1207"/>
                      <a:pt x="845" y="1234"/>
                    </a:cubicBezTo>
                    <a:cubicBezTo>
                      <a:pt x="753" y="1326"/>
                      <a:pt x="304" y="1353"/>
                      <a:pt x="40" y="1353"/>
                    </a:cubicBezTo>
                    <a:cubicBezTo>
                      <a:pt x="27" y="1353"/>
                      <a:pt x="13" y="1353"/>
                      <a:pt x="0" y="1366"/>
                    </a:cubicBezTo>
                    <a:cubicBezTo>
                      <a:pt x="40" y="1366"/>
                      <a:pt x="93" y="1366"/>
                      <a:pt x="132" y="1379"/>
                    </a:cubicBezTo>
                    <a:cubicBezTo>
                      <a:pt x="132" y="1379"/>
                      <a:pt x="159" y="1419"/>
                      <a:pt x="198" y="1485"/>
                    </a:cubicBezTo>
                    <a:cubicBezTo>
                      <a:pt x="396" y="1485"/>
                      <a:pt x="595" y="1458"/>
                      <a:pt x="779" y="1419"/>
                    </a:cubicBezTo>
                    <a:cubicBezTo>
                      <a:pt x="845" y="1392"/>
                      <a:pt x="898" y="1366"/>
                      <a:pt x="951" y="1326"/>
                    </a:cubicBezTo>
                    <a:cubicBezTo>
                      <a:pt x="1004" y="1273"/>
                      <a:pt x="1017" y="1194"/>
                      <a:pt x="1004" y="1115"/>
                    </a:cubicBezTo>
                    <a:cubicBezTo>
                      <a:pt x="951" y="970"/>
                      <a:pt x="859" y="838"/>
                      <a:pt x="727" y="745"/>
                    </a:cubicBezTo>
                    <a:lnTo>
                      <a:pt x="727" y="745"/>
                    </a:lnTo>
                    <a:cubicBezTo>
                      <a:pt x="760" y="747"/>
                      <a:pt x="794" y="748"/>
                      <a:pt x="828" y="748"/>
                    </a:cubicBezTo>
                    <a:cubicBezTo>
                      <a:pt x="1023" y="748"/>
                      <a:pt x="1224" y="712"/>
                      <a:pt x="1347" y="600"/>
                    </a:cubicBezTo>
                    <a:cubicBezTo>
                      <a:pt x="1387" y="547"/>
                      <a:pt x="1413" y="494"/>
                      <a:pt x="1400" y="428"/>
                    </a:cubicBezTo>
                    <a:cubicBezTo>
                      <a:pt x="1387" y="402"/>
                      <a:pt x="1374" y="362"/>
                      <a:pt x="1361" y="336"/>
                    </a:cubicBezTo>
                    <a:cubicBezTo>
                      <a:pt x="1321" y="296"/>
                      <a:pt x="1281" y="243"/>
                      <a:pt x="1228" y="217"/>
                    </a:cubicBezTo>
                    <a:cubicBezTo>
                      <a:pt x="1110" y="124"/>
                      <a:pt x="978" y="58"/>
                      <a:pt x="832" y="6"/>
                    </a:cubicBezTo>
                    <a:cubicBezTo>
                      <a:pt x="826" y="2"/>
                      <a:pt x="818" y="1"/>
                      <a:pt x="811"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1"/>
              <p:cNvSpPr/>
              <p:nvPr/>
            </p:nvSpPr>
            <p:spPr>
              <a:xfrm>
                <a:off x="6953640" y="1893626"/>
                <a:ext cx="44858" cy="31055"/>
              </a:xfrm>
              <a:custGeom>
                <a:rect b="b" l="l" r="r" t="t"/>
                <a:pathLst>
                  <a:path extrusionOk="0" h="540" w="780">
                    <a:moveTo>
                      <a:pt x="661" y="1"/>
                    </a:moveTo>
                    <a:cubicBezTo>
                      <a:pt x="644" y="1"/>
                      <a:pt x="625" y="8"/>
                      <a:pt x="608" y="24"/>
                    </a:cubicBezTo>
                    <a:cubicBezTo>
                      <a:pt x="582" y="38"/>
                      <a:pt x="582" y="77"/>
                      <a:pt x="595" y="104"/>
                    </a:cubicBezTo>
                    <a:cubicBezTo>
                      <a:pt x="621" y="170"/>
                      <a:pt x="635" y="249"/>
                      <a:pt x="635" y="315"/>
                    </a:cubicBezTo>
                    <a:cubicBezTo>
                      <a:pt x="635" y="355"/>
                      <a:pt x="621" y="381"/>
                      <a:pt x="595" y="394"/>
                    </a:cubicBezTo>
                    <a:cubicBezTo>
                      <a:pt x="555" y="407"/>
                      <a:pt x="516" y="407"/>
                      <a:pt x="476" y="407"/>
                    </a:cubicBezTo>
                    <a:cubicBezTo>
                      <a:pt x="304" y="381"/>
                      <a:pt x="159" y="355"/>
                      <a:pt x="1" y="302"/>
                    </a:cubicBezTo>
                    <a:lnTo>
                      <a:pt x="1" y="302"/>
                    </a:lnTo>
                    <a:cubicBezTo>
                      <a:pt x="14" y="315"/>
                      <a:pt x="14" y="328"/>
                      <a:pt x="27" y="328"/>
                    </a:cubicBezTo>
                    <a:cubicBezTo>
                      <a:pt x="172" y="381"/>
                      <a:pt x="304" y="447"/>
                      <a:pt x="423" y="539"/>
                    </a:cubicBezTo>
                    <a:lnTo>
                      <a:pt x="463" y="539"/>
                    </a:lnTo>
                    <a:cubicBezTo>
                      <a:pt x="516" y="539"/>
                      <a:pt x="555" y="539"/>
                      <a:pt x="608" y="526"/>
                    </a:cubicBezTo>
                    <a:cubicBezTo>
                      <a:pt x="621" y="526"/>
                      <a:pt x="635" y="513"/>
                      <a:pt x="648" y="513"/>
                    </a:cubicBezTo>
                    <a:cubicBezTo>
                      <a:pt x="714" y="473"/>
                      <a:pt x="767" y="407"/>
                      <a:pt x="780" y="341"/>
                    </a:cubicBezTo>
                    <a:cubicBezTo>
                      <a:pt x="780" y="236"/>
                      <a:pt x="767" y="130"/>
                      <a:pt x="714" y="38"/>
                    </a:cubicBezTo>
                    <a:cubicBezTo>
                      <a:pt x="706" y="15"/>
                      <a:pt x="685" y="1"/>
                      <a:pt x="661"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1"/>
              <p:cNvSpPr/>
              <p:nvPr/>
            </p:nvSpPr>
            <p:spPr>
              <a:xfrm>
                <a:off x="6984005" y="1864641"/>
                <a:ext cx="78329" cy="60328"/>
              </a:xfrm>
              <a:custGeom>
                <a:rect b="b" l="l" r="r" t="t"/>
                <a:pathLst>
                  <a:path extrusionOk="0" h="1049" w="1362">
                    <a:moveTo>
                      <a:pt x="410" y="0"/>
                    </a:moveTo>
                    <a:cubicBezTo>
                      <a:pt x="252" y="185"/>
                      <a:pt x="1" y="542"/>
                      <a:pt x="186" y="859"/>
                    </a:cubicBezTo>
                    <a:cubicBezTo>
                      <a:pt x="225" y="951"/>
                      <a:pt x="318" y="1017"/>
                      <a:pt x="410" y="1043"/>
                    </a:cubicBezTo>
                    <a:cubicBezTo>
                      <a:pt x="447" y="1047"/>
                      <a:pt x="482" y="1048"/>
                      <a:pt x="517" y="1048"/>
                    </a:cubicBezTo>
                    <a:cubicBezTo>
                      <a:pt x="622" y="1048"/>
                      <a:pt x="721" y="1034"/>
                      <a:pt x="820" y="1004"/>
                    </a:cubicBezTo>
                    <a:cubicBezTo>
                      <a:pt x="991" y="938"/>
                      <a:pt x="1163" y="859"/>
                      <a:pt x="1322" y="766"/>
                    </a:cubicBezTo>
                    <a:cubicBezTo>
                      <a:pt x="1348" y="740"/>
                      <a:pt x="1361" y="700"/>
                      <a:pt x="1335" y="660"/>
                    </a:cubicBezTo>
                    <a:cubicBezTo>
                      <a:pt x="1318" y="644"/>
                      <a:pt x="1297" y="633"/>
                      <a:pt x="1277" y="633"/>
                    </a:cubicBezTo>
                    <a:cubicBezTo>
                      <a:pt x="1264" y="633"/>
                      <a:pt x="1252" y="637"/>
                      <a:pt x="1242" y="647"/>
                    </a:cubicBezTo>
                    <a:cubicBezTo>
                      <a:pt x="1124" y="730"/>
                      <a:pt x="772" y="919"/>
                      <a:pt x="529" y="919"/>
                    </a:cubicBezTo>
                    <a:cubicBezTo>
                      <a:pt x="501" y="919"/>
                      <a:pt x="474" y="917"/>
                      <a:pt x="450" y="911"/>
                    </a:cubicBezTo>
                    <a:cubicBezTo>
                      <a:pt x="384" y="885"/>
                      <a:pt x="331" y="859"/>
                      <a:pt x="305" y="793"/>
                    </a:cubicBezTo>
                    <a:cubicBezTo>
                      <a:pt x="159" y="542"/>
                      <a:pt x="397" y="225"/>
                      <a:pt x="529" y="66"/>
                    </a:cubicBezTo>
                    <a:lnTo>
                      <a:pt x="529" y="66"/>
                    </a:lnTo>
                    <a:lnTo>
                      <a:pt x="476" y="93"/>
                    </a:lnTo>
                    <a:lnTo>
                      <a:pt x="410" y="0"/>
                    </a:ln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1"/>
              <p:cNvSpPr/>
              <p:nvPr/>
            </p:nvSpPr>
            <p:spPr>
              <a:xfrm>
                <a:off x="6988606" y="1924566"/>
                <a:ext cx="46353" cy="90981"/>
              </a:xfrm>
              <a:custGeom>
                <a:rect b="b" l="l" r="r" t="t"/>
                <a:pathLst>
                  <a:path extrusionOk="0" h="1582" w="806">
                    <a:moveTo>
                      <a:pt x="81" y="0"/>
                    </a:moveTo>
                    <a:cubicBezTo>
                      <a:pt x="58" y="0"/>
                      <a:pt x="35" y="12"/>
                      <a:pt x="27" y="28"/>
                    </a:cubicBezTo>
                    <a:cubicBezTo>
                      <a:pt x="0" y="54"/>
                      <a:pt x="13" y="107"/>
                      <a:pt x="40" y="120"/>
                    </a:cubicBezTo>
                    <a:cubicBezTo>
                      <a:pt x="40" y="134"/>
                      <a:pt x="594" y="517"/>
                      <a:pt x="647" y="966"/>
                    </a:cubicBezTo>
                    <a:cubicBezTo>
                      <a:pt x="660" y="1150"/>
                      <a:pt x="594" y="1335"/>
                      <a:pt x="462" y="1467"/>
                    </a:cubicBezTo>
                    <a:cubicBezTo>
                      <a:pt x="436" y="1494"/>
                      <a:pt x="436" y="1533"/>
                      <a:pt x="462" y="1560"/>
                    </a:cubicBezTo>
                    <a:cubicBezTo>
                      <a:pt x="478" y="1575"/>
                      <a:pt x="493" y="1582"/>
                      <a:pt x="509" y="1582"/>
                    </a:cubicBezTo>
                    <a:cubicBezTo>
                      <a:pt x="520" y="1582"/>
                      <a:pt x="531" y="1579"/>
                      <a:pt x="542" y="1573"/>
                    </a:cubicBezTo>
                    <a:cubicBezTo>
                      <a:pt x="542" y="1573"/>
                      <a:pt x="555" y="1573"/>
                      <a:pt x="568" y="1560"/>
                    </a:cubicBezTo>
                    <a:cubicBezTo>
                      <a:pt x="727" y="1401"/>
                      <a:pt x="806" y="1177"/>
                      <a:pt x="779" y="952"/>
                    </a:cubicBezTo>
                    <a:cubicBezTo>
                      <a:pt x="727" y="437"/>
                      <a:pt x="145" y="28"/>
                      <a:pt x="119" y="15"/>
                    </a:cubicBezTo>
                    <a:cubicBezTo>
                      <a:pt x="109" y="5"/>
                      <a:pt x="95" y="0"/>
                      <a:pt x="81" y="0"/>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1"/>
              <p:cNvSpPr/>
              <p:nvPr/>
            </p:nvSpPr>
            <p:spPr>
              <a:xfrm>
                <a:off x="6993897" y="1688430"/>
                <a:ext cx="709443" cy="555432"/>
              </a:xfrm>
              <a:custGeom>
                <a:rect b="b" l="l" r="r" t="t"/>
                <a:pathLst>
                  <a:path extrusionOk="0" h="9658" w="12336">
                    <a:moveTo>
                      <a:pt x="9074" y="0"/>
                    </a:moveTo>
                    <a:lnTo>
                      <a:pt x="8374" y="1783"/>
                    </a:lnTo>
                    <a:cubicBezTo>
                      <a:pt x="8268" y="2074"/>
                      <a:pt x="8162" y="2377"/>
                      <a:pt x="8043" y="2668"/>
                    </a:cubicBezTo>
                    <a:cubicBezTo>
                      <a:pt x="7938" y="2959"/>
                      <a:pt x="7832" y="3262"/>
                      <a:pt x="7713" y="3553"/>
                    </a:cubicBezTo>
                    <a:cubicBezTo>
                      <a:pt x="7608" y="3843"/>
                      <a:pt x="7502" y="4134"/>
                      <a:pt x="7383" y="4424"/>
                    </a:cubicBezTo>
                    <a:cubicBezTo>
                      <a:pt x="7277" y="4715"/>
                      <a:pt x="7159" y="4992"/>
                      <a:pt x="7040" y="5270"/>
                    </a:cubicBezTo>
                    <a:cubicBezTo>
                      <a:pt x="6921" y="5547"/>
                      <a:pt x="6815" y="5824"/>
                      <a:pt x="6696" y="6062"/>
                    </a:cubicBezTo>
                    <a:cubicBezTo>
                      <a:pt x="6630" y="6181"/>
                      <a:pt x="6577" y="6287"/>
                      <a:pt x="6525" y="6379"/>
                    </a:cubicBezTo>
                    <a:lnTo>
                      <a:pt x="6498" y="6432"/>
                    </a:lnTo>
                    <a:lnTo>
                      <a:pt x="6485" y="6458"/>
                    </a:lnTo>
                    <a:lnTo>
                      <a:pt x="6485" y="6471"/>
                    </a:lnTo>
                    <a:lnTo>
                      <a:pt x="6485" y="6498"/>
                    </a:lnTo>
                    <a:lnTo>
                      <a:pt x="6485" y="6524"/>
                    </a:lnTo>
                    <a:cubicBezTo>
                      <a:pt x="6485" y="6537"/>
                      <a:pt x="6459" y="6551"/>
                      <a:pt x="6419" y="6564"/>
                    </a:cubicBezTo>
                    <a:cubicBezTo>
                      <a:pt x="6318" y="6604"/>
                      <a:pt x="6210" y="6621"/>
                      <a:pt x="6099" y="6621"/>
                    </a:cubicBezTo>
                    <a:cubicBezTo>
                      <a:pt x="6065" y="6621"/>
                      <a:pt x="6031" y="6620"/>
                      <a:pt x="5996" y="6617"/>
                    </a:cubicBezTo>
                    <a:cubicBezTo>
                      <a:pt x="5759" y="6604"/>
                      <a:pt x="5534" y="6564"/>
                      <a:pt x="5310" y="6498"/>
                    </a:cubicBezTo>
                    <a:cubicBezTo>
                      <a:pt x="5046" y="6432"/>
                      <a:pt x="4795" y="6353"/>
                      <a:pt x="4544" y="6260"/>
                    </a:cubicBezTo>
                    <a:cubicBezTo>
                      <a:pt x="3989" y="6049"/>
                      <a:pt x="3461" y="5798"/>
                      <a:pt x="2946" y="5521"/>
                    </a:cubicBezTo>
                    <a:cubicBezTo>
                      <a:pt x="2404" y="5243"/>
                      <a:pt x="2021" y="5019"/>
                      <a:pt x="1493" y="4702"/>
                    </a:cubicBezTo>
                    <a:cubicBezTo>
                      <a:pt x="1321" y="5481"/>
                      <a:pt x="753" y="6115"/>
                      <a:pt x="1" y="6379"/>
                    </a:cubicBezTo>
                    <a:cubicBezTo>
                      <a:pt x="502" y="6841"/>
                      <a:pt x="1031" y="7277"/>
                      <a:pt x="1585" y="7673"/>
                    </a:cubicBezTo>
                    <a:cubicBezTo>
                      <a:pt x="2153" y="8096"/>
                      <a:pt x="2761" y="8466"/>
                      <a:pt x="3381" y="8796"/>
                    </a:cubicBezTo>
                    <a:cubicBezTo>
                      <a:pt x="3712" y="8967"/>
                      <a:pt x="4055" y="9126"/>
                      <a:pt x="4412" y="9258"/>
                    </a:cubicBezTo>
                    <a:cubicBezTo>
                      <a:pt x="4795" y="9403"/>
                      <a:pt x="5191" y="9522"/>
                      <a:pt x="5600" y="9588"/>
                    </a:cubicBezTo>
                    <a:cubicBezTo>
                      <a:pt x="5838" y="9628"/>
                      <a:pt x="6062" y="9654"/>
                      <a:pt x="6300" y="9654"/>
                    </a:cubicBezTo>
                    <a:cubicBezTo>
                      <a:pt x="6345" y="9656"/>
                      <a:pt x="6391" y="9658"/>
                      <a:pt x="6436" y="9658"/>
                    </a:cubicBezTo>
                    <a:cubicBezTo>
                      <a:pt x="6655" y="9658"/>
                      <a:pt x="6874" y="9632"/>
                      <a:pt x="7093" y="9588"/>
                    </a:cubicBezTo>
                    <a:cubicBezTo>
                      <a:pt x="7383" y="9535"/>
                      <a:pt x="7674" y="9443"/>
                      <a:pt x="7938" y="9311"/>
                    </a:cubicBezTo>
                    <a:cubicBezTo>
                      <a:pt x="8228" y="9166"/>
                      <a:pt x="8479" y="8981"/>
                      <a:pt x="8717" y="8769"/>
                    </a:cubicBezTo>
                    <a:cubicBezTo>
                      <a:pt x="8823" y="8664"/>
                      <a:pt x="8928" y="8558"/>
                      <a:pt x="9034" y="8439"/>
                    </a:cubicBezTo>
                    <a:lnTo>
                      <a:pt x="9100" y="8360"/>
                    </a:lnTo>
                    <a:lnTo>
                      <a:pt x="9153" y="8281"/>
                    </a:lnTo>
                    <a:lnTo>
                      <a:pt x="9206" y="8201"/>
                    </a:lnTo>
                    <a:lnTo>
                      <a:pt x="9258" y="8135"/>
                    </a:lnTo>
                    <a:cubicBezTo>
                      <a:pt x="9377" y="7951"/>
                      <a:pt x="9483" y="7779"/>
                      <a:pt x="9589" y="7620"/>
                    </a:cubicBezTo>
                    <a:cubicBezTo>
                      <a:pt x="9773" y="7290"/>
                      <a:pt x="9932" y="6986"/>
                      <a:pt x="10090" y="6670"/>
                    </a:cubicBezTo>
                    <a:cubicBezTo>
                      <a:pt x="10249" y="6366"/>
                      <a:pt x="10381" y="6062"/>
                      <a:pt x="10526" y="5758"/>
                    </a:cubicBezTo>
                    <a:cubicBezTo>
                      <a:pt x="10658" y="5441"/>
                      <a:pt x="10804" y="5138"/>
                      <a:pt x="10922" y="4834"/>
                    </a:cubicBezTo>
                    <a:cubicBezTo>
                      <a:pt x="11054" y="4530"/>
                      <a:pt x="11187" y="4226"/>
                      <a:pt x="11305" y="3923"/>
                    </a:cubicBezTo>
                    <a:cubicBezTo>
                      <a:pt x="11424" y="3619"/>
                      <a:pt x="11543" y="3315"/>
                      <a:pt x="11662" y="2998"/>
                    </a:cubicBezTo>
                    <a:cubicBezTo>
                      <a:pt x="11781" y="2694"/>
                      <a:pt x="11900" y="2391"/>
                      <a:pt x="12005" y="2087"/>
                    </a:cubicBezTo>
                    <a:lnTo>
                      <a:pt x="12177" y="1625"/>
                    </a:lnTo>
                    <a:lnTo>
                      <a:pt x="12256" y="1387"/>
                    </a:lnTo>
                    <a:cubicBezTo>
                      <a:pt x="12283" y="1308"/>
                      <a:pt x="12309" y="1228"/>
                      <a:pt x="12336" y="1149"/>
                    </a:cubicBezTo>
                    <a:lnTo>
                      <a:pt x="90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1"/>
              <p:cNvSpPr/>
              <p:nvPr/>
            </p:nvSpPr>
            <p:spPr>
              <a:xfrm>
                <a:off x="7038697" y="1984607"/>
                <a:ext cx="88910" cy="113985"/>
              </a:xfrm>
              <a:custGeom>
                <a:rect b="b" l="l" r="r" t="t"/>
                <a:pathLst>
                  <a:path extrusionOk="0" h="1982" w="1546">
                    <a:moveTo>
                      <a:pt x="1454" y="1"/>
                    </a:moveTo>
                    <a:cubicBezTo>
                      <a:pt x="1401" y="1"/>
                      <a:pt x="1361" y="40"/>
                      <a:pt x="1361" y="93"/>
                    </a:cubicBezTo>
                    <a:cubicBezTo>
                      <a:pt x="1361" y="106"/>
                      <a:pt x="1361" y="1467"/>
                      <a:pt x="106" y="1797"/>
                    </a:cubicBezTo>
                    <a:cubicBezTo>
                      <a:pt x="1" y="1823"/>
                      <a:pt x="27" y="1982"/>
                      <a:pt x="133" y="1982"/>
                    </a:cubicBezTo>
                    <a:cubicBezTo>
                      <a:pt x="146" y="1982"/>
                      <a:pt x="146" y="1969"/>
                      <a:pt x="159" y="1969"/>
                    </a:cubicBezTo>
                    <a:cubicBezTo>
                      <a:pt x="1546" y="1599"/>
                      <a:pt x="1546" y="106"/>
                      <a:pt x="1546" y="80"/>
                    </a:cubicBezTo>
                    <a:cubicBezTo>
                      <a:pt x="1546" y="40"/>
                      <a:pt x="1506" y="1"/>
                      <a:pt x="1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1"/>
              <p:cNvSpPr/>
              <p:nvPr/>
            </p:nvSpPr>
            <p:spPr>
              <a:xfrm>
                <a:off x="7027310" y="2032915"/>
                <a:ext cx="58545" cy="48999"/>
              </a:xfrm>
              <a:custGeom>
                <a:rect b="b" l="l" r="r" t="t"/>
                <a:pathLst>
                  <a:path extrusionOk="0" h="852" w="1018">
                    <a:moveTo>
                      <a:pt x="96" y="1"/>
                    </a:moveTo>
                    <a:cubicBezTo>
                      <a:pt x="68" y="1"/>
                      <a:pt x="42" y="11"/>
                      <a:pt x="27" y="32"/>
                    </a:cubicBezTo>
                    <a:cubicBezTo>
                      <a:pt x="1" y="72"/>
                      <a:pt x="1" y="125"/>
                      <a:pt x="40" y="164"/>
                    </a:cubicBezTo>
                    <a:lnTo>
                      <a:pt x="859" y="838"/>
                    </a:lnTo>
                    <a:cubicBezTo>
                      <a:pt x="886" y="838"/>
                      <a:pt x="899" y="851"/>
                      <a:pt x="925" y="851"/>
                    </a:cubicBezTo>
                    <a:cubicBezTo>
                      <a:pt x="952" y="851"/>
                      <a:pt x="978" y="838"/>
                      <a:pt x="991" y="825"/>
                    </a:cubicBezTo>
                    <a:cubicBezTo>
                      <a:pt x="1018" y="785"/>
                      <a:pt x="1018" y="719"/>
                      <a:pt x="978" y="693"/>
                    </a:cubicBezTo>
                    <a:lnTo>
                      <a:pt x="159" y="19"/>
                    </a:lnTo>
                    <a:cubicBezTo>
                      <a:pt x="141" y="7"/>
                      <a:pt x="118" y="1"/>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1"/>
              <p:cNvSpPr/>
              <p:nvPr/>
            </p:nvSpPr>
            <p:spPr>
              <a:xfrm>
                <a:off x="7072916" y="2005138"/>
                <a:ext cx="20531" cy="18058"/>
              </a:xfrm>
              <a:custGeom>
                <a:rect b="b" l="l" r="r" t="t"/>
                <a:pathLst>
                  <a:path extrusionOk="0" h="314" w="357">
                    <a:moveTo>
                      <a:pt x="211" y="0"/>
                    </a:moveTo>
                    <a:cubicBezTo>
                      <a:pt x="66" y="0"/>
                      <a:pt x="0" y="172"/>
                      <a:pt x="93" y="265"/>
                    </a:cubicBezTo>
                    <a:cubicBezTo>
                      <a:pt x="122" y="299"/>
                      <a:pt x="161" y="313"/>
                      <a:pt x="198" y="313"/>
                    </a:cubicBezTo>
                    <a:cubicBezTo>
                      <a:pt x="278" y="313"/>
                      <a:pt x="357" y="248"/>
                      <a:pt x="357" y="159"/>
                    </a:cubicBezTo>
                    <a:cubicBezTo>
                      <a:pt x="357" y="80"/>
                      <a:pt x="291"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1"/>
              <p:cNvSpPr/>
              <p:nvPr/>
            </p:nvSpPr>
            <p:spPr>
              <a:xfrm>
                <a:off x="7362249" y="2064833"/>
                <a:ext cx="49459" cy="49286"/>
              </a:xfrm>
              <a:custGeom>
                <a:rect b="b" l="l" r="r" t="t"/>
                <a:pathLst>
                  <a:path extrusionOk="0" h="857" w="860">
                    <a:moveTo>
                      <a:pt x="88" y="0"/>
                    </a:moveTo>
                    <a:cubicBezTo>
                      <a:pt x="64" y="0"/>
                      <a:pt x="42" y="10"/>
                      <a:pt x="27" y="32"/>
                    </a:cubicBezTo>
                    <a:cubicBezTo>
                      <a:pt x="1" y="72"/>
                      <a:pt x="14" y="138"/>
                      <a:pt x="54" y="164"/>
                    </a:cubicBezTo>
                    <a:cubicBezTo>
                      <a:pt x="291" y="349"/>
                      <a:pt x="503" y="574"/>
                      <a:pt x="688" y="824"/>
                    </a:cubicBezTo>
                    <a:cubicBezTo>
                      <a:pt x="701" y="838"/>
                      <a:pt x="727" y="851"/>
                      <a:pt x="754" y="851"/>
                    </a:cubicBezTo>
                    <a:cubicBezTo>
                      <a:pt x="761" y="855"/>
                      <a:pt x="768" y="856"/>
                      <a:pt x="774" y="856"/>
                    </a:cubicBezTo>
                    <a:cubicBezTo>
                      <a:pt x="788" y="856"/>
                      <a:pt x="797" y="847"/>
                      <a:pt x="806" y="838"/>
                    </a:cubicBezTo>
                    <a:cubicBezTo>
                      <a:pt x="846" y="811"/>
                      <a:pt x="859" y="758"/>
                      <a:pt x="833" y="719"/>
                    </a:cubicBezTo>
                    <a:cubicBezTo>
                      <a:pt x="635" y="455"/>
                      <a:pt x="410" y="217"/>
                      <a:pt x="146" y="19"/>
                    </a:cubicBezTo>
                    <a:cubicBezTo>
                      <a:pt x="128" y="7"/>
                      <a:pt x="108" y="0"/>
                      <a:pt x="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1"/>
              <p:cNvSpPr/>
              <p:nvPr/>
            </p:nvSpPr>
            <p:spPr>
              <a:xfrm>
                <a:off x="7364549" y="2068744"/>
                <a:ext cx="13745" cy="50379"/>
              </a:xfrm>
              <a:custGeom>
                <a:rect b="b" l="l" r="r" t="t"/>
                <a:pathLst>
                  <a:path extrusionOk="0" h="876" w="239">
                    <a:moveTo>
                      <a:pt x="106" y="0"/>
                    </a:moveTo>
                    <a:cubicBezTo>
                      <a:pt x="98" y="0"/>
                      <a:pt x="89" y="1"/>
                      <a:pt x="80" y="4"/>
                    </a:cubicBezTo>
                    <a:cubicBezTo>
                      <a:pt x="27" y="17"/>
                      <a:pt x="0" y="70"/>
                      <a:pt x="27" y="109"/>
                    </a:cubicBezTo>
                    <a:cubicBezTo>
                      <a:pt x="66" y="334"/>
                      <a:pt x="66" y="558"/>
                      <a:pt x="27" y="770"/>
                    </a:cubicBezTo>
                    <a:cubicBezTo>
                      <a:pt x="14" y="823"/>
                      <a:pt x="40" y="862"/>
                      <a:pt x="93" y="875"/>
                    </a:cubicBezTo>
                    <a:lnTo>
                      <a:pt x="106" y="875"/>
                    </a:lnTo>
                    <a:cubicBezTo>
                      <a:pt x="146" y="875"/>
                      <a:pt x="172" y="849"/>
                      <a:pt x="185" y="823"/>
                    </a:cubicBezTo>
                    <a:cubicBezTo>
                      <a:pt x="238" y="572"/>
                      <a:pt x="238" y="307"/>
                      <a:pt x="185" y="57"/>
                    </a:cubicBezTo>
                    <a:cubicBezTo>
                      <a:pt x="174" y="24"/>
                      <a:pt x="146" y="0"/>
                      <a:pt x="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1"/>
              <p:cNvSpPr/>
              <p:nvPr/>
            </p:nvSpPr>
            <p:spPr>
              <a:xfrm>
                <a:off x="7051637" y="4092233"/>
                <a:ext cx="322056" cy="298534"/>
              </a:xfrm>
              <a:custGeom>
                <a:rect b="b" l="l" r="r" t="t"/>
                <a:pathLst>
                  <a:path extrusionOk="0" h="5191" w="5600">
                    <a:moveTo>
                      <a:pt x="5019" y="1"/>
                    </a:moveTo>
                    <a:cubicBezTo>
                      <a:pt x="5019" y="1"/>
                      <a:pt x="2127" y="2787"/>
                      <a:pt x="1796" y="3302"/>
                    </a:cubicBezTo>
                    <a:cubicBezTo>
                      <a:pt x="1479" y="3831"/>
                      <a:pt x="0" y="5072"/>
                      <a:pt x="489" y="5138"/>
                    </a:cubicBezTo>
                    <a:cubicBezTo>
                      <a:pt x="674" y="5163"/>
                      <a:pt x="1082" y="5190"/>
                      <a:pt x="1550" y="5190"/>
                    </a:cubicBezTo>
                    <a:cubicBezTo>
                      <a:pt x="2316" y="5190"/>
                      <a:pt x="3242" y="5118"/>
                      <a:pt x="3619" y="4848"/>
                    </a:cubicBezTo>
                    <a:cubicBezTo>
                      <a:pt x="4213" y="4412"/>
                      <a:pt x="5019" y="3131"/>
                      <a:pt x="5019" y="3131"/>
                    </a:cubicBezTo>
                    <a:lnTo>
                      <a:pt x="5230" y="4544"/>
                    </a:lnTo>
                    <a:lnTo>
                      <a:pt x="5587" y="4544"/>
                    </a:lnTo>
                    <a:cubicBezTo>
                      <a:pt x="5573" y="4029"/>
                      <a:pt x="5547" y="1493"/>
                      <a:pt x="5573" y="978"/>
                    </a:cubicBezTo>
                    <a:cubicBezTo>
                      <a:pt x="5600" y="463"/>
                      <a:pt x="5019" y="1"/>
                      <a:pt x="50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1"/>
              <p:cNvSpPr/>
              <p:nvPr/>
            </p:nvSpPr>
            <p:spPr>
              <a:xfrm>
                <a:off x="7130598" y="4013272"/>
                <a:ext cx="229465" cy="302388"/>
              </a:xfrm>
              <a:custGeom>
                <a:rect b="b" l="l" r="r" t="t"/>
                <a:pathLst>
                  <a:path extrusionOk="0" h="5258" w="3990">
                    <a:moveTo>
                      <a:pt x="1850" y="0"/>
                    </a:moveTo>
                    <a:cubicBezTo>
                      <a:pt x="1850" y="0"/>
                      <a:pt x="1797" y="1242"/>
                      <a:pt x="1704" y="1744"/>
                    </a:cubicBezTo>
                    <a:cubicBezTo>
                      <a:pt x="1612" y="2311"/>
                      <a:pt x="1440" y="2866"/>
                      <a:pt x="1216" y="3381"/>
                    </a:cubicBezTo>
                    <a:cubicBezTo>
                      <a:pt x="938" y="3975"/>
                      <a:pt x="1" y="5085"/>
                      <a:pt x="318" y="5230"/>
                    </a:cubicBezTo>
                    <a:cubicBezTo>
                      <a:pt x="356" y="5248"/>
                      <a:pt x="404" y="5257"/>
                      <a:pt x="461" y="5257"/>
                    </a:cubicBezTo>
                    <a:cubicBezTo>
                      <a:pt x="891" y="5257"/>
                      <a:pt x="1791" y="4756"/>
                      <a:pt x="2246" y="4266"/>
                    </a:cubicBezTo>
                    <a:cubicBezTo>
                      <a:pt x="2827" y="3606"/>
                      <a:pt x="3434" y="2734"/>
                      <a:pt x="3606" y="2179"/>
                    </a:cubicBezTo>
                    <a:cubicBezTo>
                      <a:pt x="3699" y="1876"/>
                      <a:pt x="3699" y="1559"/>
                      <a:pt x="3606" y="1255"/>
                    </a:cubicBezTo>
                    <a:lnTo>
                      <a:pt x="3989" y="119"/>
                    </a:lnTo>
                    <a:lnTo>
                      <a:pt x="1850" y="0"/>
                    </a:ln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1"/>
              <p:cNvSpPr/>
              <p:nvPr/>
            </p:nvSpPr>
            <p:spPr>
              <a:xfrm>
                <a:off x="7770857" y="4078603"/>
                <a:ext cx="223369" cy="328670"/>
              </a:xfrm>
              <a:custGeom>
                <a:rect b="b" l="l" r="r" t="t"/>
                <a:pathLst>
                  <a:path extrusionOk="0" h="5715" w="3884">
                    <a:moveTo>
                      <a:pt x="701" y="0"/>
                    </a:moveTo>
                    <a:cubicBezTo>
                      <a:pt x="701" y="0"/>
                      <a:pt x="41" y="264"/>
                      <a:pt x="14" y="1189"/>
                    </a:cubicBezTo>
                    <a:cubicBezTo>
                      <a:pt x="1" y="2113"/>
                      <a:pt x="1" y="4794"/>
                      <a:pt x="1" y="4794"/>
                    </a:cubicBezTo>
                    <a:lnTo>
                      <a:pt x="331" y="4794"/>
                    </a:lnTo>
                    <a:lnTo>
                      <a:pt x="529" y="3658"/>
                    </a:lnTo>
                    <a:cubicBezTo>
                      <a:pt x="529" y="3658"/>
                      <a:pt x="648" y="4570"/>
                      <a:pt x="1110" y="5164"/>
                    </a:cubicBezTo>
                    <a:cubicBezTo>
                      <a:pt x="1444" y="5584"/>
                      <a:pt x="2055" y="5714"/>
                      <a:pt x="2617" y="5714"/>
                    </a:cubicBezTo>
                    <a:cubicBezTo>
                      <a:pt x="2832" y="5714"/>
                      <a:pt x="3040" y="5695"/>
                      <a:pt x="3223" y="5666"/>
                    </a:cubicBezTo>
                    <a:cubicBezTo>
                      <a:pt x="3884" y="5573"/>
                      <a:pt x="3395" y="4345"/>
                      <a:pt x="3131" y="3671"/>
                    </a:cubicBezTo>
                    <a:cubicBezTo>
                      <a:pt x="2867" y="2998"/>
                      <a:pt x="2299" y="1360"/>
                      <a:pt x="2299" y="1360"/>
                    </a:cubicBezTo>
                    <a:lnTo>
                      <a:pt x="7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1"/>
              <p:cNvSpPr/>
              <p:nvPr/>
            </p:nvSpPr>
            <p:spPr>
              <a:xfrm>
                <a:off x="7784545" y="4001885"/>
                <a:ext cx="161833" cy="329187"/>
              </a:xfrm>
              <a:custGeom>
                <a:rect b="b" l="l" r="r" t="t"/>
                <a:pathLst>
                  <a:path extrusionOk="0" h="5724" w="2814">
                    <a:moveTo>
                      <a:pt x="635" y="0"/>
                    </a:moveTo>
                    <a:cubicBezTo>
                      <a:pt x="635" y="0"/>
                      <a:pt x="661" y="1136"/>
                      <a:pt x="463" y="1321"/>
                    </a:cubicBezTo>
                    <a:cubicBezTo>
                      <a:pt x="278" y="1519"/>
                      <a:pt x="1" y="2153"/>
                      <a:pt x="199" y="2932"/>
                    </a:cubicBezTo>
                    <a:cubicBezTo>
                      <a:pt x="397" y="3711"/>
                      <a:pt x="529" y="4847"/>
                      <a:pt x="978" y="5336"/>
                    </a:cubicBezTo>
                    <a:cubicBezTo>
                      <a:pt x="1219" y="5599"/>
                      <a:pt x="1675" y="5724"/>
                      <a:pt x="2061" y="5724"/>
                    </a:cubicBezTo>
                    <a:cubicBezTo>
                      <a:pt x="2392" y="5724"/>
                      <a:pt x="2672" y="5631"/>
                      <a:pt x="2721" y="5455"/>
                    </a:cubicBezTo>
                    <a:cubicBezTo>
                      <a:pt x="2814" y="5058"/>
                      <a:pt x="2114" y="3619"/>
                      <a:pt x="2087" y="2866"/>
                    </a:cubicBezTo>
                    <a:cubicBezTo>
                      <a:pt x="2048" y="2113"/>
                      <a:pt x="1916" y="106"/>
                      <a:pt x="1916" y="106"/>
                    </a:cubicBezTo>
                    <a:lnTo>
                      <a:pt x="635" y="0"/>
                    </a:ln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1"/>
              <p:cNvSpPr/>
              <p:nvPr/>
            </p:nvSpPr>
            <p:spPr>
              <a:xfrm>
                <a:off x="7392671" y="2299071"/>
                <a:ext cx="562045" cy="422008"/>
              </a:xfrm>
              <a:custGeom>
                <a:rect b="b" l="l" r="r" t="t"/>
                <a:pathLst>
                  <a:path extrusionOk="0" h="7338" w="9773">
                    <a:moveTo>
                      <a:pt x="1466" y="0"/>
                    </a:moveTo>
                    <a:cubicBezTo>
                      <a:pt x="1466" y="0"/>
                      <a:pt x="1360" y="159"/>
                      <a:pt x="1228" y="449"/>
                    </a:cubicBezTo>
                    <a:lnTo>
                      <a:pt x="1149" y="608"/>
                    </a:lnTo>
                    <a:cubicBezTo>
                      <a:pt x="872" y="1202"/>
                      <a:pt x="660" y="1810"/>
                      <a:pt x="502" y="2443"/>
                    </a:cubicBezTo>
                    <a:cubicBezTo>
                      <a:pt x="502" y="2457"/>
                      <a:pt x="502" y="2470"/>
                      <a:pt x="502" y="2470"/>
                    </a:cubicBezTo>
                    <a:lnTo>
                      <a:pt x="462" y="2655"/>
                    </a:lnTo>
                    <a:lnTo>
                      <a:pt x="462" y="2694"/>
                    </a:lnTo>
                    <a:cubicBezTo>
                      <a:pt x="357" y="3196"/>
                      <a:pt x="264" y="3725"/>
                      <a:pt x="198" y="4240"/>
                    </a:cubicBezTo>
                    <a:cubicBezTo>
                      <a:pt x="185" y="4306"/>
                      <a:pt x="172" y="4372"/>
                      <a:pt x="172" y="4438"/>
                    </a:cubicBezTo>
                    <a:cubicBezTo>
                      <a:pt x="26" y="5547"/>
                      <a:pt x="0" y="6102"/>
                      <a:pt x="449" y="6366"/>
                    </a:cubicBezTo>
                    <a:cubicBezTo>
                      <a:pt x="1450" y="6934"/>
                      <a:pt x="3300" y="7338"/>
                      <a:pt x="5179" y="7338"/>
                    </a:cubicBezTo>
                    <a:cubicBezTo>
                      <a:pt x="6399" y="7338"/>
                      <a:pt x="7631" y="7168"/>
                      <a:pt x="8650" y="6762"/>
                    </a:cubicBezTo>
                    <a:cubicBezTo>
                      <a:pt x="9601" y="6392"/>
                      <a:pt x="9773" y="6155"/>
                      <a:pt x="9694" y="4451"/>
                    </a:cubicBezTo>
                    <a:lnTo>
                      <a:pt x="9694" y="4266"/>
                    </a:lnTo>
                    <a:cubicBezTo>
                      <a:pt x="9694" y="4134"/>
                      <a:pt x="9680" y="3989"/>
                      <a:pt x="9667" y="3857"/>
                    </a:cubicBezTo>
                    <a:cubicBezTo>
                      <a:pt x="9667" y="3804"/>
                      <a:pt x="9667" y="3738"/>
                      <a:pt x="9654" y="3672"/>
                    </a:cubicBezTo>
                    <a:cubicBezTo>
                      <a:pt x="9641" y="3434"/>
                      <a:pt x="9614" y="3196"/>
                      <a:pt x="9588" y="2972"/>
                    </a:cubicBezTo>
                    <a:lnTo>
                      <a:pt x="9575" y="2787"/>
                    </a:lnTo>
                    <a:cubicBezTo>
                      <a:pt x="9522" y="2351"/>
                      <a:pt x="9430" y="1915"/>
                      <a:pt x="9324" y="1493"/>
                    </a:cubicBezTo>
                    <a:cubicBezTo>
                      <a:pt x="9311" y="1427"/>
                      <a:pt x="9297" y="1374"/>
                      <a:pt x="9284" y="1308"/>
                    </a:cubicBezTo>
                    <a:cubicBezTo>
                      <a:pt x="9192" y="978"/>
                      <a:pt x="9113" y="766"/>
                      <a:pt x="9113" y="766"/>
                    </a:cubicBezTo>
                    <a:cubicBezTo>
                      <a:pt x="8690" y="832"/>
                      <a:pt x="8267" y="872"/>
                      <a:pt x="7832" y="885"/>
                    </a:cubicBezTo>
                    <a:lnTo>
                      <a:pt x="7647" y="885"/>
                    </a:lnTo>
                    <a:cubicBezTo>
                      <a:pt x="7514" y="889"/>
                      <a:pt x="7382" y="891"/>
                      <a:pt x="7249" y="891"/>
                    </a:cubicBezTo>
                    <a:cubicBezTo>
                      <a:pt x="5148" y="891"/>
                      <a:pt x="3067" y="420"/>
                      <a:pt x="2073" y="172"/>
                    </a:cubicBezTo>
                    <a:lnTo>
                      <a:pt x="1889" y="119"/>
                    </a:lnTo>
                    <a:cubicBezTo>
                      <a:pt x="1624" y="40"/>
                      <a:pt x="1466" y="0"/>
                      <a:pt x="1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1"/>
              <p:cNvSpPr/>
              <p:nvPr/>
            </p:nvSpPr>
            <p:spPr>
              <a:xfrm>
                <a:off x="7418493" y="2305915"/>
                <a:ext cx="92706" cy="148146"/>
              </a:xfrm>
              <a:custGeom>
                <a:rect b="b" l="l" r="r" t="t"/>
                <a:pathLst>
                  <a:path extrusionOk="0" h="2576" w="1612">
                    <a:moveTo>
                      <a:pt x="1440" y="0"/>
                    </a:moveTo>
                    <a:cubicBezTo>
                      <a:pt x="1308" y="528"/>
                      <a:pt x="1096" y="1043"/>
                      <a:pt x="819" y="1506"/>
                    </a:cubicBezTo>
                    <a:cubicBezTo>
                      <a:pt x="792" y="1559"/>
                      <a:pt x="753" y="1611"/>
                      <a:pt x="726" y="1664"/>
                    </a:cubicBezTo>
                    <a:cubicBezTo>
                      <a:pt x="542" y="1928"/>
                      <a:pt x="317" y="2153"/>
                      <a:pt x="53" y="2324"/>
                    </a:cubicBezTo>
                    <a:cubicBezTo>
                      <a:pt x="40" y="2338"/>
                      <a:pt x="40" y="2338"/>
                      <a:pt x="53" y="2351"/>
                    </a:cubicBezTo>
                    <a:lnTo>
                      <a:pt x="13" y="2536"/>
                    </a:lnTo>
                    <a:cubicBezTo>
                      <a:pt x="0" y="2549"/>
                      <a:pt x="0" y="2562"/>
                      <a:pt x="0" y="2575"/>
                    </a:cubicBezTo>
                    <a:cubicBezTo>
                      <a:pt x="357" y="2364"/>
                      <a:pt x="660" y="2087"/>
                      <a:pt x="885" y="1743"/>
                    </a:cubicBezTo>
                    <a:cubicBezTo>
                      <a:pt x="925" y="1704"/>
                      <a:pt x="951" y="1651"/>
                      <a:pt x="991" y="1598"/>
                    </a:cubicBezTo>
                    <a:cubicBezTo>
                      <a:pt x="1268" y="1109"/>
                      <a:pt x="1479" y="594"/>
                      <a:pt x="1611" y="53"/>
                    </a:cubicBezTo>
                    <a:lnTo>
                      <a:pt x="144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1"/>
              <p:cNvSpPr/>
              <p:nvPr/>
            </p:nvSpPr>
            <p:spPr>
              <a:xfrm>
                <a:off x="7832393" y="2349163"/>
                <a:ext cx="116285" cy="170977"/>
              </a:xfrm>
              <a:custGeom>
                <a:rect b="b" l="l" r="r" t="t"/>
                <a:pathLst>
                  <a:path extrusionOk="0" h="2973" w="2022">
                    <a:moveTo>
                      <a:pt x="186" y="1"/>
                    </a:moveTo>
                    <a:lnTo>
                      <a:pt x="1" y="27"/>
                    </a:lnTo>
                    <a:cubicBezTo>
                      <a:pt x="53" y="582"/>
                      <a:pt x="199" y="1137"/>
                      <a:pt x="436" y="1652"/>
                    </a:cubicBezTo>
                    <a:cubicBezTo>
                      <a:pt x="463" y="1718"/>
                      <a:pt x="489" y="1771"/>
                      <a:pt x="516" y="1823"/>
                    </a:cubicBezTo>
                    <a:cubicBezTo>
                      <a:pt x="674" y="2114"/>
                      <a:pt x="899" y="2378"/>
                      <a:pt x="1150" y="2589"/>
                    </a:cubicBezTo>
                    <a:cubicBezTo>
                      <a:pt x="1414" y="2787"/>
                      <a:pt x="1704" y="2920"/>
                      <a:pt x="2021" y="2972"/>
                    </a:cubicBezTo>
                    <a:cubicBezTo>
                      <a:pt x="2021" y="2920"/>
                      <a:pt x="2021" y="2854"/>
                      <a:pt x="2008" y="2787"/>
                    </a:cubicBezTo>
                    <a:cubicBezTo>
                      <a:pt x="1731" y="2735"/>
                      <a:pt x="1480" y="2603"/>
                      <a:pt x="1268" y="2431"/>
                    </a:cubicBezTo>
                    <a:cubicBezTo>
                      <a:pt x="1044" y="2259"/>
                      <a:pt x="846" y="2035"/>
                      <a:pt x="714" y="1771"/>
                    </a:cubicBezTo>
                    <a:cubicBezTo>
                      <a:pt x="674" y="1718"/>
                      <a:pt x="648" y="1665"/>
                      <a:pt x="621" y="1612"/>
                    </a:cubicBezTo>
                    <a:cubicBezTo>
                      <a:pt x="384" y="1110"/>
                      <a:pt x="238" y="569"/>
                      <a:pt x="1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1"/>
              <p:cNvSpPr/>
              <p:nvPr/>
            </p:nvSpPr>
            <p:spPr>
              <a:xfrm>
                <a:off x="7458750" y="2324893"/>
                <a:ext cx="470144" cy="72923"/>
              </a:xfrm>
              <a:custGeom>
                <a:rect b="b" l="l" r="r" t="t"/>
                <a:pathLst>
                  <a:path extrusionOk="0" h="1268" w="8175">
                    <a:moveTo>
                      <a:pt x="92" y="0"/>
                    </a:moveTo>
                    <a:lnTo>
                      <a:pt x="0" y="172"/>
                    </a:lnTo>
                    <a:cubicBezTo>
                      <a:pt x="132" y="225"/>
                      <a:pt x="264" y="278"/>
                      <a:pt x="409" y="344"/>
                    </a:cubicBezTo>
                    <a:cubicBezTo>
                      <a:pt x="462" y="357"/>
                      <a:pt x="528" y="383"/>
                      <a:pt x="568" y="410"/>
                    </a:cubicBezTo>
                    <a:cubicBezTo>
                      <a:pt x="1585" y="806"/>
                      <a:pt x="2641" y="1083"/>
                      <a:pt x="3724" y="1202"/>
                    </a:cubicBezTo>
                    <a:lnTo>
                      <a:pt x="3856" y="1215"/>
                    </a:lnTo>
                    <a:cubicBezTo>
                      <a:pt x="4312" y="1250"/>
                      <a:pt x="4771" y="1267"/>
                      <a:pt x="5229" y="1267"/>
                    </a:cubicBezTo>
                    <a:cubicBezTo>
                      <a:pt x="5807" y="1267"/>
                      <a:pt x="6386" y="1240"/>
                      <a:pt x="6960" y="1189"/>
                    </a:cubicBezTo>
                    <a:lnTo>
                      <a:pt x="7158" y="1162"/>
                    </a:lnTo>
                    <a:cubicBezTo>
                      <a:pt x="7541" y="1123"/>
                      <a:pt x="7884" y="1083"/>
                      <a:pt x="8175" y="1030"/>
                    </a:cubicBezTo>
                    <a:cubicBezTo>
                      <a:pt x="8148" y="978"/>
                      <a:pt x="8135" y="912"/>
                      <a:pt x="8122" y="859"/>
                    </a:cubicBezTo>
                    <a:cubicBezTo>
                      <a:pt x="7832" y="898"/>
                      <a:pt x="7475" y="951"/>
                      <a:pt x="7079" y="991"/>
                    </a:cubicBezTo>
                    <a:lnTo>
                      <a:pt x="6894" y="1004"/>
                    </a:lnTo>
                    <a:cubicBezTo>
                      <a:pt x="6355" y="1059"/>
                      <a:pt x="5812" y="1085"/>
                      <a:pt x="5270" y="1085"/>
                    </a:cubicBezTo>
                    <a:cubicBezTo>
                      <a:pt x="4762" y="1085"/>
                      <a:pt x="4255" y="1062"/>
                      <a:pt x="3751" y="1017"/>
                    </a:cubicBezTo>
                    <a:cubicBezTo>
                      <a:pt x="2694" y="885"/>
                      <a:pt x="1664" y="634"/>
                      <a:pt x="674" y="238"/>
                    </a:cubicBezTo>
                    <a:lnTo>
                      <a:pt x="502" y="172"/>
                    </a:lnTo>
                    <a:cubicBezTo>
                      <a:pt x="357" y="106"/>
                      <a:pt x="211" y="53"/>
                      <a:pt x="92" y="0"/>
                    </a:cubicBezTo>
                    <a:close/>
                  </a:path>
                </a:pathLst>
              </a:custGeom>
              <a:solidFill>
                <a:srgbClr val="594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1"/>
              <p:cNvSpPr/>
              <p:nvPr/>
            </p:nvSpPr>
            <p:spPr>
              <a:xfrm>
                <a:off x="7219451" y="2542856"/>
                <a:ext cx="436788" cy="1533504"/>
              </a:xfrm>
              <a:custGeom>
                <a:rect b="b" l="l" r="r" t="t"/>
                <a:pathLst>
                  <a:path extrusionOk="0" h="26665" w="7595">
                    <a:moveTo>
                      <a:pt x="3184" y="1"/>
                    </a:moveTo>
                    <a:cubicBezTo>
                      <a:pt x="2193" y="3474"/>
                      <a:pt x="1599" y="7951"/>
                      <a:pt x="1480" y="12705"/>
                    </a:cubicBezTo>
                    <a:lnTo>
                      <a:pt x="1427" y="13207"/>
                    </a:lnTo>
                    <a:lnTo>
                      <a:pt x="1414" y="13432"/>
                    </a:lnTo>
                    <a:lnTo>
                      <a:pt x="1" y="26664"/>
                    </a:lnTo>
                    <a:lnTo>
                      <a:pt x="2589" y="26664"/>
                    </a:lnTo>
                    <a:cubicBezTo>
                      <a:pt x="2986" y="25185"/>
                      <a:pt x="3540" y="23191"/>
                      <a:pt x="4055" y="21342"/>
                    </a:cubicBezTo>
                    <a:cubicBezTo>
                      <a:pt x="5429" y="16707"/>
                      <a:pt x="4702" y="13484"/>
                      <a:pt x="4702" y="13484"/>
                    </a:cubicBezTo>
                    <a:cubicBezTo>
                      <a:pt x="5878" y="10011"/>
                      <a:pt x="7383" y="7277"/>
                      <a:pt x="7595" y="2048"/>
                    </a:cubicBezTo>
                    <a:lnTo>
                      <a:pt x="318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1"/>
              <p:cNvSpPr/>
              <p:nvPr/>
            </p:nvSpPr>
            <p:spPr>
              <a:xfrm>
                <a:off x="7221752" y="4028455"/>
                <a:ext cx="160338" cy="12192"/>
              </a:xfrm>
              <a:custGeom>
                <a:rect b="b" l="l" r="r" t="t"/>
                <a:pathLst>
                  <a:path extrusionOk="0" h="212" w="2788">
                    <a:moveTo>
                      <a:pt x="2668" y="0"/>
                    </a:moveTo>
                    <a:lnTo>
                      <a:pt x="119" y="40"/>
                    </a:lnTo>
                    <a:cubicBezTo>
                      <a:pt x="1" y="40"/>
                      <a:pt x="1" y="212"/>
                      <a:pt x="119" y="212"/>
                    </a:cubicBezTo>
                    <a:lnTo>
                      <a:pt x="2668" y="185"/>
                    </a:lnTo>
                    <a:cubicBezTo>
                      <a:pt x="2787" y="185"/>
                      <a:pt x="2787" y="0"/>
                      <a:pt x="2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1"/>
              <p:cNvSpPr/>
              <p:nvPr/>
            </p:nvSpPr>
            <p:spPr>
              <a:xfrm>
                <a:off x="7300770" y="3301471"/>
                <a:ext cx="79306" cy="16908"/>
              </a:xfrm>
              <a:custGeom>
                <a:rect b="b" l="l" r="r" t="t"/>
                <a:pathLst>
                  <a:path extrusionOk="0" h="294" w="1379">
                    <a:moveTo>
                      <a:pt x="1213" y="1"/>
                    </a:moveTo>
                    <a:cubicBezTo>
                      <a:pt x="1205" y="1"/>
                      <a:pt x="1197" y="1"/>
                      <a:pt x="1189" y="3"/>
                    </a:cubicBezTo>
                    <a:cubicBezTo>
                      <a:pt x="990" y="51"/>
                      <a:pt x="787" y="74"/>
                      <a:pt x="585" y="74"/>
                    </a:cubicBezTo>
                    <a:cubicBezTo>
                      <a:pt x="398" y="74"/>
                      <a:pt x="211" y="54"/>
                      <a:pt x="26" y="16"/>
                    </a:cubicBezTo>
                    <a:lnTo>
                      <a:pt x="0" y="241"/>
                    </a:lnTo>
                    <a:cubicBezTo>
                      <a:pt x="185" y="280"/>
                      <a:pt x="383" y="293"/>
                      <a:pt x="581" y="293"/>
                    </a:cubicBezTo>
                    <a:cubicBezTo>
                      <a:pt x="806" y="293"/>
                      <a:pt x="1030" y="267"/>
                      <a:pt x="1241" y="214"/>
                    </a:cubicBezTo>
                    <a:cubicBezTo>
                      <a:pt x="1378" y="189"/>
                      <a:pt x="1339" y="1"/>
                      <a:pt x="1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7345571" y="2725163"/>
                <a:ext cx="275760" cy="1308640"/>
              </a:xfrm>
              <a:custGeom>
                <a:rect b="b" l="l" r="r" t="t"/>
                <a:pathLst>
                  <a:path extrusionOk="0" h="22755" w="4795">
                    <a:moveTo>
                      <a:pt x="4702" y="0"/>
                    </a:moveTo>
                    <a:cubicBezTo>
                      <a:pt x="4649" y="0"/>
                      <a:pt x="4609" y="40"/>
                      <a:pt x="4609" y="79"/>
                    </a:cubicBezTo>
                    <a:cubicBezTo>
                      <a:pt x="4240" y="3513"/>
                      <a:pt x="3275" y="6854"/>
                      <a:pt x="1757" y="9945"/>
                    </a:cubicBezTo>
                    <a:cubicBezTo>
                      <a:pt x="1744" y="9958"/>
                      <a:pt x="1744" y="9971"/>
                      <a:pt x="1744" y="9997"/>
                    </a:cubicBezTo>
                    <a:cubicBezTo>
                      <a:pt x="1744" y="10037"/>
                      <a:pt x="1981" y="14818"/>
                      <a:pt x="1242" y="17802"/>
                    </a:cubicBezTo>
                    <a:cubicBezTo>
                      <a:pt x="898" y="19268"/>
                      <a:pt x="410" y="21170"/>
                      <a:pt x="0" y="22755"/>
                    </a:cubicBezTo>
                    <a:lnTo>
                      <a:pt x="185" y="22755"/>
                    </a:lnTo>
                    <a:cubicBezTo>
                      <a:pt x="608" y="21183"/>
                      <a:pt x="1070" y="19295"/>
                      <a:pt x="1427" y="17855"/>
                    </a:cubicBezTo>
                    <a:cubicBezTo>
                      <a:pt x="2140" y="14950"/>
                      <a:pt x="1942" y="10394"/>
                      <a:pt x="1928" y="9997"/>
                    </a:cubicBezTo>
                    <a:cubicBezTo>
                      <a:pt x="3460" y="6894"/>
                      <a:pt x="4424" y="3539"/>
                      <a:pt x="4794" y="93"/>
                    </a:cubicBezTo>
                    <a:cubicBezTo>
                      <a:pt x="4794" y="53"/>
                      <a:pt x="4755" y="0"/>
                      <a:pt x="47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1"/>
              <p:cNvSpPr/>
              <p:nvPr/>
            </p:nvSpPr>
            <p:spPr>
              <a:xfrm>
                <a:off x="7670617" y="2554243"/>
                <a:ext cx="345635" cy="1522117"/>
              </a:xfrm>
              <a:custGeom>
                <a:rect b="b" l="l" r="r" t="t"/>
                <a:pathLst>
                  <a:path extrusionOk="0" h="26467" w="6010">
                    <a:moveTo>
                      <a:pt x="4874" y="1"/>
                    </a:moveTo>
                    <a:lnTo>
                      <a:pt x="1" y="2616"/>
                    </a:lnTo>
                    <a:cubicBezTo>
                      <a:pt x="80" y="4874"/>
                      <a:pt x="1044" y="13577"/>
                      <a:pt x="1044" y="13577"/>
                    </a:cubicBezTo>
                    <a:cubicBezTo>
                      <a:pt x="1044" y="13577"/>
                      <a:pt x="252" y="15267"/>
                      <a:pt x="991" y="19678"/>
                    </a:cubicBezTo>
                    <a:cubicBezTo>
                      <a:pt x="1401" y="22174"/>
                      <a:pt x="1836" y="24736"/>
                      <a:pt x="2127" y="26466"/>
                    </a:cubicBezTo>
                    <a:lnTo>
                      <a:pt x="4583" y="26466"/>
                    </a:lnTo>
                    <a:lnTo>
                      <a:pt x="4781" y="14013"/>
                    </a:lnTo>
                    <a:cubicBezTo>
                      <a:pt x="4795" y="13749"/>
                      <a:pt x="4808" y="13484"/>
                      <a:pt x="4808" y="13234"/>
                    </a:cubicBezTo>
                    <a:cubicBezTo>
                      <a:pt x="4808" y="13154"/>
                      <a:pt x="4821" y="13075"/>
                      <a:pt x="4821" y="12996"/>
                    </a:cubicBezTo>
                    <a:cubicBezTo>
                      <a:pt x="6010" y="3910"/>
                      <a:pt x="4874" y="1"/>
                      <a:pt x="4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1"/>
              <p:cNvSpPr/>
              <p:nvPr/>
            </p:nvSpPr>
            <p:spPr>
              <a:xfrm>
                <a:off x="7685052" y="2719699"/>
                <a:ext cx="131468" cy="1314104"/>
              </a:xfrm>
              <a:custGeom>
                <a:rect b="b" l="l" r="r" t="t"/>
                <a:pathLst>
                  <a:path extrusionOk="0" h="22850" w="2286">
                    <a:moveTo>
                      <a:pt x="118" y="0"/>
                    </a:moveTo>
                    <a:cubicBezTo>
                      <a:pt x="110" y="0"/>
                      <a:pt x="102" y="1"/>
                      <a:pt x="93" y="3"/>
                    </a:cubicBezTo>
                    <a:cubicBezTo>
                      <a:pt x="40" y="3"/>
                      <a:pt x="1" y="56"/>
                      <a:pt x="14" y="108"/>
                    </a:cubicBezTo>
                    <a:lnTo>
                      <a:pt x="1268" y="10489"/>
                    </a:lnTo>
                    <a:cubicBezTo>
                      <a:pt x="1202" y="10726"/>
                      <a:pt x="648" y="13051"/>
                      <a:pt x="925" y="14873"/>
                    </a:cubicBezTo>
                    <a:cubicBezTo>
                      <a:pt x="1031" y="15586"/>
                      <a:pt x="1651" y="19865"/>
                      <a:pt x="2100" y="22850"/>
                    </a:cubicBezTo>
                    <a:lnTo>
                      <a:pt x="2285" y="22850"/>
                    </a:lnTo>
                    <a:cubicBezTo>
                      <a:pt x="1849" y="19852"/>
                      <a:pt x="1229" y="15560"/>
                      <a:pt x="1123" y="14834"/>
                    </a:cubicBezTo>
                    <a:cubicBezTo>
                      <a:pt x="846" y="12971"/>
                      <a:pt x="1466" y="10555"/>
                      <a:pt x="1480" y="10528"/>
                    </a:cubicBezTo>
                    <a:cubicBezTo>
                      <a:pt x="1480" y="10515"/>
                      <a:pt x="1480" y="10502"/>
                      <a:pt x="1480" y="10489"/>
                    </a:cubicBezTo>
                    <a:lnTo>
                      <a:pt x="212" y="82"/>
                    </a:lnTo>
                    <a:cubicBezTo>
                      <a:pt x="212" y="36"/>
                      <a:pt x="172" y="0"/>
                      <a:pt x="1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1"/>
              <p:cNvSpPr/>
              <p:nvPr/>
            </p:nvSpPr>
            <p:spPr>
              <a:xfrm>
                <a:off x="7782302" y="4024659"/>
                <a:ext cx="154989" cy="10697"/>
              </a:xfrm>
              <a:custGeom>
                <a:rect b="b" l="l" r="r" t="t"/>
                <a:pathLst>
                  <a:path extrusionOk="0" h="186" w="2695">
                    <a:moveTo>
                      <a:pt x="119" y="0"/>
                    </a:moveTo>
                    <a:cubicBezTo>
                      <a:pt x="0" y="0"/>
                      <a:pt x="0" y="185"/>
                      <a:pt x="119" y="185"/>
                    </a:cubicBezTo>
                    <a:lnTo>
                      <a:pt x="2588" y="185"/>
                    </a:lnTo>
                    <a:cubicBezTo>
                      <a:pt x="2694" y="185"/>
                      <a:pt x="2694" y="0"/>
                      <a:pt x="25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1"/>
              <p:cNvSpPr/>
              <p:nvPr/>
            </p:nvSpPr>
            <p:spPr>
              <a:xfrm>
                <a:off x="7847575" y="3301586"/>
                <a:ext cx="100355" cy="22084"/>
              </a:xfrm>
              <a:custGeom>
                <a:rect b="b" l="l" r="r" t="t"/>
                <a:pathLst>
                  <a:path extrusionOk="0" h="384" w="1745">
                    <a:moveTo>
                      <a:pt x="1744" y="1"/>
                    </a:moveTo>
                    <a:cubicBezTo>
                      <a:pt x="1431" y="105"/>
                      <a:pt x="1103" y="156"/>
                      <a:pt x="776" y="156"/>
                    </a:cubicBezTo>
                    <a:cubicBezTo>
                      <a:pt x="565" y="156"/>
                      <a:pt x="353" y="135"/>
                      <a:pt x="146" y="93"/>
                    </a:cubicBezTo>
                    <a:cubicBezTo>
                      <a:pt x="137" y="91"/>
                      <a:pt x="128" y="90"/>
                      <a:pt x="119" y="90"/>
                    </a:cubicBezTo>
                    <a:cubicBezTo>
                      <a:pt x="73" y="90"/>
                      <a:pt x="25" y="118"/>
                      <a:pt x="14" y="173"/>
                    </a:cubicBezTo>
                    <a:cubicBezTo>
                      <a:pt x="1" y="225"/>
                      <a:pt x="40" y="291"/>
                      <a:pt x="93" y="305"/>
                    </a:cubicBezTo>
                    <a:cubicBezTo>
                      <a:pt x="305" y="357"/>
                      <a:pt x="529" y="384"/>
                      <a:pt x="754" y="384"/>
                    </a:cubicBezTo>
                    <a:cubicBezTo>
                      <a:pt x="1084" y="384"/>
                      <a:pt x="1427" y="331"/>
                      <a:pt x="1744" y="239"/>
                    </a:cubicBezTo>
                    <a:lnTo>
                      <a:pt x="17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1"/>
              <p:cNvSpPr/>
              <p:nvPr/>
            </p:nvSpPr>
            <p:spPr>
              <a:xfrm>
                <a:off x="7635709" y="2384129"/>
                <a:ext cx="38014" cy="290943"/>
              </a:xfrm>
              <a:custGeom>
                <a:rect b="b" l="l" r="r" t="t"/>
                <a:pathLst>
                  <a:path extrusionOk="0" h="5059" w="661">
                    <a:moveTo>
                      <a:pt x="476" y="0"/>
                    </a:moveTo>
                    <a:cubicBezTo>
                      <a:pt x="462" y="132"/>
                      <a:pt x="449" y="291"/>
                      <a:pt x="436" y="463"/>
                    </a:cubicBezTo>
                    <a:cubicBezTo>
                      <a:pt x="436" y="515"/>
                      <a:pt x="423" y="581"/>
                      <a:pt x="423" y="648"/>
                    </a:cubicBezTo>
                    <a:cubicBezTo>
                      <a:pt x="357" y="1440"/>
                      <a:pt x="264" y="2576"/>
                      <a:pt x="145" y="3725"/>
                    </a:cubicBezTo>
                    <a:lnTo>
                      <a:pt x="119" y="3910"/>
                    </a:lnTo>
                    <a:cubicBezTo>
                      <a:pt x="79" y="4253"/>
                      <a:pt x="40" y="4609"/>
                      <a:pt x="0" y="4953"/>
                    </a:cubicBezTo>
                    <a:cubicBezTo>
                      <a:pt x="0" y="5006"/>
                      <a:pt x="40" y="5045"/>
                      <a:pt x="79" y="5058"/>
                    </a:cubicBezTo>
                    <a:cubicBezTo>
                      <a:pt x="132" y="5058"/>
                      <a:pt x="185" y="5019"/>
                      <a:pt x="185" y="4979"/>
                    </a:cubicBezTo>
                    <a:cubicBezTo>
                      <a:pt x="225" y="4623"/>
                      <a:pt x="264" y="4253"/>
                      <a:pt x="304" y="3883"/>
                    </a:cubicBezTo>
                    <a:lnTo>
                      <a:pt x="330" y="3698"/>
                    </a:lnTo>
                    <a:cubicBezTo>
                      <a:pt x="436" y="2562"/>
                      <a:pt x="542" y="1440"/>
                      <a:pt x="608" y="648"/>
                    </a:cubicBezTo>
                    <a:cubicBezTo>
                      <a:pt x="608" y="581"/>
                      <a:pt x="621" y="529"/>
                      <a:pt x="621" y="463"/>
                    </a:cubicBezTo>
                    <a:cubicBezTo>
                      <a:pt x="634" y="291"/>
                      <a:pt x="647" y="132"/>
                      <a:pt x="6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1"/>
              <p:cNvSpPr/>
              <p:nvPr/>
            </p:nvSpPr>
            <p:spPr>
              <a:xfrm>
                <a:off x="7606839" y="2383381"/>
                <a:ext cx="72463" cy="225612"/>
              </a:xfrm>
              <a:custGeom>
                <a:rect b="b" l="l" r="r" t="t"/>
                <a:pathLst>
                  <a:path extrusionOk="0" h="3923" w="1260">
                    <a:moveTo>
                      <a:pt x="212" y="0"/>
                    </a:moveTo>
                    <a:cubicBezTo>
                      <a:pt x="212" y="119"/>
                      <a:pt x="198" y="278"/>
                      <a:pt x="185" y="436"/>
                    </a:cubicBezTo>
                    <a:cubicBezTo>
                      <a:pt x="185" y="502"/>
                      <a:pt x="172" y="568"/>
                      <a:pt x="172" y="634"/>
                    </a:cubicBezTo>
                    <a:cubicBezTo>
                      <a:pt x="93" y="1664"/>
                      <a:pt x="0" y="3130"/>
                      <a:pt x="0" y="3500"/>
                    </a:cubicBezTo>
                    <a:cubicBezTo>
                      <a:pt x="0" y="3619"/>
                      <a:pt x="53" y="3751"/>
                      <a:pt x="159" y="3817"/>
                    </a:cubicBezTo>
                    <a:cubicBezTo>
                      <a:pt x="251" y="3883"/>
                      <a:pt x="357" y="3909"/>
                      <a:pt x="463" y="3923"/>
                    </a:cubicBezTo>
                    <a:lnTo>
                      <a:pt x="634" y="3923"/>
                    </a:lnTo>
                    <a:cubicBezTo>
                      <a:pt x="687" y="3923"/>
                      <a:pt x="753" y="3909"/>
                      <a:pt x="819" y="3909"/>
                    </a:cubicBezTo>
                    <a:cubicBezTo>
                      <a:pt x="925" y="3883"/>
                      <a:pt x="1044" y="3870"/>
                      <a:pt x="1149" y="3830"/>
                    </a:cubicBezTo>
                    <a:lnTo>
                      <a:pt x="1149" y="3843"/>
                    </a:lnTo>
                    <a:cubicBezTo>
                      <a:pt x="1260" y="3806"/>
                      <a:pt x="1222" y="3656"/>
                      <a:pt x="1121" y="3656"/>
                    </a:cubicBezTo>
                    <a:cubicBezTo>
                      <a:pt x="1113" y="3656"/>
                      <a:pt x="1105" y="3657"/>
                      <a:pt x="1096" y="3658"/>
                    </a:cubicBezTo>
                    <a:cubicBezTo>
                      <a:pt x="1004" y="3685"/>
                      <a:pt x="925" y="3711"/>
                      <a:pt x="832" y="3724"/>
                    </a:cubicBezTo>
                    <a:cubicBezTo>
                      <a:pt x="766" y="3724"/>
                      <a:pt x="700" y="3738"/>
                      <a:pt x="647" y="3738"/>
                    </a:cubicBezTo>
                    <a:cubicBezTo>
                      <a:pt x="613" y="3744"/>
                      <a:pt x="579" y="3748"/>
                      <a:pt x="545" y="3748"/>
                    </a:cubicBezTo>
                    <a:cubicBezTo>
                      <a:pt x="448" y="3748"/>
                      <a:pt x="353" y="3721"/>
                      <a:pt x="264" y="3672"/>
                    </a:cubicBezTo>
                    <a:cubicBezTo>
                      <a:pt x="212" y="3632"/>
                      <a:pt x="172" y="3566"/>
                      <a:pt x="172" y="3500"/>
                    </a:cubicBezTo>
                    <a:cubicBezTo>
                      <a:pt x="172" y="3143"/>
                      <a:pt x="278" y="1677"/>
                      <a:pt x="357" y="647"/>
                    </a:cubicBezTo>
                    <a:cubicBezTo>
                      <a:pt x="357" y="581"/>
                      <a:pt x="370" y="515"/>
                      <a:pt x="370" y="449"/>
                    </a:cubicBezTo>
                    <a:cubicBezTo>
                      <a:pt x="383" y="291"/>
                      <a:pt x="396" y="132"/>
                      <a:pt x="3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1"/>
              <p:cNvSpPr/>
              <p:nvPr/>
            </p:nvSpPr>
            <p:spPr>
              <a:xfrm>
                <a:off x="7580269" y="1179352"/>
                <a:ext cx="411657" cy="437709"/>
              </a:xfrm>
              <a:custGeom>
                <a:rect b="b" l="l" r="r" t="t"/>
                <a:pathLst>
                  <a:path extrusionOk="0" h="7611" w="7158">
                    <a:moveTo>
                      <a:pt x="3528" y="0"/>
                    </a:moveTo>
                    <a:cubicBezTo>
                      <a:pt x="1660" y="0"/>
                      <a:pt x="177" y="1602"/>
                      <a:pt x="357" y="3490"/>
                    </a:cubicBezTo>
                    <a:cubicBezTo>
                      <a:pt x="449" y="4494"/>
                      <a:pt x="515" y="5736"/>
                      <a:pt x="423" y="6343"/>
                    </a:cubicBezTo>
                    <a:cubicBezTo>
                      <a:pt x="330" y="6951"/>
                      <a:pt x="225" y="7307"/>
                      <a:pt x="0" y="7611"/>
                    </a:cubicBezTo>
                    <a:lnTo>
                      <a:pt x="7158" y="7611"/>
                    </a:lnTo>
                    <a:cubicBezTo>
                      <a:pt x="6247" y="6713"/>
                      <a:pt x="6418" y="5656"/>
                      <a:pt x="6669" y="4256"/>
                    </a:cubicBezTo>
                    <a:cubicBezTo>
                      <a:pt x="6934" y="2711"/>
                      <a:pt x="6722" y="189"/>
                      <a:pt x="3764" y="4"/>
                    </a:cubicBezTo>
                    <a:lnTo>
                      <a:pt x="3685" y="4"/>
                    </a:lnTo>
                    <a:cubicBezTo>
                      <a:pt x="3632" y="1"/>
                      <a:pt x="3580" y="0"/>
                      <a:pt x="35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1"/>
              <p:cNvSpPr/>
              <p:nvPr/>
            </p:nvSpPr>
            <p:spPr>
              <a:xfrm>
                <a:off x="7475428" y="2308184"/>
                <a:ext cx="429197" cy="136759"/>
              </a:xfrm>
              <a:custGeom>
                <a:rect b="b" l="l" r="r" t="t"/>
                <a:pathLst>
                  <a:path extrusionOk="0" h="2378" w="7463">
                    <a:moveTo>
                      <a:pt x="634" y="0"/>
                    </a:moveTo>
                    <a:lnTo>
                      <a:pt x="1" y="1704"/>
                    </a:lnTo>
                    <a:cubicBezTo>
                      <a:pt x="163" y="1754"/>
                      <a:pt x="354" y="1774"/>
                      <a:pt x="557" y="1774"/>
                    </a:cubicBezTo>
                    <a:cubicBezTo>
                      <a:pt x="1432" y="1774"/>
                      <a:pt x="2536" y="1400"/>
                      <a:pt x="2536" y="1400"/>
                    </a:cubicBezTo>
                    <a:cubicBezTo>
                      <a:pt x="3804" y="2060"/>
                      <a:pt x="5468" y="2259"/>
                      <a:pt x="6894" y="2377"/>
                    </a:cubicBezTo>
                    <a:lnTo>
                      <a:pt x="74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1"/>
              <p:cNvSpPr/>
              <p:nvPr/>
            </p:nvSpPr>
            <p:spPr>
              <a:xfrm>
                <a:off x="7426085" y="1617003"/>
                <a:ext cx="669186" cy="832515"/>
              </a:xfrm>
              <a:custGeom>
                <a:rect b="b" l="l" r="r" t="t"/>
                <a:pathLst>
                  <a:path extrusionOk="0" h="14476" w="11636">
                    <a:moveTo>
                      <a:pt x="7990" y="1"/>
                    </a:moveTo>
                    <a:lnTo>
                      <a:pt x="4543" y="278"/>
                    </a:lnTo>
                    <a:lnTo>
                      <a:pt x="4213" y="305"/>
                    </a:lnTo>
                    <a:cubicBezTo>
                      <a:pt x="3724" y="357"/>
                      <a:pt x="3223" y="344"/>
                      <a:pt x="2892" y="410"/>
                    </a:cubicBezTo>
                    <a:cubicBezTo>
                      <a:pt x="2602" y="476"/>
                      <a:pt x="2430" y="463"/>
                      <a:pt x="2140" y="556"/>
                    </a:cubicBezTo>
                    <a:cubicBezTo>
                      <a:pt x="1466" y="754"/>
                      <a:pt x="1479" y="1665"/>
                      <a:pt x="1268" y="2801"/>
                    </a:cubicBezTo>
                    <a:lnTo>
                      <a:pt x="1255" y="2853"/>
                    </a:lnTo>
                    <a:cubicBezTo>
                      <a:pt x="1255" y="2867"/>
                      <a:pt x="1255" y="2867"/>
                      <a:pt x="1255" y="2880"/>
                    </a:cubicBezTo>
                    <a:cubicBezTo>
                      <a:pt x="1215" y="3065"/>
                      <a:pt x="1176" y="3263"/>
                      <a:pt x="1123" y="3448"/>
                    </a:cubicBezTo>
                    <a:cubicBezTo>
                      <a:pt x="1083" y="3633"/>
                      <a:pt x="1004" y="3870"/>
                      <a:pt x="938" y="4082"/>
                    </a:cubicBezTo>
                    <a:cubicBezTo>
                      <a:pt x="542" y="5323"/>
                      <a:pt x="66" y="5891"/>
                      <a:pt x="145" y="6683"/>
                    </a:cubicBezTo>
                    <a:cubicBezTo>
                      <a:pt x="225" y="7396"/>
                      <a:pt x="951" y="8361"/>
                      <a:pt x="1136" y="8572"/>
                    </a:cubicBezTo>
                    <a:cubicBezTo>
                      <a:pt x="1189" y="8611"/>
                      <a:pt x="1215" y="8638"/>
                      <a:pt x="1215" y="8638"/>
                    </a:cubicBezTo>
                    <a:cubicBezTo>
                      <a:pt x="1215" y="8638"/>
                      <a:pt x="1215" y="8651"/>
                      <a:pt x="1215" y="8651"/>
                    </a:cubicBezTo>
                    <a:cubicBezTo>
                      <a:pt x="1215" y="8678"/>
                      <a:pt x="1202" y="8704"/>
                      <a:pt x="1202" y="8744"/>
                    </a:cubicBezTo>
                    <a:cubicBezTo>
                      <a:pt x="1189" y="8862"/>
                      <a:pt x="1162" y="9008"/>
                      <a:pt x="1136" y="9166"/>
                    </a:cubicBezTo>
                    <a:cubicBezTo>
                      <a:pt x="1083" y="9760"/>
                      <a:pt x="991" y="10302"/>
                      <a:pt x="898" y="10791"/>
                    </a:cubicBezTo>
                    <a:cubicBezTo>
                      <a:pt x="845" y="11055"/>
                      <a:pt x="793" y="11292"/>
                      <a:pt x="740" y="11517"/>
                    </a:cubicBezTo>
                    <a:cubicBezTo>
                      <a:pt x="568" y="12243"/>
                      <a:pt x="317" y="12956"/>
                      <a:pt x="0" y="13617"/>
                    </a:cubicBezTo>
                    <a:cubicBezTo>
                      <a:pt x="1625" y="13604"/>
                      <a:pt x="2615" y="13392"/>
                      <a:pt x="3500" y="12666"/>
                    </a:cubicBezTo>
                    <a:cubicBezTo>
                      <a:pt x="5164" y="14409"/>
                      <a:pt x="9298" y="14475"/>
                      <a:pt x="9298" y="14475"/>
                    </a:cubicBezTo>
                    <a:cubicBezTo>
                      <a:pt x="8875" y="13141"/>
                      <a:pt x="8743" y="10777"/>
                      <a:pt x="8743" y="10777"/>
                    </a:cubicBezTo>
                    <a:cubicBezTo>
                      <a:pt x="8782" y="10540"/>
                      <a:pt x="8796" y="10289"/>
                      <a:pt x="8822" y="10025"/>
                    </a:cubicBezTo>
                    <a:cubicBezTo>
                      <a:pt x="8849" y="9760"/>
                      <a:pt x="8888" y="9496"/>
                      <a:pt x="8954" y="9245"/>
                    </a:cubicBezTo>
                    <a:cubicBezTo>
                      <a:pt x="9350" y="8070"/>
                      <a:pt x="9839" y="7225"/>
                      <a:pt x="10262" y="6023"/>
                    </a:cubicBezTo>
                    <a:lnTo>
                      <a:pt x="10341" y="5785"/>
                    </a:lnTo>
                    <a:cubicBezTo>
                      <a:pt x="10354" y="5732"/>
                      <a:pt x="10380" y="5680"/>
                      <a:pt x="10394" y="5627"/>
                    </a:cubicBezTo>
                    <a:cubicBezTo>
                      <a:pt x="10539" y="5244"/>
                      <a:pt x="10684" y="4874"/>
                      <a:pt x="10843" y="4504"/>
                    </a:cubicBezTo>
                    <a:cubicBezTo>
                      <a:pt x="11529" y="2906"/>
                      <a:pt x="11635" y="1123"/>
                      <a:pt x="9997" y="569"/>
                    </a:cubicBezTo>
                    <a:lnTo>
                      <a:pt x="9641" y="463"/>
                    </a:lnTo>
                    <a:cubicBezTo>
                      <a:pt x="8862" y="212"/>
                      <a:pt x="8215" y="54"/>
                      <a:pt x="8030" y="14"/>
                    </a:cubicBezTo>
                    <a:lnTo>
                      <a:pt x="79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1"/>
              <p:cNvSpPr/>
              <p:nvPr/>
            </p:nvSpPr>
            <p:spPr>
              <a:xfrm>
                <a:off x="7468585" y="2237536"/>
                <a:ext cx="68437" cy="66137"/>
              </a:xfrm>
              <a:custGeom>
                <a:rect b="b" l="l" r="r" t="t"/>
                <a:pathLst>
                  <a:path extrusionOk="0" h="1150" w="1190">
                    <a:moveTo>
                      <a:pt x="159" y="1"/>
                    </a:moveTo>
                    <a:cubicBezTo>
                      <a:pt x="67" y="238"/>
                      <a:pt x="14" y="476"/>
                      <a:pt x="1" y="740"/>
                    </a:cubicBezTo>
                    <a:cubicBezTo>
                      <a:pt x="463" y="978"/>
                      <a:pt x="846" y="1150"/>
                      <a:pt x="846" y="1150"/>
                    </a:cubicBezTo>
                    <a:lnTo>
                      <a:pt x="1189" y="489"/>
                    </a:lnTo>
                    <a:cubicBezTo>
                      <a:pt x="833" y="357"/>
                      <a:pt x="489" y="185"/>
                      <a:pt x="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1"/>
              <p:cNvSpPr/>
              <p:nvPr/>
            </p:nvSpPr>
            <p:spPr>
              <a:xfrm>
                <a:off x="7744288" y="2244379"/>
                <a:ext cx="163386" cy="85862"/>
              </a:xfrm>
              <a:custGeom>
                <a:rect b="b" l="l" r="r" t="t"/>
                <a:pathLst>
                  <a:path extrusionOk="0" h="1493" w="2841">
                    <a:moveTo>
                      <a:pt x="2734" y="0"/>
                    </a:moveTo>
                    <a:cubicBezTo>
                      <a:pt x="2734" y="0"/>
                      <a:pt x="1163" y="661"/>
                      <a:pt x="1" y="780"/>
                    </a:cubicBezTo>
                    <a:lnTo>
                      <a:pt x="172" y="1493"/>
                    </a:lnTo>
                    <a:cubicBezTo>
                      <a:pt x="172" y="1493"/>
                      <a:pt x="2074" y="1189"/>
                      <a:pt x="2840" y="648"/>
                    </a:cubicBezTo>
                    <a:lnTo>
                      <a:pt x="27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1"/>
              <p:cNvSpPr/>
              <p:nvPr/>
            </p:nvSpPr>
            <p:spPr>
              <a:xfrm>
                <a:off x="7416193" y="1749161"/>
                <a:ext cx="99550" cy="354779"/>
              </a:xfrm>
              <a:custGeom>
                <a:rect b="b" l="l" r="r" t="t"/>
                <a:pathLst>
                  <a:path extrusionOk="0" h="6169" w="1731">
                    <a:moveTo>
                      <a:pt x="1651" y="1"/>
                    </a:moveTo>
                    <a:cubicBezTo>
                      <a:pt x="1598" y="1"/>
                      <a:pt x="1559" y="27"/>
                      <a:pt x="1559" y="80"/>
                    </a:cubicBezTo>
                    <a:cubicBezTo>
                      <a:pt x="1453" y="1361"/>
                      <a:pt x="1044" y="2365"/>
                      <a:pt x="674" y="3236"/>
                    </a:cubicBezTo>
                    <a:cubicBezTo>
                      <a:pt x="555" y="3514"/>
                      <a:pt x="449" y="3791"/>
                      <a:pt x="344" y="4055"/>
                    </a:cubicBezTo>
                    <a:cubicBezTo>
                      <a:pt x="0" y="5032"/>
                      <a:pt x="1004" y="6089"/>
                      <a:pt x="1044" y="6142"/>
                    </a:cubicBezTo>
                    <a:cubicBezTo>
                      <a:pt x="1057" y="6155"/>
                      <a:pt x="1083" y="6168"/>
                      <a:pt x="1110" y="6168"/>
                    </a:cubicBezTo>
                    <a:cubicBezTo>
                      <a:pt x="1189" y="6168"/>
                      <a:pt x="1229" y="6076"/>
                      <a:pt x="1176" y="6023"/>
                    </a:cubicBezTo>
                    <a:cubicBezTo>
                      <a:pt x="1163" y="6010"/>
                      <a:pt x="199" y="4993"/>
                      <a:pt x="516" y="4121"/>
                    </a:cubicBezTo>
                    <a:cubicBezTo>
                      <a:pt x="621" y="3857"/>
                      <a:pt x="727" y="3593"/>
                      <a:pt x="846" y="3302"/>
                    </a:cubicBezTo>
                    <a:cubicBezTo>
                      <a:pt x="1215" y="2404"/>
                      <a:pt x="1625" y="1414"/>
                      <a:pt x="1731" y="93"/>
                    </a:cubicBezTo>
                    <a:cubicBezTo>
                      <a:pt x="1731" y="40"/>
                      <a:pt x="1704" y="1"/>
                      <a:pt x="1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1"/>
              <p:cNvSpPr/>
              <p:nvPr/>
            </p:nvSpPr>
            <p:spPr>
              <a:xfrm>
                <a:off x="7646348" y="1874475"/>
                <a:ext cx="22084" cy="22084"/>
              </a:xfrm>
              <a:custGeom>
                <a:rect b="b" l="l" r="r" t="t"/>
                <a:pathLst>
                  <a:path extrusionOk="0" h="384" w="384">
                    <a:moveTo>
                      <a:pt x="198" y="1"/>
                    </a:moveTo>
                    <a:cubicBezTo>
                      <a:pt x="92" y="1"/>
                      <a:pt x="0" y="93"/>
                      <a:pt x="0" y="199"/>
                    </a:cubicBezTo>
                    <a:cubicBezTo>
                      <a:pt x="0" y="305"/>
                      <a:pt x="92" y="384"/>
                      <a:pt x="198" y="384"/>
                    </a:cubicBezTo>
                    <a:cubicBezTo>
                      <a:pt x="304" y="384"/>
                      <a:pt x="383" y="305"/>
                      <a:pt x="383" y="199"/>
                    </a:cubicBezTo>
                    <a:cubicBezTo>
                      <a:pt x="383" y="93"/>
                      <a:pt x="304" y="1"/>
                      <a:pt x="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1"/>
              <p:cNvSpPr/>
              <p:nvPr/>
            </p:nvSpPr>
            <p:spPr>
              <a:xfrm>
                <a:off x="7629613" y="1973220"/>
                <a:ext cx="26627" cy="22314"/>
              </a:xfrm>
              <a:custGeom>
                <a:rect b="b" l="l" r="r" t="t"/>
                <a:pathLst>
                  <a:path extrusionOk="0" h="388" w="463">
                    <a:moveTo>
                      <a:pt x="199" y="1"/>
                    </a:moveTo>
                    <a:cubicBezTo>
                      <a:pt x="93" y="1"/>
                      <a:pt x="0" y="80"/>
                      <a:pt x="0" y="199"/>
                    </a:cubicBezTo>
                    <a:cubicBezTo>
                      <a:pt x="0" y="314"/>
                      <a:pt x="96" y="388"/>
                      <a:pt x="194" y="388"/>
                    </a:cubicBezTo>
                    <a:cubicBezTo>
                      <a:pt x="242" y="388"/>
                      <a:pt x="292" y="370"/>
                      <a:pt x="331" y="331"/>
                    </a:cubicBezTo>
                    <a:cubicBezTo>
                      <a:pt x="463" y="212"/>
                      <a:pt x="37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1"/>
              <p:cNvSpPr/>
              <p:nvPr/>
            </p:nvSpPr>
            <p:spPr>
              <a:xfrm>
                <a:off x="7619721" y="2073460"/>
                <a:ext cx="25879" cy="22314"/>
              </a:xfrm>
              <a:custGeom>
                <a:rect b="b" l="l" r="r" t="t"/>
                <a:pathLst>
                  <a:path extrusionOk="0" h="388" w="450">
                    <a:moveTo>
                      <a:pt x="199" y="1"/>
                    </a:moveTo>
                    <a:cubicBezTo>
                      <a:pt x="93" y="1"/>
                      <a:pt x="1" y="80"/>
                      <a:pt x="1" y="199"/>
                    </a:cubicBezTo>
                    <a:cubicBezTo>
                      <a:pt x="1" y="314"/>
                      <a:pt x="96" y="388"/>
                      <a:pt x="195" y="388"/>
                    </a:cubicBezTo>
                    <a:cubicBezTo>
                      <a:pt x="243" y="388"/>
                      <a:pt x="292" y="370"/>
                      <a:pt x="331" y="331"/>
                    </a:cubicBezTo>
                    <a:cubicBezTo>
                      <a:pt x="450" y="212"/>
                      <a:pt x="371"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1"/>
              <p:cNvSpPr/>
              <p:nvPr/>
            </p:nvSpPr>
            <p:spPr>
              <a:xfrm>
                <a:off x="7615925" y="2176805"/>
                <a:ext cx="25879" cy="22084"/>
              </a:xfrm>
              <a:custGeom>
                <a:rect b="b" l="l" r="r" t="t"/>
                <a:pathLst>
                  <a:path extrusionOk="0" h="384" w="450">
                    <a:moveTo>
                      <a:pt x="186" y="0"/>
                    </a:moveTo>
                    <a:cubicBezTo>
                      <a:pt x="80" y="0"/>
                      <a:pt x="1" y="79"/>
                      <a:pt x="1" y="185"/>
                    </a:cubicBezTo>
                    <a:cubicBezTo>
                      <a:pt x="1" y="303"/>
                      <a:pt x="95" y="384"/>
                      <a:pt x="196" y="384"/>
                    </a:cubicBezTo>
                    <a:cubicBezTo>
                      <a:pt x="242" y="384"/>
                      <a:pt x="290" y="367"/>
                      <a:pt x="331" y="330"/>
                    </a:cubicBezTo>
                    <a:cubicBezTo>
                      <a:pt x="450" y="198"/>
                      <a:pt x="357"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7615925" y="2283889"/>
                <a:ext cx="22831" cy="22084"/>
              </a:xfrm>
              <a:custGeom>
                <a:rect b="b" l="l" r="r" t="t"/>
                <a:pathLst>
                  <a:path extrusionOk="0" h="384" w="397">
                    <a:moveTo>
                      <a:pt x="199" y="0"/>
                    </a:moveTo>
                    <a:cubicBezTo>
                      <a:pt x="93" y="0"/>
                      <a:pt x="1" y="79"/>
                      <a:pt x="1" y="198"/>
                    </a:cubicBezTo>
                    <a:cubicBezTo>
                      <a:pt x="1" y="304"/>
                      <a:pt x="93" y="383"/>
                      <a:pt x="199" y="383"/>
                    </a:cubicBezTo>
                    <a:cubicBezTo>
                      <a:pt x="305" y="383"/>
                      <a:pt x="397" y="304"/>
                      <a:pt x="397" y="198"/>
                    </a:cubicBezTo>
                    <a:cubicBezTo>
                      <a:pt x="397" y="79"/>
                      <a:pt x="305"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1"/>
              <p:cNvSpPr/>
              <p:nvPr/>
            </p:nvSpPr>
            <p:spPr>
              <a:xfrm>
                <a:off x="7636456" y="1631955"/>
                <a:ext cx="73728" cy="221356"/>
              </a:xfrm>
              <a:custGeom>
                <a:rect b="b" l="l" r="r" t="t"/>
                <a:pathLst>
                  <a:path extrusionOk="0" h="3849" w="1282">
                    <a:moveTo>
                      <a:pt x="892" y="0"/>
                    </a:moveTo>
                    <a:cubicBezTo>
                      <a:pt x="592" y="0"/>
                      <a:pt x="296" y="33"/>
                      <a:pt x="0" y="97"/>
                    </a:cubicBezTo>
                    <a:lnTo>
                      <a:pt x="53" y="2052"/>
                    </a:lnTo>
                    <a:lnTo>
                      <a:pt x="502" y="2158"/>
                    </a:lnTo>
                    <a:lnTo>
                      <a:pt x="132" y="2527"/>
                    </a:lnTo>
                    <a:lnTo>
                      <a:pt x="581" y="3848"/>
                    </a:lnTo>
                    <a:cubicBezTo>
                      <a:pt x="581" y="3848"/>
                      <a:pt x="1202" y="1643"/>
                      <a:pt x="1281" y="18"/>
                    </a:cubicBezTo>
                    <a:cubicBezTo>
                      <a:pt x="1151" y="6"/>
                      <a:pt x="1021" y="0"/>
                      <a:pt x="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1"/>
              <p:cNvSpPr/>
              <p:nvPr/>
            </p:nvSpPr>
            <p:spPr>
              <a:xfrm>
                <a:off x="7669870" y="1617003"/>
                <a:ext cx="293991" cy="236309"/>
              </a:xfrm>
              <a:custGeom>
                <a:rect b="b" l="l" r="r" t="t"/>
                <a:pathLst>
                  <a:path extrusionOk="0" h="4109" w="5112">
                    <a:moveTo>
                      <a:pt x="3751" y="1"/>
                    </a:moveTo>
                    <a:lnTo>
                      <a:pt x="3408" y="27"/>
                    </a:lnTo>
                    <a:cubicBezTo>
                      <a:pt x="3157" y="1110"/>
                      <a:pt x="0" y="4108"/>
                      <a:pt x="0" y="4108"/>
                    </a:cubicBezTo>
                    <a:lnTo>
                      <a:pt x="2721" y="3342"/>
                    </a:lnTo>
                    <a:lnTo>
                      <a:pt x="2298" y="2418"/>
                    </a:lnTo>
                    <a:lnTo>
                      <a:pt x="3513" y="2510"/>
                    </a:lnTo>
                    <a:lnTo>
                      <a:pt x="5111" y="371"/>
                    </a:lnTo>
                    <a:lnTo>
                      <a:pt x="37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7669870" y="1626147"/>
                <a:ext cx="202090" cy="227164"/>
              </a:xfrm>
              <a:custGeom>
                <a:rect b="b" l="l" r="r" t="t"/>
                <a:pathLst>
                  <a:path extrusionOk="0" h="3950" w="3514">
                    <a:moveTo>
                      <a:pt x="3513" y="0"/>
                    </a:moveTo>
                    <a:lnTo>
                      <a:pt x="3513" y="0"/>
                    </a:lnTo>
                    <a:cubicBezTo>
                      <a:pt x="3009" y="335"/>
                      <a:pt x="2437" y="432"/>
                      <a:pt x="1940" y="432"/>
                    </a:cubicBezTo>
                    <a:cubicBezTo>
                      <a:pt x="1239" y="432"/>
                      <a:pt x="687" y="238"/>
                      <a:pt x="687" y="238"/>
                    </a:cubicBezTo>
                    <a:cubicBezTo>
                      <a:pt x="357" y="1453"/>
                      <a:pt x="119" y="2694"/>
                      <a:pt x="0" y="3949"/>
                    </a:cubicBezTo>
                    <a:cubicBezTo>
                      <a:pt x="2721" y="1678"/>
                      <a:pt x="3513" y="1"/>
                      <a:pt x="3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7582512" y="1848998"/>
                <a:ext cx="229465" cy="84770"/>
              </a:xfrm>
              <a:custGeom>
                <a:rect b="b" l="l" r="r" t="t"/>
                <a:pathLst>
                  <a:path extrusionOk="0" h="1474" w="3990">
                    <a:moveTo>
                      <a:pt x="3900" y="0"/>
                    </a:moveTo>
                    <a:cubicBezTo>
                      <a:pt x="3886" y="0"/>
                      <a:pt x="3871" y="3"/>
                      <a:pt x="3857" y="8"/>
                    </a:cubicBezTo>
                    <a:cubicBezTo>
                      <a:pt x="3844" y="21"/>
                      <a:pt x="1995" y="1329"/>
                      <a:pt x="1136" y="1329"/>
                    </a:cubicBezTo>
                    <a:cubicBezTo>
                      <a:pt x="331" y="1329"/>
                      <a:pt x="146" y="431"/>
                      <a:pt x="146" y="431"/>
                    </a:cubicBezTo>
                    <a:cubicBezTo>
                      <a:pt x="135" y="391"/>
                      <a:pt x="106" y="373"/>
                      <a:pt x="77" y="373"/>
                    </a:cubicBezTo>
                    <a:cubicBezTo>
                      <a:pt x="39" y="373"/>
                      <a:pt x="1" y="404"/>
                      <a:pt x="1" y="457"/>
                    </a:cubicBezTo>
                    <a:cubicBezTo>
                      <a:pt x="1" y="470"/>
                      <a:pt x="212" y="1474"/>
                      <a:pt x="1136" y="1474"/>
                    </a:cubicBezTo>
                    <a:cubicBezTo>
                      <a:pt x="2034" y="1474"/>
                      <a:pt x="3870" y="193"/>
                      <a:pt x="3949" y="140"/>
                    </a:cubicBezTo>
                    <a:cubicBezTo>
                      <a:pt x="3976" y="114"/>
                      <a:pt x="3989" y="61"/>
                      <a:pt x="3963" y="34"/>
                    </a:cubicBezTo>
                    <a:cubicBezTo>
                      <a:pt x="3946" y="9"/>
                      <a:pt x="3924" y="0"/>
                      <a:pt x="3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7705296" y="1626147"/>
                <a:ext cx="166664" cy="84195"/>
              </a:xfrm>
              <a:custGeom>
                <a:rect b="b" l="l" r="r" t="t"/>
                <a:pathLst>
                  <a:path extrusionOk="0" h="1464" w="2898">
                    <a:moveTo>
                      <a:pt x="2897" y="0"/>
                    </a:moveTo>
                    <a:lnTo>
                      <a:pt x="84" y="119"/>
                    </a:lnTo>
                    <a:lnTo>
                      <a:pt x="45" y="581"/>
                    </a:lnTo>
                    <a:cubicBezTo>
                      <a:pt x="1" y="1164"/>
                      <a:pt x="258" y="1464"/>
                      <a:pt x="702" y="1464"/>
                    </a:cubicBezTo>
                    <a:cubicBezTo>
                      <a:pt x="921" y="1464"/>
                      <a:pt x="1187" y="1390"/>
                      <a:pt x="1484" y="1242"/>
                    </a:cubicBezTo>
                    <a:cubicBezTo>
                      <a:pt x="2197" y="872"/>
                      <a:pt x="2792" y="330"/>
                      <a:pt x="2897"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7492164" y="2105148"/>
                <a:ext cx="292438" cy="38244"/>
              </a:xfrm>
              <a:custGeom>
                <a:rect b="b" l="l" r="r" t="t"/>
                <a:pathLst>
                  <a:path extrusionOk="0" h="665" w="5085">
                    <a:moveTo>
                      <a:pt x="2904" y="1"/>
                    </a:moveTo>
                    <a:cubicBezTo>
                      <a:pt x="2614" y="1"/>
                      <a:pt x="2323" y="28"/>
                      <a:pt x="2034" y="84"/>
                    </a:cubicBezTo>
                    <a:cubicBezTo>
                      <a:pt x="1697" y="157"/>
                      <a:pt x="1357" y="193"/>
                      <a:pt x="1017" y="193"/>
                    </a:cubicBezTo>
                    <a:cubicBezTo>
                      <a:pt x="677" y="193"/>
                      <a:pt x="337" y="157"/>
                      <a:pt x="0" y="84"/>
                    </a:cubicBezTo>
                    <a:lnTo>
                      <a:pt x="0" y="84"/>
                    </a:lnTo>
                    <a:cubicBezTo>
                      <a:pt x="40" y="123"/>
                      <a:pt x="66" y="150"/>
                      <a:pt x="66" y="150"/>
                    </a:cubicBezTo>
                    <a:lnTo>
                      <a:pt x="66" y="163"/>
                    </a:lnTo>
                    <a:cubicBezTo>
                      <a:pt x="53" y="190"/>
                      <a:pt x="53" y="216"/>
                      <a:pt x="53" y="256"/>
                    </a:cubicBezTo>
                    <a:cubicBezTo>
                      <a:pt x="366" y="317"/>
                      <a:pt x="681" y="347"/>
                      <a:pt x="996" y="347"/>
                    </a:cubicBezTo>
                    <a:cubicBezTo>
                      <a:pt x="1359" y="347"/>
                      <a:pt x="1720" y="307"/>
                      <a:pt x="2074" y="229"/>
                    </a:cubicBezTo>
                    <a:cubicBezTo>
                      <a:pt x="2338" y="183"/>
                      <a:pt x="2606" y="159"/>
                      <a:pt x="2873" y="159"/>
                    </a:cubicBezTo>
                    <a:cubicBezTo>
                      <a:pt x="3593" y="159"/>
                      <a:pt x="4311" y="328"/>
                      <a:pt x="4966" y="665"/>
                    </a:cubicBezTo>
                    <a:lnTo>
                      <a:pt x="5005" y="665"/>
                    </a:lnTo>
                    <a:cubicBezTo>
                      <a:pt x="5032" y="665"/>
                      <a:pt x="5058" y="652"/>
                      <a:pt x="5071" y="625"/>
                    </a:cubicBezTo>
                    <a:cubicBezTo>
                      <a:pt x="5085" y="586"/>
                      <a:pt x="5071" y="546"/>
                      <a:pt x="5032" y="533"/>
                    </a:cubicBezTo>
                    <a:cubicBezTo>
                      <a:pt x="4376" y="181"/>
                      <a:pt x="3646" y="1"/>
                      <a:pt x="2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7602295" y="1301043"/>
                <a:ext cx="50896" cy="109211"/>
              </a:xfrm>
              <a:custGeom>
                <a:rect b="b" l="l" r="r" t="t"/>
                <a:pathLst>
                  <a:path extrusionOk="0" h="1899" w="885">
                    <a:moveTo>
                      <a:pt x="396" y="1"/>
                    </a:moveTo>
                    <a:cubicBezTo>
                      <a:pt x="396" y="1"/>
                      <a:pt x="0" y="1559"/>
                      <a:pt x="251" y="1823"/>
                    </a:cubicBezTo>
                    <a:cubicBezTo>
                      <a:pt x="299" y="1877"/>
                      <a:pt x="353" y="1898"/>
                      <a:pt x="407" y="1898"/>
                    </a:cubicBezTo>
                    <a:cubicBezTo>
                      <a:pt x="635" y="1898"/>
                      <a:pt x="885" y="1520"/>
                      <a:pt x="885" y="1520"/>
                    </a:cubicBezTo>
                    <a:cubicBezTo>
                      <a:pt x="885" y="1520"/>
                      <a:pt x="700" y="54"/>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7600225" y="1407034"/>
                <a:ext cx="49976" cy="88738"/>
              </a:xfrm>
              <a:custGeom>
                <a:rect b="b" l="l" r="r" t="t"/>
                <a:pathLst>
                  <a:path extrusionOk="0" h="1543" w="869">
                    <a:moveTo>
                      <a:pt x="494" y="1"/>
                    </a:moveTo>
                    <a:cubicBezTo>
                      <a:pt x="399" y="1"/>
                      <a:pt x="300" y="55"/>
                      <a:pt x="221" y="218"/>
                    </a:cubicBezTo>
                    <a:cubicBezTo>
                      <a:pt x="1" y="683"/>
                      <a:pt x="143" y="1543"/>
                      <a:pt x="657" y="1543"/>
                    </a:cubicBezTo>
                    <a:cubicBezTo>
                      <a:pt x="699" y="1543"/>
                      <a:pt x="743" y="1537"/>
                      <a:pt x="789" y="1526"/>
                    </a:cubicBezTo>
                    <a:lnTo>
                      <a:pt x="868" y="218"/>
                    </a:lnTo>
                    <a:cubicBezTo>
                      <a:pt x="868" y="218"/>
                      <a:pt x="686" y="1"/>
                      <a:pt x="494"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7592404" y="1478059"/>
                <a:ext cx="125947" cy="91268"/>
              </a:xfrm>
              <a:custGeom>
                <a:rect b="b" l="l" r="r" t="t"/>
                <a:pathLst>
                  <a:path extrusionOk="0" h="1587" w="2190">
                    <a:moveTo>
                      <a:pt x="1083" y="0"/>
                    </a:moveTo>
                    <a:cubicBezTo>
                      <a:pt x="978" y="0"/>
                      <a:pt x="872" y="26"/>
                      <a:pt x="780" y="66"/>
                    </a:cubicBezTo>
                    <a:cubicBezTo>
                      <a:pt x="0" y="396"/>
                      <a:pt x="212" y="1545"/>
                      <a:pt x="1044" y="1585"/>
                    </a:cubicBezTo>
                    <a:cubicBezTo>
                      <a:pt x="1063" y="1586"/>
                      <a:pt x="1082" y="1587"/>
                      <a:pt x="1101" y="1587"/>
                    </a:cubicBezTo>
                    <a:cubicBezTo>
                      <a:pt x="1890" y="1587"/>
                      <a:pt x="2189" y="519"/>
                      <a:pt x="1480" y="106"/>
                    </a:cubicBezTo>
                    <a:lnTo>
                      <a:pt x="1480" y="106"/>
                    </a:lnTo>
                    <a:lnTo>
                      <a:pt x="1361" y="198"/>
                    </a:lnTo>
                    <a:cubicBezTo>
                      <a:pt x="2042" y="508"/>
                      <a:pt x="1771" y="1479"/>
                      <a:pt x="1092" y="1479"/>
                    </a:cubicBezTo>
                    <a:cubicBezTo>
                      <a:pt x="1047" y="1479"/>
                      <a:pt x="1000" y="1475"/>
                      <a:pt x="951" y="1466"/>
                    </a:cubicBezTo>
                    <a:cubicBezTo>
                      <a:pt x="172" y="1321"/>
                      <a:pt x="251" y="172"/>
                      <a:pt x="1044" y="132"/>
                    </a:cubicBezTo>
                    <a:cubicBezTo>
                      <a:pt x="1057" y="93"/>
                      <a:pt x="1070" y="53"/>
                      <a:pt x="10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7709379" y="1521306"/>
                <a:ext cx="161833" cy="144580"/>
              </a:xfrm>
              <a:custGeom>
                <a:rect b="b" l="l" r="r" t="t"/>
                <a:pathLst>
                  <a:path extrusionOk="0" h="2514" w="2814">
                    <a:moveTo>
                      <a:pt x="2562" y="1"/>
                    </a:moveTo>
                    <a:cubicBezTo>
                      <a:pt x="2430" y="80"/>
                      <a:pt x="2298" y="159"/>
                      <a:pt x="2153" y="225"/>
                    </a:cubicBezTo>
                    <a:lnTo>
                      <a:pt x="1994" y="291"/>
                    </a:lnTo>
                    <a:cubicBezTo>
                      <a:pt x="1512" y="496"/>
                      <a:pt x="811" y="734"/>
                      <a:pt x="180" y="734"/>
                    </a:cubicBezTo>
                    <a:cubicBezTo>
                      <a:pt x="119" y="734"/>
                      <a:pt x="59" y="732"/>
                      <a:pt x="0" y="727"/>
                    </a:cubicBezTo>
                    <a:lnTo>
                      <a:pt x="0" y="2061"/>
                    </a:lnTo>
                    <a:cubicBezTo>
                      <a:pt x="0" y="2061"/>
                      <a:pt x="278" y="2514"/>
                      <a:pt x="997" y="2514"/>
                    </a:cubicBezTo>
                    <a:cubicBezTo>
                      <a:pt x="1430" y="2514"/>
                      <a:pt x="2024" y="2350"/>
                      <a:pt x="2813" y="1823"/>
                    </a:cubicBezTo>
                    <a:cubicBezTo>
                      <a:pt x="2417" y="1374"/>
                      <a:pt x="2404" y="516"/>
                      <a:pt x="2562" y="1"/>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7709379" y="1533498"/>
                <a:ext cx="124624" cy="65331"/>
              </a:xfrm>
              <a:custGeom>
                <a:rect b="b" l="l" r="r" t="t"/>
                <a:pathLst>
                  <a:path extrusionOk="0" h="1136" w="2167">
                    <a:moveTo>
                      <a:pt x="2166" y="0"/>
                    </a:moveTo>
                    <a:lnTo>
                      <a:pt x="1994" y="79"/>
                    </a:lnTo>
                    <a:cubicBezTo>
                      <a:pt x="1512" y="284"/>
                      <a:pt x="811" y="522"/>
                      <a:pt x="180" y="522"/>
                    </a:cubicBezTo>
                    <a:cubicBezTo>
                      <a:pt x="119" y="522"/>
                      <a:pt x="59" y="520"/>
                      <a:pt x="0" y="515"/>
                    </a:cubicBezTo>
                    <a:lnTo>
                      <a:pt x="0" y="1136"/>
                    </a:lnTo>
                    <a:cubicBezTo>
                      <a:pt x="581" y="1017"/>
                      <a:pt x="1585" y="700"/>
                      <a:pt x="2166" y="0"/>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7625817" y="1252792"/>
                <a:ext cx="244590" cy="311934"/>
              </a:xfrm>
              <a:custGeom>
                <a:rect b="b" l="l" r="r" t="t"/>
                <a:pathLst>
                  <a:path extrusionOk="0" h="5424" w="4253">
                    <a:moveTo>
                      <a:pt x="2327" y="0"/>
                    </a:moveTo>
                    <a:cubicBezTo>
                      <a:pt x="1806" y="0"/>
                      <a:pt x="1360" y="204"/>
                      <a:pt x="1057" y="298"/>
                    </a:cubicBezTo>
                    <a:cubicBezTo>
                      <a:pt x="410" y="497"/>
                      <a:pt x="14" y="1329"/>
                      <a:pt x="14" y="2504"/>
                    </a:cubicBezTo>
                    <a:cubicBezTo>
                      <a:pt x="0" y="3943"/>
                      <a:pt x="40" y="4670"/>
                      <a:pt x="317" y="4960"/>
                    </a:cubicBezTo>
                    <a:cubicBezTo>
                      <a:pt x="648" y="5302"/>
                      <a:pt x="1098" y="5423"/>
                      <a:pt x="1570" y="5423"/>
                    </a:cubicBezTo>
                    <a:cubicBezTo>
                      <a:pt x="2704" y="5423"/>
                      <a:pt x="3969" y="4724"/>
                      <a:pt x="4015" y="4696"/>
                    </a:cubicBezTo>
                    <a:cubicBezTo>
                      <a:pt x="4042" y="4591"/>
                      <a:pt x="4068" y="4485"/>
                      <a:pt x="4081" y="4379"/>
                    </a:cubicBezTo>
                    <a:cubicBezTo>
                      <a:pt x="4227" y="3574"/>
                      <a:pt x="4253" y="2755"/>
                      <a:pt x="4161" y="1949"/>
                    </a:cubicBezTo>
                    <a:cubicBezTo>
                      <a:pt x="4213" y="1131"/>
                      <a:pt x="3725" y="391"/>
                      <a:pt x="2972" y="114"/>
                    </a:cubicBezTo>
                    <a:cubicBezTo>
                      <a:pt x="2748" y="32"/>
                      <a:pt x="2532" y="0"/>
                      <a:pt x="2327"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7654687" y="1445910"/>
                <a:ext cx="91268" cy="32206"/>
              </a:xfrm>
              <a:custGeom>
                <a:rect b="b" l="l" r="r" t="t"/>
                <a:pathLst>
                  <a:path extrusionOk="0" h="560" w="1587">
                    <a:moveTo>
                      <a:pt x="1505" y="0"/>
                    </a:moveTo>
                    <a:cubicBezTo>
                      <a:pt x="1492" y="0"/>
                      <a:pt x="1478" y="6"/>
                      <a:pt x="1466" y="18"/>
                    </a:cubicBezTo>
                    <a:cubicBezTo>
                      <a:pt x="1446" y="47"/>
                      <a:pt x="1064" y="447"/>
                      <a:pt x="597" y="447"/>
                    </a:cubicBezTo>
                    <a:cubicBezTo>
                      <a:pt x="439" y="447"/>
                      <a:pt x="272" y="401"/>
                      <a:pt x="106" y="282"/>
                    </a:cubicBezTo>
                    <a:cubicBezTo>
                      <a:pt x="95" y="276"/>
                      <a:pt x="82" y="273"/>
                      <a:pt x="69" y="273"/>
                    </a:cubicBezTo>
                    <a:cubicBezTo>
                      <a:pt x="51" y="273"/>
                      <a:pt x="34" y="279"/>
                      <a:pt x="27" y="295"/>
                    </a:cubicBezTo>
                    <a:cubicBezTo>
                      <a:pt x="0" y="321"/>
                      <a:pt x="14" y="361"/>
                      <a:pt x="40" y="387"/>
                    </a:cubicBezTo>
                    <a:cubicBezTo>
                      <a:pt x="198" y="506"/>
                      <a:pt x="383" y="559"/>
                      <a:pt x="581" y="559"/>
                    </a:cubicBezTo>
                    <a:cubicBezTo>
                      <a:pt x="1110" y="559"/>
                      <a:pt x="1545" y="110"/>
                      <a:pt x="1545" y="110"/>
                    </a:cubicBezTo>
                    <a:cubicBezTo>
                      <a:pt x="1586" y="59"/>
                      <a:pt x="1548" y="0"/>
                      <a:pt x="1505" y="0"/>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7716223" y="1334514"/>
                <a:ext cx="64584" cy="34966"/>
              </a:xfrm>
              <a:custGeom>
                <a:rect b="b" l="l" r="r" t="t"/>
                <a:pathLst>
                  <a:path extrusionOk="0" h="608" w="1123">
                    <a:moveTo>
                      <a:pt x="238" y="0"/>
                    </a:moveTo>
                    <a:cubicBezTo>
                      <a:pt x="238" y="0"/>
                      <a:pt x="0" y="26"/>
                      <a:pt x="92" y="238"/>
                    </a:cubicBezTo>
                    <a:cubicBezTo>
                      <a:pt x="172" y="462"/>
                      <a:pt x="634" y="225"/>
                      <a:pt x="977" y="608"/>
                    </a:cubicBezTo>
                    <a:cubicBezTo>
                      <a:pt x="977" y="608"/>
                      <a:pt x="1123" y="106"/>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7620066" y="1334514"/>
                <a:ext cx="62743" cy="34966"/>
              </a:xfrm>
              <a:custGeom>
                <a:rect b="b" l="l" r="r" t="t"/>
                <a:pathLst>
                  <a:path extrusionOk="0" h="608" w="1091">
                    <a:moveTo>
                      <a:pt x="853" y="0"/>
                    </a:moveTo>
                    <a:cubicBezTo>
                      <a:pt x="1" y="103"/>
                      <a:pt x="121" y="585"/>
                      <a:pt x="114" y="607"/>
                    </a:cubicBezTo>
                    <a:lnTo>
                      <a:pt x="114" y="607"/>
                    </a:lnTo>
                    <a:cubicBezTo>
                      <a:pt x="458" y="225"/>
                      <a:pt x="919" y="462"/>
                      <a:pt x="999" y="238"/>
                    </a:cubicBezTo>
                    <a:cubicBezTo>
                      <a:pt x="1091" y="26"/>
                      <a:pt x="853" y="0"/>
                      <a:pt x="853" y="0"/>
                    </a:cubicBezTo>
                    <a:close/>
                    <a:moveTo>
                      <a:pt x="114" y="607"/>
                    </a:moveTo>
                    <a:lnTo>
                      <a:pt x="114" y="607"/>
                    </a:lnTo>
                    <a:cubicBezTo>
                      <a:pt x="114" y="607"/>
                      <a:pt x="114" y="607"/>
                      <a:pt x="114" y="608"/>
                    </a:cubicBezTo>
                    <a:cubicBezTo>
                      <a:pt x="114" y="608"/>
                      <a:pt x="114" y="607"/>
                      <a:pt x="114" y="6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1"/>
              <p:cNvSpPr/>
              <p:nvPr/>
            </p:nvSpPr>
            <p:spPr>
              <a:xfrm>
                <a:off x="7737444" y="1414970"/>
                <a:ext cx="57050" cy="22084"/>
              </a:xfrm>
              <a:custGeom>
                <a:rect b="b" l="l" r="r" t="t"/>
                <a:pathLst>
                  <a:path extrusionOk="0" h="384" w="992">
                    <a:moveTo>
                      <a:pt x="489" y="1"/>
                    </a:moveTo>
                    <a:cubicBezTo>
                      <a:pt x="225" y="1"/>
                      <a:pt x="1" y="80"/>
                      <a:pt x="1" y="186"/>
                    </a:cubicBezTo>
                    <a:cubicBezTo>
                      <a:pt x="1" y="305"/>
                      <a:pt x="225" y="384"/>
                      <a:pt x="489" y="384"/>
                    </a:cubicBezTo>
                    <a:cubicBezTo>
                      <a:pt x="767" y="384"/>
                      <a:pt x="991" y="305"/>
                      <a:pt x="991" y="186"/>
                    </a:cubicBezTo>
                    <a:cubicBezTo>
                      <a:pt x="991" y="80"/>
                      <a:pt x="767" y="1"/>
                      <a:pt x="489"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7619721" y="1414222"/>
                <a:ext cx="35771" cy="22831"/>
              </a:xfrm>
              <a:custGeom>
                <a:rect b="b" l="l" r="r" t="t"/>
                <a:pathLst>
                  <a:path extrusionOk="0" h="397" w="622">
                    <a:moveTo>
                      <a:pt x="14" y="1"/>
                    </a:moveTo>
                    <a:lnTo>
                      <a:pt x="1" y="397"/>
                    </a:lnTo>
                    <a:lnTo>
                      <a:pt x="120" y="397"/>
                    </a:lnTo>
                    <a:cubicBezTo>
                      <a:pt x="397" y="397"/>
                      <a:pt x="622" y="304"/>
                      <a:pt x="622" y="199"/>
                    </a:cubicBezTo>
                    <a:cubicBezTo>
                      <a:pt x="622" y="93"/>
                      <a:pt x="397" y="1"/>
                      <a:pt x="120"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1"/>
              <p:cNvSpPr/>
              <p:nvPr/>
            </p:nvSpPr>
            <p:spPr>
              <a:xfrm>
                <a:off x="7733648" y="1380809"/>
                <a:ext cx="17541" cy="31228"/>
              </a:xfrm>
              <a:custGeom>
                <a:rect b="b" l="l" r="r" t="t"/>
                <a:pathLst>
                  <a:path extrusionOk="0" h="543" w="305">
                    <a:moveTo>
                      <a:pt x="159" y="1"/>
                    </a:moveTo>
                    <a:cubicBezTo>
                      <a:pt x="80" y="1"/>
                      <a:pt x="1" y="119"/>
                      <a:pt x="1" y="265"/>
                    </a:cubicBezTo>
                    <a:cubicBezTo>
                      <a:pt x="1" y="423"/>
                      <a:pt x="80" y="542"/>
                      <a:pt x="159" y="542"/>
                    </a:cubicBezTo>
                    <a:cubicBezTo>
                      <a:pt x="239" y="542"/>
                      <a:pt x="305" y="423"/>
                      <a:pt x="305" y="265"/>
                    </a:cubicBezTo>
                    <a:cubicBezTo>
                      <a:pt x="305" y="119"/>
                      <a:pt x="239"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7648591" y="1380809"/>
                <a:ext cx="17541" cy="31228"/>
              </a:xfrm>
              <a:custGeom>
                <a:rect b="b" l="l" r="r" t="t"/>
                <a:pathLst>
                  <a:path extrusionOk="0" h="543" w="305">
                    <a:moveTo>
                      <a:pt x="159" y="1"/>
                    </a:moveTo>
                    <a:cubicBezTo>
                      <a:pt x="80" y="1"/>
                      <a:pt x="1" y="119"/>
                      <a:pt x="1" y="265"/>
                    </a:cubicBezTo>
                    <a:cubicBezTo>
                      <a:pt x="1" y="423"/>
                      <a:pt x="67" y="542"/>
                      <a:pt x="159" y="542"/>
                    </a:cubicBezTo>
                    <a:cubicBezTo>
                      <a:pt x="238" y="542"/>
                      <a:pt x="304" y="423"/>
                      <a:pt x="304" y="265"/>
                    </a:cubicBezTo>
                    <a:cubicBezTo>
                      <a:pt x="304" y="119"/>
                      <a:pt x="238"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7672170" y="1383570"/>
                <a:ext cx="28870" cy="45893"/>
              </a:xfrm>
              <a:custGeom>
                <a:rect b="b" l="l" r="r" t="t"/>
                <a:pathLst>
                  <a:path extrusionOk="0" h="798" w="502">
                    <a:moveTo>
                      <a:pt x="295" y="1"/>
                    </a:moveTo>
                    <a:cubicBezTo>
                      <a:pt x="272" y="1"/>
                      <a:pt x="248" y="15"/>
                      <a:pt x="238" y="45"/>
                    </a:cubicBezTo>
                    <a:lnTo>
                      <a:pt x="13" y="705"/>
                    </a:lnTo>
                    <a:cubicBezTo>
                      <a:pt x="0" y="719"/>
                      <a:pt x="0" y="732"/>
                      <a:pt x="13" y="745"/>
                    </a:cubicBezTo>
                    <a:cubicBezTo>
                      <a:pt x="13" y="758"/>
                      <a:pt x="40" y="771"/>
                      <a:pt x="53" y="785"/>
                    </a:cubicBezTo>
                    <a:cubicBezTo>
                      <a:pt x="93" y="785"/>
                      <a:pt x="132" y="798"/>
                      <a:pt x="172" y="798"/>
                    </a:cubicBezTo>
                    <a:cubicBezTo>
                      <a:pt x="277" y="785"/>
                      <a:pt x="370" y="758"/>
                      <a:pt x="462" y="719"/>
                    </a:cubicBezTo>
                    <a:cubicBezTo>
                      <a:pt x="489" y="692"/>
                      <a:pt x="502" y="666"/>
                      <a:pt x="489" y="626"/>
                    </a:cubicBezTo>
                    <a:cubicBezTo>
                      <a:pt x="481" y="610"/>
                      <a:pt x="462" y="599"/>
                      <a:pt x="443" y="599"/>
                    </a:cubicBezTo>
                    <a:cubicBezTo>
                      <a:pt x="432" y="599"/>
                      <a:pt x="420" y="603"/>
                      <a:pt x="409" y="613"/>
                    </a:cubicBezTo>
                    <a:cubicBezTo>
                      <a:pt x="330" y="653"/>
                      <a:pt x="238" y="666"/>
                      <a:pt x="159" y="666"/>
                    </a:cubicBezTo>
                    <a:lnTo>
                      <a:pt x="357" y="85"/>
                    </a:lnTo>
                    <a:cubicBezTo>
                      <a:pt x="370" y="45"/>
                      <a:pt x="357" y="19"/>
                      <a:pt x="317" y="5"/>
                    </a:cubicBezTo>
                    <a:cubicBezTo>
                      <a:pt x="310" y="2"/>
                      <a:pt x="303" y="1"/>
                      <a:pt x="295" y="1"/>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7828597" y="1487145"/>
                <a:ext cx="32723" cy="35024"/>
              </a:xfrm>
              <a:custGeom>
                <a:rect b="b" l="l" r="r" t="t"/>
                <a:pathLst>
                  <a:path extrusionOk="0" h="609" w="569">
                    <a:moveTo>
                      <a:pt x="1" y="1"/>
                    </a:moveTo>
                    <a:cubicBezTo>
                      <a:pt x="1" y="14"/>
                      <a:pt x="212" y="476"/>
                      <a:pt x="502" y="608"/>
                    </a:cubicBezTo>
                    <a:cubicBezTo>
                      <a:pt x="529" y="502"/>
                      <a:pt x="542" y="397"/>
                      <a:pt x="568" y="304"/>
                    </a:cubicBezTo>
                    <a:cubicBezTo>
                      <a:pt x="357" y="251"/>
                      <a:pt x="159" y="146"/>
                      <a:pt x="1" y="1"/>
                    </a:cubicBezTo>
                    <a:close/>
                  </a:path>
                </a:pathLst>
              </a:custGeom>
              <a:solidFill>
                <a:srgbClr val="182A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7843780" y="1403583"/>
                <a:ext cx="78271" cy="101218"/>
              </a:xfrm>
              <a:custGeom>
                <a:rect b="b" l="l" r="r" t="t"/>
                <a:pathLst>
                  <a:path extrusionOk="0" h="1760" w="1361">
                    <a:moveTo>
                      <a:pt x="653" y="0"/>
                    </a:moveTo>
                    <a:cubicBezTo>
                      <a:pt x="316" y="0"/>
                      <a:pt x="14" y="410"/>
                      <a:pt x="14" y="410"/>
                    </a:cubicBezTo>
                    <a:lnTo>
                      <a:pt x="1" y="1652"/>
                    </a:lnTo>
                    <a:cubicBezTo>
                      <a:pt x="111" y="1726"/>
                      <a:pt x="220" y="1759"/>
                      <a:pt x="324" y="1759"/>
                    </a:cubicBezTo>
                    <a:cubicBezTo>
                      <a:pt x="918" y="1759"/>
                      <a:pt x="1361" y="690"/>
                      <a:pt x="1057" y="252"/>
                    </a:cubicBezTo>
                    <a:cubicBezTo>
                      <a:pt x="929" y="66"/>
                      <a:pt x="788" y="0"/>
                      <a:pt x="653"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7808871" y="1487893"/>
                <a:ext cx="108636" cy="91498"/>
              </a:xfrm>
              <a:custGeom>
                <a:rect b="b" l="l" r="r" t="t"/>
                <a:pathLst>
                  <a:path extrusionOk="0" h="1591" w="1889">
                    <a:moveTo>
                      <a:pt x="964" y="1"/>
                    </a:moveTo>
                    <a:cubicBezTo>
                      <a:pt x="859" y="1"/>
                      <a:pt x="753" y="14"/>
                      <a:pt x="661" y="54"/>
                    </a:cubicBezTo>
                    <a:cubicBezTo>
                      <a:pt x="79" y="305"/>
                      <a:pt x="0" y="1110"/>
                      <a:pt x="528" y="1453"/>
                    </a:cubicBezTo>
                    <a:cubicBezTo>
                      <a:pt x="668" y="1548"/>
                      <a:pt x="820" y="1590"/>
                      <a:pt x="967" y="1590"/>
                    </a:cubicBezTo>
                    <a:cubicBezTo>
                      <a:pt x="1378" y="1590"/>
                      <a:pt x="1757" y="1260"/>
                      <a:pt x="1757" y="793"/>
                    </a:cubicBezTo>
                    <a:cubicBezTo>
                      <a:pt x="1757" y="503"/>
                      <a:pt x="1598" y="238"/>
                      <a:pt x="1361" y="93"/>
                    </a:cubicBezTo>
                    <a:cubicBezTo>
                      <a:pt x="1321" y="133"/>
                      <a:pt x="1281" y="159"/>
                      <a:pt x="1242" y="186"/>
                    </a:cubicBezTo>
                    <a:cubicBezTo>
                      <a:pt x="1889" y="489"/>
                      <a:pt x="1677" y="1467"/>
                      <a:pt x="951" y="1467"/>
                    </a:cubicBezTo>
                    <a:cubicBezTo>
                      <a:pt x="238" y="1467"/>
                      <a:pt x="13" y="489"/>
                      <a:pt x="674" y="186"/>
                    </a:cubicBezTo>
                    <a:cubicBezTo>
                      <a:pt x="753" y="146"/>
                      <a:pt x="832" y="120"/>
                      <a:pt x="925" y="120"/>
                    </a:cubicBezTo>
                    <a:cubicBezTo>
                      <a:pt x="938" y="80"/>
                      <a:pt x="951" y="40"/>
                      <a:pt x="9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7846080" y="1426932"/>
                <a:ext cx="45260" cy="57970"/>
              </a:xfrm>
              <a:custGeom>
                <a:rect b="b" l="l" r="r" t="t"/>
                <a:pathLst>
                  <a:path extrusionOk="0" h="1008" w="787">
                    <a:moveTo>
                      <a:pt x="696" y="0"/>
                    </a:moveTo>
                    <a:cubicBezTo>
                      <a:pt x="689" y="0"/>
                      <a:pt x="682" y="2"/>
                      <a:pt x="674" y="4"/>
                    </a:cubicBezTo>
                    <a:cubicBezTo>
                      <a:pt x="304" y="176"/>
                      <a:pt x="40" y="532"/>
                      <a:pt x="0" y="942"/>
                    </a:cubicBezTo>
                    <a:cubicBezTo>
                      <a:pt x="0" y="968"/>
                      <a:pt x="27" y="1008"/>
                      <a:pt x="53" y="1008"/>
                    </a:cubicBezTo>
                    <a:cubicBezTo>
                      <a:pt x="93" y="1008"/>
                      <a:pt x="119" y="982"/>
                      <a:pt x="119" y="955"/>
                    </a:cubicBezTo>
                    <a:cubicBezTo>
                      <a:pt x="159" y="585"/>
                      <a:pt x="397" y="268"/>
                      <a:pt x="727" y="123"/>
                    </a:cubicBezTo>
                    <a:cubicBezTo>
                      <a:pt x="786" y="99"/>
                      <a:pt x="760" y="0"/>
                      <a:pt x="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7855972" y="1448096"/>
                <a:ext cx="29675" cy="15585"/>
              </a:xfrm>
              <a:custGeom>
                <a:rect b="b" l="l" r="r" t="t"/>
                <a:pathLst>
                  <a:path extrusionOk="0" h="271" w="516">
                    <a:moveTo>
                      <a:pt x="124" y="0"/>
                    </a:moveTo>
                    <a:cubicBezTo>
                      <a:pt x="104" y="0"/>
                      <a:pt x="85" y="2"/>
                      <a:pt x="66" y="6"/>
                    </a:cubicBezTo>
                    <a:cubicBezTo>
                      <a:pt x="26" y="19"/>
                      <a:pt x="0" y="59"/>
                      <a:pt x="13" y="85"/>
                    </a:cubicBezTo>
                    <a:cubicBezTo>
                      <a:pt x="23" y="115"/>
                      <a:pt x="40" y="130"/>
                      <a:pt x="65" y="130"/>
                    </a:cubicBezTo>
                    <a:cubicBezTo>
                      <a:pt x="74" y="130"/>
                      <a:pt x="83" y="128"/>
                      <a:pt x="92" y="125"/>
                    </a:cubicBezTo>
                    <a:cubicBezTo>
                      <a:pt x="105" y="122"/>
                      <a:pt x="119" y="121"/>
                      <a:pt x="132" y="121"/>
                    </a:cubicBezTo>
                    <a:cubicBezTo>
                      <a:pt x="244" y="121"/>
                      <a:pt x="376" y="210"/>
                      <a:pt x="423" y="257"/>
                    </a:cubicBezTo>
                    <a:cubicBezTo>
                      <a:pt x="436" y="257"/>
                      <a:pt x="449" y="270"/>
                      <a:pt x="462" y="270"/>
                    </a:cubicBezTo>
                    <a:cubicBezTo>
                      <a:pt x="475" y="257"/>
                      <a:pt x="489" y="257"/>
                      <a:pt x="489" y="244"/>
                    </a:cubicBezTo>
                    <a:cubicBezTo>
                      <a:pt x="515" y="217"/>
                      <a:pt x="515" y="178"/>
                      <a:pt x="489" y="151"/>
                    </a:cubicBezTo>
                    <a:cubicBezTo>
                      <a:pt x="465" y="139"/>
                      <a:pt x="293"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7599995" y="1217308"/>
                <a:ext cx="295486" cy="119506"/>
              </a:xfrm>
              <a:custGeom>
                <a:rect b="b" l="l" r="r" t="t"/>
                <a:pathLst>
                  <a:path extrusionOk="0" h="2078" w="5138">
                    <a:moveTo>
                      <a:pt x="2552" y="0"/>
                    </a:moveTo>
                    <a:cubicBezTo>
                      <a:pt x="2271" y="0"/>
                      <a:pt x="1976" y="37"/>
                      <a:pt x="1678" y="123"/>
                    </a:cubicBezTo>
                    <a:cubicBezTo>
                      <a:pt x="1097" y="282"/>
                      <a:pt x="608" y="678"/>
                      <a:pt x="331" y="1206"/>
                    </a:cubicBezTo>
                    <a:cubicBezTo>
                      <a:pt x="172" y="1536"/>
                      <a:pt x="0" y="1985"/>
                      <a:pt x="502" y="1998"/>
                    </a:cubicBezTo>
                    <a:cubicBezTo>
                      <a:pt x="523" y="1999"/>
                      <a:pt x="544" y="1999"/>
                      <a:pt x="564" y="1999"/>
                    </a:cubicBezTo>
                    <a:cubicBezTo>
                      <a:pt x="1904" y="1999"/>
                      <a:pt x="2813" y="744"/>
                      <a:pt x="2813" y="744"/>
                    </a:cubicBezTo>
                    <a:cubicBezTo>
                      <a:pt x="2813" y="744"/>
                      <a:pt x="2879" y="2078"/>
                      <a:pt x="3962" y="2078"/>
                    </a:cubicBezTo>
                    <a:cubicBezTo>
                      <a:pt x="5045" y="2078"/>
                      <a:pt x="5138" y="1272"/>
                      <a:pt x="4596" y="731"/>
                    </a:cubicBezTo>
                    <a:cubicBezTo>
                      <a:pt x="4262" y="396"/>
                      <a:pt x="3478" y="0"/>
                      <a:pt x="2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7812667" y="1301043"/>
                <a:ext cx="76546" cy="132273"/>
              </a:xfrm>
              <a:custGeom>
                <a:rect b="b" l="l" r="r" t="t"/>
                <a:pathLst>
                  <a:path extrusionOk="0" h="2300" w="1331">
                    <a:moveTo>
                      <a:pt x="1136" y="1"/>
                    </a:moveTo>
                    <a:lnTo>
                      <a:pt x="383" y="371"/>
                    </a:lnTo>
                    <a:cubicBezTo>
                      <a:pt x="383" y="371"/>
                      <a:pt x="0" y="2022"/>
                      <a:pt x="476" y="2272"/>
                    </a:cubicBezTo>
                    <a:cubicBezTo>
                      <a:pt x="512" y="2291"/>
                      <a:pt x="547" y="2300"/>
                      <a:pt x="582" y="2300"/>
                    </a:cubicBezTo>
                    <a:cubicBezTo>
                      <a:pt x="998" y="2300"/>
                      <a:pt x="1331" y="1061"/>
                      <a:pt x="1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7884037" y="1876603"/>
                <a:ext cx="49459" cy="23752"/>
              </a:xfrm>
              <a:custGeom>
                <a:rect b="b" l="l" r="r" t="t"/>
                <a:pathLst>
                  <a:path extrusionOk="0" h="413" w="860">
                    <a:moveTo>
                      <a:pt x="98" y="0"/>
                    </a:moveTo>
                    <a:cubicBezTo>
                      <a:pt x="62" y="0"/>
                      <a:pt x="25" y="24"/>
                      <a:pt x="14" y="56"/>
                    </a:cubicBezTo>
                    <a:cubicBezTo>
                      <a:pt x="1" y="109"/>
                      <a:pt x="14" y="162"/>
                      <a:pt x="67" y="175"/>
                    </a:cubicBezTo>
                    <a:lnTo>
                      <a:pt x="740" y="413"/>
                    </a:lnTo>
                    <a:lnTo>
                      <a:pt x="767" y="413"/>
                    </a:lnTo>
                    <a:cubicBezTo>
                      <a:pt x="806" y="413"/>
                      <a:pt x="833" y="386"/>
                      <a:pt x="846" y="360"/>
                    </a:cubicBezTo>
                    <a:cubicBezTo>
                      <a:pt x="859" y="307"/>
                      <a:pt x="846" y="254"/>
                      <a:pt x="793" y="241"/>
                    </a:cubicBezTo>
                    <a:lnTo>
                      <a:pt x="120" y="3"/>
                    </a:lnTo>
                    <a:cubicBezTo>
                      <a:pt x="113" y="1"/>
                      <a:pt x="105" y="0"/>
                      <a:pt x="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7950116" y="2566435"/>
                <a:ext cx="183859" cy="318548"/>
              </a:xfrm>
              <a:custGeom>
                <a:rect b="b" l="l" r="r" t="t"/>
                <a:pathLst>
                  <a:path extrusionOk="0" h="5539" w="3197">
                    <a:moveTo>
                      <a:pt x="1926" y="1"/>
                    </a:moveTo>
                    <a:cubicBezTo>
                      <a:pt x="1817" y="1"/>
                      <a:pt x="1710" y="13"/>
                      <a:pt x="1612" y="40"/>
                    </a:cubicBezTo>
                    <a:cubicBezTo>
                      <a:pt x="1427" y="79"/>
                      <a:pt x="1282" y="383"/>
                      <a:pt x="1110" y="555"/>
                    </a:cubicBezTo>
                    <a:cubicBezTo>
                      <a:pt x="846" y="832"/>
                      <a:pt x="635" y="1149"/>
                      <a:pt x="503" y="1492"/>
                    </a:cubicBezTo>
                    <a:cubicBezTo>
                      <a:pt x="357" y="1915"/>
                      <a:pt x="1" y="3170"/>
                      <a:pt x="172" y="3500"/>
                    </a:cubicBezTo>
                    <a:cubicBezTo>
                      <a:pt x="193" y="3541"/>
                      <a:pt x="217" y="3559"/>
                      <a:pt x="245" y="3559"/>
                    </a:cubicBezTo>
                    <a:cubicBezTo>
                      <a:pt x="431" y="3559"/>
                      <a:pt x="752" y="2733"/>
                      <a:pt x="833" y="2549"/>
                    </a:cubicBezTo>
                    <a:cubicBezTo>
                      <a:pt x="872" y="2417"/>
                      <a:pt x="952" y="2298"/>
                      <a:pt x="1044" y="2219"/>
                    </a:cubicBezTo>
                    <a:lnTo>
                      <a:pt x="1044" y="2219"/>
                    </a:lnTo>
                    <a:cubicBezTo>
                      <a:pt x="1044" y="2219"/>
                      <a:pt x="331" y="4728"/>
                      <a:pt x="503" y="4966"/>
                    </a:cubicBezTo>
                    <a:cubicBezTo>
                      <a:pt x="516" y="4984"/>
                      <a:pt x="532" y="4993"/>
                      <a:pt x="549" y="4993"/>
                    </a:cubicBezTo>
                    <a:cubicBezTo>
                      <a:pt x="756" y="4993"/>
                      <a:pt x="1227" y="3790"/>
                      <a:pt x="1361" y="3473"/>
                    </a:cubicBezTo>
                    <a:lnTo>
                      <a:pt x="1361" y="3473"/>
                    </a:lnTo>
                    <a:cubicBezTo>
                      <a:pt x="1361" y="3474"/>
                      <a:pt x="925" y="5401"/>
                      <a:pt x="1084" y="5520"/>
                    </a:cubicBezTo>
                    <a:cubicBezTo>
                      <a:pt x="1100" y="5533"/>
                      <a:pt x="1117" y="5539"/>
                      <a:pt x="1134" y="5539"/>
                    </a:cubicBezTo>
                    <a:cubicBezTo>
                      <a:pt x="1443" y="5539"/>
                      <a:pt x="1929" y="3646"/>
                      <a:pt x="1929" y="3645"/>
                    </a:cubicBezTo>
                    <a:lnTo>
                      <a:pt x="1929" y="3645"/>
                    </a:lnTo>
                    <a:cubicBezTo>
                      <a:pt x="1929" y="3646"/>
                      <a:pt x="1652" y="5269"/>
                      <a:pt x="1916" y="5309"/>
                    </a:cubicBezTo>
                    <a:cubicBezTo>
                      <a:pt x="1919" y="5309"/>
                      <a:pt x="1922" y="5310"/>
                      <a:pt x="1925" y="5310"/>
                    </a:cubicBezTo>
                    <a:cubicBezTo>
                      <a:pt x="2200" y="5310"/>
                      <a:pt x="2510" y="3606"/>
                      <a:pt x="2510" y="3605"/>
                    </a:cubicBezTo>
                    <a:lnTo>
                      <a:pt x="2510" y="3605"/>
                    </a:lnTo>
                    <a:cubicBezTo>
                      <a:pt x="2510" y="3606"/>
                      <a:pt x="2470" y="4688"/>
                      <a:pt x="2695" y="4834"/>
                    </a:cubicBezTo>
                    <a:cubicBezTo>
                      <a:pt x="2701" y="4837"/>
                      <a:pt x="2707" y="4839"/>
                      <a:pt x="2713" y="4839"/>
                    </a:cubicBezTo>
                    <a:cubicBezTo>
                      <a:pt x="2919" y="4839"/>
                      <a:pt x="3144" y="2671"/>
                      <a:pt x="3144" y="2324"/>
                    </a:cubicBezTo>
                    <a:cubicBezTo>
                      <a:pt x="3131" y="1968"/>
                      <a:pt x="3197" y="1004"/>
                      <a:pt x="3117" y="555"/>
                    </a:cubicBezTo>
                    <a:cubicBezTo>
                      <a:pt x="3063" y="291"/>
                      <a:pt x="2461" y="1"/>
                      <a:pt x="1926" y="1"/>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7887832" y="1710456"/>
                <a:ext cx="349431" cy="919815"/>
              </a:xfrm>
              <a:custGeom>
                <a:rect b="b" l="l" r="r" t="t"/>
                <a:pathLst>
                  <a:path extrusionOk="0" h="15994" w="6076">
                    <a:moveTo>
                      <a:pt x="3091" y="0"/>
                    </a:moveTo>
                    <a:lnTo>
                      <a:pt x="1" y="1677"/>
                    </a:lnTo>
                    <a:lnTo>
                      <a:pt x="437" y="2509"/>
                    </a:lnTo>
                    <a:lnTo>
                      <a:pt x="872" y="3355"/>
                    </a:lnTo>
                    <a:cubicBezTo>
                      <a:pt x="1018" y="3632"/>
                      <a:pt x="1163" y="3923"/>
                      <a:pt x="1308" y="4200"/>
                    </a:cubicBezTo>
                    <a:cubicBezTo>
                      <a:pt x="1440" y="4477"/>
                      <a:pt x="1586" y="4755"/>
                      <a:pt x="1731" y="5045"/>
                    </a:cubicBezTo>
                    <a:cubicBezTo>
                      <a:pt x="1863" y="5322"/>
                      <a:pt x="1995" y="5600"/>
                      <a:pt x="2127" y="5877"/>
                    </a:cubicBezTo>
                    <a:cubicBezTo>
                      <a:pt x="2259" y="6154"/>
                      <a:pt x="2391" y="6432"/>
                      <a:pt x="2497" y="6709"/>
                    </a:cubicBezTo>
                    <a:cubicBezTo>
                      <a:pt x="2563" y="6841"/>
                      <a:pt x="2616" y="6973"/>
                      <a:pt x="2668" y="7105"/>
                    </a:cubicBezTo>
                    <a:cubicBezTo>
                      <a:pt x="2721" y="7224"/>
                      <a:pt x="2761" y="7356"/>
                      <a:pt x="2801" y="7462"/>
                    </a:cubicBezTo>
                    <a:cubicBezTo>
                      <a:pt x="2814" y="7515"/>
                      <a:pt x="2840" y="7568"/>
                      <a:pt x="2840" y="7607"/>
                    </a:cubicBezTo>
                    <a:cubicBezTo>
                      <a:pt x="2853" y="7660"/>
                      <a:pt x="2867" y="7700"/>
                      <a:pt x="2867" y="7700"/>
                    </a:cubicBezTo>
                    <a:lnTo>
                      <a:pt x="2867" y="7911"/>
                    </a:lnTo>
                    <a:cubicBezTo>
                      <a:pt x="2867" y="8056"/>
                      <a:pt x="2867" y="8215"/>
                      <a:pt x="2867" y="8373"/>
                    </a:cubicBezTo>
                    <a:cubicBezTo>
                      <a:pt x="2867" y="8518"/>
                      <a:pt x="2867" y="8677"/>
                      <a:pt x="2853" y="8835"/>
                    </a:cubicBezTo>
                    <a:cubicBezTo>
                      <a:pt x="2853" y="8981"/>
                      <a:pt x="2840" y="9139"/>
                      <a:pt x="2840" y="9298"/>
                    </a:cubicBezTo>
                    <a:lnTo>
                      <a:pt x="2827" y="9535"/>
                    </a:lnTo>
                    <a:lnTo>
                      <a:pt x="2814" y="9760"/>
                    </a:lnTo>
                    <a:cubicBezTo>
                      <a:pt x="2787" y="10394"/>
                      <a:pt x="2734" y="11014"/>
                      <a:pt x="2682" y="11648"/>
                    </a:cubicBezTo>
                    <a:cubicBezTo>
                      <a:pt x="2629" y="12269"/>
                      <a:pt x="2563" y="12903"/>
                      <a:pt x="2484" y="13524"/>
                    </a:cubicBezTo>
                    <a:lnTo>
                      <a:pt x="2457" y="13748"/>
                    </a:lnTo>
                    <a:lnTo>
                      <a:pt x="2418" y="13986"/>
                    </a:lnTo>
                    <a:cubicBezTo>
                      <a:pt x="2404" y="14065"/>
                      <a:pt x="2404" y="14144"/>
                      <a:pt x="2391" y="14210"/>
                    </a:cubicBezTo>
                    <a:lnTo>
                      <a:pt x="2351" y="14448"/>
                    </a:lnTo>
                    <a:cubicBezTo>
                      <a:pt x="2325" y="14593"/>
                      <a:pt x="2299" y="14739"/>
                      <a:pt x="2285" y="14897"/>
                    </a:cubicBezTo>
                    <a:lnTo>
                      <a:pt x="2259" y="15003"/>
                    </a:lnTo>
                    <a:lnTo>
                      <a:pt x="2246" y="15108"/>
                    </a:lnTo>
                    <a:lnTo>
                      <a:pt x="2206" y="15333"/>
                    </a:lnTo>
                    <a:lnTo>
                      <a:pt x="4332" y="15993"/>
                    </a:lnTo>
                    <a:lnTo>
                      <a:pt x="4425" y="15742"/>
                    </a:lnTo>
                    <a:lnTo>
                      <a:pt x="4478" y="15610"/>
                    </a:lnTo>
                    <a:lnTo>
                      <a:pt x="4517" y="15491"/>
                    </a:lnTo>
                    <a:cubicBezTo>
                      <a:pt x="4570" y="15320"/>
                      <a:pt x="4636" y="15161"/>
                      <a:pt x="4689" y="14990"/>
                    </a:cubicBezTo>
                    <a:lnTo>
                      <a:pt x="4755" y="14752"/>
                    </a:lnTo>
                    <a:cubicBezTo>
                      <a:pt x="4781" y="14673"/>
                      <a:pt x="4808" y="14580"/>
                      <a:pt x="4834" y="14501"/>
                    </a:cubicBezTo>
                    <a:lnTo>
                      <a:pt x="4900" y="14263"/>
                    </a:lnTo>
                    <a:lnTo>
                      <a:pt x="4966" y="14012"/>
                    </a:lnTo>
                    <a:cubicBezTo>
                      <a:pt x="5138" y="13365"/>
                      <a:pt x="5297" y="12718"/>
                      <a:pt x="5429" y="12058"/>
                    </a:cubicBezTo>
                    <a:cubicBezTo>
                      <a:pt x="5574" y="11397"/>
                      <a:pt x="5693" y="10737"/>
                      <a:pt x="5798" y="10077"/>
                    </a:cubicBezTo>
                    <a:cubicBezTo>
                      <a:pt x="5825" y="9918"/>
                      <a:pt x="5851" y="9760"/>
                      <a:pt x="5878" y="9588"/>
                    </a:cubicBezTo>
                    <a:cubicBezTo>
                      <a:pt x="5904" y="9416"/>
                      <a:pt x="5917" y="9245"/>
                      <a:pt x="5944" y="9086"/>
                    </a:cubicBezTo>
                    <a:cubicBezTo>
                      <a:pt x="5957" y="8915"/>
                      <a:pt x="5983" y="8743"/>
                      <a:pt x="5996" y="8571"/>
                    </a:cubicBezTo>
                    <a:cubicBezTo>
                      <a:pt x="6023" y="8400"/>
                      <a:pt x="6036" y="8228"/>
                      <a:pt x="6049" y="8056"/>
                    </a:cubicBezTo>
                    <a:lnTo>
                      <a:pt x="6076" y="7805"/>
                    </a:lnTo>
                    <a:lnTo>
                      <a:pt x="6076" y="7739"/>
                    </a:lnTo>
                    <a:lnTo>
                      <a:pt x="6076" y="7568"/>
                    </a:lnTo>
                    <a:lnTo>
                      <a:pt x="6076" y="7422"/>
                    </a:lnTo>
                    <a:lnTo>
                      <a:pt x="6076" y="7369"/>
                    </a:lnTo>
                    <a:lnTo>
                      <a:pt x="6076" y="7303"/>
                    </a:lnTo>
                    <a:cubicBezTo>
                      <a:pt x="6063" y="7145"/>
                      <a:pt x="6036" y="7026"/>
                      <a:pt x="6023" y="6907"/>
                    </a:cubicBezTo>
                    <a:cubicBezTo>
                      <a:pt x="5996" y="6788"/>
                      <a:pt x="5970" y="6683"/>
                      <a:pt x="5944" y="6577"/>
                    </a:cubicBezTo>
                    <a:cubicBezTo>
                      <a:pt x="5891" y="6379"/>
                      <a:pt x="5825" y="6194"/>
                      <a:pt x="5785" y="6009"/>
                    </a:cubicBezTo>
                    <a:cubicBezTo>
                      <a:pt x="5732" y="5824"/>
                      <a:pt x="5680" y="5666"/>
                      <a:pt x="5613" y="5494"/>
                    </a:cubicBezTo>
                    <a:cubicBezTo>
                      <a:pt x="5495" y="5164"/>
                      <a:pt x="5376" y="4847"/>
                      <a:pt x="5244" y="4530"/>
                    </a:cubicBezTo>
                    <a:cubicBezTo>
                      <a:pt x="5112" y="4213"/>
                      <a:pt x="4980" y="3896"/>
                      <a:pt x="4848" y="3592"/>
                    </a:cubicBezTo>
                    <a:cubicBezTo>
                      <a:pt x="4715" y="3289"/>
                      <a:pt x="4583" y="2972"/>
                      <a:pt x="4438" y="2681"/>
                    </a:cubicBezTo>
                    <a:cubicBezTo>
                      <a:pt x="4293" y="2377"/>
                      <a:pt x="4148" y="2074"/>
                      <a:pt x="4002" y="1783"/>
                    </a:cubicBezTo>
                    <a:cubicBezTo>
                      <a:pt x="3857" y="1479"/>
                      <a:pt x="3712" y="1189"/>
                      <a:pt x="3566" y="885"/>
                    </a:cubicBezTo>
                    <a:lnTo>
                      <a:pt x="3329" y="449"/>
                    </a:lnTo>
                    <a:lnTo>
                      <a:pt x="3223" y="225"/>
                    </a:lnTo>
                    <a:lnTo>
                      <a:pt x="3157" y="119"/>
                    </a:lnTo>
                    <a:lnTo>
                      <a:pt x="30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8024821" y="2515481"/>
                <a:ext cx="138772" cy="47158"/>
              </a:xfrm>
              <a:custGeom>
                <a:rect b="b" l="l" r="r" t="t"/>
                <a:pathLst>
                  <a:path extrusionOk="0" h="820" w="2413">
                    <a:moveTo>
                      <a:pt x="128" y="0"/>
                    </a:moveTo>
                    <a:cubicBezTo>
                      <a:pt x="21" y="0"/>
                      <a:pt x="0" y="161"/>
                      <a:pt x="115" y="186"/>
                    </a:cubicBezTo>
                    <a:cubicBezTo>
                      <a:pt x="854" y="305"/>
                      <a:pt x="1581" y="516"/>
                      <a:pt x="2267" y="807"/>
                    </a:cubicBezTo>
                    <a:cubicBezTo>
                      <a:pt x="2281" y="820"/>
                      <a:pt x="2294" y="820"/>
                      <a:pt x="2307" y="820"/>
                    </a:cubicBezTo>
                    <a:cubicBezTo>
                      <a:pt x="2333" y="820"/>
                      <a:pt x="2373" y="794"/>
                      <a:pt x="2386" y="767"/>
                    </a:cubicBezTo>
                    <a:cubicBezTo>
                      <a:pt x="2413" y="727"/>
                      <a:pt x="2386" y="675"/>
                      <a:pt x="2347" y="648"/>
                    </a:cubicBezTo>
                    <a:cubicBezTo>
                      <a:pt x="1634" y="344"/>
                      <a:pt x="894" y="120"/>
                      <a:pt x="141" y="1"/>
                    </a:cubicBezTo>
                    <a:cubicBezTo>
                      <a:pt x="137" y="1"/>
                      <a:pt x="133"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8107348" y="2541188"/>
                <a:ext cx="29675" cy="79939"/>
              </a:xfrm>
              <a:custGeom>
                <a:rect b="b" l="l" r="r" t="t"/>
                <a:pathLst>
                  <a:path extrusionOk="0" h="1390" w="516">
                    <a:moveTo>
                      <a:pt x="416" y="1"/>
                    </a:moveTo>
                    <a:cubicBezTo>
                      <a:pt x="373" y="1"/>
                      <a:pt x="342" y="35"/>
                      <a:pt x="331" y="69"/>
                    </a:cubicBezTo>
                    <a:cubicBezTo>
                      <a:pt x="331" y="82"/>
                      <a:pt x="172" y="769"/>
                      <a:pt x="14" y="1284"/>
                    </a:cubicBezTo>
                    <a:cubicBezTo>
                      <a:pt x="0" y="1324"/>
                      <a:pt x="27" y="1377"/>
                      <a:pt x="66" y="1390"/>
                    </a:cubicBezTo>
                    <a:lnTo>
                      <a:pt x="93" y="1390"/>
                    </a:lnTo>
                    <a:cubicBezTo>
                      <a:pt x="132" y="1390"/>
                      <a:pt x="172" y="1363"/>
                      <a:pt x="185" y="1337"/>
                    </a:cubicBezTo>
                    <a:cubicBezTo>
                      <a:pt x="331" y="822"/>
                      <a:pt x="502" y="109"/>
                      <a:pt x="502" y="109"/>
                    </a:cubicBezTo>
                    <a:cubicBezTo>
                      <a:pt x="515" y="69"/>
                      <a:pt x="476" y="16"/>
                      <a:pt x="436" y="3"/>
                    </a:cubicBezTo>
                    <a:cubicBezTo>
                      <a:pt x="429" y="1"/>
                      <a:pt x="422"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8057947" y="2557291"/>
                <a:ext cx="25879" cy="22314"/>
              </a:xfrm>
              <a:custGeom>
                <a:rect b="b" l="l" r="r" t="t"/>
                <a:pathLst>
                  <a:path extrusionOk="0" h="388" w="450">
                    <a:moveTo>
                      <a:pt x="186" y="0"/>
                    </a:moveTo>
                    <a:cubicBezTo>
                      <a:pt x="80" y="0"/>
                      <a:pt x="1" y="93"/>
                      <a:pt x="1" y="199"/>
                    </a:cubicBezTo>
                    <a:cubicBezTo>
                      <a:pt x="1" y="314"/>
                      <a:pt x="90" y="387"/>
                      <a:pt x="185" y="387"/>
                    </a:cubicBezTo>
                    <a:cubicBezTo>
                      <a:pt x="231" y="387"/>
                      <a:pt x="279" y="370"/>
                      <a:pt x="318" y="331"/>
                    </a:cubicBezTo>
                    <a:cubicBezTo>
                      <a:pt x="450" y="212"/>
                      <a:pt x="358"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8052656" y="2138791"/>
                <a:ext cx="91786" cy="18288"/>
              </a:xfrm>
              <a:custGeom>
                <a:rect b="b" l="l" r="r" t="t"/>
                <a:pathLst>
                  <a:path extrusionOk="0" h="318" w="1596">
                    <a:moveTo>
                      <a:pt x="1515" y="0"/>
                    </a:moveTo>
                    <a:cubicBezTo>
                      <a:pt x="1512" y="0"/>
                      <a:pt x="1509" y="0"/>
                      <a:pt x="1506" y="1"/>
                    </a:cubicBezTo>
                    <a:cubicBezTo>
                      <a:pt x="1031" y="14"/>
                      <a:pt x="555" y="54"/>
                      <a:pt x="80" y="146"/>
                    </a:cubicBezTo>
                    <a:cubicBezTo>
                      <a:pt x="40" y="146"/>
                      <a:pt x="1" y="199"/>
                      <a:pt x="14" y="238"/>
                    </a:cubicBezTo>
                    <a:cubicBezTo>
                      <a:pt x="14" y="291"/>
                      <a:pt x="53" y="318"/>
                      <a:pt x="106" y="318"/>
                    </a:cubicBezTo>
                    <a:cubicBezTo>
                      <a:pt x="568" y="238"/>
                      <a:pt x="1031" y="186"/>
                      <a:pt x="1506" y="172"/>
                    </a:cubicBezTo>
                    <a:cubicBezTo>
                      <a:pt x="1509" y="173"/>
                      <a:pt x="1512" y="173"/>
                      <a:pt x="1515" y="173"/>
                    </a:cubicBezTo>
                    <a:cubicBezTo>
                      <a:pt x="1596" y="173"/>
                      <a:pt x="1596" y="0"/>
                      <a:pt x="15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8058752" y="2116420"/>
                <a:ext cx="47963" cy="39912"/>
              </a:xfrm>
              <a:custGeom>
                <a:rect b="b" l="l" r="r" t="t"/>
                <a:pathLst>
                  <a:path extrusionOk="0" h="694" w="834">
                    <a:moveTo>
                      <a:pt x="694" y="0"/>
                    </a:moveTo>
                    <a:cubicBezTo>
                      <a:pt x="683" y="0"/>
                      <a:pt x="672" y="2"/>
                      <a:pt x="661" y="7"/>
                    </a:cubicBezTo>
                    <a:cubicBezTo>
                      <a:pt x="410" y="139"/>
                      <a:pt x="185" y="324"/>
                      <a:pt x="27" y="548"/>
                    </a:cubicBezTo>
                    <a:cubicBezTo>
                      <a:pt x="0" y="601"/>
                      <a:pt x="13" y="654"/>
                      <a:pt x="53" y="680"/>
                    </a:cubicBezTo>
                    <a:cubicBezTo>
                      <a:pt x="66" y="680"/>
                      <a:pt x="79" y="693"/>
                      <a:pt x="106" y="693"/>
                    </a:cubicBezTo>
                    <a:cubicBezTo>
                      <a:pt x="132" y="693"/>
                      <a:pt x="159" y="680"/>
                      <a:pt x="172" y="654"/>
                    </a:cubicBezTo>
                    <a:cubicBezTo>
                      <a:pt x="317" y="456"/>
                      <a:pt x="515" y="297"/>
                      <a:pt x="740" y="178"/>
                    </a:cubicBezTo>
                    <a:cubicBezTo>
                      <a:pt x="834" y="131"/>
                      <a:pt x="78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7897782" y="1855324"/>
                <a:ext cx="96444" cy="156715"/>
              </a:xfrm>
              <a:custGeom>
                <a:rect b="b" l="l" r="r" t="t"/>
                <a:pathLst>
                  <a:path extrusionOk="0" h="2725" w="1677">
                    <a:moveTo>
                      <a:pt x="117" y="0"/>
                    </a:moveTo>
                    <a:cubicBezTo>
                      <a:pt x="54" y="0"/>
                      <a:pt x="0" y="68"/>
                      <a:pt x="39" y="136"/>
                    </a:cubicBezTo>
                    <a:cubicBezTo>
                      <a:pt x="726" y="1021"/>
                      <a:pt x="1492" y="2658"/>
                      <a:pt x="1492" y="2671"/>
                    </a:cubicBezTo>
                    <a:cubicBezTo>
                      <a:pt x="1505" y="2698"/>
                      <a:pt x="1545" y="2724"/>
                      <a:pt x="1571" y="2724"/>
                    </a:cubicBezTo>
                    <a:cubicBezTo>
                      <a:pt x="1584" y="2724"/>
                      <a:pt x="1597" y="2724"/>
                      <a:pt x="1611" y="2711"/>
                    </a:cubicBezTo>
                    <a:cubicBezTo>
                      <a:pt x="1650" y="2698"/>
                      <a:pt x="1677" y="2645"/>
                      <a:pt x="1650" y="2592"/>
                    </a:cubicBezTo>
                    <a:cubicBezTo>
                      <a:pt x="1650" y="2579"/>
                      <a:pt x="871" y="928"/>
                      <a:pt x="184" y="30"/>
                    </a:cubicBezTo>
                    <a:cubicBezTo>
                      <a:pt x="163" y="9"/>
                      <a:pt x="139" y="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99" name="Google Shape;4899;p7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3" name="Google Shape;4903;p71"/>
          <p:cNvGrpSpPr/>
          <p:nvPr/>
        </p:nvGrpSpPr>
        <p:grpSpPr>
          <a:xfrm flipH="1">
            <a:off x="6735625" y="2066194"/>
            <a:ext cx="3589119" cy="2542318"/>
            <a:chOff x="-1087803" y="2066179"/>
            <a:chExt cx="3366272" cy="2542318"/>
          </a:xfrm>
        </p:grpSpPr>
        <p:grpSp>
          <p:nvGrpSpPr>
            <p:cNvPr id="4904" name="Google Shape;4904;p71"/>
            <p:cNvGrpSpPr/>
            <p:nvPr/>
          </p:nvGrpSpPr>
          <p:grpSpPr>
            <a:xfrm>
              <a:off x="1130863" y="2392357"/>
              <a:ext cx="309388" cy="358787"/>
              <a:chOff x="7482936" y="3436295"/>
              <a:chExt cx="450871" cy="522861"/>
            </a:xfrm>
          </p:grpSpPr>
          <p:sp>
            <p:nvSpPr>
              <p:cNvPr id="4905" name="Google Shape;4905;p71"/>
              <p:cNvSpPr/>
              <p:nvPr/>
            </p:nvSpPr>
            <p:spPr>
              <a:xfrm>
                <a:off x="7482936" y="3607177"/>
                <a:ext cx="450871" cy="351978"/>
              </a:xfrm>
              <a:custGeom>
                <a:rect b="b" l="l" r="r" t="t"/>
                <a:pathLst>
                  <a:path extrusionOk="0" h="2826" w="3620">
                    <a:moveTo>
                      <a:pt x="2354" y="0"/>
                    </a:moveTo>
                    <a:cubicBezTo>
                      <a:pt x="2124" y="0"/>
                      <a:pt x="1897" y="66"/>
                      <a:pt x="1691" y="187"/>
                    </a:cubicBezTo>
                    <a:cubicBezTo>
                      <a:pt x="1691" y="187"/>
                      <a:pt x="1383" y="38"/>
                      <a:pt x="1031" y="38"/>
                    </a:cubicBezTo>
                    <a:cubicBezTo>
                      <a:pt x="719" y="38"/>
                      <a:pt x="371" y="155"/>
                      <a:pt x="172" y="596"/>
                    </a:cubicBezTo>
                    <a:cubicBezTo>
                      <a:pt x="1" y="966"/>
                      <a:pt x="14" y="1402"/>
                      <a:pt x="185" y="1771"/>
                    </a:cubicBezTo>
                    <a:cubicBezTo>
                      <a:pt x="344" y="2115"/>
                      <a:pt x="568" y="2419"/>
                      <a:pt x="833" y="2683"/>
                    </a:cubicBezTo>
                    <a:cubicBezTo>
                      <a:pt x="833" y="2683"/>
                      <a:pt x="1189" y="2825"/>
                      <a:pt x="1626" y="2825"/>
                    </a:cubicBezTo>
                    <a:cubicBezTo>
                      <a:pt x="1917" y="2825"/>
                      <a:pt x="2243" y="2762"/>
                      <a:pt x="2523" y="2551"/>
                    </a:cubicBezTo>
                    <a:cubicBezTo>
                      <a:pt x="3619" y="1719"/>
                      <a:pt x="3553" y="913"/>
                      <a:pt x="3131" y="372"/>
                    </a:cubicBezTo>
                    <a:cubicBezTo>
                      <a:pt x="2959" y="147"/>
                      <a:pt x="2708" y="2"/>
                      <a:pt x="2417" y="2"/>
                    </a:cubicBezTo>
                    <a:cubicBezTo>
                      <a:pt x="2396" y="1"/>
                      <a:pt x="2375" y="0"/>
                      <a:pt x="2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7505978" y="3607302"/>
                <a:ext cx="427829" cy="351854"/>
              </a:xfrm>
              <a:custGeom>
                <a:rect b="b" l="l" r="r" t="t"/>
                <a:pathLst>
                  <a:path extrusionOk="0" h="2825" w="3435">
                    <a:moveTo>
                      <a:pt x="2232" y="1"/>
                    </a:moveTo>
                    <a:cubicBezTo>
                      <a:pt x="2206" y="14"/>
                      <a:pt x="2166" y="40"/>
                      <a:pt x="2166" y="40"/>
                    </a:cubicBezTo>
                    <a:cubicBezTo>
                      <a:pt x="2166" y="40"/>
                      <a:pt x="2774" y="1044"/>
                      <a:pt x="1942" y="1757"/>
                    </a:cubicBezTo>
                    <a:cubicBezTo>
                      <a:pt x="1678" y="1979"/>
                      <a:pt x="1373" y="2055"/>
                      <a:pt x="1078" y="2055"/>
                    </a:cubicBezTo>
                    <a:cubicBezTo>
                      <a:pt x="634" y="2055"/>
                      <a:pt x="215" y="1882"/>
                      <a:pt x="0" y="1770"/>
                    </a:cubicBezTo>
                    <a:lnTo>
                      <a:pt x="0" y="1770"/>
                    </a:lnTo>
                    <a:cubicBezTo>
                      <a:pt x="159" y="2114"/>
                      <a:pt x="383" y="2418"/>
                      <a:pt x="648" y="2682"/>
                    </a:cubicBezTo>
                    <a:cubicBezTo>
                      <a:pt x="648" y="2682"/>
                      <a:pt x="1004" y="2824"/>
                      <a:pt x="1441" y="2824"/>
                    </a:cubicBezTo>
                    <a:cubicBezTo>
                      <a:pt x="1732" y="2824"/>
                      <a:pt x="2058" y="2761"/>
                      <a:pt x="2338" y="2550"/>
                    </a:cubicBezTo>
                    <a:cubicBezTo>
                      <a:pt x="3434" y="1718"/>
                      <a:pt x="3368" y="912"/>
                      <a:pt x="2946" y="371"/>
                    </a:cubicBezTo>
                    <a:cubicBezTo>
                      <a:pt x="2774" y="146"/>
                      <a:pt x="2523"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7570121" y="3475777"/>
                <a:ext cx="123429" cy="167893"/>
              </a:xfrm>
              <a:custGeom>
                <a:rect b="b" l="l" r="r" t="t"/>
                <a:pathLst>
                  <a:path extrusionOk="0" h="1348" w="991">
                    <a:moveTo>
                      <a:pt x="212" y="0"/>
                    </a:moveTo>
                    <a:lnTo>
                      <a:pt x="1" y="119"/>
                    </a:lnTo>
                    <a:cubicBezTo>
                      <a:pt x="344" y="489"/>
                      <a:pt x="634" y="885"/>
                      <a:pt x="859" y="1334"/>
                    </a:cubicBezTo>
                    <a:lnTo>
                      <a:pt x="991" y="1347"/>
                    </a:lnTo>
                    <a:cubicBezTo>
                      <a:pt x="951" y="793"/>
                      <a:pt x="212" y="0"/>
                      <a:pt x="2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7573359" y="3436295"/>
                <a:ext cx="238264" cy="208995"/>
              </a:xfrm>
              <a:custGeom>
                <a:rect b="b" l="l" r="r" t="t"/>
                <a:pathLst>
                  <a:path extrusionOk="0" h="1678" w="1913">
                    <a:moveTo>
                      <a:pt x="1718" y="0"/>
                    </a:moveTo>
                    <a:lnTo>
                      <a:pt x="1718" y="0"/>
                    </a:lnTo>
                    <a:cubicBezTo>
                      <a:pt x="1718" y="0"/>
                      <a:pt x="1718" y="0"/>
                      <a:pt x="1718" y="0"/>
                    </a:cubicBezTo>
                    <a:cubicBezTo>
                      <a:pt x="1" y="1017"/>
                      <a:pt x="991" y="1678"/>
                      <a:pt x="991" y="1678"/>
                    </a:cubicBezTo>
                    <a:cubicBezTo>
                      <a:pt x="1912" y="1585"/>
                      <a:pt x="1719" y="0"/>
                      <a:pt x="1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71"/>
            <p:cNvGrpSpPr/>
            <p:nvPr/>
          </p:nvGrpSpPr>
          <p:grpSpPr>
            <a:xfrm flipH="1">
              <a:off x="-1087803" y="2066179"/>
              <a:ext cx="3366272" cy="2542318"/>
              <a:chOff x="1180400" y="3235525"/>
              <a:chExt cx="954375" cy="720775"/>
            </a:xfrm>
          </p:grpSpPr>
          <p:sp>
            <p:nvSpPr>
              <p:cNvPr id="4910" name="Google Shape;4910;p71"/>
              <p:cNvSpPr/>
              <p:nvPr/>
            </p:nvSpPr>
            <p:spPr>
              <a:xfrm>
                <a:off x="2076475" y="3793825"/>
                <a:ext cx="16525" cy="140025"/>
              </a:xfrm>
              <a:custGeom>
                <a:rect b="b" l="l" r="r" t="t"/>
                <a:pathLst>
                  <a:path extrusionOk="0" h="5601" w="661">
                    <a:moveTo>
                      <a:pt x="0" y="1"/>
                    </a:moveTo>
                    <a:lnTo>
                      <a:pt x="436" y="5600"/>
                    </a:lnTo>
                    <a:lnTo>
                      <a:pt x="660" y="5600"/>
                    </a:lnTo>
                    <a:lnTo>
                      <a:pt x="0" y="1"/>
                    </a:lnTo>
                    <a:close/>
                  </a:path>
                </a:pathLst>
              </a:custGeom>
              <a:solidFill>
                <a:srgbClr val="F3D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1" name="Google Shape;4911;p71"/>
              <p:cNvGrpSpPr/>
              <p:nvPr/>
            </p:nvGrpSpPr>
            <p:grpSpPr>
              <a:xfrm>
                <a:off x="1180400" y="3235525"/>
                <a:ext cx="954375" cy="720775"/>
                <a:chOff x="1180400" y="3235525"/>
                <a:chExt cx="954375" cy="720775"/>
              </a:xfrm>
            </p:grpSpPr>
            <p:sp>
              <p:nvSpPr>
                <p:cNvPr id="4912" name="Google Shape;4912;p71"/>
                <p:cNvSpPr/>
                <p:nvPr/>
              </p:nvSpPr>
              <p:spPr>
                <a:xfrm>
                  <a:off x="1362328" y="3382121"/>
                  <a:ext cx="8596" cy="24977"/>
                </a:xfrm>
                <a:custGeom>
                  <a:rect b="b" l="l" r="r" t="t"/>
                  <a:pathLst>
                    <a:path extrusionOk="0" h="423" w="344">
                      <a:moveTo>
                        <a:pt x="0" y="0"/>
                      </a:moveTo>
                      <a:lnTo>
                        <a:pt x="0" y="423"/>
                      </a:lnTo>
                      <a:lnTo>
                        <a:pt x="344" y="423"/>
                      </a:lnTo>
                      <a:lnTo>
                        <a:pt x="344" y="13"/>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1328976" y="3407100"/>
                  <a:ext cx="75300" cy="20904"/>
                </a:xfrm>
                <a:custGeom>
                  <a:rect b="b" l="l" r="r" t="t"/>
                  <a:pathLst>
                    <a:path extrusionOk="0" h="1678" w="3012">
                      <a:moveTo>
                        <a:pt x="1202" y="1"/>
                      </a:moveTo>
                      <a:lnTo>
                        <a:pt x="1202" y="1268"/>
                      </a:lnTo>
                      <a:lnTo>
                        <a:pt x="53" y="1625"/>
                      </a:lnTo>
                      <a:lnTo>
                        <a:pt x="0" y="1678"/>
                      </a:lnTo>
                      <a:lnTo>
                        <a:pt x="3012" y="1678"/>
                      </a:lnTo>
                      <a:lnTo>
                        <a:pt x="2959" y="1625"/>
                      </a:lnTo>
                      <a:lnTo>
                        <a:pt x="1810" y="1268"/>
                      </a:lnTo>
                      <a:lnTo>
                        <a:pt x="18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1325675" y="3429650"/>
                  <a:ext cx="81900" cy="3325"/>
                </a:xfrm>
                <a:custGeom>
                  <a:rect b="b" l="l" r="r" t="t"/>
                  <a:pathLst>
                    <a:path extrusionOk="0" h="133" w="3276">
                      <a:moveTo>
                        <a:pt x="132" y="1"/>
                      </a:moveTo>
                      <a:lnTo>
                        <a:pt x="0" y="133"/>
                      </a:lnTo>
                      <a:lnTo>
                        <a:pt x="3276" y="133"/>
                      </a:lnTo>
                      <a:lnTo>
                        <a:pt x="3144" y="1"/>
                      </a:lnTo>
                      <a:close/>
                    </a:path>
                  </a:pathLst>
                </a:custGeom>
                <a:solidFill>
                  <a:srgbClr val="1A2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1333925" y="3235525"/>
                  <a:ext cx="115575" cy="148275"/>
                </a:xfrm>
                <a:custGeom>
                  <a:rect b="b" l="l" r="r" t="t"/>
                  <a:pathLst>
                    <a:path extrusionOk="0" h="5931" w="4623">
                      <a:moveTo>
                        <a:pt x="2576" y="159"/>
                      </a:moveTo>
                      <a:cubicBezTo>
                        <a:pt x="3830" y="766"/>
                        <a:pt x="4504" y="2153"/>
                        <a:pt x="4187" y="3500"/>
                      </a:cubicBezTo>
                      <a:cubicBezTo>
                        <a:pt x="3885" y="4851"/>
                        <a:pt x="2698" y="5811"/>
                        <a:pt x="1310" y="5811"/>
                      </a:cubicBezTo>
                      <a:cubicBezTo>
                        <a:pt x="1301" y="5811"/>
                        <a:pt x="1291" y="5811"/>
                        <a:pt x="1282" y="5811"/>
                      </a:cubicBezTo>
                      <a:cubicBezTo>
                        <a:pt x="899" y="5811"/>
                        <a:pt x="516" y="5745"/>
                        <a:pt x="159" y="5587"/>
                      </a:cubicBezTo>
                      <a:lnTo>
                        <a:pt x="2576" y="159"/>
                      </a:lnTo>
                      <a:close/>
                      <a:moveTo>
                        <a:pt x="2523" y="0"/>
                      </a:moveTo>
                      <a:lnTo>
                        <a:pt x="1" y="5653"/>
                      </a:lnTo>
                      <a:lnTo>
                        <a:pt x="53" y="5679"/>
                      </a:lnTo>
                      <a:cubicBezTo>
                        <a:pt x="450" y="5851"/>
                        <a:pt x="859" y="5930"/>
                        <a:pt x="1282" y="5930"/>
                      </a:cubicBezTo>
                      <a:cubicBezTo>
                        <a:pt x="2747" y="5930"/>
                        <a:pt x="4002" y="4926"/>
                        <a:pt x="4306" y="3500"/>
                      </a:cubicBezTo>
                      <a:cubicBezTo>
                        <a:pt x="4623" y="2074"/>
                        <a:pt x="3896" y="634"/>
                        <a:pt x="2576" y="27"/>
                      </a:cubicBezTo>
                      <a:lnTo>
                        <a:pt x="25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1290025" y="3239725"/>
                  <a:ext cx="152225" cy="133450"/>
                </a:xfrm>
                <a:custGeom>
                  <a:rect b="b" l="l" r="r" t="t"/>
                  <a:pathLst>
                    <a:path extrusionOk="0" h="5338" w="6089">
                      <a:moveTo>
                        <a:pt x="3046" y="0"/>
                      </a:moveTo>
                      <a:cubicBezTo>
                        <a:pt x="2560" y="0"/>
                        <a:pt x="2068" y="134"/>
                        <a:pt x="1624" y="414"/>
                      </a:cubicBezTo>
                      <a:cubicBezTo>
                        <a:pt x="383" y="1193"/>
                        <a:pt x="0" y="2830"/>
                        <a:pt x="779" y="4085"/>
                      </a:cubicBezTo>
                      <a:cubicBezTo>
                        <a:pt x="1283" y="4896"/>
                        <a:pt x="2151" y="5337"/>
                        <a:pt x="3041" y="5337"/>
                      </a:cubicBezTo>
                      <a:cubicBezTo>
                        <a:pt x="3528" y="5337"/>
                        <a:pt x="4020" y="5206"/>
                        <a:pt x="4464" y="4930"/>
                      </a:cubicBezTo>
                      <a:cubicBezTo>
                        <a:pt x="5705" y="4151"/>
                        <a:pt x="6088" y="2500"/>
                        <a:pt x="5309" y="1259"/>
                      </a:cubicBezTo>
                      <a:cubicBezTo>
                        <a:pt x="4805" y="447"/>
                        <a:pt x="3936" y="0"/>
                        <a:pt x="3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1325350" y="3240150"/>
                  <a:ext cx="63400" cy="114250"/>
                </a:xfrm>
                <a:custGeom>
                  <a:rect b="b" l="l" r="r" t="t"/>
                  <a:pathLst>
                    <a:path extrusionOk="0" h="4570" w="2536">
                      <a:moveTo>
                        <a:pt x="1426" y="0"/>
                      </a:moveTo>
                      <a:cubicBezTo>
                        <a:pt x="1017" y="27"/>
                        <a:pt x="634" y="159"/>
                        <a:pt x="291" y="357"/>
                      </a:cubicBezTo>
                      <a:lnTo>
                        <a:pt x="132" y="621"/>
                      </a:lnTo>
                      <a:lnTo>
                        <a:pt x="0" y="832"/>
                      </a:lnTo>
                      <a:lnTo>
                        <a:pt x="53" y="832"/>
                      </a:lnTo>
                      <a:lnTo>
                        <a:pt x="145" y="740"/>
                      </a:lnTo>
                      <a:lnTo>
                        <a:pt x="291" y="529"/>
                      </a:lnTo>
                      <a:lnTo>
                        <a:pt x="145" y="832"/>
                      </a:lnTo>
                      <a:lnTo>
                        <a:pt x="27" y="964"/>
                      </a:lnTo>
                      <a:lnTo>
                        <a:pt x="145" y="1123"/>
                      </a:lnTo>
                      <a:lnTo>
                        <a:pt x="423" y="1413"/>
                      </a:lnTo>
                      <a:lnTo>
                        <a:pt x="489" y="1625"/>
                      </a:lnTo>
                      <a:lnTo>
                        <a:pt x="740" y="1823"/>
                      </a:lnTo>
                      <a:lnTo>
                        <a:pt x="647" y="1968"/>
                      </a:lnTo>
                      <a:lnTo>
                        <a:pt x="423" y="2100"/>
                      </a:lnTo>
                      <a:lnTo>
                        <a:pt x="264" y="2377"/>
                      </a:lnTo>
                      <a:cubicBezTo>
                        <a:pt x="264" y="2377"/>
                        <a:pt x="594" y="2932"/>
                        <a:pt x="594" y="2959"/>
                      </a:cubicBezTo>
                      <a:cubicBezTo>
                        <a:pt x="594" y="2985"/>
                        <a:pt x="528" y="3289"/>
                        <a:pt x="528" y="3289"/>
                      </a:cubicBezTo>
                      <a:lnTo>
                        <a:pt x="304" y="3817"/>
                      </a:lnTo>
                      <a:lnTo>
                        <a:pt x="225" y="4292"/>
                      </a:lnTo>
                      <a:lnTo>
                        <a:pt x="330" y="4570"/>
                      </a:lnTo>
                      <a:lnTo>
                        <a:pt x="423" y="4517"/>
                      </a:lnTo>
                      <a:lnTo>
                        <a:pt x="489" y="4306"/>
                      </a:lnTo>
                      <a:lnTo>
                        <a:pt x="687" y="4094"/>
                      </a:lnTo>
                      <a:lnTo>
                        <a:pt x="1308" y="3936"/>
                      </a:lnTo>
                      <a:lnTo>
                        <a:pt x="1519" y="3685"/>
                      </a:lnTo>
                      <a:lnTo>
                        <a:pt x="1743" y="3685"/>
                      </a:lnTo>
                      <a:lnTo>
                        <a:pt x="2113" y="3487"/>
                      </a:lnTo>
                      <a:lnTo>
                        <a:pt x="2179" y="3342"/>
                      </a:lnTo>
                      <a:lnTo>
                        <a:pt x="2443" y="3223"/>
                      </a:lnTo>
                      <a:lnTo>
                        <a:pt x="2536" y="3104"/>
                      </a:lnTo>
                      <a:lnTo>
                        <a:pt x="2113" y="2853"/>
                      </a:lnTo>
                      <a:lnTo>
                        <a:pt x="2087" y="2708"/>
                      </a:lnTo>
                      <a:lnTo>
                        <a:pt x="1875" y="2668"/>
                      </a:lnTo>
                      <a:lnTo>
                        <a:pt x="1875" y="2404"/>
                      </a:lnTo>
                      <a:lnTo>
                        <a:pt x="1638" y="2259"/>
                      </a:lnTo>
                      <a:lnTo>
                        <a:pt x="1374" y="1876"/>
                      </a:lnTo>
                      <a:lnTo>
                        <a:pt x="1057" y="1691"/>
                      </a:lnTo>
                      <a:lnTo>
                        <a:pt x="740" y="1744"/>
                      </a:lnTo>
                      <a:lnTo>
                        <a:pt x="594" y="1638"/>
                      </a:lnTo>
                      <a:lnTo>
                        <a:pt x="568" y="1479"/>
                      </a:lnTo>
                      <a:lnTo>
                        <a:pt x="634" y="1400"/>
                      </a:lnTo>
                      <a:lnTo>
                        <a:pt x="634" y="1308"/>
                      </a:lnTo>
                      <a:lnTo>
                        <a:pt x="515" y="1189"/>
                      </a:lnTo>
                      <a:lnTo>
                        <a:pt x="727" y="1083"/>
                      </a:lnTo>
                      <a:lnTo>
                        <a:pt x="594" y="1057"/>
                      </a:lnTo>
                      <a:lnTo>
                        <a:pt x="423" y="1123"/>
                      </a:lnTo>
                      <a:lnTo>
                        <a:pt x="330" y="1057"/>
                      </a:lnTo>
                      <a:lnTo>
                        <a:pt x="489" y="819"/>
                      </a:lnTo>
                      <a:lnTo>
                        <a:pt x="660" y="727"/>
                      </a:lnTo>
                      <a:lnTo>
                        <a:pt x="872" y="740"/>
                      </a:lnTo>
                      <a:lnTo>
                        <a:pt x="1017" y="793"/>
                      </a:lnTo>
                      <a:lnTo>
                        <a:pt x="1004" y="938"/>
                      </a:lnTo>
                      <a:lnTo>
                        <a:pt x="951" y="1096"/>
                      </a:lnTo>
                      <a:lnTo>
                        <a:pt x="1096" y="1096"/>
                      </a:lnTo>
                      <a:lnTo>
                        <a:pt x="1202" y="819"/>
                      </a:lnTo>
                      <a:lnTo>
                        <a:pt x="1479" y="740"/>
                      </a:lnTo>
                      <a:lnTo>
                        <a:pt x="1651" y="608"/>
                      </a:lnTo>
                      <a:lnTo>
                        <a:pt x="1809" y="647"/>
                      </a:lnTo>
                      <a:lnTo>
                        <a:pt x="1994" y="542"/>
                      </a:lnTo>
                      <a:lnTo>
                        <a:pt x="1994" y="423"/>
                      </a:lnTo>
                      <a:lnTo>
                        <a:pt x="1598" y="423"/>
                      </a:lnTo>
                      <a:lnTo>
                        <a:pt x="1321" y="251"/>
                      </a:lnTo>
                      <a:lnTo>
                        <a:pt x="1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1347450" y="3270200"/>
                  <a:ext cx="14900" cy="8925"/>
                </a:xfrm>
                <a:custGeom>
                  <a:rect b="b" l="l" r="r" t="t"/>
                  <a:pathLst>
                    <a:path extrusionOk="0" h="357" w="596">
                      <a:moveTo>
                        <a:pt x="1" y="0"/>
                      </a:moveTo>
                      <a:lnTo>
                        <a:pt x="173" y="145"/>
                      </a:lnTo>
                      <a:lnTo>
                        <a:pt x="331" y="238"/>
                      </a:lnTo>
                      <a:lnTo>
                        <a:pt x="503" y="357"/>
                      </a:lnTo>
                      <a:lnTo>
                        <a:pt x="595" y="357"/>
                      </a:lnTo>
                      <a:lnTo>
                        <a:pt x="384" y="198"/>
                      </a:lnTo>
                      <a:lnTo>
                        <a:pt x="1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1364300" y="3240150"/>
                  <a:ext cx="23125" cy="15875"/>
                </a:xfrm>
                <a:custGeom>
                  <a:rect b="b" l="l" r="r" t="t"/>
                  <a:pathLst>
                    <a:path extrusionOk="0" h="635" w="925">
                      <a:moveTo>
                        <a:pt x="1" y="0"/>
                      </a:moveTo>
                      <a:lnTo>
                        <a:pt x="1" y="132"/>
                      </a:lnTo>
                      <a:lnTo>
                        <a:pt x="93" y="238"/>
                      </a:lnTo>
                      <a:lnTo>
                        <a:pt x="133" y="357"/>
                      </a:lnTo>
                      <a:lnTo>
                        <a:pt x="516" y="397"/>
                      </a:lnTo>
                      <a:lnTo>
                        <a:pt x="753" y="476"/>
                      </a:lnTo>
                      <a:lnTo>
                        <a:pt x="872" y="634"/>
                      </a:lnTo>
                      <a:lnTo>
                        <a:pt x="925" y="595"/>
                      </a:lnTo>
                      <a:lnTo>
                        <a:pt x="925" y="357"/>
                      </a:lnTo>
                      <a:lnTo>
                        <a:pt x="793" y="264"/>
                      </a:lnTo>
                      <a:lnTo>
                        <a:pt x="727" y="159"/>
                      </a:lnTo>
                      <a:lnTo>
                        <a:pt x="634" y="159"/>
                      </a:lnTo>
                      <a:lnTo>
                        <a:pt x="463" y="278"/>
                      </a:lnTo>
                      <a:lnTo>
                        <a:pt x="317" y="278"/>
                      </a:lnTo>
                      <a:lnTo>
                        <a:pt x="357" y="198"/>
                      </a:lnTo>
                      <a:lnTo>
                        <a:pt x="291" y="80"/>
                      </a:lnTo>
                      <a:lnTo>
                        <a:pt x="502" y="80"/>
                      </a:lnTo>
                      <a:lnTo>
                        <a:pt x="555" y="40"/>
                      </a:lnTo>
                      <a:cubicBezTo>
                        <a:pt x="397" y="14"/>
                        <a:pt x="238" y="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1420100" y="3273825"/>
                  <a:ext cx="7275" cy="12575"/>
                </a:xfrm>
                <a:custGeom>
                  <a:rect b="b" l="l" r="r" t="t"/>
                  <a:pathLst>
                    <a:path extrusionOk="0" h="503" w="291">
                      <a:moveTo>
                        <a:pt x="159" y="0"/>
                      </a:moveTo>
                      <a:lnTo>
                        <a:pt x="106" y="40"/>
                      </a:lnTo>
                      <a:lnTo>
                        <a:pt x="66" y="159"/>
                      </a:lnTo>
                      <a:lnTo>
                        <a:pt x="0" y="212"/>
                      </a:lnTo>
                      <a:lnTo>
                        <a:pt x="132" y="502"/>
                      </a:lnTo>
                      <a:lnTo>
                        <a:pt x="185" y="502"/>
                      </a:lnTo>
                      <a:lnTo>
                        <a:pt x="185" y="370"/>
                      </a:lnTo>
                      <a:lnTo>
                        <a:pt x="291" y="251"/>
                      </a:lnTo>
                      <a:cubicBezTo>
                        <a:pt x="251" y="172"/>
                        <a:pt x="212" y="80"/>
                        <a:pt x="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1"/>
                <p:cNvSpPr/>
                <p:nvPr/>
              </p:nvSpPr>
              <p:spPr>
                <a:xfrm>
                  <a:off x="1412500" y="3287350"/>
                  <a:ext cx="20500" cy="65400"/>
                </a:xfrm>
                <a:custGeom>
                  <a:rect b="b" l="l" r="r" t="t"/>
                  <a:pathLst>
                    <a:path extrusionOk="0" h="2616" w="820">
                      <a:moveTo>
                        <a:pt x="489" y="1"/>
                      </a:moveTo>
                      <a:lnTo>
                        <a:pt x="304" y="146"/>
                      </a:lnTo>
                      <a:lnTo>
                        <a:pt x="146" y="265"/>
                      </a:lnTo>
                      <a:lnTo>
                        <a:pt x="146" y="331"/>
                      </a:lnTo>
                      <a:lnTo>
                        <a:pt x="1" y="476"/>
                      </a:lnTo>
                      <a:lnTo>
                        <a:pt x="67" y="899"/>
                      </a:lnTo>
                      <a:lnTo>
                        <a:pt x="120" y="1229"/>
                      </a:lnTo>
                      <a:lnTo>
                        <a:pt x="304" y="1335"/>
                      </a:lnTo>
                      <a:lnTo>
                        <a:pt x="529" y="1388"/>
                      </a:lnTo>
                      <a:lnTo>
                        <a:pt x="582" y="1559"/>
                      </a:lnTo>
                      <a:lnTo>
                        <a:pt x="489" y="2048"/>
                      </a:lnTo>
                      <a:lnTo>
                        <a:pt x="133" y="2391"/>
                      </a:lnTo>
                      <a:lnTo>
                        <a:pt x="80" y="2616"/>
                      </a:lnTo>
                      <a:cubicBezTo>
                        <a:pt x="555" y="2114"/>
                        <a:pt x="819" y="1454"/>
                        <a:pt x="819" y="767"/>
                      </a:cubicBezTo>
                      <a:cubicBezTo>
                        <a:pt x="819" y="529"/>
                        <a:pt x="780" y="291"/>
                        <a:pt x="727" y="67"/>
                      </a:cubicBezTo>
                      <a:lnTo>
                        <a:pt x="5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1"/>
                <p:cNvSpPr/>
                <p:nvPr/>
              </p:nvSpPr>
              <p:spPr>
                <a:xfrm>
                  <a:off x="1206475" y="3882975"/>
                  <a:ext cx="928300" cy="73325"/>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1"/>
                <p:cNvSpPr/>
                <p:nvPr/>
              </p:nvSpPr>
              <p:spPr>
                <a:xfrm>
                  <a:off x="1906100" y="3448150"/>
                  <a:ext cx="50200" cy="435825"/>
                </a:xfrm>
                <a:custGeom>
                  <a:rect b="b" l="l" r="r" t="t"/>
                  <a:pathLst>
                    <a:path extrusionOk="0" h="17433" w="2008">
                      <a:moveTo>
                        <a:pt x="0" y="0"/>
                      </a:moveTo>
                      <a:lnTo>
                        <a:pt x="1387" y="17433"/>
                      </a:lnTo>
                      <a:lnTo>
                        <a:pt x="2008" y="17433"/>
                      </a:lnTo>
                      <a:lnTo>
                        <a:pt x="200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1195925" y="3443200"/>
                  <a:ext cx="236425" cy="387950"/>
                </a:xfrm>
                <a:custGeom>
                  <a:rect b="b" l="l" r="r" t="t"/>
                  <a:pathLst>
                    <a:path extrusionOk="0" h="15518" w="9457">
                      <a:moveTo>
                        <a:pt x="317" y="0"/>
                      </a:moveTo>
                      <a:lnTo>
                        <a:pt x="0" y="13497"/>
                      </a:lnTo>
                      <a:lnTo>
                        <a:pt x="9284" y="15518"/>
                      </a:lnTo>
                      <a:lnTo>
                        <a:pt x="9456" y="30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1421425" y="3457050"/>
                  <a:ext cx="681475" cy="364525"/>
                </a:xfrm>
                <a:custGeom>
                  <a:rect b="b" l="l" r="r" t="t"/>
                  <a:pathLst>
                    <a:path extrusionOk="0" h="14581" w="27259">
                      <a:moveTo>
                        <a:pt x="0" y="1"/>
                      </a:moveTo>
                      <a:lnTo>
                        <a:pt x="0" y="14581"/>
                      </a:lnTo>
                      <a:lnTo>
                        <a:pt x="27259" y="13432"/>
                      </a:lnTo>
                      <a:lnTo>
                        <a:pt x="272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1421425" y="3457050"/>
                  <a:ext cx="52175" cy="491325"/>
                </a:xfrm>
                <a:custGeom>
                  <a:rect b="b" l="l" r="r" t="t"/>
                  <a:pathLst>
                    <a:path extrusionOk="0" h="19653" w="2087">
                      <a:moveTo>
                        <a:pt x="0" y="1"/>
                      </a:moveTo>
                      <a:lnTo>
                        <a:pt x="0" y="19652"/>
                      </a:lnTo>
                      <a:lnTo>
                        <a:pt x="621" y="19652"/>
                      </a:lnTo>
                      <a:lnTo>
                        <a:pt x="20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2049725" y="3457050"/>
                  <a:ext cx="53175" cy="476800"/>
                </a:xfrm>
                <a:custGeom>
                  <a:rect b="b" l="l" r="r" t="t"/>
                  <a:pathLst>
                    <a:path extrusionOk="0" h="19072" w="2127">
                      <a:moveTo>
                        <a:pt x="0" y="1"/>
                      </a:moveTo>
                      <a:lnTo>
                        <a:pt x="1506" y="19071"/>
                      </a:lnTo>
                      <a:lnTo>
                        <a:pt x="2127" y="19071"/>
                      </a:lnTo>
                      <a:lnTo>
                        <a:pt x="21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1197575" y="3432625"/>
                  <a:ext cx="52175" cy="463575"/>
                </a:xfrm>
                <a:custGeom>
                  <a:rect b="b" l="l" r="r" t="t"/>
                  <a:pathLst>
                    <a:path extrusionOk="0" h="18543" w="2087">
                      <a:moveTo>
                        <a:pt x="0" y="1"/>
                      </a:moveTo>
                      <a:lnTo>
                        <a:pt x="0" y="18543"/>
                      </a:lnTo>
                      <a:lnTo>
                        <a:pt x="621" y="18543"/>
                      </a:lnTo>
                      <a:lnTo>
                        <a:pt x="20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1180400" y="3419100"/>
                  <a:ext cx="241050" cy="37975"/>
                </a:xfrm>
                <a:custGeom>
                  <a:rect b="b" l="l" r="r" t="t"/>
                  <a:pathLst>
                    <a:path extrusionOk="0" h="1519" w="9642">
                      <a:moveTo>
                        <a:pt x="0" y="0"/>
                      </a:moveTo>
                      <a:lnTo>
                        <a:pt x="0" y="898"/>
                      </a:lnTo>
                      <a:lnTo>
                        <a:pt x="9641" y="1519"/>
                      </a:lnTo>
                      <a:lnTo>
                        <a:pt x="9641" y="370"/>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1421425" y="3428000"/>
                  <a:ext cx="710525" cy="29075"/>
                </a:xfrm>
                <a:custGeom>
                  <a:rect b="b" l="l" r="r" t="t"/>
                  <a:pathLst>
                    <a:path extrusionOk="0" h="1163" w="28421">
                      <a:moveTo>
                        <a:pt x="0" y="1"/>
                      </a:moveTo>
                      <a:lnTo>
                        <a:pt x="0" y="1163"/>
                      </a:lnTo>
                      <a:lnTo>
                        <a:pt x="28421" y="1163"/>
                      </a:lnTo>
                      <a:lnTo>
                        <a:pt x="284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1421425" y="3457050"/>
                  <a:ext cx="681475" cy="175025"/>
                </a:xfrm>
                <a:custGeom>
                  <a:rect b="b" l="l" r="r" t="t"/>
                  <a:pathLst>
                    <a:path extrusionOk="0" h="7001" w="27259">
                      <a:moveTo>
                        <a:pt x="0" y="1"/>
                      </a:moveTo>
                      <a:lnTo>
                        <a:pt x="0" y="1401"/>
                      </a:lnTo>
                      <a:lnTo>
                        <a:pt x="27259" y="7000"/>
                      </a:lnTo>
                      <a:lnTo>
                        <a:pt x="272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1206475" y="3778300"/>
                  <a:ext cx="15875" cy="117900"/>
                </a:xfrm>
                <a:custGeom>
                  <a:rect b="b" l="l" r="r" t="t"/>
                  <a:pathLst>
                    <a:path extrusionOk="0" h="4716" w="635">
                      <a:moveTo>
                        <a:pt x="635" y="1"/>
                      </a:moveTo>
                      <a:lnTo>
                        <a:pt x="1" y="4716"/>
                      </a:lnTo>
                      <a:lnTo>
                        <a:pt x="265" y="4716"/>
                      </a:lnTo>
                      <a:lnTo>
                        <a:pt x="6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1431650" y="3849300"/>
                  <a:ext cx="13225" cy="99075"/>
                </a:xfrm>
                <a:custGeom>
                  <a:rect b="b" l="l" r="r" t="t"/>
                  <a:pathLst>
                    <a:path extrusionOk="0" h="3963" w="529">
                      <a:moveTo>
                        <a:pt x="529" y="0"/>
                      </a:moveTo>
                      <a:lnTo>
                        <a:pt x="1" y="3962"/>
                      </a:lnTo>
                      <a:lnTo>
                        <a:pt x="212" y="3962"/>
                      </a:lnTo>
                      <a:lnTo>
                        <a:pt x="52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1197575" y="3442525"/>
                  <a:ext cx="223875" cy="49550"/>
                </a:xfrm>
                <a:custGeom>
                  <a:rect b="b" l="l" r="r" t="t"/>
                  <a:pathLst>
                    <a:path extrusionOk="0" h="1982" w="8955">
                      <a:moveTo>
                        <a:pt x="0" y="1"/>
                      </a:moveTo>
                      <a:lnTo>
                        <a:pt x="0" y="331"/>
                      </a:lnTo>
                      <a:lnTo>
                        <a:pt x="8954" y="1982"/>
                      </a:lnTo>
                      <a:lnTo>
                        <a:pt x="8954" y="582"/>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35" name="Google Shape;4935;p71"/>
          <p:cNvGrpSpPr/>
          <p:nvPr/>
        </p:nvGrpSpPr>
        <p:grpSpPr>
          <a:xfrm>
            <a:off x="-187" y="1042538"/>
            <a:ext cx="1178613" cy="886450"/>
            <a:chOff x="-787" y="1042538"/>
            <a:chExt cx="1178613" cy="886450"/>
          </a:xfrm>
        </p:grpSpPr>
        <p:sp>
          <p:nvSpPr>
            <p:cNvPr id="4936" name="Google Shape;4936;p71"/>
            <p:cNvSpPr/>
            <p:nvPr/>
          </p:nvSpPr>
          <p:spPr>
            <a:xfrm>
              <a:off x="-175" y="1151288"/>
              <a:ext cx="1178000" cy="777700"/>
            </a:xfrm>
            <a:custGeom>
              <a:rect b="b" l="l" r="r" t="t"/>
              <a:pathLst>
                <a:path extrusionOk="0" h="31108" w="47120">
                  <a:moveTo>
                    <a:pt x="1" y="0"/>
                  </a:moveTo>
                  <a:lnTo>
                    <a:pt x="1" y="31107"/>
                  </a:lnTo>
                  <a:lnTo>
                    <a:pt x="47119" y="31107"/>
                  </a:lnTo>
                  <a:lnTo>
                    <a:pt x="471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787" y="1042538"/>
              <a:ext cx="1178000" cy="110925"/>
            </a:xfrm>
            <a:custGeom>
              <a:rect b="b" l="l" r="r" t="t"/>
              <a:pathLst>
                <a:path extrusionOk="0" h="4437" w="47120">
                  <a:moveTo>
                    <a:pt x="1" y="0"/>
                  </a:moveTo>
                  <a:lnTo>
                    <a:pt x="1" y="4437"/>
                  </a:lnTo>
                  <a:lnTo>
                    <a:pt x="47119" y="4437"/>
                  </a:lnTo>
                  <a:lnTo>
                    <a:pt x="471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413375" y="1081363"/>
              <a:ext cx="349675" cy="36175"/>
            </a:xfrm>
            <a:custGeom>
              <a:rect b="b" l="l" r="r" t="t"/>
              <a:pathLst>
                <a:path extrusionOk="0" h="1447" w="13987">
                  <a:moveTo>
                    <a:pt x="1" y="0"/>
                  </a:moveTo>
                  <a:lnTo>
                    <a:pt x="1" y="1447"/>
                  </a:lnTo>
                  <a:lnTo>
                    <a:pt x="13987" y="1447"/>
                  </a:lnTo>
                  <a:lnTo>
                    <a:pt x="1398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99900" y="1251363"/>
              <a:ext cx="129025" cy="123000"/>
            </a:xfrm>
            <a:custGeom>
              <a:rect b="b" l="l" r="r" t="t"/>
              <a:pathLst>
                <a:path extrusionOk="0" h="4920" w="5161">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269900" y="1251363"/>
              <a:ext cx="127825" cy="123000"/>
            </a:xfrm>
            <a:custGeom>
              <a:rect b="b" l="l" r="r" t="t"/>
              <a:pathLst>
                <a:path extrusionOk="0" h="4920" w="5113">
                  <a:moveTo>
                    <a:pt x="1" y="0"/>
                  </a:moveTo>
                  <a:lnTo>
                    <a:pt x="1" y="4919"/>
                  </a:lnTo>
                  <a:lnTo>
                    <a:pt x="5113" y="4919"/>
                  </a:lnTo>
                  <a:lnTo>
                    <a:pt x="5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438700" y="1251363"/>
              <a:ext cx="129025" cy="123000"/>
            </a:xfrm>
            <a:custGeom>
              <a:rect b="b" l="l" r="r" t="t"/>
              <a:pathLst>
                <a:path extrusionOk="0" h="4920" w="5161">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1"/>
            <p:cNvSpPr/>
            <p:nvPr/>
          </p:nvSpPr>
          <p:spPr>
            <a:xfrm>
              <a:off x="60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77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99900" y="1403263"/>
              <a:ext cx="129025" cy="123025"/>
            </a:xfrm>
            <a:custGeom>
              <a:rect b="b" l="l" r="r" t="t"/>
              <a:pathLst>
                <a:path extrusionOk="0" h="4921" w="5161">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269900" y="1403263"/>
              <a:ext cx="127825" cy="123025"/>
            </a:xfrm>
            <a:custGeom>
              <a:rect b="b" l="l" r="r" t="t"/>
              <a:pathLst>
                <a:path extrusionOk="0" h="4921" w="5113">
                  <a:moveTo>
                    <a:pt x="1" y="1"/>
                  </a:moveTo>
                  <a:lnTo>
                    <a:pt x="1" y="4920"/>
                  </a:lnTo>
                  <a:lnTo>
                    <a:pt x="5113" y="4920"/>
                  </a:lnTo>
                  <a:lnTo>
                    <a:pt x="51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438700" y="1403263"/>
              <a:ext cx="129025" cy="123025"/>
            </a:xfrm>
            <a:custGeom>
              <a:rect b="b" l="l" r="r" t="t"/>
              <a:pathLst>
                <a:path extrusionOk="0" h="4921" w="5161">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60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1"/>
            <p:cNvSpPr/>
            <p:nvPr/>
          </p:nvSpPr>
          <p:spPr>
            <a:xfrm>
              <a:off x="77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1"/>
            <p:cNvSpPr/>
            <p:nvPr/>
          </p:nvSpPr>
          <p:spPr>
            <a:xfrm>
              <a:off x="99900" y="1555188"/>
              <a:ext cx="129025" cy="121800"/>
            </a:xfrm>
            <a:custGeom>
              <a:rect b="b" l="l" r="r" t="t"/>
              <a:pathLst>
                <a:path extrusionOk="0" h="4872" w="5161">
                  <a:moveTo>
                    <a:pt x="1" y="1"/>
                  </a:moveTo>
                  <a:lnTo>
                    <a:pt x="1" y="4872"/>
                  </a:lnTo>
                  <a:lnTo>
                    <a:pt x="5161" y="4872"/>
                  </a:lnTo>
                  <a:lnTo>
                    <a:pt x="51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269900" y="1555188"/>
              <a:ext cx="127825" cy="121800"/>
            </a:xfrm>
            <a:custGeom>
              <a:rect b="b" l="l" r="r" t="t"/>
              <a:pathLst>
                <a:path extrusionOk="0" h="4872" w="5113">
                  <a:moveTo>
                    <a:pt x="1" y="1"/>
                  </a:moveTo>
                  <a:lnTo>
                    <a:pt x="1" y="4872"/>
                  </a:lnTo>
                  <a:lnTo>
                    <a:pt x="5113" y="4872"/>
                  </a:lnTo>
                  <a:lnTo>
                    <a:pt x="51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438700" y="1555188"/>
              <a:ext cx="129025" cy="121800"/>
            </a:xfrm>
            <a:custGeom>
              <a:rect b="b" l="l" r="r" t="t"/>
              <a:pathLst>
                <a:path extrusionOk="0" h="4872" w="5161">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60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1"/>
            <p:cNvSpPr/>
            <p:nvPr/>
          </p:nvSpPr>
          <p:spPr>
            <a:xfrm>
              <a:off x="77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1"/>
            <p:cNvSpPr/>
            <p:nvPr/>
          </p:nvSpPr>
          <p:spPr>
            <a:xfrm>
              <a:off x="99900" y="1707113"/>
              <a:ext cx="129025" cy="121800"/>
            </a:xfrm>
            <a:custGeom>
              <a:rect b="b" l="l" r="r" t="t"/>
              <a:pathLst>
                <a:path extrusionOk="0" h="4872" w="5161">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269900" y="1707113"/>
              <a:ext cx="127825" cy="121800"/>
            </a:xfrm>
            <a:custGeom>
              <a:rect b="b" l="l" r="r" t="t"/>
              <a:pathLst>
                <a:path extrusionOk="0" h="4872" w="5113">
                  <a:moveTo>
                    <a:pt x="1" y="0"/>
                  </a:moveTo>
                  <a:lnTo>
                    <a:pt x="1" y="4871"/>
                  </a:lnTo>
                  <a:lnTo>
                    <a:pt x="5113" y="4871"/>
                  </a:lnTo>
                  <a:lnTo>
                    <a:pt x="5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438700" y="1707113"/>
              <a:ext cx="129025" cy="121800"/>
            </a:xfrm>
            <a:custGeom>
              <a:rect b="b" l="l" r="r" t="t"/>
              <a:pathLst>
                <a:path extrusionOk="0" h="4872" w="5161">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60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77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823325" y="1293563"/>
              <a:ext cx="39800" cy="38600"/>
            </a:xfrm>
            <a:custGeom>
              <a:rect b="b" l="l" r="r" t="t"/>
              <a:pathLst>
                <a:path extrusionOk="0" h="1544" w="1592">
                  <a:moveTo>
                    <a:pt x="772" y="0"/>
                  </a:moveTo>
                  <a:cubicBezTo>
                    <a:pt x="386" y="0"/>
                    <a:pt x="0" y="338"/>
                    <a:pt x="0" y="772"/>
                  </a:cubicBezTo>
                  <a:cubicBezTo>
                    <a:pt x="0" y="1206"/>
                    <a:pt x="386" y="1543"/>
                    <a:pt x="772" y="1543"/>
                  </a:cubicBezTo>
                  <a:cubicBezTo>
                    <a:pt x="1206" y="1543"/>
                    <a:pt x="1592" y="1206"/>
                    <a:pt x="1592" y="772"/>
                  </a:cubicBezTo>
                  <a:cubicBezTo>
                    <a:pt x="1592" y="338"/>
                    <a:pt x="1206" y="0"/>
                    <a:pt x="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817300" y="1445463"/>
              <a:ext cx="45825" cy="38800"/>
            </a:xfrm>
            <a:custGeom>
              <a:rect b="b" l="l" r="r" t="t"/>
              <a:pathLst>
                <a:path extrusionOk="0" h="1552" w="1833">
                  <a:moveTo>
                    <a:pt x="1061" y="1"/>
                  </a:moveTo>
                  <a:cubicBezTo>
                    <a:pt x="338" y="1"/>
                    <a:pt x="0" y="821"/>
                    <a:pt x="482" y="1303"/>
                  </a:cubicBezTo>
                  <a:cubicBezTo>
                    <a:pt x="655" y="1476"/>
                    <a:pt x="859" y="1551"/>
                    <a:pt x="1055" y="1551"/>
                  </a:cubicBezTo>
                  <a:cubicBezTo>
                    <a:pt x="1460" y="1551"/>
                    <a:pt x="1833" y="1228"/>
                    <a:pt x="1833" y="773"/>
                  </a:cubicBezTo>
                  <a:cubicBezTo>
                    <a:pt x="1833" y="338"/>
                    <a:pt x="1495"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817300" y="1597388"/>
              <a:ext cx="45825" cy="38800"/>
            </a:xfrm>
            <a:custGeom>
              <a:rect b="b" l="l" r="r" t="t"/>
              <a:pathLst>
                <a:path extrusionOk="0" h="1552" w="1833">
                  <a:moveTo>
                    <a:pt x="1061" y="1"/>
                  </a:moveTo>
                  <a:cubicBezTo>
                    <a:pt x="338" y="1"/>
                    <a:pt x="0" y="820"/>
                    <a:pt x="482" y="1303"/>
                  </a:cubicBezTo>
                  <a:cubicBezTo>
                    <a:pt x="639" y="1476"/>
                    <a:pt x="838" y="1551"/>
                    <a:pt x="1033" y="1551"/>
                  </a:cubicBezTo>
                  <a:cubicBezTo>
                    <a:pt x="1438" y="1551"/>
                    <a:pt x="1833" y="1227"/>
                    <a:pt x="1833" y="772"/>
                  </a:cubicBezTo>
                  <a:cubicBezTo>
                    <a:pt x="1833" y="338"/>
                    <a:pt x="1495"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817300" y="1749213"/>
              <a:ext cx="45825" cy="38875"/>
            </a:xfrm>
            <a:custGeom>
              <a:rect b="b" l="l" r="r" t="t"/>
              <a:pathLst>
                <a:path extrusionOk="0" h="1555" w="1833">
                  <a:moveTo>
                    <a:pt x="1134" y="0"/>
                  </a:moveTo>
                  <a:cubicBezTo>
                    <a:pt x="1110" y="0"/>
                    <a:pt x="1086" y="2"/>
                    <a:pt x="1061" y="4"/>
                  </a:cubicBezTo>
                  <a:cubicBezTo>
                    <a:pt x="338" y="4"/>
                    <a:pt x="0" y="824"/>
                    <a:pt x="482" y="1306"/>
                  </a:cubicBezTo>
                  <a:cubicBezTo>
                    <a:pt x="655" y="1479"/>
                    <a:pt x="859" y="1555"/>
                    <a:pt x="1055" y="1555"/>
                  </a:cubicBezTo>
                  <a:cubicBezTo>
                    <a:pt x="1460" y="1555"/>
                    <a:pt x="1833" y="1231"/>
                    <a:pt x="1833" y="776"/>
                  </a:cubicBezTo>
                  <a:cubicBezTo>
                    <a:pt x="1833" y="367"/>
                    <a:pt x="1533" y="0"/>
                    <a:pt x="11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94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94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94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1"/>
            <p:cNvSpPr/>
            <p:nvPr/>
          </p:nvSpPr>
          <p:spPr>
            <a:xfrm>
              <a:off x="94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1"/>
            <p:cNvSpPr/>
            <p:nvPr/>
          </p:nvSpPr>
          <p:spPr>
            <a:xfrm>
              <a:off x="993325" y="1293563"/>
              <a:ext cx="39800" cy="38600"/>
            </a:xfrm>
            <a:custGeom>
              <a:rect b="b" l="l" r="r" t="t"/>
              <a:pathLst>
                <a:path extrusionOk="0" h="1544" w="1592">
                  <a:moveTo>
                    <a:pt x="772" y="0"/>
                  </a:moveTo>
                  <a:cubicBezTo>
                    <a:pt x="338" y="0"/>
                    <a:pt x="0" y="338"/>
                    <a:pt x="0" y="772"/>
                  </a:cubicBezTo>
                  <a:cubicBezTo>
                    <a:pt x="0" y="1206"/>
                    <a:pt x="338" y="1543"/>
                    <a:pt x="772" y="1543"/>
                  </a:cubicBezTo>
                  <a:cubicBezTo>
                    <a:pt x="1206" y="1543"/>
                    <a:pt x="1592" y="1206"/>
                    <a:pt x="1592" y="772"/>
                  </a:cubicBezTo>
                  <a:cubicBezTo>
                    <a:pt x="1592" y="338"/>
                    <a:pt x="1206" y="0"/>
                    <a:pt x="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1"/>
            <p:cNvSpPr/>
            <p:nvPr/>
          </p:nvSpPr>
          <p:spPr>
            <a:xfrm>
              <a:off x="987300" y="1445463"/>
              <a:ext cx="45825" cy="38800"/>
            </a:xfrm>
            <a:custGeom>
              <a:rect b="b" l="l" r="r" t="t"/>
              <a:pathLst>
                <a:path extrusionOk="0" h="1552" w="1833">
                  <a:moveTo>
                    <a:pt x="1013" y="1"/>
                  </a:moveTo>
                  <a:cubicBezTo>
                    <a:pt x="338" y="1"/>
                    <a:pt x="0" y="821"/>
                    <a:pt x="482" y="1303"/>
                  </a:cubicBezTo>
                  <a:cubicBezTo>
                    <a:pt x="640" y="1476"/>
                    <a:pt x="838" y="1551"/>
                    <a:pt x="1033" y="1551"/>
                  </a:cubicBezTo>
                  <a:cubicBezTo>
                    <a:pt x="1438" y="1551"/>
                    <a:pt x="1833" y="1228"/>
                    <a:pt x="1833" y="773"/>
                  </a:cubicBezTo>
                  <a:cubicBezTo>
                    <a:pt x="1833" y="338"/>
                    <a:pt x="14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1"/>
            <p:cNvSpPr/>
            <p:nvPr/>
          </p:nvSpPr>
          <p:spPr>
            <a:xfrm>
              <a:off x="987300" y="1597388"/>
              <a:ext cx="45825" cy="38800"/>
            </a:xfrm>
            <a:custGeom>
              <a:rect b="b" l="l" r="r" t="t"/>
              <a:pathLst>
                <a:path extrusionOk="0" h="1552" w="1833">
                  <a:moveTo>
                    <a:pt x="1013" y="1"/>
                  </a:moveTo>
                  <a:cubicBezTo>
                    <a:pt x="338" y="1"/>
                    <a:pt x="0" y="820"/>
                    <a:pt x="482" y="1303"/>
                  </a:cubicBezTo>
                  <a:cubicBezTo>
                    <a:pt x="640" y="1476"/>
                    <a:pt x="838" y="1551"/>
                    <a:pt x="1033" y="1551"/>
                  </a:cubicBezTo>
                  <a:cubicBezTo>
                    <a:pt x="1438" y="1551"/>
                    <a:pt x="1833" y="1227"/>
                    <a:pt x="1833" y="772"/>
                  </a:cubicBezTo>
                  <a:cubicBezTo>
                    <a:pt x="1833" y="338"/>
                    <a:pt x="14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1"/>
            <p:cNvSpPr/>
            <p:nvPr/>
          </p:nvSpPr>
          <p:spPr>
            <a:xfrm>
              <a:off x="987300" y="1749213"/>
              <a:ext cx="45825" cy="38875"/>
            </a:xfrm>
            <a:custGeom>
              <a:rect b="b" l="l" r="r" t="t"/>
              <a:pathLst>
                <a:path extrusionOk="0" h="1555" w="1833">
                  <a:moveTo>
                    <a:pt x="1087" y="0"/>
                  </a:moveTo>
                  <a:cubicBezTo>
                    <a:pt x="1062" y="0"/>
                    <a:pt x="1038" y="2"/>
                    <a:pt x="1013" y="4"/>
                  </a:cubicBezTo>
                  <a:cubicBezTo>
                    <a:pt x="338" y="4"/>
                    <a:pt x="0" y="824"/>
                    <a:pt x="482" y="1306"/>
                  </a:cubicBezTo>
                  <a:cubicBezTo>
                    <a:pt x="640" y="1479"/>
                    <a:pt x="838" y="1555"/>
                    <a:pt x="1033" y="1555"/>
                  </a:cubicBezTo>
                  <a:cubicBezTo>
                    <a:pt x="1438" y="1555"/>
                    <a:pt x="1833" y="1231"/>
                    <a:pt x="1833" y="776"/>
                  </a:cubicBezTo>
                  <a:cubicBezTo>
                    <a:pt x="1833" y="367"/>
                    <a:pt x="1490" y="0"/>
                    <a:pt x="10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1"/>
            <p:cNvSpPr/>
            <p:nvPr/>
          </p:nvSpPr>
          <p:spPr>
            <a:xfrm>
              <a:off x="647275" y="1293563"/>
              <a:ext cx="45850" cy="38775"/>
            </a:xfrm>
            <a:custGeom>
              <a:rect b="b" l="l" r="r" t="t"/>
              <a:pathLst>
                <a:path extrusionOk="0" h="1551" w="1834">
                  <a:moveTo>
                    <a:pt x="1062" y="0"/>
                  </a:moveTo>
                  <a:cubicBezTo>
                    <a:pt x="339" y="0"/>
                    <a:pt x="1" y="820"/>
                    <a:pt x="483" y="1302"/>
                  </a:cubicBezTo>
                  <a:cubicBezTo>
                    <a:pt x="640" y="1475"/>
                    <a:pt x="838" y="1551"/>
                    <a:pt x="1034" y="1551"/>
                  </a:cubicBezTo>
                  <a:cubicBezTo>
                    <a:pt x="1439" y="1551"/>
                    <a:pt x="1834" y="1227"/>
                    <a:pt x="1834" y="772"/>
                  </a:cubicBezTo>
                  <a:cubicBezTo>
                    <a:pt x="1834"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1"/>
            <p:cNvSpPr/>
            <p:nvPr/>
          </p:nvSpPr>
          <p:spPr>
            <a:xfrm>
              <a:off x="647275" y="1445463"/>
              <a:ext cx="45850" cy="38800"/>
            </a:xfrm>
            <a:custGeom>
              <a:rect b="b" l="l" r="r" t="t"/>
              <a:pathLst>
                <a:path extrusionOk="0" h="1552" w="1834">
                  <a:moveTo>
                    <a:pt x="1062" y="1"/>
                  </a:moveTo>
                  <a:cubicBezTo>
                    <a:pt x="339" y="1"/>
                    <a:pt x="1" y="821"/>
                    <a:pt x="483" y="1303"/>
                  </a:cubicBezTo>
                  <a:cubicBezTo>
                    <a:pt x="640" y="1476"/>
                    <a:pt x="838" y="1551"/>
                    <a:pt x="1034" y="1551"/>
                  </a:cubicBezTo>
                  <a:cubicBezTo>
                    <a:pt x="1439" y="1551"/>
                    <a:pt x="1834" y="1228"/>
                    <a:pt x="1834" y="773"/>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1"/>
            <p:cNvSpPr/>
            <p:nvPr/>
          </p:nvSpPr>
          <p:spPr>
            <a:xfrm>
              <a:off x="647275" y="1597388"/>
              <a:ext cx="45850" cy="38800"/>
            </a:xfrm>
            <a:custGeom>
              <a:rect b="b" l="l" r="r" t="t"/>
              <a:pathLst>
                <a:path extrusionOk="0" h="1552" w="1834">
                  <a:moveTo>
                    <a:pt x="1062" y="1"/>
                  </a:moveTo>
                  <a:cubicBezTo>
                    <a:pt x="339" y="1"/>
                    <a:pt x="1" y="820"/>
                    <a:pt x="483" y="1303"/>
                  </a:cubicBezTo>
                  <a:cubicBezTo>
                    <a:pt x="640" y="1476"/>
                    <a:pt x="838" y="1551"/>
                    <a:pt x="1034" y="1551"/>
                  </a:cubicBezTo>
                  <a:cubicBezTo>
                    <a:pt x="1439" y="1551"/>
                    <a:pt x="1834" y="1227"/>
                    <a:pt x="1834" y="772"/>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1"/>
            <p:cNvSpPr/>
            <p:nvPr/>
          </p:nvSpPr>
          <p:spPr>
            <a:xfrm>
              <a:off x="647275" y="1749213"/>
              <a:ext cx="45850" cy="38875"/>
            </a:xfrm>
            <a:custGeom>
              <a:rect b="b" l="l" r="r" t="t"/>
              <a:pathLst>
                <a:path extrusionOk="0" h="1555" w="1834">
                  <a:moveTo>
                    <a:pt x="1135" y="0"/>
                  </a:moveTo>
                  <a:cubicBezTo>
                    <a:pt x="1111" y="0"/>
                    <a:pt x="1087" y="2"/>
                    <a:pt x="1062" y="4"/>
                  </a:cubicBezTo>
                  <a:cubicBezTo>
                    <a:pt x="339" y="4"/>
                    <a:pt x="1" y="824"/>
                    <a:pt x="483" y="1306"/>
                  </a:cubicBezTo>
                  <a:cubicBezTo>
                    <a:pt x="640" y="1479"/>
                    <a:pt x="838" y="1555"/>
                    <a:pt x="1034" y="1555"/>
                  </a:cubicBezTo>
                  <a:cubicBezTo>
                    <a:pt x="1439" y="1555"/>
                    <a:pt x="1834" y="1231"/>
                    <a:pt x="1834" y="776"/>
                  </a:cubicBezTo>
                  <a:cubicBezTo>
                    <a:pt x="1834"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1"/>
            <p:cNvSpPr/>
            <p:nvPr/>
          </p:nvSpPr>
          <p:spPr>
            <a:xfrm>
              <a:off x="477275" y="1293563"/>
              <a:ext cx="45850" cy="38775"/>
            </a:xfrm>
            <a:custGeom>
              <a:rect b="b" l="l" r="r" t="t"/>
              <a:pathLst>
                <a:path extrusionOk="0" h="1551" w="1834">
                  <a:moveTo>
                    <a:pt x="1062" y="0"/>
                  </a:moveTo>
                  <a:cubicBezTo>
                    <a:pt x="338" y="0"/>
                    <a:pt x="1" y="820"/>
                    <a:pt x="483" y="1302"/>
                  </a:cubicBezTo>
                  <a:cubicBezTo>
                    <a:pt x="640" y="1475"/>
                    <a:pt x="838" y="1551"/>
                    <a:pt x="1034" y="1551"/>
                  </a:cubicBezTo>
                  <a:cubicBezTo>
                    <a:pt x="1439" y="1551"/>
                    <a:pt x="1834" y="1227"/>
                    <a:pt x="1834" y="772"/>
                  </a:cubicBezTo>
                  <a:cubicBezTo>
                    <a:pt x="1834"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477275" y="1445463"/>
              <a:ext cx="45850" cy="38800"/>
            </a:xfrm>
            <a:custGeom>
              <a:rect b="b" l="l" r="r" t="t"/>
              <a:pathLst>
                <a:path extrusionOk="0" h="1552" w="1834">
                  <a:moveTo>
                    <a:pt x="1062" y="1"/>
                  </a:moveTo>
                  <a:cubicBezTo>
                    <a:pt x="338" y="1"/>
                    <a:pt x="1" y="821"/>
                    <a:pt x="483" y="1303"/>
                  </a:cubicBezTo>
                  <a:cubicBezTo>
                    <a:pt x="656" y="1476"/>
                    <a:pt x="860" y="1551"/>
                    <a:pt x="1055" y="1551"/>
                  </a:cubicBezTo>
                  <a:cubicBezTo>
                    <a:pt x="1461" y="1551"/>
                    <a:pt x="1834" y="1228"/>
                    <a:pt x="1834" y="773"/>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1"/>
            <p:cNvSpPr/>
            <p:nvPr/>
          </p:nvSpPr>
          <p:spPr>
            <a:xfrm>
              <a:off x="477275" y="1597388"/>
              <a:ext cx="45850" cy="38800"/>
            </a:xfrm>
            <a:custGeom>
              <a:rect b="b" l="l" r="r" t="t"/>
              <a:pathLst>
                <a:path extrusionOk="0" h="1552" w="1834">
                  <a:moveTo>
                    <a:pt x="1062" y="1"/>
                  </a:moveTo>
                  <a:cubicBezTo>
                    <a:pt x="338" y="1"/>
                    <a:pt x="1" y="820"/>
                    <a:pt x="483" y="1303"/>
                  </a:cubicBezTo>
                  <a:cubicBezTo>
                    <a:pt x="640" y="1476"/>
                    <a:pt x="838" y="1551"/>
                    <a:pt x="1034" y="1551"/>
                  </a:cubicBezTo>
                  <a:cubicBezTo>
                    <a:pt x="1439" y="1551"/>
                    <a:pt x="1834" y="1227"/>
                    <a:pt x="1834" y="772"/>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1"/>
            <p:cNvSpPr/>
            <p:nvPr/>
          </p:nvSpPr>
          <p:spPr>
            <a:xfrm>
              <a:off x="477275" y="1749213"/>
              <a:ext cx="45850" cy="38875"/>
            </a:xfrm>
            <a:custGeom>
              <a:rect b="b" l="l" r="r" t="t"/>
              <a:pathLst>
                <a:path extrusionOk="0" h="1555" w="1834">
                  <a:moveTo>
                    <a:pt x="1135" y="0"/>
                  </a:moveTo>
                  <a:cubicBezTo>
                    <a:pt x="1111" y="0"/>
                    <a:pt x="1087" y="2"/>
                    <a:pt x="1062" y="4"/>
                  </a:cubicBezTo>
                  <a:cubicBezTo>
                    <a:pt x="338" y="4"/>
                    <a:pt x="1" y="824"/>
                    <a:pt x="483" y="1306"/>
                  </a:cubicBezTo>
                  <a:cubicBezTo>
                    <a:pt x="656" y="1479"/>
                    <a:pt x="860" y="1555"/>
                    <a:pt x="1055" y="1555"/>
                  </a:cubicBezTo>
                  <a:cubicBezTo>
                    <a:pt x="1461" y="1555"/>
                    <a:pt x="1834" y="1231"/>
                    <a:pt x="1834" y="776"/>
                  </a:cubicBezTo>
                  <a:cubicBezTo>
                    <a:pt x="1834"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1"/>
            <p:cNvSpPr/>
            <p:nvPr/>
          </p:nvSpPr>
          <p:spPr>
            <a:xfrm>
              <a:off x="307275" y="1293563"/>
              <a:ext cx="45850" cy="38775"/>
            </a:xfrm>
            <a:custGeom>
              <a:rect b="b" l="l" r="r" t="t"/>
              <a:pathLst>
                <a:path extrusionOk="0" h="1551" w="1834">
                  <a:moveTo>
                    <a:pt x="1062" y="0"/>
                  </a:moveTo>
                  <a:cubicBezTo>
                    <a:pt x="338" y="0"/>
                    <a:pt x="1" y="820"/>
                    <a:pt x="483" y="1302"/>
                  </a:cubicBezTo>
                  <a:cubicBezTo>
                    <a:pt x="656" y="1475"/>
                    <a:pt x="859" y="1551"/>
                    <a:pt x="1055" y="1551"/>
                  </a:cubicBezTo>
                  <a:cubicBezTo>
                    <a:pt x="1461" y="1551"/>
                    <a:pt x="1833" y="1227"/>
                    <a:pt x="1833" y="772"/>
                  </a:cubicBezTo>
                  <a:cubicBezTo>
                    <a:pt x="1833"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1"/>
            <p:cNvSpPr/>
            <p:nvPr/>
          </p:nvSpPr>
          <p:spPr>
            <a:xfrm>
              <a:off x="307275" y="1445463"/>
              <a:ext cx="45850" cy="38800"/>
            </a:xfrm>
            <a:custGeom>
              <a:rect b="b" l="l" r="r" t="t"/>
              <a:pathLst>
                <a:path extrusionOk="0" h="1552" w="1834">
                  <a:moveTo>
                    <a:pt x="1062" y="1"/>
                  </a:moveTo>
                  <a:cubicBezTo>
                    <a:pt x="338" y="1"/>
                    <a:pt x="1" y="821"/>
                    <a:pt x="483" y="1303"/>
                  </a:cubicBezTo>
                  <a:cubicBezTo>
                    <a:pt x="656" y="1476"/>
                    <a:pt x="859" y="1551"/>
                    <a:pt x="1055" y="1551"/>
                  </a:cubicBezTo>
                  <a:cubicBezTo>
                    <a:pt x="1461" y="1551"/>
                    <a:pt x="1833" y="1228"/>
                    <a:pt x="1833" y="773"/>
                  </a:cubicBezTo>
                  <a:cubicBezTo>
                    <a:pt x="1833"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1"/>
            <p:cNvSpPr/>
            <p:nvPr/>
          </p:nvSpPr>
          <p:spPr>
            <a:xfrm>
              <a:off x="307275" y="1597388"/>
              <a:ext cx="45850" cy="38800"/>
            </a:xfrm>
            <a:custGeom>
              <a:rect b="b" l="l" r="r" t="t"/>
              <a:pathLst>
                <a:path extrusionOk="0" h="1552" w="1834">
                  <a:moveTo>
                    <a:pt x="1062" y="1"/>
                  </a:moveTo>
                  <a:cubicBezTo>
                    <a:pt x="338" y="1"/>
                    <a:pt x="1" y="820"/>
                    <a:pt x="483" y="1303"/>
                  </a:cubicBezTo>
                  <a:cubicBezTo>
                    <a:pt x="656" y="1476"/>
                    <a:pt x="859" y="1551"/>
                    <a:pt x="1055" y="1551"/>
                  </a:cubicBezTo>
                  <a:cubicBezTo>
                    <a:pt x="1461" y="1551"/>
                    <a:pt x="1833" y="1227"/>
                    <a:pt x="1833" y="772"/>
                  </a:cubicBezTo>
                  <a:cubicBezTo>
                    <a:pt x="1833" y="338"/>
                    <a:pt x="1496"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1"/>
            <p:cNvSpPr/>
            <p:nvPr/>
          </p:nvSpPr>
          <p:spPr>
            <a:xfrm>
              <a:off x="307275" y="1749213"/>
              <a:ext cx="45850" cy="38875"/>
            </a:xfrm>
            <a:custGeom>
              <a:rect b="b" l="l" r="r" t="t"/>
              <a:pathLst>
                <a:path extrusionOk="0" h="1555" w="1834">
                  <a:moveTo>
                    <a:pt x="1135" y="0"/>
                  </a:moveTo>
                  <a:cubicBezTo>
                    <a:pt x="1111" y="0"/>
                    <a:pt x="1087" y="2"/>
                    <a:pt x="1062" y="4"/>
                  </a:cubicBezTo>
                  <a:cubicBezTo>
                    <a:pt x="338" y="4"/>
                    <a:pt x="1" y="824"/>
                    <a:pt x="483" y="1306"/>
                  </a:cubicBezTo>
                  <a:cubicBezTo>
                    <a:pt x="656" y="1479"/>
                    <a:pt x="859" y="1555"/>
                    <a:pt x="1055" y="1555"/>
                  </a:cubicBezTo>
                  <a:cubicBezTo>
                    <a:pt x="1461" y="1555"/>
                    <a:pt x="1833" y="1231"/>
                    <a:pt x="1833" y="776"/>
                  </a:cubicBezTo>
                  <a:cubicBezTo>
                    <a:pt x="1833"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1"/>
            <p:cNvSpPr/>
            <p:nvPr/>
          </p:nvSpPr>
          <p:spPr>
            <a:xfrm>
              <a:off x="137275" y="1293563"/>
              <a:ext cx="45850" cy="38775"/>
            </a:xfrm>
            <a:custGeom>
              <a:rect b="b" l="l" r="r" t="t"/>
              <a:pathLst>
                <a:path extrusionOk="0" h="1551" w="1834">
                  <a:moveTo>
                    <a:pt x="1062" y="0"/>
                  </a:moveTo>
                  <a:cubicBezTo>
                    <a:pt x="387" y="0"/>
                    <a:pt x="1" y="820"/>
                    <a:pt x="531" y="1302"/>
                  </a:cubicBezTo>
                  <a:cubicBezTo>
                    <a:pt x="688" y="1475"/>
                    <a:pt x="881" y="1551"/>
                    <a:pt x="1070" y="1551"/>
                  </a:cubicBezTo>
                  <a:cubicBezTo>
                    <a:pt x="1461" y="1551"/>
                    <a:pt x="1833" y="1227"/>
                    <a:pt x="1833" y="772"/>
                  </a:cubicBezTo>
                  <a:cubicBezTo>
                    <a:pt x="1833"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1"/>
            <p:cNvSpPr/>
            <p:nvPr/>
          </p:nvSpPr>
          <p:spPr>
            <a:xfrm>
              <a:off x="137275" y="1445463"/>
              <a:ext cx="45850" cy="38800"/>
            </a:xfrm>
            <a:custGeom>
              <a:rect b="b" l="l" r="r" t="t"/>
              <a:pathLst>
                <a:path extrusionOk="0" h="1552" w="1834">
                  <a:moveTo>
                    <a:pt x="1062" y="1"/>
                  </a:moveTo>
                  <a:cubicBezTo>
                    <a:pt x="338" y="1"/>
                    <a:pt x="1" y="821"/>
                    <a:pt x="531" y="1303"/>
                  </a:cubicBezTo>
                  <a:cubicBezTo>
                    <a:pt x="688" y="1476"/>
                    <a:pt x="881" y="1551"/>
                    <a:pt x="1070" y="1551"/>
                  </a:cubicBezTo>
                  <a:cubicBezTo>
                    <a:pt x="1461" y="1551"/>
                    <a:pt x="1833" y="1228"/>
                    <a:pt x="1833" y="773"/>
                  </a:cubicBezTo>
                  <a:cubicBezTo>
                    <a:pt x="1833"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1"/>
            <p:cNvSpPr/>
            <p:nvPr/>
          </p:nvSpPr>
          <p:spPr>
            <a:xfrm>
              <a:off x="137275" y="1597388"/>
              <a:ext cx="45850" cy="38800"/>
            </a:xfrm>
            <a:custGeom>
              <a:rect b="b" l="l" r="r" t="t"/>
              <a:pathLst>
                <a:path extrusionOk="0" h="1552" w="1834">
                  <a:moveTo>
                    <a:pt x="1062" y="1"/>
                  </a:moveTo>
                  <a:cubicBezTo>
                    <a:pt x="387" y="1"/>
                    <a:pt x="1" y="820"/>
                    <a:pt x="531" y="1303"/>
                  </a:cubicBezTo>
                  <a:cubicBezTo>
                    <a:pt x="688" y="1476"/>
                    <a:pt x="881" y="1551"/>
                    <a:pt x="1070" y="1551"/>
                  </a:cubicBezTo>
                  <a:cubicBezTo>
                    <a:pt x="1461" y="1551"/>
                    <a:pt x="1833" y="1227"/>
                    <a:pt x="1833" y="772"/>
                  </a:cubicBezTo>
                  <a:cubicBezTo>
                    <a:pt x="1833" y="338"/>
                    <a:pt x="1496"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1"/>
            <p:cNvSpPr/>
            <p:nvPr/>
          </p:nvSpPr>
          <p:spPr>
            <a:xfrm>
              <a:off x="137275" y="1749213"/>
              <a:ext cx="45850" cy="38875"/>
            </a:xfrm>
            <a:custGeom>
              <a:rect b="b" l="l" r="r" t="t"/>
              <a:pathLst>
                <a:path extrusionOk="0" h="1555" w="1834">
                  <a:moveTo>
                    <a:pt x="1135" y="0"/>
                  </a:moveTo>
                  <a:cubicBezTo>
                    <a:pt x="1111" y="0"/>
                    <a:pt x="1086" y="2"/>
                    <a:pt x="1062" y="4"/>
                  </a:cubicBezTo>
                  <a:cubicBezTo>
                    <a:pt x="338" y="4"/>
                    <a:pt x="1" y="824"/>
                    <a:pt x="531" y="1306"/>
                  </a:cubicBezTo>
                  <a:cubicBezTo>
                    <a:pt x="688" y="1479"/>
                    <a:pt x="881" y="1555"/>
                    <a:pt x="1070" y="1555"/>
                  </a:cubicBezTo>
                  <a:cubicBezTo>
                    <a:pt x="1461" y="1555"/>
                    <a:pt x="1833" y="1231"/>
                    <a:pt x="1833" y="776"/>
                  </a:cubicBezTo>
                  <a:cubicBezTo>
                    <a:pt x="1833"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1"/>
            <p:cNvSpPr/>
            <p:nvPr/>
          </p:nvSpPr>
          <p:spPr>
            <a:xfrm>
              <a:off x="993325" y="1089788"/>
              <a:ext cx="133850" cy="18125"/>
            </a:xfrm>
            <a:custGeom>
              <a:rect b="b" l="l" r="r" t="t"/>
              <a:pathLst>
                <a:path extrusionOk="0" h="725" w="5354">
                  <a:moveTo>
                    <a:pt x="0" y="1"/>
                  </a:moveTo>
                  <a:lnTo>
                    <a:pt x="0" y="724"/>
                  </a:lnTo>
                  <a:lnTo>
                    <a:pt x="5354" y="724"/>
                  </a:lnTo>
                  <a:lnTo>
                    <a:pt x="53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1"/>
            <p:cNvSpPr/>
            <p:nvPr/>
          </p:nvSpPr>
          <p:spPr>
            <a:xfrm>
              <a:off x="49275" y="1089788"/>
              <a:ext cx="133850" cy="18125"/>
            </a:xfrm>
            <a:custGeom>
              <a:rect b="b" l="l" r="r" t="t"/>
              <a:pathLst>
                <a:path extrusionOk="0" h="725" w="5354">
                  <a:moveTo>
                    <a:pt x="0" y="1"/>
                  </a:moveTo>
                  <a:lnTo>
                    <a:pt x="0" y="724"/>
                  </a:lnTo>
                  <a:lnTo>
                    <a:pt x="5353" y="724"/>
                  </a:lnTo>
                  <a:lnTo>
                    <a:pt x="53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817"/>
                                        </p:tgtEl>
                                        <p:attrNameLst>
                                          <p:attrName>style.visibility</p:attrName>
                                        </p:attrNameLst>
                                      </p:cBhvr>
                                      <p:to>
                                        <p:strVal val="visible"/>
                                      </p:to>
                                    </p:set>
                                    <p:animEffect filter="fade" transition="in">
                                      <p:cBhvr>
                                        <p:cTn dur="1000"/>
                                        <p:tgtEl>
                                          <p:spTgt spid="481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819"/>
                                        </p:tgtEl>
                                        <p:attrNameLst>
                                          <p:attrName>style.visibility</p:attrName>
                                        </p:attrNameLst>
                                      </p:cBhvr>
                                      <p:to>
                                        <p:strVal val="visible"/>
                                      </p:to>
                                    </p:set>
                                    <p:animEffect filter="fade" transition="in">
                                      <p:cBhvr>
                                        <p:cTn dur="1000"/>
                                        <p:tgtEl>
                                          <p:spTgt spid="481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935"/>
                                        </p:tgtEl>
                                        <p:attrNameLst>
                                          <p:attrName>style.visibility</p:attrName>
                                        </p:attrNameLst>
                                      </p:cBhvr>
                                      <p:to>
                                        <p:strVal val="visible"/>
                                      </p:to>
                                    </p:set>
                                    <p:animEffect filter="fade" transition="in">
                                      <p:cBhvr>
                                        <p:cTn dur="1000"/>
                                        <p:tgtEl>
                                          <p:spTgt spid="493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4903"/>
                                        </p:tgtEl>
                                        <p:attrNameLst>
                                          <p:attrName>style.visibility</p:attrName>
                                        </p:attrNameLst>
                                      </p:cBhvr>
                                      <p:to>
                                        <p:strVal val="visible"/>
                                      </p:to>
                                    </p:set>
                                    <p:animEffect filter="fade" transition="in">
                                      <p:cBhvr>
                                        <p:cTn dur="1000"/>
                                        <p:tgtEl>
                                          <p:spTgt spid="4903"/>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4820"/>
                                        </p:tgtEl>
                                        <p:attrNameLst>
                                          <p:attrName>style.visibility</p:attrName>
                                        </p:attrNameLst>
                                      </p:cBhvr>
                                      <p:to>
                                        <p:strVal val="visible"/>
                                      </p:to>
                                    </p:set>
                                    <p:animEffect filter="fade" transition="in">
                                      <p:cBhvr>
                                        <p:cTn dur="1000"/>
                                        <p:tgtEl>
                                          <p:spTgt spid="482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2" name="Shape 4992"/>
        <p:cNvGrpSpPr/>
        <p:nvPr/>
      </p:nvGrpSpPr>
      <p:grpSpPr>
        <a:xfrm>
          <a:off x="0" y="0"/>
          <a:ext cx="0" cy="0"/>
          <a:chOff x="0" y="0"/>
          <a:chExt cx="0" cy="0"/>
        </a:xfrm>
      </p:grpSpPr>
      <p:sp>
        <p:nvSpPr>
          <p:cNvPr id="4993" name="Google Shape;4993;p72"/>
          <p:cNvSpPr/>
          <p:nvPr/>
        </p:nvSpPr>
        <p:spPr>
          <a:xfrm>
            <a:off x="5259375" y="4002163"/>
            <a:ext cx="3169537" cy="232698"/>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94" name="Google Shape;4994;p72"/>
          <p:cNvPicPr preferRelativeResize="0"/>
          <p:nvPr/>
        </p:nvPicPr>
        <p:blipFill rotWithShape="1">
          <a:blip r:embed="rId3">
            <a:alphaModFix/>
          </a:blip>
          <a:srcRect b="0" l="30389" r="2908" t="0"/>
          <a:stretch/>
        </p:blipFill>
        <p:spPr>
          <a:xfrm>
            <a:off x="5336025" y="908638"/>
            <a:ext cx="3016223" cy="3018298"/>
          </a:xfrm>
          <a:prstGeom prst="rect">
            <a:avLst/>
          </a:prstGeom>
          <a:noFill/>
          <a:ln cap="flat" cmpd="sng" w="76200">
            <a:solidFill>
              <a:schemeClr val="lt2"/>
            </a:solidFill>
            <a:prstDash val="solid"/>
            <a:miter lim="8000"/>
            <a:headEnd len="sm" w="sm" type="none"/>
            <a:tailEnd len="sm" w="sm" type="none"/>
          </a:ln>
        </p:spPr>
      </p:pic>
      <p:sp>
        <p:nvSpPr>
          <p:cNvPr id="4995" name="Google Shape;4995;p72"/>
          <p:cNvSpPr txBox="1"/>
          <p:nvPr>
            <p:ph type="title"/>
          </p:nvPr>
        </p:nvSpPr>
        <p:spPr>
          <a:xfrm>
            <a:off x="774200" y="1544475"/>
            <a:ext cx="37029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grpSp>
        <p:nvGrpSpPr>
          <p:cNvPr id="4996" name="Google Shape;4996;p72"/>
          <p:cNvGrpSpPr/>
          <p:nvPr/>
        </p:nvGrpSpPr>
        <p:grpSpPr>
          <a:xfrm>
            <a:off x="717237" y="534939"/>
            <a:ext cx="734734" cy="750112"/>
            <a:chOff x="238125" y="1607925"/>
            <a:chExt cx="323700" cy="330475"/>
          </a:xfrm>
        </p:grpSpPr>
        <p:sp>
          <p:nvSpPr>
            <p:cNvPr id="4997" name="Google Shape;4997;p72"/>
            <p:cNvSpPr/>
            <p:nvPr/>
          </p:nvSpPr>
          <p:spPr>
            <a:xfrm>
              <a:off x="255500" y="1630625"/>
              <a:ext cx="306325" cy="307775"/>
            </a:xfrm>
            <a:custGeom>
              <a:rect b="b" l="l" r="r" t="t"/>
              <a:pathLst>
                <a:path extrusionOk="0" h="12311" w="12253">
                  <a:moveTo>
                    <a:pt x="6127" y="1"/>
                  </a:moveTo>
                  <a:cubicBezTo>
                    <a:pt x="2745" y="1"/>
                    <a:pt x="1" y="2764"/>
                    <a:pt x="1" y="6165"/>
                  </a:cubicBezTo>
                  <a:cubicBezTo>
                    <a:pt x="1" y="9566"/>
                    <a:pt x="2745" y="12310"/>
                    <a:pt x="6127" y="12310"/>
                  </a:cubicBezTo>
                  <a:cubicBezTo>
                    <a:pt x="9508" y="12310"/>
                    <a:pt x="12252" y="9566"/>
                    <a:pt x="12252" y="6165"/>
                  </a:cubicBezTo>
                  <a:cubicBezTo>
                    <a:pt x="12252" y="2764"/>
                    <a:pt x="9508" y="1"/>
                    <a:pt x="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238125" y="1607925"/>
              <a:ext cx="306300" cy="307775"/>
            </a:xfrm>
            <a:custGeom>
              <a:rect b="b" l="l" r="r" t="t"/>
              <a:pathLst>
                <a:path extrusionOk="0" h="12311" w="12252">
                  <a:moveTo>
                    <a:pt x="6126" y="1"/>
                  </a:moveTo>
                  <a:cubicBezTo>
                    <a:pt x="2744" y="1"/>
                    <a:pt x="0" y="2764"/>
                    <a:pt x="0" y="6165"/>
                  </a:cubicBezTo>
                  <a:cubicBezTo>
                    <a:pt x="0" y="9566"/>
                    <a:pt x="2744" y="12310"/>
                    <a:pt x="6126" y="12310"/>
                  </a:cubicBezTo>
                  <a:cubicBezTo>
                    <a:pt x="9508" y="12310"/>
                    <a:pt x="12252" y="9566"/>
                    <a:pt x="12252" y="6165"/>
                  </a:cubicBezTo>
                  <a:cubicBezTo>
                    <a:pt x="12252" y="2764"/>
                    <a:pt x="9508" y="1"/>
                    <a:pt x="6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383050" y="1608400"/>
              <a:ext cx="161850" cy="307775"/>
            </a:xfrm>
            <a:custGeom>
              <a:rect b="b" l="l" r="r" t="t"/>
              <a:pathLst>
                <a:path extrusionOk="0" h="12311" w="6474">
                  <a:moveTo>
                    <a:pt x="0" y="1"/>
                  </a:moveTo>
                  <a:cubicBezTo>
                    <a:pt x="3247" y="194"/>
                    <a:pt x="5759" y="2880"/>
                    <a:pt x="5759" y="6146"/>
                  </a:cubicBezTo>
                  <a:cubicBezTo>
                    <a:pt x="5759" y="9393"/>
                    <a:pt x="3247" y="12079"/>
                    <a:pt x="0" y="12291"/>
                  </a:cubicBezTo>
                  <a:cubicBezTo>
                    <a:pt x="97" y="12311"/>
                    <a:pt x="213" y="12311"/>
                    <a:pt x="329" y="12311"/>
                  </a:cubicBezTo>
                  <a:cubicBezTo>
                    <a:pt x="3730" y="12291"/>
                    <a:pt x="6474" y="9528"/>
                    <a:pt x="6455" y="6146"/>
                  </a:cubicBezTo>
                  <a:cubicBezTo>
                    <a:pt x="6455" y="2745"/>
                    <a:pt x="3711" y="1"/>
                    <a:pt x="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255500" y="1632575"/>
              <a:ext cx="257050" cy="258975"/>
            </a:xfrm>
            <a:custGeom>
              <a:rect b="b" l="l" r="r" t="t"/>
              <a:pathLst>
                <a:path extrusionOk="0" h="10359" w="10282">
                  <a:moveTo>
                    <a:pt x="5141" y="0"/>
                  </a:moveTo>
                  <a:cubicBezTo>
                    <a:pt x="2300" y="0"/>
                    <a:pt x="1" y="2319"/>
                    <a:pt x="1" y="5179"/>
                  </a:cubicBezTo>
                  <a:cubicBezTo>
                    <a:pt x="1" y="8039"/>
                    <a:pt x="2300" y="10358"/>
                    <a:pt x="5141" y="10358"/>
                  </a:cubicBezTo>
                  <a:cubicBezTo>
                    <a:pt x="7982" y="10358"/>
                    <a:pt x="10281" y="8039"/>
                    <a:pt x="10281" y="5179"/>
                  </a:cubicBezTo>
                  <a:cubicBezTo>
                    <a:pt x="10281" y="2319"/>
                    <a:pt x="7982" y="0"/>
                    <a:pt x="5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254550" y="1632575"/>
              <a:ext cx="141575" cy="258475"/>
            </a:xfrm>
            <a:custGeom>
              <a:rect b="b" l="l" r="r" t="t"/>
              <a:pathLst>
                <a:path extrusionOk="0" h="10339" w="5663">
                  <a:moveTo>
                    <a:pt x="5179" y="0"/>
                  </a:moveTo>
                  <a:cubicBezTo>
                    <a:pt x="2319" y="0"/>
                    <a:pt x="0" y="2319"/>
                    <a:pt x="0" y="5179"/>
                  </a:cubicBezTo>
                  <a:cubicBezTo>
                    <a:pt x="0" y="8039"/>
                    <a:pt x="2319" y="10339"/>
                    <a:pt x="5179" y="10339"/>
                  </a:cubicBezTo>
                  <a:cubicBezTo>
                    <a:pt x="5334" y="10339"/>
                    <a:pt x="5507" y="10339"/>
                    <a:pt x="5662" y="10319"/>
                  </a:cubicBezTo>
                  <a:cubicBezTo>
                    <a:pt x="2995" y="10068"/>
                    <a:pt x="986" y="7846"/>
                    <a:pt x="986" y="5179"/>
                  </a:cubicBezTo>
                  <a:cubicBezTo>
                    <a:pt x="986" y="2512"/>
                    <a:pt x="2995" y="290"/>
                    <a:pt x="5662" y="20"/>
                  </a:cubicBezTo>
                  <a:cubicBezTo>
                    <a:pt x="5488" y="0"/>
                    <a:pt x="5334" y="0"/>
                    <a:pt x="5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368075" y="1690050"/>
              <a:ext cx="45425" cy="144475"/>
            </a:xfrm>
            <a:custGeom>
              <a:rect b="b" l="l" r="r" t="t"/>
              <a:pathLst>
                <a:path extrusionOk="0" h="5779" w="1817">
                  <a:moveTo>
                    <a:pt x="1082" y="1"/>
                  </a:moveTo>
                  <a:lnTo>
                    <a:pt x="0" y="3015"/>
                  </a:lnTo>
                  <a:lnTo>
                    <a:pt x="1450" y="5779"/>
                  </a:lnTo>
                  <a:lnTo>
                    <a:pt x="1817" y="5586"/>
                  </a:lnTo>
                  <a:lnTo>
                    <a:pt x="445" y="2996"/>
                  </a:lnTo>
                  <a:lnTo>
                    <a:pt x="1469" y="136"/>
                  </a:lnTo>
                  <a:lnTo>
                    <a:pt x="1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379675" y="1645600"/>
              <a:ext cx="6300" cy="27100"/>
            </a:xfrm>
            <a:custGeom>
              <a:rect b="b" l="l" r="r" t="t"/>
              <a:pathLst>
                <a:path extrusionOk="0" h="1084" w="252">
                  <a:moveTo>
                    <a:pt x="0" y="1"/>
                  </a:moveTo>
                  <a:lnTo>
                    <a:pt x="0" y="1083"/>
                  </a:lnTo>
                  <a:lnTo>
                    <a:pt x="251" y="108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379675" y="1845125"/>
              <a:ext cx="6300" cy="27575"/>
            </a:xfrm>
            <a:custGeom>
              <a:rect b="b" l="l" r="r" t="t"/>
              <a:pathLst>
                <a:path extrusionOk="0" h="1103" w="252">
                  <a:moveTo>
                    <a:pt x="0" y="1"/>
                  </a:moveTo>
                  <a:lnTo>
                    <a:pt x="0" y="1102"/>
                  </a:lnTo>
                  <a:lnTo>
                    <a:pt x="251" y="1102"/>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468550" y="1755750"/>
              <a:ext cx="27075" cy="6325"/>
            </a:xfrm>
            <a:custGeom>
              <a:rect b="b" l="l" r="r" t="t"/>
              <a:pathLst>
                <a:path extrusionOk="0" h="253" w="1083">
                  <a:moveTo>
                    <a:pt x="1" y="1"/>
                  </a:moveTo>
                  <a:lnTo>
                    <a:pt x="1"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270000" y="1755750"/>
              <a:ext cx="27075" cy="6325"/>
            </a:xfrm>
            <a:custGeom>
              <a:rect b="b" l="l" r="r" t="t"/>
              <a:pathLst>
                <a:path extrusionOk="0" h="253" w="1083">
                  <a:moveTo>
                    <a:pt x="0" y="1"/>
                  </a:moveTo>
                  <a:lnTo>
                    <a:pt x="0"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72"/>
          <p:cNvGrpSpPr/>
          <p:nvPr/>
        </p:nvGrpSpPr>
        <p:grpSpPr>
          <a:xfrm>
            <a:off x="598101" y="3880228"/>
            <a:ext cx="2117287" cy="928537"/>
            <a:chOff x="598101" y="3880228"/>
            <a:chExt cx="2117287" cy="928537"/>
          </a:xfrm>
        </p:grpSpPr>
        <p:grpSp>
          <p:nvGrpSpPr>
            <p:cNvPr id="5008" name="Google Shape;5008;p72"/>
            <p:cNvGrpSpPr/>
            <p:nvPr/>
          </p:nvGrpSpPr>
          <p:grpSpPr>
            <a:xfrm>
              <a:off x="598101" y="3880228"/>
              <a:ext cx="1079326" cy="928537"/>
              <a:chOff x="717241" y="3868426"/>
              <a:chExt cx="1024515" cy="881299"/>
            </a:xfrm>
          </p:grpSpPr>
          <p:sp>
            <p:nvSpPr>
              <p:cNvPr id="5009" name="Google Shape;5009;p72"/>
              <p:cNvSpPr/>
              <p:nvPr/>
            </p:nvSpPr>
            <p:spPr>
              <a:xfrm>
                <a:off x="717250" y="4648925"/>
                <a:ext cx="1024500" cy="100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0" name="Google Shape;5010;p72"/>
              <p:cNvGrpSpPr/>
              <p:nvPr/>
            </p:nvGrpSpPr>
            <p:grpSpPr>
              <a:xfrm rot="-120611">
                <a:off x="731136" y="3885658"/>
                <a:ext cx="996726" cy="809720"/>
                <a:chOff x="7760931" y="2997007"/>
                <a:chExt cx="1235411" cy="1003624"/>
              </a:xfrm>
            </p:grpSpPr>
            <p:sp>
              <p:nvSpPr>
                <p:cNvPr id="5011" name="Google Shape;5011;p72"/>
                <p:cNvSpPr/>
                <p:nvPr/>
              </p:nvSpPr>
              <p:spPr>
                <a:xfrm>
                  <a:off x="7765913" y="3161537"/>
                  <a:ext cx="1230429" cy="839093"/>
                </a:xfrm>
                <a:custGeom>
                  <a:rect b="b" l="l" r="r" t="t"/>
                  <a:pathLst>
                    <a:path extrusionOk="0" h="6737" w="9879">
                      <a:moveTo>
                        <a:pt x="8703" y="1"/>
                      </a:moveTo>
                      <a:lnTo>
                        <a:pt x="1585" y="106"/>
                      </a:lnTo>
                      <a:cubicBezTo>
                        <a:pt x="1577" y="106"/>
                        <a:pt x="1569" y="106"/>
                        <a:pt x="1560" y="106"/>
                      </a:cubicBezTo>
                      <a:cubicBezTo>
                        <a:pt x="1004" y="106"/>
                        <a:pt x="555" y="550"/>
                        <a:pt x="542" y="1110"/>
                      </a:cubicBezTo>
                      <a:lnTo>
                        <a:pt x="13" y="5178"/>
                      </a:lnTo>
                      <a:cubicBezTo>
                        <a:pt x="0" y="5746"/>
                        <a:pt x="819" y="6512"/>
                        <a:pt x="1400" y="6525"/>
                      </a:cubicBezTo>
                      <a:lnTo>
                        <a:pt x="8664" y="6736"/>
                      </a:lnTo>
                      <a:cubicBezTo>
                        <a:pt x="8672" y="6736"/>
                        <a:pt x="8680" y="6736"/>
                        <a:pt x="8688" y="6736"/>
                      </a:cubicBezTo>
                      <a:cubicBezTo>
                        <a:pt x="9245" y="6736"/>
                        <a:pt x="9707" y="6292"/>
                        <a:pt x="9720" y="5732"/>
                      </a:cubicBezTo>
                      <a:lnTo>
                        <a:pt x="9865" y="1374"/>
                      </a:lnTo>
                      <a:cubicBezTo>
                        <a:pt x="9879" y="806"/>
                        <a:pt x="9271" y="14"/>
                        <a:pt x="8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7760931" y="3125418"/>
                  <a:ext cx="1184471" cy="825891"/>
                </a:xfrm>
                <a:custGeom>
                  <a:rect b="b" l="l" r="r" t="t"/>
                  <a:pathLst>
                    <a:path extrusionOk="0" h="6631" w="9510">
                      <a:moveTo>
                        <a:pt x="1191" y="0"/>
                      </a:moveTo>
                      <a:cubicBezTo>
                        <a:pt x="634" y="0"/>
                        <a:pt x="185" y="444"/>
                        <a:pt x="172" y="1004"/>
                      </a:cubicBezTo>
                      <a:lnTo>
                        <a:pt x="14" y="5362"/>
                      </a:lnTo>
                      <a:cubicBezTo>
                        <a:pt x="0" y="5930"/>
                        <a:pt x="449" y="6392"/>
                        <a:pt x="1031" y="6405"/>
                      </a:cubicBezTo>
                      <a:lnTo>
                        <a:pt x="8294" y="6630"/>
                      </a:lnTo>
                      <a:cubicBezTo>
                        <a:pt x="8302" y="6630"/>
                        <a:pt x="8310" y="6630"/>
                        <a:pt x="8319" y="6630"/>
                      </a:cubicBezTo>
                      <a:cubicBezTo>
                        <a:pt x="8875" y="6630"/>
                        <a:pt x="9324" y="6186"/>
                        <a:pt x="9337" y="5626"/>
                      </a:cubicBezTo>
                      <a:lnTo>
                        <a:pt x="9496" y="1268"/>
                      </a:lnTo>
                      <a:cubicBezTo>
                        <a:pt x="9509" y="700"/>
                        <a:pt x="9060" y="225"/>
                        <a:pt x="8479" y="212"/>
                      </a:cubicBezTo>
                      <a:lnTo>
                        <a:pt x="1215" y="0"/>
                      </a:lnTo>
                      <a:cubicBezTo>
                        <a:pt x="1207" y="0"/>
                        <a:pt x="1199"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7775753" y="3125418"/>
                  <a:ext cx="1169649" cy="516758"/>
                </a:xfrm>
                <a:custGeom>
                  <a:rect b="b" l="l" r="r" t="t"/>
                  <a:pathLst>
                    <a:path extrusionOk="0" h="4149" w="9391">
                      <a:moveTo>
                        <a:pt x="1090" y="0"/>
                      </a:moveTo>
                      <a:cubicBezTo>
                        <a:pt x="530" y="0"/>
                        <a:pt x="53" y="550"/>
                        <a:pt x="40" y="1255"/>
                      </a:cubicBezTo>
                      <a:lnTo>
                        <a:pt x="14" y="2615"/>
                      </a:lnTo>
                      <a:cubicBezTo>
                        <a:pt x="0" y="3328"/>
                        <a:pt x="436" y="3909"/>
                        <a:pt x="1017" y="3923"/>
                      </a:cubicBezTo>
                      <a:lnTo>
                        <a:pt x="8281" y="4147"/>
                      </a:lnTo>
                      <a:cubicBezTo>
                        <a:pt x="8294" y="4148"/>
                        <a:pt x="8306" y="4148"/>
                        <a:pt x="8319" y="4148"/>
                      </a:cubicBezTo>
                      <a:cubicBezTo>
                        <a:pt x="8870" y="4148"/>
                        <a:pt x="9324" y="3590"/>
                        <a:pt x="9337" y="2893"/>
                      </a:cubicBezTo>
                      <a:lnTo>
                        <a:pt x="9364" y="1532"/>
                      </a:lnTo>
                      <a:cubicBezTo>
                        <a:pt x="9390" y="819"/>
                        <a:pt x="8941" y="238"/>
                        <a:pt x="8373" y="225"/>
                      </a:cubicBezTo>
                      <a:lnTo>
                        <a:pt x="1110" y="0"/>
                      </a:lnTo>
                      <a:cubicBezTo>
                        <a:pt x="1103" y="0"/>
                        <a:pt x="1096" y="0"/>
                        <a:pt x="1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8201714" y="2997007"/>
                  <a:ext cx="350484" cy="176238"/>
                </a:xfrm>
                <a:custGeom>
                  <a:rect b="b" l="l" r="r" t="t"/>
                  <a:pathLst>
                    <a:path extrusionOk="0" h="1415" w="2814">
                      <a:moveTo>
                        <a:pt x="1403" y="1"/>
                      </a:moveTo>
                      <a:cubicBezTo>
                        <a:pt x="635" y="1"/>
                        <a:pt x="14" y="617"/>
                        <a:pt x="1" y="1388"/>
                      </a:cubicBezTo>
                      <a:lnTo>
                        <a:pt x="582" y="1414"/>
                      </a:lnTo>
                      <a:cubicBezTo>
                        <a:pt x="569" y="960"/>
                        <a:pt x="939" y="582"/>
                        <a:pt x="1391" y="582"/>
                      </a:cubicBezTo>
                      <a:cubicBezTo>
                        <a:pt x="1398" y="582"/>
                        <a:pt x="1406" y="582"/>
                        <a:pt x="1414" y="582"/>
                      </a:cubicBezTo>
                      <a:cubicBezTo>
                        <a:pt x="1876" y="582"/>
                        <a:pt x="2246" y="965"/>
                        <a:pt x="2246" y="1414"/>
                      </a:cubicBezTo>
                      <a:lnTo>
                        <a:pt x="2814" y="1414"/>
                      </a:lnTo>
                      <a:cubicBezTo>
                        <a:pt x="2814" y="648"/>
                        <a:pt x="2193" y="14"/>
                        <a:pt x="1427" y="1"/>
                      </a:cubicBezTo>
                      <a:cubicBezTo>
                        <a:pt x="1419" y="1"/>
                        <a:pt x="1411" y="1"/>
                        <a:pt x="1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8226375" y="3319218"/>
                  <a:ext cx="309382" cy="120440"/>
                </a:xfrm>
                <a:custGeom>
                  <a:rect b="b" l="l" r="r" t="t"/>
                  <a:pathLst>
                    <a:path extrusionOk="0" h="967" w="2484">
                      <a:moveTo>
                        <a:pt x="288" y="1"/>
                      </a:moveTo>
                      <a:cubicBezTo>
                        <a:pt x="136" y="1"/>
                        <a:pt x="14" y="64"/>
                        <a:pt x="14" y="161"/>
                      </a:cubicBezTo>
                      <a:lnTo>
                        <a:pt x="1" y="716"/>
                      </a:lnTo>
                      <a:cubicBezTo>
                        <a:pt x="1" y="821"/>
                        <a:pt x="133" y="901"/>
                        <a:pt x="305" y="901"/>
                      </a:cubicBezTo>
                      <a:lnTo>
                        <a:pt x="2154" y="967"/>
                      </a:lnTo>
                      <a:cubicBezTo>
                        <a:pt x="2325" y="967"/>
                        <a:pt x="2457" y="888"/>
                        <a:pt x="2471" y="795"/>
                      </a:cubicBezTo>
                      <a:lnTo>
                        <a:pt x="2484" y="240"/>
                      </a:lnTo>
                      <a:cubicBezTo>
                        <a:pt x="2484" y="148"/>
                        <a:pt x="2352" y="55"/>
                        <a:pt x="2180" y="55"/>
                      </a:cubicBezTo>
                      <a:lnTo>
                        <a:pt x="331" y="3"/>
                      </a:lnTo>
                      <a:cubicBezTo>
                        <a:pt x="316" y="2"/>
                        <a:pt x="30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7936921" y="3122055"/>
                  <a:ext cx="90548" cy="635080"/>
                </a:xfrm>
                <a:custGeom>
                  <a:rect b="b" l="l" r="r" t="t"/>
                  <a:pathLst>
                    <a:path extrusionOk="0" h="5099" w="727">
                      <a:moveTo>
                        <a:pt x="384" y="1"/>
                      </a:moveTo>
                      <a:cubicBezTo>
                        <a:pt x="251" y="1"/>
                        <a:pt x="146" y="107"/>
                        <a:pt x="146" y="239"/>
                      </a:cubicBezTo>
                      <a:lnTo>
                        <a:pt x="14" y="4861"/>
                      </a:lnTo>
                      <a:cubicBezTo>
                        <a:pt x="1" y="4980"/>
                        <a:pt x="106" y="5085"/>
                        <a:pt x="238" y="5099"/>
                      </a:cubicBezTo>
                      <a:lnTo>
                        <a:pt x="357" y="5099"/>
                      </a:lnTo>
                      <a:cubicBezTo>
                        <a:pt x="476" y="5099"/>
                        <a:pt x="582" y="4993"/>
                        <a:pt x="595" y="4861"/>
                      </a:cubicBezTo>
                      <a:lnTo>
                        <a:pt x="714" y="239"/>
                      </a:lnTo>
                      <a:cubicBezTo>
                        <a:pt x="727" y="120"/>
                        <a:pt x="621" y="14"/>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8739645" y="3143477"/>
                  <a:ext cx="88929" cy="633586"/>
                </a:xfrm>
                <a:custGeom>
                  <a:rect b="b" l="l" r="r" t="t"/>
                  <a:pathLst>
                    <a:path extrusionOk="0" h="5087" w="714">
                      <a:moveTo>
                        <a:pt x="370" y="1"/>
                      </a:moveTo>
                      <a:cubicBezTo>
                        <a:pt x="238" y="1"/>
                        <a:pt x="132" y="93"/>
                        <a:pt x="132" y="225"/>
                      </a:cubicBezTo>
                      <a:lnTo>
                        <a:pt x="0" y="4847"/>
                      </a:lnTo>
                      <a:cubicBezTo>
                        <a:pt x="0" y="4979"/>
                        <a:pt x="93" y="5085"/>
                        <a:pt x="225" y="5085"/>
                      </a:cubicBezTo>
                      <a:lnTo>
                        <a:pt x="344" y="5085"/>
                      </a:lnTo>
                      <a:cubicBezTo>
                        <a:pt x="351" y="5086"/>
                        <a:pt x="359" y="5086"/>
                        <a:pt x="366" y="5086"/>
                      </a:cubicBezTo>
                      <a:cubicBezTo>
                        <a:pt x="487" y="5086"/>
                        <a:pt x="581" y="4985"/>
                        <a:pt x="581" y="4861"/>
                      </a:cubicBezTo>
                      <a:lnTo>
                        <a:pt x="714" y="238"/>
                      </a:lnTo>
                      <a:cubicBezTo>
                        <a:pt x="714" y="106"/>
                        <a:pt x="621"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7920480" y="3608796"/>
                  <a:ext cx="123429" cy="39731"/>
                </a:xfrm>
                <a:custGeom>
                  <a:rect b="b" l="l" r="r" t="t"/>
                  <a:pathLst>
                    <a:path extrusionOk="0" h="319" w="991">
                      <a:moveTo>
                        <a:pt x="141" y="1"/>
                      </a:moveTo>
                      <a:cubicBezTo>
                        <a:pt x="68" y="1"/>
                        <a:pt x="0" y="74"/>
                        <a:pt x="0" y="147"/>
                      </a:cubicBezTo>
                      <a:cubicBezTo>
                        <a:pt x="0" y="227"/>
                        <a:pt x="67" y="306"/>
                        <a:pt x="159" y="306"/>
                      </a:cubicBezTo>
                      <a:lnTo>
                        <a:pt x="833" y="319"/>
                      </a:lnTo>
                      <a:cubicBezTo>
                        <a:pt x="925" y="319"/>
                        <a:pt x="991" y="253"/>
                        <a:pt x="991" y="160"/>
                      </a:cubicBezTo>
                      <a:cubicBezTo>
                        <a:pt x="991" y="81"/>
                        <a:pt x="925" y="15"/>
                        <a:pt x="846" y="15"/>
                      </a:cubicBezTo>
                      <a:lnTo>
                        <a:pt x="159" y="2"/>
                      </a:lnTo>
                      <a:cubicBezTo>
                        <a:pt x="153" y="1"/>
                        <a:pt x="147"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8714984" y="3640183"/>
                  <a:ext cx="123429" cy="39607"/>
                </a:xfrm>
                <a:custGeom>
                  <a:rect b="b" l="l" r="r" t="t"/>
                  <a:pathLst>
                    <a:path extrusionOk="0" h="318" w="991">
                      <a:moveTo>
                        <a:pt x="159" y="1"/>
                      </a:moveTo>
                      <a:cubicBezTo>
                        <a:pt x="66" y="1"/>
                        <a:pt x="0" y="67"/>
                        <a:pt x="0" y="146"/>
                      </a:cubicBezTo>
                      <a:cubicBezTo>
                        <a:pt x="0" y="225"/>
                        <a:pt x="66" y="305"/>
                        <a:pt x="146" y="305"/>
                      </a:cubicBezTo>
                      <a:lnTo>
                        <a:pt x="832" y="318"/>
                      </a:lnTo>
                      <a:cubicBezTo>
                        <a:pt x="925" y="318"/>
                        <a:pt x="991" y="252"/>
                        <a:pt x="991" y="173"/>
                      </a:cubicBezTo>
                      <a:cubicBezTo>
                        <a:pt x="991" y="80"/>
                        <a:pt x="925" y="14"/>
                        <a:pt x="845" y="14"/>
                      </a:cubicBezTo>
                      <a:lnTo>
                        <a:pt x="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8303720" y="3556236"/>
                  <a:ext cx="174495" cy="146720"/>
                </a:xfrm>
                <a:custGeom>
                  <a:rect b="b" l="l" r="r" t="t"/>
                  <a:pathLst>
                    <a:path extrusionOk="0" h="1178" w="1401">
                      <a:moveTo>
                        <a:pt x="412" y="1"/>
                      </a:moveTo>
                      <a:cubicBezTo>
                        <a:pt x="199" y="1"/>
                        <a:pt x="27" y="168"/>
                        <a:pt x="14" y="371"/>
                      </a:cubicBezTo>
                      <a:lnTo>
                        <a:pt x="1" y="741"/>
                      </a:lnTo>
                      <a:cubicBezTo>
                        <a:pt x="1" y="952"/>
                        <a:pt x="159" y="1137"/>
                        <a:pt x="384" y="1150"/>
                      </a:cubicBezTo>
                      <a:lnTo>
                        <a:pt x="965" y="1177"/>
                      </a:lnTo>
                      <a:cubicBezTo>
                        <a:pt x="972" y="1177"/>
                        <a:pt x="980" y="1177"/>
                        <a:pt x="988" y="1177"/>
                      </a:cubicBezTo>
                      <a:cubicBezTo>
                        <a:pt x="1189" y="1177"/>
                        <a:pt x="1361" y="1010"/>
                        <a:pt x="1374" y="794"/>
                      </a:cubicBezTo>
                      <a:lnTo>
                        <a:pt x="1387" y="424"/>
                      </a:lnTo>
                      <a:cubicBezTo>
                        <a:pt x="1401" y="213"/>
                        <a:pt x="1229" y="28"/>
                        <a:pt x="1004" y="15"/>
                      </a:cubicBezTo>
                      <a:lnTo>
                        <a:pt x="436" y="1"/>
                      </a:lnTo>
                      <a:cubicBezTo>
                        <a:pt x="428" y="1"/>
                        <a:pt x="420" y="1"/>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1" name="Google Shape;5021;p72"/>
            <p:cNvGrpSpPr/>
            <p:nvPr/>
          </p:nvGrpSpPr>
          <p:grpSpPr>
            <a:xfrm>
              <a:off x="1838080" y="4197689"/>
              <a:ext cx="877308" cy="541806"/>
              <a:chOff x="1412143" y="4301302"/>
              <a:chExt cx="728117" cy="449631"/>
            </a:xfrm>
          </p:grpSpPr>
          <p:grpSp>
            <p:nvGrpSpPr>
              <p:cNvPr id="5022" name="Google Shape;5022;p72"/>
              <p:cNvGrpSpPr/>
              <p:nvPr/>
            </p:nvGrpSpPr>
            <p:grpSpPr>
              <a:xfrm>
                <a:off x="1412143" y="4492167"/>
                <a:ext cx="728117" cy="258767"/>
                <a:chOff x="1412143" y="4492167"/>
                <a:chExt cx="728117" cy="258767"/>
              </a:xfrm>
            </p:grpSpPr>
            <p:sp>
              <p:nvSpPr>
                <p:cNvPr id="5023" name="Google Shape;5023;p72"/>
                <p:cNvSpPr/>
                <p:nvPr/>
              </p:nvSpPr>
              <p:spPr>
                <a:xfrm>
                  <a:off x="1412159" y="4689134"/>
                  <a:ext cx="728100" cy="6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4" name="Google Shape;5024;p72"/>
                <p:cNvGrpSpPr/>
                <p:nvPr/>
              </p:nvGrpSpPr>
              <p:grpSpPr>
                <a:xfrm>
                  <a:off x="1412143" y="4492167"/>
                  <a:ext cx="701246" cy="232678"/>
                  <a:chOff x="7138068" y="2592629"/>
                  <a:chExt cx="701246" cy="232678"/>
                </a:xfrm>
              </p:grpSpPr>
              <p:sp>
                <p:nvSpPr>
                  <p:cNvPr id="5025" name="Google Shape;5025;p72"/>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5" name="Google Shape;5035;p72"/>
              <p:cNvGrpSpPr/>
              <p:nvPr/>
            </p:nvGrpSpPr>
            <p:grpSpPr>
              <a:xfrm rot="-1436162">
                <a:off x="1652698" y="4359172"/>
                <a:ext cx="325222" cy="188484"/>
                <a:chOff x="3731575" y="1638525"/>
                <a:chExt cx="208350" cy="120750"/>
              </a:xfrm>
            </p:grpSpPr>
            <p:sp>
              <p:nvSpPr>
                <p:cNvPr id="5036" name="Google Shape;5036;p72"/>
                <p:cNvSpPr/>
                <p:nvPr/>
              </p:nvSpPr>
              <p:spPr>
                <a:xfrm>
                  <a:off x="3731575" y="1638525"/>
                  <a:ext cx="52525" cy="53175"/>
                </a:xfrm>
                <a:custGeom>
                  <a:rect b="b" l="l" r="r" t="t"/>
                  <a:pathLst>
                    <a:path extrusionOk="0" h="2127" w="2101">
                      <a:moveTo>
                        <a:pt x="1995" y="1"/>
                      </a:moveTo>
                      <a:lnTo>
                        <a:pt x="832" y="278"/>
                      </a:lnTo>
                      <a:lnTo>
                        <a:pt x="199" y="344"/>
                      </a:lnTo>
                      <a:cubicBezTo>
                        <a:pt x="66" y="357"/>
                        <a:pt x="0" y="503"/>
                        <a:pt x="80" y="621"/>
                      </a:cubicBezTo>
                      <a:lnTo>
                        <a:pt x="489" y="1176"/>
                      </a:lnTo>
                      <a:lnTo>
                        <a:pt x="1044" y="2127"/>
                      </a:lnTo>
                      <a:lnTo>
                        <a:pt x="1691" y="1625"/>
                      </a:lnTo>
                      <a:lnTo>
                        <a:pt x="2100" y="833"/>
                      </a:lnTo>
                      <a:lnTo>
                        <a:pt x="19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3757650" y="1638850"/>
                  <a:ext cx="182275" cy="120425"/>
                </a:xfrm>
                <a:custGeom>
                  <a:rect b="b" l="l" r="r" t="t"/>
                  <a:pathLst>
                    <a:path extrusionOk="0" h="4817" w="7291">
                      <a:moveTo>
                        <a:pt x="952" y="1"/>
                      </a:moveTo>
                      <a:lnTo>
                        <a:pt x="1018" y="476"/>
                      </a:lnTo>
                      <a:cubicBezTo>
                        <a:pt x="1044" y="701"/>
                        <a:pt x="1004" y="925"/>
                        <a:pt x="899" y="1123"/>
                      </a:cubicBezTo>
                      <a:lnTo>
                        <a:pt x="754" y="1414"/>
                      </a:lnTo>
                      <a:cubicBezTo>
                        <a:pt x="688" y="1546"/>
                        <a:pt x="582" y="1665"/>
                        <a:pt x="463" y="1757"/>
                      </a:cubicBezTo>
                      <a:lnTo>
                        <a:pt x="1" y="2114"/>
                      </a:lnTo>
                      <a:lnTo>
                        <a:pt x="5931" y="4755"/>
                      </a:lnTo>
                      <a:cubicBezTo>
                        <a:pt x="6013" y="4797"/>
                        <a:pt x="6100" y="4816"/>
                        <a:pt x="6186" y="4816"/>
                      </a:cubicBezTo>
                      <a:cubicBezTo>
                        <a:pt x="6265" y="4816"/>
                        <a:pt x="6344" y="4800"/>
                        <a:pt x="6419" y="4768"/>
                      </a:cubicBezTo>
                      <a:lnTo>
                        <a:pt x="6604" y="4702"/>
                      </a:lnTo>
                      <a:cubicBezTo>
                        <a:pt x="6749" y="4636"/>
                        <a:pt x="6868" y="4531"/>
                        <a:pt x="6934" y="4385"/>
                      </a:cubicBezTo>
                      <a:lnTo>
                        <a:pt x="7225" y="3752"/>
                      </a:lnTo>
                      <a:cubicBezTo>
                        <a:pt x="7291" y="3593"/>
                        <a:pt x="7291" y="3408"/>
                        <a:pt x="7225" y="3250"/>
                      </a:cubicBezTo>
                      <a:lnTo>
                        <a:pt x="7079" y="2919"/>
                      </a:lnTo>
                      <a:cubicBezTo>
                        <a:pt x="7013" y="2774"/>
                        <a:pt x="6895" y="2669"/>
                        <a:pt x="6763" y="2603"/>
                      </a:cubicBezTo>
                      <a:lnTo>
                        <a:pt x="9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3781425" y="1638850"/>
                  <a:ext cx="158500" cy="93475"/>
                </a:xfrm>
                <a:custGeom>
                  <a:rect b="b" l="l" r="r" t="t"/>
                  <a:pathLst>
                    <a:path extrusionOk="0" h="3739" w="6340">
                      <a:moveTo>
                        <a:pt x="1" y="1"/>
                      </a:moveTo>
                      <a:lnTo>
                        <a:pt x="67" y="476"/>
                      </a:lnTo>
                      <a:cubicBezTo>
                        <a:pt x="80" y="608"/>
                        <a:pt x="80" y="727"/>
                        <a:pt x="53" y="846"/>
                      </a:cubicBezTo>
                      <a:cubicBezTo>
                        <a:pt x="27" y="952"/>
                        <a:pt x="6261" y="3738"/>
                        <a:pt x="6261" y="3738"/>
                      </a:cubicBezTo>
                      <a:cubicBezTo>
                        <a:pt x="6340" y="3580"/>
                        <a:pt x="6340" y="3408"/>
                        <a:pt x="6261" y="3250"/>
                      </a:cubicBezTo>
                      <a:lnTo>
                        <a:pt x="6115" y="2919"/>
                      </a:lnTo>
                      <a:cubicBezTo>
                        <a:pt x="6049" y="2774"/>
                        <a:pt x="5944" y="2669"/>
                        <a:pt x="5798" y="2603"/>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3731575" y="1645450"/>
                  <a:ext cx="25125" cy="22500"/>
                </a:xfrm>
                <a:custGeom>
                  <a:rect b="b" l="l" r="r" t="t"/>
                  <a:pathLst>
                    <a:path extrusionOk="0" h="900" w="1005">
                      <a:moveTo>
                        <a:pt x="832" y="1"/>
                      </a:moveTo>
                      <a:lnTo>
                        <a:pt x="199" y="67"/>
                      </a:lnTo>
                      <a:cubicBezTo>
                        <a:pt x="66" y="80"/>
                        <a:pt x="0" y="239"/>
                        <a:pt x="80" y="344"/>
                      </a:cubicBezTo>
                      <a:lnTo>
                        <a:pt x="476" y="899"/>
                      </a:lnTo>
                      <a:lnTo>
                        <a:pt x="516" y="886"/>
                      </a:lnTo>
                      <a:cubicBezTo>
                        <a:pt x="859" y="741"/>
                        <a:pt x="1004" y="331"/>
                        <a:pt x="8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40" name="Google Shape;5040;p72"/>
          <p:cNvGrpSpPr/>
          <p:nvPr/>
        </p:nvGrpSpPr>
        <p:grpSpPr>
          <a:xfrm>
            <a:off x="4618730" y="2581930"/>
            <a:ext cx="1386940" cy="2226857"/>
            <a:chOff x="4897905" y="2970697"/>
            <a:chExt cx="1133491" cy="1819922"/>
          </a:xfrm>
        </p:grpSpPr>
        <p:sp>
          <p:nvSpPr>
            <p:cNvPr id="5041" name="Google Shape;5041;p72"/>
            <p:cNvSpPr/>
            <p:nvPr/>
          </p:nvSpPr>
          <p:spPr>
            <a:xfrm>
              <a:off x="5411805" y="4695356"/>
              <a:ext cx="561583" cy="95263"/>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2" name="Google Shape;5042;p72"/>
            <p:cNvGrpSpPr/>
            <p:nvPr/>
          </p:nvGrpSpPr>
          <p:grpSpPr>
            <a:xfrm>
              <a:off x="4897905" y="2970697"/>
              <a:ext cx="1133491" cy="1819920"/>
              <a:chOff x="4627075" y="1583225"/>
              <a:chExt cx="1587300" cy="2548550"/>
            </a:xfrm>
          </p:grpSpPr>
          <p:sp>
            <p:nvSpPr>
              <p:cNvPr id="5043" name="Google Shape;5043;p72"/>
              <p:cNvSpPr/>
              <p:nvPr/>
            </p:nvSpPr>
            <p:spPr>
              <a:xfrm>
                <a:off x="5084400" y="3145300"/>
                <a:ext cx="650775" cy="986475"/>
              </a:xfrm>
              <a:custGeom>
                <a:rect b="b" l="l" r="r" t="t"/>
                <a:pathLst>
                  <a:path extrusionOk="0" h="39459" w="26031">
                    <a:moveTo>
                      <a:pt x="22533" y="0"/>
                    </a:moveTo>
                    <a:cubicBezTo>
                      <a:pt x="21602" y="0"/>
                      <a:pt x="20662" y="189"/>
                      <a:pt x="19731" y="189"/>
                    </a:cubicBezTo>
                    <a:lnTo>
                      <a:pt x="6216" y="189"/>
                    </a:lnTo>
                    <a:cubicBezTo>
                      <a:pt x="5778" y="189"/>
                      <a:pt x="5131" y="252"/>
                      <a:pt x="4693" y="272"/>
                    </a:cubicBezTo>
                    <a:cubicBezTo>
                      <a:pt x="4642" y="275"/>
                      <a:pt x="4590" y="276"/>
                      <a:pt x="4537" y="276"/>
                    </a:cubicBezTo>
                    <a:cubicBezTo>
                      <a:pt x="4001" y="276"/>
                      <a:pt x="3352" y="166"/>
                      <a:pt x="2718" y="166"/>
                    </a:cubicBezTo>
                    <a:cubicBezTo>
                      <a:pt x="1763" y="166"/>
                      <a:pt x="843" y="416"/>
                      <a:pt x="396" y="1670"/>
                    </a:cubicBezTo>
                    <a:cubicBezTo>
                      <a:pt x="0" y="2817"/>
                      <a:pt x="188" y="4799"/>
                      <a:pt x="188" y="6050"/>
                    </a:cubicBezTo>
                    <a:cubicBezTo>
                      <a:pt x="167" y="7447"/>
                      <a:pt x="167" y="8845"/>
                      <a:pt x="209" y="10242"/>
                    </a:cubicBezTo>
                    <a:cubicBezTo>
                      <a:pt x="230" y="10597"/>
                      <a:pt x="250" y="10952"/>
                      <a:pt x="250" y="11327"/>
                    </a:cubicBezTo>
                    <a:cubicBezTo>
                      <a:pt x="376" y="15624"/>
                      <a:pt x="772" y="19920"/>
                      <a:pt x="1418" y="24175"/>
                    </a:cubicBezTo>
                    <a:cubicBezTo>
                      <a:pt x="2002" y="28055"/>
                      <a:pt x="2795" y="32038"/>
                      <a:pt x="4693" y="35125"/>
                    </a:cubicBezTo>
                    <a:cubicBezTo>
                      <a:pt x="5569" y="36544"/>
                      <a:pt x="6695" y="37691"/>
                      <a:pt x="7968" y="38275"/>
                    </a:cubicBezTo>
                    <a:cubicBezTo>
                      <a:pt x="8510" y="38525"/>
                      <a:pt x="8948" y="38901"/>
                      <a:pt x="9532" y="39067"/>
                    </a:cubicBezTo>
                    <a:cubicBezTo>
                      <a:pt x="10262" y="39255"/>
                      <a:pt x="10992" y="39380"/>
                      <a:pt x="11743" y="39422"/>
                    </a:cubicBezTo>
                    <a:cubicBezTo>
                      <a:pt x="12187" y="39446"/>
                      <a:pt x="12633" y="39458"/>
                      <a:pt x="13080" y="39458"/>
                    </a:cubicBezTo>
                    <a:cubicBezTo>
                      <a:pt x="14165" y="39458"/>
                      <a:pt x="15253" y="39388"/>
                      <a:pt x="16332" y="39255"/>
                    </a:cubicBezTo>
                    <a:cubicBezTo>
                      <a:pt x="17959" y="39088"/>
                      <a:pt x="19231" y="38755"/>
                      <a:pt x="20503" y="37232"/>
                    </a:cubicBezTo>
                    <a:cubicBezTo>
                      <a:pt x="21171" y="36419"/>
                      <a:pt x="21546" y="35522"/>
                      <a:pt x="22005" y="34750"/>
                    </a:cubicBezTo>
                    <a:cubicBezTo>
                      <a:pt x="22818" y="33352"/>
                      <a:pt x="23402" y="31600"/>
                      <a:pt x="23861" y="29932"/>
                    </a:cubicBezTo>
                    <a:cubicBezTo>
                      <a:pt x="24800" y="26532"/>
                      <a:pt x="25238" y="22903"/>
                      <a:pt x="25488" y="19295"/>
                    </a:cubicBezTo>
                    <a:cubicBezTo>
                      <a:pt x="25676" y="16228"/>
                      <a:pt x="25759" y="13162"/>
                      <a:pt x="25738" y="10117"/>
                    </a:cubicBezTo>
                    <a:cubicBezTo>
                      <a:pt x="25738" y="9012"/>
                      <a:pt x="25697" y="7906"/>
                      <a:pt x="25655" y="6801"/>
                    </a:cubicBezTo>
                    <a:cubicBezTo>
                      <a:pt x="25572" y="4381"/>
                      <a:pt x="26031" y="856"/>
                      <a:pt x="23986" y="210"/>
                    </a:cubicBezTo>
                    <a:cubicBezTo>
                      <a:pt x="23506" y="52"/>
                      <a:pt x="23021" y="0"/>
                      <a:pt x="225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5083875" y="3145300"/>
                <a:ext cx="650775" cy="318500"/>
              </a:xfrm>
              <a:custGeom>
                <a:rect b="b" l="l" r="r" t="t"/>
                <a:pathLst>
                  <a:path extrusionOk="0" h="12740" w="26031">
                    <a:moveTo>
                      <a:pt x="22533" y="0"/>
                    </a:moveTo>
                    <a:cubicBezTo>
                      <a:pt x="21602" y="0"/>
                      <a:pt x="20662" y="189"/>
                      <a:pt x="19732" y="189"/>
                    </a:cubicBezTo>
                    <a:lnTo>
                      <a:pt x="6216" y="189"/>
                    </a:lnTo>
                    <a:cubicBezTo>
                      <a:pt x="5778" y="189"/>
                      <a:pt x="5131" y="252"/>
                      <a:pt x="4693" y="272"/>
                    </a:cubicBezTo>
                    <a:cubicBezTo>
                      <a:pt x="4641" y="275"/>
                      <a:pt x="4588" y="276"/>
                      <a:pt x="4533" y="276"/>
                    </a:cubicBezTo>
                    <a:cubicBezTo>
                      <a:pt x="4004" y="276"/>
                      <a:pt x="3365" y="172"/>
                      <a:pt x="2740" y="172"/>
                    </a:cubicBezTo>
                    <a:cubicBezTo>
                      <a:pt x="1777" y="172"/>
                      <a:pt x="846" y="418"/>
                      <a:pt x="397" y="1670"/>
                    </a:cubicBezTo>
                    <a:cubicBezTo>
                      <a:pt x="0" y="2817"/>
                      <a:pt x="188" y="4799"/>
                      <a:pt x="188" y="6050"/>
                    </a:cubicBezTo>
                    <a:cubicBezTo>
                      <a:pt x="167" y="7447"/>
                      <a:pt x="167" y="8845"/>
                      <a:pt x="209" y="10242"/>
                    </a:cubicBezTo>
                    <a:lnTo>
                      <a:pt x="355" y="10326"/>
                    </a:lnTo>
                    <a:cubicBezTo>
                      <a:pt x="3953" y="12229"/>
                      <a:pt x="8298" y="12740"/>
                      <a:pt x="12281" y="12740"/>
                    </a:cubicBezTo>
                    <a:cubicBezTo>
                      <a:pt x="13101" y="12740"/>
                      <a:pt x="13905" y="12718"/>
                      <a:pt x="14684" y="12683"/>
                    </a:cubicBezTo>
                    <a:cubicBezTo>
                      <a:pt x="17479" y="12537"/>
                      <a:pt x="20253" y="12078"/>
                      <a:pt x="22944" y="11285"/>
                    </a:cubicBezTo>
                    <a:cubicBezTo>
                      <a:pt x="23924" y="10993"/>
                      <a:pt x="24863" y="10597"/>
                      <a:pt x="25759" y="10096"/>
                    </a:cubicBezTo>
                    <a:cubicBezTo>
                      <a:pt x="25739" y="9012"/>
                      <a:pt x="25697" y="7906"/>
                      <a:pt x="25655" y="6801"/>
                    </a:cubicBezTo>
                    <a:cubicBezTo>
                      <a:pt x="25572" y="4381"/>
                      <a:pt x="26031" y="877"/>
                      <a:pt x="23987" y="210"/>
                    </a:cubicBezTo>
                    <a:cubicBezTo>
                      <a:pt x="23506" y="52"/>
                      <a:pt x="23021" y="0"/>
                      <a:pt x="225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5533875" y="3157325"/>
                <a:ext cx="53725" cy="26075"/>
              </a:xfrm>
              <a:custGeom>
                <a:rect b="b" l="l" r="r" t="t"/>
                <a:pathLst>
                  <a:path extrusionOk="0" h="1043" w="2149">
                    <a:moveTo>
                      <a:pt x="1481" y="0"/>
                    </a:moveTo>
                    <a:cubicBezTo>
                      <a:pt x="1377" y="0"/>
                      <a:pt x="1294" y="0"/>
                      <a:pt x="1189" y="21"/>
                    </a:cubicBezTo>
                    <a:lnTo>
                      <a:pt x="918" y="63"/>
                    </a:lnTo>
                    <a:lnTo>
                      <a:pt x="772" y="83"/>
                    </a:lnTo>
                    <a:cubicBezTo>
                      <a:pt x="689" y="83"/>
                      <a:pt x="605" y="104"/>
                      <a:pt x="522" y="125"/>
                    </a:cubicBezTo>
                    <a:cubicBezTo>
                      <a:pt x="397" y="146"/>
                      <a:pt x="292" y="209"/>
                      <a:pt x="188" y="292"/>
                    </a:cubicBezTo>
                    <a:cubicBezTo>
                      <a:pt x="63" y="355"/>
                      <a:pt x="0" y="501"/>
                      <a:pt x="21" y="647"/>
                    </a:cubicBezTo>
                    <a:cubicBezTo>
                      <a:pt x="42" y="793"/>
                      <a:pt x="146" y="918"/>
                      <a:pt x="292" y="960"/>
                    </a:cubicBezTo>
                    <a:cubicBezTo>
                      <a:pt x="397" y="1001"/>
                      <a:pt x="522" y="1043"/>
                      <a:pt x="647" y="1043"/>
                    </a:cubicBezTo>
                    <a:cubicBezTo>
                      <a:pt x="751" y="1043"/>
                      <a:pt x="835" y="1022"/>
                      <a:pt x="939" y="1001"/>
                    </a:cubicBezTo>
                    <a:lnTo>
                      <a:pt x="1210" y="980"/>
                    </a:lnTo>
                    <a:cubicBezTo>
                      <a:pt x="1335" y="980"/>
                      <a:pt x="1481" y="960"/>
                      <a:pt x="1606" y="918"/>
                    </a:cubicBezTo>
                    <a:cubicBezTo>
                      <a:pt x="2149" y="793"/>
                      <a:pt x="2044" y="0"/>
                      <a:pt x="1481" y="0"/>
                    </a:cubicBezTo>
                    <a:close/>
                  </a:path>
                </a:pathLst>
              </a:custGeom>
              <a:solidFill>
                <a:srgbClr val="EFC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5100550" y="3113525"/>
                <a:ext cx="616375" cy="130900"/>
              </a:xfrm>
              <a:custGeom>
                <a:rect b="b" l="l" r="r" t="t"/>
                <a:pathLst>
                  <a:path extrusionOk="0" h="5236" w="24655">
                    <a:moveTo>
                      <a:pt x="12328" y="0"/>
                    </a:moveTo>
                    <a:cubicBezTo>
                      <a:pt x="5528" y="0"/>
                      <a:pt x="1" y="1168"/>
                      <a:pt x="1" y="2607"/>
                    </a:cubicBezTo>
                    <a:cubicBezTo>
                      <a:pt x="1" y="4067"/>
                      <a:pt x="5528" y="5235"/>
                      <a:pt x="12328" y="5235"/>
                    </a:cubicBezTo>
                    <a:cubicBezTo>
                      <a:pt x="19127" y="5235"/>
                      <a:pt x="24654" y="4067"/>
                      <a:pt x="24654" y="2607"/>
                    </a:cubicBezTo>
                    <a:cubicBezTo>
                      <a:pt x="24654" y="1168"/>
                      <a:pt x="19127" y="0"/>
                      <a:pt x="12328" y="0"/>
                    </a:cubicBezTo>
                    <a:close/>
                  </a:path>
                </a:pathLst>
              </a:custGeom>
              <a:solidFill>
                <a:srgbClr val="9965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5100550" y="3114025"/>
                <a:ext cx="616375" cy="129875"/>
              </a:xfrm>
              <a:custGeom>
                <a:rect b="b" l="l" r="r" t="t"/>
                <a:pathLst>
                  <a:path extrusionOk="0" h="5195" w="24655">
                    <a:moveTo>
                      <a:pt x="11681" y="1"/>
                    </a:moveTo>
                    <a:cubicBezTo>
                      <a:pt x="11306" y="1"/>
                      <a:pt x="10909" y="22"/>
                      <a:pt x="10555" y="22"/>
                    </a:cubicBezTo>
                    <a:cubicBezTo>
                      <a:pt x="10523" y="11"/>
                      <a:pt x="10492" y="6"/>
                      <a:pt x="10461" y="6"/>
                    </a:cubicBezTo>
                    <a:cubicBezTo>
                      <a:pt x="10430" y="6"/>
                      <a:pt x="10398" y="11"/>
                      <a:pt x="10367" y="22"/>
                    </a:cubicBezTo>
                    <a:cubicBezTo>
                      <a:pt x="9971" y="22"/>
                      <a:pt x="9574" y="43"/>
                      <a:pt x="9199" y="63"/>
                    </a:cubicBezTo>
                    <a:cubicBezTo>
                      <a:pt x="8844" y="84"/>
                      <a:pt x="8469" y="105"/>
                      <a:pt x="8114" y="126"/>
                    </a:cubicBezTo>
                    <a:cubicBezTo>
                      <a:pt x="7655" y="168"/>
                      <a:pt x="7197" y="209"/>
                      <a:pt x="6759" y="251"/>
                    </a:cubicBezTo>
                    <a:cubicBezTo>
                      <a:pt x="2754" y="689"/>
                      <a:pt x="1" y="1586"/>
                      <a:pt x="1" y="2608"/>
                    </a:cubicBezTo>
                    <a:cubicBezTo>
                      <a:pt x="1" y="3672"/>
                      <a:pt x="3046" y="4590"/>
                      <a:pt x="7405" y="5007"/>
                    </a:cubicBezTo>
                    <a:cubicBezTo>
                      <a:pt x="7864" y="5048"/>
                      <a:pt x="8323" y="5090"/>
                      <a:pt x="8803" y="5111"/>
                    </a:cubicBezTo>
                    <a:lnTo>
                      <a:pt x="9866" y="5174"/>
                    </a:lnTo>
                    <a:lnTo>
                      <a:pt x="10784" y="5194"/>
                    </a:lnTo>
                    <a:lnTo>
                      <a:pt x="14163" y="5194"/>
                    </a:lnTo>
                    <a:lnTo>
                      <a:pt x="14664" y="5174"/>
                    </a:lnTo>
                    <a:cubicBezTo>
                      <a:pt x="20358" y="4944"/>
                      <a:pt x="24654" y="3880"/>
                      <a:pt x="24654" y="2587"/>
                    </a:cubicBezTo>
                    <a:cubicBezTo>
                      <a:pt x="24654" y="1357"/>
                      <a:pt x="20420" y="272"/>
                      <a:pt x="14789" y="22"/>
                    </a:cubicBezTo>
                    <a:cubicBezTo>
                      <a:pt x="14622" y="22"/>
                      <a:pt x="14434" y="1"/>
                      <a:pt x="142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5326925" y="1670750"/>
                <a:ext cx="262775" cy="1572625"/>
              </a:xfrm>
              <a:custGeom>
                <a:rect b="b" l="l" r="r" t="t"/>
                <a:pathLst>
                  <a:path extrusionOk="0" h="62905" w="10511">
                    <a:moveTo>
                      <a:pt x="4235" y="0"/>
                    </a:moveTo>
                    <a:cubicBezTo>
                      <a:pt x="2610" y="0"/>
                      <a:pt x="1007" y="987"/>
                      <a:pt x="144" y="2960"/>
                    </a:cubicBezTo>
                    <a:cubicBezTo>
                      <a:pt x="1" y="3289"/>
                      <a:pt x="290" y="3599"/>
                      <a:pt x="560" y="3599"/>
                    </a:cubicBezTo>
                    <a:cubicBezTo>
                      <a:pt x="683" y="3599"/>
                      <a:pt x="802" y="3534"/>
                      <a:pt x="874" y="3377"/>
                    </a:cubicBezTo>
                    <a:cubicBezTo>
                      <a:pt x="1488" y="2037"/>
                      <a:pt x="2683" y="797"/>
                      <a:pt x="4208" y="797"/>
                    </a:cubicBezTo>
                    <a:cubicBezTo>
                      <a:pt x="4392" y="797"/>
                      <a:pt x="4581" y="815"/>
                      <a:pt x="4774" y="854"/>
                    </a:cubicBezTo>
                    <a:cubicBezTo>
                      <a:pt x="6339" y="1166"/>
                      <a:pt x="7340" y="2689"/>
                      <a:pt x="7840" y="4086"/>
                    </a:cubicBezTo>
                    <a:cubicBezTo>
                      <a:pt x="8862" y="6860"/>
                      <a:pt x="8487" y="10114"/>
                      <a:pt x="7840" y="12930"/>
                    </a:cubicBezTo>
                    <a:cubicBezTo>
                      <a:pt x="6506" y="18728"/>
                      <a:pt x="3648" y="24026"/>
                      <a:pt x="2626" y="29950"/>
                    </a:cubicBezTo>
                    <a:cubicBezTo>
                      <a:pt x="1917" y="34371"/>
                      <a:pt x="1583" y="38835"/>
                      <a:pt x="1646" y="43319"/>
                    </a:cubicBezTo>
                    <a:lnTo>
                      <a:pt x="1646" y="44195"/>
                    </a:lnTo>
                    <a:cubicBezTo>
                      <a:pt x="1708" y="49389"/>
                      <a:pt x="2105" y="54603"/>
                      <a:pt x="2438" y="59776"/>
                    </a:cubicBezTo>
                    <a:cubicBezTo>
                      <a:pt x="2480" y="60631"/>
                      <a:pt x="2543" y="61465"/>
                      <a:pt x="2584" y="62321"/>
                    </a:cubicBezTo>
                    <a:cubicBezTo>
                      <a:pt x="2605" y="62508"/>
                      <a:pt x="2626" y="62717"/>
                      <a:pt x="2626" y="62905"/>
                    </a:cubicBezTo>
                    <a:lnTo>
                      <a:pt x="3481" y="62905"/>
                    </a:lnTo>
                    <a:cubicBezTo>
                      <a:pt x="3439" y="61841"/>
                      <a:pt x="3419" y="60798"/>
                      <a:pt x="3398" y="59755"/>
                    </a:cubicBezTo>
                    <a:cubicBezTo>
                      <a:pt x="3273" y="56001"/>
                      <a:pt x="3189" y="52246"/>
                      <a:pt x="3043" y="48492"/>
                    </a:cubicBezTo>
                    <a:cubicBezTo>
                      <a:pt x="3001" y="47428"/>
                      <a:pt x="2960" y="46365"/>
                      <a:pt x="2939" y="45301"/>
                    </a:cubicBezTo>
                    <a:cubicBezTo>
                      <a:pt x="2918" y="44925"/>
                      <a:pt x="2918" y="44529"/>
                      <a:pt x="2918" y="44154"/>
                    </a:cubicBezTo>
                    <a:cubicBezTo>
                      <a:pt x="2835" y="40045"/>
                      <a:pt x="2918" y="35915"/>
                      <a:pt x="3481" y="31827"/>
                    </a:cubicBezTo>
                    <a:cubicBezTo>
                      <a:pt x="4253" y="26300"/>
                      <a:pt x="6443" y="21315"/>
                      <a:pt x="8112" y="16038"/>
                    </a:cubicBezTo>
                    <a:cubicBezTo>
                      <a:pt x="9405" y="11908"/>
                      <a:pt x="10510" y="6589"/>
                      <a:pt x="8258" y="2585"/>
                    </a:cubicBezTo>
                    <a:cubicBezTo>
                      <a:pt x="7290" y="862"/>
                      <a:pt x="5754" y="0"/>
                      <a:pt x="4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5446275" y="2178125"/>
                <a:ext cx="212575" cy="1064725"/>
              </a:xfrm>
              <a:custGeom>
                <a:rect b="b" l="l" r="r" t="t"/>
                <a:pathLst>
                  <a:path extrusionOk="0" h="42589" w="8503">
                    <a:moveTo>
                      <a:pt x="7477" y="1"/>
                    </a:moveTo>
                    <a:cubicBezTo>
                      <a:pt x="3669" y="1"/>
                      <a:pt x="1465" y="17195"/>
                      <a:pt x="1210" y="19604"/>
                    </a:cubicBezTo>
                    <a:cubicBezTo>
                      <a:pt x="939" y="22545"/>
                      <a:pt x="751" y="25506"/>
                      <a:pt x="605" y="28468"/>
                    </a:cubicBezTo>
                    <a:cubicBezTo>
                      <a:pt x="522" y="29970"/>
                      <a:pt x="459" y="31451"/>
                      <a:pt x="418" y="32953"/>
                    </a:cubicBezTo>
                    <a:cubicBezTo>
                      <a:pt x="334" y="35017"/>
                      <a:pt x="251" y="37082"/>
                      <a:pt x="167" y="39126"/>
                    </a:cubicBezTo>
                    <a:lnTo>
                      <a:pt x="167" y="39439"/>
                    </a:lnTo>
                    <a:cubicBezTo>
                      <a:pt x="126" y="40482"/>
                      <a:pt x="42" y="41546"/>
                      <a:pt x="0" y="42589"/>
                    </a:cubicBezTo>
                    <a:lnTo>
                      <a:pt x="1127" y="42589"/>
                    </a:lnTo>
                    <a:cubicBezTo>
                      <a:pt x="1210" y="41567"/>
                      <a:pt x="1231" y="40524"/>
                      <a:pt x="1231" y="39481"/>
                    </a:cubicBezTo>
                    <a:cubicBezTo>
                      <a:pt x="1252" y="38167"/>
                      <a:pt x="1252" y="36853"/>
                      <a:pt x="1294" y="35581"/>
                    </a:cubicBezTo>
                    <a:cubicBezTo>
                      <a:pt x="1440" y="31951"/>
                      <a:pt x="1586" y="28322"/>
                      <a:pt x="1794" y="24693"/>
                    </a:cubicBezTo>
                    <a:cubicBezTo>
                      <a:pt x="1982" y="20709"/>
                      <a:pt x="2399" y="16767"/>
                      <a:pt x="3046" y="12846"/>
                    </a:cubicBezTo>
                    <a:cubicBezTo>
                      <a:pt x="3326" y="11284"/>
                      <a:pt x="5316" y="712"/>
                      <a:pt x="7725" y="712"/>
                    </a:cubicBezTo>
                    <a:cubicBezTo>
                      <a:pt x="7826" y="712"/>
                      <a:pt x="7928" y="731"/>
                      <a:pt x="8031" y="769"/>
                    </a:cubicBezTo>
                    <a:cubicBezTo>
                      <a:pt x="8061" y="779"/>
                      <a:pt x="8090" y="784"/>
                      <a:pt x="8117" y="784"/>
                    </a:cubicBezTo>
                    <a:cubicBezTo>
                      <a:pt x="8375" y="784"/>
                      <a:pt x="8503" y="378"/>
                      <a:pt x="8239" y="227"/>
                    </a:cubicBezTo>
                    <a:cubicBezTo>
                      <a:pt x="7978" y="73"/>
                      <a:pt x="7724" y="1"/>
                      <a:pt x="7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4997475" y="2780325"/>
                <a:ext cx="353400" cy="461475"/>
              </a:xfrm>
              <a:custGeom>
                <a:rect b="b" l="l" r="r" t="t"/>
                <a:pathLst>
                  <a:path extrusionOk="0" h="18459" w="14136">
                    <a:moveTo>
                      <a:pt x="4270" y="0"/>
                    </a:moveTo>
                    <a:cubicBezTo>
                      <a:pt x="2539" y="104"/>
                      <a:pt x="912" y="939"/>
                      <a:pt x="77" y="2795"/>
                    </a:cubicBezTo>
                    <a:cubicBezTo>
                      <a:pt x="1" y="2963"/>
                      <a:pt x="149" y="3109"/>
                      <a:pt x="299" y="3109"/>
                    </a:cubicBezTo>
                    <a:cubicBezTo>
                      <a:pt x="353" y="3109"/>
                      <a:pt x="408" y="3090"/>
                      <a:pt x="453" y="3045"/>
                    </a:cubicBezTo>
                    <a:cubicBezTo>
                      <a:pt x="1621" y="1940"/>
                      <a:pt x="2997" y="1043"/>
                      <a:pt x="4499" y="876"/>
                    </a:cubicBezTo>
                    <a:cubicBezTo>
                      <a:pt x="4656" y="855"/>
                      <a:pt x="4812" y="845"/>
                      <a:pt x="4968" y="845"/>
                    </a:cubicBezTo>
                    <a:cubicBezTo>
                      <a:pt x="5125" y="845"/>
                      <a:pt x="5281" y="855"/>
                      <a:pt x="5438" y="876"/>
                    </a:cubicBezTo>
                    <a:cubicBezTo>
                      <a:pt x="5792" y="918"/>
                      <a:pt x="6147" y="980"/>
                      <a:pt x="6481" y="1106"/>
                    </a:cubicBezTo>
                    <a:cubicBezTo>
                      <a:pt x="6585" y="1126"/>
                      <a:pt x="6689" y="1168"/>
                      <a:pt x="6794" y="1210"/>
                    </a:cubicBezTo>
                    <a:cubicBezTo>
                      <a:pt x="7232" y="1398"/>
                      <a:pt x="7628" y="1627"/>
                      <a:pt x="7982" y="1919"/>
                    </a:cubicBezTo>
                    <a:cubicBezTo>
                      <a:pt x="9422" y="3087"/>
                      <a:pt x="10193" y="4985"/>
                      <a:pt x="10694" y="6737"/>
                    </a:cubicBezTo>
                    <a:cubicBezTo>
                      <a:pt x="11507" y="9595"/>
                      <a:pt x="11924" y="12577"/>
                      <a:pt x="12425" y="15539"/>
                    </a:cubicBezTo>
                    <a:cubicBezTo>
                      <a:pt x="12425" y="15601"/>
                      <a:pt x="12446" y="15664"/>
                      <a:pt x="12446" y="15748"/>
                    </a:cubicBezTo>
                    <a:cubicBezTo>
                      <a:pt x="12613" y="16624"/>
                      <a:pt x="12780" y="17520"/>
                      <a:pt x="12967" y="18396"/>
                    </a:cubicBezTo>
                    <a:cubicBezTo>
                      <a:pt x="13343" y="18417"/>
                      <a:pt x="13739" y="18438"/>
                      <a:pt x="14135" y="18459"/>
                    </a:cubicBezTo>
                    <a:cubicBezTo>
                      <a:pt x="13969" y="17479"/>
                      <a:pt x="13781" y="16498"/>
                      <a:pt x="13572" y="15497"/>
                    </a:cubicBezTo>
                    <a:cubicBezTo>
                      <a:pt x="13572" y="15497"/>
                      <a:pt x="13572" y="15476"/>
                      <a:pt x="13572" y="15455"/>
                    </a:cubicBezTo>
                    <a:cubicBezTo>
                      <a:pt x="13239" y="13808"/>
                      <a:pt x="12863" y="12181"/>
                      <a:pt x="12550" y="10554"/>
                    </a:cubicBezTo>
                    <a:cubicBezTo>
                      <a:pt x="12175" y="8635"/>
                      <a:pt x="11862" y="6633"/>
                      <a:pt x="11111" y="4797"/>
                    </a:cubicBezTo>
                    <a:cubicBezTo>
                      <a:pt x="10840" y="4088"/>
                      <a:pt x="10485" y="3421"/>
                      <a:pt x="10047" y="2795"/>
                    </a:cubicBezTo>
                    <a:cubicBezTo>
                      <a:pt x="9442" y="1961"/>
                      <a:pt x="8650" y="1252"/>
                      <a:pt x="7732" y="793"/>
                    </a:cubicBezTo>
                    <a:cubicBezTo>
                      <a:pt x="7273" y="563"/>
                      <a:pt x="6794" y="376"/>
                      <a:pt x="6314" y="230"/>
                    </a:cubicBezTo>
                    <a:cubicBezTo>
                      <a:pt x="5938" y="146"/>
                      <a:pt x="5584" y="63"/>
                      <a:pt x="5208" y="42"/>
                    </a:cubicBezTo>
                    <a:cubicBezTo>
                      <a:pt x="4895" y="0"/>
                      <a:pt x="4583" y="0"/>
                      <a:pt x="42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5105175" y="2187225"/>
                <a:ext cx="287925" cy="1056150"/>
              </a:xfrm>
              <a:custGeom>
                <a:rect b="b" l="l" r="r" t="t"/>
                <a:pathLst>
                  <a:path extrusionOk="0" h="42246" w="11517">
                    <a:moveTo>
                      <a:pt x="2711" y="0"/>
                    </a:moveTo>
                    <a:cubicBezTo>
                      <a:pt x="1873" y="0"/>
                      <a:pt x="1022" y="177"/>
                      <a:pt x="212" y="551"/>
                    </a:cubicBezTo>
                    <a:cubicBezTo>
                      <a:pt x="0" y="648"/>
                      <a:pt x="109" y="976"/>
                      <a:pt x="324" y="976"/>
                    </a:cubicBezTo>
                    <a:cubicBezTo>
                      <a:pt x="341" y="976"/>
                      <a:pt x="360" y="973"/>
                      <a:pt x="379" y="969"/>
                    </a:cubicBezTo>
                    <a:cubicBezTo>
                      <a:pt x="1021" y="759"/>
                      <a:pt x="1692" y="652"/>
                      <a:pt x="2358" y="652"/>
                    </a:cubicBezTo>
                    <a:cubicBezTo>
                      <a:pt x="4008" y="652"/>
                      <a:pt x="5629" y="1306"/>
                      <a:pt x="6699" y="2658"/>
                    </a:cubicBezTo>
                    <a:cubicBezTo>
                      <a:pt x="8075" y="4410"/>
                      <a:pt x="8201" y="6746"/>
                      <a:pt x="8221" y="8894"/>
                    </a:cubicBezTo>
                    <a:cubicBezTo>
                      <a:pt x="8263" y="12690"/>
                      <a:pt x="8305" y="16487"/>
                      <a:pt x="8493" y="20283"/>
                    </a:cubicBezTo>
                    <a:cubicBezTo>
                      <a:pt x="8513" y="20867"/>
                      <a:pt x="8534" y="21430"/>
                      <a:pt x="8576" y="21993"/>
                    </a:cubicBezTo>
                    <a:lnTo>
                      <a:pt x="8639" y="22890"/>
                    </a:lnTo>
                    <a:cubicBezTo>
                      <a:pt x="8805" y="26123"/>
                      <a:pt x="9077" y="29335"/>
                      <a:pt x="9410" y="32568"/>
                    </a:cubicBezTo>
                    <a:cubicBezTo>
                      <a:pt x="9640" y="34737"/>
                      <a:pt x="9848" y="36948"/>
                      <a:pt x="10161" y="39138"/>
                    </a:cubicBezTo>
                    <a:cubicBezTo>
                      <a:pt x="10328" y="40181"/>
                      <a:pt x="10516" y="41203"/>
                      <a:pt x="10724" y="42225"/>
                    </a:cubicBezTo>
                    <a:lnTo>
                      <a:pt x="11496" y="42246"/>
                    </a:lnTo>
                    <a:lnTo>
                      <a:pt x="11517" y="42246"/>
                    </a:lnTo>
                    <a:cubicBezTo>
                      <a:pt x="11496" y="42037"/>
                      <a:pt x="11475" y="41849"/>
                      <a:pt x="11475" y="41641"/>
                    </a:cubicBezTo>
                    <a:cubicBezTo>
                      <a:pt x="11371" y="40786"/>
                      <a:pt x="11267" y="39951"/>
                      <a:pt x="11141" y="39117"/>
                    </a:cubicBezTo>
                    <a:cubicBezTo>
                      <a:pt x="10766" y="36134"/>
                      <a:pt x="10328" y="33173"/>
                      <a:pt x="10057" y="30190"/>
                    </a:cubicBezTo>
                    <a:cubicBezTo>
                      <a:pt x="9848" y="27812"/>
                      <a:pt x="9681" y="25455"/>
                      <a:pt x="9535" y="23078"/>
                    </a:cubicBezTo>
                    <a:cubicBezTo>
                      <a:pt x="9515" y="22786"/>
                      <a:pt x="9494" y="22514"/>
                      <a:pt x="9494" y="22222"/>
                    </a:cubicBezTo>
                    <a:cubicBezTo>
                      <a:pt x="9369" y="20032"/>
                      <a:pt x="9285" y="17842"/>
                      <a:pt x="9223" y="15652"/>
                    </a:cubicBezTo>
                    <a:cubicBezTo>
                      <a:pt x="9118" y="11835"/>
                      <a:pt x="9869" y="7101"/>
                      <a:pt x="8201" y="3534"/>
                    </a:cubicBezTo>
                    <a:cubicBezTo>
                      <a:pt x="7193" y="1320"/>
                      <a:pt x="5000" y="0"/>
                      <a:pt x="2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4627075" y="2064850"/>
                <a:ext cx="633075" cy="586950"/>
              </a:xfrm>
              <a:custGeom>
                <a:rect b="b" l="l" r="r" t="t"/>
                <a:pathLst>
                  <a:path extrusionOk="0" h="23478" w="25323">
                    <a:moveTo>
                      <a:pt x="11524" y="1"/>
                    </a:moveTo>
                    <a:cubicBezTo>
                      <a:pt x="11297" y="1"/>
                      <a:pt x="11077" y="15"/>
                      <a:pt x="10868" y="44"/>
                    </a:cubicBezTo>
                    <a:cubicBezTo>
                      <a:pt x="8886" y="274"/>
                      <a:pt x="7030" y="1066"/>
                      <a:pt x="5487" y="2339"/>
                    </a:cubicBezTo>
                    <a:cubicBezTo>
                      <a:pt x="5636" y="2325"/>
                      <a:pt x="5785" y="2318"/>
                      <a:pt x="5933" y="2318"/>
                    </a:cubicBezTo>
                    <a:cubicBezTo>
                      <a:pt x="6673" y="2318"/>
                      <a:pt x="7392" y="2492"/>
                      <a:pt x="8052" y="2839"/>
                    </a:cubicBezTo>
                    <a:cubicBezTo>
                      <a:pt x="7813" y="2829"/>
                      <a:pt x="7573" y="2819"/>
                      <a:pt x="7333" y="2819"/>
                    </a:cubicBezTo>
                    <a:cubicBezTo>
                      <a:pt x="6632" y="2819"/>
                      <a:pt x="5936" y="2899"/>
                      <a:pt x="5299" y="3256"/>
                    </a:cubicBezTo>
                    <a:cubicBezTo>
                      <a:pt x="4569" y="3674"/>
                      <a:pt x="4026" y="4445"/>
                      <a:pt x="3526" y="5092"/>
                    </a:cubicBezTo>
                    <a:cubicBezTo>
                      <a:pt x="1711" y="7428"/>
                      <a:pt x="585" y="10223"/>
                      <a:pt x="293" y="13164"/>
                    </a:cubicBezTo>
                    <a:cubicBezTo>
                      <a:pt x="585" y="12872"/>
                      <a:pt x="940" y="12621"/>
                      <a:pt x="1315" y="12434"/>
                    </a:cubicBezTo>
                    <a:cubicBezTo>
                      <a:pt x="1628" y="12309"/>
                      <a:pt x="2274" y="12329"/>
                      <a:pt x="2525" y="12142"/>
                    </a:cubicBezTo>
                    <a:lnTo>
                      <a:pt x="2525" y="12142"/>
                    </a:lnTo>
                    <a:cubicBezTo>
                      <a:pt x="1816" y="12684"/>
                      <a:pt x="1211" y="13331"/>
                      <a:pt x="773" y="14102"/>
                    </a:cubicBezTo>
                    <a:cubicBezTo>
                      <a:pt x="272" y="14937"/>
                      <a:pt x="189" y="15667"/>
                      <a:pt x="105" y="16605"/>
                    </a:cubicBezTo>
                    <a:cubicBezTo>
                      <a:pt x="1" y="17919"/>
                      <a:pt x="189" y="18941"/>
                      <a:pt x="481" y="20214"/>
                    </a:cubicBezTo>
                    <a:cubicBezTo>
                      <a:pt x="668" y="21048"/>
                      <a:pt x="960" y="22362"/>
                      <a:pt x="1482" y="23071"/>
                    </a:cubicBezTo>
                    <a:cubicBezTo>
                      <a:pt x="1691" y="23361"/>
                      <a:pt x="1847" y="23477"/>
                      <a:pt x="1976" y="23477"/>
                    </a:cubicBezTo>
                    <a:cubicBezTo>
                      <a:pt x="2310" y="23477"/>
                      <a:pt x="2464" y="22701"/>
                      <a:pt x="2900" y="22174"/>
                    </a:cubicBezTo>
                    <a:cubicBezTo>
                      <a:pt x="3547" y="21361"/>
                      <a:pt x="4256" y="20610"/>
                      <a:pt x="5049" y="19922"/>
                    </a:cubicBezTo>
                    <a:cubicBezTo>
                      <a:pt x="5424" y="19567"/>
                      <a:pt x="5820" y="19254"/>
                      <a:pt x="6237" y="18941"/>
                    </a:cubicBezTo>
                    <a:cubicBezTo>
                      <a:pt x="6655" y="18628"/>
                      <a:pt x="6759" y="18211"/>
                      <a:pt x="6967" y="17711"/>
                    </a:cubicBezTo>
                    <a:cubicBezTo>
                      <a:pt x="7218" y="17001"/>
                      <a:pt x="7551" y="16355"/>
                      <a:pt x="7989" y="15750"/>
                    </a:cubicBezTo>
                    <a:lnTo>
                      <a:pt x="7989" y="15750"/>
                    </a:lnTo>
                    <a:lnTo>
                      <a:pt x="7489" y="18858"/>
                    </a:lnTo>
                    <a:cubicBezTo>
                      <a:pt x="8198" y="18357"/>
                      <a:pt x="8970" y="17919"/>
                      <a:pt x="9783" y="17585"/>
                    </a:cubicBezTo>
                    <a:cubicBezTo>
                      <a:pt x="10242" y="17419"/>
                      <a:pt x="10701" y="17273"/>
                      <a:pt x="11181" y="17127"/>
                    </a:cubicBezTo>
                    <a:cubicBezTo>
                      <a:pt x="11556" y="17022"/>
                      <a:pt x="12098" y="16751"/>
                      <a:pt x="12474" y="16751"/>
                    </a:cubicBezTo>
                    <a:cubicBezTo>
                      <a:pt x="13558" y="16438"/>
                      <a:pt x="14685" y="16230"/>
                      <a:pt x="15707" y="15729"/>
                    </a:cubicBezTo>
                    <a:cubicBezTo>
                      <a:pt x="16666" y="15249"/>
                      <a:pt x="17000" y="13727"/>
                      <a:pt x="17104" y="12747"/>
                    </a:cubicBezTo>
                    <a:lnTo>
                      <a:pt x="17104" y="12747"/>
                    </a:lnTo>
                    <a:cubicBezTo>
                      <a:pt x="17083" y="13039"/>
                      <a:pt x="17292" y="13456"/>
                      <a:pt x="17292" y="13748"/>
                    </a:cubicBezTo>
                    <a:cubicBezTo>
                      <a:pt x="17313" y="14165"/>
                      <a:pt x="17250" y="14561"/>
                      <a:pt x="17104" y="14937"/>
                    </a:cubicBezTo>
                    <a:cubicBezTo>
                      <a:pt x="16896" y="15521"/>
                      <a:pt x="16312" y="15771"/>
                      <a:pt x="15999" y="16313"/>
                    </a:cubicBezTo>
                    <a:cubicBezTo>
                      <a:pt x="16875" y="16313"/>
                      <a:pt x="17772" y="16251"/>
                      <a:pt x="18648" y="16105"/>
                    </a:cubicBezTo>
                    <a:cubicBezTo>
                      <a:pt x="19649" y="16000"/>
                      <a:pt x="20629" y="15750"/>
                      <a:pt x="21547" y="15354"/>
                    </a:cubicBezTo>
                    <a:cubicBezTo>
                      <a:pt x="22214" y="14999"/>
                      <a:pt x="22798" y="14561"/>
                      <a:pt x="23320" y="14040"/>
                    </a:cubicBezTo>
                    <a:cubicBezTo>
                      <a:pt x="24425" y="12955"/>
                      <a:pt x="25322" y="11537"/>
                      <a:pt x="25322" y="9993"/>
                    </a:cubicBezTo>
                    <a:cubicBezTo>
                      <a:pt x="25301" y="8429"/>
                      <a:pt x="24154" y="6865"/>
                      <a:pt x="22590" y="6823"/>
                    </a:cubicBezTo>
                    <a:cubicBezTo>
                      <a:pt x="22131" y="6823"/>
                      <a:pt x="21672" y="6906"/>
                      <a:pt x="21234" y="7073"/>
                    </a:cubicBezTo>
                    <a:cubicBezTo>
                      <a:pt x="20066" y="7511"/>
                      <a:pt x="19002" y="8200"/>
                      <a:pt x="18126" y="9096"/>
                    </a:cubicBezTo>
                    <a:cubicBezTo>
                      <a:pt x="18189" y="6260"/>
                      <a:pt x="17897" y="2985"/>
                      <a:pt x="15603" y="1275"/>
                    </a:cubicBezTo>
                    <a:cubicBezTo>
                      <a:pt x="14563" y="522"/>
                      <a:pt x="12909" y="1"/>
                      <a:pt x="115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4667250" y="2289650"/>
                <a:ext cx="404650" cy="300375"/>
              </a:xfrm>
              <a:custGeom>
                <a:rect b="b" l="l" r="r" t="t"/>
                <a:pathLst>
                  <a:path extrusionOk="0" h="12015" w="16186">
                    <a:moveTo>
                      <a:pt x="15977" y="0"/>
                    </a:moveTo>
                    <a:cubicBezTo>
                      <a:pt x="15622" y="0"/>
                      <a:pt x="15268" y="0"/>
                      <a:pt x="14934" y="42"/>
                    </a:cubicBezTo>
                    <a:cubicBezTo>
                      <a:pt x="14600" y="84"/>
                      <a:pt x="14267" y="125"/>
                      <a:pt x="13954" y="167"/>
                    </a:cubicBezTo>
                    <a:cubicBezTo>
                      <a:pt x="13307" y="292"/>
                      <a:pt x="12681" y="438"/>
                      <a:pt x="12077" y="626"/>
                    </a:cubicBezTo>
                    <a:cubicBezTo>
                      <a:pt x="10825" y="1001"/>
                      <a:pt x="9636" y="1544"/>
                      <a:pt x="8510" y="2190"/>
                    </a:cubicBezTo>
                    <a:cubicBezTo>
                      <a:pt x="6257" y="3504"/>
                      <a:pt x="4276" y="5235"/>
                      <a:pt x="2712" y="7342"/>
                    </a:cubicBezTo>
                    <a:cubicBezTo>
                      <a:pt x="1669" y="8739"/>
                      <a:pt x="772" y="10220"/>
                      <a:pt x="0" y="11806"/>
                    </a:cubicBezTo>
                    <a:cubicBezTo>
                      <a:pt x="104" y="11889"/>
                      <a:pt x="229" y="11952"/>
                      <a:pt x="334" y="12014"/>
                    </a:cubicBezTo>
                    <a:cubicBezTo>
                      <a:pt x="1189" y="10700"/>
                      <a:pt x="1940" y="9303"/>
                      <a:pt x="2858" y="8030"/>
                    </a:cubicBezTo>
                    <a:cubicBezTo>
                      <a:pt x="3608" y="6946"/>
                      <a:pt x="4484" y="5965"/>
                      <a:pt x="5465" y="5069"/>
                    </a:cubicBezTo>
                    <a:cubicBezTo>
                      <a:pt x="7342" y="3275"/>
                      <a:pt x="9574" y="1898"/>
                      <a:pt x="12035" y="1022"/>
                    </a:cubicBezTo>
                    <a:cubicBezTo>
                      <a:pt x="12702" y="793"/>
                      <a:pt x="13411" y="605"/>
                      <a:pt x="14100" y="459"/>
                    </a:cubicBezTo>
                    <a:cubicBezTo>
                      <a:pt x="14454" y="376"/>
                      <a:pt x="14809" y="313"/>
                      <a:pt x="15143" y="271"/>
                    </a:cubicBezTo>
                    <a:cubicBezTo>
                      <a:pt x="15497" y="209"/>
                      <a:pt x="15831" y="146"/>
                      <a:pt x="16186" y="125"/>
                    </a:cubicBezTo>
                    <a:cubicBezTo>
                      <a:pt x="16123" y="125"/>
                      <a:pt x="16060" y="0"/>
                      <a:pt x="159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5049450" y="2286525"/>
                <a:ext cx="43300" cy="163950"/>
              </a:xfrm>
              <a:custGeom>
                <a:rect b="b" l="l" r="r" t="t"/>
                <a:pathLst>
                  <a:path extrusionOk="0" h="6558" w="1732">
                    <a:moveTo>
                      <a:pt x="42" y="0"/>
                    </a:moveTo>
                    <a:cubicBezTo>
                      <a:pt x="1" y="0"/>
                      <a:pt x="1" y="0"/>
                      <a:pt x="22" y="42"/>
                    </a:cubicBezTo>
                    <a:cubicBezTo>
                      <a:pt x="1315" y="1377"/>
                      <a:pt x="1690" y="3337"/>
                      <a:pt x="1002" y="5068"/>
                    </a:cubicBezTo>
                    <a:cubicBezTo>
                      <a:pt x="898" y="5298"/>
                      <a:pt x="793" y="5527"/>
                      <a:pt x="647" y="5757"/>
                    </a:cubicBezTo>
                    <a:cubicBezTo>
                      <a:pt x="585" y="5861"/>
                      <a:pt x="522" y="5965"/>
                      <a:pt x="439" y="6070"/>
                    </a:cubicBezTo>
                    <a:cubicBezTo>
                      <a:pt x="355" y="6174"/>
                      <a:pt x="272" y="6278"/>
                      <a:pt x="209" y="6403"/>
                    </a:cubicBezTo>
                    <a:cubicBezTo>
                      <a:pt x="191" y="6457"/>
                      <a:pt x="359" y="6558"/>
                      <a:pt x="433" y="6558"/>
                    </a:cubicBezTo>
                    <a:cubicBezTo>
                      <a:pt x="444" y="6558"/>
                      <a:pt x="454" y="6555"/>
                      <a:pt x="460" y="6549"/>
                    </a:cubicBezTo>
                    <a:cubicBezTo>
                      <a:pt x="647" y="6403"/>
                      <a:pt x="793" y="6216"/>
                      <a:pt x="898" y="6007"/>
                    </a:cubicBezTo>
                    <a:cubicBezTo>
                      <a:pt x="1044" y="5819"/>
                      <a:pt x="1148" y="5590"/>
                      <a:pt x="1252" y="5381"/>
                    </a:cubicBezTo>
                    <a:cubicBezTo>
                      <a:pt x="1440" y="4943"/>
                      <a:pt x="1565" y="4484"/>
                      <a:pt x="1628" y="4005"/>
                    </a:cubicBezTo>
                    <a:cubicBezTo>
                      <a:pt x="1732" y="3108"/>
                      <a:pt x="1565" y="2169"/>
                      <a:pt x="1148" y="1356"/>
                    </a:cubicBezTo>
                    <a:cubicBezTo>
                      <a:pt x="898" y="876"/>
                      <a:pt x="564" y="459"/>
                      <a:pt x="188" y="83"/>
                    </a:cubicBezTo>
                    <a:cubicBezTo>
                      <a:pt x="168" y="63"/>
                      <a:pt x="105" y="0"/>
                      <a:pt x="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4818450" y="2330825"/>
                <a:ext cx="91800" cy="187750"/>
              </a:xfrm>
              <a:custGeom>
                <a:rect b="b" l="l" r="r" t="t"/>
                <a:pathLst>
                  <a:path extrusionOk="0" h="7510" w="3672">
                    <a:moveTo>
                      <a:pt x="3484" y="1"/>
                    </a:moveTo>
                    <a:cubicBezTo>
                      <a:pt x="3484" y="19"/>
                      <a:pt x="3500" y="37"/>
                      <a:pt x="3522" y="55"/>
                    </a:cubicBezTo>
                    <a:lnTo>
                      <a:pt x="3522" y="55"/>
                    </a:lnTo>
                    <a:cubicBezTo>
                      <a:pt x="3523" y="44"/>
                      <a:pt x="3524" y="33"/>
                      <a:pt x="3526" y="22"/>
                    </a:cubicBezTo>
                    <a:lnTo>
                      <a:pt x="3484" y="1"/>
                    </a:lnTo>
                    <a:close/>
                    <a:moveTo>
                      <a:pt x="3522" y="55"/>
                    </a:moveTo>
                    <a:cubicBezTo>
                      <a:pt x="3460" y="565"/>
                      <a:pt x="3377" y="1076"/>
                      <a:pt x="3255" y="1586"/>
                    </a:cubicBezTo>
                    <a:cubicBezTo>
                      <a:pt x="3129" y="2128"/>
                      <a:pt x="2983" y="2650"/>
                      <a:pt x="2796" y="3150"/>
                    </a:cubicBezTo>
                    <a:cubicBezTo>
                      <a:pt x="2399" y="4172"/>
                      <a:pt x="1878" y="5111"/>
                      <a:pt x="1210" y="5966"/>
                    </a:cubicBezTo>
                    <a:cubicBezTo>
                      <a:pt x="1023" y="6196"/>
                      <a:pt x="814" y="6425"/>
                      <a:pt x="606" y="6654"/>
                    </a:cubicBezTo>
                    <a:cubicBezTo>
                      <a:pt x="397" y="6884"/>
                      <a:pt x="209" y="7113"/>
                      <a:pt x="1" y="7364"/>
                    </a:cubicBezTo>
                    <a:cubicBezTo>
                      <a:pt x="42" y="7426"/>
                      <a:pt x="84" y="7468"/>
                      <a:pt x="126" y="7510"/>
                    </a:cubicBezTo>
                    <a:cubicBezTo>
                      <a:pt x="376" y="7364"/>
                      <a:pt x="585" y="7197"/>
                      <a:pt x="793" y="6988"/>
                    </a:cubicBezTo>
                    <a:cubicBezTo>
                      <a:pt x="981" y="6800"/>
                      <a:pt x="1148" y="6592"/>
                      <a:pt x="1315" y="6383"/>
                    </a:cubicBezTo>
                    <a:cubicBezTo>
                      <a:pt x="2337" y="5132"/>
                      <a:pt x="3088" y="3651"/>
                      <a:pt x="3442" y="2066"/>
                    </a:cubicBezTo>
                    <a:cubicBezTo>
                      <a:pt x="3526" y="1753"/>
                      <a:pt x="3567" y="1461"/>
                      <a:pt x="3609" y="1169"/>
                    </a:cubicBezTo>
                    <a:cubicBezTo>
                      <a:pt x="3651" y="835"/>
                      <a:pt x="3672" y="522"/>
                      <a:pt x="3672" y="189"/>
                    </a:cubicBezTo>
                    <a:cubicBezTo>
                      <a:pt x="3672" y="144"/>
                      <a:pt x="3576" y="100"/>
                      <a:pt x="3522" y="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4787700" y="2125775"/>
                <a:ext cx="239875" cy="164350"/>
              </a:xfrm>
              <a:custGeom>
                <a:rect b="b" l="l" r="r" t="t"/>
                <a:pathLst>
                  <a:path extrusionOk="0" h="6574" w="9595">
                    <a:moveTo>
                      <a:pt x="1874" y="1"/>
                    </a:moveTo>
                    <a:cubicBezTo>
                      <a:pt x="1792" y="1"/>
                      <a:pt x="1709" y="2"/>
                      <a:pt x="1627" y="6"/>
                    </a:cubicBezTo>
                    <a:cubicBezTo>
                      <a:pt x="1147" y="6"/>
                      <a:pt x="668" y="48"/>
                      <a:pt x="188" y="152"/>
                    </a:cubicBezTo>
                    <a:cubicBezTo>
                      <a:pt x="0" y="215"/>
                      <a:pt x="250" y="235"/>
                      <a:pt x="334" y="235"/>
                    </a:cubicBezTo>
                    <a:cubicBezTo>
                      <a:pt x="751" y="152"/>
                      <a:pt x="1168" y="110"/>
                      <a:pt x="1585" y="110"/>
                    </a:cubicBezTo>
                    <a:cubicBezTo>
                      <a:pt x="1684" y="105"/>
                      <a:pt x="1782" y="103"/>
                      <a:pt x="1881" y="103"/>
                    </a:cubicBezTo>
                    <a:cubicBezTo>
                      <a:pt x="2199" y="103"/>
                      <a:pt x="2518" y="130"/>
                      <a:pt x="2837" y="194"/>
                    </a:cubicBezTo>
                    <a:cubicBezTo>
                      <a:pt x="3650" y="298"/>
                      <a:pt x="4464" y="569"/>
                      <a:pt x="5194" y="945"/>
                    </a:cubicBezTo>
                    <a:cubicBezTo>
                      <a:pt x="6612" y="1654"/>
                      <a:pt x="7759" y="2780"/>
                      <a:pt x="8531" y="4157"/>
                    </a:cubicBezTo>
                    <a:cubicBezTo>
                      <a:pt x="8948" y="4907"/>
                      <a:pt x="9282" y="5721"/>
                      <a:pt x="9470" y="6555"/>
                    </a:cubicBezTo>
                    <a:cubicBezTo>
                      <a:pt x="9470" y="6569"/>
                      <a:pt x="9483" y="6574"/>
                      <a:pt x="9502" y="6574"/>
                    </a:cubicBezTo>
                    <a:cubicBezTo>
                      <a:pt x="9539" y="6574"/>
                      <a:pt x="9595" y="6555"/>
                      <a:pt x="9595" y="6555"/>
                    </a:cubicBezTo>
                    <a:cubicBezTo>
                      <a:pt x="9490" y="5763"/>
                      <a:pt x="9240" y="4970"/>
                      <a:pt x="8885" y="4240"/>
                    </a:cubicBezTo>
                    <a:cubicBezTo>
                      <a:pt x="8531" y="3531"/>
                      <a:pt x="8051" y="2884"/>
                      <a:pt x="7488" y="2321"/>
                    </a:cubicBezTo>
                    <a:cubicBezTo>
                      <a:pt x="6278" y="1132"/>
                      <a:pt x="4735" y="340"/>
                      <a:pt x="3045" y="110"/>
                    </a:cubicBezTo>
                    <a:cubicBezTo>
                      <a:pt x="2665" y="41"/>
                      <a:pt x="2271" y="1"/>
                      <a:pt x="1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4642200" y="2320850"/>
                <a:ext cx="228425" cy="62350"/>
              </a:xfrm>
              <a:custGeom>
                <a:rect b="b" l="l" r="r" t="t"/>
                <a:pathLst>
                  <a:path extrusionOk="0" h="2494" w="9137">
                    <a:moveTo>
                      <a:pt x="5514" y="1"/>
                    </a:moveTo>
                    <a:cubicBezTo>
                      <a:pt x="5449" y="1"/>
                      <a:pt x="5384" y="2"/>
                      <a:pt x="5320" y="4"/>
                    </a:cubicBezTo>
                    <a:cubicBezTo>
                      <a:pt x="5277" y="3"/>
                      <a:pt x="5235" y="3"/>
                      <a:pt x="5192" y="3"/>
                    </a:cubicBezTo>
                    <a:cubicBezTo>
                      <a:pt x="3880" y="3"/>
                      <a:pt x="2591" y="315"/>
                      <a:pt x="1419" y="921"/>
                    </a:cubicBezTo>
                    <a:cubicBezTo>
                      <a:pt x="1085" y="1088"/>
                      <a:pt x="793" y="1297"/>
                      <a:pt x="543" y="1547"/>
                    </a:cubicBezTo>
                    <a:cubicBezTo>
                      <a:pt x="314" y="1756"/>
                      <a:pt x="1" y="2089"/>
                      <a:pt x="43" y="2423"/>
                    </a:cubicBezTo>
                    <a:cubicBezTo>
                      <a:pt x="43" y="2470"/>
                      <a:pt x="160" y="2494"/>
                      <a:pt x="236" y="2494"/>
                    </a:cubicBezTo>
                    <a:cubicBezTo>
                      <a:pt x="262" y="2494"/>
                      <a:pt x="282" y="2491"/>
                      <a:pt x="293" y="2486"/>
                    </a:cubicBezTo>
                    <a:cubicBezTo>
                      <a:pt x="522" y="2277"/>
                      <a:pt x="647" y="2006"/>
                      <a:pt x="856" y="1777"/>
                    </a:cubicBezTo>
                    <a:cubicBezTo>
                      <a:pt x="1065" y="1568"/>
                      <a:pt x="1294" y="1380"/>
                      <a:pt x="1544" y="1234"/>
                    </a:cubicBezTo>
                    <a:cubicBezTo>
                      <a:pt x="2045" y="901"/>
                      <a:pt x="2608" y="671"/>
                      <a:pt x="3192" y="504"/>
                    </a:cubicBezTo>
                    <a:cubicBezTo>
                      <a:pt x="3953" y="268"/>
                      <a:pt x="4738" y="148"/>
                      <a:pt x="5522" y="148"/>
                    </a:cubicBezTo>
                    <a:cubicBezTo>
                      <a:pt x="5985" y="148"/>
                      <a:pt x="6448" y="190"/>
                      <a:pt x="6905" y="275"/>
                    </a:cubicBezTo>
                    <a:cubicBezTo>
                      <a:pt x="7614" y="442"/>
                      <a:pt x="8302" y="713"/>
                      <a:pt x="8928" y="1130"/>
                    </a:cubicBezTo>
                    <a:cubicBezTo>
                      <a:pt x="8949" y="1140"/>
                      <a:pt x="9006" y="1146"/>
                      <a:pt x="9053" y="1146"/>
                    </a:cubicBezTo>
                    <a:cubicBezTo>
                      <a:pt x="9100" y="1146"/>
                      <a:pt x="9136" y="1140"/>
                      <a:pt x="9116" y="1130"/>
                    </a:cubicBezTo>
                    <a:cubicBezTo>
                      <a:pt x="8063" y="395"/>
                      <a:pt x="6802" y="1"/>
                      <a:pt x="5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4788525" y="2219800"/>
                <a:ext cx="155100" cy="96975"/>
              </a:xfrm>
              <a:custGeom>
                <a:rect b="b" l="l" r="r" t="t"/>
                <a:pathLst>
                  <a:path extrusionOk="0" h="3879" w="6204">
                    <a:moveTo>
                      <a:pt x="1406" y="1"/>
                    </a:moveTo>
                    <a:cubicBezTo>
                      <a:pt x="980" y="1"/>
                      <a:pt x="547" y="65"/>
                      <a:pt x="134" y="208"/>
                    </a:cubicBezTo>
                    <a:cubicBezTo>
                      <a:pt x="95" y="208"/>
                      <a:pt x="0" y="356"/>
                      <a:pt x="6" y="356"/>
                    </a:cubicBezTo>
                    <a:cubicBezTo>
                      <a:pt x="7" y="356"/>
                      <a:pt x="8" y="355"/>
                      <a:pt x="9" y="354"/>
                    </a:cubicBezTo>
                    <a:cubicBezTo>
                      <a:pt x="330" y="303"/>
                      <a:pt x="653" y="277"/>
                      <a:pt x="974" y="277"/>
                    </a:cubicBezTo>
                    <a:cubicBezTo>
                      <a:pt x="1698" y="277"/>
                      <a:pt x="2417" y="407"/>
                      <a:pt x="3096" y="667"/>
                    </a:cubicBezTo>
                    <a:cubicBezTo>
                      <a:pt x="3993" y="1042"/>
                      <a:pt x="4764" y="1647"/>
                      <a:pt x="5328" y="2440"/>
                    </a:cubicBezTo>
                    <a:cubicBezTo>
                      <a:pt x="5640" y="2878"/>
                      <a:pt x="5870" y="3378"/>
                      <a:pt x="6058" y="3879"/>
                    </a:cubicBezTo>
                    <a:cubicBezTo>
                      <a:pt x="6058" y="3879"/>
                      <a:pt x="6204" y="3774"/>
                      <a:pt x="6204" y="3733"/>
                    </a:cubicBezTo>
                    <a:cubicBezTo>
                      <a:pt x="5682" y="1751"/>
                      <a:pt x="4014" y="291"/>
                      <a:pt x="1990" y="41"/>
                    </a:cubicBezTo>
                    <a:cubicBezTo>
                      <a:pt x="1799" y="15"/>
                      <a:pt x="1603" y="1"/>
                      <a:pt x="1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5090650" y="2292250"/>
                <a:ext cx="85550" cy="105875"/>
              </a:xfrm>
              <a:custGeom>
                <a:rect b="b" l="l" r="r" t="t"/>
                <a:pathLst>
                  <a:path extrusionOk="0" h="4235" w="3422">
                    <a:moveTo>
                      <a:pt x="0" y="0"/>
                    </a:moveTo>
                    <a:cubicBezTo>
                      <a:pt x="1" y="1"/>
                      <a:pt x="2" y="1"/>
                      <a:pt x="3" y="1"/>
                    </a:cubicBezTo>
                    <a:lnTo>
                      <a:pt x="3" y="1"/>
                    </a:lnTo>
                    <a:cubicBezTo>
                      <a:pt x="2" y="1"/>
                      <a:pt x="1" y="0"/>
                      <a:pt x="0" y="0"/>
                    </a:cubicBezTo>
                    <a:close/>
                    <a:moveTo>
                      <a:pt x="3" y="1"/>
                    </a:moveTo>
                    <a:cubicBezTo>
                      <a:pt x="64" y="6"/>
                      <a:pt x="106" y="188"/>
                      <a:pt x="167" y="188"/>
                    </a:cubicBezTo>
                    <a:cubicBezTo>
                      <a:pt x="647" y="230"/>
                      <a:pt x="1127" y="376"/>
                      <a:pt x="1586" y="564"/>
                    </a:cubicBezTo>
                    <a:cubicBezTo>
                      <a:pt x="1794" y="668"/>
                      <a:pt x="2003" y="772"/>
                      <a:pt x="2211" y="918"/>
                    </a:cubicBezTo>
                    <a:cubicBezTo>
                      <a:pt x="2316" y="1002"/>
                      <a:pt x="2420" y="1085"/>
                      <a:pt x="2503" y="1169"/>
                    </a:cubicBezTo>
                    <a:cubicBezTo>
                      <a:pt x="2608" y="1252"/>
                      <a:pt x="2670" y="1335"/>
                      <a:pt x="2733" y="1419"/>
                    </a:cubicBezTo>
                    <a:cubicBezTo>
                      <a:pt x="3004" y="1815"/>
                      <a:pt x="3171" y="2274"/>
                      <a:pt x="3213" y="2754"/>
                    </a:cubicBezTo>
                    <a:cubicBezTo>
                      <a:pt x="3233" y="3233"/>
                      <a:pt x="3150" y="3692"/>
                      <a:pt x="2941" y="4130"/>
                    </a:cubicBezTo>
                    <a:cubicBezTo>
                      <a:pt x="2941" y="4130"/>
                      <a:pt x="3046" y="4235"/>
                      <a:pt x="3046" y="4235"/>
                    </a:cubicBezTo>
                    <a:cubicBezTo>
                      <a:pt x="3296" y="3901"/>
                      <a:pt x="3421" y="3505"/>
                      <a:pt x="3400" y="3087"/>
                    </a:cubicBezTo>
                    <a:cubicBezTo>
                      <a:pt x="3400" y="2670"/>
                      <a:pt x="3296" y="2274"/>
                      <a:pt x="3087" y="1899"/>
                    </a:cubicBezTo>
                    <a:cubicBezTo>
                      <a:pt x="2712" y="1210"/>
                      <a:pt x="2128" y="668"/>
                      <a:pt x="1419" y="334"/>
                    </a:cubicBezTo>
                    <a:cubicBezTo>
                      <a:pt x="982" y="147"/>
                      <a:pt x="503" y="22"/>
                      <a:pt x="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5140700" y="2406300"/>
                <a:ext cx="20800" cy="22600"/>
              </a:xfrm>
              <a:custGeom>
                <a:rect b="b" l="l" r="r" t="t"/>
                <a:pathLst>
                  <a:path extrusionOk="0" h="904" w="832">
                    <a:moveTo>
                      <a:pt x="794" y="1"/>
                    </a:moveTo>
                    <a:cubicBezTo>
                      <a:pt x="788" y="1"/>
                      <a:pt x="780" y="2"/>
                      <a:pt x="773" y="6"/>
                    </a:cubicBezTo>
                    <a:cubicBezTo>
                      <a:pt x="710" y="27"/>
                      <a:pt x="668" y="69"/>
                      <a:pt x="626" y="131"/>
                    </a:cubicBezTo>
                    <a:cubicBezTo>
                      <a:pt x="585" y="194"/>
                      <a:pt x="543" y="257"/>
                      <a:pt x="480" y="340"/>
                    </a:cubicBezTo>
                    <a:lnTo>
                      <a:pt x="418" y="423"/>
                    </a:lnTo>
                    <a:lnTo>
                      <a:pt x="397" y="444"/>
                    </a:lnTo>
                    <a:lnTo>
                      <a:pt x="355" y="486"/>
                    </a:lnTo>
                    <a:lnTo>
                      <a:pt x="209" y="674"/>
                    </a:lnTo>
                    <a:cubicBezTo>
                      <a:pt x="168" y="695"/>
                      <a:pt x="147" y="736"/>
                      <a:pt x="126" y="757"/>
                    </a:cubicBezTo>
                    <a:cubicBezTo>
                      <a:pt x="105" y="778"/>
                      <a:pt x="105" y="778"/>
                      <a:pt x="84" y="799"/>
                    </a:cubicBezTo>
                    <a:cubicBezTo>
                      <a:pt x="84" y="799"/>
                      <a:pt x="63" y="841"/>
                      <a:pt x="42" y="841"/>
                    </a:cubicBezTo>
                    <a:cubicBezTo>
                      <a:pt x="42" y="841"/>
                      <a:pt x="1" y="882"/>
                      <a:pt x="22" y="903"/>
                    </a:cubicBezTo>
                    <a:cubicBezTo>
                      <a:pt x="42" y="903"/>
                      <a:pt x="63" y="882"/>
                      <a:pt x="84" y="882"/>
                    </a:cubicBezTo>
                    <a:cubicBezTo>
                      <a:pt x="230" y="757"/>
                      <a:pt x="355" y="632"/>
                      <a:pt x="480" y="507"/>
                    </a:cubicBezTo>
                    <a:cubicBezTo>
                      <a:pt x="606" y="361"/>
                      <a:pt x="710" y="215"/>
                      <a:pt x="814" y="48"/>
                    </a:cubicBezTo>
                    <a:cubicBezTo>
                      <a:pt x="831" y="31"/>
                      <a:pt x="821" y="1"/>
                      <a:pt x="7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4858600" y="2142075"/>
                <a:ext cx="153325" cy="131425"/>
              </a:xfrm>
              <a:custGeom>
                <a:rect b="b" l="l" r="r" t="t"/>
                <a:pathLst>
                  <a:path extrusionOk="0" h="5257" w="6133">
                    <a:moveTo>
                      <a:pt x="1" y="1"/>
                    </a:moveTo>
                    <a:cubicBezTo>
                      <a:pt x="3" y="1"/>
                      <a:pt x="6" y="1"/>
                      <a:pt x="9" y="2"/>
                    </a:cubicBezTo>
                    <a:lnTo>
                      <a:pt x="9" y="2"/>
                    </a:lnTo>
                    <a:cubicBezTo>
                      <a:pt x="6" y="1"/>
                      <a:pt x="3" y="1"/>
                      <a:pt x="1" y="1"/>
                    </a:cubicBezTo>
                    <a:close/>
                    <a:moveTo>
                      <a:pt x="9" y="2"/>
                    </a:moveTo>
                    <a:cubicBezTo>
                      <a:pt x="50" y="13"/>
                      <a:pt x="109" y="106"/>
                      <a:pt x="168" y="126"/>
                    </a:cubicBezTo>
                    <a:cubicBezTo>
                      <a:pt x="647" y="293"/>
                      <a:pt x="1148" y="418"/>
                      <a:pt x="1628" y="626"/>
                    </a:cubicBezTo>
                    <a:cubicBezTo>
                      <a:pt x="2107" y="835"/>
                      <a:pt x="2566" y="1085"/>
                      <a:pt x="2983" y="1377"/>
                    </a:cubicBezTo>
                    <a:cubicBezTo>
                      <a:pt x="3880" y="2003"/>
                      <a:pt x="4631" y="2775"/>
                      <a:pt x="5236" y="3692"/>
                    </a:cubicBezTo>
                    <a:cubicBezTo>
                      <a:pt x="5549" y="4151"/>
                      <a:pt x="5820" y="4673"/>
                      <a:pt x="6049" y="5194"/>
                    </a:cubicBezTo>
                    <a:cubicBezTo>
                      <a:pt x="6049" y="5215"/>
                      <a:pt x="6112" y="5236"/>
                      <a:pt x="6133" y="5257"/>
                    </a:cubicBezTo>
                    <a:cubicBezTo>
                      <a:pt x="5278" y="3213"/>
                      <a:pt x="3713" y="1565"/>
                      <a:pt x="1732" y="605"/>
                    </a:cubicBezTo>
                    <a:cubicBezTo>
                      <a:pt x="1461" y="480"/>
                      <a:pt x="1169" y="355"/>
                      <a:pt x="877" y="251"/>
                    </a:cubicBezTo>
                    <a:cubicBezTo>
                      <a:pt x="608" y="127"/>
                      <a:pt x="298" y="44"/>
                      <a:pt x="9"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4825750" y="2135825"/>
                <a:ext cx="19950" cy="6375"/>
              </a:xfrm>
              <a:custGeom>
                <a:rect b="b" l="l" r="r" t="t"/>
                <a:pathLst>
                  <a:path extrusionOk="0" h="255" w="798">
                    <a:moveTo>
                      <a:pt x="147" y="0"/>
                    </a:moveTo>
                    <a:cubicBezTo>
                      <a:pt x="105" y="0"/>
                      <a:pt x="84" y="21"/>
                      <a:pt x="63" y="21"/>
                    </a:cubicBezTo>
                    <a:lnTo>
                      <a:pt x="22" y="42"/>
                    </a:lnTo>
                    <a:cubicBezTo>
                      <a:pt x="1" y="42"/>
                      <a:pt x="1" y="42"/>
                      <a:pt x="1" y="63"/>
                    </a:cubicBezTo>
                    <a:cubicBezTo>
                      <a:pt x="1" y="105"/>
                      <a:pt x="42" y="125"/>
                      <a:pt x="42" y="125"/>
                    </a:cubicBezTo>
                    <a:cubicBezTo>
                      <a:pt x="63" y="146"/>
                      <a:pt x="84" y="167"/>
                      <a:pt x="105" y="188"/>
                    </a:cubicBezTo>
                    <a:lnTo>
                      <a:pt x="460" y="188"/>
                    </a:lnTo>
                    <a:cubicBezTo>
                      <a:pt x="564" y="188"/>
                      <a:pt x="668" y="209"/>
                      <a:pt x="752" y="251"/>
                    </a:cubicBezTo>
                    <a:cubicBezTo>
                      <a:pt x="761" y="254"/>
                      <a:pt x="767" y="255"/>
                      <a:pt x="771" y="255"/>
                    </a:cubicBezTo>
                    <a:cubicBezTo>
                      <a:pt x="798" y="255"/>
                      <a:pt x="752" y="209"/>
                      <a:pt x="752" y="209"/>
                    </a:cubicBezTo>
                    <a:cubicBezTo>
                      <a:pt x="752" y="167"/>
                      <a:pt x="731" y="146"/>
                      <a:pt x="710" y="125"/>
                    </a:cubicBezTo>
                    <a:cubicBezTo>
                      <a:pt x="689" y="105"/>
                      <a:pt x="668" y="105"/>
                      <a:pt x="647" y="84"/>
                    </a:cubicBezTo>
                    <a:lnTo>
                      <a:pt x="647" y="105"/>
                    </a:lnTo>
                    <a:cubicBezTo>
                      <a:pt x="543" y="42"/>
                      <a:pt x="418" y="21"/>
                      <a:pt x="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5050500" y="2361600"/>
                <a:ext cx="22975" cy="75625"/>
              </a:xfrm>
              <a:custGeom>
                <a:rect b="b" l="l" r="r" t="t"/>
                <a:pathLst>
                  <a:path extrusionOk="0" h="3025" w="919">
                    <a:moveTo>
                      <a:pt x="584" y="1"/>
                    </a:moveTo>
                    <a:cubicBezTo>
                      <a:pt x="564" y="1"/>
                      <a:pt x="459" y="63"/>
                      <a:pt x="459" y="84"/>
                    </a:cubicBezTo>
                    <a:cubicBezTo>
                      <a:pt x="480" y="209"/>
                      <a:pt x="501" y="334"/>
                      <a:pt x="543" y="459"/>
                    </a:cubicBezTo>
                    <a:cubicBezTo>
                      <a:pt x="564" y="585"/>
                      <a:pt x="584" y="689"/>
                      <a:pt x="605" y="814"/>
                    </a:cubicBezTo>
                    <a:cubicBezTo>
                      <a:pt x="626" y="1043"/>
                      <a:pt x="626" y="1294"/>
                      <a:pt x="564" y="1523"/>
                    </a:cubicBezTo>
                    <a:cubicBezTo>
                      <a:pt x="439" y="2043"/>
                      <a:pt x="252" y="2542"/>
                      <a:pt x="3" y="3020"/>
                    </a:cubicBezTo>
                    <a:lnTo>
                      <a:pt x="3" y="3020"/>
                    </a:lnTo>
                    <a:cubicBezTo>
                      <a:pt x="24" y="2998"/>
                      <a:pt x="170" y="2959"/>
                      <a:pt x="209" y="2921"/>
                    </a:cubicBezTo>
                    <a:cubicBezTo>
                      <a:pt x="480" y="2441"/>
                      <a:pt x="710" y="1940"/>
                      <a:pt x="856" y="1419"/>
                    </a:cubicBezTo>
                    <a:cubicBezTo>
                      <a:pt x="897" y="1169"/>
                      <a:pt x="918" y="918"/>
                      <a:pt x="897" y="689"/>
                    </a:cubicBezTo>
                    <a:cubicBezTo>
                      <a:pt x="897" y="418"/>
                      <a:pt x="772" y="167"/>
                      <a:pt x="584" y="1"/>
                    </a:cubicBezTo>
                    <a:close/>
                    <a:moveTo>
                      <a:pt x="3" y="3020"/>
                    </a:moveTo>
                    <a:lnTo>
                      <a:pt x="3" y="3020"/>
                    </a:lnTo>
                    <a:cubicBezTo>
                      <a:pt x="1" y="3022"/>
                      <a:pt x="0" y="3023"/>
                      <a:pt x="0" y="3025"/>
                    </a:cubicBezTo>
                    <a:cubicBezTo>
                      <a:pt x="1" y="3023"/>
                      <a:pt x="2" y="3022"/>
                      <a:pt x="3" y="30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5131850" y="2295900"/>
                <a:ext cx="56850" cy="59625"/>
              </a:xfrm>
              <a:custGeom>
                <a:rect b="b" l="l" r="r" t="t"/>
                <a:pathLst>
                  <a:path extrusionOk="0" h="2385" w="2274">
                    <a:moveTo>
                      <a:pt x="209" y="0"/>
                    </a:moveTo>
                    <a:cubicBezTo>
                      <a:pt x="167" y="0"/>
                      <a:pt x="0" y="146"/>
                      <a:pt x="21" y="188"/>
                    </a:cubicBezTo>
                    <a:cubicBezTo>
                      <a:pt x="230" y="376"/>
                      <a:pt x="459" y="522"/>
                      <a:pt x="709" y="647"/>
                    </a:cubicBezTo>
                    <a:cubicBezTo>
                      <a:pt x="939" y="814"/>
                      <a:pt x="1168" y="960"/>
                      <a:pt x="1398" y="1148"/>
                    </a:cubicBezTo>
                    <a:cubicBezTo>
                      <a:pt x="1773" y="1440"/>
                      <a:pt x="2190" y="1857"/>
                      <a:pt x="2086" y="2378"/>
                    </a:cubicBezTo>
                    <a:cubicBezTo>
                      <a:pt x="2086" y="2382"/>
                      <a:pt x="2088" y="2384"/>
                      <a:pt x="2092" y="2384"/>
                    </a:cubicBezTo>
                    <a:cubicBezTo>
                      <a:pt x="2108" y="2384"/>
                      <a:pt x="2149" y="2357"/>
                      <a:pt x="2149" y="2357"/>
                    </a:cubicBezTo>
                    <a:cubicBezTo>
                      <a:pt x="2169" y="2337"/>
                      <a:pt x="2190" y="2295"/>
                      <a:pt x="2211" y="2274"/>
                    </a:cubicBezTo>
                    <a:cubicBezTo>
                      <a:pt x="2274" y="2003"/>
                      <a:pt x="2253" y="1732"/>
                      <a:pt x="2149" y="1502"/>
                    </a:cubicBezTo>
                    <a:cubicBezTo>
                      <a:pt x="2023" y="1273"/>
                      <a:pt x="1857" y="1064"/>
                      <a:pt x="1669" y="918"/>
                    </a:cubicBezTo>
                    <a:cubicBezTo>
                      <a:pt x="1439" y="730"/>
                      <a:pt x="1231" y="564"/>
                      <a:pt x="1001" y="418"/>
                    </a:cubicBezTo>
                    <a:cubicBezTo>
                      <a:pt x="772" y="209"/>
                      <a:pt x="501" y="84"/>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4776225" y="2306025"/>
                <a:ext cx="74075" cy="18625"/>
              </a:xfrm>
              <a:custGeom>
                <a:rect b="b" l="l" r="r" t="t"/>
                <a:pathLst>
                  <a:path extrusionOk="0" h="745" w="2963">
                    <a:moveTo>
                      <a:pt x="1016" y="1"/>
                    </a:moveTo>
                    <a:cubicBezTo>
                      <a:pt x="747" y="1"/>
                      <a:pt x="476" y="32"/>
                      <a:pt x="209" y="96"/>
                    </a:cubicBezTo>
                    <a:cubicBezTo>
                      <a:pt x="146" y="117"/>
                      <a:pt x="63" y="179"/>
                      <a:pt x="0" y="179"/>
                    </a:cubicBezTo>
                    <a:cubicBezTo>
                      <a:pt x="167" y="179"/>
                      <a:pt x="334" y="153"/>
                      <a:pt x="501" y="153"/>
                    </a:cubicBezTo>
                    <a:cubicBezTo>
                      <a:pt x="543" y="153"/>
                      <a:pt x="584" y="154"/>
                      <a:pt x="626" y="159"/>
                    </a:cubicBezTo>
                    <a:cubicBezTo>
                      <a:pt x="855" y="159"/>
                      <a:pt x="1085" y="179"/>
                      <a:pt x="1314" y="221"/>
                    </a:cubicBezTo>
                    <a:cubicBezTo>
                      <a:pt x="1815" y="305"/>
                      <a:pt x="2274" y="492"/>
                      <a:pt x="2691" y="743"/>
                    </a:cubicBezTo>
                    <a:cubicBezTo>
                      <a:pt x="2694" y="744"/>
                      <a:pt x="2697" y="745"/>
                      <a:pt x="2701" y="745"/>
                    </a:cubicBezTo>
                    <a:cubicBezTo>
                      <a:pt x="2751" y="745"/>
                      <a:pt x="2883" y="636"/>
                      <a:pt x="2948" y="636"/>
                    </a:cubicBezTo>
                    <a:cubicBezTo>
                      <a:pt x="2953" y="636"/>
                      <a:pt x="2958" y="637"/>
                      <a:pt x="2962" y="638"/>
                    </a:cubicBezTo>
                    <a:lnTo>
                      <a:pt x="2962" y="618"/>
                    </a:lnTo>
                    <a:cubicBezTo>
                      <a:pt x="2391" y="211"/>
                      <a:pt x="1710" y="1"/>
                      <a:pt x="1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4861225" y="2382250"/>
                <a:ext cx="54775" cy="108325"/>
              </a:xfrm>
              <a:custGeom>
                <a:rect b="b" l="l" r="r" t="t"/>
                <a:pathLst>
                  <a:path extrusionOk="0" h="4333" w="2191">
                    <a:moveTo>
                      <a:pt x="2107" y="0"/>
                    </a:moveTo>
                    <a:cubicBezTo>
                      <a:pt x="2095" y="0"/>
                      <a:pt x="2086" y="3"/>
                      <a:pt x="2086" y="9"/>
                    </a:cubicBezTo>
                    <a:cubicBezTo>
                      <a:pt x="1961" y="801"/>
                      <a:pt x="1710" y="1594"/>
                      <a:pt x="1377" y="2324"/>
                    </a:cubicBezTo>
                    <a:cubicBezTo>
                      <a:pt x="1189" y="2679"/>
                      <a:pt x="980" y="3033"/>
                      <a:pt x="751" y="3367"/>
                    </a:cubicBezTo>
                    <a:cubicBezTo>
                      <a:pt x="522" y="3701"/>
                      <a:pt x="250" y="3993"/>
                      <a:pt x="0" y="4305"/>
                    </a:cubicBezTo>
                    <a:cubicBezTo>
                      <a:pt x="0" y="4305"/>
                      <a:pt x="40" y="4332"/>
                      <a:pt x="67" y="4332"/>
                    </a:cubicBezTo>
                    <a:cubicBezTo>
                      <a:pt x="73" y="4332"/>
                      <a:pt x="79" y="4331"/>
                      <a:pt x="83" y="4326"/>
                    </a:cubicBezTo>
                    <a:cubicBezTo>
                      <a:pt x="709" y="3805"/>
                      <a:pt x="1189" y="3137"/>
                      <a:pt x="1544" y="2387"/>
                    </a:cubicBezTo>
                    <a:cubicBezTo>
                      <a:pt x="1898" y="1657"/>
                      <a:pt x="2128" y="843"/>
                      <a:pt x="2190" y="30"/>
                    </a:cubicBezTo>
                    <a:cubicBezTo>
                      <a:pt x="2190" y="15"/>
                      <a:pt x="2138" y="0"/>
                      <a:pt x="2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4864875" y="2222900"/>
                <a:ext cx="70400" cy="49550"/>
              </a:xfrm>
              <a:custGeom>
                <a:rect b="b" l="l" r="r" t="t"/>
                <a:pathLst>
                  <a:path extrusionOk="0" h="1982" w="2816">
                    <a:moveTo>
                      <a:pt x="125" y="0"/>
                    </a:moveTo>
                    <a:cubicBezTo>
                      <a:pt x="104" y="0"/>
                      <a:pt x="0" y="84"/>
                      <a:pt x="0" y="84"/>
                    </a:cubicBezTo>
                    <a:cubicBezTo>
                      <a:pt x="250" y="209"/>
                      <a:pt x="522" y="251"/>
                      <a:pt x="793" y="355"/>
                    </a:cubicBezTo>
                    <a:cubicBezTo>
                      <a:pt x="1043" y="459"/>
                      <a:pt x="1293" y="584"/>
                      <a:pt x="1544" y="751"/>
                    </a:cubicBezTo>
                    <a:cubicBezTo>
                      <a:pt x="2002" y="1085"/>
                      <a:pt x="2399" y="1502"/>
                      <a:pt x="2691" y="1982"/>
                    </a:cubicBezTo>
                    <a:cubicBezTo>
                      <a:pt x="2691" y="1982"/>
                      <a:pt x="2816" y="1940"/>
                      <a:pt x="2816" y="1919"/>
                    </a:cubicBezTo>
                    <a:lnTo>
                      <a:pt x="2795" y="1919"/>
                    </a:lnTo>
                    <a:cubicBezTo>
                      <a:pt x="2524" y="1419"/>
                      <a:pt x="2148" y="981"/>
                      <a:pt x="1690" y="647"/>
                    </a:cubicBezTo>
                    <a:cubicBezTo>
                      <a:pt x="1231" y="272"/>
                      <a:pt x="688" y="63"/>
                      <a:pt x="1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5029650" y="2122250"/>
                <a:ext cx="30775" cy="60000"/>
              </a:xfrm>
              <a:custGeom>
                <a:rect b="b" l="l" r="r" t="t"/>
                <a:pathLst>
                  <a:path extrusionOk="0" h="2400" w="1231">
                    <a:moveTo>
                      <a:pt x="146" y="1"/>
                    </a:moveTo>
                    <a:cubicBezTo>
                      <a:pt x="125" y="1"/>
                      <a:pt x="0" y="22"/>
                      <a:pt x="0" y="43"/>
                    </a:cubicBezTo>
                    <a:cubicBezTo>
                      <a:pt x="63" y="126"/>
                      <a:pt x="125" y="210"/>
                      <a:pt x="209" y="293"/>
                    </a:cubicBezTo>
                    <a:cubicBezTo>
                      <a:pt x="271" y="376"/>
                      <a:pt x="334" y="460"/>
                      <a:pt x="396" y="543"/>
                    </a:cubicBezTo>
                    <a:cubicBezTo>
                      <a:pt x="522" y="731"/>
                      <a:pt x="647" y="919"/>
                      <a:pt x="730" y="1127"/>
                    </a:cubicBezTo>
                    <a:cubicBezTo>
                      <a:pt x="918" y="1524"/>
                      <a:pt x="1022" y="1962"/>
                      <a:pt x="1022" y="2400"/>
                    </a:cubicBezTo>
                    <a:cubicBezTo>
                      <a:pt x="1022" y="2400"/>
                      <a:pt x="1189" y="2400"/>
                      <a:pt x="1210" y="2358"/>
                    </a:cubicBezTo>
                    <a:lnTo>
                      <a:pt x="1210" y="2337"/>
                    </a:lnTo>
                    <a:cubicBezTo>
                      <a:pt x="1231" y="1899"/>
                      <a:pt x="1147" y="1440"/>
                      <a:pt x="980" y="1023"/>
                    </a:cubicBezTo>
                    <a:cubicBezTo>
                      <a:pt x="814" y="606"/>
                      <a:pt x="522" y="230"/>
                      <a:pt x="146" y="1"/>
                    </a:cubicBezTo>
                    <a:close/>
                  </a:path>
                </a:pathLst>
              </a:custGeom>
              <a:solidFill>
                <a:srgbClr val="7483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5222575" y="2269300"/>
                <a:ext cx="32350" cy="86600"/>
              </a:xfrm>
              <a:custGeom>
                <a:rect b="b" l="l" r="r" t="t"/>
                <a:pathLst>
                  <a:path extrusionOk="0" h="3464" w="1294">
                    <a:moveTo>
                      <a:pt x="146" y="1"/>
                    </a:moveTo>
                    <a:cubicBezTo>
                      <a:pt x="105" y="1"/>
                      <a:pt x="0" y="63"/>
                      <a:pt x="0" y="63"/>
                    </a:cubicBezTo>
                    <a:cubicBezTo>
                      <a:pt x="251" y="168"/>
                      <a:pt x="438" y="355"/>
                      <a:pt x="584" y="606"/>
                    </a:cubicBezTo>
                    <a:cubicBezTo>
                      <a:pt x="730" y="835"/>
                      <a:pt x="814" y="1127"/>
                      <a:pt x="856" y="1398"/>
                    </a:cubicBezTo>
                    <a:cubicBezTo>
                      <a:pt x="918" y="1753"/>
                      <a:pt x="918" y="2107"/>
                      <a:pt x="856" y="2441"/>
                    </a:cubicBezTo>
                    <a:cubicBezTo>
                      <a:pt x="793" y="2796"/>
                      <a:pt x="689" y="3129"/>
                      <a:pt x="584" y="3463"/>
                    </a:cubicBezTo>
                    <a:cubicBezTo>
                      <a:pt x="584" y="3463"/>
                      <a:pt x="730" y="3442"/>
                      <a:pt x="751" y="3421"/>
                    </a:cubicBezTo>
                    <a:cubicBezTo>
                      <a:pt x="1148" y="2796"/>
                      <a:pt x="1294" y="2024"/>
                      <a:pt x="1168" y="1294"/>
                    </a:cubicBezTo>
                    <a:cubicBezTo>
                      <a:pt x="1127" y="1002"/>
                      <a:pt x="1022" y="731"/>
                      <a:pt x="856" y="501"/>
                    </a:cubicBezTo>
                    <a:cubicBezTo>
                      <a:pt x="689" y="251"/>
                      <a:pt x="438" y="84"/>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5405075" y="1904850"/>
                <a:ext cx="809300" cy="774375"/>
              </a:xfrm>
              <a:custGeom>
                <a:rect b="b" l="l" r="r" t="t"/>
                <a:pathLst>
                  <a:path extrusionOk="0" h="30975" w="32372">
                    <a:moveTo>
                      <a:pt x="18236" y="0"/>
                    </a:moveTo>
                    <a:cubicBezTo>
                      <a:pt x="16526" y="0"/>
                      <a:pt x="14554" y="548"/>
                      <a:pt x="13266" y="1418"/>
                    </a:cubicBezTo>
                    <a:cubicBezTo>
                      <a:pt x="10179" y="3462"/>
                      <a:pt x="9595" y="7675"/>
                      <a:pt x="9491" y="11367"/>
                    </a:cubicBezTo>
                    <a:cubicBezTo>
                      <a:pt x="8406" y="10136"/>
                      <a:pt x="7092" y="9156"/>
                      <a:pt x="5590" y="8530"/>
                    </a:cubicBezTo>
                    <a:cubicBezTo>
                      <a:pt x="5048" y="8280"/>
                      <a:pt x="4443" y="8134"/>
                      <a:pt x="3838" y="8113"/>
                    </a:cubicBezTo>
                    <a:cubicBezTo>
                      <a:pt x="3818" y="8113"/>
                      <a:pt x="3797" y="8112"/>
                      <a:pt x="3777" y="8112"/>
                    </a:cubicBezTo>
                    <a:cubicBezTo>
                      <a:pt x="1803" y="8112"/>
                      <a:pt x="229" y="10094"/>
                      <a:pt x="105" y="12076"/>
                    </a:cubicBezTo>
                    <a:cubicBezTo>
                      <a:pt x="1" y="14078"/>
                      <a:pt x="1085" y="15976"/>
                      <a:pt x="2441" y="17436"/>
                    </a:cubicBezTo>
                    <a:cubicBezTo>
                      <a:pt x="3088" y="18145"/>
                      <a:pt x="3818" y="18750"/>
                      <a:pt x="4652" y="19230"/>
                    </a:cubicBezTo>
                    <a:cubicBezTo>
                      <a:pt x="5778" y="19856"/>
                      <a:pt x="7071" y="20148"/>
                      <a:pt x="8365" y="20377"/>
                    </a:cubicBezTo>
                    <a:cubicBezTo>
                      <a:pt x="9309" y="20547"/>
                      <a:pt x="10391" y="20803"/>
                      <a:pt x="11377" y="20803"/>
                    </a:cubicBezTo>
                    <a:cubicBezTo>
                      <a:pt x="11480" y="20803"/>
                      <a:pt x="11581" y="20800"/>
                      <a:pt x="11681" y="20794"/>
                    </a:cubicBezTo>
                    <a:cubicBezTo>
                      <a:pt x="11472" y="20294"/>
                      <a:pt x="10555" y="19835"/>
                      <a:pt x="10158" y="19334"/>
                    </a:cubicBezTo>
                    <a:cubicBezTo>
                      <a:pt x="9679" y="18709"/>
                      <a:pt x="9324" y="17979"/>
                      <a:pt x="9178" y="17207"/>
                    </a:cubicBezTo>
                    <a:lnTo>
                      <a:pt x="9178" y="17207"/>
                    </a:lnTo>
                    <a:cubicBezTo>
                      <a:pt x="10263" y="19856"/>
                      <a:pt x="13892" y="20794"/>
                      <a:pt x="16290" y="21608"/>
                    </a:cubicBezTo>
                    <a:cubicBezTo>
                      <a:pt x="18647" y="22379"/>
                      <a:pt x="20900" y="23401"/>
                      <a:pt x="23027" y="24653"/>
                    </a:cubicBezTo>
                    <a:cubicBezTo>
                      <a:pt x="22861" y="23589"/>
                      <a:pt x="22110" y="22400"/>
                      <a:pt x="21672" y="21399"/>
                    </a:cubicBezTo>
                    <a:lnTo>
                      <a:pt x="21672" y="21399"/>
                    </a:lnTo>
                    <a:cubicBezTo>
                      <a:pt x="22339" y="21879"/>
                      <a:pt x="22944" y="22442"/>
                      <a:pt x="23465" y="23089"/>
                    </a:cubicBezTo>
                    <a:cubicBezTo>
                      <a:pt x="23757" y="23485"/>
                      <a:pt x="24049" y="23902"/>
                      <a:pt x="24321" y="24319"/>
                    </a:cubicBezTo>
                    <a:cubicBezTo>
                      <a:pt x="24926" y="25237"/>
                      <a:pt x="25447" y="26342"/>
                      <a:pt x="26302" y="27072"/>
                    </a:cubicBezTo>
                    <a:cubicBezTo>
                      <a:pt x="27074" y="27698"/>
                      <a:pt x="27762" y="28428"/>
                      <a:pt x="28346" y="29221"/>
                    </a:cubicBezTo>
                    <a:cubicBezTo>
                      <a:pt x="28892" y="29949"/>
                      <a:pt x="29041" y="30975"/>
                      <a:pt x="29483" y="30975"/>
                    </a:cubicBezTo>
                    <a:cubicBezTo>
                      <a:pt x="29649" y="30975"/>
                      <a:pt x="29856" y="30831"/>
                      <a:pt x="30140" y="30472"/>
                    </a:cubicBezTo>
                    <a:cubicBezTo>
                      <a:pt x="30849" y="29575"/>
                      <a:pt x="31308" y="27907"/>
                      <a:pt x="31600" y="26822"/>
                    </a:cubicBezTo>
                    <a:cubicBezTo>
                      <a:pt x="32059" y="25216"/>
                      <a:pt x="32372" y="23902"/>
                      <a:pt x="32309" y="22192"/>
                    </a:cubicBezTo>
                    <a:cubicBezTo>
                      <a:pt x="32267" y="20773"/>
                      <a:pt x="32267" y="19313"/>
                      <a:pt x="31433" y="18145"/>
                    </a:cubicBezTo>
                    <a:cubicBezTo>
                      <a:pt x="30557" y="16873"/>
                      <a:pt x="29493" y="15726"/>
                      <a:pt x="28304" y="14746"/>
                    </a:cubicBezTo>
                    <a:lnTo>
                      <a:pt x="28304" y="14746"/>
                    </a:lnTo>
                    <a:cubicBezTo>
                      <a:pt x="29764" y="15580"/>
                      <a:pt x="31266" y="16456"/>
                      <a:pt x="32205" y="17833"/>
                    </a:cubicBezTo>
                    <a:cubicBezTo>
                      <a:pt x="31996" y="13932"/>
                      <a:pt x="30912" y="10303"/>
                      <a:pt x="28638" y="7091"/>
                    </a:cubicBezTo>
                    <a:cubicBezTo>
                      <a:pt x="28033" y="6215"/>
                      <a:pt x="27595" y="5422"/>
                      <a:pt x="26615" y="4922"/>
                    </a:cubicBezTo>
                    <a:cubicBezTo>
                      <a:pt x="25927" y="4588"/>
                      <a:pt x="25218" y="4359"/>
                      <a:pt x="24467" y="4233"/>
                    </a:cubicBezTo>
                    <a:cubicBezTo>
                      <a:pt x="23653" y="4087"/>
                      <a:pt x="22861" y="3941"/>
                      <a:pt x="22047" y="3858"/>
                    </a:cubicBezTo>
                    <a:cubicBezTo>
                      <a:pt x="22722" y="3602"/>
                      <a:pt x="23430" y="3475"/>
                      <a:pt x="24141" y="3475"/>
                    </a:cubicBezTo>
                    <a:cubicBezTo>
                      <a:pt x="24242" y="3475"/>
                      <a:pt x="24344" y="3477"/>
                      <a:pt x="24446" y="3483"/>
                    </a:cubicBezTo>
                    <a:cubicBezTo>
                      <a:pt x="24834" y="3509"/>
                      <a:pt x="25205" y="3622"/>
                      <a:pt x="25576" y="3622"/>
                    </a:cubicBezTo>
                    <a:cubicBezTo>
                      <a:pt x="25782" y="3622"/>
                      <a:pt x="25989" y="3587"/>
                      <a:pt x="26198" y="3483"/>
                    </a:cubicBezTo>
                    <a:cubicBezTo>
                      <a:pt x="24446" y="1564"/>
                      <a:pt x="21943" y="583"/>
                      <a:pt x="19440" y="104"/>
                    </a:cubicBezTo>
                    <a:cubicBezTo>
                      <a:pt x="19064" y="33"/>
                      <a:pt x="18658" y="0"/>
                      <a:pt x="182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5637125" y="2222825"/>
                <a:ext cx="37550" cy="133075"/>
              </a:xfrm>
              <a:custGeom>
                <a:rect b="b" l="l" r="r" t="t"/>
                <a:pathLst>
                  <a:path extrusionOk="0" h="5323" w="1502">
                    <a:moveTo>
                      <a:pt x="958" y="1"/>
                    </a:moveTo>
                    <a:cubicBezTo>
                      <a:pt x="954" y="1"/>
                      <a:pt x="946" y="8"/>
                      <a:pt x="936" y="18"/>
                    </a:cubicBezTo>
                    <a:lnTo>
                      <a:pt x="936" y="18"/>
                    </a:lnTo>
                    <a:cubicBezTo>
                      <a:pt x="944" y="13"/>
                      <a:pt x="952" y="8"/>
                      <a:pt x="960" y="3"/>
                    </a:cubicBezTo>
                    <a:cubicBezTo>
                      <a:pt x="960" y="2"/>
                      <a:pt x="959" y="1"/>
                      <a:pt x="958" y="1"/>
                    </a:cubicBezTo>
                    <a:close/>
                    <a:moveTo>
                      <a:pt x="936" y="18"/>
                    </a:moveTo>
                    <a:cubicBezTo>
                      <a:pt x="633" y="206"/>
                      <a:pt x="372" y="492"/>
                      <a:pt x="230" y="817"/>
                    </a:cubicBezTo>
                    <a:cubicBezTo>
                      <a:pt x="42" y="1297"/>
                      <a:pt x="0" y="1839"/>
                      <a:pt x="146" y="2339"/>
                    </a:cubicBezTo>
                    <a:cubicBezTo>
                      <a:pt x="251" y="2882"/>
                      <a:pt x="438" y="3382"/>
                      <a:pt x="668" y="3883"/>
                    </a:cubicBezTo>
                    <a:cubicBezTo>
                      <a:pt x="855" y="4404"/>
                      <a:pt x="1127" y="4884"/>
                      <a:pt x="1439" y="5322"/>
                    </a:cubicBezTo>
                    <a:cubicBezTo>
                      <a:pt x="1439" y="5322"/>
                      <a:pt x="1502" y="5280"/>
                      <a:pt x="1481" y="5280"/>
                    </a:cubicBezTo>
                    <a:cubicBezTo>
                      <a:pt x="1022" y="4509"/>
                      <a:pt x="647" y="3674"/>
                      <a:pt x="397" y="2819"/>
                    </a:cubicBezTo>
                    <a:cubicBezTo>
                      <a:pt x="251" y="2339"/>
                      <a:pt x="188" y="1860"/>
                      <a:pt x="209" y="1359"/>
                    </a:cubicBezTo>
                    <a:cubicBezTo>
                      <a:pt x="230" y="859"/>
                      <a:pt x="459" y="400"/>
                      <a:pt x="855" y="108"/>
                    </a:cubicBezTo>
                    <a:cubicBezTo>
                      <a:pt x="869" y="94"/>
                      <a:pt x="910" y="45"/>
                      <a:pt x="936"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5485375" y="2213350"/>
                <a:ext cx="145500" cy="139050"/>
              </a:xfrm>
              <a:custGeom>
                <a:rect b="b" l="l" r="r" t="t"/>
                <a:pathLst>
                  <a:path extrusionOk="0" h="5562" w="5820">
                    <a:moveTo>
                      <a:pt x="5182" y="1"/>
                    </a:moveTo>
                    <a:cubicBezTo>
                      <a:pt x="4043" y="1"/>
                      <a:pt x="2926" y="318"/>
                      <a:pt x="1961" y="925"/>
                    </a:cubicBezTo>
                    <a:cubicBezTo>
                      <a:pt x="981" y="1530"/>
                      <a:pt x="126" y="2531"/>
                      <a:pt x="63" y="3740"/>
                    </a:cubicBezTo>
                    <a:cubicBezTo>
                      <a:pt x="1" y="4387"/>
                      <a:pt x="230" y="5034"/>
                      <a:pt x="668" y="5513"/>
                    </a:cubicBezTo>
                    <a:cubicBezTo>
                      <a:pt x="668" y="5528"/>
                      <a:pt x="727" y="5561"/>
                      <a:pt x="750" y="5561"/>
                    </a:cubicBezTo>
                    <a:cubicBezTo>
                      <a:pt x="761" y="5561"/>
                      <a:pt x="765" y="5554"/>
                      <a:pt x="752" y="5534"/>
                    </a:cubicBezTo>
                    <a:cubicBezTo>
                      <a:pt x="42" y="4596"/>
                      <a:pt x="188" y="3302"/>
                      <a:pt x="814" y="2364"/>
                    </a:cubicBezTo>
                    <a:cubicBezTo>
                      <a:pt x="1544" y="1363"/>
                      <a:pt x="2566" y="654"/>
                      <a:pt x="3755" y="362"/>
                    </a:cubicBezTo>
                    <a:cubicBezTo>
                      <a:pt x="4356" y="174"/>
                      <a:pt x="4975" y="87"/>
                      <a:pt x="5610" y="87"/>
                    </a:cubicBezTo>
                    <a:cubicBezTo>
                      <a:pt x="5680" y="87"/>
                      <a:pt x="5750" y="88"/>
                      <a:pt x="5820" y="90"/>
                    </a:cubicBezTo>
                    <a:cubicBezTo>
                      <a:pt x="5820" y="90"/>
                      <a:pt x="5778" y="28"/>
                      <a:pt x="5757" y="28"/>
                    </a:cubicBezTo>
                    <a:cubicBezTo>
                      <a:pt x="5565" y="10"/>
                      <a:pt x="5373" y="1"/>
                      <a:pt x="51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5696575" y="2125400"/>
                <a:ext cx="302450" cy="66350"/>
              </a:xfrm>
              <a:custGeom>
                <a:rect b="b" l="l" r="r" t="t"/>
                <a:pathLst>
                  <a:path extrusionOk="0" h="2654" w="12098">
                    <a:moveTo>
                      <a:pt x="7321" y="0"/>
                    </a:moveTo>
                    <a:cubicBezTo>
                      <a:pt x="5611" y="0"/>
                      <a:pt x="3900" y="355"/>
                      <a:pt x="2357" y="1085"/>
                    </a:cubicBezTo>
                    <a:cubicBezTo>
                      <a:pt x="1481" y="1460"/>
                      <a:pt x="688" y="1982"/>
                      <a:pt x="0" y="2607"/>
                    </a:cubicBezTo>
                    <a:cubicBezTo>
                      <a:pt x="0" y="2607"/>
                      <a:pt x="77" y="2653"/>
                      <a:pt x="112" y="2653"/>
                    </a:cubicBezTo>
                    <a:cubicBezTo>
                      <a:pt x="118" y="2653"/>
                      <a:pt x="122" y="2652"/>
                      <a:pt x="125" y="2649"/>
                    </a:cubicBezTo>
                    <a:cubicBezTo>
                      <a:pt x="793" y="2190"/>
                      <a:pt x="1481" y="1752"/>
                      <a:pt x="2190" y="1377"/>
                    </a:cubicBezTo>
                    <a:cubicBezTo>
                      <a:pt x="2920" y="1001"/>
                      <a:pt x="3671" y="730"/>
                      <a:pt x="4443" y="501"/>
                    </a:cubicBezTo>
                    <a:cubicBezTo>
                      <a:pt x="5430" y="234"/>
                      <a:pt x="6451" y="95"/>
                      <a:pt x="7473" y="95"/>
                    </a:cubicBezTo>
                    <a:cubicBezTo>
                      <a:pt x="8050" y="95"/>
                      <a:pt x="8627" y="139"/>
                      <a:pt x="9198" y="230"/>
                    </a:cubicBezTo>
                    <a:cubicBezTo>
                      <a:pt x="10199" y="355"/>
                      <a:pt x="11159" y="751"/>
                      <a:pt x="11972" y="1356"/>
                    </a:cubicBezTo>
                    <a:cubicBezTo>
                      <a:pt x="11993" y="1377"/>
                      <a:pt x="12097" y="1377"/>
                      <a:pt x="12097" y="1377"/>
                    </a:cubicBezTo>
                    <a:cubicBezTo>
                      <a:pt x="11451" y="855"/>
                      <a:pt x="10679" y="480"/>
                      <a:pt x="9866" y="313"/>
                    </a:cubicBezTo>
                    <a:cubicBezTo>
                      <a:pt x="9031" y="104"/>
                      <a:pt x="8176" y="0"/>
                      <a:pt x="73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5693425" y="1967400"/>
                <a:ext cx="218000" cy="201825"/>
              </a:xfrm>
              <a:custGeom>
                <a:rect b="b" l="l" r="r" t="t"/>
                <a:pathLst>
                  <a:path extrusionOk="0" h="8073" w="8720">
                    <a:moveTo>
                      <a:pt x="8573" y="0"/>
                    </a:moveTo>
                    <a:cubicBezTo>
                      <a:pt x="8115" y="84"/>
                      <a:pt x="7656" y="188"/>
                      <a:pt x="7197" y="334"/>
                    </a:cubicBezTo>
                    <a:lnTo>
                      <a:pt x="5841" y="709"/>
                    </a:lnTo>
                    <a:cubicBezTo>
                      <a:pt x="5069" y="897"/>
                      <a:pt x="4318" y="1168"/>
                      <a:pt x="3588" y="1502"/>
                    </a:cubicBezTo>
                    <a:cubicBezTo>
                      <a:pt x="2858" y="1857"/>
                      <a:pt x="2254" y="2420"/>
                      <a:pt x="1795" y="3087"/>
                    </a:cubicBezTo>
                    <a:cubicBezTo>
                      <a:pt x="1336" y="3775"/>
                      <a:pt x="919" y="4505"/>
                      <a:pt x="585" y="5256"/>
                    </a:cubicBezTo>
                    <a:cubicBezTo>
                      <a:pt x="189" y="6112"/>
                      <a:pt x="1" y="7071"/>
                      <a:pt x="22" y="8010"/>
                    </a:cubicBezTo>
                    <a:cubicBezTo>
                      <a:pt x="22" y="8030"/>
                      <a:pt x="147" y="8072"/>
                      <a:pt x="147" y="8072"/>
                    </a:cubicBezTo>
                    <a:cubicBezTo>
                      <a:pt x="209" y="6404"/>
                      <a:pt x="981" y="4839"/>
                      <a:pt x="1878" y="3463"/>
                    </a:cubicBezTo>
                    <a:cubicBezTo>
                      <a:pt x="2316" y="2774"/>
                      <a:pt x="2879" y="2190"/>
                      <a:pt x="3588" y="1773"/>
                    </a:cubicBezTo>
                    <a:cubicBezTo>
                      <a:pt x="4277" y="1419"/>
                      <a:pt x="5028" y="1127"/>
                      <a:pt x="5799" y="939"/>
                    </a:cubicBezTo>
                    <a:lnTo>
                      <a:pt x="7239" y="543"/>
                    </a:lnTo>
                    <a:cubicBezTo>
                      <a:pt x="7489" y="480"/>
                      <a:pt x="7739" y="397"/>
                      <a:pt x="7969" y="334"/>
                    </a:cubicBezTo>
                    <a:cubicBezTo>
                      <a:pt x="8219" y="271"/>
                      <a:pt x="8469" y="167"/>
                      <a:pt x="8719" y="63"/>
                    </a:cubicBezTo>
                    <a:cubicBezTo>
                      <a:pt x="8699" y="63"/>
                      <a:pt x="8615" y="0"/>
                      <a:pt x="85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5667375" y="2207250"/>
                <a:ext cx="382225" cy="218500"/>
              </a:xfrm>
              <a:custGeom>
                <a:rect b="b" l="l" r="r" t="t"/>
                <a:pathLst>
                  <a:path extrusionOk="0" h="8740" w="15289">
                    <a:moveTo>
                      <a:pt x="83" y="1"/>
                    </a:moveTo>
                    <a:cubicBezTo>
                      <a:pt x="63" y="1"/>
                      <a:pt x="0" y="84"/>
                      <a:pt x="0" y="84"/>
                    </a:cubicBezTo>
                    <a:cubicBezTo>
                      <a:pt x="480" y="418"/>
                      <a:pt x="1043" y="647"/>
                      <a:pt x="1627" y="752"/>
                    </a:cubicBezTo>
                    <a:cubicBezTo>
                      <a:pt x="2211" y="898"/>
                      <a:pt x="2816" y="1002"/>
                      <a:pt x="3421" y="1106"/>
                    </a:cubicBezTo>
                    <a:cubicBezTo>
                      <a:pt x="4610" y="1315"/>
                      <a:pt x="5757" y="1648"/>
                      <a:pt x="6862" y="2086"/>
                    </a:cubicBezTo>
                    <a:cubicBezTo>
                      <a:pt x="9073" y="2921"/>
                      <a:pt x="11138" y="4151"/>
                      <a:pt x="12932" y="5716"/>
                    </a:cubicBezTo>
                    <a:cubicBezTo>
                      <a:pt x="13891" y="6550"/>
                      <a:pt x="14726" y="7530"/>
                      <a:pt x="15143" y="8740"/>
                    </a:cubicBezTo>
                    <a:cubicBezTo>
                      <a:pt x="15143" y="8740"/>
                      <a:pt x="15289" y="8657"/>
                      <a:pt x="15289" y="8636"/>
                    </a:cubicBezTo>
                    <a:cubicBezTo>
                      <a:pt x="14934" y="7551"/>
                      <a:pt x="14204" y="6654"/>
                      <a:pt x="13411" y="5883"/>
                    </a:cubicBezTo>
                    <a:cubicBezTo>
                      <a:pt x="12535" y="5069"/>
                      <a:pt x="11597" y="4360"/>
                      <a:pt x="10596" y="3734"/>
                    </a:cubicBezTo>
                    <a:cubicBezTo>
                      <a:pt x="8573" y="2483"/>
                      <a:pt x="6341" y="1586"/>
                      <a:pt x="4005" y="1085"/>
                    </a:cubicBezTo>
                    <a:cubicBezTo>
                      <a:pt x="3337" y="960"/>
                      <a:pt x="2691" y="835"/>
                      <a:pt x="2023" y="689"/>
                    </a:cubicBezTo>
                    <a:cubicBezTo>
                      <a:pt x="1356" y="501"/>
                      <a:pt x="709" y="272"/>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5425425" y="2143200"/>
                <a:ext cx="68325" cy="27050"/>
              </a:xfrm>
              <a:custGeom>
                <a:rect b="b" l="l" r="r" t="t"/>
                <a:pathLst>
                  <a:path extrusionOk="0" h="1082" w="2733">
                    <a:moveTo>
                      <a:pt x="2730" y="122"/>
                    </a:moveTo>
                    <a:cubicBezTo>
                      <a:pt x="2731" y="122"/>
                      <a:pt x="2731" y="122"/>
                      <a:pt x="2732" y="122"/>
                    </a:cubicBezTo>
                    <a:cubicBezTo>
                      <a:pt x="2731" y="122"/>
                      <a:pt x="2731" y="122"/>
                      <a:pt x="2730" y="122"/>
                    </a:cubicBezTo>
                    <a:close/>
                    <a:moveTo>
                      <a:pt x="2041" y="0"/>
                    </a:moveTo>
                    <a:cubicBezTo>
                      <a:pt x="1751" y="0"/>
                      <a:pt x="1463" y="48"/>
                      <a:pt x="1189" y="143"/>
                    </a:cubicBezTo>
                    <a:cubicBezTo>
                      <a:pt x="709" y="310"/>
                      <a:pt x="313" y="602"/>
                      <a:pt x="0" y="998"/>
                    </a:cubicBezTo>
                    <a:lnTo>
                      <a:pt x="83" y="1061"/>
                    </a:lnTo>
                    <a:lnTo>
                      <a:pt x="83" y="1082"/>
                    </a:lnTo>
                    <a:cubicBezTo>
                      <a:pt x="417" y="706"/>
                      <a:pt x="855" y="435"/>
                      <a:pt x="1335" y="289"/>
                    </a:cubicBezTo>
                    <a:cubicBezTo>
                      <a:pt x="1684" y="173"/>
                      <a:pt x="2059" y="110"/>
                      <a:pt x="2439" y="110"/>
                    </a:cubicBezTo>
                    <a:cubicBezTo>
                      <a:pt x="2536" y="110"/>
                      <a:pt x="2633" y="114"/>
                      <a:pt x="2730" y="122"/>
                    </a:cubicBezTo>
                    <a:lnTo>
                      <a:pt x="2730" y="122"/>
                    </a:lnTo>
                    <a:cubicBezTo>
                      <a:pt x="2710" y="119"/>
                      <a:pt x="2691" y="81"/>
                      <a:pt x="2691" y="81"/>
                    </a:cubicBezTo>
                    <a:cubicBezTo>
                      <a:pt x="2476" y="27"/>
                      <a:pt x="2258" y="0"/>
                      <a:pt x="2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5701775" y="2239075"/>
                <a:ext cx="300900" cy="140875"/>
              </a:xfrm>
              <a:custGeom>
                <a:rect b="b" l="l" r="r" t="t"/>
                <a:pathLst>
                  <a:path extrusionOk="0" h="5635" w="12036">
                    <a:moveTo>
                      <a:pt x="105" y="0"/>
                    </a:moveTo>
                    <a:cubicBezTo>
                      <a:pt x="84" y="0"/>
                      <a:pt x="1" y="63"/>
                      <a:pt x="21" y="83"/>
                    </a:cubicBezTo>
                    <a:cubicBezTo>
                      <a:pt x="1857" y="605"/>
                      <a:pt x="3755" y="939"/>
                      <a:pt x="5570" y="1523"/>
                    </a:cubicBezTo>
                    <a:cubicBezTo>
                      <a:pt x="7134" y="2023"/>
                      <a:pt x="8594" y="2774"/>
                      <a:pt x="9866" y="3775"/>
                    </a:cubicBezTo>
                    <a:cubicBezTo>
                      <a:pt x="10596" y="4338"/>
                      <a:pt x="11264" y="4964"/>
                      <a:pt x="11889" y="5632"/>
                    </a:cubicBezTo>
                    <a:cubicBezTo>
                      <a:pt x="11892" y="5634"/>
                      <a:pt x="11895" y="5635"/>
                      <a:pt x="11900" y="5635"/>
                    </a:cubicBezTo>
                    <a:cubicBezTo>
                      <a:pt x="11936" y="5635"/>
                      <a:pt x="12035" y="5567"/>
                      <a:pt x="12035" y="5548"/>
                    </a:cubicBezTo>
                    <a:cubicBezTo>
                      <a:pt x="11013" y="4297"/>
                      <a:pt x="9741" y="3254"/>
                      <a:pt x="8323" y="2482"/>
                    </a:cubicBezTo>
                    <a:cubicBezTo>
                      <a:pt x="7614" y="2086"/>
                      <a:pt x="6884" y="1752"/>
                      <a:pt x="6112" y="1502"/>
                    </a:cubicBezTo>
                    <a:cubicBezTo>
                      <a:pt x="5215" y="1189"/>
                      <a:pt x="4276" y="980"/>
                      <a:pt x="3359" y="751"/>
                    </a:cubicBezTo>
                    <a:cubicBezTo>
                      <a:pt x="2274" y="501"/>
                      <a:pt x="1190" y="229"/>
                      <a:pt x="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5614175" y="2222375"/>
                <a:ext cx="54250" cy="149150"/>
              </a:xfrm>
              <a:custGeom>
                <a:rect b="b" l="l" r="r" t="t"/>
                <a:pathLst>
                  <a:path extrusionOk="0" h="5966" w="2170">
                    <a:moveTo>
                      <a:pt x="1023" y="1"/>
                    </a:moveTo>
                    <a:cubicBezTo>
                      <a:pt x="1002" y="21"/>
                      <a:pt x="897" y="21"/>
                      <a:pt x="856" y="63"/>
                    </a:cubicBezTo>
                    <a:cubicBezTo>
                      <a:pt x="293" y="647"/>
                      <a:pt x="1" y="1461"/>
                      <a:pt x="63" y="2274"/>
                    </a:cubicBezTo>
                    <a:cubicBezTo>
                      <a:pt x="126" y="3150"/>
                      <a:pt x="418" y="4005"/>
                      <a:pt x="960" y="4735"/>
                    </a:cubicBezTo>
                    <a:cubicBezTo>
                      <a:pt x="1106" y="4965"/>
                      <a:pt x="1273" y="5173"/>
                      <a:pt x="1440" y="5382"/>
                    </a:cubicBezTo>
                    <a:cubicBezTo>
                      <a:pt x="1607" y="5611"/>
                      <a:pt x="1794" y="5799"/>
                      <a:pt x="2024" y="5966"/>
                    </a:cubicBezTo>
                    <a:cubicBezTo>
                      <a:pt x="2086" y="5966"/>
                      <a:pt x="2128" y="5945"/>
                      <a:pt x="2170" y="5924"/>
                    </a:cubicBezTo>
                    <a:cubicBezTo>
                      <a:pt x="2107" y="5778"/>
                      <a:pt x="2024" y="5653"/>
                      <a:pt x="1919" y="5570"/>
                    </a:cubicBezTo>
                    <a:lnTo>
                      <a:pt x="1648" y="5215"/>
                    </a:lnTo>
                    <a:cubicBezTo>
                      <a:pt x="1481" y="4965"/>
                      <a:pt x="1294" y="4735"/>
                      <a:pt x="1127" y="4485"/>
                    </a:cubicBezTo>
                    <a:cubicBezTo>
                      <a:pt x="814" y="4005"/>
                      <a:pt x="564" y="3463"/>
                      <a:pt x="418" y="2900"/>
                    </a:cubicBezTo>
                    <a:cubicBezTo>
                      <a:pt x="188" y="1919"/>
                      <a:pt x="293" y="772"/>
                      <a:pt x="10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5466075" y="2180475"/>
                <a:ext cx="130400" cy="113800"/>
              </a:xfrm>
              <a:custGeom>
                <a:rect b="b" l="l" r="r" t="t"/>
                <a:pathLst>
                  <a:path extrusionOk="0" h="4552" w="5216">
                    <a:moveTo>
                      <a:pt x="4798" y="0"/>
                    </a:moveTo>
                    <a:cubicBezTo>
                      <a:pt x="4493" y="0"/>
                      <a:pt x="4169" y="132"/>
                      <a:pt x="3901" y="217"/>
                    </a:cubicBezTo>
                    <a:cubicBezTo>
                      <a:pt x="3401" y="363"/>
                      <a:pt x="2921" y="571"/>
                      <a:pt x="2462" y="821"/>
                    </a:cubicBezTo>
                    <a:cubicBezTo>
                      <a:pt x="1544" y="1280"/>
                      <a:pt x="814" y="2010"/>
                      <a:pt x="376" y="2928"/>
                    </a:cubicBezTo>
                    <a:cubicBezTo>
                      <a:pt x="168" y="3429"/>
                      <a:pt x="1" y="4033"/>
                      <a:pt x="210" y="4534"/>
                    </a:cubicBezTo>
                    <a:cubicBezTo>
                      <a:pt x="216" y="4546"/>
                      <a:pt x="238" y="4551"/>
                      <a:pt x="266" y="4551"/>
                    </a:cubicBezTo>
                    <a:cubicBezTo>
                      <a:pt x="335" y="4551"/>
                      <a:pt x="439" y="4522"/>
                      <a:pt x="439" y="4492"/>
                    </a:cubicBezTo>
                    <a:cubicBezTo>
                      <a:pt x="460" y="4221"/>
                      <a:pt x="460" y="3950"/>
                      <a:pt x="481" y="3658"/>
                    </a:cubicBezTo>
                    <a:cubicBezTo>
                      <a:pt x="543" y="3387"/>
                      <a:pt x="606" y="3095"/>
                      <a:pt x="731" y="2845"/>
                    </a:cubicBezTo>
                    <a:cubicBezTo>
                      <a:pt x="960" y="2344"/>
                      <a:pt x="1273" y="1906"/>
                      <a:pt x="1670" y="1531"/>
                    </a:cubicBezTo>
                    <a:cubicBezTo>
                      <a:pt x="2128" y="1155"/>
                      <a:pt x="2629" y="821"/>
                      <a:pt x="3171" y="592"/>
                    </a:cubicBezTo>
                    <a:cubicBezTo>
                      <a:pt x="3422" y="467"/>
                      <a:pt x="3714" y="363"/>
                      <a:pt x="4006" y="258"/>
                    </a:cubicBezTo>
                    <a:cubicBezTo>
                      <a:pt x="4239" y="171"/>
                      <a:pt x="4482" y="63"/>
                      <a:pt x="4722" y="63"/>
                    </a:cubicBezTo>
                    <a:cubicBezTo>
                      <a:pt x="4825" y="63"/>
                      <a:pt x="4927" y="83"/>
                      <a:pt x="5028" y="133"/>
                    </a:cubicBezTo>
                    <a:cubicBezTo>
                      <a:pt x="5044" y="139"/>
                      <a:pt x="5061" y="141"/>
                      <a:pt x="5078" y="141"/>
                    </a:cubicBezTo>
                    <a:cubicBezTo>
                      <a:pt x="5120" y="141"/>
                      <a:pt x="5159" y="124"/>
                      <a:pt x="5189" y="97"/>
                    </a:cubicBezTo>
                    <a:lnTo>
                      <a:pt x="5189" y="97"/>
                    </a:lnTo>
                    <a:cubicBezTo>
                      <a:pt x="5198" y="102"/>
                      <a:pt x="5207" y="107"/>
                      <a:pt x="5215" y="112"/>
                    </a:cubicBezTo>
                    <a:lnTo>
                      <a:pt x="5195" y="91"/>
                    </a:lnTo>
                    <a:cubicBezTo>
                      <a:pt x="5193" y="93"/>
                      <a:pt x="5191" y="95"/>
                      <a:pt x="5189" y="97"/>
                    </a:cubicBezTo>
                    <a:lnTo>
                      <a:pt x="5189" y="97"/>
                    </a:lnTo>
                    <a:cubicBezTo>
                      <a:pt x="5067" y="27"/>
                      <a:pt x="4934" y="0"/>
                      <a:pt x="4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5753400" y="2094725"/>
                <a:ext cx="273775" cy="46950"/>
              </a:xfrm>
              <a:custGeom>
                <a:rect b="b" l="l" r="r" t="t"/>
                <a:pathLst>
                  <a:path extrusionOk="0" h="1878" w="10951">
                    <a:moveTo>
                      <a:pt x="5908" y="0"/>
                    </a:moveTo>
                    <a:cubicBezTo>
                      <a:pt x="4791" y="0"/>
                      <a:pt x="3683" y="168"/>
                      <a:pt x="2608" y="497"/>
                    </a:cubicBezTo>
                    <a:cubicBezTo>
                      <a:pt x="1732" y="727"/>
                      <a:pt x="856" y="1039"/>
                      <a:pt x="21" y="1415"/>
                    </a:cubicBezTo>
                    <a:cubicBezTo>
                      <a:pt x="1" y="1422"/>
                      <a:pt x="1" y="1424"/>
                      <a:pt x="11" y="1424"/>
                    </a:cubicBezTo>
                    <a:cubicBezTo>
                      <a:pt x="31" y="1424"/>
                      <a:pt x="91" y="1415"/>
                      <a:pt x="105" y="1415"/>
                    </a:cubicBezTo>
                    <a:cubicBezTo>
                      <a:pt x="1607" y="873"/>
                      <a:pt x="3129" y="309"/>
                      <a:pt x="4714" y="142"/>
                    </a:cubicBezTo>
                    <a:cubicBezTo>
                      <a:pt x="5048" y="103"/>
                      <a:pt x="5381" y="83"/>
                      <a:pt x="5713" y="83"/>
                    </a:cubicBezTo>
                    <a:cubicBezTo>
                      <a:pt x="6773" y="83"/>
                      <a:pt x="7818" y="283"/>
                      <a:pt x="8802" y="664"/>
                    </a:cubicBezTo>
                    <a:cubicBezTo>
                      <a:pt x="9157" y="810"/>
                      <a:pt x="9491" y="998"/>
                      <a:pt x="9804" y="1185"/>
                    </a:cubicBezTo>
                    <a:cubicBezTo>
                      <a:pt x="10137" y="1394"/>
                      <a:pt x="10429" y="1644"/>
                      <a:pt x="10742" y="1874"/>
                    </a:cubicBezTo>
                    <a:cubicBezTo>
                      <a:pt x="10745" y="1877"/>
                      <a:pt x="10752" y="1878"/>
                      <a:pt x="10760" y="1878"/>
                    </a:cubicBezTo>
                    <a:cubicBezTo>
                      <a:pt x="10813" y="1878"/>
                      <a:pt x="10951" y="1832"/>
                      <a:pt x="10951" y="1832"/>
                    </a:cubicBezTo>
                    <a:cubicBezTo>
                      <a:pt x="10721" y="1561"/>
                      <a:pt x="10471" y="1352"/>
                      <a:pt x="10179" y="1165"/>
                    </a:cubicBezTo>
                    <a:cubicBezTo>
                      <a:pt x="9887" y="956"/>
                      <a:pt x="9574" y="789"/>
                      <a:pt x="9240" y="643"/>
                    </a:cubicBezTo>
                    <a:cubicBezTo>
                      <a:pt x="8594" y="351"/>
                      <a:pt x="7926" y="163"/>
                      <a:pt x="7238" y="80"/>
                    </a:cubicBezTo>
                    <a:cubicBezTo>
                      <a:pt x="6794" y="27"/>
                      <a:pt x="6350" y="0"/>
                      <a:pt x="5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5745700" y="1942350"/>
                <a:ext cx="182400" cy="72175"/>
              </a:xfrm>
              <a:custGeom>
                <a:rect b="b" l="l" r="r" t="t"/>
                <a:pathLst>
                  <a:path extrusionOk="0" h="2887" w="7296">
                    <a:moveTo>
                      <a:pt x="6434" y="0"/>
                    </a:moveTo>
                    <a:cubicBezTo>
                      <a:pt x="5693" y="0"/>
                      <a:pt x="4940" y="167"/>
                      <a:pt x="4251" y="377"/>
                    </a:cubicBezTo>
                    <a:cubicBezTo>
                      <a:pt x="3229" y="648"/>
                      <a:pt x="2290" y="1107"/>
                      <a:pt x="1414" y="1691"/>
                    </a:cubicBezTo>
                    <a:cubicBezTo>
                      <a:pt x="955" y="2024"/>
                      <a:pt x="496" y="2379"/>
                      <a:pt x="79" y="2796"/>
                    </a:cubicBezTo>
                    <a:cubicBezTo>
                      <a:pt x="63" y="2812"/>
                      <a:pt x="0" y="2887"/>
                      <a:pt x="6" y="2887"/>
                    </a:cubicBezTo>
                    <a:cubicBezTo>
                      <a:pt x="8" y="2887"/>
                      <a:pt x="17" y="2879"/>
                      <a:pt x="37" y="2859"/>
                    </a:cubicBezTo>
                    <a:cubicBezTo>
                      <a:pt x="1518" y="1461"/>
                      <a:pt x="3416" y="585"/>
                      <a:pt x="5419" y="335"/>
                    </a:cubicBezTo>
                    <a:cubicBezTo>
                      <a:pt x="6003" y="251"/>
                      <a:pt x="6587" y="231"/>
                      <a:pt x="7171" y="189"/>
                    </a:cubicBezTo>
                    <a:cubicBezTo>
                      <a:pt x="7208" y="189"/>
                      <a:pt x="7261" y="91"/>
                      <a:pt x="7287" y="83"/>
                    </a:cubicBezTo>
                    <a:lnTo>
                      <a:pt x="7287" y="83"/>
                    </a:lnTo>
                    <a:cubicBezTo>
                      <a:pt x="7290" y="83"/>
                      <a:pt x="7293" y="84"/>
                      <a:pt x="7296" y="85"/>
                    </a:cubicBezTo>
                    <a:cubicBezTo>
                      <a:pt x="7294" y="83"/>
                      <a:pt x="7292" y="82"/>
                      <a:pt x="7290" y="82"/>
                    </a:cubicBezTo>
                    <a:cubicBezTo>
                      <a:pt x="7289" y="82"/>
                      <a:pt x="7288" y="82"/>
                      <a:pt x="7287" y="83"/>
                    </a:cubicBezTo>
                    <a:lnTo>
                      <a:pt x="7287" y="83"/>
                    </a:lnTo>
                    <a:cubicBezTo>
                      <a:pt x="7008" y="25"/>
                      <a:pt x="6722" y="0"/>
                      <a:pt x="6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5468700" y="2122775"/>
                <a:ext cx="78750" cy="22450"/>
              </a:xfrm>
              <a:custGeom>
                <a:rect b="b" l="l" r="r" t="t"/>
                <a:pathLst>
                  <a:path extrusionOk="0" h="898" w="3150">
                    <a:moveTo>
                      <a:pt x="851" y="0"/>
                    </a:moveTo>
                    <a:cubicBezTo>
                      <a:pt x="602" y="0"/>
                      <a:pt x="353" y="27"/>
                      <a:pt x="105" y="84"/>
                    </a:cubicBezTo>
                    <a:cubicBezTo>
                      <a:pt x="84" y="84"/>
                      <a:pt x="0" y="189"/>
                      <a:pt x="21" y="189"/>
                    </a:cubicBezTo>
                    <a:cubicBezTo>
                      <a:pt x="522" y="189"/>
                      <a:pt x="1001" y="230"/>
                      <a:pt x="1502" y="335"/>
                    </a:cubicBezTo>
                    <a:cubicBezTo>
                      <a:pt x="1752" y="376"/>
                      <a:pt x="2023" y="460"/>
                      <a:pt x="2253" y="585"/>
                    </a:cubicBezTo>
                    <a:cubicBezTo>
                      <a:pt x="2503" y="668"/>
                      <a:pt x="2712" y="835"/>
                      <a:pt x="2962" y="898"/>
                    </a:cubicBezTo>
                    <a:cubicBezTo>
                      <a:pt x="3004" y="898"/>
                      <a:pt x="3150" y="793"/>
                      <a:pt x="3129" y="773"/>
                    </a:cubicBezTo>
                    <a:cubicBezTo>
                      <a:pt x="2941" y="564"/>
                      <a:pt x="2712" y="439"/>
                      <a:pt x="2441" y="355"/>
                    </a:cubicBezTo>
                    <a:cubicBezTo>
                      <a:pt x="2211" y="251"/>
                      <a:pt x="1961" y="168"/>
                      <a:pt x="1731" y="105"/>
                    </a:cubicBezTo>
                    <a:cubicBezTo>
                      <a:pt x="1438" y="37"/>
                      <a:pt x="1144" y="0"/>
                      <a:pt x="8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5835800" y="2242725"/>
                <a:ext cx="314975" cy="428125"/>
              </a:xfrm>
              <a:custGeom>
                <a:rect b="b" l="l" r="r" t="t"/>
                <a:pathLst>
                  <a:path extrusionOk="0" h="17125" w="12599">
                    <a:moveTo>
                      <a:pt x="0" y="0"/>
                    </a:moveTo>
                    <a:cubicBezTo>
                      <a:pt x="3" y="0"/>
                      <a:pt x="6" y="1"/>
                      <a:pt x="8" y="1"/>
                    </a:cubicBezTo>
                    <a:lnTo>
                      <a:pt x="8" y="1"/>
                    </a:lnTo>
                    <a:cubicBezTo>
                      <a:pt x="6" y="1"/>
                      <a:pt x="3" y="0"/>
                      <a:pt x="0" y="0"/>
                    </a:cubicBezTo>
                    <a:close/>
                    <a:moveTo>
                      <a:pt x="8" y="1"/>
                    </a:moveTo>
                    <a:lnTo>
                      <a:pt x="8" y="1"/>
                    </a:lnTo>
                    <a:cubicBezTo>
                      <a:pt x="45" y="14"/>
                      <a:pt x="66" y="104"/>
                      <a:pt x="104" y="104"/>
                    </a:cubicBezTo>
                    <a:cubicBezTo>
                      <a:pt x="1460" y="438"/>
                      <a:pt x="2858" y="688"/>
                      <a:pt x="4130" y="1293"/>
                    </a:cubicBezTo>
                    <a:cubicBezTo>
                      <a:pt x="5465" y="1919"/>
                      <a:pt x="6528" y="2941"/>
                      <a:pt x="7488" y="4046"/>
                    </a:cubicBezTo>
                    <a:cubicBezTo>
                      <a:pt x="8447" y="5110"/>
                      <a:pt x="9261" y="6299"/>
                      <a:pt x="9907" y="7571"/>
                    </a:cubicBezTo>
                    <a:cubicBezTo>
                      <a:pt x="10575" y="8927"/>
                      <a:pt x="10950" y="10408"/>
                      <a:pt x="11367" y="11847"/>
                    </a:cubicBezTo>
                    <a:cubicBezTo>
                      <a:pt x="11597" y="12681"/>
                      <a:pt x="11826" y="13516"/>
                      <a:pt x="12014" y="14350"/>
                    </a:cubicBezTo>
                    <a:cubicBezTo>
                      <a:pt x="12223" y="15247"/>
                      <a:pt x="12348" y="16123"/>
                      <a:pt x="12494" y="17020"/>
                    </a:cubicBezTo>
                    <a:cubicBezTo>
                      <a:pt x="12494" y="17061"/>
                      <a:pt x="12596" y="17102"/>
                      <a:pt x="12598" y="17123"/>
                    </a:cubicBezTo>
                    <a:lnTo>
                      <a:pt x="12598" y="17123"/>
                    </a:lnTo>
                    <a:cubicBezTo>
                      <a:pt x="12556" y="16310"/>
                      <a:pt x="12431" y="15518"/>
                      <a:pt x="12243" y="14725"/>
                    </a:cubicBezTo>
                    <a:cubicBezTo>
                      <a:pt x="12056" y="13912"/>
                      <a:pt x="11847" y="13119"/>
                      <a:pt x="11618" y="12306"/>
                    </a:cubicBezTo>
                    <a:cubicBezTo>
                      <a:pt x="11201" y="10783"/>
                      <a:pt x="10804" y="9219"/>
                      <a:pt x="10095" y="7801"/>
                    </a:cubicBezTo>
                    <a:cubicBezTo>
                      <a:pt x="9469" y="6549"/>
                      <a:pt x="8698" y="5381"/>
                      <a:pt x="7759" y="4338"/>
                    </a:cubicBezTo>
                    <a:cubicBezTo>
                      <a:pt x="7321" y="3817"/>
                      <a:pt x="6841" y="3296"/>
                      <a:pt x="6341" y="2816"/>
                    </a:cubicBezTo>
                    <a:cubicBezTo>
                      <a:pt x="5819" y="2294"/>
                      <a:pt x="5256" y="1835"/>
                      <a:pt x="4630" y="1439"/>
                    </a:cubicBezTo>
                    <a:cubicBezTo>
                      <a:pt x="3235" y="627"/>
                      <a:pt x="1591" y="272"/>
                      <a:pt x="8" y="1"/>
                    </a:cubicBezTo>
                    <a:close/>
                    <a:moveTo>
                      <a:pt x="12598" y="17123"/>
                    </a:moveTo>
                    <a:cubicBezTo>
                      <a:pt x="12598" y="17124"/>
                      <a:pt x="12598" y="17124"/>
                      <a:pt x="12598" y="17124"/>
                    </a:cubicBezTo>
                    <a:cubicBezTo>
                      <a:pt x="12598" y="17124"/>
                      <a:pt x="12598" y="17124"/>
                      <a:pt x="12598" y="1712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5396225" y="2466600"/>
                <a:ext cx="587150" cy="766875"/>
              </a:xfrm>
              <a:custGeom>
                <a:rect b="b" l="l" r="r" t="t"/>
                <a:pathLst>
                  <a:path extrusionOk="0" h="30675" w="23486">
                    <a:moveTo>
                      <a:pt x="8844" y="21329"/>
                    </a:moveTo>
                    <a:lnTo>
                      <a:pt x="8844" y="21329"/>
                    </a:lnTo>
                    <a:cubicBezTo>
                      <a:pt x="8844" y="21329"/>
                      <a:pt x="8844" y="21330"/>
                      <a:pt x="8844" y="21330"/>
                    </a:cubicBezTo>
                    <a:cubicBezTo>
                      <a:pt x="8844" y="21330"/>
                      <a:pt x="8844" y="21329"/>
                      <a:pt x="8844" y="21329"/>
                    </a:cubicBezTo>
                    <a:close/>
                    <a:moveTo>
                      <a:pt x="11846" y="1"/>
                    </a:moveTo>
                    <a:cubicBezTo>
                      <a:pt x="11573" y="1"/>
                      <a:pt x="11337" y="13"/>
                      <a:pt x="11159" y="35"/>
                    </a:cubicBezTo>
                    <a:cubicBezTo>
                      <a:pt x="10867" y="55"/>
                      <a:pt x="10596" y="139"/>
                      <a:pt x="10325" y="222"/>
                    </a:cubicBezTo>
                    <a:cubicBezTo>
                      <a:pt x="8990" y="723"/>
                      <a:pt x="8135" y="1286"/>
                      <a:pt x="7571" y="2684"/>
                    </a:cubicBezTo>
                    <a:cubicBezTo>
                      <a:pt x="7321" y="3247"/>
                      <a:pt x="6654" y="6104"/>
                      <a:pt x="7488" y="6480"/>
                    </a:cubicBezTo>
                    <a:cubicBezTo>
                      <a:pt x="7121" y="6321"/>
                      <a:pt x="6658" y="6255"/>
                      <a:pt x="6157" y="6255"/>
                    </a:cubicBezTo>
                    <a:cubicBezTo>
                      <a:pt x="4946" y="6255"/>
                      <a:pt x="3510" y="6638"/>
                      <a:pt x="2670" y="7022"/>
                    </a:cubicBezTo>
                    <a:cubicBezTo>
                      <a:pt x="1502" y="7564"/>
                      <a:pt x="584" y="8544"/>
                      <a:pt x="313" y="9838"/>
                    </a:cubicBezTo>
                    <a:cubicBezTo>
                      <a:pt x="125" y="10901"/>
                      <a:pt x="0" y="12403"/>
                      <a:pt x="897" y="13154"/>
                    </a:cubicBezTo>
                    <a:cubicBezTo>
                      <a:pt x="1272" y="12403"/>
                      <a:pt x="1794" y="11757"/>
                      <a:pt x="2399" y="11193"/>
                    </a:cubicBezTo>
                    <a:lnTo>
                      <a:pt x="2399" y="11193"/>
                    </a:lnTo>
                    <a:cubicBezTo>
                      <a:pt x="2128" y="11882"/>
                      <a:pt x="1919" y="12591"/>
                      <a:pt x="1752" y="13321"/>
                    </a:cubicBezTo>
                    <a:cubicBezTo>
                      <a:pt x="1564" y="14197"/>
                      <a:pt x="1502" y="15240"/>
                      <a:pt x="2128" y="15886"/>
                    </a:cubicBezTo>
                    <a:cubicBezTo>
                      <a:pt x="3004" y="16825"/>
                      <a:pt x="4172" y="17659"/>
                      <a:pt x="5110" y="18556"/>
                    </a:cubicBezTo>
                    <a:cubicBezTo>
                      <a:pt x="5673" y="19119"/>
                      <a:pt x="6278" y="19620"/>
                      <a:pt x="6904" y="20100"/>
                    </a:cubicBezTo>
                    <a:cubicBezTo>
                      <a:pt x="7112" y="20266"/>
                      <a:pt x="8833" y="21179"/>
                      <a:pt x="8844" y="21329"/>
                    </a:cubicBezTo>
                    <a:lnTo>
                      <a:pt x="8844" y="21329"/>
                    </a:lnTo>
                    <a:cubicBezTo>
                      <a:pt x="8781" y="19577"/>
                      <a:pt x="8823" y="18326"/>
                      <a:pt x="9824" y="16741"/>
                    </a:cubicBezTo>
                    <a:lnTo>
                      <a:pt x="9824" y="16741"/>
                    </a:lnTo>
                    <a:cubicBezTo>
                      <a:pt x="9407" y="17805"/>
                      <a:pt x="9177" y="18952"/>
                      <a:pt x="9094" y="20100"/>
                    </a:cubicBezTo>
                    <a:cubicBezTo>
                      <a:pt x="9052" y="20454"/>
                      <a:pt x="9094" y="20809"/>
                      <a:pt x="9240" y="21142"/>
                    </a:cubicBezTo>
                    <a:cubicBezTo>
                      <a:pt x="9386" y="21351"/>
                      <a:pt x="9553" y="21518"/>
                      <a:pt x="9741" y="21664"/>
                    </a:cubicBezTo>
                    <a:cubicBezTo>
                      <a:pt x="10742" y="22456"/>
                      <a:pt x="11785" y="23145"/>
                      <a:pt x="12911" y="23750"/>
                    </a:cubicBezTo>
                    <a:cubicBezTo>
                      <a:pt x="13280" y="23963"/>
                      <a:pt x="14842" y="25189"/>
                      <a:pt x="15359" y="25189"/>
                    </a:cubicBezTo>
                    <a:cubicBezTo>
                      <a:pt x="15397" y="25189"/>
                      <a:pt x="15430" y="25182"/>
                      <a:pt x="15456" y="25168"/>
                    </a:cubicBezTo>
                    <a:cubicBezTo>
                      <a:pt x="15581" y="25084"/>
                      <a:pt x="15685" y="24959"/>
                      <a:pt x="15727" y="24813"/>
                    </a:cubicBezTo>
                    <a:cubicBezTo>
                      <a:pt x="15873" y="24396"/>
                      <a:pt x="15998" y="23958"/>
                      <a:pt x="16081" y="23520"/>
                    </a:cubicBezTo>
                    <a:lnTo>
                      <a:pt x="16415" y="21998"/>
                    </a:lnTo>
                    <a:cubicBezTo>
                      <a:pt x="16415" y="23270"/>
                      <a:pt x="16540" y="24500"/>
                      <a:pt x="16478" y="25814"/>
                    </a:cubicBezTo>
                    <a:cubicBezTo>
                      <a:pt x="16394" y="26148"/>
                      <a:pt x="16582" y="26482"/>
                      <a:pt x="16916" y="26586"/>
                    </a:cubicBezTo>
                    <a:cubicBezTo>
                      <a:pt x="18770" y="27566"/>
                      <a:pt x="20334" y="28670"/>
                      <a:pt x="21231" y="30669"/>
                    </a:cubicBezTo>
                    <a:lnTo>
                      <a:pt x="21231" y="30669"/>
                    </a:lnTo>
                    <a:cubicBezTo>
                      <a:pt x="21008" y="30162"/>
                      <a:pt x="21734" y="28336"/>
                      <a:pt x="21859" y="27775"/>
                    </a:cubicBezTo>
                    <a:cubicBezTo>
                      <a:pt x="22213" y="26086"/>
                      <a:pt x="22318" y="24438"/>
                      <a:pt x="21859" y="22769"/>
                    </a:cubicBezTo>
                    <a:cubicBezTo>
                      <a:pt x="21546" y="21539"/>
                      <a:pt x="21045" y="20350"/>
                      <a:pt x="20733" y="19119"/>
                    </a:cubicBezTo>
                    <a:lnTo>
                      <a:pt x="20733" y="19119"/>
                    </a:lnTo>
                    <a:cubicBezTo>
                      <a:pt x="21483" y="19787"/>
                      <a:pt x="22109" y="20579"/>
                      <a:pt x="22589" y="21455"/>
                    </a:cubicBezTo>
                    <a:cubicBezTo>
                      <a:pt x="23486" y="18848"/>
                      <a:pt x="23131" y="15657"/>
                      <a:pt x="22485" y="13029"/>
                    </a:cubicBezTo>
                    <a:cubicBezTo>
                      <a:pt x="22213" y="11965"/>
                      <a:pt x="22047" y="11506"/>
                      <a:pt x="21129" y="10880"/>
                    </a:cubicBezTo>
                    <a:cubicBezTo>
                      <a:pt x="20378" y="10338"/>
                      <a:pt x="19565" y="9921"/>
                      <a:pt x="18688" y="9608"/>
                    </a:cubicBezTo>
                    <a:lnTo>
                      <a:pt x="18688" y="9608"/>
                    </a:lnTo>
                    <a:cubicBezTo>
                      <a:pt x="20107" y="9671"/>
                      <a:pt x="21483" y="9942"/>
                      <a:pt x="22818" y="10380"/>
                    </a:cubicBezTo>
                    <a:cubicBezTo>
                      <a:pt x="22193" y="9379"/>
                      <a:pt x="22067" y="8190"/>
                      <a:pt x="21567" y="7147"/>
                    </a:cubicBezTo>
                    <a:cubicBezTo>
                      <a:pt x="20649" y="5291"/>
                      <a:pt x="19189" y="2600"/>
                      <a:pt x="16957" y="2266"/>
                    </a:cubicBezTo>
                    <a:cubicBezTo>
                      <a:pt x="16446" y="2193"/>
                      <a:pt x="15930" y="2188"/>
                      <a:pt x="15414" y="2188"/>
                    </a:cubicBezTo>
                    <a:cubicBezTo>
                      <a:pt x="15328" y="2188"/>
                      <a:pt x="15242" y="2188"/>
                      <a:pt x="15156" y="2188"/>
                    </a:cubicBezTo>
                    <a:cubicBezTo>
                      <a:pt x="14726" y="2188"/>
                      <a:pt x="14296" y="2185"/>
                      <a:pt x="13870" y="2141"/>
                    </a:cubicBezTo>
                    <a:cubicBezTo>
                      <a:pt x="14434" y="1724"/>
                      <a:pt x="15038" y="1390"/>
                      <a:pt x="15685" y="1140"/>
                    </a:cubicBezTo>
                    <a:cubicBezTo>
                      <a:pt x="15254" y="278"/>
                      <a:pt x="13143" y="1"/>
                      <a:pt x="11846" y="1"/>
                    </a:cubicBezTo>
                    <a:close/>
                    <a:moveTo>
                      <a:pt x="21231" y="30669"/>
                    </a:moveTo>
                    <a:cubicBezTo>
                      <a:pt x="21232" y="30671"/>
                      <a:pt x="21232" y="30673"/>
                      <a:pt x="21233" y="30674"/>
                    </a:cubicBezTo>
                    <a:cubicBezTo>
                      <a:pt x="21232" y="30673"/>
                      <a:pt x="21232" y="30671"/>
                      <a:pt x="21231" y="306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5591225" y="2632600"/>
                <a:ext cx="333750" cy="550800"/>
              </a:xfrm>
              <a:custGeom>
                <a:rect b="b" l="l" r="r" t="t"/>
                <a:pathLst>
                  <a:path extrusionOk="0" h="22032" w="13350">
                    <a:moveTo>
                      <a:pt x="88" y="1"/>
                    </a:moveTo>
                    <a:cubicBezTo>
                      <a:pt x="61" y="1"/>
                      <a:pt x="17" y="27"/>
                      <a:pt x="1" y="27"/>
                    </a:cubicBezTo>
                    <a:cubicBezTo>
                      <a:pt x="1211" y="841"/>
                      <a:pt x="2316" y="1800"/>
                      <a:pt x="3275" y="2885"/>
                    </a:cubicBezTo>
                    <a:cubicBezTo>
                      <a:pt x="4402" y="4094"/>
                      <a:pt x="5445" y="5388"/>
                      <a:pt x="6383" y="6764"/>
                    </a:cubicBezTo>
                    <a:cubicBezTo>
                      <a:pt x="7322" y="8099"/>
                      <a:pt x="8177" y="9497"/>
                      <a:pt x="8949" y="10936"/>
                    </a:cubicBezTo>
                    <a:cubicBezTo>
                      <a:pt x="9720" y="12396"/>
                      <a:pt x="10409" y="13918"/>
                      <a:pt x="10993" y="15462"/>
                    </a:cubicBezTo>
                    <a:cubicBezTo>
                      <a:pt x="11848" y="17610"/>
                      <a:pt x="12620" y="19800"/>
                      <a:pt x="13245" y="22032"/>
                    </a:cubicBezTo>
                    <a:lnTo>
                      <a:pt x="13350" y="22032"/>
                    </a:lnTo>
                    <a:cubicBezTo>
                      <a:pt x="12787" y="20030"/>
                      <a:pt x="12140" y="18069"/>
                      <a:pt x="11431" y="16129"/>
                    </a:cubicBezTo>
                    <a:cubicBezTo>
                      <a:pt x="10826" y="14523"/>
                      <a:pt x="10158" y="12938"/>
                      <a:pt x="9387" y="11395"/>
                    </a:cubicBezTo>
                    <a:cubicBezTo>
                      <a:pt x="7906" y="8454"/>
                      <a:pt x="6070" y="5742"/>
                      <a:pt x="3901" y="3281"/>
                    </a:cubicBezTo>
                    <a:cubicBezTo>
                      <a:pt x="2817" y="2009"/>
                      <a:pt x="1523" y="903"/>
                      <a:pt x="105" y="6"/>
                    </a:cubicBezTo>
                    <a:cubicBezTo>
                      <a:pt x="101" y="2"/>
                      <a:pt x="95" y="1"/>
                      <a:pt x="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5579250" y="2735475"/>
                <a:ext cx="46425" cy="227375"/>
              </a:xfrm>
              <a:custGeom>
                <a:rect b="b" l="l" r="r" t="t"/>
                <a:pathLst>
                  <a:path extrusionOk="0" h="9095" w="1857">
                    <a:moveTo>
                      <a:pt x="1794" y="0"/>
                    </a:moveTo>
                    <a:cubicBezTo>
                      <a:pt x="1544" y="543"/>
                      <a:pt x="1252" y="1064"/>
                      <a:pt x="897" y="1565"/>
                    </a:cubicBezTo>
                    <a:cubicBezTo>
                      <a:pt x="563" y="2044"/>
                      <a:pt x="313" y="2608"/>
                      <a:pt x="167" y="3192"/>
                    </a:cubicBezTo>
                    <a:cubicBezTo>
                      <a:pt x="21" y="3796"/>
                      <a:pt x="0" y="4401"/>
                      <a:pt x="125" y="5027"/>
                    </a:cubicBezTo>
                    <a:cubicBezTo>
                      <a:pt x="167" y="5319"/>
                      <a:pt x="250" y="5611"/>
                      <a:pt x="355" y="5882"/>
                    </a:cubicBezTo>
                    <a:cubicBezTo>
                      <a:pt x="480" y="6195"/>
                      <a:pt x="626" y="6487"/>
                      <a:pt x="751" y="6800"/>
                    </a:cubicBezTo>
                    <a:cubicBezTo>
                      <a:pt x="1022" y="7530"/>
                      <a:pt x="897" y="8260"/>
                      <a:pt x="814" y="9011"/>
                    </a:cubicBezTo>
                    <a:cubicBezTo>
                      <a:pt x="814" y="9053"/>
                      <a:pt x="980" y="9094"/>
                      <a:pt x="980" y="9094"/>
                    </a:cubicBezTo>
                    <a:cubicBezTo>
                      <a:pt x="1106" y="8448"/>
                      <a:pt x="1085" y="7759"/>
                      <a:pt x="939" y="7113"/>
                    </a:cubicBezTo>
                    <a:cubicBezTo>
                      <a:pt x="772" y="6487"/>
                      <a:pt x="417" y="5945"/>
                      <a:pt x="271" y="5319"/>
                    </a:cubicBezTo>
                    <a:cubicBezTo>
                      <a:pt x="0" y="4109"/>
                      <a:pt x="209" y="2858"/>
                      <a:pt x="855" y="1815"/>
                    </a:cubicBezTo>
                    <a:cubicBezTo>
                      <a:pt x="1210" y="1231"/>
                      <a:pt x="1627" y="689"/>
                      <a:pt x="1856" y="42"/>
                    </a:cubicBezTo>
                    <a:cubicBezTo>
                      <a:pt x="1856" y="42"/>
                      <a:pt x="1794" y="0"/>
                      <a:pt x="1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5682475" y="2662350"/>
                <a:ext cx="230000" cy="36125"/>
              </a:xfrm>
              <a:custGeom>
                <a:rect b="b" l="l" r="r" t="t"/>
                <a:pathLst>
                  <a:path extrusionOk="0" h="1445" w="9200">
                    <a:moveTo>
                      <a:pt x="4927" y="0"/>
                    </a:moveTo>
                    <a:cubicBezTo>
                      <a:pt x="3976" y="0"/>
                      <a:pt x="3025" y="160"/>
                      <a:pt x="2128" y="464"/>
                    </a:cubicBezTo>
                    <a:cubicBezTo>
                      <a:pt x="1398" y="714"/>
                      <a:pt x="689" y="1027"/>
                      <a:pt x="1" y="1424"/>
                    </a:cubicBezTo>
                    <a:cubicBezTo>
                      <a:pt x="1" y="1424"/>
                      <a:pt x="43" y="1444"/>
                      <a:pt x="63" y="1444"/>
                    </a:cubicBezTo>
                    <a:lnTo>
                      <a:pt x="84" y="1444"/>
                    </a:lnTo>
                    <a:cubicBezTo>
                      <a:pt x="1610" y="645"/>
                      <a:pt x="3349" y="58"/>
                      <a:pt x="5082" y="58"/>
                    </a:cubicBezTo>
                    <a:cubicBezTo>
                      <a:pt x="5836" y="58"/>
                      <a:pt x="6588" y="170"/>
                      <a:pt x="7322" y="422"/>
                    </a:cubicBezTo>
                    <a:cubicBezTo>
                      <a:pt x="7989" y="673"/>
                      <a:pt x="8594" y="1006"/>
                      <a:pt x="9137" y="1424"/>
                    </a:cubicBezTo>
                    <a:cubicBezTo>
                      <a:pt x="9137" y="1424"/>
                      <a:pt x="9162" y="1424"/>
                      <a:pt x="9181" y="1429"/>
                    </a:cubicBezTo>
                    <a:lnTo>
                      <a:pt x="9181" y="1429"/>
                    </a:lnTo>
                    <a:cubicBezTo>
                      <a:pt x="8267" y="667"/>
                      <a:pt x="7168" y="213"/>
                      <a:pt x="5987" y="68"/>
                    </a:cubicBezTo>
                    <a:cubicBezTo>
                      <a:pt x="5636" y="23"/>
                      <a:pt x="5282" y="0"/>
                      <a:pt x="4927" y="0"/>
                    </a:cubicBezTo>
                    <a:close/>
                    <a:moveTo>
                      <a:pt x="9181" y="1429"/>
                    </a:moveTo>
                    <a:cubicBezTo>
                      <a:pt x="9187" y="1434"/>
                      <a:pt x="9193" y="1439"/>
                      <a:pt x="9199" y="1444"/>
                    </a:cubicBezTo>
                    <a:cubicBezTo>
                      <a:pt x="9199" y="1437"/>
                      <a:pt x="9191" y="1432"/>
                      <a:pt x="9181" y="14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5774775" y="2826200"/>
                <a:ext cx="168975" cy="165325"/>
              </a:xfrm>
              <a:custGeom>
                <a:rect b="b" l="l" r="r" t="t"/>
                <a:pathLst>
                  <a:path extrusionOk="0" h="6613" w="6759">
                    <a:moveTo>
                      <a:pt x="1" y="1"/>
                    </a:moveTo>
                    <a:cubicBezTo>
                      <a:pt x="1" y="1"/>
                      <a:pt x="22" y="21"/>
                      <a:pt x="22" y="21"/>
                    </a:cubicBezTo>
                    <a:cubicBezTo>
                      <a:pt x="1252" y="251"/>
                      <a:pt x="2420" y="793"/>
                      <a:pt x="3380" y="1607"/>
                    </a:cubicBezTo>
                    <a:cubicBezTo>
                      <a:pt x="4360" y="2441"/>
                      <a:pt x="5153" y="3463"/>
                      <a:pt x="5757" y="4589"/>
                    </a:cubicBezTo>
                    <a:cubicBezTo>
                      <a:pt x="6112" y="5236"/>
                      <a:pt x="6425" y="5903"/>
                      <a:pt x="6717" y="6592"/>
                    </a:cubicBezTo>
                    <a:lnTo>
                      <a:pt x="6759" y="6612"/>
                    </a:lnTo>
                    <a:cubicBezTo>
                      <a:pt x="5883" y="4193"/>
                      <a:pt x="4318" y="1836"/>
                      <a:pt x="1982" y="647"/>
                    </a:cubicBezTo>
                    <a:cubicBezTo>
                      <a:pt x="1356" y="313"/>
                      <a:pt x="689" y="10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5815975" y="2923200"/>
                <a:ext cx="16200" cy="165825"/>
              </a:xfrm>
              <a:custGeom>
                <a:rect b="b" l="l" r="r" t="t"/>
                <a:pathLst>
                  <a:path extrusionOk="0" h="6633" w="648">
                    <a:moveTo>
                      <a:pt x="397" y="0"/>
                    </a:moveTo>
                    <a:cubicBezTo>
                      <a:pt x="397" y="0"/>
                      <a:pt x="334" y="42"/>
                      <a:pt x="334" y="63"/>
                    </a:cubicBezTo>
                    <a:cubicBezTo>
                      <a:pt x="626" y="2232"/>
                      <a:pt x="376" y="4484"/>
                      <a:pt x="0" y="6633"/>
                    </a:cubicBezTo>
                    <a:cubicBezTo>
                      <a:pt x="0" y="6633"/>
                      <a:pt x="42" y="6612"/>
                      <a:pt x="42" y="6591"/>
                    </a:cubicBezTo>
                    <a:cubicBezTo>
                      <a:pt x="292" y="5506"/>
                      <a:pt x="459" y="4401"/>
                      <a:pt x="564" y="3275"/>
                    </a:cubicBezTo>
                    <a:cubicBezTo>
                      <a:pt x="647" y="2190"/>
                      <a:pt x="584" y="1085"/>
                      <a:pt x="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5707525" y="2777700"/>
                <a:ext cx="31300" cy="247725"/>
              </a:xfrm>
              <a:custGeom>
                <a:rect b="b" l="l" r="r" t="t"/>
                <a:pathLst>
                  <a:path extrusionOk="0" h="9909" w="1252">
                    <a:moveTo>
                      <a:pt x="521" y="1"/>
                    </a:moveTo>
                    <a:cubicBezTo>
                      <a:pt x="167" y="1273"/>
                      <a:pt x="0" y="2587"/>
                      <a:pt x="0" y="3922"/>
                    </a:cubicBezTo>
                    <a:cubicBezTo>
                      <a:pt x="0" y="5215"/>
                      <a:pt x="146" y="6529"/>
                      <a:pt x="459" y="7802"/>
                    </a:cubicBezTo>
                    <a:cubicBezTo>
                      <a:pt x="542" y="8156"/>
                      <a:pt x="647" y="8511"/>
                      <a:pt x="772" y="8865"/>
                    </a:cubicBezTo>
                    <a:cubicBezTo>
                      <a:pt x="897" y="9220"/>
                      <a:pt x="1043" y="9574"/>
                      <a:pt x="1210" y="9908"/>
                    </a:cubicBezTo>
                    <a:lnTo>
                      <a:pt x="1252" y="9908"/>
                    </a:lnTo>
                    <a:cubicBezTo>
                      <a:pt x="1147" y="9595"/>
                      <a:pt x="1022" y="9282"/>
                      <a:pt x="918" y="8970"/>
                    </a:cubicBezTo>
                    <a:cubicBezTo>
                      <a:pt x="834" y="8657"/>
                      <a:pt x="730" y="8344"/>
                      <a:pt x="647" y="8031"/>
                    </a:cubicBezTo>
                    <a:cubicBezTo>
                      <a:pt x="459" y="7384"/>
                      <a:pt x="334" y="6738"/>
                      <a:pt x="229" y="6091"/>
                    </a:cubicBezTo>
                    <a:cubicBezTo>
                      <a:pt x="42" y="4798"/>
                      <a:pt x="21" y="3484"/>
                      <a:pt x="188" y="2191"/>
                    </a:cubicBezTo>
                    <a:cubicBezTo>
                      <a:pt x="271" y="1440"/>
                      <a:pt x="396" y="710"/>
                      <a:pt x="584" y="1"/>
                    </a:cubicBezTo>
                    <a:lnTo>
                      <a:pt x="584" y="1"/>
                    </a:lnTo>
                    <a:cubicBezTo>
                      <a:pt x="584" y="1"/>
                      <a:pt x="521" y="1"/>
                      <a:pt x="521" y="22"/>
                    </a:cubicBezTo>
                    <a:lnTo>
                      <a:pt x="5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5459825" y="2716175"/>
                <a:ext cx="119950" cy="113700"/>
              </a:xfrm>
              <a:custGeom>
                <a:rect b="b" l="l" r="r" t="t"/>
                <a:pathLst>
                  <a:path extrusionOk="0" h="4548" w="4798">
                    <a:moveTo>
                      <a:pt x="4798" y="1"/>
                    </a:moveTo>
                    <a:lnTo>
                      <a:pt x="4798" y="1"/>
                    </a:lnTo>
                    <a:cubicBezTo>
                      <a:pt x="4381" y="84"/>
                      <a:pt x="3964" y="230"/>
                      <a:pt x="3588" y="418"/>
                    </a:cubicBezTo>
                    <a:cubicBezTo>
                      <a:pt x="3150" y="626"/>
                      <a:pt x="2712" y="835"/>
                      <a:pt x="2295" y="1085"/>
                    </a:cubicBezTo>
                    <a:cubicBezTo>
                      <a:pt x="1461" y="1544"/>
                      <a:pt x="668" y="2149"/>
                      <a:pt x="272" y="3025"/>
                    </a:cubicBezTo>
                    <a:cubicBezTo>
                      <a:pt x="168" y="3275"/>
                      <a:pt x="84" y="3526"/>
                      <a:pt x="63" y="3776"/>
                    </a:cubicBezTo>
                    <a:cubicBezTo>
                      <a:pt x="1" y="4026"/>
                      <a:pt x="42" y="4297"/>
                      <a:pt x="147" y="4548"/>
                    </a:cubicBezTo>
                    <a:cubicBezTo>
                      <a:pt x="209" y="4527"/>
                      <a:pt x="293" y="4485"/>
                      <a:pt x="355" y="4464"/>
                    </a:cubicBezTo>
                    <a:cubicBezTo>
                      <a:pt x="376" y="4193"/>
                      <a:pt x="355" y="3943"/>
                      <a:pt x="397" y="3651"/>
                    </a:cubicBezTo>
                    <a:cubicBezTo>
                      <a:pt x="439" y="3421"/>
                      <a:pt x="501" y="3192"/>
                      <a:pt x="606" y="2962"/>
                    </a:cubicBezTo>
                    <a:cubicBezTo>
                      <a:pt x="814" y="2483"/>
                      <a:pt x="1127" y="2045"/>
                      <a:pt x="1523" y="1690"/>
                    </a:cubicBezTo>
                    <a:cubicBezTo>
                      <a:pt x="1940" y="1356"/>
                      <a:pt x="2399" y="1043"/>
                      <a:pt x="2879" y="814"/>
                    </a:cubicBezTo>
                    <a:cubicBezTo>
                      <a:pt x="3108" y="689"/>
                      <a:pt x="3338" y="564"/>
                      <a:pt x="3567" y="459"/>
                    </a:cubicBezTo>
                    <a:cubicBezTo>
                      <a:pt x="3922" y="272"/>
                      <a:pt x="4318" y="126"/>
                      <a:pt x="4694" y="42"/>
                    </a:cubicBezTo>
                    <a:cubicBezTo>
                      <a:pt x="4735" y="42"/>
                      <a:pt x="4777" y="21"/>
                      <a:pt x="47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5675700" y="2541575"/>
                <a:ext cx="127725" cy="82850"/>
              </a:xfrm>
              <a:custGeom>
                <a:rect b="b" l="l" r="r" t="t"/>
                <a:pathLst>
                  <a:path extrusionOk="0" h="3314" w="5109">
                    <a:moveTo>
                      <a:pt x="4714" y="0"/>
                    </a:moveTo>
                    <a:cubicBezTo>
                      <a:pt x="4628" y="0"/>
                      <a:pt x="4540" y="11"/>
                      <a:pt x="4464" y="18"/>
                    </a:cubicBezTo>
                    <a:cubicBezTo>
                      <a:pt x="4214" y="81"/>
                      <a:pt x="3964" y="164"/>
                      <a:pt x="3713" y="289"/>
                    </a:cubicBezTo>
                    <a:cubicBezTo>
                      <a:pt x="3213" y="519"/>
                      <a:pt x="2754" y="790"/>
                      <a:pt x="2295" y="1082"/>
                    </a:cubicBezTo>
                    <a:cubicBezTo>
                      <a:pt x="1419" y="1687"/>
                      <a:pt x="626" y="2459"/>
                      <a:pt x="1" y="3314"/>
                    </a:cubicBezTo>
                    <a:cubicBezTo>
                      <a:pt x="1" y="3314"/>
                      <a:pt x="84" y="3314"/>
                      <a:pt x="84" y="3293"/>
                    </a:cubicBezTo>
                    <a:lnTo>
                      <a:pt x="105" y="3293"/>
                    </a:lnTo>
                    <a:cubicBezTo>
                      <a:pt x="710" y="2521"/>
                      <a:pt x="1440" y="1833"/>
                      <a:pt x="2253" y="1249"/>
                    </a:cubicBezTo>
                    <a:cubicBezTo>
                      <a:pt x="2629" y="978"/>
                      <a:pt x="3046" y="727"/>
                      <a:pt x="3463" y="519"/>
                    </a:cubicBezTo>
                    <a:cubicBezTo>
                      <a:pt x="3672" y="394"/>
                      <a:pt x="3880" y="289"/>
                      <a:pt x="4110" y="206"/>
                    </a:cubicBezTo>
                    <a:cubicBezTo>
                      <a:pt x="4214" y="171"/>
                      <a:pt x="4322" y="154"/>
                      <a:pt x="4431" y="154"/>
                    </a:cubicBezTo>
                    <a:cubicBezTo>
                      <a:pt x="4583" y="154"/>
                      <a:pt x="4736" y="187"/>
                      <a:pt x="4881" y="248"/>
                    </a:cubicBezTo>
                    <a:cubicBezTo>
                      <a:pt x="4884" y="250"/>
                      <a:pt x="4888" y="251"/>
                      <a:pt x="4894" y="251"/>
                    </a:cubicBezTo>
                    <a:cubicBezTo>
                      <a:pt x="4945" y="251"/>
                      <a:pt x="5109" y="183"/>
                      <a:pt x="5090" y="164"/>
                    </a:cubicBezTo>
                    <a:cubicBezTo>
                      <a:pt x="5011" y="32"/>
                      <a:pt x="4864" y="0"/>
                      <a:pt x="4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5722125" y="2678125"/>
                <a:ext cx="139750" cy="19825"/>
              </a:xfrm>
              <a:custGeom>
                <a:rect b="b" l="l" r="r" t="t"/>
                <a:pathLst>
                  <a:path extrusionOk="0" h="793" w="5590">
                    <a:moveTo>
                      <a:pt x="222" y="570"/>
                    </a:moveTo>
                    <a:lnTo>
                      <a:pt x="222" y="570"/>
                    </a:lnTo>
                    <a:cubicBezTo>
                      <a:pt x="148" y="601"/>
                      <a:pt x="74" y="633"/>
                      <a:pt x="0" y="667"/>
                    </a:cubicBezTo>
                    <a:cubicBezTo>
                      <a:pt x="21" y="667"/>
                      <a:pt x="42" y="647"/>
                      <a:pt x="63" y="647"/>
                    </a:cubicBezTo>
                    <a:cubicBezTo>
                      <a:pt x="115" y="620"/>
                      <a:pt x="169" y="595"/>
                      <a:pt x="222" y="570"/>
                    </a:cubicBezTo>
                    <a:close/>
                    <a:moveTo>
                      <a:pt x="5587" y="706"/>
                    </a:moveTo>
                    <a:cubicBezTo>
                      <a:pt x="5587" y="706"/>
                      <a:pt x="5587" y="706"/>
                      <a:pt x="5586" y="706"/>
                    </a:cubicBezTo>
                    <a:lnTo>
                      <a:pt x="5586" y="706"/>
                    </a:lnTo>
                    <a:cubicBezTo>
                      <a:pt x="5588" y="707"/>
                      <a:pt x="5589" y="708"/>
                      <a:pt x="5590" y="709"/>
                    </a:cubicBezTo>
                    <a:cubicBezTo>
                      <a:pt x="5590" y="707"/>
                      <a:pt x="5589" y="706"/>
                      <a:pt x="5587" y="706"/>
                    </a:cubicBezTo>
                    <a:close/>
                    <a:moveTo>
                      <a:pt x="2858" y="0"/>
                    </a:moveTo>
                    <a:cubicBezTo>
                      <a:pt x="1956" y="0"/>
                      <a:pt x="1054" y="184"/>
                      <a:pt x="222" y="570"/>
                    </a:cubicBezTo>
                    <a:lnTo>
                      <a:pt x="222" y="570"/>
                    </a:lnTo>
                    <a:cubicBezTo>
                      <a:pt x="970" y="258"/>
                      <a:pt x="1762" y="103"/>
                      <a:pt x="2571" y="103"/>
                    </a:cubicBezTo>
                    <a:cubicBezTo>
                      <a:pt x="2618" y="103"/>
                      <a:pt x="2665" y="103"/>
                      <a:pt x="2712" y="104"/>
                    </a:cubicBezTo>
                    <a:cubicBezTo>
                      <a:pt x="3170" y="125"/>
                      <a:pt x="3629" y="188"/>
                      <a:pt x="4088" y="313"/>
                    </a:cubicBezTo>
                    <a:cubicBezTo>
                      <a:pt x="4297" y="355"/>
                      <a:pt x="4526" y="438"/>
                      <a:pt x="4735" y="521"/>
                    </a:cubicBezTo>
                    <a:cubicBezTo>
                      <a:pt x="4964" y="605"/>
                      <a:pt x="5194" y="709"/>
                      <a:pt x="5444" y="793"/>
                    </a:cubicBezTo>
                    <a:cubicBezTo>
                      <a:pt x="5463" y="793"/>
                      <a:pt x="5566" y="708"/>
                      <a:pt x="5586" y="706"/>
                    </a:cubicBezTo>
                    <a:lnTo>
                      <a:pt x="5586" y="706"/>
                    </a:lnTo>
                    <a:cubicBezTo>
                      <a:pt x="5400" y="562"/>
                      <a:pt x="5192" y="438"/>
                      <a:pt x="4964" y="375"/>
                    </a:cubicBezTo>
                    <a:cubicBezTo>
                      <a:pt x="4735" y="292"/>
                      <a:pt x="4505" y="229"/>
                      <a:pt x="4297" y="167"/>
                    </a:cubicBezTo>
                    <a:cubicBezTo>
                      <a:pt x="3817" y="63"/>
                      <a:pt x="3337"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5590700" y="2798950"/>
                <a:ext cx="21425" cy="152950"/>
              </a:xfrm>
              <a:custGeom>
                <a:rect b="b" l="l" r="r" t="t"/>
                <a:pathLst>
                  <a:path extrusionOk="0" h="6118" w="857">
                    <a:moveTo>
                      <a:pt x="387" y="0"/>
                    </a:moveTo>
                    <a:cubicBezTo>
                      <a:pt x="381" y="0"/>
                      <a:pt x="376" y="2"/>
                      <a:pt x="376" y="6"/>
                    </a:cubicBezTo>
                    <a:cubicBezTo>
                      <a:pt x="272" y="235"/>
                      <a:pt x="189" y="486"/>
                      <a:pt x="147" y="757"/>
                    </a:cubicBezTo>
                    <a:cubicBezTo>
                      <a:pt x="84" y="1007"/>
                      <a:pt x="64" y="1257"/>
                      <a:pt x="43" y="1508"/>
                    </a:cubicBezTo>
                    <a:cubicBezTo>
                      <a:pt x="1" y="2008"/>
                      <a:pt x="1" y="2530"/>
                      <a:pt x="64" y="3030"/>
                    </a:cubicBezTo>
                    <a:cubicBezTo>
                      <a:pt x="126" y="3531"/>
                      <a:pt x="210" y="4052"/>
                      <a:pt x="314" y="4553"/>
                    </a:cubicBezTo>
                    <a:cubicBezTo>
                      <a:pt x="397" y="5074"/>
                      <a:pt x="522" y="5596"/>
                      <a:pt x="689" y="6096"/>
                    </a:cubicBezTo>
                    <a:cubicBezTo>
                      <a:pt x="689" y="6117"/>
                      <a:pt x="856" y="6117"/>
                      <a:pt x="856" y="6117"/>
                    </a:cubicBezTo>
                    <a:cubicBezTo>
                      <a:pt x="794" y="5596"/>
                      <a:pt x="627" y="5095"/>
                      <a:pt x="522" y="4595"/>
                    </a:cubicBezTo>
                    <a:cubicBezTo>
                      <a:pt x="418" y="4094"/>
                      <a:pt x="335" y="3573"/>
                      <a:pt x="272" y="3072"/>
                    </a:cubicBezTo>
                    <a:cubicBezTo>
                      <a:pt x="230" y="2551"/>
                      <a:pt x="210" y="2050"/>
                      <a:pt x="251" y="1549"/>
                    </a:cubicBezTo>
                    <a:cubicBezTo>
                      <a:pt x="272" y="1278"/>
                      <a:pt x="293" y="1028"/>
                      <a:pt x="335" y="778"/>
                    </a:cubicBezTo>
                    <a:cubicBezTo>
                      <a:pt x="397" y="527"/>
                      <a:pt x="418" y="277"/>
                      <a:pt x="481" y="27"/>
                    </a:cubicBezTo>
                    <a:cubicBezTo>
                      <a:pt x="481" y="27"/>
                      <a:pt x="414"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5807100" y="2827250"/>
                <a:ext cx="2650" cy="550"/>
              </a:xfrm>
              <a:custGeom>
                <a:rect b="b" l="l" r="r" t="t"/>
                <a:pathLst>
                  <a:path extrusionOk="0" h="22" w="106">
                    <a:moveTo>
                      <a:pt x="43" y="0"/>
                    </a:moveTo>
                    <a:cubicBezTo>
                      <a:pt x="1" y="0"/>
                      <a:pt x="1" y="21"/>
                      <a:pt x="43" y="21"/>
                    </a:cubicBezTo>
                    <a:cubicBezTo>
                      <a:pt x="63" y="21"/>
                      <a:pt x="105" y="0"/>
                      <a:pt x="43" y="0"/>
                    </a:cubicBezTo>
                    <a:close/>
                  </a:path>
                </a:pathLst>
              </a:custGeom>
              <a:solidFill>
                <a:srgbClr val="8AB2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5809900" y="2844225"/>
                <a:ext cx="133850" cy="161375"/>
              </a:xfrm>
              <a:custGeom>
                <a:rect b="b" l="l" r="r" t="t"/>
                <a:pathLst>
                  <a:path extrusionOk="0" h="6455" w="5354">
                    <a:moveTo>
                      <a:pt x="7" y="0"/>
                    </a:moveTo>
                    <a:cubicBezTo>
                      <a:pt x="0" y="0"/>
                      <a:pt x="0" y="3"/>
                      <a:pt x="14" y="10"/>
                    </a:cubicBezTo>
                    <a:cubicBezTo>
                      <a:pt x="953" y="385"/>
                      <a:pt x="1662" y="1136"/>
                      <a:pt x="2267" y="1928"/>
                    </a:cubicBezTo>
                    <a:cubicBezTo>
                      <a:pt x="2934" y="2825"/>
                      <a:pt x="3581" y="3764"/>
                      <a:pt x="4165" y="4723"/>
                    </a:cubicBezTo>
                    <a:cubicBezTo>
                      <a:pt x="4498" y="5287"/>
                      <a:pt x="4811" y="5871"/>
                      <a:pt x="5166" y="6434"/>
                    </a:cubicBezTo>
                    <a:cubicBezTo>
                      <a:pt x="5187" y="6455"/>
                      <a:pt x="5354" y="6455"/>
                      <a:pt x="5354" y="6455"/>
                    </a:cubicBezTo>
                    <a:cubicBezTo>
                      <a:pt x="5082" y="5912"/>
                      <a:pt x="4790" y="5391"/>
                      <a:pt x="4457" y="4911"/>
                    </a:cubicBezTo>
                    <a:cubicBezTo>
                      <a:pt x="4165" y="4410"/>
                      <a:pt x="3831" y="3910"/>
                      <a:pt x="3497" y="3409"/>
                    </a:cubicBezTo>
                    <a:cubicBezTo>
                      <a:pt x="2892" y="2512"/>
                      <a:pt x="2267" y="1595"/>
                      <a:pt x="1474" y="865"/>
                    </a:cubicBezTo>
                    <a:cubicBezTo>
                      <a:pt x="1057" y="489"/>
                      <a:pt x="598" y="197"/>
                      <a:pt x="77" y="10"/>
                    </a:cubicBezTo>
                    <a:cubicBezTo>
                      <a:pt x="63" y="10"/>
                      <a:pt x="21"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5711175" y="2831825"/>
                <a:ext cx="25650" cy="167250"/>
              </a:xfrm>
              <a:custGeom>
                <a:rect b="b" l="l" r="r" t="t"/>
                <a:pathLst>
                  <a:path extrusionOk="0" h="6690" w="1026">
                    <a:moveTo>
                      <a:pt x="297" y="1"/>
                    </a:moveTo>
                    <a:cubicBezTo>
                      <a:pt x="294" y="1"/>
                      <a:pt x="292" y="2"/>
                      <a:pt x="292" y="5"/>
                    </a:cubicBezTo>
                    <a:cubicBezTo>
                      <a:pt x="63" y="1090"/>
                      <a:pt x="0" y="2216"/>
                      <a:pt x="125" y="3342"/>
                    </a:cubicBezTo>
                    <a:cubicBezTo>
                      <a:pt x="209" y="4468"/>
                      <a:pt x="480" y="5553"/>
                      <a:pt x="897" y="6596"/>
                    </a:cubicBezTo>
                    <a:cubicBezTo>
                      <a:pt x="914" y="6613"/>
                      <a:pt x="1005" y="6689"/>
                      <a:pt x="1022" y="6689"/>
                    </a:cubicBezTo>
                    <a:cubicBezTo>
                      <a:pt x="1025" y="6689"/>
                      <a:pt x="1025" y="6686"/>
                      <a:pt x="1022" y="6679"/>
                    </a:cubicBezTo>
                    <a:cubicBezTo>
                      <a:pt x="855" y="6158"/>
                      <a:pt x="688" y="5616"/>
                      <a:pt x="563" y="5052"/>
                    </a:cubicBezTo>
                    <a:cubicBezTo>
                      <a:pt x="438" y="4531"/>
                      <a:pt x="334" y="3968"/>
                      <a:pt x="292" y="3426"/>
                    </a:cubicBezTo>
                    <a:cubicBezTo>
                      <a:pt x="209" y="2299"/>
                      <a:pt x="229" y="1194"/>
                      <a:pt x="396" y="88"/>
                    </a:cubicBezTo>
                    <a:cubicBezTo>
                      <a:pt x="396" y="52"/>
                      <a:pt x="319" y="1"/>
                      <a:pt x="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5818575" y="2992025"/>
                <a:ext cx="20900" cy="129850"/>
              </a:xfrm>
              <a:custGeom>
                <a:rect b="b" l="l" r="r" t="t"/>
                <a:pathLst>
                  <a:path extrusionOk="0" h="5194" w="836">
                    <a:moveTo>
                      <a:pt x="668" y="0"/>
                    </a:moveTo>
                    <a:cubicBezTo>
                      <a:pt x="668" y="835"/>
                      <a:pt x="606" y="1690"/>
                      <a:pt x="480" y="2524"/>
                    </a:cubicBezTo>
                    <a:cubicBezTo>
                      <a:pt x="418" y="2941"/>
                      <a:pt x="355" y="3358"/>
                      <a:pt x="272" y="3775"/>
                    </a:cubicBezTo>
                    <a:cubicBezTo>
                      <a:pt x="147" y="4193"/>
                      <a:pt x="63" y="4651"/>
                      <a:pt x="1" y="5110"/>
                    </a:cubicBezTo>
                    <a:cubicBezTo>
                      <a:pt x="1" y="5110"/>
                      <a:pt x="98" y="5175"/>
                      <a:pt x="107" y="5191"/>
                    </a:cubicBezTo>
                    <a:lnTo>
                      <a:pt x="107" y="5191"/>
                    </a:lnTo>
                    <a:cubicBezTo>
                      <a:pt x="314" y="4816"/>
                      <a:pt x="439" y="4400"/>
                      <a:pt x="501" y="3984"/>
                    </a:cubicBezTo>
                    <a:cubicBezTo>
                      <a:pt x="585" y="3567"/>
                      <a:pt x="668" y="3129"/>
                      <a:pt x="710" y="2712"/>
                    </a:cubicBezTo>
                    <a:cubicBezTo>
                      <a:pt x="814" y="1836"/>
                      <a:pt x="835" y="939"/>
                      <a:pt x="772" y="63"/>
                    </a:cubicBezTo>
                    <a:cubicBezTo>
                      <a:pt x="772" y="42"/>
                      <a:pt x="668" y="21"/>
                      <a:pt x="668" y="0"/>
                    </a:cubicBezTo>
                    <a:close/>
                    <a:moveTo>
                      <a:pt x="107" y="5191"/>
                    </a:moveTo>
                    <a:lnTo>
                      <a:pt x="107" y="5191"/>
                    </a:lnTo>
                    <a:cubicBezTo>
                      <a:pt x="106" y="5192"/>
                      <a:pt x="106" y="5193"/>
                      <a:pt x="105" y="5194"/>
                    </a:cubicBezTo>
                    <a:cubicBezTo>
                      <a:pt x="107" y="5194"/>
                      <a:pt x="108" y="5193"/>
                      <a:pt x="107" y="51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5845175" y="2928250"/>
                <a:ext cx="82925" cy="259325"/>
              </a:xfrm>
              <a:custGeom>
                <a:rect b="b" l="l" r="r" t="t"/>
                <a:pathLst>
                  <a:path extrusionOk="0" h="10373" w="3317">
                    <a:moveTo>
                      <a:pt x="95" y="1"/>
                    </a:moveTo>
                    <a:cubicBezTo>
                      <a:pt x="69" y="1"/>
                      <a:pt x="4" y="31"/>
                      <a:pt x="21" y="48"/>
                    </a:cubicBezTo>
                    <a:lnTo>
                      <a:pt x="0" y="48"/>
                    </a:lnTo>
                    <a:cubicBezTo>
                      <a:pt x="1169" y="2635"/>
                      <a:pt x="2107" y="5284"/>
                      <a:pt x="2816" y="8037"/>
                    </a:cubicBezTo>
                    <a:cubicBezTo>
                      <a:pt x="3004" y="8808"/>
                      <a:pt x="3150" y="9601"/>
                      <a:pt x="3296" y="10373"/>
                    </a:cubicBezTo>
                    <a:cubicBezTo>
                      <a:pt x="3296" y="10373"/>
                      <a:pt x="3317" y="10373"/>
                      <a:pt x="3317" y="10352"/>
                    </a:cubicBezTo>
                    <a:cubicBezTo>
                      <a:pt x="2837" y="7557"/>
                      <a:pt x="2086" y="4825"/>
                      <a:pt x="1085" y="2176"/>
                    </a:cubicBezTo>
                    <a:cubicBezTo>
                      <a:pt x="793" y="1446"/>
                      <a:pt x="459" y="716"/>
                      <a:pt x="105" y="7"/>
                    </a:cubicBezTo>
                    <a:cubicBezTo>
                      <a:pt x="105" y="3"/>
                      <a:pt x="101" y="1"/>
                      <a:pt x="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5660575" y="2676550"/>
                <a:ext cx="123100" cy="150425"/>
              </a:xfrm>
              <a:custGeom>
                <a:rect b="b" l="l" r="r" t="t"/>
                <a:pathLst>
                  <a:path extrusionOk="0" h="6017" w="4924">
                    <a:moveTo>
                      <a:pt x="1" y="0"/>
                    </a:moveTo>
                    <a:cubicBezTo>
                      <a:pt x="1398" y="1419"/>
                      <a:pt x="2671" y="2962"/>
                      <a:pt x="3797" y="4589"/>
                    </a:cubicBezTo>
                    <a:cubicBezTo>
                      <a:pt x="3943" y="4819"/>
                      <a:pt x="4110" y="5048"/>
                      <a:pt x="4256" y="5277"/>
                    </a:cubicBezTo>
                    <a:cubicBezTo>
                      <a:pt x="4402" y="5549"/>
                      <a:pt x="4590" y="5778"/>
                      <a:pt x="4798" y="6007"/>
                    </a:cubicBezTo>
                    <a:cubicBezTo>
                      <a:pt x="4798" y="6007"/>
                      <a:pt x="4854" y="6017"/>
                      <a:pt x="4891" y="6017"/>
                    </a:cubicBezTo>
                    <a:cubicBezTo>
                      <a:pt x="4909" y="6017"/>
                      <a:pt x="4923" y="6014"/>
                      <a:pt x="4923" y="6007"/>
                    </a:cubicBezTo>
                    <a:cubicBezTo>
                      <a:pt x="4840" y="5799"/>
                      <a:pt x="4736" y="5590"/>
                      <a:pt x="4590" y="5403"/>
                    </a:cubicBezTo>
                    <a:cubicBezTo>
                      <a:pt x="4444" y="5215"/>
                      <a:pt x="4298" y="5006"/>
                      <a:pt x="4172" y="4798"/>
                    </a:cubicBezTo>
                    <a:cubicBezTo>
                      <a:pt x="3860" y="4381"/>
                      <a:pt x="3547" y="3963"/>
                      <a:pt x="3234" y="3567"/>
                    </a:cubicBezTo>
                    <a:cubicBezTo>
                      <a:pt x="2608" y="2775"/>
                      <a:pt x="1941" y="2003"/>
                      <a:pt x="1252" y="1273"/>
                    </a:cubicBezTo>
                    <a:cubicBezTo>
                      <a:pt x="856" y="835"/>
                      <a:pt x="439" y="418"/>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5794600" y="2765275"/>
                <a:ext cx="150875" cy="67350"/>
              </a:xfrm>
              <a:custGeom>
                <a:rect b="b" l="l" r="r" t="t"/>
                <a:pathLst>
                  <a:path extrusionOk="0" h="2694" w="6035">
                    <a:moveTo>
                      <a:pt x="715" y="0"/>
                    </a:moveTo>
                    <a:cubicBezTo>
                      <a:pt x="478" y="0"/>
                      <a:pt x="239" y="13"/>
                      <a:pt x="0" y="39"/>
                    </a:cubicBezTo>
                    <a:cubicBezTo>
                      <a:pt x="0" y="39"/>
                      <a:pt x="21" y="102"/>
                      <a:pt x="42" y="102"/>
                    </a:cubicBezTo>
                    <a:cubicBezTo>
                      <a:pt x="135" y="98"/>
                      <a:pt x="228" y="96"/>
                      <a:pt x="321" y="96"/>
                    </a:cubicBezTo>
                    <a:cubicBezTo>
                      <a:pt x="2494" y="96"/>
                      <a:pt x="4566" y="1027"/>
                      <a:pt x="5986" y="2667"/>
                    </a:cubicBezTo>
                    <a:cubicBezTo>
                      <a:pt x="6005" y="2686"/>
                      <a:pt x="6017" y="2693"/>
                      <a:pt x="6022" y="2693"/>
                    </a:cubicBezTo>
                    <a:cubicBezTo>
                      <a:pt x="6034" y="2693"/>
                      <a:pt x="6015" y="2654"/>
                      <a:pt x="5986" y="2625"/>
                    </a:cubicBezTo>
                    <a:cubicBezTo>
                      <a:pt x="4733" y="961"/>
                      <a:pt x="2776" y="0"/>
                      <a:pt x="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2"/>
              <p:cNvSpPr/>
              <p:nvPr/>
            </p:nvSpPr>
            <p:spPr>
              <a:xfrm>
                <a:off x="4875300" y="1583225"/>
                <a:ext cx="661725" cy="800825"/>
              </a:xfrm>
              <a:custGeom>
                <a:rect b="b" l="l" r="r" t="t"/>
                <a:pathLst>
                  <a:path extrusionOk="0" h="32033" w="26469">
                    <a:moveTo>
                      <a:pt x="1" y="13949"/>
                    </a:moveTo>
                    <a:cubicBezTo>
                      <a:pt x="0" y="13949"/>
                      <a:pt x="0" y="13949"/>
                      <a:pt x="0" y="13949"/>
                    </a:cubicBezTo>
                    <a:cubicBezTo>
                      <a:pt x="0" y="13949"/>
                      <a:pt x="0" y="13949"/>
                      <a:pt x="1" y="13949"/>
                    </a:cubicBezTo>
                    <a:close/>
                    <a:moveTo>
                      <a:pt x="11631" y="1"/>
                    </a:moveTo>
                    <a:cubicBezTo>
                      <a:pt x="11208" y="1"/>
                      <a:pt x="10783" y="28"/>
                      <a:pt x="10366" y="79"/>
                    </a:cubicBezTo>
                    <a:cubicBezTo>
                      <a:pt x="10033" y="120"/>
                      <a:pt x="9699" y="225"/>
                      <a:pt x="9365" y="225"/>
                    </a:cubicBezTo>
                    <a:cubicBezTo>
                      <a:pt x="9308" y="221"/>
                      <a:pt x="9251" y="219"/>
                      <a:pt x="9194" y="219"/>
                    </a:cubicBezTo>
                    <a:cubicBezTo>
                      <a:pt x="8917" y="219"/>
                      <a:pt x="8641" y="260"/>
                      <a:pt x="8364" y="329"/>
                    </a:cubicBezTo>
                    <a:cubicBezTo>
                      <a:pt x="8030" y="454"/>
                      <a:pt x="7718" y="600"/>
                      <a:pt x="7384" y="704"/>
                    </a:cubicBezTo>
                    <a:cubicBezTo>
                      <a:pt x="7050" y="746"/>
                      <a:pt x="6758" y="892"/>
                      <a:pt x="6487" y="1080"/>
                    </a:cubicBezTo>
                    <a:cubicBezTo>
                      <a:pt x="6643" y="1064"/>
                      <a:pt x="6801" y="1056"/>
                      <a:pt x="6960" y="1056"/>
                    </a:cubicBezTo>
                    <a:cubicBezTo>
                      <a:pt x="7435" y="1056"/>
                      <a:pt x="7916" y="1127"/>
                      <a:pt x="8385" y="1268"/>
                    </a:cubicBezTo>
                    <a:cubicBezTo>
                      <a:pt x="8698" y="1351"/>
                      <a:pt x="8990" y="1476"/>
                      <a:pt x="9282" y="1664"/>
                    </a:cubicBezTo>
                    <a:cubicBezTo>
                      <a:pt x="9449" y="1789"/>
                      <a:pt x="9574" y="2060"/>
                      <a:pt x="9741" y="2164"/>
                    </a:cubicBezTo>
                    <a:cubicBezTo>
                      <a:pt x="9428" y="1998"/>
                      <a:pt x="9073" y="1893"/>
                      <a:pt x="8698" y="1893"/>
                    </a:cubicBezTo>
                    <a:cubicBezTo>
                      <a:pt x="8209" y="1863"/>
                      <a:pt x="7721" y="1843"/>
                      <a:pt x="7232" y="1843"/>
                    </a:cubicBezTo>
                    <a:cubicBezTo>
                      <a:pt x="7053" y="1843"/>
                      <a:pt x="6874" y="1846"/>
                      <a:pt x="6696" y="1852"/>
                    </a:cubicBezTo>
                    <a:lnTo>
                      <a:pt x="6591" y="1852"/>
                    </a:lnTo>
                    <a:cubicBezTo>
                      <a:pt x="4255" y="1893"/>
                      <a:pt x="2545" y="4980"/>
                      <a:pt x="1690" y="6857"/>
                    </a:cubicBezTo>
                    <a:cubicBezTo>
                      <a:pt x="1189" y="7984"/>
                      <a:pt x="793" y="9152"/>
                      <a:pt x="522" y="10361"/>
                    </a:cubicBezTo>
                    <a:cubicBezTo>
                      <a:pt x="397" y="10966"/>
                      <a:pt x="292" y="11571"/>
                      <a:pt x="188" y="12197"/>
                    </a:cubicBezTo>
                    <a:cubicBezTo>
                      <a:pt x="167" y="12447"/>
                      <a:pt x="167" y="13822"/>
                      <a:pt x="1" y="13949"/>
                    </a:cubicBezTo>
                    <a:lnTo>
                      <a:pt x="1" y="13949"/>
                    </a:lnTo>
                    <a:cubicBezTo>
                      <a:pt x="689" y="13427"/>
                      <a:pt x="1377" y="12969"/>
                      <a:pt x="2107" y="12531"/>
                    </a:cubicBezTo>
                    <a:cubicBezTo>
                      <a:pt x="2482" y="12259"/>
                      <a:pt x="2899" y="12072"/>
                      <a:pt x="3358" y="12009"/>
                    </a:cubicBezTo>
                    <a:lnTo>
                      <a:pt x="3358" y="12009"/>
                    </a:lnTo>
                    <a:cubicBezTo>
                      <a:pt x="2774" y="12489"/>
                      <a:pt x="2253" y="13052"/>
                      <a:pt x="1773" y="13636"/>
                    </a:cubicBezTo>
                    <a:cubicBezTo>
                      <a:pt x="230" y="15597"/>
                      <a:pt x="84" y="18725"/>
                      <a:pt x="251" y="21103"/>
                    </a:cubicBezTo>
                    <a:cubicBezTo>
                      <a:pt x="999" y="20562"/>
                      <a:pt x="1810" y="20001"/>
                      <a:pt x="2725" y="19832"/>
                    </a:cubicBezTo>
                    <a:lnTo>
                      <a:pt x="2725" y="19832"/>
                    </a:lnTo>
                    <a:cubicBezTo>
                      <a:pt x="2017" y="19966"/>
                      <a:pt x="1209" y="21355"/>
                      <a:pt x="918" y="21917"/>
                    </a:cubicBezTo>
                    <a:cubicBezTo>
                      <a:pt x="459" y="22772"/>
                      <a:pt x="209" y="23710"/>
                      <a:pt x="188" y="24691"/>
                    </a:cubicBezTo>
                    <a:cubicBezTo>
                      <a:pt x="146" y="25608"/>
                      <a:pt x="397" y="26484"/>
                      <a:pt x="397" y="27381"/>
                    </a:cubicBezTo>
                    <a:cubicBezTo>
                      <a:pt x="459" y="28758"/>
                      <a:pt x="584" y="30134"/>
                      <a:pt x="814" y="31469"/>
                    </a:cubicBezTo>
                    <a:cubicBezTo>
                      <a:pt x="814" y="31532"/>
                      <a:pt x="897" y="32032"/>
                      <a:pt x="897" y="32032"/>
                    </a:cubicBezTo>
                    <a:cubicBezTo>
                      <a:pt x="3212" y="31740"/>
                      <a:pt x="5423" y="30948"/>
                      <a:pt x="7405" y="29738"/>
                    </a:cubicBezTo>
                    <a:cubicBezTo>
                      <a:pt x="8302" y="29196"/>
                      <a:pt x="9428" y="28528"/>
                      <a:pt x="10074" y="27715"/>
                    </a:cubicBezTo>
                    <a:cubicBezTo>
                      <a:pt x="10909" y="26714"/>
                      <a:pt x="10930" y="25483"/>
                      <a:pt x="11117" y="24273"/>
                    </a:cubicBezTo>
                    <a:lnTo>
                      <a:pt x="11117" y="24273"/>
                    </a:lnTo>
                    <a:cubicBezTo>
                      <a:pt x="11639" y="25754"/>
                      <a:pt x="11117" y="27757"/>
                      <a:pt x="10450" y="29112"/>
                    </a:cubicBezTo>
                    <a:cubicBezTo>
                      <a:pt x="10575" y="28862"/>
                      <a:pt x="11576" y="28737"/>
                      <a:pt x="11827" y="28653"/>
                    </a:cubicBezTo>
                    <a:cubicBezTo>
                      <a:pt x="12327" y="28487"/>
                      <a:pt x="12828" y="28361"/>
                      <a:pt x="13328" y="28174"/>
                    </a:cubicBezTo>
                    <a:cubicBezTo>
                      <a:pt x="14309" y="27798"/>
                      <a:pt x="15226" y="27339"/>
                      <a:pt x="16102" y="26776"/>
                    </a:cubicBezTo>
                    <a:cubicBezTo>
                      <a:pt x="17187" y="26088"/>
                      <a:pt x="18876" y="25024"/>
                      <a:pt x="19356" y="23794"/>
                    </a:cubicBezTo>
                    <a:cubicBezTo>
                      <a:pt x="19961" y="22292"/>
                      <a:pt x="20003" y="20602"/>
                      <a:pt x="19460" y="19059"/>
                    </a:cubicBezTo>
                    <a:cubicBezTo>
                      <a:pt x="19335" y="18746"/>
                      <a:pt x="19210" y="18412"/>
                      <a:pt x="19127" y="18079"/>
                    </a:cubicBezTo>
                    <a:cubicBezTo>
                      <a:pt x="19043" y="17745"/>
                      <a:pt x="19085" y="17370"/>
                      <a:pt x="19252" y="17078"/>
                    </a:cubicBezTo>
                    <a:lnTo>
                      <a:pt x="19252" y="17078"/>
                    </a:lnTo>
                    <a:cubicBezTo>
                      <a:pt x="19148" y="17662"/>
                      <a:pt x="19419" y="18225"/>
                      <a:pt x="19627" y="18788"/>
                    </a:cubicBezTo>
                    <a:cubicBezTo>
                      <a:pt x="20065" y="19852"/>
                      <a:pt x="20357" y="20957"/>
                      <a:pt x="20524" y="22083"/>
                    </a:cubicBezTo>
                    <a:cubicBezTo>
                      <a:pt x="20592" y="22598"/>
                      <a:pt x="20703" y="22980"/>
                      <a:pt x="20962" y="22980"/>
                    </a:cubicBezTo>
                    <a:cubicBezTo>
                      <a:pt x="21101" y="22980"/>
                      <a:pt x="21284" y="22868"/>
                      <a:pt x="21525" y="22605"/>
                    </a:cubicBezTo>
                    <a:cubicBezTo>
                      <a:pt x="22798" y="21249"/>
                      <a:pt x="23966" y="19914"/>
                      <a:pt x="24800" y="18225"/>
                    </a:cubicBezTo>
                    <a:cubicBezTo>
                      <a:pt x="25551" y="16702"/>
                      <a:pt x="26260" y="14783"/>
                      <a:pt x="26260" y="13052"/>
                    </a:cubicBezTo>
                    <a:cubicBezTo>
                      <a:pt x="26469" y="10883"/>
                      <a:pt x="26114" y="8526"/>
                      <a:pt x="24633" y="6920"/>
                    </a:cubicBezTo>
                    <a:cubicBezTo>
                      <a:pt x="23878" y="6097"/>
                      <a:pt x="22793" y="5786"/>
                      <a:pt x="21685" y="5786"/>
                    </a:cubicBezTo>
                    <a:cubicBezTo>
                      <a:pt x="20744" y="5786"/>
                      <a:pt x="19787" y="6010"/>
                      <a:pt x="19002" y="6336"/>
                    </a:cubicBezTo>
                    <a:cubicBezTo>
                      <a:pt x="19106" y="4897"/>
                      <a:pt x="17521" y="2269"/>
                      <a:pt x="16353" y="1455"/>
                    </a:cubicBezTo>
                    <a:cubicBezTo>
                      <a:pt x="15205" y="642"/>
                      <a:pt x="13850" y="141"/>
                      <a:pt x="12452" y="37"/>
                    </a:cubicBezTo>
                    <a:cubicBezTo>
                      <a:pt x="12181" y="12"/>
                      <a:pt x="11906" y="1"/>
                      <a:pt x="116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2"/>
              <p:cNvSpPr/>
              <p:nvPr/>
            </p:nvSpPr>
            <p:spPr>
              <a:xfrm>
                <a:off x="4952475" y="1754125"/>
                <a:ext cx="376500" cy="489125"/>
              </a:xfrm>
              <a:custGeom>
                <a:rect b="b" l="l" r="r" t="t"/>
                <a:pathLst>
                  <a:path extrusionOk="0" h="19565" w="15060">
                    <a:moveTo>
                      <a:pt x="15059" y="21"/>
                    </a:moveTo>
                    <a:lnTo>
                      <a:pt x="15059" y="21"/>
                    </a:lnTo>
                    <a:cubicBezTo>
                      <a:pt x="15057" y="23"/>
                      <a:pt x="15055" y="24"/>
                      <a:pt x="15054" y="25"/>
                    </a:cubicBezTo>
                    <a:lnTo>
                      <a:pt x="15054" y="25"/>
                    </a:lnTo>
                    <a:cubicBezTo>
                      <a:pt x="15056" y="24"/>
                      <a:pt x="15058" y="23"/>
                      <a:pt x="15059" y="21"/>
                    </a:cubicBezTo>
                    <a:close/>
                    <a:moveTo>
                      <a:pt x="14913" y="1"/>
                    </a:moveTo>
                    <a:cubicBezTo>
                      <a:pt x="14517" y="209"/>
                      <a:pt x="14121" y="397"/>
                      <a:pt x="13745" y="626"/>
                    </a:cubicBezTo>
                    <a:cubicBezTo>
                      <a:pt x="13349" y="856"/>
                      <a:pt x="13036" y="1064"/>
                      <a:pt x="12702" y="1294"/>
                    </a:cubicBezTo>
                    <a:cubicBezTo>
                      <a:pt x="12014" y="1773"/>
                      <a:pt x="11347" y="2253"/>
                      <a:pt x="10700" y="2775"/>
                    </a:cubicBezTo>
                    <a:cubicBezTo>
                      <a:pt x="9428" y="3797"/>
                      <a:pt x="8239" y="4923"/>
                      <a:pt x="7133" y="6154"/>
                    </a:cubicBezTo>
                    <a:cubicBezTo>
                      <a:pt x="4923" y="8573"/>
                      <a:pt x="3129" y="11347"/>
                      <a:pt x="1773" y="14351"/>
                    </a:cubicBezTo>
                    <a:cubicBezTo>
                      <a:pt x="1001" y="16019"/>
                      <a:pt x="417" y="17771"/>
                      <a:pt x="0" y="19565"/>
                    </a:cubicBezTo>
                    <a:lnTo>
                      <a:pt x="63" y="19565"/>
                    </a:lnTo>
                    <a:cubicBezTo>
                      <a:pt x="501" y="17959"/>
                      <a:pt x="1043" y="16395"/>
                      <a:pt x="1690" y="14872"/>
                    </a:cubicBezTo>
                    <a:cubicBezTo>
                      <a:pt x="2357" y="13349"/>
                      <a:pt x="3150" y="11910"/>
                      <a:pt x="4047" y="10513"/>
                    </a:cubicBezTo>
                    <a:cubicBezTo>
                      <a:pt x="5819" y="7739"/>
                      <a:pt x="8051" y="5257"/>
                      <a:pt x="10596" y="3150"/>
                    </a:cubicBezTo>
                    <a:cubicBezTo>
                      <a:pt x="11305" y="2587"/>
                      <a:pt x="12035" y="2024"/>
                      <a:pt x="12786" y="1502"/>
                    </a:cubicBezTo>
                    <a:cubicBezTo>
                      <a:pt x="13182" y="1252"/>
                      <a:pt x="13578" y="981"/>
                      <a:pt x="13954" y="751"/>
                    </a:cubicBezTo>
                    <a:cubicBezTo>
                      <a:pt x="14348" y="502"/>
                      <a:pt x="14680" y="274"/>
                      <a:pt x="15054" y="25"/>
                    </a:cubicBezTo>
                    <a:lnTo>
                      <a:pt x="15054" y="25"/>
                    </a:lnTo>
                    <a:cubicBezTo>
                      <a:pt x="15050" y="27"/>
                      <a:pt x="15046" y="27"/>
                      <a:pt x="15041" y="27"/>
                    </a:cubicBezTo>
                    <a:cubicBezTo>
                      <a:pt x="15021" y="27"/>
                      <a:pt x="14990" y="15"/>
                      <a:pt x="14963" y="15"/>
                    </a:cubicBezTo>
                    <a:cubicBezTo>
                      <a:pt x="14953" y="15"/>
                      <a:pt x="14943" y="17"/>
                      <a:pt x="14934" y="21"/>
                    </a:cubicBezTo>
                    <a:lnTo>
                      <a:pt x="149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4941000" y="2289650"/>
                <a:ext cx="1575" cy="25"/>
              </a:xfrm>
              <a:custGeom>
                <a:rect b="b" l="l" r="r" t="t"/>
                <a:pathLst>
                  <a:path extrusionOk="0" h="1" w="63">
                    <a:moveTo>
                      <a:pt x="63" y="0"/>
                    </a:moveTo>
                    <a:lnTo>
                      <a:pt x="0" y="0"/>
                    </a:lnTo>
                    <a:close/>
                  </a:path>
                </a:pathLst>
              </a:custGeom>
              <a:solidFill>
                <a:srgbClr val="607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2"/>
              <p:cNvSpPr/>
              <p:nvPr/>
            </p:nvSpPr>
            <p:spPr>
              <a:xfrm>
                <a:off x="5126625" y="1898225"/>
                <a:ext cx="68325" cy="363800"/>
              </a:xfrm>
              <a:custGeom>
                <a:rect b="b" l="l" r="r" t="t"/>
                <a:pathLst>
                  <a:path extrusionOk="0" h="14552" w="2733">
                    <a:moveTo>
                      <a:pt x="1578" y="0"/>
                    </a:moveTo>
                    <a:cubicBezTo>
                      <a:pt x="1574" y="0"/>
                      <a:pt x="1576" y="4"/>
                      <a:pt x="1586" y="14"/>
                    </a:cubicBezTo>
                    <a:cubicBezTo>
                      <a:pt x="2003" y="661"/>
                      <a:pt x="2316" y="1391"/>
                      <a:pt x="2441" y="2162"/>
                    </a:cubicBezTo>
                    <a:cubicBezTo>
                      <a:pt x="2545" y="3059"/>
                      <a:pt x="2545" y="3956"/>
                      <a:pt x="2441" y="4853"/>
                    </a:cubicBezTo>
                    <a:cubicBezTo>
                      <a:pt x="2295" y="6980"/>
                      <a:pt x="1878" y="9087"/>
                      <a:pt x="1252" y="11131"/>
                    </a:cubicBezTo>
                    <a:cubicBezTo>
                      <a:pt x="897" y="12278"/>
                      <a:pt x="480" y="13405"/>
                      <a:pt x="1" y="14489"/>
                    </a:cubicBezTo>
                    <a:cubicBezTo>
                      <a:pt x="1" y="14510"/>
                      <a:pt x="63" y="14552"/>
                      <a:pt x="63" y="14552"/>
                    </a:cubicBezTo>
                    <a:cubicBezTo>
                      <a:pt x="522" y="13592"/>
                      <a:pt x="939" y="12591"/>
                      <a:pt x="1315" y="11590"/>
                    </a:cubicBezTo>
                    <a:cubicBezTo>
                      <a:pt x="1648" y="10568"/>
                      <a:pt x="1920" y="9567"/>
                      <a:pt x="2128" y="8524"/>
                    </a:cubicBezTo>
                    <a:cubicBezTo>
                      <a:pt x="2358" y="7460"/>
                      <a:pt x="2504" y="6396"/>
                      <a:pt x="2608" y="5333"/>
                    </a:cubicBezTo>
                    <a:cubicBezTo>
                      <a:pt x="2712" y="4373"/>
                      <a:pt x="2733" y="3414"/>
                      <a:pt x="2650" y="2454"/>
                    </a:cubicBezTo>
                    <a:cubicBezTo>
                      <a:pt x="2524" y="1578"/>
                      <a:pt x="2128" y="807"/>
                      <a:pt x="1648" y="56"/>
                    </a:cubicBezTo>
                    <a:cubicBezTo>
                      <a:pt x="1648" y="40"/>
                      <a:pt x="1588" y="0"/>
                      <a:pt x="1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2"/>
              <p:cNvSpPr/>
              <p:nvPr/>
            </p:nvSpPr>
            <p:spPr>
              <a:xfrm>
                <a:off x="5326350" y="1862075"/>
                <a:ext cx="45375" cy="279500"/>
              </a:xfrm>
              <a:custGeom>
                <a:rect b="b" l="l" r="r" t="t"/>
                <a:pathLst>
                  <a:path extrusionOk="0" h="11180" w="1815">
                    <a:moveTo>
                      <a:pt x="0" y="0"/>
                    </a:moveTo>
                    <a:cubicBezTo>
                      <a:pt x="605" y="1335"/>
                      <a:pt x="1043" y="2753"/>
                      <a:pt x="1293" y="4192"/>
                    </a:cubicBezTo>
                    <a:cubicBezTo>
                      <a:pt x="1544" y="5652"/>
                      <a:pt x="1690" y="7133"/>
                      <a:pt x="1731" y="8635"/>
                    </a:cubicBezTo>
                    <a:cubicBezTo>
                      <a:pt x="1752" y="9469"/>
                      <a:pt x="1752" y="10325"/>
                      <a:pt x="1752" y="11180"/>
                    </a:cubicBezTo>
                    <a:lnTo>
                      <a:pt x="1815" y="11180"/>
                    </a:lnTo>
                    <a:cubicBezTo>
                      <a:pt x="1815" y="9699"/>
                      <a:pt x="1815" y="8197"/>
                      <a:pt x="1731" y="6716"/>
                    </a:cubicBezTo>
                    <a:cubicBezTo>
                      <a:pt x="1669" y="5256"/>
                      <a:pt x="1460" y="3796"/>
                      <a:pt x="1085" y="2357"/>
                    </a:cubicBezTo>
                    <a:cubicBezTo>
                      <a:pt x="855" y="1564"/>
                      <a:pt x="542" y="772"/>
                      <a:pt x="167" y="21"/>
                    </a:cubicBezTo>
                    <a:cubicBezTo>
                      <a:pt x="159" y="6"/>
                      <a:pt x="137" y="1"/>
                      <a:pt x="112" y="1"/>
                    </a:cubicBezTo>
                    <a:cubicBezTo>
                      <a:pt x="84" y="1"/>
                      <a:pt x="51" y="6"/>
                      <a:pt x="28" y="6"/>
                    </a:cubicBezTo>
                    <a:cubicBezTo>
                      <a:pt x="15" y="6"/>
                      <a:pt x="5" y="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4927425" y="1794775"/>
                <a:ext cx="275875" cy="100775"/>
              </a:xfrm>
              <a:custGeom>
                <a:rect b="b" l="l" r="r" t="t"/>
                <a:pathLst>
                  <a:path extrusionOk="0" h="4031" w="11035">
                    <a:moveTo>
                      <a:pt x="9174" y="1"/>
                    </a:moveTo>
                    <a:cubicBezTo>
                      <a:pt x="8133" y="1"/>
                      <a:pt x="7091" y="154"/>
                      <a:pt x="6091" y="460"/>
                    </a:cubicBezTo>
                    <a:cubicBezTo>
                      <a:pt x="4694" y="982"/>
                      <a:pt x="3338" y="1649"/>
                      <a:pt x="2087" y="2463"/>
                    </a:cubicBezTo>
                    <a:cubicBezTo>
                      <a:pt x="1357" y="2921"/>
                      <a:pt x="606" y="3339"/>
                      <a:pt x="1" y="3964"/>
                    </a:cubicBezTo>
                    <a:cubicBezTo>
                      <a:pt x="1" y="3964"/>
                      <a:pt x="50" y="4030"/>
                      <a:pt x="76" y="4030"/>
                    </a:cubicBezTo>
                    <a:cubicBezTo>
                      <a:pt x="79" y="4030"/>
                      <a:pt x="82" y="4029"/>
                      <a:pt x="84" y="4027"/>
                    </a:cubicBezTo>
                    <a:lnTo>
                      <a:pt x="105" y="4027"/>
                    </a:lnTo>
                    <a:cubicBezTo>
                      <a:pt x="668" y="3526"/>
                      <a:pt x="1273" y="3109"/>
                      <a:pt x="1941" y="2755"/>
                    </a:cubicBezTo>
                    <a:cubicBezTo>
                      <a:pt x="2608" y="2358"/>
                      <a:pt x="3276" y="1962"/>
                      <a:pt x="3964" y="1587"/>
                    </a:cubicBezTo>
                    <a:cubicBezTo>
                      <a:pt x="5299" y="857"/>
                      <a:pt x="6738" y="377"/>
                      <a:pt x="8240" y="189"/>
                    </a:cubicBezTo>
                    <a:cubicBezTo>
                      <a:pt x="8521" y="165"/>
                      <a:pt x="8795" y="155"/>
                      <a:pt x="9066" y="155"/>
                    </a:cubicBezTo>
                    <a:cubicBezTo>
                      <a:pt x="9257" y="155"/>
                      <a:pt x="9447" y="160"/>
                      <a:pt x="9637" y="168"/>
                    </a:cubicBezTo>
                    <a:cubicBezTo>
                      <a:pt x="10096" y="189"/>
                      <a:pt x="10555" y="231"/>
                      <a:pt x="11014" y="231"/>
                    </a:cubicBezTo>
                    <a:cubicBezTo>
                      <a:pt x="11035" y="231"/>
                      <a:pt x="10951" y="147"/>
                      <a:pt x="10930" y="147"/>
                    </a:cubicBezTo>
                    <a:cubicBezTo>
                      <a:pt x="10350" y="50"/>
                      <a:pt x="9762" y="1"/>
                      <a:pt x="9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4936650" y="1913175"/>
                <a:ext cx="184275" cy="125075"/>
              </a:xfrm>
              <a:custGeom>
                <a:rect b="b" l="l" r="r" t="t"/>
                <a:pathLst>
                  <a:path extrusionOk="0" h="5003" w="7371">
                    <a:moveTo>
                      <a:pt x="7370" y="0"/>
                    </a:moveTo>
                    <a:cubicBezTo>
                      <a:pt x="5055" y="542"/>
                      <a:pt x="2927" y="1731"/>
                      <a:pt x="1280" y="3462"/>
                    </a:cubicBezTo>
                    <a:cubicBezTo>
                      <a:pt x="821" y="3921"/>
                      <a:pt x="383" y="4443"/>
                      <a:pt x="7" y="4985"/>
                    </a:cubicBezTo>
                    <a:cubicBezTo>
                      <a:pt x="1" y="4998"/>
                      <a:pt x="3" y="5003"/>
                      <a:pt x="8" y="5003"/>
                    </a:cubicBezTo>
                    <a:cubicBezTo>
                      <a:pt x="19" y="5003"/>
                      <a:pt x="49" y="4979"/>
                      <a:pt x="49" y="4964"/>
                    </a:cubicBezTo>
                    <a:cubicBezTo>
                      <a:pt x="1426" y="3066"/>
                      <a:pt x="3282" y="1585"/>
                      <a:pt x="5430" y="688"/>
                    </a:cubicBezTo>
                    <a:cubicBezTo>
                      <a:pt x="6035" y="438"/>
                      <a:pt x="6661" y="250"/>
                      <a:pt x="7287" y="84"/>
                    </a:cubicBezTo>
                    <a:cubicBezTo>
                      <a:pt x="7328" y="84"/>
                      <a:pt x="7370" y="0"/>
                      <a:pt x="7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5362850" y="1771550"/>
                <a:ext cx="108475" cy="59775"/>
              </a:xfrm>
              <a:custGeom>
                <a:rect b="b" l="l" r="r" t="t"/>
                <a:pathLst>
                  <a:path extrusionOk="0" h="2391" w="4339">
                    <a:moveTo>
                      <a:pt x="806" y="1"/>
                    </a:moveTo>
                    <a:cubicBezTo>
                      <a:pt x="562" y="1"/>
                      <a:pt x="320" y="25"/>
                      <a:pt x="84" y="75"/>
                    </a:cubicBezTo>
                    <a:cubicBezTo>
                      <a:pt x="42" y="75"/>
                      <a:pt x="0" y="159"/>
                      <a:pt x="0" y="159"/>
                    </a:cubicBezTo>
                    <a:cubicBezTo>
                      <a:pt x="140" y="145"/>
                      <a:pt x="281" y="138"/>
                      <a:pt x="421" y="138"/>
                    </a:cubicBezTo>
                    <a:cubicBezTo>
                      <a:pt x="1119" y="138"/>
                      <a:pt x="1816" y="309"/>
                      <a:pt x="2440" y="638"/>
                    </a:cubicBezTo>
                    <a:cubicBezTo>
                      <a:pt x="3191" y="1056"/>
                      <a:pt x="3796" y="1660"/>
                      <a:pt x="4234" y="2390"/>
                    </a:cubicBezTo>
                    <a:cubicBezTo>
                      <a:pt x="4234" y="2390"/>
                      <a:pt x="4339" y="2349"/>
                      <a:pt x="4318" y="2307"/>
                    </a:cubicBezTo>
                    <a:cubicBezTo>
                      <a:pt x="3816" y="893"/>
                      <a:pt x="2285"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5117250" y="1688525"/>
                <a:ext cx="140575" cy="62850"/>
              </a:xfrm>
              <a:custGeom>
                <a:rect b="b" l="l" r="r" t="t"/>
                <a:pathLst>
                  <a:path extrusionOk="0" h="2514" w="5623">
                    <a:moveTo>
                      <a:pt x="385" y="1"/>
                    </a:moveTo>
                    <a:cubicBezTo>
                      <a:pt x="257" y="1"/>
                      <a:pt x="129" y="6"/>
                      <a:pt x="0" y="17"/>
                    </a:cubicBezTo>
                    <a:cubicBezTo>
                      <a:pt x="0" y="17"/>
                      <a:pt x="63" y="80"/>
                      <a:pt x="104" y="80"/>
                    </a:cubicBezTo>
                    <a:cubicBezTo>
                      <a:pt x="605" y="80"/>
                      <a:pt x="1126" y="122"/>
                      <a:pt x="1627" y="226"/>
                    </a:cubicBezTo>
                    <a:cubicBezTo>
                      <a:pt x="2128" y="309"/>
                      <a:pt x="2607" y="455"/>
                      <a:pt x="3066" y="664"/>
                    </a:cubicBezTo>
                    <a:cubicBezTo>
                      <a:pt x="4005" y="1081"/>
                      <a:pt x="4860" y="1686"/>
                      <a:pt x="5527" y="2458"/>
                    </a:cubicBezTo>
                    <a:cubicBezTo>
                      <a:pt x="5543" y="2474"/>
                      <a:pt x="5607" y="2513"/>
                      <a:pt x="5619" y="2513"/>
                    </a:cubicBezTo>
                    <a:cubicBezTo>
                      <a:pt x="5623" y="2513"/>
                      <a:pt x="5621" y="2509"/>
                      <a:pt x="5611" y="2499"/>
                    </a:cubicBezTo>
                    <a:cubicBezTo>
                      <a:pt x="4526" y="1227"/>
                      <a:pt x="3045" y="393"/>
                      <a:pt x="1418" y="101"/>
                    </a:cubicBezTo>
                    <a:cubicBezTo>
                      <a:pt x="1083" y="40"/>
                      <a:pt x="735" y="1"/>
                      <a:pt x="3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5139675" y="1944450"/>
                <a:ext cx="37025" cy="185325"/>
              </a:xfrm>
              <a:custGeom>
                <a:rect b="b" l="l" r="r" t="t"/>
                <a:pathLst>
                  <a:path extrusionOk="0" h="7413" w="1481">
                    <a:moveTo>
                      <a:pt x="918" y="1"/>
                    </a:moveTo>
                    <a:lnTo>
                      <a:pt x="918" y="1"/>
                    </a:lnTo>
                    <a:cubicBezTo>
                      <a:pt x="1231" y="1189"/>
                      <a:pt x="1272" y="2441"/>
                      <a:pt x="1022" y="3671"/>
                    </a:cubicBezTo>
                    <a:cubicBezTo>
                      <a:pt x="897" y="4276"/>
                      <a:pt x="751" y="4881"/>
                      <a:pt x="563" y="5465"/>
                    </a:cubicBezTo>
                    <a:cubicBezTo>
                      <a:pt x="480" y="5778"/>
                      <a:pt x="375" y="6070"/>
                      <a:pt x="271" y="6362"/>
                    </a:cubicBezTo>
                    <a:cubicBezTo>
                      <a:pt x="229" y="6508"/>
                      <a:pt x="167" y="6675"/>
                      <a:pt x="125" y="6821"/>
                    </a:cubicBezTo>
                    <a:cubicBezTo>
                      <a:pt x="63" y="6967"/>
                      <a:pt x="21" y="7113"/>
                      <a:pt x="0" y="7259"/>
                    </a:cubicBezTo>
                    <a:cubicBezTo>
                      <a:pt x="0" y="7296"/>
                      <a:pt x="128" y="7412"/>
                      <a:pt x="174" y="7412"/>
                    </a:cubicBezTo>
                    <a:cubicBezTo>
                      <a:pt x="180" y="7412"/>
                      <a:pt x="185" y="7410"/>
                      <a:pt x="188" y="7405"/>
                    </a:cubicBezTo>
                    <a:cubicBezTo>
                      <a:pt x="271" y="7280"/>
                      <a:pt x="334" y="7113"/>
                      <a:pt x="375" y="6967"/>
                    </a:cubicBezTo>
                    <a:cubicBezTo>
                      <a:pt x="417" y="6800"/>
                      <a:pt x="480" y="6654"/>
                      <a:pt x="521" y="6487"/>
                    </a:cubicBezTo>
                    <a:cubicBezTo>
                      <a:pt x="626" y="6195"/>
                      <a:pt x="730" y="5903"/>
                      <a:pt x="814" y="5590"/>
                    </a:cubicBezTo>
                    <a:cubicBezTo>
                      <a:pt x="1001" y="4985"/>
                      <a:pt x="1147" y="4381"/>
                      <a:pt x="1252" y="3755"/>
                    </a:cubicBezTo>
                    <a:cubicBezTo>
                      <a:pt x="1481" y="2545"/>
                      <a:pt x="1418" y="1315"/>
                      <a:pt x="1085" y="126"/>
                    </a:cubicBezTo>
                    <a:cubicBezTo>
                      <a:pt x="1064" y="63"/>
                      <a:pt x="918" y="1"/>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5299225" y="1837275"/>
                <a:ext cx="53725" cy="340425"/>
              </a:xfrm>
              <a:custGeom>
                <a:rect b="b" l="l" r="r" t="t"/>
                <a:pathLst>
                  <a:path extrusionOk="0" h="13617" w="2149">
                    <a:moveTo>
                      <a:pt x="239" y="1"/>
                    </a:moveTo>
                    <a:cubicBezTo>
                      <a:pt x="166" y="1"/>
                      <a:pt x="0" y="65"/>
                      <a:pt x="0" y="116"/>
                    </a:cubicBezTo>
                    <a:lnTo>
                      <a:pt x="21" y="116"/>
                    </a:lnTo>
                    <a:cubicBezTo>
                      <a:pt x="251" y="992"/>
                      <a:pt x="501" y="1847"/>
                      <a:pt x="731" y="2723"/>
                    </a:cubicBezTo>
                    <a:cubicBezTo>
                      <a:pt x="960" y="3599"/>
                      <a:pt x="1127" y="4454"/>
                      <a:pt x="1294" y="5330"/>
                    </a:cubicBezTo>
                    <a:cubicBezTo>
                      <a:pt x="1586" y="7082"/>
                      <a:pt x="1753" y="8876"/>
                      <a:pt x="1794" y="10649"/>
                    </a:cubicBezTo>
                    <a:lnTo>
                      <a:pt x="1794" y="12109"/>
                    </a:lnTo>
                    <a:cubicBezTo>
                      <a:pt x="1794" y="12359"/>
                      <a:pt x="1773" y="12610"/>
                      <a:pt x="1773" y="12860"/>
                    </a:cubicBezTo>
                    <a:cubicBezTo>
                      <a:pt x="1732" y="13110"/>
                      <a:pt x="1753" y="13361"/>
                      <a:pt x="1815" y="13611"/>
                    </a:cubicBezTo>
                    <a:cubicBezTo>
                      <a:pt x="1815" y="13615"/>
                      <a:pt x="1820" y="13616"/>
                      <a:pt x="1828" y="13616"/>
                    </a:cubicBezTo>
                    <a:cubicBezTo>
                      <a:pt x="1864" y="13616"/>
                      <a:pt x="1961" y="13582"/>
                      <a:pt x="1961" y="13548"/>
                    </a:cubicBezTo>
                    <a:cubicBezTo>
                      <a:pt x="2086" y="13131"/>
                      <a:pt x="2149" y="12672"/>
                      <a:pt x="2128" y="12234"/>
                    </a:cubicBezTo>
                    <a:cubicBezTo>
                      <a:pt x="2149" y="11775"/>
                      <a:pt x="2149" y="11337"/>
                      <a:pt x="2149" y="10879"/>
                    </a:cubicBezTo>
                    <a:cubicBezTo>
                      <a:pt x="2149" y="9982"/>
                      <a:pt x="2107" y="9085"/>
                      <a:pt x="2045" y="8188"/>
                    </a:cubicBezTo>
                    <a:cubicBezTo>
                      <a:pt x="1899" y="6415"/>
                      <a:pt x="1607" y="4642"/>
                      <a:pt x="1189" y="2911"/>
                    </a:cubicBezTo>
                    <a:cubicBezTo>
                      <a:pt x="939" y="1910"/>
                      <a:pt x="647" y="950"/>
                      <a:pt x="272" y="12"/>
                    </a:cubicBezTo>
                    <a:cubicBezTo>
                      <a:pt x="268" y="4"/>
                      <a:pt x="256" y="1"/>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5352175" y="1784575"/>
                <a:ext cx="124375" cy="140425"/>
              </a:xfrm>
              <a:custGeom>
                <a:rect b="b" l="l" r="r" t="t"/>
                <a:pathLst>
                  <a:path extrusionOk="0" h="5617" w="4975">
                    <a:moveTo>
                      <a:pt x="77" y="1"/>
                    </a:moveTo>
                    <a:cubicBezTo>
                      <a:pt x="26" y="1"/>
                      <a:pt x="1" y="15"/>
                      <a:pt x="93" y="55"/>
                    </a:cubicBezTo>
                    <a:lnTo>
                      <a:pt x="114" y="55"/>
                    </a:lnTo>
                    <a:cubicBezTo>
                      <a:pt x="1866" y="847"/>
                      <a:pt x="3285" y="2245"/>
                      <a:pt x="4119" y="3997"/>
                    </a:cubicBezTo>
                    <a:cubicBezTo>
                      <a:pt x="4244" y="4247"/>
                      <a:pt x="4348" y="4477"/>
                      <a:pt x="4453" y="4727"/>
                    </a:cubicBezTo>
                    <a:cubicBezTo>
                      <a:pt x="4536" y="4977"/>
                      <a:pt x="4661" y="5290"/>
                      <a:pt x="4766" y="5540"/>
                    </a:cubicBezTo>
                    <a:cubicBezTo>
                      <a:pt x="4782" y="5572"/>
                      <a:pt x="4896" y="5617"/>
                      <a:pt x="4948" y="5617"/>
                    </a:cubicBezTo>
                    <a:cubicBezTo>
                      <a:pt x="4964" y="5617"/>
                      <a:pt x="4974" y="5613"/>
                      <a:pt x="4974" y="5603"/>
                    </a:cubicBezTo>
                    <a:cubicBezTo>
                      <a:pt x="4953" y="5374"/>
                      <a:pt x="4912" y="5144"/>
                      <a:pt x="4849" y="4936"/>
                    </a:cubicBezTo>
                    <a:cubicBezTo>
                      <a:pt x="4766" y="4685"/>
                      <a:pt x="4682" y="4456"/>
                      <a:pt x="4578" y="4247"/>
                    </a:cubicBezTo>
                    <a:cubicBezTo>
                      <a:pt x="4369" y="3788"/>
                      <a:pt x="4119" y="3350"/>
                      <a:pt x="3827" y="2933"/>
                    </a:cubicBezTo>
                    <a:cubicBezTo>
                      <a:pt x="3243" y="2099"/>
                      <a:pt x="2513" y="1390"/>
                      <a:pt x="1679" y="827"/>
                    </a:cubicBezTo>
                    <a:cubicBezTo>
                      <a:pt x="1220" y="514"/>
                      <a:pt x="698" y="243"/>
                      <a:pt x="177" y="13"/>
                    </a:cubicBezTo>
                    <a:cubicBezTo>
                      <a:pt x="146" y="6"/>
                      <a:pt x="107" y="1"/>
                      <a:pt x="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5148575" y="1805175"/>
                <a:ext cx="140725" cy="104375"/>
              </a:xfrm>
              <a:custGeom>
                <a:rect b="b" l="l" r="r" t="t"/>
                <a:pathLst>
                  <a:path extrusionOk="0" h="4175" w="5629">
                    <a:moveTo>
                      <a:pt x="5473" y="1"/>
                    </a:moveTo>
                    <a:cubicBezTo>
                      <a:pt x="5469" y="1"/>
                      <a:pt x="5466" y="1"/>
                      <a:pt x="5463" y="3"/>
                    </a:cubicBezTo>
                    <a:cubicBezTo>
                      <a:pt x="5192" y="107"/>
                      <a:pt x="4942" y="253"/>
                      <a:pt x="4692" y="420"/>
                    </a:cubicBezTo>
                    <a:cubicBezTo>
                      <a:pt x="4462" y="566"/>
                      <a:pt x="4233" y="733"/>
                      <a:pt x="3982" y="899"/>
                    </a:cubicBezTo>
                    <a:cubicBezTo>
                      <a:pt x="3524" y="1212"/>
                      <a:pt x="3065" y="1546"/>
                      <a:pt x="2627" y="1880"/>
                    </a:cubicBezTo>
                    <a:cubicBezTo>
                      <a:pt x="1709" y="2547"/>
                      <a:pt x="833" y="3277"/>
                      <a:pt x="19" y="4028"/>
                    </a:cubicBezTo>
                    <a:cubicBezTo>
                      <a:pt x="0" y="4047"/>
                      <a:pt x="88" y="4156"/>
                      <a:pt x="118" y="4156"/>
                    </a:cubicBezTo>
                    <a:cubicBezTo>
                      <a:pt x="120" y="4156"/>
                      <a:pt x="122" y="4155"/>
                      <a:pt x="124" y="4153"/>
                    </a:cubicBezTo>
                    <a:lnTo>
                      <a:pt x="124" y="4153"/>
                    </a:lnTo>
                    <a:lnTo>
                      <a:pt x="103" y="4174"/>
                    </a:lnTo>
                    <a:cubicBezTo>
                      <a:pt x="1021" y="3486"/>
                      <a:pt x="1938" y="2818"/>
                      <a:pt x="2835" y="2151"/>
                    </a:cubicBezTo>
                    <a:cubicBezTo>
                      <a:pt x="3294" y="1817"/>
                      <a:pt x="3753" y="1483"/>
                      <a:pt x="4212" y="1171"/>
                    </a:cubicBezTo>
                    <a:cubicBezTo>
                      <a:pt x="4462" y="1004"/>
                      <a:pt x="4692" y="858"/>
                      <a:pt x="4921" y="691"/>
                    </a:cubicBezTo>
                    <a:cubicBezTo>
                      <a:pt x="5171" y="545"/>
                      <a:pt x="5401" y="357"/>
                      <a:pt x="5609" y="169"/>
                    </a:cubicBezTo>
                    <a:cubicBezTo>
                      <a:pt x="5629" y="130"/>
                      <a:pt x="5521" y="1"/>
                      <a:pt x="54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4896675" y="2041450"/>
                <a:ext cx="66775" cy="80325"/>
              </a:xfrm>
              <a:custGeom>
                <a:rect b="b" l="l" r="r" t="t"/>
                <a:pathLst>
                  <a:path extrusionOk="0" h="3213" w="2671">
                    <a:moveTo>
                      <a:pt x="2670" y="0"/>
                    </a:moveTo>
                    <a:cubicBezTo>
                      <a:pt x="2664" y="0"/>
                      <a:pt x="2657" y="2"/>
                      <a:pt x="2650" y="6"/>
                    </a:cubicBezTo>
                    <a:lnTo>
                      <a:pt x="2650" y="6"/>
                    </a:lnTo>
                    <a:cubicBezTo>
                      <a:pt x="2656" y="4"/>
                      <a:pt x="2663" y="2"/>
                      <a:pt x="2670" y="0"/>
                    </a:cubicBezTo>
                    <a:close/>
                    <a:moveTo>
                      <a:pt x="2650" y="6"/>
                    </a:moveTo>
                    <a:lnTo>
                      <a:pt x="2650" y="6"/>
                    </a:lnTo>
                    <a:cubicBezTo>
                      <a:pt x="2511" y="48"/>
                      <a:pt x="2372" y="108"/>
                      <a:pt x="2253" y="188"/>
                    </a:cubicBezTo>
                    <a:cubicBezTo>
                      <a:pt x="2086" y="271"/>
                      <a:pt x="1940" y="355"/>
                      <a:pt x="1794" y="480"/>
                    </a:cubicBezTo>
                    <a:cubicBezTo>
                      <a:pt x="1481" y="688"/>
                      <a:pt x="1189" y="959"/>
                      <a:pt x="939" y="1231"/>
                    </a:cubicBezTo>
                    <a:cubicBezTo>
                      <a:pt x="419" y="1771"/>
                      <a:pt x="86" y="2457"/>
                      <a:pt x="1" y="3205"/>
                    </a:cubicBezTo>
                    <a:lnTo>
                      <a:pt x="1" y="3205"/>
                    </a:lnTo>
                    <a:cubicBezTo>
                      <a:pt x="14" y="3146"/>
                      <a:pt x="189" y="3105"/>
                      <a:pt x="209" y="3045"/>
                    </a:cubicBezTo>
                    <a:lnTo>
                      <a:pt x="209" y="3066"/>
                    </a:lnTo>
                    <a:cubicBezTo>
                      <a:pt x="355" y="2440"/>
                      <a:pt x="605" y="1856"/>
                      <a:pt x="960" y="1356"/>
                    </a:cubicBezTo>
                    <a:cubicBezTo>
                      <a:pt x="1148" y="1085"/>
                      <a:pt x="1356" y="855"/>
                      <a:pt x="1606" y="647"/>
                    </a:cubicBezTo>
                    <a:cubicBezTo>
                      <a:pt x="1878" y="438"/>
                      <a:pt x="2190" y="271"/>
                      <a:pt x="2503" y="125"/>
                    </a:cubicBezTo>
                    <a:cubicBezTo>
                      <a:pt x="2539" y="107"/>
                      <a:pt x="2605" y="28"/>
                      <a:pt x="2650" y="6"/>
                    </a:cubicBezTo>
                    <a:close/>
                    <a:moveTo>
                      <a:pt x="1" y="3205"/>
                    </a:moveTo>
                    <a:cubicBezTo>
                      <a:pt x="1" y="3207"/>
                      <a:pt x="0" y="3210"/>
                      <a:pt x="0" y="3212"/>
                    </a:cubicBezTo>
                    <a:cubicBezTo>
                      <a:pt x="1" y="3210"/>
                      <a:pt x="1" y="3207"/>
                      <a:pt x="1" y="320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4918575" y="1846550"/>
                <a:ext cx="194000" cy="91525"/>
              </a:xfrm>
              <a:custGeom>
                <a:rect b="b" l="l" r="r" t="t"/>
                <a:pathLst>
                  <a:path extrusionOk="0" h="3661" w="7760">
                    <a:moveTo>
                      <a:pt x="1" y="3643"/>
                    </a:moveTo>
                    <a:lnTo>
                      <a:pt x="1" y="3643"/>
                    </a:lnTo>
                    <a:cubicBezTo>
                      <a:pt x="1" y="3644"/>
                      <a:pt x="0" y="3645"/>
                      <a:pt x="0" y="3645"/>
                    </a:cubicBezTo>
                    <a:cubicBezTo>
                      <a:pt x="1" y="3645"/>
                      <a:pt x="1" y="3644"/>
                      <a:pt x="1" y="3643"/>
                    </a:cubicBezTo>
                    <a:close/>
                    <a:moveTo>
                      <a:pt x="7561" y="1"/>
                    </a:moveTo>
                    <a:cubicBezTo>
                      <a:pt x="7514" y="1"/>
                      <a:pt x="7467" y="6"/>
                      <a:pt x="7426" y="16"/>
                    </a:cubicBezTo>
                    <a:cubicBezTo>
                      <a:pt x="6279" y="141"/>
                      <a:pt x="5152" y="454"/>
                      <a:pt x="4109" y="955"/>
                    </a:cubicBezTo>
                    <a:cubicBezTo>
                      <a:pt x="3567" y="1184"/>
                      <a:pt x="3046" y="1455"/>
                      <a:pt x="2524" y="1726"/>
                    </a:cubicBezTo>
                    <a:cubicBezTo>
                      <a:pt x="2044" y="1998"/>
                      <a:pt x="1565" y="2227"/>
                      <a:pt x="1106" y="2519"/>
                    </a:cubicBezTo>
                    <a:cubicBezTo>
                      <a:pt x="627" y="2769"/>
                      <a:pt x="231" y="3164"/>
                      <a:pt x="1" y="3643"/>
                    </a:cubicBezTo>
                    <a:lnTo>
                      <a:pt x="1" y="3643"/>
                    </a:lnTo>
                    <a:cubicBezTo>
                      <a:pt x="3" y="3642"/>
                      <a:pt x="7" y="3641"/>
                      <a:pt x="13" y="3641"/>
                    </a:cubicBezTo>
                    <a:cubicBezTo>
                      <a:pt x="45" y="3641"/>
                      <a:pt x="128" y="3660"/>
                      <a:pt x="182" y="3660"/>
                    </a:cubicBezTo>
                    <a:cubicBezTo>
                      <a:pt x="206" y="3660"/>
                      <a:pt x="224" y="3656"/>
                      <a:pt x="230" y="3645"/>
                    </a:cubicBezTo>
                    <a:cubicBezTo>
                      <a:pt x="751" y="2749"/>
                      <a:pt x="1794" y="2311"/>
                      <a:pt x="2670" y="1852"/>
                    </a:cubicBezTo>
                    <a:cubicBezTo>
                      <a:pt x="3650" y="1288"/>
                      <a:pt x="4693" y="830"/>
                      <a:pt x="5778" y="454"/>
                    </a:cubicBezTo>
                    <a:cubicBezTo>
                      <a:pt x="6404" y="246"/>
                      <a:pt x="7029" y="100"/>
                      <a:pt x="7697" y="37"/>
                    </a:cubicBezTo>
                    <a:cubicBezTo>
                      <a:pt x="7759" y="37"/>
                      <a:pt x="7739" y="37"/>
                      <a:pt x="7697" y="16"/>
                    </a:cubicBezTo>
                    <a:cubicBezTo>
                      <a:pt x="7655" y="6"/>
                      <a:pt x="7608" y="1"/>
                      <a:pt x="75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2"/>
              <p:cNvSpPr/>
              <p:nvPr/>
            </p:nvSpPr>
            <p:spPr>
              <a:xfrm>
                <a:off x="4788200" y="2776000"/>
                <a:ext cx="363475" cy="539850"/>
              </a:xfrm>
              <a:custGeom>
                <a:rect b="b" l="l" r="r" t="t"/>
                <a:pathLst>
                  <a:path extrusionOk="0" h="21594" w="14539">
                    <a:moveTo>
                      <a:pt x="5685" y="0"/>
                    </a:moveTo>
                    <a:cubicBezTo>
                      <a:pt x="5600" y="0"/>
                      <a:pt x="5513" y="2"/>
                      <a:pt x="5424" y="6"/>
                    </a:cubicBezTo>
                    <a:cubicBezTo>
                      <a:pt x="5236" y="6"/>
                      <a:pt x="5049" y="27"/>
                      <a:pt x="4861" y="90"/>
                    </a:cubicBezTo>
                    <a:cubicBezTo>
                      <a:pt x="3192" y="507"/>
                      <a:pt x="1607" y="2447"/>
                      <a:pt x="940" y="3823"/>
                    </a:cubicBezTo>
                    <a:cubicBezTo>
                      <a:pt x="481" y="4845"/>
                      <a:pt x="189" y="5930"/>
                      <a:pt x="105" y="7035"/>
                    </a:cubicBezTo>
                    <a:cubicBezTo>
                      <a:pt x="22" y="7807"/>
                      <a:pt x="1" y="8579"/>
                      <a:pt x="64" y="9350"/>
                    </a:cubicBezTo>
                    <a:lnTo>
                      <a:pt x="1770" y="8580"/>
                    </a:lnTo>
                    <a:lnTo>
                      <a:pt x="1770" y="8580"/>
                    </a:lnTo>
                    <a:cubicBezTo>
                      <a:pt x="1396" y="8752"/>
                      <a:pt x="1064" y="9727"/>
                      <a:pt x="940" y="10080"/>
                    </a:cubicBezTo>
                    <a:cubicBezTo>
                      <a:pt x="418" y="11770"/>
                      <a:pt x="1190" y="13730"/>
                      <a:pt x="1982" y="15190"/>
                    </a:cubicBezTo>
                    <a:cubicBezTo>
                      <a:pt x="2400" y="14314"/>
                      <a:pt x="2963" y="13501"/>
                      <a:pt x="3630" y="12813"/>
                    </a:cubicBezTo>
                    <a:lnTo>
                      <a:pt x="3630" y="12813"/>
                    </a:lnTo>
                    <a:lnTo>
                      <a:pt x="3025" y="14565"/>
                    </a:lnTo>
                    <a:cubicBezTo>
                      <a:pt x="2671" y="15524"/>
                      <a:pt x="2358" y="16651"/>
                      <a:pt x="2921" y="17506"/>
                    </a:cubicBezTo>
                    <a:cubicBezTo>
                      <a:pt x="3150" y="17819"/>
                      <a:pt x="3422" y="18090"/>
                      <a:pt x="3735" y="18361"/>
                    </a:cubicBezTo>
                    <a:cubicBezTo>
                      <a:pt x="4631" y="19237"/>
                      <a:pt x="5341" y="20530"/>
                      <a:pt x="6050" y="21594"/>
                    </a:cubicBezTo>
                    <a:cubicBezTo>
                      <a:pt x="5779" y="21177"/>
                      <a:pt x="6467" y="19758"/>
                      <a:pt x="6634" y="19362"/>
                    </a:cubicBezTo>
                    <a:cubicBezTo>
                      <a:pt x="7030" y="18549"/>
                      <a:pt x="7176" y="18131"/>
                      <a:pt x="6842" y="17214"/>
                    </a:cubicBezTo>
                    <a:lnTo>
                      <a:pt x="6175" y="15316"/>
                    </a:lnTo>
                    <a:lnTo>
                      <a:pt x="6175" y="15316"/>
                    </a:lnTo>
                    <a:cubicBezTo>
                      <a:pt x="6696" y="16025"/>
                      <a:pt x="7280" y="16671"/>
                      <a:pt x="7906" y="17297"/>
                    </a:cubicBezTo>
                    <a:cubicBezTo>
                      <a:pt x="7927" y="17318"/>
                      <a:pt x="7948" y="17318"/>
                      <a:pt x="7989" y="17339"/>
                    </a:cubicBezTo>
                    <a:cubicBezTo>
                      <a:pt x="8031" y="17339"/>
                      <a:pt x="8052" y="17318"/>
                      <a:pt x="8094" y="17297"/>
                    </a:cubicBezTo>
                    <a:cubicBezTo>
                      <a:pt x="8553" y="16838"/>
                      <a:pt x="8761" y="16192"/>
                      <a:pt x="9178" y="15691"/>
                    </a:cubicBezTo>
                    <a:cubicBezTo>
                      <a:pt x="9721" y="15065"/>
                      <a:pt x="10159" y="14377"/>
                      <a:pt x="10513" y="13647"/>
                    </a:cubicBezTo>
                    <a:cubicBezTo>
                      <a:pt x="11035" y="12375"/>
                      <a:pt x="9784" y="11437"/>
                      <a:pt x="9637" y="10227"/>
                    </a:cubicBezTo>
                    <a:lnTo>
                      <a:pt x="9637" y="10227"/>
                    </a:lnTo>
                    <a:cubicBezTo>
                      <a:pt x="9662" y="10417"/>
                      <a:pt x="10743" y="11061"/>
                      <a:pt x="10910" y="11311"/>
                    </a:cubicBezTo>
                    <a:cubicBezTo>
                      <a:pt x="11202" y="11749"/>
                      <a:pt x="11327" y="12187"/>
                      <a:pt x="11723" y="12562"/>
                    </a:cubicBezTo>
                    <a:cubicBezTo>
                      <a:pt x="12432" y="11958"/>
                      <a:pt x="12662" y="11040"/>
                      <a:pt x="13058" y="10206"/>
                    </a:cubicBezTo>
                    <a:cubicBezTo>
                      <a:pt x="13579" y="9121"/>
                      <a:pt x="13976" y="7974"/>
                      <a:pt x="14226" y="6785"/>
                    </a:cubicBezTo>
                    <a:cubicBezTo>
                      <a:pt x="14434" y="5888"/>
                      <a:pt x="14539" y="4908"/>
                      <a:pt x="14226" y="4032"/>
                    </a:cubicBezTo>
                    <a:cubicBezTo>
                      <a:pt x="13871" y="2989"/>
                      <a:pt x="12933" y="2426"/>
                      <a:pt x="11848" y="2363"/>
                    </a:cubicBezTo>
                    <a:cubicBezTo>
                      <a:pt x="11762" y="2357"/>
                      <a:pt x="11668" y="2354"/>
                      <a:pt x="11569" y="2354"/>
                    </a:cubicBezTo>
                    <a:cubicBezTo>
                      <a:pt x="10664" y="2354"/>
                      <a:pt x="9302" y="2615"/>
                      <a:pt x="8719" y="3197"/>
                    </a:cubicBezTo>
                    <a:cubicBezTo>
                      <a:pt x="9158" y="2759"/>
                      <a:pt x="8031" y="1133"/>
                      <a:pt x="7739" y="841"/>
                    </a:cubicBezTo>
                    <a:cubicBezTo>
                      <a:pt x="7115" y="197"/>
                      <a:pt x="6508" y="0"/>
                      <a:pt x="5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2"/>
              <p:cNvSpPr/>
              <p:nvPr/>
            </p:nvSpPr>
            <p:spPr>
              <a:xfrm>
                <a:off x="4923275" y="2862075"/>
                <a:ext cx="80325" cy="422650"/>
              </a:xfrm>
              <a:custGeom>
                <a:rect b="b" l="l" r="r" t="t"/>
                <a:pathLst>
                  <a:path extrusionOk="0" h="16906" w="3213">
                    <a:moveTo>
                      <a:pt x="3160" y="0"/>
                    </a:moveTo>
                    <a:cubicBezTo>
                      <a:pt x="3156" y="0"/>
                      <a:pt x="3153" y="2"/>
                      <a:pt x="3150" y="5"/>
                    </a:cubicBezTo>
                    <a:cubicBezTo>
                      <a:pt x="1898" y="1590"/>
                      <a:pt x="1252" y="3613"/>
                      <a:pt x="772" y="5553"/>
                    </a:cubicBezTo>
                    <a:cubicBezTo>
                      <a:pt x="522" y="6596"/>
                      <a:pt x="313" y="7659"/>
                      <a:pt x="188" y="8723"/>
                    </a:cubicBezTo>
                    <a:cubicBezTo>
                      <a:pt x="42" y="9829"/>
                      <a:pt x="0" y="10913"/>
                      <a:pt x="0" y="12019"/>
                    </a:cubicBezTo>
                    <a:cubicBezTo>
                      <a:pt x="0" y="13646"/>
                      <a:pt x="63" y="15252"/>
                      <a:pt x="230" y="16878"/>
                    </a:cubicBezTo>
                    <a:cubicBezTo>
                      <a:pt x="230" y="16878"/>
                      <a:pt x="256" y="16905"/>
                      <a:pt x="267" y="16905"/>
                    </a:cubicBezTo>
                    <a:cubicBezTo>
                      <a:pt x="270" y="16905"/>
                      <a:pt x="271" y="16903"/>
                      <a:pt x="271" y="16899"/>
                    </a:cubicBezTo>
                    <a:cubicBezTo>
                      <a:pt x="146" y="15481"/>
                      <a:pt x="84" y="14063"/>
                      <a:pt x="84" y="12624"/>
                    </a:cubicBezTo>
                    <a:cubicBezTo>
                      <a:pt x="63" y="11476"/>
                      <a:pt x="104" y="10329"/>
                      <a:pt x="230" y="9182"/>
                    </a:cubicBezTo>
                    <a:cubicBezTo>
                      <a:pt x="459" y="7055"/>
                      <a:pt x="960" y="4948"/>
                      <a:pt x="1731" y="2925"/>
                    </a:cubicBezTo>
                    <a:cubicBezTo>
                      <a:pt x="2107" y="1903"/>
                      <a:pt x="2586" y="943"/>
                      <a:pt x="3212" y="46"/>
                    </a:cubicBezTo>
                    <a:cubicBezTo>
                      <a:pt x="3212" y="46"/>
                      <a:pt x="3182" y="0"/>
                      <a:pt x="3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5006175" y="2933100"/>
                <a:ext cx="71450" cy="135600"/>
              </a:xfrm>
              <a:custGeom>
                <a:rect b="b" l="l" r="r" t="t"/>
                <a:pathLst>
                  <a:path extrusionOk="0" h="5424" w="2858">
                    <a:moveTo>
                      <a:pt x="0" y="0"/>
                    </a:moveTo>
                    <a:cubicBezTo>
                      <a:pt x="334" y="376"/>
                      <a:pt x="793" y="626"/>
                      <a:pt x="1189" y="939"/>
                    </a:cubicBezTo>
                    <a:cubicBezTo>
                      <a:pt x="1815" y="1460"/>
                      <a:pt x="2211" y="2190"/>
                      <a:pt x="2274" y="3004"/>
                    </a:cubicBezTo>
                    <a:cubicBezTo>
                      <a:pt x="2295" y="3254"/>
                      <a:pt x="2295" y="3525"/>
                      <a:pt x="2274" y="3776"/>
                    </a:cubicBezTo>
                    <a:cubicBezTo>
                      <a:pt x="2274" y="4339"/>
                      <a:pt x="2441" y="4902"/>
                      <a:pt x="2754" y="5382"/>
                    </a:cubicBezTo>
                    <a:cubicBezTo>
                      <a:pt x="2775" y="5402"/>
                      <a:pt x="2858" y="5423"/>
                      <a:pt x="2858" y="5423"/>
                    </a:cubicBezTo>
                    <a:cubicBezTo>
                      <a:pt x="2712" y="5173"/>
                      <a:pt x="2587" y="4902"/>
                      <a:pt x="2462" y="4652"/>
                    </a:cubicBezTo>
                    <a:cubicBezTo>
                      <a:pt x="2378" y="4339"/>
                      <a:pt x="2337" y="4026"/>
                      <a:pt x="2357" y="3713"/>
                    </a:cubicBezTo>
                    <a:cubicBezTo>
                      <a:pt x="2399" y="3192"/>
                      <a:pt x="2337" y="2691"/>
                      <a:pt x="2149" y="2211"/>
                    </a:cubicBezTo>
                    <a:cubicBezTo>
                      <a:pt x="1961" y="1752"/>
                      <a:pt x="1690" y="1356"/>
                      <a:pt x="1315" y="1043"/>
                    </a:cubicBezTo>
                    <a:cubicBezTo>
                      <a:pt x="918" y="689"/>
                      <a:pt x="418" y="438"/>
                      <a:pt x="42" y="21"/>
                    </a:cubicBezTo>
                    <a:cubicBezTo>
                      <a:pt x="42" y="21"/>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2"/>
              <p:cNvSpPr/>
              <p:nvPr/>
            </p:nvSpPr>
            <p:spPr>
              <a:xfrm>
                <a:off x="4818450" y="2921050"/>
                <a:ext cx="142900" cy="59000"/>
              </a:xfrm>
              <a:custGeom>
                <a:rect b="b" l="l" r="r" t="t"/>
                <a:pathLst>
                  <a:path extrusionOk="0" h="2360" w="5716">
                    <a:moveTo>
                      <a:pt x="4593" y="0"/>
                    </a:moveTo>
                    <a:cubicBezTo>
                      <a:pt x="3775" y="0"/>
                      <a:pt x="2958" y="145"/>
                      <a:pt x="2191" y="420"/>
                    </a:cubicBezTo>
                    <a:cubicBezTo>
                      <a:pt x="1231" y="753"/>
                      <a:pt x="460" y="1442"/>
                      <a:pt x="1" y="2318"/>
                    </a:cubicBezTo>
                    <a:lnTo>
                      <a:pt x="42" y="2360"/>
                    </a:lnTo>
                    <a:cubicBezTo>
                      <a:pt x="585" y="1525"/>
                      <a:pt x="1377" y="879"/>
                      <a:pt x="2295" y="503"/>
                    </a:cubicBezTo>
                    <a:cubicBezTo>
                      <a:pt x="3082" y="216"/>
                      <a:pt x="3924" y="60"/>
                      <a:pt x="4766" y="60"/>
                    </a:cubicBezTo>
                    <a:cubicBezTo>
                      <a:pt x="5084" y="60"/>
                      <a:pt x="5401" y="82"/>
                      <a:pt x="5716" y="128"/>
                    </a:cubicBezTo>
                    <a:cubicBezTo>
                      <a:pt x="5716" y="128"/>
                      <a:pt x="5695" y="107"/>
                      <a:pt x="5674" y="86"/>
                    </a:cubicBezTo>
                    <a:cubicBezTo>
                      <a:pt x="5316" y="29"/>
                      <a:pt x="4955" y="0"/>
                      <a:pt x="45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2"/>
              <p:cNvSpPr/>
              <p:nvPr/>
            </p:nvSpPr>
            <p:spPr>
              <a:xfrm>
                <a:off x="4868000" y="3025900"/>
                <a:ext cx="67800" cy="143425"/>
              </a:xfrm>
              <a:custGeom>
                <a:rect b="b" l="l" r="r" t="t"/>
                <a:pathLst>
                  <a:path extrusionOk="0" h="5737" w="2712">
                    <a:moveTo>
                      <a:pt x="2691" y="1"/>
                    </a:moveTo>
                    <a:cubicBezTo>
                      <a:pt x="709" y="1148"/>
                      <a:pt x="0" y="3588"/>
                      <a:pt x="104" y="5737"/>
                    </a:cubicBezTo>
                    <a:lnTo>
                      <a:pt x="125" y="5737"/>
                    </a:lnTo>
                    <a:cubicBezTo>
                      <a:pt x="188" y="4548"/>
                      <a:pt x="292" y="3359"/>
                      <a:pt x="793" y="2274"/>
                    </a:cubicBezTo>
                    <a:cubicBezTo>
                      <a:pt x="1189" y="1336"/>
                      <a:pt x="1857" y="543"/>
                      <a:pt x="27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4927425" y="3098175"/>
                <a:ext cx="46450" cy="101100"/>
              </a:xfrm>
              <a:custGeom>
                <a:rect b="b" l="l" r="r" t="t"/>
                <a:pathLst>
                  <a:path extrusionOk="0" h="4044" w="1858">
                    <a:moveTo>
                      <a:pt x="10" y="1"/>
                    </a:moveTo>
                    <a:cubicBezTo>
                      <a:pt x="5" y="1"/>
                      <a:pt x="1" y="3"/>
                      <a:pt x="1" y="9"/>
                    </a:cubicBezTo>
                    <a:cubicBezTo>
                      <a:pt x="314" y="1469"/>
                      <a:pt x="1023" y="2783"/>
                      <a:pt x="1836" y="4035"/>
                    </a:cubicBezTo>
                    <a:cubicBezTo>
                      <a:pt x="1836" y="4035"/>
                      <a:pt x="1846" y="4044"/>
                      <a:pt x="1852" y="4044"/>
                    </a:cubicBezTo>
                    <a:cubicBezTo>
                      <a:pt x="1855" y="4044"/>
                      <a:pt x="1857" y="4042"/>
                      <a:pt x="1857" y="4035"/>
                    </a:cubicBezTo>
                    <a:cubicBezTo>
                      <a:pt x="1065" y="2783"/>
                      <a:pt x="376" y="1469"/>
                      <a:pt x="43" y="30"/>
                    </a:cubicBezTo>
                    <a:cubicBezTo>
                      <a:pt x="43" y="15"/>
                      <a:pt x="22"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2"/>
              <p:cNvSpPr/>
              <p:nvPr/>
            </p:nvSpPr>
            <p:spPr>
              <a:xfrm>
                <a:off x="4956125" y="2982625"/>
                <a:ext cx="51650" cy="158025"/>
              </a:xfrm>
              <a:custGeom>
                <a:rect b="b" l="l" r="r" t="t"/>
                <a:pathLst>
                  <a:path extrusionOk="0" h="6321" w="2066">
                    <a:moveTo>
                      <a:pt x="0" y="1"/>
                    </a:moveTo>
                    <a:cubicBezTo>
                      <a:pt x="668" y="919"/>
                      <a:pt x="1189" y="1941"/>
                      <a:pt x="1523" y="3025"/>
                    </a:cubicBezTo>
                    <a:cubicBezTo>
                      <a:pt x="1690" y="3547"/>
                      <a:pt x="1815" y="4089"/>
                      <a:pt x="1877" y="4631"/>
                    </a:cubicBezTo>
                    <a:cubicBezTo>
                      <a:pt x="1919" y="4923"/>
                      <a:pt x="1940" y="5194"/>
                      <a:pt x="1961" y="5465"/>
                    </a:cubicBezTo>
                    <a:cubicBezTo>
                      <a:pt x="1982" y="5737"/>
                      <a:pt x="1982" y="6049"/>
                      <a:pt x="2002" y="6321"/>
                    </a:cubicBezTo>
                    <a:lnTo>
                      <a:pt x="2023" y="6321"/>
                    </a:lnTo>
                    <a:cubicBezTo>
                      <a:pt x="2065" y="6029"/>
                      <a:pt x="2065" y="5737"/>
                      <a:pt x="2023" y="5445"/>
                    </a:cubicBezTo>
                    <a:cubicBezTo>
                      <a:pt x="2023" y="5173"/>
                      <a:pt x="1982" y="4881"/>
                      <a:pt x="1940" y="4610"/>
                    </a:cubicBezTo>
                    <a:cubicBezTo>
                      <a:pt x="1856" y="4047"/>
                      <a:pt x="1710" y="3505"/>
                      <a:pt x="1544" y="2963"/>
                    </a:cubicBezTo>
                    <a:cubicBezTo>
                      <a:pt x="1210" y="1899"/>
                      <a:pt x="709" y="898"/>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2"/>
              <p:cNvSpPr/>
              <p:nvPr/>
            </p:nvSpPr>
            <p:spPr>
              <a:xfrm>
                <a:off x="5029950" y="2908425"/>
                <a:ext cx="100350" cy="44650"/>
              </a:xfrm>
              <a:custGeom>
                <a:rect b="b" l="l" r="r" t="t"/>
                <a:pathLst>
                  <a:path extrusionOk="0" h="1786" w="4014">
                    <a:moveTo>
                      <a:pt x="69" y="66"/>
                    </a:moveTo>
                    <a:cubicBezTo>
                      <a:pt x="56" y="67"/>
                      <a:pt x="43" y="68"/>
                      <a:pt x="30" y="70"/>
                    </a:cubicBezTo>
                    <a:lnTo>
                      <a:pt x="30" y="74"/>
                    </a:lnTo>
                    <a:lnTo>
                      <a:pt x="30" y="74"/>
                    </a:lnTo>
                    <a:cubicBezTo>
                      <a:pt x="37" y="71"/>
                      <a:pt x="45" y="70"/>
                      <a:pt x="51" y="70"/>
                    </a:cubicBezTo>
                    <a:cubicBezTo>
                      <a:pt x="57" y="68"/>
                      <a:pt x="63" y="67"/>
                      <a:pt x="69" y="66"/>
                    </a:cubicBezTo>
                    <a:close/>
                    <a:moveTo>
                      <a:pt x="30" y="74"/>
                    </a:moveTo>
                    <a:cubicBezTo>
                      <a:pt x="13" y="80"/>
                      <a:pt x="0" y="90"/>
                      <a:pt x="30" y="90"/>
                    </a:cubicBezTo>
                    <a:lnTo>
                      <a:pt x="30" y="74"/>
                    </a:lnTo>
                    <a:close/>
                    <a:moveTo>
                      <a:pt x="797" y="0"/>
                    </a:moveTo>
                    <a:cubicBezTo>
                      <a:pt x="553" y="0"/>
                      <a:pt x="308" y="20"/>
                      <a:pt x="69" y="66"/>
                    </a:cubicBezTo>
                    <a:lnTo>
                      <a:pt x="69" y="66"/>
                    </a:lnTo>
                    <a:cubicBezTo>
                      <a:pt x="237" y="51"/>
                      <a:pt x="406" y="42"/>
                      <a:pt x="573" y="42"/>
                    </a:cubicBezTo>
                    <a:cubicBezTo>
                      <a:pt x="827" y="42"/>
                      <a:pt x="1079" y="62"/>
                      <a:pt x="1323" y="111"/>
                    </a:cubicBezTo>
                    <a:cubicBezTo>
                      <a:pt x="1719" y="153"/>
                      <a:pt x="2116" y="236"/>
                      <a:pt x="2491" y="382"/>
                    </a:cubicBezTo>
                    <a:cubicBezTo>
                      <a:pt x="2804" y="487"/>
                      <a:pt x="3096" y="674"/>
                      <a:pt x="3346" y="925"/>
                    </a:cubicBezTo>
                    <a:cubicBezTo>
                      <a:pt x="3471" y="1050"/>
                      <a:pt x="3576" y="1175"/>
                      <a:pt x="3659" y="1321"/>
                    </a:cubicBezTo>
                    <a:cubicBezTo>
                      <a:pt x="3742" y="1467"/>
                      <a:pt x="3784" y="1634"/>
                      <a:pt x="3868" y="1780"/>
                    </a:cubicBezTo>
                    <a:cubicBezTo>
                      <a:pt x="3868" y="1784"/>
                      <a:pt x="3873" y="1786"/>
                      <a:pt x="3882" y="1786"/>
                    </a:cubicBezTo>
                    <a:cubicBezTo>
                      <a:pt x="3918" y="1786"/>
                      <a:pt x="4014" y="1755"/>
                      <a:pt x="4014" y="1738"/>
                    </a:cubicBezTo>
                    <a:cubicBezTo>
                      <a:pt x="3993" y="1363"/>
                      <a:pt x="3826" y="1008"/>
                      <a:pt x="3534" y="779"/>
                    </a:cubicBezTo>
                    <a:cubicBezTo>
                      <a:pt x="3263" y="528"/>
                      <a:pt x="2929" y="341"/>
                      <a:pt x="2595" y="236"/>
                    </a:cubicBezTo>
                    <a:cubicBezTo>
                      <a:pt x="2178" y="132"/>
                      <a:pt x="1761" y="49"/>
                      <a:pt x="1323" y="28"/>
                    </a:cubicBezTo>
                    <a:cubicBezTo>
                      <a:pt x="1150" y="11"/>
                      <a:pt x="974" y="0"/>
                      <a:pt x="7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4850275" y="2849925"/>
                <a:ext cx="97525" cy="27400"/>
              </a:xfrm>
              <a:custGeom>
                <a:rect b="b" l="l" r="r" t="t"/>
                <a:pathLst>
                  <a:path extrusionOk="0" h="1096" w="3901">
                    <a:moveTo>
                      <a:pt x="524" y="0"/>
                    </a:moveTo>
                    <a:cubicBezTo>
                      <a:pt x="307" y="0"/>
                      <a:pt x="62" y="45"/>
                      <a:pt x="0" y="261"/>
                    </a:cubicBezTo>
                    <a:cubicBezTo>
                      <a:pt x="0" y="299"/>
                      <a:pt x="69" y="389"/>
                      <a:pt x="97" y="389"/>
                    </a:cubicBezTo>
                    <a:cubicBezTo>
                      <a:pt x="100" y="389"/>
                      <a:pt x="102" y="388"/>
                      <a:pt x="104" y="386"/>
                    </a:cubicBezTo>
                    <a:cubicBezTo>
                      <a:pt x="209" y="324"/>
                      <a:pt x="313" y="261"/>
                      <a:pt x="438" y="220"/>
                    </a:cubicBezTo>
                    <a:cubicBezTo>
                      <a:pt x="524" y="195"/>
                      <a:pt x="616" y="185"/>
                      <a:pt x="712" y="185"/>
                    </a:cubicBezTo>
                    <a:cubicBezTo>
                      <a:pt x="780" y="185"/>
                      <a:pt x="849" y="190"/>
                      <a:pt x="918" y="199"/>
                    </a:cubicBezTo>
                    <a:cubicBezTo>
                      <a:pt x="1252" y="220"/>
                      <a:pt x="1606" y="261"/>
                      <a:pt x="1961" y="345"/>
                    </a:cubicBezTo>
                    <a:cubicBezTo>
                      <a:pt x="2628" y="491"/>
                      <a:pt x="3296" y="741"/>
                      <a:pt x="3900" y="1096"/>
                    </a:cubicBezTo>
                    <a:cubicBezTo>
                      <a:pt x="3900" y="1096"/>
                      <a:pt x="3880" y="1054"/>
                      <a:pt x="3859" y="1033"/>
                    </a:cubicBezTo>
                    <a:cubicBezTo>
                      <a:pt x="3233" y="637"/>
                      <a:pt x="2545" y="345"/>
                      <a:pt x="1815" y="178"/>
                    </a:cubicBezTo>
                    <a:cubicBezTo>
                      <a:pt x="1460" y="74"/>
                      <a:pt x="1106" y="32"/>
                      <a:pt x="730" y="11"/>
                    </a:cubicBezTo>
                    <a:cubicBezTo>
                      <a:pt x="671" y="6"/>
                      <a:pt x="599" y="0"/>
                      <a:pt x="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2"/>
              <p:cNvSpPr/>
              <p:nvPr/>
            </p:nvSpPr>
            <p:spPr>
              <a:xfrm>
                <a:off x="4849225" y="2930500"/>
                <a:ext cx="86575" cy="36000"/>
              </a:xfrm>
              <a:custGeom>
                <a:rect b="b" l="l" r="r" t="t"/>
                <a:pathLst>
                  <a:path extrusionOk="0" h="1440" w="3463">
                    <a:moveTo>
                      <a:pt x="3421" y="0"/>
                    </a:moveTo>
                    <a:lnTo>
                      <a:pt x="3421" y="21"/>
                    </a:lnTo>
                    <a:cubicBezTo>
                      <a:pt x="3287" y="8"/>
                      <a:pt x="3152" y="1"/>
                      <a:pt x="3016" y="1"/>
                    </a:cubicBezTo>
                    <a:cubicBezTo>
                      <a:pt x="2520" y="1"/>
                      <a:pt x="2019" y="91"/>
                      <a:pt x="1544" y="271"/>
                    </a:cubicBezTo>
                    <a:cubicBezTo>
                      <a:pt x="1252" y="396"/>
                      <a:pt x="960" y="542"/>
                      <a:pt x="709" y="730"/>
                    </a:cubicBezTo>
                    <a:cubicBezTo>
                      <a:pt x="417" y="897"/>
                      <a:pt x="188" y="1126"/>
                      <a:pt x="0" y="1398"/>
                    </a:cubicBezTo>
                    <a:cubicBezTo>
                      <a:pt x="0" y="1398"/>
                      <a:pt x="105" y="1439"/>
                      <a:pt x="105" y="1439"/>
                    </a:cubicBezTo>
                    <a:cubicBezTo>
                      <a:pt x="376" y="1252"/>
                      <a:pt x="584" y="1001"/>
                      <a:pt x="835" y="813"/>
                    </a:cubicBezTo>
                    <a:cubicBezTo>
                      <a:pt x="1085" y="626"/>
                      <a:pt x="1356" y="480"/>
                      <a:pt x="1648" y="355"/>
                    </a:cubicBezTo>
                    <a:cubicBezTo>
                      <a:pt x="2131" y="140"/>
                      <a:pt x="2659" y="33"/>
                      <a:pt x="3195" y="33"/>
                    </a:cubicBezTo>
                    <a:cubicBezTo>
                      <a:pt x="3284" y="33"/>
                      <a:pt x="3373" y="36"/>
                      <a:pt x="3463" y="42"/>
                    </a:cubicBezTo>
                    <a:cubicBezTo>
                      <a:pt x="3463" y="42"/>
                      <a:pt x="3442" y="21"/>
                      <a:pt x="34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2"/>
              <p:cNvSpPr/>
              <p:nvPr/>
            </p:nvSpPr>
            <p:spPr>
              <a:xfrm>
                <a:off x="5035725" y="2966225"/>
                <a:ext cx="34100" cy="97775"/>
              </a:xfrm>
              <a:custGeom>
                <a:rect b="b" l="l" r="r" t="t"/>
                <a:pathLst>
                  <a:path extrusionOk="0" h="3911" w="1364">
                    <a:moveTo>
                      <a:pt x="14" y="1"/>
                    </a:moveTo>
                    <a:cubicBezTo>
                      <a:pt x="5" y="1"/>
                      <a:pt x="0" y="3"/>
                      <a:pt x="7" y="10"/>
                    </a:cubicBezTo>
                    <a:lnTo>
                      <a:pt x="7" y="31"/>
                    </a:lnTo>
                    <a:cubicBezTo>
                      <a:pt x="404" y="573"/>
                      <a:pt x="696" y="1178"/>
                      <a:pt x="883" y="1846"/>
                    </a:cubicBezTo>
                    <a:cubicBezTo>
                      <a:pt x="967" y="2159"/>
                      <a:pt x="1029" y="2492"/>
                      <a:pt x="1092" y="2826"/>
                    </a:cubicBezTo>
                    <a:cubicBezTo>
                      <a:pt x="1155" y="3181"/>
                      <a:pt x="1175" y="3535"/>
                      <a:pt x="1259" y="3869"/>
                    </a:cubicBezTo>
                    <a:cubicBezTo>
                      <a:pt x="1259" y="3890"/>
                      <a:pt x="1363" y="3911"/>
                      <a:pt x="1363" y="3911"/>
                    </a:cubicBezTo>
                    <a:cubicBezTo>
                      <a:pt x="1342" y="3556"/>
                      <a:pt x="1301" y="3243"/>
                      <a:pt x="1238" y="2909"/>
                    </a:cubicBezTo>
                    <a:cubicBezTo>
                      <a:pt x="1175" y="2555"/>
                      <a:pt x="1092" y="2200"/>
                      <a:pt x="1009" y="1846"/>
                    </a:cubicBezTo>
                    <a:cubicBezTo>
                      <a:pt x="842" y="1178"/>
                      <a:pt x="508" y="553"/>
                      <a:pt x="70" y="10"/>
                    </a:cubicBezTo>
                    <a:cubicBezTo>
                      <a:pt x="70" y="10"/>
                      <a:pt x="33" y="1"/>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4914400" y="3034775"/>
                <a:ext cx="550" cy="25"/>
              </a:xfrm>
              <a:custGeom>
                <a:rect b="b" l="l" r="r" t="t"/>
                <a:pathLst>
                  <a:path extrusionOk="0" h="1" w="22">
                    <a:moveTo>
                      <a:pt x="21" y="1"/>
                    </a:moveTo>
                    <a:lnTo>
                      <a:pt x="1" y="1"/>
                    </a:lnTo>
                    <a:close/>
                  </a:path>
                </a:pathLst>
              </a:custGeom>
              <a:solidFill>
                <a:srgbClr val="8AB2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2"/>
              <p:cNvSpPr/>
              <p:nvPr/>
            </p:nvSpPr>
            <p:spPr>
              <a:xfrm>
                <a:off x="4873200" y="3045725"/>
                <a:ext cx="44350" cy="132475"/>
              </a:xfrm>
              <a:custGeom>
                <a:rect b="b" l="l" r="r" t="t"/>
                <a:pathLst>
                  <a:path extrusionOk="0" h="5299" w="1774">
                    <a:moveTo>
                      <a:pt x="1732" y="1"/>
                    </a:moveTo>
                    <a:cubicBezTo>
                      <a:pt x="1065" y="564"/>
                      <a:pt x="814" y="1440"/>
                      <a:pt x="606" y="2253"/>
                    </a:cubicBezTo>
                    <a:cubicBezTo>
                      <a:pt x="481" y="2733"/>
                      <a:pt x="355" y="3233"/>
                      <a:pt x="272" y="3734"/>
                    </a:cubicBezTo>
                    <a:cubicBezTo>
                      <a:pt x="147" y="4235"/>
                      <a:pt x="43" y="4756"/>
                      <a:pt x="1" y="5298"/>
                    </a:cubicBezTo>
                    <a:lnTo>
                      <a:pt x="147" y="5298"/>
                    </a:lnTo>
                    <a:cubicBezTo>
                      <a:pt x="251" y="4798"/>
                      <a:pt x="293" y="4297"/>
                      <a:pt x="376" y="3797"/>
                    </a:cubicBezTo>
                    <a:cubicBezTo>
                      <a:pt x="481" y="3296"/>
                      <a:pt x="585" y="2816"/>
                      <a:pt x="710" y="2316"/>
                    </a:cubicBezTo>
                    <a:cubicBezTo>
                      <a:pt x="919" y="1502"/>
                      <a:pt x="1148" y="647"/>
                      <a:pt x="1774" y="21"/>
                    </a:cubicBezTo>
                    <a:lnTo>
                      <a:pt x="1711" y="21"/>
                    </a:lnTo>
                    <a:lnTo>
                      <a:pt x="1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2"/>
              <p:cNvSpPr/>
              <p:nvPr/>
            </p:nvSpPr>
            <p:spPr>
              <a:xfrm>
                <a:off x="4970100" y="3015900"/>
                <a:ext cx="32975" cy="108175"/>
              </a:xfrm>
              <a:custGeom>
                <a:rect b="b" l="l" r="r" t="t"/>
                <a:pathLst>
                  <a:path extrusionOk="0" h="4327" w="1319">
                    <a:moveTo>
                      <a:pt x="1" y="0"/>
                    </a:moveTo>
                    <a:cubicBezTo>
                      <a:pt x="0" y="0"/>
                      <a:pt x="1" y="2"/>
                      <a:pt x="4" y="5"/>
                    </a:cubicBezTo>
                    <a:cubicBezTo>
                      <a:pt x="380" y="651"/>
                      <a:pt x="672" y="1319"/>
                      <a:pt x="880" y="2028"/>
                    </a:cubicBezTo>
                    <a:cubicBezTo>
                      <a:pt x="964" y="2382"/>
                      <a:pt x="1047" y="2716"/>
                      <a:pt x="1110" y="3071"/>
                    </a:cubicBezTo>
                    <a:cubicBezTo>
                      <a:pt x="1151" y="3467"/>
                      <a:pt x="1172" y="3863"/>
                      <a:pt x="1214" y="4260"/>
                    </a:cubicBezTo>
                    <a:cubicBezTo>
                      <a:pt x="1214" y="4278"/>
                      <a:pt x="1276" y="4326"/>
                      <a:pt x="1293" y="4326"/>
                    </a:cubicBezTo>
                    <a:cubicBezTo>
                      <a:pt x="1296" y="4326"/>
                      <a:pt x="1297" y="4325"/>
                      <a:pt x="1297" y="4322"/>
                    </a:cubicBezTo>
                    <a:cubicBezTo>
                      <a:pt x="1318" y="3571"/>
                      <a:pt x="1214" y="2800"/>
                      <a:pt x="985" y="2090"/>
                    </a:cubicBezTo>
                    <a:cubicBezTo>
                      <a:pt x="776" y="1360"/>
                      <a:pt x="463" y="672"/>
                      <a:pt x="67" y="46"/>
                    </a:cubicBezTo>
                    <a:cubicBezTo>
                      <a:pt x="67" y="46"/>
                      <a:pt x="6"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4936300" y="3143750"/>
                <a:ext cx="43825" cy="76675"/>
              </a:xfrm>
              <a:custGeom>
                <a:rect b="b" l="l" r="r" t="t"/>
                <a:pathLst>
                  <a:path extrusionOk="0" h="3067" w="1753">
                    <a:moveTo>
                      <a:pt x="1" y="1"/>
                    </a:moveTo>
                    <a:lnTo>
                      <a:pt x="1" y="1"/>
                    </a:lnTo>
                    <a:cubicBezTo>
                      <a:pt x="188" y="543"/>
                      <a:pt x="418" y="1064"/>
                      <a:pt x="689" y="1565"/>
                    </a:cubicBezTo>
                    <a:cubicBezTo>
                      <a:pt x="960" y="2087"/>
                      <a:pt x="1273" y="2587"/>
                      <a:pt x="1669" y="3025"/>
                    </a:cubicBezTo>
                    <a:cubicBezTo>
                      <a:pt x="1690" y="3046"/>
                      <a:pt x="1732" y="3046"/>
                      <a:pt x="1753" y="3067"/>
                    </a:cubicBezTo>
                    <a:cubicBezTo>
                      <a:pt x="1607" y="2858"/>
                      <a:pt x="1461" y="2650"/>
                      <a:pt x="1315" y="2441"/>
                    </a:cubicBezTo>
                    <a:cubicBezTo>
                      <a:pt x="1148" y="2191"/>
                      <a:pt x="981" y="1920"/>
                      <a:pt x="835" y="1649"/>
                    </a:cubicBezTo>
                    <a:cubicBezTo>
                      <a:pt x="543" y="1127"/>
                      <a:pt x="293" y="606"/>
                      <a:pt x="84" y="42"/>
                    </a:cubicBezTo>
                    <a:cubicBezTo>
                      <a:pt x="84" y="22"/>
                      <a:pt x="21" y="2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2"/>
              <p:cNvSpPr/>
              <p:nvPr/>
            </p:nvSpPr>
            <p:spPr>
              <a:xfrm>
                <a:off x="4910750" y="3106725"/>
                <a:ext cx="17750" cy="180975"/>
              </a:xfrm>
              <a:custGeom>
                <a:rect b="b" l="l" r="r" t="t"/>
                <a:pathLst>
                  <a:path extrusionOk="0" h="7239" w="710">
                    <a:moveTo>
                      <a:pt x="167" y="1"/>
                    </a:moveTo>
                    <a:lnTo>
                      <a:pt x="167" y="1"/>
                    </a:lnTo>
                    <a:cubicBezTo>
                      <a:pt x="1" y="2420"/>
                      <a:pt x="188" y="4861"/>
                      <a:pt x="689" y="7238"/>
                    </a:cubicBezTo>
                    <a:lnTo>
                      <a:pt x="710" y="7238"/>
                    </a:lnTo>
                    <a:cubicBezTo>
                      <a:pt x="251" y="4861"/>
                      <a:pt x="84" y="2441"/>
                      <a:pt x="230" y="22"/>
                    </a:cubicBezTo>
                    <a:cubicBezTo>
                      <a:pt x="230" y="1"/>
                      <a:pt x="167" y="1"/>
                      <a:pt x="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2"/>
              <p:cNvSpPr/>
              <p:nvPr/>
            </p:nvSpPr>
            <p:spPr>
              <a:xfrm>
                <a:off x="4924300" y="2906500"/>
                <a:ext cx="54775" cy="119950"/>
              </a:xfrm>
              <a:custGeom>
                <a:rect b="b" l="l" r="r" t="t"/>
                <a:pathLst>
                  <a:path extrusionOk="0" h="4798" w="2191">
                    <a:moveTo>
                      <a:pt x="2191" y="1"/>
                    </a:moveTo>
                    <a:cubicBezTo>
                      <a:pt x="1586" y="668"/>
                      <a:pt x="1106" y="1440"/>
                      <a:pt x="773" y="2274"/>
                    </a:cubicBezTo>
                    <a:cubicBezTo>
                      <a:pt x="606" y="2691"/>
                      <a:pt x="460" y="3129"/>
                      <a:pt x="335" y="3546"/>
                    </a:cubicBezTo>
                    <a:cubicBezTo>
                      <a:pt x="272" y="3734"/>
                      <a:pt x="209" y="3943"/>
                      <a:pt x="147" y="4130"/>
                    </a:cubicBezTo>
                    <a:cubicBezTo>
                      <a:pt x="63" y="4339"/>
                      <a:pt x="22" y="4568"/>
                      <a:pt x="1" y="4798"/>
                    </a:cubicBezTo>
                    <a:lnTo>
                      <a:pt x="84" y="4798"/>
                    </a:lnTo>
                    <a:cubicBezTo>
                      <a:pt x="168" y="4589"/>
                      <a:pt x="251" y="4381"/>
                      <a:pt x="293" y="4172"/>
                    </a:cubicBezTo>
                    <a:cubicBezTo>
                      <a:pt x="355" y="3964"/>
                      <a:pt x="418" y="3755"/>
                      <a:pt x="460" y="3567"/>
                    </a:cubicBezTo>
                    <a:cubicBezTo>
                      <a:pt x="585" y="3129"/>
                      <a:pt x="731" y="2691"/>
                      <a:pt x="898" y="2253"/>
                    </a:cubicBezTo>
                    <a:cubicBezTo>
                      <a:pt x="1169" y="1419"/>
                      <a:pt x="1607" y="668"/>
                      <a:pt x="2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4829925" y="2993575"/>
                <a:ext cx="78775" cy="77200"/>
              </a:xfrm>
              <a:custGeom>
                <a:rect b="b" l="l" r="r" t="t"/>
                <a:pathLst>
                  <a:path extrusionOk="0" h="3088" w="3151">
                    <a:moveTo>
                      <a:pt x="3108" y="1"/>
                    </a:moveTo>
                    <a:cubicBezTo>
                      <a:pt x="1669" y="418"/>
                      <a:pt x="355" y="1523"/>
                      <a:pt x="1" y="3046"/>
                    </a:cubicBezTo>
                    <a:cubicBezTo>
                      <a:pt x="1" y="3046"/>
                      <a:pt x="105" y="3088"/>
                      <a:pt x="105" y="3088"/>
                    </a:cubicBezTo>
                    <a:cubicBezTo>
                      <a:pt x="689" y="1732"/>
                      <a:pt x="1711" y="522"/>
                      <a:pt x="3150" y="22"/>
                    </a:cubicBezTo>
                    <a:cubicBezTo>
                      <a:pt x="3150" y="22"/>
                      <a:pt x="3129" y="1"/>
                      <a:pt x="31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2"/>
              <p:cNvSpPr/>
              <p:nvPr/>
            </p:nvSpPr>
            <p:spPr>
              <a:xfrm>
                <a:off x="5108975" y="3220750"/>
                <a:ext cx="430125" cy="61475"/>
              </a:xfrm>
              <a:custGeom>
                <a:rect b="b" l="l" r="r" t="t"/>
                <a:pathLst>
                  <a:path extrusionOk="0" h="2459" w="17205">
                    <a:moveTo>
                      <a:pt x="206" y="0"/>
                    </a:moveTo>
                    <a:cubicBezTo>
                      <a:pt x="91" y="0"/>
                      <a:pt x="0" y="157"/>
                      <a:pt x="102" y="258"/>
                    </a:cubicBezTo>
                    <a:cubicBezTo>
                      <a:pt x="477" y="592"/>
                      <a:pt x="915" y="863"/>
                      <a:pt x="1395" y="1009"/>
                    </a:cubicBezTo>
                    <a:cubicBezTo>
                      <a:pt x="1916" y="1217"/>
                      <a:pt x="2459" y="1405"/>
                      <a:pt x="2980" y="1551"/>
                    </a:cubicBezTo>
                    <a:cubicBezTo>
                      <a:pt x="4065" y="1864"/>
                      <a:pt x="5149" y="2073"/>
                      <a:pt x="6255" y="2219"/>
                    </a:cubicBezTo>
                    <a:cubicBezTo>
                      <a:pt x="7586" y="2379"/>
                      <a:pt x="8924" y="2459"/>
                      <a:pt x="10261" y="2459"/>
                    </a:cubicBezTo>
                    <a:cubicBezTo>
                      <a:pt x="11187" y="2459"/>
                      <a:pt x="12112" y="2421"/>
                      <a:pt x="13033" y="2344"/>
                    </a:cubicBezTo>
                    <a:cubicBezTo>
                      <a:pt x="14327" y="2260"/>
                      <a:pt x="15620" y="2156"/>
                      <a:pt x="16892" y="2010"/>
                    </a:cubicBezTo>
                    <a:cubicBezTo>
                      <a:pt x="17193" y="1990"/>
                      <a:pt x="17205" y="1528"/>
                      <a:pt x="16928" y="1528"/>
                    </a:cubicBezTo>
                    <a:cubicBezTo>
                      <a:pt x="16917" y="1528"/>
                      <a:pt x="16905" y="1529"/>
                      <a:pt x="16892" y="1530"/>
                    </a:cubicBezTo>
                    <a:cubicBezTo>
                      <a:pt x="14534" y="1733"/>
                      <a:pt x="12152" y="1967"/>
                      <a:pt x="9781" y="1967"/>
                    </a:cubicBezTo>
                    <a:cubicBezTo>
                      <a:pt x="7769" y="1967"/>
                      <a:pt x="5766" y="1799"/>
                      <a:pt x="3794" y="1301"/>
                    </a:cubicBezTo>
                    <a:cubicBezTo>
                      <a:pt x="2584" y="1030"/>
                      <a:pt x="1395" y="592"/>
                      <a:pt x="289" y="29"/>
                    </a:cubicBezTo>
                    <a:cubicBezTo>
                      <a:pt x="262" y="9"/>
                      <a:pt x="233" y="0"/>
                      <a:pt x="2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2"/>
              <p:cNvSpPr/>
              <p:nvPr/>
            </p:nvSpPr>
            <p:spPr>
              <a:xfrm>
                <a:off x="5554725" y="3219375"/>
                <a:ext cx="159075" cy="44850"/>
              </a:xfrm>
              <a:custGeom>
                <a:rect b="b" l="l" r="r" t="t"/>
                <a:pathLst>
                  <a:path extrusionOk="0" h="1794" w="6363">
                    <a:moveTo>
                      <a:pt x="6154" y="0"/>
                    </a:moveTo>
                    <a:cubicBezTo>
                      <a:pt x="5924" y="21"/>
                      <a:pt x="5716" y="104"/>
                      <a:pt x="5570" y="271"/>
                    </a:cubicBezTo>
                    <a:cubicBezTo>
                      <a:pt x="5340" y="417"/>
                      <a:pt x="5132" y="563"/>
                      <a:pt x="4902" y="688"/>
                    </a:cubicBezTo>
                    <a:cubicBezTo>
                      <a:pt x="4443" y="960"/>
                      <a:pt x="3964" y="1147"/>
                      <a:pt x="3442" y="1231"/>
                    </a:cubicBezTo>
                    <a:cubicBezTo>
                      <a:pt x="2358" y="1418"/>
                      <a:pt x="1252" y="1523"/>
                      <a:pt x="147" y="1585"/>
                    </a:cubicBezTo>
                    <a:cubicBezTo>
                      <a:pt x="1" y="1585"/>
                      <a:pt x="1" y="1794"/>
                      <a:pt x="147" y="1794"/>
                    </a:cubicBezTo>
                    <a:cubicBezTo>
                      <a:pt x="1273" y="1794"/>
                      <a:pt x="2399" y="1710"/>
                      <a:pt x="3526" y="1564"/>
                    </a:cubicBezTo>
                    <a:cubicBezTo>
                      <a:pt x="4047" y="1481"/>
                      <a:pt x="4548" y="1335"/>
                      <a:pt x="5027" y="1106"/>
                    </a:cubicBezTo>
                    <a:cubicBezTo>
                      <a:pt x="5257" y="1001"/>
                      <a:pt x="5486" y="876"/>
                      <a:pt x="5716" y="751"/>
                    </a:cubicBezTo>
                    <a:cubicBezTo>
                      <a:pt x="5924" y="605"/>
                      <a:pt x="6216" y="501"/>
                      <a:pt x="6300" y="250"/>
                    </a:cubicBezTo>
                    <a:cubicBezTo>
                      <a:pt x="6362" y="125"/>
                      <a:pt x="6279" y="0"/>
                      <a:pt x="61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5266550" y="4058975"/>
                <a:ext cx="311675" cy="41225"/>
              </a:xfrm>
              <a:custGeom>
                <a:rect b="b" l="l" r="r" t="t"/>
                <a:pathLst>
                  <a:path extrusionOk="0" h="1649" w="12467">
                    <a:moveTo>
                      <a:pt x="12095" y="1"/>
                    </a:moveTo>
                    <a:cubicBezTo>
                      <a:pt x="11900" y="1"/>
                      <a:pt x="11749" y="99"/>
                      <a:pt x="11528" y="184"/>
                    </a:cubicBezTo>
                    <a:cubicBezTo>
                      <a:pt x="11277" y="289"/>
                      <a:pt x="11090" y="351"/>
                      <a:pt x="10881" y="435"/>
                    </a:cubicBezTo>
                    <a:cubicBezTo>
                      <a:pt x="10401" y="602"/>
                      <a:pt x="9922" y="706"/>
                      <a:pt x="9421" y="810"/>
                    </a:cubicBezTo>
                    <a:cubicBezTo>
                      <a:pt x="8637" y="944"/>
                      <a:pt x="7826" y="1010"/>
                      <a:pt x="7020" y="1010"/>
                    </a:cubicBezTo>
                    <a:cubicBezTo>
                      <a:pt x="6819" y="1010"/>
                      <a:pt x="6618" y="1006"/>
                      <a:pt x="6418" y="998"/>
                    </a:cubicBezTo>
                    <a:cubicBezTo>
                      <a:pt x="5416" y="956"/>
                      <a:pt x="4415" y="852"/>
                      <a:pt x="3435" y="727"/>
                    </a:cubicBezTo>
                    <a:cubicBezTo>
                      <a:pt x="2392" y="602"/>
                      <a:pt x="1287" y="560"/>
                      <a:pt x="244" y="351"/>
                    </a:cubicBezTo>
                    <a:cubicBezTo>
                      <a:pt x="237" y="350"/>
                      <a:pt x="230" y="350"/>
                      <a:pt x="223" y="350"/>
                    </a:cubicBezTo>
                    <a:cubicBezTo>
                      <a:pt x="88" y="350"/>
                      <a:pt x="0" y="542"/>
                      <a:pt x="139" y="602"/>
                    </a:cubicBezTo>
                    <a:cubicBezTo>
                      <a:pt x="1141" y="1040"/>
                      <a:pt x="2225" y="1206"/>
                      <a:pt x="3310" y="1352"/>
                    </a:cubicBezTo>
                    <a:cubicBezTo>
                      <a:pt x="4353" y="1498"/>
                      <a:pt x="5375" y="1582"/>
                      <a:pt x="6418" y="1644"/>
                    </a:cubicBezTo>
                    <a:cubicBezTo>
                      <a:pt x="6543" y="1647"/>
                      <a:pt x="6670" y="1648"/>
                      <a:pt x="6796" y="1648"/>
                    </a:cubicBezTo>
                    <a:cubicBezTo>
                      <a:pt x="7696" y="1648"/>
                      <a:pt x="8606" y="1582"/>
                      <a:pt x="9484" y="1436"/>
                    </a:cubicBezTo>
                    <a:cubicBezTo>
                      <a:pt x="10005" y="1352"/>
                      <a:pt x="10547" y="1227"/>
                      <a:pt x="11048" y="1060"/>
                    </a:cubicBezTo>
                    <a:cubicBezTo>
                      <a:pt x="11319" y="977"/>
                      <a:pt x="11569" y="873"/>
                      <a:pt x="11820" y="768"/>
                    </a:cubicBezTo>
                    <a:cubicBezTo>
                      <a:pt x="12070" y="664"/>
                      <a:pt x="12258" y="622"/>
                      <a:pt x="12383" y="393"/>
                    </a:cubicBezTo>
                    <a:cubicBezTo>
                      <a:pt x="12466" y="247"/>
                      <a:pt x="12383" y="59"/>
                      <a:pt x="12237" y="18"/>
                    </a:cubicBezTo>
                    <a:cubicBezTo>
                      <a:pt x="12187" y="6"/>
                      <a:pt x="12140" y="1"/>
                      <a:pt x="120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5141225" y="3415425"/>
                <a:ext cx="512375" cy="58275"/>
              </a:xfrm>
              <a:custGeom>
                <a:rect b="b" l="l" r="r" t="t"/>
                <a:pathLst>
                  <a:path extrusionOk="0" h="2331" w="20495">
                    <a:moveTo>
                      <a:pt x="251" y="1"/>
                    </a:moveTo>
                    <a:cubicBezTo>
                      <a:pt x="84" y="1"/>
                      <a:pt x="1" y="209"/>
                      <a:pt x="126" y="313"/>
                    </a:cubicBezTo>
                    <a:cubicBezTo>
                      <a:pt x="355" y="501"/>
                      <a:pt x="605" y="626"/>
                      <a:pt x="877" y="689"/>
                    </a:cubicBezTo>
                    <a:cubicBezTo>
                      <a:pt x="1231" y="814"/>
                      <a:pt x="1565" y="939"/>
                      <a:pt x="1920" y="1043"/>
                    </a:cubicBezTo>
                    <a:cubicBezTo>
                      <a:pt x="2566" y="1231"/>
                      <a:pt x="3234" y="1419"/>
                      <a:pt x="3901" y="1586"/>
                    </a:cubicBezTo>
                    <a:cubicBezTo>
                      <a:pt x="6067" y="2084"/>
                      <a:pt x="8277" y="2331"/>
                      <a:pt x="10490" y="2331"/>
                    </a:cubicBezTo>
                    <a:cubicBezTo>
                      <a:pt x="12263" y="2331"/>
                      <a:pt x="14037" y="2172"/>
                      <a:pt x="15790" y="1857"/>
                    </a:cubicBezTo>
                    <a:cubicBezTo>
                      <a:pt x="17292" y="1586"/>
                      <a:pt x="18773" y="1189"/>
                      <a:pt x="20212" y="647"/>
                    </a:cubicBezTo>
                    <a:cubicBezTo>
                      <a:pt x="20494" y="553"/>
                      <a:pt x="20420" y="153"/>
                      <a:pt x="20172" y="153"/>
                    </a:cubicBezTo>
                    <a:cubicBezTo>
                      <a:pt x="20145" y="153"/>
                      <a:pt x="20117" y="157"/>
                      <a:pt x="20087" y="167"/>
                    </a:cubicBezTo>
                    <a:cubicBezTo>
                      <a:pt x="17563" y="1002"/>
                      <a:pt x="14976" y="1544"/>
                      <a:pt x="12328" y="1753"/>
                    </a:cubicBezTo>
                    <a:cubicBezTo>
                      <a:pt x="11713" y="1792"/>
                      <a:pt x="11099" y="1811"/>
                      <a:pt x="10486" y="1811"/>
                    </a:cubicBezTo>
                    <a:cubicBezTo>
                      <a:pt x="8475" y="1811"/>
                      <a:pt x="6472" y="1600"/>
                      <a:pt x="4506" y="1169"/>
                    </a:cubicBezTo>
                    <a:cubicBezTo>
                      <a:pt x="3797" y="1023"/>
                      <a:pt x="3088" y="835"/>
                      <a:pt x="2399" y="626"/>
                    </a:cubicBezTo>
                    <a:cubicBezTo>
                      <a:pt x="2024" y="522"/>
                      <a:pt x="1669" y="418"/>
                      <a:pt x="1294" y="293"/>
                    </a:cubicBezTo>
                    <a:cubicBezTo>
                      <a:pt x="960" y="147"/>
                      <a:pt x="626" y="42"/>
                      <a:pt x="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5117775" y="3486900"/>
                <a:ext cx="26600" cy="118750"/>
              </a:xfrm>
              <a:custGeom>
                <a:rect b="b" l="l" r="r" t="t"/>
                <a:pathLst>
                  <a:path extrusionOk="0" h="4750" w="1064">
                    <a:moveTo>
                      <a:pt x="552" y="0"/>
                    </a:moveTo>
                    <a:cubicBezTo>
                      <a:pt x="482" y="0"/>
                      <a:pt x="410" y="27"/>
                      <a:pt x="355" y="82"/>
                    </a:cubicBezTo>
                    <a:cubicBezTo>
                      <a:pt x="229" y="228"/>
                      <a:pt x="125" y="395"/>
                      <a:pt x="83" y="562"/>
                    </a:cubicBezTo>
                    <a:cubicBezTo>
                      <a:pt x="21" y="771"/>
                      <a:pt x="0" y="979"/>
                      <a:pt x="21" y="1188"/>
                    </a:cubicBezTo>
                    <a:cubicBezTo>
                      <a:pt x="0" y="1584"/>
                      <a:pt x="0" y="1980"/>
                      <a:pt x="0" y="2377"/>
                    </a:cubicBezTo>
                    <a:cubicBezTo>
                      <a:pt x="0" y="2794"/>
                      <a:pt x="42" y="3190"/>
                      <a:pt x="83" y="3586"/>
                    </a:cubicBezTo>
                    <a:cubicBezTo>
                      <a:pt x="125" y="3774"/>
                      <a:pt x="167" y="3962"/>
                      <a:pt x="229" y="4150"/>
                    </a:cubicBezTo>
                    <a:cubicBezTo>
                      <a:pt x="250" y="4337"/>
                      <a:pt x="313" y="4525"/>
                      <a:pt x="459" y="4671"/>
                    </a:cubicBezTo>
                    <a:cubicBezTo>
                      <a:pt x="511" y="4723"/>
                      <a:pt x="579" y="4749"/>
                      <a:pt x="647" y="4749"/>
                    </a:cubicBezTo>
                    <a:cubicBezTo>
                      <a:pt x="714" y="4749"/>
                      <a:pt x="782" y="4723"/>
                      <a:pt x="834" y="4671"/>
                    </a:cubicBezTo>
                    <a:cubicBezTo>
                      <a:pt x="939" y="4525"/>
                      <a:pt x="980" y="4337"/>
                      <a:pt x="980" y="4150"/>
                    </a:cubicBezTo>
                    <a:cubicBezTo>
                      <a:pt x="1001" y="3962"/>
                      <a:pt x="1043" y="3774"/>
                      <a:pt x="1043" y="3586"/>
                    </a:cubicBezTo>
                    <a:cubicBezTo>
                      <a:pt x="1064" y="3190"/>
                      <a:pt x="1064" y="2815"/>
                      <a:pt x="1043" y="2418"/>
                    </a:cubicBezTo>
                    <a:cubicBezTo>
                      <a:pt x="1022" y="2043"/>
                      <a:pt x="1022" y="1647"/>
                      <a:pt x="1022" y="1271"/>
                    </a:cubicBezTo>
                    <a:cubicBezTo>
                      <a:pt x="1022" y="875"/>
                      <a:pt x="1022" y="500"/>
                      <a:pt x="772" y="124"/>
                    </a:cubicBezTo>
                    <a:cubicBezTo>
                      <a:pt x="725" y="43"/>
                      <a:pt x="640" y="0"/>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5127150" y="3640650"/>
                <a:ext cx="81375" cy="295325"/>
              </a:xfrm>
              <a:custGeom>
                <a:rect b="b" l="l" r="r" t="t"/>
                <a:pathLst>
                  <a:path extrusionOk="0" h="11813" w="3255">
                    <a:moveTo>
                      <a:pt x="502" y="1"/>
                    </a:moveTo>
                    <a:cubicBezTo>
                      <a:pt x="381" y="1"/>
                      <a:pt x="267" y="56"/>
                      <a:pt x="209" y="190"/>
                    </a:cubicBezTo>
                    <a:cubicBezTo>
                      <a:pt x="0" y="669"/>
                      <a:pt x="42" y="1191"/>
                      <a:pt x="105" y="1733"/>
                    </a:cubicBezTo>
                    <a:cubicBezTo>
                      <a:pt x="167" y="2255"/>
                      <a:pt x="230" y="2713"/>
                      <a:pt x="292" y="3214"/>
                    </a:cubicBezTo>
                    <a:cubicBezTo>
                      <a:pt x="438" y="4215"/>
                      <a:pt x="605" y="5237"/>
                      <a:pt x="814" y="6217"/>
                    </a:cubicBezTo>
                    <a:cubicBezTo>
                      <a:pt x="1022" y="7219"/>
                      <a:pt x="1273" y="8199"/>
                      <a:pt x="1544" y="9138"/>
                    </a:cubicBezTo>
                    <a:cubicBezTo>
                      <a:pt x="1815" y="10076"/>
                      <a:pt x="2086" y="11015"/>
                      <a:pt x="2775" y="11745"/>
                    </a:cubicBezTo>
                    <a:cubicBezTo>
                      <a:pt x="2822" y="11792"/>
                      <a:pt x="2879" y="11813"/>
                      <a:pt x="2936" y="11813"/>
                    </a:cubicBezTo>
                    <a:cubicBezTo>
                      <a:pt x="3056" y="11813"/>
                      <a:pt x="3171" y="11719"/>
                      <a:pt x="3171" y="11578"/>
                    </a:cubicBezTo>
                    <a:cubicBezTo>
                      <a:pt x="3254" y="10639"/>
                      <a:pt x="2941" y="9742"/>
                      <a:pt x="2670" y="8846"/>
                    </a:cubicBezTo>
                    <a:cubicBezTo>
                      <a:pt x="2420" y="7886"/>
                      <a:pt x="2170" y="6927"/>
                      <a:pt x="1961" y="5967"/>
                    </a:cubicBezTo>
                    <a:cubicBezTo>
                      <a:pt x="1753" y="5008"/>
                      <a:pt x="1586" y="4048"/>
                      <a:pt x="1440" y="3110"/>
                    </a:cubicBezTo>
                    <a:cubicBezTo>
                      <a:pt x="1356" y="2630"/>
                      <a:pt x="1294" y="2150"/>
                      <a:pt x="1231" y="1671"/>
                    </a:cubicBezTo>
                    <a:cubicBezTo>
                      <a:pt x="1168" y="1170"/>
                      <a:pt x="1168" y="628"/>
                      <a:pt x="876" y="190"/>
                    </a:cubicBezTo>
                    <a:cubicBezTo>
                      <a:pt x="798" y="77"/>
                      <a:pt x="645" y="1"/>
                      <a:pt x="5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41" name="Google Shape;5141;p72">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txBox="1"/>
          <p:nvPr>
            <p:ph idx="1" type="subTitle"/>
          </p:nvPr>
        </p:nvSpPr>
        <p:spPr>
          <a:xfrm>
            <a:off x="774200" y="2083225"/>
            <a:ext cx="3702900" cy="12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a:p>
            <a:pPr indent="0" lvl="0" marL="0" rtl="0" algn="l">
              <a:spcBef>
                <a:spcPts val="1600"/>
              </a:spcBef>
              <a:spcAft>
                <a:spcPts val="160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9" name="Shape 5149"/>
        <p:cNvGrpSpPr/>
        <p:nvPr/>
      </p:nvGrpSpPr>
      <p:grpSpPr>
        <a:xfrm>
          <a:off x="0" y="0"/>
          <a:ext cx="0" cy="0"/>
          <a:chOff x="0" y="0"/>
          <a:chExt cx="0" cy="0"/>
        </a:xfrm>
      </p:grpSpPr>
      <p:sp>
        <p:nvSpPr>
          <p:cNvPr id="5150" name="Google Shape;5150;p7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 of the topic</a:t>
            </a:r>
            <a:endParaRPr/>
          </a:p>
        </p:txBody>
      </p:sp>
      <p:sp>
        <p:nvSpPr>
          <p:cNvPr id="5151" name="Google Shape;5151;p73"/>
          <p:cNvSpPr/>
          <p:nvPr/>
        </p:nvSpPr>
        <p:spPr>
          <a:xfrm>
            <a:off x="6573350" y="2878375"/>
            <a:ext cx="1548300" cy="430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2022</a:t>
            </a:r>
            <a:endParaRPr b="1" sz="1800">
              <a:solidFill>
                <a:schemeClr val="lt1"/>
              </a:solidFill>
              <a:latin typeface="Balsamiq Sans"/>
              <a:ea typeface="Balsamiq Sans"/>
              <a:cs typeface="Balsamiq Sans"/>
              <a:sym typeface="Balsamiq Sans"/>
            </a:endParaRPr>
          </a:p>
        </p:txBody>
      </p:sp>
      <p:sp>
        <p:nvSpPr>
          <p:cNvPr id="5152" name="Google Shape;5152;p73"/>
          <p:cNvSpPr/>
          <p:nvPr/>
        </p:nvSpPr>
        <p:spPr>
          <a:xfrm>
            <a:off x="6573350" y="3417400"/>
            <a:ext cx="1548300" cy="903900"/>
          </a:xfrm>
          <a:prstGeom prst="roundRect">
            <a:avLst>
              <a:gd fmla="val 1029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Despite being red, Mars is very cold</a:t>
            </a:r>
            <a:endParaRPr>
              <a:solidFill>
                <a:schemeClr val="lt1"/>
              </a:solidFill>
              <a:latin typeface="Open Sans"/>
              <a:ea typeface="Open Sans"/>
              <a:cs typeface="Open Sans"/>
              <a:sym typeface="Open Sans"/>
            </a:endParaRPr>
          </a:p>
        </p:txBody>
      </p:sp>
      <p:sp>
        <p:nvSpPr>
          <p:cNvPr id="5153" name="Google Shape;5153;p73"/>
          <p:cNvSpPr/>
          <p:nvPr/>
        </p:nvSpPr>
        <p:spPr>
          <a:xfrm>
            <a:off x="1022350" y="1278100"/>
            <a:ext cx="1548300" cy="430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2001</a:t>
            </a:r>
            <a:endParaRPr b="1" sz="1800">
              <a:solidFill>
                <a:schemeClr val="lt1"/>
              </a:solidFill>
              <a:latin typeface="Balsamiq Sans"/>
              <a:ea typeface="Balsamiq Sans"/>
              <a:cs typeface="Balsamiq Sans"/>
              <a:sym typeface="Balsamiq Sans"/>
            </a:endParaRPr>
          </a:p>
        </p:txBody>
      </p:sp>
      <p:sp>
        <p:nvSpPr>
          <p:cNvPr id="5154" name="Google Shape;5154;p73"/>
          <p:cNvSpPr/>
          <p:nvPr/>
        </p:nvSpPr>
        <p:spPr>
          <a:xfrm>
            <a:off x="1022350" y="1817125"/>
            <a:ext cx="1548300" cy="903900"/>
          </a:xfrm>
          <a:prstGeom prst="roundRect">
            <a:avLst>
              <a:gd fmla="val 1029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Mercury is the smallest planet of them all</a:t>
            </a:r>
            <a:endParaRPr>
              <a:solidFill>
                <a:schemeClr val="lt1"/>
              </a:solidFill>
              <a:latin typeface="Open Sans"/>
              <a:ea typeface="Open Sans"/>
              <a:cs typeface="Open Sans"/>
              <a:sym typeface="Open Sans"/>
            </a:endParaRPr>
          </a:p>
        </p:txBody>
      </p:sp>
      <p:sp>
        <p:nvSpPr>
          <p:cNvPr id="5155" name="Google Shape;5155;p73"/>
          <p:cNvSpPr/>
          <p:nvPr/>
        </p:nvSpPr>
        <p:spPr>
          <a:xfrm>
            <a:off x="4723017" y="1278100"/>
            <a:ext cx="1548300" cy="430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2011</a:t>
            </a:r>
            <a:endParaRPr b="1" sz="1800">
              <a:solidFill>
                <a:schemeClr val="lt1"/>
              </a:solidFill>
              <a:latin typeface="Balsamiq Sans"/>
              <a:ea typeface="Balsamiq Sans"/>
              <a:cs typeface="Balsamiq Sans"/>
              <a:sym typeface="Balsamiq Sans"/>
            </a:endParaRPr>
          </a:p>
        </p:txBody>
      </p:sp>
      <p:sp>
        <p:nvSpPr>
          <p:cNvPr id="5156" name="Google Shape;5156;p73"/>
          <p:cNvSpPr/>
          <p:nvPr/>
        </p:nvSpPr>
        <p:spPr>
          <a:xfrm>
            <a:off x="4723017" y="1817125"/>
            <a:ext cx="1548300" cy="9039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Jupiter is the biggest planet of them all</a:t>
            </a:r>
            <a:endParaRPr>
              <a:solidFill>
                <a:schemeClr val="lt1"/>
              </a:solidFill>
              <a:latin typeface="Open Sans"/>
              <a:ea typeface="Open Sans"/>
              <a:cs typeface="Open Sans"/>
              <a:sym typeface="Open Sans"/>
            </a:endParaRPr>
          </a:p>
        </p:txBody>
      </p:sp>
      <p:sp>
        <p:nvSpPr>
          <p:cNvPr id="5157" name="Google Shape;5157;p73"/>
          <p:cNvSpPr/>
          <p:nvPr/>
        </p:nvSpPr>
        <p:spPr>
          <a:xfrm>
            <a:off x="2872683" y="2878375"/>
            <a:ext cx="1548300" cy="430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2005</a:t>
            </a:r>
            <a:endParaRPr b="1" sz="1800">
              <a:solidFill>
                <a:schemeClr val="lt1"/>
              </a:solidFill>
              <a:latin typeface="Balsamiq Sans"/>
              <a:ea typeface="Balsamiq Sans"/>
              <a:cs typeface="Balsamiq Sans"/>
              <a:sym typeface="Balsamiq Sans"/>
            </a:endParaRPr>
          </a:p>
        </p:txBody>
      </p:sp>
      <p:sp>
        <p:nvSpPr>
          <p:cNvPr id="5158" name="Google Shape;5158;p73"/>
          <p:cNvSpPr/>
          <p:nvPr/>
        </p:nvSpPr>
        <p:spPr>
          <a:xfrm>
            <a:off x="2872683" y="3417400"/>
            <a:ext cx="1548300" cy="903900"/>
          </a:xfrm>
          <a:prstGeom prst="roundRect">
            <a:avLst>
              <a:gd fmla="val 1029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Saturn is a gas giant with several rings</a:t>
            </a:r>
            <a:endParaRPr>
              <a:solidFill>
                <a:schemeClr val="lt1"/>
              </a:solidFill>
              <a:latin typeface="Open Sans"/>
              <a:ea typeface="Open Sans"/>
              <a:cs typeface="Open Sans"/>
              <a:sym typeface="Open Sans"/>
            </a:endParaRPr>
          </a:p>
        </p:txBody>
      </p:sp>
      <p:sp>
        <p:nvSpPr>
          <p:cNvPr id="5159" name="Google Shape;5159;p73">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3" name="Google Shape;5163;p73"/>
          <p:cNvGrpSpPr/>
          <p:nvPr/>
        </p:nvGrpSpPr>
        <p:grpSpPr>
          <a:xfrm>
            <a:off x="6710150" y="1278090"/>
            <a:ext cx="1274701" cy="774312"/>
            <a:chOff x="7154175" y="717490"/>
            <a:chExt cx="1274701" cy="774312"/>
          </a:xfrm>
        </p:grpSpPr>
        <p:grpSp>
          <p:nvGrpSpPr>
            <p:cNvPr id="5164" name="Google Shape;5164;p73"/>
            <p:cNvGrpSpPr/>
            <p:nvPr/>
          </p:nvGrpSpPr>
          <p:grpSpPr>
            <a:xfrm>
              <a:off x="7154175" y="1283675"/>
              <a:ext cx="1274701" cy="208127"/>
              <a:chOff x="7154175" y="1055075"/>
              <a:chExt cx="1274701" cy="208127"/>
            </a:xfrm>
          </p:grpSpPr>
          <p:sp>
            <p:nvSpPr>
              <p:cNvPr id="5165" name="Google Shape;5165;p73"/>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73"/>
            <p:cNvGrpSpPr/>
            <p:nvPr/>
          </p:nvGrpSpPr>
          <p:grpSpPr>
            <a:xfrm>
              <a:off x="7791730" y="717627"/>
              <a:ext cx="579356" cy="566052"/>
              <a:chOff x="791550" y="2156375"/>
              <a:chExt cx="1145425" cy="1118900"/>
            </a:xfrm>
          </p:grpSpPr>
          <p:sp>
            <p:nvSpPr>
              <p:cNvPr id="5168" name="Google Shape;5168;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73"/>
            <p:cNvGrpSpPr/>
            <p:nvPr/>
          </p:nvGrpSpPr>
          <p:grpSpPr>
            <a:xfrm>
              <a:off x="7211965" y="717490"/>
              <a:ext cx="579343" cy="566026"/>
              <a:chOff x="8817561" y="3596620"/>
              <a:chExt cx="650143" cy="635200"/>
            </a:xfrm>
          </p:grpSpPr>
          <p:grpSp>
            <p:nvGrpSpPr>
              <p:cNvPr id="5184" name="Google Shape;5184;p73"/>
              <p:cNvGrpSpPr/>
              <p:nvPr/>
            </p:nvGrpSpPr>
            <p:grpSpPr>
              <a:xfrm>
                <a:off x="8817561" y="3596620"/>
                <a:ext cx="650143" cy="635200"/>
                <a:chOff x="791550" y="2156375"/>
                <a:chExt cx="1145425" cy="1118900"/>
              </a:xfrm>
            </p:grpSpPr>
            <p:sp>
              <p:nvSpPr>
                <p:cNvPr id="5185" name="Google Shape;5185;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8" name="Google Shape;5198;p73"/>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0" name="Google Shape;5200;p73"/>
          <p:cNvGrpSpPr/>
          <p:nvPr/>
        </p:nvGrpSpPr>
        <p:grpSpPr>
          <a:xfrm>
            <a:off x="2996987" y="1209070"/>
            <a:ext cx="1299693" cy="843332"/>
            <a:chOff x="2935048" y="1209070"/>
            <a:chExt cx="1299693" cy="843332"/>
          </a:xfrm>
        </p:grpSpPr>
        <p:grpSp>
          <p:nvGrpSpPr>
            <p:cNvPr id="5201" name="Google Shape;5201;p73"/>
            <p:cNvGrpSpPr/>
            <p:nvPr/>
          </p:nvGrpSpPr>
          <p:grpSpPr>
            <a:xfrm>
              <a:off x="2947550" y="1844275"/>
              <a:ext cx="1274701" cy="208127"/>
              <a:chOff x="7154175" y="1055075"/>
              <a:chExt cx="1274701" cy="208127"/>
            </a:xfrm>
          </p:grpSpPr>
          <p:sp>
            <p:nvSpPr>
              <p:cNvPr id="5202" name="Google Shape;5202;p73"/>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73"/>
            <p:cNvGrpSpPr/>
            <p:nvPr/>
          </p:nvGrpSpPr>
          <p:grpSpPr>
            <a:xfrm>
              <a:off x="2935048" y="1209070"/>
              <a:ext cx="650143" cy="635200"/>
              <a:chOff x="791550" y="2156375"/>
              <a:chExt cx="1145425" cy="1118900"/>
            </a:xfrm>
          </p:grpSpPr>
          <p:sp>
            <p:nvSpPr>
              <p:cNvPr id="5205" name="Google Shape;5205;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3"/>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73"/>
            <p:cNvGrpSpPr/>
            <p:nvPr/>
          </p:nvGrpSpPr>
          <p:grpSpPr>
            <a:xfrm>
              <a:off x="3584598" y="1209070"/>
              <a:ext cx="650143" cy="635200"/>
              <a:chOff x="8817561" y="3596620"/>
              <a:chExt cx="650143" cy="635200"/>
            </a:xfrm>
          </p:grpSpPr>
          <p:grpSp>
            <p:nvGrpSpPr>
              <p:cNvPr id="5220" name="Google Shape;5220;p73"/>
              <p:cNvGrpSpPr/>
              <p:nvPr/>
            </p:nvGrpSpPr>
            <p:grpSpPr>
              <a:xfrm>
                <a:off x="8817561" y="3596620"/>
                <a:ext cx="650143" cy="635200"/>
                <a:chOff x="791550" y="2156375"/>
                <a:chExt cx="1145425" cy="1118900"/>
              </a:xfrm>
            </p:grpSpPr>
            <p:sp>
              <p:nvSpPr>
                <p:cNvPr id="5221" name="Google Shape;5221;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4" name="Google Shape;5234;p73"/>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6" name="Google Shape;5236;p73"/>
          <p:cNvGrpSpPr/>
          <p:nvPr/>
        </p:nvGrpSpPr>
        <p:grpSpPr>
          <a:xfrm>
            <a:off x="1159148" y="3171470"/>
            <a:ext cx="1274702" cy="843320"/>
            <a:chOff x="1159148" y="3171470"/>
            <a:chExt cx="1274702" cy="843320"/>
          </a:xfrm>
        </p:grpSpPr>
        <p:grpSp>
          <p:nvGrpSpPr>
            <p:cNvPr id="5237" name="Google Shape;5237;p73"/>
            <p:cNvGrpSpPr/>
            <p:nvPr/>
          </p:nvGrpSpPr>
          <p:grpSpPr>
            <a:xfrm>
              <a:off x="1159150" y="3806663"/>
              <a:ext cx="1274701" cy="208127"/>
              <a:chOff x="7154175" y="1055075"/>
              <a:chExt cx="1274701" cy="208127"/>
            </a:xfrm>
          </p:grpSpPr>
          <p:sp>
            <p:nvSpPr>
              <p:cNvPr id="5238" name="Google Shape;5238;p73"/>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73"/>
            <p:cNvGrpSpPr/>
            <p:nvPr/>
          </p:nvGrpSpPr>
          <p:grpSpPr>
            <a:xfrm>
              <a:off x="1159148" y="3171470"/>
              <a:ext cx="650143" cy="635200"/>
              <a:chOff x="791550" y="2156375"/>
              <a:chExt cx="1145425" cy="1118900"/>
            </a:xfrm>
          </p:grpSpPr>
          <p:sp>
            <p:nvSpPr>
              <p:cNvPr id="5241" name="Google Shape;5241;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73"/>
            <p:cNvGrpSpPr/>
            <p:nvPr/>
          </p:nvGrpSpPr>
          <p:grpSpPr>
            <a:xfrm>
              <a:off x="1809298" y="3171470"/>
              <a:ext cx="591283" cy="635200"/>
              <a:chOff x="791550" y="2156375"/>
              <a:chExt cx="1041725" cy="1118900"/>
            </a:xfrm>
          </p:grpSpPr>
          <p:sp>
            <p:nvSpPr>
              <p:cNvPr id="5257" name="Google Shape;5257;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3"/>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1" name="Google Shape;5271;p73"/>
          <p:cNvGrpSpPr/>
          <p:nvPr/>
        </p:nvGrpSpPr>
        <p:grpSpPr>
          <a:xfrm>
            <a:off x="4848750" y="3171470"/>
            <a:ext cx="1274701" cy="843320"/>
            <a:chOff x="4848750" y="3171470"/>
            <a:chExt cx="1274701" cy="843320"/>
          </a:xfrm>
        </p:grpSpPr>
        <p:grpSp>
          <p:nvGrpSpPr>
            <p:cNvPr id="5272" name="Google Shape;5272;p73"/>
            <p:cNvGrpSpPr/>
            <p:nvPr/>
          </p:nvGrpSpPr>
          <p:grpSpPr>
            <a:xfrm>
              <a:off x="4848750" y="3806663"/>
              <a:ext cx="1274701" cy="208127"/>
              <a:chOff x="7154175" y="1055075"/>
              <a:chExt cx="1274701" cy="208127"/>
            </a:xfrm>
          </p:grpSpPr>
          <p:sp>
            <p:nvSpPr>
              <p:cNvPr id="5273" name="Google Shape;5273;p73"/>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73"/>
            <p:cNvGrpSpPr/>
            <p:nvPr/>
          </p:nvGrpSpPr>
          <p:grpSpPr>
            <a:xfrm>
              <a:off x="4932779" y="3171470"/>
              <a:ext cx="1144700" cy="635200"/>
              <a:chOff x="4978742" y="3171470"/>
              <a:chExt cx="1144700" cy="635200"/>
            </a:xfrm>
          </p:grpSpPr>
          <p:grpSp>
            <p:nvGrpSpPr>
              <p:cNvPr id="5276" name="Google Shape;5276;p73"/>
              <p:cNvGrpSpPr/>
              <p:nvPr/>
            </p:nvGrpSpPr>
            <p:grpSpPr>
              <a:xfrm>
                <a:off x="5473298" y="3171470"/>
                <a:ext cx="650143" cy="635200"/>
                <a:chOff x="791550" y="2156375"/>
                <a:chExt cx="1145425" cy="1118900"/>
              </a:xfrm>
            </p:grpSpPr>
            <p:sp>
              <p:nvSpPr>
                <p:cNvPr id="5277" name="Google Shape;5277;p73"/>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73"/>
              <p:cNvGrpSpPr/>
              <p:nvPr/>
            </p:nvGrpSpPr>
            <p:grpSpPr>
              <a:xfrm>
                <a:off x="4978742" y="3171470"/>
                <a:ext cx="512600" cy="635200"/>
                <a:chOff x="1033875" y="2156375"/>
                <a:chExt cx="903100" cy="1118900"/>
              </a:xfrm>
            </p:grpSpPr>
            <p:sp>
              <p:nvSpPr>
                <p:cNvPr id="5293" name="Google Shape;5293;p73"/>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cxnSp>
        <p:nvCxnSpPr>
          <p:cNvPr id="5305" name="Google Shape;5305;p73"/>
          <p:cNvCxnSpPr>
            <a:stCxn id="5154" idx="2"/>
            <a:endCxn id="5157" idx="0"/>
          </p:cNvCxnSpPr>
          <p:nvPr/>
        </p:nvCxnSpPr>
        <p:spPr>
          <a:xfrm flipH="1" rot="-5400000">
            <a:off x="2642950" y="1874575"/>
            <a:ext cx="157500" cy="1850400"/>
          </a:xfrm>
          <a:prstGeom prst="bentConnector3">
            <a:avLst>
              <a:gd fmla="val 49952" name="adj1"/>
            </a:avLst>
          </a:prstGeom>
          <a:noFill/>
          <a:ln cap="flat" cmpd="sng" w="19050">
            <a:solidFill>
              <a:schemeClr val="lt2"/>
            </a:solidFill>
            <a:prstDash val="solid"/>
            <a:round/>
            <a:headEnd len="med" w="med" type="none"/>
            <a:tailEnd len="med" w="med" type="none"/>
          </a:ln>
        </p:spPr>
      </p:cxnSp>
      <p:cxnSp>
        <p:nvCxnSpPr>
          <p:cNvPr id="5306" name="Google Shape;5306;p73"/>
          <p:cNvCxnSpPr>
            <a:stCxn id="5157" idx="0"/>
            <a:endCxn id="5156" idx="2"/>
          </p:cNvCxnSpPr>
          <p:nvPr/>
        </p:nvCxnSpPr>
        <p:spPr>
          <a:xfrm rot="-5400000">
            <a:off x="4493433" y="1874575"/>
            <a:ext cx="157200" cy="1850400"/>
          </a:xfrm>
          <a:prstGeom prst="bentConnector3">
            <a:avLst>
              <a:gd fmla="val 50048" name="adj1"/>
            </a:avLst>
          </a:prstGeom>
          <a:noFill/>
          <a:ln cap="flat" cmpd="sng" w="19050">
            <a:solidFill>
              <a:schemeClr val="lt2"/>
            </a:solidFill>
            <a:prstDash val="solid"/>
            <a:round/>
            <a:headEnd len="med" w="med" type="none"/>
            <a:tailEnd len="med" w="med" type="none"/>
          </a:ln>
        </p:spPr>
      </p:cxnSp>
      <p:cxnSp>
        <p:nvCxnSpPr>
          <p:cNvPr id="5307" name="Google Shape;5307;p73"/>
          <p:cNvCxnSpPr>
            <a:stCxn id="5156" idx="2"/>
            <a:endCxn id="5151" idx="0"/>
          </p:cNvCxnSpPr>
          <p:nvPr/>
        </p:nvCxnSpPr>
        <p:spPr>
          <a:xfrm flipH="1" rot="-5400000">
            <a:off x="6343617" y="1874575"/>
            <a:ext cx="157500" cy="1850400"/>
          </a:xfrm>
          <a:prstGeom prst="bentConnector3">
            <a:avLst>
              <a:gd fmla="val 49952" name="adj1"/>
            </a:avLst>
          </a:prstGeom>
          <a:noFill/>
          <a:ln cap="flat" cmpd="sng" w="19050">
            <a:solidFill>
              <a:schemeClr val="lt2"/>
            </a:solidFill>
            <a:prstDash val="solid"/>
            <a:round/>
            <a:headEnd len="med" w="med" type="none"/>
            <a:tailEnd len="med" w="med" type="none"/>
          </a:ln>
        </p:spPr>
      </p:cxnSp>
      <p:cxnSp>
        <p:nvCxnSpPr>
          <p:cNvPr id="5308" name="Google Shape;5308;p73"/>
          <p:cNvCxnSpPr>
            <a:stCxn id="5153" idx="2"/>
            <a:endCxn id="5154" idx="0"/>
          </p:cNvCxnSpPr>
          <p:nvPr/>
        </p:nvCxnSpPr>
        <p:spPr>
          <a:xfrm>
            <a:off x="1796500" y="1708600"/>
            <a:ext cx="0" cy="108600"/>
          </a:xfrm>
          <a:prstGeom prst="straightConnector1">
            <a:avLst/>
          </a:prstGeom>
          <a:noFill/>
          <a:ln cap="flat" cmpd="sng" w="19050">
            <a:solidFill>
              <a:schemeClr val="lt2"/>
            </a:solidFill>
            <a:prstDash val="solid"/>
            <a:round/>
            <a:headEnd len="med" w="med" type="none"/>
            <a:tailEnd len="med" w="med" type="none"/>
          </a:ln>
        </p:spPr>
      </p:cxnSp>
      <p:cxnSp>
        <p:nvCxnSpPr>
          <p:cNvPr id="5309" name="Google Shape;5309;p73"/>
          <p:cNvCxnSpPr>
            <a:stCxn id="5155" idx="2"/>
            <a:endCxn id="5156" idx="0"/>
          </p:cNvCxnSpPr>
          <p:nvPr/>
        </p:nvCxnSpPr>
        <p:spPr>
          <a:xfrm>
            <a:off x="5497167" y="1708600"/>
            <a:ext cx="0" cy="108600"/>
          </a:xfrm>
          <a:prstGeom prst="straightConnector1">
            <a:avLst/>
          </a:prstGeom>
          <a:noFill/>
          <a:ln cap="flat" cmpd="sng" w="19050">
            <a:solidFill>
              <a:schemeClr val="lt2"/>
            </a:solidFill>
            <a:prstDash val="solid"/>
            <a:round/>
            <a:headEnd len="med" w="med" type="none"/>
            <a:tailEnd len="med" w="med" type="none"/>
          </a:ln>
        </p:spPr>
      </p:cxnSp>
      <p:cxnSp>
        <p:nvCxnSpPr>
          <p:cNvPr id="5310" name="Google Shape;5310;p73"/>
          <p:cNvCxnSpPr>
            <a:stCxn id="5151" idx="2"/>
            <a:endCxn id="5152" idx="0"/>
          </p:cNvCxnSpPr>
          <p:nvPr/>
        </p:nvCxnSpPr>
        <p:spPr>
          <a:xfrm>
            <a:off x="7347500" y="3308875"/>
            <a:ext cx="0" cy="108600"/>
          </a:xfrm>
          <a:prstGeom prst="straightConnector1">
            <a:avLst/>
          </a:prstGeom>
          <a:noFill/>
          <a:ln cap="flat" cmpd="sng" w="19050">
            <a:solidFill>
              <a:schemeClr val="lt2"/>
            </a:solidFill>
            <a:prstDash val="solid"/>
            <a:round/>
            <a:headEnd len="med" w="med" type="none"/>
            <a:tailEnd len="med" w="med" type="none"/>
          </a:ln>
        </p:spPr>
      </p:cxnSp>
      <p:cxnSp>
        <p:nvCxnSpPr>
          <p:cNvPr id="5311" name="Google Shape;5311;p73"/>
          <p:cNvCxnSpPr>
            <a:stCxn id="5157" idx="2"/>
            <a:endCxn id="5158" idx="0"/>
          </p:cNvCxnSpPr>
          <p:nvPr/>
        </p:nvCxnSpPr>
        <p:spPr>
          <a:xfrm>
            <a:off x="3646833" y="3308875"/>
            <a:ext cx="0" cy="108600"/>
          </a:xfrm>
          <a:prstGeom prst="straightConnector1">
            <a:avLst/>
          </a:prstGeom>
          <a:noFill/>
          <a:ln cap="flat" cmpd="sng" w="19050">
            <a:solidFill>
              <a:schemeClr val="lt2"/>
            </a:solidFill>
            <a:prstDash val="solid"/>
            <a:round/>
            <a:headEnd len="med" w="med" type="none"/>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5" name="Shape 5315"/>
        <p:cNvGrpSpPr/>
        <p:nvPr/>
      </p:nvGrpSpPr>
      <p:grpSpPr>
        <a:xfrm>
          <a:off x="0" y="0"/>
          <a:ext cx="0" cy="0"/>
          <a:chOff x="0" y="0"/>
          <a:chExt cx="0" cy="0"/>
        </a:xfrm>
      </p:grpSpPr>
      <p:sp>
        <p:nvSpPr>
          <p:cNvPr id="5316" name="Google Shape;5316;p7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Evolution</a:t>
            </a:r>
            <a:endParaRPr/>
          </a:p>
        </p:txBody>
      </p:sp>
      <p:sp>
        <p:nvSpPr>
          <p:cNvPr id="5317" name="Google Shape;5317;p74"/>
          <p:cNvSpPr/>
          <p:nvPr/>
        </p:nvSpPr>
        <p:spPr>
          <a:xfrm>
            <a:off x="985943" y="1538719"/>
            <a:ext cx="924300" cy="912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4"/>
          <p:cNvSpPr/>
          <p:nvPr/>
        </p:nvSpPr>
        <p:spPr>
          <a:xfrm>
            <a:off x="715050" y="3083599"/>
            <a:ext cx="1459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2019</a:t>
            </a:r>
            <a:endParaRPr>
              <a:solidFill>
                <a:schemeClr val="dk1"/>
              </a:solidFill>
            </a:endParaRPr>
          </a:p>
        </p:txBody>
      </p:sp>
      <p:sp>
        <p:nvSpPr>
          <p:cNvPr id="5319" name="Google Shape;5319;p74"/>
          <p:cNvSpPr txBox="1"/>
          <p:nvPr>
            <p:ph idx="4294967295" type="subTitle"/>
          </p:nvPr>
        </p:nvSpPr>
        <p:spPr>
          <a:xfrm>
            <a:off x="721665" y="3600425"/>
            <a:ext cx="14595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 small planet</a:t>
            </a:r>
            <a:endParaRPr/>
          </a:p>
        </p:txBody>
      </p:sp>
      <p:sp>
        <p:nvSpPr>
          <p:cNvPr id="5320" name="Google Shape;5320;p74"/>
          <p:cNvSpPr/>
          <p:nvPr/>
        </p:nvSpPr>
        <p:spPr>
          <a:xfrm>
            <a:off x="2275338" y="3083599"/>
            <a:ext cx="1459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2020</a:t>
            </a:r>
            <a:endParaRPr>
              <a:solidFill>
                <a:schemeClr val="dk1"/>
              </a:solidFill>
            </a:endParaRPr>
          </a:p>
        </p:txBody>
      </p:sp>
      <p:sp>
        <p:nvSpPr>
          <p:cNvPr id="5321" name="Google Shape;5321;p74"/>
          <p:cNvSpPr txBox="1"/>
          <p:nvPr>
            <p:ph idx="4294967295" type="subTitle"/>
          </p:nvPr>
        </p:nvSpPr>
        <p:spPr>
          <a:xfrm>
            <a:off x="2281132" y="3600425"/>
            <a:ext cx="14595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5322" name="Google Shape;5322;p74"/>
          <p:cNvSpPr/>
          <p:nvPr/>
        </p:nvSpPr>
        <p:spPr>
          <a:xfrm>
            <a:off x="3835627" y="3083599"/>
            <a:ext cx="1459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2021</a:t>
            </a:r>
            <a:endParaRPr>
              <a:solidFill>
                <a:schemeClr val="dk1"/>
              </a:solidFill>
            </a:endParaRPr>
          </a:p>
        </p:txBody>
      </p:sp>
      <p:sp>
        <p:nvSpPr>
          <p:cNvPr id="5323" name="Google Shape;5323;p74"/>
          <p:cNvSpPr txBox="1"/>
          <p:nvPr>
            <p:ph idx="4294967295" type="subTitle"/>
          </p:nvPr>
        </p:nvSpPr>
        <p:spPr>
          <a:xfrm>
            <a:off x="3840598" y="3600425"/>
            <a:ext cx="14595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5324" name="Google Shape;5324;p74"/>
          <p:cNvSpPr/>
          <p:nvPr/>
        </p:nvSpPr>
        <p:spPr>
          <a:xfrm>
            <a:off x="5395915" y="3083599"/>
            <a:ext cx="1459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2022</a:t>
            </a:r>
            <a:endParaRPr>
              <a:solidFill>
                <a:schemeClr val="dk1"/>
              </a:solidFill>
            </a:endParaRPr>
          </a:p>
        </p:txBody>
      </p:sp>
      <p:sp>
        <p:nvSpPr>
          <p:cNvPr id="5325" name="Google Shape;5325;p74"/>
          <p:cNvSpPr txBox="1"/>
          <p:nvPr>
            <p:ph idx="4294967295" type="subTitle"/>
          </p:nvPr>
        </p:nvSpPr>
        <p:spPr>
          <a:xfrm>
            <a:off x="5400065" y="3600425"/>
            <a:ext cx="14595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5326" name="Google Shape;5326;p74"/>
          <p:cNvSpPr/>
          <p:nvPr/>
        </p:nvSpPr>
        <p:spPr>
          <a:xfrm>
            <a:off x="6956203" y="3083599"/>
            <a:ext cx="1459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2023</a:t>
            </a:r>
            <a:endParaRPr>
              <a:solidFill>
                <a:schemeClr val="dk1"/>
              </a:solidFill>
            </a:endParaRPr>
          </a:p>
        </p:txBody>
      </p:sp>
      <p:sp>
        <p:nvSpPr>
          <p:cNvPr id="5327" name="Google Shape;5327;p74"/>
          <p:cNvSpPr txBox="1"/>
          <p:nvPr>
            <p:ph idx="4294967295" type="subTitle"/>
          </p:nvPr>
        </p:nvSpPr>
        <p:spPr>
          <a:xfrm>
            <a:off x="6962821" y="3600425"/>
            <a:ext cx="14595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far away from us</a:t>
            </a:r>
            <a:endParaRPr/>
          </a:p>
        </p:txBody>
      </p:sp>
      <p:sp>
        <p:nvSpPr>
          <p:cNvPr id="5328" name="Google Shape;5328;p74"/>
          <p:cNvSpPr/>
          <p:nvPr/>
        </p:nvSpPr>
        <p:spPr>
          <a:xfrm>
            <a:off x="2543764" y="1538719"/>
            <a:ext cx="924300" cy="912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4"/>
          <p:cNvSpPr/>
          <p:nvPr/>
        </p:nvSpPr>
        <p:spPr>
          <a:xfrm>
            <a:off x="4101597" y="1538719"/>
            <a:ext cx="924300" cy="912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4"/>
          <p:cNvSpPr/>
          <p:nvPr/>
        </p:nvSpPr>
        <p:spPr>
          <a:xfrm>
            <a:off x="5664316" y="1538719"/>
            <a:ext cx="924300" cy="912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4"/>
          <p:cNvSpPr/>
          <p:nvPr/>
        </p:nvSpPr>
        <p:spPr>
          <a:xfrm>
            <a:off x="7223808" y="1538719"/>
            <a:ext cx="924300" cy="912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2" name="Google Shape;5332;p74"/>
          <p:cNvCxnSpPr>
            <a:stCxn id="5317" idx="3"/>
            <a:endCxn id="5328" idx="1"/>
          </p:cNvCxnSpPr>
          <p:nvPr/>
        </p:nvCxnSpPr>
        <p:spPr>
          <a:xfrm>
            <a:off x="1910243" y="1995169"/>
            <a:ext cx="633600" cy="0"/>
          </a:xfrm>
          <a:prstGeom prst="straightConnector1">
            <a:avLst/>
          </a:prstGeom>
          <a:noFill/>
          <a:ln cap="flat" cmpd="sng" w="19050">
            <a:solidFill>
              <a:schemeClr val="lt2"/>
            </a:solidFill>
            <a:prstDash val="solid"/>
            <a:round/>
            <a:headEnd len="med" w="med" type="none"/>
            <a:tailEnd len="med" w="med" type="none"/>
          </a:ln>
        </p:spPr>
      </p:cxnSp>
      <p:cxnSp>
        <p:nvCxnSpPr>
          <p:cNvPr id="5333" name="Google Shape;5333;p74"/>
          <p:cNvCxnSpPr>
            <a:stCxn id="5328" idx="3"/>
            <a:endCxn id="5329" idx="1"/>
          </p:cNvCxnSpPr>
          <p:nvPr/>
        </p:nvCxnSpPr>
        <p:spPr>
          <a:xfrm>
            <a:off x="3468064" y="1995169"/>
            <a:ext cx="633600" cy="0"/>
          </a:xfrm>
          <a:prstGeom prst="straightConnector1">
            <a:avLst/>
          </a:prstGeom>
          <a:noFill/>
          <a:ln cap="flat" cmpd="sng" w="19050">
            <a:solidFill>
              <a:schemeClr val="lt2"/>
            </a:solidFill>
            <a:prstDash val="solid"/>
            <a:round/>
            <a:headEnd len="med" w="med" type="none"/>
            <a:tailEnd len="med" w="med" type="none"/>
          </a:ln>
        </p:spPr>
      </p:cxnSp>
      <p:cxnSp>
        <p:nvCxnSpPr>
          <p:cNvPr id="5334" name="Google Shape;5334;p74"/>
          <p:cNvCxnSpPr>
            <a:stCxn id="5329" idx="3"/>
            <a:endCxn id="5330" idx="1"/>
          </p:cNvCxnSpPr>
          <p:nvPr/>
        </p:nvCxnSpPr>
        <p:spPr>
          <a:xfrm>
            <a:off x="5025897" y="1995169"/>
            <a:ext cx="638400" cy="0"/>
          </a:xfrm>
          <a:prstGeom prst="straightConnector1">
            <a:avLst/>
          </a:prstGeom>
          <a:noFill/>
          <a:ln cap="flat" cmpd="sng" w="19050">
            <a:solidFill>
              <a:schemeClr val="lt2"/>
            </a:solidFill>
            <a:prstDash val="solid"/>
            <a:round/>
            <a:headEnd len="med" w="med" type="none"/>
            <a:tailEnd len="med" w="med" type="none"/>
          </a:ln>
        </p:spPr>
      </p:cxnSp>
      <p:cxnSp>
        <p:nvCxnSpPr>
          <p:cNvPr id="5335" name="Google Shape;5335;p74"/>
          <p:cNvCxnSpPr>
            <a:stCxn id="5330" idx="3"/>
            <a:endCxn id="5331" idx="1"/>
          </p:cNvCxnSpPr>
          <p:nvPr/>
        </p:nvCxnSpPr>
        <p:spPr>
          <a:xfrm>
            <a:off x="6588616" y="1995169"/>
            <a:ext cx="635100" cy="0"/>
          </a:xfrm>
          <a:prstGeom prst="straightConnector1">
            <a:avLst/>
          </a:prstGeom>
          <a:noFill/>
          <a:ln cap="flat" cmpd="sng" w="19050">
            <a:solidFill>
              <a:schemeClr val="lt2"/>
            </a:solidFill>
            <a:prstDash val="solid"/>
            <a:round/>
            <a:headEnd len="med" w="med" type="none"/>
            <a:tailEnd len="med" w="med" type="none"/>
          </a:ln>
        </p:spPr>
      </p:cxnSp>
      <p:cxnSp>
        <p:nvCxnSpPr>
          <p:cNvPr id="5336" name="Google Shape;5336;p74"/>
          <p:cNvCxnSpPr>
            <a:stCxn id="5317" idx="2"/>
            <a:endCxn id="5318" idx="0"/>
          </p:cNvCxnSpPr>
          <p:nvPr/>
        </p:nvCxnSpPr>
        <p:spPr>
          <a:xfrm flipH="1">
            <a:off x="1444793" y="2451619"/>
            <a:ext cx="3300" cy="632100"/>
          </a:xfrm>
          <a:prstGeom prst="straightConnector1">
            <a:avLst/>
          </a:prstGeom>
          <a:noFill/>
          <a:ln cap="flat" cmpd="sng" w="19050">
            <a:solidFill>
              <a:schemeClr val="lt2"/>
            </a:solidFill>
            <a:prstDash val="solid"/>
            <a:round/>
            <a:headEnd len="med" w="med" type="none"/>
            <a:tailEnd len="med" w="med" type="none"/>
          </a:ln>
        </p:spPr>
      </p:cxnSp>
      <p:cxnSp>
        <p:nvCxnSpPr>
          <p:cNvPr id="5337" name="Google Shape;5337;p74"/>
          <p:cNvCxnSpPr>
            <a:stCxn id="5328" idx="2"/>
            <a:endCxn id="5320" idx="0"/>
          </p:cNvCxnSpPr>
          <p:nvPr/>
        </p:nvCxnSpPr>
        <p:spPr>
          <a:xfrm flipH="1">
            <a:off x="3005014" y="2451619"/>
            <a:ext cx="900" cy="632100"/>
          </a:xfrm>
          <a:prstGeom prst="straightConnector1">
            <a:avLst/>
          </a:prstGeom>
          <a:noFill/>
          <a:ln cap="flat" cmpd="sng" w="19050">
            <a:solidFill>
              <a:schemeClr val="lt2"/>
            </a:solidFill>
            <a:prstDash val="solid"/>
            <a:round/>
            <a:headEnd len="med" w="med" type="none"/>
            <a:tailEnd len="med" w="med" type="none"/>
          </a:ln>
        </p:spPr>
      </p:cxnSp>
      <p:cxnSp>
        <p:nvCxnSpPr>
          <p:cNvPr id="5338" name="Google Shape;5338;p74"/>
          <p:cNvCxnSpPr>
            <a:stCxn id="5329" idx="2"/>
            <a:endCxn id="5322" idx="0"/>
          </p:cNvCxnSpPr>
          <p:nvPr/>
        </p:nvCxnSpPr>
        <p:spPr>
          <a:xfrm>
            <a:off x="4563747" y="2451619"/>
            <a:ext cx="1500" cy="632100"/>
          </a:xfrm>
          <a:prstGeom prst="straightConnector1">
            <a:avLst/>
          </a:prstGeom>
          <a:noFill/>
          <a:ln cap="flat" cmpd="sng" w="19050">
            <a:solidFill>
              <a:schemeClr val="lt2"/>
            </a:solidFill>
            <a:prstDash val="solid"/>
            <a:round/>
            <a:headEnd len="med" w="med" type="none"/>
            <a:tailEnd len="med" w="med" type="none"/>
          </a:ln>
        </p:spPr>
      </p:cxnSp>
      <p:cxnSp>
        <p:nvCxnSpPr>
          <p:cNvPr id="5339" name="Google Shape;5339;p74"/>
          <p:cNvCxnSpPr>
            <a:stCxn id="5330" idx="2"/>
            <a:endCxn id="5324" idx="0"/>
          </p:cNvCxnSpPr>
          <p:nvPr/>
        </p:nvCxnSpPr>
        <p:spPr>
          <a:xfrm flipH="1">
            <a:off x="6125566" y="2451619"/>
            <a:ext cx="900" cy="632100"/>
          </a:xfrm>
          <a:prstGeom prst="straightConnector1">
            <a:avLst/>
          </a:prstGeom>
          <a:noFill/>
          <a:ln cap="flat" cmpd="sng" w="19050">
            <a:solidFill>
              <a:schemeClr val="lt2"/>
            </a:solidFill>
            <a:prstDash val="solid"/>
            <a:round/>
            <a:headEnd len="med" w="med" type="none"/>
            <a:tailEnd len="med" w="med" type="none"/>
          </a:ln>
        </p:spPr>
      </p:cxnSp>
      <p:cxnSp>
        <p:nvCxnSpPr>
          <p:cNvPr id="5340" name="Google Shape;5340;p74"/>
          <p:cNvCxnSpPr>
            <a:stCxn id="5331" idx="2"/>
            <a:endCxn id="5326" idx="0"/>
          </p:cNvCxnSpPr>
          <p:nvPr/>
        </p:nvCxnSpPr>
        <p:spPr>
          <a:xfrm>
            <a:off x="7685958" y="2451619"/>
            <a:ext cx="0" cy="632100"/>
          </a:xfrm>
          <a:prstGeom prst="straightConnector1">
            <a:avLst/>
          </a:prstGeom>
          <a:noFill/>
          <a:ln cap="flat" cmpd="sng" w="19050">
            <a:solidFill>
              <a:schemeClr val="lt2"/>
            </a:solidFill>
            <a:prstDash val="solid"/>
            <a:round/>
            <a:headEnd len="med" w="med" type="none"/>
            <a:tailEnd len="med" w="med" type="none"/>
          </a:ln>
        </p:spPr>
      </p:cxnSp>
      <p:grpSp>
        <p:nvGrpSpPr>
          <p:cNvPr id="5341" name="Google Shape;5341;p74"/>
          <p:cNvGrpSpPr/>
          <p:nvPr/>
        </p:nvGrpSpPr>
        <p:grpSpPr>
          <a:xfrm>
            <a:off x="5952722" y="1777929"/>
            <a:ext cx="347568" cy="434479"/>
            <a:chOff x="904035" y="1804425"/>
            <a:chExt cx="347568" cy="434479"/>
          </a:xfrm>
        </p:grpSpPr>
        <p:sp>
          <p:nvSpPr>
            <p:cNvPr id="5342" name="Google Shape;5342;p74"/>
            <p:cNvSpPr/>
            <p:nvPr/>
          </p:nvSpPr>
          <p:spPr>
            <a:xfrm>
              <a:off x="904035" y="2108524"/>
              <a:ext cx="347568" cy="130354"/>
            </a:xfrm>
            <a:custGeom>
              <a:rect b="b" l="l" r="r" t="t"/>
              <a:pathLst>
                <a:path extrusionOk="0" h="5017" w="13377">
                  <a:moveTo>
                    <a:pt x="102" y="1"/>
                  </a:moveTo>
                  <a:lnTo>
                    <a:pt x="0" y="2788"/>
                  </a:lnTo>
                  <a:cubicBezTo>
                    <a:pt x="0" y="4019"/>
                    <a:pt x="998" y="5017"/>
                    <a:pt x="2229" y="5017"/>
                  </a:cubicBezTo>
                  <a:lnTo>
                    <a:pt x="11148" y="5017"/>
                  </a:lnTo>
                  <a:lnTo>
                    <a:pt x="11705" y="4881"/>
                  </a:lnTo>
                  <a:lnTo>
                    <a:pt x="12261" y="5017"/>
                  </a:lnTo>
                  <a:lnTo>
                    <a:pt x="12820" y="5017"/>
                  </a:lnTo>
                  <a:cubicBezTo>
                    <a:pt x="13126" y="5017"/>
                    <a:pt x="13377" y="4766"/>
                    <a:pt x="13377" y="4460"/>
                  </a:cubicBezTo>
                  <a:lnTo>
                    <a:pt x="13377" y="3345"/>
                  </a:lnTo>
                  <a:lnTo>
                    <a:pt x="13037" y="2535"/>
                  </a:lnTo>
                  <a:lnTo>
                    <a:pt x="13377" y="1242"/>
                  </a:lnTo>
                  <a:lnTo>
                    <a:pt x="1337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4"/>
            <p:cNvSpPr/>
            <p:nvPr/>
          </p:nvSpPr>
          <p:spPr>
            <a:xfrm>
              <a:off x="933005" y="2137521"/>
              <a:ext cx="318597" cy="72387"/>
            </a:xfrm>
            <a:custGeom>
              <a:rect b="b" l="l" r="r" t="t"/>
              <a:pathLst>
                <a:path extrusionOk="0" h="2786" w="12262">
                  <a:moveTo>
                    <a:pt x="12262" y="0"/>
                  </a:moveTo>
                  <a:cubicBezTo>
                    <a:pt x="12262" y="309"/>
                    <a:pt x="12011" y="557"/>
                    <a:pt x="11705" y="557"/>
                  </a:cubicBezTo>
                  <a:lnTo>
                    <a:pt x="1114" y="557"/>
                  </a:lnTo>
                  <a:cubicBezTo>
                    <a:pt x="500" y="557"/>
                    <a:pt x="1" y="1056"/>
                    <a:pt x="1" y="1672"/>
                  </a:cubicBezTo>
                  <a:cubicBezTo>
                    <a:pt x="1" y="2286"/>
                    <a:pt x="500" y="2785"/>
                    <a:pt x="1114" y="2785"/>
                  </a:cubicBezTo>
                  <a:lnTo>
                    <a:pt x="11705" y="2785"/>
                  </a:lnTo>
                  <a:cubicBezTo>
                    <a:pt x="12011" y="2785"/>
                    <a:pt x="12262" y="2537"/>
                    <a:pt x="12262" y="2229"/>
                  </a:cubicBezTo>
                  <a:lnTo>
                    <a:pt x="122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4"/>
            <p:cNvSpPr/>
            <p:nvPr/>
          </p:nvSpPr>
          <p:spPr>
            <a:xfrm>
              <a:off x="1216968" y="2137521"/>
              <a:ext cx="34635" cy="72387"/>
            </a:xfrm>
            <a:custGeom>
              <a:rect b="b" l="l" r="r" t="t"/>
              <a:pathLst>
                <a:path extrusionOk="0" h="2786" w="1333">
                  <a:moveTo>
                    <a:pt x="1333" y="0"/>
                  </a:moveTo>
                  <a:cubicBezTo>
                    <a:pt x="1333" y="309"/>
                    <a:pt x="1082" y="557"/>
                    <a:pt x="776" y="557"/>
                  </a:cubicBezTo>
                  <a:lnTo>
                    <a:pt x="559" y="557"/>
                  </a:lnTo>
                  <a:lnTo>
                    <a:pt x="559" y="2229"/>
                  </a:lnTo>
                  <a:cubicBezTo>
                    <a:pt x="559" y="2537"/>
                    <a:pt x="309" y="2785"/>
                    <a:pt x="0" y="2785"/>
                  </a:cubicBezTo>
                  <a:lnTo>
                    <a:pt x="776" y="2785"/>
                  </a:lnTo>
                  <a:cubicBezTo>
                    <a:pt x="1082" y="2785"/>
                    <a:pt x="1333" y="2537"/>
                    <a:pt x="1333" y="2229"/>
                  </a:cubicBezTo>
                  <a:lnTo>
                    <a:pt x="13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4"/>
            <p:cNvSpPr/>
            <p:nvPr/>
          </p:nvSpPr>
          <p:spPr>
            <a:xfrm>
              <a:off x="976448" y="2180963"/>
              <a:ext cx="57941" cy="57941"/>
            </a:xfrm>
            <a:custGeom>
              <a:rect b="b" l="l" r="r" t="t"/>
              <a:pathLst>
                <a:path extrusionOk="0" h="2230" w="2230">
                  <a:moveTo>
                    <a:pt x="1" y="0"/>
                  </a:moveTo>
                  <a:lnTo>
                    <a:pt x="1" y="1949"/>
                  </a:lnTo>
                  <a:cubicBezTo>
                    <a:pt x="1" y="2118"/>
                    <a:pt x="139" y="2229"/>
                    <a:pt x="282" y="2229"/>
                  </a:cubicBezTo>
                  <a:cubicBezTo>
                    <a:pt x="351" y="2229"/>
                    <a:pt x="420" y="2204"/>
                    <a:pt x="476" y="2148"/>
                  </a:cubicBezTo>
                  <a:lnTo>
                    <a:pt x="918" y="1704"/>
                  </a:lnTo>
                  <a:cubicBezTo>
                    <a:pt x="973" y="1650"/>
                    <a:pt x="1044" y="1623"/>
                    <a:pt x="1115" y="1623"/>
                  </a:cubicBezTo>
                  <a:cubicBezTo>
                    <a:pt x="1186" y="1623"/>
                    <a:pt x="1257" y="1650"/>
                    <a:pt x="1312" y="1704"/>
                  </a:cubicBezTo>
                  <a:lnTo>
                    <a:pt x="1754" y="2148"/>
                  </a:lnTo>
                  <a:cubicBezTo>
                    <a:pt x="1810" y="2204"/>
                    <a:pt x="1880" y="2229"/>
                    <a:pt x="1948" y="2229"/>
                  </a:cubicBezTo>
                  <a:cubicBezTo>
                    <a:pt x="2091" y="2229"/>
                    <a:pt x="2229" y="2118"/>
                    <a:pt x="2229" y="1949"/>
                  </a:cubicBezTo>
                  <a:lnTo>
                    <a:pt x="22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4"/>
            <p:cNvSpPr/>
            <p:nvPr/>
          </p:nvSpPr>
          <p:spPr>
            <a:xfrm>
              <a:off x="1216968" y="2108524"/>
              <a:ext cx="34635" cy="130354"/>
            </a:xfrm>
            <a:custGeom>
              <a:rect b="b" l="l" r="r" t="t"/>
              <a:pathLst>
                <a:path extrusionOk="0" h="5017" w="1333">
                  <a:moveTo>
                    <a:pt x="559" y="1"/>
                  </a:moveTo>
                  <a:lnTo>
                    <a:pt x="559" y="4460"/>
                  </a:lnTo>
                  <a:cubicBezTo>
                    <a:pt x="559" y="4766"/>
                    <a:pt x="309" y="5017"/>
                    <a:pt x="0" y="5017"/>
                  </a:cubicBezTo>
                  <a:lnTo>
                    <a:pt x="776" y="5017"/>
                  </a:lnTo>
                  <a:cubicBezTo>
                    <a:pt x="1082" y="5017"/>
                    <a:pt x="1333" y="4766"/>
                    <a:pt x="1333" y="4460"/>
                  </a:cubicBezTo>
                  <a:lnTo>
                    <a:pt x="1333" y="3345"/>
                  </a:lnTo>
                  <a:lnTo>
                    <a:pt x="993" y="2535"/>
                  </a:lnTo>
                  <a:lnTo>
                    <a:pt x="1333" y="1242"/>
                  </a:lnTo>
                  <a:lnTo>
                    <a:pt x="13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4"/>
            <p:cNvSpPr/>
            <p:nvPr/>
          </p:nvSpPr>
          <p:spPr>
            <a:xfrm>
              <a:off x="1231492" y="2137521"/>
              <a:ext cx="20110" cy="72387"/>
            </a:xfrm>
            <a:custGeom>
              <a:rect b="b" l="l" r="r" t="t"/>
              <a:pathLst>
                <a:path extrusionOk="0" h="2786" w="774">
                  <a:moveTo>
                    <a:pt x="774" y="0"/>
                  </a:moveTo>
                  <a:cubicBezTo>
                    <a:pt x="774" y="309"/>
                    <a:pt x="523" y="557"/>
                    <a:pt x="217" y="557"/>
                  </a:cubicBezTo>
                  <a:lnTo>
                    <a:pt x="0" y="557"/>
                  </a:lnTo>
                  <a:lnTo>
                    <a:pt x="0" y="2785"/>
                  </a:lnTo>
                  <a:lnTo>
                    <a:pt x="217" y="2785"/>
                  </a:lnTo>
                  <a:cubicBezTo>
                    <a:pt x="523" y="2785"/>
                    <a:pt x="774" y="2537"/>
                    <a:pt x="774" y="2229"/>
                  </a:cubicBezTo>
                  <a:lnTo>
                    <a:pt x="7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4"/>
            <p:cNvSpPr/>
            <p:nvPr/>
          </p:nvSpPr>
          <p:spPr>
            <a:xfrm>
              <a:off x="1014279" y="2180963"/>
              <a:ext cx="20110" cy="57941"/>
            </a:xfrm>
            <a:custGeom>
              <a:rect b="b" l="l" r="r" t="t"/>
              <a:pathLst>
                <a:path extrusionOk="0" h="2230" w="774">
                  <a:moveTo>
                    <a:pt x="0" y="0"/>
                  </a:moveTo>
                  <a:lnTo>
                    <a:pt x="0" y="1847"/>
                  </a:lnTo>
                  <a:lnTo>
                    <a:pt x="298" y="2148"/>
                  </a:lnTo>
                  <a:cubicBezTo>
                    <a:pt x="354" y="2204"/>
                    <a:pt x="424" y="2229"/>
                    <a:pt x="492" y="2229"/>
                  </a:cubicBezTo>
                  <a:cubicBezTo>
                    <a:pt x="635" y="2229"/>
                    <a:pt x="773" y="2118"/>
                    <a:pt x="773" y="1949"/>
                  </a:cubicBezTo>
                  <a:lnTo>
                    <a:pt x="7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4"/>
            <p:cNvSpPr/>
            <p:nvPr/>
          </p:nvSpPr>
          <p:spPr>
            <a:xfrm>
              <a:off x="933005" y="2174364"/>
              <a:ext cx="318597" cy="13147"/>
            </a:xfrm>
            <a:custGeom>
              <a:rect b="b" l="l" r="r" t="t"/>
              <a:pathLst>
                <a:path extrusionOk="0" h="506" w="12262">
                  <a:moveTo>
                    <a:pt x="29" y="1"/>
                  </a:moveTo>
                  <a:cubicBezTo>
                    <a:pt x="11" y="82"/>
                    <a:pt x="1" y="165"/>
                    <a:pt x="1" y="254"/>
                  </a:cubicBezTo>
                  <a:cubicBezTo>
                    <a:pt x="1" y="341"/>
                    <a:pt x="11" y="424"/>
                    <a:pt x="29" y="505"/>
                  </a:cubicBezTo>
                  <a:lnTo>
                    <a:pt x="12262" y="505"/>
                  </a:lnTo>
                  <a:lnTo>
                    <a:pt x="12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4"/>
            <p:cNvSpPr/>
            <p:nvPr/>
          </p:nvSpPr>
          <p:spPr>
            <a:xfrm>
              <a:off x="1193688" y="2119333"/>
              <a:ext cx="28945" cy="119545"/>
            </a:xfrm>
            <a:custGeom>
              <a:rect b="b" l="l" r="r" t="t"/>
              <a:pathLst>
                <a:path extrusionOk="0" h="4601" w="1114">
                  <a:moveTo>
                    <a:pt x="557" y="0"/>
                  </a:moveTo>
                  <a:lnTo>
                    <a:pt x="0" y="141"/>
                  </a:lnTo>
                  <a:lnTo>
                    <a:pt x="0" y="4601"/>
                  </a:lnTo>
                  <a:lnTo>
                    <a:pt x="1113" y="4601"/>
                  </a:lnTo>
                  <a:lnTo>
                    <a:pt x="1113" y="141"/>
                  </a:lnTo>
                  <a:lnTo>
                    <a:pt x="5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4"/>
            <p:cNvSpPr/>
            <p:nvPr/>
          </p:nvSpPr>
          <p:spPr>
            <a:xfrm>
              <a:off x="904035" y="1804425"/>
              <a:ext cx="347568" cy="376564"/>
            </a:xfrm>
            <a:custGeom>
              <a:rect b="b" l="l" r="r" t="t"/>
              <a:pathLst>
                <a:path extrusionOk="0" h="14493" w="13377">
                  <a:moveTo>
                    <a:pt x="2229" y="0"/>
                  </a:moveTo>
                  <a:cubicBezTo>
                    <a:pt x="998" y="0"/>
                    <a:pt x="0" y="998"/>
                    <a:pt x="0" y="2229"/>
                  </a:cubicBezTo>
                  <a:lnTo>
                    <a:pt x="0" y="14492"/>
                  </a:lnTo>
                  <a:cubicBezTo>
                    <a:pt x="0" y="13259"/>
                    <a:pt x="998" y="12261"/>
                    <a:pt x="2229" y="12261"/>
                  </a:cubicBezTo>
                  <a:lnTo>
                    <a:pt x="12820" y="12261"/>
                  </a:lnTo>
                  <a:cubicBezTo>
                    <a:pt x="13129" y="12261"/>
                    <a:pt x="13377" y="12013"/>
                    <a:pt x="13377" y="11705"/>
                  </a:cubicBezTo>
                  <a:lnTo>
                    <a:pt x="13377" y="557"/>
                  </a:lnTo>
                  <a:cubicBezTo>
                    <a:pt x="13377" y="251"/>
                    <a:pt x="13126" y="0"/>
                    <a:pt x="12820" y="0"/>
                  </a:cubicBezTo>
                  <a:lnTo>
                    <a:pt x="12261" y="0"/>
                  </a:lnTo>
                  <a:lnTo>
                    <a:pt x="11739" y="91"/>
                  </a:lnTo>
                  <a:lnTo>
                    <a:pt x="111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4"/>
            <p:cNvSpPr/>
            <p:nvPr/>
          </p:nvSpPr>
          <p:spPr>
            <a:xfrm>
              <a:off x="1019891" y="1847868"/>
              <a:ext cx="115856" cy="43469"/>
            </a:xfrm>
            <a:custGeom>
              <a:rect b="b" l="l" r="r" t="t"/>
              <a:pathLst>
                <a:path extrusionOk="0" h="1673" w="4459">
                  <a:moveTo>
                    <a:pt x="262" y="0"/>
                  </a:moveTo>
                  <a:cubicBezTo>
                    <a:pt x="116" y="0"/>
                    <a:pt x="1" y="118"/>
                    <a:pt x="1" y="261"/>
                  </a:cubicBezTo>
                  <a:lnTo>
                    <a:pt x="1" y="1411"/>
                  </a:lnTo>
                  <a:cubicBezTo>
                    <a:pt x="1" y="1555"/>
                    <a:pt x="116" y="1672"/>
                    <a:pt x="262" y="1672"/>
                  </a:cubicBezTo>
                  <a:lnTo>
                    <a:pt x="4197" y="1672"/>
                  </a:lnTo>
                  <a:cubicBezTo>
                    <a:pt x="4343" y="1672"/>
                    <a:pt x="4458" y="1555"/>
                    <a:pt x="4458" y="1411"/>
                  </a:cubicBezTo>
                  <a:lnTo>
                    <a:pt x="4458" y="261"/>
                  </a:lnTo>
                  <a:cubicBezTo>
                    <a:pt x="4458" y="118"/>
                    <a:pt x="4343" y="0"/>
                    <a:pt x="4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4"/>
            <p:cNvSpPr/>
            <p:nvPr/>
          </p:nvSpPr>
          <p:spPr>
            <a:xfrm>
              <a:off x="1108621" y="1847868"/>
              <a:ext cx="27126" cy="43469"/>
            </a:xfrm>
            <a:custGeom>
              <a:rect b="b" l="l" r="r" t="t"/>
              <a:pathLst>
                <a:path extrusionOk="0" h="1673" w="1044">
                  <a:moveTo>
                    <a:pt x="1" y="0"/>
                  </a:moveTo>
                  <a:cubicBezTo>
                    <a:pt x="150" y="0"/>
                    <a:pt x="270" y="120"/>
                    <a:pt x="270" y="269"/>
                  </a:cubicBezTo>
                  <a:lnTo>
                    <a:pt x="270" y="1403"/>
                  </a:lnTo>
                  <a:cubicBezTo>
                    <a:pt x="270" y="1552"/>
                    <a:pt x="150" y="1672"/>
                    <a:pt x="1" y="1672"/>
                  </a:cubicBezTo>
                  <a:lnTo>
                    <a:pt x="782" y="1672"/>
                  </a:lnTo>
                  <a:cubicBezTo>
                    <a:pt x="928" y="1672"/>
                    <a:pt x="1043" y="1555"/>
                    <a:pt x="1043" y="1411"/>
                  </a:cubicBezTo>
                  <a:lnTo>
                    <a:pt x="1043" y="261"/>
                  </a:lnTo>
                  <a:cubicBezTo>
                    <a:pt x="1043" y="118"/>
                    <a:pt x="928" y="0"/>
                    <a:pt x="7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4"/>
            <p:cNvSpPr/>
            <p:nvPr/>
          </p:nvSpPr>
          <p:spPr>
            <a:xfrm>
              <a:off x="1216968" y="1804425"/>
              <a:ext cx="34635" cy="318597"/>
            </a:xfrm>
            <a:custGeom>
              <a:rect b="b" l="l" r="r" t="t"/>
              <a:pathLst>
                <a:path extrusionOk="0" h="12262" w="1333">
                  <a:moveTo>
                    <a:pt x="0" y="0"/>
                  </a:moveTo>
                  <a:cubicBezTo>
                    <a:pt x="309" y="0"/>
                    <a:pt x="559" y="251"/>
                    <a:pt x="559" y="557"/>
                  </a:cubicBezTo>
                  <a:lnTo>
                    <a:pt x="559" y="11705"/>
                  </a:lnTo>
                  <a:cubicBezTo>
                    <a:pt x="559" y="12013"/>
                    <a:pt x="309" y="12261"/>
                    <a:pt x="0" y="12261"/>
                  </a:cubicBezTo>
                  <a:lnTo>
                    <a:pt x="776" y="12261"/>
                  </a:lnTo>
                  <a:cubicBezTo>
                    <a:pt x="1082" y="12261"/>
                    <a:pt x="1333" y="12013"/>
                    <a:pt x="1333" y="11705"/>
                  </a:cubicBezTo>
                  <a:lnTo>
                    <a:pt x="1333" y="557"/>
                  </a:lnTo>
                  <a:cubicBezTo>
                    <a:pt x="1333" y="251"/>
                    <a:pt x="1082" y="0"/>
                    <a:pt x="7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4"/>
            <p:cNvSpPr/>
            <p:nvPr/>
          </p:nvSpPr>
          <p:spPr>
            <a:xfrm>
              <a:off x="955402" y="1804425"/>
              <a:ext cx="13147" cy="318987"/>
            </a:xfrm>
            <a:custGeom>
              <a:rect b="b" l="l" r="r" t="t"/>
              <a:pathLst>
                <a:path extrusionOk="0" h="12277" w="506">
                  <a:moveTo>
                    <a:pt x="252" y="0"/>
                  </a:moveTo>
                  <a:cubicBezTo>
                    <a:pt x="168" y="0"/>
                    <a:pt x="82" y="5"/>
                    <a:pt x="1" y="16"/>
                  </a:cubicBezTo>
                  <a:lnTo>
                    <a:pt x="1" y="12277"/>
                  </a:lnTo>
                  <a:cubicBezTo>
                    <a:pt x="82" y="12266"/>
                    <a:pt x="168" y="12261"/>
                    <a:pt x="252" y="12261"/>
                  </a:cubicBezTo>
                  <a:lnTo>
                    <a:pt x="505" y="12261"/>
                  </a:lnTo>
                  <a:lnTo>
                    <a:pt x="5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4"/>
            <p:cNvSpPr/>
            <p:nvPr/>
          </p:nvSpPr>
          <p:spPr>
            <a:xfrm>
              <a:off x="1193688" y="1804425"/>
              <a:ext cx="28945" cy="318597"/>
            </a:xfrm>
            <a:custGeom>
              <a:rect b="b" l="l" r="r" t="t"/>
              <a:pathLst>
                <a:path extrusionOk="0" h="12262" w="1114">
                  <a:moveTo>
                    <a:pt x="0" y="0"/>
                  </a:moveTo>
                  <a:lnTo>
                    <a:pt x="0" y="12261"/>
                  </a:lnTo>
                  <a:lnTo>
                    <a:pt x="1113" y="12261"/>
                  </a:lnTo>
                  <a:lnTo>
                    <a:pt x="1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74"/>
          <p:cNvGrpSpPr/>
          <p:nvPr/>
        </p:nvGrpSpPr>
        <p:grpSpPr>
          <a:xfrm>
            <a:off x="1230859" y="1777942"/>
            <a:ext cx="434479" cy="434453"/>
            <a:chOff x="1634247" y="2471370"/>
            <a:chExt cx="434479" cy="434453"/>
          </a:xfrm>
        </p:grpSpPr>
        <p:sp>
          <p:nvSpPr>
            <p:cNvPr id="5358" name="Google Shape;5358;p74"/>
            <p:cNvSpPr/>
            <p:nvPr/>
          </p:nvSpPr>
          <p:spPr>
            <a:xfrm>
              <a:off x="1693773" y="2805479"/>
              <a:ext cx="70828" cy="100344"/>
            </a:xfrm>
            <a:custGeom>
              <a:rect b="b" l="l" r="r" t="t"/>
              <a:pathLst>
                <a:path extrusionOk="0" h="3862" w="2726">
                  <a:moveTo>
                    <a:pt x="1053" y="0"/>
                  </a:moveTo>
                  <a:lnTo>
                    <a:pt x="1053" y="518"/>
                  </a:lnTo>
                  <a:lnTo>
                    <a:pt x="766" y="1383"/>
                  </a:lnTo>
                  <a:lnTo>
                    <a:pt x="837" y="1633"/>
                  </a:lnTo>
                  <a:lnTo>
                    <a:pt x="596" y="1884"/>
                  </a:lnTo>
                  <a:lnTo>
                    <a:pt x="61" y="3496"/>
                  </a:lnTo>
                  <a:cubicBezTo>
                    <a:pt x="1" y="3676"/>
                    <a:pt x="134" y="3862"/>
                    <a:pt x="325" y="3862"/>
                  </a:cubicBezTo>
                  <a:lnTo>
                    <a:pt x="1409" y="3862"/>
                  </a:lnTo>
                  <a:cubicBezTo>
                    <a:pt x="1529" y="3862"/>
                    <a:pt x="1636" y="3786"/>
                    <a:pt x="1673" y="3671"/>
                  </a:cubicBezTo>
                  <a:lnTo>
                    <a:pt x="2268" y="1884"/>
                  </a:lnTo>
                  <a:lnTo>
                    <a:pt x="2166" y="1633"/>
                  </a:lnTo>
                  <a:lnTo>
                    <a:pt x="2438" y="1380"/>
                  </a:lnTo>
                  <a:lnTo>
                    <a:pt x="2726" y="518"/>
                  </a:lnTo>
                  <a:lnTo>
                    <a:pt x="27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4"/>
            <p:cNvSpPr/>
            <p:nvPr/>
          </p:nvSpPr>
          <p:spPr>
            <a:xfrm>
              <a:off x="1710272" y="2805479"/>
              <a:ext cx="54329" cy="100344"/>
            </a:xfrm>
            <a:custGeom>
              <a:rect b="b" l="l" r="r" t="t"/>
              <a:pathLst>
                <a:path extrusionOk="0" h="3862" w="2091">
                  <a:moveTo>
                    <a:pt x="1317" y="0"/>
                  </a:moveTo>
                  <a:lnTo>
                    <a:pt x="1317" y="518"/>
                  </a:lnTo>
                  <a:lnTo>
                    <a:pt x="264" y="3671"/>
                  </a:lnTo>
                  <a:cubicBezTo>
                    <a:pt x="228" y="3786"/>
                    <a:pt x="121" y="3862"/>
                    <a:pt x="0" y="3862"/>
                  </a:cubicBezTo>
                  <a:lnTo>
                    <a:pt x="774" y="3862"/>
                  </a:lnTo>
                  <a:cubicBezTo>
                    <a:pt x="894" y="3862"/>
                    <a:pt x="1001" y="3786"/>
                    <a:pt x="1038" y="3671"/>
                  </a:cubicBezTo>
                  <a:lnTo>
                    <a:pt x="1633" y="1884"/>
                  </a:lnTo>
                  <a:lnTo>
                    <a:pt x="1531" y="1633"/>
                  </a:lnTo>
                  <a:lnTo>
                    <a:pt x="1803" y="1380"/>
                  </a:lnTo>
                  <a:lnTo>
                    <a:pt x="2091" y="518"/>
                  </a:lnTo>
                  <a:lnTo>
                    <a:pt x="20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4"/>
            <p:cNvSpPr/>
            <p:nvPr/>
          </p:nvSpPr>
          <p:spPr>
            <a:xfrm>
              <a:off x="1709258" y="2841309"/>
              <a:ext cx="47886" cy="13147"/>
            </a:xfrm>
            <a:custGeom>
              <a:rect b="b" l="l" r="r" t="t"/>
              <a:pathLst>
                <a:path extrusionOk="0" h="506" w="1843">
                  <a:moveTo>
                    <a:pt x="170" y="1"/>
                  </a:moveTo>
                  <a:lnTo>
                    <a:pt x="0" y="505"/>
                  </a:lnTo>
                  <a:lnTo>
                    <a:pt x="1672" y="505"/>
                  </a:lnTo>
                  <a:lnTo>
                    <a:pt x="18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4"/>
            <p:cNvSpPr/>
            <p:nvPr/>
          </p:nvSpPr>
          <p:spPr>
            <a:xfrm>
              <a:off x="1938346" y="2805479"/>
              <a:ext cx="70828" cy="100344"/>
            </a:xfrm>
            <a:custGeom>
              <a:rect b="b" l="l" r="r" t="t"/>
              <a:pathLst>
                <a:path extrusionOk="0" h="3862" w="2726">
                  <a:moveTo>
                    <a:pt x="1" y="0"/>
                  </a:moveTo>
                  <a:lnTo>
                    <a:pt x="1" y="518"/>
                  </a:lnTo>
                  <a:lnTo>
                    <a:pt x="288" y="1380"/>
                  </a:lnTo>
                  <a:lnTo>
                    <a:pt x="604" y="1633"/>
                  </a:lnTo>
                  <a:lnTo>
                    <a:pt x="456" y="1884"/>
                  </a:lnTo>
                  <a:lnTo>
                    <a:pt x="1051" y="3671"/>
                  </a:lnTo>
                  <a:cubicBezTo>
                    <a:pt x="1090" y="3786"/>
                    <a:pt x="1195" y="3862"/>
                    <a:pt x="1315" y="3862"/>
                  </a:cubicBezTo>
                  <a:lnTo>
                    <a:pt x="2399" y="3862"/>
                  </a:lnTo>
                  <a:cubicBezTo>
                    <a:pt x="2590" y="3862"/>
                    <a:pt x="2726" y="3676"/>
                    <a:pt x="2666" y="3496"/>
                  </a:cubicBezTo>
                  <a:lnTo>
                    <a:pt x="2128" y="1884"/>
                  </a:lnTo>
                  <a:lnTo>
                    <a:pt x="1746" y="1633"/>
                  </a:lnTo>
                  <a:lnTo>
                    <a:pt x="1960" y="1380"/>
                  </a:lnTo>
                  <a:lnTo>
                    <a:pt x="1673" y="518"/>
                  </a:lnTo>
                  <a:lnTo>
                    <a:pt x="16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4"/>
            <p:cNvSpPr/>
            <p:nvPr/>
          </p:nvSpPr>
          <p:spPr>
            <a:xfrm>
              <a:off x="1961704" y="2805479"/>
              <a:ext cx="47470" cy="100344"/>
            </a:xfrm>
            <a:custGeom>
              <a:rect b="b" l="l" r="r" t="t"/>
              <a:pathLst>
                <a:path extrusionOk="0" h="3862" w="1827">
                  <a:moveTo>
                    <a:pt x="1" y="0"/>
                  </a:moveTo>
                  <a:lnTo>
                    <a:pt x="1" y="518"/>
                  </a:lnTo>
                  <a:lnTo>
                    <a:pt x="991" y="3496"/>
                  </a:lnTo>
                  <a:cubicBezTo>
                    <a:pt x="1051" y="3676"/>
                    <a:pt x="918" y="3862"/>
                    <a:pt x="727" y="3862"/>
                  </a:cubicBezTo>
                  <a:lnTo>
                    <a:pt x="1500" y="3862"/>
                  </a:lnTo>
                  <a:cubicBezTo>
                    <a:pt x="1691" y="3862"/>
                    <a:pt x="1827" y="3676"/>
                    <a:pt x="1767" y="3496"/>
                  </a:cubicBezTo>
                  <a:lnTo>
                    <a:pt x="1229" y="1884"/>
                  </a:lnTo>
                  <a:lnTo>
                    <a:pt x="847" y="1633"/>
                  </a:lnTo>
                  <a:lnTo>
                    <a:pt x="1061" y="1380"/>
                  </a:lnTo>
                  <a:lnTo>
                    <a:pt x="774" y="518"/>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4"/>
            <p:cNvSpPr/>
            <p:nvPr/>
          </p:nvSpPr>
          <p:spPr>
            <a:xfrm>
              <a:off x="1945829" y="2841309"/>
              <a:ext cx="47808" cy="13147"/>
            </a:xfrm>
            <a:custGeom>
              <a:rect b="b" l="l" r="r" t="t"/>
              <a:pathLst>
                <a:path extrusionOk="0" h="506" w="1840">
                  <a:moveTo>
                    <a:pt x="0" y="1"/>
                  </a:moveTo>
                  <a:lnTo>
                    <a:pt x="168" y="505"/>
                  </a:lnTo>
                  <a:lnTo>
                    <a:pt x="1840" y="505"/>
                  </a:lnTo>
                  <a:lnTo>
                    <a:pt x="16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4"/>
            <p:cNvSpPr/>
            <p:nvPr/>
          </p:nvSpPr>
          <p:spPr>
            <a:xfrm>
              <a:off x="1815891" y="2812390"/>
              <a:ext cx="13199" cy="42066"/>
            </a:xfrm>
            <a:custGeom>
              <a:rect b="b" l="l" r="r" t="t"/>
              <a:pathLst>
                <a:path extrusionOk="0" h="1619" w="508">
                  <a:moveTo>
                    <a:pt x="254" y="1"/>
                  </a:moveTo>
                  <a:cubicBezTo>
                    <a:pt x="116" y="1"/>
                    <a:pt x="1" y="113"/>
                    <a:pt x="1" y="252"/>
                  </a:cubicBezTo>
                  <a:lnTo>
                    <a:pt x="1" y="1367"/>
                  </a:lnTo>
                  <a:cubicBezTo>
                    <a:pt x="1" y="1506"/>
                    <a:pt x="116" y="1618"/>
                    <a:pt x="254" y="1618"/>
                  </a:cubicBezTo>
                  <a:cubicBezTo>
                    <a:pt x="393" y="1618"/>
                    <a:pt x="508" y="1506"/>
                    <a:pt x="508" y="1367"/>
                  </a:cubicBezTo>
                  <a:lnTo>
                    <a:pt x="508" y="252"/>
                  </a:lnTo>
                  <a:cubicBezTo>
                    <a:pt x="508" y="113"/>
                    <a:pt x="393"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4"/>
            <p:cNvSpPr/>
            <p:nvPr/>
          </p:nvSpPr>
          <p:spPr>
            <a:xfrm>
              <a:off x="1873858" y="2812390"/>
              <a:ext cx="13147" cy="42066"/>
            </a:xfrm>
            <a:custGeom>
              <a:rect b="b" l="l" r="r" t="t"/>
              <a:pathLst>
                <a:path extrusionOk="0" h="1619" w="506">
                  <a:moveTo>
                    <a:pt x="252" y="1"/>
                  </a:moveTo>
                  <a:cubicBezTo>
                    <a:pt x="113" y="1"/>
                    <a:pt x="1" y="113"/>
                    <a:pt x="1" y="252"/>
                  </a:cubicBezTo>
                  <a:lnTo>
                    <a:pt x="1" y="1367"/>
                  </a:lnTo>
                  <a:cubicBezTo>
                    <a:pt x="1" y="1506"/>
                    <a:pt x="113" y="1618"/>
                    <a:pt x="252" y="1618"/>
                  </a:cubicBezTo>
                  <a:cubicBezTo>
                    <a:pt x="393" y="1618"/>
                    <a:pt x="505" y="1506"/>
                    <a:pt x="505" y="1367"/>
                  </a:cubicBezTo>
                  <a:lnTo>
                    <a:pt x="505" y="252"/>
                  </a:lnTo>
                  <a:cubicBezTo>
                    <a:pt x="505" y="113"/>
                    <a:pt x="393"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4"/>
            <p:cNvSpPr/>
            <p:nvPr/>
          </p:nvSpPr>
          <p:spPr>
            <a:xfrm>
              <a:off x="1793494" y="2847908"/>
              <a:ext cx="115908" cy="28945"/>
            </a:xfrm>
            <a:custGeom>
              <a:rect b="b" l="l" r="r" t="t"/>
              <a:pathLst>
                <a:path extrusionOk="0" h="1114" w="4461">
                  <a:moveTo>
                    <a:pt x="262" y="0"/>
                  </a:moveTo>
                  <a:cubicBezTo>
                    <a:pt x="118" y="0"/>
                    <a:pt x="1" y="118"/>
                    <a:pt x="1" y="262"/>
                  </a:cubicBezTo>
                  <a:lnTo>
                    <a:pt x="1" y="852"/>
                  </a:lnTo>
                  <a:cubicBezTo>
                    <a:pt x="1" y="998"/>
                    <a:pt x="118" y="1113"/>
                    <a:pt x="262" y="1113"/>
                  </a:cubicBezTo>
                  <a:lnTo>
                    <a:pt x="4199" y="1113"/>
                  </a:lnTo>
                  <a:cubicBezTo>
                    <a:pt x="4343" y="1113"/>
                    <a:pt x="4460" y="998"/>
                    <a:pt x="4460" y="852"/>
                  </a:cubicBezTo>
                  <a:lnTo>
                    <a:pt x="4460" y="262"/>
                  </a:lnTo>
                  <a:cubicBezTo>
                    <a:pt x="4460" y="118"/>
                    <a:pt x="4343" y="0"/>
                    <a:pt x="4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4"/>
            <p:cNvSpPr/>
            <p:nvPr/>
          </p:nvSpPr>
          <p:spPr>
            <a:xfrm>
              <a:off x="1882276" y="2847908"/>
              <a:ext cx="27126" cy="28945"/>
            </a:xfrm>
            <a:custGeom>
              <a:rect b="b" l="l" r="r" t="t"/>
              <a:pathLst>
                <a:path extrusionOk="0" h="1114" w="1044">
                  <a:moveTo>
                    <a:pt x="1" y="0"/>
                  </a:moveTo>
                  <a:cubicBezTo>
                    <a:pt x="150" y="0"/>
                    <a:pt x="270" y="121"/>
                    <a:pt x="270" y="269"/>
                  </a:cubicBezTo>
                  <a:lnTo>
                    <a:pt x="270" y="844"/>
                  </a:lnTo>
                  <a:cubicBezTo>
                    <a:pt x="270" y="993"/>
                    <a:pt x="150" y="1113"/>
                    <a:pt x="1" y="1113"/>
                  </a:cubicBezTo>
                  <a:lnTo>
                    <a:pt x="782" y="1113"/>
                  </a:lnTo>
                  <a:cubicBezTo>
                    <a:pt x="926" y="1113"/>
                    <a:pt x="1043" y="998"/>
                    <a:pt x="1043" y="852"/>
                  </a:cubicBezTo>
                  <a:lnTo>
                    <a:pt x="1043" y="262"/>
                  </a:lnTo>
                  <a:cubicBezTo>
                    <a:pt x="1043" y="118"/>
                    <a:pt x="926" y="0"/>
                    <a:pt x="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4"/>
            <p:cNvSpPr/>
            <p:nvPr/>
          </p:nvSpPr>
          <p:spPr>
            <a:xfrm>
              <a:off x="1829739" y="2471370"/>
              <a:ext cx="43469" cy="49107"/>
            </a:xfrm>
            <a:custGeom>
              <a:rect b="b" l="l" r="r" t="t"/>
              <a:pathLst>
                <a:path extrusionOk="0" h="1890" w="1673">
                  <a:moveTo>
                    <a:pt x="262" y="0"/>
                  </a:moveTo>
                  <a:cubicBezTo>
                    <a:pt x="116" y="0"/>
                    <a:pt x="1" y="118"/>
                    <a:pt x="1" y="261"/>
                  </a:cubicBezTo>
                  <a:lnTo>
                    <a:pt x="1" y="1889"/>
                  </a:lnTo>
                  <a:lnTo>
                    <a:pt x="1673" y="1889"/>
                  </a:lnTo>
                  <a:lnTo>
                    <a:pt x="1673" y="261"/>
                  </a:lnTo>
                  <a:cubicBezTo>
                    <a:pt x="1673" y="118"/>
                    <a:pt x="1555" y="0"/>
                    <a:pt x="14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4"/>
            <p:cNvSpPr/>
            <p:nvPr/>
          </p:nvSpPr>
          <p:spPr>
            <a:xfrm>
              <a:off x="1846108" y="2471370"/>
              <a:ext cx="27100" cy="49107"/>
            </a:xfrm>
            <a:custGeom>
              <a:rect b="b" l="l" r="r" t="t"/>
              <a:pathLst>
                <a:path extrusionOk="0" h="1890" w="1043">
                  <a:moveTo>
                    <a:pt x="0" y="0"/>
                  </a:moveTo>
                  <a:cubicBezTo>
                    <a:pt x="147" y="0"/>
                    <a:pt x="269" y="120"/>
                    <a:pt x="269" y="269"/>
                  </a:cubicBezTo>
                  <a:lnTo>
                    <a:pt x="269" y="1889"/>
                  </a:lnTo>
                  <a:lnTo>
                    <a:pt x="1043" y="1889"/>
                  </a:ln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4"/>
            <p:cNvSpPr/>
            <p:nvPr/>
          </p:nvSpPr>
          <p:spPr>
            <a:xfrm>
              <a:off x="1634247" y="2514813"/>
              <a:ext cx="434479" cy="304125"/>
            </a:xfrm>
            <a:custGeom>
              <a:rect b="b" l="l" r="r" t="t"/>
              <a:pathLst>
                <a:path extrusionOk="0" h="11705" w="16722">
                  <a:moveTo>
                    <a:pt x="1045" y="0"/>
                  </a:moveTo>
                  <a:cubicBezTo>
                    <a:pt x="468" y="0"/>
                    <a:pt x="0" y="468"/>
                    <a:pt x="0" y="1045"/>
                  </a:cubicBezTo>
                  <a:lnTo>
                    <a:pt x="0" y="10660"/>
                  </a:lnTo>
                  <a:cubicBezTo>
                    <a:pt x="0" y="11237"/>
                    <a:pt x="468" y="11705"/>
                    <a:pt x="1045" y="11705"/>
                  </a:cubicBezTo>
                  <a:lnTo>
                    <a:pt x="15676" y="11705"/>
                  </a:lnTo>
                  <a:cubicBezTo>
                    <a:pt x="16254" y="11705"/>
                    <a:pt x="16721" y="11237"/>
                    <a:pt x="16721" y="10660"/>
                  </a:cubicBezTo>
                  <a:lnTo>
                    <a:pt x="16721" y="1045"/>
                  </a:lnTo>
                  <a:cubicBezTo>
                    <a:pt x="16721" y="468"/>
                    <a:pt x="16254" y="0"/>
                    <a:pt x="15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4"/>
            <p:cNvSpPr/>
            <p:nvPr/>
          </p:nvSpPr>
          <p:spPr>
            <a:xfrm>
              <a:off x="1663165" y="2543783"/>
              <a:ext cx="376564" cy="246184"/>
            </a:xfrm>
            <a:custGeom>
              <a:rect b="b" l="l" r="r" t="t"/>
              <a:pathLst>
                <a:path extrusionOk="0" h="9475" w="14493">
                  <a:moveTo>
                    <a:pt x="262" y="1"/>
                  </a:moveTo>
                  <a:cubicBezTo>
                    <a:pt x="118" y="1"/>
                    <a:pt x="0" y="118"/>
                    <a:pt x="0" y="262"/>
                  </a:cubicBezTo>
                  <a:lnTo>
                    <a:pt x="0" y="9213"/>
                  </a:lnTo>
                  <a:cubicBezTo>
                    <a:pt x="0" y="9359"/>
                    <a:pt x="118" y="9474"/>
                    <a:pt x="262" y="9474"/>
                  </a:cubicBezTo>
                  <a:lnTo>
                    <a:pt x="14231" y="9474"/>
                  </a:lnTo>
                  <a:cubicBezTo>
                    <a:pt x="14375" y="9474"/>
                    <a:pt x="14493" y="9359"/>
                    <a:pt x="14493" y="9213"/>
                  </a:cubicBezTo>
                  <a:lnTo>
                    <a:pt x="14493" y="262"/>
                  </a:lnTo>
                  <a:cubicBezTo>
                    <a:pt x="14493" y="118"/>
                    <a:pt x="14375" y="1"/>
                    <a:pt x="14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4"/>
            <p:cNvSpPr/>
            <p:nvPr/>
          </p:nvSpPr>
          <p:spPr>
            <a:xfrm>
              <a:off x="1716378" y="2616898"/>
              <a:ext cx="83456" cy="100007"/>
            </a:xfrm>
            <a:custGeom>
              <a:rect b="b" l="l" r="r" t="t"/>
              <a:pathLst>
                <a:path extrusionOk="0" h="3849" w="3212">
                  <a:moveTo>
                    <a:pt x="1613" y="826"/>
                  </a:moveTo>
                  <a:lnTo>
                    <a:pt x="2253" y="2522"/>
                  </a:lnTo>
                  <a:lnTo>
                    <a:pt x="965" y="2522"/>
                  </a:lnTo>
                  <a:lnTo>
                    <a:pt x="1613" y="826"/>
                  </a:lnTo>
                  <a:close/>
                  <a:moveTo>
                    <a:pt x="1613" y="1"/>
                  </a:moveTo>
                  <a:cubicBezTo>
                    <a:pt x="1479" y="1"/>
                    <a:pt x="1359" y="79"/>
                    <a:pt x="1310" y="204"/>
                  </a:cubicBezTo>
                  <a:cubicBezTo>
                    <a:pt x="1307" y="204"/>
                    <a:pt x="1307" y="207"/>
                    <a:pt x="1307" y="210"/>
                  </a:cubicBezTo>
                  <a:lnTo>
                    <a:pt x="50" y="3507"/>
                  </a:lnTo>
                  <a:cubicBezTo>
                    <a:pt x="1" y="3637"/>
                    <a:pt x="66" y="3781"/>
                    <a:pt x="197" y="3831"/>
                  </a:cubicBezTo>
                  <a:cubicBezTo>
                    <a:pt x="225" y="3844"/>
                    <a:pt x="257" y="3849"/>
                    <a:pt x="285" y="3849"/>
                  </a:cubicBezTo>
                  <a:cubicBezTo>
                    <a:pt x="387" y="3849"/>
                    <a:pt x="484" y="3786"/>
                    <a:pt x="523" y="3684"/>
                  </a:cubicBezTo>
                  <a:lnTo>
                    <a:pt x="774" y="3026"/>
                  </a:lnTo>
                  <a:lnTo>
                    <a:pt x="2443" y="3026"/>
                  </a:lnTo>
                  <a:lnTo>
                    <a:pt x="2692" y="3684"/>
                  </a:lnTo>
                  <a:cubicBezTo>
                    <a:pt x="2730" y="3785"/>
                    <a:pt x="2825" y="3847"/>
                    <a:pt x="2926" y="3847"/>
                  </a:cubicBezTo>
                  <a:cubicBezTo>
                    <a:pt x="2956" y="3847"/>
                    <a:pt x="2986" y="3842"/>
                    <a:pt x="3016" y="3831"/>
                  </a:cubicBezTo>
                  <a:cubicBezTo>
                    <a:pt x="3146" y="3784"/>
                    <a:pt x="3212" y="3637"/>
                    <a:pt x="3162" y="3507"/>
                  </a:cubicBezTo>
                  <a:lnTo>
                    <a:pt x="1918" y="210"/>
                  </a:lnTo>
                  <a:lnTo>
                    <a:pt x="1916" y="202"/>
                  </a:lnTo>
                  <a:cubicBezTo>
                    <a:pt x="1866" y="79"/>
                    <a:pt x="1746" y="1"/>
                    <a:pt x="16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4"/>
            <p:cNvSpPr/>
            <p:nvPr/>
          </p:nvSpPr>
          <p:spPr>
            <a:xfrm>
              <a:off x="1817242" y="2616898"/>
              <a:ext cx="66229" cy="100007"/>
            </a:xfrm>
            <a:custGeom>
              <a:rect b="b" l="l" r="r" t="t"/>
              <a:pathLst>
                <a:path extrusionOk="0" h="3849" w="2549">
                  <a:moveTo>
                    <a:pt x="1226" y="505"/>
                  </a:moveTo>
                  <a:cubicBezTo>
                    <a:pt x="1511" y="505"/>
                    <a:pt x="1744" y="735"/>
                    <a:pt x="1744" y="1022"/>
                  </a:cubicBezTo>
                  <a:cubicBezTo>
                    <a:pt x="1744" y="1307"/>
                    <a:pt x="1511" y="1539"/>
                    <a:pt x="1226" y="1539"/>
                  </a:cubicBezTo>
                  <a:lnTo>
                    <a:pt x="505" y="1539"/>
                  </a:lnTo>
                  <a:lnTo>
                    <a:pt x="505" y="505"/>
                  </a:lnTo>
                  <a:close/>
                  <a:moveTo>
                    <a:pt x="1394" y="2044"/>
                  </a:moveTo>
                  <a:cubicBezTo>
                    <a:pt x="1751" y="2044"/>
                    <a:pt x="2041" y="2334"/>
                    <a:pt x="2041" y="2692"/>
                  </a:cubicBezTo>
                  <a:cubicBezTo>
                    <a:pt x="2041" y="3050"/>
                    <a:pt x="1751" y="3340"/>
                    <a:pt x="1394" y="3340"/>
                  </a:cubicBezTo>
                  <a:cubicBezTo>
                    <a:pt x="1234" y="3340"/>
                    <a:pt x="790" y="3342"/>
                    <a:pt x="505" y="3342"/>
                  </a:cubicBezTo>
                  <a:lnTo>
                    <a:pt x="505" y="2046"/>
                  </a:lnTo>
                  <a:cubicBezTo>
                    <a:pt x="615" y="2044"/>
                    <a:pt x="746" y="2044"/>
                    <a:pt x="868" y="2044"/>
                  </a:cubicBezTo>
                  <a:close/>
                  <a:moveTo>
                    <a:pt x="254" y="1"/>
                  </a:moveTo>
                  <a:cubicBezTo>
                    <a:pt x="113" y="1"/>
                    <a:pt x="1" y="113"/>
                    <a:pt x="1" y="251"/>
                  </a:cubicBezTo>
                  <a:lnTo>
                    <a:pt x="1" y="1793"/>
                  </a:lnTo>
                  <a:lnTo>
                    <a:pt x="1" y="3596"/>
                  </a:lnTo>
                  <a:cubicBezTo>
                    <a:pt x="1" y="3663"/>
                    <a:pt x="27" y="3726"/>
                    <a:pt x="77" y="3776"/>
                  </a:cubicBezTo>
                  <a:cubicBezTo>
                    <a:pt x="124" y="3823"/>
                    <a:pt x="186" y="3849"/>
                    <a:pt x="254" y="3849"/>
                  </a:cubicBezTo>
                  <a:cubicBezTo>
                    <a:pt x="265" y="3849"/>
                    <a:pt x="1151" y="3844"/>
                    <a:pt x="1394" y="3844"/>
                  </a:cubicBezTo>
                  <a:cubicBezTo>
                    <a:pt x="2031" y="3844"/>
                    <a:pt x="2548" y="3326"/>
                    <a:pt x="2548" y="2692"/>
                  </a:cubicBezTo>
                  <a:cubicBezTo>
                    <a:pt x="2548" y="2271"/>
                    <a:pt x="2321" y="1905"/>
                    <a:pt x="1987" y="1701"/>
                  </a:cubicBezTo>
                  <a:cubicBezTo>
                    <a:pt x="2149" y="1521"/>
                    <a:pt x="2248" y="1283"/>
                    <a:pt x="2248" y="1022"/>
                  </a:cubicBezTo>
                  <a:cubicBezTo>
                    <a:pt x="2248" y="458"/>
                    <a:pt x="1788" y="1"/>
                    <a:pt x="12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4"/>
            <p:cNvSpPr/>
            <p:nvPr/>
          </p:nvSpPr>
          <p:spPr>
            <a:xfrm>
              <a:off x="1901711" y="2616898"/>
              <a:ext cx="84729" cy="100007"/>
            </a:xfrm>
            <a:custGeom>
              <a:rect b="b" l="l" r="r" t="t"/>
              <a:pathLst>
                <a:path extrusionOk="0" h="3849" w="3261">
                  <a:moveTo>
                    <a:pt x="1926" y="1"/>
                  </a:moveTo>
                  <a:cubicBezTo>
                    <a:pt x="865" y="1"/>
                    <a:pt x="0" y="863"/>
                    <a:pt x="0" y="1923"/>
                  </a:cubicBezTo>
                  <a:cubicBezTo>
                    <a:pt x="0" y="2984"/>
                    <a:pt x="865" y="3849"/>
                    <a:pt x="1926" y="3849"/>
                  </a:cubicBezTo>
                  <a:cubicBezTo>
                    <a:pt x="2344" y="3849"/>
                    <a:pt x="2720" y="3711"/>
                    <a:pt x="3010" y="3452"/>
                  </a:cubicBezTo>
                  <a:cubicBezTo>
                    <a:pt x="3067" y="3402"/>
                    <a:pt x="3122" y="3345"/>
                    <a:pt x="3172" y="3285"/>
                  </a:cubicBezTo>
                  <a:cubicBezTo>
                    <a:pt x="3261" y="3180"/>
                    <a:pt x="3248" y="3021"/>
                    <a:pt x="3141" y="2929"/>
                  </a:cubicBezTo>
                  <a:cubicBezTo>
                    <a:pt x="3093" y="2890"/>
                    <a:pt x="3036" y="2871"/>
                    <a:pt x="2979" y="2871"/>
                  </a:cubicBezTo>
                  <a:cubicBezTo>
                    <a:pt x="2907" y="2871"/>
                    <a:pt x="2835" y="2902"/>
                    <a:pt x="2785" y="2961"/>
                  </a:cubicBezTo>
                  <a:cubicBezTo>
                    <a:pt x="2751" y="3002"/>
                    <a:pt x="2715" y="3042"/>
                    <a:pt x="2675" y="3076"/>
                  </a:cubicBezTo>
                  <a:cubicBezTo>
                    <a:pt x="2474" y="3253"/>
                    <a:pt x="2223" y="3345"/>
                    <a:pt x="1926" y="3345"/>
                  </a:cubicBezTo>
                  <a:cubicBezTo>
                    <a:pt x="1142" y="3345"/>
                    <a:pt x="504" y="2707"/>
                    <a:pt x="504" y="1923"/>
                  </a:cubicBezTo>
                  <a:cubicBezTo>
                    <a:pt x="504" y="1140"/>
                    <a:pt x="1142" y="505"/>
                    <a:pt x="1926" y="505"/>
                  </a:cubicBezTo>
                  <a:cubicBezTo>
                    <a:pt x="2210" y="505"/>
                    <a:pt x="2485" y="588"/>
                    <a:pt x="2720" y="745"/>
                  </a:cubicBezTo>
                  <a:cubicBezTo>
                    <a:pt x="2763" y="775"/>
                    <a:pt x="2813" y="789"/>
                    <a:pt x="2862" y="789"/>
                  </a:cubicBezTo>
                  <a:cubicBezTo>
                    <a:pt x="2942" y="789"/>
                    <a:pt x="3021" y="750"/>
                    <a:pt x="3070" y="677"/>
                  </a:cubicBezTo>
                  <a:cubicBezTo>
                    <a:pt x="3146" y="562"/>
                    <a:pt x="3117" y="406"/>
                    <a:pt x="3002" y="327"/>
                  </a:cubicBezTo>
                  <a:cubicBezTo>
                    <a:pt x="2683" y="113"/>
                    <a:pt x="2310" y="1"/>
                    <a:pt x="19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4"/>
            <p:cNvSpPr/>
            <p:nvPr/>
          </p:nvSpPr>
          <p:spPr>
            <a:xfrm>
              <a:off x="2020555" y="2514813"/>
              <a:ext cx="48172" cy="304125"/>
            </a:xfrm>
            <a:custGeom>
              <a:rect b="b" l="l" r="r" t="t"/>
              <a:pathLst>
                <a:path extrusionOk="0" h="11705" w="1854">
                  <a:moveTo>
                    <a:pt x="1" y="0"/>
                  </a:moveTo>
                  <a:cubicBezTo>
                    <a:pt x="597" y="0"/>
                    <a:pt x="1080" y="484"/>
                    <a:pt x="1080" y="1077"/>
                  </a:cubicBezTo>
                  <a:lnTo>
                    <a:pt x="1080" y="10628"/>
                  </a:lnTo>
                  <a:cubicBezTo>
                    <a:pt x="1080" y="11224"/>
                    <a:pt x="597" y="11705"/>
                    <a:pt x="1" y="11705"/>
                  </a:cubicBezTo>
                  <a:lnTo>
                    <a:pt x="777" y="11705"/>
                  </a:lnTo>
                  <a:cubicBezTo>
                    <a:pt x="1370" y="11705"/>
                    <a:pt x="1853" y="11224"/>
                    <a:pt x="1853" y="10628"/>
                  </a:cubicBezTo>
                  <a:lnTo>
                    <a:pt x="1853" y="1077"/>
                  </a:lnTo>
                  <a:cubicBezTo>
                    <a:pt x="1853" y="484"/>
                    <a:pt x="1370" y="0"/>
                    <a:pt x="7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4"/>
            <p:cNvSpPr/>
            <p:nvPr/>
          </p:nvSpPr>
          <p:spPr>
            <a:xfrm>
              <a:off x="2012630" y="2543783"/>
              <a:ext cx="27100" cy="246184"/>
            </a:xfrm>
            <a:custGeom>
              <a:rect b="b" l="l" r="r" t="t"/>
              <a:pathLst>
                <a:path extrusionOk="0" h="9475" w="1043">
                  <a:moveTo>
                    <a:pt x="0" y="1"/>
                  </a:moveTo>
                  <a:cubicBezTo>
                    <a:pt x="149" y="1"/>
                    <a:pt x="269" y="121"/>
                    <a:pt x="269" y="270"/>
                  </a:cubicBezTo>
                  <a:lnTo>
                    <a:pt x="269" y="9205"/>
                  </a:lnTo>
                  <a:cubicBezTo>
                    <a:pt x="269" y="9354"/>
                    <a:pt x="149" y="9474"/>
                    <a:pt x="0" y="9474"/>
                  </a:cubicBezTo>
                  <a:lnTo>
                    <a:pt x="774" y="9474"/>
                  </a:lnTo>
                  <a:cubicBezTo>
                    <a:pt x="922" y="9474"/>
                    <a:pt x="1043" y="9354"/>
                    <a:pt x="1043" y="9205"/>
                  </a:cubicBezTo>
                  <a:lnTo>
                    <a:pt x="1043" y="270"/>
                  </a:lnTo>
                  <a:cubicBezTo>
                    <a:pt x="1043" y="121"/>
                    <a:pt x="922"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4"/>
          <p:cNvGrpSpPr/>
          <p:nvPr/>
        </p:nvGrpSpPr>
        <p:grpSpPr>
          <a:xfrm>
            <a:off x="7529916" y="1777929"/>
            <a:ext cx="333070" cy="434479"/>
            <a:chOff x="7899641" y="3805259"/>
            <a:chExt cx="333070" cy="434479"/>
          </a:xfrm>
        </p:grpSpPr>
        <p:sp>
          <p:nvSpPr>
            <p:cNvPr id="5378" name="Google Shape;5378;p74"/>
            <p:cNvSpPr/>
            <p:nvPr/>
          </p:nvSpPr>
          <p:spPr>
            <a:xfrm>
              <a:off x="7943084" y="3848702"/>
              <a:ext cx="289627" cy="391037"/>
            </a:xfrm>
            <a:custGeom>
              <a:rect b="b" l="l" r="r" t="t"/>
              <a:pathLst>
                <a:path extrusionOk="0" h="15050" w="11147">
                  <a:moveTo>
                    <a:pt x="7802" y="0"/>
                  </a:moveTo>
                  <a:lnTo>
                    <a:pt x="1" y="13377"/>
                  </a:lnTo>
                  <a:lnTo>
                    <a:pt x="1" y="14493"/>
                  </a:lnTo>
                  <a:cubicBezTo>
                    <a:pt x="1" y="14801"/>
                    <a:pt x="249" y="15049"/>
                    <a:pt x="557" y="15049"/>
                  </a:cubicBezTo>
                  <a:lnTo>
                    <a:pt x="10590" y="15049"/>
                  </a:lnTo>
                  <a:cubicBezTo>
                    <a:pt x="10898" y="15049"/>
                    <a:pt x="11146" y="14801"/>
                    <a:pt x="11146" y="14493"/>
                  </a:cubicBezTo>
                  <a:lnTo>
                    <a:pt x="11146" y="557"/>
                  </a:lnTo>
                  <a:cubicBezTo>
                    <a:pt x="11146" y="251"/>
                    <a:pt x="10898" y="0"/>
                    <a:pt x="105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4"/>
            <p:cNvSpPr/>
            <p:nvPr/>
          </p:nvSpPr>
          <p:spPr>
            <a:xfrm>
              <a:off x="8198128" y="3848702"/>
              <a:ext cx="34583" cy="391037"/>
            </a:xfrm>
            <a:custGeom>
              <a:rect b="b" l="l" r="r" t="t"/>
              <a:pathLst>
                <a:path extrusionOk="0" h="15050" w="1331">
                  <a:moveTo>
                    <a:pt x="0" y="0"/>
                  </a:moveTo>
                  <a:cubicBezTo>
                    <a:pt x="309" y="0"/>
                    <a:pt x="557" y="251"/>
                    <a:pt x="557" y="557"/>
                  </a:cubicBezTo>
                  <a:lnTo>
                    <a:pt x="557" y="14493"/>
                  </a:lnTo>
                  <a:cubicBezTo>
                    <a:pt x="557" y="14801"/>
                    <a:pt x="309" y="15049"/>
                    <a:pt x="0" y="15049"/>
                  </a:cubicBezTo>
                  <a:lnTo>
                    <a:pt x="774" y="15049"/>
                  </a:lnTo>
                  <a:cubicBezTo>
                    <a:pt x="1082" y="15049"/>
                    <a:pt x="1330" y="14801"/>
                    <a:pt x="1330" y="14493"/>
                  </a:cubicBezTo>
                  <a:lnTo>
                    <a:pt x="1330" y="557"/>
                  </a:lnTo>
                  <a:cubicBezTo>
                    <a:pt x="1330" y="251"/>
                    <a:pt x="1082"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4"/>
            <p:cNvSpPr/>
            <p:nvPr/>
          </p:nvSpPr>
          <p:spPr>
            <a:xfrm>
              <a:off x="7899641" y="3805259"/>
              <a:ext cx="289601" cy="391011"/>
            </a:xfrm>
            <a:custGeom>
              <a:rect b="b" l="l" r="r" t="t"/>
              <a:pathLst>
                <a:path extrusionOk="0" h="15049" w="11146">
                  <a:moveTo>
                    <a:pt x="557" y="0"/>
                  </a:moveTo>
                  <a:cubicBezTo>
                    <a:pt x="249" y="0"/>
                    <a:pt x="0" y="251"/>
                    <a:pt x="0" y="557"/>
                  </a:cubicBezTo>
                  <a:lnTo>
                    <a:pt x="0" y="14492"/>
                  </a:lnTo>
                  <a:cubicBezTo>
                    <a:pt x="0" y="14801"/>
                    <a:pt x="249" y="15049"/>
                    <a:pt x="557" y="15049"/>
                  </a:cubicBezTo>
                  <a:lnTo>
                    <a:pt x="10589" y="15049"/>
                  </a:lnTo>
                  <a:cubicBezTo>
                    <a:pt x="10898" y="15049"/>
                    <a:pt x="11146" y="14801"/>
                    <a:pt x="11146" y="14492"/>
                  </a:cubicBezTo>
                  <a:lnTo>
                    <a:pt x="11146" y="3344"/>
                  </a:lnTo>
                  <a:lnTo>
                    <a:pt x="9069" y="2367"/>
                  </a:lnTo>
                  <a:lnTo>
                    <a:pt x="78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4"/>
            <p:cNvSpPr/>
            <p:nvPr/>
          </p:nvSpPr>
          <p:spPr>
            <a:xfrm>
              <a:off x="8102330" y="3805259"/>
              <a:ext cx="86911" cy="86911"/>
            </a:xfrm>
            <a:custGeom>
              <a:rect b="b" l="l" r="r" t="t"/>
              <a:pathLst>
                <a:path extrusionOk="0" h="3345" w="3345">
                  <a:moveTo>
                    <a:pt x="1" y="0"/>
                  </a:moveTo>
                  <a:lnTo>
                    <a:pt x="1" y="2788"/>
                  </a:lnTo>
                  <a:cubicBezTo>
                    <a:pt x="1" y="3096"/>
                    <a:pt x="252" y="3344"/>
                    <a:pt x="560" y="3344"/>
                  </a:cubicBezTo>
                  <a:lnTo>
                    <a:pt x="3345" y="3344"/>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4"/>
            <p:cNvSpPr/>
            <p:nvPr/>
          </p:nvSpPr>
          <p:spPr>
            <a:xfrm>
              <a:off x="7922038" y="4117309"/>
              <a:ext cx="92758" cy="56564"/>
            </a:xfrm>
            <a:custGeom>
              <a:rect b="b" l="l" r="r" t="t"/>
              <a:pathLst>
                <a:path extrusionOk="0" h="2177" w="3570">
                  <a:moveTo>
                    <a:pt x="3050" y="505"/>
                  </a:moveTo>
                  <a:cubicBezTo>
                    <a:pt x="3057" y="505"/>
                    <a:pt x="3065" y="513"/>
                    <a:pt x="3065" y="520"/>
                  </a:cubicBezTo>
                  <a:lnTo>
                    <a:pt x="3065" y="1654"/>
                  </a:lnTo>
                  <a:cubicBezTo>
                    <a:pt x="3065" y="1665"/>
                    <a:pt x="3057" y="1673"/>
                    <a:pt x="3050" y="1673"/>
                  </a:cubicBezTo>
                  <a:lnTo>
                    <a:pt x="521" y="1673"/>
                  </a:lnTo>
                  <a:cubicBezTo>
                    <a:pt x="513" y="1673"/>
                    <a:pt x="505" y="1665"/>
                    <a:pt x="505" y="1654"/>
                  </a:cubicBezTo>
                  <a:lnTo>
                    <a:pt x="505" y="520"/>
                  </a:lnTo>
                  <a:cubicBezTo>
                    <a:pt x="505" y="513"/>
                    <a:pt x="513" y="505"/>
                    <a:pt x="521" y="505"/>
                  </a:cubicBezTo>
                  <a:close/>
                  <a:moveTo>
                    <a:pt x="521" y="0"/>
                  </a:moveTo>
                  <a:cubicBezTo>
                    <a:pt x="233" y="0"/>
                    <a:pt x="1" y="233"/>
                    <a:pt x="1" y="520"/>
                  </a:cubicBezTo>
                  <a:lnTo>
                    <a:pt x="1" y="1654"/>
                  </a:lnTo>
                  <a:cubicBezTo>
                    <a:pt x="1" y="1942"/>
                    <a:pt x="233" y="2177"/>
                    <a:pt x="521" y="2177"/>
                  </a:cubicBezTo>
                  <a:lnTo>
                    <a:pt x="3050" y="2177"/>
                  </a:lnTo>
                  <a:cubicBezTo>
                    <a:pt x="3337" y="2177"/>
                    <a:pt x="3569" y="1942"/>
                    <a:pt x="3569" y="1654"/>
                  </a:cubicBezTo>
                  <a:lnTo>
                    <a:pt x="3569" y="520"/>
                  </a:lnTo>
                  <a:cubicBezTo>
                    <a:pt x="3569" y="233"/>
                    <a:pt x="3337" y="0"/>
                    <a:pt x="30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4"/>
            <p:cNvSpPr/>
            <p:nvPr/>
          </p:nvSpPr>
          <p:spPr>
            <a:xfrm>
              <a:off x="8131327" y="4123831"/>
              <a:ext cx="28996" cy="28996"/>
            </a:xfrm>
            <a:custGeom>
              <a:rect b="b" l="l" r="r" t="t"/>
              <a:pathLst>
                <a:path extrusionOk="0" h="1116" w="1116">
                  <a:moveTo>
                    <a:pt x="262" y="0"/>
                  </a:moveTo>
                  <a:cubicBezTo>
                    <a:pt x="118" y="0"/>
                    <a:pt x="0" y="118"/>
                    <a:pt x="0" y="262"/>
                  </a:cubicBezTo>
                  <a:lnTo>
                    <a:pt x="0" y="855"/>
                  </a:lnTo>
                  <a:cubicBezTo>
                    <a:pt x="0" y="998"/>
                    <a:pt x="118" y="1116"/>
                    <a:pt x="262" y="1116"/>
                  </a:cubicBezTo>
                  <a:lnTo>
                    <a:pt x="855" y="1116"/>
                  </a:lnTo>
                  <a:cubicBezTo>
                    <a:pt x="998" y="1116"/>
                    <a:pt x="1116" y="998"/>
                    <a:pt x="1116" y="855"/>
                  </a:cubicBezTo>
                  <a:lnTo>
                    <a:pt x="1116" y="262"/>
                  </a:lnTo>
                  <a:cubicBezTo>
                    <a:pt x="1116" y="118"/>
                    <a:pt x="998"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4"/>
            <p:cNvSpPr/>
            <p:nvPr/>
          </p:nvSpPr>
          <p:spPr>
            <a:xfrm>
              <a:off x="8008248" y="3834230"/>
              <a:ext cx="57941" cy="28945"/>
            </a:xfrm>
            <a:custGeom>
              <a:rect b="b" l="l" r="r" t="t"/>
              <a:pathLst>
                <a:path extrusionOk="0" h="1114" w="2230">
                  <a:moveTo>
                    <a:pt x="262" y="1"/>
                  </a:moveTo>
                  <a:cubicBezTo>
                    <a:pt x="116" y="1"/>
                    <a:pt x="1" y="116"/>
                    <a:pt x="1" y="262"/>
                  </a:cubicBezTo>
                  <a:lnTo>
                    <a:pt x="1" y="853"/>
                  </a:lnTo>
                  <a:cubicBezTo>
                    <a:pt x="1" y="999"/>
                    <a:pt x="116" y="1114"/>
                    <a:pt x="262" y="1114"/>
                  </a:cubicBezTo>
                  <a:lnTo>
                    <a:pt x="1968" y="1114"/>
                  </a:lnTo>
                  <a:cubicBezTo>
                    <a:pt x="2112" y="1114"/>
                    <a:pt x="2229" y="999"/>
                    <a:pt x="2229" y="853"/>
                  </a:cubicBezTo>
                  <a:lnTo>
                    <a:pt x="2229" y="262"/>
                  </a:lnTo>
                  <a:cubicBezTo>
                    <a:pt x="2229" y="116"/>
                    <a:pt x="2112" y="1"/>
                    <a:pt x="1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5385" name="Google Shape;5385;p74"/>
            <p:cNvSpPr/>
            <p:nvPr/>
          </p:nvSpPr>
          <p:spPr>
            <a:xfrm>
              <a:off x="7943759" y="3900096"/>
              <a:ext cx="201364" cy="201364"/>
            </a:xfrm>
            <a:custGeom>
              <a:rect b="b" l="l" r="r" t="t"/>
              <a:pathLst>
                <a:path extrusionOk="0" h="7750" w="7750">
                  <a:moveTo>
                    <a:pt x="3875" y="504"/>
                  </a:moveTo>
                  <a:cubicBezTo>
                    <a:pt x="5733" y="504"/>
                    <a:pt x="7246" y="2017"/>
                    <a:pt x="7246" y="3875"/>
                  </a:cubicBezTo>
                  <a:cubicBezTo>
                    <a:pt x="7246" y="5732"/>
                    <a:pt x="5733" y="7245"/>
                    <a:pt x="3875" y="7245"/>
                  </a:cubicBezTo>
                  <a:cubicBezTo>
                    <a:pt x="2018" y="7245"/>
                    <a:pt x="505" y="5732"/>
                    <a:pt x="505" y="3875"/>
                  </a:cubicBezTo>
                  <a:cubicBezTo>
                    <a:pt x="505" y="2017"/>
                    <a:pt x="2018" y="504"/>
                    <a:pt x="3875" y="504"/>
                  </a:cubicBezTo>
                  <a:close/>
                  <a:moveTo>
                    <a:pt x="3875" y="0"/>
                  </a:moveTo>
                  <a:cubicBezTo>
                    <a:pt x="1738" y="0"/>
                    <a:pt x="1" y="1737"/>
                    <a:pt x="1" y="3875"/>
                  </a:cubicBezTo>
                  <a:cubicBezTo>
                    <a:pt x="1" y="6012"/>
                    <a:pt x="1738" y="7749"/>
                    <a:pt x="3875" y="7749"/>
                  </a:cubicBezTo>
                  <a:cubicBezTo>
                    <a:pt x="6012" y="7749"/>
                    <a:pt x="7750" y="6012"/>
                    <a:pt x="7750" y="3875"/>
                  </a:cubicBezTo>
                  <a:cubicBezTo>
                    <a:pt x="7750" y="1737"/>
                    <a:pt x="6012" y="0"/>
                    <a:pt x="38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4"/>
            <p:cNvSpPr/>
            <p:nvPr/>
          </p:nvSpPr>
          <p:spPr>
            <a:xfrm>
              <a:off x="7986319" y="3950787"/>
              <a:ext cx="83456" cy="100033"/>
            </a:xfrm>
            <a:custGeom>
              <a:rect b="b" l="l" r="r" t="t"/>
              <a:pathLst>
                <a:path extrusionOk="0" h="3850" w="3212">
                  <a:moveTo>
                    <a:pt x="1613" y="826"/>
                  </a:moveTo>
                  <a:lnTo>
                    <a:pt x="2253" y="2522"/>
                  </a:lnTo>
                  <a:lnTo>
                    <a:pt x="965" y="2522"/>
                  </a:lnTo>
                  <a:lnTo>
                    <a:pt x="1613" y="826"/>
                  </a:lnTo>
                  <a:close/>
                  <a:moveTo>
                    <a:pt x="1613" y="1"/>
                  </a:moveTo>
                  <a:cubicBezTo>
                    <a:pt x="1480" y="1"/>
                    <a:pt x="1359" y="79"/>
                    <a:pt x="1307" y="204"/>
                  </a:cubicBezTo>
                  <a:cubicBezTo>
                    <a:pt x="1307" y="204"/>
                    <a:pt x="1307" y="207"/>
                    <a:pt x="1307" y="210"/>
                  </a:cubicBezTo>
                  <a:lnTo>
                    <a:pt x="50" y="3507"/>
                  </a:lnTo>
                  <a:cubicBezTo>
                    <a:pt x="1" y="3637"/>
                    <a:pt x="66" y="3781"/>
                    <a:pt x="197" y="3831"/>
                  </a:cubicBezTo>
                  <a:cubicBezTo>
                    <a:pt x="225" y="3844"/>
                    <a:pt x="257" y="3849"/>
                    <a:pt x="286" y="3849"/>
                  </a:cubicBezTo>
                  <a:cubicBezTo>
                    <a:pt x="387" y="3849"/>
                    <a:pt x="484" y="3786"/>
                    <a:pt x="523" y="3684"/>
                  </a:cubicBezTo>
                  <a:lnTo>
                    <a:pt x="774" y="3026"/>
                  </a:lnTo>
                  <a:lnTo>
                    <a:pt x="2444" y="3026"/>
                  </a:lnTo>
                  <a:lnTo>
                    <a:pt x="2692" y="3684"/>
                  </a:lnTo>
                  <a:cubicBezTo>
                    <a:pt x="2728" y="3785"/>
                    <a:pt x="2824" y="3847"/>
                    <a:pt x="2926" y="3847"/>
                  </a:cubicBezTo>
                  <a:cubicBezTo>
                    <a:pt x="2956" y="3847"/>
                    <a:pt x="2986" y="3842"/>
                    <a:pt x="3016" y="3831"/>
                  </a:cubicBezTo>
                  <a:cubicBezTo>
                    <a:pt x="3146" y="3784"/>
                    <a:pt x="3212" y="3637"/>
                    <a:pt x="3162" y="3507"/>
                  </a:cubicBezTo>
                  <a:lnTo>
                    <a:pt x="1918" y="210"/>
                  </a:lnTo>
                  <a:lnTo>
                    <a:pt x="1916" y="202"/>
                  </a:lnTo>
                  <a:cubicBezTo>
                    <a:pt x="1866" y="79"/>
                    <a:pt x="1746" y="1"/>
                    <a:pt x="16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4"/>
            <p:cNvSpPr/>
            <p:nvPr/>
          </p:nvSpPr>
          <p:spPr>
            <a:xfrm>
              <a:off x="8059563" y="3943538"/>
              <a:ext cx="42118" cy="42092"/>
            </a:xfrm>
            <a:custGeom>
              <a:rect b="b" l="l" r="r" t="t"/>
              <a:pathLst>
                <a:path extrusionOk="0" h="1620" w="1621">
                  <a:moveTo>
                    <a:pt x="811" y="0"/>
                  </a:moveTo>
                  <a:cubicBezTo>
                    <a:pt x="672" y="0"/>
                    <a:pt x="560" y="112"/>
                    <a:pt x="560" y="251"/>
                  </a:cubicBezTo>
                  <a:lnTo>
                    <a:pt x="560" y="557"/>
                  </a:lnTo>
                  <a:lnTo>
                    <a:pt x="254" y="557"/>
                  </a:lnTo>
                  <a:cubicBezTo>
                    <a:pt x="116" y="557"/>
                    <a:pt x="1" y="669"/>
                    <a:pt x="1" y="810"/>
                  </a:cubicBezTo>
                  <a:cubicBezTo>
                    <a:pt x="1" y="949"/>
                    <a:pt x="116" y="1061"/>
                    <a:pt x="254" y="1061"/>
                  </a:cubicBezTo>
                  <a:lnTo>
                    <a:pt x="560" y="1061"/>
                  </a:lnTo>
                  <a:lnTo>
                    <a:pt x="560" y="1367"/>
                  </a:lnTo>
                  <a:cubicBezTo>
                    <a:pt x="560" y="1505"/>
                    <a:pt x="672" y="1620"/>
                    <a:pt x="811" y="1620"/>
                  </a:cubicBezTo>
                  <a:cubicBezTo>
                    <a:pt x="952" y="1620"/>
                    <a:pt x="1064" y="1505"/>
                    <a:pt x="1064" y="1367"/>
                  </a:cubicBezTo>
                  <a:lnTo>
                    <a:pt x="1064" y="1061"/>
                  </a:lnTo>
                  <a:lnTo>
                    <a:pt x="1370" y="1061"/>
                  </a:lnTo>
                  <a:cubicBezTo>
                    <a:pt x="1508" y="1061"/>
                    <a:pt x="1621" y="949"/>
                    <a:pt x="1621" y="810"/>
                  </a:cubicBezTo>
                  <a:cubicBezTo>
                    <a:pt x="1621" y="669"/>
                    <a:pt x="1508" y="557"/>
                    <a:pt x="1370" y="557"/>
                  </a:cubicBezTo>
                  <a:lnTo>
                    <a:pt x="1064" y="557"/>
                  </a:lnTo>
                  <a:lnTo>
                    <a:pt x="1064" y="251"/>
                  </a:lnTo>
                  <a:cubicBezTo>
                    <a:pt x="1064" y="112"/>
                    <a:pt x="952" y="0"/>
                    <a:pt x="8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4"/>
            <p:cNvSpPr/>
            <p:nvPr/>
          </p:nvSpPr>
          <p:spPr>
            <a:xfrm>
              <a:off x="8039063" y="3834230"/>
              <a:ext cx="27126" cy="28945"/>
            </a:xfrm>
            <a:custGeom>
              <a:rect b="b" l="l" r="r" t="t"/>
              <a:pathLst>
                <a:path extrusionOk="0" h="1114" w="1044">
                  <a:moveTo>
                    <a:pt x="1" y="1"/>
                  </a:moveTo>
                  <a:cubicBezTo>
                    <a:pt x="150" y="1"/>
                    <a:pt x="270" y="121"/>
                    <a:pt x="270" y="270"/>
                  </a:cubicBezTo>
                  <a:lnTo>
                    <a:pt x="270" y="845"/>
                  </a:lnTo>
                  <a:cubicBezTo>
                    <a:pt x="270" y="994"/>
                    <a:pt x="150"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4"/>
            <p:cNvSpPr/>
            <p:nvPr/>
          </p:nvSpPr>
          <p:spPr>
            <a:xfrm>
              <a:off x="8135744" y="4123831"/>
              <a:ext cx="24579" cy="28996"/>
            </a:xfrm>
            <a:custGeom>
              <a:rect b="b" l="l" r="r" t="t"/>
              <a:pathLst>
                <a:path extrusionOk="0" h="1116" w="946">
                  <a:moveTo>
                    <a:pt x="99" y="0"/>
                  </a:moveTo>
                  <a:cubicBezTo>
                    <a:pt x="66" y="0"/>
                    <a:pt x="32" y="8"/>
                    <a:pt x="0" y="21"/>
                  </a:cubicBezTo>
                  <a:cubicBezTo>
                    <a:pt x="99" y="60"/>
                    <a:pt x="170" y="157"/>
                    <a:pt x="170" y="269"/>
                  </a:cubicBezTo>
                  <a:lnTo>
                    <a:pt x="170" y="847"/>
                  </a:lnTo>
                  <a:cubicBezTo>
                    <a:pt x="170" y="962"/>
                    <a:pt x="99" y="1058"/>
                    <a:pt x="0" y="1098"/>
                  </a:cubicBezTo>
                  <a:cubicBezTo>
                    <a:pt x="32" y="1108"/>
                    <a:pt x="66" y="1116"/>
                    <a:pt x="99" y="1116"/>
                  </a:cubicBezTo>
                  <a:lnTo>
                    <a:pt x="677" y="1116"/>
                  </a:lnTo>
                  <a:cubicBezTo>
                    <a:pt x="826" y="1116"/>
                    <a:pt x="946" y="996"/>
                    <a:pt x="946" y="847"/>
                  </a:cubicBezTo>
                  <a:lnTo>
                    <a:pt x="946" y="269"/>
                  </a:lnTo>
                  <a:cubicBezTo>
                    <a:pt x="946" y="123"/>
                    <a:pt x="826" y="0"/>
                    <a:pt x="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74"/>
          <p:cNvGrpSpPr/>
          <p:nvPr/>
        </p:nvGrpSpPr>
        <p:grpSpPr>
          <a:xfrm>
            <a:off x="2788622" y="1777929"/>
            <a:ext cx="434479" cy="434479"/>
            <a:chOff x="4753472" y="2471344"/>
            <a:chExt cx="434479" cy="434479"/>
          </a:xfrm>
        </p:grpSpPr>
        <p:sp>
          <p:nvSpPr>
            <p:cNvPr id="5391" name="Google Shape;5391;p74"/>
            <p:cNvSpPr/>
            <p:nvPr/>
          </p:nvSpPr>
          <p:spPr>
            <a:xfrm>
              <a:off x="4767918" y="2572702"/>
              <a:ext cx="405561" cy="293342"/>
            </a:xfrm>
            <a:custGeom>
              <a:rect b="b" l="l" r="r" t="t"/>
              <a:pathLst>
                <a:path extrusionOk="0" h="11290" w="15609">
                  <a:moveTo>
                    <a:pt x="1116" y="1"/>
                  </a:moveTo>
                  <a:cubicBezTo>
                    <a:pt x="500" y="1"/>
                    <a:pt x="1" y="500"/>
                    <a:pt x="1" y="1116"/>
                  </a:cubicBezTo>
                  <a:lnTo>
                    <a:pt x="1" y="11290"/>
                  </a:lnTo>
                  <a:lnTo>
                    <a:pt x="15609" y="11290"/>
                  </a:lnTo>
                  <a:lnTo>
                    <a:pt x="15609" y="1116"/>
                  </a:lnTo>
                  <a:cubicBezTo>
                    <a:pt x="15609" y="500"/>
                    <a:pt x="15107" y="1"/>
                    <a:pt x="144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4"/>
            <p:cNvSpPr/>
            <p:nvPr/>
          </p:nvSpPr>
          <p:spPr>
            <a:xfrm>
              <a:off x="4796915" y="2601698"/>
              <a:ext cx="347594" cy="264346"/>
            </a:xfrm>
            <a:custGeom>
              <a:rect b="b" l="l" r="r" t="t"/>
              <a:pathLst>
                <a:path extrusionOk="0" h="10174" w="13378">
                  <a:moveTo>
                    <a:pt x="557" y="0"/>
                  </a:moveTo>
                  <a:cubicBezTo>
                    <a:pt x="249" y="0"/>
                    <a:pt x="0" y="251"/>
                    <a:pt x="0" y="557"/>
                  </a:cubicBezTo>
                  <a:lnTo>
                    <a:pt x="0" y="10174"/>
                  </a:lnTo>
                  <a:lnTo>
                    <a:pt x="13377" y="10174"/>
                  </a:lnTo>
                  <a:lnTo>
                    <a:pt x="13377" y="557"/>
                  </a:lnTo>
                  <a:cubicBezTo>
                    <a:pt x="13377" y="251"/>
                    <a:pt x="13129" y="0"/>
                    <a:pt x="12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4"/>
            <p:cNvSpPr/>
            <p:nvPr/>
          </p:nvSpPr>
          <p:spPr>
            <a:xfrm>
              <a:off x="5124372" y="2572702"/>
              <a:ext cx="49107" cy="293342"/>
            </a:xfrm>
            <a:custGeom>
              <a:rect b="b" l="l" r="r" t="t"/>
              <a:pathLst>
                <a:path extrusionOk="0" h="11290" w="1890">
                  <a:moveTo>
                    <a:pt x="1" y="1"/>
                  </a:moveTo>
                  <a:cubicBezTo>
                    <a:pt x="615" y="1"/>
                    <a:pt x="1114" y="500"/>
                    <a:pt x="1114" y="1116"/>
                  </a:cubicBezTo>
                  <a:lnTo>
                    <a:pt x="1114" y="11290"/>
                  </a:lnTo>
                  <a:lnTo>
                    <a:pt x="1890" y="11290"/>
                  </a:lnTo>
                  <a:lnTo>
                    <a:pt x="1890" y="1116"/>
                  </a:lnTo>
                  <a:cubicBezTo>
                    <a:pt x="1890" y="500"/>
                    <a:pt x="1388" y="1"/>
                    <a:pt x="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4"/>
            <p:cNvSpPr/>
            <p:nvPr/>
          </p:nvSpPr>
          <p:spPr>
            <a:xfrm>
              <a:off x="5109848" y="2601698"/>
              <a:ext cx="34661" cy="264346"/>
            </a:xfrm>
            <a:custGeom>
              <a:rect b="b" l="l" r="r" t="t"/>
              <a:pathLst>
                <a:path extrusionOk="0" h="10174" w="1334">
                  <a:moveTo>
                    <a:pt x="1" y="0"/>
                  </a:moveTo>
                  <a:cubicBezTo>
                    <a:pt x="309" y="0"/>
                    <a:pt x="560" y="251"/>
                    <a:pt x="560" y="557"/>
                  </a:cubicBezTo>
                  <a:lnTo>
                    <a:pt x="560" y="10174"/>
                  </a:lnTo>
                  <a:lnTo>
                    <a:pt x="1333" y="10174"/>
                  </a:lnTo>
                  <a:lnTo>
                    <a:pt x="1333" y="557"/>
                  </a:lnTo>
                  <a:cubicBezTo>
                    <a:pt x="1333" y="251"/>
                    <a:pt x="1082" y="0"/>
                    <a:pt x="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4"/>
            <p:cNvSpPr/>
            <p:nvPr/>
          </p:nvSpPr>
          <p:spPr>
            <a:xfrm>
              <a:off x="4753472" y="2847908"/>
              <a:ext cx="434479" cy="57915"/>
            </a:xfrm>
            <a:custGeom>
              <a:rect b="b" l="l" r="r" t="t"/>
              <a:pathLst>
                <a:path extrusionOk="0" h="2229" w="16722">
                  <a:moveTo>
                    <a:pt x="557" y="0"/>
                  </a:moveTo>
                  <a:cubicBezTo>
                    <a:pt x="248" y="0"/>
                    <a:pt x="0" y="249"/>
                    <a:pt x="0" y="557"/>
                  </a:cubicBezTo>
                  <a:lnTo>
                    <a:pt x="0" y="1113"/>
                  </a:lnTo>
                  <a:cubicBezTo>
                    <a:pt x="0" y="1730"/>
                    <a:pt x="499" y="2229"/>
                    <a:pt x="1116" y="2229"/>
                  </a:cubicBezTo>
                  <a:lnTo>
                    <a:pt x="15606" y="2229"/>
                  </a:lnTo>
                  <a:cubicBezTo>
                    <a:pt x="16222" y="2229"/>
                    <a:pt x="16721" y="1730"/>
                    <a:pt x="16721" y="1113"/>
                  </a:cubicBezTo>
                  <a:lnTo>
                    <a:pt x="16721" y="557"/>
                  </a:lnTo>
                  <a:cubicBezTo>
                    <a:pt x="16721" y="249"/>
                    <a:pt x="16470" y="0"/>
                    <a:pt x="16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4"/>
            <p:cNvSpPr/>
            <p:nvPr/>
          </p:nvSpPr>
          <p:spPr>
            <a:xfrm>
              <a:off x="5138767" y="2847908"/>
              <a:ext cx="49185" cy="57915"/>
            </a:xfrm>
            <a:custGeom>
              <a:rect b="b" l="l" r="r" t="t"/>
              <a:pathLst>
                <a:path extrusionOk="0" h="2229" w="1893">
                  <a:moveTo>
                    <a:pt x="557" y="0"/>
                  </a:moveTo>
                  <a:cubicBezTo>
                    <a:pt x="865" y="0"/>
                    <a:pt x="1116" y="249"/>
                    <a:pt x="1116" y="557"/>
                  </a:cubicBezTo>
                  <a:lnTo>
                    <a:pt x="1116" y="1113"/>
                  </a:lnTo>
                  <a:cubicBezTo>
                    <a:pt x="1116" y="1730"/>
                    <a:pt x="617" y="2229"/>
                    <a:pt x="1" y="2229"/>
                  </a:cubicBezTo>
                  <a:lnTo>
                    <a:pt x="777" y="2229"/>
                  </a:lnTo>
                  <a:cubicBezTo>
                    <a:pt x="1393" y="2229"/>
                    <a:pt x="1892" y="1730"/>
                    <a:pt x="1892" y="1113"/>
                  </a:cubicBezTo>
                  <a:lnTo>
                    <a:pt x="1892" y="557"/>
                  </a:lnTo>
                  <a:cubicBezTo>
                    <a:pt x="1892" y="249"/>
                    <a:pt x="1641" y="0"/>
                    <a:pt x="1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4"/>
            <p:cNvSpPr/>
            <p:nvPr/>
          </p:nvSpPr>
          <p:spPr>
            <a:xfrm>
              <a:off x="4920514" y="2847908"/>
              <a:ext cx="100448" cy="35518"/>
            </a:xfrm>
            <a:custGeom>
              <a:rect b="b" l="l" r="r" t="t"/>
              <a:pathLst>
                <a:path extrusionOk="0" h="1367" w="3866">
                  <a:moveTo>
                    <a:pt x="1" y="0"/>
                  </a:moveTo>
                  <a:lnTo>
                    <a:pt x="186" y="753"/>
                  </a:lnTo>
                  <a:cubicBezTo>
                    <a:pt x="278" y="1113"/>
                    <a:pt x="602" y="1367"/>
                    <a:pt x="973" y="1367"/>
                  </a:cubicBezTo>
                  <a:lnTo>
                    <a:pt x="2891" y="1367"/>
                  </a:lnTo>
                  <a:cubicBezTo>
                    <a:pt x="3262" y="1367"/>
                    <a:pt x="3586" y="1113"/>
                    <a:pt x="3674" y="753"/>
                  </a:cubicBezTo>
                  <a:lnTo>
                    <a:pt x="3865" y="0"/>
                  </a:lnTo>
                  <a:lnTo>
                    <a:pt x="3345" y="0"/>
                  </a:lnTo>
                  <a:lnTo>
                    <a:pt x="3186" y="630"/>
                  </a:lnTo>
                  <a:cubicBezTo>
                    <a:pt x="3152" y="766"/>
                    <a:pt x="3029" y="863"/>
                    <a:pt x="2891" y="863"/>
                  </a:cubicBezTo>
                  <a:lnTo>
                    <a:pt x="973" y="863"/>
                  </a:lnTo>
                  <a:cubicBezTo>
                    <a:pt x="834" y="863"/>
                    <a:pt x="712" y="766"/>
                    <a:pt x="678" y="630"/>
                  </a:cubicBezTo>
                  <a:lnTo>
                    <a:pt x="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4"/>
            <p:cNvSpPr/>
            <p:nvPr/>
          </p:nvSpPr>
          <p:spPr>
            <a:xfrm>
              <a:off x="4948964" y="2748317"/>
              <a:ext cx="43469" cy="52848"/>
            </a:xfrm>
            <a:custGeom>
              <a:rect b="b" l="l" r="r" t="t"/>
              <a:pathLst>
                <a:path extrusionOk="0" h="2034" w="1673">
                  <a:moveTo>
                    <a:pt x="1" y="1"/>
                  </a:moveTo>
                  <a:lnTo>
                    <a:pt x="1" y="2033"/>
                  </a:lnTo>
                  <a:lnTo>
                    <a:pt x="1673" y="2033"/>
                  </a:lnTo>
                  <a:lnTo>
                    <a:pt x="16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4"/>
            <p:cNvSpPr/>
            <p:nvPr/>
          </p:nvSpPr>
          <p:spPr>
            <a:xfrm>
              <a:off x="4972323" y="2748317"/>
              <a:ext cx="20110" cy="52848"/>
            </a:xfrm>
            <a:custGeom>
              <a:rect b="b" l="l" r="r" t="t"/>
              <a:pathLst>
                <a:path extrusionOk="0" h="2034" w="774">
                  <a:moveTo>
                    <a:pt x="0" y="1"/>
                  </a:moveTo>
                  <a:lnTo>
                    <a:pt x="0" y="2033"/>
                  </a:lnTo>
                  <a:lnTo>
                    <a:pt x="774" y="2033"/>
                  </a:lnTo>
                  <a:lnTo>
                    <a:pt x="7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4"/>
            <p:cNvSpPr/>
            <p:nvPr/>
          </p:nvSpPr>
          <p:spPr>
            <a:xfrm>
              <a:off x="4934518" y="2789941"/>
              <a:ext cx="72387" cy="57993"/>
            </a:xfrm>
            <a:custGeom>
              <a:rect b="b" l="l" r="r" t="t"/>
              <a:pathLst>
                <a:path extrusionOk="0" h="2232" w="2786">
                  <a:moveTo>
                    <a:pt x="261" y="0"/>
                  </a:moveTo>
                  <a:cubicBezTo>
                    <a:pt x="115" y="0"/>
                    <a:pt x="0" y="118"/>
                    <a:pt x="0" y="261"/>
                  </a:cubicBezTo>
                  <a:lnTo>
                    <a:pt x="0" y="2231"/>
                  </a:lnTo>
                  <a:lnTo>
                    <a:pt x="2785" y="2231"/>
                  </a:lnTo>
                  <a:lnTo>
                    <a:pt x="2785" y="261"/>
                  </a:lnTo>
                  <a:cubicBezTo>
                    <a:pt x="2785" y="118"/>
                    <a:pt x="2670" y="0"/>
                    <a:pt x="25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4"/>
            <p:cNvSpPr/>
            <p:nvPr/>
          </p:nvSpPr>
          <p:spPr>
            <a:xfrm>
              <a:off x="4979780" y="2789941"/>
              <a:ext cx="27126" cy="57993"/>
            </a:xfrm>
            <a:custGeom>
              <a:rect b="b" l="l" r="r" t="t"/>
              <a:pathLst>
                <a:path extrusionOk="0" h="2232" w="1044">
                  <a:moveTo>
                    <a:pt x="1" y="0"/>
                  </a:moveTo>
                  <a:cubicBezTo>
                    <a:pt x="150" y="0"/>
                    <a:pt x="270" y="123"/>
                    <a:pt x="270" y="269"/>
                  </a:cubicBezTo>
                  <a:lnTo>
                    <a:pt x="270" y="2231"/>
                  </a:lnTo>
                  <a:lnTo>
                    <a:pt x="1043" y="2231"/>
                  </a:lnTo>
                  <a:lnTo>
                    <a:pt x="1043" y="269"/>
                  </a:lnTo>
                  <a:cubicBezTo>
                    <a:pt x="1043" y="123"/>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4"/>
            <p:cNvSpPr/>
            <p:nvPr/>
          </p:nvSpPr>
          <p:spPr>
            <a:xfrm>
              <a:off x="4934518" y="2812390"/>
              <a:ext cx="72387" cy="13147"/>
            </a:xfrm>
            <a:custGeom>
              <a:rect b="b" l="l" r="r" t="t"/>
              <a:pathLst>
                <a:path extrusionOk="0" h="506" w="2786">
                  <a:moveTo>
                    <a:pt x="0" y="1"/>
                  </a:moveTo>
                  <a:lnTo>
                    <a:pt x="0" y="505"/>
                  </a:lnTo>
                  <a:lnTo>
                    <a:pt x="2785" y="505"/>
                  </a:lnTo>
                  <a:lnTo>
                    <a:pt x="27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4"/>
            <p:cNvSpPr/>
            <p:nvPr/>
          </p:nvSpPr>
          <p:spPr>
            <a:xfrm>
              <a:off x="4825885" y="2471370"/>
              <a:ext cx="289627" cy="289679"/>
            </a:xfrm>
            <a:custGeom>
              <a:rect b="b" l="l" r="r" t="t"/>
              <a:pathLst>
                <a:path extrusionOk="0" h="11149" w="11147">
                  <a:moveTo>
                    <a:pt x="5574" y="0"/>
                  </a:moveTo>
                  <a:cubicBezTo>
                    <a:pt x="2496" y="0"/>
                    <a:pt x="1" y="2495"/>
                    <a:pt x="1" y="5573"/>
                  </a:cubicBezTo>
                  <a:cubicBezTo>
                    <a:pt x="1" y="8653"/>
                    <a:pt x="2496" y="11148"/>
                    <a:pt x="5574" y="11148"/>
                  </a:cubicBezTo>
                  <a:cubicBezTo>
                    <a:pt x="8651" y="11148"/>
                    <a:pt x="11146" y="8653"/>
                    <a:pt x="11146" y="5573"/>
                  </a:cubicBezTo>
                  <a:cubicBezTo>
                    <a:pt x="11146" y="2495"/>
                    <a:pt x="8651" y="0"/>
                    <a:pt x="55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4"/>
            <p:cNvSpPr/>
            <p:nvPr/>
          </p:nvSpPr>
          <p:spPr>
            <a:xfrm>
              <a:off x="4854804" y="2500340"/>
              <a:ext cx="231790" cy="231712"/>
            </a:xfrm>
            <a:custGeom>
              <a:rect b="b" l="l" r="r" t="t"/>
              <a:pathLst>
                <a:path extrusionOk="0" h="8918" w="8921">
                  <a:moveTo>
                    <a:pt x="4461" y="1"/>
                  </a:moveTo>
                  <a:cubicBezTo>
                    <a:pt x="1997" y="1"/>
                    <a:pt x="1" y="1997"/>
                    <a:pt x="1" y="4458"/>
                  </a:cubicBezTo>
                  <a:cubicBezTo>
                    <a:pt x="1" y="6922"/>
                    <a:pt x="1997" y="8918"/>
                    <a:pt x="4461" y="8918"/>
                  </a:cubicBezTo>
                  <a:cubicBezTo>
                    <a:pt x="6924" y="8918"/>
                    <a:pt x="8920" y="6922"/>
                    <a:pt x="8920" y="4458"/>
                  </a:cubicBezTo>
                  <a:cubicBezTo>
                    <a:pt x="8920" y="1997"/>
                    <a:pt x="6924" y="1"/>
                    <a:pt x="44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4"/>
            <p:cNvSpPr/>
            <p:nvPr/>
          </p:nvSpPr>
          <p:spPr>
            <a:xfrm>
              <a:off x="4960656" y="2471344"/>
              <a:ext cx="169042" cy="289705"/>
            </a:xfrm>
            <a:custGeom>
              <a:rect b="b" l="l" r="r" t="t"/>
              <a:pathLst>
                <a:path extrusionOk="0" h="11150" w="6506">
                  <a:moveTo>
                    <a:pt x="385" y="1"/>
                  </a:moveTo>
                  <a:cubicBezTo>
                    <a:pt x="257" y="1"/>
                    <a:pt x="128" y="5"/>
                    <a:pt x="0" y="14"/>
                  </a:cubicBezTo>
                  <a:cubicBezTo>
                    <a:pt x="1296" y="106"/>
                    <a:pt x="2563" y="644"/>
                    <a:pt x="3553" y="1634"/>
                  </a:cubicBezTo>
                  <a:cubicBezTo>
                    <a:pt x="5730" y="3810"/>
                    <a:pt x="5730" y="7340"/>
                    <a:pt x="3553" y="9516"/>
                  </a:cubicBezTo>
                  <a:cubicBezTo>
                    <a:pt x="2563" y="10506"/>
                    <a:pt x="1293" y="11045"/>
                    <a:pt x="0" y="11136"/>
                  </a:cubicBezTo>
                  <a:cubicBezTo>
                    <a:pt x="128" y="11145"/>
                    <a:pt x="257" y="11149"/>
                    <a:pt x="385" y="11149"/>
                  </a:cubicBezTo>
                  <a:cubicBezTo>
                    <a:pt x="1812" y="11149"/>
                    <a:pt x="3238" y="10604"/>
                    <a:pt x="4327" y="9516"/>
                  </a:cubicBezTo>
                  <a:cubicBezTo>
                    <a:pt x="6506" y="7340"/>
                    <a:pt x="6506" y="3810"/>
                    <a:pt x="4327" y="1634"/>
                  </a:cubicBezTo>
                  <a:cubicBezTo>
                    <a:pt x="3238" y="546"/>
                    <a:pt x="1812" y="1"/>
                    <a:pt x="3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4"/>
            <p:cNvSpPr/>
            <p:nvPr/>
          </p:nvSpPr>
          <p:spPr>
            <a:xfrm>
              <a:off x="4960656" y="2500314"/>
              <a:ext cx="137214" cy="231738"/>
            </a:xfrm>
            <a:custGeom>
              <a:rect b="b" l="l" r="r" t="t"/>
              <a:pathLst>
                <a:path extrusionOk="0" h="8919" w="5281">
                  <a:moveTo>
                    <a:pt x="387" y="1"/>
                  </a:moveTo>
                  <a:cubicBezTo>
                    <a:pt x="258" y="1"/>
                    <a:pt x="129" y="6"/>
                    <a:pt x="0" y="17"/>
                  </a:cubicBezTo>
                  <a:cubicBezTo>
                    <a:pt x="1009" y="106"/>
                    <a:pt x="1993" y="535"/>
                    <a:pt x="2767" y="1308"/>
                  </a:cubicBezTo>
                  <a:cubicBezTo>
                    <a:pt x="4507" y="3048"/>
                    <a:pt x="4507" y="5872"/>
                    <a:pt x="2767" y="7612"/>
                  </a:cubicBezTo>
                  <a:cubicBezTo>
                    <a:pt x="1993" y="8386"/>
                    <a:pt x="1009" y="8814"/>
                    <a:pt x="0" y="8903"/>
                  </a:cubicBezTo>
                  <a:cubicBezTo>
                    <a:pt x="127" y="8914"/>
                    <a:pt x="254" y="8919"/>
                    <a:pt x="381" y="8919"/>
                  </a:cubicBezTo>
                  <a:cubicBezTo>
                    <a:pt x="1524" y="8919"/>
                    <a:pt x="2668" y="8485"/>
                    <a:pt x="3540" y="7612"/>
                  </a:cubicBezTo>
                  <a:cubicBezTo>
                    <a:pt x="5280" y="5872"/>
                    <a:pt x="5280" y="3048"/>
                    <a:pt x="3540" y="1308"/>
                  </a:cubicBezTo>
                  <a:cubicBezTo>
                    <a:pt x="2669" y="437"/>
                    <a:pt x="1528"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4"/>
            <p:cNvSpPr/>
            <p:nvPr/>
          </p:nvSpPr>
          <p:spPr>
            <a:xfrm>
              <a:off x="4890868" y="2580730"/>
              <a:ext cx="60513" cy="70984"/>
            </a:xfrm>
            <a:custGeom>
              <a:rect b="b" l="l" r="r" t="t"/>
              <a:pathLst>
                <a:path extrusionOk="0" h="2732" w="2329">
                  <a:moveTo>
                    <a:pt x="1168" y="873"/>
                  </a:moveTo>
                  <a:lnTo>
                    <a:pt x="1471" y="1680"/>
                  </a:lnTo>
                  <a:lnTo>
                    <a:pt x="860" y="1680"/>
                  </a:lnTo>
                  <a:lnTo>
                    <a:pt x="1168" y="873"/>
                  </a:lnTo>
                  <a:close/>
                  <a:moveTo>
                    <a:pt x="1168" y="0"/>
                  </a:moveTo>
                  <a:cubicBezTo>
                    <a:pt x="1045" y="0"/>
                    <a:pt x="936" y="73"/>
                    <a:pt x="889" y="188"/>
                  </a:cubicBezTo>
                  <a:cubicBezTo>
                    <a:pt x="889" y="191"/>
                    <a:pt x="886" y="191"/>
                    <a:pt x="886" y="193"/>
                  </a:cubicBezTo>
                  <a:lnTo>
                    <a:pt x="50" y="2388"/>
                  </a:lnTo>
                  <a:cubicBezTo>
                    <a:pt x="0" y="2519"/>
                    <a:pt x="66" y="2665"/>
                    <a:pt x="196" y="2715"/>
                  </a:cubicBezTo>
                  <a:cubicBezTo>
                    <a:pt x="226" y="2726"/>
                    <a:pt x="256" y="2731"/>
                    <a:pt x="286" y="2731"/>
                  </a:cubicBezTo>
                  <a:cubicBezTo>
                    <a:pt x="388" y="2731"/>
                    <a:pt x="484" y="2669"/>
                    <a:pt x="523" y="2568"/>
                  </a:cubicBezTo>
                  <a:lnTo>
                    <a:pt x="669" y="2184"/>
                  </a:lnTo>
                  <a:lnTo>
                    <a:pt x="1662" y="2184"/>
                  </a:lnTo>
                  <a:lnTo>
                    <a:pt x="1808" y="2568"/>
                  </a:lnTo>
                  <a:cubicBezTo>
                    <a:pt x="1845" y="2668"/>
                    <a:pt x="1941" y="2730"/>
                    <a:pt x="2043" y="2730"/>
                  </a:cubicBezTo>
                  <a:cubicBezTo>
                    <a:pt x="2072" y="2730"/>
                    <a:pt x="2103" y="2725"/>
                    <a:pt x="2132" y="2715"/>
                  </a:cubicBezTo>
                  <a:cubicBezTo>
                    <a:pt x="2263" y="2665"/>
                    <a:pt x="2328" y="2519"/>
                    <a:pt x="2278" y="2388"/>
                  </a:cubicBezTo>
                  <a:lnTo>
                    <a:pt x="1450" y="193"/>
                  </a:lnTo>
                  <a:cubicBezTo>
                    <a:pt x="1450" y="191"/>
                    <a:pt x="1450" y="188"/>
                    <a:pt x="1448" y="188"/>
                  </a:cubicBezTo>
                  <a:cubicBezTo>
                    <a:pt x="1401" y="73"/>
                    <a:pt x="1291"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4"/>
            <p:cNvSpPr/>
            <p:nvPr/>
          </p:nvSpPr>
          <p:spPr>
            <a:xfrm>
              <a:off x="4997578" y="2580730"/>
              <a:ext cx="52095" cy="70958"/>
            </a:xfrm>
            <a:custGeom>
              <a:rect b="b" l="l" r="r" t="t"/>
              <a:pathLst>
                <a:path extrusionOk="0" h="2731" w="2005">
                  <a:moveTo>
                    <a:pt x="314" y="0"/>
                  </a:moveTo>
                  <a:cubicBezTo>
                    <a:pt x="173" y="0"/>
                    <a:pt x="60" y="112"/>
                    <a:pt x="60" y="251"/>
                  </a:cubicBezTo>
                  <a:cubicBezTo>
                    <a:pt x="60" y="392"/>
                    <a:pt x="173" y="504"/>
                    <a:pt x="314" y="504"/>
                  </a:cubicBezTo>
                  <a:lnTo>
                    <a:pt x="1252" y="504"/>
                  </a:lnTo>
                  <a:lnTo>
                    <a:pt x="55" y="2341"/>
                  </a:lnTo>
                  <a:cubicBezTo>
                    <a:pt x="6" y="2417"/>
                    <a:pt x="0" y="2516"/>
                    <a:pt x="45" y="2597"/>
                  </a:cubicBezTo>
                  <a:cubicBezTo>
                    <a:pt x="89" y="2681"/>
                    <a:pt x="175" y="2730"/>
                    <a:pt x="267" y="2730"/>
                  </a:cubicBezTo>
                  <a:lnTo>
                    <a:pt x="1753" y="2730"/>
                  </a:lnTo>
                  <a:cubicBezTo>
                    <a:pt x="1892" y="2730"/>
                    <a:pt x="2004" y="2618"/>
                    <a:pt x="2004" y="2477"/>
                  </a:cubicBezTo>
                  <a:cubicBezTo>
                    <a:pt x="2004" y="2338"/>
                    <a:pt x="1892" y="2226"/>
                    <a:pt x="1753" y="2226"/>
                  </a:cubicBezTo>
                  <a:lnTo>
                    <a:pt x="732" y="2226"/>
                  </a:lnTo>
                  <a:lnTo>
                    <a:pt x="1928" y="389"/>
                  </a:lnTo>
                  <a:cubicBezTo>
                    <a:pt x="1981" y="311"/>
                    <a:pt x="1983" y="214"/>
                    <a:pt x="1939" y="131"/>
                  </a:cubicBezTo>
                  <a:cubicBezTo>
                    <a:pt x="1894" y="50"/>
                    <a:pt x="1811" y="0"/>
                    <a:pt x="1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4"/>
            <p:cNvSpPr/>
            <p:nvPr/>
          </p:nvSpPr>
          <p:spPr>
            <a:xfrm>
              <a:off x="4956915" y="2609649"/>
              <a:ext cx="27593" cy="13121"/>
            </a:xfrm>
            <a:custGeom>
              <a:rect b="b" l="l" r="r" t="t"/>
              <a:pathLst>
                <a:path extrusionOk="0" h="505" w="1062">
                  <a:moveTo>
                    <a:pt x="251" y="0"/>
                  </a:moveTo>
                  <a:cubicBezTo>
                    <a:pt x="113" y="0"/>
                    <a:pt x="0" y="112"/>
                    <a:pt x="0" y="251"/>
                  </a:cubicBezTo>
                  <a:cubicBezTo>
                    <a:pt x="0" y="392"/>
                    <a:pt x="113" y="504"/>
                    <a:pt x="251" y="504"/>
                  </a:cubicBezTo>
                  <a:lnTo>
                    <a:pt x="810" y="504"/>
                  </a:lnTo>
                  <a:cubicBezTo>
                    <a:pt x="949" y="504"/>
                    <a:pt x="1061" y="392"/>
                    <a:pt x="1061" y="251"/>
                  </a:cubicBezTo>
                  <a:cubicBezTo>
                    <a:pt x="1061" y="112"/>
                    <a:pt x="949"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74"/>
          <p:cNvGrpSpPr/>
          <p:nvPr/>
        </p:nvGrpSpPr>
        <p:grpSpPr>
          <a:xfrm>
            <a:off x="4404356" y="1777942"/>
            <a:ext cx="318675" cy="434453"/>
            <a:chOff x="3239831" y="1804425"/>
            <a:chExt cx="318675" cy="434453"/>
          </a:xfrm>
        </p:grpSpPr>
        <p:grpSp>
          <p:nvGrpSpPr>
            <p:cNvPr id="5411" name="Google Shape;5411;p74"/>
            <p:cNvGrpSpPr/>
            <p:nvPr/>
          </p:nvGrpSpPr>
          <p:grpSpPr>
            <a:xfrm>
              <a:off x="3239831" y="1804425"/>
              <a:ext cx="318675" cy="434453"/>
              <a:chOff x="3239394" y="1804425"/>
              <a:chExt cx="318675" cy="434453"/>
            </a:xfrm>
          </p:grpSpPr>
          <p:sp>
            <p:nvSpPr>
              <p:cNvPr id="5412" name="Google Shape;5412;p74"/>
              <p:cNvSpPr/>
              <p:nvPr/>
            </p:nvSpPr>
            <p:spPr>
              <a:xfrm>
                <a:off x="3268390" y="1891311"/>
                <a:ext cx="57941" cy="182761"/>
              </a:xfrm>
              <a:custGeom>
                <a:rect b="b" l="l" r="r" t="t"/>
                <a:pathLst>
                  <a:path extrusionOk="0" h="7034" w="2230">
                    <a:moveTo>
                      <a:pt x="1116" y="0"/>
                    </a:moveTo>
                    <a:lnTo>
                      <a:pt x="0" y="557"/>
                    </a:lnTo>
                    <a:lnTo>
                      <a:pt x="0" y="6903"/>
                    </a:lnTo>
                    <a:cubicBezTo>
                      <a:pt x="0" y="6947"/>
                      <a:pt x="6" y="6992"/>
                      <a:pt x="16" y="7033"/>
                    </a:cubicBezTo>
                    <a:lnTo>
                      <a:pt x="2213" y="7033"/>
                    </a:lnTo>
                    <a:cubicBezTo>
                      <a:pt x="2224" y="6992"/>
                      <a:pt x="2229" y="6947"/>
                      <a:pt x="2229" y="6903"/>
                    </a:cubicBezTo>
                    <a:lnTo>
                      <a:pt x="2229" y="557"/>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4"/>
              <p:cNvSpPr/>
              <p:nvPr/>
            </p:nvSpPr>
            <p:spPr>
              <a:xfrm>
                <a:off x="3305805" y="1895728"/>
                <a:ext cx="20526" cy="178344"/>
              </a:xfrm>
              <a:custGeom>
                <a:rect b="b" l="l" r="r" t="t"/>
                <a:pathLst>
                  <a:path extrusionOk="0" h="6864" w="790">
                    <a:moveTo>
                      <a:pt x="16" y="0"/>
                    </a:moveTo>
                    <a:lnTo>
                      <a:pt x="16" y="6733"/>
                    </a:lnTo>
                    <a:cubicBezTo>
                      <a:pt x="16" y="6777"/>
                      <a:pt x="10" y="6822"/>
                      <a:pt x="0" y="6863"/>
                    </a:cubicBezTo>
                    <a:lnTo>
                      <a:pt x="773" y="6863"/>
                    </a:lnTo>
                    <a:cubicBezTo>
                      <a:pt x="784" y="6822"/>
                      <a:pt x="789" y="6777"/>
                      <a:pt x="789" y="6733"/>
                    </a:cubicBezTo>
                    <a:lnTo>
                      <a:pt x="789" y="387"/>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4"/>
              <p:cNvSpPr/>
              <p:nvPr/>
            </p:nvSpPr>
            <p:spPr>
              <a:xfrm>
                <a:off x="3290787" y="1891311"/>
                <a:ext cx="13121" cy="182761"/>
              </a:xfrm>
              <a:custGeom>
                <a:rect b="b" l="l" r="r" t="t"/>
                <a:pathLst>
                  <a:path extrusionOk="0" h="7034" w="505">
                    <a:moveTo>
                      <a:pt x="254" y="0"/>
                    </a:moveTo>
                    <a:lnTo>
                      <a:pt x="1" y="126"/>
                    </a:lnTo>
                    <a:lnTo>
                      <a:pt x="1" y="7033"/>
                    </a:lnTo>
                    <a:lnTo>
                      <a:pt x="505" y="7033"/>
                    </a:lnTo>
                    <a:lnTo>
                      <a:pt x="505" y="126"/>
                    </a:lnTo>
                    <a:lnTo>
                      <a:pt x="2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4"/>
              <p:cNvSpPr/>
              <p:nvPr/>
            </p:nvSpPr>
            <p:spPr>
              <a:xfrm>
                <a:off x="3268390" y="1833396"/>
                <a:ext cx="57941" cy="57941"/>
              </a:xfrm>
              <a:custGeom>
                <a:rect b="b" l="l" r="r" t="t"/>
                <a:pathLst>
                  <a:path extrusionOk="0" h="2230" w="2230">
                    <a:moveTo>
                      <a:pt x="557" y="1"/>
                    </a:moveTo>
                    <a:cubicBezTo>
                      <a:pt x="251" y="1"/>
                      <a:pt x="0" y="249"/>
                      <a:pt x="0" y="557"/>
                    </a:cubicBezTo>
                    <a:lnTo>
                      <a:pt x="0" y="1673"/>
                    </a:lnTo>
                    <a:lnTo>
                      <a:pt x="1116" y="2229"/>
                    </a:lnTo>
                    <a:lnTo>
                      <a:pt x="2229" y="1673"/>
                    </a:lnTo>
                    <a:lnTo>
                      <a:pt x="2229" y="557"/>
                    </a:lnTo>
                    <a:cubicBezTo>
                      <a:pt x="2229" y="249"/>
                      <a:pt x="1981" y="1"/>
                      <a:pt x="16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4"/>
              <p:cNvSpPr/>
              <p:nvPr/>
            </p:nvSpPr>
            <p:spPr>
              <a:xfrm>
                <a:off x="3268390" y="1876838"/>
                <a:ext cx="57941" cy="28945"/>
              </a:xfrm>
              <a:custGeom>
                <a:rect b="b" l="l" r="r" t="t"/>
                <a:pathLst>
                  <a:path extrusionOk="0" h="1114" w="2230">
                    <a:moveTo>
                      <a:pt x="0" y="1"/>
                    </a:moveTo>
                    <a:lnTo>
                      <a:pt x="0" y="1114"/>
                    </a:lnTo>
                    <a:lnTo>
                      <a:pt x="2229" y="1114"/>
                    </a:lnTo>
                    <a:lnTo>
                      <a:pt x="2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4"/>
              <p:cNvSpPr/>
              <p:nvPr/>
            </p:nvSpPr>
            <p:spPr>
              <a:xfrm>
                <a:off x="3291749" y="1833396"/>
                <a:ext cx="34583" cy="53524"/>
              </a:xfrm>
              <a:custGeom>
                <a:rect b="b" l="l" r="r" t="t"/>
                <a:pathLst>
                  <a:path extrusionOk="0" h="2060" w="1331">
                    <a:moveTo>
                      <a:pt x="0" y="1"/>
                    </a:moveTo>
                    <a:cubicBezTo>
                      <a:pt x="308" y="1"/>
                      <a:pt x="557" y="249"/>
                      <a:pt x="557" y="557"/>
                    </a:cubicBezTo>
                    <a:lnTo>
                      <a:pt x="557" y="2059"/>
                    </a:lnTo>
                    <a:lnTo>
                      <a:pt x="1330" y="1673"/>
                    </a:lnTo>
                    <a:lnTo>
                      <a:pt x="1330" y="557"/>
                    </a:lnTo>
                    <a:cubicBezTo>
                      <a:pt x="1330" y="249"/>
                      <a:pt x="1082"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4"/>
              <p:cNvSpPr/>
              <p:nvPr/>
            </p:nvSpPr>
            <p:spPr>
              <a:xfrm>
                <a:off x="3306195" y="1876838"/>
                <a:ext cx="20136" cy="28945"/>
              </a:xfrm>
              <a:custGeom>
                <a:rect b="b" l="l" r="r" t="t"/>
                <a:pathLst>
                  <a:path extrusionOk="0" h="1114" w="775">
                    <a:moveTo>
                      <a:pt x="1" y="1"/>
                    </a:moveTo>
                    <a:lnTo>
                      <a:pt x="1" y="1114"/>
                    </a:lnTo>
                    <a:lnTo>
                      <a:pt x="774" y="1114"/>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4"/>
              <p:cNvSpPr/>
              <p:nvPr/>
            </p:nvSpPr>
            <p:spPr>
              <a:xfrm>
                <a:off x="3355276" y="1920281"/>
                <a:ext cx="57941" cy="182761"/>
              </a:xfrm>
              <a:custGeom>
                <a:rect b="b" l="l" r="r" t="t"/>
                <a:pathLst>
                  <a:path extrusionOk="0" h="7034" w="2230">
                    <a:moveTo>
                      <a:pt x="1116" y="1"/>
                    </a:moveTo>
                    <a:lnTo>
                      <a:pt x="1" y="557"/>
                    </a:lnTo>
                    <a:lnTo>
                      <a:pt x="1" y="6901"/>
                    </a:lnTo>
                    <a:cubicBezTo>
                      <a:pt x="1" y="6945"/>
                      <a:pt x="6" y="6990"/>
                      <a:pt x="16" y="7034"/>
                    </a:cubicBezTo>
                    <a:lnTo>
                      <a:pt x="2214" y="7034"/>
                    </a:lnTo>
                    <a:cubicBezTo>
                      <a:pt x="2224" y="6990"/>
                      <a:pt x="2229" y="6945"/>
                      <a:pt x="2229" y="6901"/>
                    </a:cubicBezTo>
                    <a:lnTo>
                      <a:pt x="2229" y="557"/>
                    </a:lnTo>
                    <a:lnTo>
                      <a:pt x="11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4"/>
              <p:cNvSpPr/>
              <p:nvPr/>
            </p:nvSpPr>
            <p:spPr>
              <a:xfrm>
                <a:off x="3392691" y="1924698"/>
                <a:ext cx="20526" cy="178344"/>
              </a:xfrm>
              <a:custGeom>
                <a:rect b="b" l="l" r="r" t="t"/>
                <a:pathLst>
                  <a:path extrusionOk="0" h="6864" w="790">
                    <a:moveTo>
                      <a:pt x="16" y="1"/>
                    </a:moveTo>
                    <a:lnTo>
                      <a:pt x="16" y="6731"/>
                    </a:lnTo>
                    <a:cubicBezTo>
                      <a:pt x="16" y="6775"/>
                      <a:pt x="11" y="6820"/>
                      <a:pt x="0" y="6864"/>
                    </a:cubicBezTo>
                    <a:lnTo>
                      <a:pt x="774" y="6864"/>
                    </a:lnTo>
                    <a:cubicBezTo>
                      <a:pt x="784" y="6820"/>
                      <a:pt x="789" y="6775"/>
                      <a:pt x="789" y="6731"/>
                    </a:cubicBezTo>
                    <a:lnTo>
                      <a:pt x="789" y="387"/>
                    </a:lnTo>
                    <a:lnTo>
                      <a:pt x="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4"/>
              <p:cNvSpPr/>
              <p:nvPr/>
            </p:nvSpPr>
            <p:spPr>
              <a:xfrm>
                <a:off x="3377673" y="1920281"/>
                <a:ext cx="13147" cy="182761"/>
              </a:xfrm>
              <a:custGeom>
                <a:rect b="b" l="l" r="r" t="t"/>
                <a:pathLst>
                  <a:path extrusionOk="0" h="7034" w="506">
                    <a:moveTo>
                      <a:pt x="254" y="1"/>
                    </a:moveTo>
                    <a:lnTo>
                      <a:pt x="1" y="126"/>
                    </a:lnTo>
                    <a:lnTo>
                      <a:pt x="1" y="7034"/>
                    </a:lnTo>
                    <a:lnTo>
                      <a:pt x="505" y="7034"/>
                    </a:lnTo>
                    <a:lnTo>
                      <a:pt x="505" y="126"/>
                    </a:lnTo>
                    <a:lnTo>
                      <a:pt x="2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4"/>
              <p:cNvSpPr/>
              <p:nvPr/>
            </p:nvSpPr>
            <p:spPr>
              <a:xfrm>
                <a:off x="3355276" y="1862314"/>
                <a:ext cx="57941" cy="57993"/>
              </a:xfrm>
              <a:custGeom>
                <a:rect b="b" l="l" r="r" t="t"/>
                <a:pathLst>
                  <a:path extrusionOk="0" h="2232" w="2230">
                    <a:moveTo>
                      <a:pt x="557" y="1"/>
                    </a:moveTo>
                    <a:cubicBezTo>
                      <a:pt x="251" y="1"/>
                      <a:pt x="1" y="251"/>
                      <a:pt x="1" y="560"/>
                    </a:cubicBezTo>
                    <a:lnTo>
                      <a:pt x="1" y="1673"/>
                    </a:lnTo>
                    <a:lnTo>
                      <a:pt x="1116" y="2232"/>
                    </a:lnTo>
                    <a:lnTo>
                      <a:pt x="2229" y="1673"/>
                    </a:lnTo>
                    <a:lnTo>
                      <a:pt x="2229" y="560"/>
                    </a:lnTo>
                    <a:cubicBezTo>
                      <a:pt x="2229" y="251"/>
                      <a:pt x="1981" y="1"/>
                      <a:pt x="16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4"/>
              <p:cNvSpPr/>
              <p:nvPr/>
            </p:nvSpPr>
            <p:spPr>
              <a:xfrm>
                <a:off x="3355276" y="1905757"/>
                <a:ext cx="57941" cy="29022"/>
              </a:xfrm>
              <a:custGeom>
                <a:rect b="b" l="l" r="r" t="t"/>
                <a:pathLst>
                  <a:path extrusionOk="0" h="1117" w="2230">
                    <a:moveTo>
                      <a:pt x="1" y="1"/>
                    </a:moveTo>
                    <a:lnTo>
                      <a:pt x="1" y="1116"/>
                    </a:lnTo>
                    <a:lnTo>
                      <a:pt x="2229" y="1116"/>
                    </a:lnTo>
                    <a:lnTo>
                      <a:pt x="2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4"/>
              <p:cNvSpPr/>
              <p:nvPr/>
            </p:nvSpPr>
            <p:spPr>
              <a:xfrm>
                <a:off x="3378634" y="1862314"/>
                <a:ext cx="34583" cy="53524"/>
              </a:xfrm>
              <a:custGeom>
                <a:rect b="b" l="l" r="r" t="t"/>
                <a:pathLst>
                  <a:path extrusionOk="0" h="2060" w="1331">
                    <a:moveTo>
                      <a:pt x="0" y="1"/>
                    </a:moveTo>
                    <a:cubicBezTo>
                      <a:pt x="309" y="1"/>
                      <a:pt x="557" y="251"/>
                      <a:pt x="557" y="560"/>
                    </a:cubicBezTo>
                    <a:lnTo>
                      <a:pt x="557" y="2059"/>
                    </a:lnTo>
                    <a:lnTo>
                      <a:pt x="1330" y="1673"/>
                    </a:lnTo>
                    <a:lnTo>
                      <a:pt x="1330" y="560"/>
                    </a:lnTo>
                    <a:cubicBezTo>
                      <a:pt x="1330" y="251"/>
                      <a:pt x="1082"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4"/>
              <p:cNvSpPr/>
              <p:nvPr/>
            </p:nvSpPr>
            <p:spPr>
              <a:xfrm>
                <a:off x="3393080" y="1905757"/>
                <a:ext cx="20136" cy="29022"/>
              </a:xfrm>
              <a:custGeom>
                <a:rect b="b" l="l" r="r" t="t"/>
                <a:pathLst>
                  <a:path extrusionOk="0" h="1117" w="775">
                    <a:moveTo>
                      <a:pt x="1" y="1"/>
                    </a:moveTo>
                    <a:lnTo>
                      <a:pt x="1" y="1116"/>
                    </a:lnTo>
                    <a:lnTo>
                      <a:pt x="774" y="1116"/>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4"/>
              <p:cNvSpPr/>
              <p:nvPr/>
            </p:nvSpPr>
            <p:spPr>
              <a:xfrm>
                <a:off x="3456634" y="1804425"/>
                <a:ext cx="28996" cy="49964"/>
              </a:xfrm>
              <a:custGeom>
                <a:rect b="b" l="l" r="r" t="t"/>
                <a:pathLst>
                  <a:path extrusionOk="0" h="1923" w="1116">
                    <a:moveTo>
                      <a:pt x="523" y="0"/>
                    </a:moveTo>
                    <a:cubicBezTo>
                      <a:pt x="235" y="0"/>
                      <a:pt x="0" y="235"/>
                      <a:pt x="0" y="523"/>
                    </a:cubicBezTo>
                    <a:lnTo>
                      <a:pt x="0" y="1923"/>
                    </a:lnTo>
                    <a:lnTo>
                      <a:pt x="1116" y="1923"/>
                    </a:lnTo>
                    <a:lnTo>
                      <a:pt x="1116" y="523"/>
                    </a:lnTo>
                    <a:cubicBezTo>
                      <a:pt x="1116" y="235"/>
                      <a:pt x="881" y="0"/>
                      <a:pt x="5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4"/>
              <p:cNvSpPr/>
              <p:nvPr/>
            </p:nvSpPr>
            <p:spPr>
              <a:xfrm>
                <a:off x="3461102" y="1804425"/>
                <a:ext cx="24527" cy="49964"/>
              </a:xfrm>
              <a:custGeom>
                <a:rect b="b" l="l" r="r" t="t"/>
                <a:pathLst>
                  <a:path extrusionOk="0" h="1923" w="944">
                    <a:moveTo>
                      <a:pt x="367" y="0"/>
                    </a:moveTo>
                    <a:cubicBezTo>
                      <a:pt x="225" y="0"/>
                      <a:pt x="95" y="55"/>
                      <a:pt x="1" y="146"/>
                    </a:cubicBezTo>
                    <a:cubicBezTo>
                      <a:pt x="105" y="243"/>
                      <a:pt x="171" y="384"/>
                      <a:pt x="171" y="538"/>
                    </a:cubicBezTo>
                    <a:lnTo>
                      <a:pt x="171" y="1923"/>
                    </a:lnTo>
                    <a:lnTo>
                      <a:pt x="944" y="1923"/>
                    </a:lnTo>
                    <a:lnTo>
                      <a:pt x="944" y="538"/>
                    </a:lnTo>
                    <a:cubicBezTo>
                      <a:pt x="944" y="240"/>
                      <a:pt x="704"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4"/>
              <p:cNvSpPr/>
              <p:nvPr/>
            </p:nvSpPr>
            <p:spPr>
              <a:xfrm>
                <a:off x="3495659" y="1905757"/>
                <a:ext cx="37831" cy="29022"/>
              </a:xfrm>
              <a:custGeom>
                <a:rect b="b" l="l" r="r" t="t"/>
                <a:pathLst>
                  <a:path extrusionOk="0" h="1117" w="1456">
                    <a:moveTo>
                      <a:pt x="1" y="1"/>
                    </a:moveTo>
                    <a:lnTo>
                      <a:pt x="1" y="1116"/>
                    </a:lnTo>
                    <a:lnTo>
                      <a:pt x="1456" y="1116"/>
                    </a:lnTo>
                    <a:lnTo>
                      <a:pt x="14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4"/>
              <p:cNvSpPr/>
              <p:nvPr/>
            </p:nvSpPr>
            <p:spPr>
              <a:xfrm>
                <a:off x="3442161" y="1847868"/>
                <a:ext cx="57941" cy="184736"/>
              </a:xfrm>
              <a:custGeom>
                <a:rect b="b" l="l" r="r" t="t"/>
                <a:pathLst>
                  <a:path extrusionOk="0" h="7110" w="2230">
                    <a:moveTo>
                      <a:pt x="557" y="0"/>
                    </a:moveTo>
                    <a:cubicBezTo>
                      <a:pt x="252" y="0"/>
                      <a:pt x="1" y="251"/>
                      <a:pt x="1" y="557"/>
                    </a:cubicBezTo>
                    <a:lnTo>
                      <a:pt x="1" y="7109"/>
                    </a:lnTo>
                    <a:lnTo>
                      <a:pt x="2229" y="7109"/>
                    </a:lnTo>
                    <a:lnTo>
                      <a:pt x="2229" y="557"/>
                    </a:lnTo>
                    <a:cubicBezTo>
                      <a:pt x="2229" y="251"/>
                      <a:pt x="1981" y="0"/>
                      <a:pt x="16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4"/>
              <p:cNvSpPr/>
              <p:nvPr/>
            </p:nvSpPr>
            <p:spPr>
              <a:xfrm>
                <a:off x="3465520" y="1847868"/>
                <a:ext cx="34583" cy="184736"/>
              </a:xfrm>
              <a:custGeom>
                <a:rect b="b" l="l" r="r" t="t"/>
                <a:pathLst>
                  <a:path extrusionOk="0" h="7110" w="1331">
                    <a:moveTo>
                      <a:pt x="1" y="0"/>
                    </a:moveTo>
                    <a:cubicBezTo>
                      <a:pt x="309" y="0"/>
                      <a:pt x="557" y="251"/>
                      <a:pt x="557" y="557"/>
                    </a:cubicBezTo>
                    <a:lnTo>
                      <a:pt x="557" y="7109"/>
                    </a:lnTo>
                    <a:lnTo>
                      <a:pt x="1330" y="7109"/>
                    </a:lnTo>
                    <a:lnTo>
                      <a:pt x="1330" y="557"/>
                    </a:lnTo>
                    <a:cubicBezTo>
                      <a:pt x="1330" y="251"/>
                      <a:pt x="1082"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4"/>
              <p:cNvSpPr/>
              <p:nvPr/>
            </p:nvSpPr>
            <p:spPr>
              <a:xfrm>
                <a:off x="3529073" y="1876838"/>
                <a:ext cx="28996" cy="115830"/>
              </a:xfrm>
              <a:custGeom>
                <a:rect b="b" l="l" r="r" t="t"/>
                <a:pathLst>
                  <a:path extrusionOk="0" h="4458" w="1116">
                    <a:moveTo>
                      <a:pt x="261" y="1"/>
                    </a:moveTo>
                    <a:cubicBezTo>
                      <a:pt x="118" y="1"/>
                      <a:pt x="0" y="116"/>
                      <a:pt x="0" y="262"/>
                    </a:cubicBezTo>
                    <a:lnTo>
                      <a:pt x="0" y="3935"/>
                    </a:lnTo>
                    <a:cubicBezTo>
                      <a:pt x="0" y="4225"/>
                      <a:pt x="235" y="4458"/>
                      <a:pt x="523" y="4458"/>
                    </a:cubicBezTo>
                    <a:lnTo>
                      <a:pt x="593" y="4458"/>
                    </a:lnTo>
                    <a:cubicBezTo>
                      <a:pt x="880" y="4458"/>
                      <a:pt x="1116" y="4225"/>
                      <a:pt x="1116" y="3935"/>
                    </a:cubicBezTo>
                    <a:lnTo>
                      <a:pt x="1116" y="262"/>
                    </a:lnTo>
                    <a:cubicBezTo>
                      <a:pt x="1116" y="116"/>
                      <a:pt x="998" y="1"/>
                      <a:pt x="8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4"/>
              <p:cNvSpPr/>
              <p:nvPr/>
            </p:nvSpPr>
            <p:spPr>
              <a:xfrm>
                <a:off x="3533464" y="1876838"/>
                <a:ext cx="24605" cy="115830"/>
              </a:xfrm>
              <a:custGeom>
                <a:rect b="b" l="l" r="r" t="t"/>
                <a:pathLst>
                  <a:path extrusionOk="0" h="4458" w="947">
                    <a:moveTo>
                      <a:pt x="100" y="1"/>
                    </a:moveTo>
                    <a:cubicBezTo>
                      <a:pt x="66" y="1"/>
                      <a:pt x="32" y="6"/>
                      <a:pt x="1" y="19"/>
                    </a:cubicBezTo>
                    <a:cubicBezTo>
                      <a:pt x="100" y="58"/>
                      <a:pt x="173" y="155"/>
                      <a:pt x="173" y="270"/>
                    </a:cubicBezTo>
                    <a:lnTo>
                      <a:pt x="173" y="3920"/>
                    </a:lnTo>
                    <a:cubicBezTo>
                      <a:pt x="173" y="4076"/>
                      <a:pt x="105" y="4215"/>
                      <a:pt x="1" y="4314"/>
                    </a:cubicBezTo>
                    <a:cubicBezTo>
                      <a:pt x="97" y="4403"/>
                      <a:pt x="228" y="4458"/>
                      <a:pt x="369" y="4458"/>
                    </a:cubicBezTo>
                    <a:lnTo>
                      <a:pt x="408" y="4458"/>
                    </a:lnTo>
                    <a:cubicBezTo>
                      <a:pt x="704" y="4458"/>
                      <a:pt x="947" y="4218"/>
                      <a:pt x="947" y="3920"/>
                    </a:cubicBezTo>
                    <a:lnTo>
                      <a:pt x="947" y="270"/>
                    </a:lnTo>
                    <a:cubicBezTo>
                      <a:pt x="947" y="121"/>
                      <a:pt x="826" y="1"/>
                      <a:pt x="6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4"/>
              <p:cNvSpPr/>
              <p:nvPr/>
            </p:nvSpPr>
            <p:spPr>
              <a:xfrm>
                <a:off x="3442161" y="1876838"/>
                <a:ext cx="57941" cy="28945"/>
              </a:xfrm>
              <a:custGeom>
                <a:rect b="b" l="l" r="r" t="t"/>
                <a:pathLst>
                  <a:path extrusionOk="0" h="1114" w="2230">
                    <a:moveTo>
                      <a:pt x="1" y="1"/>
                    </a:moveTo>
                    <a:lnTo>
                      <a:pt x="1" y="1114"/>
                    </a:lnTo>
                    <a:lnTo>
                      <a:pt x="2229" y="1114"/>
                    </a:lnTo>
                    <a:lnTo>
                      <a:pt x="22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4"/>
              <p:cNvSpPr/>
              <p:nvPr/>
            </p:nvSpPr>
            <p:spPr>
              <a:xfrm>
                <a:off x="3479992" y="1876838"/>
                <a:ext cx="20110" cy="28945"/>
              </a:xfrm>
              <a:custGeom>
                <a:rect b="b" l="l" r="r" t="t"/>
                <a:pathLst>
                  <a:path extrusionOk="0" h="1114" w="774">
                    <a:moveTo>
                      <a:pt x="0" y="1"/>
                    </a:moveTo>
                    <a:lnTo>
                      <a:pt x="0" y="1114"/>
                    </a:lnTo>
                    <a:lnTo>
                      <a:pt x="773" y="1114"/>
                    </a:lnTo>
                    <a:lnTo>
                      <a:pt x="7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4"/>
              <p:cNvSpPr/>
              <p:nvPr/>
            </p:nvSpPr>
            <p:spPr>
              <a:xfrm>
                <a:off x="3253918" y="2053961"/>
                <a:ext cx="260708" cy="184917"/>
              </a:xfrm>
              <a:custGeom>
                <a:rect b="b" l="l" r="r" t="t"/>
                <a:pathLst>
                  <a:path extrusionOk="0" h="7117" w="10034">
                    <a:moveTo>
                      <a:pt x="1" y="0"/>
                    </a:moveTo>
                    <a:lnTo>
                      <a:pt x="1" y="6072"/>
                    </a:lnTo>
                    <a:cubicBezTo>
                      <a:pt x="1" y="6649"/>
                      <a:pt x="469" y="7117"/>
                      <a:pt x="1046" y="7117"/>
                    </a:cubicBezTo>
                    <a:lnTo>
                      <a:pt x="8988" y="7117"/>
                    </a:lnTo>
                    <a:cubicBezTo>
                      <a:pt x="9566" y="7117"/>
                      <a:pt x="10034" y="6649"/>
                      <a:pt x="10034" y="6072"/>
                    </a:cubicBezTo>
                    <a:lnTo>
                      <a:pt x="100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4"/>
              <p:cNvSpPr/>
              <p:nvPr/>
            </p:nvSpPr>
            <p:spPr>
              <a:xfrm>
                <a:off x="3466741" y="2053961"/>
                <a:ext cx="47886" cy="184917"/>
              </a:xfrm>
              <a:custGeom>
                <a:rect b="b" l="l" r="r" t="t"/>
                <a:pathLst>
                  <a:path extrusionOk="0" h="7117" w="1843">
                    <a:moveTo>
                      <a:pt x="1077" y="0"/>
                    </a:moveTo>
                    <a:lnTo>
                      <a:pt x="1077" y="6040"/>
                    </a:lnTo>
                    <a:cubicBezTo>
                      <a:pt x="1077" y="6636"/>
                      <a:pt x="596" y="7117"/>
                      <a:pt x="1" y="7117"/>
                    </a:cubicBezTo>
                    <a:lnTo>
                      <a:pt x="766" y="7117"/>
                    </a:lnTo>
                    <a:cubicBezTo>
                      <a:pt x="1359" y="7117"/>
                      <a:pt x="1843" y="6636"/>
                      <a:pt x="1843" y="6040"/>
                    </a:cubicBezTo>
                    <a:lnTo>
                      <a:pt x="18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4"/>
              <p:cNvSpPr/>
              <p:nvPr/>
            </p:nvSpPr>
            <p:spPr>
              <a:xfrm>
                <a:off x="3239394" y="2021639"/>
                <a:ext cx="289679" cy="43469"/>
              </a:xfrm>
              <a:custGeom>
                <a:rect b="b" l="l" r="r" t="t"/>
                <a:pathLst>
                  <a:path extrusionOk="0" h="1673" w="11149">
                    <a:moveTo>
                      <a:pt x="523" y="0"/>
                    </a:moveTo>
                    <a:cubicBezTo>
                      <a:pt x="236" y="0"/>
                      <a:pt x="1" y="236"/>
                      <a:pt x="1" y="523"/>
                    </a:cubicBezTo>
                    <a:lnTo>
                      <a:pt x="1" y="1150"/>
                    </a:lnTo>
                    <a:cubicBezTo>
                      <a:pt x="1" y="1440"/>
                      <a:pt x="236" y="1673"/>
                      <a:pt x="523" y="1673"/>
                    </a:cubicBezTo>
                    <a:lnTo>
                      <a:pt x="10626" y="1673"/>
                    </a:lnTo>
                    <a:cubicBezTo>
                      <a:pt x="10914" y="1673"/>
                      <a:pt x="11149" y="1440"/>
                      <a:pt x="11149" y="1150"/>
                    </a:cubicBezTo>
                    <a:lnTo>
                      <a:pt x="11149" y="523"/>
                    </a:lnTo>
                    <a:cubicBezTo>
                      <a:pt x="11149" y="236"/>
                      <a:pt x="10914" y="0"/>
                      <a:pt x="10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4"/>
              <p:cNvSpPr/>
              <p:nvPr/>
            </p:nvSpPr>
            <p:spPr>
              <a:xfrm>
                <a:off x="3494984" y="2021639"/>
                <a:ext cx="34089" cy="43469"/>
              </a:xfrm>
              <a:custGeom>
                <a:rect b="b" l="l" r="r" t="t"/>
                <a:pathLst>
                  <a:path extrusionOk="0" h="1673" w="1312">
                    <a:moveTo>
                      <a:pt x="0" y="0"/>
                    </a:moveTo>
                    <a:cubicBezTo>
                      <a:pt x="298" y="0"/>
                      <a:pt x="539" y="241"/>
                      <a:pt x="539" y="539"/>
                    </a:cubicBezTo>
                    <a:lnTo>
                      <a:pt x="539" y="1134"/>
                    </a:lnTo>
                    <a:cubicBezTo>
                      <a:pt x="539" y="1432"/>
                      <a:pt x="298" y="1673"/>
                      <a:pt x="0" y="1673"/>
                    </a:cubicBezTo>
                    <a:lnTo>
                      <a:pt x="774" y="1673"/>
                    </a:lnTo>
                    <a:cubicBezTo>
                      <a:pt x="1072" y="1673"/>
                      <a:pt x="1312" y="1432"/>
                      <a:pt x="1312" y="1134"/>
                    </a:cubicBezTo>
                    <a:lnTo>
                      <a:pt x="1312" y="539"/>
                    </a:lnTo>
                    <a:cubicBezTo>
                      <a:pt x="1312" y="241"/>
                      <a:pt x="1072"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4"/>
              <p:cNvSpPr/>
              <p:nvPr/>
            </p:nvSpPr>
            <p:spPr>
              <a:xfrm>
                <a:off x="3253918" y="2188836"/>
                <a:ext cx="260708" cy="13199"/>
              </a:xfrm>
              <a:custGeom>
                <a:rect b="b" l="l" r="r" t="t"/>
                <a:pathLst>
                  <a:path extrusionOk="0" h="508" w="10034">
                    <a:moveTo>
                      <a:pt x="1" y="0"/>
                    </a:moveTo>
                    <a:lnTo>
                      <a:pt x="1" y="507"/>
                    </a:lnTo>
                    <a:lnTo>
                      <a:pt x="10034" y="507"/>
                    </a:lnTo>
                    <a:lnTo>
                      <a:pt x="100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0" name="Google Shape;5440;p74"/>
            <p:cNvSpPr/>
            <p:nvPr/>
          </p:nvSpPr>
          <p:spPr>
            <a:xfrm>
              <a:off x="3254356" y="2065111"/>
              <a:ext cx="260708" cy="13199"/>
            </a:xfrm>
            <a:custGeom>
              <a:rect b="b" l="l" r="r" t="t"/>
              <a:pathLst>
                <a:path extrusionOk="0" h="508" w="10034">
                  <a:moveTo>
                    <a:pt x="1" y="0"/>
                  </a:moveTo>
                  <a:lnTo>
                    <a:pt x="1" y="507"/>
                  </a:lnTo>
                  <a:lnTo>
                    <a:pt x="10034" y="507"/>
                  </a:lnTo>
                  <a:lnTo>
                    <a:pt x="100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1" name="Google Shape;5441;p74">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4">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4">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4">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8" name="Shape 5448"/>
        <p:cNvGrpSpPr/>
        <p:nvPr/>
      </p:nvGrpSpPr>
      <p:grpSpPr>
        <a:xfrm>
          <a:off x="0" y="0"/>
          <a:ext cx="0" cy="0"/>
          <a:chOff x="0" y="0"/>
          <a:chExt cx="0" cy="0"/>
        </a:xfrm>
      </p:grpSpPr>
      <p:grpSp>
        <p:nvGrpSpPr>
          <p:cNvPr id="5449" name="Google Shape;5449;p75"/>
          <p:cNvGrpSpPr/>
          <p:nvPr/>
        </p:nvGrpSpPr>
        <p:grpSpPr>
          <a:xfrm>
            <a:off x="651789" y="651410"/>
            <a:ext cx="4367451" cy="2676003"/>
            <a:chOff x="743953" y="1297282"/>
            <a:chExt cx="2285547" cy="1344455"/>
          </a:xfrm>
        </p:grpSpPr>
        <p:sp>
          <p:nvSpPr>
            <p:cNvPr id="5450" name="Google Shape;5450;p75"/>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1" name="Google Shape;5451;p75"/>
            <p:cNvGrpSpPr/>
            <p:nvPr/>
          </p:nvGrpSpPr>
          <p:grpSpPr>
            <a:xfrm>
              <a:off x="743953" y="1297282"/>
              <a:ext cx="2285547" cy="1305930"/>
              <a:chOff x="743878" y="1560957"/>
              <a:chExt cx="2285547" cy="1305930"/>
            </a:xfrm>
          </p:grpSpPr>
          <p:grpSp>
            <p:nvGrpSpPr>
              <p:cNvPr id="5452" name="Google Shape;5452;p75"/>
              <p:cNvGrpSpPr/>
              <p:nvPr/>
            </p:nvGrpSpPr>
            <p:grpSpPr>
              <a:xfrm>
                <a:off x="743878" y="1590850"/>
                <a:ext cx="2240772" cy="1276037"/>
                <a:chOff x="743878" y="1590850"/>
                <a:chExt cx="2240772" cy="1276037"/>
              </a:xfrm>
            </p:grpSpPr>
            <p:sp>
              <p:nvSpPr>
                <p:cNvPr id="5453" name="Google Shape;5453;p75"/>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rot="2696772">
                  <a:off x="725268" y="2752322"/>
                  <a:ext cx="225921"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5" name="Google Shape;5455;p75"/>
              <p:cNvSpPr/>
              <p:nvPr/>
            </p:nvSpPr>
            <p:spPr>
              <a:xfrm rot="1595940">
                <a:off x="2804590" y="1608790"/>
                <a:ext cx="226469" cy="40234"/>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56" name="Google Shape;5456;p75"/>
          <p:cNvSpPr/>
          <p:nvPr/>
        </p:nvSpPr>
        <p:spPr>
          <a:xfrm>
            <a:off x="1431300" y="2091963"/>
            <a:ext cx="28494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7" name="Google Shape;5457;p75"/>
          <p:cNvGrpSpPr/>
          <p:nvPr/>
        </p:nvGrpSpPr>
        <p:grpSpPr>
          <a:xfrm flipH="1">
            <a:off x="5297121" y="1383869"/>
            <a:ext cx="1292947" cy="3171338"/>
            <a:chOff x="6291140" y="1336628"/>
            <a:chExt cx="1298270" cy="3184394"/>
          </a:xfrm>
        </p:grpSpPr>
        <p:grpSp>
          <p:nvGrpSpPr>
            <p:cNvPr id="5458" name="Google Shape;5458;p75"/>
            <p:cNvGrpSpPr/>
            <p:nvPr/>
          </p:nvGrpSpPr>
          <p:grpSpPr>
            <a:xfrm>
              <a:off x="6291140" y="1336628"/>
              <a:ext cx="1298270" cy="3184394"/>
              <a:chOff x="5619603" y="1369653"/>
              <a:chExt cx="1298270" cy="3184394"/>
            </a:xfrm>
          </p:grpSpPr>
          <p:grpSp>
            <p:nvGrpSpPr>
              <p:cNvPr id="5459" name="Google Shape;5459;p75"/>
              <p:cNvGrpSpPr/>
              <p:nvPr/>
            </p:nvGrpSpPr>
            <p:grpSpPr>
              <a:xfrm>
                <a:off x="5619603" y="1369653"/>
                <a:ext cx="1298270" cy="3184394"/>
                <a:chOff x="6096478" y="1147553"/>
                <a:chExt cx="1298270" cy="3184394"/>
              </a:xfrm>
            </p:grpSpPr>
            <p:sp>
              <p:nvSpPr>
                <p:cNvPr id="5460" name="Google Shape;5460;p75"/>
                <p:cNvSpPr/>
                <p:nvPr/>
              </p:nvSpPr>
              <p:spPr>
                <a:xfrm>
                  <a:off x="6159150" y="4075747"/>
                  <a:ext cx="1078800" cy="25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6808752" y="1706603"/>
                  <a:ext cx="95524" cy="186166"/>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5"/>
                <p:cNvSpPr/>
                <p:nvPr/>
              </p:nvSpPr>
              <p:spPr>
                <a:xfrm>
                  <a:off x="6805103" y="1675585"/>
                  <a:ext cx="100390" cy="17278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5"/>
                <p:cNvSpPr/>
                <p:nvPr/>
              </p:nvSpPr>
              <p:spPr>
                <a:xfrm>
                  <a:off x="6417065" y="2064420"/>
                  <a:ext cx="556640" cy="1020796"/>
                </a:xfrm>
                <a:custGeom>
                  <a:rect b="b" l="l" r="r" t="t"/>
                  <a:pathLst>
                    <a:path extrusionOk="0" h="60420" w="32947">
                      <a:moveTo>
                        <a:pt x="29598" y="10694"/>
                      </a:moveTo>
                      <a:cubicBezTo>
                        <a:pt x="31686" y="25421"/>
                        <a:pt x="32802" y="40256"/>
                        <a:pt x="32946" y="55127"/>
                      </a:cubicBezTo>
                      <a:cubicBezTo>
                        <a:pt x="32910" y="55487"/>
                        <a:pt x="32622" y="55811"/>
                        <a:pt x="32262" y="55847"/>
                      </a:cubicBezTo>
                      <a:cubicBezTo>
                        <a:pt x="31614" y="55991"/>
                        <a:pt x="17211" y="60420"/>
                        <a:pt x="1728" y="55595"/>
                      </a:cubicBezTo>
                      <a:cubicBezTo>
                        <a:pt x="1728" y="55595"/>
                        <a:pt x="1188" y="55451"/>
                        <a:pt x="1116" y="54298"/>
                      </a:cubicBezTo>
                      <a:cubicBezTo>
                        <a:pt x="1008" y="53182"/>
                        <a:pt x="1584" y="48429"/>
                        <a:pt x="1476" y="43640"/>
                      </a:cubicBezTo>
                      <a:cubicBezTo>
                        <a:pt x="1332" y="38888"/>
                        <a:pt x="0" y="22108"/>
                        <a:pt x="5473" y="11054"/>
                      </a:cubicBezTo>
                      <a:cubicBezTo>
                        <a:pt x="10982" y="0"/>
                        <a:pt x="29598" y="10694"/>
                        <a:pt x="29598" y="1069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5"/>
                <p:cNvSpPr/>
                <p:nvPr/>
              </p:nvSpPr>
              <p:spPr>
                <a:xfrm>
                  <a:off x="7223686" y="1611837"/>
                  <a:ext cx="158779" cy="234215"/>
                </a:xfrm>
                <a:custGeom>
                  <a:rect b="b" l="l" r="r" t="t"/>
                  <a:pathLst>
                    <a:path extrusionOk="0" h="13863" w="9398">
                      <a:moveTo>
                        <a:pt x="3673" y="0"/>
                      </a:moveTo>
                      <a:cubicBezTo>
                        <a:pt x="3385" y="0"/>
                        <a:pt x="3313" y="1477"/>
                        <a:pt x="2845" y="2593"/>
                      </a:cubicBezTo>
                      <a:cubicBezTo>
                        <a:pt x="2341" y="3817"/>
                        <a:pt x="1440" y="4645"/>
                        <a:pt x="1332" y="5221"/>
                      </a:cubicBezTo>
                      <a:cubicBezTo>
                        <a:pt x="1044" y="6770"/>
                        <a:pt x="720" y="8282"/>
                        <a:pt x="288" y="9758"/>
                      </a:cubicBezTo>
                      <a:cubicBezTo>
                        <a:pt x="0" y="10478"/>
                        <a:pt x="1764" y="11991"/>
                        <a:pt x="2701" y="12315"/>
                      </a:cubicBezTo>
                      <a:cubicBezTo>
                        <a:pt x="2737" y="12783"/>
                        <a:pt x="2809" y="13323"/>
                        <a:pt x="2917" y="13863"/>
                      </a:cubicBezTo>
                      <a:cubicBezTo>
                        <a:pt x="5149" y="11523"/>
                        <a:pt x="8498" y="9938"/>
                        <a:pt x="8930" y="8462"/>
                      </a:cubicBezTo>
                      <a:cubicBezTo>
                        <a:pt x="9398" y="7022"/>
                        <a:pt x="7850" y="6013"/>
                        <a:pt x="7850" y="6013"/>
                      </a:cubicBezTo>
                      <a:cubicBezTo>
                        <a:pt x="6877" y="5725"/>
                        <a:pt x="5833" y="5761"/>
                        <a:pt x="4861" y="6158"/>
                      </a:cubicBezTo>
                      <a:cubicBezTo>
                        <a:pt x="4825" y="5761"/>
                        <a:pt x="4753" y="5401"/>
                        <a:pt x="4645" y="5041"/>
                      </a:cubicBezTo>
                      <a:lnTo>
                        <a:pt x="4501" y="4681"/>
                      </a:lnTo>
                      <a:cubicBezTo>
                        <a:pt x="4537" y="4681"/>
                        <a:pt x="5005" y="0"/>
                        <a:pt x="3673"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6207186" y="1467052"/>
                  <a:ext cx="107689" cy="104039"/>
                </a:xfrm>
                <a:custGeom>
                  <a:rect b="b" l="l" r="r" t="t"/>
                  <a:pathLst>
                    <a:path extrusionOk="0" h="6158" w="6374">
                      <a:moveTo>
                        <a:pt x="3601" y="1"/>
                      </a:moveTo>
                      <a:lnTo>
                        <a:pt x="577" y="973"/>
                      </a:lnTo>
                      <a:lnTo>
                        <a:pt x="1" y="5726"/>
                      </a:lnTo>
                      <a:lnTo>
                        <a:pt x="5762" y="6158"/>
                      </a:lnTo>
                      <a:lnTo>
                        <a:pt x="6302" y="5474"/>
                      </a:lnTo>
                      <a:cubicBezTo>
                        <a:pt x="6050" y="4322"/>
                        <a:pt x="6014" y="3133"/>
                        <a:pt x="6122" y="1945"/>
                      </a:cubicBezTo>
                      <a:cubicBezTo>
                        <a:pt x="6374" y="361"/>
                        <a:pt x="3601" y="1"/>
                        <a:pt x="3601"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6799688" y="1610012"/>
                  <a:ext cx="523796" cy="500058"/>
                </a:xfrm>
                <a:custGeom>
                  <a:rect b="b" l="l" r="r" t="t"/>
                  <a:pathLst>
                    <a:path extrusionOk="0" h="29598" w="31003">
                      <a:moveTo>
                        <a:pt x="25529" y="8498"/>
                      </a:moveTo>
                      <a:cubicBezTo>
                        <a:pt x="25529" y="8498"/>
                        <a:pt x="28698" y="9866"/>
                        <a:pt x="30966" y="14655"/>
                      </a:cubicBezTo>
                      <a:cubicBezTo>
                        <a:pt x="31002" y="14943"/>
                        <a:pt x="30930" y="15231"/>
                        <a:pt x="30750" y="15447"/>
                      </a:cubicBezTo>
                      <a:cubicBezTo>
                        <a:pt x="30426" y="15879"/>
                        <a:pt x="17680" y="26825"/>
                        <a:pt x="17680" y="26825"/>
                      </a:cubicBezTo>
                      <a:cubicBezTo>
                        <a:pt x="12675" y="29598"/>
                        <a:pt x="7850" y="21928"/>
                        <a:pt x="6085" y="18112"/>
                      </a:cubicBezTo>
                      <a:cubicBezTo>
                        <a:pt x="4537" y="14763"/>
                        <a:pt x="3097" y="6698"/>
                        <a:pt x="0" y="0"/>
                      </a:cubicBezTo>
                      <a:cubicBezTo>
                        <a:pt x="8210" y="1909"/>
                        <a:pt x="6770" y="360"/>
                        <a:pt x="10622" y="7742"/>
                      </a:cubicBezTo>
                      <a:lnTo>
                        <a:pt x="15915" y="1789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5"/>
                <p:cNvSpPr/>
                <p:nvPr/>
              </p:nvSpPr>
              <p:spPr>
                <a:xfrm>
                  <a:off x="6523927" y="1169083"/>
                  <a:ext cx="329907" cy="210978"/>
                </a:xfrm>
                <a:custGeom>
                  <a:rect b="b" l="l" r="r" t="t"/>
                  <a:pathLst>
                    <a:path extrusionOk="0" h="17104" w="22974">
                      <a:moveTo>
                        <a:pt x="1693" y="14943"/>
                      </a:moveTo>
                      <a:lnTo>
                        <a:pt x="1117" y="13647"/>
                      </a:lnTo>
                      <a:cubicBezTo>
                        <a:pt x="1117" y="13647"/>
                        <a:pt x="1" y="8606"/>
                        <a:pt x="2449" y="5005"/>
                      </a:cubicBezTo>
                      <a:cubicBezTo>
                        <a:pt x="4934" y="1405"/>
                        <a:pt x="11163" y="1"/>
                        <a:pt x="14332" y="1"/>
                      </a:cubicBezTo>
                      <a:cubicBezTo>
                        <a:pt x="17464" y="1"/>
                        <a:pt x="18652" y="3205"/>
                        <a:pt x="18941" y="3997"/>
                      </a:cubicBezTo>
                      <a:cubicBezTo>
                        <a:pt x="19265" y="4753"/>
                        <a:pt x="21965" y="5330"/>
                        <a:pt x="22469" y="7526"/>
                      </a:cubicBezTo>
                      <a:cubicBezTo>
                        <a:pt x="22973" y="9722"/>
                        <a:pt x="20705" y="17104"/>
                        <a:pt x="20705" y="171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5"/>
                <p:cNvSpPr/>
                <p:nvPr/>
              </p:nvSpPr>
              <p:spPr>
                <a:xfrm>
                  <a:off x="6481523" y="1277742"/>
                  <a:ext cx="412384" cy="386722"/>
                </a:xfrm>
                <a:custGeom>
                  <a:rect b="b" l="l" r="r" t="t"/>
                  <a:pathLst>
                    <a:path extrusionOk="0" h="18617" w="23585">
                      <a:moveTo>
                        <a:pt x="4105" y="1"/>
                      </a:moveTo>
                      <a:cubicBezTo>
                        <a:pt x="4105" y="1"/>
                        <a:pt x="5401" y="2413"/>
                        <a:pt x="2701" y="7706"/>
                      </a:cubicBezTo>
                      <a:cubicBezTo>
                        <a:pt x="0" y="13035"/>
                        <a:pt x="973" y="16024"/>
                        <a:pt x="6482" y="17320"/>
                      </a:cubicBezTo>
                      <a:cubicBezTo>
                        <a:pt x="11991" y="18616"/>
                        <a:pt x="17968" y="17068"/>
                        <a:pt x="20128" y="14764"/>
                      </a:cubicBezTo>
                      <a:cubicBezTo>
                        <a:pt x="22289" y="12459"/>
                        <a:pt x="23585" y="8102"/>
                        <a:pt x="19732" y="4574"/>
                      </a:cubicBezTo>
                      <a:cubicBezTo>
                        <a:pt x="15879" y="1045"/>
                        <a:pt x="4105" y="1"/>
                        <a:pt x="41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5"/>
                <p:cNvSpPr/>
                <p:nvPr/>
              </p:nvSpPr>
              <p:spPr>
                <a:xfrm>
                  <a:off x="6429229" y="2976276"/>
                  <a:ext cx="254287" cy="1188090"/>
                </a:xfrm>
                <a:custGeom>
                  <a:rect b="b" l="l" r="r" t="t"/>
                  <a:pathLst>
                    <a:path extrusionOk="0" h="70322" w="15051">
                      <a:moveTo>
                        <a:pt x="13935" y="7742"/>
                      </a:moveTo>
                      <a:cubicBezTo>
                        <a:pt x="14259" y="5761"/>
                        <a:pt x="14655" y="2989"/>
                        <a:pt x="15051" y="0"/>
                      </a:cubicBezTo>
                      <a:lnTo>
                        <a:pt x="3493" y="0"/>
                      </a:lnTo>
                      <a:cubicBezTo>
                        <a:pt x="3889" y="3313"/>
                        <a:pt x="4177" y="6086"/>
                        <a:pt x="4105" y="6590"/>
                      </a:cubicBezTo>
                      <a:cubicBezTo>
                        <a:pt x="684" y="25565"/>
                        <a:pt x="2773" y="49258"/>
                        <a:pt x="2053" y="58079"/>
                      </a:cubicBezTo>
                      <a:cubicBezTo>
                        <a:pt x="1981" y="58907"/>
                        <a:pt x="684" y="65713"/>
                        <a:pt x="684" y="65713"/>
                      </a:cubicBezTo>
                      <a:lnTo>
                        <a:pt x="0" y="68485"/>
                      </a:lnTo>
                      <a:lnTo>
                        <a:pt x="108" y="69601"/>
                      </a:lnTo>
                      <a:lnTo>
                        <a:pt x="3205" y="70322"/>
                      </a:lnTo>
                      <a:lnTo>
                        <a:pt x="6121" y="68233"/>
                      </a:lnTo>
                      <a:cubicBezTo>
                        <a:pt x="6121" y="68233"/>
                        <a:pt x="6769" y="60996"/>
                        <a:pt x="6625" y="59628"/>
                      </a:cubicBezTo>
                      <a:cubicBezTo>
                        <a:pt x="6553" y="58907"/>
                        <a:pt x="6409" y="58187"/>
                        <a:pt x="6229" y="57467"/>
                      </a:cubicBezTo>
                      <a:lnTo>
                        <a:pt x="6013" y="57107"/>
                      </a:lnTo>
                      <a:cubicBezTo>
                        <a:pt x="8498" y="40796"/>
                        <a:pt x="11306" y="24197"/>
                        <a:pt x="13935" y="774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6483355" y="2976268"/>
                  <a:ext cx="208698" cy="59633"/>
                </a:xfrm>
                <a:custGeom>
                  <a:rect b="b" l="l" r="r" t="t"/>
                  <a:pathLst>
                    <a:path extrusionOk="0" h="6914" w="11559">
                      <a:moveTo>
                        <a:pt x="10623" y="6770"/>
                      </a:moveTo>
                      <a:cubicBezTo>
                        <a:pt x="10911" y="4897"/>
                        <a:pt x="11235" y="2521"/>
                        <a:pt x="11559" y="0"/>
                      </a:cubicBezTo>
                      <a:lnTo>
                        <a:pt x="1" y="0"/>
                      </a:lnTo>
                      <a:cubicBezTo>
                        <a:pt x="361" y="3025"/>
                        <a:pt x="649" y="5545"/>
                        <a:pt x="613" y="6374"/>
                      </a:cubicBezTo>
                      <a:cubicBezTo>
                        <a:pt x="3926" y="6806"/>
                        <a:pt x="7274" y="6914"/>
                        <a:pt x="10623" y="677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6723039" y="2976276"/>
                  <a:ext cx="218402" cy="1177142"/>
                </a:xfrm>
                <a:custGeom>
                  <a:rect b="b" l="l" r="r" t="t"/>
                  <a:pathLst>
                    <a:path extrusionOk="0" h="69674" w="12927">
                      <a:moveTo>
                        <a:pt x="11811" y="8390"/>
                      </a:moveTo>
                      <a:cubicBezTo>
                        <a:pt x="11955" y="6302"/>
                        <a:pt x="12099" y="3241"/>
                        <a:pt x="12243" y="0"/>
                      </a:cubicBezTo>
                      <a:lnTo>
                        <a:pt x="1693" y="0"/>
                      </a:lnTo>
                      <a:cubicBezTo>
                        <a:pt x="2449" y="3853"/>
                        <a:pt x="3025" y="7274"/>
                        <a:pt x="2917" y="7850"/>
                      </a:cubicBezTo>
                      <a:cubicBezTo>
                        <a:pt x="0" y="23693"/>
                        <a:pt x="4105" y="42344"/>
                        <a:pt x="4393" y="55379"/>
                      </a:cubicBezTo>
                      <a:cubicBezTo>
                        <a:pt x="4321" y="55631"/>
                        <a:pt x="4249" y="55883"/>
                        <a:pt x="4177" y="56171"/>
                      </a:cubicBezTo>
                      <a:lnTo>
                        <a:pt x="3385" y="60564"/>
                      </a:lnTo>
                      <a:lnTo>
                        <a:pt x="9146" y="69385"/>
                      </a:lnTo>
                      <a:lnTo>
                        <a:pt x="11631" y="69673"/>
                      </a:lnTo>
                      <a:lnTo>
                        <a:pt x="12819" y="68449"/>
                      </a:lnTo>
                      <a:cubicBezTo>
                        <a:pt x="12819" y="68449"/>
                        <a:pt x="12927" y="67909"/>
                        <a:pt x="12099" y="67873"/>
                      </a:cubicBezTo>
                      <a:lnTo>
                        <a:pt x="11199" y="67585"/>
                      </a:lnTo>
                      <a:cubicBezTo>
                        <a:pt x="11199" y="67585"/>
                        <a:pt x="10442" y="67405"/>
                        <a:pt x="9686" y="65137"/>
                      </a:cubicBezTo>
                      <a:cubicBezTo>
                        <a:pt x="9218" y="63804"/>
                        <a:pt x="9470" y="59051"/>
                        <a:pt x="9470" y="55343"/>
                      </a:cubicBezTo>
                      <a:cubicBezTo>
                        <a:pt x="9542" y="39968"/>
                        <a:pt x="10766" y="23765"/>
                        <a:pt x="11811" y="839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5"/>
                <p:cNvSpPr/>
                <p:nvPr/>
              </p:nvSpPr>
              <p:spPr>
                <a:xfrm>
                  <a:off x="6741915" y="2976268"/>
                  <a:ext cx="190024" cy="55963"/>
                </a:xfrm>
                <a:custGeom>
                  <a:rect b="b" l="l" r="r" t="t"/>
                  <a:pathLst>
                    <a:path extrusionOk="0" h="6194" w="10551">
                      <a:moveTo>
                        <a:pt x="10371" y="4213"/>
                      </a:moveTo>
                      <a:cubicBezTo>
                        <a:pt x="10407" y="2881"/>
                        <a:pt x="10479" y="1477"/>
                        <a:pt x="10551" y="0"/>
                      </a:cubicBezTo>
                      <a:lnTo>
                        <a:pt x="1" y="0"/>
                      </a:lnTo>
                      <a:cubicBezTo>
                        <a:pt x="469" y="2449"/>
                        <a:pt x="865" y="4717"/>
                        <a:pt x="1081" y="6194"/>
                      </a:cubicBezTo>
                      <a:cubicBezTo>
                        <a:pt x="4214" y="5725"/>
                        <a:pt x="7310" y="5077"/>
                        <a:pt x="10371" y="4213"/>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5"/>
                <p:cNvSpPr/>
                <p:nvPr/>
              </p:nvSpPr>
              <p:spPr>
                <a:xfrm>
                  <a:off x="6745542" y="3973297"/>
                  <a:ext cx="57815" cy="215969"/>
                </a:xfrm>
                <a:custGeom>
                  <a:rect b="b" l="l" r="r" t="t"/>
                  <a:pathLst>
                    <a:path extrusionOk="0" h="12783" w="3422">
                      <a:moveTo>
                        <a:pt x="685" y="0"/>
                      </a:moveTo>
                      <a:cubicBezTo>
                        <a:pt x="685" y="0"/>
                        <a:pt x="1" y="216"/>
                        <a:pt x="217" y="1657"/>
                      </a:cubicBezTo>
                      <a:cubicBezTo>
                        <a:pt x="469" y="3061"/>
                        <a:pt x="1513" y="3997"/>
                        <a:pt x="1513" y="6806"/>
                      </a:cubicBezTo>
                      <a:lnTo>
                        <a:pt x="1513" y="12171"/>
                      </a:lnTo>
                      <a:cubicBezTo>
                        <a:pt x="1513" y="12171"/>
                        <a:pt x="1477" y="12783"/>
                        <a:pt x="1873" y="12783"/>
                      </a:cubicBezTo>
                      <a:lnTo>
                        <a:pt x="2089" y="12783"/>
                      </a:lnTo>
                      <a:cubicBezTo>
                        <a:pt x="2269" y="12783"/>
                        <a:pt x="2377" y="12639"/>
                        <a:pt x="2377" y="12171"/>
                      </a:cubicBezTo>
                      <a:lnTo>
                        <a:pt x="2377" y="6194"/>
                      </a:lnTo>
                      <a:cubicBezTo>
                        <a:pt x="2377" y="5293"/>
                        <a:pt x="2737" y="3565"/>
                        <a:pt x="3097" y="3241"/>
                      </a:cubicBezTo>
                      <a:cubicBezTo>
                        <a:pt x="3421" y="2917"/>
                        <a:pt x="685" y="0"/>
                        <a:pt x="6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6744326" y="3925232"/>
                  <a:ext cx="266468" cy="264035"/>
                </a:xfrm>
                <a:custGeom>
                  <a:rect b="b" l="l" r="r" t="t"/>
                  <a:pathLst>
                    <a:path extrusionOk="0" h="15628" w="15772">
                      <a:moveTo>
                        <a:pt x="2917" y="1"/>
                      </a:moveTo>
                      <a:cubicBezTo>
                        <a:pt x="1693" y="685"/>
                        <a:pt x="721" y="1729"/>
                        <a:pt x="73" y="2989"/>
                      </a:cubicBezTo>
                      <a:cubicBezTo>
                        <a:pt x="1" y="3278"/>
                        <a:pt x="109" y="3566"/>
                        <a:pt x="325" y="3710"/>
                      </a:cubicBezTo>
                      <a:cubicBezTo>
                        <a:pt x="721" y="3998"/>
                        <a:pt x="3277" y="6302"/>
                        <a:pt x="3781" y="7814"/>
                      </a:cubicBezTo>
                      <a:cubicBezTo>
                        <a:pt x="4286" y="9291"/>
                        <a:pt x="5078" y="12243"/>
                        <a:pt x="5438" y="13395"/>
                      </a:cubicBezTo>
                      <a:cubicBezTo>
                        <a:pt x="5762" y="14548"/>
                        <a:pt x="6518" y="15628"/>
                        <a:pt x="7814" y="15628"/>
                      </a:cubicBezTo>
                      <a:lnTo>
                        <a:pt x="14475" y="15628"/>
                      </a:lnTo>
                      <a:cubicBezTo>
                        <a:pt x="15772" y="15628"/>
                        <a:pt x="15340" y="14476"/>
                        <a:pt x="14403" y="13863"/>
                      </a:cubicBezTo>
                      <a:cubicBezTo>
                        <a:pt x="13503" y="13287"/>
                        <a:pt x="11487" y="11811"/>
                        <a:pt x="11199" y="11703"/>
                      </a:cubicBezTo>
                      <a:cubicBezTo>
                        <a:pt x="10947" y="11595"/>
                        <a:pt x="10839" y="11703"/>
                        <a:pt x="10839" y="11703"/>
                      </a:cubicBezTo>
                      <a:cubicBezTo>
                        <a:pt x="10839" y="11703"/>
                        <a:pt x="11127" y="11847"/>
                        <a:pt x="11019" y="12099"/>
                      </a:cubicBezTo>
                      <a:cubicBezTo>
                        <a:pt x="10947" y="12315"/>
                        <a:pt x="10263" y="12207"/>
                        <a:pt x="9579" y="12207"/>
                      </a:cubicBezTo>
                      <a:cubicBezTo>
                        <a:pt x="8606" y="12171"/>
                        <a:pt x="7742" y="11559"/>
                        <a:pt x="7382" y="10695"/>
                      </a:cubicBezTo>
                      <a:cubicBezTo>
                        <a:pt x="6878" y="9543"/>
                        <a:pt x="4898" y="3566"/>
                        <a:pt x="4718" y="3025"/>
                      </a:cubicBezTo>
                      <a:cubicBezTo>
                        <a:pt x="4502" y="2521"/>
                        <a:pt x="3205" y="1297"/>
                        <a:pt x="2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6387246" y="3941062"/>
                  <a:ext cx="172177" cy="248204"/>
                </a:xfrm>
                <a:custGeom>
                  <a:rect b="b" l="l" r="r" t="t"/>
                  <a:pathLst>
                    <a:path extrusionOk="0" h="14691" w="10191">
                      <a:moveTo>
                        <a:pt x="3205" y="8606"/>
                      </a:moveTo>
                      <a:cubicBezTo>
                        <a:pt x="2917" y="9326"/>
                        <a:pt x="2629" y="10046"/>
                        <a:pt x="2269" y="10730"/>
                      </a:cubicBezTo>
                      <a:cubicBezTo>
                        <a:pt x="1945" y="11126"/>
                        <a:pt x="757" y="12494"/>
                        <a:pt x="541" y="12926"/>
                      </a:cubicBezTo>
                      <a:cubicBezTo>
                        <a:pt x="361" y="13359"/>
                        <a:pt x="1" y="14691"/>
                        <a:pt x="1441" y="14691"/>
                      </a:cubicBezTo>
                      <a:lnTo>
                        <a:pt x="6626" y="14691"/>
                      </a:lnTo>
                      <a:cubicBezTo>
                        <a:pt x="8030" y="14691"/>
                        <a:pt x="9182" y="14259"/>
                        <a:pt x="9218" y="12962"/>
                      </a:cubicBezTo>
                      <a:cubicBezTo>
                        <a:pt x="9218" y="11702"/>
                        <a:pt x="9326" y="7129"/>
                        <a:pt x="9506" y="6121"/>
                      </a:cubicBezTo>
                      <a:cubicBezTo>
                        <a:pt x="9687" y="5149"/>
                        <a:pt x="10191" y="4033"/>
                        <a:pt x="9939" y="3061"/>
                      </a:cubicBezTo>
                      <a:cubicBezTo>
                        <a:pt x="9687" y="2088"/>
                        <a:pt x="9290" y="1116"/>
                        <a:pt x="8786" y="216"/>
                      </a:cubicBezTo>
                      <a:cubicBezTo>
                        <a:pt x="8714" y="144"/>
                        <a:pt x="8606" y="72"/>
                        <a:pt x="8498" y="0"/>
                      </a:cubicBezTo>
                      <a:lnTo>
                        <a:pt x="8642" y="864"/>
                      </a:lnTo>
                      <a:cubicBezTo>
                        <a:pt x="8714" y="1080"/>
                        <a:pt x="8750" y="1260"/>
                        <a:pt x="8750" y="1476"/>
                      </a:cubicBezTo>
                      <a:cubicBezTo>
                        <a:pt x="8894" y="2917"/>
                        <a:pt x="8354" y="9326"/>
                        <a:pt x="8354" y="9866"/>
                      </a:cubicBezTo>
                      <a:cubicBezTo>
                        <a:pt x="8354" y="10406"/>
                        <a:pt x="7778" y="10766"/>
                        <a:pt x="6770" y="11018"/>
                      </a:cubicBezTo>
                      <a:cubicBezTo>
                        <a:pt x="5726" y="11306"/>
                        <a:pt x="3601" y="11558"/>
                        <a:pt x="2809" y="10802"/>
                      </a:cubicBezTo>
                      <a:cubicBezTo>
                        <a:pt x="2737" y="10694"/>
                        <a:pt x="2701" y="10550"/>
                        <a:pt x="2773" y="10406"/>
                      </a:cubicBezTo>
                      <a:cubicBezTo>
                        <a:pt x="2809" y="10118"/>
                        <a:pt x="3205" y="8606"/>
                        <a:pt x="320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5"/>
                <p:cNvSpPr/>
                <p:nvPr/>
              </p:nvSpPr>
              <p:spPr>
                <a:xfrm>
                  <a:off x="6454165" y="1600889"/>
                  <a:ext cx="501292" cy="705079"/>
                </a:xfrm>
                <a:custGeom>
                  <a:rect b="b" l="l" r="r" t="t"/>
                  <a:pathLst>
                    <a:path extrusionOk="0" h="41733" w="29671">
                      <a:moveTo>
                        <a:pt x="22145" y="1332"/>
                      </a:moveTo>
                      <a:cubicBezTo>
                        <a:pt x="22145" y="1332"/>
                        <a:pt x="26249" y="7382"/>
                        <a:pt x="26718" y="8246"/>
                      </a:cubicBezTo>
                      <a:cubicBezTo>
                        <a:pt x="27150" y="9110"/>
                        <a:pt x="28914" y="12891"/>
                        <a:pt x="29274" y="14799"/>
                      </a:cubicBezTo>
                      <a:cubicBezTo>
                        <a:pt x="29670" y="16707"/>
                        <a:pt x="28914" y="19408"/>
                        <a:pt x="28194" y="20848"/>
                      </a:cubicBezTo>
                      <a:lnTo>
                        <a:pt x="28194" y="39752"/>
                      </a:lnTo>
                      <a:cubicBezTo>
                        <a:pt x="20992" y="41732"/>
                        <a:pt x="12027" y="41048"/>
                        <a:pt x="4789" y="39752"/>
                      </a:cubicBezTo>
                      <a:lnTo>
                        <a:pt x="5978" y="31866"/>
                      </a:lnTo>
                      <a:lnTo>
                        <a:pt x="0" y="2917"/>
                      </a:lnTo>
                      <a:lnTo>
                        <a:pt x="8786" y="72"/>
                      </a:lnTo>
                      <a:lnTo>
                        <a:pt x="14655" y="1585"/>
                      </a:lnTo>
                      <a:lnTo>
                        <a:pt x="170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5"/>
                <p:cNvSpPr/>
                <p:nvPr/>
              </p:nvSpPr>
              <p:spPr>
                <a:xfrm>
                  <a:off x="6612349" y="1479350"/>
                  <a:ext cx="125360" cy="165108"/>
                </a:xfrm>
                <a:custGeom>
                  <a:rect b="b" l="l" r="r" t="t"/>
                  <a:pathLst>
                    <a:path extrusionOk="0" h="9146" w="8246">
                      <a:moveTo>
                        <a:pt x="0" y="0"/>
                      </a:moveTo>
                      <a:lnTo>
                        <a:pt x="8246" y="0"/>
                      </a:lnTo>
                      <a:lnTo>
                        <a:pt x="8246" y="9146"/>
                      </a:lnTo>
                      <a:lnTo>
                        <a:pt x="4969" y="9146"/>
                      </a:lnTo>
                      <a:lnTo>
                        <a:pt x="0" y="7201"/>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6587985" y="1579602"/>
                  <a:ext cx="115004" cy="129585"/>
                </a:xfrm>
                <a:custGeom>
                  <a:rect b="b" l="l" r="r" t="t"/>
                  <a:pathLst>
                    <a:path extrusionOk="0" h="7670" w="6807">
                      <a:moveTo>
                        <a:pt x="829" y="0"/>
                      </a:moveTo>
                      <a:lnTo>
                        <a:pt x="6806" y="3889"/>
                      </a:lnTo>
                      <a:lnTo>
                        <a:pt x="3962" y="7669"/>
                      </a:lnTo>
                      <a:lnTo>
                        <a:pt x="1" y="162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6702968" y="1580819"/>
                  <a:ext cx="65096" cy="128976"/>
                </a:xfrm>
                <a:custGeom>
                  <a:rect b="b" l="l" r="r" t="t"/>
                  <a:pathLst>
                    <a:path extrusionOk="0" h="7634" w="3853">
                      <a:moveTo>
                        <a:pt x="0" y="3817"/>
                      </a:moveTo>
                      <a:lnTo>
                        <a:pt x="2305" y="0"/>
                      </a:lnTo>
                      <a:lnTo>
                        <a:pt x="3457" y="1476"/>
                      </a:lnTo>
                      <a:lnTo>
                        <a:pt x="3853" y="763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6742659" y="1357303"/>
                  <a:ext cx="99816" cy="81191"/>
                </a:xfrm>
                <a:custGeom>
                  <a:rect b="b" l="l" r="r" t="t"/>
                  <a:pathLst>
                    <a:path extrusionOk="0" h="5654" w="6951">
                      <a:moveTo>
                        <a:pt x="4070" y="36"/>
                      </a:moveTo>
                      <a:lnTo>
                        <a:pt x="4250" y="72"/>
                      </a:lnTo>
                      <a:lnTo>
                        <a:pt x="4250" y="72"/>
                      </a:lnTo>
                      <a:cubicBezTo>
                        <a:pt x="6914" y="649"/>
                        <a:pt x="6950" y="4429"/>
                        <a:pt x="4286" y="5041"/>
                      </a:cubicBezTo>
                      <a:cubicBezTo>
                        <a:pt x="1621" y="5653"/>
                        <a:pt x="1" y="2269"/>
                        <a:pt x="2125" y="541"/>
                      </a:cubicBezTo>
                      <a:cubicBezTo>
                        <a:pt x="2053" y="1297"/>
                        <a:pt x="2161" y="2233"/>
                        <a:pt x="3133" y="2341"/>
                      </a:cubicBezTo>
                      <a:lnTo>
                        <a:pt x="3133" y="901"/>
                      </a:lnTo>
                      <a:cubicBezTo>
                        <a:pt x="3133" y="397"/>
                        <a:pt x="3565" y="0"/>
                        <a:pt x="4070" y="3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6516680" y="1356786"/>
                  <a:ext cx="100333" cy="82225"/>
                </a:xfrm>
                <a:custGeom>
                  <a:rect b="b" l="l" r="r" t="t"/>
                  <a:pathLst>
                    <a:path extrusionOk="0" h="5726" w="6987">
                      <a:moveTo>
                        <a:pt x="2953" y="72"/>
                      </a:moveTo>
                      <a:lnTo>
                        <a:pt x="2773" y="72"/>
                      </a:lnTo>
                      <a:lnTo>
                        <a:pt x="2773" y="72"/>
                      </a:lnTo>
                      <a:cubicBezTo>
                        <a:pt x="109" y="613"/>
                        <a:pt x="1" y="4429"/>
                        <a:pt x="2665" y="5077"/>
                      </a:cubicBezTo>
                      <a:cubicBezTo>
                        <a:pt x="5294" y="5726"/>
                        <a:pt x="6986" y="2341"/>
                        <a:pt x="4898" y="613"/>
                      </a:cubicBezTo>
                      <a:cubicBezTo>
                        <a:pt x="4970" y="1369"/>
                        <a:pt x="4826" y="2305"/>
                        <a:pt x="3854" y="2377"/>
                      </a:cubicBezTo>
                      <a:lnTo>
                        <a:pt x="3890" y="901"/>
                      </a:lnTo>
                      <a:cubicBezTo>
                        <a:pt x="3890" y="397"/>
                        <a:pt x="3458" y="0"/>
                        <a:pt x="2953" y="7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5"/>
                <p:cNvSpPr/>
                <p:nvPr/>
              </p:nvSpPr>
              <p:spPr>
                <a:xfrm>
                  <a:off x="6554436" y="1175811"/>
                  <a:ext cx="250783" cy="365563"/>
                </a:xfrm>
                <a:custGeom>
                  <a:rect b="b" l="l" r="r" t="t"/>
                  <a:pathLst>
                    <a:path extrusionOk="0" h="25457" w="17464">
                      <a:moveTo>
                        <a:pt x="8714" y="25457"/>
                      </a:moveTo>
                      <a:cubicBezTo>
                        <a:pt x="3961" y="25457"/>
                        <a:pt x="0" y="19588"/>
                        <a:pt x="0" y="14943"/>
                      </a:cubicBezTo>
                      <a:lnTo>
                        <a:pt x="0" y="8750"/>
                      </a:lnTo>
                      <a:cubicBezTo>
                        <a:pt x="0" y="3925"/>
                        <a:pt x="3925" y="36"/>
                        <a:pt x="8714" y="0"/>
                      </a:cubicBezTo>
                      <a:lnTo>
                        <a:pt x="8714" y="0"/>
                      </a:lnTo>
                      <a:cubicBezTo>
                        <a:pt x="13539" y="36"/>
                        <a:pt x="17464" y="3925"/>
                        <a:pt x="17464" y="8750"/>
                      </a:cubicBezTo>
                      <a:lnTo>
                        <a:pt x="17464" y="14799"/>
                      </a:lnTo>
                      <a:cubicBezTo>
                        <a:pt x="17464" y="19876"/>
                        <a:pt x="14007" y="25457"/>
                        <a:pt x="8714"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5"/>
                <p:cNvSpPr/>
                <p:nvPr/>
              </p:nvSpPr>
              <p:spPr>
                <a:xfrm>
                  <a:off x="6591139" y="1317994"/>
                  <a:ext cx="50700" cy="32917"/>
                </a:xfrm>
                <a:custGeom>
                  <a:rect b="b" l="l" r="r" t="t"/>
                  <a:pathLst>
                    <a:path extrusionOk="0" h="1442" w="3530">
                      <a:moveTo>
                        <a:pt x="3277" y="397"/>
                      </a:moveTo>
                      <a:cubicBezTo>
                        <a:pt x="3457" y="469"/>
                        <a:pt x="3529" y="685"/>
                        <a:pt x="3457" y="901"/>
                      </a:cubicBezTo>
                      <a:cubicBezTo>
                        <a:pt x="3385" y="1081"/>
                        <a:pt x="3169" y="1153"/>
                        <a:pt x="2953" y="1081"/>
                      </a:cubicBezTo>
                      <a:cubicBezTo>
                        <a:pt x="2269" y="757"/>
                        <a:pt x="1477" y="829"/>
                        <a:pt x="793" y="1225"/>
                      </a:cubicBezTo>
                      <a:cubicBezTo>
                        <a:pt x="397" y="1441"/>
                        <a:pt x="1" y="829"/>
                        <a:pt x="433" y="577"/>
                      </a:cubicBezTo>
                      <a:cubicBezTo>
                        <a:pt x="1297" y="73"/>
                        <a:pt x="2341" y="1"/>
                        <a:pt x="3277" y="3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5"/>
                <p:cNvSpPr/>
                <p:nvPr/>
              </p:nvSpPr>
              <p:spPr>
                <a:xfrm>
                  <a:off x="6715258" y="1319637"/>
                  <a:ext cx="53285" cy="31274"/>
                </a:xfrm>
                <a:custGeom>
                  <a:rect b="b" l="l" r="r" t="t"/>
                  <a:pathLst>
                    <a:path extrusionOk="0" h="1370" w="3710">
                      <a:moveTo>
                        <a:pt x="3277" y="505"/>
                      </a:moveTo>
                      <a:cubicBezTo>
                        <a:pt x="3709" y="721"/>
                        <a:pt x="3349" y="1369"/>
                        <a:pt x="2917" y="1117"/>
                      </a:cubicBezTo>
                      <a:cubicBezTo>
                        <a:pt x="2233" y="793"/>
                        <a:pt x="1441" y="757"/>
                        <a:pt x="757" y="1081"/>
                      </a:cubicBezTo>
                      <a:cubicBezTo>
                        <a:pt x="325" y="1297"/>
                        <a:pt x="0" y="685"/>
                        <a:pt x="433" y="433"/>
                      </a:cubicBezTo>
                      <a:cubicBezTo>
                        <a:pt x="1333" y="1"/>
                        <a:pt x="2377" y="1"/>
                        <a:pt x="3277" y="5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6398194" y="1605147"/>
                  <a:ext cx="336430" cy="970905"/>
                </a:xfrm>
                <a:custGeom>
                  <a:rect b="b" l="l" r="r" t="t"/>
                  <a:pathLst>
                    <a:path extrusionOk="0" h="57467" w="19913">
                      <a:moveTo>
                        <a:pt x="2197" y="1909"/>
                      </a:moveTo>
                      <a:cubicBezTo>
                        <a:pt x="2197" y="1909"/>
                        <a:pt x="9327" y="0"/>
                        <a:pt x="9543" y="0"/>
                      </a:cubicBezTo>
                      <a:cubicBezTo>
                        <a:pt x="9831" y="108"/>
                        <a:pt x="10083" y="216"/>
                        <a:pt x="10299" y="396"/>
                      </a:cubicBezTo>
                      <a:cubicBezTo>
                        <a:pt x="19913" y="26141"/>
                        <a:pt x="18976" y="25637"/>
                        <a:pt x="14079" y="53110"/>
                      </a:cubicBezTo>
                      <a:cubicBezTo>
                        <a:pt x="14079" y="53110"/>
                        <a:pt x="13971" y="53866"/>
                        <a:pt x="12819" y="54226"/>
                      </a:cubicBezTo>
                      <a:cubicBezTo>
                        <a:pt x="11703" y="54550"/>
                        <a:pt x="721" y="57215"/>
                        <a:pt x="721" y="57215"/>
                      </a:cubicBezTo>
                      <a:cubicBezTo>
                        <a:pt x="721" y="57215"/>
                        <a:pt x="1" y="57467"/>
                        <a:pt x="217" y="56243"/>
                      </a:cubicBezTo>
                      <a:cubicBezTo>
                        <a:pt x="433" y="55019"/>
                        <a:pt x="6158" y="28950"/>
                        <a:pt x="6158" y="28950"/>
                      </a:cubicBezTo>
                      <a:lnTo>
                        <a:pt x="3746" y="1440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6791174" y="1609404"/>
                  <a:ext cx="194681" cy="928330"/>
                </a:xfrm>
                <a:custGeom>
                  <a:rect b="b" l="l" r="r" t="t"/>
                  <a:pathLst>
                    <a:path extrusionOk="0" h="54947" w="11523">
                      <a:moveTo>
                        <a:pt x="0" y="180"/>
                      </a:moveTo>
                      <a:cubicBezTo>
                        <a:pt x="0" y="180"/>
                        <a:pt x="4573" y="13359"/>
                        <a:pt x="4933" y="14547"/>
                      </a:cubicBezTo>
                      <a:cubicBezTo>
                        <a:pt x="5329" y="15735"/>
                        <a:pt x="5545" y="16743"/>
                        <a:pt x="5077" y="19408"/>
                      </a:cubicBezTo>
                      <a:cubicBezTo>
                        <a:pt x="4969" y="19840"/>
                        <a:pt x="4933" y="20272"/>
                        <a:pt x="4933" y="20740"/>
                      </a:cubicBezTo>
                      <a:cubicBezTo>
                        <a:pt x="4933" y="21712"/>
                        <a:pt x="5041" y="26933"/>
                        <a:pt x="5041" y="26933"/>
                      </a:cubicBezTo>
                      <a:lnTo>
                        <a:pt x="5581" y="51634"/>
                      </a:lnTo>
                      <a:cubicBezTo>
                        <a:pt x="5689" y="52174"/>
                        <a:pt x="6049" y="52678"/>
                        <a:pt x="6589" y="52894"/>
                      </a:cubicBezTo>
                      <a:cubicBezTo>
                        <a:pt x="7454" y="53218"/>
                        <a:pt x="10982" y="54839"/>
                        <a:pt x="10982" y="54839"/>
                      </a:cubicBezTo>
                      <a:cubicBezTo>
                        <a:pt x="10982" y="54839"/>
                        <a:pt x="11522" y="54947"/>
                        <a:pt x="11522" y="54298"/>
                      </a:cubicBezTo>
                      <a:cubicBezTo>
                        <a:pt x="11522" y="53614"/>
                        <a:pt x="9002" y="29814"/>
                        <a:pt x="9002" y="29814"/>
                      </a:cubicBezTo>
                      <a:lnTo>
                        <a:pt x="8534" y="21136"/>
                      </a:lnTo>
                      <a:cubicBezTo>
                        <a:pt x="9974" y="15627"/>
                        <a:pt x="11522" y="14115"/>
                        <a:pt x="8390" y="8894"/>
                      </a:cubicBezTo>
                      <a:cubicBezTo>
                        <a:pt x="7886" y="8066"/>
                        <a:pt x="7202" y="6878"/>
                        <a:pt x="6517" y="5689"/>
                      </a:cubicBezTo>
                      <a:cubicBezTo>
                        <a:pt x="4537" y="2161"/>
                        <a:pt x="5905" y="1297"/>
                        <a:pt x="3709" y="612"/>
                      </a:cubicBezTo>
                      <a:lnTo>
                        <a:pt x="360" y="0"/>
                      </a:lnTo>
                      <a:cubicBezTo>
                        <a:pt x="216" y="0"/>
                        <a:pt x="72" y="72"/>
                        <a:pt x="0" y="1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5"/>
                <p:cNvSpPr/>
                <p:nvPr/>
              </p:nvSpPr>
              <p:spPr>
                <a:xfrm>
                  <a:off x="6747829" y="1209932"/>
                  <a:ext cx="93096" cy="178394"/>
                </a:xfrm>
                <a:custGeom>
                  <a:rect b="b" l="l" r="r" t="t"/>
                  <a:pathLst>
                    <a:path extrusionOk="0" h="12423" w="6483">
                      <a:moveTo>
                        <a:pt x="3998" y="12423"/>
                      </a:moveTo>
                      <a:lnTo>
                        <a:pt x="3061" y="8570"/>
                      </a:lnTo>
                      <a:cubicBezTo>
                        <a:pt x="3061" y="8570"/>
                        <a:pt x="1" y="6302"/>
                        <a:pt x="1081" y="3169"/>
                      </a:cubicBezTo>
                      <a:cubicBezTo>
                        <a:pt x="2161" y="1"/>
                        <a:pt x="2377" y="325"/>
                        <a:pt x="2377" y="325"/>
                      </a:cubicBezTo>
                      <a:cubicBezTo>
                        <a:pt x="2377" y="325"/>
                        <a:pt x="6482" y="2197"/>
                        <a:pt x="4646" y="10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5"/>
                <p:cNvSpPr/>
                <p:nvPr/>
              </p:nvSpPr>
              <p:spPr>
                <a:xfrm>
                  <a:off x="6518748" y="1209932"/>
                  <a:ext cx="93096" cy="178394"/>
                </a:xfrm>
                <a:custGeom>
                  <a:rect b="b" l="l" r="r" t="t"/>
                  <a:pathLst>
                    <a:path extrusionOk="0" h="12423" w="6483">
                      <a:moveTo>
                        <a:pt x="2485" y="12423"/>
                      </a:moveTo>
                      <a:lnTo>
                        <a:pt x="3422" y="8570"/>
                      </a:lnTo>
                      <a:cubicBezTo>
                        <a:pt x="3422" y="8570"/>
                        <a:pt x="6482" y="6302"/>
                        <a:pt x="5402" y="3169"/>
                      </a:cubicBezTo>
                      <a:cubicBezTo>
                        <a:pt x="4322" y="1"/>
                        <a:pt x="4106" y="325"/>
                        <a:pt x="4106" y="325"/>
                      </a:cubicBezTo>
                      <a:cubicBezTo>
                        <a:pt x="4106" y="325"/>
                        <a:pt x="1" y="2197"/>
                        <a:pt x="1837" y="10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5"/>
                <p:cNvSpPr/>
                <p:nvPr/>
              </p:nvSpPr>
              <p:spPr>
                <a:xfrm>
                  <a:off x="6510993" y="1164423"/>
                  <a:ext cx="281298" cy="170654"/>
                </a:xfrm>
                <a:custGeom>
                  <a:rect b="b" l="l" r="r" t="t"/>
                  <a:pathLst>
                    <a:path extrusionOk="0" h="11884" w="19589">
                      <a:moveTo>
                        <a:pt x="19588" y="11883"/>
                      </a:moveTo>
                      <a:cubicBezTo>
                        <a:pt x="19588" y="11883"/>
                        <a:pt x="17284" y="11163"/>
                        <a:pt x="15484" y="6626"/>
                      </a:cubicBezTo>
                      <a:cubicBezTo>
                        <a:pt x="13647" y="2089"/>
                        <a:pt x="9831" y="10263"/>
                        <a:pt x="4898" y="9615"/>
                      </a:cubicBezTo>
                      <a:cubicBezTo>
                        <a:pt x="1" y="8967"/>
                        <a:pt x="3926" y="1801"/>
                        <a:pt x="9723" y="685"/>
                      </a:cubicBezTo>
                      <a:cubicBezTo>
                        <a:pt x="13143" y="1"/>
                        <a:pt x="16636" y="1117"/>
                        <a:pt x="19048" y="36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6096478" y="1530321"/>
                  <a:ext cx="402118" cy="507374"/>
                </a:xfrm>
                <a:custGeom>
                  <a:rect b="b" l="l" r="r" t="t"/>
                  <a:pathLst>
                    <a:path extrusionOk="0" h="30031" w="23801">
                      <a:moveTo>
                        <a:pt x="20056" y="6374"/>
                      </a:moveTo>
                      <a:cubicBezTo>
                        <a:pt x="19660" y="6482"/>
                        <a:pt x="19264" y="6662"/>
                        <a:pt x="18940" y="6878"/>
                      </a:cubicBezTo>
                      <a:cubicBezTo>
                        <a:pt x="17212" y="8066"/>
                        <a:pt x="12243" y="15663"/>
                        <a:pt x="12243" y="15663"/>
                      </a:cubicBezTo>
                      <a:cubicBezTo>
                        <a:pt x="12279" y="14331"/>
                        <a:pt x="14115" y="973"/>
                        <a:pt x="13035" y="613"/>
                      </a:cubicBezTo>
                      <a:cubicBezTo>
                        <a:pt x="13035" y="613"/>
                        <a:pt x="8822" y="1153"/>
                        <a:pt x="6194" y="0"/>
                      </a:cubicBezTo>
                      <a:cubicBezTo>
                        <a:pt x="5762" y="289"/>
                        <a:pt x="5473" y="793"/>
                        <a:pt x="5401" y="1297"/>
                      </a:cubicBezTo>
                      <a:cubicBezTo>
                        <a:pt x="4609" y="5654"/>
                        <a:pt x="0" y="26969"/>
                        <a:pt x="6302" y="28662"/>
                      </a:cubicBezTo>
                      <a:cubicBezTo>
                        <a:pt x="11343" y="30030"/>
                        <a:pt x="20056" y="21100"/>
                        <a:pt x="22613" y="18904"/>
                      </a:cubicBezTo>
                      <a:cubicBezTo>
                        <a:pt x="23801" y="16672"/>
                        <a:pt x="22433" y="5618"/>
                        <a:pt x="20056" y="63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6173735" y="1238336"/>
                  <a:ext cx="221443" cy="288972"/>
                </a:xfrm>
                <a:custGeom>
                  <a:rect b="b" l="l" r="r" t="t"/>
                  <a:pathLst>
                    <a:path extrusionOk="0" h="17104" w="13107">
                      <a:moveTo>
                        <a:pt x="10154" y="13215"/>
                      </a:moveTo>
                      <a:cubicBezTo>
                        <a:pt x="10730" y="12279"/>
                        <a:pt x="11522" y="11522"/>
                        <a:pt x="12531" y="11054"/>
                      </a:cubicBezTo>
                      <a:cubicBezTo>
                        <a:pt x="13107" y="10766"/>
                        <a:pt x="11739" y="8606"/>
                        <a:pt x="10154" y="10406"/>
                      </a:cubicBezTo>
                      <a:cubicBezTo>
                        <a:pt x="10154" y="10406"/>
                        <a:pt x="9146" y="10910"/>
                        <a:pt x="8894" y="10478"/>
                      </a:cubicBezTo>
                      <a:cubicBezTo>
                        <a:pt x="8606" y="10082"/>
                        <a:pt x="10586" y="3421"/>
                        <a:pt x="10802" y="2701"/>
                      </a:cubicBezTo>
                      <a:cubicBezTo>
                        <a:pt x="10982" y="2161"/>
                        <a:pt x="10586" y="1621"/>
                        <a:pt x="10046" y="1657"/>
                      </a:cubicBezTo>
                      <a:cubicBezTo>
                        <a:pt x="9758" y="1765"/>
                        <a:pt x="9470" y="2809"/>
                        <a:pt x="9002" y="4105"/>
                      </a:cubicBezTo>
                      <a:cubicBezTo>
                        <a:pt x="8534" y="5437"/>
                        <a:pt x="7994" y="6878"/>
                        <a:pt x="7850" y="6986"/>
                      </a:cubicBezTo>
                      <a:cubicBezTo>
                        <a:pt x="7706" y="7058"/>
                        <a:pt x="7418" y="6914"/>
                        <a:pt x="7418" y="6085"/>
                      </a:cubicBezTo>
                      <a:cubicBezTo>
                        <a:pt x="7418" y="5221"/>
                        <a:pt x="7598" y="684"/>
                        <a:pt x="7382" y="324"/>
                      </a:cubicBezTo>
                      <a:cubicBezTo>
                        <a:pt x="7130" y="0"/>
                        <a:pt x="6410" y="72"/>
                        <a:pt x="6229" y="756"/>
                      </a:cubicBezTo>
                      <a:cubicBezTo>
                        <a:pt x="6013" y="1404"/>
                        <a:pt x="5977" y="6013"/>
                        <a:pt x="5833" y="6589"/>
                      </a:cubicBezTo>
                      <a:cubicBezTo>
                        <a:pt x="5653" y="7166"/>
                        <a:pt x="5149" y="6914"/>
                        <a:pt x="5041" y="6481"/>
                      </a:cubicBezTo>
                      <a:cubicBezTo>
                        <a:pt x="4969" y="6085"/>
                        <a:pt x="4321" y="1080"/>
                        <a:pt x="4141" y="756"/>
                      </a:cubicBezTo>
                      <a:cubicBezTo>
                        <a:pt x="3925" y="396"/>
                        <a:pt x="3205" y="504"/>
                        <a:pt x="3133" y="1260"/>
                      </a:cubicBezTo>
                      <a:cubicBezTo>
                        <a:pt x="3097" y="2017"/>
                        <a:pt x="3493" y="6842"/>
                        <a:pt x="3349" y="7166"/>
                      </a:cubicBezTo>
                      <a:cubicBezTo>
                        <a:pt x="3205" y="7490"/>
                        <a:pt x="2737" y="7526"/>
                        <a:pt x="2305" y="6697"/>
                      </a:cubicBezTo>
                      <a:cubicBezTo>
                        <a:pt x="1873" y="5905"/>
                        <a:pt x="1117" y="4069"/>
                        <a:pt x="900" y="3961"/>
                      </a:cubicBezTo>
                      <a:cubicBezTo>
                        <a:pt x="648" y="3817"/>
                        <a:pt x="0" y="4465"/>
                        <a:pt x="324" y="5401"/>
                      </a:cubicBezTo>
                      <a:cubicBezTo>
                        <a:pt x="648" y="6337"/>
                        <a:pt x="1333" y="8678"/>
                        <a:pt x="1405" y="9002"/>
                      </a:cubicBezTo>
                      <a:cubicBezTo>
                        <a:pt x="1729" y="10910"/>
                        <a:pt x="1549" y="12747"/>
                        <a:pt x="2017" y="14187"/>
                      </a:cubicBezTo>
                      <a:cubicBezTo>
                        <a:pt x="2161" y="14691"/>
                        <a:pt x="2449" y="15195"/>
                        <a:pt x="2845" y="15591"/>
                      </a:cubicBezTo>
                      <a:cubicBezTo>
                        <a:pt x="3745" y="16563"/>
                        <a:pt x="5041" y="17103"/>
                        <a:pt x="6410" y="17067"/>
                      </a:cubicBezTo>
                      <a:cubicBezTo>
                        <a:pt x="8642" y="16923"/>
                        <a:pt x="9002" y="15051"/>
                        <a:pt x="10154" y="13215"/>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6313638" y="1387361"/>
                  <a:ext cx="31661" cy="59639"/>
                </a:xfrm>
                <a:custGeom>
                  <a:rect b="b" l="l" r="r" t="t"/>
                  <a:pathLst>
                    <a:path extrusionOk="0" h="3530" w="1874">
                      <a:moveTo>
                        <a:pt x="1873" y="1585"/>
                      </a:moveTo>
                      <a:cubicBezTo>
                        <a:pt x="1873" y="1585"/>
                        <a:pt x="865" y="2089"/>
                        <a:pt x="613" y="1657"/>
                      </a:cubicBezTo>
                      <a:cubicBezTo>
                        <a:pt x="505" y="1549"/>
                        <a:pt x="613" y="865"/>
                        <a:pt x="829" y="1"/>
                      </a:cubicBezTo>
                      <a:lnTo>
                        <a:pt x="1" y="3530"/>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6729121" y="1732885"/>
                  <a:ext cx="23129" cy="21305"/>
                </a:xfrm>
                <a:custGeom>
                  <a:rect b="b" l="l" r="r" t="t"/>
                  <a:pathLst>
                    <a:path extrusionOk="0" h="1261" w="1369">
                      <a:moveTo>
                        <a:pt x="613" y="1"/>
                      </a:moveTo>
                      <a:cubicBezTo>
                        <a:pt x="973" y="1"/>
                        <a:pt x="1261" y="289"/>
                        <a:pt x="1333" y="649"/>
                      </a:cubicBezTo>
                      <a:cubicBezTo>
                        <a:pt x="1369" y="973"/>
                        <a:pt x="1117" y="1261"/>
                        <a:pt x="757" y="1261"/>
                      </a:cubicBezTo>
                      <a:cubicBezTo>
                        <a:pt x="397" y="1261"/>
                        <a:pt x="109" y="973"/>
                        <a:pt x="37" y="649"/>
                      </a:cubicBezTo>
                      <a:cubicBezTo>
                        <a:pt x="1" y="289"/>
                        <a:pt x="253" y="1"/>
                        <a:pt x="6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6772320" y="1845418"/>
                  <a:ext cx="23129" cy="21930"/>
                </a:xfrm>
                <a:custGeom>
                  <a:rect b="b" l="l" r="r" t="t"/>
                  <a:pathLst>
                    <a:path extrusionOk="0" h="1298" w="1369">
                      <a:moveTo>
                        <a:pt x="612" y="1"/>
                      </a:moveTo>
                      <a:cubicBezTo>
                        <a:pt x="972" y="37"/>
                        <a:pt x="1260" y="289"/>
                        <a:pt x="1296" y="649"/>
                      </a:cubicBezTo>
                      <a:cubicBezTo>
                        <a:pt x="1368" y="973"/>
                        <a:pt x="1080" y="1297"/>
                        <a:pt x="756" y="1297"/>
                      </a:cubicBezTo>
                      <a:cubicBezTo>
                        <a:pt x="396" y="1261"/>
                        <a:pt x="72" y="1009"/>
                        <a:pt x="36" y="649"/>
                      </a:cubicBezTo>
                      <a:cubicBezTo>
                        <a:pt x="0" y="325"/>
                        <a:pt x="252"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6783875" y="2041916"/>
                  <a:ext cx="23129" cy="21913"/>
                </a:xfrm>
                <a:custGeom>
                  <a:rect b="b" l="l" r="r" t="t"/>
                  <a:pathLst>
                    <a:path extrusionOk="0" h="1297" w="1369">
                      <a:moveTo>
                        <a:pt x="612" y="1296"/>
                      </a:moveTo>
                      <a:cubicBezTo>
                        <a:pt x="972" y="1296"/>
                        <a:pt x="1260" y="1008"/>
                        <a:pt x="1296" y="648"/>
                      </a:cubicBezTo>
                      <a:cubicBezTo>
                        <a:pt x="1368" y="324"/>
                        <a:pt x="1080" y="0"/>
                        <a:pt x="756" y="36"/>
                      </a:cubicBezTo>
                      <a:cubicBezTo>
                        <a:pt x="396" y="36"/>
                        <a:pt x="72" y="288"/>
                        <a:pt x="36" y="648"/>
                      </a:cubicBezTo>
                      <a:cubicBezTo>
                        <a:pt x="0" y="1008"/>
                        <a:pt x="252" y="1296"/>
                        <a:pt x="612"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6769262" y="2231708"/>
                  <a:ext cx="23146" cy="21913"/>
                </a:xfrm>
                <a:custGeom>
                  <a:rect b="b" l="l" r="r" t="t"/>
                  <a:pathLst>
                    <a:path extrusionOk="0" h="1297" w="1370">
                      <a:moveTo>
                        <a:pt x="613" y="1296"/>
                      </a:moveTo>
                      <a:cubicBezTo>
                        <a:pt x="973" y="1296"/>
                        <a:pt x="1297" y="1008"/>
                        <a:pt x="1333" y="648"/>
                      </a:cubicBezTo>
                      <a:cubicBezTo>
                        <a:pt x="1369" y="324"/>
                        <a:pt x="1117" y="0"/>
                        <a:pt x="757" y="36"/>
                      </a:cubicBezTo>
                      <a:cubicBezTo>
                        <a:pt x="397" y="36"/>
                        <a:pt x="109" y="288"/>
                        <a:pt x="73" y="648"/>
                      </a:cubicBezTo>
                      <a:cubicBezTo>
                        <a:pt x="1" y="1008"/>
                        <a:pt x="289" y="1296"/>
                        <a:pt x="613"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6621426" y="1372816"/>
                  <a:ext cx="18018" cy="3291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6719667" y="1372773"/>
                  <a:ext cx="18035" cy="32945"/>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6720946"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5"/>
                <p:cNvSpPr/>
                <p:nvPr/>
              </p:nvSpPr>
              <p:spPr>
                <a:xfrm>
                  <a:off x="6591847"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p:nvPr/>
              </p:nvSpPr>
              <p:spPr>
                <a:xfrm>
                  <a:off x="6648989" y="1455382"/>
                  <a:ext cx="61155" cy="2341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5"/>
                <p:cNvSpPr/>
                <p:nvPr/>
              </p:nvSpPr>
              <p:spPr>
                <a:xfrm>
                  <a:off x="6667352" y="1385533"/>
                  <a:ext cx="28005" cy="4139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5"/>
                <p:cNvSpPr/>
                <p:nvPr/>
              </p:nvSpPr>
              <p:spPr>
                <a:xfrm>
                  <a:off x="6553919" y="1336106"/>
                  <a:ext cx="251300" cy="95666"/>
                </a:xfrm>
                <a:custGeom>
                  <a:rect b="b" l="l" r="r" t="t"/>
                  <a:pathLst>
                    <a:path extrusionOk="0" h="6662" w="17500">
                      <a:moveTo>
                        <a:pt x="16635" y="1260"/>
                      </a:moveTo>
                      <a:cubicBezTo>
                        <a:pt x="16527" y="1224"/>
                        <a:pt x="16419" y="1188"/>
                        <a:pt x="16311" y="1116"/>
                      </a:cubicBezTo>
                      <a:cubicBezTo>
                        <a:pt x="15267" y="360"/>
                        <a:pt x="12819" y="0"/>
                        <a:pt x="9002" y="36"/>
                      </a:cubicBezTo>
                      <a:lnTo>
                        <a:pt x="8606" y="36"/>
                      </a:lnTo>
                      <a:cubicBezTo>
                        <a:pt x="4789" y="36"/>
                        <a:pt x="2305" y="360"/>
                        <a:pt x="1297" y="1116"/>
                      </a:cubicBezTo>
                      <a:cubicBezTo>
                        <a:pt x="1153" y="1188"/>
                        <a:pt x="1045" y="1224"/>
                        <a:pt x="901" y="1260"/>
                      </a:cubicBezTo>
                      <a:cubicBezTo>
                        <a:pt x="540" y="1296"/>
                        <a:pt x="0" y="1440"/>
                        <a:pt x="0" y="1440"/>
                      </a:cubicBezTo>
                      <a:lnTo>
                        <a:pt x="0" y="2269"/>
                      </a:lnTo>
                      <a:cubicBezTo>
                        <a:pt x="0" y="2269"/>
                        <a:pt x="468" y="2233"/>
                        <a:pt x="612" y="2521"/>
                      </a:cubicBezTo>
                      <a:cubicBezTo>
                        <a:pt x="756" y="2773"/>
                        <a:pt x="828" y="3961"/>
                        <a:pt x="1153" y="4645"/>
                      </a:cubicBezTo>
                      <a:cubicBezTo>
                        <a:pt x="1621" y="5653"/>
                        <a:pt x="2557" y="6337"/>
                        <a:pt x="3673" y="6481"/>
                      </a:cubicBezTo>
                      <a:cubicBezTo>
                        <a:pt x="4861" y="6661"/>
                        <a:pt x="6085" y="6337"/>
                        <a:pt x="6986" y="5581"/>
                      </a:cubicBezTo>
                      <a:cubicBezTo>
                        <a:pt x="7994" y="4681"/>
                        <a:pt x="8030" y="3421"/>
                        <a:pt x="7922" y="2341"/>
                      </a:cubicBezTo>
                      <a:cubicBezTo>
                        <a:pt x="8462" y="2125"/>
                        <a:pt x="9074" y="2125"/>
                        <a:pt x="9650" y="2341"/>
                      </a:cubicBezTo>
                      <a:cubicBezTo>
                        <a:pt x="9506" y="3421"/>
                        <a:pt x="9578" y="4681"/>
                        <a:pt x="10586" y="5581"/>
                      </a:cubicBezTo>
                      <a:cubicBezTo>
                        <a:pt x="11487" y="6337"/>
                        <a:pt x="12711" y="6661"/>
                        <a:pt x="13899" y="6481"/>
                      </a:cubicBezTo>
                      <a:cubicBezTo>
                        <a:pt x="14979" y="6337"/>
                        <a:pt x="15951" y="5653"/>
                        <a:pt x="16383" y="4645"/>
                      </a:cubicBezTo>
                      <a:cubicBezTo>
                        <a:pt x="16707" y="3961"/>
                        <a:pt x="16816" y="2773"/>
                        <a:pt x="16924" y="2521"/>
                      </a:cubicBezTo>
                      <a:cubicBezTo>
                        <a:pt x="17068" y="2233"/>
                        <a:pt x="17500" y="2269"/>
                        <a:pt x="17500" y="2269"/>
                      </a:cubicBezTo>
                      <a:lnTo>
                        <a:pt x="17500" y="1440"/>
                      </a:lnTo>
                      <a:cubicBezTo>
                        <a:pt x="17500" y="1440"/>
                        <a:pt x="16996" y="1296"/>
                        <a:pt x="16635" y="1260"/>
                      </a:cubicBezTo>
                      <a:close/>
                      <a:moveTo>
                        <a:pt x="7130" y="4861"/>
                      </a:moveTo>
                      <a:lnTo>
                        <a:pt x="7130" y="4861"/>
                      </a:lnTo>
                      <a:cubicBezTo>
                        <a:pt x="6446" y="5725"/>
                        <a:pt x="5365" y="6229"/>
                        <a:pt x="4249" y="6157"/>
                      </a:cubicBezTo>
                      <a:cubicBezTo>
                        <a:pt x="2773" y="6121"/>
                        <a:pt x="2089" y="5509"/>
                        <a:pt x="1657" y="4717"/>
                      </a:cubicBezTo>
                      <a:cubicBezTo>
                        <a:pt x="1189" y="3925"/>
                        <a:pt x="1009" y="2629"/>
                        <a:pt x="1333" y="1945"/>
                      </a:cubicBezTo>
                      <a:cubicBezTo>
                        <a:pt x="1657" y="1296"/>
                        <a:pt x="2737" y="792"/>
                        <a:pt x="4321" y="792"/>
                      </a:cubicBezTo>
                      <a:cubicBezTo>
                        <a:pt x="5905" y="828"/>
                        <a:pt x="6806" y="1512"/>
                        <a:pt x="7130" y="1981"/>
                      </a:cubicBezTo>
                      <a:cubicBezTo>
                        <a:pt x="7706" y="2881"/>
                        <a:pt x="7670" y="3997"/>
                        <a:pt x="7094" y="4861"/>
                      </a:cubicBezTo>
                      <a:close/>
                      <a:moveTo>
                        <a:pt x="8786" y="1764"/>
                      </a:moveTo>
                      <a:lnTo>
                        <a:pt x="8786" y="1764"/>
                      </a:lnTo>
                      <a:cubicBezTo>
                        <a:pt x="8462" y="1728"/>
                        <a:pt x="8102" y="1764"/>
                        <a:pt x="7778" y="1873"/>
                      </a:cubicBezTo>
                      <a:cubicBezTo>
                        <a:pt x="7778" y="1873"/>
                        <a:pt x="7382" y="1008"/>
                        <a:pt x="5905" y="648"/>
                      </a:cubicBezTo>
                      <a:cubicBezTo>
                        <a:pt x="5257" y="504"/>
                        <a:pt x="4609" y="432"/>
                        <a:pt x="3961" y="432"/>
                      </a:cubicBezTo>
                      <a:cubicBezTo>
                        <a:pt x="5509" y="252"/>
                        <a:pt x="7058" y="180"/>
                        <a:pt x="8606" y="216"/>
                      </a:cubicBezTo>
                      <a:lnTo>
                        <a:pt x="9002" y="216"/>
                      </a:lnTo>
                      <a:cubicBezTo>
                        <a:pt x="10550" y="180"/>
                        <a:pt x="12099" y="252"/>
                        <a:pt x="13611" y="432"/>
                      </a:cubicBezTo>
                      <a:cubicBezTo>
                        <a:pt x="12963" y="432"/>
                        <a:pt x="12315" y="504"/>
                        <a:pt x="11667" y="648"/>
                      </a:cubicBezTo>
                      <a:cubicBezTo>
                        <a:pt x="10190" y="1008"/>
                        <a:pt x="9830" y="1873"/>
                        <a:pt x="9830" y="1873"/>
                      </a:cubicBezTo>
                      <a:cubicBezTo>
                        <a:pt x="9470" y="1764"/>
                        <a:pt x="9146" y="1728"/>
                        <a:pt x="8786" y="1764"/>
                      </a:cubicBezTo>
                      <a:close/>
                      <a:moveTo>
                        <a:pt x="15951" y="4717"/>
                      </a:moveTo>
                      <a:lnTo>
                        <a:pt x="15951" y="4717"/>
                      </a:lnTo>
                      <a:cubicBezTo>
                        <a:pt x="15483" y="5509"/>
                        <a:pt x="14799" y="6121"/>
                        <a:pt x="13359" y="6121"/>
                      </a:cubicBezTo>
                      <a:cubicBezTo>
                        <a:pt x="12243" y="6229"/>
                        <a:pt x="11162" y="5725"/>
                        <a:pt x="10478" y="4861"/>
                      </a:cubicBezTo>
                      <a:cubicBezTo>
                        <a:pt x="9902" y="3961"/>
                        <a:pt x="9902" y="2845"/>
                        <a:pt x="10442" y="1981"/>
                      </a:cubicBezTo>
                      <a:cubicBezTo>
                        <a:pt x="10766" y="1512"/>
                        <a:pt x="11667" y="828"/>
                        <a:pt x="13251" y="792"/>
                      </a:cubicBezTo>
                      <a:cubicBezTo>
                        <a:pt x="14835" y="792"/>
                        <a:pt x="15951" y="1296"/>
                        <a:pt x="16275" y="1945"/>
                      </a:cubicBezTo>
                      <a:cubicBezTo>
                        <a:pt x="16563" y="2593"/>
                        <a:pt x="16419" y="3889"/>
                        <a:pt x="15951" y="47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5"/>
                <p:cNvSpPr/>
                <p:nvPr/>
              </p:nvSpPr>
              <p:spPr>
                <a:xfrm>
                  <a:off x="6836057" y="3136476"/>
                  <a:ext cx="84841" cy="32538"/>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5"/>
                <p:cNvSpPr/>
                <p:nvPr/>
              </p:nvSpPr>
              <p:spPr>
                <a:xfrm rot="439363">
                  <a:off x="6572352" y="31364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5"/>
                <p:cNvSpPr/>
                <p:nvPr/>
              </p:nvSpPr>
              <p:spPr>
                <a:xfrm rot="-626035">
                  <a:off x="6689062" y="1954672"/>
                  <a:ext cx="172932" cy="32541"/>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7" name="Google Shape;5507;p75"/>
                <p:cNvGrpSpPr/>
                <p:nvPr/>
              </p:nvGrpSpPr>
              <p:grpSpPr>
                <a:xfrm flipH="1" rot="6429777">
                  <a:off x="7046530" y="1926569"/>
                  <a:ext cx="45923" cy="19885"/>
                  <a:chOff x="284000" y="2200125"/>
                  <a:chExt cx="36675" cy="15875"/>
                </a:xfrm>
              </p:grpSpPr>
              <p:sp>
                <p:nvSpPr>
                  <p:cNvPr id="5508" name="Google Shape;5508;p75"/>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5"/>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75"/>
                <p:cNvGrpSpPr/>
                <p:nvPr/>
              </p:nvGrpSpPr>
              <p:grpSpPr>
                <a:xfrm rot="-4370230">
                  <a:off x="6266131" y="1804291"/>
                  <a:ext cx="51665" cy="22375"/>
                  <a:chOff x="284000" y="2200125"/>
                  <a:chExt cx="36675" cy="15875"/>
                </a:xfrm>
              </p:grpSpPr>
              <p:sp>
                <p:nvSpPr>
                  <p:cNvPr id="5511" name="Google Shape;5511;p75"/>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5"/>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75"/>
                <p:cNvGrpSpPr/>
                <p:nvPr/>
              </p:nvGrpSpPr>
              <p:grpSpPr>
                <a:xfrm>
                  <a:off x="7287449" y="1147553"/>
                  <a:ext cx="107298" cy="673531"/>
                  <a:chOff x="7717000" y="788804"/>
                  <a:chExt cx="148550" cy="912396"/>
                </a:xfrm>
              </p:grpSpPr>
              <p:sp>
                <p:nvSpPr>
                  <p:cNvPr id="5514" name="Google Shape;5514;p75"/>
                  <p:cNvSpPr/>
                  <p:nvPr/>
                </p:nvSpPr>
                <p:spPr>
                  <a:xfrm>
                    <a:off x="7722400" y="1425725"/>
                    <a:ext cx="141350" cy="275475"/>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5"/>
                  <p:cNvSpPr/>
                  <p:nvPr/>
                </p:nvSpPr>
                <p:spPr>
                  <a:xfrm>
                    <a:off x="7735900" y="788804"/>
                    <a:ext cx="41450" cy="82825"/>
                  </a:xfrm>
                  <a:custGeom>
                    <a:rect b="b" l="l" r="r" t="t"/>
                    <a:pathLst>
                      <a:path extrusionOk="0" h="3313" w="1658">
                        <a:moveTo>
                          <a:pt x="469" y="0"/>
                        </a:moveTo>
                        <a:cubicBezTo>
                          <a:pt x="217" y="0"/>
                          <a:pt x="1" y="216"/>
                          <a:pt x="1" y="432"/>
                        </a:cubicBezTo>
                        <a:lnTo>
                          <a:pt x="37" y="2881"/>
                        </a:lnTo>
                        <a:cubicBezTo>
                          <a:pt x="37" y="3097"/>
                          <a:pt x="217" y="3313"/>
                          <a:pt x="469" y="3313"/>
                        </a:cubicBezTo>
                        <a:lnTo>
                          <a:pt x="1189" y="3313"/>
                        </a:lnTo>
                        <a:cubicBezTo>
                          <a:pt x="1441" y="3313"/>
                          <a:pt x="1657" y="3097"/>
                          <a:pt x="1657" y="2845"/>
                        </a:cubicBezTo>
                        <a:lnTo>
                          <a:pt x="1621" y="432"/>
                        </a:lnTo>
                        <a:cubicBezTo>
                          <a:pt x="1621" y="180"/>
                          <a:pt x="1441" y="0"/>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5"/>
                  <p:cNvSpPr/>
                  <p:nvPr/>
                </p:nvSpPr>
                <p:spPr>
                  <a:xfrm>
                    <a:off x="7736814" y="871630"/>
                    <a:ext cx="41425" cy="824184"/>
                  </a:xfrm>
                  <a:custGeom>
                    <a:rect b="b" l="l" r="r" t="t"/>
                    <a:pathLst>
                      <a:path extrusionOk="0" h="16348" w="1658">
                        <a:moveTo>
                          <a:pt x="1225" y="16348"/>
                        </a:moveTo>
                        <a:lnTo>
                          <a:pt x="505" y="16348"/>
                        </a:lnTo>
                        <a:cubicBezTo>
                          <a:pt x="253" y="16348"/>
                          <a:pt x="73" y="16132"/>
                          <a:pt x="73" y="15880"/>
                        </a:cubicBezTo>
                        <a:lnTo>
                          <a:pt x="1" y="433"/>
                        </a:lnTo>
                        <a:cubicBezTo>
                          <a:pt x="1" y="181"/>
                          <a:pt x="181" y="1"/>
                          <a:pt x="433" y="1"/>
                        </a:cubicBezTo>
                        <a:lnTo>
                          <a:pt x="1153" y="1"/>
                        </a:lnTo>
                        <a:cubicBezTo>
                          <a:pt x="1405" y="1"/>
                          <a:pt x="1621" y="181"/>
                          <a:pt x="1621" y="433"/>
                        </a:cubicBezTo>
                        <a:lnTo>
                          <a:pt x="1657" y="15880"/>
                        </a:lnTo>
                        <a:cubicBezTo>
                          <a:pt x="1657" y="16132"/>
                          <a:pt x="1477" y="16312"/>
                          <a:pt x="1225" y="163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5"/>
                  <p:cNvSpPr/>
                  <p:nvPr/>
                </p:nvSpPr>
                <p:spPr>
                  <a:xfrm>
                    <a:off x="7717000" y="1379825"/>
                    <a:ext cx="148550" cy="25567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18" name="Google Shape;5518;p75"/>
              <p:cNvSpPr/>
              <p:nvPr/>
            </p:nvSpPr>
            <p:spPr>
              <a:xfrm rot="514881">
                <a:off x="5990569" y="2517899"/>
                <a:ext cx="161340" cy="62598"/>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5"/>
              <p:cNvSpPr/>
              <p:nvPr/>
            </p:nvSpPr>
            <p:spPr>
              <a:xfrm rot="2699792">
                <a:off x="6422756" y="2523097"/>
                <a:ext cx="87009" cy="52180"/>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75"/>
            <p:cNvSpPr/>
            <p:nvPr/>
          </p:nvSpPr>
          <p:spPr>
            <a:xfrm rot="10562100">
              <a:off x="6658205" y="3107372"/>
              <a:ext cx="498124" cy="43896"/>
            </a:xfrm>
            <a:custGeom>
              <a:rect b="b" l="l" r="r" t="t"/>
              <a:pathLst>
                <a:path extrusionOk="0" h="2765" w="20656">
                  <a:moveTo>
                    <a:pt x="119" y="0"/>
                  </a:moveTo>
                  <a:cubicBezTo>
                    <a:pt x="79" y="132"/>
                    <a:pt x="40" y="251"/>
                    <a:pt x="0" y="357"/>
                  </a:cubicBezTo>
                  <a:cubicBezTo>
                    <a:pt x="1783" y="1162"/>
                    <a:pt x="3658" y="1743"/>
                    <a:pt x="5586" y="2100"/>
                  </a:cubicBezTo>
                  <a:cubicBezTo>
                    <a:pt x="7620" y="2496"/>
                    <a:pt x="9694" y="2708"/>
                    <a:pt x="11767" y="2747"/>
                  </a:cubicBezTo>
                  <a:cubicBezTo>
                    <a:pt x="12194" y="2758"/>
                    <a:pt x="12625" y="2765"/>
                    <a:pt x="13061" y="2765"/>
                  </a:cubicBezTo>
                  <a:cubicBezTo>
                    <a:pt x="13677" y="2765"/>
                    <a:pt x="14302" y="2752"/>
                    <a:pt x="14937" y="2721"/>
                  </a:cubicBezTo>
                  <a:cubicBezTo>
                    <a:pt x="16852" y="2642"/>
                    <a:pt x="18767" y="2470"/>
                    <a:pt x="20655" y="2193"/>
                  </a:cubicBezTo>
                  <a:cubicBezTo>
                    <a:pt x="20655" y="2074"/>
                    <a:pt x="20642" y="1955"/>
                    <a:pt x="20629" y="1823"/>
                  </a:cubicBezTo>
                  <a:cubicBezTo>
                    <a:pt x="18740" y="2100"/>
                    <a:pt x="16825" y="2272"/>
                    <a:pt x="14923" y="2351"/>
                  </a:cubicBezTo>
                  <a:cubicBezTo>
                    <a:pt x="14307" y="2376"/>
                    <a:pt x="13662" y="2390"/>
                    <a:pt x="12995" y="2390"/>
                  </a:cubicBezTo>
                  <a:cubicBezTo>
                    <a:pt x="9006" y="2390"/>
                    <a:pt x="4237" y="1878"/>
                    <a:pt x="119"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1" name="Google Shape;5521;p75"/>
          <p:cNvSpPr txBox="1"/>
          <p:nvPr>
            <p:ph type="title"/>
          </p:nvPr>
        </p:nvSpPr>
        <p:spPr>
          <a:xfrm>
            <a:off x="1660963" y="2188413"/>
            <a:ext cx="23901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Workshop</a:t>
            </a:r>
            <a:endParaRPr/>
          </a:p>
        </p:txBody>
      </p:sp>
      <p:sp>
        <p:nvSpPr>
          <p:cNvPr id="5522" name="Google Shape;5522;p75"/>
          <p:cNvSpPr txBox="1"/>
          <p:nvPr>
            <p:ph idx="2" type="title"/>
          </p:nvPr>
        </p:nvSpPr>
        <p:spPr>
          <a:xfrm>
            <a:off x="1431263" y="1185150"/>
            <a:ext cx="28494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523" name="Google Shape;5523;p75"/>
          <p:cNvSpPr txBox="1"/>
          <p:nvPr>
            <p:ph idx="1" type="subTitle"/>
          </p:nvPr>
        </p:nvSpPr>
        <p:spPr>
          <a:xfrm>
            <a:off x="1431325" y="3380888"/>
            <a:ext cx="28494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5524" name="Google Shape;5524;p75">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5">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5">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5">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8" name="Google Shape;5528;p75"/>
          <p:cNvGrpSpPr/>
          <p:nvPr/>
        </p:nvGrpSpPr>
        <p:grpSpPr>
          <a:xfrm>
            <a:off x="-516392" y="3225722"/>
            <a:ext cx="1694780" cy="1702546"/>
            <a:chOff x="2324025" y="922550"/>
            <a:chExt cx="2073125" cy="2082625"/>
          </a:xfrm>
        </p:grpSpPr>
        <p:sp>
          <p:nvSpPr>
            <p:cNvPr id="5529" name="Google Shape;5529;p75"/>
            <p:cNvSpPr/>
            <p:nvPr/>
          </p:nvSpPr>
          <p:spPr>
            <a:xfrm>
              <a:off x="2960850" y="2738900"/>
              <a:ext cx="953525" cy="266275"/>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5"/>
            <p:cNvSpPr/>
            <p:nvPr/>
          </p:nvSpPr>
          <p:spPr>
            <a:xfrm>
              <a:off x="2972925" y="2191525"/>
              <a:ext cx="913775" cy="717000"/>
            </a:xfrm>
            <a:custGeom>
              <a:rect b="b" l="l" r="r" t="t"/>
              <a:pathLst>
                <a:path extrusionOk="0" h="28680" w="36551">
                  <a:moveTo>
                    <a:pt x="36550" y="0"/>
                  </a:moveTo>
                  <a:cubicBezTo>
                    <a:pt x="35301" y="1222"/>
                    <a:pt x="28116" y="2159"/>
                    <a:pt x="19255" y="2244"/>
                  </a:cubicBezTo>
                  <a:lnTo>
                    <a:pt x="18261" y="2244"/>
                  </a:lnTo>
                  <a:cubicBezTo>
                    <a:pt x="9032" y="2244"/>
                    <a:pt x="1392" y="1278"/>
                    <a:pt x="1" y="29"/>
                  </a:cubicBezTo>
                  <a:lnTo>
                    <a:pt x="1" y="29"/>
                  </a:lnTo>
                  <a:cubicBezTo>
                    <a:pt x="1" y="86"/>
                    <a:pt x="1" y="171"/>
                    <a:pt x="29" y="228"/>
                  </a:cubicBezTo>
                  <a:cubicBezTo>
                    <a:pt x="171" y="796"/>
                    <a:pt x="256" y="1335"/>
                    <a:pt x="398" y="1903"/>
                  </a:cubicBezTo>
                  <a:cubicBezTo>
                    <a:pt x="1250" y="5226"/>
                    <a:pt x="2074" y="8577"/>
                    <a:pt x="2926" y="11899"/>
                  </a:cubicBezTo>
                  <a:cubicBezTo>
                    <a:pt x="3863" y="15563"/>
                    <a:pt x="4828" y="19226"/>
                    <a:pt x="5794" y="22861"/>
                  </a:cubicBezTo>
                  <a:cubicBezTo>
                    <a:pt x="6021" y="23685"/>
                    <a:pt x="6163" y="24537"/>
                    <a:pt x="6476" y="25361"/>
                  </a:cubicBezTo>
                  <a:cubicBezTo>
                    <a:pt x="6561" y="25645"/>
                    <a:pt x="6760" y="25900"/>
                    <a:pt x="7015" y="26071"/>
                  </a:cubicBezTo>
                  <a:cubicBezTo>
                    <a:pt x="7583" y="26411"/>
                    <a:pt x="8180" y="26667"/>
                    <a:pt x="8833" y="26809"/>
                  </a:cubicBezTo>
                  <a:cubicBezTo>
                    <a:pt x="8956" y="26933"/>
                    <a:pt x="9145" y="27013"/>
                    <a:pt x="9341" y="27013"/>
                  </a:cubicBezTo>
                  <a:cubicBezTo>
                    <a:pt x="9370" y="27013"/>
                    <a:pt x="9400" y="27011"/>
                    <a:pt x="9429" y="27008"/>
                  </a:cubicBezTo>
                  <a:cubicBezTo>
                    <a:pt x="10309" y="27348"/>
                    <a:pt x="11247" y="27604"/>
                    <a:pt x="12212" y="27718"/>
                  </a:cubicBezTo>
                  <a:cubicBezTo>
                    <a:pt x="12328" y="27814"/>
                    <a:pt x="12470" y="27871"/>
                    <a:pt x="12611" y="27871"/>
                  </a:cubicBezTo>
                  <a:cubicBezTo>
                    <a:pt x="12678" y="27871"/>
                    <a:pt x="12745" y="27859"/>
                    <a:pt x="12809" y="27831"/>
                  </a:cubicBezTo>
                  <a:cubicBezTo>
                    <a:pt x="13803" y="28172"/>
                    <a:pt x="14825" y="28371"/>
                    <a:pt x="15876" y="28371"/>
                  </a:cubicBezTo>
                  <a:cubicBezTo>
                    <a:pt x="15972" y="28467"/>
                    <a:pt x="16108" y="28524"/>
                    <a:pt x="16247" y="28524"/>
                  </a:cubicBezTo>
                  <a:cubicBezTo>
                    <a:pt x="16313" y="28524"/>
                    <a:pt x="16380" y="28512"/>
                    <a:pt x="16444" y="28484"/>
                  </a:cubicBezTo>
                  <a:cubicBezTo>
                    <a:pt x="17019" y="28548"/>
                    <a:pt x="17594" y="28580"/>
                    <a:pt x="18169" y="28580"/>
                  </a:cubicBezTo>
                  <a:cubicBezTo>
                    <a:pt x="18361" y="28580"/>
                    <a:pt x="18552" y="28577"/>
                    <a:pt x="18744" y="28570"/>
                  </a:cubicBezTo>
                  <a:cubicBezTo>
                    <a:pt x="18834" y="28645"/>
                    <a:pt x="18948" y="28680"/>
                    <a:pt x="19064" y="28680"/>
                  </a:cubicBezTo>
                  <a:cubicBezTo>
                    <a:pt x="19168" y="28680"/>
                    <a:pt x="19275" y="28652"/>
                    <a:pt x="19369" y="28598"/>
                  </a:cubicBezTo>
                  <a:cubicBezTo>
                    <a:pt x="19568" y="28626"/>
                    <a:pt x="19738" y="28655"/>
                    <a:pt x="19937" y="28655"/>
                  </a:cubicBezTo>
                  <a:cubicBezTo>
                    <a:pt x="20083" y="28660"/>
                    <a:pt x="20228" y="28662"/>
                    <a:pt x="20373" y="28662"/>
                  </a:cubicBezTo>
                  <a:cubicBezTo>
                    <a:pt x="21072" y="28662"/>
                    <a:pt x="21758" y="28607"/>
                    <a:pt x="22464" y="28513"/>
                  </a:cubicBezTo>
                  <a:cubicBezTo>
                    <a:pt x="22529" y="28535"/>
                    <a:pt x="22599" y="28544"/>
                    <a:pt x="22669" y="28544"/>
                  </a:cubicBezTo>
                  <a:cubicBezTo>
                    <a:pt x="22782" y="28544"/>
                    <a:pt x="22898" y="28520"/>
                    <a:pt x="23004" y="28484"/>
                  </a:cubicBezTo>
                  <a:cubicBezTo>
                    <a:pt x="23515" y="28428"/>
                    <a:pt x="24026" y="28399"/>
                    <a:pt x="24509" y="28314"/>
                  </a:cubicBezTo>
                  <a:cubicBezTo>
                    <a:pt x="24935" y="28286"/>
                    <a:pt x="25333" y="28172"/>
                    <a:pt x="25730" y="28002"/>
                  </a:cubicBezTo>
                  <a:cubicBezTo>
                    <a:pt x="25773" y="28014"/>
                    <a:pt x="25815" y="28019"/>
                    <a:pt x="25857" y="28019"/>
                  </a:cubicBezTo>
                  <a:cubicBezTo>
                    <a:pt x="26011" y="28019"/>
                    <a:pt x="26158" y="27943"/>
                    <a:pt x="26270" y="27831"/>
                  </a:cubicBezTo>
                  <a:cubicBezTo>
                    <a:pt x="26980" y="27746"/>
                    <a:pt x="27633" y="27547"/>
                    <a:pt x="28229" y="27178"/>
                  </a:cubicBezTo>
                  <a:cubicBezTo>
                    <a:pt x="28258" y="27182"/>
                    <a:pt x="28287" y="27183"/>
                    <a:pt x="28316" y="27183"/>
                  </a:cubicBezTo>
                  <a:cubicBezTo>
                    <a:pt x="28513" y="27183"/>
                    <a:pt x="28702" y="27100"/>
                    <a:pt x="28826" y="26951"/>
                  </a:cubicBezTo>
                  <a:cubicBezTo>
                    <a:pt x="29621" y="26667"/>
                    <a:pt x="30388" y="26241"/>
                    <a:pt x="31012" y="25673"/>
                  </a:cubicBezTo>
                  <a:cubicBezTo>
                    <a:pt x="31325" y="25389"/>
                    <a:pt x="31552" y="24991"/>
                    <a:pt x="31609" y="24565"/>
                  </a:cubicBezTo>
                  <a:cubicBezTo>
                    <a:pt x="31978" y="22663"/>
                    <a:pt x="32375" y="20760"/>
                    <a:pt x="32773" y="18857"/>
                  </a:cubicBezTo>
                  <a:cubicBezTo>
                    <a:pt x="33227" y="16756"/>
                    <a:pt x="33653" y="14654"/>
                    <a:pt x="34108" y="12553"/>
                  </a:cubicBezTo>
                  <a:cubicBezTo>
                    <a:pt x="34704" y="9656"/>
                    <a:pt x="35329" y="6788"/>
                    <a:pt x="35925" y="3891"/>
                  </a:cubicBezTo>
                  <a:cubicBezTo>
                    <a:pt x="36124" y="2954"/>
                    <a:pt x="36323" y="1988"/>
                    <a:pt x="36493" y="1023"/>
                  </a:cubicBezTo>
                  <a:cubicBezTo>
                    <a:pt x="36522" y="682"/>
                    <a:pt x="36550" y="341"/>
                    <a:pt x="36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5"/>
            <p:cNvSpPr/>
            <p:nvPr/>
          </p:nvSpPr>
          <p:spPr>
            <a:xfrm>
              <a:off x="3052450" y="2508875"/>
              <a:ext cx="772475" cy="399850"/>
            </a:xfrm>
            <a:custGeom>
              <a:rect b="b" l="l" r="r" t="t"/>
              <a:pathLst>
                <a:path extrusionOk="0" h="15994" w="30899">
                  <a:moveTo>
                    <a:pt x="30898" y="1"/>
                  </a:moveTo>
                  <a:cubicBezTo>
                    <a:pt x="29961" y="995"/>
                    <a:pt x="24736" y="3721"/>
                    <a:pt x="15109" y="3721"/>
                  </a:cubicBezTo>
                  <a:cubicBezTo>
                    <a:pt x="6646" y="3721"/>
                    <a:pt x="796" y="881"/>
                    <a:pt x="0" y="171"/>
                  </a:cubicBezTo>
                  <a:lnTo>
                    <a:pt x="0" y="171"/>
                  </a:lnTo>
                  <a:cubicBezTo>
                    <a:pt x="852" y="3494"/>
                    <a:pt x="1733" y="6845"/>
                    <a:pt x="2613" y="10196"/>
                  </a:cubicBezTo>
                  <a:cubicBezTo>
                    <a:pt x="2840" y="11019"/>
                    <a:pt x="2982" y="11871"/>
                    <a:pt x="3295" y="12667"/>
                  </a:cubicBezTo>
                  <a:cubicBezTo>
                    <a:pt x="3380" y="12951"/>
                    <a:pt x="3579" y="13206"/>
                    <a:pt x="3834" y="13377"/>
                  </a:cubicBezTo>
                  <a:cubicBezTo>
                    <a:pt x="4402" y="13746"/>
                    <a:pt x="4999" y="14001"/>
                    <a:pt x="5652" y="14115"/>
                  </a:cubicBezTo>
                  <a:cubicBezTo>
                    <a:pt x="5771" y="14258"/>
                    <a:pt x="5949" y="14321"/>
                    <a:pt x="6138" y="14321"/>
                  </a:cubicBezTo>
                  <a:cubicBezTo>
                    <a:pt x="6174" y="14321"/>
                    <a:pt x="6211" y="14318"/>
                    <a:pt x="6248" y="14314"/>
                  </a:cubicBezTo>
                  <a:cubicBezTo>
                    <a:pt x="7128" y="14683"/>
                    <a:pt x="8066" y="14910"/>
                    <a:pt x="9031" y="15024"/>
                  </a:cubicBezTo>
                  <a:cubicBezTo>
                    <a:pt x="9150" y="15142"/>
                    <a:pt x="9296" y="15192"/>
                    <a:pt x="9442" y="15192"/>
                  </a:cubicBezTo>
                  <a:cubicBezTo>
                    <a:pt x="9505" y="15192"/>
                    <a:pt x="9567" y="15183"/>
                    <a:pt x="9628" y="15166"/>
                  </a:cubicBezTo>
                  <a:cubicBezTo>
                    <a:pt x="10622" y="15506"/>
                    <a:pt x="11644" y="15677"/>
                    <a:pt x="12695" y="15705"/>
                  </a:cubicBezTo>
                  <a:cubicBezTo>
                    <a:pt x="13110" y="15788"/>
                    <a:pt x="13100" y="15841"/>
                    <a:pt x="13154" y="15841"/>
                  </a:cubicBezTo>
                  <a:cubicBezTo>
                    <a:pt x="13174" y="15841"/>
                    <a:pt x="13202" y="15834"/>
                    <a:pt x="13263" y="15819"/>
                  </a:cubicBezTo>
                  <a:cubicBezTo>
                    <a:pt x="13838" y="15883"/>
                    <a:pt x="14413" y="15915"/>
                    <a:pt x="14988" y="15915"/>
                  </a:cubicBezTo>
                  <a:cubicBezTo>
                    <a:pt x="15180" y="15915"/>
                    <a:pt x="15371" y="15911"/>
                    <a:pt x="15563" y="15904"/>
                  </a:cubicBezTo>
                  <a:cubicBezTo>
                    <a:pt x="15654" y="15965"/>
                    <a:pt x="15770" y="15993"/>
                    <a:pt x="15888" y="15993"/>
                  </a:cubicBezTo>
                  <a:cubicBezTo>
                    <a:pt x="15991" y="15993"/>
                    <a:pt x="16095" y="15972"/>
                    <a:pt x="16188" y="15932"/>
                  </a:cubicBezTo>
                  <a:cubicBezTo>
                    <a:pt x="16387" y="15932"/>
                    <a:pt x="16557" y="15989"/>
                    <a:pt x="16756" y="15989"/>
                  </a:cubicBezTo>
                  <a:cubicBezTo>
                    <a:pt x="17608" y="15989"/>
                    <a:pt x="18431" y="15932"/>
                    <a:pt x="19283" y="15819"/>
                  </a:cubicBezTo>
                  <a:cubicBezTo>
                    <a:pt x="19360" y="15844"/>
                    <a:pt x="19442" y="15858"/>
                    <a:pt x="19525" y="15858"/>
                  </a:cubicBezTo>
                  <a:cubicBezTo>
                    <a:pt x="19627" y="15858"/>
                    <a:pt x="19729" y="15837"/>
                    <a:pt x="19823" y="15790"/>
                  </a:cubicBezTo>
                  <a:cubicBezTo>
                    <a:pt x="20334" y="15734"/>
                    <a:pt x="20845" y="15705"/>
                    <a:pt x="21328" y="15648"/>
                  </a:cubicBezTo>
                  <a:cubicBezTo>
                    <a:pt x="21754" y="15592"/>
                    <a:pt x="22152" y="15478"/>
                    <a:pt x="22549" y="15336"/>
                  </a:cubicBezTo>
                  <a:cubicBezTo>
                    <a:pt x="22947" y="15308"/>
                    <a:pt x="22947" y="15308"/>
                    <a:pt x="23089" y="15166"/>
                  </a:cubicBezTo>
                  <a:cubicBezTo>
                    <a:pt x="23770" y="15052"/>
                    <a:pt x="24452" y="14825"/>
                    <a:pt x="25048" y="14512"/>
                  </a:cubicBezTo>
                  <a:cubicBezTo>
                    <a:pt x="25077" y="14516"/>
                    <a:pt x="25106" y="14518"/>
                    <a:pt x="25135" y="14518"/>
                  </a:cubicBezTo>
                  <a:cubicBezTo>
                    <a:pt x="25332" y="14518"/>
                    <a:pt x="25521" y="14434"/>
                    <a:pt x="25645" y="14285"/>
                  </a:cubicBezTo>
                  <a:cubicBezTo>
                    <a:pt x="26440" y="14001"/>
                    <a:pt x="27207" y="13547"/>
                    <a:pt x="27831" y="12979"/>
                  </a:cubicBezTo>
                  <a:cubicBezTo>
                    <a:pt x="28144" y="12695"/>
                    <a:pt x="28371" y="12326"/>
                    <a:pt x="28428" y="11900"/>
                  </a:cubicBezTo>
                  <a:cubicBezTo>
                    <a:pt x="28797" y="9969"/>
                    <a:pt x="29194" y="8066"/>
                    <a:pt x="29592" y="6163"/>
                  </a:cubicBezTo>
                  <a:cubicBezTo>
                    <a:pt x="30018" y="4118"/>
                    <a:pt x="30472" y="2045"/>
                    <a:pt x="308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5"/>
            <p:cNvSpPr/>
            <p:nvPr/>
          </p:nvSpPr>
          <p:spPr>
            <a:xfrm>
              <a:off x="2967250" y="2116975"/>
              <a:ext cx="925125" cy="130650"/>
            </a:xfrm>
            <a:custGeom>
              <a:rect b="b" l="l" r="r" t="t"/>
              <a:pathLst>
                <a:path extrusionOk="0" h="5226" w="37005">
                  <a:moveTo>
                    <a:pt x="18488" y="0"/>
                  </a:moveTo>
                  <a:cubicBezTo>
                    <a:pt x="8265" y="0"/>
                    <a:pt x="0" y="1165"/>
                    <a:pt x="0" y="2613"/>
                  </a:cubicBezTo>
                  <a:cubicBezTo>
                    <a:pt x="0" y="4062"/>
                    <a:pt x="8265" y="5226"/>
                    <a:pt x="18488" y="5226"/>
                  </a:cubicBezTo>
                  <a:cubicBezTo>
                    <a:pt x="28712" y="5226"/>
                    <a:pt x="37004" y="4062"/>
                    <a:pt x="37004" y="2613"/>
                  </a:cubicBezTo>
                  <a:cubicBezTo>
                    <a:pt x="37004" y="1165"/>
                    <a:pt x="28712" y="0"/>
                    <a:pt x="18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5"/>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5"/>
            <p:cNvSpPr/>
            <p:nvPr/>
          </p:nvSpPr>
          <p:spPr>
            <a:xfrm>
              <a:off x="3359875" y="2795000"/>
              <a:ext cx="6400" cy="106525"/>
            </a:xfrm>
            <a:custGeom>
              <a:rect b="b" l="l" r="r" t="t"/>
              <a:pathLst>
                <a:path extrusionOk="0" h="4261" w="256">
                  <a:moveTo>
                    <a:pt x="0" y="0"/>
                  </a:moveTo>
                  <a:cubicBezTo>
                    <a:pt x="85" y="1420"/>
                    <a:pt x="170" y="2840"/>
                    <a:pt x="256" y="4260"/>
                  </a:cubicBezTo>
                  <a:lnTo>
                    <a:pt x="256" y="4260"/>
                  </a:lnTo>
                  <a:cubicBezTo>
                    <a:pt x="170" y="2840"/>
                    <a:pt x="85" y="1420"/>
                    <a:pt x="0"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5"/>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5"/>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5"/>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5"/>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5"/>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5"/>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5"/>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5"/>
            <p:cNvSpPr/>
            <p:nvPr/>
          </p:nvSpPr>
          <p:spPr>
            <a:xfrm>
              <a:off x="3115625" y="2748150"/>
              <a:ext cx="659600" cy="113625"/>
            </a:xfrm>
            <a:custGeom>
              <a:rect b="b" l="l" r="r" t="t"/>
              <a:pathLst>
                <a:path extrusionOk="0" h="4545" w="26384">
                  <a:moveTo>
                    <a:pt x="26383" y="0"/>
                  </a:moveTo>
                  <a:lnTo>
                    <a:pt x="26383" y="0"/>
                  </a:lnTo>
                  <a:cubicBezTo>
                    <a:pt x="23913" y="1136"/>
                    <a:pt x="19312" y="2471"/>
                    <a:pt x="12582" y="2471"/>
                  </a:cubicBezTo>
                  <a:cubicBezTo>
                    <a:pt x="11673" y="2471"/>
                    <a:pt x="10821" y="2442"/>
                    <a:pt x="9969" y="2386"/>
                  </a:cubicBezTo>
                  <a:cubicBezTo>
                    <a:pt x="6561" y="2158"/>
                    <a:pt x="3182" y="1420"/>
                    <a:pt x="1" y="199"/>
                  </a:cubicBezTo>
                  <a:lnTo>
                    <a:pt x="1" y="199"/>
                  </a:lnTo>
                  <a:lnTo>
                    <a:pt x="86" y="596"/>
                  </a:lnTo>
                  <a:cubicBezTo>
                    <a:pt x="285" y="1250"/>
                    <a:pt x="398" y="1874"/>
                    <a:pt x="569" y="2499"/>
                  </a:cubicBezTo>
                  <a:cubicBezTo>
                    <a:pt x="4354" y="3863"/>
                    <a:pt x="8330" y="4545"/>
                    <a:pt x="12336" y="4545"/>
                  </a:cubicBezTo>
                  <a:cubicBezTo>
                    <a:pt x="12418" y="4545"/>
                    <a:pt x="12500" y="4544"/>
                    <a:pt x="12582" y="4544"/>
                  </a:cubicBezTo>
                  <a:cubicBezTo>
                    <a:pt x="14087" y="4544"/>
                    <a:pt x="15507" y="4487"/>
                    <a:pt x="16813" y="4374"/>
                  </a:cubicBezTo>
                  <a:cubicBezTo>
                    <a:pt x="18006" y="4260"/>
                    <a:pt x="19142" y="4090"/>
                    <a:pt x="20164" y="3919"/>
                  </a:cubicBezTo>
                  <a:cubicBezTo>
                    <a:pt x="21101" y="3749"/>
                    <a:pt x="21982" y="3578"/>
                    <a:pt x="22777" y="3351"/>
                  </a:cubicBezTo>
                  <a:cubicBezTo>
                    <a:pt x="22890" y="2670"/>
                    <a:pt x="23004" y="1988"/>
                    <a:pt x="23146" y="1306"/>
                  </a:cubicBezTo>
                  <a:lnTo>
                    <a:pt x="23146" y="1306"/>
                  </a:lnTo>
                  <a:lnTo>
                    <a:pt x="22777" y="3351"/>
                  </a:lnTo>
                  <a:cubicBezTo>
                    <a:pt x="23856" y="3067"/>
                    <a:pt x="24907" y="2698"/>
                    <a:pt x="25901" y="2272"/>
                  </a:cubicBezTo>
                  <a:cubicBezTo>
                    <a:pt x="26071" y="1505"/>
                    <a:pt x="26213" y="767"/>
                    <a:pt x="26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5"/>
            <p:cNvSpPr/>
            <p:nvPr/>
          </p:nvSpPr>
          <p:spPr>
            <a:xfrm>
              <a:off x="3005600" y="2169500"/>
              <a:ext cx="847725" cy="78125"/>
            </a:xfrm>
            <a:custGeom>
              <a:rect b="b" l="l" r="r" t="t"/>
              <a:pathLst>
                <a:path extrusionOk="0" h="3125" w="33909">
                  <a:moveTo>
                    <a:pt x="16954" y="1"/>
                  </a:moveTo>
                  <a:cubicBezTo>
                    <a:pt x="9372" y="1"/>
                    <a:pt x="2868" y="626"/>
                    <a:pt x="0" y="1563"/>
                  </a:cubicBezTo>
                  <a:cubicBezTo>
                    <a:pt x="2868" y="2472"/>
                    <a:pt x="9372" y="3125"/>
                    <a:pt x="16954" y="3125"/>
                  </a:cubicBezTo>
                  <a:cubicBezTo>
                    <a:pt x="24537" y="3125"/>
                    <a:pt x="31040" y="2472"/>
                    <a:pt x="33908" y="1563"/>
                  </a:cubicBezTo>
                  <a:cubicBezTo>
                    <a:pt x="31040" y="626"/>
                    <a:pt x="24537" y="1"/>
                    <a:pt x="169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5"/>
            <p:cNvSpPr/>
            <p:nvPr/>
          </p:nvSpPr>
          <p:spPr>
            <a:xfrm>
              <a:off x="2914000" y="1192475"/>
              <a:ext cx="874000" cy="1053025"/>
            </a:xfrm>
            <a:custGeom>
              <a:rect b="b" l="l" r="r" t="t"/>
              <a:pathLst>
                <a:path extrusionOk="0" h="42121" w="34960">
                  <a:moveTo>
                    <a:pt x="12245" y="1"/>
                  </a:moveTo>
                  <a:cubicBezTo>
                    <a:pt x="12207" y="1"/>
                    <a:pt x="12172" y="17"/>
                    <a:pt x="12155" y="34"/>
                  </a:cubicBezTo>
                  <a:cubicBezTo>
                    <a:pt x="12099" y="90"/>
                    <a:pt x="12042" y="147"/>
                    <a:pt x="12042" y="204"/>
                  </a:cubicBezTo>
                  <a:cubicBezTo>
                    <a:pt x="12042" y="318"/>
                    <a:pt x="12070" y="403"/>
                    <a:pt x="12127" y="488"/>
                  </a:cubicBezTo>
                  <a:cubicBezTo>
                    <a:pt x="12240" y="687"/>
                    <a:pt x="12382" y="857"/>
                    <a:pt x="12524" y="1056"/>
                  </a:cubicBezTo>
                  <a:cubicBezTo>
                    <a:pt x="13320" y="2107"/>
                    <a:pt x="14030" y="3214"/>
                    <a:pt x="14626" y="4350"/>
                  </a:cubicBezTo>
                  <a:cubicBezTo>
                    <a:pt x="16472" y="7815"/>
                    <a:pt x="17892" y="11450"/>
                    <a:pt x="18886" y="15227"/>
                  </a:cubicBezTo>
                  <a:cubicBezTo>
                    <a:pt x="19539" y="17698"/>
                    <a:pt x="20079" y="20197"/>
                    <a:pt x="20448" y="22696"/>
                  </a:cubicBezTo>
                  <a:cubicBezTo>
                    <a:pt x="20675" y="24286"/>
                    <a:pt x="20817" y="25877"/>
                    <a:pt x="20874" y="27467"/>
                  </a:cubicBezTo>
                  <a:cubicBezTo>
                    <a:pt x="21044" y="30420"/>
                    <a:pt x="21129" y="33402"/>
                    <a:pt x="21101" y="36356"/>
                  </a:cubicBezTo>
                  <a:cubicBezTo>
                    <a:pt x="21101" y="36498"/>
                    <a:pt x="21073" y="36640"/>
                    <a:pt x="21073" y="36782"/>
                  </a:cubicBezTo>
                  <a:cubicBezTo>
                    <a:pt x="21044" y="36838"/>
                    <a:pt x="21016" y="36867"/>
                    <a:pt x="20987" y="36867"/>
                  </a:cubicBezTo>
                  <a:cubicBezTo>
                    <a:pt x="20931" y="36867"/>
                    <a:pt x="20874" y="36838"/>
                    <a:pt x="20874" y="36782"/>
                  </a:cubicBezTo>
                  <a:cubicBezTo>
                    <a:pt x="20817" y="36611"/>
                    <a:pt x="20760" y="36441"/>
                    <a:pt x="20732" y="36242"/>
                  </a:cubicBezTo>
                  <a:cubicBezTo>
                    <a:pt x="20391" y="34311"/>
                    <a:pt x="19937" y="32408"/>
                    <a:pt x="19425" y="30506"/>
                  </a:cubicBezTo>
                  <a:cubicBezTo>
                    <a:pt x="18545" y="27069"/>
                    <a:pt x="16955" y="23832"/>
                    <a:pt x="14796" y="20992"/>
                  </a:cubicBezTo>
                  <a:cubicBezTo>
                    <a:pt x="13291" y="19061"/>
                    <a:pt x="11389" y="17499"/>
                    <a:pt x="9173" y="16448"/>
                  </a:cubicBezTo>
                  <a:cubicBezTo>
                    <a:pt x="7276" y="15461"/>
                    <a:pt x="5176" y="14948"/>
                    <a:pt x="3054" y="14948"/>
                  </a:cubicBezTo>
                  <a:cubicBezTo>
                    <a:pt x="2794" y="14948"/>
                    <a:pt x="2533" y="14956"/>
                    <a:pt x="2272" y="14971"/>
                  </a:cubicBezTo>
                  <a:cubicBezTo>
                    <a:pt x="1676" y="15000"/>
                    <a:pt x="1108" y="15085"/>
                    <a:pt x="540" y="15227"/>
                  </a:cubicBezTo>
                  <a:cubicBezTo>
                    <a:pt x="370" y="15284"/>
                    <a:pt x="228" y="15341"/>
                    <a:pt x="86" y="15426"/>
                  </a:cubicBezTo>
                  <a:cubicBezTo>
                    <a:pt x="29" y="15454"/>
                    <a:pt x="1" y="15511"/>
                    <a:pt x="1" y="15596"/>
                  </a:cubicBezTo>
                  <a:cubicBezTo>
                    <a:pt x="1" y="15681"/>
                    <a:pt x="86" y="15767"/>
                    <a:pt x="171" y="15767"/>
                  </a:cubicBezTo>
                  <a:lnTo>
                    <a:pt x="398" y="15767"/>
                  </a:lnTo>
                  <a:cubicBezTo>
                    <a:pt x="995" y="15681"/>
                    <a:pt x="1591" y="15625"/>
                    <a:pt x="2216" y="15625"/>
                  </a:cubicBezTo>
                  <a:cubicBezTo>
                    <a:pt x="2478" y="15603"/>
                    <a:pt x="2743" y="15593"/>
                    <a:pt x="3008" y="15593"/>
                  </a:cubicBezTo>
                  <a:cubicBezTo>
                    <a:pt x="3804" y="15593"/>
                    <a:pt x="4608" y="15688"/>
                    <a:pt x="5396" y="15880"/>
                  </a:cubicBezTo>
                  <a:cubicBezTo>
                    <a:pt x="8804" y="16618"/>
                    <a:pt x="11871" y="18521"/>
                    <a:pt x="14030" y="21276"/>
                  </a:cubicBezTo>
                  <a:cubicBezTo>
                    <a:pt x="15762" y="23434"/>
                    <a:pt x="17125" y="25905"/>
                    <a:pt x="18005" y="28546"/>
                  </a:cubicBezTo>
                  <a:cubicBezTo>
                    <a:pt x="19141" y="31812"/>
                    <a:pt x="19795" y="35191"/>
                    <a:pt x="20391" y="38571"/>
                  </a:cubicBezTo>
                  <a:cubicBezTo>
                    <a:pt x="20561" y="39451"/>
                    <a:pt x="20675" y="40332"/>
                    <a:pt x="20817" y="41212"/>
                  </a:cubicBezTo>
                  <a:cubicBezTo>
                    <a:pt x="20845" y="41439"/>
                    <a:pt x="20902" y="41695"/>
                    <a:pt x="20987" y="41950"/>
                  </a:cubicBezTo>
                  <a:cubicBezTo>
                    <a:pt x="21044" y="42064"/>
                    <a:pt x="21158" y="42121"/>
                    <a:pt x="21271" y="42121"/>
                  </a:cubicBezTo>
                  <a:cubicBezTo>
                    <a:pt x="21385" y="42121"/>
                    <a:pt x="21499" y="42035"/>
                    <a:pt x="21555" y="41950"/>
                  </a:cubicBezTo>
                  <a:cubicBezTo>
                    <a:pt x="21641" y="41780"/>
                    <a:pt x="21669" y="41581"/>
                    <a:pt x="21669" y="41382"/>
                  </a:cubicBezTo>
                  <a:cubicBezTo>
                    <a:pt x="21754" y="40076"/>
                    <a:pt x="21925" y="38770"/>
                    <a:pt x="22180" y="37492"/>
                  </a:cubicBezTo>
                  <a:cubicBezTo>
                    <a:pt x="22407" y="36185"/>
                    <a:pt x="22691" y="34879"/>
                    <a:pt x="22947" y="33573"/>
                  </a:cubicBezTo>
                  <a:cubicBezTo>
                    <a:pt x="23430" y="31074"/>
                    <a:pt x="23884" y="28546"/>
                    <a:pt x="24367" y="26047"/>
                  </a:cubicBezTo>
                  <a:cubicBezTo>
                    <a:pt x="24793" y="23775"/>
                    <a:pt x="25361" y="21531"/>
                    <a:pt x="26042" y="19345"/>
                  </a:cubicBezTo>
                  <a:cubicBezTo>
                    <a:pt x="26696" y="17300"/>
                    <a:pt x="27604" y="15369"/>
                    <a:pt x="28769" y="13580"/>
                  </a:cubicBezTo>
                  <a:cubicBezTo>
                    <a:pt x="29166" y="12983"/>
                    <a:pt x="29621" y="12415"/>
                    <a:pt x="30103" y="11876"/>
                  </a:cubicBezTo>
                  <a:cubicBezTo>
                    <a:pt x="30700" y="11223"/>
                    <a:pt x="31410" y="10655"/>
                    <a:pt x="32205" y="10257"/>
                  </a:cubicBezTo>
                  <a:cubicBezTo>
                    <a:pt x="32605" y="10031"/>
                    <a:pt x="33048" y="9911"/>
                    <a:pt x="33487" y="9911"/>
                  </a:cubicBezTo>
                  <a:cubicBezTo>
                    <a:pt x="33765" y="9911"/>
                    <a:pt x="34042" y="9959"/>
                    <a:pt x="34306" y="10058"/>
                  </a:cubicBezTo>
                  <a:cubicBezTo>
                    <a:pt x="34448" y="10087"/>
                    <a:pt x="34590" y="10144"/>
                    <a:pt x="34732" y="10144"/>
                  </a:cubicBezTo>
                  <a:cubicBezTo>
                    <a:pt x="34789" y="10144"/>
                    <a:pt x="34846" y="10115"/>
                    <a:pt x="34903" y="10058"/>
                  </a:cubicBezTo>
                  <a:cubicBezTo>
                    <a:pt x="34960" y="9973"/>
                    <a:pt x="34931" y="9860"/>
                    <a:pt x="34846" y="9803"/>
                  </a:cubicBezTo>
                  <a:cubicBezTo>
                    <a:pt x="34505" y="9519"/>
                    <a:pt x="34079" y="9348"/>
                    <a:pt x="33653" y="9320"/>
                  </a:cubicBezTo>
                  <a:cubicBezTo>
                    <a:pt x="33564" y="9313"/>
                    <a:pt x="33474" y="9309"/>
                    <a:pt x="33385" y="9309"/>
                  </a:cubicBezTo>
                  <a:cubicBezTo>
                    <a:pt x="32766" y="9309"/>
                    <a:pt x="32158" y="9480"/>
                    <a:pt x="31637" y="9803"/>
                  </a:cubicBezTo>
                  <a:cubicBezTo>
                    <a:pt x="30529" y="10399"/>
                    <a:pt x="29592" y="11223"/>
                    <a:pt x="28854" y="12245"/>
                  </a:cubicBezTo>
                  <a:cubicBezTo>
                    <a:pt x="27690" y="13722"/>
                    <a:pt x="26752" y="15397"/>
                    <a:pt x="26042" y="17158"/>
                  </a:cubicBezTo>
                  <a:cubicBezTo>
                    <a:pt x="25276" y="19089"/>
                    <a:pt x="24679" y="21077"/>
                    <a:pt x="24225" y="23093"/>
                  </a:cubicBezTo>
                  <a:cubicBezTo>
                    <a:pt x="23600" y="25735"/>
                    <a:pt x="23174" y="28376"/>
                    <a:pt x="22663" y="31017"/>
                  </a:cubicBezTo>
                  <a:cubicBezTo>
                    <a:pt x="22464" y="32039"/>
                    <a:pt x="22294" y="33090"/>
                    <a:pt x="22095" y="34112"/>
                  </a:cubicBezTo>
                  <a:cubicBezTo>
                    <a:pt x="22067" y="34254"/>
                    <a:pt x="22038" y="34396"/>
                    <a:pt x="21839" y="34453"/>
                  </a:cubicBezTo>
                  <a:cubicBezTo>
                    <a:pt x="21839" y="34339"/>
                    <a:pt x="21839" y="34226"/>
                    <a:pt x="21811" y="34112"/>
                  </a:cubicBezTo>
                  <a:cubicBezTo>
                    <a:pt x="21783" y="31528"/>
                    <a:pt x="21697" y="28972"/>
                    <a:pt x="21555" y="26388"/>
                  </a:cubicBezTo>
                  <a:cubicBezTo>
                    <a:pt x="21470" y="24883"/>
                    <a:pt x="21328" y="23349"/>
                    <a:pt x="21073" y="21844"/>
                  </a:cubicBezTo>
                  <a:cubicBezTo>
                    <a:pt x="20618" y="19004"/>
                    <a:pt x="19993" y="16221"/>
                    <a:pt x="19170" y="13466"/>
                  </a:cubicBezTo>
                  <a:cubicBezTo>
                    <a:pt x="18119" y="9916"/>
                    <a:pt x="16671" y="6508"/>
                    <a:pt x="14825" y="3299"/>
                  </a:cubicBezTo>
                  <a:cubicBezTo>
                    <a:pt x="14200" y="2192"/>
                    <a:pt x="13433" y="1141"/>
                    <a:pt x="12524" y="204"/>
                  </a:cubicBezTo>
                  <a:cubicBezTo>
                    <a:pt x="12468" y="147"/>
                    <a:pt x="12411" y="90"/>
                    <a:pt x="12326" y="34"/>
                  </a:cubicBezTo>
                  <a:cubicBezTo>
                    <a:pt x="12302" y="10"/>
                    <a:pt x="12273" y="1"/>
                    <a:pt x="12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5"/>
            <p:cNvSpPr/>
            <p:nvPr/>
          </p:nvSpPr>
          <p:spPr>
            <a:xfrm>
              <a:off x="2324025" y="1335600"/>
              <a:ext cx="926525" cy="1083000"/>
            </a:xfrm>
            <a:custGeom>
              <a:rect b="b" l="l" r="r" t="t"/>
              <a:pathLst>
                <a:path extrusionOk="0" h="43320" w="37061">
                  <a:moveTo>
                    <a:pt x="12337" y="10412"/>
                  </a:moveTo>
                  <a:cubicBezTo>
                    <a:pt x="12796" y="10412"/>
                    <a:pt x="13258" y="10459"/>
                    <a:pt x="13717" y="10553"/>
                  </a:cubicBezTo>
                  <a:cubicBezTo>
                    <a:pt x="14058" y="10638"/>
                    <a:pt x="14370" y="10780"/>
                    <a:pt x="14682" y="10950"/>
                  </a:cubicBezTo>
                  <a:cubicBezTo>
                    <a:pt x="14966" y="11121"/>
                    <a:pt x="15193" y="11376"/>
                    <a:pt x="15335" y="11660"/>
                  </a:cubicBezTo>
                  <a:cubicBezTo>
                    <a:pt x="15506" y="11973"/>
                    <a:pt x="15534" y="12313"/>
                    <a:pt x="15392" y="12626"/>
                  </a:cubicBezTo>
                  <a:cubicBezTo>
                    <a:pt x="15165" y="13194"/>
                    <a:pt x="14654" y="13620"/>
                    <a:pt x="14029" y="13648"/>
                  </a:cubicBezTo>
                  <a:cubicBezTo>
                    <a:pt x="13291" y="13733"/>
                    <a:pt x="12581" y="13790"/>
                    <a:pt x="11871" y="13790"/>
                  </a:cubicBezTo>
                  <a:cubicBezTo>
                    <a:pt x="11274" y="13819"/>
                    <a:pt x="10706" y="13904"/>
                    <a:pt x="10252" y="13932"/>
                  </a:cubicBezTo>
                  <a:cubicBezTo>
                    <a:pt x="10044" y="13932"/>
                    <a:pt x="9873" y="13945"/>
                    <a:pt x="9716" y="13945"/>
                  </a:cubicBezTo>
                  <a:cubicBezTo>
                    <a:pt x="9637" y="13945"/>
                    <a:pt x="9561" y="13942"/>
                    <a:pt x="9485" y="13932"/>
                  </a:cubicBezTo>
                  <a:cubicBezTo>
                    <a:pt x="8520" y="13819"/>
                    <a:pt x="8037" y="12711"/>
                    <a:pt x="8577" y="11916"/>
                  </a:cubicBezTo>
                  <a:cubicBezTo>
                    <a:pt x="8832" y="11518"/>
                    <a:pt x="9201" y="11206"/>
                    <a:pt x="9627" y="11007"/>
                  </a:cubicBezTo>
                  <a:cubicBezTo>
                    <a:pt x="10484" y="10607"/>
                    <a:pt x="11404" y="10412"/>
                    <a:pt x="12337" y="10412"/>
                  </a:cubicBezTo>
                  <a:close/>
                  <a:moveTo>
                    <a:pt x="23344" y="13468"/>
                  </a:moveTo>
                  <a:cubicBezTo>
                    <a:pt x="23677" y="13468"/>
                    <a:pt x="24010" y="13491"/>
                    <a:pt x="24338" y="13535"/>
                  </a:cubicBezTo>
                  <a:cubicBezTo>
                    <a:pt x="24963" y="13620"/>
                    <a:pt x="25559" y="13790"/>
                    <a:pt x="26127" y="14074"/>
                  </a:cubicBezTo>
                  <a:cubicBezTo>
                    <a:pt x="26411" y="14159"/>
                    <a:pt x="26638" y="14330"/>
                    <a:pt x="26809" y="14557"/>
                  </a:cubicBezTo>
                  <a:cubicBezTo>
                    <a:pt x="27036" y="14756"/>
                    <a:pt x="27121" y="15097"/>
                    <a:pt x="27036" y="15380"/>
                  </a:cubicBezTo>
                  <a:cubicBezTo>
                    <a:pt x="26922" y="15693"/>
                    <a:pt x="26667" y="15892"/>
                    <a:pt x="26326" y="15892"/>
                  </a:cubicBezTo>
                  <a:cubicBezTo>
                    <a:pt x="26241" y="15920"/>
                    <a:pt x="26155" y="15920"/>
                    <a:pt x="26070" y="15920"/>
                  </a:cubicBezTo>
                  <a:cubicBezTo>
                    <a:pt x="25587" y="15920"/>
                    <a:pt x="25105" y="15835"/>
                    <a:pt x="24622" y="15693"/>
                  </a:cubicBezTo>
                  <a:cubicBezTo>
                    <a:pt x="23656" y="15409"/>
                    <a:pt x="22662" y="15239"/>
                    <a:pt x="21668" y="15153"/>
                  </a:cubicBezTo>
                  <a:cubicBezTo>
                    <a:pt x="21470" y="15153"/>
                    <a:pt x="21242" y="15125"/>
                    <a:pt x="21044" y="15040"/>
                  </a:cubicBezTo>
                  <a:cubicBezTo>
                    <a:pt x="20646" y="14926"/>
                    <a:pt x="20532" y="14415"/>
                    <a:pt x="20845" y="14131"/>
                  </a:cubicBezTo>
                  <a:cubicBezTo>
                    <a:pt x="21100" y="13875"/>
                    <a:pt x="21413" y="13705"/>
                    <a:pt x="21754" y="13648"/>
                  </a:cubicBezTo>
                  <a:cubicBezTo>
                    <a:pt x="22277" y="13526"/>
                    <a:pt x="22812" y="13468"/>
                    <a:pt x="23344" y="13468"/>
                  </a:cubicBezTo>
                  <a:close/>
                  <a:moveTo>
                    <a:pt x="5751" y="17638"/>
                  </a:moveTo>
                  <a:cubicBezTo>
                    <a:pt x="5843" y="17638"/>
                    <a:pt x="5935" y="17652"/>
                    <a:pt x="6021" y="17681"/>
                  </a:cubicBezTo>
                  <a:cubicBezTo>
                    <a:pt x="6390" y="17794"/>
                    <a:pt x="6560" y="18164"/>
                    <a:pt x="6447" y="18504"/>
                  </a:cubicBezTo>
                  <a:cubicBezTo>
                    <a:pt x="6390" y="18646"/>
                    <a:pt x="6333" y="18760"/>
                    <a:pt x="6248" y="18874"/>
                  </a:cubicBezTo>
                  <a:cubicBezTo>
                    <a:pt x="5822" y="19413"/>
                    <a:pt x="5197" y="19782"/>
                    <a:pt x="4515" y="19924"/>
                  </a:cubicBezTo>
                  <a:cubicBezTo>
                    <a:pt x="4459" y="19953"/>
                    <a:pt x="4402" y="19953"/>
                    <a:pt x="4345" y="19953"/>
                  </a:cubicBezTo>
                  <a:cubicBezTo>
                    <a:pt x="4332" y="19954"/>
                    <a:pt x="4318" y="19954"/>
                    <a:pt x="4305" y="19954"/>
                  </a:cubicBezTo>
                  <a:cubicBezTo>
                    <a:pt x="3869" y="19954"/>
                    <a:pt x="3527" y="19514"/>
                    <a:pt x="3692" y="19101"/>
                  </a:cubicBezTo>
                  <a:cubicBezTo>
                    <a:pt x="3720" y="19016"/>
                    <a:pt x="3749" y="18930"/>
                    <a:pt x="3806" y="18845"/>
                  </a:cubicBezTo>
                  <a:cubicBezTo>
                    <a:pt x="4231" y="18277"/>
                    <a:pt x="4799" y="17880"/>
                    <a:pt x="5481" y="17681"/>
                  </a:cubicBezTo>
                  <a:cubicBezTo>
                    <a:pt x="5566" y="17652"/>
                    <a:pt x="5659" y="17638"/>
                    <a:pt x="5751" y="17638"/>
                  </a:cubicBezTo>
                  <a:close/>
                  <a:moveTo>
                    <a:pt x="17210" y="22480"/>
                  </a:moveTo>
                  <a:cubicBezTo>
                    <a:pt x="17522" y="22480"/>
                    <a:pt x="17863" y="22565"/>
                    <a:pt x="18147" y="22707"/>
                  </a:cubicBezTo>
                  <a:cubicBezTo>
                    <a:pt x="18289" y="22764"/>
                    <a:pt x="18403" y="22849"/>
                    <a:pt x="18516" y="22906"/>
                  </a:cubicBezTo>
                  <a:cubicBezTo>
                    <a:pt x="20277" y="24099"/>
                    <a:pt x="21754" y="25519"/>
                    <a:pt x="22634" y="27507"/>
                  </a:cubicBezTo>
                  <a:cubicBezTo>
                    <a:pt x="22890" y="28046"/>
                    <a:pt x="23060" y="28643"/>
                    <a:pt x="23174" y="29239"/>
                  </a:cubicBezTo>
                  <a:cubicBezTo>
                    <a:pt x="23259" y="29665"/>
                    <a:pt x="23202" y="30091"/>
                    <a:pt x="23032" y="30460"/>
                  </a:cubicBezTo>
                  <a:cubicBezTo>
                    <a:pt x="22930" y="30786"/>
                    <a:pt x="22623" y="30981"/>
                    <a:pt x="22311" y="30981"/>
                  </a:cubicBezTo>
                  <a:cubicBezTo>
                    <a:pt x="22189" y="30981"/>
                    <a:pt x="22065" y="30950"/>
                    <a:pt x="21952" y="30886"/>
                  </a:cubicBezTo>
                  <a:cubicBezTo>
                    <a:pt x="21725" y="30773"/>
                    <a:pt x="21555" y="30631"/>
                    <a:pt x="21413" y="30432"/>
                  </a:cubicBezTo>
                  <a:cubicBezTo>
                    <a:pt x="21129" y="30120"/>
                    <a:pt x="20902" y="29779"/>
                    <a:pt x="20703" y="29381"/>
                  </a:cubicBezTo>
                  <a:cubicBezTo>
                    <a:pt x="20106" y="28330"/>
                    <a:pt x="19340" y="27365"/>
                    <a:pt x="18488" y="26513"/>
                  </a:cubicBezTo>
                  <a:cubicBezTo>
                    <a:pt x="18033" y="26058"/>
                    <a:pt x="17551" y="25576"/>
                    <a:pt x="17096" y="25121"/>
                  </a:cubicBezTo>
                  <a:cubicBezTo>
                    <a:pt x="16812" y="24809"/>
                    <a:pt x="16528" y="24497"/>
                    <a:pt x="16301" y="24127"/>
                  </a:cubicBezTo>
                  <a:cubicBezTo>
                    <a:pt x="16187" y="23929"/>
                    <a:pt x="16102" y="23701"/>
                    <a:pt x="16102" y="23474"/>
                  </a:cubicBezTo>
                  <a:cubicBezTo>
                    <a:pt x="16074" y="22878"/>
                    <a:pt x="16528" y="22480"/>
                    <a:pt x="17210" y="22480"/>
                  </a:cubicBezTo>
                  <a:close/>
                  <a:moveTo>
                    <a:pt x="12747" y="34444"/>
                  </a:moveTo>
                  <a:cubicBezTo>
                    <a:pt x="12809" y="34444"/>
                    <a:pt x="12877" y="34460"/>
                    <a:pt x="12950" y="34493"/>
                  </a:cubicBezTo>
                  <a:cubicBezTo>
                    <a:pt x="13456" y="34718"/>
                    <a:pt x="13545" y="35165"/>
                    <a:pt x="13601" y="35725"/>
                  </a:cubicBezTo>
                  <a:lnTo>
                    <a:pt x="13601" y="35725"/>
                  </a:lnTo>
                  <a:cubicBezTo>
                    <a:pt x="13574" y="35890"/>
                    <a:pt x="13545" y="36030"/>
                    <a:pt x="13490" y="36197"/>
                  </a:cubicBezTo>
                  <a:cubicBezTo>
                    <a:pt x="13461" y="36367"/>
                    <a:pt x="13291" y="36509"/>
                    <a:pt x="13092" y="36538"/>
                  </a:cubicBezTo>
                  <a:cubicBezTo>
                    <a:pt x="13074" y="36541"/>
                    <a:pt x="13056" y="36542"/>
                    <a:pt x="13038" y="36542"/>
                  </a:cubicBezTo>
                  <a:cubicBezTo>
                    <a:pt x="12881" y="36542"/>
                    <a:pt x="12714" y="36438"/>
                    <a:pt x="12638" y="36310"/>
                  </a:cubicBezTo>
                  <a:cubicBezTo>
                    <a:pt x="12552" y="36197"/>
                    <a:pt x="12524" y="36083"/>
                    <a:pt x="12467" y="35998"/>
                  </a:cubicBezTo>
                  <a:cubicBezTo>
                    <a:pt x="12325" y="35600"/>
                    <a:pt x="12325" y="35146"/>
                    <a:pt x="12439" y="34749"/>
                  </a:cubicBezTo>
                  <a:cubicBezTo>
                    <a:pt x="12479" y="34546"/>
                    <a:pt x="12592" y="34444"/>
                    <a:pt x="12747" y="34444"/>
                  </a:cubicBezTo>
                  <a:close/>
                  <a:moveTo>
                    <a:pt x="20887" y="9566"/>
                  </a:moveTo>
                  <a:cubicBezTo>
                    <a:pt x="20923" y="9566"/>
                    <a:pt x="20958" y="9573"/>
                    <a:pt x="20987" y="9587"/>
                  </a:cubicBezTo>
                  <a:cubicBezTo>
                    <a:pt x="21044" y="9616"/>
                    <a:pt x="21072" y="9701"/>
                    <a:pt x="21072" y="9758"/>
                  </a:cubicBezTo>
                  <a:cubicBezTo>
                    <a:pt x="20987" y="9928"/>
                    <a:pt x="20902" y="10098"/>
                    <a:pt x="20788" y="10240"/>
                  </a:cubicBezTo>
                  <a:cubicBezTo>
                    <a:pt x="20248" y="11064"/>
                    <a:pt x="19709" y="11887"/>
                    <a:pt x="19169" y="12711"/>
                  </a:cubicBezTo>
                  <a:cubicBezTo>
                    <a:pt x="18516" y="13733"/>
                    <a:pt x="17863" y="14727"/>
                    <a:pt x="17210" y="15778"/>
                  </a:cubicBezTo>
                  <a:cubicBezTo>
                    <a:pt x="16897" y="16261"/>
                    <a:pt x="16642" y="16800"/>
                    <a:pt x="16358" y="17283"/>
                  </a:cubicBezTo>
                  <a:cubicBezTo>
                    <a:pt x="14966" y="19726"/>
                    <a:pt x="13774" y="22281"/>
                    <a:pt x="12780" y="24894"/>
                  </a:cubicBezTo>
                  <a:cubicBezTo>
                    <a:pt x="12240" y="26257"/>
                    <a:pt x="11842" y="27649"/>
                    <a:pt x="11445" y="29040"/>
                  </a:cubicBezTo>
                  <a:cubicBezTo>
                    <a:pt x="10990" y="30545"/>
                    <a:pt x="10621" y="32107"/>
                    <a:pt x="10280" y="33641"/>
                  </a:cubicBezTo>
                  <a:cubicBezTo>
                    <a:pt x="9940" y="35004"/>
                    <a:pt x="9656" y="36367"/>
                    <a:pt x="9457" y="37759"/>
                  </a:cubicBezTo>
                  <a:cubicBezTo>
                    <a:pt x="9286" y="38810"/>
                    <a:pt x="9145" y="39889"/>
                    <a:pt x="9031" y="40939"/>
                  </a:cubicBezTo>
                  <a:cubicBezTo>
                    <a:pt x="9031" y="41138"/>
                    <a:pt x="8974" y="41309"/>
                    <a:pt x="8861" y="41479"/>
                  </a:cubicBezTo>
                  <a:cubicBezTo>
                    <a:pt x="8832" y="41536"/>
                    <a:pt x="8775" y="41564"/>
                    <a:pt x="8690" y="41564"/>
                  </a:cubicBezTo>
                  <a:cubicBezTo>
                    <a:pt x="8605" y="41564"/>
                    <a:pt x="8520" y="41479"/>
                    <a:pt x="8520" y="41394"/>
                  </a:cubicBezTo>
                  <a:cubicBezTo>
                    <a:pt x="8491" y="41280"/>
                    <a:pt x="8491" y="41110"/>
                    <a:pt x="8491" y="40911"/>
                  </a:cubicBezTo>
                  <a:lnTo>
                    <a:pt x="8520" y="40911"/>
                  </a:lnTo>
                  <a:cubicBezTo>
                    <a:pt x="8605" y="40457"/>
                    <a:pt x="8605" y="39889"/>
                    <a:pt x="8662" y="39378"/>
                  </a:cubicBezTo>
                  <a:cubicBezTo>
                    <a:pt x="8861" y="38100"/>
                    <a:pt x="9059" y="36793"/>
                    <a:pt x="9315" y="35515"/>
                  </a:cubicBezTo>
                  <a:cubicBezTo>
                    <a:pt x="9741" y="33499"/>
                    <a:pt x="10195" y="31511"/>
                    <a:pt x="10735" y="29523"/>
                  </a:cubicBezTo>
                  <a:cubicBezTo>
                    <a:pt x="11132" y="28046"/>
                    <a:pt x="11615" y="26570"/>
                    <a:pt x="12126" y="25121"/>
                  </a:cubicBezTo>
                  <a:cubicBezTo>
                    <a:pt x="12524" y="23985"/>
                    <a:pt x="12978" y="22849"/>
                    <a:pt x="13490" y="21742"/>
                  </a:cubicBezTo>
                  <a:cubicBezTo>
                    <a:pt x="14086" y="20492"/>
                    <a:pt x="14682" y="19271"/>
                    <a:pt x="15335" y="18050"/>
                  </a:cubicBezTo>
                  <a:cubicBezTo>
                    <a:pt x="16045" y="16658"/>
                    <a:pt x="16841" y="15295"/>
                    <a:pt x="17721" y="13989"/>
                  </a:cubicBezTo>
                  <a:cubicBezTo>
                    <a:pt x="18658" y="12654"/>
                    <a:pt x="19510" y="11206"/>
                    <a:pt x="20532" y="9900"/>
                  </a:cubicBezTo>
                  <a:cubicBezTo>
                    <a:pt x="20618" y="9786"/>
                    <a:pt x="20646" y="9644"/>
                    <a:pt x="20788" y="9587"/>
                  </a:cubicBezTo>
                  <a:cubicBezTo>
                    <a:pt x="20816" y="9573"/>
                    <a:pt x="20852" y="9566"/>
                    <a:pt x="20887" y="9566"/>
                  </a:cubicBezTo>
                  <a:close/>
                  <a:moveTo>
                    <a:pt x="11592" y="0"/>
                  </a:moveTo>
                  <a:cubicBezTo>
                    <a:pt x="10313" y="0"/>
                    <a:pt x="9063" y="388"/>
                    <a:pt x="8009" y="1124"/>
                  </a:cubicBezTo>
                  <a:cubicBezTo>
                    <a:pt x="6418" y="2118"/>
                    <a:pt x="5027" y="3396"/>
                    <a:pt x="3862" y="4873"/>
                  </a:cubicBezTo>
                  <a:cubicBezTo>
                    <a:pt x="3806" y="4930"/>
                    <a:pt x="3664" y="5015"/>
                    <a:pt x="3749" y="5157"/>
                  </a:cubicBezTo>
                  <a:cubicBezTo>
                    <a:pt x="4856" y="4731"/>
                    <a:pt x="6021" y="4390"/>
                    <a:pt x="7185" y="4163"/>
                  </a:cubicBezTo>
                  <a:cubicBezTo>
                    <a:pt x="7989" y="3982"/>
                    <a:pt x="8808" y="3886"/>
                    <a:pt x="9641" y="3886"/>
                  </a:cubicBezTo>
                  <a:cubicBezTo>
                    <a:pt x="9984" y="3886"/>
                    <a:pt x="10330" y="3903"/>
                    <a:pt x="10678" y="3936"/>
                  </a:cubicBezTo>
                  <a:cubicBezTo>
                    <a:pt x="11757" y="3993"/>
                    <a:pt x="12780" y="4504"/>
                    <a:pt x="13518" y="5299"/>
                  </a:cubicBezTo>
                  <a:cubicBezTo>
                    <a:pt x="13859" y="5668"/>
                    <a:pt x="14114" y="6151"/>
                    <a:pt x="14228" y="6662"/>
                  </a:cubicBezTo>
                  <a:cubicBezTo>
                    <a:pt x="14370" y="7344"/>
                    <a:pt x="14228" y="7855"/>
                    <a:pt x="13291" y="8224"/>
                  </a:cubicBezTo>
                  <a:cubicBezTo>
                    <a:pt x="13165" y="8278"/>
                    <a:pt x="13016" y="8298"/>
                    <a:pt x="12866" y="8298"/>
                  </a:cubicBezTo>
                  <a:cubicBezTo>
                    <a:pt x="12779" y="8298"/>
                    <a:pt x="12692" y="8291"/>
                    <a:pt x="12609" y="8281"/>
                  </a:cubicBezTo>
                  <a:cubicBezTo>
                    <a:pt x="12183" y="8252"/>
                    <a:pt x="11786" y="8196"/>
                    <a:pt x="11360" y="8139"/>
                  </a:cubicBezTo>
                  <a:cubicBezTo>
                    <a:pt x="10337" y="7914"/>
                    <a:pt x="9300" y="7807"/>
                    <a:pt x="8259" y="7807"/>
                  </a:cubicBezTo>
                  <a:cubicBezTo>
                    <a:pt x="7854" y="7807"/>
                    <a:pt x="7449" y="7823"/>
                    <a:pt x="7043" y="7855"/>
                  </a:cubicBezTo>
                  <a:cubicBezTo>
                    <a:pt x="4572" y="7968"/>
                    <a:pt x="2300" y="9133"/>
                    <a:pt x="795" y="11064"/>
                  </a:cubicBezTo>
                  <a:cubicBezTo>
                    <a:pt x="625" y="11291"/>
                    <a:pt x="511" y="11547"/>
                    <a:pt x="454" y="11802"/>
                  </a:cubicBezTo>
                  <a:cubicBezTo>
                    <a:pt x="312" y="12796"/>
                    <a:pt x="227" y="13762"/>
                    <a:pt x="170" y="14756"/>
                  </a:cubicBezTo>
                  <a:cubicBezTo>
                    <a:pt x="0" y="16744"/>
                    <a:pt x="170" y="18760"/>
                    <a:pt x="596" y="20748"/>
                  </a:cubicBezTo>
                  <a:cubicBezTo>
                    <a:pt x="1051" y="22963"/>
                    <a:pt x="1761" y="25121"/>
                    <a:pt x="2357" y="27308"/>
                  </a:cubicBezTo>
                  <a:lnTo>
                    <a:pt x="2386" y="27365"/>
                  </a:lnTo>
                  <a:cubicBezTo>
                    <a:pt x="2404" y="27441"/>
                    <a:pt x="2461" y="27478"/>
                    <a:pt x="2522" y="27478"/>
                  </a:cubicBezTo>
                  <a:cubicBezTo>
                    <a:pt x="2553" y="27478"/>
                    <a:pt x="2584" y="27469"/>
                    <a:pt x="2613" y="27450"/>
                  </a:cubicBezTo>
                  <a:cubicBezTo>
                    <a:pt x="2726" y="27308"/>
                    <a:pt x="2868" y="27166"/>
                    <a:pt x="2982" y="27024"/>
                  </a:cubicBezTo>
                  <a:cubicBezTo>
                    <a:pt x="3607" y="26342"/>
                    <a:pt x="4260" y="25661"/>
                    <a:pt x="4885" y="24979"/>
                  </a:cubicBezTo>
                  <a:cubicBezTo>
                    <a:pt x="5424" y="24383"/>
                    <a:pt x="6021" y="23843"/>
                    <a:pt x="6674" y="23389"/>
                  </a:cubicBezTo>
                  <a:cubicBezTo>
                    <a:pt x="6986" y="23190"/>
                    <a:pt x="7299" y="22991"/>
                    <a:pt x="7639" y="22849"/>
                  </a:cubicBezTo>
                  <a:cubicBezTo>
                    <a:pt x="7923" y="22736"/>
                    <a:pt x="8236" y="22679"/>
                    <a:pt x="8548" y="22679"/>
                  </a:cubicBezTo>
                  <a:cubicBezTo>
                    <a:pt x="8561" y="22678"/>
                    <a:pt x="8574" y="22678"/>
                    <a:pt x="8587" y="22678"/>
                  </a:cubicBezTo>
                  <a:cubicBezTo>
                    <a:pt x="9164" y="22678"/>
                    <a:pt x="9594" y="23288"/>
                    <a:pt x="9372" y="23843"/>
                  </a:cubicBezTo>
                  <a:cubicBezTo>
                    <a:pt x="9286" y="24156"/>
                    <a:pt x="9145" y="24411"/>
                    <a:pt x="8946" y="24639"/>
                  </a:cubicBezTo>
                  <a:cubicBezTo>
                    <a:pt x="8548" y="25121"/>
                    <a:pt x="8122" y="25519"/>
                    <a:pt x="7639" y="25888"/>
                  </a:cubicBezTo>
                  <a:cubicBezTo>
                    <a:pt x="6958" y="26399"/>
                    <a:pt x="6276" y="26910"/>
                    <a:pt x="5595" y="27393"/>
                  </a:cubicBezTo>
                  <a:cubicBezTo>
                    <a:pt x="4771" y="28018"/>
                    <a:pt x="4004" y="28728"/>
                    <a:pt x="3380" y="29523"/>
                  </a:cubicBezTo>
                  <a:cubicBezTo>
                    <a:pt x="3152" y="29750"/>
                    <a:pt x="3096" y="30063"/>
                    <a:pt x="3181" y="30375"/>
                  </a:cubicBezTo>
                  <a:cubicBezTo>
                    <a:pt x="3607" y="31738"/>
                    <a:pt x="4004" y="33101"/>
                    <a:pt x="4487" y="34493"/>
                  </a:cubicBezTo>
                  <a:cubicBezTo>
                    <a:pt x="4714" y="34323"/>
                    <a:pt x="4856" y="34124"/>
                    <a:pt x="4970" y="33868"/>
                  </a:cubicBezTo>
                  <a:cubicBezTo>
                    <a:pt x="5623" y="32931"/>
                    <a:pt x="6361" y="32051"/>
                    <a:pt x="7157" y="31227"/>
                  </a:cubicBezTo>
                  <a:cubicBezTo>
                    <a:pt x="7327" y="31057"/>
                    <a:pt x="7497" y="30915"/>
                    <a:pt x="7725" y="30829"/>
                  </a:cubicBezTo>
                  <a:cubicBezTo>
                    <a:pt x="7776" y="30804"/>
                    <a:pt x="7827" y="30790"/>
                    <a:pt x="7875" y="30790"/>
                  </a:cubicBezTo>
                  <a:cubicBezTo>
                    <a:pt x="7935" y="30790"/>
                    <a:pt x="7990" y="30811"/>
                    <a:pt x="8037" y="30858"/>
                  </a:cubicBezTo>
                  <a:cubicBezTo>
                    <a:pt x="8151" y="30943"/>
                    <a:pt x="8179" y="31085"/>
                    <a:pt x="8122" y="31199"/>
                  </a:cubicBezTo>
                  <a:cubicBezTo>
                    <a:pt x="8094" y="31312"/>
                    <a:pt x="8037" y="31454"/>
                    <a:pt x="7952" y="31568"/>
                  </a:cubicBezTo>
                  <a:cubicBezTo>
                    <a:pt x="7696" y="32079"/>
                    <a:pt x="7441" y="32562"/>
                    <a:pt x="7157" y="33045"/>
                  </a:cubicBezTo>
                  <a:cubicBezTo>
                    <a:pt x="6532" y="34124"/>
                    <a:pt x="6021" y="35260"/>
                    <a:pt x="5509" y="36367"/>
                  </a:cubicBezTo>
                  <a:cubicBezTo>
                    <a:pt x="5339" y="36651"/>
                    <a:pt x="5339" y="37020"/>
                    <a:pt x="5481" y="37304"/>
                  </a:cubicBezTo>
                  <a:cubicBezTo>
                    <a:pt x="5822" y="38128"/>
                    <a:pt x="6106" y="38980"/>
                    <a:pt x="6447" y="39804"/>
                  </a:cubicBezTo>
                  <a:cubicBezTo>
                    <a:pt x="6787" y="40684"/>
                    <a:pt x="7213" y="41564"/>
                    <a:pt x="7668" y="42388"/>
                  </a:cubicBezTo>
                  <a:cubicBezTo>
                    <a:pt x="7781" y="42615"/>
                    <a:pt x="7923" y="42842"/>
                    <a:pt x="8094" y="43041"/>
                  </a:cubicBezTo>
                  <a:cubicBezTo>
                    <a:pt x="8233" y="43227"/>
                    <a:pt x="8356" y="43320"/>
                    <a:pt x="8498" y="43320"/>
                  </a:cubicBezTo>
                  <a:cubicBezTo>
                    <a:pt x="8617" y="43320"/>
                    <a:pt x="8750" y="43255"/>
                    <a:pt x="8917" y="43126"/>
                  </a:cubicBezTo>
                  <a:cubicBezTo>
                    <a:pt x="9230" y="42927"/>
                    <a:pt x="9485" y="42643"/>
                    <a:pt x="9712" y="42359"/>
                  </a:cubicBezTo>
                  <a:cubicBezTo>
                    <a:pt x="10110" y="41820"/>
                    <a:pt x="10564" y="41365"/>
                    <a:pt x="11104" y="40968"/>
                  </a:cubicBezTo>
                  <a:cubicBezTo>
                    <a:pt x="11445" y="40712"/>
                    <a:pt x="11757" y="40457"/>
                    <a:pt x="12070" y="40173"/>
                  </a:cubicBezTo>
                  <a:cubicBezTo>
                    <a:pt x="12893" y="39491"/>
                    <a:pt x="13745" y="38866"/>
                    <a:pt x="14654" y="38355"/>
                  </a:cubicBezTo>
                  <a:cubicBezTo>
                    <a:pt x="15250" y="37986"/>
                    <a:pt x="15847" y="37645"/>
                    <a:pt x="16471" y="37276"/>
                  </a:cubicBezTo>
                  <a:cubicBezTo>
                    <a:pt x="16670" y="37191"/>
                    <a:pt x="16784" y="36992"/>
                    <a:pt x="16784" y="36793"/>
                  </a:cubicBezTo>
                  <a:cubicBezTo>
                    <a:pt x="16755" y="35913"/>
                    <a:pt x="16699" y="35061"/>
                    <a:pt x="16585" y="34209"/>
                  </a:cubicBezTo>
                  <a:cubicBezTo>
                    <a:pt x="16358" y="32789"/>
                    <a:pt x="15847" y="31426"/>
                    <a:pt x="15080" y="30205"/>
                  </a:cubicBezTo>
                  <a:cubicBezTo>
                    <a:pt x="14796" y="29779"/>
                    <a:pt x="14569" y="29324"/>
                    <a:pt x="14370" y="28842"/>
                  </a:cubicBezTo>
                  <a:cubicBezTo>
                    <a:pt x="14285" y="28671"/>
                    <a:pt x="14228" y="28444"/>
                    <a:pt x="14228" y="28245"/>
                  </a:cubicBezTo>
                  <a:cubicBezTo>
                    <a:pt x="14200" y="27848"/>
                    <a:pt x="14512" y="27507"/>
                    <a:pt x="14909" y="27507"/>
                  </a:cubicBezTo>
                  <a:cubicBezTo>
                    <a:pt x="14948" y="27502"/>
                    <a:pt x="14988" y="27500"/>
                    <a:pt x="15029" y="27500"/>
                  </a:cubicBezTo>
                  <a:cubicBezTo>
                    <a:pt x="15223" y="27500"/>
                    <a:pt x="15426" y="27555"/>
                    <a:pt x="15591" y="27649"/>
                  </a:cubicBezTo>
                  <a:cubicBezTo>
                    <a:pt x="16159" y="27933"/>
                    <a:pt x="16670" y="28330"/>
                    <a:pt x="17039" y="28842"/>
                  </a:cubicBezTo>
                  <a:cubicBezTo>
                    <a:pt x="17352" y="29239"/>
                    <a:pt x="17636" y="29665"/>
                    <a:pt x="17863" y="30148"/>
                  </a:cubicBezTo>
                  <a:cubicBezTo>
                    <a:pt x="18658" y="31710"/>
                    <a:pt x="19255" y="33357"/>
                    <a:pt x="19652" y="35089"/>
                  </a:cubicBezTo>
                  <a:cubicBezTo>
                    <a:pt x="19681" y="35231"/>
                    <a:pt x="19652" y="35402"/>
                    <a:pt x="19851" y="35515"/>
                  </a:cubicBezTo>
                  <a:cubicBezTo>
                    <a:pt x="21697" y="34692"/>
                    <a:pt x="23628" y="34010"/>
                    <a:pt x="25502" y="33272"/>
                  </a:cubicBezTo>
                  <a:cubicBezTo>
                    <a:pt x="26496" y="32874"/>
                    <a:pt x="27490" y="32391"/>
                    <a:pt x="28456" y="31965"/>
                  </a:cubicBezTo>
                  <a:cubicBezTo>
                    <a:pt x="28711" y="31880"/>
                    <a:pt x="28882" y="31653"/>
                    <a:pt x="28853" y="31397"/>
                  </a:cubicBezTo>
                  <a:cubicBezTo>
                    <a:pt x="28882" y="30915"/>
                    <a:pt x="28939" y="30460"/>
                    <a:pt x="28967" y="29978"/>
                  </a:cubicBezTo>
                  <a:cubicBezTo>
                    <a:pt x="28995" y="29324"/>
                    <a:pt x="28939" y="28671"/>
                    <a:pt x="28768" y="28046"/>
                  </a:cubicBezTo>
                  <a:cubicBezTo>
                    <a:pt x="28427" y="26626"/>
                    <a:pt x="27604" y="25349"/>
                    <a:pt x="26468" y="24440"/>
                  </a:cubicBezTo>
                  <a:cubicBezTo>
                    <a:pt x="25815" y="23900"/>
                    <a:pt x="25133" y="23417"/>
                    <a:pt x="24395" y="22991"/>
                  </a:cubicBezTo>
                  <a:cubicBezTo>
                    <a:pt x="23855" y="22707"/>
                    <a:pt x="23287" y="22395"/>
                    <a:pt x="22748" y="22054"/>
                  </a:cubicBezTo>
                  <a:cubicBezTo>
                    <a:pt x="22435" y="21884"/>
                    <a:pt x="22180" y="21657"/>
                    <a:pt x="21924" y="21401"/>
                  </a:cubicBezTo>
                  <a:cubicBezTo>
                    <a:pt x="21612" y="21060"/>
                    <a:pt x="21555" y="20577"/>
                    <a:pt x="21754" y="20152"/>
                  </a:cubicBezTo>
                  <a:cubicBezTo>
                    <a:pt x="21867" y="19896"/>
                    <a:pt x="22009" y="19669"/>
                    <a:pt x="22236" y="19470"/>
                  </a:cubicBezTo>
                  <a:cubicBezTo>
                    <a:pt x="22492" y="19214"/>
                    <a:pt x="22804" y="19016"/>
                    <a:pt x="23174" y="18874"/>
                  </a:cubicBezTo>
                  <a:cubicBezTo>
                    <a:pt x="24058" y="18515"/>
                    <a:pt x="24942" y="18324"/>
                    <a:pt x="25818" y="18324"/>
                  </a:cubicBezTo>
                  <a:cubicBezTo>
                    <a:pt x="26884" y="18324"/>
                    <a:pt x="27938" y="18606"/>
                    <a:pt x="28967" y="19214"/>
                  </a:cubicBezTo>
                  <a:cubicBezTo>
                    <a:pt x="29677" y="19640"/>
                    <a:pt x="30330" y="20208"/>
                    <a:pt x="30898" y="20833"/>
                  </a:cubicBezTo>
                  <a:cubicBezTo>
                    <a:pt x="31835" y="21912"/>
                    <a:pt x="32574" y="23162"/>
                    <a:pt x="33056" y="24497"/>
                  </a:cubicBezTo>
                  <a:cubicBezTo>
                    <a:pt x="33397" y="25320"/>
                    <a:pt x="33653" y="26172"/>
                    <a:pt x="33823" y="27052"/>
                  </a:cubicBezTo>
                  <a:cubicBezTo>
                    <a:pt x="33823" y="27109"/>
                    <a:pt x="33823" y="27194"/>
                    <a:pt x="33908" y="27194"/>
                  </a:cubicBezTo>
                  <a:cubicBezTo>
                    <a:pt x="33965" y="27166"/>
                    <a:pt x="34050" y="27138"/>
                    <a:pt x="34079" y="27109"/>
                  </a:cubicBezTo>
                  <a:cubicBezTo>
                    <a:pt x="34136" y="27052"/>
                    <a:pt x="34164" y="26996"/>
                    <a:pt x="34221" y="26939"/>
                  </a:cubicBezTo>
                  <a:cubicBezTo>
                    <a:pt x="35754" y="24894"/>
                    <a:pt x="36549" y="22537"/>
                    <a:pt x="37004" y="20038"/>
                  </a:cubicBezTo>
                  <a:cubicBezTo>
                    <a:pt x="37061" y="19754"/>
                    <a:pt x="37004" y="19470"/>
                    <a:pt x="36862" y="19243"/>
                  </a:cubicBezTo>
                  <a:cubicBezTo>
                    <a:pt x="36578" y="18732"/>
                    <a:pt x="36322" y="18192"/>
                    <a:pt x="36010" y="17709"/>
                  </a:cubicBezTo>
                  <a:cubicBezTo>
                    <a:pt x="35101" y="16261"/>
                    <a:pt x="33738" y="15097"/>
                    <a:pt x="32176" y="14443"/>
                  </a:cubicBezTo>
                  <a:cubicBezTo>
                    <a:pt x="31296" y="14074"/>
                    <a:pt x="30415" y="13790"/>
                    <a:pt x="29535" y="13506"/>
                  </a:cubicBezTo>
                  <a:cubicBezTo>
                    <a:pt x="29052" y="13364"/>
                    <a:pt x="28598" y="13194"/>
                    <a:pt x="28143" y="13023"/>
                  </a:cubicBezTo>
                  <a:cubicBezTo>
                    <a:pt x="27888" y="12938"/>
                    <a:pt x="27661" y="12796"/>
                    <a:pt x="27462" y="12626"/>
                  </a:cubicBezTo>
                  <a:cubicBezTo>
                    <a:pt x="27007" y="12200"/>
                    <a:pt x="27093" y="11717"/>
                    <a:pt x="27689" y="11490"/>
                  </a:cubicBezTo>
                  <a:cubicBezTo>
                    <a:pt x="28030" y="11348"/>
                    <a:pt x="28427" y="11263"/>
                    <a:pt x="28825" y="11263"/>
                  </a:cubicBezTo>
                  <a:cubicBezTo>
                    <a:pt x="28904" y="11259"/>
                    <a:pt x="28984" y="11257"/>
                    <a:pt x="29063" y="11257"/>
                  </a:cubicBezTo>
                  <a:cubicBezTo>
                    <a:pt x="29608" y="11257"/>
                    <a:pt x="30154" y="11341"/>
                    <a:pt x="30699" y="11490"/>
                  </a:cubicBezTo>
                  <a:cubicBezTo>
                    <a:pt x="32744" y="11973"/>
                    <a:pt x="34675" y="12881"/>
                    <a:pt x="36322" y="14216"/>
                  </a:cubicBezTo>
                  <a:cubicBezTo>
                    <a:pt x="36493" y="14387"/>
                    <a:pt x="36720" y="14557"/>
                    <a:pt x="36947" y="14671"/>
                  </a:cubicBezTo>
                  <a:cubicBezTo>
                    <a:pt x="36890" y="14301"/>
                    <a:pt x="36805" y="13961"/>
                    <a:pt x="36663" y="13620"/>
                  </a:cubicBezTo>
                  <a:cubicBezTo>
                    <a:pt x="36180" y="12427"/>
                    <a:pt x="35556" y="11291"/>
                    <a:pt x="34817" y="10240"/>
                  </a:cubicBezTo>
                  <a:cubicBezTo>
                    <a:pt x="34505" y="9814"/>
                    <a:pt x="34164" y="9445"/>
                    <a:pt x="33766" y="9133"/>
                  </a:cubicBezTo>
                  <a:cubicBezTo>
                    <a:pt x="33170" y="8650"/>
                    <a:pt x="32545" y="8252"/>
                    <a:pt x="31864" y="7940"/>
                  </a:cubicBezTo>
                  <a:cubicBezTo>
                    <a:pt x="30675" y="7368"/>
                    <a:pt x="29384" y="7068"/>
                    <a:pt x="28084" y="7068"/>
                  </a:cubicBezTo>
                  <a:cubicBezTo>
                    <a:pt x="27706" y="7068"/>
                    <a:pt x="27328" y="7094"/>
                    <a:pt x="26951" y="7145"/>
                  </a:cubicBezTo>
                  <a:cubicBezTo>
                    <a:pt x="25985" y="7258"/>
                    <a:pt x="25048" y="7457"/>
                    <a:pt x="24111" y="7656"/>
                  </a:cubicBezTo>
                  <a:cubicBezTo>
                    <a:pt x="23287" y="7855"/>
                    <a:pt x="22464" y="8082"/>
                    <a:pt x="21697" y="8394"/>
                  </a:cubicBezTo>
                  <a:cubicBezTo>
                    <a:pt x="21562" y="8436"/>
                    <a:pt x="21472" y="8462"/>
                    <a:pt x="21408" y="8462"/>
                  </a:cubicBezTo>
                  <a:cubicBezTo>
                    <a:pt x="21295" y="8462"/>
                    <a:pt x="21258" y="8383"/>
                    <a:pt x="21186" y="8167"/>
                  </a:cubicBezTo>
                  <a:cubicBezTo>
                    <a:pt x="21015" y="7542"/>
                    <a:pt x="20760" y="6974"/>
                    <a:pt x="20447" y="6435"/>
                  </a:cubicBezTo>
                  <a:cubicBezTo>
                    <a:pt x="19169" y="4475"/>
                    <a:pt x="17749" y="2658"/>
                    <a:pt x="15761" y="1351"/>
                  </a:cubicBezTo>
                  <a:cubicBezTo>
                    <a:pt x="14995" y="840"/>
                    <a:pt x="14114" y="443"/>
                    <a:pt x="13234" y="215"/>
                  </a:cubicBezTo>
                  <a:cubicBezTo>
                    <a:pt x="12690" y="71"/>
                    <a:pt x="12138" y="0"/>
                    <a:pt x="115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5"/>
            <p:cNvSpPr/>
            <p:nvPr/>
          </p:nvSpPr>
          <p:spPr>
            <a:xfrm>
              <a:off x="2537000" y="1574725"/>
              <a:ext cx="314550" cy="800000"/>
            </a:xfrm>
            <a:custGeom>
              <a:rect b="b" l="l" r="r" t="t"/>
              <a:pathLst>
                <a:path extrusionOk="0" h="32000" w="12582">
                  <a:moveTo>
                    <a:pt x="12397" y="1"/>
                  </a:moveTo>
                  <a:cubicBezTo>
                    <a:pt x="12361" y="1"/>
                    <a:pt x="12326" y="8"/>
                    <a:pt x="12297" y="22"/>
                  </a:cubicBezTo>
                  <a:cubicBezTo>
                    <a:pt x="12155" y="79"/>
                    <a:pt x="12127" y="221"/>
                    <a:pt x="12042" y="335"/>
                  </a:cubicBezTo>
                  <a:cubicBezTo>
                    <a:pt x="11020" y="1641"/>
                    <a:pt x="10168" y="3061"/>
                    <a:pt x="9230" y="4424"/>
                  </a:cubicBezTo>
                  <a:cubicBezTo>
                    <a:pt x="8350" y="5730"/>
                    <a:pt x="7555" y="7093"/>
                    <a:pt x="6845" y="8485"/>
                  </a:cubicBezTo>
                  <a:cubicBezTo>
                    <a:pt x="6192" y="9706"/>
                    <a:pt x="5595" y="10927"/>
                    <a:pt x="4999" y="12177"/>
                  </a:cubicBezTo>
                  <a:cubicBezTo>
                    <a:pt x="4488" y="13284"/>
                    <a:pt x="4005" y="14392"/>
                    <a:pt x="3607" y="15556"/>
                  </a:cubicBezTo>
                  <a:cubicBezTo>
                    <a:pt x="3096" y="17005"/>
                    <a:pt x="2642" y="18481"/>
                    <a:pt x="2244" y="19958"/>
                  </a:cubicBezTo>
                  <a:cubicBezTo>
                    <a:pt x="1705" y="21946"/>
                    <a:pt x="1250" y="23934"/>
                    <a:pt x="824" y="25950"/>
                  </a:cubicBezTo>
                  <a:cubicBezTo>
                    <a:pt x="540" y="27228"/>
                    <a:pt x="342" y="28506"/>
                    <a:pt x="171" y="29813"/>
                  </a:cubicBezTo>
                  <a:cubicBezTo>
                    <a:pt x="86" y="30324"/>
                    <a:pt x="86" y="30892"/>
                    <a:pt x="1" y="31346"/>
                  </a:cubicBezTo>
                  <a:cubicBezTo>
                    <a:pt x="1" y="31545"/>
                    <a:pt x="1" y="31687"/>
                    <a:pt x="29" y="31829"/>
                  </a:cubicBezTo>
                  <a:cubicBezTo>
                    <a:pt x="29" y="31914"/>
                    <a:pt x="114" y="31999"/>
                    <a:pt x="200" y="31999"/>
                  </a:cubicBezTo>
                  <a:cubicBezTo>
                    <a:pt x="285" y="31999"/>
                    <a:pt x="342" y="31971"/>
                    <a:pt x="370" y="31914"/>
                  </a:cubicBezTo>
                  <a:cubicBezTo>
                    <a:pt x="484" y="31744"/>
                    <a:pt x="540" y="31573"/>
                    <a:pt x="540" y="31374"/>
                  </a:cubicBezTo>
                  <a:cubicBezTo>
                    <a:pt x="654" y="30324"/>
                    <a:pt x="796" y="29245"/>
                    <a:pt x="966" y="28194"/>
                  </a:cubicBezTo>
                  <a:cubicBezTo>
                    <a:pt x="1165" y="26802"/>
                    <a:pt x="1449" y="25439"/>
                    <a:pt x="1790" y="24076"/>
                  </a:cubicBezTo>
                  <a:cubicBezTo>
                    <a:pt x="2131" y="22514"/>
                    <a:pt x="2500" y="20980"/>
                    <a:pt x="2954" y="19475"/>
                  </a:cubicBezTo>
                  <a:cubicBezTo>
                    <a:pt x="3352" y="18084"/>
                    <a:pt x="3749" y="16692"/>
                    <a:pt x="4289" y="15329"/>
                  </a:cubicBezTo>
                  <a:cubicBezTo>
                    <a:pt x="5283" y="12716"/>
                    <a:pt x="6476" y="10161"/>
                    <a:pt x="7867" y="7718"/>
                  </a:cubicBezTo>
                  <a:cubicBezTo>
                    <a:pt x="8151" y="7207"/>
                    <a:pt x="8407" y="6696"/>
                    <a:pt x="8719" y="6213"/>
                  </a:cubicBezTo>
                  <a:cubicBezTo>
                    <a:pt x="9372" y="5162"/>
                    <a:pt x="10026" y="4168"/>
                    <a:pt x="10679" y="3146"/>
                  </a:cubicBezTo>
                  <a:cubicBezTo>
                    <a:pt x="11218" y="2322"/>
                    <a:pt x="11758" y="1499"/>
                    <a:pt x="12297" y="675"/>
                  </a:cubicBezTo>
                  <a:cubicBezTo>
                    <a:pt x="12411" y="533"/>
                    <a:pt x="12496" y="363"/>
                    <a:pt x="12581" y="193"/>
                  </a:cubicBezTo>
                  <a:cubicBezTo>
                    <a:pt x="12581" y="136"/>
                    <a:pt x="12553" y="51"/>
                    <a:pt x="12496" y="22"/>
                  </a:cubicBezTo>
                  <a:cubicBezTo>
                    <a:pt x="12468" y="8"/>
                    <a:pt x="12432" y="1"/>
                    <a:pt x="12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5"/>
            <p:cNvSpPr/>
            <p:nvPr/>
          </p:nvSpPr>
          <p:spPr>
            <a:xfrm>
              <a:off x="2537000" y="1512575"/>
              <a:ext cx="712850" cy="906150"/>
            </a:xfrm>
            <a:custGeom>
              <a:rect b="b" l="l" r="r" t="t"/>
              <a:pathLst>
                <a:path extrusionOk="0" h="36246" w="28514">
                  <a:moveTo>
                    <a:pt x="14743" y="6395"/>
                  </a:moveTo>
                  <a:cubicBezTo>
                    <a:pt x="15104" y="6395"/>
                    <a:pt x="15464" y="6425"/>
                    <a:pt x="15819" y="6484"/>
                  </a:cubicBezTo>
                  <a:cubicBezTo>
                    <a:pt x="16444" y="6569"/>
                    <a:pt x="17040" y="6740"/>
                    <a:pt x="17636" y="6995"/>
                  </a:cubicBezTo>
                  <a:cubicBezTo>
                    <a:pt x="17892" y="7109"/>
                    <a:pt x="18119" y="7279"/>
                    <a:pt x="18290" y="7478"/>
                  </a:cubicBezTo>
                  <a:cubicBezTo>
                    <a:pt x="18517" y="7705"/>
                    <a:pt x="18602" y="8018"/>
                    <a:pt x="18517" y="8330"/>
                  </a:cubicBezTo>
                  <a:cubicBezTo>
                    <a:pt x="18403" y="8614"/>
                    <a:pt x="18148" y="8813"/>
                    <a:pt x="17835" y="8841"/>
                  </a:cubicBezTo>
                  <a:cubicBezTo>
                    <a:pt x="17722" y="8841"/>
                    <a:pt x="17636" y="8869"/>
                    <a:pt x="17551" y="8869"/>
                  </a:cubicBezTo>
                  <a:cubicBezTo>
                    <a:pt x="17068" y="8841"/>
                    <a:pt x="16586" y="8756"/>
                    <a:pt x="16103" y="8614"/>
                  </a:cubicBezTo>
                  <a:cubicBezTo>
                    <a:pt x="15137" y="8330"/>
                    <a:pt x="14143" y="8160"/>
                    <a:pt x="13149" y="8103"/>
                  </a:cubicBezTo>
                  <a:cubicBezTo>
                    <a:pt x="12951" y="8103"/>
                    <a:pt x="12723" y="8046"/>
                    <a:pt x="12525" y="7989"/>
                  </a:cubicBezTo>
                  <a:cubicBezTo>
                    <a:pt x="12127" y="7876"/>
                    <a:pt x="12013" y="7364"/>
                    <a:pt x="12354" y="7080"/>
                  </a:cubicBezTo>
                  <a:cubicBezTo>
                    <a:pt x="12581" y="6825"/>
                    <a:pt x="12894" y="6626"/>
                    <a:pt x="13235" y="6569"/>
                  </a:cubicBezTo>
                  <a:cubicBezTo>
                    <a:pt x="13732" y="6453"/>
                    <a:pt x="14238" y="6395"/>
                    <a:pt x="14743" y="6395"/>
                  </a:cubicBezTo>
                  <a:close/>
                  <a:moveTo>
                    <a:pt x="8662" y="15401"/>
                  </a:moveTo>
                  <a:cubicBezTo>
                    <a:pt x="9003" y="15401"/>
                    <a:pt x="9316" y="15486"/>
                    <a:pt x="9628" y="15628"/>
                  </a:cubicBezTo>
                  <a:cubicBezTo>
                    <a:pt x="9742" y="15685"/>
                    <a:pt x="9855" y="15770"/>
                    <a:pt x="9997" y="15827"/>
                  </a:cubicBezTo>
                  <a:cubicBezTo>
                    <a:pt x="11729" y="17020"/>
                    <a:pt x="13235" y="18440"/>
                    <a:pt x="14115" y="20428"/>
                  </a:cubicBezTo>
                  <a:cubicBezTo>
                    <a:pt x="14371" y="20967"/>
                    <a:pt x="14541" y="21564"/>
                    <a:pt x="14655" y="22160"/>
                  </a:cubicBezTo>
                  <a:cubicBezTo>
                    <a:pt x="14740" y="22558"/>
                    <a:pt x="14683" y="23012"/>
                    <a:pt x="14513" y="23381"/>
                  </a:cubicBezTo>
                  <a:cubicBezTo>
                    <a:pt x="14411" y="23707"/>
                    <a:pt x="14104" y="23902"/>
                    <a:pt x="13782" y="23902"/>
                  </a:cubicBezTo>
                  <a:cubicBezTo>
                    <a:pt x="13655" y="23902"/>
                    <a:pt x="13525" y="23871"/>
                    <a:pt x="13405" y="23807"/>
                  </a:cubicBezTo>
                  <a:cubicBezTo>
                    <a:pt x="13206" y="23694"/>
                    <a:pt x="13007" y="23552"/>
                    <a:pt x="12865" y="23353"/>
                  </a:cubicBezTo>
                  <a:cubicBezTo>
                    <a:pt x="12610" y="23041"/>
                    <a:pt x="12354" y="22671"/>
                    <a:pt x="12155" y="22302"/>
                  </a:cubicBezTo>
                  <a:cubicBezTo>
                    <a:pt x="11559" y="21251"/>
                    <a:pt x="10821" y="20286"/>
                    <a:pt x="9940" y="19434"/>
                  </a:cubicBezTo>
                  <a:cubicBezTo>
                    <a:pt x="9486" y="18951"/>
                    <a:pt x="9032" y="18497"/>
                    <a:pt x="8577" y="18042"/>
                  </a:cubicBezTo>
                  <a:cubicBezTo>
                    <a:pt x="8265" y="17730"/>
                    <a:pt x="8009" y="17389"/>
                    <a:pt x="7782" y="17048"/>
                  </a:cubicBezTo>
                  <a:cubicBezTo>
                    <a:pt x="7640" y="16850"/>
                    <a:pt x="7583" y="16622"/>
                    <a:pt x="7555" y="16395"/>
                  </a:cubicBezTo>
                  <a:cubicBezTo>
                    <a:pt x="7555" y="15799"/>
                    <a:pt x="8009" y="15401"/>
                    <a:pt x="8662" y="15401"/>
                  </a:cubicBezTo>
                  <a:close/>
                  <a:moveTo>
                    <a:pt x="4214" y="27387"/>
                  </a:moveTo>
                  <a:cubicBezTo>
                    <a:pt x="4278" y="27387"/>
                    <a:pt x="4350" y="27406"/>
                    <a:pt x="4431" y="27442"/>
                  </a:cubicBezTo>
                  <a:cubicBezTo>
                    <a:pt x="4942" y="27670"/>
                    <a:pt x="5056" y="28096"/>
                    <a:pt x="5084" y="28663"/>
                  </a:cubicBezTo>
                  <a:cubicBezTo>
                    <a:pt x="5056" y="28805"/>
                    <a:pt x="5027" y="28976"/>
                    <a:pt x="4999" y="29118"/>
                  </a:cubicBezTo>
                  <a:cubicBezTo>
                    <a:pt x="4942" y="29317"/>
                    <a:pt x="4800" y="29459"/>
                    <a:pt x="4601" y="29487"/>
                  </a:cubicBezTo>
                  <a:cubicBezTo>
                    <a:pt x="4403" y="29487"/>
                    <a:pt x="4204" y="29402"/>
                    <a:pt x="4119" y="29231"/>
                  </a:cubicBezTo>
                  <a:cubicBezTo>
                    <a:pt x="4062" y="29146"/>
                    <a:pt x="4005" y="29033"/>
                    <a:pt x="3977" y="28919"/>
                  </a:cubicBezTo>
                  <a:cubicBezTo>
                    <a:pt x="3835" y="28521"/>
                    <a:pt x="3806" y="28096"/>
                    <a:pt x="3920" y="27670"/>
                  </a:cubicBezTo>
                  <a:cubicBezTo>
                    <a:pt x="3978" y="27475"/>
                    <a:pt x="4076" y="27387"/>
                    <a:pt x="4214" y="27387"/>
                  </a:cubicBezTo>
                  <a:close/>
                  <a:moveTo>
                    <a:pt x="19554" y="1"/>
                  </a:moveTo>
                  <a:cubicBezTo>
                    <a:pt x="19189" y="1"/>
                    <a:pt x="18824" y="23"/>
                    <a:pt x="18460" y="66"/>
                  </a:cubicBezTo>
                  <a:cubicBezTo>
                    <a:pt x="17494" y="208"/>
                    <a:pt x="16557" y="378"/>
                    <a:pt x="15620" y="605"/>
                  </a:cubicBezTo>
                  <a:cubicBezTo>
                    <a:pt x="14797" y="776"/>
                    <a:pt x="13973" y="1031"/>
                    <a:pt x="13206" y="1315"/>
                  </a:cubicBezTo>
                  <a:cubicBezTo>
                    <a:pt x="13073" y="1367"/>
                    <a:pt x="12984" y="1396"/>
                    <a:pt x="12919" y="1396"/>
                  </a:cubicBezTo>
                  <a:cubicBezTo>
                    <a:pt x="12805" y="1396"/>
                    <a:pt x="12768" y="1306"/>
                    <a:pt x="12695" y="1088"/>
                  </a:cubicBezTo>
                  <a:lnTo>
                    <a:pt x="12297" y="2508"/>
                  </a:lnTo>
                  <a:cubicBezTo>
                    <a:pt x="12326" y="2494"/>
                    <a:pt x="12354" y="2487"/>
                    <a:pt x="12386" y="2487"/>
                  </a:cubicBezTo>
                  <a:cubicBezTo>
                    <a:pt x="12418" y="2487"/>
                    <a:pt x="12454" y="2494"/>
                    <a:pt x="12496" y="2508"/>
                  </a:cubicBezTo>
                  <a:cubicBezTo>
                    <a:pt x="12525" y="2565"/>
                    <a:pt x="12553" y="2622"/>
                    <a:pt x="12553" y="2679"/>
                  </a:cubicBezTo>
                  <a:cubicBezTo>
                    <a:pt x="12496" y="2849"/>
                    <a:pt x="12383" y="3019"/>
                    <a:pt x="12297" y="3161"/>
                  </a:cubicBezTo>
                  <a:cubicBezTo>
                    <a:pt x="11758" y="3985"/>
                    <a:pt x="11190" y="4808"/>
                    <a:pt x="10679" y="5632"/>
                  </a:cubicBezTo>
                  <a:cubicBezTo>
                    <a:pt x="9997" y="6654"/>
                    <a:pt x="9344" y="7677"/>
                    <a:pt x="8719" y="8699"/>
                  </a:cubicBezTo>
                  <a:cubicBezTo>
                    <a:pt x="8407" y="9182"/>
                    <a:pt x="8123" y="9721"/>
                    <a:pt x="7839" y="10233"/>
                  </a:cubicBezTo>
                  <a:cubicBezTo>
                    <a:pt x="6476" y="12675"/>
                    <a:pt x="5283" y="15202"/>
                    <a:pt x="4261" y="17815"/>
                  </a:cubicBezTo>
                  <a:cubicBezTo>
                    <a:pt x="3749" y="19178"/>
                    <a:pt x="3352" y="20570"/>
                    <a:pt x="2926" y="21961"/>
                  </a:cubicBezTo>
                  <a:cubicBezTo>
                    <a:pt x="2500" y="23466"/>
                    <a:pt x="2131" y="25028"/>
                    <a:pt x="1761" y="26562"/>
                  </a:cubicBezTo>
                  <a:cubicBezTo>
                    <a:pt x="1449" y="27925"/>
                    <a:pt x="1165" y="29288"/>
                    <a:pt x="938" y="30680"/>
                  </a:cubicBezTo>
                  <a:cubicBezTo>
                    <a:pt x="767" y="31759"/>
                    <a:pt x="626" y="32810"/>
                    <a:pt x="540" y="33889"/>
                  </a:cubicBezTo>
                  <a:cubicBezTo>
                    <a:pt x="512" y="34059"/>
                    <a:pt x="455" y="34230"/>
                    <a:pt x="370" y="34400"/>
                  </a:cubicBezTo>
                  <a:cubicBezTo>
                    <a:pt x="313" y="34457"/>
                    <a:pt x="256" y="34485"/>
                    <a:pt x="200" y="34485"/>
                  </a:cubicBezTo>
                  <a:lnTo>
                    <a:pt x="171" y="34485"/>
                  </a:lnTo>
                  <a:cubicBezTo>
                    <a:pt x="114" y="35053"/>
                    <a:pt x="58" y="35650"/>
                    <a:pt x="1" y="36246"/>
                  </a:cubicBezTo>
                  <a:cubicBezTo>
                    <a:pt x="143" y="36218"/>
                    <a:pt x="285" y="36161"/>
                    <a:pt x="398" y="36076"/>
                  </a:cubicBezTo>
                  <a:cubicBezTo>
                    <a:pt x="711" y="35848"/>
                    <a:pt x="966" y="35564"/>
                    <a:pt x="1193" y="35280"/>
                  </a:cubicBezTo>
                  <a:cubicBezTo>
                    <a:pt x="1591" y="34741"/>
                    <a:pt x="2045" y="34286"/>
                    <a:pt x="2585" y="33889"/>
                  </a:cubicBezTo>
                  <a:cubicBezTo>
                    <a:pt x="2926" y="33633"/>
                    <a:pt x="3238" y="33378"/>
                    <a:pt x="3551" y="33094"/>
                  </a:cubicBezTo>
                  <a:cubicBezTo>
                    <a:pt x="4374" y="32412"/>
                    <a:pt x="5226" y="31816"/>
                    <a:pt x="6135" y="31276"/>
                  </a:cubicBezTo>
                  <a:cubicBezTo>
                    <a:pt x="6731" y="30907"/>
                    <a:pt x="7328" y="30566"/>
                    <a:pt x="7952" y="30197"/>
                  </a:cubicBezTo>
                  <a:cubicBezTo>
                    <a:pt x="8151" y="30112"/>
                    <a:pt x="8265" y="29913"/>
                    <a:pt x="8265" y="29714"/>
                  </a:cubicBezTo>
                  <a:cubicBezTo>
                    <a:pt x="8236" y="28834"/>
                    <a:pt x="8180" y="27982"/>
                    <a:pt x="8066" y="27130"/>
                  </a:cubicBezTo>
                  <a:cubicBezTo>
                    <a:pt x="7839" y="25710"/>
                    <a:pt x="7328" y="24347"/>
                    <a:pt x="6561" y="23154"/>
                  </a:cubicBezTo>
                  <a:cubicBezTo>
                    <a:pt x="6277" y="22728"/>
                    <a:pt x="6021" y="22274"/>
                    <a:pt x="5851" y="21791"/>
                  </a:cubicBezTo>
                  <a:cubicBezTo>
                    <a:pt x="5766" y="21592"/>
                    <a:pt x="5709" y="21393"/>
                    <a:pt x="5709" y="21166"/>
                  </a:cubicBezTo>
                  <a:cubicBezTo>
                    <a:pt x="5681" y="20769"/>
                    <a:pt x="5993" y="20456"/>
                    <a:pt x="6390" y="20428"/>
                  </a:cubicBezTo>
                  <a:cubicBezTo>
                    <a:pt x="6618" y="20428"/>
                    <a:pt x="6845" y="20485"/>
                    <a:pt x="7072" y="20598"/>
                  </a:cubicBezTo>
                  <a:cubicBezTo>
                    <a:pt x="7640" y="20854"/>
                    <a:pt x="8123" y="21251"/>
                    <a:pt x="8520" y="21763"/>
                  </a:cubicBezTo>
                  <a:cubicBezTo>
                    <a:pt x="8833" y="22189"/>
                    <a:pt x="9088" y="22615"/>
                    <a:pt x="9344" y="23069"/>
                  </a:cubicBezTo>
                  <a:cubicBezTo>
                    <a:pt x="10139" y="24631"/>
                    <a:pt x="10736" y="26306"/>
                    <a:pt x="11105" y="28010"/>
                  </a:cubicBezTo>
                  <a:cubicBezTo>
                    <a:pt x="11133" y="28152"/>
                    <a:pt x="11133" y="28351"/>
                    <a:pt x="11332" y="28436"/>
                  </a:cubicBezTo>
                  <a:cubicBezTo>
                    <a:pt x="13178" y="27613"/>
                    <a:pt x="15081" y="26931"/>
                    <a:pt x="16983" y="26193"/>
                  </a:cubicBezTo>
                  <a:cubicBezTo>
                    <a:pt x="17977" y="25795"/>
                    <a:pt x="18943" y="25341"/>
                    <a:pt x="19937" y="24915"/>
                  </a:cubicBezTo>
                  <a:cubicBezTo>
                    <a:pt x="20192" y="24830"/>
                    <a:pt x="20334" y="24574"/>
                    <a:pt x="20334" y="24318"/>
                  </a:cubicBezTo>
                  <a:cubicBezTo>
                    <a:pt x="20334" y="23864"/>
                    <a:pt x="20391" y="23381"/>
                    <a:pt x="20420" y="22927"/>
                  </a:cubicBezTo>
                  <a:cubicBezTo>
                    <a:pt x="20476" y="22274"/>
                    <a:pt x="20420" y="21621"/>
                    <a:pt x="20249" y="20967"/>
                  </a:cubicBezTo>
                  <a:cubicBezTo>
                    <a:pt x="19880" y="19547"/>
                    <a:pt x="19085" y="18298"/>
                    <a:pt x="17949" y="17389"/>
                  </a:cubicBezTo>
                  <a:cubicBezTo>
                    <a:pt x="17296" y="16821"/>
                    <a:pt x="16586" y="16338"/>
                    <a:pt x="15876" y="15941"/>
                  </a:cubicBezTo>
                  <a:cubicBezTo>
                    <a:pt x="15308" y="15628"/>
                    <a:pt x="14768" y="15316"/>
                    <a:pt x="14229" y="15004"/>
                  </a:cubicBezTo>
                  <a:cubicBezTo>
                    <a:pt x="13916" y="14833"/>
                    <a:pt x="13632" y="14606"/>
                    <a:pt x="13405" y="14350"/>
                  </a:cubicBezTo>
                  <a:cubicBezTo>
                    <a:pt x="13093" y="14010"/>
                    <a:pt x="13007" y="13498"/>
                    <a:pt x="13206" y="13101"/>
                  </a:cubicBezTo>
                  <a:cubicBezTo>
                    <a:pt x="13320" y="12845"/>
                    <a:pt x="13490" y="12590"/>
                    <a:pt x="13689" y="12419"/>
                  </a:cubicBezTo>
                  <a:cubicBezTo>
                    <a:pt x="13973" y="12164"/>
                    <a:pt x="14285" y="11937"/>
                    <a:pt x="14626" y="11795"/>
                  </a:cubicBezTo>
                  <a:cubicBezTo>
                    <a:pt x="15523" y="11449"/>
                    <a:pt x="16408" y="11259"/>
                    <a:pt x="17281" y="11259"/>
                  </a:cubicBezTo>
                  <a:cubicBezTo>
                    <a:pt x="18345" y="11259"/>
                    <a:pt x="19391" y="11540"/>
                    <a:pt x="20420" y="12164"/>
                  </a:cubicBezTo>
                  <a:cubicBezTo>
                    <a:pt x="21158" y="12590"/>
                    <a:pt x="21811" y="13129"/>
                    <a:pt x="22351" y="13782"/>
                  </a:cubicBezTo>
                  <a:cubicBezTo>
                    <a:pt x="23288" y="14833"/>
                    <a:pt x="24026" y="16083"/>
                    <a:pt x="24537" y="17418"/>
                  </a:cubicBezTo>
                  <a:cubicBezTo>
                    <a:pt x="24850" y="18241"/>
                    <a:pt x="25105" y="19121"/>
                    <a:pt x="25276" y="19973"/>
                  </a:cubicBezTo>
                  <a:cubicBezTo>
                    <a:pt x="25276" y="20059"/>
                    <a:pt x="25276" y="20144"/>
                    <a:pt x="25389" y="20144"/>
                  </a:cubicBezTo>
                  <a:cubicBezTo>
                    <a:pt x="25446" y="20115"/>
                    <a:pt x="25503" y="20059"/>
                    <a:pt x="25560" y="20030"/>
                  </a:cubicBezTo>
                  <a:cubicBezTo>
                    <a:pt x="25588" y="19973"/>
                    <a:pt x="25645" y="19917"/>
                    <a:pt x="25673" y="19860"/>
                  </a:cubicBezTo>
                  <a:cubicBezTo>
                    <a:pt x="27207" y="17787"/>
                    <a:pt x="28002" y="15458"/>
                    <a:pt x="28456" y="12959"/>
                  </a:cubicBezTo>
                  <a:cubicBezTo>
                    <a:pt x="28513" y="12675"/>
                    <a:pt x="28485" y="12391"/>
                    <a:pt x="28343" y="12135"/>
                  </a:cubicBezTo>
                  <a:cubicBezTo>
                    <a:pt x="28059" y="11624"/>
                    <a:pt x="27803" y="11113"/>
                    <a:pt x="27462" y="10630"/>
                  </a:cubicBezTo>
                  <a:cubicBezTo>
                    <a:pt x="26554" y="9153"/>
                    <a:pt x="25219" y="8018"/>
                    <a:pt x="23629" y="7364"/>
                  </a:cubicBezTo>
                  <a:cubicBezTo>
                    <a:pt x="22748" y="6995"/>
                    <a:pt x="21868" y="6683"/>
                    <a:pt x="20988" y="6427"/>
                  </a:cubicBezTo>
                  <a:cubicBezTo>
                    <a:pt x="20505" y="6257"/>
                    <a:pt x="20050" y="6115"/>
                    <a:pt x="19596" y="5944"/>
                  </a:cubicBezTo>
                  <a:cubicBezTo>
                    <a:pt x="19340" y="5859"/>
                    <a:pt x="19113" y="5717"/>
                    <a:pt x="18943" y="5547"/>
                  </a:cubicBezTo>
                  <a:cubicBezTo>
                    <a:pt x="18488" y="5121"/>
                    <a:pt x="18574" y="4638"/>
                    <a:pt x="19170" y="4411"/>
                  </a:cubicBezTo>
                  <a:cubicBezTo>
                    <a:pt x="19539" y="4269"/>
                    <a:pt x="19908" y="4184"/>
                    <a:pt x="20306" y="4155"/>
                  </a:cubicBezTo>
                  <a:cubicBezTo>
                    <a:pt x="20959" y="4155"/>
                    <a:pt x="21584" y="4212"/>
                    <a:pt x="22209" y="4382"/>
                  </a:cubicBezTo>
                  <a:cubicBezTo>
                    <a:pt x="24253" y="4865"/>
                    <a:pt x="26185" y="5802"/>
                    <a:pt x="27832" y="7137"/>
                  </a:cubicBezTo>
                  <a:cubicBezTo>
                    <a:pt x="28002" y="7336"/>
                    <a:pt x="28201" y="7478"/>
                    <a:pt x="28456" y="7592"/>
                  </a:cubicBezTo>
                  <a:cubicBezTo>
                    <a:pt x="28400" y="7251"/>
                    <a:pt x="28286" y="6882"/>
                    <a:pt x="28144" y="6569"/>
                  </a:cubicBezTo>
                  <a:cubicBezTo>
                    <a:pt x="27690" y="5348"/>
                    <a:pt x="27065" y="4212"/>
                    <a:pt x="26327" y="3161"/>
                  </a:cubicBezTo>
                  <a:cubicBezTo>
                    <a:pt x="26014" y="2764"/>
                    <a:pt x="25645" y="2395"/>
                    <a:pt x="25247" y="2054"/>
                  </a:cubicBezTo>
                  <a:cubicBezTo>
                    <a:pt x="24679" y="1571"/>
                    <a:pt x="24026" y="1173"/>
                    <a:pt x="23345" y="861"/>
                  </a:cubicBezTo>
                  <a:cubicBezTo>
                    <a:pt x="22167" y="283"/>
                    <a:pt x="20867" y="1"/>
                    <a:pt x="195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5"/>
            <p:cNvSpPr/>
            <p:nvPr/>
          </p:nvSpPr>
          <p:spPr>
            <a:xfrm>
              <a:off x="2784075" y="1613600"/>
              <a:ext cx="31275" cy="46875"/>
            </a:xfrm>
            <a:custGeom>
              <a:rect b="b" l="l" r="r" t="t"/>
              <a:pathLst>
                <a:path extrusionOk="0" h="1875" w="1251">
                  <a:moveTo>
                    <a:pt x="1250" y="1"/>
                  </a:moveTo>
                  <a:lnTo>
                    <a:pt x="1250" y="1"/>
                  </a:lnTo>
                  <a:cubicBezTo>
                    <a:pt x="1117" y="195"/>
                    <a:pt x="987" y="390"/>
                    <a:pt x="858" y="585"/>
                  </a:cubicBezTo>
                  <a:lnTo>
                    <a:pt x="858" y="585"/>
                  </a:lnTo>
                  <a:cubicBezTo>
                    <a:pt x="999" y="376"/>
                    <a:pt x="1130" y="181"/>
                    <a:pt x="1250" y="1"/>
                  </a:cubicBezTo>
                  <a:close/>
                  <a:moveTo>
                    <a:pt x="858" y="585"/>
                  </a:moveTo>
                  <a:cubicBezTo>
                    <a:pt x="601" y="968"/>
                    <a:pt x="313" y="1398"/>
                    <a:pt x="1" y="1875"/>
                  </a:cubicBezTo>
                  <a:cubicBezTo>
                    <a:pt x="294" y="1445"/>
                    <a:pt x="573" y="1015"/>
                    <a:pt x="858" y="585"/>
                  </a:cubicBezTo>
                  <a:close/>
                </a:path>
              </a:pathLst>
            </a:custGeom>
            <a:solidFill>
              <a:srgbClr val="578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5"/>
            <p:cNvSpPr/>
            <p:nvPr/>
          </p:nvSpPr>
          <p:spPr>
            <a:xfrm>
              <a:off x="3592025" y="1198950"/>
              <a:ext cx="805125" cy="796950"/>
            </a:xfrm>
            <a:custGeom>
              <a:rect b="b" l="l" r="r" t="t"/>
              <a:pathLst>
                <a:path extrusionOk="0" h="31878" w="32205">
                  <a:moveTo>
                    <a:pt x="13973" y="5284"/>
                  </a:moveTo>
                  <a:cubicBezTo>
                    <a:pt x="14172" y="5312"/>
                    <a:pt x="14342" y="5511"/>
                    <a:pt x="14342" y="5710"/>
                  </a:cubicBezTo>
                  <a:cubicBezTo>
                    <a:pt x="14370" y="5965"/>
                    <a:pt x="14200" y="6164"/>
                    <a:pt x="13944" y="6193"/>
                  </a:cubicBezTo>
                  <a:cubicBezTo>
                    <a:pt x="13717" y="6164"/>
                    <a:pt x="13575" y="5994"/>
                    <a:pt x="13575" y="5767"/>
                  </a:cubicBezTo>
                  <a:cubicBezTo>
                    <a:pt x="13547" y="5539"/>
                    <a:pt x="13717" y="5312"/>
                    <a:pt x="13973" y="5284"/>
                  </a:cubicBezTo>
                  <a:close/>
                  <a:moveTo>
                    <a:pt x="19114" y="8755"/>
                  </a:moveTo>
                  <a:cubicBezTo>
                    <a:pt x="19269" y="8755"/>
                    <a:pt x="19426" y="8791"/>
                    <a:pt x="19567" y="8862"/>
                  </a:cubicBezTo>
                  <a:cubicBezTo>
                    <a:pt x="19766" y="8947"/>
                    <a:pt x="19908" y="9175"/>
                    <a:pt x="19880" y="9430"/>
                  </a:cubicBezTo>
                  <a:cubicBezTo>
                    <a:pt x="19851" y="9657"/>
                    <a:pt x="19653" y="9856"/>
                    <a:pt x="19425" y="9885"/>
                  </a:cubicBezTo>
                  <a:cubicBezTo>
                    <a:pt x="19312" y="9913"/>
                    <a:pt x="19227" y="9913"/>
                    <a:pt x="19170" y="9913"/>
                  </a:cubicBezTo>
                  <a:cubicBezTo>
                    <a:pt x="18801" y="9913"/>
                    <a:pt x="18488" y="9657"/>
                    <a:pt x="18403" y="9288"/>
                  </a:cubicBezTo>
                  <a:cubicBezTo>
                    <a:pt x="18375" y="9175"/>
                    <a:pt x="18431" y="9061"/>
                    <a:pt x="18517" y="8976"/>
                  </a:cubicBezTo>
                  <a:cubicBezTo>
                    <a:pt x="18682" y="8827"/>
                    <a:pt x="18897" y="8755"/>
                    <a:pt x="19114" y="8755"/>
                  </a:cubicBezTo>
                  <a:close/>
                  <a:moveTo>
                    <a:pt x="10403" y="8920"/>
                  </a:moveTo>
                  <a:cubicBezTo>
                    <a:pt x="10579" y="8920"/>
                    <a:pt x="10707" y="9075"/>
                    <a:pt x="10707" y="9317"/>
                  </a:cubicBezTo>
                  <a:cubicBezTo>
                    <a:pt x="10650" y="9941"/>
                    <a:pt x="10309" y="10481"/>
                    <a:pt x="9770" y="10793"/>
                  </a:cubicBezTo>
                  <a:cubicBezTo>
                    <a:pt x="9714" y="10814"/>
                    <a:pt x="9658" y="10823"/>
                    <a:pt x="9604" y="10823"/>
                  </a:cubicBezTo>
                  <a:cubicBezTo>
                    <a:pt x="9356" y="10823"/>
                    <a:pt x="9145" y="10624"/>
                    <a:pt x="9145" y="10367"/>
                  </a:cubicBezTo>
                  <a:cubicBezTo>
                    <a:pt x="9145" y="10254"/>
                    <a:pt x="9173" y="10169"/>
                    <a:pt x="9202" y="10083"/>
                  </a:cubicBezTo>
                  <a:cubicBezTo>
                    <a:pt x="9429" y="9629"/>
                    <a:pt x="9741" y="9260"/>
                    <a:pt x="10167" y="9004"/>
                  </a:cubicBezTo>
                  <a:cubicBezTo>
                    <a:pt x="10250" y="8946"/>
                    <a:pt x="10331" y="8920"/>
                    <a:pt x="10403" y="8920"/>
                  </a:cubicBezTo>
                  <a:close/>
                  <a:moveTo>
                    <a:pt x="24452" y="13633"/>
                  </a:moveTo>
                  <a:cubicBezTo>
                    <a:pt x="25304" y="13662"/>
                    <a:pt x="26156" y="13974"/>
                    <a:pt x="26809" y="14542"/>
                  </a:cubicBezTo>
                  <a:cubicBezTo>
                    <a:pt x="26951" y="14656"/>
                    <a:pt x="27093" y="14798"/>
                    <a:pt x="27178" y="14968"/>
                  </a:cubicBezTo>
                  <a:cubicBezTo>
                    <a:pt x="27377" y="15337"/>
                    <a:pt x="27122" y="15791"/>
                    <a:pt x="26724" y="15791"/>
                  </a:cubicBezTo>
                  <a:cubicBezTo>
                    <a:pt x="26582" y="15791"/>
                    <a:pt x="26440" y="15791"/>
                    <a:pt x="26298" y="15763"/>
                  </a:cubicBezTo>
                  <a:cubicBezTo>
                    <a:pt x="25588" y="15621"/>
                    <a:pt x="24878" y="15366"/>
                    <a:pt x="24253" y="14996"/>
                  </a:cubicBezTo>
                  <a:cubicBezTo>
                    <a:pt x="24054" y="14883"/>
                    <a:pt x="23884" y="14712"/>
                    <a:pt x="23742" y="14542"/>
                  </a:cubicBezTo>
                  <a:cubicBezTo>
                    <a:pt x="23515" y="14201"/>
                    <a:pt x="23685" y="13718"/>
                    <a:pt x="24111" y="13662"/>
                  </a:cubicBezTo>
                  <a:cubicBezTo>
                    <a:pt x="24225" y="13633"/>
                    <a:pt x="24338" y="13633"/>
                    <a:pt x="24452" y="13633"/>
                  </a:cubicBezTo>
                  <a:close/>
                  <a:moveTo>
                    <a:pt x="15374" y="13555"/>
                  </a:moveTo>
                  <a:cubicBezTo>
                    <a:pt x="15595" y="13555"/>
                    <a:pt x="15817" y="13674"/>
                    <a:pt x="15932" y="13889"/>
                  </a:cubicBezTo>
                  <a:cubicBezTo>
                    <a:pt x="16074" y="14116"/>
                    <a:pt x="16131" y="14400"/>
                    <a:pt x="16103" y="14684"/>
                  </a:cubicBezTo>
                  <a:cubicBezTo>
                    <a:pt x="16074" y="14940"/>
                    <a:pt x="16018" y="15195"/>
                    <a:pt x="15961" y="15451"/>
                  </a:cubicBezTo>
                  <a:cubicBezTo>
                    <a:pt x="15790" y="16104"/>
                    <a:pt x="15620" y="16757"/>
                    <a:pt x="15450" y="17410"/>
                  </a:cubicBezTo>
                  <a:cubicBezTo>
                    <a:pt x="15364" y="17666"/>
                    <a:pt x="15279" y="17921"/>
                    <a:pt x="15166" y="18177"/>
                  </a:cubicBezTo>
                  <a:cubicBezTo>
                    <a:pt x="15088" y="18359"/>
                    <a:pt x="14915" y="18493"/>
                    <a:pt x="14712" y="18493"/>
                  </a:cubicBezTo>
                  <a:cubicBezTo>
                    <a:pt x="14693" y="18493"/>
                    <a:pt x="14674" y="18492"/>
                    <a:pt x="14654" y="18489"/>
                  </a:cubicBezTo>
                  <a:cubicBezTo>
                    <a:pt x="14456" y="18489"/>
                    <a:pt x="14257" y="18347"/>
                    <a:pt x="14200" y="18149"/>
                  </a:cubicBezTo>
                  <a:cubicBezTo>
                    <a:pt x="14115" y="17978"/>
                    <a:pt x="14086" y="17836"/>
                    <a:pt x="14058" y="17666"/>
                  </a:cubicBezTo>
                  <a:cubicBezTo>
                    <a:pt x="14001" y="17353"/>
                    <a:pt x="14001" y="17041"/>
                    <a:pt x="13973" y="16814"/>
                  </a:cubicBezTo>
                  <a:lnTo>
                    <a:pt x="13944" y="16814"/>
                  </a:lnTo>
                  <a:cubicBezTo>
                    <a:pt x="13888" y="15905"/>
                    <a:pt x="14086" y="15025"/>
                    <a:pt x="14541" y="14230"/>
                  </a:cubicBezTo>
                  <a:cubicBezTo>
                    <a:pt x="14654" y="14059"/>
                    <a:pt x="14796" y="13889"/>
                    <a:pt x="14938" y="13747"/>
                  </a:cubicBezTo>
                  <a:cubicBezTo>
                    <a:pt x="15057" y="13616"/>
                    <a:pt x="15215" y="13555"/>
                    <a:pt x="15374" y="13555"/>
                  </a:cubicBezTo>
                  <a:close/>
                  <a:moveTo>
                    <a:pt x="18899" y="15354"/>
                  </a:moveTo>
                  <a:cubicBezTo>
                    <a:pt x="19146" y="15354"/>
                    <a:pt x="19385" y="15530"/>
                    <a:pt x="19425" y="15791"/>
                  </a:cubicBezTo>
                  <a:cubicBezTo>
                    <a:pt x="19454" y="15990"/>
                    <a:pt x="19454" y="16161"/>
                    <a:pt x="19425" y="16359"/>
                  </a:cubicBezTo>
                  <a:cubicBezTo>
                    <a:pt x="19369" y="17013"/>
                    <a:pt x="19227" y="17694"/>
                    <a:pt x="19056" y="18347"/>
                  </a:cubicBezTo>
                  <a:cubicBezTo>
                    <a:pt x="18801" y="19228"/>
                    <a:pt x="18687" y="20137"/>
                    <a:pt x="18687" y="21045"/>
                  </a:cubicBezTo>
                  <a:cubicBezTo>
                    <a:pt x="18715" y="21500"/>
                    <a:pt x="18659" y="21954"/>
                    <a:pt x="18573" y="22437"/>
                  </a:cubicBezTo>
                  <a:cubicBezTo>
                    <a:pt x="18488" y="22806"/>
                    <a:pt x="18346" y="22976"/>
                    <a:pt x="18119" y="22976"/>
                  </a:cubicBezTo>
                  <a:cubicBezTo>
                    <a:pt x="17807" y="22976"/>
                    <a:pt x="17665" y="22749"/>
                    <a:pt x="17551" y="22522"/>
                  </a:cubicBezTo>
                  <a:cubicBezTo>
                    <a:pt x="17324" y="22011"/>
                    <a:pt x="17182" y="21471"/>
                    <a:pt x="17153" y="20903"/>
                  </a:cubicBezTo>
                  <a:cubicBezTo>
                    <a:pt x="17153" y="20648"/>
                    <a:pt x="17153" y="20392"/>
                    <a:pt x="17153" y="20137"/>
                  </a:cubicBezTo>
                  <a:cubicBezTo>
                    <a:pt x="17153" y="18887"/>
                    <a:pt x="17381" y="17666"/>
                    <a:pt x="17863" y="16501"/>
                  </a:cubicBezTo>
                  <a:cubicBezTo>
                    <a:pt x="17949" y="16274"/>
                    <a:pt x="18091" y="16047"/>
                    <a:pt x="18204" y="15848"/>
                  </a:cubicBezTo>
                  <a:cubicBezTo>
                    <a:pt x="18318" y="15678"/>
                    <a:pt x="18431" y="15536"/>
                    <a:pt x="18602" y="15451"/>
                  </a:cubicBezTo>
                  <a:cubicBezTo>
                    <a:pt x="18693" y="15384"/>
                    <a:pt x="18797" y="15354"/>
                    <a:pt x="18899" y="15354"/>
                  </a:cubicBezTo>
                  <a:close/>
                  <a:moveTo>
                    <a:pt x="10490" y="5681"/>
                  </a:moveTo>
                  <a:cubicBezTo>
                    <a:pt x="10542" y="5681"/>
                    <a:pt x="10596" y="5690"/>
                    <a:pt x="10650" y="5710"/>
                  </a:cubicBezTo>
                  <a:cubicBezTo>
                    <a:pt x="11218" y="5880"/>
                    <a:pt x="11786" y="6136"/>
                    <a:pt x="12326" y="6420"/>
                  </a:cubicBezTo>
                  <a:cubicBezTo>
                    <a:pt x="13206" y="6959"/>
                    <a:pt x="14086" y="7527"/>
                    <a:pt x="14938" y="8181"/>
                  </a:cubicBezTo>
                  <a:cubicBezTo>
                    <a:pt x="15734" y="8749"/>
                    <a:pt x="16500" y="9345"/>
                    <a:pt x="17267" y="9941"/>
                  </a:cubicBezTo>
                  <a:cubicBezTo>
                    <a:pt x="17636" y="10225"/>
                    <a:pt x="17977" y="10566"/>
                    <a:pt x="18318" y="10878"/>
                  </a:cubicBezTo>
                  <a:cubicBezTo>
                    <a:pt x="19653" y="11986"/>
                    <a:pt x="20902" y="13179"/>
                    <a:pt x="22067" y="14457"/>
                  </a:cubicBezTo>
                  <a:cubicBezTo>
                    <a:pt x="23259" y="15763"/>
                    <a:pt x="24338" y="17183"/>
                    <a:pt x="25276" y="18688"/>
                  </a:cubicBezTo>
                  <a:cubicBezTo>
                    <a:pt x="26355" y="20364"/>
                    <a:pt x="27406" y="22039"/>
                    <a:pt x="28343" y="23800"/>
                  </a:cubicBezTo>
                  <a:cubicBezTo>
                    <a:pt x="28740" y="24510"/>
                    <a:pt x="29138" y="25220"/>
                    <a:pt x="29479" y="25958"/>
                  </a:cubicBezTo>
                  <a:cubicBezTo>
                    <a:pt x="29564" y="26072"/>
                    <a:pt x="29621" y="26214"/>
                    <a:pt x="29621" y="26356"/>
                  </a:cubicBezTo>
                  <a:cubicBezTo>
                    <a:pt x="29597" y="26499"/>
                    <a:pt x="29533" y="26562"/>
                    <a:pt x="29446" y="26562"/>
                  </a:cubicBezTo>
                  <a:cubicBezTo>
                    <a:pt x="29430" y="26562"/>
                    <a:pt x="29412" y="26559"/>
                    <a:pt x="29393" y="26555"/>
                  </a:cubicBezTo>
                  <a:cubicBezTo>
                    <a:pt x="29308" y="26526"/>
                    <a:pt x="29223" y="26469"/>
                    <a:pt x="29166" y="26413"/>
                  </a:cubicBezTo>
                  <a:cubicBezTo>
                    <a:pt x="29024" y="26242"/>
                    <a:pt x="28911" y="26072"/>
                    <a:pt x="28797" y="25901"/>
                  </a:cubicBezTo>
                  <a:cubicBezTo>
                    <a:pt x="28513" y="25362"/>
                    <a:pt x="28229" y="24822"/>
                    <a:pt x="27945" y="24283"/>
                  </a:cubicBezTo>
                  <a:cubicBezTo>
                    <a:pt x="27406" y="23204"/>
                    <a:pt x="26724" y="22181"/>
                    <a:pt x="26099" y="21159"/>
                  </a:cubicBezTo>
                  <a:cubicBezTo>
                    <a:pt x="25702" y="20477"/>
                    <a:pt x="25276" y="19796"/>
                    <a:pt x="24850" y="19114"/>
                  </a:cubicBezTo>
                  <a:cubicBezTo>
                    <a:pt x="24225" y="18149"/>
                    <a:pt x="23543" y="17240"/>
                    <a:pt x="22833" y="16331"/>
                  </a:cubicBezTo>
                  <a:cubicBezTo>
                    <a:pt x="21896" y="15138"/>
                    <a:pt x="20845" y="14002"/>
                    <a:pt x="19709" y="12952"/>
                  </a:cubicBezTo>
                  <a:cubicBezTo>
                    <a:pt x="18687" y="11986"/>
                    <a:pt x="17693" y="11077"/>
                    <a:pt x="16557" y="10169"/>
                  </a:cubicBezTo>
                  <a:cubicBezTo>
                    <a:pt x="15450" y="9231"/>
                    <a:pt x="14257" y="8408"/>
                    <a:pt x="13092" y="7584"/>
                  </a:cubicBezTo>
                  <a:cubicBezTo>
                    <a:pt x="12269" y="6988"/>
                    <a:pt x="11389" y="6505"/>
                    <a:pt x="10451" y="6164"/>
                  </a:cubicBezTo>
                  <a:cubicBezTo>
                    <a:pt x="10309" y="6136"/>
                    <a:pt x="10167" y="6051"/>
                    <a:pt x="10167" y="5880"/>
                  </a:cubicBezTo>
                  <a:cubicBezTo>
                    <a:pt x="10189" y="5772"/>
                    <a:pt x="10326" y="5681"/>
                    <a:pt x="10490" y="5681"/>
                  </a:cubicBezTo>
                  <a:close/>
                  <a:moveTo>
                    <a:pt x="16250" y="0"/>
                  </a:moveTo>
                  <a:cubicBezTo>
                    <a:pt x="15965" y="0"/>
                    <a:pt x="15679" y="30"/>
                    <a:pt x="15393" y="87"/>
                  </a:cubicBezTo>
                  <a:cubicBezTo>
                    <a:pt x="13007" y="428"/>
                    <a:pt x="10963" y="1904"/>
                    <a:pt x="9827" y="4006"/>
                  </a:cubicBezTo>
                  <a:cubicBezTo>
                    <a:pt x="9543" y="4602"/>
                    <a:pt x="9031" y="5000"/>
                    <a:pt x="8407" y="5142"/>
                  </a:cubicBezTo>
                  <a:cubicBezTo>
                    <a:pt x="7981" y="5256"/>
                    <a:pt x="7555" y="5369"/>
                    <a:pt x="7129" y="5511"/>
                  </a:cubicBezTo>
                  <a:cubicBezTo>
                    <a:pt x="6021" y="5823"/>
                    <a:pt x="4999" y="6335"/>
                    <a:pt x="4090" y="7016"/>
                  </a:cubicBezTo>
                  <a:cubicBezTo>
                    <a:pt x="2358" y="8379"/>
                    <a:pt x="1023" y="10169"/>
                    <a:pt x="256" y="12213"/>
                  </a:cubicBezTo>
                  <a:cubicBezTo>
                    <a:pt x="199" y="12270"/>
                    <a:pt x="199" y="12384"/>
                    <a:pt x="256" y="12469"/>
                  </a:cubicBezTo>
                  <a:lnTo>
                    <a:pt x="313" y="12469"/>
                  </a:lnTo>
                  <a:cubicBezTo>
                    <a:pt x="427" y="12355"/>
                    <a:pt x="540" y="12242"/>
                    <a:pt x="654" y="12128"/>
                  </a:cubicBezTo>
                  <a:cubicBezTo>
                    <a:pt x="1676" y="11191"/>
                    <a:pt x="2784" y="10367"/>
                    <a:pt x="4005" y="9686"/>
                  </a:cubicBezTo>
                  <a:cubicBezTo>
                    <a:pt x="4601" y="9345"/>
                    <a:pt x="5226" y="9033"/>
                    <a:pt x="5908" y="8834"/>
                  </a:cubicBezTo>
                  <a:cubicBezTo>
                    <a:pt x="6121" y="8737"/>
                    <a:pt x="6334" y="8693"/>
                    <a:pt x="6557" y="8693"/>
                  </a:cubicBezTo>
                  <a:cubicBezTo>
                    <a:pt x="6660" y="8693"/>
                    <a:pt x="6765" y="8702"/>
                    <a:pt x="6873" y="8720"/>
                  </a:cubicBezTo>
                  <a:cubicBezTo>
                    <a:pt x="7157" y="8720"/>
                    <a:pt x="7384" y="9004"/>
                    <a:pt x="7327" y="9288"/>
                  </a:cubicBezTo>
                  <a:cubicBezTo>
                    <a:pt x="7327" y="9601"/>
                    <a:pt x="7185" y="9913"/>
                    <a:pt x="6987" y="10112"/>
                  </a:cubicBezTo>
                  <a:cubicBezTo>
                    <a:pt x="6703" y="10424"/>
                    <a:pt x="6447" y="10708"/>
                    <a:pt x="6135" y="10964"/>
                  </a:cubicBezTo>
                  <a:cubicBezTo>
                    <a:pt x="5538" y="11475"/>
                    <a:pt x="4885" y="12014"/>
                    <a:pt x="4260" y="12554"/>
                  </a:cubicBezTo>
                  <a:cubicBezTo>
                    <a:pt x="3550" y="13150"/>
                    <a:pt x="2869" y="13804"/>
                    <a:pt x="2244" y="14485"/>
                  </a:cubicBezTo>
                  <a:cubicBezTo>
                    <a:pt x="1335" y="15479"/>
                    <a:pt x="625" y="16615"/>
                    <a:pt x="114" y="17865"/>
                  </a:cubicBezTo>
                  <a:cubicBezTo>
                    <a:pt x="1" y="18120"/>
                    <a:pt x="1" y="18461"/>
                    <a:pt x="114" y="18717"/>
                  </a:cubicBezTo>
                  <a:cubicBezTo>
                    <a:pt x="427" y="19483"/>
                    <a:pt x="881" y="20193"/>
                    <a:pt x="1449" y="20790"/>
                  </a:cubicBezTo>
                  <a:cubicBezTo>
                    <a:pt x="2187" y="21528"/>
                    <a:pt x="3039" y="22153"/>
                    <a:pt x="3976" y="22607"/>
                  </a:cubicBezTo>
                  <a:cubicBezTo>
                    <a:pt x="4942" y="23118"/>
                    <a:pt x="5964" y="23516"/>
                    <a:pt x="7043" y="23800"/>
                  </a:cubicBezTo>
                  <a:cubicBezTo>
                    <a:pt x="7111" y="23834"/>
                    <a:pt x="7179" y="23878"/>
                    <a:pt x="7264" y="23878"/>
                  </a:cubicBezTo>
                  <a:cubicBezTo>
                    <a:pt x="7323" y="23878"/>
                    <a:pt x="7389" y="23857"/>
                    <a:pt x="7469" y="23800"/>
                  </a:cubicBezTo>
                  <a:lnTo>
                    <a:pt x="7469" y="23147"/>
                  </a:lnTo>
                  <a:cubicBezTo>
                    <a:pt x="7469" y="22096"/>
                    <a:pt x="7469" y="21074"/>
                    <a:pt x="7498" y="20051"/>
                  </a:cubicBezTo>
                  <a:cubicBezTo>
                    <a:pt x="7498" y="18830"/>
                    <a:pt x="7697" y="17609"/>
                    <a:pt x="8037" y="16445"/>
                  </a:cubicBezTo>
                  <a:cubicBezTo>
                    <a:pt x="8236" y="15735"/>
                    <a:pt x="8492" y="15053"/>
                    <a:pt x="8833" y="14400"/>
                  </a:cubicBezTo>
                  <a:cubicBezTo>
                    <a:pt x="9060" y="13974"/>
                    <a:pt x="9344" y="13576"/>
                    <a:pt x="9685" y="13207"/>
                  </a:cubicBezTo>
                  <a:cubicBezTo>
                    <a:pt x="9912" y="12980"/>
                    <a:pt x="10196" y="12810"/>
                    <a:pt x="10508" y="12724"/>
                  </a:cubicBezTo>
                  <a:cubicBezTo>
                    <a:pt x="10589" y="12692"/>
                    <a:pt x="10670" y="12677"/>
                    <a:pt x="10750" y="12677"/>
                  </a:cubicBezTo>
                  <a:cubicBezTo>
                    <a:pt x="11091" y="12677"/>
                    <a:pt x="11394" y="12952"/>
                    <a:pt x="11417" y="13321"/>
                  </a:cubicBezTo>
                  <a:cubicBezTo>
                    <a:pt x="11445" y="13662"/>
                    <a:pt x="11417" y="13974"/>
                    <a:pt x="11332" y="14286"/>
                  </a:cubicBezTo>
                  <a:cubicBezTo>
                    <a:pt x="11247" y="14684"/>
                    <a:pt x="11161" y="15082"/>
                    <a:pt x="11048" y="15451"/>
                  </a:cubicBezTo>
                  <a:cubicBezTo>
                    <a:pt x="10480" y="17495"/>
                    <a:pt x="10423" y="19625"/>
                    <a:pt x="10849" y="21698"/>
                  </a:cubicBezTo>
                  <a:cubicBezTo>
                    <a:pt x="11019" y="22579"/>
                    <a:pt x="11275" y="23431"/>
                    <a:pt x="11531" y="24283"/>
                  </a:cubicBezTo>
                  <a:cubicBezTo>
                    <a:pt x="11557" y="24522"/>
                    <a:pt x="11783" y="24711"/>
                    <a:pt x="12021" y="24711"/>
                  </a:cubicBezTo>
                  <a:cubicBezTo>
                    <a:pt x="12037" y="24711"/>
                    <a:pt x="12054" y="24711"/>
                    <a:pt x="12070" y="24709"/>
                  </a:cubicBezTo>
                  <a:lnTo>
                    <a:pt x="12212" y="24709"/>
                  </a:lnTo>
                  <a:lnTo>
                    <a:pt x="15137" y="24993"/>
                  </a:lnTo>
                  <a:cubicBezTo>
                    <a:pt x="17324" y="25192"/>
                    <a:pt x="19482" y="25618"/>
                    <a:pt x="21612" y="26214"/>
                  </a:cubicBezTo>
                  <a:cubicBezTo>
                    <a:pt x="21680" y="26248"/>
                    <a:pt x="21757" y="26292"/>
                    <a:pt x="21839" y="26292"/>
                  </a:cubicBezTo>
                  <a:cubicBezTo>
                    <a:pt x="21895" y="26292"/>
                    <a:pt x="21952" y="26271"/>
                    <a:pt x="22010" y="26214"/>
                  </a:cubicBezTo>
                  <a:cubicBezTo>
                    <a:pt x="21811" y="24624"/>
                    <a:pt x="21499" y="23033"/>
                    <a:pt x="21016" y="21500"/>
                  </a:cubicBezTo>
                  <a:cubicBezTo>
                    <a:pt x="20931" y="21216"/>
                    <a:pt x="20874" y="20903"/>
                    <a:pt x="20817" y="20619"/>
                  </a:cubicBezTo>
                  <a:cubicBezTo>
                    <a:pt x="20760" y="20392"/>
                    <a:pt x="20789" y="20137"/>
                    <a:pt x="20845" y="19909"/>
                  </a:cubicBezTo>
                  <a:cubicBezTo>
                    <a:pt x="20919" y="19689"/>
                    <a:pt x="21123" y="19551"/>
                    <a:pt x="21328" y="19551"/>
                  </a:cubicBezTo>
                  <a:cubicBezTo>
                    <a:pt x="21439" y="19551"/>
                    <a:pt x="21550" y="19592"/>
                    <a:pt x="21641" y="19682"/>
                  </a:cubicBezTo>
                  <a:cubicBezTo>
                    <a:pt x="21783" y="19796"/>
                    <a:pt x="21896" y="19938"/>
                    <a:pt x="22010" y="20108"/>
                  </a:cubicBezTo>
                  <a:cubicBezTo>
                    <a:pt x="22180" y="20421"/>
                    <a:pt x="22322" y="20733"/>
                    <a:pt x="22464" y="21045"/>
                  </a:cubicBezTo>
                  <a:cubicBezTo>
                    <a:pt x="23231" y="22863"/>
                    <a:pt x="23742" y="24766"/>
                    <a:pt x="24026" y="26725"/>
                  </a:cubicBezTo>
                  <a:cubicBezTo>
                    <a:pt x="24026" y="26952"/>
                    <a:pt x="24168" y="27179"/>
                    <a:pt x="24395" y="27236"/>
                  </a:cubicBezTo>
                  <a:cubicBezTo>
                    <a:pt x="25276" y="27549"/>
                    <a:pt x="26099" y="27918"/>
                    <a:pt x="26894" y="28372"/>
                  </a:cubicBezTo>
                  <a:lnTo>
                    <a:pt x="27036" y="28372"/>
                  </a:lnTo>
                  <a:cubicBezTo>
                    <a:pt x="27150" y="28202"/>
                    <a:pt x="27093" y="28003"/>
                    <a:pt x="27065" y="27833"/>
                  </a:cubicBezTo>
                  <a:cubicBezTo>
                    <a:pt x="27036" y="27435"/>
                    <a:pt x="26980" y="27009"/>
                    <a:pt x="26923" y="26583"/>
                  </a:cubicBezTo>
                  <a:cubicBezTo>
                    <a:pt x="26894" y="26413"/>
                    <a:pt x="26923" y="26271"/>
                    <a:pt x="26980" y="26100"/>
                  </a:cubicBezTo>
                  <a:cubicBezTo>
                    <a:pt x="27018" y="26004"/>
                    <a:pt x="27122" y="25947"/>
                    <a:pt x="27230" y="25947"/>
                  </a:cubicBezTo>
                  <a:cubicBezTo>
                    <a:pt x="27280" y="25947"/>
                    <a:pt x="27332" y="25959"/>
                    <a:pt x="27377" y="25987"/>
                  </a:cubicBezTo>
                  <a:cubicBezTo>
                    <a:pt x="27519" y="26043"/>
                    <a:pt x="27604" y="26157"/>
                    <a:pt x="27661" y="26299"/>
                  </a:cubicBezTo>
                  <a:cubicBezTo>
                    <a:pt x="27775" y="26583"/>
                    <a:pt x="27888" y="26867"/>
                    <a:pt x="27973" y="27151"/>
                  </a:cubicBezTo>
                  <a:cubicBezTo>
                    <a:pt x="28144" y="27747"/>
                    <a:pt x="28257" y="28344"/>
                    <a:pt x="28428" y="28912"/>
                  </a:cubicBezTo>
                  <a:cubicBezTo>
                    <a:pt x="28485" y="29196"/>
                    <a:pt x="28627" y="29423"/>
                    <a:pt x="28882" y="29593"/>
                  </a:cubicBezTo>
                  <a:cubicBezTo>
                    <a:pt x="29706" y="30133"/>
                    <a:pt x="30444" y="30758"/>
                    <a:pt x="31154" y="31468"/>
                  </a:cubicBezTo>
                  <a:cubicBezTo>
                    <a:pt x="31268" y="31581"/>
                    <a:pt x="31410" y="31695"/>
                    <a:pt x="31580" y="31808"/>
                  </a:cubicBezTo>
                  <a:cubicBezTo>
                    <a:pt x="31646" y="31856"/>
                    <a:pt x="31722" y="31878"/>
                    <a:pt x="31797" y="31878"/>
                  </a:cubicBezTo>
                  <a:cubicBezTo>
                    <a:pt x="31946" y="31878"/>
                    <a:pt x="32091" y="31790"/>
                    <a:pt x="32148" y="31638"/>
                  </a:cubicBezTo>
                  <a:cubicBezTo>
                    <a:pt x="32177" y="31553"/>
                    <a:pt x="32205" y="31496"/>
                    <a:pt x="32205" y="31411"/>
                  </a:cubicBezTo>
                  <a:lnTo>
                    <a:pt x="32205" y="30786"/>
                  </a:lnTo>
                  <a:cubicBezTo>
                    <a:pt x="32177" y="30076"/>
                    <a:pt x="31978" y="29423"/>
                    <a:pt x="31921" y="28713"/>
                  </a:cubicBezTo>
                  <a:cubicBezTo>
                    <a:pt x="31722" y="26867"/>
                    <a:pt x="31467" y="25050"/>
                    <a:pt x="31211" y="23232"/>
                  </a:cubicBezTo>
                  <a:cubicBezTo>
                    <a:pt x="31183" y="22891"/>
                    <a:pt x="31012" y="22579"/>
                    <a:pt x="30757" y="22380"/>
                  </a:cubicBezTo>
                  <a:cubicBezTo>
                    <a:pt x="30132" y="21926"/>
                    <a:pt x="29535" y="21443"/>
                    <a:pt x="28939" y="20932"/>
                  </a:cubicBezTo>
                  <a:cubicBezTo>
                    <a:pt x="28627" y="20705"/>
                    <a:pt x="28314" y="20449"/>
                    <a:pt x="28030" y="20165"/>
                  </a:cubicBezTo>
                  <a:cubicBezTo>
                    <a:pt x="27860" y="20023"/>
                    <a:pt x="27718" y="19824"/>
                    <a:pt x="27604" y="19625"/>
                  </a:cubicBezTo>
                  <a:cubicBezTo>
                    <a:pt x="27434" y="19370"/>
                    <a:pt x="27576" y="19029"/>
                    <a:pt x="27888" y="19001"/>
                  </a:cubicBezTo>
                  <a:cubicBezTo>
                    <a:pt x="28059" y="18944"/>
                    <a:pt x="28201" y="18944"/>
                    <a:pt x="28371" y="18944"/>
                  </a:cubicBezTo>
                  <a:cubicBezTo>
                    <a:pt x="28712" y="18972"/>
                    <a:pt x="29053" y="19029"/>
                    <a:pt x="29365" y="19057"/>
                  </a:cubicBezTo>
                  <a:cubicBezTo>
                    <a:pt x="29649" y="19114"/>
                    <a:pt x="29961" y="19171"/>
                    <a:pt x="30245" y="19228"/>
                  </a:cubicBezTo>
                  <a:cubicBezTo>
                    <a:pt x="30331" y="19228"/>
                    <a:pt x="30387" y="19171"/>
                    <a:pt x="30387" y="19086"/>
                  </a:cubicBezTo>
                  <a:cubicBezTo>
                    <a:pt x="30359" y="18915"/>
                    <a:pt x="30331" y="18773"/>
                    <a:pt x="30302" y="18603"/>
                  </a:cubicBezTo>
                  <a:cubicBezTo>
                    <a:pt x="29791" y="16672"/>
                    <a:pt x="29166" y="14741"/>
                    <a:pt x="28428" y="12895"/>
                  </a:cubicBezTo>
                  <a:cubicBezTo>
                    <a:pt x="28314" y="12582"/>
                    <a:pt x="28059" y="12327"/>
                    <a:pt x="27746" y="12242"/>
                  </a:cubicBezTo>
                  <a:cubicBezTo>
                    <a:pt x="26355" y="11844"/>
                    <a:pt x="24963" y="11503"/>
                    <a:pt x="23515" y="11248"/>
                  </a:cubicBezTo>
                  <a:cubicBezTo>
                    <a:pt x="23089" y="11191"/>
                    <a:pt x="22663" y="11077"/>
                    <a:pt x="22237" y="10907"/>
                  </a:cubicBezTo>
                  <a:cubicBezTo>
                    <a:pt x="22010" y="10822"/>
                    <a:pt x="21868" y="10623"/>
                    <a:pt x="21868" y="10367"/>
                  </a:cubicBezTo>
                  <a:cubicBezTo>
                    <a:pt x="21896" y="10140"/>
                    <a:pt x="22067" y="9941"/>
                    <a:pt x="22322" y="9885"/>
                  </a:cubicBezTo>
                  <a:cubicBezTo>
                    <a:pt x="22350" y="9856"/>
                    <a:pt x="22407" y="9856"/>
                    <a:pt x="22436" y="9828"/>
                  </a:cubicBezTo>
                  <a:cubicBezTo>
                    <a:pt x="22918" y="9743"/>
                    <a:pt x="23401" y="9657"/>
                    <a:pt x="23884" y="9572"/>
                  </a:cubicBezTo>
                  <a:cubicBezTo>
                    <a:pt x="24249" y="9511"/>
                    <a:pt x="24615" y="9483"/>
                    <a:pt x="24980" y="9483"/>
                  </a:cubicBezTo>
                  <a:cubicBezTo>
                    <a:pt x="25296" y="9483"/>
                    <a:pt x="25612" y="9504"/>
                    <a:pt x="25929" y="9544"/>
                  </a:cubicBezTo>
                  <a:cubicBezTo>
                    <a:pt x="26130" y="9564"/>
                    <a:pt x="26330" y="9584"/>
                    <a:pt x="26531" y="9584"/>
                  </a:cubicBezTo>
                  <a:cubicBezTo>
                    <a:pt x="26614" y="9584"/>
                    <a:pt x="26698" y="9580"/>
                    <a:pt x="26781" y="9572"/>
                  </a:cubicBezTo>
                  <a:cubicBezTo>
                    <a:pt x="26838" y="9430"/>
                    <a:pt x="26781" y="9345"/>
                    <a:pt x="26724" y="9288"/>
                  </a:cubicBezTo>
                  <a:cubicBezTo>
                    <a:pt x="26184" y="8323"/>
                    <a:pt x="25588" y="7414"/>
                    <a:pt x="24963" y="6505"/>
                  </a:cubicBezTo>
                  <a:cubicBezTo>
                    <a:pt x="24807" y="6297"/>
                    <a:pt x="24580" y="6161"/>
                    <a:pt x="24325" y="6161"/>
                  </a:cubicBezTo>
                  <a:cubicBezTo>
                    <a:pt x="24301" y="6161"/>
                    <a:pt x="24277" y="6162"/>
                    <a:pt x="24253" y="6164"/>
                  </a:cubicBezTo>
                  <a:cubicBezTo>
                    <a:pt x="24144" y="6162"/>
                    <a:pt x="24034" y="6161"/>
                    <a:pt x="23925" y="6161"/>
                  </a:cubicBezTo>
                  <a:cubicBezTo>
                    <a:pt x="22505" y="6161"/>
                    <a:pt x="21109" y="6333"/>
                    <a:pt x="19738" y="6675"/>
                  </a:cubicBezTo>
                  <a:cubicBezTo>
                    <a:pt x="19141" y="6846"/>
                    <a:pt x="18545" y="6988"/>
                    <a:pt x="17949" y="7101"/>
                  </a:cubicBezTo>
                  <a:cubicBezTo>
                    <a:pt x="17782" y="7143"/>
                    <a:pt x="17616" y="7169"/>
                    <a:pt x="17439" y="7169"/>
                  </a:cubicBezTo>
                  <a:cubicBezTo>
                    <a:pt x="17374" y="7169"/>
                    <a:pt x="17307" y="7166"/>
                    <a:pt x="17239" y="7158"/>
                  </a:cubicBezTo>
                  <a:cubicBezTo>
                    <a:pt x="17216" y="7160"/>
                    <a:pt x="17193" y="7161"/>
                    <a:pt x="17171" y="7161"/>
                  </a:cubicBezTo>
                  <a:cubicBezTo>
                    <a:pt x="16885" y="7161"/>
                    <a:pt x="16630" y="6998"/>
                    <a:pt x="16472" y="6761"/>
                  </a:cubicBezTo>
                  <a:cubicBezTo>
                    <a:pt x="16358" y="6448"/>
                    <a:pt x="16444" y="6136"/>
                    <a:pt x="16671" y="5909"/>
                  </a:cubicBezTo>
                  <a:cubicBezTo>
                    <a:pt x="16841" y="5653"/>
                    <a:pt x="17068" y="5454"/>
                    <a:pt x="17324" y="5284"/>
                  </a:cubicBezTo>
                  <a:cubicBezTo>
                    <a:pt x="18034" y="4858"/>
                    <a:pt x="18801" y="4546"/>
                    <a:pt x="19596" y="4375"/>
                  </a:cubicBezTo>
                  <a:cubicBezTo>
                    <a:pt x="20302" y="4257"/>
                    <a:pt x="21008" y="4194"/>
                    <a:pt x="21713" y="4194"/>
                  </a:cubicBezTo>
                  <a:cubicBezTo>
                    <a:pt x="22030" y="4194"/>
                    <a:pt x="22346" y="4207"/>
                    <a:pt x="22663" y="4233"/>
                  </a:cubicBezTo>
                  <a:cubicBezTo>
                    <a:pt x="22724" y="4248"/>
                    <a:pt x="22800" y="4280"/>
                    <a:pt x="22876" y="4280"/>
                  </a:cubicBezTo>
                  <a:cubicBezTo>
                    <a:pt x="22942" y="4280"/>
                    <a:pt x="23008" y="4256"/>
                    <a:pt x="23060" y="4176"/>
                  </a:cubicBezTo>
                  <a:cubicBezTo>
                    <a:pt x="22265" y="3239"/>
                    <a:pt x="21385" y="2387"/>
                    <a:pt x="20448" y="1620"/>
                  </a:cubicBezTo>
                  <a:cubicBezTo>
                    <a:pt x="20238" y="1432"/>
                    <a:pt x="19952" y="1321"/>
                    <a:pt x="19668" y="1321"/>
                  </a:cubicBezTo>
                  <a:cubicBezTo>
                    <a:pt x="19567" y="1321"/>
                    <a:pt x="19466" y="1335"/>
                    <a:pt x="19369" y="1365"/>
                  </a:cubicBezTo>
                  <a:cubicBezTo>
                    <a:pt x="17835" y="1706"/>
                    <a:pt x="16330" y="2330"/>
                    <a:pt x="14995" y="3211"/>
                  </a:cubicBezTo>
                  <a:cubicBezTo>
                    <a:pt x="14740" y="3381"/>
                    <a:pt x="14456" y="3552"/>
                    <a:pt x="14172" y="3694"/>
                  </a:cubicBezTo>
                  <a:cubicBezTo>
                    <a:pt x="14001" y="3779"/>
                    <a:pt x="13831" y="3864"/>
                    <a:pt x="13632" y="3892"/>
                  </a:cubicBezTo>
                  <a:cubicBezTo>
                    <a:pt x="13617" y="3894"/>
                    <a:pt x="13603" y="3895"/>
                    <a:pt x="13588" y="3895"/>
                  </a:cubicBezTo>
                  <a:cubicBezTo>
                    <a:pt x="13377" y="3895"/>
                    <a:pt x="13178" y="3707"/>
                    <a:pt x="13178" y="3495"/>
                  </a:cubicBezTo>
                  <a:cubicBezTo>
                    <a:pt x="13178" y="3296"/>
                    <a:pt x="13263" y="3126"/>
                    <a:pt x="13376" y="2955"/>
                  </a:cubicBezTo>
                  <a:cubicBezTo>
                    <a:pt x="13547" y="2671"/>
                    <a:pt x="13802" y="2416"/>
                    <a:pt x="14086" y="2217"/>
                  </a:cubicBezTo>
                  <a:cubicBezTo>
                    <a:pt x="14967" y="1478"/>
                    <a:pt x="15961" y="882"/>
                    <a:pt x="17011" y="456"/>
                  </a:cubicBezTo>
                  <a:cubicBezTo>
                    <a:pt x="17210" y="428"/>
                    <a:pt x="17381" y="314"/>
                    <a:pt x="17494" y="201"/>
                  </a:cubicBezTo>
                  <a:cubicBezTo>
                    <a:pt x="17087" y="65"/>
                    <a:pt x="16671" y="0"/>
                    <a:pt x="162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5"/>
            <p:cNvSpPr/>
            <p:nvPr/>
          </p:nvSpPr>
          <p:spPr>
            <a:xfrm>
              <a:off x="3846200" y="1341175"/>
              <a:ext cx="486350" cy="521825"/>
            </a:xfrm>
            <a:custGeom>
              <a:rect b="b" l="l" r="r" t="t"/>
              <a:pathLst>
                <a:path extrusionOk="0" h="20873" w="19454">
                  <a:moveTo>
                    <a:pt x="321" y="0"/>
                  </a:moveTo>
                  <a:cubicBezTo>
                    <a:pt x="159" y="0"/>
                    <a:pt x="29" y="69"/>
                    <a:pt x="29" y="220"/>
                  </a:cubicBezTo>
                  <a:cubicBezTo>
                    <a:pt x="0" y="390"/>
                    <a:pt x="142" y="447"/>
                    <a:pt x="284" y="475"/>
                  </a:cubicBezTo>
                  <a:cubicBezTo>
                    <a:pt x="1222" y="844"/>
                    <a:pt x="2102" y="1299"/>
                    <a:pt x="2925" y="1895"/>
                  </a:cubicBezTo>
                  <a:cubicBezTo>
                    <a:pt x="4118" y="2719"/>
                    <a:pt x="5339" y="3599"/>
                    <a:pt x="6419" y="4480"/>
                  </a:cubicBezTo>
                  <a:cubicBezTo>
                    <a:pt x="7498" y="5388"/>
                    <a:pt x="8548" y="6297"/>
                    <a:pt x="9571" y="7263"/>
                  </a:cubicBezTo>
                  <a:cubicBezTo>
                    <a:pt x="10678" y="8313"/>
                    <a:pt x="11729" y="9449"/>
                    <a:pt x="12695" y="10670"/>
                  </a:cubicBezTo>
                  <a:cubicBezTo>
                    <a:pt x="13376" y="11551"/>
                    <a:pt x="14058" y="12488"/>
                    <a:pt x="14683" y="13454"/>
                  </a:cubicBezTo>
                  <a:cubicBezTo>
                    <a:pt x="15109" y="14107"/>
                    <a:pt x="15535" y="14788"/>
                    <a:pt x="15932" y="15470"/>
                  </a:cubicBezTo>
                  <a:cubicBezTo>
                    <a:pt x="16557" y="16492"/>
                    <a:pt x="17239" y="17515"/>
                    <a:pt x="17778" y="18622"/>
                  </a:cubicBezTo>
                  <a:cubicBezTo>
                    <a:pt x="18062" y="19162"/>
                    <a:pt x="18346" y="19673"/>
                    <a:pt x="18658" y="20212"/>
                  </a:cubicBezTo>
                  <a:cubicBezTo>
                    <a:pt x="18744" y="20383"/>
                    <a:pt x="18886" y="20582"/>
                    <a:pt x="18999" y="20724"/>
                  </a:cubicBezTo>
                  <a:cubicBezTo>
                    <a:pt x="19056" y="20809"/>
                    <a:pt x="19141" y="20837"/>
                    <a:pt x="19226" y="20866"/>
                  </a:cubicBezTo>
                  <a:cubicBezTo>
                    <a:pt x="19245" y="20870"/>
                    <a:pt x="19263" y="20873"/>
                    <a:pt x="19279" y="20873"/>
                  </a:cubicBezTo>
                  <a:cubicBezTo>
                    <a:pt x="19366" y="20873"/>
                    <a:pt x="19430" y="20810"/>
                    <a:pt x="19454" y="20667"/>
                  </a:cubicBezTo>
                  <a:cubicBezTo>
                    <a:pt x="19454" y="20525"/>
                    <a:pt x="19397" y="20383"/>
                    <a:pt x="19312" y="20269"/>
                  </a:cubicBezTo>
                  <a:cubicBezTo>
                    <a:pt x="18942" y="19531"/>
                    <a:pt x="18573" y="18821"/>
                    <a:pt x="18176" y="18111"/>
                  </a:cubicBezTo>
                  <a:cubicBezTo>
                    <a:pt x="17239" y="16350"/>
                    <a:pt x="16188" y="14675"/>
                    <a:pt x="15109" y="12999"/>
                  </a:cubicBezTo>
                  <a:cubicBezTo>
                    <a:pt x="14171" y="11494"/>
                    <a:pt x="13092" y="10074"/>
                    <a:pt x="11900" y="8768"/>
                  </a:cubicBezTo>
                  <a:cubicBezTo>
                    <a:pt x="10735" y="7490"/>
                    <a:pt x="9486" y="6269"/>
                    <a:pt x="8179" y="5161"/>
                  </a:cubicBezTo>
                  <a:cubicBezTo>
                    <a:pt x="7810" y="4877"/>
                    <a:pt x="7469" y="4536"/>
                    <a:pt x="7100" y="4252"/>
                  </a:cubicBezTo>
                  <a:cubicBezTo>
                    <a:pt x="6333" y="3656"/>
                    <a:pt x="5567" y="3031"/>
                    <a:pt x="4771" y="2463"/>
                  </a:cubicBezTo>
                  <a:cubicBezTo>
                    <a:pt x="3919" y="1838"/>
                    <a:pt x="3067" y="1270"/>
                    <a:pt x="2159" y="731"/>
                  </a:cubicBezTo>
                  <a:cubicBezTo>
                    <a:pt x="1619" y="447"/>
                    <a:pt x="1051" y="220"/>
                    <a:pt x="483" y="21"/>
                  </a:cubicBezTo>
                  <a:cubicBezTo>
                    <a:pt x="428" y="7"/>
                    <a:pt x="373"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5"/>
            <p:cNvSpPr/>
            <p:nvPr/>
          </p:nvSpPr>
          <p:spPr>
            <a:xfrm>
              <a:off x="3802175" y="1198950"/>
              <a:ext cx="594975" cy="795925"/>
            </a:xfrm>
            <a:custGeom>
              <a:rect b="b" l="l" r="r" t="t"/>
              <a:pathLst>
                <a:path extrusionOk="0" h="31837" w="23799">
                  <a:moveTo>
                    <a:pt x="5567" y="5284"/>
                  </a:moveTo>
                  <a:lnTo>
                    <a:pt x="5567" y="5284"/>
                  </a:lnTo>
                  <a:cubicBezTo>
                    <a:pt x="6078" y="5369"/>
                    <a:pt x="6078" y="6136"/>
                    <a:pt x="5538" y="6193"/>
                  </a:cubicBezTo>
                  <a:cubicBezTo>
                    <a:pt x="5311" y="6164"/>
                    <a:pt x="5169" y="5994"/>
                    <a:pt x="5169" y="5767"/>
                  </a:cubicBezTo>
                  <a:cubicBezTo>
                    <a:pt x="5141" y="5511"/>
                    <a:pt x="5311" y="5312"/>
                    <a:pt x="5567" y="5284"/>
                  </a:cubicBezTo>
                  <a:close/>
                  <a:moveTo>
                    <a:pt x="10708" y="8755"/>
                  </a:moveTo>
                  <a:cubicBezTo>
                    <a:pt x="10863" y="8755"/>
                    <a:pt x="11020" y="8791"/>
                    <a:pt x="11161" y="8862"/>
                  </a:cubicBezTo>
                  <a:cubicBezTo>
                    <a:pt x="11360" y="8947"/>
                    <a:pt x="11502" y="9175"/>
                    <a:pt x="11474" y="9430"/>
                  </a:cubicBezTo>
                  <a:cubicBezTo>
                    <a:pt x="11445" y="9657"/>
                    <a:pt x="11247" y="9856"/>
                    <a:pt x="11019" y="9885"/>
                  </a:cubicBezTo>
                  <a:cubicBezTo>
                    <a:pt x="10906" y="9885"/>
                    <a:pt x="10821" y="9913"/>
                    <a:pt x="10764" y="9913"/>
                  </a:cubicBezTo>
                  <a:cubicBezTo>
                    <a:pt x="10395" y="9913"/>
                    <a:pt x="10082" y="9657"/>
                    <a:pt x="9997" y="9288"/>
                  </a:cubicBezTo>
                  <a:cubicBezTo>
                    <a:pt x="9969" y="9175"/>
                    <a:pt x="10025" y="9061"/>
                    <a:pt x="10111" y="8976"/>
                  </a:cubicBezTo>
                  <a:cubicBezTo>
                    <a:pt x="10276" y="8827"/>
                    <a:pt x="10491" y="8755"/>
                    <a:pt x="10708" y="8755"/>
                  </a:cubicBezTo>
                  <a:close/>
                  <a:moveTo>
                    <a:pt x="16074" y="13633"/>
                  </a:moveTo>
                  <a:cubicBezTo>
                    <a:pt x="16926" y="13662"/>
                    <a:pt x="17778" y="13974"/>
                    <a:pt x="18432" y="14542"/>
                  </a:cubicBezTo>
                  <a:cubicBezTo>
                    <a:pt x="18574" y="14656"/>
                    <a:pt x="18687" y="14798"/>
                    <a:pt x="18772" y="14968"/>
                  </a:cubicBezTo>
                  <a:cubicBezTo>
                    <a:pt x="18993" y="15327"/>
                    <a:pt x="18731" y="15793"/>
                    <a:pt x="18325" y="15793"/>
                  </a:cubicBezTo>
                  <a:cubicBezTo>
                    <a:pt x="18313" y="15793"/>
                    <a:pt x="18302" y="15792"/>
                    <a:pt x="18290" y="15791"/>
                  </a:cubicBezTo>
                  <a:cubicBezTo>
                    <a:pt x="18148" y="15791"/>
                    <a:pt x="18006" y="15791"/>
                    <a:pt x="17864" y="15763"/>
                  </a:cubicBezTo>
                  <a:cubicBezTo>
                    <a:pt x="17154" y="15621"/>
                    <a:pt x="16500" y="15366"/>
                    <a:pt x="15876" y="14996"/>
                  </a:cubicBezTo>
                  <a:cubicBezTo>
                    <a:pt x="15677" y="14883"/>
                    <a:pt x="15478" y="14712"/>
                    <a:pt x="15364" y="14542"/>
                  </a:cubicBezTo>
                  <a:cubicBezTo>
                    <a:pt x="15109" y="14201"/>
                    <a:pt x="15308" y="13718"/>
                    <a:pt x="15705" y="13662"/>
                  </a:cubicBezTo>
                  <a:cubicBezTo>
                    <a:pt x="15819" y="13633"/>
                    <a:pt x="15961" y="13633"/>
                    <a:pt x="16074" y="13633"/>
                  </a:cubicBezTo>
                  <a:close/>
                  <a:moveTo>
                    <a:pt x="7831" y="0"/>
                  </a:moveTo>
                  <a:cubicBezTo>
                    <a:pt x="7546" y="0"/>
                    <a:pt x="7262" y="30"/>
                    <a:pt x="6987" y="87"/>
                  </a:cubicBezTo>
                  <a:cubicBezTo>
                    <a:pt x="4601" y="428"/>
                    <a:pt x="2528" y="1904"/>
                    <a:pt x="1421" y="4034"/>
                  </a:cubicBezTo>
                  <a:cubicBezTo>
                    <a:pt x="1137" y="4602"/>
                    <a:pt x="597" y="5000"/>
                    <a:pt x="1" y="5142"/>
                  </a:cubicBezTo>
                  <a:cubicBezTo>
                    <a:pt x="597" y="5341"/>
                    <a:pt x="1193" y="5568"/>
                    <a:pt x="1790" y="5852"/>
                  </a:cubicBezTo>
                  <a:cubicBezTo>
                    <a:pt x="1849" y="5734"/>
                    <a:pt x="1962" y="5671"/>
                    <a:pt x="2082" y="5671"/>
                  </a:cubicBezTo>
                  <a:cubicBezTo>
                    <a:pt x="2136" y="5671"/>
                    <a:pt x="2191" y="5684"/>
                    <a:pt x="2244" y="5710"/>
                  </a:cubicBezTo>
                  <a:cubicBezTo>
                    <a:pt x="2812" y="5880"/>
                    <a:pt x="3380" y="6136"/>
                    <a:pt x="3920" y="6420"/>
                  </a:cubicBezTo>
                  <a:cubicBezTo>
                    <a:pt x="4828" y="6959"/>
                    <a:pt x="5680" y="7527"/>
                    <a:pt x="6532" y="8152"/>
                  </a:cubicBezTo>
                  <a:cubicBezTo>
                    <a:pt x="7328" y="8720"/>
                    <a:pt x="8094" y="9345"/>
                    <a:pt x="8861" y="9941"/>
                  </a:cubicBezTo>
                  <a:cubicBezTo>
                    <a:pt x="9230" y="10225"/>
                    <a:pt x="9571" y="10566"/>
                    <a:pt x="9940" y="10850"/>
                  </a:cubicBezTo>
                  <a:cubicBezTo>
                    <a:pt x="11247" y="11958"/>
                    <a:pt x="12496" y="13179"/>
                    <a:pt x="13661" y="14457"/>
                  </a:cubicBezTo>
                  <a:cubicBezTo>
                    <a:pt x="14853" y="15763"/>
                    <a:pt x="15932" y="17183"/>
                    <a:pt x="16870" y="18688"/>
                  </a:cubicBezTo>
                  <a:cubicBezTo>
                    <a:pt x="17949" y="20364"/>
                    <a:pt x="19000" y="22039"/>
                    <a:pt x="19937" y="23800"/>
                  </a:cubicBezTo>
                  <a:cubicBezTo>
                    <a:pt x="20334" y="24510"/>
                    <a:pt x="20703" y="25220"/>
                    <a:pt x="21073" y="25958"/>
                  </a:cubicBezTo>
                  <a:cubicBezTo>
                    <a:pt x="21158" y="26072"/>
                    <a:pt x="21215" y="26214"/>
                    <a:pt x="21215" y="26356"/>
                  </a:cubicBezTo>
                  <a:cubicBezTo>
                    <a:pt x="21215" y="26384"/>
                    <a:pt x="21215" y="26413"/>
                    <a:pt x="21186" y="26441"/>
                  </a:cubicBezTo>
                  <a:cubicBezTo>
                    <a:pt x="22010" y="28088"/>
                    <a:pt x="22805" y="29906"/>
                    <a:pt x="23572" y="31837"/>
                  </a:cubicBezTo>
                  <a:cubicBezTo>
                    <a:pt x="23629" y="31780"/>
                    <a:pt x="23685" y="31723"/>
                    <a:pt x="23742" y="31638"/>
                  </a:cubicBezTo>
                  <a:cubicBezTo>
                    <a:pt x="23771" y="31553"/>
                    <a:pt x="23771" y="31496"/>
                    <a:pt x="23799" y="31439"/>
                  </a:cubicBezTo>
                  <a:cubicBezTo>
                    <a:pt x="23799" y="31212"/>
                    <a:pt x="23799" y="31013"/>
                    <a:pt x="23799" y="30786"/>
                  </a:cubicBezTo>
                  <a:cubicBezTo>
                    <a:pt x="23771" y="30076"/>
                    <a:pt x="23572" y="29423"/>
                    <a:pt x="23487" y="28713"/>
                  </a:cubicBezTo>
                  <a:cubicBezTo>
                    <a:pt x="23316" y="26867"/>
                    <a:pt x="23089" y="25050"/>
                    <a:pt x="22805" y="23232"/>
                  </a:cubicBezTo>
                  <a:cubicBezTo>
                    <a:pt x="22777" y="22891"/>
                    <a:pt x="22606" y="22579"/>
                    <a:pt x="22351" y="22380"/>
                  </a:cubicBezTo>
                  <a:cubicBezTo>
                    <a:pt x="21726" y="21926"/>
                    <a:pt x="21129" y="21443"/>
                    <a:pt x="20533" y="20960"/>
                  </a:cubicBezTo>
                  <a:cubicBezTo>
                    <a:pt x="20221" y="20705"/>
                    <a:pt x="19908" y="20449"/>
                    <a:pt x="19624" y="20165"/>
                  </a:cubicBezTo>
                  <a:cubicBezTo>
                    <a:pt x="19454" y="19995"/>
                    <a:pt x="19312" y="19824"/>
                    <a:pt x="19198" y="19625"/>
                  </a:cubicBezTo>
                  <a:cubicBezTo>
                    <a:pt x="19000" y="19370"/>
                    <a:pt x="19170" y="19029"/>
                    <a:pt x="19482" y="19001"/>
                  </a:cubicBezTo>
                  <a:cubicBezTo>
                    <a:pt x="19653" y="18944"/>
                    <a:pt x="19795" y="18944"/>
                    <a:pt x="19965" y="18944"/>
                  </a:cubicBezTo>
                  <a:cubicBezTo>
                    <a:pt x="20306" y="18972"/>
                    <a:pt x="20618" y="19029"/>
                    <a:pt x="20931" y="19057"/>
                  </a:cubicBezTo>
                  <a:cubicBezTo>
                    <a:pt x="21271" y="19114"/>
                    <a:pt x="21555" y="19171"/>
                    <a:pt x="21839" y="19228"/>
                  </a:cubicBezTo>
                  <a:cubicBezTo>
                    <a:pt x="21925" y="19228"/>
                    <a:pt x="21981" y="19171"/>
                    <a:pt x="21981" y="19086"/>
                  </a:cubicBezTo>
                  <a:cubicBezTo>
                    <a:pt x="21953" y="18915"/>
                    <a:pt x="21925" y="18773"/>
                    <a:pt x="21896" y="18603"/>
                  </a:cubicBezTo>
                  <a:cubicBezTo>
                    <a:pt x="21385" y="16672"/>
                    <a:pt x="20760" y="14741"/>
                    <a:pt x="20022" y="12895"/>
                  </a:cubicBezTo>
                  <a:cubicBezTo>
                    <a:pt x="19908" y="12582"/>
                    <a:pt x="19653" y="12355"/>
                    <a:pt x="19340" y="12270"/>
                  </a:cubicBezTo>
                  <a:cubicBezTo>
                    <a:pt x="17949" y="11844"/>
                    <a:pt x="16529" y="11503"/>
                    <a:pt x="15109" y="11276"/>
                  </a:cubicBezTo>
                  <a:cubicBezTo>
                    <a:pt x="14654" y="11191"/>
                    <a:pt x="14228" y="11077"/>
                    <a:pt x="13831" y="10907"/>
                  </a:cubicBezTo>
                  <a:cubicBezTo>
                    <a:pt x="13604" y="10822"/>
                    <a:pt x="13433" y="10623"/>
                    <a:pt x="13433" y="10367"/>
                  </a:cubicBezTo>
                  <a:cubicBezTo>
                    <a:pt x="13490" y="10140"/>
                    <a:pt x="13661" y="9941"/>
                    <a:pt x="13888" y="9885"/>
                  </a:cubicBezTo>
                  <a:cubicBezTo>
                    <a:pt x="13944" y="9856"/>
                    <a:pt x="13973" y="9856"/>
                    <a:pt x="14030" y="9856"/>
                  </a:cubicBezTo>
                  <a:cubicBezTo>
                    <a:pt x="14512" y="9743"/>
                    <a:pt x="14995" y="9657"/>
                    <a:pt x="15478" y="9572"/>
                  </a:cubicBezTo>
                  <a:cubicBezTo>
                    <a:pt x="15874" y="9523"/>
                    <a:pt x="16270" y="9492"/>
                    <a:pt x="16661" y="9492"/>
                  </a:cubicBezTo>
                  <a:cubicBezTo>
                    <a:pt x="16942" y="9492"/>
                    <a:pt x="17221" y="9508"/>
                    <a:pt x="17494" y="9544"/>
                  </a:cubicBezTo>
                  <a:cubicBezTo>
                    <a:pt x="17661" y="9577"/>
                    <a:pt x="17837" y="9591"/>
                    <a:pt x="18011" y="9591"/>
                  </a:cubicBezTo>
                  <a:cubicBezTo>
                    <a:pt x="18135" y="9591"/>
                    <a:pt x="18257" y="9584"/>
                    <a:pt x="18375" y="9572"/>
                  </a:cubicBezTo>
                  <a:cubicBezTo>
                    <a:pt x="18432" y="9430"/>
                    <a:pt x="18346" y="9373"/>
                    <a:pt x="18318" y="9288"/>
                  </a:cubicBezTo>
                  <a:cubicBezTo>
                    <a:pt x="17778" y="8323"/>
                    <a:pt x="17182" y="7414"/>
                    <a:pt x="16529" y="6533"/>
                  </a:cubicBezTo>
                  <a:cubicBezTo>
                    <a:pt x="16399" y="6299"/>
                    <a:pt x="16150" y="6161"/>
                    <a:pt x="15891" y="6161"/>
                  </a:cubicBezTo>
                  <a:cubicBezTo>
                    <a:pt x="15867" y="6161"/>
                    <a:pt x="15843" y="6162"/>
                    <a:pt x="15819" y="6164"/>
                  </a:cubicBezTo>
                  <a:cubicBezTo>
                    <a:pt x="15724" y="6162"/>
                    <a:pt x="15629" y="6162"/>
                    <a:pt x="15534" y="6162"/>
                  </a:cubicBezTo>
                  <a:cubicBezTo>
                    <a:pt x="14121" y="6162"/>
                    <a:pt x="12687" y="6358"/>
                    <a:pt x="11303" y="6704"/>
                  </a:cubicBezTo>
                  <a:cubicBezTo>
                    <a:pt x="10707" y="6846"/>
                    <a:pt x="10139" y="6988"/>
                    <a:pt x="9543" y="7101"/>
                  </a:cubicBezTo>
                  <a:cubicBezTo>
                    <a:pt x="9356" y="7143"/>
                    <a:pt x="9184" y="7169"/>
                    <a:pt x="9016" y="7169"/>
                  </a:cubicBezTo>
                  <a:cubicBezTo>
                    <a:pt x="8954" y="7169"/>
                    <a:pt x="8894" y="7166"/>
                    <a:pt x="8833" y="7158"/>
                  </a:cubicBezTo>
                  <a:cubicBezTo>
                    <a:pt x="8806" y="7161"/>
                    <a:pt x="8780" y="7162"/>
                    <a:pt x="8754" y="7162"/>
                  </a:cubicBezTo>
                  <a:cubicBezTo>
                    <a:pt x="8469" y="7162"/>
                    <a:pt x="8196" y="7021"/>
                    <a:pt x="8066" y="6761"/>
                  </a:cubicBezTo>
                  <a:cubicBezTo>
                    <a:pt x="7952" y="6477"/>
                    <a:pt x="8009" y="6136"/>
                    <a:pt x="8236" y="5909"/>
                  </a:cubicBezTo>
                  <a:cubicBezTo>
                    <a:pt x="8435" y="5681"/>
                    <a:pt x="8662" y="5454"/>
                    <a:pt x="8918" y="5312"/>
                  </a:cubicBezTo>
                  <a:cubicBezTo>
                    <a:pt x="9599" y="4858"/>
                    <a:pt x="10366" y="4546"/>
                    <a:pt x="11161" y="4375"/>
                  </a:cubicBezTo>
                  <a:cubicBezTo>
                    <a:pt x="11817" y="4266"/>
                    <a:pt x="12472" y="4215"/>
                    <a:pt x="13135" y="4215"/>
                  </a:cubicBezTo>
                  <a:cubicBezTo>
                    <a:pt x="13506" y="4215"/>
                    <a:pt x="13880" y="4231"/>
                    <a:pt x="14257" y="4262"/>
                  </a:cubicBezTo>
                  <a:cubicBezTo>
                    <a:pt x="14314" y="4262"/>
                    <a:pt x="14378" y="4283"/>
                    <a:pt x="14441" y="4283"/>
                  </a:cubicBezTo>
                  <a:cubicBezTo>
                    <a:pt x="14505" y="4283"/>
                    <a:pt x="14569" y="4262"/>
                    <a:pt x="14626" y="4176"/>
                  </a:cubicBezTo>
                  <a:cubicBezTo>
                    <a:pt x="13831" y="3239"/>
                    <a:pt x="12979" y="2387"/>
                    <a:pt x="12013" y="1620"/>
                  </a:cubicBezTo>
                  <a:cubicBezTo>
                    <a:pt x="11804" y="1432"/>
                    <a:pt x="11533" y="1321"/>
                    <a:pt x="11257" y="1321"/>
                  </a:cubicBezTo>
                  <a:cubicBezTo>
                    <a:pt x="11159" y="1321"/>
                    <a:pt x="11060" y="1335"/>
                    <a:pt x="10963" y="1365"/>
                  </a:cubicBezTo>
                  <a:cubicBezTo>
                    <a:pt x="9401" y="1706"/>
                    <a:pt x="7924" y="2330"/>
                    <a:pt x="6589" y="3211"/>
                  </a:cubicBezTo>
                  <a:cubicBezTo>
                    <a:pt x="6305" y="3381"/>
                    <a:pt x="6021" y="3552"/>
                    <a:pt x="5737" y="3694"/>
                  </a:cubicBezTo>
                  <a:cubicBezTo>
                    <a:pt x="5595" y="3779"/>
                    <a:pt x="5396" y="3864"/>
                    <a:pt x="5226" y="3892"/>
                  </a:cubicBezTo>
                  <a:cubicBezTo>
                    <a:pt x="5196" y="3899"/>
                    <a:pt x="5167" y="3902"/>
                    <a:pt x="5138" y="3902"/>
                  </a:cubicBezTo>
                  <a:cubicBezTo>
                    <a:pt x="4921" y="3902"/>
                    <a:pt x="4747" y="3721"/>
                    <a:pt x="4772" y="3495"/>
                  </a:cubicBezTo>
                  <a:cubicBezTo>
                    <a:pt x="4772" y="3296"/>
                    <a:pt x="4828" y="3126"/>
                    <a:pt x="4942" y="2955"/>
                  </a:cubicBezTo>
                  <a:cubicBezTo>
                    <a:pt x="5141" y="2671"/>
                    <a:pt x="5368" y="2416"/>
                    <a:pt x="5652" y="2217"/>
                  </a:cubicBezTo>
                  <a:cubicBezTo>
                    <a:pt x="6532" y="1478"/>
                    <a:pt x="7526" y="882"/>
                    <a:pt x="8605" y="456"/>
                  </a:cubicBezTo>
                  <a:cubicBezTo>
                    <a:pt x="8776" y="428"/>
                    <a:pt x="8946" y="314"/>
                    <a:pt x="9088" y="201"/>
                  </a:cubicBezTo>
                  <a:cubicBezTo>
                    <a:pt x="8681" y="65"/>
                    <a:pt x="8254" y="0"/>
                    <a:pt x="78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5"/>
            <p:cNvSpPr/>
            <p:nvPr/>
          </p:nvSpPr>
          <p:spPr>
            <a:xfrm>
              <a:off x="2657000" y="922550"/>
              <a:ext cx="818625" cy="540575"/>
            </a:xfrm>
            <a:custGeom>
              <a:rect b="b" l="l" r="r" t="t"/>
              <a:pathLst>
                <a:path extrusionOk="0" h="21623" w="32745">
                  <a:moveTo>
                    <a:pt x="8832" y="1516"/>
                  </a:moveTo>
                  <a:cubicBezTo>
                    <a:pt x="9031" y="1516"/>
                    <a:pt x="9201" y="1686"/>
                    <a:pt x="9201" y="1885"/>
                  </a:cubicBezTo>
                  <a:cubicBezTo>
                    <a:pt x="9201" y="2084"/>
                    <a:pt x="9031" y="2226"/>
                    <a:pt x="8832" y="2226"/>
                  </a:cubicBezTo>
                  <a:lnTo>
                    <a:pt x="8832" y="2254"/>
                  </a:lnTo>
                  <a:cubicBezTo>
                    <a:pt x="8633" y="2226"/>
                    <a:pt x="8463" y="2027"/>
                    <a:pt x="8520" y="1828"/>
                  </a:cubicBezTo>
                  <a:cubicBezTo>
                    <a:pt x="8520" y="1658"/>
                    <a:pt x="8662" y="1516"/>
                    <a:pt x="8832" y="1516"/>
                  </a:cubicBezTo>
                  <a:close/>
                  <a:moveTo>
                    <a:pt x="13998" y="2391"/>
                  </a:moveTo>
                  <a:cubicBezTo>
                    <a:pt x="14120" y="2391"/>
                    <a:pt x="14232" y="2474"/>
                    <a:pt x="14256" y="2623"/>
                  </a:cubicBezTo>
                  <a:cubicBezTo>
                    <a:pt x="14256" y="2765"/>
                    <a:pt x="14143" y="2879"/>
                    <a:pt x="14001" y="2907"/>
                  </a:cubicBezTo>
                  <a:cubicBezTo>
                    <a:pt x="13887" y="2907"/>
                    <a:pt x="13774" y="2822"/>
                    <a:pt x="13745" y="2708"/>
                  </a:cubicBezTo>
                  <a:cubicBezTo>
                    <a:pt x="13717" y="2566"/>
                    <a:pt x="13802" y="2424"/>
                    <a:pt x="13944" y="2396"/>
                  </a:cubicBezTo>
                  <a:cubicBezTo>
                    <a:pt x="13962" y="2392"/>
                    <a:pt x="13980" y="2391"/>
                    <a:pt x="13998" y="2391"/>
                  </a:cubicBezTo>
                  <a:close/>
                  <a:moveTo>
                    <a:pt x="18019" y="3246"/>
                  </a:moveTo>
                  <a:cubicBezTo>
                    <a:pt x="18033" y="3246"/>
                    <a:pt x="18047" y="3246"/>
                    <a:pt x="18062" y="3248"/>
                  </a:cubicBezTo>
                  <a:cubicBezTo>
                    <a:pt x="18346" y="3248"/>
                    <a:pt x="18545" y="3475"/>
                    <a:pt x="18545" y="3731"/>
                  </a:cubicBezTo>
                  <a:lnTo>
                    <a:pt x="18545" y="3759"/>
                  </a:lnTo>
                  <a:cubicBezTo>
                    <a:pt x="18516" y="4015"/>
                    <a:pt x="18289" y="4214"/>
                    <a:pt x="18033" y="4214"/>
                  </a:cubicBezTo>
                  <a:cubicBezTo>
                    <a:pt x="17778" y="4214"/>
                    <a:pt x="17551" y="3986"/>
                    <a:pt x="17551" y="3731"/>
                  </a:cubicBezTo>
                  <a:cubicBezTo>
                    <a:pt x="17577" y="3463"/>
                    <a:pt x="17781" y="3246"/>
                    <a:pt x="18019" y="3246"/>
                  </a:cubicBezTo>
                  <a:close/>
                  <a:moveTo>
                    <a:pt x="27065" y="4904"/>
                  </a:moveTo>
                  <a:cubicBezTo>
                    <a:pt x="27131" y="4904"/>
                    <a:pt x="27199" y="4920"/>
                    <a:pt x="27263" y="4952"/>
                  </a:cubicBezTo>
                  <a:cubicBezTo>
                    <a:pt x="27434" y="5037"/>
                    <a:pt x="27519" y="5236"/>
                    <a:pt x="27490" y="5406"/>
                  </a:cubicBezTo>
                  <a:cubicBezTo>
                    <a:pt x="27434" y="5634"/>
                    <a:pt x="27320" y="5832"/>
                    <a:pt x="27150" y="6003"/>
                  </a:cubicBezTo>
                  <a:cubicBezTo>
                    <a:pt x="27074" y="6048"/>
                    <a:pt x="26981" y="6078"/>
                    <a:pt x="26890" y="6078"/>
                  </a:cubicBezTo>
                  <a:cubicBezTo>
                    <a:pt x="26811" y="6078"/>
                    <a:pt x="26733" y="6056"/>
                    <a:pt x="26667" y="6003"/>
                  </a:cubicBezTo>
                  <a:cubicBezTo>
                    <a:pt x="26556" y="5947"/>
                    <a:pt x="26499" y="5838"/>
                    <a:pt x="26523" y="5700"/>
                  </a:cubicBezTo>
                  <a:lnTo>
                    <a:pt x="26523" y="5700"/>
                  </a:lnTo>
                  <a:cubicBezTo>
                    <a:pt x="26523" y="5706"/>
                    <a:pt x="26524" y="5713"/>
                    <a:pt x="26525" y="5719"/>
                  </a:cubicBezTo>
                  <a:lnTo>
                    <a:pt x="26525" y="5690"/>
                  </a:lnTo>
                  <a:lnTo>
                    <a:pt x="26525" y="5690"/>
                  </a:lnTo>
                  <a:cubicBezTo>
                    <a:pt x="26524" y="5694"/>
                    <a:pt x="26523" y="5697"/>
                    <a:pt x="26523" y="5700"/>
                  </a:cubicBezTo>
                  <a:lnTo>
                    <a:pt x="26523" y="5700"/>
                  </a:lnTo>
                  <a:cubicBezTo>
                    <a:pt x="26501" y="5451"/>
                    <a:pt x="26586" y="5203"/>
                    <a:pt x="26780" y="5037"/>
                  </a:cubicBezTo>
                  <a:cubicBezTo>
                    <a:pt x="26851" y="4948"/>
                    <a:pt x="26956" y="4904"/>
                    <a:pt x="27065" y="4904"/>
                  </a:cubicBezTo>
                  <a:close/>
                  <a:moveTo>
                    <a:pt x="12158" y="6054"/>
                  </a:moveTo>
                  <a:cubicBezTo>
                    <a:pt x="12205" y="6054"/>
                    <a:pt x="12251" y="6056"/>
                    <a:pt x="12297" y="6060"/>
                  </a:cubicBezTo>
                  <a:lnTo>
                    <a:pt x="12382" y="6060"/>
                  </a:lnTo>
                  <a:cubicBezTo>
                    <a:pt x="12422" y="6060"/>
                    <a:pt x="12463" y="6058"/>
                    <a:pt x="12503" y="6058"/>
                  </a:cubicBezTo>
                  <a:cubicBezTo>
                    <a:pt x="12665" y="6058"/>
                    <a:pt x="12819" y="6077"/>
                    <a:pt x="12865" y="6258"/>
                  </a:cubicBezTo>
                  <a:cubicBezTo>
                    <a:pt x="12950" y="6514"/>
                    <a:pt x="12865" y="6798"/>
                    <a:pt x="12694" y="6968"/>
                  </a:cubicBezTo>
                  <a:cubicBezTo>
                    <a:pt x="12442" y="7153"/>
                    <a:pt x="12141" y="7248"/>
                    <a:pt x="11836" y="7248"/>
                  </a:cubicBezTo>
                  <a:cubicBezTo>
                    <a:pt x="11626" y="7248"/>
                    <a:pt x="11415" y="7203"/>
                    <a:pt x="11218" y="7110"/>
                  </a:cubicBezTo>
                  <a:cubicBezTo>
                    <a:pt x="10905" y="6940"/>
                    <a:pt x="10905" y="6485"/>
                    <a:pt x="11218" y="6315"/>
                  </a:cubicBezTo>
                  <a:cubicBezTo>
                    <a:pt x="11516" y="6141"/>
                    <a:pt x="11836" y="6054"/>
                    <a:pt x="12158" y="6054"/>
                  </a:cubicBezTo>
                  <a:close/>
                  <a:moveTo>
                    <a:pt x="24477" y="3323"/>
                  </a:moveTo>
                  <a:cubicBezTo>
                    <a:pt x="24640" y="3323"/>
                    <a:pt x="24799" y="3421"/>
                    <a:pt x="24849" y="3589"/>
                  </a:cubicBezTo>
                  <a:cubicBezTo>
                    <a:pt x="24934" y="3873"/>
                    <a:pt x="24991" y="4185"/>
                    <a:pt x="25020" y="4469"/>
                  </a:cubicBezTo>
                  <a:cubicBezTo>
                    <a:pt x="24934" y="5548"/>
                    <a:pt x="24452" y="6571"/>
                    <a:pt x="23685" y="7366"/>
                  </a:cubicBezTo>
                  <a:cubicBezTo>
                    <a:pt x="23543" y="7508"/>
                    <a:pt x="23344" y="7593"/>
                    <a:pt x="23145" y="7650"/>
                  </a:cubicBezTo>
                  <a:cubicBezTo>
                    <a:pt x="23096" y="7662"/>
                    <a:pt x="23047" y="7668"/>
                    <a:pt x="22999" y="7668"/>
                  </a:cubicBezTo>
                  <a:cubicBezTo>
                    <a:pt x="22712" y="7668"/>
                    <a:pt x="22451" y="7463"/>
                    <a:pt x="22379" y="7195"/>
                  </a:cubicBezTo>
                  <a:cubicBezTo>
                    <a:pt x="22322" y="6883"/>
                    <a:pt x="22350" y="6571"/>
                    <a:pt x="22492" y="6287"/>
                  </a:cubicBezTo>
                  <a:cubicBezTo>
                    <a:pt x="22606" y="6060"/>
                    <a:pt x="22719" y="5832"/>
                    <a:pt x="22890" y="5634"/>
                  </a:cubicBezTo>
                  <a:cubicBezTo>
                    <a:pt x="23259" y="5094"/>
                    <a:pt x="23628" y="4498"/>
                    <a:pt x="23912" y="3901"/>
                  </a:cubicBezTo>
                  <a:cubicBezTo>
                    <a:pt x="23997" y="3731"/>
                    <a:pt x="24082" y="3589"/>
                    <a:pt x="24168" y="3475"/>
                  </a:cubicBezTo>
                  <a:cubicBezTo>
                    <a:pt x="24249" y="3370"/>
                    <a:pt x="24364" y="3323"/>
                    <a:pt x="24477" y="3323"/>
                  </a:cubicBezTo>
                  <a:close/>
                  <a:moveTo>
                    <a:pt x="5545" y="3087"/>
                  </a:moveTo>
                  <a:cubicBezTo>
                    <a:pt x="5704" y="3087"/>
                    <a:pt x="5862" y="3092"/>
                    <a:pt x="6021" y="3106"/>
                  </a:cubicBezTo>
                  <a:cubicBezTo>
                    <a:pt x="6153" y="3102"/>
                    <a:pt x="6284" y="3101"/>
                    <a:pt x="6416" y="3101"/>
                  </a:cubicBezTo>
                  <a:cubicBezTo>
                    <a:pt x="7300" y="3101"/>
                    <a:pt x="8169" y="3181"/>
                    <a:pt x="9059" y="3305"/>
                  </a:cubicBezTo>
                  <a:cubicBezTo>
                    <a:pt x="10195" y="3418"/>
                    <a:pt x="11303" y="3617"/>
                    <a:pt x="12410" y="3873"/>
                  </a:cubicBezTo>
                  <a:cubicBezTo>
                    <a:pt x="14029" y="4242"/>
                    <a:pt x="15620" y="4782"/>
                    <a:pt x="17125" y="5463"/>
                  </a:cubicBezTo>
                  <a:cubicBezTo>
                    <a:pt x="18346" y="6088"/>
                    <a:pt x="19510" y="6826"/>
                    <a:pt x="20589" y="7678"/>
                  </a:cubicBezTo>
                  <a:cubicBezTo>
                    <a:pt x="21413" y="8331"/>
                    <a:pt x="22180" y="9041"/>
                    <a:pt x="22918" y="9808"/>
                  </a:cubicBezTo>
                  <a:cubicBezTo>
                    <a:pt x="23145" y="10007"/>
                    <a:pt x="23316" y="10263"/>
                    <a:pt x="23429" y="10547"/>
                  </a:cubicBezTo>
                  <a:cubicBezTo>
                    <a:pt x="23458" y="10660"/>
                    <a:pt x="23401" y="10745"/>
                    <a:pt x="23316" y="10802"/>
                  </a:cubicBezTo>
                  <a:cubicBezTo>
                    <a:pt x="23259" y="10802"/>
                    <a:pt x="23174" y="10802"/>
                    <a:pt x="23117" y="10774"/>
                  </a:cubicBezTo>
                  <a:cubicBezTo>
                    <a:pt x="23003" y="10660"/>
                    <a:pt x="22890" y="10518"/>
                    <a:pt x="22776" y="10405"/>
                  </a:cubicBezTo>
                  <a:cubicBezTo>
                    <a:pt x="21413" y="8928"/>
                    <a:pt x="19851" y="7621"/>
                    <a:pt x="18119" y="6599"/>
                  </a:cubicBezTo>
                  <a:cubicBezTo>
                    <a:pt x="16926" y="5918"/>
                    <a:pt x="15676" y="5350"/>
                    <a:pt x="14370" y="4924"/>
                  </a:cubicBezTo>
                  <a:cubicBezTo>
                    <a:pt x="12893" y="4469"/>
                    <a:pt x="11360" y="4128"/>
                    <a:pt x="9826" y="3930"/>
                  </a:cubicBezTo>
                  <a:cubicBezTo>
                    <a:pt x="8889" y="3788"/>
                    <a:pt x="7952" y="3702"/>
                    <a:pt x="6986" y="3702"/>
                  </a:cubicBezTo>
                  <a:lnTo>
                    <a:pt x="4203" y="3702"/>
                  </a:lnTo>
                  <a:cubicBezTo>
                    <a:pt x="4119" y="3695"/>
                    <a:pt x="4036" y="3691"/>
                    <a:pt x="3953" y="3691"/>
                  </a:cubicBezTo>
                  <a:cubicBezTo>
                    <a:pt x="3725" y="3691"/>
                    <a:pt x="3502" y="3718"/>
                    <a:pt x="3294" y="3759"/>
                  </a:cubicBezTo>
                  <a:lnTo>
                    <a:pt x="3010" y="3759"/>
                  </a:lnTo>
                  <a:cubicBezTo>
                    <a:pt x="2783" y="3731"/>
                    <a:pt x="2584" y="3560"/>
                    <a:pt x="2613" y="3418"/>
                  </a:cubicBezTo>
                  <a:cubicBezTo>
                    <a:pt x="2698" y="3220"/>
                    <a:pt x="2868" y="3220"/>
                    <a:pt x="3039" y="3220"/>
                  </a:cubicBezTo>
                  <a:cubicBezTo>
                    <a:pt x="3098" y="3221"/>
                    <a:pt x="3157" y="3222"/>
                    <a:pt x="3216" y="3222"/>
                  </a:cubicBezTo>
                  <a:cubicBezTo>
                    <a:pt x="3993" y="3222"/>
                    <a:pt x="4769" y="3087"/>
                    <a:pt x="5545" y="3087"/>
                  </a:cubicBezTo>
                  <a:close/>
                  <a:moveTo>
                    <a:pt x="17397" y="8622"/>
                  </a:moveTo>
                  <a:cubicBezTo>
                    <a:pt x="17551" y="8622"/>
                    <a:pt x="17708" y="8680"/>
                    <a:pt x="17835" y="8786"/>
                  </a:cubicBezTo>
                  <a:cubicBezTo>
                    <a:pt x="18005" y="8928"/>
                    <a:pt x="18062" y="9155"/>
                    <a:pt x="18005" y="9354"/>
                  </a:cubicBezTo>
                  <a:cubicBezTo>
                    <a:pt x="17891" y="9780"/>
                    <a:pt x="17693" y="10149"/>
                    <a:pt x="17409" y="10461"/>
                  </a:cubicBezTo>
                  <a:cubicBezTo>
                    <a:pt x="16131" y="11853"/>
                    <a:pt x="14427" y="12818"/>
                    <a:pt x="12552" y="13188"/>
                  </a:cubicBezTo>
                  <a:cubicBezTo>
                    <a:pt x="12439" y="13216"/>
                    <a:pt x="12354" y="13216"/>
                    <a:pt x="12268" y="13216"/>
                  </a:cubicBezTo>
                  <a:cubicBezTo>
                    <a:pt x="12183" y="13216"/>
                    <a:pt x="12126" y="13216"/>
                    <a:pt x="12070" y="13188"/>
                  </a:cubicBezTo>
                  <a:cubicBezTo>
                    <a:pt x="11842" y="13131"/>
                    <a:pt x="11757" y="12875"/>
                    <a:pt x="11842" y="12676"/>
                  </a:cubicBezTo>
                  <a:cubicBezTo>
                    <a:pt x="11956" y="12534"/>
                    <a:pt x="12098" y="12421"/>
                    <a:pt x="12268" y="12336"/>
                  </a:cubicBezTo>
                  <a:cubicBezTo>
                    <a:pt x="13064" y="11853"/>
                    <a:pt x="13774" y="11285"/>
                    <a:pt x="14398" y="10632"/>
                  </a:cubicBezTo>
                  <a:cubicBezTo>
                    <a:pt x="14938" y="10092"/>
                    <a:pt x="15534" y="9581"/>
                    <a:pt x="16188" y="9155"/>
                  </a:cubicBezTo>
                  <a:cubicBezTo>
                    <a:pt x="16500" y="8899"/>
                    <a:pt x="16841" y="8729"/>
                    <a:pt x="17238" y="8644"/>
                  </a:cubicBezTo>
                  <a:cubicBezTo>
                    <a:pt x="17290" y="8629"/>
                    <a:pt x="17343" y="8622"/>
                    <a:pt x="17397" y="8622"/>
                  </a:cubicBezTo>
                  <a:close/>
                  <a:moveTo>
                    <a:pt x="14393" y="0"/>
                  </a:moveTo>
                  <a:cubicBezTo>
                    <a:pt x="13590" y="0"/>
                    <a:pt x="12787" y="37"/>
                    <a:pt x="11984" y="124"/>
                  </a:cubicBezTo>
                  <a:cubicBezTo>
                    <a:pt x="11814" y="153"/>
                    <a:pt x="11757" y="238"/>
                    <a:pt x="11786" y="408"/>
                  </a:cubicBezTo>
                  <a:cubicBezTo>
                    <a:pt x="11842" y="891"/>
                    <a:pt x="11928" y="1345"/>
                    <a:pt x="12013" y="1800"/>
                  </a:cubicBezTo>
                  <a:cubicBezTo>
                    <a:pt x="12041" y="1970"/>
                    <a:pt x="12041" y="2112"/>
                    <a:pt x="12070" y="2282"/>
                  </a:cubicBezTo>
                  <a:cubicBezTo>
                    <a:pt x="12041" y="2396"/>
                    <a:pt x="11984" y="2510"/>
                    <a:pt x="11871" y="2538"/>
                  </a:cubicBezTo>
                  <a:cubicBezTo>
                    <a:pt x="11828" y="2560"/>
                    <a:pt x="11780" y="2569"/>
                    <a:pt x="11733" y="2569"/>
                  </a:cubicBezTo>
                  <a:cubicBezTo>
                    <a:pt x="11657" y="2569"/>
                    <a:pt x="11583" y="2545"/>
                    <a:pt x="11530" y="2510"/>
                  </a:cubicBezTo>
                  <a:cubicBezTo>
                    <a:pt x="11417" y="2396"/>
                    <a:pt x="11331" y="2282"/>
                    <a:pt x="11275" y="2169"/>
                  </a:cubicBezTo>
                  <a:cubicBezTo>
                    <a:pt x="10905" y="1629"/>
                    <a:pt x="10479" y="1118"/>
                    <a:pt x="9997" y="692"/>
                  </a:cubicBezTo>
                  <a:cubicBezTo>
                    <a:pt x="9866" y="519"/>
                    <a:pt x="9670" y="444"/>
                    <a:pt x="9470" y="444"/>
                  </a:cubicBezTo>
                  <a:cubicBezTo>
                    <a:pt x="9409" y="444"/>
                    <a:pt x="9347" y="452"/>
                    <a:pt x="9287" y="465"/>
                  </a:cubicBezTo>
                  <a:cubicBezTo>
                    <a:pt x="8435" y="664"/>
                    <a:pt x="7554" y="834"/>
                    <a:pt x="6702" y="1061"/>
                  </a:cubicBezTo>
                  <a:cubicBezTo>
                    <a:pt x="4658" y="1629"/>
                    <a:pt x="2698" y="2396"/>
                    <a:pt x="682" y="3021"/>
                  </a:cubicBezTo>
                  <a:cubicBezTo>
                    <a:pt x="597" y="3049"/>
                    <a:pt x="511" y="3078"/>
                    <a:pt x="426" y="3106"/>
                  </a:cubicBezTo>
                  <a:cubicBezTo>
                    <a:pt x="57" y="3305"/>
                    <a:pt x="0" y="3617"/>
                    <a:pt x="369" y="3873"/>
                  </a:cubicBezTo>
                  <a:cubicBezTo>
                    <a:pt x="483" y="3958"/>
                    <a:pt x="597" y="4015"/>
                    <a:pt x="710" y="4100"/>
                  </a:cubicBezTo>
                  <a:cubicBezTo>
                    <a:pt x="994" y="4242"/>
                    <a:pt x="1221" y="4441"/>
                    <a:pt x="1420" y="4668"/>
                  </a:cubicBezTo>
                  <a:cubicBezTo>
                    <a:pt x="1704" y="4952"/>
                    <a:pt x="1931" y="5264"/>
                    <a:pt x="2187" y="5577"/>
                  </a:cubicBezTo>
                  <a:cubicBezTo>
                    <a:pt x="2300" y="5804"/>
                    <a:pt x="2556" y="5946"/>
                    <a:pt x="2812" y="5974"/>
                  </a:cubicBezTo>
                  <a:cubicBezTo>
                    <a:pt x="3352" y="6016"/>
                    <a:pt x="3893" y="6042"/>
                    <a:pt x="4444" y="6042"/>
                  </a:cubicBezTo>
                  <a:cubicBezTo>
                    <a:pt x="4646" y="6042"/>
                    <a:pt x="4850" y="6039"/>
                    <a:pt x="5055" y="6031"/>
                  </a:cubicBezTo>
                  <a:lnTo>
                    <a:pt x="7015" y="6031"/>
                  </a:lnTo>
                  <a:cubicBezTo>
                    <a:pt x="7185" y="6031"/>
                    <a:pt x="7384" y="6060"/>
                    <a:pt x="7554" y="6145"/>
                  </a:cubicBezTo>
                  <a:cubicBezTo>
                    <a:pt x="7810" y="6258"/>
                    <a:pt x="7895" y="6571"/>
                    <a:pt x="7725" y="6798"/>
                  </a:cubicBezTo>
                  <a:cubicBezTo>
                    <a:pt x="7554" y="7025"/>
                    <a:pt x="7327" y="7195"/>
                    <a:pt x="7071" y="7309"/>
                  </a:cubicBezTo>
                  <a:cubicBezTo>
                    <a:pt x="6532" y="7508"/>
                    <a:pt x="5992" y="7678"/>
                    <a:pt x="5453" y="7735"/>
                  </a:cubicBezTo>
                  <a:cubicBezTo>
                    <a:pt x="4771" y="7820"/>
                    <a:pt x="4090" y="7905"/>
                    <a:pt x="3351" y="7991"/>
                  </a:cubicBezTo>
                  <a:cubicBezTo>
                    <a:pt x="3522" y="8672"/>
                    <a:pt x="3664" y="9240"/>
                    <a:pt x="3806" y="9837"/>
                  </a:cubicBezTo>
                  <a:cubicBezTo>
                    <a:pt x="3891" y="10149"/>
                    <a:pt x="3976" y="10518"/>
                    <a:pt x="4033" y="10802"/>
                  </a:cubicBezTo>
                  <a:cubicBezTo>
                    <a:pt x="4102" y="11033"/>
                    <a:pt x="4152" y="11095"/>
                    <a:pt x="4336" y="11095"/>
                  </a:cubicBezTo>
                  <a:cubicBezTo>
                    <a:pt x="4379" y="11095"/>
                    <a:pt x="4428" y="11091"/>
                    <a:pt x="4487" y="11086"/>
                  </a:cubicBezTo>
                  <a:lnTo>
                    <a:pt x="4771" y="11029"/>
                  </a:lnTo>
                  <a:cubicBezTo>
                    <a:pt x="6447" y="10717"/>
                    <a:pt x="8065" y="10263"/>
                    <a:pt x="9656" y="9638"/>
                  </a:cubicBezTo>
                  <a:cubicBezTo>
                    <a:pt x="10025" y="9496"/>
                    <a:pt x="10394" y="9382"/>
                    <a:pt x="10763" y="9269"/>
                  </a:cubicBezTo>
                  <a:cubicBezTo>
                    <a:pt x="10877" y="9212"/>
                    <a:pt x="11019" y="9183"/>
                    <a:pt x="11133" y="9183"/>
                  </a:cubicBezTo>
                  <a:cubicBezTo>
                    <a:pt x="11186" y="9161"/>
                    <a:pt x="11241" y="9150"/>
                    <a:pt x="11296" y="9150"/>
                  </a:cubicBezTo>
                  <a:cubicBezTo>
                    <a:pt x="11447" y="9150"/>
                    <a:pt x="11597" y="9229"/>
                    <a:pt x="11701" y="9354"/>
                  </a:cubicBezTo>
                  <a:cubicBezTo>
                    <a:pt x="11814" y="9553"/>
                    <a:pt x="11814" y="9780"/>
                    <a:pt x="11701" y="9950"/>
                  </a:cubicBezTo>
                  <a:cubicBezTo>
                    <a:pt x="11559" y="10177"/>
                    <a:pt x="11388" y="10376"/>
                    <a:pt x="11218" y="10575"/>
                  </a:cubicBezTo>
                  <a:cubicBezTo>
                    <a:pt x="10792" y="11029"/>
                    <a:pt x="10337" y="11455"/>
                    <a:pt x="9798" y="11824"/>
                  </a:cubicBezTo>
                  <a:cubicBezTo>
                    <a:pt x="8406" y="12875"/>
                    <a:pt x="6873" y="13670"/>
                    <a:pt x="5226" y="14182"/>
                  </a:cubicBezTo>
                  <a:cubicBezTo>
                    <a:pt x="4885" y="14295"/>
                    <a:pt x="4885" y="14324"/>
                    <a:pt x="4970" y="14636"/>
                  </a:cubicBezTo>
                  <a:cubicBezTo>
                    <a:pt x="5396" y="16084"/>
                    <a:pt x="5936" y="17476"/>
                    <a:pt x="6560" y="18839"/>
                  </a:cubicBezTo>
                  <a:cubicBezTo>
                    <a:pt x="6645" y="19009"/>
                    <a:pt x="6731" y="19151"/>
                    <a:pt x="6816" y="19322"/>
                  </a:cubicBezTo>
                  <a:cubicBezTo>
                    <a:pt x="6863" y="19416"/>
                    <a:pt x="6968" y="19471"/>
                    <a:pt x="7068" y="19471"/>
                  </a:cubicBezTo>
                  <a:cubicBezTo>
                    <a:pt x="7088" y="19471"/>
                    <a:pt x="7109" y="19469"/>
                    <a:pt x="7128" y="19464"/>
                  </a:cubicBezTo>
                  <a:cubicBezTo>
                    <a:pt x="7242" y="19435"/>
                    <a:pt x="7355" y="19407"/>
                    <a:pt x="7469" y="19379"/>
                  </a:cubicBezTo>
                  <a:cubicBezTo>
                    <a:pt x="9230" y="18896"/>
                    <a:pt x="10905" y="18101"/>
                    <a:pt x="12410" y="17050"/>
                  </a:cubicBezTo>
                  <a:cubicBezTo>
                    <a:pt x="13149" y="16510"/>
                    <a:pt x="13859" y="15942"/>
                    <a:pt x="14569" y="15374"/>
                  </a:cubicBezTo>
                  <a:cubicBezTo>
                    <a:pt x="14966" y="15062"/>
                    <a:pt x="15392" y="14750"/>
                    <a:pt x="15790" y="14466"/>
                  </a:cubicBezTo>
                  <a:cubicBezTo>
                    <a:pt x="15989" y="14324"/>
                    <a:pt x="16216" y="14210"/>
                    <a:pt x="16443" y="14153"/>
                  </a:cubicBezTo>
                  <a:cubicBezTo>
                    <a:pt x="16518" y="14126"/>
                    <a:pt x="16593" y="14114"/>
                    <a:pt x="16666" y="14114"/>
                  </a:cubicBezTo>
                  <a:cubicBezTo>
                    <a:pt x="16979" y="14114"/>
                    <a:pt x="17249" y="14347"/>
                    <a:pt x="17295" y="14693"/>
                  </a:cubicBezTo>
                  <a:cubicBezTo>
                    <a:pt x="17323" y="14863"/>
                    <a:pt x="17323" y="15034"/>
                    <a:pt x="17295" y="15176"/>
                  </a:cubicBezTo>
                  <a:cubicBezTo>
                    <a:pt x="17210" y="15744"/>
                    <a:pt x="16983" y="16255"/>
                    <a:pt x="16670" y="16737"/>
                  </a:cubicBezTo>
                  <a:cubicBezTo>
                    <a:pt x="16244" y="17419"/>
                    <a:pt x="15733" y="18072"/>
                    <a:pt x="15165" y="18669"/>
                  </a:cubicBezTo>
                  <a:cubicBezTo>
                    <a:pt x="14256" y="19577"/>
                    <a:pt x="13291" y="20429"/>
                    <a:pt x="12297" y="21253"/>
                  </a:cubicBezTo>
                  <a:cubicBezTo>
                    <a:pt x="12155" y="21338"/>
                    <a:pt x="11984" y="21395"/>
                    <a:pt x="12013" y="21622"/>
                  </a:cubicBezTo>
                  <a:cubicBezTo>
                    <a:pt x="12751" y="21565"/>
                    <a:pt x="13490" y="21423"/>
                    <a:pt x="14200" y="21139"/>
                  </a:cubicBezTo>
                  <a:cubicBezTo>
                    <a:pt x="16017" y="20458"/>
                    <a:pt x="17693" y="19464"/>
                    <a:pt x="19169" y="18186"/>
                  </a:cubicBezTo>
                  <a:cubicBezTo>
                    <a:pt x="20476" y="17078"/>
                    <a:pt x="21612" y="15800"/>
                    <a:pt x="22606" y="14409"/>
                  </a:cubicBezTo>
                  <a:cubicBezTo>
                    <a:pt x="22946" y="13869"/>
                    <a:pt x="23344" y="13358"/>
                    <a:pt x="23656" y="12818"/>
                  </a:cubicBezTo>
                  <a:cubicBezTo>
                    <a:pt x="23789" y="12526"/>
                    <a:pt x="24097" y="12333"/>
                    <a:pt x="24438" y="12333"/>
                  </a:cubicBezTo>
                  <a:cubicBezTo>
                    <a:pt x="24462" y="12333"/>
                    <a:pt x="24485" y="12334"/>
                    <a:pt x="24508" y="12336"/>
                  </a:cubicBezTo>
                  <a:cubicBezTo>
                    <a:pt x="25644" y="12307"/>
                    <a:pt x="26780" y="12137"/>
                    <a:pt x="27888" y="11796"/>
                  </a:cubicBezTo>
                  <a:cubicBezTo>
                    <a:pt x="28768" y="11540"/>
                    <a:pt x="29592" y="11143"/>
                    <a:pt x="30330" y="10603"/>
                  </a:cubicBezTo>
                  <a:cubicBezTo>
                    <a:pt x="31125" y="10035"/>
                    <a:pt x="31779" y="9269"/>
                    <a:pt x="32205" y="8417"/>
                  </a:cubicBezTo>
                  <a:cubicBezTo>
                    <a:pt x="32744" y="7309"/>
                    <a:pt x="32602" y="5747"/>
                    <a:pt x="31892" y="5037"/>
                  </a:cubicBezTo>
                  <a:cubicBezTo>
                    <a:pt x="31722" y="5066"/>
                    <a:pt x="31665" y="5293"/>
                    <a:pt x="31551" y="5435"/>
                  </a:cubicBezTo>
                  <a:cubicBezTo>
                    <a:pt x="30955" y="6230"/>
                    <a:pt x="30245" y="6911"/>
                    <a:pt x="29450" y="7479"/>
                  </a:cubicBezTo>
                  <a:cubicBezTo>
                    <a:pt x="29137" y="7735"/>
                    <a:pt x="28768" y="7877"/>
                    <a:pt x="28371" y="7934"/>
                  </a:cubicBezTo>
                  <a:cubicBezTo>
                    <a:pt x="28359" y="7935"/>
                    <a:pt x="28347" y="7936"/>
                    <a:pt x="28335" y="7936"/>
                  </a:cubicBezTo>
                  <a:cubicBezTo>
                    <a:pt x="28070" y="7936"/>
                    <a:pt x="27893" y="7640"/>
                    <a:pt x="28001" y="7423"/>
                  </a:cubicBezTo>
                  <a:cubicBezTo>
                    <a:pt x="28115" y="7167"/>
                    <a:pt x="28285" y="6940"/>
                    <a:pt x="28484" y="6769"/>
                  </a:cubicBezTo>
                  <a:cubicBezTo>
                    <a:pt x="29251" y="5804"/>
                    <a:pt x="29847" y="4753"/>
                    <a:pt x="30245" y="3617"/>
                  </a:cubicBezTo>
                  <a:cubicBezTo>
                    <a:pt x="30217" y="3560"/>
                    <a:pt x="30188" y="3532"/>
                    <a:pt x="30160" y="3504"/>
                  </a:cubicBezTo>
                  <a:cubicBezTo>
                    <a:pt x="30046" y="3418"/>
                    <a:pt x="29933" y="3333"/>
                    <a:pt x="29791" y="3276"/>
                  </a:cubicBezTo>
                  <a:cubicBezTo>
                    <a:pt x="27718" y="2112"/>
                    <a:pt x="25446" y="1288"/>
                    <a:pt x="23088" y="891"/>
                  </a:cubicBezTo>
                  <a:cubicBezTo>
                    <a:pt x="22855" y="849"/>
                    <a:pt x="22607" y="727"/>
                    <a:pt x="22342" y="727"/>
                  </a:cubicBezTo>
                  <a:cubicBezTo>
                    <a:pt x="22252" y="727"/>
                    <a:pt x="22160" y="741"/>
                    <a:pt x="22066" y="777"/>
                  </a:cubicBezTo>
                  <a:cubicBezTo>
                    <a:pt x="22009" y="1090"/>
                    <a:pt x="21981" y="1430"/>
                    <a:pt x="22038" y="1743"/>
                  </a:cubicBezTo>
                  <a:cubicBezTo>
                    <a:pt x="22038" y="2311"/>
                    <a:pt x="21924" y="2879"/>
                    <a:pt x="21697" y="3390"/>
                  </a:cubicBezTo>
                  <a:cubicBezTo>
                    <a:pt x="21640" y="3589"/>
                    <a:pt x="21498" y="3759"/>
                    <a:pt x="21356" y="3901"/>
                  </a:cubicBezTo>
                  <a:cubicBezTo>
                    <a:pt x="21246" y="4034"/>
                    <a:pt x="21101" y="4093"/>
                    <a:pt x="20961" y="4093"/>
                  </a:cubicBezTo>
                  <a:cubicBezTo>
                    <a:pt x="20739" y="4093"/>
                    <a:pt x="20528" y="3946"/>
                    <a:pt x="20476" y="3702"/>
                  </a:cubicBezTo>
                  <a:cubicBezTo>
                    <a:pt x="20362" y="3418"/>
                    <a:pt x="20334" y="3163"/>
                    <a:pt x="20334" y="2879"/>
                  </a:cubicBezTo>
                  <a:cubicBezTo>
                    <a:pt x="20277" y="2112"/>
                    <a:pt x="20135" y="1374"/>
                    <a:pt x="19851" y="692"/>
                  </a:cubicBezTo>
                  <a:cubicBezTo>
                    <a:pt x="19766" y="493"/>
                    <a:pt x="19595" y="351"/>
                    <a:pt x="19368" y="323"/>
                  </a:cubicBezTo>
                  <a:cubicBezTo>
                    <a:pt x="18573" y="238"/>
                    <a:pt x="17749" y="153"/>
                    <a:pt x="16926" y="96"/>
                  </a:cubicBezTo>
                  <a:cubicBezTo>
                    <a:pt x="16904" y="92"/>
                    <a:pt x="16884" y="90"/>
                    <a:pt x="16866" y="90"/>
                  </a:cubicBezTo>
                  <a:cubicBezTo>
                    <a:pt x="16742" y="90"/>
                    <a:pt x="16699" y="174"/>
                    <a:pt x="16699" y="323"/>
                  </a:cubicBezTo>
                  <a:cubicBezTo>
                    <a:pt x="16727" y="863"/>
                    <a:pt x="16670" y="1402"/>
                    <a:pt x="16528" y="1913"/>
                  </a:cubicBezTo>
                  <a:cubicBezTo>
                    <a:pt x="16472" y="2055"/>
                    <a:pt x="16415" y="2169"/>
                    <a:pt x="16330" y="2311"/>
                  </a:cubicBezTo>
                  <a:cubicBezTo>
                    <a:pt x="16267" y="2394"/>
                    <a:pt x="16174" y="2447"/>
                    <a:pt x="16073" y="2447"/>
                  </a:cubicBezTo>
                  <a:cubicBezTo>
                    <a:pt x="16036" y="2447"/>
                    <a:pt x="15998" y="2440"/>
                    <a:pt x="15960" y="2424"/>
                  </a:cubicBezTo>
                  <a:cubicBezTo>
                    <a:pt x="15847" y="2424"/>
                    <a:pt x="15762" y="2339"/>
                    <a:pt x="15705" y="2226"/>
                  </a:cubicBezTo>
                  <a:cubicBezTo>
                    <a:pt x="15676" y="2055"/>
                    <a:pt x="15648" y="1885"/>
                    <a:pt x="15620" y="1743"/>
                  </a:cubicBezTo>
                  <a:cubicBezTo>
                    <a:pt x="15563" y="1260"/>
                    <a:pt x="15478" y="749"/>
                    <a:pt x="15421" y="266"/>
                  </a:cubicBezTo>
                  <a:cubicBezTo>
                    <a:pt x="15421" y="124"/>
                    <a:pt x="15279" y="11"/>
                    <a:pt x="15137" y="11"/>
                  </a:cubicBezTo>
                  <a:cubicBezTo>
                    <a:pt x="14889" y="4"/>
                    <a:pt x="14641" y="0"/>
                    <a:pt x="143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5"/>
            <p:cNvSpPr/>
            <p:nvPr/>
          </p:nvSpPr>
          <p:spPr>
            <a:xfrm>
              <a:off x="2722300" y="999700"/>
              <a:ext cx="520450" cy="191800"/>
            </a:xfrm>
            <a:custGeom>
              <a:rect b="b" l="l" r="r" t="t"/>
              <a:pathLst>
                <a:path extrusionOk="0" h="7672" w="20818">
                  <a:moveTo>
                    <a:pt x="2933" y="1"/>
                  </a:moveTo>
                  <a:cubicBezTo>
                    <a:pt x="2157" y="1"/>
                    <a:pt x="1381" y="136"/>
                    <a:pt x="604" y="136"/>
                  </a:cubicBezTo>
                  <a:cubicBezTo>
                    <a:pt x="545" y="136"/>
                    <a:pt x="486" y="135"/>
                    <a:pt x="427" y="134"/>
                  </a:cubicBezTo>
                  <a:cubicBezTo>
                    <a:pt x="285" y="134"/>
                    <a:pt x="114" y="134"/>
                    <a:pt x="29" y="332"/>
                  </a:cubicBezTo>
                  <a:cubicBezTo>
                    <a:pt x="1" y="474"/>
                    <a:pt x="171" y="616"/>
                    <a:pt x="427" y="645"/>
                  </a:cubicBezTo>
                  <a:cubicBezTo>
                    <a:pt x="469" y="659"/>
                    <a:pt x="512" y="666"/>
                    <a:pt x="555" y="666"/>
                  </a:cubicBezTo>
                  <a:cubicBezTo>
                    <a:pt x="597" y="666"/>
                    <a:pt x="640" y="659"/>
                    <a:pt x="682" y="645"/>
                  </a:cubicBezTo>
                  <a:cubicBezTo>
                    <a:pt x="995" y="588"/>
                    <a:pt x="1307" y="588"/>
                    <a:pt x="1591" y="588"/>
                  </a:cubicBezTo>
                  <a:lnTo>
                    <a:pt x="4403" y="588"/>
                  </a:lnTo>
                  <a:cubicBezTo>
                    <a:pt x="5368" y="616"/>
                    <a:pt x="6305" y="702"/>
                    <a:pt x="7243" y="844"/>
                  </a:cubicBezTo>
                  <a:cubicBezTo>
                    <a:pt x="8776" y="1042"/>
                    <a:pt x="10281" y="1383"/>
                    <a:pt x="11758" y="1838"/>
                  </a:cubicBezTo>
                  <a:cubicBezTo>
                    <a:pt x="13064" y="2235"/>
                    <a:pt x="14314" y="2803"/>
                    <a:pt x="15507" y="3485"/>
                  </a:cubicBezTo>
                  <a:cubicBezTo>
                    <a:pt x="17211" y="4507"/>
                    <a:pt x="18801" y="5785"/>
                    <a:pt x="20136" y="7290"/>
                  </a:cubicBezTo>
                  <a:cubicBezTo>
                    <a:pt x="20249" y="7404"/>
                    <a:pt x="20363" y="7517"/>
                    <a:pt x="20505" y="7631"/>
                  </a:cubicBezTo>
                  <a:cubicBezTo>
                    <a:pt x="20545" y="7651"/>
                    <a:pt x="20585" y="7671"/>
                    <a:pt x="20635" y="7671"/>
                  </a:cubicBezTo>
                  <a:cubicBezTo>
                    <a:pt x="20656" y="7671"/>
                    <a:pt x="20679" y="7668"/>
                    <a:pt x="20704" y="7659"/>
                  </a:cubicBezTo>
                  <a:cubicBezTo>
                    <a:pt x="20789" y="7631"/>
                    <a:pt x="20817" y="7517"/>
                    <a:pt x="20789" y="7432"/>
                  </a:cubicBezTo>
                  <a:cubicBezTo>
                    <a:pt x="20675" y="7148"/>
                    <a:pt x="20505" y="6893"/>
                    <a:pt x="20278" y="6694"/>
                  </a:cubicBezTo>
                  <a:cubicBezTo>
                    <a:pt x="19568" y="5927"/>
                    <a:pt x="18801" y="5217"/>
                    <a:pt x="17977" y="4564"/>
                  </a:cubicBezTo>
                  <a:cubicBezTo>
                    <a:pt x="16898" y="3683"/>
                    <a:pt x="15734" y="2945"/>
                    <a:pt x="14484" y="2349"/>
                  </a:cubicBezTo>
                  <a:cubicBezTo>
                    <a:pt x="12979" y="1639"/>
                    <a:pt x="11417" y="1099"/>
                    <a:pt x="9798" y="758"/>
                  </a:cubicBezTo>
                  <a:cubicBezTo>
                    <a:pt x="8691" y="503"/>
                    <a:pt x="7555" y="304"/>
                    <a:pt x="6419" y="190"/>
                  </a:cubicBezTo>
                  <a:cubicBezTo>
                    <a:pt x="5591" y="72"/>
                    <a:pt x="4743" y="13"/>
                    <a:pt x="3908" y="13"/>
                  </a:cubicBezTo>
                  <a:cubicBezTo>
                    <a:pt x="3741" y="13"/>
                    <a:pt x="3574" y="15"/>
                    <a:pt x="3409" y="20"/>
                  </a:cubicBezTo>
                  <a:cubicBezTo>
                    <a:pt x="3250" y="6"/>
                    <a:pt x="3092" y="1"/>
                    <a:pt x="2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5"/>
            <p:cNvSpPr/>
            <p:nvPr/>
          </p:nvSpPr>
          <p:spPr>
            <a:xfrm>
              <a:off x="3084400" y="2508875"/>
              <a:ext cx="740525" cy="249225"/>
            </a:xfrm>
            <a:custGeom>
              <a:rect b="b" l="l" r="r" t="t"/>
              <a:pathLst>
                <a:path extrusionOk="0" h="9969" w="29621">
                  <a:moveTo>
                    <a:pt x="29620" y="1"/>
                  </a:moveTo>
                  <a:lnTo>
                    <a:pt x="29620" y="1"/>
                  </a:lnTo>
                  <a:cubicBezTo>
                    <a:pt x="29566" y="265"/>
                    <a:pt x="29511" y="529"/>
                    <a:pt x="29456" y="793"/>
                  </a:cubicBezTo>
                  <a:lnTo>
                    <a:pt x="29456" y="793"/>
                  </a:lnTo>
                  <a:cubicBezTo>
                    <a:pt x="29511" y="529"/>
                    <a:pt x="29566" y="265"/>
                    <a:pt x="29620" y="1"/>
                  </a:cubicBezTo>
                  <a:close/>
                  <a:moveTo>
                    <a:pt x="29456" y="793"/>
                  </a:moveTo>
                  <a:lnTo>
                    <a:pt x="29456" y="793"/>
                  </a:lnTo>
                  <a:cubicBezTo>
                    <a:pt x="29167" y="2174"/>
                    <a:pt x="28869" y="3546"/>
                    <a:pt x="28578" y="4925"/>
                  </a:cubicBezTo>
                  <a:lnTo>
                    <a:pt x="28578" y="4925"/>
                  </a:lnTo>
                  <a:cubicBezTo>
                    <a:pt x="28585" y="4921"/>
                    <a:pt x="28591" y="4917"/>
                    <a:pt x="28598" y="4914"/>
                  </a:cubicBezTo>
                  <a:cubicBezTo>
                    <a:pt x="28884" y="3531"/>
                    <a:pt x="29170" y="2169"/>
                    <a:pt x="29456" y="793"/>
                  </a:cubicBezTo>
                  <a:close/>
                  <a:moveTo>
                    <a:pt x="28578" y="4925"/>
                  </a:moveTo>
                  <a:lnTo>
                    <a:pt x="28578" y="4925"/>
                  </a:lnTo>
                  <a:cubicBezTo>
                    <a:pt x="26465" y="6118"/>
                    <a:pt x="21559" y="7867"/>
                    <a:pt x="13831" y="7867"/>
                  </a:cubicBezTo>
                  <a:cubicBezTo>
                    <a:pt x="7270" y="7867"/>
                    <a:pt x="2272" y="6163"/>
                    <a:pt x="0" y="5056"/>
                  </a:cubicBezTo>
                  <a:lnTo>
                    <a:pt x="0" y="5056"/>
                  </a:lnTo>
                  <a:cubicBezTo>
                    <a:pt x="199" y="5851"/>
                    <a:pt x="398" y="6646"/>
                    <a:pt x="625" y="7441"/>
                  </a:cubicBezTo>
                  <a:cubicBezTo>
                    <a:pt x="3948" y="8804"/>
                    <a:pt x="7469" y="9628"/>
                    <a:pt x="11047" y="9855"/>
                  </a:cubicBezTo>
                  <a:cubicBezTo>
                    <a:pt x="11928" y="9912"/>
                    <a:pt x="12865" y="9969"/>
                    <a:pt x="13831" y="9969"/>
                  </a:cubicBezTo>
                  <a:cubicBezTo>
                    <a:pt x="21044" y="9969"/>
                    <a:pt x="25758" y="8435"/>
                    <a:pt x="28087" y="7242"/>
                  </a:cubicBezTo>
                  <a:cubicBezTo>
                    <a:pt x="28172" y="6902"/>
                    <a:pt x="28229" y="6532"/>
                    <a:pt x="28314" y="6192"/>
                  </a:cubicBezTo>
                  <a:cubicBezTo>
                    <a:pt x="28401" y="5768"/>
                    <a:pt x="28489" y="5346"/>
                    <a:pt x="28578" y="49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5"/>
            <p:cNvSpPr/>
            <p:nvPr/>
          </p:nvSpPr>
          <p:spPr>
            <a:xfrm>
              <a:off x="2660550" y="1012425"/>
              <a:ext cx="609175" cy="450700"/>
            </a:xfrm>
            <a:custGeom>
              <a:rect b="b" l="l" r="r" t="t"/>
              <a:pathLst>
                <a:path extrusionOk="0" h="18028" w="24367">
                  <a:moveTo>
                    <a:pt x="12016" y="2459"/>
                  </a:moveTo>
                  <a:cubicBezTo>
                    <a:pt x="12063" y="2459"/>
                    <a:pt x="12109" y="2461"/>
                    <a:pt x="12155" y="2465"/>
                  </a:cubicBezTo>
                  <a:lnTo>
                    <a:pt x="12240" y="2465"/>
                  </a:lnTo>
                  <a:cubicBezTo>
                    <a:pt x="12439" y="2465"/>
                    <a:pt x="12666" y="2465"/>
                    <a:pt x="12723" y="2663"/>
                  </a:cubicBezTo>
                  <a:cubicBezTo>
                    <a:pt x="12808" y="2919"/>
                    <a:pt x="12751" y="3203"/>
                    <a:pt x="12552" y="3373"/>
                  </a:cubicBezTo>
                  <a:cubicBezTo>
                    <a:pt x="12300" y="3558"/>
                    <a:pt x="11999" y="3653"/>
                    <a:pt x="11694" y="3653"/>
                  </a:cubicBezTo>
                  <a:cubicBezTo>
                    <a:pt x="11484" y="3653"/>
                    <a:pt x="11273" y="3608"/>
                    <a:pt x="11076" y="3515"/>
                  </a:cubicBezTo>
                  <a:cubicBezTo>
                    <a:pt x="10763" y="3345"/>
                    <a:pt x="10763" y="2890"/>
                    <a:pt x="11076" y="2720"/>
                  </a:cubicBezTo>
                  <a:cubicBezTo>
                    <a:pt x="11374" y="2546"/>
                    <a:pt x="11694" y="2459"/>
                    <a:pt x="12016" y="2459"/>
                  </a:cubicBezTo>
                  <a:close/>
                  <a:moveTo>
                    <a:pt x="17255" y="5027"/>
                  </a:moveTo>
                  <a:cubicBezTo>
                    <a:pt x="17409" y="5027"/>
                    <a:pt x="17566" y="5085"/>
                    <a:pt x="17693" y="5191"/>
                  </a:cubicBezTo>
                  <a:cubicBezTo>
                    <a:pt x="17835" y="5333"/>
                    <a:pt x="17920" y="5560"/>
                    <a:pt x="17863" y="5759"/>
                  </a:cubicBezTo>
                  <a:cubicBezTo>
                    <a:pt x="17749" y="6185"/>
                    <a:pt x="17551" y="6554"/>
                    <a:pt x="17267" y="6866"/>
                  </a:cubicBezTo>
                  <a:cubicBezTo>
                    <a:pt x="15989" y="8258"/>
                    <a:pt x="14285" y="9223"/>
                    <a:pt x="12410" y="9593"/>
                  </a:cubicBezTo>
                  <a:cubicBezTo>
                    <a:pt x="12297" y="9621"/>
                    <a:pt x="12212" y="9621"/>
                    <a:pt x="12126" y="9621"/>
                  </a:cubicBezTo>
                  <a:lnTo>
                    <a:pt x="11928" y="9621"/>
                  </a:lnTo>
                  <a:cubicBezTo>
                    <a:pt x="11700" y="9536"/>
                    <a:pt x="11615" y="9309"/>
                    <a:pt x="11700" y="9110"/>
                  </a:cubicBezTo>
                  <a:cubicBezTo>
                    <a:pt x="11814" y="8939"/>
                    <a:pt x="11956" y="8826"/>
                    <a:pt x="12126" y="8741"/>
                  </a:cubicBezTo>
                  <a:cubicBezTo>
                    <a:pt x="12893" y="8286"/>
                    <a:pt x="13632" y="7690"/>
                    <a:pt x="14256" y="7037"/>
                  </a:cubicBezTo>
                  <a:cubicBezTo>
                    <a:pt x="14796" y="6497"/>
                    <a:pt x="15392" y="5986"/>
                    <a:pt x="16017" y="5560"/>
                  </a:cubicBezTo>
                  <a:cubicBezTo>
                    <a:pt x="16358" y="5304"/>
                    <a:pt x="16699" y="5134"/>
                    <a:pt x="17096" y="5049"/>
                  </a:cubicBezTo>
                  <a:cubicBezTo>
                    <a:pt x="17148" y="5034"/>
                    <a:pt x="17201" y="5027"/>
                    <a:pt x="17255" y="5027"/>
                  </a:cubicBezTo>
                  <a:close/>
                  <a:moveTo>
                    <a:pt x="1118" y="1"/>
                  </a:moveTo>
                  <a:cubicBezTo>
                    <a:pt x="696" y="1"/>
                    <a:pt x="327" y="8"/>
                    <a:pt x="0" y="22"/>
                  </a:cubicBezTo>
                  <a:cubicBezTo>
                    <a:pt x="57" y="136"/>
                    <a:pt x="114" y="221"/>
                    <a:pt x="227" y="278"/>
                  </a:cubicBezTo>
                  <a:cubicBezTo>
                    <a:pt x="341" y="363"/>
                    <a:pt x="455" y="420"/>
                    <a:pt x="568" y="505"/>
                  </a:cubicBezTo>
                  <a:cubicBezTo>
                    <a:pt x="852" y="647"/>
                    <a:pt x="1079" y="846"/>
                    <a:pt x="1278" y="1073"/>
                  </a:cubicBezTo>
                  <a:cubicBezTo>
                    <a:pt x="1562" y="1357"/>
                    <a:pt x="1818" y="1669"/>
                    <a:pt x="2045" y="2010"/>
                  </a:cubicBezTo>
                  <a:cubicBezTo>
                    <a:pt x="2158" y="2209"/>
                    <a:pt x="2414" y="2351"/>
                    <a:pt x="2670" y="2379"/>
                  </a:cubicBezTo>
                  <a:cubicBezTo>
                    <a:pt x="3408" y="2436"/>
                    <a:pt x="4146" y="2465"/>
                    <a:pt x="4913" y="2465"/>
                  </a:cubicBezTo>
                  <a:lnTo>
                    <a:pt x="6873" y="2465"/>
                  </a:lnTo>
                  <a:cubicBezTo>
                    <a:pt x="6922" y="2457"/>
                    <a:pt x="6970" y="2454"/>
                    <a:pt x="7017" y="2454"/>
                  </a:cubicBezTo>
                  <a:cubicBezTo>
                    <a:pt x="7157" y="2454"/>
                    <a:pt x="7284" y="2486"/>
                    <a:pt x="7412" y="2550"/>
                  </a:cubicBezTo>
                  <a:cubicBezTo>
                    <a:pt x="7668" y="2663"/>
                    <a:pt x="7753" y="2976"/>
                    <a:pt x="7583" y="3203"/>
                  </a:cubicBezTo>
                  <a:cubicBezTo>
                    <a:pt x="7412" y="3430"/>
                    <a:pt x="7185" y="3600"/>
                    <a:pt x="6929" y="3714"/>
                  </a:cubicBezTo>
                  <a:cubicBezTo>
                    <a:pt x="6418" y="3941"/>
                    <a:pt x="5850" y="4083"/>
                    <a:pt x="5311" y="4140"/>
                  </a:cubicBezTo>
                  <a:cubicBezTo>
                    <a:pt x="4629" y="4225"/>
                    <a:pt x="3976" y="4310"/>
                    <a:pt x="3209" y="4396"/>
                  </a:cubicBezTo>
                  <a:cubicBezTo>
                    <a:pt x="3380" y="5077"/>
                    <a:pt x="3522" y="5674"/>
                    <a:pt x="3664" y="6242"/>
                  </a:cubicBezTo>
                  <a:cubicBezTo>
                    <a:pt x="3749" y="6554"/>
                    <a:pt x="3834" y="6895"/>
                    <a:pt x="3919" y="7207"/>
                  </a:cubicBezTo>
                  <a:cubicBezTo>
                    <a:pt x="3963" y="7447"/>
                    <a:pt x="4006" y="7503"/>
                    <a:pt x="4166" y="7503"/>
                  </a:cubicBezTo>
                  <a:cubicBezTo>
                    <a:pt x="4214" y="7503"/>
                    <a:pt x="4273" y="7498"/>
                    <a:pt x="4345" y="7491"/>
                  </a:cubicBezTo>
                  <a:lnTo>
                    <a:pt x="4629" y="7434"/>
                  </a:lnTo>
                  <a:cubicBezTo>
                    <a:pt x="6305" y="7150"/>
                    <a:pt x="7952" y="6668"/>
                    <a:pt x="9542" y="6043"/>
                  </a:cubicBezTo>
                  <a:cubicBezTo>
                    <a:pt x="9911" y="5901"/>
                    <a:pt x="10309" y="5787"/>
                    <a:pt x="10678" y="5645"/>
                  </a:cubicBezTo>
                  <a:cubicBezTo>
                    <a:pt x="10792" y="5617"/>
                    <a:pt x="10905" y="5588"/>
                    <a:pt x="11019" y="5560"/>
                  </a:cubicBezTo>
                  <a:cubicBezTo>
                    <a:pt x="11066" y="5548"/>
                    <a:pt x="11114" y="5542"/>
                    <a:pt x="11160" y="5542"/>
                  </a:cubicBezTo>
                  <a:cubicBezTo>
                    <a:pt x="11336" y="5542"/>
                    <a:pt x="11497" y="5624"/>
                    <a:pt x="11587" y="5759"/>
                  </a:cubicBezTo>
                  <a:cubicBezTo>
                    <a:pt x="11700" y="5929"/>
                    <a:pt x="11700" y="6185"/>
                    <a:pt x="11587" y="6355"/>
                  </a:cubicBezTo>
                  <a:cubicBezTo>
                    <a:pt x="11445" y="6582"/>
                    <a:pt x="11303" y="6781"/>
                    <a:pt x="11133" y="6980"/>
                  </a:cubicBezTo>
                  <a:cubicBezTo>
                    <a:pt x="10707" y="7434"/>
                    <a:pt x="10224" y="7860"/>
                    <a:pt x="9713" y="8229"/>
                  </a:cubicBezTo>
                  <a:cubicBezTo>
                    <a:pt x="8321" y="9252"/>
                    <a:pt x="6759" y="10047"/>
                    <a:pt x="5112" y="10587"/>
                  </a:cubicBezTo>
                  <a:cubicBezTo>
                    <a:pt x="4800" y="10700"/>
                    <a:pt x="4800" y="10729"/>
                    <a:pt x="4885" y="11041"/>
                  </a:cubicBezTo>
                  <a:cubicBezTo>
                    <a:pt x="5311" y="12461"/>
                    <a:pt x="5822" y="13881"/>
                    <a:pt x="6475" y="15216"/>
                  </a:cubicBezTo>
                  <a:cubicBezTo>
                    <a:pt x="6532" y="15386"/>
                    <a:pt x="6645" y="15556"/>
                    <a:pt x="6731" y="15727"/>
                  </a:cubicBezTo>
                  <a:cubicBezTo>
                    <a:pt x="6774" y="15814"/>
                    <a:pt x="6851" y="15851"/>
                    <a:pt x="6935" y="15851"/>
                  </a:cubicBezTo>
                  <a:cubicBezTo>
                    <a:pt x="6961" y="15851"/>
                    <a:pt x="6988" y="15847"/>
                    <a:pt x="7015" y="15840"/>
                  </a:cubicBezTo>
                  <a:cubicBezTo>
                    <a:pt x="7128" y="15812"/>
                    <a:pt x="7242" y="15784"/>
                    <a:pt x="7384" y="15755"/>
                  </a:cubicBezTo>
                  <a:cubicBezTo>
                    <a:pt x="9145" y="15272"/>
                    <a:pt x="10820" y="14506"/>
                    <a:pt x="12297" y="13455"/>
                  </a:cubicBezTo>
                  <a:cubicBezTo>
                    <a:pt x="13035" y="12915"/>
                    <a:pt x="13774" y="12347"/>
                    <a:pt x="14484" y="11779"/>
                  </a:cubicBezTo>
                  <a:cubicBezTo>
                    <a:pt x="14881" y="11439"/>
                    <a:pt x="15279" y="11155"/>
                    <a:pt x="15705" y="10842"/>
                  </a:cubicBezTo>
                  <a:cubicBezTo>
                    <a:pt x="15904" y="10700"/>
                    <a:pt x="16102" y="10615"/>
                    <a:pt x="16330" y="10558"/>
                  </a:cubicBezTo>
                  <a:cubicBezTo>
                    <a:pt x="16404" y="10532"/>
                    <a:pt x="16480" y="10519"/>
                    <a:pt x="16556" y="10519"/>
                  </a:cubicBezTo>
                  <a:cubicBezTo>
                    <a:pt x="16882" y="10519"/>
                    <a:pt x="17187" y="10757"/>
                    <a:pt x="17210" y="11126"/>
                  </a:cubicBezTo>
                  <a:cubicBezTo>
                    <a:pt x="17210" y="11268"/>
                    <a:pt x="17210" y="11439"/>
                    <a:pt x="17210" y="11609"/>
                  </a:cubicBezTo>
                  <a:cubicBezTo>
                    <a:pt x="17096" y="12149"/>
                    <a:pt x="16898" y="12688"/>
                    <a:pt x="16585" y="13142"/>
                  </a:cubicBezTo>
                  <a:cubicBezTo>
                    <a:pt x="16159" y="13852"/>
                    <a:pt x="15648" y="14506"/>
                    <a:pt x="15052" y="15074"/>
                  </a:cubicBezTo>
                  <a:cubicBezTo>
                    <a:pt x="14143" y="15982"/>
                    <a:pt x="13149" y="16863"/>
                    <a:pt x="12126" y="17658"/>
                  </a:cubicBezTo>
                  <a:cubicBezTo>
                    <a:pt x="12013" y="17743"/>
                    <a:pt x="11814" y="17800"/>
                    <a:pt x="11871" y="18027"/>
                  </a:cubicBezTo>
                  <a:cubicBezTo>
                    <a:pt x="12609" y="17999"/>
                    <a:pt x="13348" y="17828"/>
                    <a:pt x="14029" y="17544"/>
                  </a:cubicBezTo>
                  <a:cubicBezTo>
                    <a:pt x="15847" y="16863"/>
                    <a:pt x="17551" y="15869"/>
                    <a:pt x="18999" y="14591"/>
                  </a:cubicBezTo>
                  <a:cubicBezTo>
                    <a:pt x="20334" y="13512"/>
                    <a:pt x="21470" y="12234"/>
                    <a:pt x="22464" y="10814"/>
                  </a:cubicBezTo>
                  <a:cubicBezTo>
                    <a:pt x="22804" y="10274"/>
                    <a:pt x="23174" y="9791"/>
                    <a:pt x="23514" y="9252"/>
                  </a:cubicBezTo>
                  <a:cubicBezTo>
                    <a:pt x="23656" y="8911"/>
                    <a:pt x="23997" y="8741"/>
                    <a:pt x="24366" y="8741"/>
                  </a:cubicBezTo>
                  <a:cubicBezTo>
                    <a:pt x="23912" y="8201"/>
                    <a:pt x="23486" y="7662"/>
                    <a:pt x="23032" y="7179"/>
                  </a:cubicBezTo>
                  <a:cubicBezTo>
                    <a:pt x="23003" y="7150"/>
                    <a:pt x="23003" y="7150"/>
                    <a:pt x="22975" y="7150"/>
                  </a:cubicBezTo>
                  <a:cubicBezTo>
                    <a:pt x="22833" y="7037"/>
                    <a:pt x="22719" y="6923"/>
                    <a:pt x="22606" y="6781"/>
                  </a:cubicBezTo>
                  <a:cubicBezTo>
                    <a:pt x="21271" y="5304"/>
                    <a:pt x="19681" y="4026"/>
                    <a:pt x="17977" y="2976"/>
                  </a:cubicBezTo>
                  <a:cubicBezTo>
                    <a:pt x="16784" y="2294"/>
                    <a:pt x="15534" y="1755"/>
                    <a:pt x="14228" y="1329"/>
                  </a:cubicBezTo>
                  <a:cubicBezTo>
                    <a:pt x="13007" y="959"/>
                    <a:pt x="11757" y="647"/>
                    <a:pt x="10508" y="477"/>
                  </a:cubicBezTo>
                  <a:cubicBezTo>
                    <a:pt x="8321" y="221"/>
                    <a:pt x="6163" y="221"/>
                    <a:pt x="4061" y="107"/>
                  </a:cubicBezTo>
                  <a:cubicBezTo>
                    <a:pt x="3977" y="100"/>
                    <a:pt x="3894" y="96"/>
                    <a:pt x="3811" y="96"/>
                  </a:cubicBezTo>
                  <a:cubicBezTo>
                    <a:pt x="3583" y="96"/>
                    <a:pt x="3360" y="123"/>
                    <a:pt x="3152" y="164"/>
                  </a:cubicBezTo>
                  <a:cubicBezTo>
                    <a:pt x="3110" y="178"/>
                    <a:pt x="3060" y="185"/>
                    <a:pt x="3010" y="185"/>
                  </a:cubicBezTo>
                  <a:cubicBezTo>
                    <a:pt x="2961" y="185"/>
                    <a:pt x="2911" y="178"/>
                    <a:pt x="2868" y="164"/>
                  </a:cubicBezTo>
                  <a:cubicBezTo>
                    <a:pt x="2755" y="164"/>
                    <a:pt x="2641" y="107"/>
                    <a:pt x="2556" y="22"/>
                  </a:cubicBezTo>
                  <a:cubicBezTo>
                    <a:pt x="2016" y="8"/>
                    <a:pt x="1541"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522"/>
                                        </p:tgtEl>
                                        <p:attrNameLst>
                                          <p:attrName>style.visibility</p:attrName>
                                        </p:attrNameLst>
                                      </p:cBhvr>
                                      <p:to>
                                        <p:strVal val="visible"/>
                                      </p:to>
                                    </p:set>
                                    <p:animEffect filter="fade" transition="in">
                                      <p:cBhvr>
                                        <p:cTn dur="1000"/>
                                        <p:tgtEl>
                                          <p:spTgt spid="552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521"/>
                                        </p:tgtEl>
                                        <p:attrNameLst>
                                          <p:attrName>style.visibility</p:attrName>
                                        </p:attrNameLst>
                                      </p:cBhvr>
                                      <p:to>
                                        <p:strVal val="visible"/>
                                      </p:to>
                                    </p:set>
                                    <p:animEffect filter="fade" transition="in">
                                      <p:cBhvr>
                                        <p:cTn dur="1000"/>
                                        <p:tgtEl>
                                          <p:spTgt spid="552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528"/>
                                        </p:tgtEl>
                                        <p:attrNameLst>
                                          <p:attrName>style.visibility</p:attrName>
                                        </p:attrNameLst>
                                      </p:cBhvr>
                                      <p:to>
                                        <p:strVal val="visible"/>
                                      </p:to>
                                    </p:set>
                                    <p:animEffect filter="fade" transition="in">
                                      <p:cBhvr>
                                        <p:cTn dur="1000"/>
                                        <p:tgtEl>
                                          <p:spTgt spid="5528"/>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5457"/>
                                        </p:tgtEl>
                                        <p:attrNameLst>
                                          <p:attrName>style.visibility</p:attrName>
                                        </p:attrNameLst>
                                      </p:cBhvr>
                                      <p:to>
                                        <p:strVal val="visible"/>
                                      </p:to>
                                    </p:set>
                                    <p:animEffect filter="fade" transition="in">
                                      <p:cBhvr>
                                        <p:cTn dur="1000"/>
                                        <p:tgtEl>
                                          <p:spTgt spid="54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9" name="Shape 5559"/>
        <p:cNvGrpSpPr/>
        <p:nvPr/>
      </p:nvGrpSpPr>
      <p:grpSpPr>
        <a:xfrm>
          <a:off x="0" y="0"/>
          <a:ext cx="0" cy="0"/>
          <a:chOff x="0" y="0"/>
          <a:chExt cx="0" cy="0"/>
        </a:xfrm>
      </p:grpSpPr>
      <p:grpSp>
        <p:nvGrpSpPr>
          <p:cNvPr id="5560" name="Google Shape;5560;p76"/>
          <p:cNvGrpSpPr/>
          <p:nvPr/>
        </p:nvGrpSpPr>
        <p:grpSpPr>
          <a:xfrm>
            <a:off x="5401450" y="1231997"/>
            <a:ext cx="1995950" cy="1275996"/>
            <a:chOff x="5292148" y="1439147"/>
            <a:chExt cx="1995950" cy="1275996"/>
          </a:xfrm>
        </p:grpSpPr>
        <p:grpSp>
          <p:nvGrpSpPr>
            <p:cNvPr id="5561" name="Google Shape;5561;p76"/>
            <p:cNvGrpSpPr/>
            <p:nvPr/>
          </p:nvGrpSpPr>
          <p:grpSpPr>
            <a:xfrm>
              <a:off x="5292148" y="1439147"/>
              <a:ext cx="1995950" cy="1275996"/>
              <a:chOff x="2413900" y="1707875"/>
              <a:chExt cx="835650" cy="534225"/>
            </a:xfrm>
          </p:grpSpPr>
          <p:sp>
            <p:nvSpPr>
              <p:cNvPr id="5562" name="Google Shape;5562;p76"/>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6"/>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6"/>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6"/>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6"/>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5569" name="Google Shape;5569;p76"/>
            <p:cNvSpPr/>
            <p:nvPr/>
          </p:nvSpPr>
          <p:spPr>
            <a:xfrm>
              <a:off x="5500557"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76"/>
          <p:cNvGrpSpPr/>
          <p:nvPr/>
        </p:nvGrpSpPr>
        <p:grpSpPr>
          <a:xfrm>
            <a:off x="1746575" y="1232083"/>
            <a:ext cx="1995950" cy="1275996"/>
            <a:chOff x="1637372" y="1439233"/>
            <a:chExt cx="1995950" cy="1275996"/>
          </a:xfrm>
        </p:grpSpPr>
        <p:grpSp>
          <p:nvGrpSpPr>
            <p:cNvPr id="5571" name="Google Shape;5571;p76"/>
            <p:cNvGrpSpPr/>
            <p:nvPr/>
          </p:nvGrpSpPr>
          <p:grpSpPr>
            <a:xfrm>
              <a:off x="1637372" y="1439233"/>
              <a:ext cx="1995950" cy="1275996"/>
              <a:chOff x="2413900" y="1707875"/>
              <a:chExt cx="835650" cy="534225"/>
            </a:xfrm>
          </p:grpSpPr>
          <p:sp>
            <p:nvSpPr>
              <p:cNvPr id="5572" name="Google Shape;5572;p76"/>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6"/>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6"/>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6"/>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6"/>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6"/>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6"/>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5579" name="Google Shape;5579;p76"/>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0" name="Google Shape;5580;p76"/>
          <p:cNvSpPr/>
          <p:nvPr/>
        </p:nvSpPr>
        <p:spPr>
          <a:xfrm>
            <a:off x="1290750" y="2687225"/>
            <a:ext cx="29076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6"/>
          <p:cNvSpPr/>
          <p:nvPr/>
        </p:nvSpPr>
        <p:spPr>
          <a:xfrm>
            <a:off x="4945625" y="2687225"/>
            <a:ext cx="29076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6"/>
          <p:cNvSpPr txBox="1"/>
          <p:nvPr>
            <p:ph idx="3" type="subTitle"/>
          </p:nvPr>
        </p:nvSpPr>
        <p:spPr>
          <a:xfrm>
            <a:off x="1360200" y="3143800"/>
            <a:ext cx="2768700" cy="92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583" name="Google Shape;5583;p76"/>
          <p:cNvSpPr txBox="1"/>
          <p:nvPr>
            <p:ph idx="1" type="subTitle"/>
          </p:nvPr>
        </p:nvSpPr>
        <p:spPr>
          <a:xfrm>
            <a:off x="1360200" y="2765225"/>
            <a:ext cx="27687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Concept 1</a:t>
            </a:r>
            <a:endParaRPr/>
          </a:p>
        </p:txBody>
      </p:sp>
      <p:sp>
        <p:nvSpPr>
          <p:cNvPr id="5584" name="Google Shape;5584;p76"/>
          <p:cNvSpPr txBox="1"/>
          <p:nvPr>
            <p:ph idx="2" type="subTitle"/>
          </p:nvPr>
        </p:nvSpPr>
        <p:spPr>
          <a:xfrm>
            <a:off x="5015075" y="2765225"/>
            <a:ext cx="27687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Concept 2</a:t>
            </a:r>
            <a:endParaRPr/>
          </a:p>
        </p:txBody>
      </p:sp>
      <p:sp>
        <p:nvSpPr>
          <p:cNvPr id="5585" name="Google Shape;5585;p76"/>
          <p:cNvSpPr txBox="1"/>
          <p:nvPr>
            <p:ph idx="4" type="subTitle"/>
          </p:nvPr>
        </p:nvSpPr>
        <p:spPr>
          <a:xfrm>
            <a:off x="5015075" y="3143800"/>
            <a:ext cx="2768700" cy="92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grpSp>
        <p:nvGrpSpPr>
          <p:cNvPr id="5586" name="Google Shape;5586;p76"/>
          <p:cNvGrpSpPr/>
          <p:nvPr/>
        </p:nvGrpSpPr>
        <p:grpSpPr>
          <a:xfrm>
            <a:off x="6117802" y="1494636"/>
            <a:ext cx="563245" cy="670854"/>
            <a:chOff x="3082075" y="2871805"/>
            <a:chExt cx="318884" cy="379807"/>
          </a:xfrm>
        </p:grpSpPr>
        <p:sp>
          <p:nvSpPr>
            <p:cNvPr id="5587" name="Google Shape;5587;p76"/>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6"/>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6"/>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6"/>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6"/>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6"/>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6"/>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6"/>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6"/>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6"/>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6"/>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6"/>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6"/>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6"/>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6"/>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76"/>
          <p:cNvGrpSpPr/>
          <p:nvPr/>
        </p:nvGrpSpPr>
        <p:grpSpPr>
          <a:xfrm>
            <a:off x="2406962" y="1494663"/>
            <a:ext cx="675177" cy="670838"/>
            <a:chOff x="3514900" y="1489020"/>
            <a:chExt cx="354145" cy="351869"/>
          </a:xfrm>
        </p:grpSpPr>
        <p:sp>
          <p:nvSpPr>
            <p:cNvPr id="5608" name="Google Shape;5608;p76"/>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6"/>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6"/>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6"/>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6"/>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6"/>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6"/>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6"/>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6"/>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6"/>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6"/>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6"/>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6"/>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6"/>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6"/>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6"/>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6"/>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6"/>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0" name="Google Shape;5630;p76">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6">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6">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6">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Workshop description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8" name="Shape 5638"/>
        <p:cNvGrpSpPr/>
        <p:nvPr/>
      </p:nvGrpSpPr>
      <p:grpSpPr>
        <a:xfrm>
          <a:off x="0" y="0"/>
          <a:ext cx="0" cy="0"/>
          <a:chOff x="0" y="0"/>
          <a:chExt cx="0" cy="0"/>
        </a:xfrm>
      </p:grpSpPr>
      <p:grpSp>
        <p:nvGrpSpPr>
          <p:cNvPr id="5639" name="Google Shape;5639;p77"/>
          <p:cNvGrpSpPr/>
          <p:nvPr/>
        </p:nvGrpSpPr>
        <p:grpSpPr>
          <a:xfrm>
            <a:off x="767866" y="1296401"/>
            <a:ext cx="2240818" cy="1345336"/>
            <a:chOff x="743953" y="1296401"/>
            <a:chExt cx="2240818" cy="1345336"/>
          </a:xfrm>
        </p:grpSpPr>
        <p:sp>
          <p:nvSpPr>
            <p:cNvPr id="5640" name="Google Shape;5640;p77"/>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7"/>
            <p:cNvGrpSpPr/>
            <p:nvPr/>
          </p:nvGrpSpPr>
          <p:grpSpPr>
            <a:xfrm>
              <a:off x="743953" y="1296401"/>
              <a:ext cx="2240772" cy="1306811"/>
              <a:chOff x="743953" y="1296401"/>
              <a:chExt cx="2240772" cy="1306811"/>
            </a:xfrm>
          </p:grpSpPr>
          <p:grpSp>
            <p:nvGrpSpPr>
              <p:cNvPr id="5642" name="Google Shape;5642;p77"/>
              <p:cNvGrpSpPr/>
              <p:nvPr/>
            </p:nvGrpSpPr>
            <p:grpSpPr>
              <a:xfrm>
                <a:off x="743953" y="1296401"/>
                <a:ext cx="2240772" cy="1306811"/>
                <a:chOff x="743878" y="1560076"/>
                <a:chExt cx="2240772" cy="1306811"/>
              </a:xfrm>
            </p:grpSpPr>
            <p:grpSp>
              <p:nvGrpSpPr>
                <p:cNvPr id="5643" name="Google Shape;5643;p77"/>
                <p:cNvGrpSpPr/>
                <p:nvPr/>
              </p:nvGrpSpPr>
              <p:grpSpPr>
                <a:xfrm>
                  <a:off x="743878" y="1590850"/>
                  <a:ext cx="2240772" cy="1276037"/>
                  <a:chOff x="743878" y="1590850"/>
                  <a:chExt cx="2240772" cy="1276037"/>
                </a:xfrm>
              </p:grpSpPr>
              <p:sp>
                <p:nvSpPr>
                  <p:cNvPr id="5644" name="Google Shape;5644;p77"/>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7"/>
                  <p:cNvSpPr/>
                  <p:nvPr/>
                </p:nvSpPr>
                <p:spPr>
                  <a:xfrm rot="2696772">
                    <a:off x="725268" y="2752322"/>
                    <a:ext cx="225921"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6" name="Google Shape;5646;p77"/>
                <p:cNvSpPr/>
                <p:nvPr/>
              </p:nvSpPr>
              <p:spPr>
                <a:xfrm rot="-2706523">
                  <a:off x="736754" y="1633311"/>
                  <a:ext cx="223588"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7" name="Google Shape;5647;p77"/>
              <p:cNvSpPr/>
              <p:nvPr/>
            </p:nvSpPr>
            <p:spPr>
              <a:xfrm>
                <a:off x="1105069" y="155749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8" name="Google Shape;5648;p77"/>
          <p:cNvGrpSpPr/>
          <p:nvPr/>
        </p:nvGrpSpPr>
        <p:grpSpPr>
          <a:xfrm>
            <a:off x="3431428" y="1296200"/>
            <a:ext cx="2281144" cy="1345661"/>
            <a:chOff x="3426978" y="1296200"/>
            <a:chExt cx="2281144" cy="1345661"/>
          </a:xfrm>
        </p:grpSpPr>
        <p:sp>
          <p:nvSpPr>
            <p:cNvPr id="5649" name="Google Shape;5649;p77"/>
            <p:cNvSpPr/>
            <p:nvPr/>
          </p:nvSpPr>
          <p:spPr>
            <a:xfrm>
              <a:off x="3475500" y="2528463"/>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0" name="Google Shape;5650;p77"/>
            <p:cNvGrpSpPr/>
            <p:nvPr/>
          </p:nvGrpSpPr>
          <p:grpSpPr>
            <a:xfrm>
              <a:off x="3426978" y="1296200"/>
              <a:ext cx="2281144" cy="1260675"/>
              <a:chOff x="3426978" y="1296200"/>
              <a:chExt cx="2281144" cy="1260675"/>
            </a:xfrm>
          </p:grpSpPr>
          <p:grpSp>
            <p:nvGrpSpPr>
              <p:cNvPr id="5651" name="Google Shape;5651;p77"/>
              <p:cNvGrpSpPr/>
              <p:nvPr/>
            </p:nvGrpSpPr>
            <p:grpSpPr>
              <a:xfrm>
                <a:off x="3426978" y="1296200"/>
                <a:ext cx="2281144" cy="1260675"/>
                <a:chOff x="3426903" y="1559875"/>
                <a:chExt cx="2281144" cy="1260675"/>
              </a:xfrm>
            </p:grpSpPr>
            <p:sp>
              <p:nvSpPr>
                <p:cNvPr id="5652" name="Google Shape;5652;p77"/>
                <p:cNvSpPr/>
                <p:nvPr/>
              </p:nvSpPr>
              <p:spPr>
                <a:xfrm>
                  <a:off x="3475500" y="1590850"/>
                  <a:ext cx="21930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7"/>
                <p:cNvSpPr/>
                <p:nvPr/>
              </p:nvSpPr>
              <p:spPr>
                <a:xfrm rot="-8108792">
                  <a:off x="5481031" y="1643386"/>
                  <a:ext cx="248832"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7"/>
                <p:cNvSpPr/>
                <p:nvPr/>
              </p:nvSpPr>
              <p:spPr>
                <a:xfrm rot="8090150">
                  <a:off x="3408551" y="1632661"/>
                  <a:ext cx="222103"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5" name="Google Shape;5655;p77"/>
              <p:cNvSpPr/>
              <p:nvPr/>
            </p:nvSpPr>
            <p:spPr>
              <a:xfrm>
                <a:off x="3782532" y="155749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56" name="Google Shape;5656;p77"/>
          <p:cNvGrpSpPr/>
          <p:nvPr/>
        </p:nvGrpSpPr>
        <p:grpSpPr>
          <a:xfrm>
            <a:off x="6107163" y="1274274"/>
            <a:ext cx="2297425" cy="1367612"/>
            <a:chOff x="6114449" y="1274274"/>
            <a:chExt cx="2297425" cy="1367612"/>
          </a:xfrm>
        </p:grpSpPr>
        <p:sp>
          <p:nvSpPr>
            <p:cNvPr id="5657" name="Google Shape;5657;p77"/>
            <p:cNvSpPr/>
            <p:nvPr/>
          </p:nvSpPr>
          <p:spPr>
            <a:xfrm>
              <a:off x="6159212" y="252848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8" name="Google Shape;5658;p77"/>
            <p:cNvGrpSpPr/>
            <p:nvPr/>
          </p:nvGrpSpPr>
          <p:grpSpPr>
            <a:xfrm>
              <a:off x="6114449" y="1274274"/>
              <a:ext cx="2297425" cy="1321601"/>
              <a:chOff x="6114449" y="1274274"/>
              <a:chExt cx="2297425" cy="1321601"/>
            </a:xfrm>
          </p:grpSpPr>
          <p:grpSp>
            <p:nvGrpSpPr>
              <p:cNvPr id="5659" name="Google Shape;5659;p77"/>
              <p:cNvGrpSpPr/>
              <p:nvPr/>
            </p:nvGrpSpPr>
            <p:grpSpPr>
              <a:xfrm>
                <a:off x="6114449" y="1274274"/>
                <a:ext cx="2297425" cy="1321601"/>
                <a:chOff x="6114374" y="1537949"/>
                <a:chExt cx="2297425" cy="1321601"/>
              </a:xfrm>
            </p:grpSpPr>
            <p:sp>
              <p:nvSpPr>
                <p:cNvPr id="5660" name="Google Shape;5660;p77"/>
                <p:cNvSpPr/>
                <p:nvPr/>
              </p:nvSpPr>
              <p:spPr>
                <a:xfrm>
                  <a:off x="6159200" y="1590850"/>
                  <a:ext cx="21930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7"/>
                <p:cNvSpPr/>
                <p:nvPr/>
              </p:nvSpPr>
              <p:spPr>
                <a:xfrm rot="2687149">
                  <a:off x="8203357" y="1611935"/>
                  <a:ext cx="226983"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7"/>
                <p:cNvSpPr/>
                <p:nvPr/>
              </p:nvSpPr>
              <p:spPr>
                <a:xfrm rot="2686249">
                  <a:off x="6098007" y="2750085"/>
                  <a:ext cx="212134"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3" name="Google Shape;5663;p77"/>
              <p:cNvSpPr/>
              <p:nvPr/>
            </p:nvSpPr>
            <p:spPr>
              <a:xfrm>
                <a:off x="6460007" y="155749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64" name="Google Shape;5664;p77"/>
          <p:cNvSpPr/>
          <p:nvPr/>
        </p:nvSpPr>
        <p:spPr>
          <a:xfrm>
            <a:off x="791775" y="285325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7"/>
          <p:cNvSpPr/>
          <p:nvPr/>
        </p:nvSpPr>
        <p:spPr>
          <a:xfrm>
            <a:off x="3475500" y="285325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7"/>
          <p:cNvSpPr/>
          <p:nvPr/>
        </p:nvSpPr>
        <p:spPr>
          <a:xfrm>
            <a:off x="6159375" y="285325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7"/>
          <p:cNvSpPr txBox="1"/>
          <p:nvPr>
            <p:ph idx="1" type="subTitle"/>
          </p:nvPr>
        </p:nvSpPr>
        <p:spPr>
          <a:xfrm>
            <a:off x="982125" y="2934250"/>
            <a:ext cx="1812300" cy="24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668" name="Google Shape;5668;p77"/>
          <p:cNvSpPr txBox="1"/>
          <p:nvPr>
            <p:ph idx="5" type="subTitle"/>
          </p:nvPr>
        </p:nvSpPr>
        <p:spPr>
          <a:xfrm>
            <a:off x="3665925" y="2934250"/>
            <a:ext cx="1812300" cy="24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669" name="Google Shape;5669;p77"/>
          <p:cNvSpPr txBox="1"/>
          <p:nvPr>
            <p:ph idx="6" type="subTitle"/>
          </p:nvPr>
        </p:nvSpPr>
        <p:spPr>
          <a:xfrm>
            <a:off x="6349725" y="2934250"/>
            <a:ext cx="1812300" cy="24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670" name="Google Shape;5670;p77"/>
          <p:cNvSpPr txBox="1"/>
          <p:nvPr>
            <p:ph idx="2" type="subTitle"/>
          </p:nvPr>
        </p:nvSpPr>
        <p:spPr>
          <a:xfrm>
            <a:off x="720075" y="3380678"/>
            <a:ext cx="2336400" cy="6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 and the smallest one in the Solar System</a:t>
            </a:r>
            <a:endParaRPr/>
          </a:p>
        </p:txBody>
      </p:sp>
      <p:sp>
        <p:nvSpPr>
          <p:cNvPr id="5671" name="Google Shape;5671;p77"/>
          <p:cNvSpPr txBox="1"/>
          <p:nvPr>
            <p:ph idx="3" type="subTitle"/>
          </p:nvPr>
        </p:nvSpPr>
        <p:spPr>
          <a:xfrm>
            <a:off x="3403800" y="3380678"/>
            <a:ext cx="2336400" cy="6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672" name="Google Shape;5672;p77"/>
          <p:cNvSpPr txBox="1"/>
          <p:nvPr>
            <p:ph idx="4" type="subTitle"/>
          </p:nvPr>
        </p:nvSpPr>
        <p:spPr>
          <a:xfrm>
            <a:off x="6087675" y="3380678"/>
            <a:ext cx="2336400" cy="6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5673" name="Google Shape;5673;p77"/>
          <p:cNvGrpSpPr/>
          <p:nvPr/>
        </p:nvGrpSpPr>
        <p:grpSpPr>
          <a:xfrm>
            <a:off x="1630225" y="1579618"/>
            <a:ext cx="516099" cy="737195"/>
            <a:chOff x="1341612" y="3340055"/>
            <a:chExt cx="259399" cy="370524"/>
          </a:xfrm>
        </p:grpSpPr>
        <p:sp>
          <p:nvSpPr>
            <p:cNvPr id="5674" name="Google Shape;5674;p77"/>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7"/>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7"/>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7"/>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7"/>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7"/>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7"/>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7"/>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7"/>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7"/>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7"/>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7"/>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7"/>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7"/>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7"/>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7"/>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7"/>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7"/>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77"/>
          <p:cNvGrpSpPr/>
          <p:nvPr/>
        </p:nvGrpSpPr>
        <p:grpSpPr>
          <a:xfrm>
            <a:off x="6885004" y="1579900"/>
            <a:ext cx="741741" cy="737213"/>
            <a:chOff x="3954343" y="2899354"/>
            <a:chExt cx="345655" cy="343529"/>
          </a:xfrm>
        </p:grpSpPr>
        <p:sp>
          <p:nvSpPr>
            <p:cNvPr id="5693" name="Google Shape;5693;p77"/>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7"/>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7"/>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7"/>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7"/>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7"/>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7"/>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7"/>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7"/>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7"/>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7"/>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7"/>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77"/>
          <p:cNvGrpSpPr/>
          <p:nvPr/>
        </p:nvGrpSpPr>
        <p:grpSpPr>
          <a:xfrm>
            <a:off x="4239722" y="1579874"/>
            <a:ext cx="664556" cy="737212"/>
            <a:chOff x="2191541" y="2408601"/>
            <a:chExt cx="308823" cy="342571"/>
          </a:xfrm>
        </p:grpSpPr>
        <p:sp>
          <p:nvSpPr>
            <p:cNvPr id="5706" name="Google Shape;5706;p77"/>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7"/>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7"/>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7"/>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7"/>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7"/>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7"/>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7"/>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7"/>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7"/>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7"/>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7"/>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7"/>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9" name="Google Shape;5719;p77">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7">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7">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7">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7" name="Shape 5727"/>
        <p:cNvGrpSpPr/>
        <p:nvPr/>
      </p:nvGrpSpPr>
      <p:grpSpPr>
        <a:xfrm>
          <a:off x="0" y="0"/>
          <a:ext cx="0" cy="0"/>
          <a:chOff x="0" y="0"/>
          <a:chExt cx="0" cy="0"/>
        </a:xfrm>
      </p:grpSpPr>
      <p:sp>
        <p:nvSpPr>
          <p:cNvPr id="5728" name="Google Shape;5728;p78"/>
          <p:cNvSpPr/>
          <p:nvPr/>
        </p:nvSpPr>
        <p:spPr>
          <a:xfrm>
            <a:off x="1795212" y="17228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8"/>
          <p:cNvSpPr/>
          <p:nvPr/>
        </p:nvSpPr>
        <p:spPr>
          <a:xfrm>
            <a:off x="5155788" y="17228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8"/>
          <p:cNvSpPr/>
          <p:nvPr/>
        </p:nvSpPr>
        <p:spPr>
          <a:xfrm>
            <a:off x="1795212" y="33943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8"/>
          <p:cNvSpPr/>
          <p:nvPr/>
        </p:nvSpPr>
        <p:spPr>
          <a:xfrm>
            <a:off x="5155788" y="33943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8"/>
          <p:cNvSpPr txBox="1"/>
          <p:nvPr>
            <p:ph idx="1" type="subTitle"/>
          </p:nvPr>
        </p:nvSpPr>
        <p:spPr>
          <a:xfrm>
            <a:off x="1926306" y="1770575"/>
            <a:ext cx="19308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733" name="Google Shape;5733;p78"/>
          <p:cNvSpPr txBox="1"/>
          <p:nvPr>
            <p:ph idx="2" type="subTitle"/>
          </p:nvPr>
        </p:nvSpPr>
        <p:spPr>
          <a:xfrm>
            <a:off x="1795212" y="21318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734" name="Google Shape;5734;p78"/>
          <p:cNvSpPr txBox="1"/>
          <p:nvPr>
            <p:ph idx="3" type="subTitle"/>
          </p:nvPr>
        </p:nvSpPr>
        <p:spPr>
          <a:xfrm>
            <a:off x="5155788" y="21318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5735" name="Google Shape;5735;p78"/>
          <p:cNvSpPr txBox="1"/>
          <p:nvPr>
            <p:ph idx="4" type="subTitle"/>
          </p:nvPr>
        </p:nvSpPr>
        <p:spPr>
          <a:xfrm>
            <a:off x="1795212" y="38033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5736" name="Google Shape;5736;p78"/>
          <p:cNvSpPr txBox="1"/>
          <p:nvPr>
            <p:ph idx="5" type="subTitle"/>
          </p:nvPr>
        </p:nvSpPr>
        <p:spPr>
          <a:xfrm>
            <a:off x="5155788" y="38033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5737" name="Google Shape;5737;p78"/>
          <p:cNvSpPr txBox="1"/>
          <p:nvPr>
            <p:ph idx="6" type="subTitle"/>
          </p:nvPr>
        </p:nvSpPr>
        <p:spPr>
          <a:xfrm>
            <a:off x="1926306" y="3442025"/>
            <a:ext cx="19308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738" name="Google Shape;5738;p78"/>
          <p:cNvSpPr txBox="1"/>
          <p:nvPr>
            <p:ph idx="7" type="subTitle"/>
          </p:nvPr>
        </p:nvSpPr>
        <p:spPr>
          <a:xfrm>
            <a:off x="5286881" y="1770575"/>
            <a:ext cx="19308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739" name="Google Shape;5739;p78"/>
          <p:cNvSpPr txBox="1"/>
          <p:nvPr>
            <p:ph idx="8" type="subTitle"/>
          </p:nvPr>
        </p:nvSpPr>
        <p:spPr>
          <a:xfrm>
            <a:off x="5286881" y="3442025"/>
            <a:ext cx="19308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740" name="Google Shape;5740;p78">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8">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8">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8">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4" name="Google Shape;5744;p78"/>
          <p:cNvGrpSpPr/>
          <p:nvPr/>
        </p:nvGrpSpPr>
        <p:grpSpPr>
          <a:xfrm>
            <a:off x="6119602" y="1241917"/>
            <a:ext cx="265373" cy="351944"/>
            <a:chOff x="1802465" y="1962854"/>
            <a:chExt cx="265373" cy="351944"/>
          </a:xfrm>
        </p:grpSpPr>
        <p:sp>
          <p:nvSpPr>
            <p:cNvPr id="5745" name="Google Shape;5745;p7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78"/>
          <p:cNvGrpSpPr/>
          <p:nvPr/>
        </p:nvGrpSpPr>
        <p:grpSpPr>
          <a:xfrm>
            <a:off x="2712746" y="2872264"/>
            <a:ext cx="357933" cy="342676"/>
            <a:chOff x="3943638" y="3815072"/>
            <a:chExt cx="357933" cy="342676"/>
          </a:xfrm>
        </p:grpSpPr>
        <p:sp>
          <p:nvSpPr>
            <p:cNvPr id="5753" name="Google Shape;5753;p7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78"/>
          <p:cNvGrpSpPr/>
          <p:nvPr/>
        </p:nvGrpSpPr>
        <p:grpSpPr>
          <a:xfrm>
            <a:off x="6164294" y="2862907"/>
            <a:ext cx="175987" cy="361391"/>
            <a:chOff x="1825119" y="2885819"/>
            <a:chExt cx="175987" cy="361391"/>
          </a:xfrm>
        </p:grpSpPr>
        <p:sp>
          <p:nvSpPr>
            <p:cNvPr id="5763" name="Google Shape;5763;p7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78"/>
          <p:cNvGrpSpPr/>
          <p:nvPr/>
        </p:nvGrpSpPr>
        <p:grpSpPr>
          <a:xfrm>
            <a:off x="2700420" y="1245496"/>
            <a:ext cx="382585" cy="344785"/>
            <a:chOff x="7768417" y="1921088"/>
            <a:chExt cx="382585" cy="344785"/>
          </a:xfrm>
        </p:grpSpPr>
        <p:sp>
          <p:nvSpPr>
            <p:cNvPr id="5774" name="Google Shape;5774;p78"/>
            <p:cNvSpPr/>
            <p:nvPr/>
          </p:nvSpPr>
          <p:spPr>
            <a:xfrm>
              <a:off x="7909402" y="2044280"/>
              <a:ext cx="100745" cy="100745"/>
            </a:xfrm>
            <a:custGeom>
              <a:rect b="b" l="l" r="r" t="t"/>
              <a:pathLst>
                <a:path extrusionOk="0" h="3097" w="3097">
                  <a:moveTo>
                    <a:pt x="1549" y="0"/>
                  </a:moveTo>
                  <a:cubicBezTo>
                    <a:pt x="667" y="0"/>
                    <a:pt x="1" y="667"/>
                    <a:pt x="1" y="1548"/>
                  </a:cubicBezTo>
                  <a:cubicBezTo>
                    <a:pt x="1" y="2405"/>
                    <a:pt x="667" y="3096"/>
                    <a:pt x="1549" y="3096"/>
                  </a:cubicBezTo>
                  <a:cubicBezTo>
                    <a:pt x="2382" y="3096"/>
                    <a:pt x="3096" y="2405"/>
                    <a:pt x="3096" y="1548"/>
                  </a:cubicBezTo>
                  <a:cubicBezTo>
                    <a:pt x="3096" y="667"/>
                    <a:pt x="2406" y="0"/>
                    <a:pt x="15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8"/>
            <p:cNvSpPr/>
            <p:nvPr/>
          </p:nvSpPr>
          <p:spPr>
            <a:xfrm>
              <a:off x="7959758" y="2044281"/>
              <a:ext cx="50389" cy="100745"/>
            </a:xfrm>
            <a:custGeom>
              <a:rect b="b" l="l" r="r" t="t"/>
              <a:pathLst>
                <a:path extrusionOk="0" h="3097" w="1549">
                  <a:moveTo>
                    <a:pt x="1" y="1"/>
                  </a:moveTo>
                  <a:lnTo>
                    <a:pt x="1" y="3096"/>
                  </a:lnTo>
                  <a:cubicBezTo>
                    <a:pt x="858" y="3096"/>
                    <a:pt x="1548" y="2430"/>
                    <a:pt x="1548" y="1549"/>
                  </a:cubicBezTo>
                  <a:cubicBezTo>
                    <a:pt x="1548" y="691"/>
                    <a:pt x="858"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8"/>
            <p:cNvSpPr/>
            <p:nvPr/>
          </p:nvSpPr>
          <p:spPr>
            <a:xfrm>
              <a:off x="7768417" y="1976162"/>
              <a:ext cx="367101" cy="234346"/>
            </a:xfrm>
            <a:custGeom>
              <a:rect b="b" l="l" r="r" t="t"/>
              <a:pathLst>
                <a:path extrusionOk="0" h="7204" w="11285">
                  <a:moveTo>
                    <a:pt x="3391" y="636"/>
                  </a:moveTo>
                  <a:cubicBezTo>
                    <a:pt x="4370" y="636"/>
                    <a:pt x="5650" y="995"/>
                    <a:pt x="6930" y="1737"/>
                  </a:cubicBezTo>
                  <a:cubicBezTo>
                    <a:pt x="10133" y="3580"/>
                    <a:pt x="11284" y="6582"/>
                    <a:pt x="8360" y="6582"/>
                  </a:cubicBezTo>
                  <a:cubicBezTo>
                    <a:pt x="8261" y="6582"/>
                    <a:pt x="8158" y="6578"/>
                    <a:pt x="8050" y="6571"/>
                  </a:cubicBezTo>
                  <a:cubicBezTo>
                    <a:pt x="5954" y="6452"/>
                    <a:pt x="3311" y="4904"/>
                    <a:pt x="2167" y="3190"/>
                  </a:cubicBezTo>
                  <a:cubicBezTo>
                    <a:pt x="1063" y="1518"/>
                    <a:pt x="1857" y="636"/>
                    <a:pt x="3391" y="636"/>
                  </a:cubicBezTo>
                  <a:close/>
                  <a:moveTo>
                    <a:pt x="3404" y="1"/>
                  </a:moveTo>
                  <a:cubicBezTo>
                    <a:pt x="2435" y="1"/>
                    <a:pt x="1659" y="304"/>
                    <a:pt x="1286" y="951"/>
                  </a:cubicBezTo>
                  <a:cubicBezTo>
                    <a:pt x="0" y="3166"/>
                    <a:pt x="4382" y="6952"/>
                    <a:pt x="8050" y="7190"/>
                  </a:cubicBezTo>
                  <a:cubicBezTo>
                    <a:pt x="8159" y="7199"/>
                    <a:pt x="8270" y="7203"/>
                    <a:pt x="8381" y="7203"/>
                  </a:cubicBezTo>
                  <a:cubicBezTo>
                    <a:pt x="9213" y="7203"/>
                    <a:pt x="10059" y="6955"/>
                    <a:pt x="10479" y="6262"/>
                  </a:cubicBezTo>
                  <a:cubicBezTo>
                    <a:pt x="11265" y="4857"/>
                    <a:pt x="9740" y="2618"/>
                    <a:pt x="7264" y="1189"/>
                  </a:cubicBezTo>
                  <a:cubicBezTo>
                    <a:pt x="5940" y="418"/>
                    <a:pt x="4540" y="1"/>
                    <a:pt x="34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8"/>
            <p:cNvSpPr/>
            <p:nvPr/>
          </p:nvSpPr>
          <p:spPr>
            <a:xfrm>
              <a:off x="7959758" y="1993923"/>
              <a:ext cx="187731" cy="216617"/>
            </a:xfrm>
            <a:custGeom>
              <a:rect b="b" l="l" r="r" t="t"/>
              <a:pathLst>
                <a:path extrusionOk="0" h="6659" w="5771">
                  <a:moveTo>
                    <a:pt x="1" y="0"/>
                  </a:moveTo>
                  <a:lnTo>
                    <a:pt x="1" y="643"/>
                  </a:lnTo>
                  <a:cubicBezTo>
                    <a:pt x="3884" y="2285"/>
                    <a:pt x="5771" y="6036"/>
                    <a:pt x="2501" y="6036"/>
                  </a:cubicBezTo>
                  <a:cubicBezTo>
                    <a:pt x="2402" y="6036"/>
                    <a:pt x="2299" y="6032"/>
                    <a:pt x="2191" y="6025"/>
                  </a:cubicBezTo>
                  <a:cubicBezTo>
                    <a:pt x="1501" y="6002"/>
                    <a:pt x="739" y="5787"/>
                    <a:pt x="1" y="5454"/>
                  </a:cubicBezTo>
                  <a:lnTo>
                    <a:pt x="1" y="6144"/>
                  </a:lnTo>
                  <a:cubicBezTo>
                    <a:pt x="821" y="6462"/>
                    <a:pt x="1701" y="6658"/>
                    <a:pt x="2483" y="6658"/>
                  </a:cubicBezTo>
                  <a:cubicBezTo>
                    <a:pt x="3403" y="6658"/>
                    <a:pt x="4187" y="6385"/>
                    <a:pt x="4573" y="5716"/>
                  </a:cubicBezTo>
                  <a:cubicBezTo>
                    <a:pt x="5549" y="4001"/>
                    <a:pt x="3096" y="119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8"/>
            <p:cNvSpPr/>
            <p:nvPr/>
          </p:nvSpPr>
          <p:spPr>
            <a:xfrm>
              <a:off x="7783120" y="1976162"/>
              <a:ext cx="367882" cy="234704"/>
            </a:xfrm>
            <a:custGeom>
              <a:rect b="b" l="l" r="r" t="t"/>
              <a:pathLst>
                <a:path extrusionOk="0" h="7215" w="11309">
                  <a:moveTo>
                    <a:pt x="7871" y="640"/>
                  </a:moveTo>
                  <a:cubicBezTo>
                    <a:pt x="8642" y="640"/>
                    <a:pt x="9229" y="858"/>
                    <a:pt x="9479" y="1285"/>
                  </a:cubicBezTo>
                  <a:cubicBezTo>
                    <a:pt x="10003" y="2237"/>
                    <a:pt x="8812" y="4166"/>
                    <a:pt x="6502" y="5500"/>
                  </a:cubicBezTo>
                  <a:cubicBezTo>
                    <a:pt x="5217" y="6255"/>
                    <a:pt x="3939" y="6612"/>
                    <a:pt x="2959" y="6612"/>
                  </a:cubicBezTo>
                  <a:cubicBezTo>
                    <a:pt x="2179" y="6612"/>
                    <a:pt x="1588" y="6385"/>
                    <a:pt x="1334" y="5952"/>
                  </a:cubicBezTo>
                  <a:cubicBezTo>
                    <a:pt x="787" y="5000"/>
                    <a:pt x="2001" y="3071"/>
                    <a:pt x="4311" y="1737"/>
                  </a:cubicBezTo>
                  <a:cubicBezTo>
                    <a:pt x="5584" y="1000"/>
                    <a:pt x="6880" y="640"/>
                    <a:pt x="7871" y="640"/>
                  </a:cubicBezTo>
                  <a:close/>
                  <a:moveTo>
                    <a:pt x="7893" y="1"/>
                  </a:moveTo>
                  <a:cubicBezTo>
                    <a:pt x="6761" y="1"/>
                    <a:pt x="5362" y="418"/>
                    <a:pt x="4025" y="1189"/>
                  </a:cubicBezTo>
                  <a:cubicBezTo>
                    <a:pt x="1549" y="2618"/>
                    <a:pt x="1" y="4857"/>
                    <a:pt x="834" y="6262"/>
                  </a:cubicBezTo>
                  <a:cubicBezTo>
                    <a:pt x="1192" y="6881"/>
                    <a:pt x="1930" y="7214"/>
                    <a:pt x="2954" y="7214"/>
                  </a:cubicBezTo>
                  <a:cubicBezTo>
                    <a:pt x="2965" y="7214"/>
                    <a:pt x="2975" y="7214"/>
                    <a:pt x="2986" y="7214"/>
                  </a:cubicBezTo>
                  <a:cubicBezTo>
                    <a:pt x="6602" y="7214"/>
                    <a:pt x="11309" y="3231"/>
                    <a:pt x="10003" y="951"/>
                  </a:cubicBezTo>
                  <a:cubicBezTo>
                    <a:pt x="9630" y="304"/>
                    <a:pt x="8859" y="1"/>
                    <a:pt x="78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8"/>
            <p:cNvSpPr/>
            <p:nvPr/>
          </p:nvSpPr>
          <p:spPr>
            <a:xfrm>
              <a:off x="7959758" y="1976292"/>
              <a:ext cx="182851" cy="217528"/>
            </a:xfrm>
            <a:custGeom>
              <a:rect b="b" l="l" r="r" t="t"/>
              <a:pathLst>
                <a:path extrusionOk="0" h="6687" w="5621">
                  <a:moveTo>
                    <a:pt x="2438" y="0"/>
                  </a:moveTo>
                  <a:cubicBezTo>
                    <a:pt x="1706" y="0"/>
                    <a:pt x="864" y="169"/>
                    <a:pt x="1" y="495"/>
                  </a:cubicBezTo>
                  <a:lnTo>
                    <a:pt x="1" y="1161"/>
                  </a:lnTo>
                  <a:cubicBezTo>
                    <a:pt x="888" y="786"/>
                    <a:pt x="1744" y="601"/>
                    <a:pt x="2446" y="601"/>
                  </a:cubicBezTo>
                  <a:cubicBezTo>
                    <a:pt x="3214" y="601"/>
                    <a:pt x="3800" y="822"/>
                    <a:pt x="4049" y="1257"/>
                  </a:cubicBezTo>
                  <a:cubicBezTo>
                    <a:pt x="4692" y="2400"/>
                    <a:pt x="2858" y="4829"/>
                    <a:pt x="1" y="6020"/>
                  </a:cubicBezTo>
                  <a:lnTo>
                    <a:pt x="1" y="6686"/>
                  </a:lnTo>
                  <a:cubicBezTo>
                    <a:pt x="2930" y="5567"/>
                    <a:pt x="5621" y="2757"/>
                    <a:pt x="4573" y="947"/>
                  </a:cubicBezTo>
                  <a:cubicBezTo>
                    <a:pt x="4204" y="305"/>
                    <a:pt x="3421" y="0"/>
                    <a:pt x="24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8"/>
            <p:cNvSpPr/>
            <p:nvPr/>
          </p:nvSpPr>
          <p:spPr>
            <a:xfrm>
              <a:off x="7868349" y="1921088"/>
              <a:ext cx="182070" cy="344785"/>
            </a:xfrm>
            <a:custGeom>
              <a:rect b="b" l="l" r="r" t="t"/>
              <a:pathLst>
                <a:path extrusionOk="0" h="10599" w="5597">
                  <a:moveTo>
                    <a:pt x="2811" y="644"/>
                  </a:moveTo>
                  <a:cubicBezTo>
                    <a:pt x="3906" y="644"/>
                    <a:pt x="4978" y="2644"/>
                    <a:pt x="4978" y="5335"/>
                  </a:cubicBezTo>
                  <a:cubicBezTo>
                    <a:pt x="4978" y="7979"/>
                    <a:pt x="3906" y="10003"/>
                    <a:pt x="2811" y="10003"/>
                  </a:cubicBezTo>
                  <a:cubicBezTo>
                    <a:pt x="1691" y="10003"/>
                    <a:pt x="620" y="8002"/>
                    <a:pt x="620" y="5335"/>
                  </a:cubicBezTo>
                  <a:cubicBezTo>
                    <a:pt x="620" y="2668"/>
                    <a:pt x="1667" y="644"/>
                    <a:pt x="2811" y="644"/>
                  </a:cubicBezTo>
                  <a:close/>
                  <a:moveTo>
                    <a:pt x="2811" y="1"/>
                  </a:moveTo>
                  <a:cubicBezTo>
                    <a:pt x="1215" y="1"/>
                    <a:pt x="0" y="2311"/>
                    <a:pt x="0" y="5288"/>
                  </a:cubicBezTo>
                  <a:cubicBezTo>
                    <a:pt x="0" y="8264"/>
                    <a:pt x="1215" y="10598"/>
                    <a:pt x="2811" y="10598"/>
                  </a:cubicBezTo>
                  <a:cubicBezTo>
                    <a:pt x="4382" y="10598"/>
                    <a:pt x="5597" y="8264"/>
                    <a:pt x="5597" y="5288"/>
                  </a:cubicBezTo>
                  <a:cubicBezTo>
                    <a:pt x="5597" y="2311"/>
                    <a:pt x="4358" y="1"/>
                    <a:pt x="2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8"/>
            <p:cNvSpPr/>
            <p:nvPr/>
          </p:nvSpPr>
          <p:spPr>
            <a:xfrm>
              <a:off x="7959758" y="1921088"/>
              <a:ext cx="90661" cy="344785"/>
            </a:xfrm>
            <a:custGeom>
              <a:rect b="b" l="l" r="r" t="t"/>
              <a:pathLst>
                <a:path extrusionOk="0" h="10599" w="2787">
                  <a:moveTo>
                    <a:pt x="1" y="1"/>
                  </a:moveTo>
                  <a:lnTo>
                    <a:pt x="1" y="620"/>
                  </a:lnTo>
                  <a:cubicBezTo>
                    <a:pt x="1096" y="620"/>
                    <a:pt x="2168" y="2620"/>
                    <a:pt x="2168" y="5288"/>
                  </a:cubicBezTo>
                  <a:cubicBezTo>
                    <a:pt x="2168" y="7955"/>
                    <a:pt x="1120" y="9955"/>
                    <a:pt x="1" y="9955"/>
                  </a:cubicBezTo>
                  <a:lnTo>
                    <a:pt x="1" y="10598"/>
                  </a:lnTo>
                  <a:cubicBezTo>
                    <a:pt x="1572" y="10598"/>
                    <a:pt x="2787" y="8264"/>
                    <a:pt x="2787" y="5288"/>
                  </a:cubicBezTo>
                  <a:cubicBezTo>
                    <a:pt x="2787" y="2311"/>
                    <a:pt x="1572"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78"/>
          <p:cNvGrpSpPr/>
          <p:nvPr/>
        </p:nvGrpSpPr>
        <p:grpSpPr>
          <a:xfrm>
            <a:off x="717237" y="534939"/>
            <a:ext cx="734734" cy="750112"/>
            <a:chOff x="238125" y="1607925"/>
            <a:chExt cx="323700" cy="330475"/>
          </a:xfrm>
        </p:grpSpPr>
        <p:sp>
          <p:nvSpPr>
            <p:cNvPr id="5783" name="Google Shape;5783;p78"/>
            <p:cNvSpPr/>
            <p:nvPr/>
          </p:nvSpPr>
          <p:spPr>
            <a:xfrm>
              <a:off x="255500" y="1630625"/>
              <a:ext cx="306325" cy="307775"/>
            </a:xfrm>
            <a:custGeom>
              <a:rect b="b" l="l" r="r" t="t"/>
              <a:pathLst>
                <a:path extrusionOk="0" h="12311" w="12253">
                  <a:moveTo>
                    <a:pt x="6127" y="1"/>
                  </a:moveTo>
                  <a:cubicBezTo>
                    <a:pt x="2745" y="1"/>
                    <a:pt x="1" y="2764"/>
                    <a:pt x="1" y="6165"/>
                  </a:cubicBezTo>
                  <a:cubicBezTo>
                    <a:pt x="1" y="9566"/>
                    <a:pt x="2745" y="12310"/>
                    <a:pt x="6127" y="12310"/>
                  </a:cubicBezTo>
                  <a:cubicBezTo>
                    <a:pt x="9508" y="12310"/>
                    <a:pt x="12252" y="9566"/>
                    <a:pt x="12252" y="6165"/>
                  </a:cubicBezTo>
                  <a:cubicBezTo>
                    <a:pt x="12252" y="2764"/>
                    <a:pt x="9508" y="1"/>
                    <a:pt x="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8"/>
            <p:cNvSpPr/>
            <p:nvPr/>
          </p:nvSpPr>
          <p:spPr>
            <a:xfrm>
              <a:off x="238125" y="1607925"/>
              <a:ext cx="306300" cy="307775"/>
            </a:xfrm>
            <a:custGeom>
              <a:rect b="b" l="l" r="r" t="t"/>
              <a:pathLst>
                <a:path extrusionOk="0" h="12311" w="12252">
                  <a:moveTo>
                    <a:pt x="6126" y="1"/>
                  </a:moveTo>
                  <a:cubicBezTo>
                    <a:pt x="2744" y="1"/>
                    <a:pt x="0" y="2764"/>
                    <a:pt x="0" y="6165"/>
                  </a:cubicBezTo>
                  <a:cubicBezTo>
                    <a:pt x="0" y="9566"/>
                    <a:pt x="2744" y="12310"/>
                    <a:pt x="6126" y="12310"/>
                  </a:cubicBezTo>
                  <a:cubicBezTo>
                    <a:pt x="9508" y="12310"/>
                    <a:pt x="12252" y="9566"/>
                    <a:pt x="12252" y="6165"/>
                  </a:cubicBezTo>
                  <a:cubicBezTo>
                    <a:pt x="12252" y="2764"/>
                    <a:pt x="9508" y="1"/>
                    <a:pt x="6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8"/>
            <p:cNvSpPr/>
            <p:nvPr/>
          </p:nvSpPr>
          <p:spPr>
            <a:xfrm>
              <a:off x="383050" y="1608400"/>
              <a:ext cx="161850" cy="307775"/>
            </a:xfrm>
            <a:custGeom>
              <a:rect b="b" l="l" r="r" t="t"/>
              <a:pathLst>
                <a:path extrusionOk="0" h="12311" w="6474">
                  <a:moveTo>
                    <a:pt x="0" y="1"/>
                  </a:moveTo>
                  <a:cubicBezTo>
                    <a:pt x="3247" y="194"/>
                    <a:pt x="5759" y="2880"/>
                    <a:pt x="5759" y="6146"/>
                  </a:cubicBezTo>
                  <a:cubicBezTo>
                    <a:pt x="5759" y="9393"/>
                    <a:pt x="3247" y="12079"/>
                    <a:pt x="0" y="12291"/>
                  </a:cubicBezTo>
                  <a:cubicBezTo>
                    <a:pt x="97" y="12311"/>
                    <a:pt x="213" y="12311"/>
                    <a:pt x="329" y="12311"/>
                  </a:cubicBezTo>
                  <a:cubicBezTo>
                    <a:pt x="3730" y="12291"/>
                    <a:pt x="6474" y="9528"/>
                    <a:pt x="6455" y="6146"/>
                  </a:cubicBezTo>
                  <a:cubicBezTo>
                    <a:pt x="6455" y="2745"/>
                    <a:pt x="3711" y="1"/>
                    <a:pt x="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8"/>
            <p:cNvSpPr/>
            <p:nvPr/>
          </p:nvSpPr>
          <p:spPr>
            <a:xfrm>
              <a:off x="255500" y="1632575"/>
              <a:ext cx="257050" cy="258975"/>
            </a:xfrm>
            <a:custGeom>
              <a:rect b="b" l="l" r="r" t="t"/>
              <a:pathLst>
                <a:path extrusionOk="0" h="10359" w="10282">
                  <a:moveTo>
                    <a:pt x="5141" y="0"/>
                  </a:moveTo>
                  <a:cubicBezTo>
                    <a:pt x="2300" y="0"/>
                    <a:pt x="1" y="2319"/>
                    <a:pt x="1" y="5179"/>
                  </a:cubicBezTo>
                  <a:cubicBezTo>
                    <a:pt x="1" y="8039"/>
                    <a:pt x="2300" y="10358"/>
                    <a:pt x="5141" y="10358"/>
                  </a:cubicBezTo>
                  <a:cubicBezTo>
                    <a:pt x="7982" y="10358"/>
                    <a:pt x="10281" y="8039"/>
                    <a:pt x="10281" y="5179"/>
                  </a:cubicBezTo>
                  <a:cubicBezTo>
                    <a:pt x="10281" y="2319"/>
                    <a:pt x="7982" y="0"/>
                    <a:pt x="5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8"/>
            <p:cNvSpPr/>
            <p:nvPr/>
          </p:nvSpPr>
          <p:spPr>
            <a:xfrm>
              <a:off x="254550" y="1632575"/>
              <a:ext cx="141575" cy="258475"/>
            </a:xfrm>
            <a:custGeom>
              <a:rect b="b" l="l" r="r" t="t"/>
              <a:pathLst>
                <a:path extrusionOk="0" h="10339" w="5663">
                  <a:moveTo>
                    <a:pt x="5179" y="0"/>
                  </a:moveTo>
                  <a:cubicBezTo>
                    <a:pt x="2319" y="0"/>
                    <a:pt x="0" y="2319"/>
                    <a:pt x="0" y="5179"/>
                  </a:cubicBezTo>
                  <a:cubicBezTo>
                    <a:pt x="0" y="8039"/>
                    <a:pt x="2319" y="10339"/>
                    <a:pt x="5179" y="10339"/>
                  </a:cubicBezTo>
                  <a:cubicBezTo>
                    <a:pt x="5334" y="10339"/>
                    <a:pt x="5507" y="10339"/>
                    <a:pt x="5662" y="10319"/>
                  </a:cubicBezTo>
                  <a:cubicBezTo>
                    <a:pt x="2995" y="10068"/>
                    <a:pt x="986" y="7846"/>
                    <a:pt x="986" y="5179"/>
                  </a:cubicBezTo>
                  <a:cubicBezTo>
                    <a:pt x="986" y="2512"/>
                    <a:pt x="2995" y="290"/>
                    <a:pt x="5662" y="20"/>
                  </a:cubicBezTo>
                  <a:cubicBezTo>
                    <a:pt x="5488" y="0"/>
                    <a:pt x="5334" y="0"/>
                    <a:pt x="5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8"/>
            <p:cNvSpPr/>
            <p:nvPr/>
          </p:nvSpPr>
          <p:spPr>
            <a:xfrm>
              <a:off x="368075" y="1690050"/>
              <a:ext cx="45425" cy="144475"/>
            </a:xfrm>
            <a:custGeom>
              <a:rect b="b" l="l" r="r" t="t"/>
              <a:pathLst>
                <a:path extrusionOk="0" h="5779" w="1817">
                  <a:moveTo>
                    <a:pt x="1082" y="1"/>
                  </a:moveTo>
                  <a:lnTo>
                    <a:pt x="0" y="3015"/>
                  </a:lnTo>
                  <a:lnTo>
                    <a:pt x="1450" y="5779"/>
                  </a:lnTo>
                  <a:lnTo>
                    <a:pt x="1817" y="5586"/>
                  </a:lnTo>
                  <a:lnTo>
                    <a:pt x="445" y="2996"/>
                  </a:lnTo>
                  <a:lnTo>
                    <a:pt x="1469" y="136"/>
                  </a:lnTo>
                  <a:lnTo>
                    <a:pt x="1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8"/>
            <p:cNvSpPr/>
            <p:nvPr/>
          </p:nvSpPr>
          <p:spPr>
            <a:xfrm>
              <a:off x="379675" y="1645600"/>
              <a:ext cx="6300" cy="27100"/>
            </a:xfrm>
            <a:custGeom>
              <a:rect b="b" l="l" r="r" t="t"/>
              <a:pathLst>
                <a:path extrusionOk="0" h="1084" w="252">
                  <a:moveTo>
                    <a:pt x="0" y="1"/>
                  </a:moveTo>
                  <a:lnTo>
                    <a:pt x="0" y="1083"/>
                  </a:lnTo>
                  <a:lnTo>
                    <a:pt x="251" y="108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8"/>
            <p:cNvSpPr/>
            <p:nvPr/>
          </p:nvSpPr>
          <p:spPr>
            <a:xfrm>
              <a:off x="379675" y="1845125"/>
              <a:ext cx="6300" cy="27575"/>
            </a:xfrm>
            <a:custGeom>
              <a:rect b="b" l="l" r="r" t="t"/>
              <a:pathLst>
                <a:path extrusionOk="0" h="1103" w="252">
                  <a:moveTo>
                    <a:pt x="0" y="1"/>
                  </a:moveTo>
                  <a:lnTo>
                    <a:pt x="0" y="1102"/>
                  </a:lnTo>
                  <a:lnTo>
                    <a:pt x="251" y="1102"/>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8"/>
            <p:cNvSpPr/>
            <p:nvPr/>
          </p:nvSpPr>
          <p:spPr>
            <a:xfrm>
              <a:off x="468550" y="1755750"/>
              <a:ext cx="27075" cy="6325"/>
            </a:xfrm>
            <a:custGeom>
              <a:rect b="b" l="l" r="r" t="t"/>
              <a:pathLst>
                <a:path extrusionOk="0" h="253" w="1083">
                  <a:moveTo>
                    <a:pt x="1" y="1"/>
                  </a:moveTo>
                  <a:lnTo>
                    <a:pt x="1"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8"/>
            <p:cNvSpPr/>
            <p:nvPr/>
          </p:nvSpPr>
          <p:spPr>
            <a:xfrm>
              <a:off x="270000" y="1755750"/>
              <a:ext cx="27075" cy="6325"/>
            </a:xfrm>
            <a:custGeom>
              <a:rect b="b" l="l" r="r" t="t"/>
              <a:pathLst>
                <a:path extrusionOk="0" h="253" w="1083">
                  <a:moveTo>
                    <a:pt x="0" y="1"/>
                  </a:moveTo>
                  <a:lnTo>
                    <a:pt x="0"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793" name="Google Shape;5793;p78"/>
          <p:cNvCxnSpPr>
            <a:stCxn id="5728" idx="3"/>
            <a:endCxn id="5729" idx="1"/>
          </p:cNvCxnSpPr>
          <p:nvPr/>
        </p:nvCxnSpPr>
        <p:spPr>
          <a:xfrm>
            <a:off x="3988212" y="1927575"/>
            <a:ext cx="1167600" cy="0"/>
          </a:xfrm>
          <a:prstGeom prst="straightConnector1">
            <a:avLst/>
          </a:prstGeom>
          <a:noFill/>
          <a:ln cap="flat" cmpd="sng" w="19050">
            <a:solidFill>
              <a:schemeClr val="lt2"/>
            </a:solidFill>
            <a:prstDash val="solid"/>
            <a:round/>
            <a:headEnd len="med" w="med" type="none"/>
            <a:tailEnd len="med" w="med" type="none"/>
          </a:ln>
        </p:spPr>
      </p:cxnSp>
      <p:cxnSp>
        <p:nvCxnSpPr>
          <p:cNvPr id="5794" name="Google Shape;5794;p78"/>
          <p:cNvCxnSpPr>
            <a:stCxn id="5730" idx="3"/>
            <a:endCxn id="5731" idx="1"/>
          </p:cNvCxnSpPr>
          <p:nvPr/>
        </p:nvCxnSpPr>
        <p:spPr>
          <a:xfrm>
            <a:off x="3988212" y="3599075"/>
            <a:ext cx="1167600" cy="0"/>
          </a:xfrm>
          <a:prstGeom prst="straightConnector1">
            <a:avLst/>
          </a:prstGeom>
          <a:noFill/>
          <a:ln cap="flat" cmpd="sng" w="19050">
            <a:solidFill>
              <a:schemeClr val="lt2"/>
            </a:solidFill>
            <a:prstDash val="solid"/>
            <a:round/>
            <a:headEnd len="med" w="med" type="none"/>
            <a:tailEnd len="med" w="med" type="none"/>
          </a:ln>
        </p:spPr>
      </p:cxnSp>
      <p:sp>
        <p:nvSpPr>
          <p:cNvPr id="5795" name="Google Shape;5795;p7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 of this topic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9" name="Shape 5799"/>
        <p:cNvGrpSpPr/>
        <p:nvPr/>
      </p:nvGrpSpPr>
      <p:grpSpPr>
        <a:xfrm>
          <a:off x="0" y="0"/>
          <a:ext cx="0" cy="0"/>
          <a:chOff x="0" y="0"/>
          <a:chExt cx="0" cy="0"/>
        </a:xfrm>
      </p:grpSpPr>
      <p:sp>
        <p:nvSpPr>
          <p:cNvPr id="5800" name="Google Shape;5800;p79"/>
          <p:cNvSpPr txBox="1"/>
          <p:nvPr>
            <p:ph idx="1" type="body"/>
          </p:nvPr>
        </p:nvSpPr>
        <p:spPr>
          <a:xfrm>
            <a:off x="4470825" y="1137500"/>
            <a:ext cx="3958200" cy="23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0"/>
              </a:spcBef>
              <a:spcAft>
                <a:spcPts val="0"/>
              </a:spcAft>
              <a:buNone/>
            </a:pPr>
            <a:r>
              <a:rPr lang="en"/>
              <a:t>Lists like this one:</a:t>
            </a:r>
            <a:endParaRPr/>
          </a:p>
          <a:p>
            <a:pPr indent="-317500" lvl="0" marL="457200" rtl="0" algn="l">
              <a:spcBef>
                <a:spcPts val="16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p:txBody>
      </p:sp>
      <p:sp>
        <p:nvSpPr>
          <p:cNvPr id="5801" name="Google Shape;5801;p79"/>
          <p:cNvSpPr/>
          <p:nvPr/>
        </p:nvSpPr>
        <p:spPr>
          <a:xfrm>
            <a:off x="715100" y="4231013"/>
            <a:ext cx="3169537" cy="232698"/>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02" name="Google Shape;5802;p79"/>
          <p:cNvPicPr preferRelativeResize="0"/>
          <p:nvPr/>
        </p:nvPicPr>
        <p:blipFill rotWithShape="1">
          <a:blip r:embed="rId3">
            <a:alphaModFix/>
          </a:blip>
          <a:srcRect b="1932" l="43788" r="0" t="1941"/>
          <a:stretch/>
        </p:blipFill>
        <p:spPr>
          <a:xfrm>
            <a:off x="791750" y="1254300"/>
            <a:ext cx="3016223" cy="2901499"/>
          </a:xfrm>
          <a:prstGeom prst="rect">
            <a:avLst/>
          </a:prstGeom>
          <a:noFill/>
          <a:ln cap="flat" cmpd="sng" w="76200">
            <a:solidFill>
              <a:schemeClr val="lt2"/>
            </a:solidFill>
            <a:prstDash val="solid"/>
            <a:miter lim="8000"/>
            <a:headEnd len="sm" w="sm" type="none"/>
            <a:tailEnd len="sm" w="sm" type="none"/>
          </a:ln>
        </p:spPr>
      </p:pic>
      <p:sp>
        <p:nvSpPr>
          <p:cNvPr id="5803" name="Google Shape;5803;p79"/>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Research</a:t>
            </a:r>
            <a:endParaRPr/>
          </a:p>
        </p:txBody>
      </p:sp>
      <p:sp>
        <p:nvSpPr>
          <p:cNvPr id="5804" name="Google Shape;5804;p79">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8" name="Google Shape;5808;p79"/>
          <p:cNvGrpSpPr/>
          <p:nvPr/>
        </p:nvGrpSpPr>
        <p:grpSpPr>
          <a:xfrm>
            <a:off x="200243" y="3816245"/>
            <a:ext cx="877308" cy="948162"/>
            <a:chOff x="276443" y="3816245"/>
            <a:chExt cx="877308" cy="948162"/>
          </a:xfrm>
        </p:grpSpPr>
        <p:grpSp>
          <p:nvGrpSpPr>
            <p:cNvPr id="5809" name="Google Shape;5809;p79"/>
            <p:cNvGrpSpPr/>
            <p:nvPr/>
          </p:nvGrpSpPr>
          <p:grpSpPr>
            <a:xfrm>
              <a:off x="276443" y="4452593"/>
              <a:ext cx="877308" cy="311814"/>
              <a:chOff x="1412143" y="4492167"/>
              <a:chExt cx="728117" cy="258767"/>
            </a:xfrm>
          </p:grpSpPr>
          <p:sp>
            <p:nvSpPr>
              <p:cNvPr id="5810" name="Google Shape;5810;p79"/>
              <p:cNvSpPr/>
              <p:nvPr/>
            </p:nvSpPr>
            <p:spPr>
              <a:xfrm>
                <a:off x="1412159" y="4689134"/>
                <a:ext cx="728100" cy="6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1" name="Google Shape;5811;p79"/>
              <p:cNvGrpSpPr/>
              <p:nvPr/>
            </p:nvGrpSpPr>
            <p:grpSpPr>
              <a:xfrm>
                <a:off x="1412143" y="4492167"/>
                <a:ext cx="701246" cy="232678"/>
                <a:chOff x="7138068" y="2592629"/>
                <a:chExt cx="701246" cy="232678"/>
              </a:xfrm>
            </p:grpSpPr>
            <p:sp>
              <p:nvSpPr>
                <p:cNvPr id="5812" name="Google Shape;5812;p79"/>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2" name="Google Shape;5822;p79"/>
            <p:cNvGrpSpPr/>
            <p:nvPr/>
          </p:nvGrpSpPr>
          <p:grpSpPr>
            <a:xfrm>
              <a:off x="390036" y="3816245"/>
              <a:ext cx="650143" cy="635200"/>
              <a:chOff x="791550" y="2156375"/>
              <a:chExt cx="1145425" cy="1118900"/>
            </a:xfrm>
          </p:grpSpPr>
          <p:sp>
            <p:nvSpPr>
              <p:cNvPr id="5823" name="Google Shape;5823;p79"/>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37" name="Google Shape;5837;p79"/>
          <p:cNvGrpSpPr/>
          <p:nvPr/>
        </p:nvGrpSpPr>
        <p:grpSpPr>
          <a:xfrm>
            <a:off x="4508030" y="3822426"/>
            <a:ext cx="1155256" cy="935788"/>
            <a:chOff x="3006080" y="3882026"/>
            <a:chExt cx="1155256" cy="935788"/>
          </a:xfrm>
        </p:grpSpPr>
        <p:grpSp>
          <p:nvGrpSpPr>
            <p:cNvPr id="5838" name="Google Shape;5838;p79"/>
            <p:cNvGrpSpPr/>
            <p:nvPr/>
          </p:nvGrpSpPr>
          <p:grpSpPr>
            <a:xfrm>
              <a:off x="3006080" y="4585143"/>
              <a:ext cx="1139549" cy="232671"/>
              <a:chOff x="1412159" y="4602272"/>
              <a:chExt cx="728100" cy="148662"/>
            </a:xfrm>
          </p:grpSpPr>
          <p:sp>
            <p:nvSpPr>
              <p:cNvPr id="5839" name="Google Shape;5839;p79"/>
              <p:cNvSpPr/>
              <p:nvPr/>
            </p:nvSpPr>
            <p:spPr>
              <a:xfrm>
                <a:off x="1412159" y="4689134"/>
                <a:ext cx="728100" cy="6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0" name="Google Shape;5840;p79"/>
              <p:cNvGrpSpPr/>
              <p:nvPr/>
            </p:nvGrpSpPr>
            <p:grpSpPr>
              <a:xfrm>
                <a:off x="1459313" y="4602272"/>
                <a:ext cx="654076" cy="122572"/>
                <a:chOff x="7185238" y="2702734"/>
                <a:chExt cx="654076" cy="122572"/>
              </a:xfrm>
            </p:grpSpPr>
            <p:sp>
              <p:nvSpPr>
                <p:cNvPr id="5841" name="Google Shape;5841;p79"/>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46" name="Google Shape;5846;p79"/>
            <p:cNvGrpSpPr/>
            <p:nvPr/>
          </p:nvGrpSpPr>
          <p:grpSpPr>
            <a:xfrm>
              <a:off x="3026477" y="3882026"/>
              <a:ext cx="1134860" cy="716667"/>
              <a:chOff x="8090324" y="2146794"/>
              <a:chExt cx="939375" cy="593169"/>
            </a:xfrm>
          </p:grpSpPr>
          <p:grpSp>
            <p:nvGrpSpPr>
              <p:cNvPr id="5847" name="Google Shape;5847;p79"/>
              <p:cNvGrpSpPr/>
              <p:nvPr/>
            </p:nvGrpSpPr>
            <p:grpSpPr>
              <a:xfrm>
                <a:off x="8090324" y="2146794"/>
                <a:ext cx="939375" cy="593169"/>
                <a:chOff x="8104224" y="2231332"/>
                <a:chExt cx="939375" cy="593169"/>
              </a:xfrm>
            </p:grpSpPr>
            <p:sp>
              <p:nvSpPr>
                <p:cNvPr id="5848" name="Google Shape;5848;p79"/>
                <p:cNvSpPr/>
                <p:nvPr/>
              </p:nvSpPr>
              <p:spPr>
                <a:xfrm>
                  <a:off x="8104224" y="2765032"/>
                  <a:ext cx="939375" cy="59469"/>
                </a:xfrm>
                <a:custGeom>
                  <a:rect b="b" l="l" r="r" t="t"/>
                  <a:pathLst>
                    <a:path extrusionOk="0" h="7335" w="115865">
                      <a:moveTo>
                        <a:pt x="2012" y="0"/>
                      </a:moveTo>
                      <a:cubicBezTo>
                        <a:pt x="917" y="0"/>
                        <a:pt x="1" y="917"/>
                        <a:pt x="1" y="2011"/>
                      </a:cubicBezTo>
                      <a:lnTo>
                        <a:pt x="1" y="5353"/>
                      </a:lnTo>
                      <a:cubicBezTo>
                        <a:pt x="1" y="6447"/>
                        <a:pt x="917" y="7334"/>
                        <a:pt x="2012" y="7334"/>
                      </a:cubicBezTo>
                      <a:lnTo>
                        <a:pt x="113854" y="7334"/>
                      </a:lnTo>
                      <a:cubicBezTo>
                        <a:pt x="114948" y="7334"/>
                        <a:pt x="115865" y="6447"/>
                        <a:pt x="115865" y="5353"/>
                      </a:cubicBezTo>
                      <a:lnTo>
                        <a:pt x="115865" y="2011"/>
                      </a:lnTo>
                      <a:cubicBezTo>
                        <a:pt x="115865" y="917"/>
                        <a:pt x="114948" y="0"/>
                        <a:pt x="113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8104224" y="2802189"/>
                  <a:ext cx="939375" cy="22312"/>
                </a:xfrm>
                <a:custGeom>
                  <a:rect b="b" l="l" r="r" t="t"/>
                  <a:pathLst>
                    <a:path extrusionOk="0" h="2752" w="115865">
                      <a:moveTo>
                        <a:pt x="1" y="1"/>
                      </a:moveTo>
                      <a:lnTo>
                        <a:pt x="1" y="740"/>
                      </a:lnTo>
                      <a:cubicBezTo>
                        <a:pt x="1" y="1864"/>
                        <a:pt x="917" y="2751"/>
                        <a:pt x="2012" y="2751"/>
                      </a:cubicBezTo>
                      <a:lnTo>
                        <a:pt x="113854" y="2751"/>
                      </a:lnTo>
                      <a:cubicBezTo>
                        <a:pt x="114948" y="2751"/>
                        <a:pt x="115865" y="1864"/>
                        <a:pt x="115865" y="740"/>
                      </a:cubicBezTo>
                      <a:lnTo>
                        <a:pt x="1158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8158884" y="2249432"/>
                  <a:ext cx="822854" cy="497509"/>
                </a:xfrm>
                <a:custGeom>
                  <a:rect b="b" l="l" r="r" t="t"/>
                  <a:pathLst>
                    <a:path extrusionOk="0" h="61364" w="101493">
                      <a:moveTo>
                        <a:pt x="2780" y="0"/>
                      </a:moveTo>
                      <a:cubicBezTo>
                        <a:pt x="1243" y="0"/>
                        <a:pt x="1" y="1361"/>
                        <a:pt x="1" y="3017"/>
                      </a:cubicBezTo>
                      <a:lnTo>
                        <a:pt x="1" y="61363"/>
                      </a:lnTo>
                      <a:lnTo>
                        <a:pt x="101493" y="61363"/>
                      </a:lnTo>
                      <a:lnTo>
                        <a:pt x="101493" y="3017"/>
                      </a:lnTo>
                      <a:cubicBezTo>
                        <a:pt x="101493" y="1361"/>
                        <a:pt x="100251" y="0"/>
                        <a:pt x="987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8391691" y="2273523"/>
                  <a:ext cx="556247" cy="447396"/>
                </a:xfrm>
                <a:custGeom>
                  <a:rect b="b" l="l" r="r" t="t"/>
                  <a:pathLst>
                    <a:path extrusionOk="0" h="55183" w="68609">
                      <a:moveTo>
                        <a:pt x="35813" y="1"/>
                      </a:moveTo>
                      <a:lnTo>
                        <a:pt x="1" y="55183"/>
                      </a:lnTo>
                      <a:lnTo>
                        <a:pt x="68609" y="55183"/>
                      </a:lnTo>
                      <a:lnTo>
                        <a:pt x="68609" y="2721"/>
                      </a:lnTo>
                      <a:cubicBezTo>
                        <a:pt x="68609" y="1213"/>
                        <a:pt x="67574" y="1"/>
                        <a:pt x="66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8155050" y="2231332"/>
                  <a:ext cx="830532" cy="533709"/>
                </a:xfrm>
                <a:custGeom>
                  <a:rect b="b" l="l" r="r" t="t"/>
                  <a:pathLst>
                    <a:path extrusionOk="0" h="65829" w="102440">
                      <a:moveTo>
                        <a:pt x="96821" y="5589"/>
                      </a:moveTo>
                      <a:lnTo>
                        <a:pt x="96821" y="60269"/>
                      </a:lnTo>
                      <a:lnTo>
                        <a:pt x="5590" y="60269"/>
                      </a:lnTo>
                      <a:lnTo>
                        <a:pt x="5590" y="5589"/>
                      </a:lnTo>
                      <a:close/>
                      <a:moveTo>
                        <a:pt x="799" y="0"/>
                      </a:moveTo>
                      <a:cubicBezTo>
                        <a:pt x="356" y="0"/>
                        <a:pt x="1" y="355"/>
                        <a:pt x="1" y="798"/>
                      </a:cubicBezTo>
                      <a:lnTo>
                        <a:pt x="1" y="65030"/>
                      </a:lnTo>
                      <a:cubicBezTo>
                        <a:pt x="1" y="65473"/>
                        <a:pt x="356" y="65828"/>
                        <a:pt x="799" y="65828"/>
                      </a:cubicBezTo>
                      <a:lnTo>
                        <a:pt x="101641" y="65828"/>
                      </a:lnTo>
                      <a:cubicBezTo>
                        <a:pt x="102055" y="65828"/>
                        <a:pt x="102439" y="65473"/>
                        <a:pt x="102439" y="65030"/>
                      </a:cubicBezTo>
                      <a:lnTo>
                        <a:pt x="102439" y="798"/>
                      </a:lnTo>
                      <a:cubicBezTo>
                        <a:pt x="102439" y="355"/>
                        <a:pt x="102055" y="0"/>
                        <a:pt x="1016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3" name="Google Shape;5853;p79"/>
              <p:cNvSpPr/>
              <p:nvPr/>
            </p:nvSpPr>
            <p:spPr>
              <a:xfrm>
                <a:off x="8502213" y="2678907"/>
                <a:ext cx="115572" cy="14391"/>
              </a:xfrm>
              <a:custGeom>
                <a:rect b="b" l="l" r="r" t="t"/>
                <a:pathLst>
                  <a:path extrusionOk="0" h="1775" w="14255">
                    <a:moveTo>
                      <a:pt x="888" y="0"/>
                    </a:moveTo>
                    <a:cubicBezTo>
                      <a:pt x="385" y="0"/>
                      <a:pt x="1" y="414"/>
                      <a:pt x="1" y="887"/>
                    </a:cubicBezTo>
                    <a:cubicBezTo>
                      <a:pt x="1" y="1360"/>
                      <a:pt x="385" y="1775"/>
                      <a:pt x="888" y="1775"/>
                    </a:cubicBezTo>
                    <a:lnTo>
                      <a:pt x="13368" y="1775"/>
                    </a:lnTo>
                    <a:cubicBezTo>
                      <a:pt x="13870" y="1775"/>
                      <a:pt x="14255" y="1360"/>
                      <a:pt x="14255" y="887"/>
                    </a:cubicBezTo>
                    <a:cubicBezTo>
                      <a:pt x="14255" y="414"/>
                      <a:pt x="13870" y="0"/>
                      <a:pt x="13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7" name="Shape 5857"/>
        <p:cNvGrpSpPr/>
        <p:nvPr/>
      </p:nvGrpSpPr>
      <p:grpSpPr>
        <a:xfrm>
          <a:off x="0" y="0"/>
          <a:ext cx="0" cy="0"/>
          <a:chOff x="0" y="0"/>
          <a:chExt cx="0" cy="0"/>
        </a:xfrm>
      </p:grpSpPr>
      <p:grpSp>
        <p:nvGrpSpPr>
          <p:cNvPr id="5858" name="Google Shape;5858;p80"/>
          <p:cNvGrpSpPr/>
          <p:nvPr/>
        </p:nvGrpSpPr>
        <p:grpSpPr>
          <a:xfrm>
            <a:off x="2130833" y="2227933"/>
            <a:ext cx="1467223" cy="937985"/>
            <a:chOff x="1637372" y="1439233"/>
            <a:chExt cx="1995950" cy="1275996"/>
          </a:xfrm>
        </p:grpSpPr>
        <p:grpSp>
          <p:nvGrpSpPr>
            <p:cNvPr id="5859" name="Google Shape;5859;p80"/>
            <p:cNvGrpSpPr/>
            <p:nvPr/>
          </p:nvGrpSpPr>
          <p:grpSpPr>
            <a:xfrm>
              <a:off x="1637372" y="1439233"/>
              <a:ext cx="1995950" cy="1275996"/>
              <a:chOff x="2413900" y="1707875"/>
              <a:chExt cx="835650" cy="534225"/>
            </a:xfrm>
          </p:grpSpPr>
          <p:sp>
            <p:nvSpPr>
              <p:cNvPr id="5860" name="Google Shape;5860;p80"/>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0"/>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0"/>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0"/>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0"/>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0"/>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0"/>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5867" name="Google Shape;5867;p80"/>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8" name="Google Shape;5868;p80"/>
          <p:cNvSpPr/>
          <p:nvPr/>
        </p:nvSpPr>
        <p:spPr>
          <a:xfrm>
            <a:off x="4077425" y="121370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0"/>
          <p:cNvSpPr/>
          <p:nvPr/>
        </p:nvSpPr>
        <p:spPr>
          <a:xfrm>
            <a:off x="4077263" y="22279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0"/>
          <p:cNvSpPr/>
          <p:nvPr/>
        </p:nvSpPr>
        <p:spPr>
          <a:xfrm>
            <a:off x="4077300" y="3242150"/>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0"/>
          <p:cNvSpPr txBox="1"/>
          <p:nvPr>
            <p:ph idx="1" type="subTitle"/>
          </p:nvPr>
        </p:nvSpPr>
        <p:spPr>
          <a:xfrm>
            <a:off x="4258925" y="1261509"/>
            <a:ext cx="1829700" cy="31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872" name="Google Shape;5872;p80"/>
          <p:cNvSpPr txBox="1"/>
          <p:nvPr>
            <p:ph idx="2" type="subTitle"/>
          </p:nvPr>
        </p:nvSpPr>
        <p:spPr>
          <a:xfrm>
            <a:off x="4005625" y="1622522"/>
            <a:ext cx="3350100" cy="52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closest planet to the Sun and the smallest one in the Solar System</a:t>
            </a:r>
            <a:endParaRPr/>
          </a:p>
        </p:txBody>
      </p:sp>
      <p:sp>
        <p:nvSpPr>
          <p:cNvPr id="5873" name="Google Shape;5873;p80"/>
          <p:cNvSpPr txBox="1"/>
          <p:nvPr>
            <p:ph idx="3" type="subTitle"/>
          </p:nvPr>
        </p:nvSpPr>
        <p:spPr>
          <a:xfrm>
            <a:off x="4005575" y="2637425"/>
            <a:ext cx="3350100" cy="52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5874" name="Google Shape;5874;p80"/>
          <p:cNvSpPr txBox="1"/>
          <p:nvPr>
            <p:ph idx="4" type="subTitle"/>
          </p:nvPr>
        </p:nvSpPr>
        <p:spPr>
          <a:xfrm>
            <a:off x="4005625" y="3651650"/>
            <a:ext cx="3350100" cy="52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5875" name="Google Shape;5875;p80"/>
          <p:cNvSpPr txBox="1"/>
          <p:nvPr>
            <p:ph idx="5" type="subTitle"/>
          </p:nvPr>
        </p:nvSpPr>
        <p:spPr>
          <a:xfrm>
            <a:off x="4258913" y="2275650"/>
            <a:ext cx="1829700" cy="31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876" name="Google Shape;5876;p80">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0">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0">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0">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Examples</a:t>
            </a:r>
            <a:endParaRPr/>
          </a:p>
        </p:txBody>
      </p:sp>
      <p:sp>
        <p:nvSpPr>
          <p:cNvPr id="5881" name="Google Shape;5881;p80"/>
          <p:cNvSpPr txBox="1"/>
          <p:nvPr>
            <p:ph idx="6" type="subTitle"/>
          </p:nvPr>
        </p:nvSpPr>
        <p:spPr>
          <a:xfrm>
            <a:off x="4258950" y="3289875"/>
            <a:ext cx="1829700" cy="31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5882" name="Google Shape;5882;p80"/>
          <p:cNvGrpSpPr/>
          <p:nvPr/>
        </p:nvGrpSpPr>
        <p:grpSpPr>
          <a:xfrm>
            <a:off x="2130833" y="3242158"/>
            <a:ext cx="1467223" cy="937985"/>
            <a:chOff x="1637372" y="1439233"/>
            <a:chExt cx="1995950" cy="1275996"/>
          </a:xfrm>
        </p:grpSpPr>
        <p:grpSp>
          <p:nvGrpSpPr>
            <p:cNvPr id="5883" name="Google Shape;5883;p80"/>
            <p:cNvGrpSpPr/>
            <p:nvPr/>
          </p:nvGrpSpPr>
          <p:grpSpPr>
            <a:xfrm>
              <a:off x="1637372" y="1439233"/>
              <a:ext cx="1995950" cy="1275996"/>
              <a:chOff x="2413900" y="1707875"/>
              <a:chExt cx="835650" cy="534225"/>
            </a:xfrm>
          </p:grpSpPr>
          <p:sp>
            <p:nvSpPr>
              <p:cNvPr id="5884" name="Google Shape;5884;p80"/>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0"/>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0"/>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0"/>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0"/>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0"/>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0"/>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5891" name="Google Shape;5891;p80"/>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80"/>
          <p:cNvGrpSpPr/>
          <p:nvPr/>
        </p:nvGrpSpPr>
        <p:grpSpPr>
          <a:xfrm>
            <a:off x="2130833" y="1213708"/>
            <a:ext cx="1467223" cy="937985"/>
            <a:chOff x="1637372" y="1439233"/>
            <a:chExt cx="1995950" cy="1275996"/>
          </a:xfrm>
        </p:grpSpPr>
        <p:grpSp>
          <p:nvGrpSpPr>
            <p:cNvPr id="5893" name="Google Shape;5893;p80"/>
            <p:cNvGrpSpPr/>
            <p:nvPr/>
          </p:nvGrpSpPr>
          <p:grpSpPr>
            <a:xfrm>
              <a:off x="1637372" y="1439233"/>
              <a:ext cx="1995950" cy="1275996"/>
              <a:chOff x="2413900" y="1707875"/>
              <a:chExt cx="835650" cy="534225"/>
            </a:xfrm>
          </p:grpSpPr>
          <p:sp>
            <p:nvSpPr>
              <p:cNvPr id="5894" name="Google Shape;5894;p80"/>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0"/>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0"/>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0"/>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0"/>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0"/>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0"/>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5901" name="Google Shape;5901;p80"/>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80"/>
          <p:cNvGrpSpPr/>
          <p:nvPr/>
        </p:nvGrpSpPr>
        <p:grpSpPr>
          <a:xfrm>
            <a:off x="2642491" y="3494162"/>
            <a:ext cx="487214" cy="395002"/>
            <a:chOff x="3952456" y="1524280"/>
            <a:chExt cx="370195" cy="300154"/>
          </a:xfrm>
        </p:grpSpPr>
        <p:sp>
          <p:nvSpPr>
            <p:cNvPr id="5903" name="Google Shape;5903;p8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80"/>
          <p:cNvGrpSpPr/>
          <p:nvPr/>
        </p:nvGrpSpPr>
        <p:grpSpPr>
          <a:xfrm>
            <a:off x="2691371" y="1449698"/>
            <a:ext cx="389135" cy="370792"/>
            <a:chOff x="1310049" y="2891421"/>
            <a:chExt cx="384749" cy="366613"/>
          </a:xfrm>
        </p:grpSpPr>
        <p:sp>
          <p:nvSpPr>
            <p:cNvPr id="5910" name="Google Shape;5910;p80"/>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0"/>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0"/>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0"/>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0"/>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0"/>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0"/>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0"/>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0"/>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0"/>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0"/>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0"/>
            <p:cNvSpPr/>
            <p:nvPr/>
          </p:nvSpPr>
          <p:spPr>
            <a:xfrm>
              <a:off x="1619148" y="3192920"/>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0"/>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0"/>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80"/>
          <p:cNvGrpSpPr/>
          <p:nvPr/>
        </p:nvGrpSpPr>
        <p:grpSpPr>
          <a:xfrm>
            <a:off x="2790102" y="2473745"/>
            <a:ext cx="191425" cy="378901"/>
            <a:chOff x="4915368" y="2891390"/>
            <a:chExt cx="182850" cy="361927"/>
          </a:xfrm>
        </p:grpSpPr>
        <p:sp>
          <p:nvSpPr>
            <p:cNvPr id="5925" name="Google Shape;5925;p8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9" name="Shape 5939"/>
        <p:cNvGrpSpPr/>
        <p:nvPr/>
      </p:nvGrpSpPr>
      <p:grpSpPr>
        <a:xfrm>
          <a:off x="0" y="0"/>
          <a:ext cx="0" cy="0"/>
          <a:chOff x="0" y="0"/>
          <a:chExt cx="0" cy="0"/>
        </a:xfrm>
      </p:grpSpPr>
      <p:sp>
        <p:nvSpPr>
          <p:cNvPr id="5940" name="Google Shape;5940;p81"/>
          <p:cNvSpPr/>
          <p:nvPr/>
        </p:nvSpPr>
        <p:spPr>
          <a:xfrm>
            <a:off x="825100" y="16374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1"/>
          <p:cNvSpPr/>
          <p:nvPr/>
        </p:nvSpPr>
        <p:spPr>
          <a:xfrm>
            <a:off x="825100" y="32876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1"/>
          <p:cNvSpPr/>
          <p:nvPr/>
        </p:nvSpPr>
        <p:spPr>
          <a:xfrm>
            <a:off x="3475500" y="16374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1"/>
          <p:cNvSpPr/>
          <p:nvPr/>
        </p:nvSpPr>
        <p:spPr>
          <a:xfrm>
            <a:off x="3475500" y="32876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1"/>
          <p:cNvSpPr/>
          <p:nvPr/>
        </p:nvSpPr>
        <p:spPr>
          <a:xfrm>
            <a:off x="6125900" y="16374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1"/>
          <p:cNvSpPr/>
          <p:nvPr/>
        </p:nvSpPr>
        <p:spPr>
          <a:xfrm>
            <a:off x="6125900" y="32876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1"/>
          <p:cNvSpPr txBox="1"/>
          <p:nvPr>
            <p:ph idx="6" type="subTitle"/>
          </p:nvPr>
        </p:nvSpPr>
        <p:spPr>
          <a:xfrm>
            <a:off x="1035250" y="1679925"/>
            <a:ext cx="17727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947" name="Google Shape;5947;p81"/>
          <p:cNvSpPr txBox="1"/>
          <p:nvPr>
            <p:ph idx="4" type="subTitle"/>
          </p:nvPr>
        </p:nvSpPr>
        <p:spPr>
          <a:xfrm>
            <a:off x="825100" y="3774900"/>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948" name="Google Shape;5948;p81"/>
          <p:cNvSpPr txBox="1"/>
          <p:nvPr>
            <p:ph idx="1" type="subTitle"/>
          </p:nvPr>
        </p:nvSpPr>
        <p:spPr>
          <a:xfrm>
            <a:off x="825100" y="21202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5949" name="Google Shape;5949;p81"/>
          <p:cNvSpPr txBox="1"/>
          <p:nvPr>
            <p:ph idx="9" type="subTitle"/>
          </p:nvPr>
        </p:nvSpPr>
        <p:spPr>
          <a:xfrm>
            <a:off x="1035250" y="3330075"/>
            <a:ext cx="17727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950" name="Google Shape;5950;p81"/>
          <p:cNvSpPr txBox="1"/>
          <p:nvPr>
            <p:ph idx="7" type="subTitle"/>
          </p:nvPr>
        </p:nvSpPr>
        <p:spPr>
          <a:xfrm>
            <a:off x="3685650" y="1679925"/>
            <a:ext cx="17727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951" name="Google Shape;5951;p81"/>
          <p:cNvSpPr txBox="1"/>
          <p:nvPr>
            <p:ph idx="8" type="subTitle"/>
          </p:nvPr>
        </p:nvSpPr>
        <p:spPr>
          <a:xfrm>
            <a:off x="6336050" y="1679925"/>
            <a:ext cx="17727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952" name="Google Shape;5952;p81"/>
          <p:cNvSpPr txBox="1"/>
          <p:nvPr>
            <p:ph idx="2" type="subTitle"/>
          </p:nvPr>
        </p:nvSpPr>
        <p:spPr>
          <a:xfrm>
            <a:off x="3475500" y="21202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953" name="Google Shape;5953;p81"/>
          <p:cNvSpPr txBox="1"/>
          <p:nvPr>
            <p:ph idx="3" type="subTitle"/>
          </p:nvPr>
        </p:nvSpPr>
        <p:spPr>
          <a:xfrm>
            <a:off x="6125900" y="21202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954" name="Google Shape;5954;p81"/>
          <p:cNvSpPr txBox="1"/>
          <p:nvPr>
            <p:ph idx="5" type="subTitle"/>
          </p:nvPr>
        </p:nvSpPr>
        <p:spPr>
          <a:xfrm>
            <a:off x="6125900" y="3774900"/>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5955" name="Google Shape;5955;p81"/>
          <p:cNvSpPr txBox="1"/>
          <p:nvPr>
            <p:ph idx="13" type="subTitle"/>
          </p:nvPr>
        </p:nvSpPr>
        <p:spPr>
          <a:xfrm>
            <a:off x="3685650" y="3331100"/>
            <a:ext cx="17727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956" name="Google Shape;5956;p81"/>
          <p:cNvSpPr txBox="1"/>
          <p:nvPr>
            <p:ph idx="14" type="subTitle"/>
          </p:nvPr>
        </p:nvSpPr>
        <p:spPr>
          <a:xfrm>
            <a:off x="6336050" y="3330075"/>
            <a:ext cx="17727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957" name="Google Shape;5957;p8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1" name="Google Shape;5961;p81"/>
          <p:cNvGrpSpPr/>
          <p:nvPr/>
        </p:nvGrpSpPr>
        <p:grpSpPr>
          <a:xfrm>
            <a:off x="1779988" y="1155009"/>
            <a:ext cx="283224" cy="366482"/>
            <a:chOff x="1361556" y="2425923"/>
            <a:chExt cx="283224" cy="366482"/>
          </a:xfrm>
        </p:grpSpPr>
        <p:sp>
          <p:nvSpPr>
            <p:cNvPr id="5962" name="Google Shape;5962;p8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81"/>
          <p:cNvGrpSpPr/>
          <p:nvPr/>
        </p:nvGrpSpPr>
        <p:grpSpPr>
          <a:xfrm>
            <a:off x="4379626" y="1154943"/>
            <a:ext cx="384749" cy="366613"/>
            <a:chOff x="1310049" y="2891421"/>
            <a:chExt cx="384749" cy="366613"/>
          </a:xfrm>
        </p:grpSpPr>
        <p:sp>
          <p:nvSpPr>
            <p:cNvPr id="5983" name="Google Shape;5983;p8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81"/>
          <p:cNvGrpSpPr/>
          <p:nvPr/>
        </p:nvGrpSpPr>
        <p:grpSpPr>
          <a:xfrm>
            <a:off x="7039503" y="2853614"/>
            <a:ext cx="365793" cy="361152"/>
            <a:chOff x="2616191" y="2890461"/>
            <a:chExt cx="365793" cy="361152"/>
          </a:xfrm>
        </p:grpSpPr>
        <p:sp>
          <p:nvSpPr>
            <p:cNvPr id="5998" name="Google Shape;5998;p81"/>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1"/>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1"/>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1"/>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1"/>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1"/>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1"/>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1"/>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1"/>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81"/>
          <p:cNvGrpSpPr/>
          <p:nvPr/>
        </p:nvGrpSpPr>
        <p:grpSpPr>
          <a:xfrm>
            <a:off x="1726583" y="2885918"/>
            <a:ext cx="390034" cy="296545"/>
            <a:chOff x="3051531" y="1516809"/>
            <a:chExt cx="390034" cy="296545"/>
          </a:xfrm>
        </p:grpSpPr>
        <p:sp>
          <p:nvSpPr>
            <p:cNvPr id="6010" name="Google Shape;6010;p81"/>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1"/>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1"/>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1"/>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1"/>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1"/>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1"/>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1"/>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1"/>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1"/>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1"/>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1"/>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1"/>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1"/>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1"/>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81"/>
          <p:cNvGrpSpPr/>
          <p:nvPr/>
        </p:nvGrpSpPr>
        <p:grpSpPr>
          <a:xfrm>
            <a:off x="4470007" y="2856482"/>
            <a:ext cx="203985" cy="355417"/>
            <a:chOff x="2253871" y="2893365"/>
            <a:chExt cx="203985" cy="355417"/>
          </a:xfrm>
        </p:grpSpPr>
        <p:sp>
          <p:nvSpPr>
            <p:cNvPr id="6026" name="Google Shape;6026;p81"/>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1"/>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1"/>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1"/>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1"/>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1"/>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1"/>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1"/>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1"/>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1"/>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1"/>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81"/>
          <p:cNvGrpSpPr/>
          <p:nvPr/>
        </p:nvGrpSpPr>
        <p:grpSpPr>
          <a:xfrm>
            <a:off x="7028850" y="1161646"/>
            <a:ext cx="387099" cy="353207"/>
            <a:chOff x="1989911" y="2306065"/>
            <a:chExt cx="387099" cy="353207"/>
          </a:xfrm>
        </p:grpSpPr>
        <p:sp>
          <p:nvSpPr>
            <p:cNvPr id="6038" name="Google Shape;6038;p8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5" name="Google Shape;6045;p8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Recommendations</a:t>
            </a:r>
            <a:endParaRPr/>
          </a:p>
        </p:txBody>
      </p:sp>
      <p:sp>
        <p:nvSpPr>
          <p:cNvPr id="6046" name="Google Shape;6046;p81"/>
          <p:cNvSpPr txBox="1"/>
          <p:nvPr>
            <p:ph idx="15" type="subTitle"/>
          </p:nvPr>
        </p:nvSpPr>
        <p:spPr>
          <a:xfrm>
            <a:off x="3475500" y="3774900"/>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0" name="Shape 6050"/>
        <p:cNvGrpSpPr/>
        <p:nvPr/>
      </p:nvGrpSpPr>
      <p:grpSpPr>
        <a:xfrm>
          <a:off x="0" y="0"/>
          <a:ext cx="0" cy="0"/>
          <a:chOff x="0" y="0"/>
          <a:chExt cx="0" cy="0"/>
        </a:xfrm>
      </p:grpSpPr>
      <p:grpSp>
        <p:nvGrpSpPr>
          <p:cNvPr id="6051" name="Google Shape;6051;p82"/>
          <p:cNvGrpSpPr/>
          <p:nvPr/>
        </p:nvGrpSpPr>
        <p:grpSpPr>
          <a:xfrm>
            <a:off x="2303020" y="1320809"/>
            <a:ext cx="4537952" cy="2666750"/>
            <a:chOff x="2038756" y="1050839"/>
            <a:chExt cx="5176174" cy="3041805"/>
          </a:xfrm>
        </p:grpSpPr>
        <p:grpSp>
          <p:nvGrpSpPr>
            <p:cNvPr id="6052" name="Google Shape;6052;p82"/>
            <p:cNvGrpSpPr/>
            <p:nvPr/>
          </p:nvGrpSpPr>
          <p:grpSpPr>
            <a:xfrm>
              <a:off x="2038756" y="1050839"/>
              <a:ext cx="5066490" cy="3041805"/>
              <a:chOff x="743953" y="1296401"/>
              <a:chExt cx="2240818" cy="1345336"/>
            </a:xfrm>
          </p:grpSpPr>
          <p:sp>
            <p:nvSpPr>
              <p:cNvPr id="6053" name="Google Shape;6053;p82"/>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4" name="Google Shape;6054;p82"/>
              <p:cNvGrpSpPr/>
              <p:nvPr/>
            </p:nvGrpSpPr>
            <p:grpSpPr>
              <a:xfrm>
                <a:off x="743953" y="1296401"/>
                <a:ext cx="2240772" cy="1306811"/>
                <a:chOff x="743878" y="1560076"/>
                <a:chExt cx="2240772" cy="1306811"/>
              </a:xfrm>
            </p:grpSpPr>
            <p:grpSp>
              <p:nvGrpSpPr>
                <p:cNvPr id="6055" name="Google Shape;6055;p82"/>
                <p:cNvGrpSpPr/>
                <p:nvPr/>
              </p:nvGrpSpPr>
              <p:grpSpPr>
                <a:xfrm>
                  <a:off x="743878" y="1590850"/>
                  <a:ext cx="2240772" cy="1276037"/>
                  <a:chOff x="743878" y="1590850"/>
                  <a:chExt cx="2240772" cy="1276037"/>
                </a:xfrm>
              </p:grpSpPr>
              <p:sp>
                <p:nvSpPr>
                  <p:cNvPr id="6056" name="Google Shape;6056;p82"/>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2"/>
                  <p:cNvSpPr/>
                  <p:nvPr/>
                </p:nvSpPr>
                <p:spPr>
                  <a:xfrm rot="2696772">
                    <a:off x="725268" y="2752322"/>
                    <a:ext cx="225921"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82"/>
                <p:cNvSpPr/>
                <p:nvPr/>
              </p:nvSpPr>
              <p:spPr>
                <a:xfrm rot="-2706523">
                  <a:off x="736754" y="1633311"/>
                  <a:ext cx="223588"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59" name="Google Shape;6059;p82"/>
            <p:cNvSpPr/>
            <p:nvPr/>
          </p:nvSpPr>
          <p:spPr>
            <a:xfrm rot="2440061">
              <a:off x="6740494" y="1204431"/>
              <a:ext cx="505470" cy="9212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0" name="Google Shape;6060;p82"/>
          <p:cNvSpPr txBox="1"/>
          <p:nvPr>
            <p:ph type="title"/>
          </p:nvPr>
        </p:nvSpPr>
        <p:spPr>
          <a:xfrm>
            <a:off x="2500350" y="1607400"/>
            <a:ext cx="4143300" cy="19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a:t>
            </a:r>
            <a:r>
              <a:rPr lang="en">
                <a:solidFill>
                  <a:schemeClr val="accent1"/>
                </a:solidFill>
              </a:rPr>
              <a:t>words</a:t>
            </a:r>
            <a:endParaRPr>
              <a:solidFill>
                <a:schemeClr val="accent1"/>
              </a:solidFill>
            </a:endParaRPr>
          </a:p>
        </p:txBody>
      </p:sp>
      <p:grpSp>
        <p:nvGrpSpPr>
          <p:cNvPr id="6061" name="Google Shape;6061;p82"/>
          <p:cNvGrpSpPr/>
          <p:nvPr/>
        </p:nvGrpSpPr>
        <p:grpSpPr>
          <a:xfrm>
            <a:off x="7154202" y="1712304"/>
            <a:ext cx="1274658" cy="3315445"/>
            <a:chOff x="4406425" y="1970800"/>
            <a:chExt cx="850850" cy="2213100"/>
          </a:xfrm>
        </p:grpSpPr>
        <p:sp>
          <p:nvSpPr>
            <p:cNvPr id="6062" name="Google Shape;6062;p82"/>
            <p:cNvSpPr/>
            <p:nvPr/>
          </p:nvSpPr>
          <p:spPr>
            <a:xfrm>
              <a:off x="4842575" y="1970800"/>
              <a:ext cx="212975" cy="409950"/>
            </a:xfrm>
            <a:custGeom>
              <a:rect b="b" l="l" r="r" t="t"/>
              <a:pathLst>
                <a:path extrusionOk="0" h="16398" w="8519">
                  <a:moveTo>
                    <a:pt x="1375" y="0"/>
                  </a:moveTo>
                  <a:cubicBezTo>
                    <a:pt x="563" y="0"/>
                    <a:pt x="0" y="167"/>
                    <a:pt x="0" y="167"/>
                  </a:cubicBezTo>
                  <a:lnTo>
                    <a:pt x="1163" y="14681"/>
                  </a:lnTo>
                  <a:lnTo>
                    <a:pt x="8519" y="16398"/>
                  </a:lnTo>
                  <a:cubicBezTo>
                    <a:pt x="8519" y="16398"/>
                    <a:pt x="5177" y="13281"/>
                    <a:pt x="6326" y="9002"/>
                  </a:cubicBezTo>
                  <a:cubicBezTo>
                    <a:pt x="7462" y="4710"/>
                    <a:pt x="6062" y="2280"/>
                    <a:pt x="4610" y="1105"/>
                  </a:cubicBezTo>
                  <a:cubicBezTo>
                    <a:pt x="3513" y="211"/>
                    <a:pt x="2287" y="0"/>
                    <a:pt x="13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2"/>
            <p:cNvSpPr/>
            <p:nvPr/>
          </p:nvSpPr>
          <p:spPr>
            <a:xfrm>
              <a:off x="4723375" y="1974975"/>
              <a:ext cx="188225" cy="394225"/>
            </a:xfrm>
            <a:custGeom>
              <a:rect b="b" l="l" r="r" t="t"/>
              <a:pathLst>
                <a:path extrusionOk="0" h="15769" w="7529">
                  <a:moveTo>
                    <a:pt x="4768" y="0"/>
                  </a:moveTo>
                  <a:cubicBezTo>
                    <a:pt x="4768" y="0"/>
                    <a:pt x="1533" y="0"/>
                    <a:pt x="1256" y="2892"/>
                  </a:cubicBezTo>
                  <a:cubicBezTo>
                    <a:pt x="978" y="5837"/>
                    <a:pt x="2801" y="9694"/>
                    <a:pt x="1572" y="11027"/>
                  </a:cubicBezTo>
                  <a:cubicBezTo>
                    <a:pt x="344" y="12361"/>
                    <a:pt x="1" y="15769"/>
                    <a:pt x="1" y="15769"/>
                  </a:cubicBezTo>
                  <a:lnTo>
                    <a:pt x="5561" y="15769"/>
                  </a:lnTo>
                  <a:lnTo>
                    <a:pt x="7529" y="7224"/>
                  </a:lnTo>
                  <a:lnTo>
                    <a:pt x="476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2"/>
            <p:cNvSpPr/>
            <p:nvPr/>
          </p:nvSpPr>
          <p:spPr>
            <a:xfrm>
              <a:off x="4490625" y="2308775"/>
              <a:ext cx="359250" cy="536450"/>
            </a:xfrm>
            <a:custGeom>
              <a:rect b="b" l="l" r="r" t="t"/>
              <a:pathLst>
                <a:path extrusionOk="0" h="21458" w="14370">
                  <a:moveTo>
                    <a:pt x="11692" y="1"/>
                  </a:moveTo>
                  <a:cubicBezTo>
                    <a:pt x="10631" y="1"/>
                    <a:pt x="9659" y="692"/>
                    <a:pt x="9337" y="1756"/>
                  </a:cubicBezTo>
                  <a:lnTo>
                    <a:pt x="7937" y="6537"/>
                  </a:lnTo>
                  <a:cubicBezTo>
                    <a:pt x="7700" y="7329"/>
                    <a:pt x="7462" y="8109"/>
                    <a:pt x="7211" y="8901"/>
                  </a:cubicBezTo>
                  <a:cubicBezTo>
                    <a:pt x="6973" y="9680"/>
                    <a:pt x="6722" y="10446"/>
                    <a:pt x="6458" y="11159"/>
                  </a:cubicBezTo>
                  <a:lnTo>
                    <a:pt x="6366" y="11423"/>
                  </a:lnTo>
                  <a:cubicBezTo>
                    <a:pt x="6326" y="11516"/>
                    <a:pt x="6300" y="11595"/>
                    <a:pt x="6260" y="11674"/>
                  </a:cubicBezTo>
                  <a:cubicBezTo>
                    <a:pt x="6234" y="11767"/>
                    <a:pt x="6194" y="11833"/>
                    <a:pt x="6168" y="11912"/>
                  </a:cubicBezTo>
                  <a:cubicBezTo>
                    <a:pt x="6128" y="12005"/>
                    <a:pt x="6102" y="12057"/>
                    <a:pt x="6075" y="12123"/>
                  </a:cubicBezTo>
                  <a:lnTo>
                    <a:pt x="6049" y="12176"/>
                  </a:lnTo>
                  <a:lnTo>
                    <a:pt x="6036" y="12216"/>
                  </a:lnTo>
                  <a:lnTo>
                    <a:pt x="5996" y="12295"/>
                  </a:lnTo>
                  <a:cubicBezTo>
                    <a:pt x="5983" y="12321"/>
                    <a:pt x="5970" y="12335"/>
                    <a:pt x="5956" y="12361"/>
                  </a:cubicBezTo>
                  <a:cubicBezTo>
                    <a:pt x="5943" y="12388"/>
                    <a:pt x="5930" y="12414"/>
                    <a:pt x="5917" y="12440"/>
                  </a:cubicBezTo>
                  <a:cubicBezTo>
                    <a:pt x="5877" y="12493"/>
                    <a:pt x="5851" y="12546"/>
                    <a:pt x="5798" y="12612"/>
                  </a:cubicBezTo>
                  <a:lnTo>
                    <a:pt x="5745" y="12704"/>
                  </a:lnTo>
                  <a:cubicBezTo>
                    <a:pt x="5719" y="12731"/>
                    <a:pt x="5692" y="12770"/>
                    <a:pt x="5666" y="12797"/>
                  </a:cubicBezTo>
                  <a:cubicBezTo>
                    <a:pt x="5481" y="13061"/>
                    <a:pt x="5257" y="13338"/>
                    <a:pt x="5006" y="13629"/>
                  </a:cubicBezTo>
                  <a:cubicBezTo>
                    <a:pt x="4768" y="13906"/>
                    <a:pt x="4504" y="14197"/>
                    <a:pt x="4240" y="14487"/>
                  </a:cubicBezTo>
                  <a:cubicBezTo>
                    <a:pt x="3711" y="15068"/>
                    <a:pt x="3143" y="15650"/>
                    <a:pt x="2576" y="16217"/>
                  </a:cubicBezTo>
                  <a:cubicBezTo>
                    <a:pt x="2285" y="16508"/>
                    <a:pt x="2008" y="16798"/>
                    <a:pt x="1704" y="17089"/>
                  </a:cubicBezTo>
                  <a:lnTo>
                    <a:pt x="846" y="17934"/>
                  </a:lnTo>
                  <a:lnTo>
                    <a:pt x="806" y="17974"/>
                  </a:lnTo>
                  <a:cubicBezTo>
                    <a:pt x="66" y="18713"/>
                    <a:pt x="0" y="19902"/>
                    <a:pt x="674" y="20721"/>
                  </a:cubicBezTo>
                  <a:cubicBezTo>
                    <a:pt x="1069" y="21203"/>
                    <a:pt x="1648" y="21458"/>
                    <a:pt x="2236" y="21458"/>
                  </a:cubicBezTo>
                  <a:cubicBezTo>
                    <a:pt x="2632" y="21458"/>
                    <a:pt x="3031" y="21343"/>
                    <a:pt x="3381" y="21104"/>
                  </a:cubicBezTo>
                  <a:lnTo>
                    <a:pt x="3672" y="20919"/>
                  </a:lnTo>
                  <a:lnTo>
                    <a:pt x="3936" y="20734"/>
                  </a:lnTo>
                  <a:lnTo>
                    <a:pt x="4477" y="20351"/>
                  </a:lnTo>
                  <a:cubicBezTo>
                    <a:pt x="4821" y="20087"/>
                    <a:pt x="5177" y="19823"/>
                    <a:pt x="5521" y="19545"/>
                  </a:cubicBezTo>
                  <a:cubicBezTo>
                    <a:pt x="6207" y="19004"/>
                    <a:pt x="6894" y="18436"/>
                    <a:pt x="7554" y="17829"/>
                  </a:cubicBezTo>
                  <a:cubicBezTo>
                    <a:pt x="7885" y="17525"/>
                    <a:pt x="8215" y="17208"/>
                    <a:pt x="8545" y="16865"/>
                  </a:cubicBezTo>
                  <a:cubicBezTo>
                    <a:pt x="8875" y="16534"/>
                    <a:pt x="9192" y="16178"/>
                    <a:pt x="9522" y="15768"/>
                  </a:cubicBezTo>
                  <a:lnTo>
                    <a:pt x="9641" y="15623"/>
                  </a:lnTo>
                  <a:lnTo>
                    <a:pt x="9773" y="15451"/>
                  </a:lnTo>
                  <a:cubicBezTo>
                    <a:pt x="9852" y="15346"/>
                    <a:pt x="9932" y="15227"/>
                    <a:pt x="10011" y="15108"/>
                  </a:cubicBezTo>
                  <a:cubicBezTo>
                    <a:pt x="10064" y="15055"/>
                    <a:pt x="10103" y="14976"/>
                    <a:pt x="10143" y="14910"/>
                  </a:cubicBezTo>
                  <a:cubicBezTo>
                    <a:pt x="10183" y="14844"/>
                    <a:pt x="10222" y="14778"/>
                    <a:pt x="10262" y="14712"/>
                  </a:cubicBezTo>
                  <a:lnTo>
                    <a:pt x="10381" y="14514"/>
                  </a:lnTo>
                  <a:lnTo>
                    <a:pt x="10433" y="14408"/>
                  </a:lnTo>
                  <a:lnTo>
                    <a:pt x="10486" y="14316"/>
                  </a:lnTo>
                  <a:cubicBezTo>
                    <a:pt x="10539" y="14197"/>
                    <a:pt x="10592" y="14065"/>
                    <a:pt x="10658" y="13959"/>
                  </a:cubicBezTo>
                  <a:cubicBezTo>
                    <a:pt x="10724" y="13840"/>
                    <a:pt x="10777" y="13721"/>
                    <a:pt x="10816" y="13616"/>
                  </a:cubicBezTo>
                  <a:cubicBezTo>
                    <a:pt x="10869" y="13497"/>
                    <a:pt x="10922" y="13391"/>
                    <a:pt x="10962" y="13286"/>
                  </a:cubicBezTo>
                  <a:lnTo>
                    <a:pt x="11094" y="12955"/>
                  </a:lnTo>
                  <a:cubicBezTo>
                    <a:pt x="11265" y="12520"/>
                    <a:pt x="11437" y="12110"/>
                    <a:pt x="11582" y="11688"/>
                  </a:cubicBezTo>
                  <a:cubicBezTo>
                    <a:pt x="11728" y="11265"/>
                    <a:pt x="11873" y="10856"/>
                    <a:pt x="12005" y="10433"/>
                  </a:cubicBezTo>
                  <a:cubicBezTo>
                    <a:pt x="12282" y="9614"/>
                    <a:pt x="12533" y="8782"/>
                    <a:pt x="12784" y="7963"/>
                  </a:cubicBezTo>
                  <a:cubicBezTo>
                    <a:pt x="12903" y="7554"/>
                    <a:pt x="13022" y="7131"/>
                    <a:pt x="13141" y="6722"/>
                  </a:cubicBezTo>
                  <a:cubicBezTo>
                    <a:pt x="13246" y="6313"/>
                    <a:pt x="13352" y="5903"/>
                    <a:pt x="13471" y="5481"/>
                  </a:cubicBezTo>
                  <a:cubicBezTo>
                    <a:pt x="13577" y="5071"/>
                    <a:pt x="13682" y="4662"/>
                    <a:pt x="13788" y="4239"/>
                  </a:cubicBezTo>
                  <a:cubicBezTo>
                    <a:pt x="13841" y="4041"/>
                    <a:pt x="13894" y="3830"/>
                    <a:pt x="13933" y="3618"/>
                  </a:cubicBezTo>
                  <a:cubicBezTo>
                    <a:pt x="13986" y="3407"/>
                    <a:pt x="14039" y="3209"/>
                    <a:pt x="14092" y="2984"/>
                  </a:cubicBezTo>
                  <a:lnTo>
                    <a:pt x="14092" y="2971"/>
                  </a:lnTo>
                  <a:cubicBezTo>
                    <a:pt x="14369" y="1690"/>
                    <a:pt x="13577" y="409"/>
                    <a:pt x="12309" y="79"/>
                  </a:cubicBezTo>
                  <a:cubicBezTo>
                    <a:pt x="12103" y="26"/>
                    <a:pt x="11896" y="1"/>
                    <a:pt x="116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2"/>
            <p:cNvSpPr/>
            <p:nvPr/>
          </p:nvSpPr>
          <p:spPr>
            <a:xfrm>
              <a:off x="4425250" y="2551400"/>
              <a:ext cx="346025" cy="360250"/>
            </a:xfrm>
            <a:custGeom>
              <a:rect b="b" l="l" r="r" t="t"/>
              <a:pathLst>
                <a:path extrusionOk="0" h="14410" w="13841">
                  <a:moveTo>
                    <a:pt x="6716" y="1"/>
                  </a:moveTo>
                  <a:cubicBezTo>
                    <a:pt x="6671" y="1"/>
                    <a:pt x="6628" y="15"/>
                    <a:pt x="6590" y="41"/>
                  </a:cubicBezTo>
                  <a:lnTo>
                    <a:pt x="119" y="4914"/>
                  </a:lnTo>
                  <a:cubicBezTo>
                    <a:pt x="27" y="4980"/>
                    <a:pt x="0" y="5113"/>
                    <a:pt x="80" y="5205"/>
                  </a:cubicBezTo>
                  <a:lnTo>
                    <a:pt x="6960" y="14370"/>
                  </a:lnTo>
                  <a:cubicBezTo>
                    <a:pt x="6973" y="14383"/>
                    <a:pt x="6987" y="14397"/>
                    <a:pt x="7013" y="14410"/>
                  </a:cubicBezTo>
                  <a:lnTo>
                    <a:pt x="7251" y="14410"/>
                  </a:lnTo>
                  <a:lnTo>
                    <a:pt x="13735" y="9550"/>
                  </a:lnTo>
                  <a:cubicBezTo>
                    <a:pt x="13828" y="9484"/>
                    <a:pt x="13841" y="9352"/>
                    <a:pt x="13775" y="9259"/>
                  </a:cubicBezTo>
                  <a:lnTo>
                    <a:pt x="6894" y="94"/>
                  </a:lnTo>
                  <a:cubicBezTo>
                    <a:pt x="6847" y="31"/>
                    <a:pt x="6781" y="1"/>
                    <a:pt x="6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2"/>
            <p:cNvSpPr/>
            <p:nvPr/>
          </p:nvSpPr>
          <p:spPr>
            <a:xfrm>
              <a:off x="4573500" y="2550425"/>
              <a:ext cx="20475" cy="10600"/>
            </a:xfrm>
            <a:custGeom>
              <a:rect b="b" l="l" r="r" t="t"/>
              <a:pathLst>
                <a:path extrusionOk="0" h="424" w="819">
                  <a:moveTo>
                    <a:pt x="0" y="1"/>
                  </a:moveTo>
                  <a:lnTo>
                    <a:pt x="317" y="424"/>
                  </a:lnTo>
                  <a:lnTo>
                    <a:pt x="819" y="4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2"/>
            <p:cNvSpPr/>
            <p:nvPr/>
          </p:nvSpPr>
          <p:spPr>
            <a:xfrm>
              <a:off x="4406425" y="2550450"/>
              <a:ext cx="346050" cy="361250"/>
            </a:xfrm>
            <a:custGeom>
              <a:rect b="b" l="l" r="r" t="t"/>
              <a:pathLst>
                <a:path extrusionOk="0" h="14450" w="13842">
                  <a:moveTo>
                    <a:pt x="6728" y="1"/>
                  </a:moveTo>
                  <a:cubicBezTo>
                    <a:pt x="6680" y="1"/>
                    <a:pt x="6632" y="18"/>
                    <a:pt x="6591" y="53"/>
                  </a:cubicBezTo>
                  <a:lnTo>
                    <a:pt x="106" y="4900"/>
                  </a:lnTo>
                  <a:cubicBezTo>
                    <a:pt x="14" y="4966"/>
                    <a:pt x="1" y="5098"/>
                    <a:pt x="67" y="5203"/>
                  </a:cubicBezTo>
                  <a:lnTo>
                    <a:pt x="6947" y="14369"/>
                  </a:lnTo>
                  <a:cubicBezTo>
                    <a:pt x="6993" y="14423"/>
                    <a:pt x="7058" y="14450"/>
                    <a:pt x="7122" y="14450"/>
                  </a:cubicBezTo>
                  <a:cubicBezTo>
                    <a:pt x="7167" y="14450"/>
                    <a:pt x="7213" y="14436"/>
                    <a:pt x="7251" y="14408"/>
                  </a:cubicBezTo>
                  <a:lnTo>
                    <a:pt x="13722" y="9548"/>
                  </a:lnTo>
                  <a:cubicBezTo>
                    <a:pt x="13815" y="9482"/>
                    <a:pt x="13841" y="9350"/>
                    <a:pt x="13775" y="9258"/>
                  </a:cubicBezTo>
                  <a:lnTo>
                    <a:pt x="6881" y="79"/>
                  </a:lnTo>
                  <a:cubicBezTo>
                    <a:pt x="6844" y="28"/>
                    <a:pt x="6787" y="1"/>
                    <a:pt x="67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2"/>
            <p:cNvSpPr/>
            <p:nvPr/>
          </p:nvSpPr>
          <p:spPr>
            <a:xfrm>
              <a:off x="4406425" y="2652125"/>
              <a:ext cx="209350" cy="259575"/>
            </a:xfrm>
            <a:custGeom>
              <a:rect b="b" l="l" r="r" t="t"/>
              <a:pathLst>
                <a:path extrusionOk="0" h="10383" w="8374">
                  <a:moveTo>
                    <a:pt x="1229" y="1"/>
                  </a:moveTo>
                  <a:lnTo>
                    <a:pt x="106" y="833"/>
                  </a:lnTo>
                  <a:cubicBezTo>
                    <a:pt x="14" y="899"/>
                    <a:pt x="1" y="1031"/>
                    <a:pt x="67" y="1136"/>
                  </a:cubicBezTo>
                  <a:lnTo>
                    <a:pt x="6947" y="10302"/>
                  </a:lnTo>
                  <a:cubicBezTo>
                    <a:pt x="6993" y="10356"/>
                    <a:pt x="7058" y="10383"/>
                    <a:pt x="7122" y="10383"/>
                  </a:cubicBezTo>
                  <a:cubicBezTo>
                    <a:pt x="7167" y="10383"/>
                    <a:pt x="7213" y="10369"/>
                    <a:pt x="7251" y="10341"/>
                  </a:cubicBezTo>
                  <a:lnTo>
                    <a:pt x="8374" y="9522"/>
                  </a:lnTo>
                  <a:lnTo>
                    <a:pt x="12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2"/>
            <p:cNvSpPr/>
            <p:nvPr/>
          </p:nvSpPr>
          <p:spPr>
            <a:xfrm>
              <a:off x="4457600" y="2759100"/>
              <a:ext cx="126275" cy="126225"/>
            </a:xfrm>
            <a:custGeom>
              <a:rect b="b" l="l" r="r" t="t"/>
              <a:pathLst>
                <a:path extrusionOk="0" h="5049" w="5051">
                  <a:moveTo>
                    <a:pt x="410" y="0"/>
                  </a:moveTo>
                  <a:cubicBezTo>
                    <a:pt x="410" y="1"/>
                    <a:pt x="1" y="1083"/>
                    <a:pt x="608" y="1704"/>
                  </a:cubicBezTo>
                  <a:cubicBezTo>
                    <a:pt x="1176" y="2298"/>
                    <a:pt x="1704" y="2932"/>
                    <a:pt x="2206" y="3579"/>
                  </a:cubicBezTo>
                  <a:cubicBezTo>
                    <a:pt x="2536" y="3989"/>
                    <a:pt x="3025" y="4940"/>
                    <a:pt x="3434" y="5032"/>
                  </a:cubicBezTo>
                  <a:cubicBezTo>
                    <a:pt x="3491" y="5043"/>
                    <a:pt x="3545" y="5048"/>
                    <a:pt x="3598" y="5048"/>
                  </a:cubicBezTo>
                  <a:cubicBezTo>
                    <a:pt x="3933" y="5048"/>
                    <a:pt x="4224" y="4835"/>
                    <a:pt x="4623" y="4425"/>
                  </a:cubicBezTo>
                  <a:cubicBezTo>
                    <a:pt x="5050" y="3973"/>
                    <a:pt x="4857" y="3679"/>
                    <a:pt x="4512" y="3679"/>
                  </a:cubicBezTo>
                  <a:cubicBezTo>
                    <a:pt x="4484" y="3679"/>
                    <a:pt x="4455" y="3681"/>
                    <a:pt x="4425" y="3685"/>
                  </a:cubicBezTo>
                  <a:cubicBezTo>
                    <a:pt x="4095" y="3738"/>
                    <a:pt x="3765" y="3830"/>
                    <a:pt x="3461" y="3949"/>
                  </a:cubicBezTo>
                  <a:cubicBezTo>
                    <a:pt x="3698" y="3698"/>
                    <a:pt x="3949" y="3461"/>
                    <a:pt x="4227" y="3236"/>
                  </a:cubicBezTo>
                  <a:cubicBezTo>
                    <a:pt x="4824" y="2747"/>
                    <a:pt x="4536" y="2419"/>
                    <a:pt x="4153" y="2419"/>
                  </a:cubicBezTo>
                  <a:cubicBezTo>
                    <a:pt x="4112" y="2419"/>
                    <a:pt x="4071" y="2423"/>
                    <a:pt x="4029" y="2430"/>
                  </a:cubicBezTo>
                  <a:cubicBezTo>
                    <a:pt x="3514" y="2576"/>
                    <a:pt x="2999" y="2747"/>
                    <a:pt x="2523" y="2972"/>
                  </a:cubicBezTo>
                  <a:cubicBezTo>
                    <a:pt x="2523" y="2972"/>
                    <a:pt x="3236" y="2404"/>
                    <a:pt x="3712" y="2047"/>
                  </a:cubicBezTo>
                  <a:cubicBezTo>
                    <a:pt x="4045" y="1788"/>
                    <a:pt x="3859" y="1484"/>
                    <a:pt x="3427" y="1484"/>
                  </a:cubicBezTo>
                  <a:cubicBezTo>
                    <a:pt x="3243" y="1484"/>
                    <a:pt x="3014" y="1539"/>
                    <a:pt x="2761" y="1678"/>
                  </a:cubicBezTo>
                  <a:cubicBezTo>
                    <a:pt x="2223" y="1972"/>
                    <a:pt x="2006" y="2025"/>
                    <a:pt x="1919" y="2025"/>
                  </a:cubicBezTo>
                  <a:cubicBezTo>
                    <a:pt x="1870" y="2025"/>
                    <a:pt x="1863" y="2008"/>
                    <a:pt x="1863" y="2008"/>
                  </a:cubicBezTo>
                  <a:cubicBezTo>
                    <a:pt x="1863" y="2008"/>
                    <a:pt x="2008" y="1783"/>
                    <a:pt x="2602" y="1374"/>
                  </a:cubicBezTo>
                  <a:cubicBezTo>
                    <a:pt x="3183" y="961"/>
                    <a:pt x="3310" y="435"/>
                    <a:pt x="2885" y="435"/>
                  </a:cubicBezTo>
                  <a:cubicBezTo>
                    <a:pt x="2875" y="435"/>
                    <a:pt x="2864" y="436"/>
                    <a:pt x="2853" y="436"/>
                  </a:cubicBezTo>
                  <a:cubicBezTo>
                    <a:pt x="2378" y="463"/>
                    <a:pt x="1268" y="1176"/>
                    <a:pt x="1268" y="1176"/>
                  </a:cubicBezTo>
                  <a:lnTo>
                    <a:pt x="1018" y="846"/>
                  </a:lnTo>
                  <a:cubicBezTo>
                    <a:pt x="912" y="700"/>
                    <a:pt x="806" y="568"/>
                    <a:pt x="701" y="436"/>
                  </a:cubicBezTo>
                  <a:lnTo>
                    <a:pt x="410"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2"/>
            <p:cNvSpPr/>
            <p:nvPr/>
          </p:nvSpPr>
          <p:spPr>
            <a:xfrm>
              <a:off x="4583725" y="2903050"/>
              <a:ext cx="29400" cy="8950"/>
            </a:xfrm>
            <a:custGeom>
              <a:rect b="b" l="l" r="r" t="t"/>
              <a:pathLst>
                <a:path extrusionOk="0" h="358" w="1176">
                  <a:moveTo>
                    <a:pt x="516" y="0"/>
                  </a:moveTo>
                  <a:lnTo>
                    <a:pt x="436" y="53"/>
                  </a:lnTo>
                  <a:lnTo>
                    <a:pt x="1" y="357"/>
                  </a:lnTo>
                  <a:lnTo>
                    <a:pt x="912" y="357"/>
                  </a:lnTo>
                  <a:lnTo>
                    <a:pt x="1176" y="159"/>
                  </a:lnTo>
                  <a:cubicBezTo>
                    <a:pt x="938" y="93"/>
                    <a:pt x="727" y="53"/>
                    <a:pt x="5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2"/>
            <p:cNvSpPr/>
            <p:nvPr/>
          </p:nvSpPr>
          <p:spPr>
            <a:xfrm>
              <a:off x="4502500" y="2622750"/>
              <a:ext cx="82575" cy="73325"/>
            </a:xfrm>
            <a:custGeom>
              <a:rect b="b" l="l" r="r" t="t"/>
              <a:pathLst>
                <a:path extrusionOk="0" h="2933" w="3303">
                  <a:moveTo>
                    <a:pt x="2523" y="0"/>
                  </a:moveTo>
                  <a:lnTo>
                    <a:pt x="1" y="1889"/>
                  </a:lnTo>
                  <a:lnTo>
                    <a:pt x="780" y="2932"/>
                  </a:lnTo>
                  <a:lnTo>
                    <a:pt x="3302" y="1044"/>
                  </a:lnTo>
                  <a:lnTo>
                    <a:pt x="25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2"/>
            <p:cNvSpPr/>
            <p:nvPr/>
          </p:nvSpPr>
          <p:spPr>
            <a:xfrm>
              <a:off x="4551050" y="2952250"/>
              <a:ext cx="316300" cy="1096150"/>
            </a:xfrm>
            <a:custGeom>
              <a:rect b="b" l="l" r="r" t="t"/>
              <a:pathLst>
                <a:path extrusionOk="0" h="43846" w="12652">
                  <a:moveTo>
                    <a:pt x="12652" y="0"/>
                  </a:moveTo>
                  <a:lnTo>
                    <a:pt x="3592" y="3540"/>
                  </a:lnTo>
                  <a:lnTo>
                    <a:pt x="3394" y="7079"/>
                  </a:lnTo>
                  <a:lnTo>
                    <a:pt x="3275" y="9284"/>
                  </a:lnTo>
                  <a:lnTo>
                    <a:pt x="3196" y="10764"/>
                  </a:lnTo>
                  <a:lnTo>
                    <a:pt x="3104" y="12626"/>
                  </a:lnTo>
                  <a:lnTo>
                    <a:pt x="2853" y="17076"/>
                  </a:lnTo>
                  <a:lnTo>
                    <a:pt x="2773" y="17855"/>
                  </a:lnTo>
                  <a:lnTo>
                    <a:pt x="2721" y="18344"/>
                  </a:lnTo>
                  <a:lnTo>
                    <a:pt x="0" y="43846"/>
                  </a:lnTo>
                  <a:cubicBezTo>
                    <a:pt x="1123" y="43674"/>
                    <a:pt x="1704" y="43463"/>
                    <a:pt x="2417" y="42776"/>
                  </a:cubicBezTo>
                  <a:cubicBezTo>
                    <a:pt x="2417" y="42776"/>
                    <a:pt x="5415" y="36529"/>
                    <a:pt x="6986" y="30930"/>
                  </a:cubicBezTo>
                  <a:cubicBezTo>
                    <a:pt x="8545" y="25317"/>
                    <a:pt x="7950" y="18635"/>
                    <a:pt x="7950" y="18635"/>
                  </a:cubicBezTo>
                  <a:cubicBezTo>
                    <a:pt x="8505" y="16865"/>
                    <a:pt x="9060" y="15307"/>
                    <a:pt x="9601" y="13814"/>
                  </a:cubicBezTo>
                  <a:cubicBezTo>
                    <a:pt x="9931" y="12916"/>
                    <a:pt x="10248" y="12031"/>
                    <a:pt x="10552" y="11147"/>
                  </a:cubicBezTo>
                  <a:lnTo>
                    <a:pt x="10684" y="10764"/>
                  </a:lnTo>
                  <a:cubicBezTo>
                    <a:pt x="10948" y="9971"/>
                    <a:pt x="11199" y="9166"/>
                    <a:pt x="11437" y="8320"/>
                  </a:cubicBezTo>
                  <a:cubicBezTo>
                    <a:pt x="11463" y="8215"/>
                    <a:pt x="11490" y="8122"/>
                    <a:pt x="11516" y="8017"/>
                  </a:cubicBezTo>
                  <a:cubicBezTo>
                    <a:pt x="11622" y="7568"/>
                    <a:pt x="11741" y="7105"/>
                    <a:pt x="11846" y="6630"/>
                  </a:cubicBezTo>
                  <a:cubicBezTo>
                    <a:pt x="12229" y="4807"/>
                    <a:pt x="12493" y="2959"/>
                    <a:pt x="12599" y="1096"/>
                  </a:cubicBezTo>
                  <a:lnTo>
                    <a:pt x="12599" y="991"/>
                  </a:lnTo>
                  <a:cubicBezTo>
                    <a:pt x="12626" y="661"/>
                    <a:pt x="12639" y="330"/>
                    <a:pt x="12652"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2"/>
            <p:cNvSpPr/>
            <p:nvPr/>
          </p:nvSpPr>
          <p:spPr>
            <a:xfrm>
              <a:off x="4628300" y="3221650"/>
              <a:ext cx="189525" cy="76300"/>
            </a:xfrm>
            <a:custGeom>
              <a:rect b="b" l="l" r="r" t="t"/>
              <a:pathLst>
                <a:path extrusionOk="0" h="3052" w="7581">
                  <a:moveTo>
                    <a:pt x="106" y="1"/>
                  </a:moveTo>
                  <a:lnTo>
                    <a:pt x="0" y="1850"/>
                  </a:lnTo>
                  <a:cubicBezTo>
                    <a:pt x="1493" y="2206"/>
                    <a:pt x="3857" y="2695"/>
                    <a:pt x="6498" y="3051"/>
                  </a:cubicBezTo>
                  <a:cubicBezTo>
                    <a:pt x="6828" y="2140"/>
                    <a:pt x="7158" y="1269"/>
                    <a:pt x="7462" y="384"/>
                  </a:cubicBezTo>
                  <a:lnTo>
                    <a:pt x="7581" y="1"/>
                  </a:ln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2"/>
            <p:cNvSpPr/>
            <p:nvPr/>
          </p:nvSpPr>
          <p:spPr>
            <a:xfrm>
              <a:off x="4619050" y="3398625"/>
              <a:ext cx="61100" cy="22150"/>
            </a:xfrm>
            <a:custGeom>
              <a:rect b="b" l="l" r="r" t="t"/>
              <a:pathLst>
                <a:path extrusionOk="0" h="886" w="2444">
                  <a:moveTo>
                    <a:pt x="53" y="0"/>
                  </a:moveTo>
                  <a:lnTo>
                    <a:pt x="1" y="502"/>
                  </a:lnTo>
                  <a:cubicBezTo>
                    <a:pt x="806" y="872"/>
                    <a:pt x="1863" y="885"/>
                    <a:pt x="2100" y="885"/>
                  </a:cubicBezTo>
                  <a:lnTo>
                    <a:pt x="2153" y="885"/>
                  </a:lnTo>
                  <a:cubicBezTo>
                    <a:pt x="2444" y="859"/>
                    <a:pt x="2444" y="436"/>
                    <a:pt x="2153" y="423"/>
                  </a:cubicBezTo>
                  <a:cubicBezTo>
                    <a:pt x="1717" y="423"/>
                    <a:pt x="687" y="357"/>
                    <a:pt x="53"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2"/>
            <p:cNvSpPr/>
            <p:nvPr/>
          </p:nvSpPr>
          <p:spPr>
            <a:xfrm>
              <a:off x="4437800" y="3966500"/>
              <a:ext cx="222225" cy="206425"/>
            </a:xfrm>
            <a:custGeom>
              <a:rect b="b" l="l" r="r" t="t"/>
              <a:pathLst>
                <a:path extrusionOk="0" h="8257" w="8889">
                  <a:moveTo>
                    <a:pt x="7951" y="1"/>
                  </a:moveTo>
                  <a:cubicBezTo>
                    <a:pt x="7951" y="1"/>
                    <a:pt x="3342" y="4425"/>
                    <a:pt x="2840" y="5244"/>
                  </a:cubicBezTo>
                  <a:cubicBezTo>
                    <a:pt x="2325" y="6076"/>
                    <a:pt x="0" y="8070"/>
                    <a:pt x="766" y="8175"/>
                  </a:cubicBezTo>
                  <a:cubicBezTo>
                    <a:pt x="1054" y="8215"/>
                    <a:pt x="1690" y="8257"/>
                    <a:pt x="2423" y="8257"/>
                  </a:cubicBezTo>
                  <a:cubicBezTo>
                    <a:pt x="3641" y="8257"/>
                    <a:pt x="5125" y="8142"/>
                    <a:pt x="5719" y="7713"/>
                  </a:cubicBezTo>
                  <a:cubicBezTo>
                    <a:pt x="6670" y="7013"/>
                    <a:pt x="7951" y="4979"/>
                    <a:pt x="7951" y="4979"/>
                  </a:cubicBezTo>
                  <a:lnTo>
                    <a:pt x="8268" y="6828"/>
                  </a:lnTo>
                  <a:lnTo>
                    <a:pt x="8822" y="6828"/>
                  </a:lnTo>
                  <a:cubicBezTo>
                    <a:pt x="8835" y="6393"/>
                    <a:pt x="8809" y="2325"/>
                    <a:pt x="8849" y="1546"/>
                  </a:cubicBezTo>
                  <a:cubicBezTo>
                    <a:pt x="8888" y="740"/>
                    <a:pt x="7951" y="1"/>
                    <a:pt x="79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2"/>
            <p:cNvSpPr/>
            <p:nvPr/>
          </p:nvSpPr>
          <p:spPr>
            <a:xfrm>
              <a:off x="4491600" y="3911375"/>
              <a:ext cx="158850" cy="208975"/>
            </a:xfrm>
            <a:custGeom>
              <a:rect b="b" l="l" r="r" t="t"/>
              <a:pathLst>
                <a:path extrusionOk="0" h="8359" w="6354">
                  <a:moveTo>
                    <a:pt x="2959" y="0"/>
                  </a:moveTo>
                  <a:cubicBezTo>
                    <a:pt x="2959" y="0"/>
                    <a:pt x="2867" y="1968"/>
                    <a:pt x="2708" y="2773"/>
                  </a:cubicBezTo>
                  <a:cubicBezTo>
                    <a:pt x="2576" y="3672"/>
                    <a:pt x="2312" y="4543"/>
                    <a:pt x="1942" y="5375"/>
                  </a:cubicBezTo>
                  <a:cubicBezTo>
                    <a:pt x="1506" y="6313"/>
                    <a:pt x="1" y="8096"/>
                    <a:pt x="516" y="8320"/>
                  </a:cubicBezTo>
                  <a:cubicBezTo>
                    <a:pt x="575" y="8347"/>
                    <a:pt x="648" y="8359"/>
                    <a:pt x="733" y="8359"/>
                  </a:cubicBezTo>
                  <a:cubicBezTo>
                    <a:pt x="1414" y="8359"/>
                    <a:pt x="2850" y="7562"/>
                    <a:pt x="3567" y="6775"/>
                  </a:cubicBezTo>
                  <a:cubicBezTo>
                    <a:pt x="4504" y="5745"/>
                    <a:pt x="5482" y="4358"/>
                    <a:pt x="5746" y="3473"/>
                  </a:cubicBezTo>
                  <a:cubicBezTo>
                    <a:pt x="5904" y="2998"/>
                    <a:pt x="5904" y="2483"/>
                    <a:pt x="5746" y="2007"/>
                  </a:cubicBezTo>
                  <a:lnTo>
                    <a:pt x="6353" y="185"/>
                  </a:lnTo>
                  <a:lnTo>
                    <a:pt x="2959"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2"/>
            <p:cNvSpPr/>
            <p:nvPr/>
          </p:nvSpPr>
          <p:spPr>
            <a:xfrm>
              <a:off x="4843225" y="2943325"/>
              <a:ext cx="204725" cy="1067450"/>
            </a:xfrm>
            <a:custGeom>
              <a:rect b="b" l="l" r="r" t="t"/>
              <a:pathLst>
                <a:path extrusionOk="0" h="42698" w="8189">
                  <a:moveTo>
                    <a:pt x="8189" y="1"/>
                  </a:moveTo>
                  <a:lnTo>
                    <a:pt x="1467" y="1348"/>
                  </a:lnTo>
                  <a:lnTo>
                    <a:pt x="899" y="1467"/>
                  </a:lnTo>
                  <a:lnTo>
                    <a:pt x="397" y="1572"/>
                  </a:lnTo>
                  <a:cubicBezTo>
                    <a:pt x="54" y="2919"/>
                    <a:pt x="1" y="4847"/>
                    <a:pt x="146" y="7000"/>
                  </a:cubicBezTo>
                  <a:cubicBezTo>
                    <a:pt x="173" y="7449"/>
                    <a:pt x="212" y="7911"/>
                    <a:pt x="252" y="8374"/>
                  </a:cubicBezTo>
                  <a:cubicBezTo>
                    <a:pt x="265" y="8479"/>
                    <a:pt x="278" y="8585"/>
                    <a:pt x="291" y="8677"/>
                  </a:cubicBezTo>
                  <a:cubicBezTo>
                    <a:pt x="384" y="9496"/>
                    <a:pt x="490" y="10302"/>
                    <a:pt x="622" y="11134"/>
                  </a:cubicBezTo>
                  <a:cubicBezTo>
                    <a:pt x="648" y="11319"/>
                    <a:pt x="674" y="11504"/>
                    <a:pt x="714" y="11702"/>
                  </a:cubicBezTo>
                  <a:cubicBezTo>
                    <a:pt x="873" y="12653"/>
                    <a:pt x="1057" y="13617"/>
                    <a:pt x="1256" y="14528"/>
                  </a:cubicBezTo>
                  <a:cubicBezTo>
                    <a:pt x="1586" y="16020"/>
                    <a:pt x="2008" y="17512"/>
                    <a:pt x="2523" y="18952"/>
                  </a:cubicBezTo>
                  <a:cubicBezTo>
                    <a:pt x="2523" y="18952"/>
                    <a:pt x="1229" y="21659"/>
                    <a:pt x="2233" y="27338"/>
                  </a:cubicBezTo>
                  <a:cubicBezTo>
                    <a:pt x="3316" y="33400"/>
                    <a:pt x="4768" y="40518"/>
                    <a:pt x="4768" y="40518"/>
                  </a:cubicBezTo>
                  <a:lnTo>
                    <a:pt x="7331" y="42697"/>
                  </a:lnTo>
                  <a:lnTo>
                    <a:pt x="7753" y="19903"/>
                  </a:lnTo>
                  <a:cubicBezTo>
                    <a:pt x="7766" y="19507"/>
                    <a:pt x="7780" y="19110"/>
                    <a:pt x="7793" y="18727"/>
                  </a:cubicBezTo>
                  <a:cubicBezTo>
                    <a:pt x="7793" y="18543"/>
                    <a:pt x="7806" y="18371"/>
                    <a:pt x="7806" y="18186"/>
                  </a:cubicBezTo>
                  <a:cubicBezTo>
                    <a:pt x="7846" y="16799"/>
                    <a:pt x="7885" y="15492"/>
                    <a:pt x="7925" y="14237"/>
                  </a:cubicBezTo>
                  <a:cubicBezTo>
                    <a:pt x="7951" y="13300"/>
                    <a:pt x="7978" y="12388"/>
                    <a:pt x="8004" y="11530"/>
                  </a:cubicBezTo>
                  <a:cubicBezTo>
                    <a:pt x="8004" y="11398"/>
                    <a:pt x="8004" y="11266"/>
                    <a:pt x="8004" y="11134"/>
                  </a:cubicBezTo>
                  <a:cubicBezTo>
                    <a:pt x="8030" y="10315"/>
                    <a:pt x="8044" y="9536"/>
                    <a:pt x="8057" y="8796"/>
                  </a:cubicBezTo>
                  <a:cubicBezTo>
                    <a:pt x="8189" y="3197"/>
                    <a:pt x="8189" y="1"/>
                    <a:pt x="8189"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2"/>
            <p:cNvSpPr/>
            <p:nvPr/>
          </p:nvSpPr>
          <p:spPr>
            <a:xfrm>
              <a:off x="4858750" y="3221650"/>
              <a:ext cx="184600" cy="86900"/>
            </a:xfrm>
            <a:custGeom>
              <a:rect b="b" l="l" r="r" t="t"/>
              <a:pathLst>
                <a:path extrusionOk="0" h="3476" w="7384">
                  <a:moveTo>
                    <a:pt x="1" y="1"/>
                  </a:moveTo>
                  <a:cubicBezTo>
                    <a:pt x="27" y="186"/>
                    <a:pt x="53" y="371"/>
                    <a:pt x="93" y="569"/>
                  </a:cubicBezTo>
                  <a:cubicBezTo>
                    <a:pt x="252" y="1520"/>
                    <a:pt x="436" y="2484"/>
                    <a:pt x="635" y="3395"/>
                  </a:cubicBezTo>
                  <a:cubicBezTo>
                    <a:pt x="1449" y="3445"/>
                    <a:pt x="2265" y="3475"/>
                    <a:pt x="3066" y="3475"/>
                  </a:cubicBezTo>
                  <a:cubicBezTo>
                    <a:pt x="4565" y="3475"/>
                    <a:pt x="6013" y="3371"/>
                    <a:pt x="7304" y="3104"/>
                  </a:cubicBezTo>
                  <a:cubicBezTo>
                    <a:pt x="7330" y="2167"/>
                    <a:pt x="7357" y="1255"/>
                    <a:pt x="7383" y="397"/>
                  </a:cubicBezTo>
                  <a:cubicBezTo>
                    <a:pt x="7383" y="265"/>
                    <a:pt x="7383" y="133"/>
                    <a:pt x="7383"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2"/>
            <p:cNvSpPr/>
            <p:nvPr/>
          </p:nvSpPr>
          <p:spPr>
            <a:xfrm>
              <a:off x="4978925" y="3397975"/>
              <a:ext cx="59450" cy="22800"/>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2"/>
            <p:cNvSpPr/>
            <p:nvPr/>
          </p:nvSpPr>
          <p:spPr>
            <a:xfrm>
              <a:off x="4934350" y="3956275"/>
              <a:ext cx="154875" cy="227625"/>
            </a:xfrm>
            <a:custGeom>
              <a:rect b="b" l="l" r="r" t="t"/>
              <a:pathLst>
                <a:path extrusionOk="0" h="9105" w="6195">
                  <a:moveTo>
                    <a:pt x="1123" y="0"/>
                  </a:moveTo>
                  <a:cubicBezTo>
                    <a:pt x="1123" y="0"/>
                    <a:pt x="80" y="436"/>
                    <a:pt x="41" y="1902"/>
                  </a:cubicBezTo>
                  <a:cubicBezTo>
                    <a:pt x="1" y="3381"/>
                    <a:pt x="41" y="7171"/>
                    <a:pt x="41" y="7171"/>
                  </a:cubicBezTo>
                  <a:lnTo>
                    <a:pt x="569" y="7171"/>
                  </a:lnTo>
                  <a:lnTo>
                    <a:pt x="859" y="5837"/>
                  </a:lnTo>
                  <a:cubicBezTo>
                    <a:pt x="859" y="5837"/>
                    <a:pt x="1044" y="7290"/>
                    <a:pt x="1784" y="8228"/>
                  </a:cubicBezTo>
                  <a:cubicBezTo>
                    <a:pt x="2313" y="8901"/>
                    <a:pt x="3304" y="9105"/>
                    <a:pt x="4206" y="9105"/>
                  </a:cubicBezTo>
                  <a:cubicBezTo>
                    <a:pt x="4543" y="9105"/>
                    <a:pt x="4868" y="9077"/>
                    <a:pt x="5151" y="9033"/>
                  </a:cubicBezTo>
                  <a:cubicBezTo>
                    <a:pt x="6195" y="8875"/>
                    <a:pt x="5429" y="6947"/>
                    <a:pt x="4993" y="5851"/>
                  </a:cubicBezTo>
                  <a:cubicBezTo>
                    <a:pt x="4570" y="4768"/>
                    <a:pt x="3672" y="2179"/>
                    <a:pt x="3672" y="2179"/>
                  </a:cubicBezTo>
                  <a:lnTo>
                    <a:pt x="11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2"/>
            <p:cNvSpPr/>
            <p:nvPr/>
          </p:nvSpPr>
          <p:spPr>
            <a:xfrm>
              <a:off x="4943925" y="3903775"/>
              <a:ext cx="111950" cy="227525"/>
            </a:xfrm>
            <a:custGeom>
              <a:rect b="b" l="l" r="r" t="t"/>
              <a:pathLst>
                <a:path extrusionOk="0" h="9101" w="4478">
                  <a:moveTo>
                    <a:pt x="1018" y="0"/>
                  </a:moveTo>
                  <a:cubicBezTo>
                    <a:pt x="1018" y="0"/>
                    <a:pt x="1044" y="1796"/>
                    <a:pt x="740" y="2100"/>
                  </a:cubicBezTo>
                  <a:cubicBezTo>
                    <a:pt x="423" y="2417"/>
                    <a:pt x="1" y="3421"/>
                    <a:pt x="318" y="4662"/>
                  </a:cubicBezTo>
                  <a:cubicBezTo>
                    <a:pt x="622" y="5904"/>
                    <a:pt x="833" y="7713"/>
                    <a:pt x="1546" y="8492"/>
                  </a:cubicBezTo>
                  <a:cubicBezTo>
                    <a:pt x="1935" y="8903"/>
                    <a:pt x="2658" y="9101"/>
                    <a:pt x="3270" y="9101"/>
                  </a:cubicBezTo>
                  <a:cubicBezTo>
                    <a:pt x="3799" y="9101"/>
                    <a:pt x="4246" y="8952"/>
                    <a:pt x="4319" y="8664"/>
                  </a:cubicBezTo>
                  <a:cubicBezTo>
                    <a:pt x="4478" y="8043"/>
                    <a:pt x="3355" y="5745"/>
                    <a:pt x="3316" y="4557"/>
                  </a:cubicBezTo>
                  <a:cubicBezTo>
                    <a:pt x="3263" y="3368"/>
                    <a:pt x="3052" y="172"/>
                    <a:pt x="3052" y="172"/>
                  </a:cubicBezTo>
                  <a:lnTo>
                    <a:pt x="1018"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2"/>
            <p:cNvSpPr/>
            <p:nvPr/>
          </p:nvSpPr>
          <p:spPr>
            <a:xfrm>
              <a:off x="4558300" y="2676900"/>
              <a:ext cx="528625" cy="594025"/>
            </a:xfrm>
            <a:custGeom>
              <a:rect b="b" l="l" r="r" t="t"/>
              <a:pathLst>
                <a:path extrusionOk="0" h="23761" w="21145">
                  <a:moveTo>
                    <a:pt x="6036" y="0"/>
                  </a:moveTo>
                  <a:cubicBezTo>
                    <a:pt x="6036" y="0"/>
                    <a:pt x="5851" y="779"/>
                    <a:pt x="5574" y="1968"/>
                  </a:cubicBezTo>
                  <a:cubicBezTo>
                    <a:pt x="5561" y="2060"/>
                    <a:pt x="5534" y="2153"/>
                    <a:pt x="5508" y="2258"/>
                  </a:cubicBezTo>
                  <a:cubicBezTo>
                    <a:pt x="5244" y="3355"/>
                    <a:pt x="4913" y="4754"/>
                    <a:pt x="4544" y="6154"/>
                  </a:cubicBezTo>
                  <a:cubicBezTo>
                    <a:pt x="4517" y="6273"/>
                    <a:pt x="4491" y="6392"/>
                    <a:pt x="4451" y="6498"/>
                  </a:cubicBezTo>
                  <a:lnTo>
                    <a:pt x="4253" y="7250"/>
                  </a:lnTo>
                  <a:cubicBezTo>
                    <a:pt x="4174" y="7581"/>
                    <a:pt x="4081" y="7898"/>
                    <a:pt x="3989" y="8214"/>
                  </a:cubicBezTo>
                  <a:cubicBezTo>
                    <a:pt x="3870" y="8664"/>
                    <a:pt x="3751" y="9099"/>
                    <a:pt x="3619" y="9509"/>
                  </a:cubicBezTo>
                  <a:cubicBezTo>
                    <a:pt x="3606" y="9562"/>
                    <a:pt x="3593" y="9614"/>
                    <a:pt x="3580" y="9680"/>
                  </a:cubicBezTo>
                  <a:lnTo>
                    <a:pt x="3408" y="10248"/>
                  </a:lnTo>
                  <a:cubicBezTo>
                    <a:pt x="2734" y="12520"/>
                    <a:pt x="1823" y="15504"/>
                    <a:pt x="1282" y="17287"/>
                  </a:cubicBezTo>
                  <a:cubicBezTo>
                    <a:pt x="1242" y="17393"/>
                    <a:pt x="1216" y="17485"/>
                    <a:pt x="1189" y="17578"/>
                  </a:cubicBezTo>
                  <a:cubicBezTo>
                    <a:pt x="1136" y="17750"/>
                    <a:pt x="1044" y="18027"/>
                    <a:pt x="938" y="18344"/>
                  </a:cubicBezTo>
                  <a:cubicBezTo>
                    <a:pt x="846" y="18621"/>
                    <a:pt x="727" y="18951"/>
                    <a:pt x="621" y="19268"/>
                  </a:cubicBezTo>
                  <a:cubicBezTo>
                    <a:pt x="595" y="19361"/>
                    <a:pt x="569" y="19440"/>
                    <a:pt x="529" y="19519"/>
                  </a:cubicBezTo>
                  <a:cubicBezTo>
                    <a:pt x="489" y="19651"/>
                    <a:pt x="450" y="19770"/>
                    <a:pt x="410" y="19876"/>
                  </a:cubicBezTo>
                  <a:cubicBezTo>
                    <a:pt x="186" y="20523"/>
                    <a:pt x="1" y="21025"/>
                    <a:pt x="1" y="21025"/>
                  </a:cubicBezTo>
                  <a:cubicBezTo>
                    <a:pt x="2888" y="23178"/>
                    <a:pt x="7582" y="23760"/>
                    <a:pt x="11815" y="23760"/>
                  </a:cubicBezTo>
                  <a:cubicBezTo>
                    <a:pt x="16800" y="23760"/>
                    <a:pt x="21144" y="22953"/>
                    <a:pt x="21144" y="22953"/>
                  </a:cubicBezTo>
                  <a:cubicBezTo>
                    <a:pt x="21144" y="22953"/>
                    <a:pt x="21118" y="22425"/>
                    <a:pt x="21065" y="21725"/>
                  </a:cubicBezTo>
                  <a:cubicBezTo>
                    <a:pt x="21052" y="21593"/>
                    <a:pt x="21039" y="21474"/>
                    <a:pt x="21039" y="21342"/>
                  </a:cubicBezTo>
                  <a:cubicBezTo>
                    <a:pt x="20973" y="20364"/>
                    <a:pt x="20893" y="19202"/>
                    <a:pt x="20854" y="18687"/>
                  </a:cubicBezTo>
                  <a:cubicBezTo>
                    <a:pt x="20841" y="18582"/>
                    <a:pt x="20841" y="18489"/>
                    <a:pt x="20827" y="18383"/>
                  </a:cubicBezTo>
                  <a:cubicBezTo>
                    <a:pt x="20722" y="17182"/>
                    <a:pt x="20590" y="15597"/>
                    <a:pt x="20471" y="14091"/>
                  </a:cubicBezTo>
                  <a:cubicBezTo>
                    <a:pt x="20458" y="13854"/>
                    <a:pt x="20431" y="13616"/>
                    <a:pt x="20418" y="13391"/>
                  </a:cubicBezTo>
                  <a:cubicBezTo>
                    <a:pt x="20365" y="12876"/>
                    <a:pt x="20326" y="12388"/>
                    <a:pt x="20299" y="11939"/>
                  </a:cubicBezTo>
                  <a:cubicBezTo>
                    <a:pt x="20273" y="11609"/>
                    <a:pt x="20246" y="11292"/>
                    <a:pt x="20220" y="11001"/>
                  </a:cubicBezTo>
                  <a:cubicBezTo>
                    <a:pt x="20180" y="10565"/>
                    <a:pt x="20141" y="10143"/>
                    <a:pt x="20101" y="9720"/>
                  </a:cubicBezTo>
                  <a:cubicBezTo>
                    <a:pt x="20075" y="9535"/>
                    <a:pt x="20061" y="9337"/>
                    <a:pt x="20035" y="9152"/>
                  </a:cubicBezTo>
                  <a:cubicBezTo>
                    <a:pt x="20035" y="9113"/>
                    <a:pt x="20022" y="9086"/>
                    <a:pt x="20022" y="9020"/>
                  </a:cubicBezTo>
                  <a:cubicBezTo>
                    <a:pt x="20009" y="8967"/>
                    <a:pt x="19995" y="8901"/>
                    <a:pt x="19995" y="8835"/>
                  </a:cubicBezTo>
                  <a:cubicBezTo>
                    <a:pt x="19758" y="6867"/>
                    <a:pt x="19427" y="5137"/>
                    <a:pt x="19150" y="3817"/>
                  </a:cubicBezTo>
                  <a:cubicBezTo>
                    <a:pt x="19137" y="3711"/>
                    <a:pt x="19111" y="3619"/>
                    <a:pt x="19084" y="3526"/>
                  </a:cubicBezTo>
                  <a:cubicBezTo>
                    <a:pt x="18780" y="2113"/>
                    <a:pt x="18543" y="1255"/>
                    <a:pt x="18543" y="1255"/>
                  </a:cubicBezTo>
                  <a:cubicBezTo>
                    <a:pt x="18543" y="1255"/>
                    <a:pt x="18188" y="1267"/>
                    <a:pt x="17569" y="1267"/>
                  </a:cubicBezTo>
                  <a:cubicBezTo>
                    <a:pt x="15529" y="1267"/>
                    <a:pt x="10615" y="1135"/>
                    <a:pt x="6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2"/>
            <p:cNvSpPr/>
            <p:nvPr/>
          </p:nvSpPr>
          <p:spPr>
            <a:xfrm>
              <a:off x="4724700" y="2756800"/>
              <a:ext cx="24450" cy="23525"/>
            </a:xfrm>
            <a:custGeom>
              <a:rect b="b" l="l" r="r" t="t"/>
              <a:pathLst>
                <a:path extrusionOk="0" h="941" w="978">
                  <a:moveTo>
                    <a:pt x="503" y="0"/>
                  </a:moveTo>
                  <a:cubicBezTo>
                    <a:pt x="318" y="277"/>
                    <a:pt x="172" y="568"/>
                    <a:pt x="1" y="845"/>
                  </a:cubicBezTo>
                  <a:cubicBezTo>
                    <a:pt x="96" y="912"/>
                    <a:pt x="193" y="941"/>
                    <a:pt x="287" y="941"/>
                  </a:cubicBezTo>
                  <a:cubicBezTo>
                    <a:pt x="673" y="941"/>
                    <a:pt x="978" y="444"/>
                    <a:pt x="648" y="92"/>
                  </a:cubicBezTo>
                  <a:cubicBezTo>
                    <a:pt x="595" y="53"/>
                    <a:pt x="555" y="26"/>
                    <a:pt x="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2"/>
            <p:cNvSpPr/>
            <p:nvPr/>
          </p:nvSpPr>
          <p:spPr>
            <a:xfrm>
              <a:off x="4770925" y="2766025"/>
              <a:ext cx="24800" cy="24800"/>
            </a:xfrm>
            <a:custGeom>
              <a:rect b="b" l="l" r="r" t="t"/>
              <a:pathLst>
                <a:path extrusionOk="0" h="992" w="992">
                  <a:moveTo>
                    <a:pt x="503" y="1"/>
                  </a:moveTo>
                  <a:cubicBezTo>
                    <a:pt x="225" y="1"/>
                    <a:pt x="1" y="225"/>
                    <a:pt x="1" y="489"/>
                  </a:cubicBezTo>
                  <a:cubicBezTo>
                    <a:pt x="1" y="767"/>
                    <a:pt x="225" y="991"/>
                    <a:pt x="503" y="991"/>
                  </a:cubicBezTo>
                  <a:cubicBezTo>
                    <a:pt x="767" y="991"/>
                    <a:pt x="991" y="767"/>
                    <a:pt x="991" y="489"/>
                  </a:cubicBezTo>
                  <a:cubicBezTo>
                    <a:pt x="991" y="225"/>
                    <a:pt x="767" y="1"/>
                    <a:pt x="5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2"/>
            <p:cNvSpPr/>
            <p:nvPr/>
          </p:nvSpPr>
          <p:spPr>
            <a:xfrm>
              <a:off x="4824425" y="2773875"/>
              <a:ext cx="25775" cy="24950"/>
            </a:xfrm>
            <a:custGeom>
              <a:rect b="b" l="l" r="r" t="t"/>
              <a:pathLst>
                <a:path extrusionOk="0" h="998" w="1031">
                  <a:moveTo>
                    <a:pt x="497" y="1"/>
                  </a:moveTo>
                  <a:cubicBezTo>
                    <a:pt x="242" y="1"/>
                    <a:pt x="0" y="202"/>
                    <a:pt x="0" y="506"/>
                  </a:cubicBezTo>
                  <a:cubicBezTo>
                    <a:pt x="0" y="800"/>
                    <a:pt x="241" y="998"/>
                    <a:pt x="495" y="998"/>
                  </a:cubicBezTo>
                  <a:cubicBezTo>
                    <a:pt x="617" y="998"/>
                    <a:pt x="742" y="952"/>
                    <a:pt x="845" y="849"/>
                  </a:cubicBezTo>
                  <a:cubicBezTo>
                    <a:pt x="1030" y="651"/>
                    <a:pt x="1030" y="347"/>
                    <a:pt x="845" y="149"/>
                  </a:cubicBezTo>
                  <a:cubicBezTo>
                    <a:pt x="743" y="47"/>
                    <a:pt x="618" y="1"/>
                    <a:pt x="4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2"/>
            <p:cNvSpPr/>
            <p:nvPr/>
          </p:nvSpPr>
          <p:spPr>
            <a:xfrm>
              <a:off x="4878900" y="2779650"/>
              <a:ext cx="26100" cy="24800"/>
            </a:xfrm>
            <a:custGeom>
              <a:rect b="b" l="l" r="r" t="t"/>
              <a:pathLst>
                <a:path extrusionOk="0" h="992" w="1044">
                  <a:moveTo>
                    <a:pt x="503" y="0"/>
                  </a:moveTo>
                  <a:cubicBezTo>
                    <a:pt x="248" y="0"/>
                    <a:pt x="0" y="195"/>
                    <a:pt x="0" y="499"/>
                  </a:cubicBezTo>
                  <a:cubicBezTo>
                    <a:pt x="0" y="793"/>
                    <a:pt x="247" y="991"/>
                    <a:pt x="501" y="991"/>
                  </a:cubicBezTo>
                  <a:cubicBezTo>
                    <a:pt x="623" y="991"/>
                    <a:pt x="747" y="945"/>
                    <a:pt x="845" y="842"/>
                  </a:cubicBezTo>
                  <a:cubicBezTo>
                    <a:pt x="1044" y="658"/>
                    <a:pt x="1044" y="341"/>
                    <a:pt x="845" y="143"/>
                  </a:cubicBezTo>
                  <a:cubicBezTo>
                    <a:pt x="747" y="44"/>
                    <a:pt x="624" y="0"/>
                    <a:pt x="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2"/>
            <p:cNvSpPr/>
            <p:nvPr/>
          </p:nvSpPr>
          <p:spPr>
            <a:xfrm>
              <a:off x="4933050" y="2787500"/>
              <a:ext cx="8925" cy="19500"/>
            </a:xfrm>
            <a:custGeom>
              <a:rect b="b" l="l" r="r" t="t"/>
              <a:pathLst>
                <a:path extrusionOk="0" h="780" w="357">
                  <a:moveTo>
                    <a:pt x="159" y="0"/>
                  </a:moveTo>
                  <a:cubicBezTo>
                    <a:pt x="0" y="198"/>
                    <a:pt x="13" y="489"/>
                    <a:pt x="198" y="661"/>
                  </a:cubicBezTo>
                  <a:cubicBezTo>
                    <a:pt x="238" y="713"/>
                    <a:pt x="304" y="753"/>
                    <a:pt x="357" y="779"/>
                  </a:cubicBezTo>
                  <a:cubicBezTo>
                    <a:pt x="264" y="528"/>
                    <a:pt x="185" y="264"/>
                    <a:pt x="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2"/>
            <p:cNvSpPr/>
            <p:nvPr/>
          </p:nvSpPr>
          <p:spPr>
            <a:xfrm>
              <a:off x="4711500" y="2813175"/>
              <a:ext cx="26775" cy="25600"/>
            </a:xfrm>
            <a:custGeom>
              <a:rect b="b" l="l" r="r" t="t"/>
              <a:pathLst>
                <a:path extrusionOk="0" h="1024" w="1071">
                  <a:moveTo>
                    <a:pt x="519" y="1"/>
                  </a:moveTo>
                  <a:cubicBezTo>
                    <a:pt x="256" y="1"/>
                    <a:pt x="0" y="205"/>
                    <a:pt x="0" y="518"/>
                  </a:cubicBezTo>
                  <a:cubicBezTo>
                    <a:pt x="0" y="822"/>
                    <a:pt x="254" y="1023"/>
                    <a:pt x="517" y="1023"/>
                  </a:cubicBezTo>
                  <a:cubicBezTo>
                    <a:pt x="642" y="1023"/>
                    <a:pt x="770" y="977"/>
                    <a:pt x="872" y="875"/>
                  </a:cubicBezTo>
                  <a:cubicBezTo>
                    <a:pt x="1070" y="677"/>
                    <a:pt x="1070" y="347"/>
                    <a:pt x="872" y="149"/>
                  </a:cubicBezTo>
                  <a:cubicBezTo>
                    <a:pt x="770" y="47"/>
                    <a:pt x="644" y="1"/>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2"/>
            <p:cNvSpPr/>
            <p:nvPr/>
          </p:nvSpPr>
          <p:spPr>
            <a:xfrm>
              <a:off x="4764325" y="2823725"/>
              <a:ext cx="26775" cy="25275"/>
            </a:xfrm>
            <a:custGeom>
              <a:rect b="b" l="l" r="r" t="t"/>
              <a:pathLst>
                <a:path extrusionOk="0" h="1011" w="1071">
                  <a:moveTo>
                    <a:pt x="517" y="1"/>
                  </a:moveTo>
                  <a:cubicBezTo>
                    <a:pt x="255" y="1"/>
                    <a:pt x="1" y="202"/>
                    <a:pt x="1" y="506"/>
                  </a:cubicBezTo>
                  <a:cubicBezTo>
                    <a:pt x="1" y="810"/>
                    <a:pt x="255" y="1011"/>
                    <a:pt x="517" y="1011"/>
                  </a:cubicBezTo>
                  <a:cubicBezTo>
                    <a:pt x="642" y="1011"/>
                    <a:pt x="770" y="965"/>
                    <a:pt x="872" y="862"/>
                  </a:cubicBezTo>
                  <a:cubicBezTo>
                    <a:pt x="1070" y="664"/>
                    <a:pt x="1070" y="347"/>
                    <a:pt x="872" y="149"/>
                  </a:cubicBezTo>
                  <a:cubicBezTo>
                    <a:pt x="770" y="47"/>
                    <a:pt x="642" y="1"/>
                    <a:pt x="5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2"/>
            <p:cNvSpPr/>
            <p:nvPr/>
          </p:nvSpPr>
          <p:spPr>
            <a:xfrm>
              <a:off x="4819475" y="2831650"/>
              <a:ext cx="26425" cy="25600"/>
            </a:xfrm>
            <a:custGeom>
              <a:rect b="b" l="l" r="r" t="t"/>
              <a:pathLst>
                <a:path extrusionOk="0" h="1024" w="1057">
                  <a:moveTo>
                    <a:pt x="507" y="1"/>
                  </a:moveTo>
                  <a:cubicBezTo>
                    <a:pt x="248" y="1"/>
                    <a:pt x="0" y="202"/>
                    <a:pt x="0" y="506"/>
                  </a:cubicBezTo>
                  <a:cubicBezTo>
                    <a:pt x="0" y="819"/>
                    <a:pt x="249" y="1023"/>
                    <a:pt x="508" y="1023"/>
                  </a:cubicBezTo>
                  <a:cubicBezTo>
                    <a:pt x="631" y="1023"/>
                    <a:pt x="756" y="977"/>
                    <a:pt x="858" y="876"/>
                  </a:cubicBezTo>
                  <a:cubicBezTo>
                    <a:pt x="1057" y="677"/>
                    <a:pt x="1057" y="347"/>
                    <a:pt x="858" y="149"/>
                  </a:cubicBezTo>
                  <a:cubicBezTo>
                    <a:pt x="756" y="47"/>
                    <a:pt x="630" y="1"/>
                    <a:pt x="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2"/>
            <p:cNvSpPr/>
            <p:nvPr/>
          </p:nvSpPr>
          <p:spPr>
            <a:xfrm>
              <a:off x="4875250" y="2837275"/>
              <a:ext cx="26775" cy="25275"/>
            </a:xfrm>
            <a:custGeom>
              <a:rect b="b" l="l" r="r" t="t"/>
              <a:pathLst>
                <a:path extrusionOk="0" h="1011" w="1071">
                  <a:moveTo>
                    <a:pt x="517" y="0"/>
                  </a:moveTo>
                  <a:cubicBezTo>
                    <a:pt x="255" y="0"/>
                    <a:pt x="1" y="201"/>
                    <a:pt x="1" y="505"/>
                  </a:cubicBezTo>
                  <a:cubicBezTo>
                    <a:pt x="1" y="809"/>
                    <a:pt x="255" y="1010"/>
                    <a:pt x="517" y="1010"/>
                  </a:cubicBezTo>
                  <a:cubicBezTo>
                    <a:pt x="643" y="1010"/>
                    <a:pt x="770" y="964"/>
                    <a:pt x="873" y="862"/>
                  </a:cubicBezTo>
                  <a:cubicBezTo>
                    <a:pt x="1071" y="664"/>
                    <a:pt x="1071" y="347"/>
                    <a:pt x="873" y="149"/>
                  </a:cubicBezTo>
                  <a:cubicBezTo>
                    <a:pt x="770" y="46"/>
                    <a:pt x="643" y="0"/>
                    <a:pt x="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2"/>
            <p:cNvSpPr/>
            <p:nvPr/>
          </p:nvSpPr>
          <p:spPr>
            <a:xfrm>
              <a:off x="4932050" y="2840250"/>
              <a:ext cx="26425" cy="25275"/>
            </a:xfrm>
            <a:custGeom>
              <a:rect b="b" l="l" r="r" t="t"/>
              <a:pathLst>
                <a:path extrusionOk="0" h="1011" w="1057">
                  <a:moveTo>
                    <a:pt x="507" y="0"/>
                  </a:moveTo>
                  <a:cubicBezTo>
                    <a:pt x="248" y="0"/>
                    <a:pt x="0" y="201"/>
                    <a:pt x="0" y="505"/>
                  </a:cubicBezTo>
                  <a:cubicBezTo>
                    <a:pt x="0" y="809"/>
                    <a:pt x="248" y="1010"/>
                    <a:pt x="507" y="1010"/>
                  </a:cubicBezTo>
                  <a:cubicBezTo>
                    <a:pt x="630" y="1010"/>
                    <a:pt x="756" y="964"/>
                    <a:pt x="859" y="862"/>
                  </a:cubicBezTo>
                  <a:cubicBezTo>
                    <a:pt x="1057" y="664"/>
                    <a:pt x="1057" y="347"/>
                    <a:pt x="859" y="149"/>
                  </a:cubicBezTo>
                  <a:cubicBezTo>
                    <a:pt x="756" y="46"/>
                    <a:pt x="630" y="0"/>
                    <a:pt x="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2"/>
            <p:cNvSpPr/>
            <p:nvPr/>
          </p:nvSpPr>
          <p:spPr>
            <a:xfrm>
              <a:off x="4658350" y="2858150"/>
              <a:ext cx="20825" cy="26100"/>
            </a:xfrm>
            <a:custGeom>
              <a:rect b="b" l="l" r="r" t="t"/>
              <a:pathLst>
                <a:path extrusionOk="0" h="1044" w="833">
                  <a:moveTo>
                    <a:pt x="264" y="0"/>
                  </a:moveTo>
                  <a:cubicBezTo>
                    <a:pt x="172" y="331"/>
                    <a:pt x="93" y="648"/>
                    <a:pt x="0" y="964"/>
                  </a:cubicBezTo>
                  <a:cubicBezTo>
                    <a:pt x="85" y="1018"/>
                    <a:pt x="179" y="1043"/>
                    <a:pt x="271" y="1043"/>
                  </a:cubicBezTo>
                  <a:cubicBezTo>
                    <a:pt x="407" y="1043"/>
                    <a:pt x="540" y="988"/>
                    <a:pt x="634" y="885"/>
                  </a:cubicBezTo>
                  <a:cubicBezTo>
                    <a:pt x="832" y="674"/>
                    <a:pt x="832" y="357"/>
                    <a:pt x="634" y="146"/>
                  </a:cubicBezTo>
                  <a:cubicBezTo>
                    <a:pt x="528" y="53"/>
                    <a:pt x="396" y="0"/>
                    <a:pt x="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2"/>
            <p:cNvSpPr/>
            <p:nvPr/>
          </p:nvSpPr>
          <p:spPr>
            <a:xfrm>
              <a:off x="4703900" y="2870800"/>
              <a:ext cx="27100" cy="26225"/>
            </a:xfrm>
            <a:custGeom>
              <a:rect b="b" l="l" r="r" t="t"/>
              <a:pathLst>
                <a:path extrusionOk="0" h="1049" w="1084">
                  <a:moveTo>
                    <a:pt x="523" y="1"/>
                  </a:moveTo>
                  <a:cubicBezTo>
                    <a:pt x="256" y="1"/>
                    <a:pt x="1" y="211"/>
                    <a:pt x="1" y="525"/>
                  </a:cubicBezTo>
                  <a:cubicBezTo>
                    <a:pt x="1" y="838"/>
                    <a:pt x="256" y="1048"/>
                    <a:pt x="523" y="1048"/>
                  </a:cubicBezTo>
                  <a:cubicBezTo>
                    <a:pt x="650" y="1048"/>
                    <a:pt x="779" y="1001"/>
                    <a:pt x="886" y="894"/>
                  </a:cubicBezTo>
                  <a:cubicBezTo>
                    <a:pt x="1084" y="696"/>
                    <a:pt x="1084" y="366"/>
                    <a:pt x="886" y="155"/>
                  </a:cubicBezTo>
                  <a:cubicBezTo>
                    <a:pt x="779" y="48"/>
                    <a:pt x="650" y="1"/>
                    <a:pt x="5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2"/>
            <p:cNvSpPr/>
            <p:nvPr/>
          </p:nvSpPr>
          <p:spPr>
            <a:xfrm>
              <a:off x="4758050" y="2881375"/>
              <a:ext cx="27425" cy="26050"/>
            </a:xfrm>
            <a:custGeom>
              <a:rect b="b" l="l" r="r" t="t"/>
              <a:pathLst>
                <a:path extrusionOk="0" h="1042" w="1097">
                  <a:moveTo>
                    <a:pt x="523" y="1"/>
                  </a:moveTo>
                  <a:cubicBezTo>
                    <a:pt x="256" y="1"/>
                    <a:pt x="1" y="211"/>
                    <a:pt x="1" y="524"/>
                  </a:cubicBezTo>
                  <a:cubicBezTo>
                    <a:pt x="1" y="838"/>
                    <a:pt x="256" y="1042"/>
                    <a:pt x="523" y="1042"/>
                  </a:cubicBezTo>
                  <a:cubicBezTo>
                    <a:pt x="650" y="1042"/>
                    <a:pt x="779" y="996"/>
                    <a:pt x="885" y="894"/>
                  </a:cubicBezTo>
                  <a:cubicBezTo>
                    <a:pt x="1097" y="683"/>
                    <a:pt x="1097" y="352"/>
                    <a:pt x="885" y="154"/>
                  </a:cubicBezTo>
                  <a:cubicBezTo>
                    <a:pt x="779" y="48"/>
                    <a:pt x="649" y="1"/>
                    <a:pt x="5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2"/>
            <p:cNvSpPr/>
            <p:nvPr/>
          </p:nvSpPr>
          <p:spPr>
            <a:xfrm>
              <a:off x="4814175" y="2889300"/>
              <a:ext cx="27425" cy="26050"/>
            </a:xfrm>
            <a:custGeom>
              <a:rect b="b" l="l" r="r" t="t"/>
              <a:pathLst>
                <a:path extrusionOk="0" h="1042" w="1097">
                  <a:moveTo>
                    <a:pt x="523" y="1"/>
                  </a:moveTo>
                  <a:cubicBezTo>
                    <a:pt x="256" y="1"/>
                    <a:pt x="1" y="211"/>
                    <a:pt x="1" y="524"/>
                  </a:cubicBezTo>
                  <a:cubicBezTo>
                    <a:pt x="1" y="838"/>
                    <a:pt x="256" y="1042"/>
                    <a:pt x="523" y="1042"/>
                  </a:cubicBezTo>
                  <a:cubicBezTo>
                    <a:pt x="650" y="1042"/>
                    <a:pt x="779" y="996"/>
                    <a:pt x="886" y="894"/>
                  </a:cubicBezTo>
                  <a:cubicBezTo>
                    <a:pt x="1097" y="683"/>
                    <a:pt x="1097" y="352"/>
                    <a:pt x="886" y="154"/>
                  </a:cubicBezTo>
                  <a:cubicBezTo>
                    <a:pt x="779" y="48"/>
                    <a:pt x="650" y="1"/>
                    <a:pt x="5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2"/>
            <p:cNvSpPr/>
            <p:nvPr/>
          </p:nvSpPr>
          <p:spPr>
            <a:xfrm>
              <a:off x="4871625" y="2894725"/>
              <a:ext cx="27100" cy="26050"/>
            </a:xfrm>
            <a:custGeom>
              <a:rect b="b" l="l" r="r" t="t"/>
              <a:pathLst>
                <a:path extrusionOk="0" h="1042" w="1084">
                  <a:moveTo>
                    <a:pt x="523" y="1"/>
                  </a:moveTo>
                  <a:cubicBezTo>
                    <a:pt x="256" y="1"/>
                    <a:pt x="1" y="205"/>
                    <a:pt x="1" y="518"/>
                  </a:cubicBezTo>
                  <a:cubicBezTo>
                    <a:pt x="1" y="832"/>
                    <a:pt x="256" y="1042"/>
                    <a:pt x="523" y="1042"/>
                  </a:cubicBezTo>
                  <a:cubicBezTo>
                    <a:pt x="650" y="1042"/>
                    <a:pt x="779" y="995"/>
                    <a:pt x="885" y="888"/>
                  </a:cubicBezTo>
                  <a:cubicBezTo>
                    <a:pt x="1084" y="690"/>
                    <a:pt x="1084" y="360"/>
                    <a:pt x="885" y="149"/>
                  </a:cubicBezTo>
                  <a:cubicBezTo>
                    <a:pt x="779" y="47"/>
                    <a:pt x="650" y="1"/>
                    <a:pt x="5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2"/>
            <p:cNvSpPr/>
            <p:nvPr/>
          </p:nvSpPr>
          <p:spPr>
            <a:xfrm>
              <a:off x="4929750" y="2897475"/>
              <a:ext cx="27075" cy="25950"/>
            </a:xfrm>
            <a:custGeom>
              <a:rect b="b" l="l" r="r" t="t"/>
              <a:pathLst>
                <a:path extrusionOk="0" h="1038" w="1083">
                  <a:moveTo>
                    <a:pt x="514" y="0"/>
                  </a:moveTo>
                  <a:cubicBezTo>
                    <a:pt x="250" y="0"/>
                    <a:pt x="0" y="204"/>
                    <a:pt x="0" y="514"/>
                  </a:cubicBezTo>
                  <a:cubicBezTo>
                    <a:pt x="0" y="827"/>
                    <a:pt x="255" y="1038"/>
                    <a:pt x="522" y="1038"/>
                  </a:cubicBezTo>
                  <a:cubicBezTo>
                    <a:pt x="649" y="1038"/>
                    <a:pt x="779" y="990"/>
                    <a:pt x="885" y="884"/>
                  </a:cubicBezTo>
                  <a:cubicBezTo>
                    <a:pt x="1083" y="686"/>
                    <a:pt x="1083" y="356"/>
                    <a:pt x="885" y="157"/>
                  </a:cubicBezTo>
                  <a:cubicBezTo>
                    <a:pt x="776" y="49"/>
                    <a:pt x="644" y="0"/>
                    <a:pt x="5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2"/>
            <p:cNvSpPr/>
            <p:nvPr/>
          </p:nvSpPr>
          <p:spPr>
            <a:xfrm>
              <a:off x="4987525" y="2897225"/>
              <a:ext cx="27425" cy="26200"/>
            </a:xfrm>
            <a:custGeom>
              <a:rect b="b" l="l" r="r" t="t"/>
              <a:pathLst>
                <a:path extrusionOk="0" h="1048" w="1097">
                  <a:moveTo>
                    <a:pt x="532" y="0"/>
                  </a:moveTo>
                  <a:cubicBezTo>
                    <a:pt x="261" y="0"/>
                    <a:pt x="0" y="211"/>
                    <a:pt x="0" y="524"/>
                  </a:cubicBezTo>
                  <a:cubicBezTo>
                    <a:pt x="0" y="837"/>
                    <a:pt x="261" y="1048"/>
                    <a:pt x="532" y="1048"/>
                  </a:cubicBezTo>
                  <a:cubicBezTo>
                    <a:pt x="661" y="1048"/>
                    <a:pt x="792" y="1000"/>
                    <a:pt x="898" y="894"/>
                  </a:cubicBezTo>
                  <a:cubicBezTo>
                    <a:pt x="1096" y="683"/>
                    <a:pt x="1096" y="352"/>
                    <a:pt x="898" y="154"/>
                  </a:cubicBezTo>
                  <a:cubicBezTo>
                    <a:pt x="792" y="48"/>
                    <a:pt x="661" y="0"/>
                    <a:pt x="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2"/>
            <p:cNvSpPr/>
            <p:nvPr/>
          </p:nvSpPr>
          <p:spPr>
            <a:xfrm>
              <a:off x="5040725" y="2899425"/>
              <a:ext cx="20100" cy="20900"/>
            </a:xfrm>
            <a:custGeom>
              <a:rect b="b" l="l" r="r" t="t"/>
              <a:pathLst>
                <a:path extrusionOk="0" h="836" w="804">
                  <a:moveTo>
                    <a:pt x="276" y="0"/>
                  </a:moveTo>
                  <a:lnTo>
                    <a:pt x="276" y="0"/>
                  </a:lnTo>
                  <a:cubicBezTo>
                    <a:pt x="0" y="347"/>
                    <a:pt x="268" y="835"/>
                    <a:pt x="674" y="835"/>
                  </a:cubicBezTo>
                  <a:cubicBezTo>
                    <a:pt x="716" y="835"/>
                    <a:pt x="759" y="830"/>
                    <a:pt x="804" y="819"/>
                  </a:cubicBezTo>
                  <a:cubicBezTo>
                    <a:pt x="791" y="634"/>
                    <a:pt x="764" y="449"/>
                    <a:pt x="738" y="251"/>
                  </a:cubicBezTo>
                  <a:cubicBezTo>
                    <a:pt x="738" y="198"/>
                    <a:pt x="725" y="159"/>
                    <a:pt x="725" y="119"/>
                  </a:cubicBezTo>
                  <a:cubicBezTo>
                    <a:pt x="579" y="93"/>
                    <a:pt x="421" y="4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2"/>
            <p:cNvSpPr/>
            <p:nvPr/>
          </p:nvSpPr>
          <p:spPr>
            <a:xfrm>
              <a:off x="4643475" y="2915725"/>
              <a:ext cx="31275" cy="26675"/>
            </a:xfrm>
            <a:custGeom>
              <a:rect b="b" l="l" r="r" t="t"/>
              <a:pathLst>
                <a:path extrusionOk="0" h="1067" w="1251">
                  <a:moveTo>
                    <a:pt x="506" y="0"/>
                  </a:moveTo>
                  <a:cubicBezTo>
                    <a:pt x="396" y="0"/>
                    <a:pt x="281" y="38"/>
                    <a:pt x="173" y="127"/>
                  </a:cubicBezTo>
                  <a:lnTo>
                    <a:pt x="1" y="695"/>
                  </a:lnTo>
                  <a:cubicBezTo>
                    <a:pt x="27" y="788"/>
                    <a:pt x="80" y="854"/>
                    <a:pt x="133" y="920"/>
                  </a:cubicBezTo>
                  <a:cubicBezTo>
                    <a:pt x="237" y="1017"/>
                    <a:pt x="373" y="1067"/>
                    <a:pt x="508" y="1067"/>
                  </a:cubicBezTo>
                  <a:cubicBezTo>
                    <a:pt x="647" y="1067"/>
                    <a:pt x="785" y="1014"/>
                    <a:pt x="886" y="907"/>
                  </a:cubicBezTo>
                  <a:cubicBezTo>
                    <a:pt x="1250" y="531"/>
                    <a:pt x="916" y="0"/>
                    <a:pt x="5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2"/>
            <p:cNvSpPr/>
            <p:nvPr/>
          </p:nvSpPr>
          <p:spPr>
            <a:xfrm>
              <a:off x="4695750" y="2928675"/>
              <a:ext cx="28000" cy="26675"/>
            </a:xfrm>
            <a:custGeom>
              <a:rect b="b" l="l" r="r" t="t"/>
              <a:pathLst>
                <a:path extrusionOk="0" h="1067" w="1120">
                  <a:moveTo>
                    <a:pt x="541" y="0"/>
                  </a:moveTo>
                  <a:cubicBezTo>
                    <a:pt x="264" y="0"/>
                    <a:pt x="1" y="218"/>
                    <a:pt x="10" y="534"/>
                  </a:cubicBezTo>
                  <a:cubicBezTo>
                    <a:pt x="10" y="854"/>
                    <a:pt x="273" y="1066"/>
                    <a:pt x="546" y="1066"/>
                  </a:cubicBezTo>
                  <a:cubicBezTo>
                    <a:pt x="678" y="1066"/>
                    <a:pt x="813" y="1016"/>
                    <a:pt x="921" y="904"/>
                  </a:cubicBezTo>
                  <a:cubicBezTo>
                    <a:pt x="1119" y="692"/>
                    <a:pt x="1119" y="349"/>
                    <a:pt x="908" y="151"/>
                  </a:cubicBezTo>
                  <a:cubicBezTo>
                    <a:pt x="799" y="47"/>
                    <a:pt x="669" y="0"/>
                    <a:pt x="5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2"/>
            <p:cNvSpPr/>
            <p:nvPr/>
          </p:nvSpPr>
          <p:spPr>
            <a:xfrm>
              <a:off x="4751450" y="2939175"/>
              <a:ext cx="28100" cy="26575"/>
            </a:xfrm>
            <a:custGeom>
              <a:rect b="b" l="l" r="r" t="t"/>
              <a:pathLst>
                <a:path extrusionOk="0" h="1063" w="1124">
                  <a:moveTo>
                    <a:pt x="534" y="0"/>
                  </a:moveTo>
                  <a:cubicBezTo>
                    <a:pt x="263" y="0"/>
                    <a:pt x="0" y="213"/>
                    <a:pt x="0" y="536"/>
                  </a:cubicBezTo>
                  <a:cubicBezTo>
                    <a:pt x="0" y="856"/>
                    <a:pt x="264" y="1063"/>
                    <a:pt x="537" y="1063"/>
                  </a:cubicBezTo>
                  <a:cubicBezTo>
                    <a:pt x="669" y="1063"/>
                    <a:pt x="804" y="1014"/>
                    <a:pt x="912" y="906"/>
                  </a:cubicBezTo>
                  <a:cubicBezTo>
                    <a:pt x="1123" y="695"/>
                    <a:pt x="1110" y="352"/>
                    <a:pt x="899" y="153"/>
                  </a:cubicBezTo>
                  <a:cubicBezTo>
                    <a:pt x="793" y="48"/>
                    <a:pt x="662" y="0"/>
                    <a:pt x="5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2"/>
            <p:cNvSpPr/>
            <p:nvPr/>
          </p:nvSpPr>
          <p:spPr>
            <a:xfrm>
              <a:off x="4808900" y="2947100"/>
              <a:ext cx="28075" cy="26575"/>
            </a:xfrm>
            <a:custGeom>
              <a:rect b="b" l="l" r="r" t="t"/>
              <a:pathLst>
                <a:path extrusionOk="0" h="1063" w="1123">
                  <a:moveTo>
                    <a:pt x="538" y="0"/>
                  </a:moveTo>
                  <a:cubicBezTo>
                    <a:pt x="263" y="0"/>
                    <a:pt x="0" y="213"/>
                    <a:pt x="0" y="536"/>
                  </a:cubicBezTo>
                  <a:cubicBezTo>
                    <a:pt x="9" y="856"/>
                    <a:pt x="270" y="1063"/>
                    <a:pt x="539" y="1063"/>
                  </a:cubicBezTo>
                  <a:cubicBezTo>
                    <a:pt x="670" y="1063"/>
                    <a:pt x="804" y="1014"/>
                    <a:pt x="912" y="906"/>
                  </a:cubicBezTo>
                  <a:cubicBezTo>
                    <a:pt x="1123" y="695"/>
                    <a:pt x="1110" y="352"/>
                    <a:pt x="912" y="153"/>
                  </a:cubicBezTo>
                  <a:cubicBezTo>
                    <a:pt x="802" y="48"/>
                    <a:pt x="668" y="0"/>
                    <a:pt x="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2"/>
            <p:cNvSpPr/>
            <p:nvPr/>
          </p:nvSpPr>
          <p:spPr>
            <a:xfrm>
              <a:off x="4867675" y="2952225"/>
              <a:ext cx="28075" cy="26650"/>
            </a:xfrm>
            <a:custGeom>
              <a:rect b="b" l="l" r="r" t="t"/>
              <a:pathLst>
                <a:path extrusionOk="0" h="1066" w="1123">
                  <a:moveTo>
                    <a:pt x="538" y="1"/>
                  </a:moveTo>
                  <a:cubicBezTo>
                    <a:pt x="262" y="1"/>
                    <a:pt x="0" y="220"/>
                    <a:pt x="0" y="543"/>
                  </a:cubicBezTo>
                  <a:cubicBezTo>
                    <a:pt x="9" y="860"/>
                    <a:pt x="264" y="1065"/>
                    <a:pt x="531" y="1065"/>
                  </a:cubicBezTo>
                  <a:cubicBezTo>
                    <a:pt x="665" y="1065"/>
                    <a:pt x="801" y="1014"/>
                    <a:pt x="911" y="899"/>
                  </a:cubicBezTo>
                  <a:cubicBezTo>
                    <a:pt x="1123" y="688"/>
                    <a:pt x="1110" y="358"/>
                    <a:pt x="911" y="160"/>
                  </a:cubicBezTo>
                  <a:cubicBezTo>
                    <a:pt x="801" y="50"/>
                    <a:pt x="668"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2"/>
            <p:cNvSpPr/>
            <p:nvPr/>
          </p:nvSpPr>
          <p:spPr>
            <a:xfrm>
              <a:off x="4927100" y="2954775"/>
              <a:ext cx="28075" cy="26650"/>
            </a:xfrm>
            <a:custGeom>
              <a:rect b="b" l="l" r="r" t="t"/>
              <a:pathLst>
                <a:path extrusionOk="0" h="1066" w="1123">
                  <a:moveTo>
                    <a:pt x="541" y="0"/>
                  </a:moveTo>
                  <a:cubicBezTo>
                    <a:pt x="267" y="0"/>
                    <a:pt x="0" y="220"/>
                    <a:pt x="0" y="546"/>
                  </a:cubicBezTo>
                  <a:cubicBezTo>
                    <a:pt x="9" y="857"/>
                    <a:pt x="268" y="1066"/>
                    <a:pt x="537" y="1066"/>
                  </a:cubicBezTo>
                  <a:cubicBezTo>
                    <a:pt x="669" y="1066"/>
                    <a:pt x="803" y="1016"/>
                    <a:pt x="912" y="903"/>
                  </a:cubicBezTo>
                  <a:cubicBezTo>
                    <a:pt x="1123" y="692"/>
                    <a:pt x="1110" y="361"/>
                    <a:pt x="898" y="150"/>
                  </a:cubicBezTo>
                  <a:cubicBezTo>
                    <a:pt x="795" y="46"/>
                    <a:pt x="667" y="0"/>
                    <a:pt x="5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2"/>
            <p:cNvSpPr/>
            <p:nvPr/>
          </p:nvSpPr>
          <p:spPr>
            <a:xfrm>
              <a:off x="4986525" y="2954350"/>
              <a:ext cx="28100" cy="26600"/>
            </a:xfrm>
            <a:custGeom>
              <a:rect b="b" l="l" r="r" t="t"/>
              <a:pathLst>
                <a:path extrusionOk="0" h="1064" w="1124">
                  <a:moveTo>
                    <a:pt x="534" y="1"/>
                  </a:moveTo>
                  <a:cubicBezTo>
                    <a:pt x="263" y="1"/>
                    <a:pt x="1" y="214"/>
                    <a:pt x="1" y="537"/>
                  </a:cubicBezTo>
                  <a:cubicBezTo>
                    <a:pt x="1" y="857"/>
                    <a:pt x="264" y="1063"/>
                    <a:pt x="537" y="1063"/>
                  </a:cubicBezTo>
                  <a:cubicBezTo>
                    <a:pt x="669" y="1063"/>
                    <a:pt x="804" y="1015"/>
                    <a:pt x="912" y="907"/>
                  </a:cubicBezTo>
                  <a:cubicBezTo>
                    <a:pt x="1123" y="695"/>
                    <a:pt x="1110" y="352"/>
                    <a:pt x="899" y="154"/>
                  </a:cubicBezTo>
                  <a:cubicBezTo>
                    <a:pt x="793" y="48"/>
                    <a:pt x="662"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2"/>
            <p:cNvSpPr/>
            <p:nvPr/>
          </p:nvSpPr>
          <p:spPr>
            <a:xfrm>
              <a:off x="5044775" y="2951125"/>
              <a:ext cx="21025" cy="26475"/>
            </a:xfrm>
            <a:custGeom>
              <a:rect b="b" l="l" r="r" t="t"/>
              <a:pathLst>
                <a:path extrusionOk="0" h="1059" w="841">
                  <a:moveTo>
                    <a:pt x="557" y="0"/>
                  </a:moveTo>
                  <a:cubicBezTo>
                    <a:pt x="261" y="0"/>
                    <a:pt x="0" y="244"/>
                    <a:pt x="21" y="574"/>
                  </a:cubicBezTo>
                  <a:cubicBezTo>
                    <a:pt x="50" y="862"/>
                    <a:pt x="295" y="1059"/>
                    <a:pt x="554" y="1059"/>
                  </a:cubicBezTo>
                  <a:cubicBezTo>
                    <a:pt x="651" y="1059"/>
                    <a:pt x="750" y="1031"/>
                    <a:pt x="840" y="970"/>
                  </a:cubicBezTo>
                  <a:cubicBezTo>
                    <a:pt x="814" y="640"/>
                    <a:pt x="787" y="323"/>
                    <a:pt x="774" y="45"/>
                  </a:cubicBezTo>
                  <a:cubicBezTo>
                    <a:pt x="702" y="14"/>
                    <a:pt x="628" y="0"/>
                    <a:pt x="5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2"/>
            <p:cNvSpPr/>
            <p:nvPr/>
          </p:nvSpPr>
          <p:spPr>
            <a:xfrm>
              <a:off x="4633675" y="2973375"/>
              <a:ext cx="28650" cy="27200"/>
            </a:xfrm>
            <a:custGeom>
              <a:rect b="b" l="l" r="r" t="t"/>
              <a:pathLst>
                <a:path extrusionOk="0" h="1088" w="1146">
                  <a:moveTo>
                    <a:pt x="546" y="0"/>
                  </a:moveTo>
                  <a:cubicBezTo>
                    <a:pt x="267" y="0"/>
                    <a:pt x="1" y="223"/>
                    <a:pt x="10" y="555"/>
                  </a:cubicBezTo>
                  <a:cubicBezTo>
                    <a:pt x="10" y="875"/>
                    <a:pt x="279" y="1087"/>
                    <a:pt x="556" y="1087"/>
                  </a:cubicBezTo>
                  <a:cubicBezTo>
                    <a:pt x="690" y="1087"/>
                    <a:pt x="826" y="1037"/>
                    <a:pt x="934" y="925"/>
                  </a:cubicBezTo>
                  <a:cubicBezTo>
                    <a:pt x="1146" y="700"/>
                    <a:pt x="1146" y="357"/>
                    <a:pt x="921" y="159"/>
                  </a:cubicBezTo>
                  <a:cubicBezTo>
                    <a:pt x="811" y="49"/>
                    <a:pt x="677" y="0"/>
                    <a:pt x="5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2"/>
            <p:cNvSpPr/>
            <p:nvPr/>
          </p:nvSpPr>
          <p:spPr>
            <a:xfrm>
              <a:off x="4687825" y="2986250"/>
              <a:ext cx="28975" cy="27275"/>
            </a:xfrm>
            <a:custGeom>
              <a:rect b="b" l="l" r="r" t="t"/>
              <a:pathLst>
                <a:path extrusionOk="0" h="1091" w="1159">
                  <a:moveTo>
                    <a:pt x="550" y="0"/>
                  </a:moveTo>
                  <a:cubicBezTo>
                    <a:pt x="267" y="0"/>
                    <a:pt x="1" y="223"/>
                    <a:pt x="10" y="555"/>
                  </a:cubicBezTo>
                  <a:cubicBezTo>
                    <a:pt x="10" y="882"/>
                    <a:pt x="275" y="1090"/>
                    <a:pt x="554" y="1090"/>
                  </a:cubicBezTo>
                  <a:cubicBezTo>
                    <a:pt x="692" y="1090"/>
                    <a:pt x="834" y="1039"/>
                    <a:pt x="947" y="925"/>
                  </a:cubicBezTo>
                  <a:cubicBezTo>
                    <a:pt x="1159" y="714"/>
                    <a:pt x="1146" y="370"/>
                    <a:pt x="934" y="159"/>
                  </a:cubicBezTo>
                  <a:cubicBezTo>
                    <a:pt x="820" y="49"/>
                    <a:pt x="683" y="0"/>
                    <a:pt x="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2"/>
            <p:cNvSpPr/>
            <p:nvPr/>
          </p:nvSpPr>
          <p:spPr>
            <a:xfrm>
              <a:off x="4744850" y="2996700"/>
              <a:ext cx="28750" cy="27325"/>
            </a:xfrm>
            <a:custGeom>
              <a:rect b="b" l="l" r="r" t="t"/>
              <a:pathLst>
                <a:path extrusionOk="0" h="1093" w="1150">
                  <a:moveTo>
                    <a:pt x="558" y="1"/>
                  </a:moveTo>
                  <a:cubicBezTo>
                    <a:pt x="275" y="1"/>
                    <a:pt x="0" y="224"/>
                    <a:pt x="0" y="560"/>
                  </a:cubicBezTo>
                  <a:cubicBezTo>
                    <a:pt x="9" y="880"/>
                    <a:pt x="281" y="1092"/>
                    <a:pt x="559" y="1092"/>
                  </a:cubicBezTo>
                  <a:cubicBezTo>
                    <a:pt x="694" y="1092"/>
                    <a:pt x="830" y="1042"/>
                    <a:pt x="938" y="930"/>
                  </a:cubicBezTo>
                  <a:cubicBezTo>
                    <a:pt x="1149" y="705"/>
                    <a:pt x="1149" y="362"/>
                    <a:pt x="925" y="150"/>
                  </a:cubicBezTo>
                  <a:cubicBezTo>
                    <a:pt x="817" y="47"/>
                    <a:pt x="687" y="1"/>
                    <a:pt x="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2"/>
            <p:cNvSpPr/>
            <p:nvPr/>
          </p:nvSpPr>
          <p:spPr>
            <a:xfrm>
              <a:off x="4803725" y="3004625"/>
              <a:ext cx="28975" cy="27225"/>
            </a:xfrm>
            <a:custGeom>
              <a:rect b="b" l="l" r="r" t="t"/>
              <a:pathLst>
                <a:path extrusionOk="0" h="1089" w="1159">
                  <a:moveTo>
                    <a:pt x="558" y="1"/>
                  </a:moveTo>
                  <a:cubicBezTo>
                    <a:pt x="272" y="1"/>
                    <a:pt x="0" y="224"/>
                    <a:pt x="9" y="560"/>
                  </a:cubicBezTo>
                  <a:cubicBezTo>
                    <a:pt x="18" y="877"/>
                    <a:pt x="285" y="1088"/>
                    <a:pt x="560" y="1088"/>
                  </a:cubicBezTo>
                  <a:cubicBezTo>
                    <a:pt x="698" y="1088"/>
                    <a:pt x="837" y="1035"/>
                    <a:pt x="947" y="916"/>
                  </a:cubicBezTo>
                  <a:cubicBezTo>
                    <a:pt x="1158" y="705"/>
                    <a:pt x="1145" y="362"/>
                    <a:pt x="934" y="150"/>
                  </a:cubicBezTo>
                  <a:cubicBezTo>
                    <a:pt x="822" y="47"/>
                    <a:pt x="689" y="1"/>
                    <a:pt x="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2"/>
            <p:cNvSpPr/>
            <p:nvPr/>
          </p:nvSpPr>
          <p:spPr>
            <a:xfrm>
              <a:off x="4863800" y="3009675"/>
              <a:ext cx="28650" cy="27275"/>
            </a:xfrm>
            <a:custGeom>
              <a:rect b="b" l="l" r="r" t="t"/>
              <a:pathLst>
                <a:path extrusionOk="0" h="1091" w="1146">
                  <a:moveTo>
                    <a:pt x="551" y="1"/>
                  </a:moveTo>
                  <a:cubicBezTo>
                    <a:pt x="267" y="1"/>
                    <a:pt x="1" y="223"/>
                    <a:pt x="10" y="556"/>
                  </a:cubicBezTo>
                  <a:cubicBezTo>
                    <a:pt x="10" y="882"/>
                    <a:pt x="275" y="1091"/>
                    <a:pt x="554" y="1091"/>
                  </a:cubicBezTo>
                  <a:cubicBezTo>
                    <a:pt x="692" y="1091"/>
                    <a:pt x="834" y="1040"/>
                    <a:pt x="948" y="926"/>
                  </a:cubicBezTo>
                  <a:cubicBezTo>
                    <a:pt x="1146" y="714"/>
                    <a:pt x="1146" y="358"/>
                    <a:pt x="934" y="160"/>
                  </a:cubicBezTo>
                  <a:cubicBezTo>
                    <a:pt x="820" y="50"/>
                    <a:pt x="684"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2"/>
            <p:cNvSpPr/>
            <p:nvPr/>
          </p:nvSpPr>
          <p:spPr>
            <a:xfrm>
              <a:off x="4924550" y="3012000"/>
              <a:ext cx="28650" cy="27275"/>
            </a:xfrm>
            <a:custGeom>
              <a:rect b="b" l="l" r="r" t="t"/>
              <a:pathLst>
                <a:path extrusionOk="0" h="1091" w="1146">
                  <a:moveTo>
                    <a:pt x="551" y="0"/>
                  </a:moveTo>
                  <a:cubicBezTo>
                    <a:pt x="267" y="0"/>
                    <a:pt x="1" y="223"/>
                    <a:pt x="10" y="555"/>
                  </a:cubicBezTo>
                  <a:cubicBezTo>
                    <a:pt x="10" y="882"/>
                    <a:pt x="275" y="1090"/>
                    <a:pt x="554" y="1090"/>
                  </a:cubicBezTo>
                  <a:cubicBezTo>
                    <a:pt x="692" y="1090"/>
                    <a:pt x="834" y="1039"/>
                    <a:pt x="948" y="925"/>
                  </a:cubicBezTo>
                  <a:cubicBezTo>
                    <a:pt x="1146" y="714"/>
                    <a:pt x="1146" y="357"/>
                    <a:pt x="934" y="159"/>
                  </a:cubicBezTo>
                  <a:cubicBezTo>
                    <a:pt x="820" y="49"/>
                    <a:pt x="684"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2"/>
            <p:cNvSpPr/>
            <p:nvPr/>
          </p:nvSpPr>
          <p:spPr>
            <a:xfrm>
              <a:off x="4985525" y="3011325"/>
              <a:ext cx="28750" cy="27300"/>
            </a:xfrm>
            <a:custGeom>
              <a:rect b="b" l="l" r="r" t="t"/>
              <a:pathLst>
                <a:path extrusionOk="0" h="1092" w="1150">
                  <a:moveTo>
                    <a:pt x="550" y="1"/>
                  </a:moveTo>
                  <a:cubicBezTo>
                    <a:pt x="270" y="1"/>
                    <a:pt x="1" y="223"/>
                    <a:pt x="1" y="556"/>
                  </a:cubicBezTo>
                  <a:cubicBezTo>
                    <a:pt x="10" y="882"/>
                    <a:pt x="278" y="1091"/>
                    <a:pt x="554" y="1091"/>
                  </a:cubicBezTo>
                  <a:cubicBezTo>
                    <a:pt x="690" y="1091"/>
                    <a:pt x="829" y="1040"/>
                    <a:pt x="939" y="926"/>
                  </a:cubicBezTo>
                  <a:cubicBezTo>
                    <a:pt x="1150" y="714"/>
                    <a:pt x="1137" y="371"/>
                    <a:pt x="925" y="160"/>
                  </a:cubicBezTo>
                  <a:cubicBezTo>
                    <a:pt x="816" y="50"/>
                    <a:pt x="682" y="1"/>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2"/>
            <p:cNvSpPr/>
            <p:nvPr/>
          </p:nvSpPr>
          <p:spPr>
            <a:xfrm>
              <a:off x="5045400" y="3007700"/>
              <a:ext cx="25000" cy="27275"/>
            </a:xfrm>
            <a:custGeom>
              <a:rect b="b" l="l" r="r" t="t"/>
              <a:pathLst>
                <a:path extrusionOk="0" h="1091" w="1000">
                  <a:moveTo>
                    <a:pt x="550" y="1"/>
                  </a:moveTo>
                  <a:cubicBezTo>
                    <a:pt x="267" y="1"/>
                    <a:pt x="1" y="223"/>
                    <a:pt x="10" y="556"/>
                  </a:cubicBezTo>
                  <a:cubicBezTo>
                    <a:pt x="18" y="882"/>
                    <a:pt x="281" y="1091"/>
                    <a:pt x="556" y="1091"/>
                  </a:cubicBezTo>
                  <a:cubicBezTo>
                    <a:pt x="693" y="1091"/>
                    <a:pt x="833" y="1039"/>
                    <a:pt x="947" y="925"/>
                  </a:cubicBezTo>
                  <a:cubicBezTo>
                    <a:pt x="960" y="899"/>
                    <a:pt x="987" y="886"/>
                    <a:pt x="1000" y="859"/>
                  </a:cubicBezTo>
                  <a:cubicBezTo>
                    <a:pt x="974" y="622"/>
                    <a:pt x="960" y="384"/>
                    <a:pt x="934" y="159"/>
                  </a:cubicBezTo>
                  <a:cubicBezTo>
                    <a:pt x="820" y="50"/>
                    <a:pt x="683" y="1"/>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2"/>
            <p:cNvSpPr/>
            <p:nvPr/>
          </p:nvSpPr>
          <p:spPr>
            <a:xfrm>
              <a:off x="4624450" y="3030900"/>
              <a:ext cx="29625" cy="27750"/>
            </a:xfrm>
            <a:custGeom>
              <a:rect b="b" l="l" r="r" t="t"/>
              <a:pathLst>
                <a:path extrusionOk="0" h="1110" w="1185">
                  <a:moveTo>
                    <a:pt x="567" y="0"/>
                  </a:moveTo>
                  <a:cubicBezTo>
                    <a:pt x="277" y="0"/>
                    <a:pt x="0" y="230"/>
                    <a:pt x="9" y="565"/>
                  </a:cubicBezTo>
                  <a:cubicBezTo>
                    <a:pt x="18" y="898"/>
                    <a:pt x="288" y="1109"/>
                    <a:pt x="570" y="1109"/>
                  </a:cubicBezTo>
                  <a:cubicBezTo>
                    <a:pt x="712" y="1109"/>
                    <a:pt x="858" y="1055"/>
                    <a:pt x="973" y="935"/>
                  </a:cubicBezTo>
                  <a:cubicBezTo>
                    <a:pt x="1185" y="724"/>
                    <a:pt x="1171" y="367"/>
                    <a:pt x="947" y="156"/>
                  </a:cubicBezTo>
                  <a:cubicBezTo>
                    <a:pt x="835" y="48"/>
                    <a:pt x="700" y="0"/>
                    <a:pt x="5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2"/>
            <p:cNvSpPr/>
            <p:nvPr/>
          </p:nvSpPr>
          <p:spPr>
            <a:xfrm>
              <a:off x="4679900" y="3043875"/>
              <a:ext cx="29650" cy="27900"/>
            </a:xfrm>
            <a:custGeom>
              <a:rect b="b" l="l" r="r" t="t"/>
              <a:pathLst>
                <a:path extrusionOk="0" h="1116" w="1186">
                  <a:moveTo>
                    <a:pt x="566" y="1"/>
                  </a:moveTo>
                  <a:cubicBezTo>
                    <a:pt x="274" y="1"/>
                    <a:pt x="1" y="233"/>
                    <a:pt x="10" y="575"/>
                  </a:cubicBezTo>
                  <a:cubicBezTo>
                    <a:pt x="19" y="901"/>
                    <a:pt x="293" y="1116"/>
                    <a:pt x="576" y="1116"/>
                  </a:cubicBezTo>
                  <a:cubicBezTo>
                    <a:pt x="717" y="1116"/>
                    <a:pt x="860" y="1063"/>
                    <a:pt x="974" y="944"/>
                  </a:cubicBezTo>
                  <a:cubicBezTo>
                    <a:pt x="1185" y="720"/>
                    <a:pt x="1172" y="376"/>
                    <a:pt x="961" y="165"/>
                  </a:cubicBezTo>
                  <a:cubicBezTo>
                    <a:pt x="843" y="52"/>
                    <a:pt x="702"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2"/>
            <p:cNvSpPr/>
            <p:nvPr/>
          </p:nvSpPr>
          <p:spPr>
            <a:xfrm>
              <a:off x="4738350" y="3054325"/>
              <a:ext cx="29300" cy="28000"/>
            </a:xfrm>
            <a:custGeom>
              <a:rect b="b" l="l" r="r" t="t"/>
              <a:pathLst>
                <a:path extrusionOk="0" h="1120" w="1172">
                  <a:moveTo>
                    <a:pt x="568" y="1"/>
                  </a:moveTo>
                  <a:cubicBezTo>
                    <a:pt x="277" y="1"/>
                    <a:pt x="0" y="231"/>
                    <a:pt x="9" y="566"/>
                  </a:cubicBezTo>
                  <a:cubicBezTo>
                    <a:pt x="9" y="902"/>
                    <a:pt x="282" y="1120"/>
                    <a:pt x="565" y="1120"/>
                  </a:cubicBezTo>
                  <a:cubicBezTo>
                    <a:pt x="705" y="1120"/>
                    <a:pt x="847" y="1067"/>
                    <a:pt x="960" y="949"/>
                  </a:cubicBezTo>
                  <a:cubicBezTo>
                    <a:pt x="1172" y="724"/>
                    <a:pt x="1172" y="368"/>
                    <a:pt x="947" y="157"/>
                  </a:cubicBezTo>
                  <a:cubicBezTo>
                    <a:pt x="835" y="49"/>
                    <a:pt x="700" y="1"/>
                    <a:pt x="5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2"/>
            <p:cNvSpPr/>
            <p:nvPr/>
          </p:nvSpPr>
          <p:spPr>
            <a:xfrm>
              <a:off x="4798425" y="3062200"/>
              <a:ext cx="29325" cy="27725"/>
            </a:xfrm>
            <a:custGeom>
              <a:rect b="b" l="l" r="r" t="t"/>
              <a:pathLst>
                <a:path extrusionOk="0" h="1109" w="1173">
                  <a:moveTo>
                    <a:pt x="562" y="0"/>
                  </a:moveTo>
                  <a:cubicBezTo>
                    <a:pt x="274" y="0"/>
                    <a:pt x="1" y="226"/>
                    <a:pt x="10" y="568"/>
                  </a:cubicBezTo>
                  <a:cubicBezTo>
                    <a:pt x="19" y="894"/>
                    <a:pt x="293" y="1109"/>
                    <a:pt x="572" y="1109"/>
                  </a:cubicBezTo>
                  <a:cubicBezTo>
                    <a:pt x="711" y="1109"/>
                    <a:pt x="851" y="1056"/>
                    <a:pt x="961" y="938"/>
                  </a:cubicBezTo>
                  <a:cubicBezTo>
                    <a:pt x="1172" y="713"/>
                    <a:pt x="1172" y="370"/>
                    <a:pt x="948" y="159"/>
                  </a:cubicBezTo>
                  <a:cubicBezTo>
                    <a:pt x="834" y="49"/>
                    <a:pt x="697" y="0"/>
                    <a:pt x="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2"/>
            <p:cNvSpPr/>
            <p:nvPr/>
          </p:nvSpPr>
          <p:spPr>
            <a:xfrm>
              <a:off x="4859850" y="3067150"/>
              <a:ext cx="29625" cy="27800"/>
            </a:xfrm>
            <a:custGeom>
              <a:rect b="b" l="l" r="r" t="t"/>
              <a:pathLst>
                <a:path extrusionOk="0" h="1112" w="1185">
                  <a:moveTo>
                    <a:pt x="566" y="0"/>
                  </a:moveTo>
                  <a:cubicBezTo>
                    <a:pt x="274" y="0"/>
                    <a:pt x="0" y="226"/>
                    <a:pt x="9" y="568"/>
                  </a:cubicBezTo>
                  <a:cubicBezTo>
                    <a:pt x="18" y="901"/>
                    <a:pt x="289" y="1112"/>
                    <a:pt x="570" y="1112"/>
                  </a:cubicBezTo>
                  <a:cubicBezTo>
                    <a:pt x="713" y="1112"/>
                    <a:pt x="858" y="1058"/>
                    <a:pt x="973" y="938"/>
                  </a:cubicBezTo>
                  <a:cubicBezTo>
                    <a:pt x="1185" y="713"/>
                    <a:pt x="1172" y="370"/>
                    <a:pt x="960" y="159"/>
                  </a:cubicBezTo>
                  <a:cubicBezTo>
                    <a:pt x="843" y="49"/>
                    <a:pt x="702"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2"/>
            <p:cNvSpPr/>
            <p:nvPr/>
          </p:nvSpPr>
          <p:spPr>
            <a:xfrm>
              <a:off x="4922250" y="3069200"/>
              <a:ext cx="29300" cy="27975"/>
            </a:xfrm>
            <a:custGeom>
              <a:rect b="b" l="l" r="r" t="t"/>
              <a:pathLst>
                <a:path extrusionOk="0" h="1119" w="1172">
                  <a:moveTo>
                    <a:pt x="568" y="0"/>
                  </a:moveTo>
                  <a:cubicBezTo>
                    <a:pt x="278" y="0"/>
                    <a:pt x="0" y="230"/>
                    <a:pt x="9" y="565"/>
                  </a:cubicBezTo>
                  <a:cubicBezTo>
                    <a:pt x="9" y="901"/>
                    <a:pt x="282" y="1119"/>
                    <a:pt x="565" y="1119"/>
                  </a:cubicBezTo>
                  <a:cubicBezTo>
                    <a:pt x="705" y="1119"/>
                    <a:pt x="847" y="1066"/>
                    <a:pt x="960" y="948"/>
                  </a:cubicBezTo>
                  <a:cubicBezTo>
                    <a:pt x="1172" y="724"/>
                    <a:pt x="1172" y="367"/>
                    <a:pt x="947" y="156"/>
                  </a:cubicBezTo>
                  <a:cubicBezTo>
                    <a:pt x="835" y="48"/>
                    <a:pt x="700" y="0"/>
                    <a:pt x="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2"/>
            <p:cNvSpPr/>
            <p:nvPr/>
          </p:nvSpPr>
          <p:spPr>
            <a:xfrm>
              <a:off x="4984325" y="3068225"/>
              <a:ext cx="29300" cy="27975"/>
            </a:xfrm>
            <a:custGeom>
              <a:rect b="b" l="l" r="r" t="t"/>
              <a:pathLst>
                <a:path extrusionOk="0" h="1119" w="1172">
                  <a:moveTo>
                    <a:pt x="569" y="0"/>
                  </a:moveTo>
                  <a:cubicBezTo>
                    <a:pt x="278" y="0"/>
                    <a:pt x="0" y="233"/>
                    <a:pt x="9" y="578"/>
                  </a:cubicBezTo>
                  <a:cubicBezTo>
                    <a:pt x="18" y="904"/>
                    <a:pt x="286" y="1119"/>
                    <a:pt x="566" y="1119"/>
                  </a:cubicBezTo>
                  <a:cubicBezTo>
                    <a:pt x="705" y="1119"/>
                    <a:pt x="846" y="1066"/>
                    <a:pt x="960" y="948"/>
                  </a:cubicBezTo>
                  <a:cubicBezTo>
                    <a:pt x="1171" y="723"/>
                    <a:pt x="1171" y="367"/>
                    <a:pt x="947" y="155"/>
                  </a:cubicBezTo>
                  <a:cubicBezTo>
                    <a:pt x="836" y="48"/>
                    <a:pt x="701" y="0"/>
                    <a:pt x="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2"/>
            <p:cNvSpPr/>
            <p:nvPr/>
          </p:nvSpPr>
          <p:spPr>
            <a:xfrm>
              <a:off x="5045725" y="3064250"/>
              <a:ext cx="29650" cy="28000"/>
            </a:xfrm>
            <a:custGeom>
              <a:rect b="b" l="l" r="r" t="t"/>
              <a:pathLst>
                <a:path extrusionOk="0" h="1120" w="1186">
                  <a:moveTo>
                    <a:pt x="569" y="1"/>
                  </a:moveTo>
                  <a:cubicBezTo>
                    <a:pt x="279" y="1"/>
                    <a:pt x="1" y="233"/>
                    <a:pt x="10" y="578"/>
                  </a:cubicBezTo>
                  <a:cubicBezTo>
                    <a:pt x="19" y="905"/>
                    <a:pt x="293" y="1119"/>
                    <a:pt x="576" y="1119"/>
                  </a:cubicBezTo>
                  <a:cubicBezTo>
                    <a:pt x="717" y="1119"/>
                    <a:pt x="860" y="1066"/>
                    <a:pt x="974" y="948"/>
                  </a:cubicBezTo>
                  <a:cubicBezTo>
                    <a:pt x="1185" y="724"/>
                    <a:pt x="1172" y="367"/>
                    <a:pt x="947" y="156"/>
                  </a:cubicBezTo>
                  <a:cubicBezTo>
                    <a:pt x="836" y="49"/>
                    <a:pt x="701" y="1"/>
                    <a:pt x="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2"/>
            <p:cNvSpPr/>
            <p:nvPr/>
          </p:nvSpPr>
          <p:spPr>
            <a:xfrm>
              <a:off x="4615200" y="3088425"/>
              <a:ext cx="30300" cy="28475"/>
            </a:xfrm>
            <a:custGeom>
              <a:rect b="b" l="l" r="r" t="t"/>
              <a:pathLst>
                <a:path extrusionOk="0" h="1139" w="1212">
                  <a:moveTo>
                    <a:pt x="591" y="1"/>
                  </a:moveTo>
                  <a:cubicBezTo>
                    <a:pt x="289" y="1"/>
                    <a:pt x="0" y="241"/>
                    <a:pt x="9" y="589"/>
                  </a:cubicBezTo>
                  <a:cubicBezTo>
                    <a:pt x="18" y="922"/>
                    <a:pt x="294" y="1138"/>
                    <a:pt x="584" y="1138"/>
                  </a:cubicBezTo>
                  <a:cubicBezTo>
                    <a:pt x="730" y="1138"/>
                    <a:pt x="880" y="1083"/>
                    <a:pt x="1000" y="958"/>
                  </a:cubicBezTo>
                  <a:cubicBezTo>
                    <a:pt x="1211" y="734"/>
                    <a:pt x="1198" y="377"/>
                    <a:pt x="973" y="153"/>
                  </a:cubicBezTo>
                  <a:cubicBezTo>
                    <a:pt x="860" y="48"/>
                    <a:pt x="724" y="1"/>
                    <a:pt x="5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2"/>
            <p:cNvSpPr/>
            <p:nvPr/>
          </p:nvSpPr>
          <p:spPr>
            <a:xfrm>
              <a:off x="4672325" y="3101550"/>
              <a:ext cx="29950" cy="28550"/>
            </a:xfrm>
            <a:custGeom>
              <a:rect b="b" l="l" r="r" t="t"/>
              <a:pathLst>
                <a:path extrusionOk="0" h="1142" w="1198">
                  <a:moveTo>
                    <a:pt x="573" y="1"/>
                  </a:moveTo>
                  <a:cubicBezTo>
                    <a:pt x="278" y="1"/>
                    <a:pt x="0" y="234"/>
                    <a:pt x="9" y="579"/>
                  </a:cubicBezTo>
                  <a:cubicBezTo>
                    <a:pt x="18" y="921"/>
                    <a:pt x="290" y="1141"/>
                    <a:pt x="576" y="1141"/>
                  </a:cubicBezTo>
                  <a:cubicBezTo>
                    <a:pt x="719" y="1141"/>
                    <a:pt x="867" y="1085"/>
                    <a:pt x="986" y="962"/>
                  </a:cubicBezTo>
                  <a:cubicBezTo>
                    <a:pt x="1198" y="737"/>
                    <a:pt x="1184" y="367"/>
                    <a:pt x="960" y="156"/>
                  </a:cubicBezTo>
                  <a:cubicBezTo>
                    <a:pt x="844" y="49"/>
                    <a:pt x="707"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2"/>
            <p:cNvSpPr/>
            <p:nvPr/>
          </p:nvSpPr>
          <p:spPr>
            <a:xfrm>
              <a:off x="4731750" y="3111975"/>
              <a:ext cx="29950" cy="28450"/>
            </a:xfrm>
            <a:custGeom>
              <a:rect b="b" l="l" r="r" t="t"/>
              <a:pathLst>
                <a:path extrusionOk="0" h="1138" w="1198">
                  <a:moveTo>
                    <a:pt x="578" y="1"/>
                  </a:moveTo>
                  <a:cubicBezTo>
                    <a:pt x="284" y="1"/>
                    <a:pt x="0" y="239"/>
                    <a:pt x="9" y="584"/>
                  </a:cubicBezTo>
                  <a:cubicBezTo>
                    <a:pt x="18" y="920"/>
                    <a:pt x="299" y="1138"/>
                    <a:pt x="587" y="1138"/>
                  </a:cubicBezTo>
                  <a:cubicBezTo>
                    <a:pt x="729" y="1138"/>
                    <a:pt x="873" y="1085"/>
                    <a:pt x="987" y="967"/>
                  </a:cubicBezTo>
                  <a:cubicBezTo>
                    <a:pt x="1198" y="730"/>
                    <a:pt x="1198" y="373"/>
                    <a:pt x="960" y="162"/>
                  </a:cubicBezTo>
                  <a:cubicBezTo>
                    <a:pt x="849" y="50"/>
                    <a:pt x="712" y="1"/>
                    <a:pt x="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2"/>
            <p:cNvSpPr/>
            <p:nvPr/>
          </p:nvSpPr>
          <p:spPr>
            <a:xfrm>
              <a:off x="4793150" y="3119725"/>
              <a:ext cx="30300" cy="28550"/>
            </a:xfrm>
            <a:custGeom>
              <a:rect b="b" l="l" r="r" t="t"/>
              <a:pathLst>
                <a:path extrusionOk="0" h="1142" w="1212">
                  <a:moveTo>
                    <a:pt x="586" y="1"/>
                  </a:moveTo>
                  <a:cubicBezTo>
                    <a:pt x="286" y="1"/>
                    <a:pt x="1" y="236"/>
                    <a:pt x="10" y="591"/>
                  </a:cubicBezTo>
                  <a:cubicBezTo>
                    <a:pt x="18" y="924"/>
                    <a:pt x="295" y="1141"/>
                    <a:pt x="584" y="1141"/>
                  </a:cubicBezTo>
                  <a:cubicBezTo>
                    <a:pt x="730" y="1141"/>
                    <a:pt x="880" y="1085"/>
                    <a:pt x="1000" y="961"/>
                  </a:cubicBezTo>
                  <a:cubicBezTo>
                    <a:pt x="1211" y="737"/>
                    <a:pt x="1198" y="367"/>
                    <a:pt x="974" y="155"/>
                  </a:cubicBezTo>
                  <a:cubicBezTo>
                    <a:pt x="859" y="49"/>
                    <a:pt x="721" y="1"/>
                    <a:pt x="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2"/>
            <p:cNvSpPr/>
            <p:nvPr/>
          </p:nvSpPr>
          <p:spPr>
            <a:xfrm>
              <a:off x="4856225" y="3124675"/>
              <a:ext cx="30275" cy="28375"/>
            </a:xfrm>
            <a:custGeom>
              <a:rect b="b" l="l" r="r" t="t"/>
              <a:pathLst>
                <a:path extrusionOk="0" h="1135" w="1211">
                  <a:moveTo>
                    <a:pt x="583" y="0"/>
                  </a:moveTo>
                  <a:cubicBezTo>
                    <a:pt x="285" y="0"/>
                    <a:pt x="0" y="233"/>
                    <a:pt x="9" y="578"/>
                  </a:cubicBezTo>
                  <a:cubicBezTo>
                    <a:pt x="18" y="921"/>
                    <a:pt x="295" y="1135"/>
                    <a:pt x="585" y="1135"/>
                  </a:cubicBezTo>
                  <a:cubicBezTo>
                    <a:pt x="731" y="1135"/>
                    <a:pt x="880" y="1081"/>
                    <a:pt x="1000" y="961"/>
                  </a:cubicBezTo>
                  <a:cubicBezTo>
                    <a:pt x="1211" y="737"/>
                    <a:pt x="1198" y="367"/>
                    <a:pt x="973" y="156"/>
                  </a:cubicBezTo>
                  <a:cubicBezTo>
                    <a:pt x="858" y="48"/>
                    <a:pt x="719" y="0"/>
                    <a:pt x="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2"/>
            <p:cNvSpPr/>
            <p:nvPr/>
          </p:nvSpPr>
          <p:spPr>
            <a:xfrm>
              <a:off x="4919600" y="3126500"/>
              <a:ext cx="30300" cy="28475"/>
            </a:xfrm>
            <a:custGeom>
              <a:rect b="b" l="l" r="r" t="t"/>
              <a:pathLst>
                <a:path extrusionOk="0" h="1139" w="1212">
                  <a:moveTo>
                    <a:pt x="583" y="1"/>
                  </a:moveTo>
                  <a:cubicBezTo>
                    <a:pt x="285" y="1"/>
                    <a:pt x="1" y="240"/>
                    <a:pt x="10" y="584"/>
                  </a:cubicBezTo>
                  <a:cubicBezTo>
                    <a:pt x="19" y="920"/>
                    <a:pt x="300" y="1138"/>
                    <a:pt x="592" y="1138"/>
                  </a:cubicBezTo>
                  <a:cubicBezTo>
                    <a:pt x="736" y="1138"/>
                    <a:pt x="883" y="1085"/>
                    <a:pt x="1000" y="967"/>
                  </a:cubicBezTo>
                  <a:cubicBezTo>
                    <a:pt x="1212" y="730"/>
                    <a:pt x="1198" y="373"/>
                    <a:pt x="974" y="162"/>
                  </a:cubicBezTo>
                  <a:cubicBezTo>
                    <a:pt x="858" y="50"/>
                    <a:pt x="719" y="1"/>
                    <a:pt x="5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2"/>
            <p:cNvSpPr/>
            <p:nvPr/>
          </p:nvSpPr>
          <p:spPr>
            <a:xfrm>
              <a:off x="4983325" y="3125325"/>
              <a:ext cx="29975" cy="28550"/>
            </a:xfrm>
            <a:custGeom>
              <a:rect b="b" l="l" r="r" t="t"/>
              <a:pathLst>
                <a:path extrusionOk="0" h="1142" w="1199">
                  <a:moveTo>
                    <a:pt x="584" y="1"/>
                  </a:moveTo>
                  <a:cubicBezTo>
                    <a:pt x="285" y="1"/>
                    <a:pt x="1" y="233"/>
                    <a:pt x="10" y="579"/>
                  </a:cubicBezTo>
                  <a:cubicBezTo>
                    <a:pt x="18" y="921"/>
                    <a:pt x="296" y="1141"/>
                    <a:pt x="582" y="1141"/>
                  </a:cubicBezTo>
                  <a:cubicBezTo>
                    <a:pt x="726" y="1141"/>
                    <a:pt x="872" y="1085"/>
                    <a:pt x="987" y="962"/>
                  </a:cubicBezTo>
                  <a:cubicBezTo>
                    <a:pt x="1198" y="737"/>
                    <a:pt x="1198" y="367"/>
                    <a:pt x="974" y="156"/>
                  </a:cubicBezTo>
                  <a:cubicBezTo>
                    <a:pt x="858" y="49"/>
                    <a:pt x="720" y="1"/>
                    <a:pt x="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2"/>
            <p:cNvSpPr/>
            <p:nvPr/>
          </p:nvSpPr>
          <p:spPr>
            <a:xfrm>
              <a:off x="5046050" y="3121050"/>
              <a:ext cx="30300" cy="28525"/>
            </a:xfrm>
            <a:custGeom>
              <a:rect b="b" l="l" r="r" t="t"/>
              <a:pathLst>
                <a:path extrusionOk="0" h="1141" w="1212">
                  <a:moveTo>
                    <a:pt x="584" y="0"/>
                  </a:moveTo>
                  <a:cubicBezTo>
                    <a:pt x="285" y="0"/>
                    <a:pt x="1" y="233"/>
                    <a:pt x="10" y="578"/>
                  </a:cubicBezTo>
                  <a:cubicBezTo>
                    <a:pt x="19" y="920"/>
                    <a:pt x="296" y="1140"/>
                    <a:pt x="586" y="1140"/>
                  </a:cubicBezTo>
                  <a:cubicBezTo>
                    <a:pt x="732" y="1140"/>
                    <a:pt x="881" y="1085"/>
                    <a:pt x="1000" y="961"/>
                  </a:cubicBezTo>
                  <a:cubicBezTo>
                    <a:pt x="1212" y="736"/>
                    <a:pt x="1199" y="367"/>
                    <a:pt x="974" y="155"/>
                  </a:cubicBezTo>
                  <a:cubicBezTo>
                    <a:pt x="859" y="48"/>
                    <a:pt x="720" y="0"/>
                    <a:pt x="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2"/>
            <p:cNvSpPr/>
            <p:nvPr/>
          </p:nvSpPr>
          <p:spPr>
            <a:xfrm>
              <a:off x="4573825" y="3135475"/>
              <a:ext cx="12575" cy="23150"/>
            </a:xfrm>
            <a:custGeom>
              <a:rect b="b" l="l" r="r" t="t"/>
              <a:pathLst>
                <a:path extrusionOk="0" h="926" w="503">
                  <a:moveTo>
                    <a:pt x="317" y="1"/>
                  </a:moveTo>
                  <a:lnTo>
                    <a:pt x="317" y="1"/>
                  </a:lnTo>
                  <a:cubicBezTo>
                    <a:pt x="225" y="278"/>
                    <a:pt x="106" y="608"/>
                    <a:pt x="0" y="925"/>
                  </a:cubicBezTo>
                  <a:cubicBezTo>
                    <a:pt x="106" y="899"/>
                    <a:pt x="212" y="846"/>
                    <a:pt x="291" y="767"/>
                  </a:cubicBezTo>
                  <a:cubicBezTo>
                    <a:pt x="489" y="542"/>
                    <a:pt x="502" y="225"/>
                    <a:pt x="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2"/>
            <p:cNvSpPr/>
            <p:nvPr/>
          </p:nvSpPr>
          <p:spPr>
            <a:xfrm>
              <a:off x="4606275" y="3146000"/>
              <a:ext cx="30950" cy="29250"/>
            </a:xfrm>
            <a:custGeom>
              <a:rect b="b" l="l" r="r" t="t"/>
              <a:pathLst>
                <a:path extrusionOk="0" h="1170" w="1238">
                  <a:moveTo>
                    <a:pt x="589" y="0"/>
                  </a:moveTo>
                  <a:cubicBezTo>
                    <a:pt x="286" y="0"/>
                    <a:pt x="1" y="242"/>
                    <a:pt x="10" y="597"/>
                  </a:cubicBezTo>
                  <a:cubicBezTo>
                    <a:pt x="19" y="942"/>
                    <a:pt x="307" y="1169"/>
                    <a:pt x="604" y="1169"/>
                  </a:cubicBezTo>
                  <a:cubicBezTo>
                    <a:pt x="749" y="1169"/>
                    <a:pt x="896" y="1115"/>
                    <a:pt x="1013" y="993"/>
                  </a:cubicBezTo>
                  <a:cubicBezTo>
                    <a:pt x="1238" y="755"/>
                    <a:pt x="1225" y="385"/>
                    <a:pt x="987" y="161"/>
                  </a:cubicBezTo>
                  <a:cubicBezTo>
                    <a:pt x="868" y="50"/>
                    <a:pt x="727" y="0"/>
                    <a:pt x="5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2"/>
            <p:cNvSpPr/>
            <p:nvPr/>
          </p:nvSpPr>
          <p:spPr>
            <a:xfrm>
              <a:off x="4664400" y="3159200"/>
              <a:ext cx="30950" cy="29000"/>
            </a:xfrm>
            <a:custGeom>
              <a:rect b="b" l="l" r="r" t="t"/>
              <a:pathLst>
                <a:path extrusionOk="0" h="1160" w="1238">
                  <a:moveTo>
                    <a:pt x="589" y="1"/>
                  </a:moveTo>
                  <a:cubicBezTo>
                    <a:pt x="285" y="1"/>
                    <a:pt x="0" y="242"/>
                    <a:pt x="9" y="597"/>
                  </a:cubicBezTo>
                  <a:cubicBezTo>
                    <a:pt x="18" y="940"/>
                    <a:pt x="301" y="1160"/>
                    <a:pt x="595" y="1160"/>
                  </a:cubicBezTo>
                  <a:cubicBezTo>
                    <a:pt x="743" y="1160"/>
                    <a:pt x="893" y="1104"/>
                    <a:pt x="1013" y="980"/>
                  </a:cubicBezTo>
                  <a:cubicBezTo>
                    <a:pt x="1237" y="742"/>
                    <a:pt x="1224" y="373"/>
                    <a:pt x="986" y="161"/>
                  </a:cubicBezTo>
                  <a:cubicBezTo>
                    <a:pt x="867" y="50"/>
                    <a:pt x="726"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2"/>
            <p:cNvSpPr/>
            <p:nvPr/>
          </p:nvSpPr>
          <p:spPr>
            <a:xfrm>
              <a:off x="4725125" y="3169650"/>
              <a:ext cx="30975" cy="29125"/>
            </a:xfrm>
            <a:custGeom>
              <a:rect b="b" l="l" r="r" t="t"/>
              <a:pathLst>
                <a:path extrusionOk="0" h="1165" w="1239">
                  <a:moveTo>
                    <a:pt x="604" y="1"/>
                  </a:moveTo>
                  <a:cubicBezTo>
                    <a:pt x="298" y="1"/>
                    <a:pt x="1" y="244"/>
                    <a:pt x="10" y="602"/>
                  </a:cubicBezTo>
                  <a:cubicBezTo>
                    <a:pt x="19" y="944"/>
                    <a:pt x="302" y="1164"/>
                    <a:pt x="596" y="1164"/>
                  </a:cubicBezTo>
                  <a:cubicBezTo>
                    <a:pt x="744" y="1164"/>
                    <a:pt x="894" y="1108"/>
                    <a:pt x="1014" y="985"/>
                  </a:cubicBezTo>
                  <a:cubicBezTo>
                    <a:pt x="1238" y="747"/>
                    <a:pt x="1225" y="377"/>
                    <a:pt x="987" y="153"/>
                  </a:cubicBezTo>
                  <a:cubicBezTo>
                    <a:pt x="875" y="48"/>
                    <a:pt x="738" y="1"/>
                    <a:pt x="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2"/>
            <p:cNvSpPr/>
            <p:nvPr/>
          </p:nvSpPr>
          <p:spPr>
            <a:xfrm>
              <a:off x="4788200" y="3177350"/>
              <a:ext cx="30950" cy="29000"/>
            </a:xfrm>
            <a:custGeom>
              <a:rect b="b" l="l" r="r" t="t"/>
              <a:pathLst>
                <a:path extrusionOk="0" h="1160" w="1238">
                  <a:moveTo>
                    <a:pt x="589" y="1"/>
                  </a:moveTo>
                  <a:cubicBezTo>
                    <a:pt x="286" y="1"/>
                    <a:pt x="1" y="243"/>
                    <a:pt x="10" y="597"/>
                  </a:cubicBezTo>
                  <a:cubicBezTo>
                    <a:pt x="18" y="940"/>
                    <a:pt x="302" y="1160"/>
                    <a:pt x="596" y="1160"/>
                  </a:cubicBezTo>
                  <a:cubicBezTo>
                    <a:pt x="743" y="1160"/>
                    <a:pt x="894" y="1104"/>
                    <a:pt x="1013" y="980"/>
                  </a:cubicBezTo>
                  <a:cubicBezTo>
                    <a:pt x="1238" y="743"/>
                    <a:pt x="1225" y="373"/>
                    <a:pt x="987" y="162"/>
                  </a:cubicBezTo>
                  <a:cubicBezTo>
                    <a:pt x="868" y="50"/>
                    <a:pt x="726"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2"/>
            <p:cNvSpPr/>
            <p:nvPr/>
          </p:nvSpPr>
          <p:spPr>
            <a:xfrm>
              <a:off x="4852350" y="3181975"/>
              <a:ext cx="30850" cy="29150"/>
            </a:xfrm>
            <a:custGeom>
              <a:rect b="b" l="l" r="r" t="t"/>
              <a:pathLst>
                <a:path extrusionOk="0" h="1166" w="1234">
                  <a:moveTo>
                    <a:pt x="596" y="1"/>
                  </a:moveTo>
                  <a:cubicBezTo>
                    <a:pt x="289" y="1"/>
                    <a:pt x="1" y="243"/>
                    <a:pt x="19" y="597"/>
                  </a:cubicBezTo>
                  <a:cubicBezTo>
                    <a:pt x="28" y="940"/>
                    <a:pt x="305" y="1166"/>
                    <a:pt x="595" y="1166"/>
                  </a:cubicBezTo>
                  <a:cubicBezTo>
                    <a:pt x="741" y="1166"/>
                    <a:pt x="890" y="1108"/>
                    <a:pt x="1009" y="980"/>
                  </a:cubicBezTo>
                  <a:cubicBezTo>
                    <a:pt x="1234" y="756"/>
                    <a:pt x="1221" y="373"/>
                    <a:pt x="996" y="161"/>
                  </a:cubicBezTo>
                  <a:cubicBezTo>
                    <a:pt x="877" y="50"/>
                    <a:pt x="734" y="1"/>
                    <a:pt x="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2"/>
            <p:cNvSpPr/>
            <p:nvPr/>
          </p:nvSpPr>
          <p:spPr>
            <a:xfrm>
              <a:off x="4917300" y="3183625"/>
              <a:ext cx="30950" cy="29150"/>
            </a:xfrm>
            <a:custGeom>
              <a:rect b="b" l="l" r="r" t="t"/>
              <a:pathLst>
                <a:path extrusionOk="0" h="1166" w="1238">
                  <a:moveTo>
                    <a:pt x="595" y="1"/>
                  </a:moveTo>
                  <a:cubicBezTo>
                    <a:pt x="292" y="1"/>
                    <a:pt x="0" y="243"/>
                    <a:pt x="9" y="597"/>
                  </a:cubicBezTo>
                  <a:cubicBezTo>
                    <a:pt x="18" y="940"/>
                    <a:pt x="302" y="1166"/>
                    <a:pt x="595" y="1166"/>
                  </a:cubicBezTo>
                  <a:cubicBezTo>
                    <a:pt x="743" y="1166"/>
                    <a:pt x="894" y="1109"/>
                    <a:pt x="1013" y="980"/>
                  </a:cubicBezTo>
                  <a:cubicBezTo>
                    <a:pt x="1238" y="756"/>
                    <a:pt x="1224" y="386"/>
                    <a:pt x="987" y="161"/>
                  </a:cubicBezTo>
                  <a:cubicBezTo>
                    <a:pt x="871" y="50"/>
                    <a:pt x="732" y="1"/>
                    <a:pt x="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2"/>
            <p:cNvSpPr/>
            <p:nvPr/>
          </p:nvSpPr>
          <p:spPr>
            <a:xfrm>
              <a:off x="4982325" y="3182300"/>
              <a:ext cx="30975" cy="29000"/>
            </a:xfrm>
            <a:custGeom>
              <a:rect b="b" l="l" r="r" t="t"/>
              <a:pathLst>
                <a:path extrusionOk="0" h="1160" w="1239">
                  <a:moveTo>
                    <a:pt x="590" y="1"/>
                  </a:moveTo>
                  <a:cubicBezTo>
                    <a:pt x="286" y="1"/>
                    <a:pt x="1" y="243"/>
                    <a:pt x="10" y="597"/>
                  </a:cubicBezTo>
                  <a:cubicBezTo>
                    <a:pt x="19" y="940"/>
                    <a:pt x="302" y="1160"/>
                    <a:pt x="596" y="1160"/>
                  </a:cubicBezTo>
                  <a:cubicBezTo>
                    <a:pt x="744" y="1160"/>
                    <a:pt x="894" y="1104"/>
                    <a:pt x="1014" y="980"/>
                  </a:cubicBezTo>
                  <a:cubicBezTo>
                    <a:pt x="1238" y="743"/>
                    <a:pt x="1225" y="373"/>
                    <a:pt x="987" y="162"/>
                  </a:cubicBezTo>
                  <a:cubicBezTo>
                    <a:pt x="868" y="51"/>
                    <a:pt x="727" y="1"/>
                    <a:pt x="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2"/>
            <p:cNvSpPr/>
            <p:nvPr/>
          </p:nvSpPr>
          <p:spPr>
            <a:xfrm>
              <a:off x="5046400" y="3177700"/>
              <a:ext cx="30950" cy="29000"/>
            </a:xfrm>
            <a:custGeom>
              <a:rect b="b" l="l" r="r" t="t"/>
              <a:pathLst>
                <a:path extrusionOk="0" h="1160" w="1238">
                  <a:moveTo>
                    <a:pt x="594" y="0"/>
                  </a:moveTo>
                  <a:cubicBezTo>
                    <a:pt x="291" y="0"/>
                    <a:pt x="0" y="242"/>
                    <a:pt x="9" y="597"/>
                  </a:cubicBezTo>
                  <a:cubicBezTo>
                    <a:pt x="18" y="939"/>
                    <a:pt x="301" y="1159"/>
                    <a:pt x="595" y="1159"/>
                  </a:cubicBezTo>
                  <a:cubicBezTo>
                    <a:pt x="743" y="1159"/>
                    <a:pt x="893" y="1103"/>
                    <a:pt x="1013" y="980"/>
                  </a:cubicBezTo>
                  <a:cubicBezTo>
                    <a:pt x="1237" y="742"/>
                    <a:pt x="1224" y="372"/>
                    <a:pt x="986" y="161"/>
                  </a:cubicBezTo>
                  <a:cubicBezTo>
                    <a:pt x="871" y="50"/>
                    <a:pt x="732" y="0"/>
                    <a:pt x="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2"/>
            <p:cNvSpPr/>
            <p:nvPr/>
          </p:nvSpPr>
          <p:spPr>
            <a:xfrm>
              <a:off x="4568550" y="3164875"/>
              <a:ext cx="516400" cy="69125"/>
            </a:xfrm>
            <a:custGeom>
              <a:rect b="b" l="l" r="r" t="t"/>
              <a:pathLst>
                <a:path extrusionOk="0" h="2765" w="20656">
                  <a:moveTo>
                    <a:pt x="119" y="0"/>
                  </a:moveTo>
                  <a:cubicBezTo>
                    <a:pt x="79" y="132"/>
                    <a:pt x="40" y="251"/>
                    <a:pt x="0" y="357"/>
                  </a:cubicBezTo>
                  <a:cubicBezTo>
                    <a:pt x="1783" y="1162"/>
                    <a:pt x="3658" y="1743"/>
                    <a:pt x="5586" y="2100"/>
                  </a:cubicBezTo>
                  <a:cubicBezTo>
                    <a:pt x="7620" y="2496"/>
                    <a:pt x="9694" y="2708"/>
                    <a:pt x="11767" y="2747"/>
                  </a:cubicBezTo>
                  <a:cubicBezTo>
                    <a:pt x="12194" y="2758"/>
                    <a:pt x="12625" y="2765"/>
                    <a:pt x="13061" y="2765"/>
                  </a:cubicBezTo>
                  <a:cubicBezTo>
                    <a:pt x="13677" y="2765"/>
                    <a:pt x="14302" y="2752"/>
                    <a:pt x="14937" y="2721"/>
                  </a:cubicBezTo>
                  <a:cubicBezTo>
                    <a:pt x="16852" y="2642"/>
                    <a:pt x="18767" y="2470"/>
                    <a:pt x="20655" y="2193"/>
                  </a:cubicBezTo>
                  <a:cubicBezTo>
                    <a:pt x="20655" y="2074"/>
                    <a:pt x="20642" y="1955"/>
                    <a:pt x="20629" y="1823"/>
                  </a:cubicBezTo>
                  <a:cubicBezTo>
                    <a:pt x="18740" y="2100"/>
                    <a:pt x="16825" y="2272"/>
                    <a:pt x="14923" y="2351"/>
                  </a:cubicBezTo>
                  <a:cubicBezTo>
                    <a:pt x="14307" y="2376"/>
                    <a:pt x="13662" y="2390"/>
                    <a:pt x="12995" y="2390"/>
                  </a:cubicBezTo>
                  <a:cubicBezTo>
                    <a:pt x="9006" y="2390"/>
                    <a:pt x="4237" y="1878"/>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2"/>
            <p:cNvSpPr/>
            <p:nvPr/>
          </p:nvSpPr>
          <p:spPr>
            <a:xfrm>
              <a:off x="4928750" y="2710700"/>
              <a:ext cx="130775" cy="195025"/>
            </a:xfrm>
            <a:custGeom>
              <a:rect b="b" l="l" r="r" t="t"/>
              <a:pathLst>
                <a:path extrusionOk="0" h="7801" w="5231">
                  <a:moveTo>
                    <a:pt x="413" y="0"/>
                  </a:moveTo>
                  <a:cubicBezTo>
                    <a:pt x="353" y="0"/>
                    <a:pt x="299" y="38"/>
                    <a:pt x="278" y="101"/>
                  </a:cubicBezTo>
                  <a:cubicBezTo>
                    <a:pt x="80" y="827"/>
                    <a:pt x="0" y="1567"/>
                    <a:pt x="40" y="2319"/>
                  </a:cubicBezTo>
                  <a:cubicBezTo>
                    <a:pt x="40" y="2425"/>
                    <a:pt x="53" y="2518"/>
                    <a:pt x="66" y="2610"/>
                  </a:cubicBezTo>
                  <a:cubicBezTo>
                    <a:pt x="146" y="3402"/>
                    <a:pt x="383" y="4168"/>
                    <a:pt x="766" y="4842"/>
                  </a:cubicBezTo>
                  <a:cubicBezTo>
                    <a:pt x="1598" y="6295"/>
                    <a:pt x="3104" y="7285"/>
                    <a:pt x="5230" y="7800"/>
                  </a:cubicBezTo>
                  <a:cubicBezTo>
                    <a:pt x="5217" y="7694"/>
                    <a:pt x="5204" y="7589"/>
                    <a:pt x="5191" y="7483"/>
                  </a:cubicBezTo>
                  <a:cubicBezTo>
                    <a:pt x="3210" y="6995"/>
                    <a:pt x="1796" y="6044"/>
                    <a:pt x="1030" y="4697"/>
                  </a:cubicBezTo>
                  <a:cubicBezTo>
                    <a:pt x="661" y="4063"/>
                    <a:pt x="436" y="3350"/>
                    <a:pt x="370" y="2623"/>
                  </a:cubicBezTo>
                  <a:cubicBezTo>
                    <a:pt x="357" y="2518"/>
                    <a:pt x="344" y="2425"/>
                    <a:pt x="344" y="2319"/>
                  </a:cubicBezTo>
                  <a:cubicBezTo>
                    <a:pt x="291" y="1606"/>
                    <a:pt x="370" y="880"/>
                    <a:pt x="555" y="193"/>
                  </a:cubicBezTo>
                  <a:cubicBezTo>
                    <a:pt x="581" y="114"/>
                    <a:pt x="542" y="22"/>
                    <a:pt x="463" y="8"/>
                  </a:cubicBezTo>
                  <a:cubicBezTo>
                    <a:pt x="446" y="3"/>
                    <a:pt x="430"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2"/>
            <p:cNvSpPr/>
            <p:nvPr/>
          </p:nvSpPr>
          <p:spPr>
            <a:xfrm>
              <a:off x="4696300" y="2725750"/>
              <a:ext cx="341100" cy="50200"/>
            </a:xfrm>
            <a:custGeom>
              <a:rect b="b" l="l" r="r" t="t"/>
              <a:pathLst>
                <a:path extrusionOk="0" h="2008" w="13644">
                  <a:moveTo>
                    <a:pt x="67" y="1"/>
                  </a:moveTo>
                  <a:cubicBezTo>
                    <a:pt x="41" y="106"/>
                    <a:pt x="14" y="199"/>
                    <a:pt x="1" y="304"/>
                  </a:cubicBezTo>
                  <a:cubicBezTo>
                    <a:pt x="529" y="542"/>
                    <a:pt x="1071" y="753"/>
                    <a:pt x="1639" y="938"/>
                  </a:cubicBezTo>
                  <a:lnTo>
                    <a:pt x="1916" y="1018"/>
                  </a:lnTo>
                  <a:cubicBezTo>
                    <a:pt x="4187" y="1704"/>
                    <a:pt x="6723" y="1942"/>
                    <a:pt x="8770" y="1995"/>
                  </a:cubicBezTo>
                  <a:lnTo>
                    <a:pt x="9364" y="2008"/>
                  </a:lnTo>
                  <a:lnTo>
                    <a:pt x="9893" y="2008"/>
                  </a:lnTo>
                  <a:cubicBezTo>
                    <a:pt x="11398" y="2008"/>
                    <a:pt x="12719" y="1929"/>
                    <a:pt x="13643" y="1850"/>
                  </a:cubicBezTo>
                  <a:cubicBezTo>
                    <a:pt x="13617" y="1744"/>
                    <a:pt x="13604" y="1651"/>
                    <a:pt x="13577" y="1559"/>
                  </a:cubicBezTo>
                  <a:cubicBezTo>
                    <a:pt x="12663" y="1633"/>
                    <a:pt x="11392" y="1719"/>
                    <a:pt x="9945" y="1719"/>
                  </a:cubicBezTo>
                  <a:cubicBezTo>
                    <a:pt x="9845" y="1719"/>
                    <a:pt x="9744" y="1718"/>
                    <a:pt x="9642" y="1717"/>
                  </a:cubicBezTo>
                  <a:lnTo>
                    <a:pt x="9338" y="1717"/>
                  </a:lnTo>
                  <a:cubicBezTo>
                    <a:pt x="9153" y="1717"/>
                    <a:pt x="8955" y="1717"/>
                    <a:pt x="8770" y="1704"/>
                  </a:cubicBezTo>
                  <a:cubicBezTo>
                    <a:pt x="6750" y="1638"/>
                    <a:pt x="4253" y="1414"/>
                    <a:pt x="2022" y="740"/>
                  </a:cubicBezTo>
                  <a:lnTo>
                    <a:pt x="1731" y="661"/>
                  </a:lnTo>
                  <a:cubicBezTo>
                    <a:pt x="1163" y="476"/>
                    <a:pt x="608" y="252"/>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2"/>
            <p:cNvSpPr/>
            <p:nvPr/>
          </p:nvSpPr>
          <p:spPr>
            <a:xfrm>
              <a:off x="4669900" y="2710850"/>
              <a:ext cx="85200" cy="128500"/>
            </a:xfrm>
            <a:custGeom>
              <a:rect b="b" l="l" r="r" t="t"/>
              <a:pathLst>
                <a:path extrusionOk="0" h="5140" w="3408">
                  <a:moveTo>
                    <a:pt x="3251" y="0"/>
                  </a:moveTo>
                  <a:cubicBezTo>
                    <a:pt x="3181" y="0"/>
                    <a:pt x="3116" y="50"/>
                    <a:pt x="3104" y="121"/>
                  </a:cubicBezTo>
                  <a:cubicBezTo>
                    <a:pt x="3025" y="504"/>
                    <a:pt x="2919" y="887"/>
                    <a:pt x="2787" y="1257"/>
                  </a:cubicBezTo>
                  <a:cubicBezTo>
                    <a:pt x="2761" y="1349"/>
                    <a:pt x="2734" y="1442"/>
                    <a:pt x="2695" y="1534"/>
                  </a:cubicBezTo>
                  <a:cubicBezTo>
                    <a:pt x="2549" y="1917"/>
                    <a:pt x="2391" y="2287"/>
                    <a:pt x="2193" y="2644"/>
                  </a:cubicBezTo>
                  <a:cubicBezTo>
                    <a:pt x="1612" y="3740"/>
                    <a:pt x="912" y="4453"/>
                    <a:pt x="93" y="4809"/>
                  </a:cubicBezTo>
                  <a:lnTo>
                    <a:pt x="0" y="5140"/>
                  </a:lnTo>
                  <a:cubicBezTo>
                    <a:pt x="978" y="4809"/>
                    <a:pt x="1810" y="4017"/>
                    <a:pt x="2470" y="2776"/>
                  </a:cubicBezTo>
                  <a:cubicBezTo>
                    <a:pt x="2655" y="2406"/>
                    <a:pt x="2827" y="2010"/>
                    <a:pt x="2972" y="1614"/>
                  </a:cubicBezTo>
                  <a:cubicBezTo>
                    <a:pt x="3012" y="1521"/>
                    <a:pt x="3038" y="1429"/>
                    <a:pt x="3064" y="1336"/>
                  </a:cubicBezTo>
                  <a:cubicBezTo>
                    <a:pt x="3196" y="953"/>
                    <a:pt x="3315" y="570"/>
                    <a:pt x="3395" y="161"/>
                  </a:cubicBezTo>
                  <a:cubicBezTo>
                    <a:pt x="3408" y="82"/>
                    <a:pt x="3355" y="16"/>
                    <a:pt x="3276" y="2"/>
                  </a:cubicBezTo>
                  <a:cubicBezTo>
                    <a:pt x="3267" y="1"/>
                    <a:pt x="3259" y="0"/>
                    <a:pt x="3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2"/>
            <p:cNvSpPr/>
            <p:nvPr/>
          </p:nvSpPr>
          <p:spPr>
            <a:xfrm>
              <a:off x="4681125" y="2269475"/>
              <a:ext cx="428900" cy="470925"/>
            </a:xfrm>
            <a:custGeom>
              <a:rect b="b" l="l" r="r" t="t"/>
              <a:pathLst>
                <a:path extrusionOk="0" h="18837" w="17156">
                  <a:moveTo>
                    <a:pt x="10737" y="0"/>
                  </a:moveTo>
                  <a:lnTo>
                    <a:pt x="6445" y="53"/>
                  </a:lnTo>
                  <a:cubicBezTo>
                    <a:pt x="6023" y="106"/>
                    <a:pt x="5640" y="159"/>
                    <a:pt x="5283" y="225"/>
                  </a:cubicBezTo>
                  <a:cubicBezTo>
                    <a:pt x="4979" y="278"/>
                    <a:pt x="4715" y="330"/>
                    <a:pt x="4464" y="410"/>
                  </a:cubicBezTo>
                  <a:cubicBezTo>
                    <a:pt x="2285" y="1017"/>
                    <a:pt x="2206" y="2166"/>
                    <a:pt x="1810" y="4253"/>
                  </a:cubicBezTo>
                  <a:cubicBezTo>
                    <a:pt x="1691" y="4834"/>
                    <a:pt x="1532" y="5415"/>
                    <a:pt x="1361" y="5983"/>
                  </a:cubicBezTo>
                  <a:cubicBezTo>
                    <a:pt x="1295" y="6154"/>
                    <a:pt x="1242" y="6326"/>
                    <a:pt x="1189" y="6498"/>
                  </a:cubicBezTo>
                  <a:cubicBezTo>
                    <a:pt x="621" y="8162"/>
                    <a:pt x="0" y="9588"/>
                    <a:pt x="251" y="10460"/>
                  </a:cubicBezTo>
                  <a:cubicBezTo>
                    <a:pt x="251" y="10473"/>
                    <a:pt x="251" y="10486"/>
                    <a:pt x="265" y="10499"/>
                  </a:cubicBezTo>
                  <a:cubicBezTo>
                    <a:pt x="304" y="10645"/>
                    <a:pt x="357" y="10777"/>
                    <a:pt x="410" y="10922"/>
                  </a:cubicBezTo>
                  <a:cubicBezTo>
                    <a:pt x="714" y="11582"/>
                    <a:pt x="1123" y="12177"/>
                    <a:pt x="1612" y="12705"/>
                  </a:cubicBezTo>
                  <a:cubicBezTo>
                    <a:pt x="1678" y="12784"/>
                    <a:pt x="1717" y="12811"/>
                    <a:pt x="1717" y="12811"/>
                  </a:cubicBezTo>
                  <a:lnTo>
                    <a:pt x="1717" y="12837"/>
                  </a:lnTo>
                  <a:cubicBezTo>
                    <a:pt x="1717" y="12877"/>
                    <a:pt x="1717" y="12916"/>
                    <a:pt x="1704" y="12969"/>
                  </a:cubicBezTo>
                  <a:cubicBezTo>
                    <a:pt x="1691" y="13180"/>
                    <a:pt x="1651" y="13378"/>
                    <a:pt x="1612" y="13590"/>
                  </a:cubicBezTo>
                  <a:cubicBezTo>
                    <a:pt x="1044" y="16297"/>
                    <a:pt x="1070" y="16403"/>
                    <a:pt x="846" y="17552"/>
                  </a:cubicBezTo>
                  <a:cubicBezTo>
                    <a:pt x="4118" y="18576"/>
                    <a:pt x="7311" y="18836"/>
                    <a:pt x="9715" y="18836"/>
                  </a:cubicBezTo>
                  <a:cubicBezTo>
                    <a:pt x="12210" y="18836"/>
                    <a:pt x="13854" y="18555"/>
                    <a:pt x="13854" y="18555"/>
                  </a:cubicBezTo>
                  <a:cubicBezTo>
                    <a:pt x="13669" y="14897"/>
                    <a:pt x="13445" y="16350"/>
                    <a:pt x="13841" y="13695"/>
                  </a:cubicBezTo>
                  <a:cubicBezTo>
                    <a:pt x="14039" y="12414"/>
                    <a:pt x="14554" y="10486"/>
                    <a:pt x="15241" y="8571"/>
                  </a:cubicBezTo>
                  <a:cubicBezTo>
                    <a:pt x="15267" y="8505"/>
                    <a:pt x="15294" y="8426"/>
                    <a:pt x="15320" y="8347"/>
                  </a:cubicBezTo>
                  <a:cubicBezTo>
                    <a:pt x="15531" y="7792"/>
                    <a:pt x="15743" y="7224"/>
                    <a:pt x="15980" y="6683"/>
                  </a:cubicBezTo>
                  <a:cubicBezTo>
                    <a:pt x="16997" y="4332"/>
                    <a:pt x="17156" y="1677"/>
                    <a:pt x="14726" y="859"/>
                  </a:cubicBezTo>
                  <a:cubicBezTo>
                    <a:pt x="14105" y="661"/>
                    <a:pt x="13471" y="502"/>
                    <a:pt x="12824" y="370"/>
                  </a:cubicBezTo>
                  <a:cubicBezTo>
                    <a:pt x="12666" y="330"/>
                    <a:pt x="12481" y="304"/>
                    <a:pt x="12335" y="264"/>
                  </a:cubicBezTo>
                  <a:cubicBezTo>
                    <a:pt x="11437" y="106"/>
                    <a:pt x="10737" y="0"/>
                    <a:pt x="107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2"/>
            <p:cNvSpPr/>
            <p:nvPr/>
          </p:nvSpPr>
          <p:spPr>
            <a:xfrm>
              <a:off x="4701600" y="2677550"/>
              <a:ext cx="330525" cy="66250"/>
            </a:xfrm>
            <a:custGeom>
              <a:rect b="b" l="l" r="r" t="t"/>
              <a:pathLst>
                <a:path extrusionOk="0" h="2650" w="13221">
                  <a:moveTo>
                    <a:pt x="264" y="0"/>
                  </a:moveTo>
                  <a:lnTo>
                    <a:pt x="0" y="1255"/>
                  </a:lnTo>
                  <a:cubicBezTo>
                    <a:pt x="0" y="1255"/>
                    <a:pt x="4055" y="2650"/>
                    <a:pt x="8993" y="2650"/>
                  </a:cubicBezTo>
                  <a:cubicBezTo>
                    <a:pt x="10357" y="2650"/>
                    <a:pt x="11788" y="2543"/>
                    <a:pt x="13220" y="2272"/>
                  </a:cubicBezTo>
                  <a:lnTo>
                    <a:pt x="12996" y="1110"/>
                  </a:lnTo>
                  <a:cubicBezTo>
                    <a:pt x="12996" y="1110"/>
                    <a:pt x="11731" y="1358"/>
                    <a:pt x="9559" y="1358"/>
                  </a:cubicBezTo>
                  <a:cubicBezTo>
                    <a:pt x="7305" y="1358"/>
                    <a:pt x="4072" y="1090"/>
                    <a:pt x="2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2"/>
            <p:cNvSpPr/>
            <p:nvPr/>
          </p:nvSpPr>
          <p:spPr>
            <a:xfrm>
              <a:off x="4831350" y="2272100"/>
              <a:ext cx="120525" cy="103700"/>
            </a:xfrm>
            <a:custGeom>
              <a:rect b="b" l="l" r="r" t="t"/>
              <a:pathLst>
                <a:path extrusionOk="0" h="4148" w="4821">
                  <a:moveTo>
                    <a:pt x="4821" y="1"/>
                  </a:moveTo>
                  <a:lnTo>
                    <a:pt x="410" y="357"/>
                  </a:lnTo>
                  <a:lnTo>
                    <a:pt x="0" y="4148"/>
                  </a:lnTo>
                  <a:cubicBezTo>
                    <a:pt x="1559" y="3844"/>
                    <a:pt x="4808" y="1691"/>
                    <a:pt x="4821"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2"/>
            <p:cNvSpPr/>
            <p:nvPr/>
          </p:nvSpPr>
          <p:spPr>
            <a:xfrm>
              <a:off x="4721725" y="2584050"/>
              <a:ext cx="188550" cy="25175"/>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2"/>
            <p:cNvSpPr/>
            <p:nvPr/>
          </p:nvSpPr>
          <p:spPr>
            <a:xfrm>
              <a:off x="4769600" y="2380475"/>
              <a:ext cx="160625" cy="59050"/>
            </a:xfrm>
            <a:custGeom>
              <a:rect b="b" l="l" r="r" t="t"/>
              <a:pathLst>
                <a:path extrusionOk="0" h="2362" w="6425">
                  <a:moveTo>
                    <a:pt x="6252" y="0"/>
                  </a:moveTo>
                  <a:cubicBezTo>
                    <a:pt x="6229" y="0"/>
                    <a:pt x="6205" y="7"/>
                    <a:pt x="6181" y="24"/>
                  </a:cubicBezTo>
                  <a:cubicBezTo>
                    <a:pt x="6155" y="50"/>
                    <a:pt x="3197" y="2124"/>
                    <a:pt x="1837" y="2124"/>
                  </a:cubicBezTo>
                  <a:cubicBezTo>
                    <a:pt x="529" y="2124"/>
                    <a:pt x="252" y="711"/>
                    <a:pt x="239" y="698"/>
                  </a:cubicBezTo>
                  <a:cubicBezTo>
                    <a:pt x="227" y="638"/>
                    <a:pt x="183" y="590"/>
                    <a:pt x="127" y="590"/>
                  </a:cubicBezTo>
                  <a:cubicBezTo>
                    <a:pt x="120" y="590"/>
                    <a:pt x="113" y="591"/>
                    <a:pt x="106" y="592"/>
                  </a:cubicBezTo>
                  <a:cubicBezTo>
                    <a:pt x="40" y="605"/>
                    <a:pt x="1" y="671"/>
                    <a:pt x="14" y="737"/>
                  </a:cubicBezTo>
                  <a:cubicBezTo>
                    <a:pt x="14" y="750"/>
                    <a:pt x="344" y="2362"/>
                    <a:pt x="1837" y="2362"/>
                  </a:cubicBezTo>
                  <a:cubicBezTo>
                    <a:pt x="3276" y="2362"/>
                    <a:pt x="6195" y="315"/>
                    <a:pt x="6327" y="222"/>
                  </a:cubicBezTo>
                  <a:cubicBezTo>
                    <a:pt x="6424" y="146"/>
                    <a:pt x="6353" y="0"/>
                    <a:pt x="62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2"/>
            <p:cNvSpPr/>
            <p:nvPr/>
          </p:nvSpPr>
          <p:spPr>
            <a:xfrm>
              <a:off x="4841575" y="2202775"/>
              <a:ext cx="110300" cy="95825"/>
            </a:xfrm>
            <a:custGeom>
              <a:rect b="b" l="l" r="r" t="t"/>
              <a:pathLst>
                <a:path extrusionOk="0" h="3833" w="4412">
                  <a:moveTo>
                    <a:pt x="4029" y="1"/>
                  </a:moveTo>
                  <a:lnTo>
                    <a:pt x="4029" y="1"/>
                  </a:lnTo>
                  <a:cubicBezTo>
                    <a:pt x="3804" y="80"/>
                    <a:pt x="3593" y="185"/>
                    <a:pt x="3395" y="304"/>
                  </a:cubicBezTo>
                  <a:cubicBezTo>
                    <a:pt x="3316" y="357"/>
                    <a:pt x="3223" y="384"/>
                    <a:pt x="3144" y="423"/>
                  </a:cubicBezTo>
                  <a:cubicBezTo>
                    <a:pt x="2395" y="737"/>
                    <a:pt x="1314" y="1107"/>
                    <a:pt x="347" y="1107"/>
                  </a:cubicBezTo>
                  <a:cubicBezTo>
                    <a:pt x="257" y="1107"/>
                    <a:pt x="168" y="1103"/>
                    <a:pt x="80" y="1097"/>
                  </a:cubicBezTo>
                  <a:lnTo>
                    <a:pt x="1" y="3130"/>
                  </a:lnTo>
                  <a:cubicBezTo>
                    <a:pt x="1" y="3130"/>
                    <a:pt x="455" y="3833"/>
                    <a:pt x="1590" y="3833"/>
                  </a:cubicBezTo>
                  <a:cubicBezTo>
                    <a:pt x="2270" y="3833"/>
                    <a:pt x="3194" y="3581"/>
                    <a:pt x="4412" y="2774"/>
                  </a:cubicBezTo>
                  <a:cubicBezTo>
                    <a:pt x="3791" y="2087"/>
                    <a:pt x="3778" y="780"/>
                    <a:pt x="4029"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2"/>
            <p:cNvSpPr/>
            <p:nvPr/>
          </p:nvSpPr>
          <p:spPr>
            <a:xfrm>
              <a:off x="4791075" y="2270475"/>
              <a:ext cx="50875" cy="105650"/>
            </a:xfrm>
            <a:custGeom>
              <a:rect b="b" l="l" r="r" t="t"/>
              <a:pathLst>
                <a:path extrusionOk="0" h="4226" w="2035">
                  <a:moveTo>
                    <a:pt x="1721" y="1"/>
                  </a:moveTo>
                  <a:cubicBezTo>
                    <a:pt x="1380" y="1"/>
                    <a:pt x="778" y="73"/>
                    <a:pt x="0" y="462"/>
                  </a:cubicBezTo>
                  <a:lnTo>
                    <a:pt x="1611" y="4226"/>
                  </a:lnTo>
                  <a:lnTo>
                    <a:pt x="2034" y="26"/>
                  </a:lnTo>
                  <a:cubicBezTo>
                    <a:pt x="2034" y="26"/>
                    <a:pt x="1924" y="1"/>
                    <a:pt x="17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2"/>
            <p:cNvSpPr/>
            <p:nvPr/>
          </p:nvSpPr>
          <p:spPr>
            <a:xfrm>
              <a:off x="4831350" y="2269800"/>
              <a:ext cx="163450" cy="106325"/>
            </a:xfrm>
            <a:custGeom>
              <a:rect b="b" l="l" r="r" t="t"/>
              <a:pathLst>
                <a:path extrusionOk="0" h="4253" w="6538">
                  <a:moveTo>
                    <a:pt x="4715" y="0"/>
                  </a:moveTo>
                  <a:cubicBezTo>
                    <a:pt x="4715" y="0"/>
                    <a:pt x="2246" y="2774"/>
                    <a:pt x="0" y="4253"/>
                  </a:cubicBezTo>
                  <a:cubicBezTo>
                    <a:pt x="0" y="4253"/>
                    <a:pt x="3843" y="3345"/>
                    <a:pt x="5571" y="3345"/>
                  </a:cubicBezTo>
                  <a:cubicBezTo>
                    <a:pt x="5672" y="3345"/>
                    <a:pt x="5766" y="3348"/>
                    <a:pt x="5851" y="3355"/>
                  </a:cubicBezTo>
                  <a:cubicBezTo>
                    <a:pt x="5851" y="3355"/>
                    <a:pt x="6538" y="1572"/>
                    <a:pt x="4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2"/>
            <p:cNvSpPr/>
            <p:nvPr/>
          </p:nvSpPr>
          <p:spPr>
            <a:xfrm>
              <a:off x="4842575" y="2210375"/>
              <a:ext cx="83875" cy="43925"/>
            </a:xfrm>
            <a:custGeom>
              <a:rect b="b" l="l" r="r" t="t"/>
              <a:pathLst>
                <a:path extrusionOk="0" h="1757" w="3355">
                  <a:moveTo>
                    <a:pt x="3355" y="0"/>
                  </a:moveTo>
                  <a:lnTo>
                    <a:pt x="3355" y="0"/>
                  </a:lnTo>
                  <a:cubicBezTo>
                    <a:pt x="3276" y="40"/>
                    <a:pt x="3196" y="80"/>
                    <a:pt x="3104" y="119"/>
                  </a:cubicBezTo>
                  <a:cubicBezTo>
                    <a:pt x="2355" y="433"/>
                    <a:pt x="1274" y="803"/>
                    <a:pt x="307" y="803"/>
                  </a:cubicBezTo>
                  <a:cubicBezTo>
                    <a:pt x="217" y="803"/>
                    <a:pt x="128" y="799"/>
                    <a:pt x="40" y="793"/>
                  </a:cubicBezTo>
                  <a:lnTo>
                    <a:pt x="0" y="1757"/>
                  </a:lnTo>
                  <a:cubicBezTo>
                    <a:pt x="885" y="1559"/>
                    <a:pt x="2470" y="1070"/>
                    <a:pt x="3355"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2"/>
            <p:cNvSpPr/>
            <p:nvPr/>
          </p:nvSpPr>
          <p:spPr>
            <a:xfrm>
              <a:off x="4788100" y="2022275"/>
              <a:ext cx="163450" cy="208675"/>
            </a:xfrm>
            <a:custGeom>
              <a:rect b="b" l="l" r="r" t="t"/>
              <a:pathLst>
                <a:path extrusionOk="0" h="8347" w="6538">
                  <a:moveTo>
                    <a:pt x="3584" y="1"/>
                  </a:moveTo>
                  <a:cubicBezTo>
                    <a:pt x="2775" y="1"/>
                    <a:pt x="2079" y="319"/>
                    <a:pt x="1612" y="472"/>
                  </a:cubicBezTo>
                  <a:cubicBezTo>
                    <a:pt x="621" y="776"/>
                    <a:pt x="0" y="2030"/>
                    <a:pt x="0" y="3853"/>
                  </a:cubicBezTo>
                  <a:lnTo>
                    <a:pt x="0" y="4474"/>
                  </a:lnTo>
                  <a:lnTo>
                    <a:pt x="0" y="5081"/>
                  </a:lnTo>
                  <a:cubicBezTo>
                    <a:pt x="14" y="6494"/>
                    <a:pt x="119" y="7287"/>
                    <a:pt x="463" y="7630"/>
                  </a:cubicBezTo>
                  <a:cubicBezTo>
                    <a:pt x="972" y="8159"/>
                    <a:pt x="1664" y="8346"/>
                    <a:pt x="2390" y="8346"/>
                  </a:cubicBezTo>
                  <a:cubicBezTo>
                    <a:pt x="4132" y="8346"/>
                    <a:pt x="6071" y="7267"/>
                    <a:pt x="6155" y="7221"/>
                  </a:cubicBezTo>
                  <a:cubicBezTo>
                    <a:pt x="6194" y="7062"/>
                    <a:pt x="6221" y="6904"/>
                    <a:pt x="6260" y="6745"/>
                  </a:cubicBezTo>
                  <a:cubicBezTo>
                    <a:pt x="6485" y="5504"/>
                    <a:pt x="6538" y="4236"/>
                    <a:pt x="6392" y="2994"/>
                  </a:cubicBezTo>
                  <a:cubicBezTo>
                    <a:pt x="6458" y="1753"/>
                    <a:pt x="5719" y="604"/>
                    <a:pt x="4557" y="168"/>
                  </a:cubicBezTo>
                  <a:cubicBezTo>
                    <a:pt x="4220" y="48"/>
                    <a:pt x="3894" y="1"/>
                    <a:pt x="3584"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2"/>
            <p:cNvSpPr/>
            <p:nvPr/>
          </p:nvSpPr>
          <p:spPr>
            <a:xfrm>
              <a:off x="4782825" y="2077325"/>
              <a:ext cx="42600" cy="23450"/>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2"/>
            <p:cNvSpPr/>
            <p:nvPr/>
          </p:nvSpPr>
          <p:spPr>
            <a:xfrm>
              <a:off x="4848175" y="2077325"/>
              <a:ext cx="42625" cy="23450"/>
            </a:xfrm>
            <a:custGeom>
              <a:rect b="b" l="l" r="r" t="t"/>
              <a:pathLst>
                <a:path extrusionOk="0" h="938" w="1705">
                  <a:moveTo>
                    <a:pt x="358" y="0"/>
                  </a:moveTo>
                  <a:cubicBezTo>
                    <a:pt x="358" y="0"/>
                    <a:pt x="1" y="40"/>
                    <a:pt x="120" y="370"/>
                  </a:cubicBezTo>
                  <a:cubicBezTo>
                    <a:pt x="252" y="700"/>
                    <a:pt x="978" y="330"/>
                    <a:pt x="1493" y="938"/>
                  </a:cubicBezTo>
                  <a:cubicBezTo>
                    <a:pt x="1493" y="938"/>
                    <a:pt x="1705" y="159"/>
                    <a:pt x="3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2"/>
            <p:cNvSpPr/>
            <p:nvPr/>
          </p:nvSpPr>
          <p:spPr>
            <a:xfrm>
              <a:off x="4860075" y="2134100"/>
              <a:ext cx="38650" cy="15225"/>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E69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2"/>
            <p:cNvSpPr/>
            <p:nvPr/>
          </p:nvSpPr>
          <p:spPr>
            <a:xfrm>
              <a:off x="4788100" y="2134100"/>
              <a:ext cx="17200" cy="15225"/>
            </a:xfrm>
            <a:custGeom>
              <a:rect b="b" l="l" r="r" t="t"/>
              <a:pathLst>
                <a:path extrusionOk="0" h="609" w="688">
                  <a:moveTo>
                    <a:pt x="0" y="1"/>
                  </a:moveTo>
                  <a:lnTo>
                    <a:pt x="0" y="608"/>
                  </a:lnTo>
                  <a:cubicBezTo>
                    <a:pt x="251" y="595"/>
                    <a:pt x="502" y="489"/>
                    <a:pt x="687" y="304"/>
                  </a:cubicBezTo>
                  <a:cubicBezTo>
                    <a:pt x="436" y="265"/>
                    <a:pt x="198" y="159"/>
                    <a:pt x="0" y="1"/>
                  </a:cubicBezTo>
                  <a:close/>
                </a:path>
              </a:pathLst>
            </a:custGeom>
            <a:solidFill>
              <a:srgbClr val="E69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2"/>
            <p:cNvSpPr/>
            <p:nvPr/>
          </p:nvSpPr>
          <p:spPr>
            <a:xfrm>
              <a:off x="4860725" y="2108025"/>
              <a:ext cx="11925" cy="21150"/>
            </a:xfrm>
            <a:custGeom>
              <a:rect b="b" l="l" r="r" t="t"/>
              <a:pathLst>
                <a:path extrusionOk="0" h="846" w="477">
                  <a:moveTo>
                    <a:pt x="239" y="0"/>
                  </a:moveTo>
                  <a:cubicBezTo>
                    <a:pt x="106" y="0"/>
                    <a:pt x="1" y="198"/>
                    <a:pt x="1" y="423"/>
                  </a:cubicBezTo>
                  <a:cubicBezTo>
                    <a:pt x="1" y="647"/>
                    <a:pt x="106" y="845"/>
                    <a:pt x="239" y="845"/>
                  </a:cubicBezTo>
                  <a:cubicBezTo>
                    <a:pt x="371" y="845"/>
                    <a:pt x="476" y="647"/>
                    <a:pt x="476" y="423"/>
                  </a:cubicBezTo>
                  <a:cubicBezTo>
                    <a:pt x="476" y="185"/>
                    <a:pt x="371"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2"/>
            <p:cNvSpPr/>
            <p:nvPr/>
          </p:nvSpPr>
          <p:spPr>
            <a:xfrm>
              <a:off x="4803950" y="2108025"/>
              <a:ext cx="11575" cy="21150"/>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2"/>
            <p:cNvSpPr/>
            <p:nvPr/>
          </p:nvSpPr>
          <p:spPr>
            <a:xfrm>
              <a:off x="4805725" y="2158925"/>
              <a:ext cx="50400" cy="1450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2"/>
            <p:cNvSpPr/>
            <p:nvPr/>
          </p:nvSpPr>
          <p:spPr>
            <a:xfrm>
              <a:off x="4818800" y="2110250"/>
              <a:ext cx="19975" cy="3015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2"/>
            <p:cNvSpPr/>
            <p:nvPr/>
          </p:nvSpPr>
          <p:spPr>
            <a:xfrm>
              <a:off x="4923125" y="2179325"/>
              <a:ext cx="21175" cy="23475"/>
            </a:xfrm>
            <a:custGeom>
              <a:rect b="b" l="l" r="r" t="t"/>
              <a:pathLst>
                <a:path extrusionOk="0" h="939" w="847">
                  <a:moveTo>
                    <a:pt x="1" y="1"/>
                  </a:moveTo>
                  <a:cubicBezTo>
                    <a:pt x="14" y="27"/>
                    <a:pt x="318" y="727"/>
                    <a:pt x="754" y="939"/>
                  </a:cubicBezTo>
                  <a:cubicBezTo>
                    <a:pt x="793" y="767"/>
                    <a:pt x="820" y="622"/>
                    <a:pt x="846" y="463"/>
                  </a:cubicBezTo>
                  <a:cubicBezTo>
                    <a:pt x="529" y="384"/>
                    <a:pt x="239" y="225"/>
                    <a:pt x="1"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2"/>
            <p:cNvSpPr/>
            <p:nvPr/>
          </p:nvSpPr>
          <p:spPr>
            <a:xfrm>
              <a:off x="4933700" y="2123400"/>
              <a:ext cx="51875" cy="67525"/>
            </a:xfrm>
            <a:custGeom>
              <a:rect b="b" l="l" r="r" t="t"/>
              <a:pathLst>
                <a:path extrusionOk="0" h="2701" w="2075">
                  <a:moveTo>
                    <a:pt x="994" y="1"/>
                  </a:moveTo>
                  <a:cubicBezTo>
                    <a:pt x="476" y="1"/>
                    <a:pt x="0" y="640"/>
                    <a:pt x="0" y="640"/>
                  </a:cubicBezTo>
                  <a:lnTo>
                    <a:pt x="0" y="2555"/>
                  </a:lnTo>
                  <a:cubicBezTo>
                    <a:pt x="158" y="2656"/>
                    <a:pt x="314" y="2701"/>
                    <a:pt x="465" y="2701"/>
                  </a:cubicBezTo>
                  <a:cubicBezTo>
                    <a:pt x="1374" y="2701"/>
                    <a:pt x="2074" y="1067"/>
                    <a:pt x="1598" y="376"/>
                  </a:cubicBezTo>
                  <a:cubicBezTo>
                    <a:pt x="1408" y="100"/>
                    <a:pt x="1198" y="1"/>
                    <a:pt x="994"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2"/>
            <p:cNvSpPr/>
            <p:nvPr/>
          </p:nvSpPr>
          <p:spPr>
            <a:xfrm>
              <a:off x="4908275" y="2059475"/>
              <a:ext cx="53175" cy="138375"/>
            </a:xfrm>
            <a:custGeom>
              <a:rect b="b" l="l" r="r" t="t"/>
              <a:pathLst>
                <a:path extrusionOk="0" h="5535" w="2127">
                  <a:moveTo>
                    <a:pt x="708" y="0"/>
                  </a:moveTo>
                  <a:cubicBezTo>
                    <a:pt x="517" y="0"/>
                    <a:pt x="341" y="86"/>
                    <a:pt x="212" y="265"/>
                  </a:cubicBezTo>
                  <a:cubicBezTo>
                    <a:pt x="212" y="265"/>
                    <a:pt x="1136" y="1678"/>
                    <a:pt x="502" y="2986"/>
                  </a:cubicBezTo>
                  <a:cubicBezTo>
                    <a:pt x="133" y="3778"/>
                    <a:pt x="1" y="4663"/>
                    <a:pt x="119" y="5534"/>
                  </a:cubicBezTo>
                  <a:cubicBezTo>
                    <a:pt x="119" y="5534"/>
                    <a:pt x="384" y="4108"/>
                    <a:pt x="991" y="3527"/>
                  </a:cubicBezTo>
                  <a:cubicBezTo>
                    <a:pt x="1651" y="2906"/>
                    <a:pt x="2127" y="2206"/>
                    <a:pt x="1823" y="1137"/>
                  </a:cubicBezTo>
                  <a:cubicBezTo>
                    <a:pt x="1606" y="404"/>
                    <a:pt x="1123" y="0"/>
                    <a:pt x="7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2"/>
            <p:cNvSpPr/>
            <p:nvPr/>
          </p:nvSpPr>
          <p:spPr>
            <a:xfrm>
              <a:off x="4943925" y="2170750"/>
              <a:ext cx="13900" cy="11850"/>
            </a:xfrm>
            <a:custGeom>
              <a:rect b="b" l="l" r="r" t="t"/>
              <a:pathLst>
                <a:path extrusionOk="0" h="474" w="556">
                  <a:moveTo>
                    <a:pt x="318" y="1"/>
                  </a:moveTo>
                  <a:cubicBezTo>
                    <a:pt x="107" y="1"/>
                    <a:pt x="1" y="251"/>
                    <a:pt x="146" y="397"/>
                  </a:cubicBezTo>
                  <a:cubicBezTo>
                    <a:pt x="195" y="450"/>
                    <a:pt x="256" y="473"/>
                    <a:pt x="317" y="473"/>
                  </a:cubicBezTo>
                  <a:cubicBezTo>
                    <a:pt x="438" y="473"/>
                    <a:pt x="556" y="379"/>
                    <a:pt x="556" y="238"/>
                  </a:cubicBezTo>
                  <a:cubicBezTo>
                    <a:pt x="556" y="106"/>
                    <a:pt x="450" y="1"/>
                    <a:pt x="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2"/>
            <p:cNvSpPr/>
            <p:nvPr/>
          </p:nvSpPr>
          <p:spPr>
            <a:xfrm>
              <a:off x="4934350" y="2139250"/>
              <a:ext cx="30475" cy="38450"/>
            </a:xfrm>
            <a:custGeom>
              <a:rect b="b" l="l" r="r" t="t"/>
              <a:pathLst>
                <a:path extrusionOk="0" h="1538" w="1219">
                  <a:moveTo>
                    <a:pt x="1079" y="0"/>
                  </a:moveTo>
                  <a:cubicBezTo>
                    <a:pt x="1068" y="0"/>
                    <a:pt x="1056" y="2"/>
                    <a:pt x="1044" y="6"/>
                  </a:cubicBezTo>
                  <a:cubicBezTo>
                    <a:pt x="476" y="270"/>
                    <a:pt x="80" y="811"/>
                    <a:pt x="14" y="1445"/>
                  </a:cubicBezTo>
                  <a:cubicBezTo>
                    <a:pt x="1" y="1485"/>
                    <a:pt x="41" y="1538"/>
                    <a:pt x="93" y="1538"/>
                  </a:cubicBezTo>
                  <a:lnTo>
                    <a:pt x="107" y="1538"/>
                  </a:lnTo>
                  <a:cubicBezTo>
                    <a:pt x="159" y="1538"/>
                    <a:pt x="199" y="1511"/>
                    <a:pt x="199" y="1459"/>
                  </a:cubicBezTo>
                  <a:cubicBezTo>
                    <a:pt x="252" y="904"/>
                    <a:pt x="608" y="415"/>
                    <a:pt x="1123" y="178"/>
                  </a:cubicBezTo>
                  <a:cubicBezTo>
                    <a:pt x="1218" y="142"/>
                    <a:pt x="1175" y="0"/>
                    <a:pt x="1079"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2"/>
            <p:cNvSpPr/>
            <p:nvPr/>
          </p:nvSpPr>
          <p:spPr>
            <a:xfrm>
              <a:off x="4941150" y="2153550"/>
              <a:ext cx="20975" cy="10300"/>
            </a:xfrm>
            <a:custGeom>
              <a:rect b="b" l="l" r="r" t="t"/>
              <a:pathLst>
                <a:path extrusionOk="0" h="412" w="839">
                  <a:moveTo>
                    <a:pt x="226" y="0"/>
                  </a:moveTo>
                  <a:cubicBezTo>
                    <a:pt x="188" y="0"/>
                    <a:pt x="149" y="5"/>
                    <a:pt x="112" y="15"/>
                  </a:cubicBezTo>
                  <a:cubicBezTo>
                    <a:pt x="1" y="40"/>
                    <a:pt x="40" y="202"/>
                    <a:pt x="142" y="202"/>
                  </a:cubicBezTo>
                  <a:cubicBezTo>
                    <a:pt x="149" y="202"/>
                    <a:pt x="157" y="202"/>
                    <a:pt x="165" y="200"/>
                  </a:cubicBezTo>
                  <a:cubicBezTo>
                    <a:pt x="185" y="193"/>
                    <a:pt x="208" y="190"/>
                    <a:pt x="231" y="190"/>
                  </a:cubicBezTo>
                  <a:cubicBezTo>
                    <a:pt x="386" y="190"/>
                    <a:pt x="584" y="327"/>
                    <a:pt x="653" y="385"/>
                  </a:cubicBezTo>
                  <a:cubicBezTo>
                    <a:pt x="680" y="398"/>
                    <a:pt x="693" y="411"/>
                    <a:pt x="719" y="411"/>
                  </a:cubicBezTo>
                  <a:lnTo>
                    <a:pt x="719" y="398"/>
                  </a:lnTo>
                  <a:cubicBezTo>
                    <a:pt x="799" y="398"/>
                    <a:pt x="838" y="292"/>
                    <a:pt x="772" y="239"/>
                  </a:cubicBezTo>
                  <a:cubicBezTo>
                    <a:pt x="749" y="205"/>
                    <a:pt x="486" y="0"/>
                    <a:pt x="226"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2"/>
            <p:cNvSpPr/>
            <p:nvPr/>
          </p:nvSpPr>
          <p:spPr>
            <a:xfrm>
              <a:off x="4754750" y="2120900"/>
              <a:ext cx="32700" cy="5300"/>
            </a:xfrm>
            <a:custGeom>
              <a:rect b="b" l="l" r="r" t="t"/>
              <a:pathLst>
                <a:path extrusionOk="0" h="212" w="1308">
                  <a:moveTo>
                    <a:pt x="93" y="0"/>
                  </a:moveTo>
                  <a:cubicBezTo>
                    <a:pt x="40" y="0"/>
                    <a:pt x="1" y="27"/>
                    <a:pt x="1" y="80"/>
                  </a:cubicBezTo>
                  <a:cubicBezTo>
                    <a:pt x="1" y="119"/>
                    <a:pt x="40" y="159"/>
                    <a:pt x="80" y="159"/>
                  </a:cubicBezTo>
                  <a:lnTo>
                    <a:pt x="1308" y="212"/>
                  </a:lnTo>
                  <a:lnTo>
                    <a:pt x="1308" y="40"/>
                  </a:lnTo>
                  <a:lnTo>
                    <a:pt x="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2"/>
            <p:cNvSpPr/>
            <p:nvPr/>
          </p:nvSpPr>
          <p:spPr>
            <a:xfrm>
              <a:off x="4835650" y="2083650"/>
              <a:ext cx="83875" cy="71950"/>
            </a:xfrm>
            <a:custGeom>
              <a:rect b="b" l="l" r="r" t="t"/>
              <a:pathLst>
                <a:path extrusionOk="0" h="2878" w="3355">
                  <a:moveTo>
                    <a:pt x="1426" y="170"/>
                  </a:moveTo>
                  <a:cubicBezTo>
                    <a:pt x="2562" y="170"/>
                    <a:pt x="3130" y="1543"/>
                    <a:pt x="2324" y="2336"/>
                  </a:cubicBezTo>
                  <a:cubicBezTo>
                    <a:pt x="2068" y="2592"/>
                    <a:pt x="1751" y="2708"/>
                    <a:pt x="1441" y="2708"/>
                  </a:cubicBezTo>
                  <a:cubicBezTo>
                    <a:pt x="794" y="2708"/>
                    <a:pt x="172" y="2205"/>
                    <a:pt x="172" y="1438"/>
                  </a:cubicBezTo>
                  <a:cubicBezTo>
                    <a:pt x="172" y="738"/>
                    <a:pt x="726" y="170"/>
                    <a:pt x="1426" y="170"/>
                  </a:cubicBezTo>
                  <a:close/>
                  <a:moveTo>
                    <a:pt x="1448" y="0"/>
                  </a:moveTo>
                  <a:cubicBezTo>
                    <a:pt x="708" y="0"/>
                    <a:pt x="0" y="571"/>
                    <a:pt x="0" y="1438"/>
                  </a:cubicBezTo>
                  <a:cubicBezTo>
                    <a:pt x="0" y="2230"/>
                    <a:pt x="647" y="2877"/>
                    <a:pt x="1440" y="2877"/>
                  </a:cubicBezTo>
                  <a:cubicBezTo>
                    <a:pt x="2721" y="2877"/>
                    <a:pt x="3355" y="1332"/>
                    <a:pt x="2457" y="421"/>
                  </a:cubicBezTo>
                  <a:cubicBezTo>
                    <a:pt x="2162" y="130"/>
                    <a:pt x="1801" y="0"/>
                    <a:pt x="14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2"/>
            <p:cNvSpPr/>
            <p:nvPr/>
          </p:nvSpPr>
          <p:spPr>
            <a:xfrm>
              <a:off x="4750800" y="2083650"/>
              <a:ext cx="83875" cy="71950"/>
            </a:xfrm>
            <a:custGeom>
              <a:rect b="b" l="l" r="r" t="t"/>
              <a:pathLst>
                <a:path extrusionOk="0" h="2878" w="3355">
                  <a:moveTo>
                    <a:pt x="1440" y="170"/>
                  </a:moveTo>
                  <a:cubicBezTo>
                    <a:pt x="2562" y="170"/>
                    <a:pt x="3130" y="1543"/>
                    <a:pt x="2324" y="2336"/>
                  </a:cubicBezTo>
                  <a:cubicBezTo>
                    <a:pt x="2068" y="2592"/>
                    <a:pt x="1751" y="2708"/>
                    <a:pt x="1441" y="2708"/>
                  </a:cubicBezTo>
                  <a:cubicBezTo>
                    <a:pt x="793" y="2708"/>
                    <a:pt x="172" y="2205"/>
                    <a:pt x="172" y="1438"/>
                  </a:cubicBezTo>
                  <a:cubicBezTo>
                    <a:pt x="172" y="738"/>
                    <a:pt x="740" y="183"/>
                    <a:pt x="1440" y="170"/>
                  </a:cubicBezTo>
                  <a:close/>
                  <a:moveTo>
                    <a:pt x="1448" y="0"/>
                  </a:moveTo>
                  <a:cubicBezTo>
                    <a:pt x="708" y="0"/>
                    <a:pt x="0" y="571"/>
                    <a:pt x="0" y="1438"/>
                  </a:cubicBezTo>
                  <a:cubicBezTo>
                    <a:pt x="0" y="2230"/>
                    <a:pt x="647" y="2877"/>
                    <a:pt x="1440" y="2877"/>
                  </a:cubicBezTo>
                  <a:cubicBezTo>
                    <a:pt x="2721" y="2877"/>
                    <a:pt x="3355" y="1332"/>
                    <a:pt x="2456" y="421"/>
                  </a:cubicBezTo>
                  <a:cubicBezTo>
                    <a:pt x="2162" y="130"/>
                    <a:pt x="1801" y="0"/>
                    <a:pt x="14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2"/>
            <p:cNvSpPr/>
            <p:nvPr/>
          </p:nvSpPr>
          <p:spPr>
            <a:xfrm>
              <a:off x="4901650" y="2108975"/>
              <a:ext cx="50575" cy="18225"/>
            </a:xfrm>
            <a:custGeom>
              <a:rect b="b" l="l" r="r" t="t"/>
              <a:pathLst>
                <a:path extrusionOk="0" h="729" w="2023">
                  <a:moveTo>
                    <a:pt x="944" y="0"/>
                  </a:moveTo>
                  <a:cubicBezTo>
                    <a:pt x="508" y="0"/>
                    <a:pt x="114" y="134"/>
                    <a:pt x="107" y="134"/>
                  </a:cubicBezTo>
                  <a:cubicBezTo>
                    <a:pt x="0" y="170"/>
                    <a:pt x="43" y="312"/>
                    <a:pt x="129" y="312"/>
                  </a:cubicBezTo>
                  <a:cubicBezTo>
                    <a:pt x="139" y="312"/>
                    <a:pt x="149" y="310"/>
                    <a:pt x="160" y="306"/>
                  </a:cubicBezTo>
                  <a:cubicBezTo>
                    <a:pt x="167" y="306"/>
                    <a:pt x="543" y="178"/>
                    <a:pt x="947" y="178"/>
                  </a:cubicBezTo>
                  <a:cubicBezTo>
                    <a:pt x="1309" y="178"/>
                    <a:pt x="1694" y="281"/>
                    <a:pt x="1850" y="675"/>
                  </a:cubicBezTo>
                  <a:cubicBezTo>
                    <a:pt x="1864" y="715"/>
                    <a:pt x="1890" y="728"/>
                    <a:pt x="1930" y="728"/>
                  </a:cubicBezTo>
                  <a:lnTo>
                    <a:pt x="1956" y="728"/>
                  </a:lnTo>
                  <a:cubicBezTo>
                    <a:pt x="1996" y="715"/>
                    <a:pt x="2022" y="662"/>
                    <a:pt x="2009" y="609"/>
                  </a:cubicBezTo>
                  <a:cubicBezTo>
                    <a:pt x="1821" y="124"/>
                    <a:pt x="1364" y="0"/>
                    <a:pt x="9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2"/>
            <p:cNvSpPr/>
            <p:nvPr/>
          </p:nvSpPr>
          <p:spPr>
            <a:xfrm>
              <a:off x="4817800" y="2106350"/>
              <a:ext cx="22500" cy="7975"/>
            </a:xfrm>
            <a:custGeom>
              <a:rect b="b" l="l" r="r" t="t"/>
              <a:pathLst>
                <a:path extrusionOk="0" h="319" w="900">
                  <a:moveTo>
                    <a:pt x="448" y="1"/>
                  </a:moveTo>
                  <a:cubicBezTo>
                    <a:pt x="309" y="1"/>
                    <a:pt x="164" y="44"/>
                    <a:pt x="41" y="173"/>
                  </a:cubicBezTo>
                  <a:cubicBezTo>
                    <a:pt x="1" y="199"/>
                    <a:pt x="1" y="252"/>
                    <a:pt x="41" y="292"/>
                  </a:cubicBezTo>
                  <a:cubicBezTo>
                    <a:pt x="54" y="305"/>
                    <a:pt x="80" y="318"/>
                    <a:pt x="107" y="318"/>
                  </a:cubicBezTo>
                  <a:cubicBezTo>
                    <a:pt x="120" y="305"/>
                    <a:pt x="146" y="305"/>
                    <a:pt x="159" y="292"/>
                  </a:cubicBezTo>
                  <a:cubicBezTo>
                    <a:pt x="249" y="203"/>
                    <a:pt x="354" y="175"/>
                    <a:pt x="452" y="175"/>
                  </a:cubicBezTo>
                  <a:cubicBezTo>
                    <a:pt x="614" y="175"/>
                    <a:pt x="754" y="252"/>
                    <a:pt x="754" y="252"/>
                  </a:cubicBezTo>
                  <a:cubicBezTo>
                    <a:pt x="768" y="262"/>
                    <a:pt x="783" y="266"/>
                    <a:pt x="799" y="266"/>
                  </a:cubicBezTo>
                  <a:cubicBezTo>
                    <a:pt x="827" y="266"/>
                    <a:pt x="856" y="251"/>
                    <a:pt x="873" y="226"/>
                  </a:cubicBezTo>
                  <a:cubicBezTo>
                    <a:pt x="899" y="186"/>
                    <a:pt x="886" y="133"/>
                    <a:pt x="846" y="107"/>
                  </a:cubicBezTo>
                  <a:cubicBezTo>
                    <a:pt x="754" y="57"/>
                    <a:pt x="606" y="1"/>
                    <a:pt x="4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2"/>
            <p:cNvSpPr/>
            <p:nvPr/>
          </p:nvSpPr>
          <p:spPr>
            <a:xfrm>
              <a:off x="4668250" y="2349175"/>
              <a:ext cx="67175" cy="228825"/>
            </a:xfrm>
            <a:custGeom>
              <a:rect b="b" l="l" r="r" t="t"/>
              <a:pathLst>
                <a:path extrusionOk="0" h="9153" w="2687">
                  <a:moveTo>
                    <a:pt x="2525" y="0"/>
                  </a:moveTo>
                  <a:cubicBezTo>
                    <a:pt x="2469" y="0"/>
                    <a:pt x="2412" y="31"/>
                    <a:pt x="2391" y="101"/>
                  </a:cubicBezTo>
                  <a:cubicBezTo>
                    <a:pt x="2391" y="127"/>
                    <a:pt x="1559" y="3297"/>
                    <a:pt x="1176" y="4366"/>
                  </a:cubicBezTo>
                  <a:cubicBezTo>
                    <a:pt x="1123" y="4525"/>
                    <a:pt x="1057" y="4683"/>
                    <a:pt x="978" y="4855"/>
                  </a:cubicBezTo>
                  <a:cubicBezTo>
                    <a:pt x="568" y="5779"/>
                    <a:pt x="0" y="7047"/>
                    <a:pt x="1598" y="9094"/>
                  </a:cubicBezTo>
                  <a:cubicBezTo>
                    <a:pt x="1625" y="9134"/>
                    <a:pt x="1664" y="9147"/>
                    <a:pt x="1704" y="9147"/>
                  </a:cubicBezTo>
                  <a:cubicBezTo>
                    <a:pt x="1712" y="9151"/>
                    <a:pt x="1721" y="9153"/>
                    <a:pt x="1730" y="9153"/>
                  </a:cubicBezTo>
                  <a:cubicBezTo>
                    <a:pt x="1751" y="9153"/>
                    <a:pt x="1774" y="9143"/>
                    <a:pt x="1783" y="9134"/>
                  </a:cubicBezTo>
                  <a:cubicBezTo>
                    <a:pt x="1849" y="9081"/>
                    <a:pt x="1863" y="9002"/>
                    <a:pt x="1810" y="8936"/>
                  </a:cubicBezTo>
                  <a:cubicBezTo>
                    <a:pt x="317" y="7008"/>
                    <a:pt x="819" y="5885"/>
                    <a:pt x="1229" y="4974"/>
                  </a:cubicBezTo>
                  <a:cubicBezTo>
                    <a:pt x="1308" y="4789"/>
                    <a:pt x="1387" y="4630"/>
                    <a:pt x="1440" y="4459"/>
                  </a:cubicBezTo>
                  <a:cubicBezTo>
                    <a:pt x="1823" y="3376"/>
                    <a:pt x="2655" y="206"/>
                    <a:pt x="2655" y="167"/>
                  </a:cubicBezTo>
                  <a:cubicBezTo>
                    <a:pt x="2686" y="65"/>
                    <a:pt x="2606" y="0"/>
                    <a:pt x="25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2"/>
            <p:cNvSpPr/>
            <p:nvPr/>
          </p:nvSpPr>
          <p:spPr>
            <a:xfrm>
              <a:off x="4835650" y="2006700"/>
              <a:ext cx="120200" cy="78550"/>
            </a:xfrm>
            <a:custGeom>
              <a:rect b="b" l="l" r="r" t="t"/>
              <a:pathLst>
                <a:path extrusionOk="0" h="3142" w="4808">
                  <a:moveTo>
                    <a:pt x="1796" y="1"/>
                  </a:moveTo>
                  <a:cubicBezTo>
                    <a:pt x="1255" y="1"/>
                    <a:pt x="653" y="178"/>
                    <a:pt x="0" y="633"/>
                  </a:cubicBezTo>
                  <a:cubicBezTo>
                    <a:pt x="0" y="633"/>
                    <a:pt x="291" y="2719"/>
                    <a:pt x="2443" y="3076"/>
                  </a:cubicBezTo>
                  <a:cubicBezTo>
                    <a:pt x="2708" y="3121"/>
                    <a:pt x="2943" y="3141"/>
                    <a:pt x="3152" y="3141"/>
                  </a:cubicBezTo>
                  <a:cubicBezTo>
                    <a:pt x="4645" y="3141"/>
                    <a:pt x="4807" y="2125"/>
                    <a:pt x="4807" y="2125"/>
                  </a:cubicBezTo>
                  <a:cubicBezTo>
                    <a:pt x="4807" y="2125"/>
                    <a:pt x="3670" y="1"/>
                    <a:pt x="17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2"/>
            <p:cNvSpPr/>
            <p:nvPr/>
          </p:nvSpPr>
          <p:spPr>
            <a:xfrm>
              <a:off x="4981250" y="2294225"/>
              <a:ext cx="276025" cy="583950"/>
            </a:xfrm>
            <a:custGeom>
              <a:rect b="b" l="l" r="r" t="t"/>
              <a:pathLst>
                <a:path extrusionOk="0" h="23358" w="11041">
                  <a:moveTo>
                    <a:pt x="2779" y="1"/>
                  </a:moveTo>
                  <a:cubicBezTo>
                    <a:pt x="2312" y="1"/>
                    <a:pt x="1842" y="133"/>
                    <a:pt x="1427" y="410"/>
                  </a:cubicBezTo>
                  <a:cubicBezTo>
                    <a:pt x="317" y="1150"/>
                    <a:pt x="0" y="2642"/>
                    <a:pt x="713" y="3765"/>
                  </a:cubicBezTo>
                  <a:lnTo>
                    <a:pt x="740" y="3817"/>
                  </a:lnTo>
                  <a:lnTo>
                    <a:pt x="951" y="4134"/>
                  </a:lnTo>
                  <a:lnTo>
                    <a:pt x="1162" y="4465"/>
                  </a:lnTo>
                  <a:cubicBezTo>
                    <a:pt x="1294" y="4676"/>
                    <a:pt x="1440" y="4900"/>
                    <a:pt x="1572" y="5125"/>
                  </a:cubicBezTo>
                  <a:cubicBezTo>
                    <a:pt x="1862" y="5561"/>
                    <a:pt x="2126" y="5996"/>
                    <a:pt x="2404" y="6446"/>
                  </a:cubicBezTo>
                  <a:cubicBezTo>
                    <a:pt x="2668" y="6881"/>
                    <a:pt x="2945" y="7330"/>
                    <a:pt x="3209" y="7779"/>
                  </a:cubicBezTo>
                  <a:cubicBezTo>
                    <a:pt x="3474" y="8228"/>
                    <a:pt x="3738" y="8677"/>
                    <a:pt x="3989" y="9126"/>
                  </a:cubicBezTo>
                  <a:cubicBezTo>
                    <a:pt x="4253" y="9575"/>
                    <a:pt x="4490" y="10038"/>
                    <a:pt x="4741" y="10487"/>
                  </a:cubicBezTo>
                  <a:cubicBezTo>
                    <a:pt x="4979" y="10936"/>
                    <a:pt x="5217" y="11398"/>
                    <a:pt x="5441" y="11860"/>
                  </a:cubicBezTo>
                  <a:cubicBezTo>
                    <a:pt x="5666" y="12309"/>
                    <a:pt x="5877" y="12771"/>
                    <a:pt x="6088" y="13234"/>
                  </a:cubicBezTo>
                  <a:cubicBezTo>
                    <a:pt x="6225" y="13543"/>
                    <a:pt x="6355" y="13858"/>
                    <a:pt x="6483" y="14171"/>
                  </a:cubicBezTo>
                  <a:lnTo>
                    <a:pt x="6483" y="14171"/>
                  </a:lnTo>
                  <a:cubicBezTo>
                    <a:pt x="6418" y="14547"/>
                    <a:pt x="6330" y="14920"/>
                    <a:pt x="6207" y="15281"/>
                  </a:cubicBezTo>
                  <a:cubicBezTo>
                    <a:pt x="6022" y="15875"/>
                    <a:pt x="5798" y="16443"/>
                    <a:pt x="5521" y="16984"/>
                  </a:cubicBezTo>
                  <a:cubicBezTo>
                    <a:pt x="5375" y="17262"/>
                    <a:pt x="5217" y="17539"/>
                    <a:pt x="5045" y="17816"/>
                  </a:cubicBezTo>
                  <a:cubicBezTo>
                    <a:pt x="4887" y="18080"/>
                    <a:pt x="4715" y="18358"/>
                    <a:pt x="4530" y="18622"/>
                  </a:cubicBezTo>
                  <a:cubicBezTo>
                    <a:pt x="4160" y="19150"/>
                    <a:pt x="3764" y="19652"/>
                    <a:pt x="3328" y="20127"/>
                  </a:cubicBezTo>
                  <a:lnTo>
                    <a:pt x="3302" y="20154"/>
                  </a:lnTo>
                  <a:cubicBezTo>
                    <a:pt x="2655" y="20920"/>
                    <a:pt x="2708" y="22069"/>
                    <a:pt x="3421" y="22795"/>
                  </a:cubicBezTo>
                  <a:cubicBezTo>
                    <a:pt x="3801" y="23169"/>
                    <a:pt x="4298" y="23358"/>
                    <a:pt x="4795" y="23358"/>
                  </a:cubicBezTo>
                  <a:cubicBezTo>
                    <a:pt x="5246" y="23358"/>
                    <a:pt x="5697" y="23202"/>
                    <a:pt x="6062" y="22888"/>
                  </a:cubicBezTo>
                  <a:cubicBezTo>
                    <a:pt x="6670" y="22333"/>
                    <a:pt x="7237" y="21725"/>
                    <a:pt x="7752" y="21078"/>
                  </a:cubicBezTo>
                  <a:cubicBezTo>
                    <a:pt x="8017" y="20761"/>
                    <a:pt x="8268" y="20431"/>
                    <a:pt x="8505" y="20088"/>
                  </a:cubicBezTo>
                  <a:cubicBezTo>
                    <a:pt x="8756" y="19744"/>
                    <a:pt x="8981" y="19388"/>
                    <a:pt x="9192" y="19031"/>
                  </a:cubicBezTo>
                  <a:cubicBezTo>
                    <a:pt x="9628" y="18292"/>
                    <a:pt x="10011" y="17526"/>
                    <a:pt x="10315" y="16720"/>
                  </a:cubicBezTo>
                  <a:cubicBezTo>
                    <a:pt x="10631" y="15888"/>
                    <a:pt x="10869" y="15017"/>
                    <a:pt x="11001" y="14132"/>
                  </a:cubicBezTo>
                  <a:cubicBezTo>
                    <a:pt x="11041" y="13828"/>
                    <a:pt x="11014" y="13524"/>
                    <a:pt x="10922" y="13234"/>
                  </a:cubicBezTo>
                  <a:lnTo>
                    <a:pt x="10896" y="13128"/>
                  </a:lnTo>
                  <a:cubicBezTo>
                    <a:pt x="10711" y="12560"/>
                    <a:pt x="10513" y="12019"/>
                    <a:pt x="10315" y="11477"/>
                  </a:cubicBezTo>
                  <a:cubicBezTo>
                    <a:pt x="10103" y="10936"/>
                    <a:pt x="9892" y="10407"/>
                    <a:pt x="9667" y="9879"/>
                  </a:cubicBezTo>
                  <a:cubicBezTo>
                    <a:pt x="9443" y="9364"/>
                    <a:pt x="9205" y="8849"/>
                    <a:pt x="8954" y="8347"/>
                  </a:cubicBezTo>
                  <a:cubicBezTo>
                    <a:pt x="8717" y="7832"/>
                    <a:pt x="8466" y="7330"/>
                    <a:pt x="8201" y="6828"/>
                  </a:cubicBezTo>
                  <a:cubicBezTo>
                    <a:pt x="7700" y="5838"/>
                    <a:pt x="7158" y="4874"/>
                    <a:pt x="6590" y="3910"/>
                  </a:cubicBezTo>
                  <a:cubicBezTo>
                    <a:pt x="6313" y="3421"/>
                    <a:pt x="6022" y="2946"/>
                    <a:pt x="5719" y="2484"/>
                  </a:cubicBezTo>
                  <a:cubicBezTo>
                    <a:pt x="5573" y="2246"/>
                    <a:pt x="5428" y="2008"/>
                    <a:pt x="5283" y="1770"/>
                  </a:cubicBezTo>
                  <a:cubicBezTo>
                    <a:pt x="5204" y="1652"/>
                    <a:pt x="5124" y="1533"/>
                    <a:pt x="5045" y="1414"/>
                  </a:cubicBezTo>
                  <a:lnTo>
                    <a:pt x="4807" y="1057"/>
                  </a:lnTo>
                  <a:cubicBezTo>
                    <a:pt x="4328" y="371"/>
                    <a:pt x="3559" y="1"/>
                    <a:pt x="27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2"/>
            <p:cNvSpPr/>
            <p:nvPr/>
          </p:nvSpPr>
          <p:spPr>
            <a:xfrm>
              <a:off x="5087875" y="2768300"/>
              <a:ext cx="78625" cy="65100"/>
            </a:xfrm>
            <a:custGeom>
              <a:rect b="b" l="l" r="r" t="t"/>
              <a:pathLst>
                <a:path extrusionOk="0" h="2604" w="3145">
                  <a:moveTo>
                    <a:pt x="113" y="0"/>
                  </a:moveTo>
                  <a:cubicBezTo>
                    <a:pt x="57" y="0"/>
                    <a:pt x="14" y="49"/>
                    <a:pt x="14" y="108"/>
                  </a:cubicBezTo>
                  <a:cubicBezTo>
                    <a:pt x="1" y="174"/>
                    <a:pt x="54" y="227"/>
                    <a:pt x="120" y="240"/>
                  </a:cubicBezTo>
                  <a:cubicBezTo>
                    <a:pt x="1401" y="425"/>
                    <a:pt x="2471" y="1310"/>
                    <a:pt x="2906" y="2525"/>
                  </a:cubicBezTo>
                  <a:cubicBezTo>
                    <a:pt x="2920" y="2578"/>
                    <a:pt x="2972" y="2604"/>
                    <a:pt x="3012" y="2604"/>
                  </a:cubicBezTo>
                  <a:lnTo>
                    <a:pt x="3052" y="2604"/>
                  </a:lnTo>
                  <a:cubicBezTo>
                    <a:pt x="3118" y="2578"/>
                    <a:pt x="3144" y="2511"/>
                    <a:pt x="3131" y="2445"/>
                  </a:cubicBezTo>
                  <a:cubicBezTo>
                    <a:pt x="2655" y="1138"/>
                    <a:pt x="1506" y="200"/>
                    <a:pt x="133" y="2"/>
                  </a:cubicBezTo>
                  <a:cubicBezTo>
                    <a:pt x="126" y="1"/>
                    <a:pt x="119" y="0"/>
                    <a:pt x="1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2"/>
            <p:cNvSpPr/>
            <p:nvPr/>
          </p:nvSpPr>
          <p:spPr>
            <a:xfrm>
              <a:off x="5140700" y="2825425"/>
              <a:ext cx="10600" cy="10100"/>
            </a:xfrm>
            <a:custGeom>
              <a:rect b="b" l="l" r="r" t="t"/>
              <a:pathLst>
                <a:path extrusionOk="0" h="404" w="424">
                  <a:moveTo>
                    <a:pt x="216" y="1"/>
                  </a:moveTo>
                  <a:cubicBezTo>
                    <a:pt x="108" y="1"/>
                    <a:pt x="27" y="88"/>
                    <a:pt x="14" y="187"/>
                  </a:cubicBezTo>
                  <a:cubicBezTo>
                    <a:pt x="0" y="327"/>
                    <a:pt x="109" y="404"/>
                    <a:pt x="218" y="404"/>
                  </a:cubicBezTo>
                  <a:cubicBezTo>
                    <a:pt x="314" y="404"/>
                    <a:pt x="411" y="344"/>
                    <a:pt x="424" y="213"/>
                  </a:cubicBezTo>
                  <a:cubicBezTo>
                    <a:pt x="424" y="108"/>
                    <a:pt x="344" y="15"/>
                    <a:pt x="239" y="2"/>
                  </a:cubicBezTo>
                  <a:cubicBezTo>
                    <a:pt x="231" y="1"/>
                    <a:pt x="224" y="1"/>
                    <a:pt x="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2"/>
            <p:cNvSpPr/>
            <p:nvPr/>
          </p:nvSpPr>
          <p:spPr>
            <a:xfrm>
              <a:off x="5112975" y="2796575"/>
              <a:ext cx="34875" cy="32550"/>
            </a:xfrm>
            <a:custGeom>
              <a:rect b="b" l="l" r="r" t="t"/>
              <a:pathLst>
                <a:path extrusionOk="0" h="1302" w="1395">
                  <a:moveTo>
                    <a:pt x="1217" y="1"/>
                  </a:moveTo>
                  <a:cubicBezTo>
                    <a:pt x="1186" y="1"/>
                    <a:pt x="1152" y="14"/>
                    <a:pt x="1123" y="47"/>
                  </a:cubicBezTo>
                  <a:lnTo>
                    <a:pt x="80" y="1103"/>
                  </a:lnTo>
                  <a:cubicBezTo>
                    <a:pt x="1" y="1182"/>
                    <a:pt x="53" y="1301"/>
                    <a:pt x="159" y="1301"/>
                  </a:cubicBezTo>
                  <a:cubicBezTo>
                    <a:pt x="186" y="1301"/>
                    <a:pt x="212" y="1288"/>
                    <a:pt x="238" y="1275"/>
                  </a:cubicBezTo>
                  <a:lnTo>
                    <a:pt x="1295" y="205"/>
                  </a:lnTo>
                  <a:cubicBezTo>
                    <a:pt x="1394" y="125"/>
                    <a:pt x="1314" y="1"/>
                    <a:pt x="1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2"/>
            <p:cNvSpPr/>
            <p:nvPr/>
          </p:nvSpPr>
          <p:spPr>
            <a:xfrm>
              <a:off x="4995775" y="2388500"/>
              <a:ext cx="70675" cy="107825"/>
            </a:xfrm>
            <a:custGeom>
              <a:rect b="b" l="l" r="r" t="t"/>
              <a:pathLst>
                <a:path extrusionOk="0" h="4313" w="2827">
                  <a:moveTo>
                    <a:pt x="131" y="1"/>
                  </a:moveTo>
                  <a:cubicBezTo>
                    <a:pt x="110" y="1"/>
                    <a:pt x="88" y="7"/>
                    <a:pt x="66" y="20"/>
                  </a:cubicBezTo>
                  <a:cubicBezTo>
                    <a:pt x="14" y="60"/>
                    <a:pt x="0" y="126"/>
                    <a:pt x="40" y="192"/>
                  </a:cubicBezTo>
                  <a:lnTo>
                    <a:pt x="2589" y="4259"/>
                  </a:lnTo>
                  <a:cubicBezTo>
                    <a:pt x="2615" y="4286"/>
                    <a:pt x="2655" y="4312"/>
                    <a:pt x="2694" y="4312"/>
                  </a:cubicBezTo>
                  <a:cubicBezTo>
                    <a:pt x="2721" y="4312"/>
                    <a:pt x="2734" y="4312"/>
                    <a:pt x="2760" y="4299"/>
                  </a:cubicBezTo>
                  <a:cubicBezTo>
                    <a:pt x="2813" y="4259"/>
                    <a:pt x="2827" y="4180"/>
                    <a:pt x="2800" y="4127"/>
                  </a:cubicBezTo>
                  <a:lnTo>
                    <a:pt x="238" y="60"/>
                  </a:lnTo>
                  <a:cubicBezTo>
                    <a:pt x="212" y="24"/>
                    <a:pt x="173" y="1"/>
                    <a:pt x="1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2"/>
            <p:cNvSpPr/>
            <p:nvPr/>
          </p:nvSpPr>
          <p:spPr>
            <a:xfrm>
              <a:off x="4982900" y="2404775"/>
              <a:ext cx="32050" cy="12625"/>
            </a:xfrm>
            <a:custGeom>
              <a:rect b="b" l="l" r="r" t="t"/>
              <a:pathLst>
                <a:path extrusionOk="0" h="505" w="1282">
                  <a:moveTo>
                    <a:pt x="137" y="0"/>
                  </a:moveTo>
                  <a:cubicBezTo>
                    <a:pt x="89" y="0"/>
                    <a:pt x="36" y="36"/>
                    <a:pt x="13" y="82"/>
                  </a:cubicBezTo>
                  <a:cubicBezTo>
                    <a:pt x="0" y="148"/>
                    <a:pt x="40" y="214"/>
                    <a:pt x="106" y="227"/>
                  </a:cubicBezTo>
                  <a:lnTo>
                    <a:pt x="1123" y="505"/>
                  </a:lnTo>
                  <a:lnTo>
                    <a:pt x="1149" y="505"/>
                  </a:lnTo>
                  <a:cubicBezTo>
                    <a:pt x="1202" y="505"/>
                    <a:pt x="1255" y="478"/>
                    <a:pt x="1268" y="426"/>
                  </a:cubicBezTo>
                  <a:cubicBezTo>
                    <a:pt x="1281" y="359"/>
                    <a:pt x="1242" y="293"/>
                    <a:pt x="1189" y="280"/>
                  </a:cubicBezTo>
                  <a:lnTo>
                    <a:pt x="159" y="3"/>
                  </a:lnTo>
                  <a:cubicBezTo>
                    <a:pt x="152" y="1"/>
                    <a:pt x="145" y="0"/>
                    <a:pt x="1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2"/>
            <p:cNvSpPr/>
            <p:nvPr/>
          </p:nvSpPr>
          <p:spPr>
            <a:xfrm>
              <a:off x="5142125" y="2643875"/>
              <a:ext cx="45175" cy="7625"/>
            </a:xfrm>
            <a:custGeom>
              <a:rect b="b" l="l" r="r" t="t"/>
              <a:pathLst>
                <a:path extrusionOk="0" h="305" w="1807">
                  <a:moveTo>
                    <a:pt x="959" y="1"/>
                  </a:moveTo>
                  <a:cubicBezTo>
                    <a:pt x="673" y="1"/>
                    <a:pt x="363" y="16"/>
                    <a:pt x="142" y="66"/>
                  </a:cubicBezTo>
                  <a:cubicBezTo>
                    <a:pt x="1" y="79"/>
                    <a:pt x="22" y="305"/>
                    <a:pt x="157" y="305"/>
                  </a:cubicBezTo>
                  <a:cubicBezTo>
                    <a:pt x="161" y="305"/>
                    <a:pt x="165" y="305"/>
                    <a:pt x="168" y="304"/>
                  </a:cubicBezTo>
                  <a:cubicBezTo>
                    <a:pt x="182" y="304"/>
                    <a:pt x="182" y="304"/>
                    <a:pt x="195" y="291"/>
                  </a:cubicBezTo>
                  <a:cubicBezTo>
                    <a:pt x="385" y="249"/>
                    <a:pt x="660" y="236"/>
                    <a:pt x="921" y="236"/>
                  </a:cubicBezTo>
                  <a:cubicBezTo>
                    <a:pt x="1313" y="236"/>
                    <a:pt x="1674" y="265"/>
                    <a:pt x="1674" y="265"/>
                  </a:cubicBezTo>
                  <a:cubicBezTo>
                    <a:pt x="1681" y="266"/>
                    <a:pt x="1688" y="267"/>
                    <a:pt x="1695" y="267"/>
                  </a:cubicBezTo>
                  <a:cubicBezTo>
                    <a:pt x="1753" y="267"/>
                    <a:pt x="1806" y="218"/>
                    <a:pt x="1806" y="159"/>
                  </a:cubicBezTo>
                  <a:cubicBezTo>
                    <a:pt x="1806" y="93"/>
                    <a:pt x="1766" y="40"/>
                    <a:pt x="1700" y="27"/>
                  </a:cubicBezTo>
                  <a:cubicBezTo>
                    <a:pt x="1678" y="27"/>
                    <a:pt x="1340" y="1"/>
                    <a:pt x="9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2"/>
            <p:cNvSpPr/>
            <p:nvPr/>
          </p:nvSpPr>
          <p:spPr>
            <a:xfrm>
              <a:off x="5143350" y="2627125"/>
              <a:ext cx="28750" cy="24375"/>
            </a:xfrm>
            <a:custGeom>
              <a:rect b="b" l="l" r="r" t="t"/>
              <a:pathLst>
                <a:path extrusionOk="0" h="975" w="1150">
                  <a:moveTo>
                    <a:pt x="1012" y="0"/>
                  </a:moveTo>
                  <a:cubicBezTo>
                    <a:pt x="989" y="0"/>
                    <a:pt x="967" y="8"/>
                    <a:pt x="952" y="23"/>
                  </a:cubicBezTo>
                  <a:cubicBezTo>
                    <a:pt x="912" y="50"/>
                    <a:pt x="265" y="538"/>
                    <a:pt x="40" y="776"/>
                  </a:cubicBezTo>
                  <a:cubicBezTo>
                    <a:pt x="1" y="816"/>
                    <a:pt x="1" y="895"/>
                    <a:pt x="40" y="935"/>
                  </a:cubicBezTo>
                  <a:cubicBezTo>
                    <a:pt x="67" y="961"/>
                    <a:pt x="93" y="974"/>
                    <a:pt x="119" y="974"/>
                  </a:cubicBezTo>
                  <a:cubicBezTo>
                    <a:pt x="159" y="974"/>
                    <a:pt x="186" y="961"/>
                    <a:pt x="212" y="935"/>
                  </a:cubicBezTo>
                  <a:cubicBezTo>
                    <a:pt x="423" y="723"/>
                    <a:pt x="1084" y="208"/>
                    <a:pt x="1084" y="208"/>
                  </a:cubicBezTo>
                  <a:cubicBezTo>
                    <a:pt x="1136" y="169"/>
                    <a:pt x="1150" y="103"/>
                    <a:pt x="1110" y="50"/>
                  </a:cubicBezTo>
                  <a:cubicBezTo>
                    <a:pt x="1086" y="18"/>
                    <a:pt x="1047" y="0"/>
                    <a:pt x="10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2"/>
            <p:cNvSpPr/>
            <p:nvPr/>
          </p:nvSpPr>
          <p:spPr>
            <a:xfrm>
              <a:off x="4952200" y="2786025"/>
              <a:ext cx="191500" cy="130350"/>
            </a:xfrm>
            <a:custGeom>
              <a:rect b="b" l="l" r="r" t="t"/>
              <a:pathLst>
                <a:path extrusionOk="0" h="5214" w="7660">
                  <a:moveTo>
                    <a:pt x="3973" y="1"/>
                  </a:moveTo>
                  <a:cubicBezTo>
                    <a:pt x="3908" y="1"/>
                    <a:pt x="3842" y="10"/>
                    <a:pt x="3777" y="20"/>
                  </a:cubicBezTo>
                  <a:lnTo>
                    <a:pt x="3513" y="59"/>
                  </a:lnTo>
                  <a:lnTo>
                    <a:pt x="3711" y="1182"/>
                  </a:lnTo>
                  <a:lnTo>
                    <a:pt x="3024" y="1129"/>
                  </a:lnTo>
                  <a:cubicBezTo>
                    <a:pt x="2746" y="1051"/>
                    <a:pt x="2469" y="1020"/>
                    <a:pt x="2191" y="1020"/>
                  </a:cubicBezTo>
                  <a:cubicBezTo>
                    <a:pt x="2138" y="1020"/>
                    <a:pt x="2086" y="1021"/>
                    <a:pt x="2034" y="1023"/>
                  </a:cubicBezTo>
                  <a:cubicBezTo>
                    <a:pt x="1400" y="1050"/>
                    <a:pt x="872" y="1419"/>
                    <a:pt x="542" y="1538"/>
                  </a:cubicBezTo>
                  <a:cubicBezTo>
                    <a:pt x="244" y="1650"/>
                    <a:pt x="574" y="2005"/>
                    <a:pt x="1053" y="2005"/>
                  </a:cubicBezTo>
                  <a:cubicBezTo>
                    <a:pt x="1084" y="2005"/>
                    <a:pt x="1116" y="2004"/>
                    <a:pt x="1149" y="2001"/>
                  </a:cubicBezTo>
                  <a:cubicBezTo>
                    <a:pt x="1309" y="1979"/>
                    <a:pt x="1469" y="1968"/>
                    <a:pt x="1629" y="1968"/>
                  </a:cubicBezTo>
                  <a:cubicBezTo>
                    <a:pt x="1852" y="1968"/>
                    <a:pt x="2075" y="1989"/>
                    <a:pt x="2298" y="2027"/>
                  </a:cubicBezTo>
                  <a:cubicBezTo>
                    <a:pt x="1955" y="2040"/>
                    <a:pt x="1598" y="2106"/>
                    <a:pt x="1268" y="2212"/>
                  </a:cubicBezTo>
                  <a:cubicBezTo>
                    <a:pt x="1096" y="2278"/>
                    <a:pt x="845" y="2370"/>
                    <a:pt x="608" y="2463"/>
                  </a:cubicBezTo>
                  <a:cubicBezTo>
                    <a:pt x="502" y="2516"/>
                    <a:pt x="396" y="2555"/>
                    <a:pt x="304" y="2608"/>
                  </a:cubicBezTo>
                  <a:cubicBezTo>
                    <a:pt x="132" y="2714"/>
                    <a:pt x="13" y="2819"/>
                    <a:pt x="0" y="2938"/>
                  </a:cubicBezTo>
                  <a:cubicBezTo>
                    <a:pt x="0" y="3075"/>
                    <a:pt x="151" y="3117"/>
                    <a:pt x="367" y="3117"/>
                  </a:cubicBezTo>
                  <a:cubicBezTo>
                    <a:pt x="463" y="3117"/>
                    <a:pt x="573" y="3109"/>
                    <a:pt x="687" y="3097"/>
                  </a:cubicBezTo>
                  <a:cubicBezTo>
                    <a:pt x="832" y="3084"/>
                    <a:pt x="991" y="3070"/>
                    <a:pt x="1136" y="3057"/>
                  </a:cubicBezTo>
                  <a:lnTo>
                    <a:pt x="1321" y="3044"/>
                  </a:lnTo>
                  <a:cubicBezTo>
                    <a:pt x="1697" y="3025"/>
                    <a:pt x="1932" y="2973"/>
                    <a:pt x="2194" y="2973"/>
                  </a:cubicBezTo>
                  <a:cubicBezTo>
                    <a:pt x="2300" y="2973"/>
                    <a:pt x="2410" y="2981"/>
                    <a:pt x="2536" y="3004"/>
                  </a:cubicBezTo>
                  <a:cubicBezTo>
                    <a:pt x="2258" y="3044"/>
                    <a:pt x="1981" y="3136"/>
                    <a:pt x="1730" y="3268"/>
                  </a:cubicBezTo>
                  <a:cubicBezTo>
                    <a:pt x="1690" y="3295"/>
                    <a:pt x="1638" y="3321"/>
                    <a:pt x="1572" y="3361"/>
                  </a:cubicBezTo>
                  <a:cubicBezTo>
                    <a:pt x="1466" y="3414"/>
                    <a:pt x="1347" y="3493"/>
                    <a:pt x="1241" y="3559"/>
                  </a:cubicBezTo>
                  <a:cubicBezTo>
                    <a:pt x="1070" y="3651"/>
                    <a:pt x="911" y="3770"/>
                    <a:pt x="766" y="3916"/>
                  </a:cubicBezTo>
                  <a:cubicBezTo>
                    <a:pt x="649" y="4052"/>
                    <a:pt x="922" y="4203"/>
                    <a:pt x="1286" y="4203"/>
                  </a:cubicBezTo>
                  <a:cubicBezTo>
                    <a:pt x="1414" y="4203"/>
                    <a:pt x="1553" y="4185"/>
                    <a:pt x="1690" y="4140"/>
                  </a:cubicBezTo>
                  <a:cubicBezTo>
                    <a:pt x="1849" y="4087"/>
                    <a:pt x="2021" y="4021"/>
                    <a:pt x="2179" y="3942"/>
                  </a:cubicBezTo>
                  <a:cubicBezTo>
                    <a:pt x="2298" y="3863"/>
                    <a:pt x="2430" y="3810"/>
                    <a:pt x="2562" y="3770"/>
                  </a:cubicBezTo>
                  <a:lnTo>
                    <a:pt x="2602" y="3770"/>
                  </a:lnTo>
                  <a:cubicBezTo>
                    <a:pt x="2635" y="3765"/>
                    <a:pt x="2665" y="3762"/>
                    <a:pt x="2695" y="3762"/>
                  </a:cubicBezTo>
                  <a:cubicBezTo>
                    <a:pt x="2738" y="3762"/>
                    <a:pt x="2780" y="3768"/>
                    <a:pt x="2826" y="3783"/>
                  </a:cubicBezTo>
                  <a:cubicBezTo>
                    <a:pt x="2826" y="3783"/>
                    <a:pt x="2694" y="3863"/>
                    <a:pt x="2536" y="3968"/>
                  </a:cubicBezTo>
                  <a:lnTo>
                    <a:pt x="2509" y="3995"/>
                  </a:lnTo>
                  <a:cubicBezTo>
                    <a:pt x="2404" y="4061"/>
                    <a:pt x="2298" y="4127"/>
                    <a:pt x="2219" y="4206"/>
                  </a:cubicBezTo>
                  <a:cubicBezTo>
                    <a:pt x="2021" y="4391"/>
                    <a:pt x="1875" y="4615"/>
                    <a:pt x="1796" y="4880"/>
                  </a:cubicBezTo>
                  <a:cubicBezTo>
                    <a:pt x="1757" y="5025"/>
                    <a:pt x="1757" y="5144"/>
                    <a:pt x="1836" y="5197"/>
                  </a:cubicBezTo>
                  <a:cubicBezTo>
                    <a:pt x="1856" y="5208"/>
                    <a:pt x="1881" y="5213"/>
                    <a:pt x="1911" y="5213"/>
                  </a:cubicBezTo>
                  <a:cubicBezTo>
                    <a:pt x="2016" y="5213"/>
                    <a:pt x="2173" y="5147"/>
                    <a:pt x="2338" y="5064"/>
                  </a:cubicBezTo>
                  <a:cubicBezTo>
                    <a:pt x="2668" y="4893"/>
                    <a:pt x="3064" y="4642"/>
                    <a:pt x="3328" y="4629"/>
                  </a:cubicBezTo>
                  <a:cubicBezTo>
                    <a:pt x="4134" y="4563"/>
                    <a:pt x="4939" y="4470"/>
                    <a:pt x="5732" y="4325"/>
                  </a:cubicBezTo>
                  <a:cubicBezTo>
                    <a:pt x="6656" y="4153"/>
                    <a:pt x="7383" y="3268"/>
                    <a:pt x="7554" y="2872"/>
                  </a:cubicBezTo>
                  <a:cubicBezTo>
                    <a:pt x="7581" y="2793"/>
                    <a:pt x="7620" y="2727"/>
                    <a:pt x="7660" y="2661"/>
                  </a:cubicBezTo>
                  <a:cubicBezTo>
                    <a:pt x="7092" y="1750"/>
                    <a:pt x="6326" y="984"/>
                    <a:pt x="5415" y="429"/>
                  </a:cubicBezTo>
                  <a:cubicBezTo>
                    <a:pt x="5415" y="429"/>
                    <a:pt x="5190" y="337"/>
                    <a:pt x="4926" y="231"/>
                  </a:cubicBezTo>
                  <a:cubicBezTo>
                    <a:pt x="4649" y="112"/>
                    <a:pt x="4358" y="46"/>
                    <a:pt x="4054" y="6"/>
                  </a:cubicBezTo>
                  <a:cubicBezTo>
                    <a:pt x="4027" y="3"/>
                    <a:pt x="4000" y="1"/>
                    <a:pt x="3973"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82"/>
          <p:cNvGrpSpPr/>
          <p:nvPr/>
        </p:nvGrpSpPr>
        <p:grpSpPr>
          <a:xfrm>
            <a:off x="715112" y="500989"/>
            <a:ext cx="734734" cy="750112"/>
            <a:chOff x="238125" y="1607925"/>
            <a:chExt cx="323700" cy="330475"/>
          </a:xfrm>
        </p:grpSpPr>
        <p:sp>
          <p:nvSpPr>
            <p:cNvPr id="6187" name="Google Shape;6187;p82"/>
            <p:cNvSpPr/>
            <p:nvPr/>
          </p:nvSpPr>
          <p:spPr>
            <a:xfrm>
              <a:off x="255500" y="1630625"/>
              <a:ext cx="306325" cy="307775"/>
            </a:xfrm>
            <a:custGeom>
              <a:rect b="b" l="l" r="r" t="t"/>
              <a:pathLst>
                <a:path extrusionOk="0" h="12311" w="12253">
                  <a:moveTo>
                    <a:pt x="6127" y="1"/>
                  </a:moveTo>
                  <a:cubicBezTo>
                    <a:pt x="2745" y="1"/>
                    <a:pt x="1" y="2764"/>
                    <a:pt x="1" y="6165"/>
                  </a:cubicBezTo>
                  <a:cubicBezTo>
                    <a:pt x="1" y="9566"/>
                    <a:pt x="2745" y="12310"/>
                    <a:pt x="6127" y="12310"/>
                  </a:cubicBezTo>
                  <a:cubicBezTo>
                    <a:pt x="9508" y="12310"/>
                    <a:pt x="12252" y="9566"/>
                    <a:pt x="12252" y="6165"/>
                  </a:cubicBezTo>
                  <a:cubicBezTo>
                    <a:pt x="12252" y="2764"/>
                    <a:pt x="9508" y="1"/>
                    <a:pt x="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2"/>
            <p:cNvSpPr/>
            <p:nvPr/>
          </p:nvSpPr>
          <p:spPr>
            <a:xfrm>
              <a:off x="238125" y="1607925"/>
              <a:ext cx="306300" cy="307775"/>
            </a:xfrm>
            <a:custGeom>
              <a:rect b="b" l="l" r="r" t="t"/>
              <a:pathLst>
                <a:path extrusionOk="0" h="12311" w="12252">
                  <a:moveTo>
                    <a:pt x="6126" y="1"/>
                  </a:moveTo>
                  <a:cubicBezTo>
                    <a:pt x="2744" y="1"/>
                    <a:pt x="0" y="2764"/>
                    <a:pt x="0" y="6165"/>
                  </a:cubicBezTo>
                  <a:cubicBezTo>
                    <a:pt x="0" y="9566"/>
                    <a:pt x="2744" y="12310"/>
                    <a:pt x="6126" y="12310"/>
                  </a:cubicBezTo>
                  <a:cubicBezTo>
                    <a:pt x="9508" y="12310"/>
                    <a:pt x="12252" y="9566"/>
                    <a:pt x="12252" y="6165"/>
                  </a:cubicBezTo>
                  <a:cubicBezTo>
                    <a:pt x="12252" y="2764"/>
                    <a:pt x="9508" y="1"/>
                    <a:pt x="6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2"/>
            <p:cNvSpPr/>
            <p:nvPr/>
          </p:nvSpPr>
          <p:spPr>
            <a:xfrm>
              <a:off x="383050" y="1608400"/>
              <a:ext cx="161850" cy="307775"/>
            </a:xfrm>
            <a:custGeom>
              <a:rect b="b" l="l" r="r" t="t"/>
              <a:pathLst>
                <a:path extrusionOk="0" h="12311" w="6474">
                  <a:moveTo>
                    <a:pt x="0" y="1"/>
                  </a:moveTo>
                  <a:cubicBezTo>
                    <a:pt x="3247" y="194"/>
                    <a:pt x="5759" y="2880"/>
                    <a:pt x="5759" y="6146"/>
                  </a:cubicBezTo>
                  <a:cubicBezTo>
                    <a:pt x="5759" y="9393"/>
                    <a:pt x="3247" y="12079"/>
                    <a:pt x="0" y="12291"/>
                  </a:cubicBezTo>
                  <a:cubicBezTo>
                    <a:pt x="97" y="12311"/>
                    <a:pt x="213" y="12311"/>
                    <a:pt x="329" y="12311"/>
                  </a:cubicBezTo>
                  <a:cubicBezTo>
                    <a:pt x="3730" y="12291"/>
                    <a:pt x="6474" y="9528"/>
                    <a:pt x="6455" y="6146"/>
                  </a:cubicBezTo>
                  <a:cubicBezTo>
                    <a:pt x="6455" y="2745"/>
                    <a:pt x="3711" y="1"/>
                    <a:pt x="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2"/>
            <p:cNvSpPr/>
            <p:nvPr/>
          </p:nvSpPr>
          <p:spPr>
            <a:xfrm>
              <a:off x="255500" y="1632575"/>
              <a:ext cx="257050" cy="258975"/>
            </a:xfrm>
            <a:custGeom>
              <a:rect b="b" l="l" r="r" t="t"/>
              <a:pathLst>
                <a:path extrusionOk="0" h="10359" w="10282">
                  <a:moveTo>
                    <a:pt x="5141" y="0"/>
                  </a:moveTo>
                  <a:cubicBezTo>
                    <a:pt x="2300" y="0"/>
                    <a:pt x="1" y="2319"/>
                    <a:pt x="1" y="5179"/>
                  </a:cubicBezTo>
                  <a:cubicBezTo>
                    <a:pt x="1" y="8039"/>
                    <a:pt x="2300" y="10358"/>
                    <a:pt x="5141" y="10358"/>
                  </a:cubicBezTo>
                  <a:cubicBezTo>
                    <a:pt x="7982" y="10358"/>
                    <a:pt x="10281" y="8039"/>
                    <a:pt x="10281" y="5179"/>
                  </a:cubicBezTo>
                  <a:cubicBezTo>
                    <a:pt x="10281" y="2319"/>
                    <a:pt x="7982" y="0"/>
                    <a:pt x="5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2"/>
            <p:cNvSpPr/>
            <p:nvPr/>
          </p:nvSpPr>
          <p:spPr>
            <a:xfrm>
              <a:off x="254550" y="1632575"/>
              <a:ext cx="141575" cy="258475"/>
            </a:xfrm>
            <a:custGeom>
              <a:rect b="b" l="l" r="r" t="t"/>
              <a:pathLst>
                <a:path extrusionOk="0" h="10339" w="5663">
                  <a:moveTo>
                    <a:pt x="5179" y="0"/>
                  </a:moveTo>
                  <a:cubicBezTo>
                    <a:pt x="2319" y="0"/>
                    <a:pt x="0" y="2319"/>
                    <a:pt x="0" y="5179"/>
                  </a:cubicBezTo>
                  <a:cubicBezTo>
                    <a:pt x="0" y="8039"/>
                    <a:pt x="2319" y="10339"/>
                    <a:pt x="5179" y="10339"/>
                  </a:cubicBezTo>
                  <a:cubicBezTo>
                    <a:pt x="5334" y="10339"/>
                    <a:pt x="5507" y="10339"/>
                    <a:pt x="5662" y="10319"/>
                  </a:cubicBezTo>
                  <a:cubicBezTo>
                    <a:pt x="2995" y="10068"/>
                    <a:pt x="986" y="7846"/>
                    <a:pt x="986" y="5179"/>
                  </a:cubicBezTo>
                  <a:cubicBezTo>
                    <a:pt x="986" y="2512"/>
                    <a:pt x="2995" y="290"/>
                    <a:pt x="5662" y="20"/>
                  </a:cubicBezTo>
                  <a:cubicBezTo>
                    <a:pt x="5488" y="0"/>
                    <a:pt x="5334" y="0"/>
                    <a:pt x="5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2"/>
            <p:cNvSpPr/>
            <p:nvPr/>
          </p:nvSpPr>
          <p:spPr>
            <a:xfrm>
              <a:off x="368075" y="1690050"/>
              <a:ext cx="45425" cy="144475"/>
            </a:xfrm>
            <a:custGeom>
              <a:rect b="b" l="l" r="r" t="t"/>
              <a:pathLst>
                <a:path extrusionOk="0" h="5779" w="1817">
                  <a:moveTo>
                    <a:pt x="1082" y="1"/>
                  </a:moveTo>
                  <a:lnTo>
                    <a:pt x="0" y="3015"/>
                  </a:lnTo>
                  <a:lnTo>
                    <a:pt x="1450" y="5779"/>
                  </a:lnTo>
                  <a:lnTo>
                    <a:pt x="1817" y="5586"/>
                  </a:lnTo>
                  <a:lnTo>
                    <a:pt x="445" y="2996"/>
                  </a:lnTo>
                  <a:lnTo>
                    <a:pt x="1469" y="136"/>
                  </a:lnTo>
                  <a:lnTo>
                    <a:pt x="1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2"/>
            <p:cNvSpPr/>
            <p:nvPr/>
          </p:nvSpPr>
          <p:spPr>
            <a:xfrm>
              <a:off x="379675" y="1645600"/>
              <a:ext cx="6300" cy="27100"/>
            </a:xfrm>
            <a:custGeom>
              <a:rect b="b" l="l" r="r" t="t"/>
              <a:pathLst>
                <a:path extrusionOk="0" h="1084" w="252">
                  <a:moveTo>
                    <a:pt x="0" y="1"/>
                  </a:moveTo>
                  <a:lnTo>
                    <a:pt x="0" y="1083"/>
                  </a:lnTo>
                  <a:lnTo>
                    <a:pt x="251" y="108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2"/>
            <p:cNvSpPr/>
            <p:nvPr/>
          </p:nvSpPr>
          <p:spPr>
            <a:xfrm>
              <a:off x="379675" y="1845125"/>
              <a:ext cx="6300" cy="27575"/>
            </a:xfrm>
            <a:custGeom>
              <a:rect b="b" l="l" r="r" t="t"/>
              <a:pathLst>
                <a:path extrusionOk="0" h="1103" w="252">
                  <a:moveTo>
                    <a:pt x="0" y="1"/>
                  </a:moveTo>
                  <a:lnTo>
                    <a:pt x="0" y="1102"/>
                  </a:lnTo>
                  <a:lnTo>
                    <a:pt x="251" y="1102"/>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2"/>
            <p:cNvSpPr/>
            <p:nvPr/>
          </p:nvSpPr>
          <p:spPr>
            <a:xfrm>
              <a:off x="468550" y="1755750"/>
              <a:ext cx="27075" cy="6325"/>
            </a:xfrm>
            <a:custGeom>
              <a:rect b="b" l="l" r="r" t="t"/>
              <a:pathLst>
                <a:path extrusionOk="0" h="253" w="1083">
                  <a:moveTo>
                    <a:pt x="1" y="1"/>
                  </a:moveTo>
                  <a:lnTo>
                    <a:pt x="1"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2"/>
            <p:cNvSpPr/>
            <p:nvPr/>
          </p:nvSpPr>
          <p:spPr>
            <a:xfrm>
              <a:off x="270000" y="1755750"/>
              <a:ext cx="27075" cy="6325"/>
            </a:xfrm>
            <a:custGeom>
              <a:rect b="b" l="l" r="r" t="t"/>
              <a:pathLst>
                <a:path extrusionOk="0" h="253" w="1083">
                  <a:moveTo>
                    <a:pt x="0" y="1"/>
                  </a:moveTo>
                  <a:lnTo>
                    <a:pt x="0"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82"/>
          <p:cNvGrpSpPr/>
          <p:nvPr/>
        </p:nvGrpSpPr>
        <p:grpSpPr>
          <a:xfrm>
            <a:off x="7154175" y="717490"/>
            <a:ext cx="1274701" cy="774312"/>
            <a:chOff x="7154175" y="717490"/>
            <a:chExt cx="1274701" cy="774312"/>
          </a:xfrm>
        </p:grpSpPr>
        <p:grpSp>
          <p:nvGrpSpPr>
            <p:cNvPr id="6198" name="Google Shape;6198;p82"/>
            <p:cNvGrpSpPr/>
            <p:nvPr/>
          </p:nvGrpSpPr>
          <p:grpSpPr>
            <a:xfrm>
              <a:off x="7154175" y="1283675"/>
              <a:ext cx="1274701" cy="208127"/>
              <a:chOff x="7154175" y="1055075"/>
              <a:chExt cx="1274701" cy="208127"/>
            </a:xfrm>
          </p:grpSpPr>
          <p:sp>
            <p:nvSpPr>
              <p:cNvPr id="6199" name="Google Shape;6199;p82"/>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2"/>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82"/>
            <p:cNvGrpSpPr/>
            <p:nvPr/>
          </p:nvGrpSpPr>
          <p:grpSpPr>
            <a:xfrm>
              <a:off x="7791730" y="717627"/>
              <a:ext cx="579356" cy="566052"/>
              <a:chOff x="791550" y="2156375"/>
              <a:chExt cx="1145425" cy="1118900"/>
            </a:xfrm>
          </p:grpSpPr>
          <p:sp>
            <p:nvSpPr>
              <p:cNvPr id="6202" name="Google Shape;6202;p82"/>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2"/>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2"/>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2"/>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2"/>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2"/>
              <p:cNvSpPr/>
              <p:nvPr/>
            </p:nvSpPr>
            <p:spPr>
              <a:xfrm>
                <a:off x="1395600" y="2450575"/>
                <a:ext cx="114550" cy="601650"/>
              </a:xfrm>
              <a:custGeom>
                <a:rect b="b" l="l" r="r" t="t"/>
                <a:pathLst>
                  <a:path extrusionOk="0" h="24066" w="4582">
                    <a:moveTo>
                      <a:pt x="0" y="0"/>
                    </a:moveTo>
                    <a:lnTo>
                      <a:pt x="0" y="24066"/>
                    </a:lnTo>
                    <a:lnTo>
                      <a:pt x="4582" y="24066"/>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2"/>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2"/>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2"/>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2"/>
              <p:cNvSpPr/>
              <p:nvPr/>
            </p:nvSpPr>
            <p:spPr>
              <a:xfrm>
                <a:off x="1033875" y="2592825"/>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2"/>
              <p:cNvSpPr/>
              <p:nvPr/>
            </p:nvSpPr>
            <p:spPr>
              <a:xfrm>
                <a:off x="1067650" y="2806250"/>
                <a:ext cx="50650" cy="288175"/>
              </a:xfrm>
              <a:custGeom>
                <a:rect b="b" l="l" r="r" t="t"/>
                <a:pathLst>
                  <a:path extrusionOk="0" h="11527" w="2026">
                    <a:moveTo>
                      <a:pt x="0" y="0"/>
                    </a:moveTo>
                    <a:lnTo>
                      <a:pt x="0" y="11527"/>
                    </a:lnTo>
                    <a:lnTo>
                      <a:pt x="2026" y="11527"/>
                    </a:lnTo>
                    <a:lnTo>
                      <a:pt x="2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2"/>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2"/>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2"/>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2"/>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82"/>
            <p:cNvGrpSpPr/>
            <p:nvPr/>
          </p:nvGrpSpPr>
          <p:grpSpPr>
            <a:xfrm>
              <a:off x="7211965" y="717490"/>
              <a:ext cx="579343" cy="566026"/>
              <a:chOff x="8817561" y="3596620"/>
              <a:chExt cx="650143" cy="635200"/>
            </a:xfrm>
          </p:grpSpPr>
          <p:grpSp>
            <p:nvGrpSpPr>
              <p:cNvPr id="6218" name="Google Shape;6218;p82"/>
              <p:cNvGrpSpPr/>
              <p:nvPr/>
            </p:nvGrpSpPr>
            <p:grpSpPr>
              <a:xfrm>
                <a:off x="8817561" y="3596620"/>
                <a:ext cx="650143" cy="635200"/>
                <a:chOff x="791550" y="2156375"/>
                <a:chExt cx="1145425" cy="1118900"/>
              </a:xfrm>
            </p:grpSpPr>
            <p:sp>
              <p:nvSpPr>
                <p:cNvPr id="6219" name="Google Shape;6219;p82"/>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2"/>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2"/>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2"/>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2"/>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2"/>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2"/>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2"/>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2"/>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2"/>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2"/>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2"/>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2"/>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2" name="Google Shape;6232;p82"/>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2"/>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34" name="Google Shape;6234;p82">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2">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2">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2">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060"/>
                                        </p:tgtEl>
                                        <p:attrNameLst>
                                          <p:attrName>style.visibility</p:attrName>
                                        </p:attrNameLst>
                                      </p:cBhvr>
                                      <p:to>
                                        <p:strVal val="visible"/>
                                      </p:to>
                                    </p:set>
                                    <p:animEffect filter="fade" transition="in">
                                      <p:cBhvr>
                                        <p:cTn dur="1000"/>
                                        <p:tgtEl>
                                          <p:spTgt spid="606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186"/>
                                        </p:tgtEl>
                                        <p:attrNameLst>
                                          <p:attrName>style.visibility</p:attrName>
                                        </p:attrNameLst>
                                      </p:cBhvr>
                                      <p:to>
                                        <p:strVal val="visible"/>
                                      </p:to>
                                    </p:set>
                                    <p:animEffect filter="fade" transition="in">
                                      <p:cBhvr>
                                        <p:cTn dur="1000"/>
                                        <p:tgtEl>
                                          <p:spTgt spid="618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197"/>
                                        </p:tgtEl>
                                        <p:attrNameLst>
                                          <p:attrName>style.visibility</p:attrName>
                                        </p:attrNameLst>
                                      </p:cBhvr>
                                      <p:to>
                                        <p:strVal val="visible"/>
                                      </p:to>
                                    </p:set>
                                    <p:animEffect filter="fade" transition="in">
                                      <p:cBhvr>
                                        <p:cTn dur="1000"/>
                                        <p:tgtEl>
                                          <p:spTgt spid="619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061"/>
                                        </p:tgtEl>
                                        <p:attrNameLst>
                                          <p:attrName>style.visibility</p:attrName>
                                        </p:attrNameLst>
                                      </p:cBhvr>
                                      <p:to>
                                        <p:strVal val="visible"/>
                                      </p:to>
                                    </p:set>
                                    <p:animEffect filter="fade" transition="in">
                                      <p:cBhvr>
                                        <p:cTn dur="1000"/>
                                        <p:tgtEl>
                                          <p:spTgt spid="60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1" name="Shape 6241"/>
        <p:cNvGrpSpPr/>
        <p:nvPr/>
      </p:nvGrpSpPr>
      <p:grpSpPr>
        <a:xfrm>
          <a:off x="0" y="0"/>
          <a:ext cx="0" cy="0"/>
          <a:chOff x="0" y="0"/>
          <a:chExt cx="0" cy="0"/>
        </a:xfrm>
      </p:grpSpPr>
      <p:grpSp>
        <p:nvGrpSpPr>
          <p:cNvPr id="6242" name="Google Shape;6242;p83"/>
          <p:cNvGrpSpPr/>
          <p:nvPr/>
        </p:nvGrpSpPr>
        <p:grpSpPr>
          <a:xfrm>
            <a:off x="1115399" y="857250"/>
            <a:ext cx="842676" cy="749700"/>
            <a:chOff x="597474" y="530075"/>
            <a:chExt cx="842676" cy="749700"/>
          </a:xfrm>
        </p:grpSpPr>
        <p:sp>
          <p:nvSpPr>
            <p:cNvPr id="6243" name="Google Shape;6243;p83"/>
            <p:cNvSpPr/>
            <p:nvPr/>
          </p:nvSpPr>
          <p:spPr>
            <a:xfrm>
              <a:off x="715050" y="530075"/>
              <a:ext cx="725100" cy="74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4" name="Google Shape;6244;p83"/>
            <p:cNvGrpSpPr/>
            <p:nvPr/>
          </p:nvGrpSpPr>
          <p:grpSpPr>
            <a:xfrm>
              <a:off x="597474" y="530137"/>
              <a:ext cx="842566" cy="695015"/>
              <a:chOff x="6651400" y="1853700"/>
              <a:chExt cx="547050" cy="451250"/>
            </a:xfrm>
          </p:grpSpPr>
          <p:sp>
            <p:nvSpPr>
              <p:cNvPr id="6245" name="Google Shape;6245;p83"/>
              <p:cNvSpPr/>
              <p:nvPr/>
            </p:nvSpPr>
            <p:spPr>
              <a:xfrm>
                <a:off x="6708025" y="1865500"/>
                <a:ext cx="490425" cy="434100"/>
              </a:xfrm>
              <a:custGeom>
                <a:rect b="b" l="l" r="r" t="t"/>
                <a:pathLst>
                  <a:path extrusionOk="0" h="17364" w="19617">
                    <a:moveTo>
                      <a:pt x="9815" y="1"/>
                    </a:moveTo>
                    <a:cubicBezTo>
                      <a:pt x="7198" y="1"/>
                      <a:pt x="4608" y="1179"/>
                      <a:pt x="2893" y="3432"/>
                    </a:cubicBezTo>
                    <a:cubicBezTo>
                      <a:pt x="1" y="7240"/>
                      <a:pt x="748" y="12686"/>
                      <a:pt x="4555" y="15602"/>
                    </a:cubicBezTo>
                    <a:cubicBezTo>
                      <a:pt x="6119" y="16789"/>
                      <a:pt x="7960" y="17363"/>
                      <a:pt x="9788" y="17363"/>
                    </a:cubicBezTo>
                    <a:cubicBezTo>
                      <a:pt x="12410" y="17363"/>
                      <a:pt x="15007" y="16182"/>
                      <a:pt x="16725" y="13939"/>
                    </a:cubicBezTo>
                    <a:cubicBezTo>
                      <a:pt x="19616" y="10107"/>
                      <a:pt x="18869" y="4661"/>
                      <a:pt x="15062" y="1770"/>
                    </a:cubicBezTo>
                    <a:cubicBezTo>
                      <a:pt x="13494" y="579"/>
                      <a:pt x="11648" y="1"/>
                      <a:pt x="9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3"/>
              <p:cNvSpPr/>
              <p:nvPr/>
            </p:nvSpPr>
            <p:spPr>
              <a:xfrm>
                <a:off x="6693575" y="1885625"/>
                <a:ext cx="453675" cy="388175"/>
              </a:xfrm>
              <a:custGeom>
                <a:rect b="b" l="l" r="r" t="t"/>
                <a:pathLst>
                  <a:path extrusionOk="0" h="15527" w="18147">
                    <a:moveTo>
                      <a:pt x="10407" y="1"/>
                    </a:moveTo>
                    <a:cubicBezTo>
                      <a:pt x="10392" y="1"/>
                      <a:pt x="10377" y="1"/>
                      <a:pt x="10363" y="1"/>
                    </a:cubicBezTo>
                    <a:cubicBezTo>
                      <a:pt x="3447" y="1"/>
                      <a:pt x="1" y="8363"/>
                      <a:pt x="4892" y="13254"/>
                    </a:cubicBezTo>
                    <a:cubicBezTo>
                      <a:pt x="6477" y="14824"/>
                      <a:pt x="8418" y="15526"/>
                      <a:pt x="10320" y="15526"/>
                    </a:cubicBezTo>
                    <a:cubicBezTo>
                      <a:pt x="14318" y="15526"/>
                      <a:pt x="18146" y="12422"/>
                      <a:pt x="18146" y="7736"/>
                    </a:cubicBezTo>
                    <a:cubicBezTo>
                      <a:pt x="18122" y="3461"/>
                      <a:pt x="14676" y="1"/>
                      <a:pt x="10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3"/>
              <p:cNvSpPr/>
              <p:nvPr/>
            </p:nvSpPr>
            <p:spPr>
              <a:xfrm>
                <a:off x="6651400" y="1853700"/>
                <a:ext cx="527175" cy="451250"/>
              </a:xfrm>
              <a:custGeom>
                <a:rect b="b" l="l" r="r" t="t"/>
                <a:pathLst>
                  <a:path extrusionOk="0" h="18050" w="21087">
                    <a:moveTo>
                      <a:pt x="12094" y="1278"/>
                    </a:moveTo>
                    <a:cubicBezTo>
                      <a:pt x="16363" y="1278"/>
                      <a:pt x="19809" y="4738"/>
                      <a:pt x="19833" y="9013"/>
                    </a:cubicBezTo>
                    <a:cubicBezTo>
                      <a:pt x="19833" y="13699"/>
                      <a:pt x="16005" y="16803"/>
                      <a:pt x="12007" y="16803"/>
                    </a:cubicBezTo>
                    <a:cubicBezTo>
                      <a:pt x="10105" y="16803"/>
                      <a:pt x="8164" y="16101"/>
                      <a:pt x="6579" y="14531"/>
                    </a:cubicBezTo>
                    <a:cubicBezTo>
                      <a:pt x="1688" y="9640"/>
                      <a:pt x="5134" y="1278"/>
                      <a:pt x="12050" y="1278"/>
                    </a:cubicBezTo>
                    <a:cubicBezTo>
                      <a:pt x="12064" y="1278"/>
                      <a:pt x="12079" y="1278"/>
                      <a:pt x="12094" y="1278"/>
                    </a:cubicBezTo>
                    <a:close/>
                    <a:moveTo>
                      <a:pt x="11998" y="1"/>
                    </a:moveTo>
                    <a:cubicBezTo>
                      <a:pt x="9772" y="1"/>
                      <a:pt x="7503" y="828"/>
                      <a:pt x="5664" y="2675"/>
                    </a:cubicBezTo>
                    <a:cubicBezTo>
                      <a:pt x="1" y="8362"/>
                      <a:pt x="4049" y="18050"/>
                      <a:pt x="12074" y="18050"/>
                    </a:cubicBezTo>
                    <a:cubicBezTo>
                      <a:pt x="17062" y="18025"/>
                      <a:pt x="21086" y="13977"/>
                      <a:pt x="21086" y="9013"/>
                    </a:cubicBezTo>
                    <a:cubicBezTo>
                      <a:pt x="21070" y="3578"/>
                      <a:pt x="16626" y="1"/>
                      <a:pt x="11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3"/>
              <p:cNvSpPr/>
              <p:nvPr/>
            </p:nvSpPr>
            <p:spPr>
              <a:xfrm>
                <a:off x="6888775" y="1998175"/>
                <a:ext cx="78325" cy="123625"/>
              </a:xfrm>
              <a:custGeom>
                <a:rect b="b" l="l" r="r" t="t"/>
                <a:pathLst>
                  <a:path extrusionOk="0" h="4945" w="3133">
                    <a:moveTo>
                      <a:pt x="544" y="1"/>
                    </a:moveTo>
                    <a:cubicBezTo>
                      <a:pt x="473" y="1"/>
                      <a:pt x="402" y="17"/>
                      <a:pt x="338" y="53"/>
                    </a:cubicBezTo>
                    <a:cubicBezTo>
                      <a:pt x="97" y="174"/>
                      <a:pt x="0" y="439"/>
                      <a:pt x="121" y="680"/>
                    </a:cubicBezTo>
                    <a:lnTo>
                      <a:pt x="2193" y="4704"/>
                    </a:lnTo>
                    <a:cubicBezTo>
                      <a:pt x="2265" y="4849"/>
                      <a:pt x="2434" y="4945"/>
                      <a:pt x="2603" y="4945"/>
                    </a:cubicBezTo>
                    <a:cubicBezTo>
                      <a:pt x="2675" y="4945"/>
                      <a:pt x="2747" y="4921"/>
                      <a:pt x="2820" y="4897"/>
                    </a:cubicBezTo>
                    <a:cubicBezTo>
                      <a:pt x="3061" y="4776"/>
                      <a:pt x="3133" y="4487"/>
                      <a:pt x="3012" y="4270"/>
                    </a:cubicBezTo>
                    <a:lnTo>
                      <a:pt x="964" y="246"/>
                    </a:lnTo>
                    <a:cubicBezTo>
                      <a:pt x="879" y="94"/>
                      <a:pt x="712"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3"/>
              <p:cNvSpPr/>
              <p:nvPr/>
            </p:nvSpPr>
            <p:spPr>
              <a:xfrm>
                <a:off x="6903225" y="2063175"/>
                <a:ext cx="207975" cy="45375"/>
              </a:xfrm>
              <a:custGeom>
                <a:rect b="b" l="l" r="r" t="t"/>
                <a:pathLst>
                  <a:path extrusionOk="0" h="1815" w="8319">
                    <a:moveTo>
                      <a:pt x="8015" y="0"/>
                    </a:moveTo>
                    <a:cubicBezTo>
                      <a:pt x="7995" y="0"/>
                      <a:pt x="7975" y="2"/>
                      <a:pt x="7953" y="7"/>
                    </a:cubicBezTo>
                    <a:lnTo>
                      <a:pt x="290" y="1333"/>
                    </a:lnTo>
                    <a:cubicBezTo>
                      <a:pt x="1" y="1381"/>
                      <a:pt x="49" y="1815"/>
                      <a:pt x="338" y="1815"/>
                    </a:cubicBezTo>
                    <a:lnTo>
                      <a:pt x="386" y="1791"/>
                    </a:lnTo>
                    <a:lnTo>
                      <a:pt x="8049" y="465"/>
                    </a:lnTo>
                    <a:cubicBezTo>
                      <a:pt x="8318" y="420"/>
                      <a:pt x="8274" y="0"/>
                      <a:pt x="8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0" name="Google Shape;6250;p83"/>
          <p:cNvGrpSpPr/>
          <p:nvPr/>
        </p:nvGrpSpPr>
        <p:grpSpPr>
          <a:xfrm>
            <a:off x="4483635" y="678012"/>
            <a:ext cx="3945527" cy="2621472"/>
            <a:chOff x="2491250" y="2454825"/>
            <a:chExt cx="509600" cy="673675"/>
          </a:xfrm>
        </p:grpSpPr>
        <p:sp>
          <p:nvSpPr>
            <p:cNvPr id="6251" name="Google Shape;6251;p83"/>
            <p:cNvSpPr/>
            <p:nvPr/>
          </p:nvSpPr>
          <p:spPr>
            <a:xfrm>
              <a:off x="2491250" y="2477750"/>
              <a:ext cx="486700" cy="650750"/>
            </a:xfrm>
            <a:custGeom>
              <a:rect b="b" l="l" r="r" t="t"/>
              <a:pathLst>
                <a:path extrusionOk="0" h="26030" w="19468">
                  <a:moveTo>
                    <a:pt x="1" y="0"/>
                  </a:moveTo>
                  <a:lnTo>
                    <a:pt x="1" y="26029"/>
                  </a:lnTo>
                  <a:lnTo>
                    <a:pt x="19467" y="26029"/>
                  </a:lnTo>
                  <a:lnTo>
                    <a:pt x="19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3"/>
            <p:cNvSpPr/>
            <p:nvPr/>
          </p:nvSpPr>
          <p:spPr>
            <a:xfrm>
              <a:off x="2514175" y="2454825"/>
              <a:ext cx="486675" cy="650750"/>
            </a:xfrm>
            <a:custGeom>
              <a:rect b="b" l="l" r="r" t="t"/>
              <a:pathLst>
                <a:path extrusionOk="0" h="26030" w="19467">
                  <a:moveTo>
                    <a:pt x="0" y="1"/>
                  </a:moveTo>
                  <a:lnTo>
                    <a:pt x="0" y="26030"/>
                  </a:lnTo>
                  <a:lnTo>
                    <a:pt x="19467" y="26030"/>
                  </a:lnTo>
                  <a:lnTo>
                    <a:pt x="194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3"/>
            <p:cNvSpPr/>
            <p:nvPr/>
          </p:nvSpPr>
          <p:spPr>
            <a:xfrm>
              <a:off x="2563650" y="2505250"/>
              <a:ext cx="387725" cy="550825"/>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3"/>
            <p:cNvSpPr/>
            <p:nvPr/>
          </p:nvSpPr>
          <p:spPr>
            <a:xfrm>
              <a:off x="2538925" y="2479575"/>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83"/>
          <p:cNvSpPr/>
          <p:nvPr/>
        </p:nvSpPr>
        <p:spPr>
          <a:xfrm>
            <a:off x="5131150" y="2091963"/>
            <a:ext cx="28494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3"/>
          <p:cNvSpPr txBox="1"/>
          <p:nvPr>
            <p:ph type="title"/>
          </p:nvPr>
        </p:nvSpPr>
        <p:spPr>
          <a:xfrm>
            <a:off x="5131150" y="2188425"/>
            <a:ext cx="28494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6257" name="Google Shape;6257;p83"/>
          <p:cNvSpPr txBox="1"/>
          <p:nvPr>
            <p:ph idx="2" type="title"/>
          </p:nvPr>
        </p:nvSpPr>
        <p:spPr>
          <a:xfrm>
            <a:off x="5131150" y="1185150"/>
            <a:ext cx="28494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258" name="Google Shape;6258;p83"/>
          <p:cNvSpPr txBox="1"/>
          <p:nvPr>
            <p:ph idx="1" type="subTitle"/>
          </p:nvPr>
        </p:nvSpPr>
        <p:spPr>
          <a:xfrm>
            <a:off x="5131150" y="3380888"/>
            <a:ext cx="28494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6259" name="Google Shape;6259;p83"/>
          <p:cNvGrpSpPr/>
          <p:nvPr/>
        </p:nvGrpSpPr>
        <p:grpSpPr>
          <a:xfrm>
            <a:off x="2868565" y="1099336"/>
            <a:ext cx="1199657" cy="3290347"/>
            <a:chOff x="2358625" y="1443110"/>
            <a:chExt cx="1132500" cy="3106152"/>
          </a:xfrm>
        </p:grpSpPr>
        <p:grpSp>
          <p:nvGrpSpPr>
            <p:cNvPr id="6260" name="Google Shape;6260;p83"/>
            <p:cNvGrpSpPr/>
            <p:nvPr/>
          </p:nvGrpSpPr>
          <p:grpSpPr>
            <a:xfrm>
              <a:off x="2358625" y="1443110"/>
              <a:ext cx="1132500" cy="3106152"/>
              <a:chOff x="2401750" y="1443110"/>
              <a:chExt cx="1132500" cy="3106152"/>
            </a:xfrm>
          </p:grpSpPr>
          <p:grpSp>
            <p:nvGrpSpPr>
              <p:cNvPr id="6261" name="Google Shape;6261;p83"/>
              <p:cNvGrpSpPr/>
              <p:nvPr/>
            </p:nvGrpSpPr>
            <p:grpSpPr>
              <a:xfrm>
                <a:off x="2401750" y="1443110"/>
                <a:ext cx="1132500" cy="3106152"/>
                <a:chOff x="3468175" y="1311873"/>
                <a:chExt cx="1132500" cy="3106152"/>
              </a:xfrm>
            </p:grpSpPr>
            <p:sp>
              <p:nvSpPr>
                <p:cNvPr id="6262" name="Google Shape;6262;p83"/>
                <p:cNvSpPr/>
                <p:nvPr/>
              </p:nvSpPr>
              <p:spPr>
                <a:xfrm>
                  <a:off x="3468175" y="4149225"/>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3"/>
                <p:cNvSpPr/>
                <p:nvPr/>
              </p:nvSpPr>
              <p:spPr>
                <a:xfrm>
                  <a:off x="3782090" y="3104558"/>
                  <a:ext cx="250127" cy="1168576"/>
                </a:xfrm>
                <a:custGeom>
                  <a:rect b="b" l="l" r="r" t="t"/>
                  <a:pathLst>
                    <a:path extrusionOk="0" h="70322" w="15052">
                      <a:moveTo>
                        <a:pt x="13971" y="7742"/>
                      </a:moveTo>
                      <a:cubicBezTo>
                        <a:pt x="14295" y="5761"/>
                        <a:pt x="14691" y="2989"/>
                        <a:pt x="15051" y="0"/>
                      </a:cubicBezTo>
                      <a:lnTo>
                        <a:pt x="3493" y="0"/>
                      </a:lnTo>
                      <a:cubicBezTo>
                        <a:pt x="3925" y="3313"/>
                        <a:pt x="4213" y="6086"/>
                        <a:pt x="4105" y="6590"/>
                      </a:cubicBezTo>
                      <a:cubicBezTo>
                        <a:pt x="720" y="25565"/>
                        <a:pt x="2809" y="49258"/>
                        <a:pt x="2053" y="58079"/>
                      </a:cubicBezTo>
                      <a:cubicBezTo>
                        <a:pt x="1981" y="58907"/>
                        <a:pt x="720" y="65713"/>
                        <a:pt x="720" y="65713"/>
                      </a:cubicBezTo>
                      <a:lnTo>
                        <a:pt x="0" y="68485"/>
                      </a:lnTo>
                      <a:lnTo>
                        <a:pt x="108" y="69601"/>
                      </a:lnTo>
                      <a:lnTo>
                        <a:pt x="3205" y="70322"/>
                      </a:lnTo>
                      <a:lnTo>
                        <a:pt x="6121" y="68233"/>
                      </a:lnTo>
                      <a:cubicBezTo>
                        <a:pt x="6121" y="68233"/>
                        <a:pt x="6770" y="60996"/>
                        <a:pt x="6626" y="59628"/>
                      </a:cubicBezTo>
                      <a:cubicBezTo>
                        <a:pt x="6554" y="58907"/>
                        <a:pt x="6446" y="58187"/>
                        <a:pt x="6265" y="57467"/>
                      </a:cubicBezTo>
                      <a:lnTo>
                        <a:pt x="6013" y="57107"/>
                      </a:lnTo>
                      <a:cubicBezTo>
                        <a:pt x="8534" y="40796"/>
                        <a:pt x="11342" y="24197"/>
                        <a:pt x="13971" y="7742"/>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3"/>
                <p:cNvSpPr/>
                <p:nvPr/>
              </p:nvSpPr>
              <p:spPr>
                <a:xfrm>
                  <a:off x="3740796" y="4053533"/>
                  <a:ext cx="169349" cy="244128"/>
                </a:xfrm>
                <a:custGeom>
                  <a:rect b="b" l="l" r="r" t="t"/>
                  <a:pathLst>
                    <a:path extrusionOk="0" h="14691" w="10191">
                      <a:moveTo>
                        <a:pt x="3205" y="8606"/>
                      </a:moveTo>
                      <a:cubicBezTo>
                        <a:pt x="2917" y="9326"/>
                        <a:pt x="2629" y="10046"/>
                        <a:pt x="2269" y="10730"/>
                      </a:cubicBezTo>
                      <a:cubicBezTo>
                        <a:pt x="1945" y="11126"/>
                        <a:pt x="757" y="12494"/>
                        <a:pt x="577" y="12926"/>
                      </a:cubicBezTo>
                      <a:cubicBezTo>
                        <a:pt x="361" y="13359"/>
                        <a:pt x="1" y="14691"/>
                        <a:pt x="1477" y="14691"/>
                      </a:cubicBezTo>
                      <a:lnTo>
                        <a:pt x="6662" y="14691"/>
                      </a:lnTo>
                      <a:cubicBezTo>
                        <a:pt x="8030" y="14691"/>
                        <a:pt x="9183" y="14259"/>
                        <a:pt x="9219" y="12962"/>
                      </a:cubicBezTo>
                      <a:cubicBezTo>
                        <a:pt x="9219" y="11702"/>
                        <a:pt x="9327" y="7129"/>
                        <a:pt x="9507" y="6121"/>
                      </a:cubicBezTo>
                      <a:cubicBezTo>
                        <a:pt x="9687" y="5149"/>
                        <a:pt x="10191" y="4033"/>
                        <a:pt x="9975" y="3061"/>
                      </a:cubicBezTo>
                      <a:cubicBezTo>
                        <a:pt x="9687" y="2088"/>
                        <a:pt x="9291" y="1116"/>
                        <a:pt x="8823" y="216"/>
                      </a:cubicBezTo>
                      <a:cubicBezTo>
                        <a:pt x="8714" y="144"/>
                        <a:pt x="8606" y="72"/>
                        <a:pt x="8498" y="0"/>
                      </a:cubicBezTo>
                      <a:lnTo>
                        <a:pt x="8678" y="864"/>
                      </a:lnTo>
                      <a:cubicBezTo>
                        <a:pt x="8714" y="1080"/>
                        <a:pt x="8750" y="1260"/>
                        <a:pt x="8750" y="1476"/>
                      </a:cubicBezTo>
                      <a:cubicBezTo>
                        <a:pt x="8895" y="2917"/>
                        <a:pt x="8354" y="9326"/>
                        <a:pt x="8354" y="9866"/>
                      </a:cubicBezTo>
                      <a:cubicBezTo>
                        <a:pt x="8354" y="10406"/>
                        <a:pt x="7814" y="10766"/>
                        <a:pt x="6770" y="11018"/>
                      </a:cubicBezTo>
                      <a:cubicBezTo>
                        <a:pt x="5762" y="11306"/>
                        <a:pt x="3638" y="11558"/>
                        <a:pt x="2845" y="10802"/>
                      </a:cubicBezTo>
                      <a:cubicBezTo>
                        <a:pt x="2737" y="10694"/>
                        <a:pt x="2737" y="10550"/>
                        <a:pt x="2773" y="10406"/>
                      </a:cubicBezTo>
                      <a:cubicBezTo>
                        <a:pt x="2845" y="10118"/>
                        <a:pt x="3205" y="8606"/>
                        <a:pt x="3205" y="86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3"/>
                <p:cNvSpPr/>
                <p:nvPr/>
              </p:nvSpPr>
              <p:spPr>
                <a:xfrm>
                  <a:off x="3833800" y="1480590"/>
                  <a:ext cx="413268" cy="331336"/>
                </a:xfrm>
                <a:custGeom>
                  <a:rect b="b" l="l" r="r" t="t"/>
                  <a:pathLst>
                    <a:path extrusionOk="0" h="18617" w="23585">
                      <a:moveTo>
                        <a:pt x="4105" y="1"/>
                      </a:moveTo>
                      <a:cubicBezTo>
                        <a:pt x="4105" y="1"/>
                        <a:pt x="5401" y="2413"/>
                        <a:pt x="2701" y="7706"/>
                      </a:cubicBezTo>
                      <a:cubicBezTo>
                        <a:pt x="0" y="13035"/>
                        <a:pt x="973" y="16024"/>
                        <a:pt x="6482" y="17320"/>
                      </a:cubicBezTo>
                      <a:cubicBezTo>
                        <a:pt x="11991" y="18616"/>
                        <a:pt x="17968" y="17068"/>
                        <a:pt x="20128" y="14764"/>
                      </a:cubicBezTo>
                      <a:cubicBezTo>
                        <a:pt x="22289" y="12459"/>
                        <a:pt x="23585" y="8102"/>
                        <a:pt x="19732" y="4574"/>
                      </a:cubicBezTo>
                      <a:cubicBezTo>
                        <a:pt x="15879" y="1045"/>
                        <a:pt x="4105" y="1"/>
                        <a:pt x="41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3"/>
                <p:cNvSpPr/>
                <p:nvPr/>
              </p:nvSpPr>
              <p:spPr>
                <a:xfrm>
                  <a:off x="3970750" y="1626813"/>
                  <a:ext cx="113094" cy="165108"/>
                </a:xfrm>
                <a:custGeom>
                  <a:rect b="b" l="l" r="r" t="t"/>
                  <a:pathLst>
                    <a:path extrusionOk="0" h="9146" w="8246">
                      <a:moveTo>
                        <a:pt x="0" y="0"/>
                      </a:moveTo>
                      <a:lnTo>
                        <a:pt x="8246" y="0"/>
                      </a:lnTo>
                      <a:lnTo>
                        <a:pt x="8246" y="9146"/>
                      </a:lnTo>
                      <a:lnTo>
                        <a:pt x="4969" y="9146"/>
                      </a:lnTo>
                      <a:lnTo>
                        <a:pt x="0" y="7201"/>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3"/>
                <p:cNvSpPr/>
                <p:nvPr/>
              </p:nvSpPr>
              <p:spPr>
                <a:xfrm>
                  <a:off x="3840119" y="3104558"/>
                  <a:ext cx="192098" cy="114893"/>
                </a:xfrm>
                <a:custGeom>
                  <a:rect b="b" l="l" r="r" t="t"/>
                  <a:pathLst>
                    <a:path extrusionOk="0" h="6914" w="11560">
                      <a:moveTo>
                        <a:pt x="10623" y="6770"/>
                      </a:moveTo>
                      <a:cubicBezTo>
                        <a:pt x="10911" y="4897"/>
                        <a:pt x="11235" y="2521"/>
                        <a:pt x="11559" y="0"/>
                      </a:cubicBezTo>
                      <a:lnTo>
                        <a:pt x="1" y="0"/>
                      </a:lnTo>
                      <a:cubicBezTo>
                        <a:pt x="397" y="3025"/>
                        <a:pt x="649" y="5545"/>
                        <a:pt x="649" y="6374"/>
                      </a:cubicBezTo>
                      <a:cubicBezTo>
                        <a:pt x="3962" y="6806"/>
                        <a:pt x="7274" y="6914"/>
                        <a:pt x="10623" y="677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3"/>
                <p:cNvSpPr/>
                <p:nvPr/>
              </p:nvSpPr>
              <p:spPr>
                <a:xfrm>
                  <a:off x="4071085" y="3104558"/>
                  <a:ext cx="214831" cy="1157808"/>
                </a:xfrm>
                <a:custGeom>
                  <a:rect b="b" l="l" r="r" t="t"/>
                  <a:pathLst>
                    <a:path extrusionOk="0" h="69674" w="12928">
                      <a:moveTo>
                        <a:pt x="11811" y="8390"/>
                      </a:moveTo>
                      <a:cubicBezTo>
                        <a:pt x="11955" y="6302"/>
                        <a:pt x="12135" y="3241"/>
                        <a:pt x="12279" y="0"/>
                      </a:cubicBezTo>
                      <a:lnTo>
                        <a:pt x="1693" y="0"/>
                      </a:lnTo>
                      <a:cubicBezTo>
                        <a:pt x="2449" y="3853"/>
                        <a:pt x="3025" y="7274"/>
                        <a:pt x="2917" y="7850"/>
                      </a:cubicBezTo>
                      <a:cubicBezTo>
                        <a:pt x="1" y="23693"/>
                        <a:pt x="4141" y="42344"/>
                        <a:pt x="4393" y="55379"/>
                      </a:cubicBezTo>
                      <a:cubicBezTo>
                        <a:pt x="4357" y="55631"/>
                        <a:pt x="4285" y="55883"/>
                        <a:pt x="4177" y="56171"/>
                      </a:cubicBezTo>
                      <a:lnTo>
                        <a:pt x="3385" y="60564"/>
                      </a:lnTo>
                      <a:lnTo>
                        <a:pt x="9146" y="69385"/>
                      </a:lnTo>
                      <a:lnTo>
                        <a:pt x="11667" y="69673"/>
                      </a:lnTo>
                      <a:lnTo>
                        <a:pt x="12855" y="68449"/>
                      </a:lnTo>
                      <a:cubicBezTo>
                        <a:pt x="12855" y="68449"/>
                        <a:pt x="12927" y="67909"/>
                        <a:pt x="12099" y="67873"/>
                      </a:cubicBezTo>
                      <a:lnTo>
                        <a:pt x="11199" y="67585"/>
                      </a:lnTo>
                      <a:cubicBezTo>
                        <a:pt x="11199" y="67585"/>
                        <a:pt x="10443" y="67405"/>
                        <a:pt x="9686" y="65137"/>
                      </a:cubicBezTo>
                      <a:cubicBezTo>
                        <a:pt x="9254" y="63804"/>
                        <a:pt x="9470" y="59051"/>
                        <a:pt x="9506" y="55343"/>
                      </a:cubicBezTo>
                      <a:cubicBezTo>
                        <a:pt x="9542" y="39968"/>
                        <a:pt x="10767" y="23765"/>
                        <a:pt x="11811" y="839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3"/>
                <p:cNvSpPr/>
                <p:nvPr/>
              </p:nvSpPr>
              <p:spPr>
                <a:xfrm>
                  <a:off x="4099202" y="3104558"/>
                  <a:ext cx="175331" cy="102929"/>
                </a:xfrm>
                <a:custGeom>
                  <a:rect b="b" l="l" r="r" t="t"/>
                  <a:pathLst>
                    <a:path extrusionOk="0" h="6194" w="10551">
                      <a:moveTo>
                        <a:pt x="10371" y="4213"/>
                      </a:moveTo>
                      <a:cubicBezTo>
                        <a:pt x="10443" y="2881"/>
                        <a:pt x="10515" y="1477"/>
                        <a:pt x="10551" y="0"/>
                      </a:cubicBezTo>
                      <a:lnTo>
                        <a:pt x="1" y="0"/>
                      </a:lnTo>
                      <a:cubicBezTo>
                        <a:pt x="469" y="2449"/>
                        <a:pt x="901" y="4717"/>
                        <a:pt x="1081" y="6194"/>
                      </a:cubicBezTo>
                      <a:cubicBezTo>
                        <a:pt x="4214" y="5725"/>
                        <a:pt x="7310" y="5077"/>
                        <a:pt x="10371" y="4213"/>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3"/>
                <p:cNvSpPr/>
                <p:nvPr/>
              </p:nvSpPr>
              <p:spPr>
                <a:xfrm>
                  <a:off x="3770724" y="2207645"/>
                  <a:ext cx="546899" cy="1004029"/>
                </a:xfrm>
                <a:custGeom>
                  <a:rect b="b" l="l" r="r" t="t"/>
                  <a:pathLst>
                    <a:path extrusionOk="0" h="60420" w="32911">
                      <a:moveTo>
                        <a:pt x="29562" y="10694"/>
                      </a:moveTo>
                      <a:cubicBezTo>
                        <a:pt x="31686" y="25421"/>
                        <a:pt x="32802" y="40256"/>
                        <a:pt x="32910" y="55127"/>
                      </a:cubicBezTo>
                      <a:cubicBezTo>
                        <a:pt x="32910" y="55487"/>
                        <a:pt x="32622" y="55811"/>
                        <a:pt x="32262" y="55847"/>
                      </a:cubicBezTo>
                      <a:cubicBezTo>
                        <a:pt x="31614" y="55991"/>
                        <a:pt x="17211" y="60420"/>
                        <a:pt x="1729" y="55595"/>
                      </a:cubicBezTo>
                      <a:cubicBezTo>
                        <a:pt x="1729" y="55595"/>
                        <a:pt x="1188" y="55451"/>
                        <a:pt x="1080" y="54298"/>
                      </a:cubicBezTo>
                      <a:cubicBezTo>
                        <a:pt x="1008" y="53182"/>
                        <a:pt x="1584" y="48429"/>
                        <a:pt x="1476" y="43640"/>
                      </a:cubicBezTo>
                      <a:cubicBezTo>
                        <a:pt x="1332" y="38888"/>
                        <a:pt x="0" y="22108"/>
                        <a:pt x="5473" y="11054"/>
                      </a:cubicBezTo>
                      <a:cubicBezTo>
                        <a:pt x="10946" y="0"/>
                        <a:pt x="29562" y="10694"/>
                        <a:pt x="29562" y="1069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1" name="Google Shape;6271;p83"/>
                <p:cNvGrpSpPr/>
                <p:nvPr/>
              </p:nvGrpSpPr>
              <p:grpSpPr>
                <a:xfrm>
                  <a:off x="4092622" y="4037963"/>
                  <a:ext cx="261493" cy="259698"/>
                  <a:chOff x="4092622" y="4037963"/>
                  <a:chExt cx="261493" cy="259698"/>
                </a:xfrm>
              </p:grpSpPr>
              <p:sp>
                <p:nvSpPr>
                  <p:cNvPr id="6272" name="Google Shape;6272;p83"/>
                  <p:cNvSpPr/>
                  <p:nvPr/>
                </p:nvSpPr>
                <p:spPr>
                  <a:xfrm>
                    <a:off x="4093818" y="4085239"/>
                    <a:ext cx="56267" cy="212422"/>
                  </a:xfrm>
                  <a:custGeom>
                    <a:rect b="b" l="l" r="r" t="t"/>
                    <a:pathLst>
                      <a:path extrusionOk="0" h="12783" w="3386">
                        <a:moveTo>
                          <a:pt x="649" y="0"/>
                        </a:moveTo>
                        <a:cubicBezTo>
                          <a:pt x="649" y="0"/>
                          <a:pt x="1" y="216"/>
                          <a:pt x="217" y="1657"/>
                        </a:cubicBezTo>
                        <a:cubicBezTo>
                          <a:pt x="433" y="3061"/>
                          <a:pt x="1477" y="3997"/>
                          <a:pt x="1477" y="6806"/>
                        </a:cubicBezTo>
                        <a:lnTo>
                          <a:pt x="1477" y="12171"/>
                        </a:lnTo>
                        <a:cubicBezTo>
                          <a:pt x="1477" y="12171"/>
                          <a:pt x="1477" y="12783"/>
                          <a:pt x="1837" y="12783"/>
                        </a:cubicBezTo>
                        <a:lnTo>
                          <a:pt x="2053" y="12783"/>
                        </a:lnTo>
                        <a:cubicBezTo>
                          <a:pt x="2197" y="12783"/>
                          <a:pt x="2341" y="12639"/>
                          <a:pt x="2341" y="12171"/>
                        </a:cubicBezTo>
                        <a:lnTo>
                          <a:pt x="2341" y="6194"/>
                        </a:lnTo>
                        <a:cubicBezTo>
                          <a:pt x="2341" y="5293"/>
                          <a:pt x="2701" y="3565"/>
                          <a:pt x="3025" y="3241"/>
                        </a:cubicBezTo>
                        <a:cubicBezTo>
                          <a:pt x="3385" y="2917"/>
                          <a:pt x="649" y="0"/>
                          <a:pt x="6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3"/>
                  <p:cNvSpPr/>
                  <p:nvPr/>
                </p:nvSpPr>
                <p:spPr>
                  <a:xfrm>
                    <a:off x="4092622" y="4037963"/>
                    <a:ext cx="261493" cy="259698"/>
                  </a:xfrm>
                  <a:custGeom>
                    <a:rect b="b" l="l" r="r" t="t"/>
                    <a:pathLst>
                      <a:path extrusionOk="0" h="15628" w="15736">
                        <a:moveTo>
                          <a:pt x="2881" y="1"/>
                        </a:moveTo>
                        <a:cubicBezTo>
                          <a:pt x="1693" y="685"/>
                          <a:pt x="685" y="1729"/>
                          <a:pt x="73" y="2989"/>
                        </a:cubicBezTo>
                        <a:cubicBezTo>
                          <a:pt x="1" y="3278"/>
                          <a:pt x="73" y="3530"/>
                          <a:pt x="325" y="3710"/>
                        </a:cubicBezTo>
                        <a:cubicBezTo>
                          <a:pt x="721" y="3998"/>
                          <a:pt x="3277" y="6302"/>
                          <a:pt x="3746" y="7814"/>
                        </a:cubicBezTo>
                        <a:cubicBezTo>
                          <a:pt x="4250" y="9291"/>
                          <a:pt x="5078" y="12243"/>
                          <a:pt x="5402" y="13395"/>
                        </a:cubicBezTo>
                        <a:cubicBezTo>
                          <a:pt x="5762" y="14548"/>
                          <a:pt x="6518" y="15628"/>
                          <a:pt x="7778" y="15628"/>
                        </a:cubicBezTo>
                        <a:lnTo>
                          <a:pt x="14476" y="15628"/>
                        </a:lnTo>
                        <a:cubicBezTo>
                          <a:pt x="15736" y="15628"/>
                          <a:pt x="15304" y="14476"/>
                          <a:pt x="14404" y="13863"/>
                        </a:cubicBezTo>
                        <a:cubicBezTo>
                          <a:pt x="13467" y="13287"/>
                          <a:pt x="11451" y="11811"/>
                          <a:pt x="11199" y="11703"/>
                        </a:cubicBezTo>
                        <a:cubicBezTo>
                          <a:pt x="10911" y="11595"/>
                          <a:pt x="10803" y="11703"/>
                          <a:pt x="10803" y="11703"/>
                        </a:cubicBezTo>
                        <a:cubicBezTo>
                          <a:pt x="10803" y="11703"/>
                          <a:pt x="11091" y="11847"/>
                          <a:pt x="11019" y="12099"/>
                        </a:cubicBezTo>
                        <a:cubicBezTo>
                          <a:pt x="10911" y="12315"/>
                          <a:pt x="10227" y="12207"/>
                          <a:pt x="9543" y="12207"/>
                        </a:cubicBezTo>
                        <a:cubicBezTo>
                          <a:pt x="8606" y="12171"/>
                          <a:pt x="7742" y="11559"/>
                          <a:pt x="7346" y="10695"/>
                        </a:cubicBezTo>
                        <a:cubicBezTo>
                          <a:pt x="6842" y="9543"/>
                          <a:pt x="4862" y="3566"/>
                          <a:pt x="4682" y="3025"/>
                        </a:cubicBezTo>
                        <a:cubicBezTo>
                          <a:pt x="4502" y="2521"/>
                          <a:pt x="3205" y="1297"/>
                          <a:pt x="2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4" name="Google Shape;6274;p83"/>
                <p:cNvSpPr/>
                <p:nvPr/>
              </p:nvSpPr>
              <p:spPr>
                <a:xfrm>
                  <a:off x="4206318" y="1779827"/>
                  <a:ext cx="247717" cy="409887"/>
                </a:xfrm>
                <a:custGeom>
                  <a:rect b="b" l="l" r="r" t="t"/>
                  <a:pathLst>
                    <a:path extrusionOk="0" h="24666" w="14907">
                      <a:moveTo>
                        <a:pt x="14907" y="24665"/>
                      </a:moveTo>
                      <a:cubicBezTo>
                        <a:pt x="14115" y="20164"/>
                        <a:pt x="9146" y="11667"/>
                        <a:pt x="4753" y="3997"/>
                      </a:cubicBezTo>
                      <a:cubicBezTo>
                        <a:pt x="4753" y="3997"/>
                        <a:pt x="2449" y="613"/>
                        <a:pt x="0" y="1"/>
                      </a:cubicBezTo>
                      <a:lnTo>
                        <a:pt x="3889" y="23333"/>
                      </a:lnTo>
                      <a:cubicBezTo>
                        <a:pt x="6049" y="24449"/>
                        <a:pt x="14079" y="21749"/>
                        <a:pt x="14907" y="2466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3"/>
                <p:cNvSpPr/>
                <p:nvPr/>
              </p:nvSpPr>
              <p:spPr>
                <a:xfrm>
                  <a:off x="3806618" y="1751710"/>
                  <a:ext cx="493058" cy="693498"/>
                </a:xfrm>
                <a:custGeom>
                  <a:rect b="b" l="l" r="r" t="t"/>
                  <a:pathLst>
                    <a:path extrusionOk="0" h="41733" w="29671">
                      <a:moveTo>
                        <a:pt x="24053" y="1693"/>
                      </a:moveTo>
                      <a:cubicBezTo>
                        <a:pt x="24053" y="1693"/>
                        <a:pt x="26286" y="7382"/>
                        <a:pt x="26718" y="8246"/>
                      </a:cubicBezTo>
                      <a:cubicBezTo>
                        <a:pt x="27150" y="9110"/>
                        <a:pt x="28950" y="12891"/>
                        <a:pt x="29310" y="14799"/>
                      </a:cubicBezTo>
                      <a:cubicBezTo>
                        <a:pt x="29670" y="16707"/>
                        <a:pt x="28950" y="19408"/>
                        <a:pt x="28194" y="20848"/>
                      </a:cubicBezTo>
                      <a:lnTo>
                        <a:pt x="28194" y="39752"/>
                      </a:lnTo>
                      <a:cubicBezTo>
                        <a:pt x="20993" y="41732"/>
                        <a:pt x="12027" y="41048"/>
                        <a:pt x="4789" y="39752"/>
                      </a:cubicBezTo>
                      <a:lnTo>
                        <a:pt x="5978" y="31830"/>
                      </a:lnTo>
                      <a:lnTo>
                        <a:pt x="1" y="2917"/>
                      </a:lnTo>
                      <a:lnTo>
                        <a:pt x="8786" y="72"/>
                      </a:lnTo>
                      <a:lnTo>
                        <a:pt x="14619" y="1585"/>
                      </a:lnTo>
                      <a:lnTo>
                        <a:pt x="169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3"/>
                <p:cNvSpPr/>
                <p:nvPr/>
              </p:nvSpPr>
              <p:spPr>
                <a:xfrm>
                  <a:off x="3938262" y="1719988"/>
                  <a:ext cx="113099" cy="138241"/>
                </a:xfrm>
                <a:custGeom>
                  <a:rect b="b" l="l" r="r" t="t"/>
                  <a:pathLst>
                    <a:path extrusionOk="0" h="8319" w="6806">
                      <a:moveTo>
                        <a:pt x="828" y="1"/>
                      </a:moveTo>
                      <a:lnTo>
                        <a:pt x="6805" y="4538"/>
                      </a:lnTo>
                      <a:lnTo>
                        <a:pt x="3997" y="8318"/>
                      </a:lnTo>
                      <a:lnTo>
                        <a:pt x="0" y="226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3"/>
                <p:cNvSpPr/>
                <p:nvPr/>
              </p:nvSpPr>
              <p:spPr>
                <a:xfrm>
                  <a:off x="4051344" y="1724175"/>
                  <a:ext cx="67035" cy="126875"/>
                </a:xfrm>
                <a:custGeom>
                  <a:rect b="b" l="l" r="r" t="t"/>
                  <a:pathLst>
                    <a:path extrusionOk="0" h="7635" w="4034">
                      <a:moveTo>
                        <a:pt x="0" y="4286"/>
                      </a:moveTo>
                      <a:lnTo>
                        <a:pt x="2377" y="1"/>
                      </a:lnTo>
                      <a:lnTo>
                        <a:pt x="3457" y="1945"/>
                      </a:lnTo>
                      <a:lnTo>
                        <a:pt x="4033" y="763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3"/>
                <p:cNvSpPr/>
                <p:nvPr/>
              </p:nvSpPr>
              <p:spPr>
                <a:xfrm>
                  <a:off x="3751564" y="1755300"/>
                  <a:ext cx="324324" cy="955556"/>
                </a:xfrm>
                <a:custGeom>
                  <a:rect b="b" l="l" r="r" t="t"/>
                  <a:pathLst>
                    <a:path extrusionOk="0" h="57503" w="19517">
                      <a:moveTo>
                        <a:pt x="3314" y="2701"/>
                      </a:moveTo>
                      <a:cubicBezTo>
                        <a:pt x="3314" y="2701"/>
                        <a:pt x="9327" y="0"/>
                        <a:pt x="9579" y="36"/>
                      </a:cubicBezTo>
                      <a:cubicBezTo>
                        <a:pt x="9831" y="144"/>
                        <a:pt x="10083" y="252"/>
                        <a:pt x="10299" y="432"/>
                      </a:cubicBezTo>
                      <a:lnTo>
                        <a:pt x="18220" y="15699"/>
                      </a:lnTo>
                      <a:cubicBezTo>
                        <a:pt x="19157" y="17175"/>
                        <a:pt x="19517" y="18976"/>
                        <a:pt x="19229" y="20704"/>
                      </a:cubicBezTo>
                      <a:cubicBezTo>
                        <a:pt x="18761" y="23693"/>
                        <a:pt x="17536" y="29238"/>
                        <a:pt x="17536" y="29238"/>
                      </a:cubicBezTo>
                      <a:cubicBezTo>
                        <a:pt x="16780" y="35503"/>
                        <a:pt x="15340" y="46089"/>
                        <a:pt x="14080" y="53146"/>
                      </a:cubicBezTo>
                      <a:cubicBezTo>
                        <a:pt x="14080" y="53146"/>
                        <a:pt x="13972" y="53902"/>
                        <a:pt x="12855" y="54262"/>
                      </a:cubicBezTo>
                      <a:cubicBezTo>
                        <a:pt x="11703" y="54586"/>
                        <a:pt x="721" y="57251"/>
                        <a:pt x="721" y="57251"/>
                      </a:cubicBezTo>
                      <a:cubicBezTo>
                        <a:pt x="721" y="57251"/>
                        <a:pt x="1" y="57503"/>
                        <a:pt x="217" y="56279"/>
                      </a:cubicBezTo>
                      <a:cubicBezTo>
                        <a:pt x="433" y="55055"/>
                        <a:pt x="6518" y="33198"/>
                        <a:pt x="6518" y="331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3"/>
                <p:cNvSpPr/>
                <p:nvPr/>
              </p:nvSpPr>
              <p:spPr>
                <a:xfrm>
                  <a:off x="4138104" y="1759487"/>
                  <a:ext cx="192082" cy="913680"/>
                </a:xfrm>
                <a:custGeom>
                  <a:rect b="b" l="l" r="r" t="t"/>
                  <a:pathLst>
                    <a:path extrusionOk="0" h="54983" w="11559">
                      <a:moveTo>
                        <a:pt x="0" y="216"/>
                      </a:moveTo>
                      <a:cubicBezTo>
                        <a:pt x="0" y="216"/>
                        <a:pt x="4573" y="13395"/>
                        <a:pt x="4969" y="14583"/>
                      </a:cubicBezTo>
                      <a:cubicBezTo>
                        <a:pt x="5365" y="15771"/>
                        <a:pt x="5581" y="16779"/>
                        <a:pt x="5113" y="19444"/>
                      </a:cubicBezTo>
                      <a:cubicBezTo>
                        <a:pt x="5005" y="19876"/>
                        <a:pt x="4969" y="20308"/>
                        <a:pt x="4969" y="20776"/>
                      </a:cubicBezTo>
                      <a:cubicBezTo>
                        <a:pt x="4969" y="21748"/>
                        <a:pt x="5077" y="26969"/>
                        <a:pt x="5077" y="26969"/>
                      </a:cubicBezTo>
                      <a:lnTo>
                        <a:pt x="5617" y="51670"/>
                      </a:lnTo>
                      <a:cubicBezTo>
                        <a:pt x="5725" y="52210"/>
                        <a:pt x="6086" y="52714"/>
                        <a:pt x="6626" y="52930"/>
                      </a:cubicBezTo>
                      <a:cubicBezTo>
                        <a:pt x="7490" y="53254"/>
                        <a:pt x="11018" y="54875"/>
                        <a:pt x="11018" y="54875"/>
                      </a:cubicBezTo>
                      <a:cubicBezTo>
                        <a:pt x="11018" y="54875"/>
                        <a:pt x="11559" y="54983"/>
                        <a:pt x="11559" y="54334"/>
                      </a:cubicBezTo>
                      <a:cubicBezTo>
                        <a:pt x="11559" y="53650"/>
                        <a:pt x="9038" y="29850"/>
                        <a:pt x="9038" y="29850"/>
                      </a:cubicBezTo>
                      <a:lnTo>
                        <a:pt x="8570" y="21172"/>
                      </a:lnTo>
                      <a:cubicBezTo>
                        <a:pt x="8570" y="21172"/>
                        <a:pt x="9758" y="16707"/>
                        <a:pt x="10226" y="15015"/>
                      </a:cubicBezTo>
                      <a:cubicBezTo>
                        <a:pt x="10694" y="13323"/>
                        <a:pt x="9830" y="11270"/>
                        <a:pt x="8426" y="8930"/>
                      </a:cubicBezTo>
                      <a:cubicBezTo>
                        <a:pt x="7022" y="6590"/>
                        <a:pt x="4105" y="1225"/>
                        <a:pt x="4105" y="1225"/>
                      </a:cubicBezTo>
                      <a:lnTo>
                        <a:pt x="396" y="36"/>
                      </a:lnTo>
                      <a:cubicBezTo>
                        <a:pt x="252" y="0"/>
                        <a:pt x="72" y="72"/>
                        <a:pt x="0" y="2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3"/>
                <p:cNvSpPr/>
                <p:nvPr/>
              </p:nvSpPr>
              <p:spPr>
                <a:xfrm>
                  <a:off x="3710286" y="1789997"/>
                  <a:ext cx="615113" cy="563649"/>
                </a:xfrm>
                <a:custGeom>
                  <a:rect b="b" l="l" r="r" t="t"/>
                  <a:pathLst>
                    <a:path extrusionOk="0" h="33919" w="37016">
                      <a:moveTo>
                        <a:pt x="5798" y="613"/>
                      </a:moveTo>
                      <a:cubicBezTo>
                        <a:pt x="5798" y="613"/>
                        <a:pt x="505" y="2413"/>
                        <a:pt x="181" y="6374"/>
                      </a:cubicBezTo>
                      <a:cubicBezTo>
                        <a:pt x="0" y="8570"/>
                        <a:pt x="6554" y="30030"/>
                        <a:pt x="8174" y="31651"/>
                      </a:cubicBezTo>
                      <a:cubicBezTo>
                        <a:pt x="9650" y="33127"/>
                        <a:pt x="12027" y="33919"/>
                        <a:pt x="16492" y="33595"/>
                      </a:cubicBezTo>
                      <a:cubicBezTo>
                        <a:pt x="20992" y="33271"/>
                        <a:pt x="37015" y="29562"/>
                        <a:pt x="37015" y="29562"/>
                      </a:cubicBezTo>
                      <a:lnTo>
                        <a:pt x="33595" y="23405"/>
                      </a:lnTo>
                      <a:lnTo>
                        <a:pt x="14979" y="25889"/>
                      </a:lnTo>
                      <a:cubicBezTo>
                        <a:pt x="14943" y="25457"/>
                        <a:pt x="14511" y="25133"/>
                        <a:pt x="14115" y="25277"/>
                      </a:cubicBezTo>
                      <a:cubicBezTo>
                        <a:pt x="14115" y="25277"/>
                        <a:pt x="10406" y="9650"/>
                        <a:pt x="9650" y="5258"/>
                      </a:cubicBezTo>
                      <a:cubicBezTo>
                        <a:pt x="8930" y="829"/>
                        <a:pt x="7706" y="1"/>
                        <a:pt x="5798" y="6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3"/>
                <p:cNvSpPr/>
                <p:nvPr/>
              </p:nvSpPr>
              <p:spPr>
                <a:xfrm>
                  <a:off x="3937065" y="2162163"/>
                  <a:ext cx="201653" cy="104142"/>
                </a:xfrm>
                <a:custGeom>
                  <a:rect b="b" l="l" r="r" t="t"/>
                  <a:pathLst>
                    <a:path extrusionOk="0" h="6267" w="12135">
                      <a:moveTo>
                        <a:pt x="11738" y="1117"/>
                      </a:moveTo>
                      <a:lnTo>
                        <a:pt x="5833" y="1297"/>
                      </a:lnTo>
                      <a:cubicBezTo>
                        <a:pt x="5293" y="1225"/>
                        <a:pt x="4753" y="1081"/>
                        <a:pt x="4249" y="901"/>
                      </a:cubicBezTo>
                      <a:cubicBezTo>
                        <a:pt x="3601" y="541"/>
                        <a:pt x="2953" y="253"/>
                        <a:pt x="2269" y="73"/>
                      </a:cubicBezTo>
                      <a:cubicBezTo>
                        <a:pt x="1800" y="1"/>
                        <a:pt x="0" y="937"/>
                        <a:pt x="0" y="937"/>
                      </a:cubicBezTo>
                      <a:lnTo>
                        <a:pt x="468" y="2845"/>
                      </a:lnTo>
                      <a:lnTo>
                        <a:pt x="2377" y="4862"/>
                      </a:lnTo>
                      <a:cubicBezTo>
                        <a:pt x="3025" y="5366"/>
                        <a:pt x="3817" y="5690"/>
                        <a:pt x="4645" y="5762"/>
                      </a:cubicBezTo>
                      <a:cubicBezTo>
                        <a:pt x="5329" y="5762"/>
                        <a:pt x="6013" y="5618"/>
                        <a:pt x="6625" y="5366"/>
                      </a:cubicBezTo>
                      <a:lnTo>
                        <a:pt x="12134" y="6266"/>
                      </a:ln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3"/>
                <p:cNvSpPr/>
                <p:nvPr/>
              </p:nvSpPr>
              <p:spPr>
                <a:xfrm>
                  <a:off x="4077068" y="2180724"/>
                  <a:ext cx="61651" cy="85580"/>
                </a:xfrm>
                <a:custGeom>
                  <a:rect b="b" l="l" r="r" t="t"/>
                  <a:pathLst>
                    <a:path extrusionOk="0" h="5150" w="3710">
                      <a:moveTo>
                        <a:pt x="3313" y="0"/>
                      </a:moveTo>
                      <a:lnTo>
                        <a:pt x="2629" y="36"/>
                      </a:lnTo>
                      <a:lnTo>
                        <a:pt x="1" y="4537"/>
                      </a:lnTo>
                      <a:lnTo>
                        <a:pt x="3709" y="5149"/>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3"/>
                <p:cNvSpPr/>
                <p:nvPr/>
              </p:nvSpPr>
              <p:spPr>
                <a:xfrm>
                  <a:off x="4121951" y="2141225"/>
                  <a:ext cx="333879" cy="154393"/>
                </a:xfrm>
                <a:custGeom>
                  <a:rect b="b" l="l" r="r" t="t"/>
                  <a:pathLst>
                    <a:path extrusionOk="0" h="9291" w="20092">
                      <a:moveTo>
                        <a:pt x="648" y="1837"/>
                      </a:moveTo>
                      <a:lnTo>
                        <a:pt x="36" y="8318"/>
                      </a:lnTo>
                      <a:cubicBezTo>
                        <a:pt x="0" y="8678"/>
                        <a:pt x="252" y="9002"/>
                        <a:pt x="612" y="9074"/>
                      </a:cubicBezTo>
                      <a:cubicBezTo>
                        <a:pt x="1224" y="9290"/>
                        <a:pt x="16167" y="8966"/>
                        <a:pt x="16167" y="8966"/>
                      </a:cubicBezTo>
                      <a:cubicBezTo>
                        <a:pt x="16167" y="8966"/>
                        <a:pt x="20092" y="8102"/>
                        <a:pt x="20092" y="3997"/>
                      </a:cubicBezTo>
                      <a:cubicBezTo>
                        <a:pt x="20092" y="3637"/>
                        <a:pt x="20056" y="3241"/>
                        <a:pt x="19984" y="2881"/>
                      </a:cubicBezTo>
                      <a:cubicBezTo>
                        <a:pt x="19156" y="1"/>
                        <a:pt x="16239" y="109"/>
                        <a:pt x="16239" y="109"/>
                      </a:cubicBezTo>
                      <a:lnTo>
                        <a:pt x="9434" y="973"/>
                      </a:lnTo>
                      <a:lnTo>
                        <a:pt x="1260" y="1477"/>
                      </a:lnTo>
                      <a:cubicBezTo>
                        <a:pt x="1260" y="1477"/>
                        <a:pt x="720" y="1477"/>
                        <a:pt x="648" y="183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3"/>
                <p:cNvSpPr/>
                <p:nvPr/>
              </p:nvSpPr>
              <p:spPr>
                <a:xfrm>
                  <a:off x="4078264" y="1881543"/>
                  <a:ext cx="22749" cy="20955"/>
                </a:xfrm>
                <a:custGeom>
                  <a:rect b="b" l="l" r="r" t="t"/>
                  <a:pathLst>
                    <a:path extrusionOk="0" h="1261" w="1369">
                      <a:moveTo>
                        <a:pt x="613" y="1"/>
                      </a:moveTo>
                      <a:cubicBezTo>
                        <a:pt x="973" y="1"/>
                        <a:pt x="1261" y="289"/>
                        <a:pt x="1297" y="649"/>
                      </a:cubicBezTo>
                      <a:cubicBezTo>
                        <a:pt x="1369" y="973"/>
                        <a:pt x="1081" y="1261"/>
                        <a:pt x="757" y="1261"/>
                      </a:cubicBezTo>
                      <a:cubicBezTo>
                        <a:pt x="397" y="1261"/>
                        <a:pt x="73" y="973"/>
                        <a:pt x="37" y="649"/>
                      </a:cubicBezTo>
                      <a:cubicBezTo>
                        <a:pt x="1" y="289"/>
                        <a:pt x="253" y="1"/>
                        <a:pt x="6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3"/>
                <p:cNvSpPr/>
                <p:nvPr/>
              </p:nvSpPr>
              <p:spPr>
                <a:xfrm>
                  <a:off x="4120157" y="1992232"/>
                  <a:ext cx="23348" cy="21570"/>
                </a:xfrm>
                <a:custGeom>
                  <a:rect b="b" l="l" r="r" t="t"/>
                  <a:pathLst>
                    <a:path extrusionOk="0" h="1298" w="1405">
                      <a:moveTo>
                        <a:pt x="648" y="1"/>
                      </a:moveTo>
                      <a:cubicBezTo>
                        <a:pt x="972" y="37"/>
                        <a:pt x="1296" y="289"/>
                        <a:pt x="1332" y="649"/>
                      </a:cubicBezTo>
                      <a:cubicBezTo>
                        <a:pt x="1404" y="973"/>
                        <a:pt x="1116" y="1297"/>
                        <a:pt x="792" y="1297"/>
                      </a:cubicBezTo>
                      <a:cubicBezTo>
                        <a:pt x="432" y="1261"/>
                        <a:pt x="108" y="1009"/>
                        <a:pt x="72" y="649"/>
                      </a:cubicBezTo>
                      <a:cubicBezTo>
                        <a:pt x="0" y="325"/>
                        <a:pt x="288" y="1"/>
                        <a:pt x="6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3"/>
                <p:cNvSpPr/>
                <p:nvPr/>
              </p:nvSpPr>
              <p:spPr>
                <a:xfrm>
                  <a:off x="4117764" y="2372191"/>
                  <a:ext cx="22749" cy="21553"/>
                </a:xfrm>
                <a:custGeom>
                  <a:rect b="b" l="l" r="r" t="t"/>
                  <a:pathLst>
                    <a:path extrusionOk="0" h="1297" w="1369">
                      <a:moveTo>
                        <a:pt x="612" y="1296"/>
                      </a:moveTo>
                      <a:cubicBezTo>
                        <a:pt x="972" y="1296"/>
                        <a:pt x="1260" y="1008"/>
                        <a:pt x="1332" y="648"/>
                      </a:cubicBezTo>
                      <a:cubicBezTo>
                        <a:pt x="1368" y="324"/>
                        <a:pt x="1116" y="0"/>
                        <a:pt x="756" y="36"/>
                      </a:cubicBezTo>
                      <a:cubicBezTo>
                        <a:pt x="396" y="36"/>
                        <a:pt x="108" y="288"/>
                        <a:pt x="72" y="648"/>
                      </a:cubicBezTo>
                      <a:cubicBezTo>
                        <a:pt x="0" y="1008"/>
                        <a:pt x="252" y="1296"/>
                        <a:pt x="612"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3"/>
                <p:cNvSpPr/>
                <p:nvPr/>
              </p:nvSpPr>
              <p:spPr>
                <a:xfrm>
                  <a:off x="3945125" y="1637900"/>
                  <a:ext cx="139352" cy="92075"/>
                </a:xfrm>
                <a:custGeom>
                  <a:rect b="b" l="l" r="r" t="t"/>
                  <a:pathLst>
                    <a:path extrusionOk="0" h="1810" w="2484">
                      <a:moveTo>
                        <a:pt x="1" y="1"/>
                      </a:moveTo>
                      <a:cubicBezTo>
                        <a:pt x="1" y="1"/>
                        <a:pt x="925" y="1321"/>
                        <a:pt x="2180" y="1810"/>
                      </a:cubicBezTo>
                      <a:cubicBezTo>
                        <a:pt x="2286" y="1744"/>
                        <a:pt x="2378" y="1678"/>
                        <a:pt x="2484" y="1599"/>
                      </a:cubicBezTo>
                      <a:lnTo>
                        <a:pt x="2484" y="727"/>
                      </a:lnTo>
                      <a:lnTo>
                        <a:pt x="2074" y="516"/>
                      </a:lnTo>
                      <a:lnTo>
                        <a:pt x="1" y="1"/>
                      </a:ln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3"/>
                <p:cNvSpPr/>
                <p:nvPr/>
              </p:nvSpPr>
              <p:spPr>
                <a:xfrm>
                  <a:off x="3876202" y="1316533"/>
                  <a:ext cx="329907" cy="210978"/>
                </a:xfrm>
                <a:custGeom>
                  <a:rect b="b" l="l" r="r" t="t"/>
                  <a:pathLst>
                    <a:path extrusionOk="0" h="17104" w="22974">
                      <a:moveTo>
                        <a:pt x="1693" y="14943"/>
                      </a:moveTo>
                      <a:lnTo>
                        <a:pt x="1117" y="13647"/>
                      </a:lnTo>
                      <a:cubicBezTo>
                        <a:pt x="1117" y="13647"/>
                        <a:pt x="1" y="8606"/>
                        <a:pt x="2449" y="5005"/>
                      </a:cubicBezTo>
                      <a:cubicBezTo>
                        <a:pt x="4934" y="1405"/>
                        <a:pt x="11163" y="1"/>
                        <a:pt x="14332" y="1"/>
                      </a:cubicBezTo>
                      <a:cubicBezTo>
                        <a:pt x="17464" y="1"/>
                        <a:pt x="18652" y="3205"/>
                        <a:pt x="18941" y="3997"/>
                      </a:cubicBezTo>
                      <a:cubicBezTo>
                        <a:pt x="19265" y="4753"/>
                        <a:pt x="21965" y="5330"/>
                        <a:pt x="22469" y="7526"/>
                      </a:cubicBezTo>
                      <a:cubicBezTo>
                        <a:pt x="22973" y="9722"/>
                        <a:pt x="20705" y="17104"/>
                        <a:pt x="20705" y="1710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3"/>
                <p:cNvSpPr/>
                <p:nvPr/>
              </p:nvSpPr>
              <p:spPr>
                <a:xfrm>
                  <a:off x="4094934" y="1504753"/>
                  <a:ext cx="99816" cy="81191"/>
                </a:xfrm>
                <a:custGeom>
                  <a:rect b="b" l="l" r="r" t="t"/>
                  <a:pathLst>
                    <a:path extrusionOk="0" h="5654" w="6951">
                      <a:moveTo>
                        <a:pt x="4070" y="36"/>
                      </a:moveTo>
                      <a:lnTo>
                        <a:pt x="4250" y="72"/>
                      </a:lnTo>
                      <a:lnTo>
                        <a:pt x="4250" y="72"/>
                      </a:lnTo>
                      <a:cubicBezTo>
                        <a:pt x="6914" y="649"/>
                        <a:pt x="6950" y="4429"/>
                        <a:pt x="4286" y="5041"/>
                      </a:cubicBezTo>
                      <a:cubicBezTo>
                        <a:pt x="1621" y="5653"/>
                        <a:pt x="1" y="2269"/>
                        <a:pt x="2125" y="541"/>
                      </a:cubicBezTo>
                      <a:cubicBezTo>
                        <a:pt x="2053" y="1297"/>
                        <a:pt x="2161" y="2233"/>
                        <a:pt x="3133" y="2341"/>
                      </a:cubicBezTo>
                      <a:lnTo>
                        <a:pt x="3133" y="901"/>
                      </a:lnTo>
                      <a:cubicBezTo>
                        <a:pt x="3133" y="397"/>
                        <a:pt x="3565" y="0"/>
                        <a:pt x="4070" y="36"/>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3"/>
                <p:cNvSpPr/>
                <p:nvPr/>
              </p:nvSpPr>
              <p:spPr>
                <a:xfrm>
                  <a:off x="3868955" y="1504236"/>
                  <a:ext cx="100333" cy="82225"/>
                </a:xfrm>
                <a:custGeom>
                  <a:rect b="b" l="l" r="r" t="t"/>
                  <a:pathLst>
                    <a:path extrusionOk="0" h="5726" w="6987">
                      <a:moveTo>
                        <a:pt x="2953" y="72"/>
                      </a:moveTo>
                      <a:lnTo>
                        <a:pt x="2773" y="72"/>
                      </a:lnTo>
                      <a:lnTo>
                        <a:pt x="2773" y="72"/>
                      </a:lnTo>
                      <a:cubicBezTo>
                        <a:pt x="109" y="613"/>
                        <a:pt x="1" y="4429"/>
                        <a:pt x="2665" y="5077"/>
                      </a:cubicBezTo>
                      <a:cubicBezTo>
                        <a:pt x="5294" y="5726"/>
                        <a:pt x="6986" y="2341"/>
                        <a:pt x="4898" y="613"/>
                      </a:cubicBezTo>
                      <a:cubicBezTo>
                        <a:pt x="4970" y="1369"/>
                        <a:pt x="4826" y="2305"/>
                        <a:pt x="3854" y="2377"/>
                      </a:cubicBezTo>
                      <a:lnTo>
                        <a:pt x="3890" y="901"/>
                      </a:lnTo>
                      <a:cubicBezTo>
                        <a:pt x="3890" y="397"/>
                        <a:pt x="3458" y="0"/>
                        <a:pt x="2953" y="72"/>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3"/>
                <p:cNvSpPr/>
                <p:nvPr/>
              </p:nvSpPr>
              <p:spPr>
                <a:xfrm>
                  <a:off x="3906711" y="1323261"/>
                  <a:ext cx="250783" cy="365563"/>
                </a:xfrm>
                <a:custGeom>
                  <a:rect b="b" l="l" r="r" t="t"/>
                  <a:pathLst>
                    <a:path extrusionOk="0" h="25457" w="17464">
                      <a:moveTo>
                        <a:pt x="8714" y="25457"/>
                      </a:moveTo>
                      <a:cubicBezTo>
                        <a:pt x="3961" y="25457"/>
                        <a:pt x="0" y="19588"/>
                        <a:pt x="0" y="14943"/>
                      </a:cubicBezTo>
                      <a:lnTo>
                        <a:pt x="0" y="8750"/>
                      </a:lnTo>
                      <a:cubicBezTo>
                        <a:pt x="0" y="3925"/>
                        <a:pt x="3925" y="36"/>
                        <a:pt x="8714" y="0"/>
                      </a:cubicBezTo>
                      <a:lnTo>
                        <a:pt x="8714" y="0"/>
                      </a:lnTo>
                      <a:cubicBezTo>
                        <a:pt x="13539" y="36"/>
                        <a:pt x="17464" y="3925"/>
                        <a:pt x="17464" y="8750"/>
                      </a:cubicBezTo>
                      <a:lnTo>
                        <a:pt x="17464" y="14799"/>
                      </a:lnTo>
                      <a:cubicBezTo>
                        <a:pt x="17464" y="19876"/>
                        <a:pt x="14007" y="25457"/>
                        <a:pt x="8714" y="25457"/>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3"/>
                <p:cNvSpPr/>
                <p:nvPr/>
              </p:nvSpPr>
              <p:spPr>
                <a:xfrm>
                  <a:off x="3943414" y="1465444"/>
                  <a:ext cx="50700" cy="32917"/>
                </a:xfrm>
                <a:custGeom>
                  <a:rect b="b" l="l" r="r" t="t"/>
                  <a:pathLst>
                    <a:path extrusionOk="0" h="1442" w="3530">
                      <a:moveTo>
                        <a:pt x="3277" y="397"/>
                      </a:moveTo>
                      <a:cubicBezTo>
                        <a:pt x="3457" y="469"/>
                        <a:pt x="3529" y="685"/>
                        <a:pt x="3457" y="901"/>
                      </a:cubicBezTo>
                      <a:cubicBezTo>
                        <a:pt x="3385" y="1081"/>
                        <a:pt x="3169" y="1153"/>
                        <a:pt x="2953" y="1081"/>
                      </a:cubicBezTo>
                      <a:cubicBezTo>
                        <a:pt x="2269" y="757"/>
                        <a:pt x="1477" y="829"/>
                        <a:pt x="793" y="1225"/>
                      </a:cubicBezTo>
                      <a:cubicBezTo>
                        <a:pt x="397" y="1441"/>
                        <a:pt x="1" y="829"/>
                        <a:pt x="433" y="577"/>
                      </a:cubicBezTo>
                      <a:cubicBezTo>
                        <a:pt x="1297" y="73"/>
                        <a:pt x="2341" y="1"/>
                        <a:pt x="3277" y="3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3"/>
                <p:cNvSpPr/>
                <p:nvPr/>
              </p:nvSpPr>
              <p:spPr>
                <a:xfrm>
                  <a:off x="4067533" y="1467087"/>
                  <a:ext cx="53285" cy="31274"/>
                </a:xfrm>
                <a:custGeom>
                  <a:rect b="b" l="l" r="r" t="t"/>
                  <a:pathLst>
                    <a:path extrusionOk="0" h="1370" w="3710">
                      <a:moveTo>
                        <a:pt x="3277" y="505"/>
                      </a:moveTo>
                      <a:cubicBezTo>
                        <a:pt x="3709" y="721"/>
                        <a:pt x="3349" y="1369"/>
                        <a:pt x="2917" y="1117"/>
                      </a:cubicBezTo>
                      <a:cubicBezTo>
                        <a:pt x="2233" y="793"/>
                        <a:pt x="1441" y="757"/>
                        <a:pt x="757" y="1081"/>
                      </a:cubicBezTo>
                      <a:cubicBezTo>
                        <a:pt x="325" y="1297"/>
                        <a:pt x="0" y="685"/>
                        <a:pt x="433" y="433"/>
                      </a:cubicBezTo>
                      <a:cubicBezTo>
                        <a:pt x="1333" y="1"/>
                        <a:pt x="2377" y="1"/>
                        <a:pt x="3277" y="5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3"/>
                <p:cNvSpPr/>
                <p:nvPr/>
              </p:nvSpPr>
              <p:spPr>
                <a:xfrm>
                  <a:off x="4100104" y="1357382"/>
                  <a:ext cx="93096" cy="178394"/>
                </a:xfrm>
                <a:custGeom>
                  <a:rect b="b" l="l" r="r" t="t"/>
                  <a:pathLst>
                    <a:path extrusionOk="0" h="12423" w="6483">
                      <a:moveTo>
                        <a:pt x="3998" y="12423"/>
                      </a:moveTo>
                      <a:lnTo>
                        <a:pt x="3061" y="8570"/>
                      </a:lnTo>
                      <a:cubicBezTo>
                        <a:pt x="3061" y="8570"/>
                        <a:pt x="1" y="6302"/>
                        <a:pt x="1081" y="3169"/>
                      </a:cubicBezTo>
                      <a:cubicBezTo>
                        <a:pt x="2161" y="1"/>
                        <a:pt x="2377" y="325"/>
                        <a:pt x="2377" y="325"/>
                      </a:cubicBezTo>
                      <a:cubicBezTo>
                        <a:pt x="2377" y="325"/>
                        <a:pt x="6482" y="2197"/>
                        <a:pt x="4646" y="1047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3"/>
                <p:cNvSpPr/>
                <p:nvPr/>
              </p:nvSpPr>
              <p:spPr>
                <a:xfrm>
                  <a:off x="3871023" y="1357382"/>
                  <a:ext cx="93096" cy="178394"/>
                </a:xfrm>
                <a:custGeom>
                  <a:rect b="b" l="l" r="r" t="t"/>
                  <a:pathLst>
                    <a:path extrusionOk="0" h="12423" w="6483">
                      <a:moveTo>
                        <a:pt x="2485" y="12423"/>
                      </a:moveTo>
                      <a:lnTo>
                        <a:pt x="3422" y="8570"/>
                      </a:lnTo>
                      <a:cubicBezTo>
                        <a:pt x="3422" y="8570"/>
                        <a:pt x="6482" y="6302"/>
                        <a:pt x="5402" y="3169"/>
                      </a:cubicBezTo>
                      <a:cubicBezTo>
                        <a:pt x="4322" y="1"/>
                        <a:pt x="4106" y="325"/>
                        <a:pt x="4106" y="325"/>
                      </a:cubicBezTo>
                      <a:cubicBezTo>
                        <a:pt x="4106" y="325"/>
                        <a:pt x="1" y="2197"/>
                        <a:pt x="1837" y="1047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3"/>
                <p:cNvSpPr/>
                <p:nvPr/>
              </p:nvSpPr>
              <p:spPr>
                <a:xfrm>
                  <a:off x="3863268" y="1311873"/>
                  <a:ext cx="281298" cy="170654"/>
                </a:xfrm>
                <a:custGeom>
                  <a:rect b="b" l="l" r="r" t="t"/>
                  <a:pathLst>
                    <a:path extrusionOk="0" h="11884" w="19589">
                      <a:moveTo>
                        <a:pt x="19588" y="11883"/>
                      </a:moveTo>
                      <a:cubicBezTo>
                        <a:pt x="19588" y="11883"/>
                        <a:pt x="17284" y="11163"/>
                        <a:pt x="15484" y="6626"/>
                      </a:cubicBezTo>
                      <a:cubicBezTo>
                        <a:pt x="13647" y="2089"/>
                        <a:pt x="9831" y="10263"/>
                        <a:pt x="4898" y="9615"/>
                      </a:cubicBezTo>
                      <a:cubicBezTo>
                        <a:pt x="1" y="8967"/>
                        <a:pt x="3926" y="1801"/>
                        <a:pt x="9723" y="685"/>
                      </a:cubicBezTo>
                      <a:cubicBezTo>
                        <a:pt x="13143" y="1"/>
                        <a:pt x="16636" y="1117"/>
                        <a:pt x="19048" y="363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3"/>
                <p:cNvSpPr/>
                <p:nvPr/>
              </p:nvSpPr>
              <p:spPr>
                <a:xfrm>
                  <a:off x="3973701" y="1520266"/>
                  <a:ext cx="18018" cy="3291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3"/>
                <p:cNvSpPr/>
                <p:nvPr/>
              </p:nvSpPr>
              <p:spPr>
                <a:xfrm>
                  <a:off x="4071942" y="1520223"/>
                  <a:ext cx="18035" cy="32945"/>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3"/>
                <p:cNvSpPr/>
                <p:nvPr/>
              </p:nvSpPr>
              <p:spPr>
                <a:xfrm>
                  <a:off x="4019627" y="1532983"/>
                  <a:ext cx="28005" cy="4139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3"/>
                <p:cNvSpPr/>
                <p:nvPr/>
              </p:nvSpPr>
              <p:spPr>
                <a:xfrm>
                  <a:off x="4073221" y="1578459"/>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3"/>
                <p:cNvSpPr/>
                <p:nvPr/>
              </p:nvSpPr>
              <p:spPr>
                <a:xfrm>
                  <a:off x="3944122" y="1578459"/>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3"/>
                <p:cNvSpPr/>
                <p:nvPr/>
              </p:nvSpPr>
              <p:spPr>
                <a:xfrm>
                  <a:off x="4001264" y="1602832"/>
                  <a:ext cx="61155" cy="2341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3" name="Google Shape;6303;p83"/>
              <p:cNvSpPr/>
              <p:nvPr/>
            </p:nvSpPr>
            <p:spPr>
              <a:xfrm rot="439363">
                <a:off x="3112177" y="34012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3"/>
              <p:cNvSpPr/>
              <p:nvPr/>
            </p:nvSpPr>
            <p:spPr>
              <a:xfrm rot="439363">
                <a:off x="2851727" y="34176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5" name="Google Shape;6305;p83"/>
            <p:cNvSpPr/>
            <p:nvPr/>
          </p:nvSpPr>
          <p:spPr>
            <a:xfrm>
              <a:off x="3021164" y="2247704"/>
              <a:ext cx="22749" cy="21553"/>
            </a:xfrm>
            <a:custGeom>
              <a:rect b="b" l="l" r="r" t="t"/>
              <a:pathLst>
                <a:path extrusionOk="0" h="1297" w="1369">
                  <a:moveTo>
                    <a:pt x="612" y="1296"/>
                  </a:moveTo>
                  <a:cubicBezTo>
                    <a:pt x="972" y="1296"/>
                    <a:pt x="1260" y="1008"/>
                    <a:pt x="1332" y="648"/>
                  </a:cubicBezTo>
                  <a:cubicBezTo>
                    <a:pt x="1368" y="324"/>
                    <a:pt x="1116" y="0"/>
                    <a:pt x="756" y="36"/>
                  </a:cubicBezTo>
                  <a:cubicBezTo>
                    <a:pt x="396" y="36"/>
                    <a:pt x="108" y="288"/>
                    <a:pt x="72" y="648"/>
                  </a:cubicBezTo>
                  <a:cubicBezTo>
                    <a:pt x="0" y="1008"/>
                    <a:pt x="252" y="1296"/>
                    <a:pt x="612"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6" name="Google Shape;6306;p83">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3">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3">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3">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257"/>
                                        </p:tgtEl>
                                        <p:attrNameLst>
                                          <p:attrName>style.visibility</p:attrName>
                                        </p:attrNameLst>
                                      </p:cBhvr>
                                      <p:to>
                                        <p:strVal val="visible"/>
                                      </p:to>
                                    </p:set>
                                    <p:animEffect filter="fade" transition="in">
                                      <p:cBhvr>
                                        <p:cTn dur="1000"/>
                                        <p:tgtEl>
                                          <p:spTgt spid="625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242"/>
                                        </p:tgtEl>
                                        <p:attrNameLst>
                                          <p:attrName>style.visibility</p:attrName>
                                        </p:attrNameLst>
                                      </p:cBhvr>
                                      <p:to>
                                        <p:strVal val="visible"/>
                                      </p:to>
                                    </p:set>
                                    <p:animEffect filter="fade" transition="in">
                                      <p:cBhvr>
                                        <p:cTn dur="1000"/>
                                        <p:tgtEl>
                                          <p:spTgt spid="6242"/>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256"/>
                                        </p:tgtEl>
                                        <p:attrNameLst>
                                          <p:attrName>style.visibility</p:attrName>
                                        </p:attrNameLst>
                                      </p:cBhvr>
                                      <p:to>
                                        <p:strVal val="visible"/>
                                      </p:to>
                                    </p:set>
                                    <p:animEffect filter="fade" transition="in">
                                      <p:cBhvr>
                                        <p:cTn dur="1000"/>
                                        <p:tgtEl>
                                          <p:spTgt spid="625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259"/>
                                        </p:tgtEl>
                                        <p:attrNameLst>
                                          <p:attrName>style.visibility</p:attrName>
                                        </p:attrNameLst>
                                      </p:cBhvr>
                                      <p:to>
                                        <p:strVal val="visible"/>
                                      </p:to>
                                    </p:set>
                                    <p:animEffect filter="fade" transition="in">
                                      <p:cBhvr>
                                        <p:cTn dur="1000"/>
                                        <p:tgtEl>
                                          <p:spTgt spid="625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3" name="Shape 6313"/>
        <p:cNvGrpSpPr/>
        <p:nvPr/>
      </p:nvGrpSpPr>
      <p:grpSpPr>
        <a:xfrm>
          <a:off x="0" y="0"/>
          <a:ext cx="0" cy="0"/>
          <a:chOff x="0" y="0"/>
          <a:chExt cx="0" cy="0"/>
        </a:xfrm>
      </p:grpSpPr>
      <p:sp>
        <p:nvSpPr>
          <p:cNvPr id="6314" name="Google Shape;6314;p84"/>
          <p:cNvSpPr txBox="1"/>
          <p:nvPr>
            <p:ph idx="1" type="subTitle"/>
          </p:nvPr>
        </p:nvSpPr>
        <p:spPr>
          <a:xfrm>
            <a:off x="720000" y="1061700"/>
            <a:ext cx="7704000" cy="53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r>
              <a:rPr b="1" lang="en"/>
              <a:t> </a:t>
            </a:r>
            <a:r>
              <a:rPr lang="en"/>
              <a:t>is a gas giant and the biggest planet in the Solar System. It's the fourth-brightest object in the night sky. It was named after the Roman god of the skies and lightning</a:t>
            </a:r>
            <a:endParaRPr/>
          </a:p>
        </p:txBody>
      </p:sp>
      <p:sp>
        <p:nvSpPr>
          <p:cNvPr id="6315" name="Google Shape;6315;p84">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4">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791694" y="20624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Observation</a:t>
            </a:r>
            <a:endParaRPr>
              <a:solidFill>
                <a:schemeClr val="dk1"/>
              </a:solidFill>
            </a:endParaRPr>
          </a:p>
        </p:txBody>
      </p:sp>
      <p:sp>
        <p:nvSpPr>
          <p:cNvPr id="6320" name="Google Shape;6320;p84"/>
          <p:cNvSpPr/>
          <p:nvPr/>
        </p:nvSpPr>
        <p:spPr>
          <a:xfrm>
            <a:off x="791694" y="34840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Experimentation</a:t>
            </a:r>
            <a:endParaRPr>
              <a:solidFill>
                <a:schemeClr val="dk1"/>
              </a:solidFill>
            </a:endParaRPr>
          </a:p>
        </p:txBody>
      </p:sp>
      <p:sp>
        <p:nvSpPr>
          <p:cNvPr id="6321" name="Google Shape;6321;p84"/>
          <p:cNvSpPr/>
          <p:nvPr/>
        </p:nvSpPr>
        <p:spPr>
          <a:xfrm>
            <a:off x="3458794" y="20624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Question</a:t>
            </a:r>
            <a:endParaRPr>
              <a:solidFill>
                <a:schemeClr val="dk1"/>
              </a:solidFill>
            </a:endParaRPr>
          </a:p>
        </p:txBody>
      </p:sp>
      <p:sp>
        <p:nvSpPr>
          <p:cNvPr id="6322" name="Google Shape;6322;p84"/>
          <p:cNvSpPr/>
          <p:nvPr/>
        </p:nvSpPr>
        <p:spPr>
          <a:xfrm>
            <a:off x="3458794" y="34840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Analysis</a:t>
            </a:r>
            <a:endParaRPr>
              <a:solidFill>
                <a:schemeClr val="dk1"/>
              </a:solidFill>
            </a:endParaRPr>
          </a:p>
        </p:txBody>
      </p:sp>
      <p:sp>
        <p:nvSpPr>
          <p:cNvPr id="6323" name="Google Shape;6323;p84"/>
          <p:cNvSpPr/>
          <p:nvPr/>
        </p:nvSpPr>
        <p:spPr>
          <a:xfrm>
            <a:off x="6092494" y="20624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Hypothesis</a:t>
            </a:r>
            <a:endParaRPr>
              <a:solidFill>
                <a:schemeClr val="dk1"/>
              </a:solidFill>
            </a:endParaRPr>
          </a:p>
        </p:txBody>
      </p:sp>
      <p:sp>
        <p:nvSpPr>
          <p:cNvPr id="6324" name="Google Shape;6324;p84"/>
          <p:cNvSpPr/>
          <p:nvPr/>
        </p:nvSpPr>
        <p:spPr>
          <a:xfrm>
            <a:off x="6092494" y="34840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Conclusion</a:t>
            </a:r>
            <a:endParaRPr>
              <a:solidFill>
                <a:schemeClr val="dk1"/>
              </a:solidFill>
            </a:endParaRPr>
          </a:p>
        </p:txBody>
      </p:sp>
      <p:sp>
        <p:nvSpPr>
          <p:cNvPr id="6325" name="Google Shape;6325;p84"/>
          <p:cNvSpPr txBox="1"/>
          <p:nvPr/>
        </p:nvSpPr>
        <p:spPr>
          <a:xfrm>
            <a:off x="791694" y="3895100"/>
            <a:ext cx="21930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Jupiter is the biggest planet of them all</a:t>
            </a:r>
            <a:endParaRPr>
              <a:solidFill>
                <a:schemeClr val="dk1"/>
              </a:solidFill>
              <a:latin typeface="Open Sans"/>
              <a:ea typeface="Open Sans"/>
              <a:cs typeface="Open Sans"/>
              <a:sym typeface="Open Sans"/>
            </a:endParaRPr>
          </a:p>
        </p:txBody>
      </p:sp>
      <p:sp>
        <p:nvSpPr>
          <p:cNvPr id="6326" name="Google Shape;6326;p84"/>
          <p:cNvSpPr txBox="1"/>
          <p:nvPr/>
        </p:nvSpPr>
        <p:spPr>
          <a:xfrm>
            <a:off x="3492244" y="3895100"/>
            <a:ext cx="2194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Saturn is a gas giant and has several rings</a:t>
            </a:r>
            <a:endParaRPr>
              <a:solidFill>
                <a:schemeClr val="dk1"/>
              </a:solidFill>
              <a:latin typeface="Open Sans"/>
              <a:ea typeface="Open Sans"/>
              <a:cs typeface="Open Sans"/>
              <a:sym typeface="Open Sans"/>
            </a:endParaRPr>
          </a:p>
        </p:txBody>
      </p:sp>
      <p:sp>
        <p:nvSpPr>
          <p:cNvPr id="6327" name="Google Shape;6327;p84"/>
          <p:cNvSpPr txBox="1"/>
          <p:nvPr/>
        </p:nvSpPr>
        <p:spPr>
          <a:xfrm>
            <a:off x="791694" y="2469075"/>
            <a:ext cx="21930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Mercury is the smallest planet of them all</a:t>
            </a:r>
            <a:endParaRPr>
              <a:solidFill>
                <a:schemeClr val="dk1"/>
              </a:solidFill>
              <a:latin typeface="Open Sans"/>
              <a:ea typeface="Open Sans"/>
              <a:cs typeface="Open Sans"/>
              <a:sym typeface="Open Sans"/>
            </a:endParaRPr>
          </a:p>
        </p:txBody>
      </p:sp>
      <p:sp>
        <p:nvSpPr>
          <p:cNvPr id="6328" name="Google Shape;6328;p84"/>
          <p:cNvSpPr txBox="1"/>
          <p:nvPr/>
        </p:nvSpPr>
        <p:spPr>
          <a:xfrm>
            <a:off x="3458794" y="2469075"/>
            <a:ext cx="21930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6329" name="Google Shape;6329;p84"/>
          <p:cNvSpPr txBox="1"/>
          <p:nvPr/>
        </p:nvSpPr>
        <p:spPr>
          <a:xfrm>
            <a:off x="6092494" y="2469075"/>
            <a:ext cx="21930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Mars is actually a very cold place</a:t>
            </a:r>
            <a:endParaRPr>
              <a:solidFill>
                <a:schemeClr val="dk1"/>
              </a:solidFill>
              <a:latin typeface="Open Sans"/>
              <a:ea typeface="Open Sans"/>
              <a:cs typeface="Open Sans"/>
              <a:sym typeface="Open Sans"/>
            </a:endParaRPr>
          </a:p>
        </p:txBody>
      </p:sp>
      <p:sp>
        <p:nvSpPr>
          <p:cNvPr id="6330" name="Google Shape;6330;p84"/>
          <p:cNvSpPr txBox="1"/>
          <p:nvPr/>
        </p:nvSpPr>
        <p:spPr>
          <a:xfrm>
            <a:off x="6092494" y="3895100"/>
            <a:ext cx="21930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Neptune is very far from the Sun</a:t>
            </a:r>
            <a:endParaRPr>
              <a:solidFill>
                <a:schemeClr val="dk1"/>
              </a:solidFill>
              <a:latin typeface="Open Sans"/>
              <a:ea typeface="Open Sans"/>
              <a:cs typeface="Open Sans"/>
              <a:sym typeface="Open Sans"/>
            </a:endParaRPr>
          </a:p>
        </p:txBody>
      </p:sp>
      <p:cxnSp>
        <p:nvCxnSpPr>
          <p:cNvPr id="6331" name="Google Shape;6331;p84"/>
          <p:cNvCxnSpPr>
            <a:stCxn id="6319" idx="3"/>
            <a:endCxn id="6321" idx="1"/>
          </p:cNvCxnSpPr>
          <p:nvPr/>
        </p:nvCxnSpPr>
        <p:spPr>
          <a:xfrm>
            <a:off x="2984694" y="2267225"/>
            <a:ext cx="474000" cy="0"/>
          </a:xfrm>
          <a:prstGeom prst="straightConnector1">
            <a:avLst/>
          </a:prstGeom>
          <a:noFill/>
          <a:ln cap="flat" cmpd="sng" w="19050">
            <a:solidFill>
              <a:schemeClr val="lt2"/>
            </a:solidFill>
            <a:prstDash val="solid"/>
            <a:round/>
            <a:headEnd len="med" w="med" type="none"/>
            <a:tailEnd len="med" w="med" type="none"/>
          </a:ln>
        </p:spPr>
      </p:cxnSp>
      <p:cxnSp>
        <p:nvCxnSpPr>
          <p:cNvPr id="6332" name="Google Shape;6332;p84"/>
          <p:cNvCxnSpPr>
            <a:stCxn id="6321" idx="3"/>
            <a:endCxn id="6323" idx="1"/>
          </p:cNvCxnSpPr>
          <p:nvPr/>
        </p:nvCxnSpPr>
        <p:spPr>
          <a:xfrm>
            <a:off x="5651794" y="2267225"/>
            <a:ext cx="440700" cy="0"/>
          </a:xfrm>
          <a:prstGeom prst="straightConnector1">
            <a:avLst/>
          </a:prstGeom>
          <a:noFill/>
          <a:ln cap="flat" cmpd="sng" w="19050">
            <a:solidFill>
              <a:schemeClr val="lt2"/>
            </a:solidFill>
            <a:prstDash val="solid"/>
            <a:round/>
            <a:headEnd len="med" w="med" type="none"/>
            <a:tailEnd len="med" w="med" type="none"/>
          </a:ln>
        </p:spPr>
      </p:cxnSp>
      <p:cxnSp>
        <p:nvCxnSpPr>
          <p:cNvPr id="6333" name="Google Shape;6333;p84"/>
          <p:cNvCxnSpPr>
            <a:stCxn id="6320" idx="3"/>
            <a:endCxn id="6322" idx="1"/>
          </p:cNvCxnSpPr>
          <p:nvPr/>
        </p:nvCxnSpPr>
        <p:spPr>
          <a:xfrm>
            <a:off x="2984694" y="3688775"/>
            <a:ext cx="474000" cy="0"/>
          </a:xfrm>
          <a:prstGeom prst="straightConnector1">
            <a:avLst/>
          </a:prstGeom>
          <a:noFill/>
          <a:ln cap="flat" cmpd="sng" w="19050">
            <a:solidFill>
              <a:schemeClr val="lt2"/>
            </a:solidFill>
            <a:prstDash val="solid"/>
            <a:round/>
            <a:headEnd len="med" w="med" type="none"/>
            <a:tailEnd len="med" w="med" type="none"/>
          </a:ln>
        </p:spPr>
      </p:cxnSp>
      <p:cxnSp>
        <p:nvCxnSpPr>
          <p:cNvPr id="6334" name="Google Shape;6334;p84"/>
          <p:cNvCxnSpPr>
            <a:stCxn id="6322" idx="3"/>
            <a:endCxn id="6324" idx="1"/>
          </p:cNvCxnSpPr>
          <p:nvPr/>
        </p:nvCxnSpPr>
        <p:spPr>
          <a:xfrm>
            <a:off x="5651794" y="3688775"/>
            <a:ext cx="440700" cy="0"/>
          </a:xfrm>
          <a:prstGeom prst="straightConnector1">
            <a:avLst/>
          </a:prstGeom>
          <a:noFill/>
          <a:ln cap="flat" cmpd="sng" w="19050">
            <a:solidFill>
              <a:schemeClr val="lt2"/>
            </a:solidFill>
            <a:prstDash val="solid"/>
            <a:round/>
            <a:headEnd len="med" w="med" type="none"/>
            <a:tailEnd len="med" w="med" type="none"/>
          </a:ln>
        </p:spPr>
      </p:cxnSp>
      <p:grpSp>
        <p:nvGrpSpPr>
          <p:cNvPr id="6335" name="Google Shape;6335;p84"/>
          <p:cNvGrpSpPr/>
          <p:nvPr/>
        </p:nvGrpSpPr>
        <p:grpSpPr>
          <a:xfrm>
            <a:off x="1644669" y="1643626"/>
            <a:ext cx="487049" cy="342666"/>
            <a:chOff x="7947595" y="2347996"/>
            <a:chExt cx="379795" cy="267165"/>
          </a:xfrm>
        </p:grpSpPr>
        <p:sp>
          <p:nvSpPr>
            <p:cNvPr id="6336" name="Google Shape;6336;p84"/>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4"/>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84"/>
          <p:cNvGrpSpPr/>
          <p:nvPr/>
        </p:nvGrpSpPr>
        <p:grpSpPr>
          <a:xfrm>
            <a:off x="7014837" y="1643639"/>
            <a:ext cx="348313" cy="342640"/>
            <a:chOff x="2189568" y="1961603"/>
            <a:chExt cx="364993" cy="359049"/>
          </a:xfrm>
        </p:grpSpPr>
        <p:sp>
          <p:nvSpPr>
            <p:cNvPr id="6346" name="Google Shape;6346;p8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84"/>
          <p:cNvGrpSpPr/>
          <p:nvPr/>
        </p:nvGrpSpPr>
        <p:grpSpPr>
          <a:xfrm>
            <a:off x="4368140" y="1643622"/>
            <a:ext cx="374307" cy="342675"/>
            <a:chOff x="3973186" y="3353231"/>
            <a:chExt cx="378661" cy="346661"/>
          </a:xfrm>
        </p:grpSpPr>
        <p:sp>
          <p:nvSpPr>
            <p:cNvPr id="6363" name="Google Shape;6363;p8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4087845" y="3604683"/>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84"/>
          <p:cNvGrpSpPr/>
          <p:nvPr/>
        </p:nvGrpSpPr>
        <p:grpSpPr>
          <a:xfrm>
            <a:off x="1801633" y="3065150"/>
            <a:ext cx="173122" cy="342672"/>
            <a:chOff x="4915368" y="2891390"/>
            <a:chExt cx="182850" cy="361927"/>
          </a:xfrm>
        </p:grpSpPr>
        <p:sp>
          <p:nvSpPr>
            <p:cNvPr id="6382" name="Google Shape;6382;p8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84"/>
          <p:cNvGrpSpPr/>
          <p:nvPr/>
        </p:nvGrpSpPr>
        <p:grpSpPr>
          <a:xfrm>
            <a:off x="4376327" y="3065148"/>
            <a:ext cx="357933" cy="342676"/>
            <a:chOff x="3943638" y="3815072"/>
            <a:chExt cx="357933" cy="342676"/>
          </a:xfrm>
        </p:grpSpPr>
        <p:sp>
          <p:nvSpPr>
            <p:cNvPr id="6394" name="Google Shape;6394;p8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84"/>
          <p:cNvGrpSpPr/>
          <p:nvPr/>
        </p:nvGrpSpPr>
        <p:grpSpPr>
          <a:xfrm>
            <a:off x="6956741" y="3065154"/>
            <a:ext cx="464505" cy="342664"/>
            <a:chOff x="5223609" y="3731112"/>
            <a:chExt cx="371782" cy="274285"/>
          </a:xfrm>
        </p:grpSpPr>
        <p:sp>
          <p:nvSpPr>
            <p:cNvPr id="6404" name="Google Shape;6404;p84"/>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8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Practical exercise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0" name="Shape 6410"/>
        <p:cNvGrpSpPr/>
        <p:nvPr/>
      </p:nvGrpSpPr>
      <p:grpSpPr>
        <a:xfrm>
          <a:off x="0" y="0"/>
          <a:ext cx="0" cy="0"/>
          <a:chOff x="0" y="0"/>
          <a:chExt cx="0" cy="0"/>
        </a:xfrm>
      </p:grpSpPr>
      <p:sp>
        <p:nvSpPr>
          <p:cNvPr id="6411" name="Google Shape;6411;p85"/>
          <p:cNvSpPr/>
          <p:nvPr/>
        </p:nvSpPr>
        <p:spPr>
          <a:xfrm>
            <a:off x="3487625" y="1377800"/>
            <a:ext cx="2163900" cy="2682000"/>
          </a:xfrm>
          <a:prstGeom prst="roundRect">
            <a:avLst>
              <a:gd fmla="val 6380" name="adj"/>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5"/>
          <p:cNvSpPr/>
          <p:nvPr/>
        </p:nvSpPr>
        <p:spPr>
          <a:xfrm>
            <a:off x="6260150" y="1377800"/>
            <a:ext cx="2163900" cy="2682000"/>
          </a:xfrm>
          <a:prstGeom prst="roundRect">
            <a:avLst>
              <a:gd fmla="val 6380" name="adj"/>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413" name="Google Shape;6413;p85"/>
          <p:cNvGraphicFramePr/>
          <p:nvPr/>
        </p:nvGraphicFramePr>
        <p:xfrm>
          <a:off x="6260225" y="1377750"/>
          <a:ext cx="3000000" cy="3000000"/>
        </p:xfrm>
        <a:graphic>
          <a:graphicData uri="http://schemas.openxmlformats.org/drawingml/2006/table">
            <a:tbl>
              <a:tblPr>
                <a:noFill/>
                <a:tableStyleId>{F350DAE5-CD21-4FBE-827A-FA60B65FDEA6}</a:tableStyleId>
              </a:tblPr>
              <a:tblGrid>
                <a:gridCol w="778450"/>
                <a:gridCol w="1385375"/>
              </a:tblGrid>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Q</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R</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Research</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S</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T</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Technology</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U</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V/W</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X</a:t>
                      </a:r>
                      <a:r>
                        <a:rPr lang="en" sz="1000">
                          <a:solidFill>
                            <a:schemeClr val="lt1"/>
                          </a:solidFill>
                          <a:latin typeface="Open Sans"/>
                          <a:ea typeface="Open Sans"/>
                          <a:cs typeface="Open Sans"/>
                          <a:sym typeface="Open Sans"/>
                        </a:rPr>
                        <a:t>/Y</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10000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Z</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graphicFrame>
        <p:nvGraphicFramePr>
          <p:cNvPr id="6414" name="Google Shape;6414;p85"/>
          <p:cNvGraphicFramePr/>
          <p:nvPr/>
        </p:nvGraphicFramePr>
        <p:xfrm>
          <a:off x="3490038" y="1377788"/>
          <a:ext cx="3000000" cy="3000000"/>
        </p:xfrm>
        <a:graphic>
          <a:graphicData uri="http://schemas.openxmlformats.org/drawingml/2006/table">
            <a:tbl>
              <a:tblPr>
                <a:noFill/>
                <a:tableStyleId>{F350DAE5-CD21-4FBE-827A-FA60B65FDEA6}</a:tableStyleId>
              </a:tblPr>
              <a:tblGrid>
                <a:gridCol w="778475"/>
                <a:gridCol w="1385425"/>
              </a:tblGrid>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I</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J</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K</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Knowledge</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L</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M</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Mathematics</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N</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O</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352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P</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sp>
        <p:nvSpPr>
          <p:cNvPr id="6415" name="Google Shape;6415;p85"/>
          <p:cNvSpPr/>
          <p:nvPr/>
        </p:nvSpPr>
        <p:spPr>
          <a:xfrm>
            <a:off x="715100" y="1377800"/>
            <a:ext cx="2163900" cy="2682000"/>
          </a:xfrm>
          <a:prstGeom prst="roundRect">
            <a:avLst>
              <a:gd fmla="val 638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416" name="Google Shape;6416;p85"/>
          <p:cNvGraphicFramePr/>
          <p:nvPr/>
        </p:nvGraphicFramePr>
        <p:xfrm>
          <a:off x="715100" y="1377750"/>
          <a:ext cx="3000000" cy="3000000"/>
        </p:xfrm>
        <a:graphic>
          <a:graphicData uri="http://schemas.openxmlformats.org/drawingml/2006/table">
            <a:tbl>
              <a:tblPr>
                <a:noFill/>
                <a:tableStyleId>{F350DAE5-CD21-4FBE-827A-FA60B65FDEA6}</a:tableStyleId>
              </a:tblPr>
              <a:tblGrid>
                <a:gridCol w="778450"/>
                <a:gridCol w="1385375"/>
              </a:tblGrid>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A</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B</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C</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D</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E</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Engineering</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F</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G</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Geometrics</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317650">
                <a:tc>
                  <a:txBody>
                    <a:bodyPr/>
                    <a:lstStyle/>
                    <a:p>
                      <a:pPr indent="0" lvl="0" marL="0" rtl="0" algn="l">
                        <a:spcBef>
                          <a:spcPts val="0"/>
                        </a:spcBef>
                        <a:spcAft>
                          <a:spcPts val="0"/>
                        </a:spcAft>
                        <a:buNone/>
                      </a:pPr>
                      <a:r>
                        <a:rPr lang="en" sz="1000">
                          <a:solidFill>
                            <a:schemeClr val="lt1"/>
                          </a:solidFill>
                          <a:latin typeface="Open Sans"/>
                          <a:ea typeface="Open Sans"/>
                          <a:cs typeface="Open Sans"/>
                          <a:sym typeface="Open Sans"/>
                        </a:rPr>
                        <a:t>H</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lt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sp>
        <p:nvSpPr>
          <p:cNvPr id="6417" name="Google Shape;6417;p85"/>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Brainstorm and idea generation (ABC)</a:t>
            </a:r>
            <a:endParaRPr/>
          </a:p>
        </p:txBody>
      </p:sp>
      <p:sp>
        <p:nvSpPr>
          <p:cNvPr id="6418" name="Google Shape;6418;p85">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5">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5">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5">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2" name="Google Shape;6422;p85"/>
          <p:cNvGrpSpPr/>
          <p:nvPr/>
        </p:nvGrpSpPr>
        <p:grpSpPr>
          <a:xfrm>
            <a:off x="745065" y="4677252"/>
            <a:ext cx="308013" cy="233671"/>
            <a:chOff x="745065" y="4677252"/>
            <a:chExt cx="308013" cy="233671"/>
          </a:xfrm>
        </p:grpSpPr>
        <p:sp>
          <p:nvSpPr>
            <p:cNvPr id="6423" name="Google Shape;6423;p85"/>
            <p:cNvSpPr/>
            <p:nvPr/>
          </p:nvSpPr>
          <p:spPr>
            <a:xfrm>
              <a:off x="830523" y="4844100"/>
              <a:ext cx="222556" cy="65676"/>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4" name="Google Shape;6424;p85"/>
            <p:cNvGrpSpPr/>
            <p:nvPr/>
          </p:nvGrpSpPr>
          <p:grpSpPr>
            <a:xfrm>
              <a:off x="745065" y="4677252"/>
              <a:ext cx="244411" cy="233671"/>
              <a:chOff x="745065" y="4677252"/>
              <a:chExt cx="244411" cy="233671"/>
            </a:xfrm>
          </p:grpSpPr>
          <p:sp>
            <p:nvSpPr>
              <p:cNvPr id="6425" name="Google Shape;6425;p85"/>
              <p:cNvSpPr/>
              <p:nvPr/>
            </p:nvSpPr>
            <p:spPr>
              <a:xfrm>
                <a:off x="745065" y="4677252"/>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5"/>
              <p:cNvSpPr/>
              <p:nvPr/>
            </p:nvSpPr>
            <p:spPr>
              <a:xfrm>
                <a:off x="762128" y="4709611"/>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5"/>
              <p:cNvSpPr/>
              <p:nvPr/>
            </p:nvSpPr>
            <p:spPr>
              <a:xfrm>
                <a:off x="802577" y="4801248"/>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5"/>
              <p:cNvSpPr/>
              <p:nvPr/>
            </p:nvSpPr>
            <p:spPr>
              <a:xfrm>
                <a:off x="835819" y="4687155"/>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5"/>
              <p:cNvSpPr/>
              <p:nvPr/>
            </p:nvSpPr>
            <p:spPr>
              <a:xfrm>
                <a:off x="904070" y="4724861"/>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5"/>
              <p:cNvSpPr/>
              <p:nvPr/>
            </p:nvSpPr>
            <p:spPr>
              <a:xfrm>
                <a:off x="874454" y="4729370"/>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4" name="Shape 6434"/>
        <p:cNvGrpSpPr/>
        <p:nvPr/>
      </p:nvGrpSpPr>
      <p:grpSpPr>
        <a:xfrm>
          <a:off x="0" y="0"/>
          <a:ext cx="0" cy="0"/>
          <a:chOff x="0" y="0"/>
          <a:chExt cx="0" cy="0"/>
        </a:xfrm>
      </p:grpSpPr>
      <p:sp>
        <p:nvSpPr>
          <p:cNvPr id="6435" name="Google Shape;6435;p86"/>
          <p:cNvSpPr/>
          <p:nvPr/>
        </p:nvSpPr>
        <p:spPr>
          <a:xfrm>
            <a:off x="1573150" y="1820719"/>
            <a:ext cx="6087900" cy="920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6436" name="Google Shape;6436;p86"/>
          <p:cNvSpPr/>
          <p:nvPr/>
        </p:nvSpPr>
        <p:spPr>
          <a:xfrm>
            <a:off x="1573150" y="3162563"/>
            <a:ext cx="6087900" cy="920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6437" name="Google Shape;6437;p86"/>
          <p:cNvSpPr/>
          <p:nvPr/>
        </p:nvSpPr>
        <p:spPr>
          <a:xfrm>
            <a:off x="1573150" y="478875"/>
            <a:ext cx="6087900" cy="920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38" name="Google Shape;6438;p86"/>
          <p:cNvSpPr txBox="1"/>
          <p:nvPr>
            <p:ph type="title"/>
          </p:nvPr>
        </p:nvSpPr>
        <p:spPr>
          <a:xfrm>
            <a:off x="2064500" y="524925"/>
            <a:ext cx="5015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6439" name="Google Shape;6439;p86"/>
          <p:cNvSpPr txBox="1"/>
          <p:nvPr>
            <p:ph idx="1" type="subTitle"/>
          </p:nvPr>
        </p:nvSpPr>
        <p:spPr>
          <a:xfrm>
            <a:off x="2064500" y="1429422"/>
            <a:ext cx="5015100" cy="20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6440" name="Google Shape;6440;p86"/>
          <p:cNvSpPr txBox="1"/>
          <p:nvPr>
            <p:ph idx="2" type="title"/>
          </p:nvPr>
        </p:nvSpPr>
        <p:spPr>
          <a:xfrm>
            <a:off x="2064500" y="1866764"/>
            <a:ext cx="5015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441" name="Google Shape;6441;p86"/>
          <p:cNvSpPr txBox="1"/>
          <p:nvPr>
            <p:ph idx="3" type="subTitle"/>
          </p:nvPr>
        </p:nvSpPr>
        <p:spPr>
          <a:xfrm>
            <a:off x="2064500" y="2771249"/>
            <a:ext cx="5015100" cy="20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6442" name="Google Shape;6442;p86"/>
          <p:cNvSpPr txBox="1"/>
          <p:nvPr>
            <p:ph idx="4" type="title"/>
          </p:nvPr>
        </p:nvSpPr>
        <p:spPr>
          <a:xfrm>
            <a:off x="2064500" y="3208603"/>
            <a:ext cx="5015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443" name="Google Shape;6443;p86"/>
          <p:cNvSpPr txBox="1"/>
          <p:nvPr>
            <p:ph idx="5" type="subTitle"/>
          </p:nvPr>
        </p:nvSpPr>
        <p:spPr>
          <a:xfrm>
            <a:off x="2064500" y="4113076"/>
            <a:ext cx="5015100" cy="20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6444" name="Google Shape;6444;p86">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6">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6">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6">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8" name="Google Shape;6448;p86"/>
          <p:cNvGrpSpPr/>
          <p:nvPr/>
        </p:nvGrpSpPr>
        <p:grpSpPr>
          <a:xfrm>
            <a:off x="174934" y="1630126"/>
            <a:ext cx="1341002" cy="3305249"/>
            <a:chOff x="1542534" y="1381301"/>
            <a:chExt cx="1341002" cy="3305249"/>
          </a:xfrm>
        </p:grpSpPr>
        <p:sp>
          <p:nvSpPr>
            <p:cNvPr id="6449" name="Google Shape;6449;p86"/>
            <p:cNvSpPr/>
            <p:nvPr/>
          </p:nvSpPr>
          <p:spPr>
            <a:xfrm>
              <a:off x="1644675" y="441775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0" name="Google Shape;6450;p86"/>
            <p:cNvGrpSpPr/>
            <p:nvPr/>
          </p:nvGrpSpPr>
          <p:grpSpPr>
            <a:xfrm flipH="1">
              <a:off x="1542534" y="1381301"/>
              <a:ext cx="1341002" cy="3227919"/>
              <a:chOff x="6865535" y="1179354"/>
              <a:chExt cx="1371729" cy="3227919"/>
            </a:xfrm>
          </p:grpSpPr>
          <p:sp>
            <p:nvSpPr>
              <p:cNvPr id="6451" name="Google Shape;6451;p86"/>
              <p:cNvSpPr/>
              <p:nvPr/>
            </p:nvSpPr>
            <p:spPr>
              <a:xfrm>
                <a:off x="6865535" y="1765781"/>
                <a:ext cx="226417" cy="286802"/>
              </a:xfrm>
              <a:custGeom>
                <a:rect b="b" l="l" r="r" t="t"/>
                <a:pathLst>
                  <a:path extrusionOk="0" h="4987" w="3937">
                    <a:moveTo>
                      <a:pt x="842" y="0"/>
                    </a:moveTo>
                    <a:cubicBezTo>
                      <a:pt x="834" y="0"/>
                      <a:pt x="827" y="1"/>
                      <a:pt x="820" y="2"/>
                    </a:cubicBezTo>
                    <a:cubicBezTo>
                      <a:pt x="463" y="68"/>
                      <a:pt x="1585" y="1798"/>
                      <a:pt x="1612" y="1838"/>
                    </a:cubicBezTo>
                    <a:cubicBezTo>
                      <a:pt x="1592" y="1819"/>
                      <a:pt x="1344" y="1528"/>
                      <a:pt x="1094" y="1528"/>
                    </a:cubicBezTo>
                    <a:cubicBezTo>
                      <a:pt x="1003" y="1528"/>
                      <a:pt x="913" y="1565"/>
                      <a:pt x="833" y="1666"/>
                    </a:cubicBezTo>
                    <a:cubicBezTo>
                      <a:pt x="635" y="1917"/>
                      <a:pt x="1084" y="2300"/>
                      <a:pt x="1084" y="2300"/>
                    </a:cubicBezTo>
                    <a:cubicBezTo>
                      <a:pt x="1084" y="2300"/>
                      <a:pt x="1065" y="2299"/>
                      <a:pt x="1035" y="2299"/>
                    </a:cubicBezTo>
                    <a:cubicBezTo>
                      <a:pt x="912" y="2299"/>
                      <a:pt x="598" y="2316"/>
                      <a:pt x="503" y="2485"/>
                    </a:cubicBezTo>
                    <a:cubicBezTo>
                      <a:pt x="397" y="2696"/>
                      <a:pt x="687" y="3040"/>
                      <a:pt x="687" y="3040"/>
                    </a:cubicBezTo>
                    <a:cubicBezTo>
                      <a:pt x="687" y="3040"/>
                      <a:pt x="1" y="3172"/>
                      <a:pt x="133" y="3515"/>
                    </a:cubicBezTo>
                    <a:cubicBezTo>
                      <a:pt x="238" y="3753"/>
                      <a:pt x="555" y="3832"/>
                      <a:pt x="727" y="3859"/>
                    </a:cubicBezTo>
                    <a:cubicBezTo>
                      <a:pt x="780" y="3872"/>
                      <a:pt x="820" y="3872"/>
                      <a:pt x="859" y="3872"/>
                    </a:cubicBezTo>
                    <a:cubicBezTo>
                      <a:pt x="859" y="3872"/>
                      <a:pt x="886" y="3925"/>
                      <a:pt x="925" y="3991"/>
                    </a:cubicBezTo>
                    <a:cubicBezTo>
                      <a:pt x="1114" y="4280"/>
                      <a:pt x="1637" y="4987"/>
                      <a:pt x="2313" y="4987"/>
                    </a:cubicBezTo>
                    <a:cubicBezTo>
                      <a:pt x="2347" y="4987"/>
                      <a:pt x="2382" y="4985"/>
                      <a:pt x="2418" y="4981"/>
                    </a:cubicBezTo>
                    <a:cubicBezTo>
                      <a:pt x="3316" y="4902"/>
                      <a:pt x="3672" y="3740"/>
                      <a:pt x="3672" y="3740"/>
                    </a:cubicBezTo>
                    <a:cubicBezTo>
                      <a:pt x="3672" y="3740"/>
                      <a:pt x="3936" y="2168"/>
                      <a:pt x="3580" y="1785"/>
                    </a:cubicBezTo>
                    <a:cubicBezTo>
                      <a:pt x="3473" y="1663"/>
                      <a:pt x="3327" y="1621"/>
                      <a:pt x="3178" y="1621"/>
                    </a:cubicBezTo>
                    <a:cubicBezTo>
                      <a:pt x="2940" y="1621"/>
                      <a:pt x="2695" y="1728"/>
                      <a:pt x="2589" y="1785"/>
                    </a:cubicBezTo>
                    <a:lnTo>
                      <a:pt x="2523" y="1812"/>
                    </a:lnTo>
                    <a:lnTo>
                      <a:pt x="2457" y="1719"/>
                    </a:lnTo>
                    <a:cubicBezTo>
                      <a:pt x="2186" y="1345"/>
                      <a:pt x="1184" y="0"/>
                      <a:pt x="842"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6"/>
              <p:cNvSpPr/>
              <p:nvPr/>
            </p:nvSpPr>
            <p:spPr>
              <a:xfrm>
                <a:off x="6908092" y="1909901"/>
                <a:ext cx="81319" cy="85402"/>
              </a:xfrm>
              <a:custGeom>
                <a:rect b="b" l="l" r="r" t="t"/>
                <a:pathLst>
                  <a:path extrusionOk="0" h="1485" w="1414">
                    <a:moveTo>
                      <a:pt x="811" y="1"/>
                    </a:moveTo>
                    <a:cubicBezTo>
                      <a:pt x="788" y="1"/>
                      <a:pt x="763" y="15"/>
                      <a:pt x="753" y="45"/>
                    </a:cubicBezTo>
                    <a:cubicBezTo>
                      <a:pt x="740" y="72"/>
                      <a:pt x="740" y="85"/>
                      <a:pt x="753" y="111"/>
                    </a:cubicBezTo>
                    <a:cubicBezTo>
                      <a:pt x="753" y="124"/>
                      <a:pt x="766" y="138"/>
                      <a:pt x="779" y="138"/>
                    </a:cubicBezTo>
                    <a:cubicBezTo>
                      <a:pt x="912" y="190"/>
                      <a:pt x="1044" y="256"/>
                      <a:pt x="1162" y="349"/>
                    </a:cubicBezTo>
                    <a:cubicBezTo>
                      <a:pt x="1202" y="375"/>
                      <a:pt x="1228" y="415"/>
                      <a:pt x="1255" y="455"/>
                    </a:cubicBezTo>
                    <a:cubicBezTo>
                      <a:pt x="1255" y="468"/>
                      <a:pt x="1255" y="481"/>
                      <a:pt x="1228" y="507"/>
                    </a:cubicBezTo>
                    <a:cubicBezTo>
                      <a:pt x="1147" y="589"/>
                      <a:pt x="961" y="612"/>
                      <a:pt x="785" y="612"/>
                    </a:cubicBezTo>
                    <a:cubicBezTo>
                      <a:pt x="649" y="612"/>
                      <a:pt x="519" y="598"/>
                      <a:pt x="449" y="587"/>
                    </a:cubicBezTo>
                    <a:cubicBezTo>
                      <a:pt x="442" y="584"/>
                      <a:pt x="435" y="583"/>
                      <a:pt x="428" y="583"/>
                    </a:cubicBezTo>
                    <a:cubicBezTo>
                      <a:pt x="397" y="583"/>
                      <a:pt x="370" y="607"/>
                      <a:pt x="370" y="639"/>
                    </a:cubicBezTo>
                    <a:cubicBezTo>
                      <a:pt x="357" y="666"/>
                      <a:pt x="370" y="706"/>
                      <a:pt x="410" y="719"/>
                    </a:cubicBezTo>
                    <a:cubicBezTo>
                      <a:pt x="608" y="798"/>
                      <a:pt x="779" y="943"/>
                      <a:pt x="872" y="1141"/>
                    </a:cubicBezTo>
                    <a:cubicBezTo>
                      <a:pt x="872" y="1181"/>
                      <a:pt x="872" y="1207"/>
                      <a:pt x="845" y="1234"/>
                    </a:cubicBezTo>
                    <a:cubicBezTo>
                      <a:pt x="753" y="1326"/>
                      <a:pt x="304" y="1353"/>
                      <a:pt x="40" y="1353"/>
                    </a:cubicBezTo>
                    <a:cubicBezTo>
                      <a:pt x="27" y="1353"/>
                      <a:pt x="13" y="1353"/>
                      <a:pt x="0" y="1366"/>
                    </a:cubicBezTo>
                    <a:cubicBezTo>
                      <a:pt x="40" y="1366"/>
                      <a:pt x="93" y="1366"/>
                      <a:pt x="132" y="1379"/>
                    </a:cubicBezTo>
                    <a:cubicBezTo>
                      <a:pt x="132" y="1379"/>
                      <a:pt x="159" y="1419"/>
                      <a:pt x="198" y="1485"/>
                    </a:cubicBezTo>
                    <a:cubicBezTo>
                      <a:pt x="396" y="1485"/>
                      <a:pt x="595" y="1458"/>
                      <a:pt x="779" y="1419"/>
                    </a:cubicBezTo>
                    <a:cubicBezTo>
                      <a:pt x="845" y="1392"/>
                      <a:pt x="898" y="1366"/>
                      <a:pt x="951" y="1326"/>
                    </a:cubicBezTo>
                    <a:cubicBezTo>
                      <a:pt x="1004" y="1273"/>
                      <a:pt x="1017" y="1194"/>
                      <a:pt x="1004" y="1115"/>
                    </a:cubicBezTo>
                    <a:cubicBezTo>
                      <a:pt x="951" y="970"/>
                      <a:pt x="859" y="838"/>
                      <a:pt x="727" y="745"/>
                    </a:cubicBezTo>
                    <a:lnTo>
                      <a:pt x="727" y="745"/>
                    </a:lnTo>
                    <a:cubicBezTo>
                      <a:pt x="760" y="747"/>
                      <a:pt x="794" y="748"/>
                      <a:pt x="828" y="748"/>
                    </a:cubicBezTo>
                    <a:cubicBezTo>
                      <a:pt x="1023" y="748"/>
                      <a:pt x="1224" y="712"/>
                      <a:pt x="1347" y="600"/>
                    </a:cubicBezTo>
                    <a:cubicBezTo>
                      <a:pt x="1387" y="547"/>
                      <a:pt x="1413" y="494"/>
                      <a:pt x="1400" y="428"/>
                    </a:cubicBezTo>
                    <a:cubicBezTo>
                      <a:pt x="1387" y="402"/>
                      <a:pt x="1374" y="362"/>
                      <a:pt x="1361" y="336"/>
                    </a:cubicBezTo>
                    <a:cubicBezTo>
                      <a:pt x="1321" y="296"/>
                      <a:pt x="1281" y="243"/>
                      <a:pt x="1228" y="217"/>
                    </a:cubicBezTo>
                    <a:cubicBezTo>
                      <a:pt x="1110" y="124"/>
                      <a:pt x="978" y="58"/>
                      <a:pt x="832" y="6"/>
                    </a:cubicBezTo>
                    <a:cubicBezTo>
                      <a:pt x="826" y="2"/>
                      <a:pt x="818" y="1"/>
                      <a:pt x="811"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6"/>
              <p:cNvSpPr/>
              <p:nvPr/>
            </p:nvSpPr>
            <p:spPr>
              <a:xfrm>
                <a:off x="6953640" y="1893626"/>
                <a:ext cx="44858" cy="31055"/>
              </a:xfrm>
              <a:custGeom>
                <a:rect b="b" l="l" r="r" t="t"/>
                <a:pathLst>
                  <a:path extrusionOk="0" h="540" w="780">
                    <a:moveTo>
                      <a:pt x="661" y="1"/>
                    </a:moveTo>
                    <a:cubicBezTo>
                      <a:pt x="644" y="1"/>
                      <a:pt x="625" y="8"/>
                      <a:pt x="608" y="24"/>
                    </a:cubicBezTo>
                    <a:cubicBezTo>
                      <a:pt x="582" y="38"/>
                      <a:pt x="582" y="77"/>
                      <a:pt x="595" y="104"/>
                    </a:cubicBezTo>
                    <a:cubicBezTo>
                      <a:pt x="621" y="170"/>
                      <a:pt x="635" y="249"/>
                      <a:pt x="635" y="315"/>
                    </a:cubicBezTo>
                    <a:cubicBezTo>
                      <a:pt x="635" y="355"/>
                      <a:pt x="621" y="381"/>
                      <a:pt x="595" y="394"/>
                    </a:cubicBezTo>
                    <a:cubicBezTo>
                      <a:pt x="555" y="407"/>
                      <a:pt x="516" y="407"/>
                      <a:pt x="476" y="407"/>
                    </a:cubicBezTo>
                    <a:cubicBezTo>
                      <a:pt x="304" y="381"/>
                      <a:pt x="159" y="355"/>
                      <a:pt x="1" y="302"/>
                    </a:cubicBezTo>
                    <a:lnTo>
                      <a:pt x="1" y="302"/>
                    </a:lnTo>
                    <a:cubicBezTo>
                      <a:pt x="14" y="315"/>
                      <a:pt x="14" y="328"/>
                      <a:pt x="27" y="328"/>
                    </a:cubicBezTo>
                    <a:cubicBezTo>
                      <a:pt x="172" y="381"/>
                      <a:pt x="304" y="447"/>
                      <a:pt x="423" y="539"/>
                    </a:cubicBezTo>
                    <a:lnTo>
                      <a:pt x="463" y="539"/>
                    </a:lnTo>
                    <a:cubicBezTo>
                      <a:pt x="516" y="539"/>
                      <a:pt x="555" y="539"/>
                      <a:pt x="608" y="526"/>
                    </a:cubicBezTo>
                    <a:cubicBezTo>
                      <a:pt x="621" y="526"/>
                      <a:pt x="635" y="513"/>
                      <a:pt x="648" y="513"/>
                    </a:cubicBezTo>
                    <a:cubicBezTo>
                      <a:pt x="714" y="473"/>
                      <a:pt x="767" y="407"/>
                      <a:pt x="780" y="341"/>
                    </a:cubicBezTo>
                    <a:cubicBezTo>
                      <a:pt x="780" y="236"/>
                      <a:pt x="767" y="130"/>
                      <a:pt x="714" y="38"/>
                    </a:cubicBezTo>
                    <a:cubicBezTo>
                      <a:pt x="706" y="15"/>
                      <a:pt x="685" y="1"/>
                      <a:pt x="661"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6"/>
              <p:cNvSpPr/>
              <p:nvPr/>
            </p:nvSpPr>
            <p:spPr>
              <a:xfrm>
                <a:off x="6984005" y="1864641"/>
                <a:ext cx="78329" cy="60328"/>
              </a:xfrm>
              <a:custGeom>
                <a:rect b="b" l="l" r="r" t="t"/>
                <a:pathLst>
                  <a:path extrusionOk="0" h="1049" w="1362">
                    <a:moveTo>
                      <a:pt x="410" y="0"/>
                    </a:moveTo>
                    <a:cubicBezTo>
                      <a:pt x="252" y="185"/>
                      <a:pt x="1" y="542"/>
                      <a:pt x="186" y="859"/>
                    </a:cubicBezTo>
                    <a:cubicBezTo>
                      <a:pt x="225" y="951"/>
                      <a:pt x="318" y="1017"/>
                      <a:pt x="410" y="1043"/>
                    </a:cubicBezTo>
                    <a:cubicBezTo>
                      <a:pt x="447" y="1047"/>
                      <a:pt x="482" y="1048"/>
                      <a:pt x="517" y="1048"/>
                    </a:cubicBezTo>
                    <a:cubicBezTo>
                      <a:pt x="622" y="1048"/>
                      <a:pt x="721" y="1034"/>
                      <a:pt x="820" y="1004"/>
                    </a:cubicBezTo>
                    <a:cubicBezTo>
                      <a:pt x="991" y="938"/>
                      <a:pt x="1163" y="859"/>
                      <a:pt x="1322" y="766"/>
                    </a:cubicBezTo>
                    <a:cubicBezTo>
                      <a:pt x="1348" y="740"/>
                      <a:pt x="1361" y="700"/>
                      <a:pt x="1335" y="660"/>
                    </a:cubicBezTo>
                    <a:cubicBezTo>
                      <a:pt x="1318" y="644"/>
                      <a:pt x="1297" y="633"/>
                      <a:pt x="1277" y="633"/>
                    </a:cubicBezTo>
                    <a:cubicBezTo>
                      <a:pt x="1264" y="633"/>
                      <a:pt x="1252" y="637"/>
                      <a:pt x="1242" y="647"/>
                    </a:cubicBezTo>
                    <a:cubicBezTo>
                      <a:pt x="1124" y="730"/>
                      <a:pt x="772" y="919"/>
                      <a:pt x="529" y="919"/>
                    </a:cubicBezTo>
                    <a:cubicBezTo>
                      <a:pt x="501" y="919"/>
                      <a:pt x="474" y="917"/>
                      <a:pt x="450" y="911"/>
                    </a:cubicBezTo>
                    <a:cubicBezTo>
                      <a:pt x="384" y="885"/>
                      <a:pt x="331" y="859"/>
                      <a:pt x="305" y="793"/>
                    </a:cubicBezTo>
                    <a:cubicBezTo>
                      <a:pt x="159" y="542"/>
                      <a:pt x="397" y="225"/>
                      <a:pt x="529" y="66"/>
                    </a:cubicBezTo>
                    <a:lnTo>
                      <a:pt x="529" y="66"/>
                    </a:lnTo>
                    <a:lnTo>
                      <a:pt x="476" y="93"/>
                    </a:lnTo>
                    <a:lnTo>
                      <a:pt x="410" y="0"/>
                    </a:ln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6"/>
              <p:cNvSpPr/>
              <p:nvPr/>
            </p:nvSpPr>
            <p:spPr>
              <a:xfrm>
                <a:off x="6988606" y="1924566"/>
                <a:ext cx="46353" cy="90981"/>
              </a:xfrm>
              <a:custGeom>
                <a:rect b="b" l="l" r="r" t="t"/>
                <a:pathLst>
                  <a:path extrusionOk="0" h="1582" w="806">
                    <a:moveTo>
                      <a:pt x="81" y="0"/>
                    </a:moveTo>
                    <a:cubicBezTo>
                      <a:pt x="58" y="0"/>
                      <a:pt x="35" y="12"/>
                      <a:pt x="27" y="28"/>
                    </a:cubicBezTo>
                    <a:cubicBezTo>
                      <a:pt x="0" y="54"/>
                      <a:pt x="13" y="107"/>
                      <a:pt x="40" y="120"/>
                    </a:cubicBezTo>
                    <a:cubicBezTo>
                      <a:pt x="40" y="134"/>
                      <a:pt x="594" y="517"/>
                      <a:pt x="647" y="966"/>
                    </a:cubicBezTo>
                    <a:cubicBezTo>
                      <a:pt x="660" y="1150"/>
                      <a:pt x="594" y="1335"/>
                      <a:pt x="462" y="1467"/>
                    </a:cubicBezTo>
                    <a:cubicBezTo>
                      <a:pt x="436" y="1494"/>
                      <a:pt x="436" y="1533"/>
                      <a:pt x="462" y="1560"/>
                    </a:cubicBezTo>
                    <a:cubicBezTo>
                      <a:pt x="478" y="1575"/>
                      <a:pt x="493" y="1582"/>
                      <a:pt x="509" y="1582"/>
                    </a:cubicBezTo>
                    <a:cubicBezTo>
                      <a:pt x="520" y="1582"/>
                      <a:pt x="531" y="1579"/>
                      <a:pt x="542" y="1573"/>
                    </a:cubicBezTo>
                    <a:cubicBezTo>
                      <a:pt x="542" y="1573"/>
                      <a:pt x="555" y="1573"/>
                      <a:pt x="568" y="1560"/>
                    </a:cubicBezTo>
                    <a:cubicBezTo>
                      <a:pt x="727" y="1401"/>
                      <a:pt x="806" y="1177"/>
                      <a:pt x="779" y="952"/>
                    </a:cubicBezTo>
                    <a:cubicBezTo>
                      <a:pt x="727" y="437"/>
                      <a:pt x="145" y="28"/>
                      <a:pt x="119" y="15"/>
                    </a:cubicBezTo>
                    <a:cubicBezTo>
                      <a:pt x="109" y="5"/>
                      <a:pt x="95" y="0"/>
                      <a:pt x="81" y="0"/>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6"/>
              <p:cNvSpPr/>
              <p:nvPr/>
            </p:nvSpPr>
            <p:spPr>
              <a:xfrm>
                <a:off x="6993897" y="1688430"/>
                <a:ext cx="709443" cy="555432"/>
              </a:xfrm>
              <a:custGeom>
                <a:rect b="b" l="l" r="r" t="t"/>
                <a:pathLst>
                  <a:path extrusionOk="0" h="9658" w="12336">
                    <a:moveTo>
                      <a:pt x="9074" y="0"/>
                    </a:moveTo>
                    <a:lnTo>
                      <a:pt x="8374" y="1783"/>
                    </a:lnTo>
                    <a:cubicBezTo>
                      <a:pt x="8268" y="2074"/>
                      <a:pt x="8162" y="2377"/>
                      <a:pt x="8043" y="2668"/>
                    </a:cubicBezTo>
                    <a:cubicBezTo>
                      <a:pt x="7938" y="2959"/>
                      <a:pt x="7832" y="3262"/>
                      <a:pt x="7713" y="3553"/>
                    </a:cubicBezTo>
                    <a:cubicBezTo>
                      <a:pt x="7608" y="3843"/>
                      <a:pt x="7502" y="4134"/>
                      <a:pt x="7383" y="4424"/>
                    </a:cubicBezTo>
                    <a:cubicBezTo>
                      <a:pt x="7277" y="4715"/>
                      <a:pt x="7159" y="4992"/>
                      <a:pt x="7040" y="5270"/>
                    </a:cubicBezTo>
                    <a:cubicBezTo>
                      <a:pt x="6921" y="5547"/>
                      <a:pt x="6815" y="5824"/>
                      <a:pt x="6696" y="6062"/>
                    </a:cubicBezTo>
                    <a:cubicBezTo>
                      <a:pt x="6630" y="6181"/>
                      <a:pt x="6577" y="6287"/>
                      <a:pt x="6525" y="6379"/>
                    </a:cubicBezTo>
                    <a:lnTo>
                      <a:pt x="6498" y="6432"/>
                    </a:lnTo>
                    <a:lnTo>
                      <a:pt x="6485" y="6458"/>
                    </a:lnTo>
                    <a:lnTo>
                      <a:pt x="6485" y="6471"/>
                    </a:lnTo>
                    <a:lnTo>
                      <a:pt x="6485" y="6498"/>
                    </a:lnTo>
                    <a:lnTo>
                      <a:pt x="6485" y="6524"/>
                    </a:lnTo>
                    <a:cubicBezTo>
                      <a:pt x="6485" y="6537"/>
                      <a:pt x="6459" y="6551"/>
                      <a:pt x="6419" y="6564"/>
                    </a:cubicBezTo>
                    <a:cubicBezTo>
                      <a:pt x="6318" y="6604"/>
                      <a:pt x="6210" y="6621"/>
                      <a:pt x="6099" y="6621"/>
                    </a:cubicBezTo>
                    <a:cubicBezTo>
                      <a:pt x="6065" y="6621"/>
                      <a:pt x="6031" y="6620"/>
                      <a:pt x="5996" y="6617"/>
                    </a:cubicBezTo>
                    <a:cubicBezTo>
                      <a:pt x="5759" y="6604"/>
                      <a:pt x="5534" y="6564"/>
                      <a:pt x="5310" y="6498"/>
                    </a:cubicBezTo>
                    <a:cubicBezTo>
                      <a:pt x="5046" y="6432"/>
                      <a:pt x="4795" y="6353"/>
                      <a:pt x="4544" y="6260"/>
                    </a:cubicBezTo>
                    <a:cubicBezTo>
                      <a:pt x="3989" y="6049"/>
                      <a:pt x="3461" y="5798"/>
                      <a:pt x="2946" y="5521"/>
                    </a:cubicBezTo>
                    <a:cubicBezTo>
                      <a:pt x="2404" y="5243"/>
                      <a:pt x="2021" y="5019"/>
                      <a:pt x="1493" y="4702"/>
                    </a:cubicBezTo>
                    <a:cubicBezTo>
                      <a:pt x="1321" y="5481"/>
                      <a:pt x="753" y="6115"/>
                      <a:pt x="1" y="6379"/>
                    </a:cubicBezTo>
                    <a:cubicBezTo>
                      <a:pt x="502" y="6841"/>
                      <a:pt x="1031" y="7277"/>
                      <a:pt x="1585" y="7673"/>
                    </a:cubicBezTo>
                    <a:cubicBezTo>
                      <a:pt x="2153" y="8096"/>
                      <a:pt x="2761" y="8466"/>
                      <a:pt x="3381" y="8796"/>
                    </a:cubicBezTo>
                    <a:cubicBezTo>
                      <a:pt x="3712" y="8967"/>
                      <a:pt x="4055" y="9126"/>
                      <a:pt x="4412" y="9258"/>
                    </a:cubicBezTo>
                    <a:cubicBezTo>
                      <a:pt x="4795" y="9403"/>
                      <a:pt x="5191" y="9522"/>
                      <a:pt x="5600" y="9588"/>
                    </a:cubicBezTo>
                    <a:cubicBezTo>
                      <a:pt x="5838" y="9628"/>
                      <a:pt x="6062" y="9654"/>
                      <a:pt x="6300" y="9654"/>
                    </a:cubicBezTo>
                    <a:cubicBezTo>
                      <a:pt x="6345" y="9656"/>
                      <a:pt x="6391" y="9658"/>
                      <a:pt x="6436" y="9658"/>
                    </a:cubicBezTo>
                    <a:cubicBezTo>
                      <a:pt x="6655" y="9658"/>
                      <a:pt x="6874" y="9632"/>
                      <a:pt x="7093" y="9588"/>
                    </a:cubicBezTo>
                    <a:cubicBezTo>
                      <a:pt x="7383" y="9535"/>
                      <a:pt x="7674" y="9443"/>
                      <a:pt x="7938" y="9311"/>
                    </a:cubicBezTo>
                    <a:cubicBezTo>
                      <a:pt x="8228" y="9166"/>
                      <a:pt x="8479" y="8981"/>
                      <a:pt x="8717" y="8769"/>
                    </a:cubicBezTo>
                    <a:cubicBezTo>
                      <a:pt x="8823" y="8664"/>
                      <a:pt x="8928" y="8558"/>
                      <a:pt x="9034" y="8439"/>
                    </a:cubicBezTo>
                    <a:lnTo>
                      <a:pt x="9100" y="8360"/>
                    </a:lnTo>
                    <a:lnTo>
                      <a:pt x="9153" y="8281"/>
                    </a:lnTo>
                    <a:lnTo>
                      <a:pt x="9206" y="8201"/>
                    </a:lnTo>
                    <a:lnTo>
                      <a:pt x="9258" y="8135"/>
                    </a:lnTo>
                    <a:cubicBezTo>
                      <a:pt x="9377" y="7951"/>
                      <a:pt x="9483" y="7779"/>
                      <a:pt x="9589" y="7620"/>
                    </a:cubicBezTo>
                    <a:cubicBezTo>
                      <a:pt x="9773" y="7290"/>
                      <a:pt x="9932" y="6986"/>
                      <a:pt x="10090" y="6670"/>
                    </a:cubicBezTo>
                    <a:cubicBezTo>
                      <a:pt x="10249" y="6366"/>
                      <a:pt x="10381" y="6062"/>
                      <a:pt x="10526" y="5758"/>
                    </a:cubicBezTo>
                    <a:cubicBezTo>
                      <a:pt x="10658" y="5441"/>
                      <a:pt x="10804" y="5138"/>
                      <a:pt x="10922" y="4834"/>
                    </a:cubicBezTo>
                    <a:cubicBezTo>
                      <a:pt x="11054" y="4530"/>
                      <a:pt x="11187" y="4226"/>
                      <a:pt x="11305" y="3923"/>
                    </a:cubicBezTo>
                    <a:cubicBezTo>
                      <a:pt x="11424" y="3619"/>
                      <a:pt x="11543" y="3315"/>
                      <a:pt x="11662" y="2998"/>
                    </a:cubicBezTo>
                    <a:cubicBezTo>
                      <a:pt x="11781" y="2694"/>
                      <a:pt x="11900" y="2391"/>
                      <a:pt x="12005" y="2087"/>
                    </a:cubicBezTo>
                    <a:lnTo>
                      <a:pt x="12177" y="1625"/>
                    </a:lnTo>
                    <a:lnTo>
                      <a:pt x="12256" y="1387"/>
                    </a:lnTo>
                    <a:cubicBezTo>
                      <a:pt x="12283" y="1308"/>
                      <a:pt x="12309" y="1228"/>
                      <a:pt x="12336" y="1149"/>
                    </a:cubicBezTo>
                    <a:lnTo>
                      <a:pt x="90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6"/>
              <p:cNvSpPr/>
              <p:nvPr/>
            </p:nvSpPr>
            <p:spPr>
              <a:xfrm>
                <a:off x="7038697" y="1984607"/>
                <a:ext cx="88910" cy="113985"/>
              </a:xfrm>
              <a:custGeom>
                <a:rect b="b" l="l" r="r" t="t"/>
                <a:pathLst>
                  <a:path extrusionOk="0" h="1982" w="1546">
                    <a:moveTo>
                      <a:pt x="1454" y="1"/>
                    </a:moveTo>
                    <a:cubicBezTo>
                      <a:pt x="1401" y="1"/>
                      <a:pt x="1361" y="40"/>
                      <a:pt x="1361" y="93"/>
                    </a:cubicBezTo>
                    <a:cubicBezTo>
                      <a:pt x="1361" y="106"/>
                      <a:pt x="1361" y="1467"/>
                      <a:pt x="106" y="1797"/>
                    </a:cubicBezTo>
                    <a:cubicBezTo>
                      <a:pt x="1" y="1823"/>
                      <a:pt x="27" y="1982"/>
                      <a:pt x="133" y="1982"/>
                    </a:cubicBezTo>
                    <a:cubicBezTo>
                      <a:pt x="146" y="1982"/>
                      <a:pt x="146" y="1969"/>
                      <a:pt x="159" y="1969"/>
                    </a:cubicBezTo>
                    <a:cubicBezTo>
                      <a:pt x="1546" y="1599"/>
                      <a:pt x="1546" y="106"/>
                      <a:pt x="1546" y="80"/>
                    </a:cubicBezTo>
                    <a:cubicBezTo>
                      <a:pt x="1546" y="40"/>
                      <a:pt x="1506" y="1"/>
                      <a:pt x="1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6"/>
              <p:cNvSpPr/>
              <p:nvPr/>
            </p:nvSpPr>
            <p:spPr>
              <a:xfrm>
                <a:off x="7027310" y="2032915"/>
                <a:ext cx="58545" cy="48999"/>
              </a:xfrm>
              <a:custGeom>
                <a:rect b="b" l="l" r="r" t="t"/>
                <a:pathLst>
                  <a:path extrusionOk="0" h="852" w="1018">
                    <a:moveTo>
                      <a:pt x="96" y="1"/>
                    </a:moveTo>
                    <a:cubicBezTo>
                      <a:pt x="68" y="1"/>
                      <a:pt x="42" y="11"/>
                      <a:pt x="27" y="32"/>
                    </a:cubicBezTo>
                    <a:cubicBezTo>
                      <a:pt x="1" y="72"/>
                      <a:pt x="1" y="125"/>
                      <a:pt x="40" y="164"/>
                    </a:cubicBezTo>
                    <a:lnTo>
                      <a:pt x="859" y="838"/>
                    </a:lnTo>
                    <a:cubicBezTo>
                      <a:pt x="886" y="838"/>
                      <a:pt x="899" y="851"/>
                      <a:pt x="925" y="851"/>
                    </a:cubicBezTo>
                    <a:cubicBezTo>
                      <a:pt x="952" y="851"/>
                      <a:pt x="978" y="838"/>
                      <a:pt x="991" y="825"/>
                    </a:cubicBezTo>
                    <a:cubicBezTo>
                      <a:pt x="1018" y="785"/>
                      <a:pt x="1018" y="719"/>
                      <a:pt x="978" y="693"/>
                    </a:cubicBezTo>
                    <a:lnTo>
                      <a:pt x="159" y="19"/>
                    </a:lnTo>
                    <a:cubicBezTo>
                      <a:pt x="141" y="7"/>
                      <a:pt x="118"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6"/>
              <p:cNvSpPr/>
              <p:nvPr/>
            </p:nvSpPr>
            <p:spPr>
              <a:xfrm>
                <a:off x="7072916" y="2005138"/>
                <a:ext cx="20531" cy="18058"/>
              </a:xfrm>
              <a:custGeom>
                <a:rect b="b" l="l" r="r" t="t"/>
                <a:pathLst>
                  <a:path extrusionOk="0" h="314" w="357">
                    <a:moveTo>
                      <a:pt x="211" y="0"/>
                    </a:moveTo>
                    <a:cubicBezTo>
                      <a:pt x="66" y="0"/>
                      <a:pt x="0" y="172"/>
                      <a:pt x="93" y="265"/>
                    </a:cubicBezTo>
                    <a:cubicBezTo>
                      <a:pt x="122" y="299"/>
                      <a:pt x="161" y="313"/>
                      <a:pt x="198" y="313"/>
                    </a:cubicBezTo>
                    <a:cubicBezTo>
                      <a:pt x="278" y="313"/>
                      <a:pt x="357" y="248"/>
                      <a:pt x="357" y="159"/>
                    </a:cubicBezTo>
                    <a:cubicBezTo>
                      <a:pt x="357" y="80"/>
                      <a:pt x="291" y="0"/>
                      <a:pt x="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6"/>
              <p:cNvSpPr/>
              <p:nvPr/>
            </p:nvSpPr>
            <p:spPr>
              <a:xfrm>
                <a:off x="7362249" y="2064833"/>
                <a:ext cx="49459" cy="49286"/>
              </a:xfrm>
              <a:custGeom>
                <a:rect b="b" l="l" r="r" t="t"/>
                <a:pathLst>
                  <a:path extrusionOk="0" h="857" w="860">
                    <a:moveTo>
                      <a:pt x="88" y="0"/>
                    </a:moveTo>
                    <a:cubicBezTo>
                      <a:pt x="64" y="0"/>
                      <a:pt x="42" y="10"/>
                      <a:pt x="27" y="32"/>
                    </a:cubicBezTo>
                    <a:cubicBezTo>
                      <a:pt x="1" y="72"/>
                      <a:pt x="14" y="138"/>
                      <a:pt x="54" y="164"/>
                    </a:cubicBezTo>
                    <a:cubicBezTo>
                      <a:pt x="291" y="349"/>
                      <a:pt x="503" y="574"/>
                      <a:pt x="688" y="824"/>
                    </a:cubicBezTo>
                    <a:cubicBezTo>
                      <a:pt x="701" y="838"/>
                      <a:pt x="727" y="851"/>
                      <a:pt x="754" y="851"/>
                    </a:cubicBezTo>
                    <a:cubicBezTo>
                      <a:pt x="761" y="855"/>
                      <a:pt x="768" y="856"/>
                      <a:pt x="774" y="856"/>
                    </a:cubicBezTo>
                    <a:cubicBezTo>
                      <a:pt x="788" y="856"/>
                      <a:pt x="797" y="847"/>
                      <a:pt x="806" y="838"/>
                    </a:cubicBezTo>
                    <a:cubicBezTo>
                      <a:pt x="846" y="811"/>
                      <a:pt x="859" y="758"/>
                      <a:pt x="833" y="719"/>
                    </a:cubicBezTo>
                    <a:cubicBezTo>
                      <a:pt x="635" y="455"/>
                      <a:pt x="410" y="217"/>
                      <a:pt x="146" y="19"/>
                    </a:cubicBezTo>
                    <a:cubicBezTo>
                      <a:pt x="128" y="7"/>
                      <a:pt x="108" y="0"/>
                      <a:pt x="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6"/>
              <p:cNvSpPr/>
              <p:nvPr/>
            </p:nvSpPr>
            <p:spPr>
              <a:xfrm>
                <a:off x="7364549" y="2068744"/>
                <a:ext cx="13745" cy="50379"/>
              </a:xfrm>
              <a:custGeom>
                <a:rect b="b" l="l" r="r" t="t"/>
                <a:pathLst>
                  <a:path extrusionOk="0" h="876" w="239">
                    <a:moveTo>
                      <a:pt x="106" y="0"/>
                    </a:moveTo>
                    <a:cubicBezTo>
                      <a:pt x="98" y="0"/>
                      <a:pt x="89" y="1"/>
                      <a:pt x="80" y="4"/>
                    </a:cubicBezTo>
                    <a:cubicBezTo>
                      <a:pt x="27" y="17"/>
                      <a:pt x="0" y="70"/>
                      <a:pt x="27" y="109"/>
                    </a:cubicBezTo>
                    <a:cubicBezTo>
                      <a:pt x="66" y="334"/>
                      <a:pt x="66" y="558"/>
                      <a:pt x="27" y="770"/>
                    </a:cubicBezTo>
                    <a:cubicBezTo>
                      <a:pt x="14" y="823"/>
                      <a:pt x="40" y="862"/>
                      <a:pt x="93" y="875"/>
                    </a:cubicBezTo>
                    <a:lnTo>
                      <a:pt x="106" y="875"/>
                    </a:lnTo>
                    <a:cubicBezTo>
                      <a:pt x="146" y="875"/>
                      <a:pt x="172" y="849"/>
                      <a:pt x="185" y="823"/>
                    </a:cubicBezTo>
                    <a:cubicBezTo>
                      <a:pt x="238" y="572"/>
                      <a:pt x="238" y="307"/>
                      <a:pt x="185" y="57"/>
                    </a:cubicBezTo>
                    <a:cubicBezTo>
                      <a:pt x="174" y="24"/>
                      <a:pt x="146" y="0"/>
                      <a:pt x="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6"/>
              <p:cNvSpPr/>
              <p:nvPr/>
            </p:nvSpPr>
            <p:spPr>
              <a:xfrm>
                <a:off x="7051637" y="4092233"/>
                <a:ext cx="322056" cy="298534"/>
              </a:xfrm>
              <a:custGeom>
                <a:rect b="b" l="l" r="r" t="t"/>
                <a:pathLst>
                  <a:path extrusionOk="0" h="5191" w="5600">
                    <a:moveTo>
                      <a:pt x="5019" y="1"/>
                    </a:moveTo>
                    <a:cubicBezTo>
                      <a:pt x="5019" y="1"/>
                      <a:pt x="2127" y="2787"/>
                      <a:pt x="1796" y="3302"/>
                    </a:cubicBezTo>
                    <a:cubicBezTo>
                      <a:pt x="1479" y="3831"/>
                      <a:pt x="0" y="5072"/>
                      <a:pt x="489" y="5138"/>
                    </a:cubicBezTo>
                    <a:cubicBezTo>
                      <a:pt x="674" y="5163"/>
                      <a:pt x="1082" y="5190"/>
                      <a:pt x="1550" y="5190"/>
                    </a:cubicBezTo>
                    <a:cubicBezTo>
                      <a:pt x="2316" y="5190"/>
                      <a:pt x="3242" y="5118"/>
                      <a:pt x="3619" y="4848"/>
                    </a:cubicBezTo>
                    <a:cubicBezTo>
                      <a:pt x="4213" y="4412"/>
                      <a:pt x="5019" y="3131"/>
                      <a:pt x="5019" y="3131"/>
                    </a:cubicBezTo>
                    <a:lnTo>
                      <a:pt x="5230" y="4544"/>
                    </a:lnTo>
                    <a:lnTo>
                      <a:pt x="5587" y="4544"/>
                    </a:lnTo>
                    <a:cubicBezTo>
                      <a:pt x="5573" y="4029"/>
                      <a:pt x="5547" y="1493"/>
                      <a:pt x="5573" y="978"/>
                    </a:cubicBezTo>
                    <a:cubicBezTo>
                      <a:pt x="5600" y="463"/>
                      <a:pt x="5019" y="1"/>
                      <a:pt x="50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6"/>
              <p:cNvSpPr/>
              <p:nvPr/>
            </p:nvSpPr>
            <p:spPr>
              <a:xfrm>
                <a:off x="7130598" y="4013272"/>
                <a:ext cx="229465" cy="302388"/>
              </a:xfrm>
              <a:custGeom>
                <a:rect b="b" l="l" r="r" t="t"/>
                <a:pathLst>
                  <a:path extrusionOk="0" h="5258" w="3990">
                    <a:moveTo>
                      <a:pt x="1850" y="0"/>
                    </a:moveTo>
                    <a:cubicBezTo>
                      <a:pt x="1850" y="0"/>
                      <a:pt x="1797" y="1242"/>
                      <a:pt x="1704" y="1744"/>
                    </a:cubicBezTo>
                    <a:cubicBezTo>
                      <a:pt x="1612" y="2311"/>
                      <a:pt x="1440" y="2866"/>
                      <a:pt x="1216" y="3381"/>
                    </a:cubicBezTo>
                    <a:cubicBezTo>
                      <a:pt x="938" y="3975"/>
                      <a:pt x="1" y="5085"/>
                      <a:pt x="318" y="5230"/>
                    </a:cubicBezTo>
                    <a:cubicBezTo>
                      <a:pt x="356" y="5248"/>
                      <a:pt x="404" y="5257"/>
                      <a:pt x="461" y="5257"/>
                    </a:cubicBezTo>
                    <a:cubicBezTo>
                      <a:pt x="891" y="5257"/>
                      <a:pt x="1791" y="4756"/>
                      <a:pt x="2246" y="4266"/>
                    </a:cubicBezTo>
                    <a:cubicBezTo>
                      <a:pt x="2827" y="3606"/>
                      <a:pt x="3434" y="2734"/>
                      <a:pt x="3606" y="2179"/>
                    </a:cubicBezTo>
                    <a:cubicBezTo>
                      <a:pt x="3699" y="1876"/>
                      <a:pt x="3699" y="1559"/>
                      <a:pt x="3606" y="1255"/>
                    </a:cubicBezTo>
                    <a:lnTo>
                      <a:pt x="3989" y="119"/>
                    </a:lnTo>
                    <a:lnTo>
                      <a:pt x="1850" y="0"/>
                    </a:ln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6"/>
              <p:cNvSpPr/>
              <p:nvPr/>
            </p:nvSpPr>
            <p:spPr>
              <a:xfrm>
                <a:off x="7770857" y="4078603"/>
                <a:ext cx="223369" cy="328670"/>
              </a:xfrm>
              <a:custGeom>
                <a:rect b="b" l="l" r="r" t="t"/>
                <a:pathLst>
                  <a:path extrusionOk="0" h="5715" w="3884">
                    <a:moveTo>
                      <a:pt x="701" y="0"/>
                    </a:moveTo>
                    <a:cubicBezTo>
                      <a:pt x="701" y="0"/>
                      <a:pt x="41" y="264"/>
                      <a:pt x="14" y="1189"/>
                    </a:cubicBezTo>
                    <a:cubicBezTo>
                      <a:pt x="1" y="2113"/>
                      <a:pt x="1" y="4794"/>
                      <a:pt x="1" y="4794"/>
                    </a:cubicBezTo>
                    <a:lnTo>
                      <a:pt x="331" y="4794"/>
                    </a:lnTo>
                    <a:lnTo>
                      <a:pt x="529" y="3658"/>
                    </a:lnTo>
                    <a:cubicBezTo>
                      <a:pt x="529" y="3658"/>
                      <a:pt x="648" y="4570"/>
                      <a:pt x="1110" y="5164"/>
                    </a:cubicBezTo>
                    <a:cubicBezTo>
                      <a:pt x="1444" y="5584"/>
                      <a:pt x="2055" y="5714"/>
                      <a:pt x="2617" y="5714"/>
                    </a:cubicBezTo>
                    <a:cubicBezTo>
                      <a:pt x="2832" y="5714"/>
                      <a:pt x="3040" y="5695"/>
                      <a:pt x="3223" y="5666"/>
                    </a:cubicBezTo>
                    <a:cubicBezTo>
                      <a:pt x="3884" y="5573"/>
                      <a:pt x="3395" y="4345"/>
                      <a:pt x="3131" y="3671"/>
                    </a:cubicBezTo>
                    <a:cubicBezTo>
                      <a:pt x="2867" y="2998"/>
                      <a:pt x="2299" y="1360"/>
                      <a:pt x="2299" y="1360"/>
                    </a:cubicBezTo>
                    <a:lnTo>
                      <a:pt x="7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6"/>
              <p:cNvSpPr/>
              <p:nvPr/>
            </p:nvSpPr>
            <p:spPr>
              <a:xfrm>
                <a:off x="7784545" y="4001885"/>
                <a:ext cx="161833" cy="329187"/>
              </a:xfrm>
              <a:custGeom>
                <a:rect b="b" l="l" r="r" t="t"/>
                <a:pathLst>
                  <a:path extrusionOk="0" h="5724" w="2814">
                    <a:moveTo>
                      <a:pt x="635" y="0"/>
                    </a:moveTo>
                    <a:cubicBezTo>
                      <a:pt x="635" y="0"/>
                      <a:pt x="661" y="1136"/>
                      <a:pt x="463" y="1321"/>
                    </a:cubicBezTo>
                    <a:cubicBezTo>
                      <a:pt x="278" y="1519"/>
                      <a:pt x="1" y="2153"/>
                      <a:pt x="199" y="2932"/>
                    </a:cubicBezTo>
                    <a:cubicBezTo>
                      <a:pt x="397" y="3711"/>
                      <a:pt x="529" y="4847"/>
                      <a:pt x="978" y="5336"/>
                    </a:cubicBezTo>
                    <a:cubicBezTo>
                      <a:pt x="1219" y="5599"/>
                      <a:pt x="1675" y="5724"/>
                      <a:pt x="2061" y="5724"/>
                    </a:cubicBezTo>
                    <a:cubicBezTo>
                      <a:pt x="2392" y="5724"/>
                      <a:pt x="2672" y="5631"/>
                      <a:pt x="2721" y="5455"/>
                    </a:cubicBezTo>
                    <a:cubicBezTo>
                      <a:pt x="2814" y="5058"/>
                      <a:pt x="2114" y="3619"/>
                      <a:pt x="2087" y="2866"/>
                    </a:cubicBezTo>
                    <a:cubicBezTo>
                      <a:pt x="2048" y="2113"/>
                      <a:pt x="1916" y="106"/>
                      <a:pt x="1916" y="106"/>
                    </a:cubicBezTo>
                    <a:lnTo>
                      <a:pt x="635" y="0"/>
                    </a:ln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6"/>
              <p:cNvSpPr/>
              <p:nvPr/>
            </p:nvSpPr>
            <p:spPr>
              <a:xfrm>
                <a:off x="7392671" y="2299071"/>
                <a:ext cx="562045" cy="422008"/>
              </a:xfrm>
              <a:custGeom>
                <a:rect b="b" l="l" r="r" t="t"/>
                <a:pathLst>
                  <a:path extrusionOk="0" h="7338" w="9773">
                    <a:moveTo>
                      <a:pt x="1466" y="0"/>
                    </a:moveTo>
                    <a:cubicBezTo>
                      <a:pt x="1466" y="0"/>
                      <a:pt x="1360" y="159"/>
                      <a:pt x="1228" y="449"/>
                    </a:cubicBezTo>
                    <a:lnTo>
                      <a:pt x="1149" y="608"/>
                    </a:lnTo>
                    <a:cubicBezTo>
                      <a:pt x="872" y="1202"/>
                      <a:pt x="660" y="1810"/>
                      <a:pt x="502" y="2443"/>
                    </a:cubicBezTo>
                    <a:cubicBezTo>
                      <a:pt x="502" y="2457"/>
                      <a:pt x="502" y="2470"/>
                      <a:pt x="502" y="2470"/>
                    </a:cubicBezTo>
                    <a:lnTo>
                      <a:pt x="462" y="2655"/>
                    </a:lnTo>
                    <a:lnTo>
                      <a:pt x="462" y="2694"/>
                    </a:lnTo>
                    <a:cubicBezTo>
                      <a:pt x="357" y="3196"/>
                      <a:pt x="264" y="3725"/>
                      <a:pt x="198" y="4240"/>
                    </a:cubicBezTo>
                    <a:cubicBezTo>
                      <a:pt x="185" y="4306"/>
                      <a:pt x="172" y="4372"/>
                      <a:pt x="172" y="4438"/>
                    </a:cubicBezTo>
                    <a:cubicBezTo>
                      <a:pt x="26" y="5547"/>
                      <a:pt x="0" y="6102"/>
                      <a:pt x="449" y="6366"/>
                    </a:cubicBezTo>
                    <a:cubicBezTo>
                      <a:pt x="1450" y="6934"/>
                      <a:pt x="3300" y="7338"/>
                      <a:pt x="5179" y="7338"/>
                    </a:cubicBezTo>
                    <a:cubicBezTo>
                      <a:pt x="6399" y="7338"/>
                      <a:pt x="7631" y="7168"/>
                      <a:pt x="8650" y="6762"/>
                    </a:cubicBezTo>
                    <a:cubicBezTo>
                      <a:pt x="9601" y="6392"/>
                      <a:pt x="9773" y="6155"/>
                      <a:pt x="9694" y="4451"/>
                    </a:cubicBezTo>
                    <a:lnTo>
                      <a:pt x="9694" y="4266"/>
                    </a:lnTo>
                    <a:cubicBezTo>
                      <a:pt x="9694" y="4134"/>
                      <a:pt x="9680" y="3989"/>
                      <a:pt x="9667" y="3857"/>
                    </a:cubicBezTo>
                    <a:cubicBezTo>
                      <a:pt x="9667" y="3804"/>
                      <a:pt x="9667" y="3738"/>
                      <a:pt x="9654" y="3672"/>
                    </a:cubicBezTo>
                    <a:cubicBezTo>
                      <a:pt x="9641" y="3434"/>
                      <a:pt x="9614" y="3196"/>
                      <a:pt x="9588" y="2972"/>
                    </a:cubicBezTo>
                    <a:lnTo>
                      <a:pt x="9575" y="2787"/>
                    </a:lnTo>
                    <a:cubicBezTo>
                      <a:pt x="9522" y="2351"/>
                      <a:pt x="9430" y="1915"/>
                      <a:pt x="9324" y="1493"/>
                    </a:cubicBezTo>
                    <a:cubicBezTo>
                      <a:pt x="9311" y="1427"/>
                      <a:pt x="9297" y="1374"/>
                      <a:pt x="9284" y="1308"/>
                    </a:cubicBezTo>
                    <a:cubicBezTo>
                      <a:pt x="9192" y="978"/>
                      <a:pt x="9113" y="766"/>
                      <a:pt x="9113" y="766"/>
                    </a:cubicBezTo>
                    <a:cubicBezTo>
                      <a:pt x="8690" y="832"/>
                      <a:pt x="8267" y="872"/>
                      <a:pt x="7832" y="885"/>
                    </a:cubicBezTo>
                    <a:lnTo>
                      <a:pt x="7647" y="885"/>
                    </a:lnTo>
                    <a:cubicBezTo>
                      <a:pt x="7514" y="889"/>
                      <a:pt x="7382" y="891"/>
                      <a:pt x="7249" y="891"/>
                    </a:cubicBezTo>
                    <a:cubicBezTo>
                      <a:pt x="5148" y="891"/>
                      <a:pt x="3067" y="420"/>
                      <a:pt x="2073" y="172"/>
                    </a:cubicBezTo>
                    <a:lnTo>
                      <a:pt x="1889" y="119"/>
                    </a:lnTo>
                    <a:cubicBezTo>
                      <a:pt x="1624" y="40"/>
                      <a:pt x="1466" y="0"/>
                      <a:pt x="1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6"/>
              <p:cNvSpPr/>
              <p:nvPr/>
            </p:nvSpPr>
            <p:spPr>
              <a:xfrm>
                <a:off x="7418493" y="2305915"/>
                <a:ext cx="92706" cy="148146"/>
              </a:xfrm>
              <a:custGeom>
                <a:rect b="b" l="l" r="r" t="t"/>
                <a:pathLst>
                  <a:path extrusionOk="0" h="2576" w="1612">
                    <a:moveTo>
                      <a:pt x="1440" y="0"/>
                    </a:moveTo>
                    <a:cubicBezTo>
                      <a:pt x="1308" y="528"/>
                      <a:pt x="1096" y="1043"/>
                      <a:pt x="819" y="1506"/>
                    </a:cubicBezTo>
                    <a:cubicBezTo>
                      <a:pt x="792" y="1559"/>
                      <a:pt x="753" y="1611"/>
                      <a:pt x="726" y="1664"/>
                    </a:cubicBezTo>
                    <a:cubicBezTo>
                      <a:pt x="542" y="1928"/>
                      <a:pt x="317" y="2153"/>
                      <a:pt x="53" y="2324"/>
                    </a:cubicBezTo>
                    <a:cubicBezTo>
                      <a:pt x="40" y="2338"/>
                      <a:pt x="40" y="2338"/>
                      <a:pt x="53" y="2351"/>
                    </a:cubicBezTo>
                    <a:lnTo>
                      <a:pt x="13" y="2536"/>
                    </a:lnTo>
                    <a:cubicBezTo>
                      <a:pt x="0" y="2549"/>
                      <a:pt x="0" y="2562"/>
                      <a:pt x="0" y="2575"/>
                    </a:cubicBezTo>
                    <a:cubicBezTo>
                      <a:pt x="357" y="2364"/>
                      <a:pt x="660" y="2087"/>
                      <a:pt x="885" y="1743"/>
                    </a:cubicBezTo>
                    <a:cubicBezTo>
                      <a:pt x="925" y="1704"/>
                      <a:pt x="951" y="1651"/>
                      <a:pt x="991" y="1598"/>
                    </a:cubicBezTo>
                    <a:cubicBezTo>
                      <a:pt x="1268" y="1109"/>
                      <a:pt x="1479" y="594"/>
                      <a:pt x="1611" y="53"/>
                    </a:cubicBezTo>
                    <a:lnTo>
                      <a:pt x="144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6"/>
              <p:cNvSpPr/>
              <p:nvPr/>
            </p:nvSpPr>
            <p:spPr>
              <a:xfrm>
                <a:off x="7832393" y="2349163"/>
                <a:ext cx="116285" cy="170977"/>
              </a:xfrm>
              <a:custGeom>
                <a:rect b="b" l="l" r="r" t="t"/>
                <a:pathLst>
                  <a:path extrusionOk="0" h="2973" w="2022">
                    <a:moveTo>
                      <a:pt x="186" y="1"/>
                    </a:moveTo>
                    <a:lnTo>
                      <a:pt x="1" y="27"/>
                    </a:lnTo>
                    <a:cubicBezTo>
                      <a:pt x="53" y="582"/>
                      <a:pt x="199" y="1137"/>
                      <a:pt x="436" y="1652"/>
                    </a:cubicBezTo>
                    <a:cubicBezTo>
                      <a:pt x="463" y="1718"/>
                      <a:pt x="489" y="1771"/>
                      <a:pt x="516" y="1823"/>
                    </a:cubicBezTo>
                    <a:cubicBezTo>
                      <a:pt x="674" y="2114"/>
                      <a:pt x="899" y="2378"/>
                      <a:pt x="1150" y="2589"/>
                    </a:cubicBezTo>
                    <a:cubicBezTo>
                      <a:pt x="1414" y="2787"/>
                      <a:pt x="1704" y="2920"/>
                      <a:pt x="2021" y="2972"/>
                    </a:cubicBezTo>
                    <a:cubicBezTo>
                      <a:pt x="2021" y="2920"/>
                      <a:pt x="2021" y="2854"/>
                      <a:pt x="2008" y="2787"/>
                    </a:cubicBezTo>
                    <a:cubicBezTo>
                      <a:pt x="1731" y="2735"/>
                      <a:pt x="1480" y="2603"/>
                      <a:pt x="1268" y="2431"/>
                    </a:cubicBezTo>
                    <a:cubicBezTo>
                      <a:pt x="1044" y="2259"/>
                      <a:pt x="846" y="2035"/>
                      <a:pt x="714" y="1771"/>
                    </a:cubicBezTo>
                    <a:cubicBezTo>
                      <a:pt x="674" y="1718"/>
                      <a:pt x="648" y="1665"/>
                      <a:pt x="621" y="1612"/>
                    </a:cubicBezTo>
                    <a:cubicBezTo>
                      <a:pt x="384" y="1110"/>
                      <a:pt x="238" y="569"/>
                      <a:pt x="1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6"/>
              <p:cNvSpPr/>
              <p:nvPr/>
            </p:nvSpPr>
            <p:spPr>
              <a:xfrm>
                <a:off x="7458750" y="2324893"/>
                <a:ext cx="470144" cy="72923"/>
              </a:xfrm>
              <a:custGeom>
                <a:rect b="b" l="l" r="r" t="t"/>
                <a:pathLst>
                  <a:path extrusionOk="0" h="1268" w="8175">
                    <a:moveTo>
                      <a:pt x="92" y="0"/>
                    </a:moveTo>
                    <a:lnTo>
                      <a:pt x="0" y="172"/>
                    </a:lnTo>
                    <a:cubicBezTo>
                      <a:pt x="132" y="225"/>
                      <a:pt x="264" y="278"/>
                      <a:pt x="409" y="344"/>
                    </a:cubicBezTo>
                    <a:cubicBezTo>
                      <a:pt x="462" y="357"/>
                      <a:pt x="528" y="383"/>
                      <a:pt x="568" y="410"/>
                    </a:cubicBezTo>
                    <a:cubicBezTo>
                      <a:pt x="1585" y="806"/>
                      <a:pt x="2641" y="1083"/>
                      <a:pt x="3724" y="1202"/>
                    </a:cubicBezTo>
                    <a:lnTo>
                      <a:pt x="3856" y="1215"/>
                    </a:lnTo>
                    <a:cubicBezTo>
                      <a:pt x="4312" y="1250"/>
                      <a:pt x="4771" y="1267"/>
                      <a:pt x="5229" y="1267"/>
                    </a:cubicBezTo>
                    <a:cubicBezTo>
                      <a:pt x="5807" y="1267"/>
                      <a:pt x="6386" y="1240"/>
                      <a:pt x="6960" y="1189"/>
                    </a:cubicBezTo>
                    <a:lnTo>
                      <a:pt x="7158" y="1162"/>
                    </a:lnTo>
                    <a:cubicBezTo>
                      <a:pt x="7541" y="1123"/>
                      <a:pt x="7884" y="1083"/>
                      <a:pt x="8175" y="1030"/>
                    </a:cubicBezTo>
                    <a:cubicBezTo>
                      <a:pt x="8148" y="978"/>
                      <a:pt x="8135" y="912"/>
                      <a:pt x="8122" y="859"/>
                    </a:cubicBezTo>
                    <a:cubicBezTo>
                      <a:pt x="7832" y="898"/>
                      <a:pt x="7475" y="951"/>
                      <a:pt x="7079" y="991"/>
                    </a:cubicBezTo>
                    <a:lnTo>
                      <a:pt x="6894" y="1004"/>
                    </a:lnTo>
                    <a:cubicBezTo>
                      <a:pt x="6355" y="1059"/>
                      <a:pt x="5812" y="1085"/>
                      <a:pt x="5270" y="1085"/>
                    </a:cubicBezTo>
                    <a:cubicBezTo>
                      <a:pt x="4762" y="1085"/>
                      <a:pt x="4255" y="1062"/>
                      <a:pt x="3751" y="1017"/>
                    </a:cubicBezTo>
                    <a:cubicBezTo>
                      <a:pt x="2694" y="885"/>
                      <a:pt x="1664" y="634"/>
                      <a:pt x="674" y="238"/>
                    </a:cubicBezTo>
                    <a:lnTo>
                      <a:pt x="502" y="172"/>
                    </a:lnTo>
                    <a:cubicBezTo>
                      <a:pt x="357" y="106"/>
                      <a:pt x="211" y="53"/>
                      <a:pt x="92" y="0"/>
                    </a:cubicBezTo>
                    <a:close/>
                  </a:path>
                </a:pathLst>
              </a:custGeom>
              <a:solidFill>
                <a:srgbClr val="594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6"/>
              <p:cNvSpPr/>
              <p:nvPr/>
            </p:nvSpPr>
            <p:spPr>
              <a:xfrm>
                <a:off x="7219451" y="2542856"/>
                <a:ext cx="436788" cy="1533504"/>
              </a:xfrm>
              <a:custGeom>
                <a:rect b="b" l="l" r="r" t="t"/>
                <a:pathLst>
                  <a:path extrusionOk="0" h="26665" w="7595">
                    <a:moveTo>
                      <a:pt x="3184" y="1"/>
                    </a:moveTo>
                    <a:cubicBezTo>
                      <a:pt x="2193" y="3474"/>
                      <a:pt x="1599" y="7951"/>
                      <a:pt x="1480" y="12705"/>
                    </a:cubicBezTo>
                    <a:lnTo>
                      <a:pt x="1427" y="13207"/>
                    </a:lnTo>
                    <a:lnTo>
                      <a:pt x="1414" y="13432"/>
                    </a:lnTo>
                    <a:lnTo>
                      <a:pt x="1" y="26664"/>
                    </a:lnTo>
                    <a:lnTo>
                      <a:pt x="2589" y="26664"/>
                    </a:lnTo>
                    <a:cubicBezTo>
                      <a:pt x="2986" y="25185"/>
                      <a:pt x="3540" y="23191"/>
                      <a:pt x="4055" y="21342"/>
                    </a:cubicBezTo>
                    <a:cubicBezTo>
                      <a:pt x="5429" y="16707"/>
                      <a:pt x="4702" y="13484"/>
                      <a:pt x="4702" y="13484"/>
                    </a:cubicBezTo>
                    <a:cubicBezTo>
                      <a:pt x="5878" y="10011"/>
                      <a:pt x="7383" y="7277"/>
                      <a:pt x="7595" y="2048"/>
                    </a:cubicBezTo>
                    <a:lnTo>
                      <a:pt x="31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6"/>
              <p:cNvSpPr/>
              <p:nvPr/>
            </p:nvSpPr>
            <p:spPr>
              <a:xfrm>
                <a:off x="7221752" y="4028455"/>
                <a:ext cx="160338" cy="12192"/>
              </a:xfrm>
              <a:custGeom>
                <a:rect b="b" l="l" r="r" t="t"/>
                <a:pathLst>
                  <a:path extrusionOk="0" h="212" w="2788">
                    <a:moveTo>
                      <a:pt x="2668" y="0"/>
                    </a:moveTo>
                    <a:lnTo>
                      <a:pt x="119" y="40"/>
                    </a:lnTo>
                    <a:cubicBezTo>
                      <a:pt x="1" y="40"/>
                      <a:pt x="1" y="212"/>
                      <a:pt x="119" y="212"/>
                    </a:cubicBezTo>
                    <a:lnTo>
                      <a:pt x="2668" y="185"/>
                    </a:lnTo>
                    <a:cubicBezTo>
                      <a:pt x="2787" y="185"/>
                      <a:pt x="2787" y="0"/>
                      <a:pt x="2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6"/>
              <p:cNvSpPr/>
              <p:nvPr/>
            </p:nvSpPr>
            <p:spPr>
              <a:xfrm>
                <a:off x="7300770" y="3301471"/>
                <a:ext cx="79306" cy="16908"/>
              </a:xfrm>
              <a:custGeom>
                <a:rect b="b" l="l" r="r" t="t"/>
                <a:pathLst>
                  <a:path extrusionOk="0" h="294" w="1379">
                    <a:moveTo>
                      <a:pt x="1213" y="1"/>
                    </a:moveTo>
                    <a:cubicBezTo>
                      <a:pt x="1205" y="1"/>
                      <a:pt x="1197" y="1"/>
                      <a:pt x="1189" y="3"/>
                    </a:cubicBezTo>
                    <a:cubicBezTo>
                      <a:pt x="990" y="51"/>
                      <a:pt x="787" y="74"/>
                      <a:pt x="585" y="74"/>
                    </a:cubicBezTo>
                    <a:cubicBezTo>
                      <a:pt x="398" y="74"/>
                      <a:pt x="211" y="54"/>
                      <a:pt x="26" y="16"/>
                    </a:cubicBezTo>
                    <a:lnTo>
                      <a:pt x="0" y="241"/>
                    </a:lnTo>
                    <a:cubicBezTo>
                      <a:pt x="185" y="280"/>
                      <a:pt x="383" y="293"/>
                      <a:pt x="581" y="293"/>
                    </a:cubicBezTo>
                    <a:cubicBezTo>
                      <a:pt x="806" y="293"/>
                      <a:pt x="1030" y="267"/>
                      <a:pt x="1241" y="214"/>
                    </a:cubicBezTo>
                    <a:cubicBezTo>
                      <a:pt x="1378" y="189"/>
                      <a:pt x="1339" y="1"/>
                      <a:pt x="1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6"/>
              <p:cNvSpPr/>
              <p:nvPr/>
            </p:nvSpPr>
            <p:spPr>
              <a:xfrm>
                <a:off x="7345571" y="2725163"/>
                <a:ext cx="275760" cy="1308640"/>
              </a:xfrm>
              <a:custGeom>
                <a:rect b="b" l="l" r="r" t="t"/>
                <a:pathLst>
                  <a:path extrusionOk="0" h="22755" w="4795">
                    <a:moveTo>
                      <a:pt x="4702" y="0"/>
                    </a:moveTo>
                    <a:cubicBezTo>
                      <a:pt x="4649" y="0"/>
                      <a:pt x="4609" y="40"/>
                      <a:pt x="4609" y="79"/>
                    </a:cubicBezTo>
                    <a:cubicBezTo>
                      <a:pt x="4240" y="3513"/>
                      <a:pt x="3275" y="6854"/>
                      <a:pt x="1757" y="9945"/>
                    </a:cubicBezTo>
                    <a:cubicBezTo>
                      <a:pt x="1744" y="9958"/>
                      <a:pt x="1744" y="9971"/>
                      <a:pt x="1744" y="9997"/>
                    </a:cubicBezTo>
                    <a:cubicBezTo>
                      <a:pt x="1744" y="10037"/>
                      <a:pt x="1981" y="14818"/>
                      <a:pt x="1242" y="17802"/>
                    </a:cubicBezTo>
                    <a:cubicBezTo>
                      <a:pt x="898" y="19268"/>
                      <a:pt x="410" y="21170"/>
                      <a:pt x="0" y="22755"/>
                    </a:cubicBezTo>
                    <a:lnTo>
                      <a:pt x="185" y="22755"/>
                    </a:lnTo>
                    <a:cubicBezTo>
                      <a:pt x="608" y="21183"/>
                      <a:pt x="1070" y="19295"/>
                      <a:pt x="1427" y="17855"/>
                    </a:cubicBezTo>
                    <a:cubicBezTo>
                      <a:pt x="2140" y="14950"/>
                      <a:pt x="1942" y="10394"/>
                      <a:pt x="1928" y="9997"/>
                    </a:cubicBezTo>
                    <a:cubicBezTo>
                      <a:pt x="3460" y="6894"/>
                      <a:pt x="4424" y="3539"/>
                      <a:pt x="4794" y="93"/>
                    </a:cubicBezTo>
                    <a:cubicBezTo>
                      <a:pt x="4794" y="53"/>
                      <a:pt x="4755" y="0"/>
                      <a:pt x="47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6"/>
              <p:cNvSpPr/>
              <p:nvPr/>
            </p:nvSpPr>
            <p:spPr>
              <a:xfrm>
                <a:off x="7670617" y="2554243"/>
                <a:ext cx="345635" cy="1522117"/>
              </a:xfrm>
              <a:custGeom>
                <a:rect b="b" l="l" r="r" t="t"/>
                <a:pathLst>
                  <a:path extrusionOk="0" h="26467" w="6010">
                    <a:moveTo>
                      <a:pt x="4874" y="1"/>
                    </a:moveTo>
                    <a:lnTo>
                      <a:pt x="1" y="2616"/>
                    </a:lnTo>
                    <a:cubicBezTo>
                      <a:pt x="80" y="4874"/>
                      <a:pt x="1044" y="13577"/>
                      <a:pt x="1044" y="13577"/>
                    </a:cubicBezTo>
                    <a:cubicBezTo>
                      <a:pt x="1044" y="13577"/>
                      <a:pt x="252" y="15267"/>
                      <a:pt x="991" y="19678"/>
                    </a:cubicBezTo>
                    <a:cubicBezTo>
                      <a:pt x="1401" y="22174"/>
                      <a:pt x="1836" y="24736"/>
                      <a:pt x="2127" y="26466"/>
                    </a:cubicBezTo>
                    <a:lnTo>
                      <a:pt x="4583" y="26466"/>
                    </a:lnTo>
                    <a:lnTo>
                      <a:pt x="4781" y="14013"/>
                    </a:lnTo>
                    <a:cubicBezTo>
                      <a:pt x="4795" y="13749"/>
                      <a:pt x="4808" y="13484"/>
                      <a:pt x="4808" y="13234"/>
                    </a:cubicBezTo>
                    <a:cubicBezTo>
                      <a:pt x="4808" y="13154"/>
                      <a:pt x="4821" y="13075"/>
                      <a:pt x="4821" y="12996"/>
                    </a:cubicBezTo>
                    <a:cubicBezTo>
                      <a:pt x="6010" y="3910"/>
                      <a:pt x="4874" y="1"/>
                      <a:pt x="48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6"/>
              <p:cNvSpPr/>
              <p:nvPr/>
            </p:nvSpPr>
            <p:spPr>
              <a:xfrm>
                <a:off x="7685052" y="2719699"/>
                <a:ext cx="131468" cy="1314104"/>
              </a:xfrm>
              <a:custGeom>
                <a:rect b="b" l="l" r="r" t="t"/>
                <a:pathLst>
                  <a:path extrusionOk="0" h="22850" w="2286">
                    <a:moveTo>
                      <a:pt x="118" y="0"/>
                    </a:moveTo>
                    <a:cubicBezTo>
                      <a:pt x="110" y="0"/>
                      <a:pt x="102" y="1"/>
                      <a:pt x="93" y="3"/>
                    </a:cubicBezTo>
                    <a:cubicBezTo>
                      <a:pt x="40" y="3"/>
                      <a:pt x="1" y="56"/>
                      <a:pt x="14" y="108"/>
                    </a:cubicBezTo>
                    <a:lnTo>
                      <a:pt x="1268" y="10489"/>
                    </a:lnTo>
                    <a:cubicBezTo>
                      <a:pt x="1202" y="10726"/>
                      <a:pt x="648" y="13051"/>
                      <a:pt x="925" y="14873"/>
                    </a:cubicBezTo>
                    <a:cubicBezTo>
                      <a:pt x="1031" y="15586"/>
                      <a:pt x="1651" y="19865"/>
                      <a:pt x="2100" y="22850"/>
                    </a:cubicBezTo>
                    <a:lnTo>
                      <a:pt x="2285" y="22850"/>
                    </a:lnTo>
                    <a:cubicBezTo>
                      <a:pt x="1849" y="19852"/>
                      <a:pt x="1229" y="15560"/>
                      <a:pt x="1123" y="14834"/>
                    </a:cubicBezTo>
                    <a:cubicBezTo>
                      <a:pt x="846" y="12971"/>
                      <a:pt x="1466" y="10555"/>
                      <a:pt x="1480" y="10528"/>
                    </a:cubicBezTo>
                    <a:cubicBezTo>
                      <a:pt x="1480" y="10515"/>
                      <a:pt x="1480" y="10502"/>
                      <a:pt x="1480" y="10489"/>
                    </a:cubicBezTo>
                    <a:lnTo>
                      <a:pt x="212" y="82"/>
                    </a:lnTo>
                    <a:cubicBezTo>
                      <a:pt x="212" y="36"/>
                      <a:pt x="172" y="0"/>
                      <a:pt x="1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6"/>
              <p:cNvSpPr/>
              <p:nvPr/>
            </p:nvSpPr>
            <p:spPr>
              <a:xfrm>
                <a:off x="7782302" y="4024659"/>
                <a:ext cx="154989" cy="10697"/>
              </a:xfrm>
              <a:custGeom>
                <a:rect b="b" l="l" r="r" t="t"/>
                <a:pathLst>
                  <a:path extrusionOk="0" h="186" w="2695">
                    <a:moveTo>
                      <a:pt x="119" y="0"/>
                    </a:moveTo>
                    <a:cubicBezTo>
                      <a:pt x="0" y="0"/>
                      <a:pt x="0" y="185"/>
                      <a:pt x="119" y="185"/>
                    </a:cubicBezTo>
                    <a:lnTo>
                      <a:pt x="2588" y="185"/>
                    </a:lnTo>
                    <a:cubicBezTo>
                      <a:pt x="2694" y="185"/>
                      <a:pt x="2694" y="0"/>
                      <a:pt x="25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6"/>
              <p:cNvSpPr/>
              <p:nvPr/>
            </p:nvSpPr>
            <p:spPr>
              <a:xfrm>
                <a:off x="7847575" y="3301586"/>
                <a:ext cx="100355" cy="22084"/>
              </a:xfrm>
              <a:custGeom>
                <a:rect b="b" l="l" r="r" t="t"/>
                <a:pathLst>
                  <a:path extrusionOk="0" h="384" w="1745">
                    <a:moveTo>
                      <a:pt x="1744" y="1"/>
                    </a:moveTo>
                    <a:cubicBezTo>
                      <a:pt x="1431" y="105"/>
                      <a:pt x="1103" y="156"/>
                      <a:pt x="776" y="156"/>
                    </a:cubicBezTo>
                    <a:cubicBezTo>
                      <a:pt x="565" y="156"/>
                      <a:pt x="353" y="135"/>
                      <a:pt x="146" y="93"/>
                    </a:cubicBezTo>
                    <a:cubicBezTo>
                      <a:pt x="137" y="91"/>
                      <a:pt x="128" y="90"/>
                      <a:pt x="119" y="90"/>
                    </a:cubicBezTo>
                    <a:cubicBezTo>
                      <a:pt x="73" y="90"/>
                      <a:pt x="25" y="118"/>
                      <a:pt x="14" y="173"/>
                    </a:cubicBezTo>
                    <a:cubicBezTo>
                      <a:pt x="1" y="225"/>
                      <a:pt x="40" y="291"/>
                      <a:pt x="93" y="305"/>
                    </a:cubicBezTo>
                    <a:cubicBezTo>
                      <a:pt x="305" y="357"/>
                      <a:pt x="529" y="384"/>
                      <a:pt x="754" y="384"/>
                    </a:cubicBezTo>
                    <a:cubicBezTo>
                      <a:pt x="1084" y="384"/>
                      <a:pt x="1427" y="331"/>
                      <a:pt x="1744" y="239"/>
                    </a:cubicBezTo>
                    <a:lnTo>
                      <a:pt x="174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6"/>
              <p:cNvSpPr/>
              <p:nvPr/>
            </p:nvSpPr>
            <p:spPr>
              <a:xfrm>
                <a:off x="7635709" y="2384129"/>
                <a:ext cx="38014" cy="290943"/>
              </a:xfrm>
              <a:custGeom>
                <a:rect b="b" l="l" r="r" t="t"/>
                <a:pathLst>
                  <a:path extrusionOk="0" h="5059" w="661">
                    <a:moveTo>
                      <a:pt x="476" y="0"/>
                    </a:moveTo>
                    <a:cubicBezTo>
                      <a:pt x="462" y="132"/>
                      <a:pt x="449" y="291"/>
                      <a:pt x="436" y="463"/>
                    </a:cubicBezTo>
                    <a:cubicBezTo>
                      <a:pt x="436" y="515"/>
                      <a:pt x="423" y="581"/>
                      <a:pt x="423" y="648"/>
                    </a:cubicBezTo>
                    <a:cubicBezTo>
                      <a:pt x="357" y="1440"/>
                      <a:pt x="264" y="2576"/>
                      <a:pt x="145" y="3725"/>
                    </a:cubicBezTo>
                    <a:lnTo>
                      <a:pt x="119" y="3910"/>
                    </a:lnTo>
                    <a:cubicBezTo>
                      <a:pt x="79" y="4253"/>
                      <a:pt x="40" y="4609"/>
                      <a:pt x="0" y="4953"/>
                    </a:cubicBezTo>
                    <a:cubicBezTo>
                      <a:pt x="0" y="5006"/>
                      <a:pt x="40" y="5045"/>
                      <a:pt x="79" y="5058"/>
                    </a:cubicBezTo>
                    <a:cubicBezTo>
                      <a:pt x="132" y="5058"/>
                      <a:pt x="185" y="5019"/>
                      <a:pt x="185" y="4979"/>
                    </a:cubicBezTo>
                    <a:cubicBezTo>
                      <a:pt x="225" y="4623"/>
                      <a:pt x="264" y="4253"/>
                      <a:pt x="304" y="3883"/>
                    </a:cubicBezTo>
                    <a:lnTo>
                      <a:pt x="330" y="3698"/>
                    </a:lnTo>
                    <a:cubicBezTo>
                      <a:pt x="436" y="2562"/>
                      <a:pt x="542" y="1440"/>
                      <a:pt x="608" y="648"/>
                    </a:cubicBezTo>
                    <a:cubicBezTo>
                      <a:pt x="608" y="581"/>
                      <a:pt x="621" y="529"/>
                      <a:pt x="621" y="463"/>
                    </a:cubicBezTo>
                    <a:cubicBezTo>
                      <a:pt x="634" y="291"/>
                      <a:pt x="647" y="132"/>
                      <a:pt x="6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6"/>
              <p:cNvSpPr/>
              <p:nvPr/>
            </p:nvSpPr>
            <p:spPr>
              <a:xfrm>
                <a:off x="7606839" y="2383381"/>
                <a:ext cx="72463" cy="225612"/>
              </a:xfrm>
              <a:custGeom>
                <a:rect b="b" l="l" r="r" t="t"/>
                <a:pathLst>
                  <a:path extrusionOk="0" h="3923" w="1260">
                    <a:moveTo>
                      <a:pt x="212" y="0"/>
                    </a:moveTo>
                    <a:cubicBezTo>
                      <a:pt x="212" y="119"/>
                      <a:pt x="198" y="278"/>
                      <a:pt x="185" y="436"/>
                    </a:cubicBezTo>
                    <a:cubicBezTo>
                      <a:pt x="185" y="502"/>
                      <a:pt x="172" y="568"/>
                      <a:pt x="172" y="634"/>
                    </a:cubicBezTo>
                    <a:cubicBezTo>
                      <a:pt x="93" y="1664"/>
                      <a:pt x="0" y="3130"/>
                      <a:pt x="0" y="3500"/>
                    </a:cubicBezTo>
                    <a:cubicBezTo>
                      <a:pt x="0" y="3619"/>
                      <a:pt x="53" y="3751"/>
                      <a:pt x="159" y="3817"/>
                    </a:cubicBezTo>
                    <a:cubicBezTo>
                      <a:pt x="251" y="3883"/>
                      <a:pt x="357" y="3909"/>
                      <a:pt x="463" y="3923"/>
                    </a:cubicBezTo>
                    <a:lnTo>
                      <a:pt x="634" y="3923"/>
                    </a:lnTo>
                    <a:cubicBezTo>
                      <a:pt x="687" y="3923"/>
                      <a:pt x="753" y="3909"/>
                      <a:pt x="819" y="3909"/>
                    </a:cubicBezTo>
                    <a:cubicBezTo>
                      <a:pt x="925" y="3883"/>
                      <a:pt x="1044" y="3870"/>
                      <a:pt x="1149" y="3830"/>
                    </a:cubicBezTo>
                    <a:lnTo>
                      <a:pt x="1149" y="3843"/>
                    </a:lnTo>
                    <a:cubicBezTo>
                      <a:pt x="1260" y="3806"/>
                      <a:pt x="1222" y="3656"/>
                      <a:pt x="1121" y="3656"/>
                    </a:cubicBezTo>
                    <a:cubicBezTo>
                      <a:pt x="1113" y="3656"/>
                      <a:pt x="1105" y="3657"/>
                      <a:pt x="1096" y="3658"/>
                    </a:cubicBezTo>
                    <a:cubicBezTo>
                      <a:pt x="1004" y="3685"/>
                      <a:pt x="925" y="3711"/>
                      <a:pt x="832" y="3724"/>
                    </a:cubicBezTo>
                    <a:cubicBezTo>
                      <a:pt x="766" y="3724"/>
                      <a:pt x="700" y="3738"/>
                      <a:pt x="647" y="3738"/>
                    </a:cubicBezTo>
                    <a:cubicBezTo>
                      <a:pt x="613" y="3744"/>
                      <a:pt x="579" y="3748"/>
                      <a:pt x="545" y="3748"/>
                    </a:cubicBezTo>
                    <a:cubicBezTo>
                      <a:pt x="448" y="3748"/>
                      <a:pt x="353" y="3721"/>
                      <a:pt x="264" y="3672"/>
                    </a:cubicBezTo>
                    <a:cubicBezTo>
                      <a:pt x="212" y="3632"/>
                      <a:pt x="172" y="3566"/>
                      <a:pt x="172" y="3500"/>
                    </a:cubicBezTo>
                    <a:cubicBezTo>
                      <a:pt x="172" y="3143"/>
                      <a:pt x="278" y="1677"/>
                      <a:pt x="357" y="647"/>
                    </a:cubicBezTo>
                    <a:cubicBezTo>
                      <a:pt x="357" y="581"/>
                      <a:pt x="370" y="515"/>
                      <a:pt x="370" y="449"/>
                    </a:cubicBezTo>
                    <a:cubicBezTo>
                      <a:pt x="383" y="291"/>
                      <a:pt x="396" y="132"/>
                      <a:pt x="3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6"/>
              <p:cNvSpPr/>
              <p:nvPr/>
            </p:nvSpPr>
            <p:spPr>
              <a:xfrm>
                <a:off x="7580280" y="1179354"/>
                <a:ext cx="411639" cy="653480"/>
              </a:xfrm>
              <a:custGeom>
                <a:rect b="b" l="l" r="r" t="t"/>
                <a:pathLst>
                  <a:path extrusionOk="0" h="7611" w="7158">
                    <a:moveTo>
                      <a:pt x="3528" y="0"/>
                    </a:moveTo>
                    <a:cubicBezTo>
                      <a:pt x="1660" y="0"/>
                      <a:pt x="177" y="1602"/>
                      <a:pt x="357" y="3490"/>
                    </a:cubicBezTo>
                    <a:cubicBezTo>
                      <a:pt x="449" y="4494"/>
                      <a:pt x="515" y="5736"/>
                      <a:pt x="423" y="6343"/>
                    </a:cubicBezTo>
                    <a:cubicBezTo>
                      <a:pt x="330" y="6951"/>
                      <a:pt x="225" y="7307"/>
                      <a:pt x="0" y="7611"/>
                    </a:cubicBezTo>
                    <a:lnTo>
                      <a:pt x="7158" y="7611"/>
                    </a:lnTo>
                    <a:cubicBezTo>
                      <a:pt x="6247" y="6713"/>
                      <a:pt x="6418" y="5656"/>
                      <a:pt x="6669" y="4256"/>
                    </a:cubicBezTo>
                    <a:cubicBezTo>
                      <a:pt x="6934" y="2711"/>
                      <a:pt x="6722" y="189"/>
                      <a:pt x="3764" y="4"/>
                    </a:cubicBezTo>
                    <a:lnTo>
                      <a:pt x="3685" y="4"/>
                    </a:lnTo>
                    <a:cubicBezTo>
                      <a:pt x="3632" y="1"/>
                      <a:pt x="3580" y="0"/>
                      <a:pt x="35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6"/>
              <p:cNvSpPr/>
              <p:nvPr/>
            </p:nvSpPr>
            <p:spPr>
              <a:xfrm>
                <a:off x="7475428" y="2308184"/>
                <a:ext cx="429197" cy="136759"/>
              </a:xfrm>
              <a:custGeom>
                <a:rect b="b" l="l" r="r" t="t"/>
                <a:pathLst>
                  <a:path extrusionOk="0" h="2378" w="7463">
                    <a:moveTo>
                      <a:pt x="634" y="0"/>
                    </a:moveTo>
                    <a:lnTo>
                      <a:pt x="1" y="1704"/>
                    </a:lnTo>
                    <a:cubicBezTo>
                      <a:pt x="163" y="1754"/>
                      <a:pt x="354" y="1774"/>
                      <a:pt x="557" y="1774"/>
                    </a:cubicBezTo>
                    <a:cubicBezTo>
                      <a:pt x="1432" y="1774"/>
                      <a:pt x="2536" y="1400"/>
                      <a:pt x="2536" y="1400"/>
                    </a:cubicBezTo>
                    <a:cubicBezTo>
                      <a:pt x="3804" y="2060"/>
                      <a:pt x="5468" y="2259"/>
                      <a:pt x="6894" y="2377"/>
                    </a:cubicBezTo>
                    <a:lnTo>
                      <a:pt x="74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6"/>
              <p:cNvSpPr/>
              <p:nvPr/>
            </p:nvSpPr>
            <p:spPr>
              <a:xfrm>
                <a:off x="7426085" y="1617003"/>
                <a:ext cx="669186" cy="832515"/>
              </a:xfrm>
              <a:custGeom>
                <a:rect b="b" l="l" r="r" t="t"/>
                <a:pathLst>
                  <a:path extrusionOk="0" h="14476" w="11636">
                    <a:moveTo>
                      <a:pt x="7990" y="1"/>
                    </a:moveTo>
                    <a:lnTo>
                      <a:pt x="4543" y="278"/>
                    </a:lnTo>
                    <a:lnTo>
                      <a:pt x="4213" y="305"/>
                    </a:lnTo>
                    <a:cubicBezTo>
                      <a:pt x="3724" y="357"/>
                      <a:pt x="3223" y="344"/>
                      <a:pt x="2892" y="410"/>
                    </a:cubicBezTo>
                    <a:cubicBezTo>
                      <a:pt x="2602" y="476"/>
                      <a:pt x="2430" y="463"/>
                      <a:pt x="2140" y="556"/>
                    </a:cubicBezTo>
                    <a:cubicBezTo>
                      <a:pt x="1466" y="754"/>
                      <a:pt x="1479" y="1665"/>
                      <a:pt x="1268" y="2801"/>
                    </a:cubicBezTo>
                    <a:lnTo>
                      <a:pt x="1255" y="2853"/>
                    </a:lnTo>
                    <a:cubicBezTo>
                      <a:pt x="1255" y="2867"/>
                      <a:pt x="1255" y="2867"/>
                      <a:pt x="1255" y="2880"/>
                    </a:cubicBezTo>
                    <a:cubicBezTo>
                      <a:pt x="1215" y="3065"/>
                      <a:pt x="1176" y="3263"/>
                      <a:pt x="1123" y="3448"/>
                    </a:cubicBezTo>
                    <a:cubicBezTo>
                      <a:pt x="1083" y="3633"/>
                      <a:pt x="1004" y="3870"/>
                      <a:pt x="938" y="4082"/>
                    </a:cubicBezTo>
                    <a:cubicBezTo>
                      <a:pt x="542" y="5323"/>
                      <a:pt x="66" y="5891"/>
                      <a:pt x="145" y="6683"/>
                    </a:cubicBezTo>
                    <a:cubicBezTo>
                      <a:pt x="225" y="7396"/>
                      <a:pt x="951" y="8361"/>
                      <a:pt x="1136" y="8572"/>
                    </a:cubicBezTo>
                    <a:cubicBezTo>
                      <a:pt x="1189" y="8611"/>
                      <a:pt x="1215" y="8638"/>
                      <a:pt x="1215" y="8638"/>
                    </a:cubicBezTo>
                    <a:cubicBezTo>
                      <a:pt x="1215" y="8638"/>
                      <a:pt x="1215" y="8651"/>
                      <a:pt x="1215" y="8651"/>
                    </a:cubicBezTo>
                    <a:cubicBezTo>
                      <a:pt x="1215" y="8678"/>
                      <a:pt x="1202" y="8704"/>
                      <a:pt x="1202" y="8744"/>
                    </a:cubicBezTo>
                    <a:cubicBezTo>
                      <a:pt x="1189" y="8862"/>
                      <a:pt x="1162" y="9008"/>
                      <a:pt x="1136" y="9166"/>
                    </a:cubicBezTo>
                    <a:cubicBezTo>
                      <a:pt x="1083" y="9760"/>
                      <a:pt x="991" y="10302"/>
                      <a:pt x="898" y="10791"/>
                    </a:cubicBezTo>
                    <a:cubicBezTo>
                      <a:pt x="845" y="11055"/>
                      <a:pt x="793" y="11292"/>
                      <a:pt x="740" y="11517"/>
                    </a:cubicBezTo>
                    <a:cubicBezTo>
                      <a:pt x="568" y="12243"/>
                      <a:pt x="317" y="12956"/>
                      <a:pt x="0" y="13617"/>
                    </a:cubicBezTo>
                    <a:cubicBezTo>
                      <a:pt x="1625" y="13604"/>
                      <a:pt x="2615" y="13392"/>
                      <a:pt x="3500" y="12666"/>
                    </a:cubicBezTo>
                    <a:cubicBezTo>
                      <a:pt x="5164" y="14409"/>
                      <a:pt x="9298" y="14475"/>
                      <a:pt x="9298" y="14475"/>
                    </a:cubicBezTo>
                    <a:cubicBezTo>
                      <a:pt x="8875" y="13141"/>
                      <a:pt x="8743" y="10777"/>
                      <a:pt x="8743" y="10777"/>
                    </a:cubicBezTo>
                    <a:cubicBezTo>
                      <a:pt x="8782" y="10540"/>
                      <a:pt x="8796" y="10289"/>
                      <a:pt x="8822" y="10025"/>
                    </a:cubicBezTo>
                    <a:cubicBezTo>
                      <a:pt x="8849" y="9760"/>
                      <a:pt x="8888" y="9496"/>
                      <a:pt x="8954" y="9245"/>
                    </a:cubicBezTo>
                    <a:cubicBezTo>
                      <a:pt x="9350" y="8070"/>
                      <a:pt x="9839" y="7225"/>
                      <a:pt x="10262" y="6023"/>
                    </a:cubicBezTo>
                    <a:lnTo>
                      <a:pt x="10341" y="5785"/>
                    </a:lnTo>
                    <a:cubicBezTo>
                      <a:pt x="10354" y="5732"/>
                      <a:pt x="10380" y="5680"/>
                      <a:pt x="10394" y="5627"/>
                    </a:cubicBezTo>
                    <a:cubicBezTo>
                      <a:pt x="10539" y="5244"/>
                      <a:pt x="10684" y="4874"/>
                      <a:pt x="10843" y="4504"/>
                    </a:cubicBezTo>
                    <a:cubicBezTo>
                      <a:pt x="11529" y="2906"/>
                      <a:pt x="11635" y="1123"/>
                      <a:pt x="9997" y="569"/>
                    </a:cubicBezTo>
                    <a:lnTo>
                      <a:pt x="9641" y="463"/>
                    </a:lnTo>
                    <a:cubicBezTo>
                      <a:pt x="8862" y="212"/>
                      <a:pt x="8215" y="54"/>
                      <a:pt x="8030" y="14"/>
                    </a:cubicBezTo>
                    <a:lnTo>
                      <a:pt x="79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6"/>
              <p:cNvSpPr/>
              <p:nvPr/>
            </p:nvSpPr>
            <p:spPr>
              <a:xfrm>
                <a:off x="7468585" y="2237536"/>
                <a:ext cx="68437" cy="66137"/>
              </a:xfrm>
              <a:custGeom>
                <a:rect b="b" l="l" r="r" t="t"/>
                <a:pathLst>
                  <a:path extrusionOk="0" h="1150" w="1190">
                    <a:moveTo>
                      <a:pt x="159" y="1"/>
                    </a:moveTo>
                    <a:cubicBezTo>
                      <a:pt x="67" y="238"/>
                      <a:pt x="14" y="476"/>
                      <a:pt x="1" y="740"/>
                    </a:cubicBezTo>
                    <a:cubicBezTo>
                      <a:pt x="463" y="978"/>
                      <a:pt x="846" y="1150"/>
                      <a:pt x="846" y="1150"/>
                    </a:cubicBezTo>
                    <a:lnTo>
                      <a:pt x="1189" y="489"/>
                    </a:lnTo>
                    <a:cubicBezTo>
                      <a:pt x="833" y="357"/>
                      <a:pt x="489" y="185"/>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6"/>
              <p:cNvSpPr/>
              <p:nvPr/>
            </p:nvSpPr>
            <p:spPr>
              <a:xfrm>
                <a:off x="7744288" y="2244379"/>
                <a:ext cx="163386" cy="85862"/>
              </a:xfrm>
              <a:custGeom>
                <a:rect b="b" l="l" r="r" t="t"/>
                <a:pathLst>
                  <a:path extrusionOk="0" h="1493" w="2841">
                    <a:moveTo>
                      <a:pt x="2734" y="0"/>
                    </a:moveTo>
                    <a:cubicBezTo>
                      <a:pt x="2734" y="0"/>
                      <a:pt x="1163" y="661"/>
                      <a:pt x="1" y="780"/>
                    </a:cubicBezTo>
                    <a:lnTo>
                      <a:pt x="172" y="1493"/>
                    </a:lnTo>
                    <a:cubicBezTo>
                      <a:pt x="172" y="1493"/>
                      <a:pt x="2074" y="1189"/>
                      <a:pt x="2840" y="648"/>
                    </a:cubicBezTo>
                    <a:lnTo>
                      <a:pt x="2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6"/>
              <p:cNvSpPr/>
              <p:nvPr/>
            </p:nvSpPr>
            <p:spPr>
              <a:xfrm>
                <a:off x="7416193" y="1749161"/>
                <a:ext cx="99550" cy="354779"/>
              </a:xfrm>
              <a:custGeom>
                <a:rect b="b" l="l" r="r" t="t"/>
                <a:pathLst>
                  <a:path extrusionOk="0" h="6169" w="1731">
                    <a:moveTo>
                      <a:pt x="1651" y="1"/>
                    </a:moveTo>
                    <a:cubicBezTo>
                      <a:pt x="1598" y="1"/>
                      <a:pt x="1559" y="27"/>
                      <a:pt x="1559" y="80"/>
                    </a:cubicBezTo>
                    <a:cubicBezTo>
                      <a:pt x="1453" y="1361"/>
                      <a:pt x="1044" y="2365"/>
                      <a:pt x="674" y="3236"/>
                    </a:cubicBezTo>
                    <a:cubicBezTo>
                      <a:pt x="555" y="3514"/>
                      <a:pt x="449" y="3791"/>
                      <a:pt x="344" y="4055"/>
                    </a:cubicBezTo>
                    <a:cubicBezTo>
                      <a:pt x="0" y="5032"/>
                      <a:pt x="1004" y="6089"/>
                      <a:pt x="1044" y="6142"/>
                    </a:cubicBezTo>
                    <a:cubicBezTo>
                      <a:pt x="1057" y="6155"/>
                      <a:pt x="1083" y="6168"/>
                      <a:pt x="1110" y="6168"/>
                    </a:cubicBezTo>
                    <a:cubicBezTo>
                      <a:pt x="1189" y="6168"/>
                      <a:pt x="1229" y="6076"/>
                      <a:pt x="1176" y="6023"/>
                    </a:cubicBezTo>
                    <a:cubicBezTo>
                      <a:pt x="1163" y="6010"/>
                      <a:pt x="199" y="4993"/>
                      <a:pt x="516" y="4121"/>
                    </a:cubicBezTo>
                    <a:cubicBezTo>
                      <a:pt x="621" y="3857"/>
                      <a:pt x="727" y="3593"/>
                      <a:pt x="846" y="3302"/>
                    </a:cubicBezTo>
                    <a:cubicBezTo>
                      <a:pt x="1215" y="2404"/>
                      <a:pt x="1625" y="1414"/>
                      <a:pt x="1731" y="93"/>
                    </a:cubicBezTo>
                    <a:cubicBezTo>
                      <a:pt x="1731" y="40"/>
                      <a:pt x="1704" y="1"/>
                      <a:pt x="16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6"/>
              <p:cNvSpPr/>
              <p:nvPr/>
            </p:nvSpPr>
            <p:spPr>
              <a:xfrm>
                <a:off x="7646348" y="1874475"/>
                <a:ext cx="22084" cy="22084"/>
              </a:xfrm>
              <a:custGeom>
                <a:rect b="b" l="l" r="r" t="t"/>
                <a:pathLst>
                  <a:path extrusionOk="0" h="384" w="384">
                    <a:moveTo>
                      <a:pt x="198" y="1"/>
                    </a:moveTo>
                    <a:cubicBezTo>
                      <a:pt x="92" y="1"/>
                      <a:pt x="0" y="93"/>
                      <a:pt x="0" y="199"/>
                    </a:cubicBezTo>
                    <a:cubicBezTo>
                      <a:pt x="0" y="305"/>
                      <a:pt x="92" y="384"/>
                      <a:pt x="198" y="384"/>
                    </a:cubicBezTo>
                    <a:cubicBezTo>
                      <a:pt x="304" y="384"/>
                      <a:pt x="383" y="305"/>
                      <a:pt x="383" y="199"/>
                    </a:cubicBezTo>
                    <a:cubicBezTo>
                      <a:pt x="383" y="93"/>
                      <a:pt x="304"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6"/>
              <p:cNvSpPr/>
              <p:nvPr/>
            </p:nvSpPr>
            <p:spPr>
              <a:xfrm>
                <a:off x="7629613" y="1973220"/>
                <a:ext cx="26627" cy="22314"/>
              </a:xfrm>
              <a:custGeom>
                <a:rect b="b" l="l" r="r" t="t"/>
                <a:pathLst>
                  <a:path extrusionOk="0" h="388" w="463">
                    <a:moveTo>
                      <a:pt x="199" y="1"/>
                    </a:moveTo>
                    <a:cubicBezTo>
                      <a:pt x="93" y="1"/>
                      <a:pt x="0" y="80"/>
                      <a:pt x="0" y="199"/>
                    </a:cubicBezTo>
                    <a:cubicBezTo>
                      <a:pt x="0" y="314"/>
                      <a:pt x="96" y="388"/>
                      <a:pt x="194" y="388"/>
                    </a:cubicBezTo>
                    <a:cubicBezTo>
                      <a:pt x="242" y="388"/>
                      <a:pt x="292" y="370"/>
                      <a:pt x="331" y="331"/>
                    </a:cubicBezTo>
                    <a:cubicBezTo>
                      <a:pt x="463" y="212"/>
                      <a:pt x="370"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6"/>
              <p:cNvSpPr/>
              <p:nvPr/>
            </p:nvSpPr>
            <p:spPr>
              <a:xfrm>
                <a:off x="7619721" y="2073460"/>
                <a:ext cx="25879" cy="22314"/>
              </a:xfrm>
              <a:custGeom>
                <a:rect b="b" l="l" r="r" t="t"/>
                <a:pathLst>
                  <a:path extrusionOk="0" h="388" w="450">
                    <a:moveTo>
                      <a:pt x="199" y="1"/>
                    </a:moveTo>
                    <a:cubicBezTo>
                      <a:pt x="93" y="1"/>
                      <a:pt x="1" y="80"/>
                      <a:pt x="1" y="199"/>
                    </a:cubicBezTo>
                    <a:cubicBezTo>
                      <a:pt x="1" y="314"/>
                      <a:pt x="96" y="388"/>
                      <a:pt x="195" y="388"/>
                    </a:cubicBezTo>
                    <a:cubicBezTo>
                      <a:pt x="243" y="388"/>
                      <a:pt x="292" y="370"/>
                      <a:pt x="331" y="331"/>
                    </a:cubicBezTo>
                    <a:cubicBezTo>
                      <a:pt x="450" y="212"/>
                      <a:pt x="371"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6"/>
              <p:cNvSpPr/>
              <p:nvPr/>
            </p:nvSpPr>
            <p:spPr>
              <a:xfrm>
                <a:off x="7615925" y="2176805"/>
                <a:ext cx="25879" cy="22084"/>
              </a:xfrm>
              <a:custGeom>
                <a:rect b="b" l="l" r="r" t="t"/>
                <a:pathLst>
                  <a:path extrusionOk="0" h="384" w="450">
                    <a:moveTo>
                      <a:pt x="186" y="0"/>
                    </a:moveTo>
                    <a:cubicBezTo>
                      <a:pt x="80" y="0"/>
                      <a:pt x="1" y="79"/>
                      <a:pt x="1" y="185"/>
                    </a:cubicBezTo>
                    <a:cubicBezTo>
                      <a:pt x="1" y="303"/>
                      <a:pt x="95" y="384"/>
                      <a:pt x="196" y="384"/>
                    </a:cubicBezTo>
                    <a:cubicBezTo>
                      <a:pt x="242" y="384"/>
                      <a:pt x="290" y="367"/>
                      <a:pt x="331" y="330"/>
                    </a:cubicBezTo>
                    <a:cubicBezTo>
                      <a:pt x="450" y="198"/>
                      <a:pt x="357"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6"/>
              <p:cNvSpPr/>
              <p:nvPr/>
            </p:nvSpPr>
            <p:spPr>
              <a:xfrm>
                <a:off x="7615925" y="2283889"/>
                <a:ext cx="22831" cy="22084"/>
              </a:xfrm>
              <a:custGeom>
                <a:rect b="b" l="l" r="r" t="t"/>
                <a:pathLst>
                  <a:path extrusionOk="0" h="384" w="397">
                    <a:moveTo>
                      <a:pt x="199" y="0"/>
                    </a:moveTo>
                    <a:cubicBezTo>
                      <a:pt x="93" y="0"/>
                      <a:pt x="1" y="79"/>
                      <a:pt x="1" y="198"/>
                    </a:cubicBezTo>
                    <a:cubicBezTo>
                      <a:pt x="1" y="304"/>
                      <a:pt x="93" y="383"/>
                      <a:pt x="199" y="383"/>
                    </a:cubicBezTo>
                    <a:cubicBezTo>
                      <a:pt x="305" y="383"/>
                      <a:pt x="397" y="304"/>
                      <a:pt x="397" y="198"/>
                    </a:cubicBezTo>
                    <a:cubicBezTo>
                      <a:pt x="397" y="79"/>
                      <a:pt x="305"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6"/>
              <p:cNvSpPr/>
              <p:nvPr/>
            </p:nvSpPr>
            <p:spPr>
              <a:xfrm>
                <a:off x="7669870" y="1626147"/>
                <a:ext cx="202090" cy="227164"/>
              </a:xfrm>
              <a:custGeom>
                <a:rect b="b" l="l" r="r" t="t"/>
                <a:pathLst>
                  <a:path extrusionOk="0" h="3950" w="3514">
                    <a:moveTo>
                      <a:pt x="3513" y="0"/>
                    </a:moveTo>
                    <a:lnTo>
                      <a:pt x="3513" y="0"/>
                    </a:lnTo>
                    <a:cubicBezTo>
                      <a:pt x="3009" y="335"/>
                      <a:pt x="2437" y="432"/>
                      <a:pt x="1940" y="432"/>
                    </a:cubicBezTo>
                    <a:cubicBezTo>
                      <a:pt x="1239" y="432"/>
                      <a:pt x="687" y="238"/>
                      <a:pt x="687" y="238"/>
                    </a:cubicBezTo>
                    <a:cubicBezTo>
                      <a:pt x="357" y="1453"/>
                      <a:pt x="119" y="2694"/>
                      <a:pt x="0" y="3949"/>
                    </a:cubicBezTo>
                    <a:cubicBezTo>
                      <a:pt x="2721" y="1678"/>
                      <a:pt x="3513" y="1"/>
                      <a:pt x="3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6"/>
              <p:cNvSpPr/>
              <p:nvPr/>
            </p:nvSpPr>
            <p:spPr>
              <a:xfrm>
                <a:off x="7582512" y="1848998"/>
                <a:ext cx="229465" cy="84770"/>
              </a:xfrm>
              <a:custGeom>
                <a:rect b="b" l="l" r="r" t="t"/>
                <a:pathLst>
                  <a:path extrusionOk="0" h="1474" w="3990">
                    <a:moveTo>
                      <a:pt x="3900" y="0"/>
                    </a:moveTo>
                    <a:cubicBezTo>
                      <a:pt x="3886" y="0"/>
                      <a:pt x="3871" y="3"/>
                      <a:pt x="3857" y="8"/>
                    </a:cubicBezTo>
                    <a:cubicBezTo>
                      <a:pt x="3844" y="21"/>
                      <a:pt x="1995" y="1329"/>
                      <a:pt x="1136" y="1329"/>
                    </a:cubicBezTo>
                    <a:cubicBezTo>
                      <a:pt x="331" y="1329"/>
                      <a:pt x="146" y="431"/>
                      <a:pt x="146" y="431"/>
                    </a:cubicBezTo>
                    <a:cubicBezTo>
                      <a:pt x="135" y="391"/>
                      <a:pt x="106" y="373"/>
                      <a:pt x="77" y="373"/>
                    </a:cubicBezTo>
                    <a:cubicBezTo>
                      <a:pt x="39" y="373"/>
                      <a:pt x="1" y="404"/>
                      <a:pt x="1" y="457"/>
                    </a:cubicBezTo>
                    <a:cubicBezTo>
                      <a:pt x="1" y="470"/>
                      <a:pt x="212" y="1474"/>
                      <a:pt x="1136" y="1474"/>
                    </a:cubicBezTo>
                    <a:cubicBezTo>
                      <a:pt x="2034" y="1474"/>
                      <a:pt x="3870" y="193"/>
                      <a:pt x="3949" y="140"/>
                    </a:cubicBezTo>
                    <a:cubicBezTo>
                      <a:pt x="3976" y="114"/>
                      <a:pt x="3989" y="61"/>
                      <a:pt x="3963" y="34"/>
                    </a:cubicBezTo>
                    <a:cubicBezTo>
                      <a:pt x="3946" y="9"/>
                      <a:pt x="3924" y="0"/>
                      <a:pt x="3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6"/>
              <p:cNvSpPr/>
              <p:nvPr/>
            </p:nvSpPr>
            <p:spPr>
              <a:xfrm>
                <a:off x="7705296" y="1626147"/>
                <a:ext cx="166664" cy="84195"/>
              </a:xfrm>
              <a:custGeom>
                <a:rect b="b" l="l" r="r" t="t"/>
                <a:pathLst>
                  <a:path extrusionOk="0" h="1464" w="2898">
                    <a:moveTo>
                      <a:pt x="2897" y="0"/>
                    </a:moveTo>
                    <a:lnTo>
                      <a:pt x="84" y="119"/>
                    </a:lnTo>
                    <a:lnTo>
                      <a:pt x="45" y="581"/>
                    </a:lnTo>
                    <a:cubicBezTo>
                      <a:pt x="1" y="1164"/>
                      <a:pt x="258" y="1464"/>
                      <a:pt x="702" y="1464"/>
                    </a:cubicBezTo>
                    <a:cubicBezTo>
                      <a:pt x="921" y="1464"/>
                      <a:pt x="1187" y="1390"/>
                      <a:pt x="1484" y="1242"/>
                    </a:cubicBezTo>
                    <a:cubicBezTo>
                      <a:pt x="2197" y="872"/>
                      <a:pt x="2792" y="330"/>
                      <a:pt x="2897"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6"/>
              <p:cNvSpPr/>
              <p:nvPr/>
            </p:nvSpPr>
            <p:spPr>
              <a:xfrm>
                <a:off x="7492164" y="2105148"/>
                <a:ext cx="292438" cy="38244"/>
              </a:xfrm>
              <a:custGeom>
                <a:rect b="b" l="l" r="r" t="t"/>
                <a:pathLst>
                  <a:path extrusionOk="0" h="665" w="5085">
                    <a:moveTo>
                      <a:pt x="2904" y="1"/>
                    </a:moveTo>
                    <a:cubicBezTo>
                      <a:pt x="2614" y="1"/>
                      <a:pt x="2323" y="28"/>
                      <a:pt x="2034" y="84"/>
                    </a:cubicBezTo>
                    <a:cubicBezTo>
                      <a:pt x="1697" y="157"/>
                      <a:pt x="1357" y="193"/>
                      <a:pt x="1017" y="193"/>
                    </a:cubicBezTo>
                    <a:cubicBezTo>
                      <a:pt x="677" y="193"/>
                      <a:pt x="337" y="157"/>
                      <a:pt x="0" y="84"/>
                    </a:cubicBezTo>
                    <a:lnTo>
                      <a:pt x="0" y="84"/>
                    </a:lnTo>
                    <a:cubicBezTo>
                      <a:pt x="40" y="123"/>
                      <a:pt x="66" y="150"/>
                      <a:pt x="66" y="150"/>
                    </a:cubicBezTo>
                    <a:lnTo>
                      <a:pt x="66" y="163"/>
                    </a:lnTo>
                    <a:cubicBezTo>
                      <a:pt x="53" y="190"/>
                      <a:pt x="53" y="216"/>
                      <a:pt x="53" y="256"/>
                    </a:cubicBezTo>
                    <a:cubicBezTo>
                      <a:pt x="366" y="317"/>
                      <a:pt x="681" y="347"/>
                      <a:pt x="996" y="347"/>
                    </a:cubicBezTo>
                    <a:cubicBezTo>
                      <a:pt x="1359" y="347"/>
                      <a:pt x="1720" y="307"/>
                      <a:pt x="2074" y="229"/>
                    </a:cubicBezTo>
                    <a:cubicBezTo>
                      <a:pt x="2338" y="183"/>
                      <a:pt x="2606" y="159"/>
                      <a:pt x="2873" y="159"/>
                    </a:cubicBezTo>
                    <a:cubicBezTo>
                      <a:pt x="3593" y="159"/>
                      <a:pt x="4311" y="328"/>
                      <a:pt x="4966" y="665"/>
                    </a:cubicBezTo>
                    <a:lnTo>
                      <a:pt x="5005" y="665"/>
                    </a:lnTo>
                    <a:cubicBezTo>
                      <a:pt x="5032" y="665"/>
                      <a:pt x="5058" y="652"/>
                      <a:pt x="5071" y="625"/>
                    </a:cubicBezTo>
                    <a:cubicBezTo>
                      <a:pt x="5085" y="586"/>
                      <a:pt x="5071" y="546"/>
                      <a:pt x="5032" y="533"/>
                    </a:cubicBezTo>
                    <a:cubicBezTo>
                      <a:pt x="4376" y="181"/>
                      <a:pt x="3646" y="1"/>
                      <a:pt x="29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6"/>
              <p:cNvSpPr/>
              <p:nvPr/>
            </p:nvSpPr>
            <p:spPr>
              <a:xfrm>
                <a:off x="7602295" y="1301043"/>
                <a:ext cx="50896" cy="109211"/>
              </a:xfrm>
              <a:custGeom>
                <a:rect b="b" l="l" r="r" t="t"/>
                <a:pathLst>
                  <a:path extrusionOk="0" h="1899" w="885">
                    <a:moveTo>
                      <a:pt x="396" y="1"/>
                    </a:moveTo>
                    <a:cubicBezTo>
                      <a:pt x="396" y="1"/>
                      <a:pt x="0" y="1559"/>
                      <a:pt x="251" y="1823"/>
                    </a:cubicBezTo>
                    <a:cubicBezTo>
                      <a:pt x="299" y="1877"/>
                      <a:pt x="353" y="1898"/>
                      <a:pt x="407" y="1898"/>
                    </a:cubicBezTo>
                    <a:cubicBezTo>
                      <a:pt x="635" y="1898"/>
                      <a:pt x="885" y="1520"/>
                      <a:pt x="885" y="1520"/>
                    </a:cubicBezTo>
                    <a:cubicBezTo>
                      <a:pt x="885" y="1520"/>
                      <a:pt x="700" y="54"/>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6"/>
              <p:cNvSpPr/>
              <p:nvPr/>
            </p:nvSpPr>
            <p:spPr>
              <a:xfrm>
                <a:off x="7709379" y="1521306"/>
                <a:ext cx="161833" cy="144580"/>
              </a:xfrm>
              <a:custGeom>
                <a:rect b="b" l="l" r="r" t="t"/>
                <a:pathLst>
                  <a:path extrusionOk="0" h="2514" w="2814">
                    <a:moveTo>
                      <a:pt x="2562" y="1"/>
                    </a:moveTo>
                    <a:cubicBezTo>
                      <a:pt x="2430" y="80"/>
                      <a:pt x="2298" y="159"/>
                      <a:pt x="2153" y="225"/>
                    </a:cubicBezTo>
                    <a:lnTo>
                      <a:pt x="1994" y="291"/>
                    </a:lnTo>
                    <a:cubicBezTo>
                      <a:pt x="1512" y="496"/>
                      <a:pt x="811" y="734"/>
                      <a:pt x="180" y="734"/>
                    </a:cubicBezTo>
                    <a:cubicBezTo>
                      <a:pt x="119" y="734"/>
                      <a:pt x="59" y="732"/>
                      <a:pt x="0" y="727"/>
                    </a:cubicBezTo>
                    <a:lnTo>
                      <a:pt x="0" y="2061"/>
                    </a:lnTo>
                    <a:cubicBezTo>
                      <a:pt x="0" y="2061"/>
                      <a:pt x="278" y="2514"/>
                      <a:pt x="997" y="2514"/>
                    </a:cubicBezTo>
                    <a:cubicBezTo>
                      <a:pt x="1430" y="2514"/>
                      <a:pt x="2024" y="2350"/>
                      <a:pt x="2813" y="1823"/>
                    </a:cubicBezTo>
                    <a:cubicBezTo>
                      <a:pt x="2417" y="1374"/>
                      <a:pt x="2404" y="516"/>
                      <a:pt x="2562" y="1"/>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6"/>
              <p:cNvSpPr/>
              <p:nvPr/>
            </p:nvSpPr>
            <p:spPr>
              <a:xfrm>
                <a:off x="7709379" y="1533498"/>
                <a:ext cx="124624" cy="65331"/>
              </a:xfrm>
              <a:custGeom>
                <a:rect b="b" l="l" r="r" t="t"/>
                <a:pathLst>
                  <a:path extrusionOk="0" h="1136" w="2167">
                    <a:moveTo>
                      <a:pt x="2166" y="0"/>
                    </a:moveTo>
                    <a:lnTo>
                      <a:pt x="1994" y="79"/>
                    </a:lnTo>
                    <a:cubicBezTo>
                      <a:pt x="1512" y="284"/>
                      <a:pt x="811" y="522"/>
                      <a:pt x="180" y="522"/>
                    </a:cubicBezTo>
                    <a:cubicBezTo>
                      <a:pt x="119" y="522"/>
                      <a:pt x="59" y="520"/>
                      <a:pt x="0" y="515"/>
                    </a:cubicBezTo>
                    <a:lnTo>
                      <a:pt x="0" y="1136"/>
                    </a:lnTo>
                    <a:cubicBezTo>
                      <a:pt x="581" y="1017"/>
                      <a:pt x="1585" y="700"/>
                      <a:pt x="2166" y="0"/>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6"/>
              <p:cNvSpPr/>
              <p:nvPr/>
            </p:nvSpPr>
            <p:spPr>
              <a:xfrm>
                <a:off x="7625817" y="1252792"/>
                <a:ext cx="244590" cy="311934"/>
              </a:xfrm>
              <a:custGeom>
                <a:rect b="b" l="l" r="r" t="t"/>
                <a:pathLst>
                  <a:path extrusionOk="0" h="5424" w="4253">
                    <a:moveTo>
                      <a:pt x="2327" y="0"/>
                    </a:moveTo>
                    <a:cubicBezTo>
                      <a:pt x="1806" y="0"/>
                      <a:pt x="1360" y="204"/>
                      <a:pt x="1057" y="298"/>
                    </a:cubicBezTo>
                    <a:cubicBezTo>
                      <a:pt x="410" y="497"/>
                      <a:pt x="14" y="1329"/>
                      <a:pt x="14" y="2504"/>
                    </a:cubicBezTo>
                    <a:cubicBezTo>
                      <a:pt x="0" y="3943"/>
                      <a:pt x="40" y="4670"/>
                      <a:pt x="317" y="4960"/>
                    </a:cubicBezTo>
                    <a:cubicBezTo>
                      <a:pt x="648" y="5302"/>
                      <a:pt x="1098" y="5423"/>
                      <a:pt x="1570" y="5423"/>
                    </a:cubicBezTo>
                    <a:cubicBezTo>
                      <a:pt x="2704" y="5423"/>
                      <a:pt x="3969" y="4724"/>
                      <a:pt x="4015" y="4696"/>
                    </a:cubicBezTo>
                    <a:cubicBezTo>
                      <a:pt x="4042" y="4591"/>
                      <a:pt x="4068" y="4485"/>
                      <a:pt x="4081" y="4379"/>
                    </a:cubicBezTo>
                    <a:cubicBezTo>
                      <a:pt x="4227" y="3574"/>
                      <a:pt x="4253" y="2755"/>
                      <a:pt x="4161" y="1949"/>
                    </a:cubicBezTo>
                    <a:cubicBezTo>
                      <a:pt x="4213" y="1131"/>
                      <a:pt x="3725" y="391"/>
                      <a:pt x="2972" y="114"/>
                    </a:cubicBezTo>
                    <a:cubicBezTo>
                      <a:pt x="2748" y="32"/>
                      <a:pt x="2532" y="0"/>
                      <a:pt x="2327"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6"/>
              <p:cNvSpPr/>
              <p:nvPr/>
            </p:nvSpPr>
            <p:spPr>
              <a:xfrm>
                <a:off x="7654687" y="1445910"/>
                <a:ext cx="91268" cy="32206"/>
              </a:xfrm>
              <a:custGeom>
                <a:rect b="b" l="l" r="r" t="t"/>
                <a:pathLst>
                  <a:path extrusionOk="0" h="560" w="1587">
                    <a:moveTo>
                      <a:pt x="1505" y="0"/>
                    </a:moveTo>
                    <a:cubicBezTo>
                      <a:pt x="1492" y="0"/>
                      <a:pt x="1478" y="6"/>
                      <a:pt x="1466" y="18"/>
                    </a:cubicBezTo>
                    <a:cubicBezTo>
                      <a:pt x="1446" y="47"/>
                      <a:pt x="1064" y="447"/>
                      <a:pt x="597" y="447"/>
                    </a:cubicBezTo>
                    <a:cubicBezTo>
                      <a:pt x="439" y="447"/>
                      <a:pt x="272" y="401"/>
                      <a:pt x="106" y="282"/>
                    </a:cubicBezTo>
                    <a:cubicBezTo>
                      <a:pt x="95" y="276"/>
                      <a:pt x="82" y="273"/>
                      <a:pt x="69" y="273"/>
                    </a:cubicBezTo>
                    <a:cubicBezTo>
                      <a:pt x="51" y="273"/>
                      <a:pt x="34" y="279"/>
                      <a:pt x="27" y="295"/>
                    </a:cubicBezTo>
                    <a:cubicBezTo>
                      <a:pt x="0" y="321"/>
                      <a:pt x="14" y="361"/>
                      <a:pt x="40" y="387"/>
                    </a:cubicBezTo>
                    <a:cubicBezTo>
                      <a:pt x="198" y="506"/>
                      <a:pt x="383" y="559"/>
                      <a:pt x="581" y="559"/>
                    </a:cubicBezTo>
                    <a:cubicBezTo>
                      <a:pt x="1110" y="559"/>
                      <a:pt x="1545" y="110"/>
                      <a:pt x="1545" y="110"/>
                    </a:cubicBezTo>
                    <a:cubicBezTo>
                      <a:pt x="1586" y="59"/>
                      <a:pt x="1548" y="0"/>
                      <a:pt x="1505" y="0"/>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6"/>
              <p:cNvSpPr/>
              <p:nvPr/>
            </p:nvSpPr>
            <p:spPr>
              <a:xfrm>
                <a:off x="7716223" y="1334514"/>
                <a:ext cx="64584" cy="34966"/>
              </a:xfrm>
              <a:custGeom>
                <a:rect b="b" l="l" r="r" t="t"/>
                <a:pathLst>
                  <a:path extrusionOk="0" h="608" w="1123">
                    <a:moveTo>
                      <a:pt x="238" y="0"/>
                    </a:moveTo>
                    <a:cubicBezTo>
                      <a:pt x="238" y="0"/>
                      <a:pt x="0" y="26"/>
                      <a:pt x="92" y="238"/>
                    </a:cubicBezTo>
                    <a:cubicBezTo>
                      <a:pt x="172" y="462"/>
                      <a:pt x="634" y="225"/>
                      <a:pt x="977" y="608"/>
                    </a:cubicBezTo>
                    <a:cubicBezTo>
                      <a:pt x="977" y="608"/>
                      <a:pt x="1123" y="106"/>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6"/>
              <p:cNvSpPr/>
              <p:nvPr/>
            </p:nvSpPr>
            <p:spPr>
              <a:xfrm>
                <a:off x="7620066" y="1334514"/>
                <a:ext cx="62743" cy="34966"/>
              </a:xfrm>
              <a:custGeom>
                <a:rect b="b" l="l" r="r" t="t"/>
                <a:pathLst>
                  <a:path extrusionOk="0" h="608" w="1091">
                    <a:moveTo>
                      <a:pt x="853" y="0"/>
                    </a:moveTo>
                    <a:cubicBezTo>
                      <a:pt x="1" y="103"/>
                      <a:pt x="121" y="585"/>
                      <a:pt x="114" y="607"/>
                    </a:cubicBezTo>
                    <a:lnTo>
                      <a:pt x="114" y="607"/>
                    </a:lnTo>
                    <a:cubicBezTo>
                      <a:pt x="458" y="225"/>
                      <a:pt x="919" y="462"/>
                      <a:pt x="999" y="238"/>
                    </a:cubicBezTo>
                    <a:cubicBezTo>
                      <a:pt x="1091" y="26"/>
                      <a:pt x="853" y="0"/>
                      <a:pt x="853" y="0"/>
                    </a:cubicBezTo>
                    <a:close/>
                    <a:moveTo>
                      <a:pt x="114" y="607"/>
                    </a:moveTo>
                    <a:lnTo>
                      <a:pt x="114" y="607"/>
                    </a:lnTo>
                    <a:cubicBezTo>
                      <a:pt x="114" y="607"/>
                      <a:pt x="114" y="607"/>
                      <a:pt x="114" y="608"/>
                    </a:cubicBezTo>
                    <a:cubicBezTo>
                      <a:pt x="114" y="608"/>
                      <a:pt x="114" y="607"/>
                      <a:pt x="114" y="6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6"/>
              <p:cNvSpPr/>
              <p:nvPr/>
            </p:nvSpPr>
            <p:spPr>
              <a:xfrm>
                <a:off x="7737444" y="1414970"/>
                <a:ext cx="57050" cy="22084"/>
              </a:xfrm>
              <a:custGeom>
                <a:rect b="b" l="l" r="r" t="t"/>
                <a:pathLst>
                  <a:path extrusionOk="0" h="384" w="992">
                    <a:moveTo>
                      <a:pt x="489" y="1"/>
                    </a:moveTo>
                    <a:cubicBezTo>
                      <a:pt x="225" y="1"/>
                      <a:pt x="1" y="80"/>
                      <a:pt x="1" y="186"/>
                    </a:cubicBezTo>
                    <a:cubicBezTo>
                      <a:pt x="1" y="305"/>
                      <a:pt x="225" y="384"/>
                      <a:pt x="489" y="384"/>
                    </a:cubicBezTo>
                    <a:cubicBezTo>
                      <a:pt x="767" y="384"/>
                      <a:pt x="991" y="305"/>
                      <a:pt x="991" y="186"/>
                    </a:cubicBezTo>
                    <a:cubicBezTo>
                      <a:pt x="991" y="80"/>
                      <a:pt x="767" y="1"/>
                      <a:pt x="489"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6"/>
              <p:cNvSpPr/>
              <p:nvPr/>
            </p:nvSpPr>
            <p:spPr>
              <a:xfrm>
                <a:off x="7619721" y="1414222"/>
                <a:ext cx="35771" cy="22831"/>
              </a:xfrm>
              <a:custGeom>
                <a:rect b="b" l="l" r="r" t="t"/>
                <a:pathLst>
                  <a:path extrusionOk="0" h="397" w="622">
                    <a:moveTo>
                      <a:pt x="14" y="1"/>
                    </a:moveTo>
                    <a:lnTo>
                      <a:pt x="1" y="397"/>
                    </a:lnTo>
                    <a:lnTo>
                      <a:pt x="120" y="397"/>
                    </a:lnTo>
                    <a:cubicBezTo>
                      <a:pt x="397" y="397"/>
                      <a:pt x="622" y="304"/>
                      <a:pt x="622" y="199"/>
                    </a:cubicBezTo>
                    <a:cubicBezTo>
                      <a:pt x="622" y="93"/>
                      <a:pt x="397" y="1"/>
                      <a:pt x="120" y="1"/>
                    </a:cubicBezTo>
                    <a:close/>
                  </a:path>
                </a:pathLst>
              </a:custGeom>
              <a:solidFill>
                <a:srgbClr val="9C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6"/>
              <p:cNvSpPr/>
              <p:nvPr/>
            </p:nvSpPr>
            <p:spPr>
              <a:xfrm>
                <a:off x="7733648" y="1380809"/>
                <a:ext cx="17541" cy="31228"/>
              </a:xfrm>
              <a:custGeom>
                <a:rect b="b" l="l" r="r" t="t"/>
                <a:pathLst>
                  <a:path extrusionOk="0" h="543" w="305">
                    <a:moveTo>
                      <a:pt x="159" y="1"/>
                    </a:moveTo>
                    <a:cubicBezTo>
                      <a:pt x="80" y="1"/>
                      <a:pt x="1" y="119"/>
                      <a:pt x="1" y="265"/>
                    </a:cubicBezTo>
                    <a:cubicBezTo>
                      <a:pt x="1" y="423"/>
                      <a:pt x="80" y="542"/>
                      <a:pt x="159" y="542"/>
                    </a:cubicBezTo>
                    <a:cubicBezTo>
                      <a:pt x="239" y="542"/>
                      <a:pt x="305" y="423"/>
                      <a:pt x="305" y="265"/>
                    </a:cubicBezTo>
                    <a:cubicBezTo>
                      <a:pt x="305" y="119"/>
                      <a:pt x="239"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6"/>
              <p:cNvSpPr/>
              <p:nvPr/>
            </p:nvSpPr>
            <p:spPr>
              <a:xfrm>
                <a:off x="7648591" y="1380809"/>
                <a:ext cx="17541" cy="31228"/>
              </a:xfrm>
              <a:custGeom>
                <a:rect b="b" l="l" r="r" t="t"/>
                <a:pathLst>
                  <a:path extrusionOk="0" h="543" w="305">
                    <a:moveTo>
                      <a:pt x="159" y="1"/>
                    </a:moveTo>
                    <a:cubicBezTo>
                      <a:pt x="80" y="1"/>
                      <a:pt x="1" y="119"/>
                      <a:pt x="1" y="265"/>
                    </a:cubicBezTo>
                    <a:cubicBezTo>
                      <a:pt x="1" y="423"/>
                      <a:pt x="67" y="542"/>
                      <a:pt x="159" y="542"/>
                    </a:cubicBezTo>
                    <a:cubicBezTo>
                      <a:pt x="238" y="542"/>
                      <a:pt x="304" y="423"/>
                      <a:pt x="304" y="265"/>
                    </a:cubicBezTo>
                    <a:cubicBezTo>
                      <a:pt x="304" y="119"/>
                      <a:pt x="238"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6"/>
              <p:cNvSpPr/>
              <p:nvPr/>
            </p:nvSpPr>
            <p:spPr>
              <a:xfrm>
                <a:off x="7672170" y="1383570"/>
                <a:ext cx="28870" cy="45893"/>
              </a:xfrm>
              <a:custGeom>
                <a:rect b="b" l="l" r="r" t="t"/>
                <a:pathLst>
                  <a:path extrusionOk="0" h="798" w="502">
                    <a:moveTo>
                      <a:pt x="295" y="1"/>
                    </a:moveTo>
                    <a:cubicBezTo>
                      <a:pt x="272" y="1"/>
                      <a:pt x="248" y="15"/>
                      <a:pt x="238" y="45"/>
                    </a:cubicBezTo>
                    <a:lnTo>
                      <a:pt x="13" y="705"/>
                    </a:lnTo>
                    <a:cubicBezTo>
                      <a:pt x="0" y="719"/>
                      <a:pt x="0" y="732"/>
                      <a:pt x="13" y="745"/>
                    </a:cubicBezTo>
                    <a:cubicBezTo>
                      <a:pt x="13" y="758"/>
                      <a:pt x="40" y="771"/>
                      <a:pt x="53" y="785"/>
                    </a:cubicBezTo>
                    <a:cubicBezTo>
                      <a:pt x="93" y="785"/>
                      <a:pt x="132" y="798"/>
                      <a:pt x="172" y="798"/>
                    </a:cubicBezTo>
                    <a:cubicBezTo>
                      <a:pt x="277" y="785"/>
                      <a:pt x="370" y="758"/>
                      <a:pt x="462" y="719"/>
                    </a:cubicBezTo>
                    <a:cubicBezTo>
                      <a:pt x="489" y="692"/>
                      <a:pt x="502" y="666"/>
                      <a:pt x="489" y="626"/>
                    </a:cubicBezTo>
                    <a:cubicBezTo>
                      <a:pt x="481" y="610"/>
                      <a:pt x="462" y="599"/>
                      <a:pt x="443" y="599"/>
                    </a:cubicBezTo>
                    <a:cubicBezTo>
                      <a:pt x="432" y="599"/>
                      <a:pt x="420" y="603"/>
                      <a:pt x="409" y="613"/>
                    </a:cubicBezTo>
                    <a:cubicBezTo>
                      <a:pt x="330" y="653"/>
                      <a:pt x="238" y="666"/>
                      <a:pt x="159" y="666"/>
                    </a:cubicBezTo>
                    <a:lnTo>
                      <a:pt x="357" y="85"/>
                    </a:lnTo>
                    <a:cubicBezTo>
                      <a:pt x="370" y="45"/>
                      <a:pt x="357" y="19"/>
                      <a:pt x="317" y="5"/>
                    </a:cubicBezTo>
                    <a:cubicBezTo>
                      <a:pt x="310" y="2"/>
                      <a:pt x="303" y="1"/>
                      <a:pt x="295" y="1"/>
                    </a:cubicBezTo>
                    <a:close/>
                  </a:path>
                </a:pathLst>
              </a:custGeom>
              <a:solidFill>
                <a:srgbClr val="855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6"/>
              <p:cNvSpPr/>
              <p:nvPr/>
            </p:nvSpPr>
            <p:spPr>
              <a:xfrm>
                <a:off x="7828597" y="1487145"/>
                <a:ext cx="32723" cy="35024"/>
              </a:xfrm>
              <a:custGeom>
                <a:rect b="b" l="l" r="r" t="t"/>
                <a:pathLst>
                  <a:path extrusionOk="0" h="609" w="569">
                    <a:moveTo>
                      <a:pt x="1" y="1"/>
                    </a:moveTo>
                    <a:cubicBezTo>
                      <a:pt x="1" y="14"/>
                      <a:pt x="212" y="476"/>
                      <a:pt x="502" y="608"/>
                    </a:cubicBezTo>
                    <a:cubicBezTo>
                      <a:pt x="529" y="502"/>
                      <a:pt x="542" y="397"/>
                      <a:pt x="568" y="304"/>
                    </a:cubicBezTo>
                    <a:cubicBezTo>
                      <a:pt x="357" y="251"/>
                      <a:pt x="159" y="146"/>
                      <a:pt x="1" y="1"/>
                    </a:cubicBezTo>
                    <a:close/>
                  </a:path>
                </a:pathLst>
              </a:custGeom>
              <a:solidFill>
                <a:srgbClr val="182A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6"/>
              <p:cNvSpPr/>
              <p:nvPr/>
            </p:nvSpPr>
            <p:spPr>
              <a:xfrm>
                <a:off x="7843780" y="1403583"/>
                <a:ext cx="78271" cy="101218"/>
              </a:xfrm>
              <a:custGeom>
                <a:rect b="b" l="l" r="r" t="t"/>
                <a:pathLst>
                  <a:path extrusionOk="0" h="1760" w="1361">
                    <a:moveTo>
                      <a:pt x="653" y="0"/>
                    </a:moveTo>
                    <a:cubicBezTo>
                      <a:pt x="316" y="0"/>
                      <a:pt x="14" y="410"/>
                      <a:pt x="14" y="410"/>
                    </a:cubicBezTo>
                    <a:lnTo>
                      <a:pt x="1" y="1652"/>
                    </a:lnTo>
                    <a:cubicBezTo>
                      <a:pt x="111" y="1726"/>
                      <a:pt x="220" y="1759"/>
                      <a:pt x="324" y="1759"/>
                    </a:cubicBezTo>
                    <a:cubicBezTo>
                      <a:pt x="918" y="1759"/>
                      <a:pt x="1361" y="690"/>
                      <a:pt x="1057" y="252"/>
                    </a:cubicBezTo>
                    <a:cubicBezTo>
                      <a:pt x="929" y="66"/>
                      <a:pt x="788" y="0"/>
                      <a:pt x="653" y="0"/>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6"/>
              <p:cNvSpPr/>
              <p:nvPr/>
            </p:nvSpPr>
            <p:spPr>
              <a:xfrm>
                <a:off x="7846080" y="1426932"/>
                <a:ext cx="45260" cy="57970"/>
              </a:xfrm>
              <a:custGeom>
                <a:rect b="b" l="l" r="r" t="t"/>
                <a:pathLst>
                  <a:path extrusionOk="0" h="1008" w="787">
                    <a:moveTo>
                      <a:pt x="696" y="0"/>
                    </a:moveTo>
                    <a:cubicBezTo>
                      <a:pt x="689" y="0"/>
                      <a:pt x="682" y="2"/>
                      <a:pt x="674" y="4"/>
                    </a:cubicBezTo>
                    <a:cubicBezTo>
                      <a:pt x="304" y="176"/>
                      <a:pt x="40" y="532"/>
                      <a:pt x="0" y="942"/>
                    </a:cubicBezTo>
                    <a:cubicBezTo>
                      <a:pt x="0" y="968"/>
                      <a:pt x="27" y="1008"/>
                      <a:pt x="53" y="1008"/>
                    </a:cubicBezTo>
                    <a:cubicBezTo>
                      <a:pt x="93" y="1008"/>
                      <a:pt x="119" y="982"/>
                      <a:pt x="119" y="955"/>
                    </a:cubicBezTo>
                    <a:cubicBezTo>
                      <a:pt x="159" y="585"/>
                      <a:pt x="397" y="268"/>
                      <a:pt x="727" y="123"/>
                    </a:cubicBezTo>
                    <a:cubicBezTo>
                      <a:pt x="786" y="99"/>
                      <a:pt x="760" y="0"/>
                      <a:pt x="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6"/>
              <p:cNvSpPr/>
              <p:nvPr/>
            </p:nvSpPr>
            <p:spPr>
              <a:xfrm>
                <a:off x="7855972" y="1448096"/>
                <a:ext cx="29675" cy="15585"/>
              </a:xfrm>
              <a:custGeom>
                <a:rect b="b" l="l" r="r" t="t"/>
                <a:pathLst>
                  <a:path extrusionOk="0" h="271" w="516">
                    <a:moveTo>
                      <a:pt x="124" y="0"/>
                    </a:moveTo>
                    <a:cubicBezTo>
                      <a:pt x="104" y="0"/>
                      <a:pt x="85" y="2"/>
                      <a:pt x="66" y="6"/>
                    </a:cubicBezTo>
                    <a:cubicBezTo>
                      <a:pt x="26" y="19"/>
                      <a:pt x="0" y="59"/>
                      <a:pt x="13" y="85"/>
                    </a:cubicBezTo>
                    <a:cubicBezTo>
                      <a:pt x="23" y="115"/>
                      <a:pt x="40" y="130"/>
                      <a:pt x="65" y="130"/>
                    </a:cubicBezTo>
                    <a:cubicBezTo>
                      <a:pt x="74" y="130"/>
                      <a:pt x="83" y="128"/>
                      <a:pt x="92" y="125"/>
                    </a:cubicBezTo>
                    <a:cubicBezTo>
                      <a:pt x="105" y="122"/>
                      <a:pt x="119" y="121"/>
                      <a:pt x="132" y="121"/>
                    </a:cubicBezTo>
                    <a:cubicBezTo>
                      <a:pt x="244" y="121"/>
                      <a:pt x="376" y="210"/>
                      <a:pt x="423" y="257"/>
                    </a:cubicBezTo>
                    <a:cubicBezTo>
                      <a:pt x="436" y="257"/>
                      <a:pt x="449" y="270"/>
                      <a:pt x="462" y="270"/>
                    </a:cubicBezTo>
                    <a:cubicBezTo>
                      <a:pt x="475" y="257"/>
                      <a:pt x="489" y="257"/>
                      <a:pt x="489" y="244"/>
                    </a:cubicBezTo>
                    <a:cubicBezTo>
                      <a:pt x="515" y="217"/>
                      <a:pt x="515" y="178"/>
                      <a:pt x="489" y="151"/>
                    </a:cubicBezTo>
                    <a:cubicBezTo>
                      <a:pt x="465" y="139"/>
                      <a:pt x="293"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6"/>
              <p:cNvSpPr/>
              <p:nvPr/>
            </p:nvSpPr>
            <p:spPr>
              <a:xfrm>
                <a:off x="7599995" y="1217308"/>
                <a:ext cx="295486" cy="119506"/>
              </a:xfrm>
              <a:custGeom>
                <a:rect b="b" l="l" r="r" t="t"/>
                <a:pathLst>
                  <a:path extrusionOk="0" h="2078" w="5138">
                    <a:moveTo>
                      <a:pt x="2552" y="0"/>
                    </a:moveTo>
                    <a:cubicBezTo>
                      <a:pt x="2271" y="0"/>
                      <a:pt x="1976" y="37"/>
                      <a:pt x="1678" y="123"/>
                    </a:cubicBezTo>
                    <a:cubicBezTo>
                      <a:pt x="1097" y="282"/>
                      <a:pt x="608" y="678"/>
                      <a:pt x="331" y="1206"/>
                    </a:cubicBezTo>
                    <a:cubicBezTo>
                      <a:pt x="172" y="1536"/>
                      <a:pt x="0" y="1985"/>
                      <a:pt x="502" y="1998"/>
                    </a:cubicBezTo>
                    <a:cubicBezTo>
                      <a:pt x="523" y="1999"/>
                      <a:pt x="544" y="1999"/>
                      <a:pt x="564" y="1999"/>
                    </a:cubicBezTo>
                    <a:cubicBezTo>
                      <a:pt x="1904" y="1999"/>
                      <a:pt x="2813" y="744"/>
                      <a:pt x="2813" y="744"/>
                    </a:cubicBezTo>
                    <a:cubicBezTo>
                      <a:pt x="2813" y="744"/>
                      <a:pt x="2879" y="2078"/>
                      <a:pt x="3962" y="2078"/>
                    </a:cubicBezTo>
                    <a:cubicBezTo>
                      <a:pt x="5045" y="2078"/>
                      <a:pt x="5138" y="1272"/>
                      <a:pt x="4596" y="731"/>
                    </a:cubicBezTo>
                    <a:cubicBezTo>
                      <a:pt x="4262" y="396"/>
                      <a:pt x="3478" y="0"/>
                      <a:pt x="2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6"/>
              <p:cNvSpPr/>
              <p:nvPr/>
            </p:nvSpPr>
            <p:spPr>
              <a:xfrm>
                <a:off x="7812667" y="1301043"/>
                <a:ext cx="76546" cy="132273"/>
              </a:xfrm>
              <a:custGeom>
                <a:rect b="b" l="l" r="r" t="t"/>
                <a:pathLst>
                  <a:path extrusionOk="0" h="2300" w="1331">
                    <a:moveTo>
                      <a:pt x="1136" y="1"/>
                    </a:moveTo>
                    <a:lnTo>
                      <a:pt x="383" y="371"/>
                    </a:lnTo>
                    <a:cubicBezTo>
                      <a:pt x="383" y="371"/>
                      <a:pt x="0" y="2022"/>
                      <a:pt x="476" y="2272"/>
                    </a:cubicBezTo>
                    <a:cubicBezTo>
                      <a:pt x="512" y="2291"/>
                      <a:pt x="547" y="2300"/>
                      <a:pt x="582" y="2300"/>
                    </a:cubicBezTo>
                    <a:cubicBezTo>
                      <a:pt x="998" y="2300"/>
                      <a:pt x="1331" y="1061"/>
                      <a:pt x="1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6"/>
              <p:cNvSpPr/>
              <p:nvPr/>
            </p:nvSpPr>
            <p:spPr>
              <a:xfrm>
                <a:off x="7884037" y="1876603"/>
                <a:ext cx="49459" cy="23752"/>
              </a:xfrm>
              <a:custGeom>
                <a:rect b="b" l="l" r="r" t="t"/>
                <a:pathLst>
                  <a:path extrusionOk="0" h="413" w="860">
                    <a:moveTo>
                      <a:pt x="98" y="0"/>
                    </a:moveTo>
                    <a:cubicBezTo>
                      <a:pt x="62" y="0"/>
                      <a:pt x="25" y="24"/>
                      <a:pt x="14" y="56"/>
                    </a:cubicBezTo>
                    <a:cubicBezTo>
                      <a:pt x="1" y="109"/>
                      <a:pt x="14" y="162"/>
                      <a:pt x="67" y="175"/>
                    </a:cubicBezTo>
                    <a:lnTo>
                      <a:pt x="740" y="413"/>
                    </a:lnTo>
                    <a:lnTo>
                      <a:pt x="767" y="413"/>
                    </a:lnTo>
                    <a:cubicBezTo>
                      <a:pt x="806" y="413"/>
                      <a:pt x="833" y="386"/>
                      <a:pt x="846" y="360"/>
                    </a:cubicBezTo>
                    <a:cubicBezTo>
                      <a:pt x="859" y="307"/>
                      <a:pt x="846" y="254"/>
                      <a:pt x="793" y="241"/>
                    </a:cubicBezTo>
                    <a:lnTo>
                      <a:pt x="120" y="3"/>
                    </a:lnTo>
                    <a:cubicBezTo>
                      <a:pt x="113" y="1"/>
                      <a:pt x="105"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6"/>
              <p:cNvSpPr/>
              <p:nvPr/>
            </p:nvSpPr>
            <p:spPr>
              <a:xfrm>
                <a:off x="7950116" y="2566435"/>
                <a:ext cx="183859" cy="318548"/>
              </a:xfrm>
              <a:custGeom>
                <a:rect b="b" l="l" r="r" t="t"/>
                <a:pathLst>
                  <a:path extrusionOk="0" h="5539" w="3197">
                    <a:moveTo>
                      <a:pt x="1926" y="1"/>
                    </a:moveTo>
                    <a:cubicBezTo>
                      <a:pt x="1817" y="1"/>
                      <a:pt x="1710" y="13"/>
                      <a:pt x="1612" y="40"/>
                    </a:cubicBezTo>
                    <a:cubicBezTo>
                      <a:pt x="1427" y="79"/>
                      <a:pt x="1282" y="383"/>
                      <a:pt x="1110" y="555"/>
                    </a:cubicBezTo>
                    <a:cubicBezTo>
                      <a:pt x="846" y="832"/>
                      <a:pt x="635" y="1149"/>
                      <a:pt x="503" y="1492"/>
                    </a:cubicBezTo>
                    <a:cubicBezTo>
                      <a:pt x="357" y="1915"/>
                      <a:pt x="1" y="3170"/>
                      <a:pt x="172" y="3500"/>
                    </a:cubicBezTo>
                    <a:cubicBezTo>
                      <a:pt x="193" y="3541"/>
                      <a:pt x="217" y="3559"/>
                      <a:pt x="245" y="3559"/>
                    </a:cubicBezTo>
                    <a:cubicBezTo>
                      <a:pt x="431" y="3559"/>
                      <a:pt x="752" y="2733"/>
                      <a:pt x="833" y="2549"/>
                    </a:cubicBezTo>
                    <a:cubicBezTo>
                      <a:pt x="872" y="2417"/>
                      <a:pt x="952" y="2298"/>
                      <a:pt x="1044" y="2219"/>
                    </a:cubicBezTo>
                    <a:lnTo>
                      <a:pt x="1044" y="2219"/>
                    </a:lnTo>
                    <a:cubicBezTo>
                      <a:pt x="1044" y="2219"/>
                      <a:pt x="331" y="4728"/>
                      <a:pt x="503" y="4966"/>
                    </a:cubicBezTo>
                    <a:cubicBezTo>
                      <a:pt x="516" y="4984"/>
                      <a:pt x="532" y="4993"/>
                      <a:pt x="549" y="4993"/>
                    </a:cubicBezTo>
                    <a:cubicBezTo>
                      <a:pt x="756" y="4993"/>
                      <a:pt x="1227" y="3790"/>
                      <a:pt x="1361" y="3473"/>
                    </a:cubicBezTo>
                    <a:lnTo>
                      <a:pt x="1361" y="3473"/>
                    </a:lnTo>
                    <a:cubicBezTo>
                      <a:pt x="1361" y="3474"/>
                      <a:pt x="925" y="5401"/>
                      <a:pt x="1084" y="5520"/>
                    </a:cubicBezTo>
                    <a:cubicBezTo>
                      <a:pt x="1100" y="5533"/>
                      <a:pt x="1117" y="5539"/>
                      <a:pt x="1134" y="5539"/>
                    </a:cubicBezTo>
                    <a:cubicBezTo>
                      <a:pt x="1443" y="5539"/>
                      <a:pt x="1929" y="3646"/>
                      <a:pt x="1929" y="3645"/>
                    </a:cubicBezTo>
                    <a:lnTo>
                      <a:pt x="1929" y="3645"/>
                    </a:lnTo>
                    <a:cubicBezTo>
                      <a:pt x="1929" y="3646"/>
                      <a:pt x="1652" y="5269"/>
                      <a:pt x="1916" y="5309"/>
                    </a:cubicBezTo>
                    <a:cubicBezTo>
                      <a:pt x="1919" y="5309"/>
                      <a:pt x="1922" y="5310"/>
                      <a:pt x="1925" y="5310"/>
                    </a:cubicBezTo>
                    <a:cubicBezTo>
                      <a:pt x="2200" y="5310"/>
                      <a:pt x="2510" y="3606"/>
                      <a:pt x="2510" y="3605"/>
                    </a:cubicBezTo>
                    <a:lnTo>
                      <a:pt x="2510" y="3605"/>
                    </a:lnTo>
                    <a:cubicBezTo>
                      <a:pt x="2510" y="3606"/>
                      <a:pt x="2470" y="4688"/>
                      <a:pt x="2695" y="4834"/>
                    </a:cubicBezTo>
                    <a:cubicBezTo>
                      <a:pt x="2701" y="4837"/>
                      <a:pt x="2707" y="4839"/>
                      <a:pt x="2713" y="4839"/>
                    </a:cubicBezTo>
                    <a:cubicBezTo>
                      <a:pt x="2919" y="4839"/>
                      <a:pt x="3144" y="2671"/>
                      <a:pt x="3144" y="2324"/>
                    </a:cubicBezTo>
                    <a:cubicBezTo>
                      <a:pt x="3131" y="1968"/>
                      <a:pt x="3197" y="1004"/>
                      <a:pt x="3117" y="555"/>
                    </a:cubicBezTo>
                    <a:cubicBezTo>
                      <a:pt x="3063" y="291"/>
                      <a:pt x="2461" y="1"/>
                      <a:pt x="1926" y="1"/>
                    </a:cubicBezTo>
                    <a:close/>
                  </a:path>
                </a:pathLst>
              </a:custGeom>
              <a:solidFill>
                <a:srgbClr val="B881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6"/>
              <p:cNvSpPr/>
              <p:nvPr/>
            </p:nvSpPr>
            <p:spPr>
              <a:xfrm>
                <a:off x="7887832" y="1710456"/>
                <a:ext cx="349431" cy="919815"/>
              </a:xfrm>
              <a:custGeom>
                <a:rect b="b" l="l" r="r" t="t"/>
                <a:pathLst>
                  <a:path extrusionOk="0" h="15994" w="6076">
                    <a:moveTo>
                      <a:pt x="3091" y="0"/>
                    </a:moveTo>
                    <a:lnTo>
                      <a:pt x="1" y="1677"/>
                    </a:lnTo>
                    <a:lnTo>
                      <a:pt x="437" y="2509"/>
                    </a:lnTo>
                    <a:lnTo>
                      <a:pt x="872" y="3355"/>
                    </a:lnTo>
                    <a:cubicBezTo>
                      <a:pt x="1018" y="3632"/>
                      <a:pt x="1163" y="3923"/>
                      <a:pt x="1308" y="4200"/>
                    </a:cubicBezTo>
                    <a:cubicBezTo>
                      <a:pt x="1440" y="4477"/>
                      <a:pt x="1586" y="4755"/>
                      <a:pt x="1731" y="5045"/>
                    </a:cubicBezTo>
                    <a:cubicBezTo>
                      <a:pt x="1863" y="5322"/>
                      <a:pt x="1995" y="5600"/>
                      <a:pt x="2127" y="5877"/>
                    </a:cubicBezTo>
                    <a:cubicBezTo>
                      <a:pt x="2259" y="6154"/>
                      <a:pt x="2391" y="6432"/>
                      <a:pt x="2497" y="6709"/>
                    </a:cubicBezTo>
                    <a:cubicBezTo>
                      <a:pt x="2563" y="6841"/>
                      <a:pt x="2616" y="6973"/>
                      <a:pt x="2668" y="7105"/>
                    </a:cubicBezTo>
                    <a:cubicBezTo>
                      <a:pt x="2721" y="7224"/>
                      <a:pt x="2761" y="7356"/>
                      <a:pt x="2801" y="7462"/>
                    </a:cubicBezTo>
                    <a:cubicBezTo>
                      <a:pt x="2814" y="7515"/>
                      <a:pt x="2840" y="7568"/>
                      <a:pt x="2840" y="7607"/>
                    </a:cubicBezTo>
                    <a:cubicBezTo>
                      <a:pt x="2853" y="7660"/>
                      <a:pt x="2867" y="7700"/>
                      <a:pt x="2867" y="7700"/>
                    </a:cubicBezTo>
                    <a:lnTo>
                      <a:pt x="2867" y="7911"/>
                    </a:lnTo>
                    <a:cubicBezTo>
                      <a:pt x="2867" y="8056"/>
                      <a:pt x="2867" y="8215"/>
                      <a:pt x="2867" y="8373"/>
                    </a:cubicBezTo>
                    <a:cubicBezTo>
                      <a:pt x="2867" y="8518"/>
                      <a:pt x="2867" y="8677"/>
                      <a:pt x="2853" y="8835"/>
                    </a:cubicBezTo>
                    <a:cubicBezTo>
                      <a:pt x="2853" y="8981"/>
                      <a:pt x="2840" y="9139"/>
                      <a:pt x="2840" y="9298"/>
                    </a:cubicBezTo>
                    <a:lnTo>
                      <a:pt x="2827" y="9535"/>
                    </a:lnTo>
                    <a:lnTo>
                      <a:pt x="2814" y="9760"/>
                    </a:lnTo>
                    <a:cubicBezTo>
                      <a:pt x="2787" y="10394"/>
                      <a:pt x="2734" y="11014"/>
                      <a:pt x="2682" y="11648"/>
                    </a:cubicBezTo>
                    <a:cubicBezTo>
                      <a:pt x="2629" y="12269"/>
                      <a:pt x="2563" y="12903"/>
                      <a:pt x="2484" y="13524"/>
                    </a:cubicBezTo>
                    <a:lnTo>
                      <a:pt x="2457" y="13748"/>
                    </a:lnTo>
                    <a:lnTo>
                      <a:pt x="2418" y="13986"/>
                    </a:lnTo>
                    <a:cubicBezTo>
                      <a:pt x="2404" y="14065"/>
                      <a:pt x="2404" y="14144"/>
                      <a:pt x="2391" y="14210"/>
                    </a:cubicBezTo>
                    <a:lnTo>
                      <a:pt x="2351" y="14448"/>
                    </a:lnTo>
                    <a:cubicBezTo>
                      <a:pt x="2325" y="14593"/>
                      <a:pt x="2299" y="14739"/>
                      <a:pt x="2285" y="14897"/>
                    </a:cubicBezTo>
                    <a:lnTo>
                      <a:pt x="2259" y="15003"/>
                    </a:lnTo>
                    <a:lnTo>
                      <a:pt x="2246" y="15108"/>
                    </a:lnTo>
                    <a:lnTo>
                      <a:pt x="2206" y="15333"/>
                    </a:lnTo>
                    <a:lnTo>
                      <a:pt x="4332" y="15993"/>
                    </a:lnTo>
                    <a:lnTo>
                      <a:pt x="4425" y="15742"/>
                    </a:lnTo>
                    <a:lnTo>
                      <a:pt x="4478" y="15610"/>
                    </a:lnTo>
                    <a:lnTo>
                      <a:pt x="4517" y="15491"/>
                    </a:lnTo>
                    <a:cubicBezTo>
                      <a:pt x="4570" y="15320"/>
                      <a:pt x="4636" y="15161"/>
                      <a:pt x="4689" y="14990"/>
                    </a:cubicBezTo>
                    <a:lnTo>
                      <a:pt x="4755" y="14752"/>
                    </a:lnTo>
                    <a:cubicBezTo>
                      <a:pt x="4781" y="14673"/>
                      <a:pt x="4808" y="14580"/>
                      <a:pt x="4834" y="14501"/>
                    </a:cubicBezTo>
                    <a:lnTo>
                      <a:pt x="4900" y="14263"/>
                    </a:lnTo>
                    <a:lnTo>
                      <a:pt x="4966" y="14012"/>
                    </a:lnTo>
                    <a:cubicBezTo>
                      <a:pt x="5138" y="13365"/>
                      <a:pt x="5297" y="12718"/>
                      <a:pt x="5429" y="12058"/>
                    </a:cubicBezTo>
                    <a:cubicBezTo>
                      <a:pt x="5574" y="11397"/>
                      <a:pt x="5693" y="10737"/>
                      <a:pt x="5798" y="10077"/>
                    </a:cubicBezTo>
                    <a:cubicBezTo>
                      <a:pt x="5825" y="9918"/>
                      <a:pt x="5851" y="9760"/>
                      <a:pt x="5878" y="9588"/>
                    </a:cubicBezTo>
                    <a:cubicBezTo>
                      <a:pt x="5904" y="9416"/>
                      <a:pt x="5917" y="9245"/>
                      <a:pt x="5944" y="9086"/>
                    </a:cubicBezTo>
                    <a:cubicBezTo>
                      <a:pt x="5957" y="8915"/>
                      <a:pt x="5983" y="8743"/>
                      <a:pt x="5996" y="8571"/>
                    </a:cubicBezTo>
                    <a:cubicBezTo>
                      <a:pt x="6023" y="8400"/>
                      <a:pt x="6036" y="8228"/>
                      <a:pt x="6049" y="8056"/>
                    </a:cubicBezTo>
                    <a:lnTo>
                      <a:pt x="6076" y="7805"/>
                    </a:lnTo>
                    <a:lnTo>
                      <a:pt x="6076" y="7739"/>
                    </a:lnTo>
                    <a:lnTo>
                      <a:pt x="6076" y="7568"/>
                    </a:lnTo>
                    <a:lnTo>
                      <a:pt x="6076" y="7422"/>
                    </a:lnTo>
                    <a:lnTo>
                      <a:pt x="6076" y="7369"/>
                    </a:lnTo>
                    <a:lnTo>
                      <a:pt x="6076" y="7303"/>
                    </a:lnTo>
                    <a:cubicBezTo>
                      <a:pt x="6063" y="7145"/>
                      <a:pt x="6036" y="7026"/>
                      <a:pt x="6023" y="6907"/>
                    </a:cubicBezTo>
                    <a:cubicBezTo>
                      <a:pt x="5996" y="6788"/>
                      <a:pt x="5970" y="6683"/>
                      <a:pt x="5944" y="6577"/>
                    </a:cubicBezTo>
                    <a:cubicBezTo>
                      <a:pt x="5891" y="6379"/>
                      <a:pt x="5825" y="6194"/>
                      <a:pt x="5785" y="6009"/>
                    </a:cubicBezTo>
                    <a:cubicBezTo>
                      <a:pt x="5732" y="5824"/>
                      <a:pt x="5680" y="5666"/>
                      <a:pt x="5613" y="5494"/>
                    </a:cubicBezTo>
                    <a:cubicBezTo>
                      <a:pt x="5495" y="5164"/>
                      <a:pt x="5376" y="4847"/>
                      <a:pt x="5244" y="4530"/>
                    </a:cubicBezTo>
                    <a:cubicBezTo>
                      <a:pt x="5112" y="4213"/>
                      <a:pt x="4980" y="3896"/>
                      <a:pt x="4848" y="3592"/>
                    </a:cubicBezTo>
                    <a:cubicBezTo>
                      <a:pt x="4715" y="3289"/>
                      <a:pt x="4583" y="2972"/>
                      <a:pt x="4438" y="2681"/>
                    </a:cubicBezTo>
                    <a:cubicBezTo>
                      <a:pt x="4293" y="2377"/>
                      <a:pt x="4148" y="2074"/>
                      <a:pt x="4002" y="1783"/>
                    </a:cubicBezTo>
                    <a:cubicBezTo>
                      <a:pt x="3857" y="1479"/>
                      <a:pt x="3712" y="1189"/>
                      <a:pt x="3566" y="885"/>
                    </a:cubicBezTo>
                    <a:lnTo>
                      <a:pt x="3329" y="449"/>
                    </a:lnTo>
                    <a:lnTo>
                      <a:pt x="3223" y="225"/>
                    </a:lnTo>
                    <a:lnTo>
                      <a:pt x="3157" y="119"/>
                    </a:lnTo>
                    <a:lnTo>
                      <a:pt x="30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6"/>
              <p:cNvSpPr/>
              <p:nvPr/>
            </p:nvSpPr>
            <p:spPr>
              <a:xfrm>
                <a:off x="8024821" y="2515481"/>
                <a:ext cx="138772" cy="47158"/>
              </a:xfrm>
              <a:custGeom>
                <a:rect b="b" l="l" r="r" t="t"/>
                <a:pathLst>
                  <a:path extrusionOk="0" h="820" w="2413">
                    <a:moveTo>
                      <a:pt x="128" y="0"/>
                    </a:moveTo>
                    <a:cubicBezTo>
                      <a:pt x="21" y="0"/>
                      <a:pt x="0" y="161"/>
                      <a:pt x="115" y="186"/>
                    </a:cubicBezTo>
                    <a:cubicBezTo>
                      <a:pt x="854" y="305"/>
                      <a:pt x="1581" y="516"/>
                      <a:pt x="2267" y="807"/>
                    </a:cubicBezTo>
                    <a:cubicBezTo>
                      <a:pt x="2281" y="820"/>
                      <a:pt x="2294" y="820"/>
                      <a:pt x="2307" y="820"/>
                    </a:cubicBezTo>
                    <a:cubicBezTo>
                      <a:pt x="2333" y="820"/>
                      <a:pt x="2373" y="794"/>
                      <a:pt x="2386" y="767"/>
                    </a:cubicBezTo>
                    <a:cubicBezTo>
                      <a:pt x="2413" y="727"/>
                      <a:pt x="2386" y="675"/>
                      <a:pt x="2347" y="648"/>
                    </a:cubicBezTo>
                    <a:cubicBezTo>
                      <a:pt x="1634" y="344"/>
                      <a:pt x="894" y="120"/>
                      <a:pt x="141" y="1"/>
                    </a:cubicBezTo>
                    <a:cubicBezTo>
                      <a:pt x="137" y="1"/>
                      <a:pt x="133" y="0"/>
                      <a:pt x="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6"/>
              <p:cNvSpPr/>
              <p:nvPr/>
            </p:nvSpPr>
            <p:spPr>
              <a:xfrm>
                <a:off x="8107348" y="2541188"/>
                <a:ext cx="29675" cy="79939"/>
              </a:xfrm>
              <a:custGeom>
                <a:rect b="b" l="l" r="r" t="t"/>
                <a:pathLst>
                  <a:path extrusionOk="0" h="1390" w="516">
                    <a:moveTo>
                      <a:pt x="416" y="1"/>
                    </a:moveTo>
                    <a:cubicBezTo>
                      <a:pt x="373" y="1"/>
                      <a:pt x="342" y="35"/>
                      <a:pt x="331" y="69"/>
                    </a:cubicBezTo>
                    <a:cubicBezTo>
                      <a:pt x="331" y="82"/>
                      <a:pt x="172" y="769"/>
                      <a:pt x="14" y="1284"/>
                    </a:cubicBezTo>
                    <a:cubicBezTo>
                      <a:pt x="0" y="1324"/>
                      <a:pt x="27" y="1377"/>
                      <a:pt x="66" y="1390"/>
                    </a:cubicBezTo>
                    <a:lnTo>
                      <a:pt x="93" y="1390"/>
                    </a:lnTo>
                    <a:cubicBezTo>
                      <a:pt x="132" y="1390"/>
                      <a:pt x="172" y="1363"/>
                      <a:pt x="185" y="1337"/>
                    </a:cubicBezTo>
                    <a:cubicBezTo>
                      <a:pt x="331" y="822"/>
                      <a:pt x="502" y="109"/>
                      <a:pt x="502" y="109"/>
                    </a:cubicBezTo>
                    <a:cubicBezTo>
                      <a:pt x="515" y="69"/>
                      <a:pt x="476" y="16"/>
                      <a:pt x="436" y="3"/>
                    </a:cubicBezTo>
                    <a:cubicBezTo>
                      <a:pt x="429" y="1"/>
                      <a:pt x="422"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6"/>
              <p:cNvSpPr/>
              <p:nvPr/>
            </p:nvSpPr>
            <p:spPr>
              <a:xfrm>
                <a:off x="8057947" y="2557291"/>
                <a:ext cx="25879" cy="22314"/>
              </a:xfrm>
              <a:custGeom>
                <a:rect b="b" l="l" r="r" t="t"/>
                <a:pathLst>
                  <a:path extrusionOk="0" h="388" w="450">
                    <a:moveTo>
                      <a:pt x="186" y="0"/>
                    </a:moveTo>
                    <a:cubicBezTo>
                      <a:pt x="80" y="0"/>
                      <a:pt x="1" y="93"/>
                      <a:pt x="1" y="199"/>
                    </a:cubicBezTo>
                    <a:cubicBezTo>
                      <a:pt x="1" y="314"/>
                      <a:pt x="90" y="387"/>
                      <a:pt x="185" y="387"/>
                    </a:cubicBezTo>
                    <a:cubicBezTo>
                      <a:pt x="231" y="387"/>
                      <a:pt x="279" y="370"/>
                      <a:pt x="318" y="331"/>
                    </a:cubicBezTo>
                    <a:cubicBezTo>
                      <a:pt x="450" y="212"/>
                      <a:pt x="358"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6"/>
              <p:cNvSpPr/>
              <p:nvPr/>
            </p:nvSpPr>
            <p:spPr>
              <a:xfrm>
                <a:off x="8052656" y="2138791"/>
                <a:ext cx="91786" cy="18288"/>
              </a:xfrm>
              <a:custGeom>
                <a:rect b="b" l="l" r="r" t="t"/>
                <a:pathLst>
                  <a:path extrusionOk="0" h="318" w="1596">
                    <a:moveTo>
                      <a:pt x="1515" y="0"/>
                    </a:moveTo>
                    <a:cubicBezTo>
                      <a:pt x="1512" y="0"/>
                      <a:pt x="1509" y="0"/>
                      <a:pt x="1506" y="1"/>
                    </a:cubicBezTo>
                    <a:cubicBezTo>
                      <a:pt x="1031" y="14"/>
                      <a:pt x="555" y="54"/>
                      <a:pt x="80" y="146"/>
                    </a:cubicBezTo>
                    <a:cubicBezTo>
                      <a:pt x="40" y="146"/>
                      <a:pt x="1" y="199"/>
                      <a:pt x="14" y="238"/>
                    </a:cubicBezTo>
                    <a:cubicBezTo>
                      <a:pt x="14" y="291"/>
                      <a:pt x="53" y="318"/>
                      <a:pt x="106" y="318"/>
                    </a:cubicBezTo>
                    <a:cubicBezTo>
                      <a:pt x="568" y="238"/>
                      <a:pt x="1031" y="186"/>
                      <a:pt x="1506" y="172"/>
                    </a:cubicBezTo>
                    <a:cubicBezTo>
                      <a:pt x="1509" y="173"/>
                      <a:pt x="1512" y="173"/>
                      <a:pt x="1515" y="173"/>
                    </a:cubicBezTo>
                    <a:cubicBezTo>
                      <a:pt x="1596" y="173"/>
                      <a:pt x="1596" y="0"/>
                      <a:pt x="1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6"/>
              <p:cNvSpPr/>
              <p:nvPr/>
            </p:nvSpPr>
            <p:spPr>
              <a:xfrm>
                <a:off x="8058752" y="2116420"/>
                <a:ext cx="47963" cy="39912"/>
              </a:xfrm>
              <a:custGeom>
                <a:rect b="b" l="l" r="r" t="t"/>
                <a:pathLst>
                  <a:path extrusionOk="0" h="694" w="834">
                    <a:moveTo>
                      <a:pt x="694" y="0"/>
                    </a:moveTo>
                    <a:cubicBezTo>
                      <a:pt x="683" y="0"/>
                      <a:pt x="672" y="2"/>
                      <a:pt x="661" y="7"/>
                    </a:cubicBezTo>
                    <a:cubicBezTo>
                      <a:pt x="410" y="139"/>
                      <a:pt x="185" y="324"/>
                      <a:pt x="27" y="548"/>
                    </a:cubicBezTo>
                    <a:cubicBezTo>
                      <a:pt x="0" y="601"/>
                      <a:pt x="13" y="654"/>
                      <a:pt x="53" y="680"/>
                    </a:cubicBezTo>
                    <a:cubicBezTo>
                      <a:pt x="66" y="680"/>
                      <a:pt x="79" y="693"/>
                      <a:pt x="106" y="693"/>
                    </a:cubicBezTo>
                    <a:cubicBezTo>
                      <a:pt x="132" y="693"/>
                      <a:pt x="159" y="680"/>
                      <a:pt x="172" y="654"/>
                    </a:cubicBezTo>
                    <a:cubicBezTo>
                      <a:pt x="317" y="456"/>
                      <a:pt x="515" y="297"/>
                      <a:pt x="740" y="178"/>
                    </a:cubicBezTo>
                    <a:cubicBezTo>
                      <a:pt x="834" y="131"/>
                      <a:pt x="781" y="0"/>
                      <a:pt x="6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6"/>
              <p:cNvSpPr/>
              <p:nvPr/>
            </p:nvSpPr>
            <p:spPr>
              <a:xfrm>
                <a:off x="7897782" y="1855324"/>
                <a:ext cx="96444" cy="156715"/>
              </a:xfrm>
              <a:custGeom>
                <a:rect b="b" l="l" r="r" t="t"/>
                <a:pathLst>
                  <a:path extrusionOk="0" h="2725" w="1677">
                    <a:moveTo>
                      <a:pt x="117" y="0"/>
                    </a:moveTo>
                    <a:cubicBezTo>
                      <a:pt x="54" y="0"/>
                      <a:pt x="0" y="68"/>
                      <a:pt x="39" y="136"/>
                    </a:cubicBezTo>
                    <a:cubicBezTo>
                      <a:pt x="726" y="1021"/>
                      <a:pt x="1492" y="2658"/>
                      <a:pt x="1492" y="2671"/>
                    </a:cubicBezTo>
                    <a:cubicBezTo>
                      <a:pt x="1505" y="2698"/>
                      <a:pt x="1545" y="2724"/>
                      <a:pt x="1571" y="2724"/>
                    </a:cubicBezTo>
                    <a:cubicBezTo>
                      <a:pt x="1584" y="2724"/>
                      <a:pt x="1597" y="2724"/>
                      <a:pt x="1611" y="2711"/>
                    </a:cubicBezTo>
                    <a:cubicBezTo>
                      <a:pt x="1650" y="2698"/>
                      <a:pt x="1677" y="2645"/>
                      <a:pt x="1650" y="2592"/>
                    </a:cubicBezTo>
                    <a:cubicBezTo>
                      <a:pt x="1650" y="2579"/>
                      <a:pt x="871" y="928"/>
                      <a:pt x="184" y="30"/>
                    </a:cubicBezTo>
                    <a:cubicBezTo>
                      <a:pt x="163" y="9"/>
                      <a:pt x="139"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2" name="Google Shape;6522;p86"/>
          <p:cNvGrpSpPr/>
          <p:nvPr/>
        </p:nvGrpSpPr>
        <p:grpSpPr>
          <a:xfrm flipH="1">
            <a:off x="7752134" y="1534105"/>
            <a:ext cx="1260735" cy="3497286"/>
            <a:chOff x="637263" y="1221316"/>
            <a:chExt cx="1258847" cy="3497286"/>
          </a:xfrm>
        </p:grpSpPr>
        <p:sp>
          <p:nvSpPr>
            <p:cNvPr id="6523" name="Google Shape;6523;p86"/>
            <p:cNvSpPr/>
            <p:nvPr/>
          </p:nvSpPr>
          <p:spPr>
            <a:xfrm>
              <a:off x="971785" y="2780073"/>
              <a:ext cx="337269" cy="1675227"/>
            </a:xfrm>
            <a:custGeom>
              <a:rect b="b" l="l" r="r" t="t"/>
              <a:pathLst>
                <a:path extrusionOk="0" h="32938" w="6631">
                  <a:moveTo>
                    <a:pt x="663" y="0"/>
                  </a:moveTo>
                  <a:cubicBezTo>
                    <a:pt x="403" y="0"/>
                    <a:pt x="178" y="33"/>
                    <a:pt x="1" y="106"/>
                  </a:cubicBezTo>
                  <a:cubicBezTo>
                    <a:pt x="1" y="106"/>
                    <a:pt x="53" y="793"/>
                    <a:pt x="159" y="1889"/>
                  </a:cubicBezTo>
                  <a:cubicBezTo>
                    <a:pt x="172" y="1968"/>
                    <a:pt x="186" y="2035"/>
                    <a:pt x="186" y="2114"/>
                  </a:cubicBezTo>
                  <a:cubicBezTo>
                    <a:pt x="476" y="5376"/>
                    <a:pt x="1084" y="11741"/>
                    <a:pt x="1467" y="14686"/>
                  </a:cubicBezTo>
                  <a:cubicBezTo>
                    <a:pt x="1467" y="14686"/>
                    <a:pt x="1414" y="19797"/>
                    <a:pt x="1612" y="23759"/>
                  </a:cubicBezTo>
                  <a:cubicBezTo>
                    <a:pt x="1731" y="26533"/>
                    <a:pt x="2483" y="29729"/>
                    <a:pt x="2932" y="31591"/>
                  </a:cubicBezTo>
                  <a:lnTo>
                    <a:pt x="2998" y="31908"/>
                  </a:lnTo>
                  <a:cubicBezTo>
                    <a:pt x="3104" y="32370"/>
                    <a:pt x="3183" y="32726"/>
                    <a:pt x="3223" y="32938"/>
                  </a:cubicBezTo>
                  <a:lnTo>
                    <a:pt x="6591" y="32938"/>
                  </a:lnTo>
                  <a:lnTo>
                    <a:pt x="6630" y="32462"/>
                  </a:lnTo>
                  <a:lnTo>
                    <a:pt x="6630" y="1889"/>
                  </a:lnTo>
                  <a:cubicBezTo>
                    <a:pt x="5389" y="1308"/>
                    <a:pt x="4108" y="806"/>
                    <a:pt x="2800" y="397"/>
                  </a:cubicBezTo>
                  <a:lnTo>
                    <a:pt x="2576" y="331"/>
                  </a:lnTo>
                  <a:cubicBezTo>
                    <a:pt x="1866" y="136"/>
                    <a:pt x="1193" y="0"/>
                    <a:pt x="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6"/>
            <p:cNvSpPr/>
            <p:nvPr/>
          </p:nvSpPr>
          <p:spPr>
            <a:xfrm>
              <a:off x="1023512" y="2942520"/>
              <a:ext cx="129699" cy="1460394"/>
            </a:xfrm>
            <a:custGeom>
              <a:rect b="b" l="l" r="r" t="t"/>
              <a:pathLst>
                <a:path extrusionOk="0" h="28714" w="2550">
                  <a:moveTo>
                    <a:pt x="136" y="1"/>
                  </a:moveTo>
                  <a:cubicBezTo>
                    <a:pt x="131" y="1"/>
                    <a:pt x="125" y="1"/>
                    <a:pt x="119" y="3"/>
                  </a:cubicBezTo>
                  <a:cubicBezTo>
                    <a:pt x="53" y="3"/>
                    <a:pt x="1" y="56"/>
                    <a:pt x="14" y="122"/>
                  </a:cubicBezTo>
                  <a:cubicBezTo>
                    <a:pt x="14" y="201"/>
                    <a:pt x="621" y="8970"/>
                    <a:pt x="925" y="11519"/>
                  </a:cubicBezTo>
                  <a:cubicBezTo>
                    <a:pt x="925" y="11809"/>
                    <a:pt x="740" y="19258"/>
                    <a:pt x="1123" y="21939"/>
                  </a:cubicBezTo>
                  <a:cubicBezTo>
                    <a:pt x="1414" y="23854"/>
                    <a:pt x="1955" y="26812"/>
                    <a:pt x="2259" y="28397"/>
                  </a:cubicBezTo>
                  <a:cubicBezTo>
                    <a:pt x="2272" y="28515"/>
                    <a:pt x="2298" y="28621"/>
                    <a:pt x="2312" y="28714"/>
                  </a:cubicBezTo>
                  <a:lnTo>
                    <a:pt x="2549" y="28714"/>
                  </a:lnTo>
                  <a:cubicBezTo>
                    <a:pt x="2523" y="28621"/>
                    <a:pt x="2510" y="28502"/>
                    <a:pt x="2483" y="28397"/>
                  </a:cubicBezTo>
                  <a:cubicBezTo>
                    <a:pt x="2193" y="26825"/>
                    <a:pt x="1638" y="23840"/>
                    <a:pt x="1348" y="21899"/>
                  </a:cubicBezTo>
                  <a:cubicBezTo>
                    <a:pt x="951" y="19192"/>
                    <a:pt x="1149" y="11598"/>
                    <a:pt x="1149" y="11519"/>
                  </a:cubicBezTo>
                  <a:lnTo>
                    <a:pt x="1149" y="11506"/>
                  </a:lnTo>
                  <a:cubicBezTo>
                    <a:pt x="859" y="8970"/>
                    <a:pt x="238" y="188"/>
                    <a:pt x="238" y="95"/>
                  </a:cubicBezTo>
                  <a:cubicBezTo>
                    <a:pt x="226" y="48"/>
                    <a:pt x="183" y="1"/>
                    <a:pt x="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6"/>
            <p:cNvSpPr/>
            <p:nvPr/>
          </p:nvSpPr>
          <p:spPr>
            <a:xfrm>
              <a:off x="1630099" y="1702655"/>
              <a:ext cx="266011" cy="270677"/>
            </a:xfrm>
            <a:custGeom>
              <a:rect b="b" l="l" r="r" t="t"/>
              <a:pathLst>
                <a:path extrusionOk="0" h="5322" w="5230">
                  <a:moveTo>
                    <a:pt x="2125" y="0"/>
                  </a:moveTo>
                  <a:cubicBezTo>
                    <a:pt x="2101" y="0"/>
                    <a:pt x="2075" y="5"/>
                    <a:pt x="2047" y="15"/>
                  </a:cubicBezTo>
                  <a:cubicBezTo>
                    <a:pt x="1651" y="160"/>
                    <a:pt x="1413" y="926"/>
                    <a:pt x="1360" y="1533"/>
                  </a:cubicBezTo>
                  <a:lnTo>
                    <a:pt x="1347" y="1705"/>
                  </a:lnTo>
                  <a:lnTo>
                    <a:pt x="1255" y="1705"/>
                  </a:lnTo>
                  <a:cubicBezTo>
                    <a:pt x="991" y="1732"/>
                    <a:pt x="238" y="1837"/>
                    <a:pt x="132" y="2379"/>
                  </a:cubicBezTo>
                  <a:cubicBezTo>
                    <a:pt x="0" y="3026"/>
                    <a:pt x="1360" y="4637"/>
                    <a:pt x="1360" y="4637"/>
                  </a:cubicBezTo>
                  <a:cubicBezTo>
                    <a:pt x="1360" y="4637"/>
                    <a:pt x="2123" y="5322"/>
                    <a:pt x="2982" y="5322"/>
                  </a:cubicBezTo>
                  <a:cubicBezTo>
                    <a:pt x="3183" y="5322"/>
                    <a:pt x="3389" y="5284"/>
                    <a:pt x="3592" y="5192"/>
                  </a:cubicBezTo>
                  <a:cubicBezTo>
                    <a:pt x="4451" y="4782"/>
                    <a:pt x="4583" y="3554"/>
                    <a:pt x="4596" y="3092"/>
                  </a:cubicBezTo>
                  <a:lnTo>
                    <a:pt x="4596" y="2907"/>
                  </a:lnTo>
                  <a:cubicBezTo>
                    <a:pt x="4636" y="2881"/>
                    <a:pt x="4688" y="2841"/>
                    <a:pt x="4728" y="2814"/>
                  </a:cubicBezTo>
                  <a:cubicBezTo>
                    <a:pt x="4913" y="2656"/>
                    <a:pt x="5230" y="2352"/>
                    <a:pt x="5164" y="2009"/>
                  </a:cubicBezTo>
                  <a:cubicBezTo>
                    <a:pt x="5130" y="1805"/>
                    <a:pt x="4953" y="1747"/>
                    <a:pt x="4761" y="1747"/>
                  </a:cubicBezTo>
                  <a:cubicBezTo>
                    <a:pt x="4506" y="1747"/>
                    <a:pt x="4226" y="1850"/>
                    <a:pt x="4226" y="1850"/>
                  </a:cubicBezTo>
                  <a:cubicBezTo>
                    <a:pt x="4226" y="1850"/>
                    <a:pt x="4332" y="1256"/>
                    <a:pt x="4068" y="1111"/>
                  </a:cubicBezTo>
                  <a:cubicBezTo>
                    <a:pt x="4015" y="1079"/>
                    <a:pt x="3952" y="1066"/>
                    <a:pt x="3887" y="1066"/>
                  </a:cubicBezTo>
                  <a:cubicBezTo>
                    <a:pt x="3623" y="1066"/>
                    <a:pt x="3302" y="1269"/>
                    <a:pt x="3302" y="1269"/>
                  </a:cubicBezTo>
                  <a:cubicBezTo>
                    <a:pt x="3302" y="1269"/>
                    <a:pt x="3539" y="543"/>
                    <a:pt x="3143" y="384"/>
                  </a:cubicBezTo>
                  <a:cubicBezTo>
                    <a:pt x="3077" y="360"/>
                    <a:pt x="3017" y="349"/>
                    <a:pt x="2962" y="349"/>
                  </a:cubicBezTo>
                  <a:cubicBezTo>
                    <a:pt x="2518" y="349"/>
                    <a:pt x="2401" y="1064"/>
                    <a:pt x="2377" y="1111"/>
                  </a:cubicBezTo>
                  <a:cubicBezTo>
                    <a:pt x="2377" y="1049"/>
                    <a:pt x="2482" y="0"/>
                    <a:pt x="2125"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6"/>
            <p:cNvSpPr/>
            <p:nvPr/>
          </p:nvSpPr>
          <p:spPr>
            <a:xfrm>
              <a:off x="1730247" y="1794457"/>
              <a:ext cx="140330" cy="81427"/>
            </a:xfrm>
            <a:custGeom>
              <a:rect b="b" l="l" r="r" t="t"/>
              <a:pathLst>
                <a:path extrusionOk="0" h="1601" w="2759">
                  <a:moveTo>
                    <a:pt x="1011" y="1"/>
                  </a:moveTo>
                  <a:cubicBezTo>
                    <a:pt x="987" y="1"/>
                    <a:pt x="964" y="10"/>
                    <a:pt x="950" y="32"/>
                  </a:cubicBezTo>
                  <a:cubicBezTo>
                    <a:pt x="923" y="59"/>
                    <a:pt x="884" y="111"/>
                    <a:pt x="844" y="191"/>
                  </a:cubicBezTo>
                  <a:cubicBezTo>
                    <a:pt x="738" y="283"/>
                    <a:pt x="633" y="376"/>
                    <a:pt x="527" y="455"/>
                  </a:cubicBezTo>
                  <a:cubicBezTo>
                    <a:pt x="487" y="481"/>
                    <a:pt x="435" y="508"/>
                    <a:pt x="382" y="521"/>
                  </a:cubicBezTo>
                  <a:cubicBezTo>
                    <a:pt x="342" y="521"/>
                    <a:pt x="303" y="508"/>
                    <a:pt x="289" y="468"/>
                  </a:cubicBezTo>
                  <a:cubicBezTo>
                    <a:pt x="223" y="389"/>
                    <a:pt x="197" y="296"/>
                    <a:pt x="184" y="191"/>
                  </a:cubicBezTo>
                  <a:cubicBezTo>
                    <a:pt x="184" y="151"/>
                    <a:pt x="157" y="125"/>
                    <a:pt x="118" y="125"/>
                  </a:cubicBezTo>
                  <a:cubicBezTo>
                    <a:pt x="111" y="123"/>
                    <a:pt x="104" y="122"/>
                    <a:pt x="97" y="122"/>
                  </a:cubicBezTo>
                  <a:cubicBezTo>
                    <a:pt x="49" y="122"/>
                    <a:pt x="1" y="160"/>
                    <a:pt x="12" y="217"/>
                  </a:cubicBezTo>
                  <a:cubicBezTo>
                    <a:pt x="25" y="349"/>
                    <a:pt x="65" y="468"/>
                    <a:pt x="131" y="587"/>
                  </a:cubicBezTo>
                  <a:cubicBezTo>
                    <a:pt x="189" y="656"/>
                    <a:pt x="266" y="695"/>
                    <a:pt x="355" y="695"/>
                  </a:cubicBezTo>
                  <a:cubicBezTo>
                    <a:pt x="368" y="695"/>
                    <a:pt x="382" y="694"/>
                    <a:pt x="395" y="693"/>
                  </a:cubicBezTo>
                  <a:cubicBezTo>
                    <a:pt x="408" y="693"/>
                    <a:pt x="435" y="693"/>
                    <a:pt x="461" y="679"/>
                  </a:cubicBezTo>
                  <a:cubicBezTo>
                    <a:pt x="501" y="666"/>
                    <a:pt x="553" y="640"/>
                    <a:pt x="606" y="613"/>
                  </a:cubicBezTo>
                  <a:lnTo>
                    <a:pt x="606" y="613"/>
                  </a:lnTo>
                  <a:cubicBezTo>
                    <a:pt x="593" y="653"/>
                    <a:pt x="580" y="706"/>
                    <a:pt x="580" y="759"/>
                  </a:cubicBezTo>
                  <a:cubicBezTo>
                    <a:pt x="567" y="798"/>
                    <a:pt x="580" y="838"/>
                    <a:pt x="580" y="877"/>
                  </a:cubicBezTo>
                  <a:cubicBezTo>
                    <a:pt x="606" y="957"/>
                    <a:pt x="672" y="1023"/>
                    <a:pt x="765" y="1036"/>
                  </a:cubicBezTo>
                  <a:cubicBezTo>
                    <a:pt x="797" y="1043"/>
                    <a:pt x="831" y="1047"/>
                    <a:pt x="867" y="1047"/>
                  </a:cubicBezTo>
                  <a:cubicBezTo>
                    <a:pt x="1079" y="1047"/>
                    <a:pt x="1340" y="923"/>
                    <a:pt x="1544" y="798"/>
                  </a:cubicBezTo>
                  <a:lnTo>
                    <a:pt x="1544" y="798"/>
                  </a:lnTo>
                  <a:cubicBezTo>
                    <a:pt x="1452" y="983"/>
                    <a:pt x="1438" y="1194"/>
                    <a:pt x="1478" y="1406"/>
                  </a:cubicBezTo>
                  <a:cubicBezTo>
                    <a:pt x="1504" y="1498"/>
                    <a:pt x="1584" y="1564"/>
                    <a:pt x="1676" y="1591"/>
                  </a:cubicBezTo>
                  <a:cubicBezTo>
                    <a:pt x="1716" y="1597"/>
                    <a:pt x="1759" y="1600"/>
                    <a:pt x="1801" y="1600"/>
                  </a:cubicBezTo>
                  <a:cubicBezTo>
                    <a:pt x="1844" y="1600"/>
                    <a:pt x="1887" y="1597"/>
                    <a:pt x="1927" y="1591"/>
                  </a:cubicBezTo>
                  <a:cubicBezTo>
                    <a:pt x="2165" y="1511"/>
                    <a:pt x="2402" y="1419"/>
                    <a:pt x="2627" y="1287"/>
                  </a:cubicBezTo>
                  <a:lnTo>
                    <a:pt x="2627" y="1102"/>
                  </a:lnTo>
                  <a:cubicBezTo>
                    <a:pt x="2667" y="1076"/>
                    <a:pt x="2719" y="1036"/>
                    <a:pt x="2759" y="1009"/>
                  </a:cubicBezTo>
                  <a:cubicBezTo>
                    <a:pt x="2746" y="1009"/>
                    <a:pt x="2733" y="1009"/>
                    <a:pt x="2719" y="1023"/>
                  </a:cubicBezTo>
                  <a:cubicBezTo>
                    <a:pt x="2453" y="1180"/>
                    <a:pt x="1988" y="1425"/>
                    <a:pt x="1780" y="1425"/>
                  </a:cubicBezTo>
                  <a:cubicBezTo>
                    <a:pt x="1761" y="1425"/>
                    <a:pt x="1743" y="1423"/>
                    <a:pt x="1729" y="1419"/>
                  </a:cubicBezTo>
                  <a:cubicBezTo>
                    <a:pt x="1689" y="1406"/>
                    <a:pt x="1663" y="1379"/>
                    <a:pt x="1650" y="1340"/>
                  </a:cubicBezTo>
                  <a:cubicBezTo>
                    <a:pt x="1597" y="1181"/>
                    <a:pt x="1702" y="785"/>
                    <a:pt x="1874" y="547"/>
                  </a:cubicBezTo>
                  <a:cubicBezTo>
                    <a:pt x="1914" y="521"/>
                    <a:pt x="1914" y="468"/>
                    <a:pt x="1874" y="428"/>
                  </a:cubicBezTo>
                  <a:cubicBezTo>
                    <a:pt x="1861" y="415"/>
                    <a:pt x="1841" y="409"/>
                    <a:pt x="1820" y="409"/>
                  </a:cubicBezTo>
                  <a:cubicBezTo>
                    <a:pt x="1798" y="409"/>
                    <a:pt x="1775" y="415"/>
                    <a:pt x="1755" y="428"/>
                  </a:cubicBezTo>
                  <a:cubicBezTo>
                    <a:pt x="1598" y="562"/>
                    <a:pt x="1163" y="872"/>
                    <a:pt x="888" y="872"/>
                  </a:cubicBezTo>
                  <a:cubicBezTo>
                    <a:pt x="863" y="872"/>
                    <a:pt x="840" y="870"/>
                    <a:pt x="818" y="864"/>
                  </a:cubicBezTo>
                  <a:cubicBezTo>
                    <a:pt x="778" y="851"/>
                    <a:pt x="765" y="838"/>
                    <a:pt x="765" y="825"/>
                  </a:cubicBezTo>
                  <a:cubicBezTo>
                    <a:pt x="752" y="759"/>
                    <a:pt x="765" y="706"/>
                    <a:pt x="791" y="640"/>
                  </a:cubicBezTo>
                  <a:cubicBezTo>
                    <a:pt x="870" y="468"/>
                    <a:pt x="976" y="296"/>
                    <a:pt x="1095" y="151"/>
                  </a:cubicBezTo>
                  <a:cubicBezTo>
                    <a:pt x="1095" y="138"/>
                    <a:pt x="1108" y="111"/>
                    <a:pt x="1108" y="98"/>
                  </a:cubicBezTo>
                  <a:cubicBezTo>
                    <a:pt x="1108" y="72"/>
                    <a:pt x="1095" y="32"/>
                    <a:pt x="1069" y="19"/>
                  </a:cubicBezTo>
                  <a:cubicBezTo>
                    <a:pt x="1051" y="7"/>
                    <a:pt x="1030" y="1"/>
                    <a:pt x="1011"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6"/>
            <p:cNvSpPr/>
            <p:nvPr/>
          </p:nvSpPr>
          <p:spPr>
            <a:xfrm>
              <a:off x="1589765" y="1948309"/>
              <a:ext cx="274810" cy="412780"/>
            </a:xfrm>
            <a:custGeom>
              <a:rect b="b" l="l" r="r" t="t"/>
              <a:pathLst>
                <a:path extrusionOk="0" h="8116" w="5403">
                  <a:moveTo>
                    <a:pt x="2595" y="1"/>
                  </a:moveTo>
                  <a:cubicBezTo>
                    <a:pt x="1985" y="1"/>
                    <a:pt x="1514" y="21"/>
                    <a:pt x="1519" y="84"/>
                  </a:cubicBezTo>
                  <a:cubicBezTo>
                    <a:pt x="1533" y="256"/>
                    <a:pt x="1533" y="441"/>
                    <a:pt x="1519" y="613"/>
                  </a:cubicBezTo>
                  <a:cubicBezTo>
                    <a:pt x="1453" y="1339"/>
                    <a:pt x="1097" y="2026"/>
                    <a:pt x="793" y="2673"/>
                  </a:cubicBezTo>
                  <a:cubicBezTo>
                    <a:pt x="397" y="3492"/>
                    <a:pt x="1" y="5697"/>
                    <a:pt x="225" y="6582"/>
                  </a:cubicBezTo>
                  <a:cubicBezTo>
                    <a:pt x="433" y="7393"/>
                    <a:pt x="1353" y="8116"/>
                    <a:pt x="2218" y="8116"/>
                  </a:cubicBezTo>
                  <a:cubicBezTo>
                    <a:pt x="2507" y="8116"/>
                    <a:pt x="2790" y="8035"/>
                    <a:pt x="3038" y="7850"/>
                  </a:cubicBezTo>
                  <a:cubicBezTo>
                    <a:pt x="4121" y="7031"/>
                    <a:pt x="4927" y="4627"/>
                    <a:pt x="5191" y="3267"/>
                  </a:cubicBezTo>
                  <a:cubicBezTo>
                    <a:pt x="5389" y="2211"/>
                    <a:pt x="5402" y="1114"/>
                    <a:pt x="5257" y="58"/>
                  </a:cubicBezTo>
                  <a:cubicBezTo>
                    <a:pt x="5058" y="58"/>
                    <a:pt x="3627" y="1"/>
                    <a:pt x="2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6"/>
            <p:cNvSpPr/>
            <p:nvPr/>
          </p:nvSpPr>
          <p:spPr>
            <a:xfrm>
              <a:off x="1661633" y="2031668"/>
              <a:ext cx="206960" cy="15004"/>
            </a:xfrm>
            <a:custGeom>
              <a:rect b="b" l="l" r="r" t="t"/>
              <a:pathLst>
                <a:path extrusionOk="0" h="295" w="4069">
                  <a:moveTo>
                    <a:pt x="2048" y="1"/>
                  </a:moveTo>
                  <a:cubicBezTo>
                    <a:pt x="1037" y="1"/>
                    <a:pt x="122" y="43"/>
                    <a:pt x="106" y="43"/>
                  </a:cubicBezTo>
                  <a:cubicBezTo>
                    <a:pt x="40" y="57"/>
                    <a:pt x="1" y="96"/>
                    <a:pt x="1" y="162"/>
                  </a:cubicBezTo>
                  <a:cubicBezTo>
                    <a:pt x="14" y="215"/>
                    <a:pt x="54" y="268"/>
                    <a:pt x="120" y="268"/>
                  </a:cubicBezTo>
                  <a:cubicBezTo>
                    <a:pt x="136" y="268"/>
                    <a:pt x="1122" y="216"/>
                    <a:pt x="2173" y="216"/>
                  </a:cubicBezTo>
                  <a:cubicBezTo>
                    <a:pt x="2803" y="216"/>
                    <a:pt x="3456" y="235"/>
                    <a:pt x="3936" y="294"/>
                  </a:cubicBezTo>
                  <a:cubicBezTo>
                    <a:pt x="3976" y="294"/>
                    <a:pt x="4002" y="294"/>
                    <a:pt x="4029" y="268"/>
                  </a:cubicBezTo>
                  <a:cubicBezTo>
                    <a:pt x="4042" y="255"/>
                    <a:pt x="4055" y="228"/>
                    <a:pt x="4055" y="202"/>
                  </a:cubicBezTo>
                  <a:cubicBezTo>
                    <a:pt x="4068" y="149"/>
                    <a:pt x="4029" y="96"/>
                    <a:pt x="3963" y="83"/>
                  </a:cubicBezTo>
                  <a:cubicBezTo>
                    <a:pt x="3440" y="20"/>
                    <a:pt x="2722" y="1"/>
                    <a:pt x="20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6"/>
            <p:cNvSpPr/>
            <p:nvPr/>
          </p:nvSpPr>
          <p:spPr>
            <a:xfrm>
              <a:off x="979160" y="4242349"/>
              <a:ext cx="115610" cy="142408"/>
            </a:xfrm>
            <a:custGeom>
              <a:rect b="b" l="l" r="r" t="t"/>
              <a:pathLst>
                <a:path extrusionOk="0" h="2800" w="2273">
                  <a:moveTo>
                    <a:pt x="1057" y="0"/>
                  </a:moveTo>
                  <a:lnTo>
                    <a:pt x="1" y="885"/>
                  </a:lnTo>
                  <a:lnTo>
                    <a:pt x="1216" y="2800"/>
                  </a:lnTo>
                  <a:lnTo>
                    <a:pt x="2272" y="1915"/>
                  </a:lnTo>
                  <a:lnTo>
                    <a:pt x="1057"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6"/>
            <p:cNvSpPr/>
            <p:nvPr/>
          </p:nvSpPr>
          <p:spPr>
            <a:xfrm>
              <a:off x="809890" y="4270780"/>
              <a:ext cx="273437" cy="445788"/>
            </a:xfrm>
            <a:custGeom>
              <a:rect b="b" l="l" r="r" t="t"/>
              <a:pathLst>
                <a:path extrusionOk="0" h="8765" w="5376">
                  <a:moveTo>
                    <a:pt x="3381" y="0"/>
                  </a:moveTo>
                  <a:cubicBezTo>
                    <a:pt x="3297" y="0"/>
                    <a:pt x="3196" y="28"/>
                    <a:pt x="3078" y="102"/>
                  </a:cubicBezTo>
                  <a:cubicBezTo>
                    <a:pt x="2999" y="154"/>
                    <a:pt x="2906" y="194"/>
                    <a:pt x="2827" y="234"/>
                  </a:cubicBezTo>
                  <a:lnTo>
                    <a:pt x="2616" y="339"/>
                  </a:lnTo>
                  <a:cubicBezTo>
                    <a:pt x="1955" y="630"/>
                    <a:pt x="899" y="1026"/>
                    <a:pt x="331" y="1449"/>
                  </a:cubicBezTo>
                  <a:cubicBezTo>
                    <a:pt x="199" y="1541"/>
                    <a:pt x="93" y="1647"/>
                    <a:pt x="1" y="1792"/>
                  </a:cubicBezTo>
                  <a:lnTo>
                    <a:pt x="4438" y="8765"/>
                  </a:lnTo>
                  <a:cubicBezTo>
                    <a:pt x="4597" y="8752"/>
                    <a:pt x="4755" y="8686"/>
                    <a:pt x="4861" y="8567"/>
                  </a:cubicBezTo>
                  <a:cubicBezTo>
                    <a:pt x="5125" y="8316"/>
                    <a:pt x="5376" y="7748"/>
                    <a:pt x="5138" y="6441"/>
                  </a:cubicBezTo>
                  <a:cubicBezTo>
                    <a:pt x="4966" y="5424"/>
                    <a:pt x="4689" y="4262"/>
                    <a:pt x="4848" y="3403"/>
                  </a:cubicBezTo>
                  <a:cubicBezTo>
                    <a:pt x="4993" y="2545"/>
                    <a:pt x="5006" y="2254"/>
                    <a:pt x="5006" y="2254"/>
                  </a:cubicBezTo>
                  <a:cubicBezTo>
                    <a:pt x="5059" y="1567"/>
                    <a:pt x="3514" y="1422"/>
                    <a:pt x="3751" y="273"/>
                  </a:cubicBezTo>
                  <a:cubicBezTo>
                    <a:pt x="3751" y="273"/>
                    <a:pt x="3645" y="0"/>
                    <a:pt x="33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6"/>
            <p:cNvSpPr/>
            <p:nvPr/>
          </p:nvSpPr>
          <p:spPr>
            <a:xfrm>
              <a:off x="809890" y="4344425"/>
              <a:ext cx="247243" cy="372143"/>
            </a:xfrm>
            <a:custGeom>
              <a:rect b="b" l="l" r="r" t="t"/>
              <a:pathLst>
                <a:path extrusionOk="0" h="7317" w="4861">
                  <a:moveTo>
                    <a:pt x="331" y="1"/>
                  </a:moveTo>
                  <a:cubicBezTo>
                    <a:pt x="199" y="93"/>
                    <a:pt x="93" y="199"/>
                    <a:pt x="1" y="344"/>
                  </a:cubicBezTo>
                  <a:lnTo>
                    <a:pt x="4438" y="7317"/>
                  </a:lnTo>
                  <a:cubicBezTo>
                    <a:pt x="4597" y="7304"/>
                    <a:pt x="4755" y="7238"/>
                    <a:pt x="4861" y="7132"/>
                  </a:cubicBezTo>
                  <a:lnTo>
                    <a:pt x="3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6"/>
            <p:cNvSpPr/>
            <p:nvPr/>
          </p:nvSpPr>
          <p:spPr>
            <a:xfrm>
              <a:off x="826725" y="4283291"/>
              <a:ext cx="127004" cy="115096"/>
            </a:xfrm>
            <a:custGeom>
              <a:rect b="b" l="l" r="r" t="t"/>
              <a:pathLst>
                <a:path extrusionOk="0" h="2263" w="2497">
                  <a:moveTo>
                    <a:pt x="2496" y="1"/>
                  </a:moveTo>
                  <a:lnTo>
                    <a:pt x="2285" y="93"/>
                  </a:lnTo>
                  <a:cubicBezTo>
                    <a:pt x="2219" y="740"/>
                    <a:pt x="1875" y="1321"/>
                    <a:pt x="1360" y="1718"/>
                  </a:cubicBezTo>
                  <a:cubicBezTo>
                    <a:pt x="1036" y="1945"/>
                    <a:pt x="649" y="2066"/>
                    <a:pt x="259" y="2066"/>
                  </a:cubicBezTo>
                  <a:cubicBezTo>
                    <a:pt x="172" y="2066"/>
                    <a:pt x="86" y="2060"/>
                    <a:pt x="0" y="2048"/>
                  </a:cubicBezTo>
                  <a:lnTo>
                    <a:pt x="0" y="2048"/>
                  </a:lnTo>
                  <a:lnTo>
                    <a:pt x="132" y="2259"/>
                  </a:lnTo>
                  <a:cubicBezTo>
                    <a:pt x="172" y="2261"/>
                    <a:pt x="212" y="2262"/>
                    <a:pt x="251" y="2262"/>
                  </a:cubicBezTo>
                  <a:cubicBezTo>
                    <a:pt x="686" y="2262"/>
                    <a:pt x="1115" y="2130"/>
                    <a:pt x="1466" y="1876"/>
                  </a:cubicBezTo>
                  <a:cubicBezTo>
                    <a:pt x="2073" y="1427"/>
                    <a:pt x="2443" y="740"/>
                    <a:pt x="2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6"/>
            <p:cNvSpPr/>
            <p:nvPr/>
          </p:nvSpPr>
          <p:spPr>
            <a:xfrm>
              <a:off x="958358" y="2563816"/>
              <a:ext cx="681151" cy="402709"/>
            </a:xfrm>
            <a:custGeom>
              <a:rect b="b" l="l" r="r" t="t"/>
              <a:pathLst>
                <a:path extrusionOk="0" h="7918" w="13392">
                  <a:moveTo>
                    <a:pt x="11424" y="0"/>
                  </a:moveTo>
                  <a:lnTo>
                    <a:pt x="317" y="2325"/>
                  </a:lnTo>
                  <a:cubicBezTo>
                    <a:pt x="317" y="2325"/>
                    <a:pt x="0" y="5336"/>
                    <a:pt x="687" y="7000"/>
                  </a:cubicBezTo>
                  <a:cubicBezTo>
                    <a:pt x="953" y="7648"/>
                    <a:pt x="2436" y="7917"/>
                    <a:pt x="4286" y="7917"/>
                  </a:cubicBezTo>
                  <a:cubicBezTo>
                    <a:pt x="7225" y="7917"/>
                    <a:pt x="11090" y="7237"/>
                    <a:pt x="12467" y="6313"/>
                  </a:cubicBezTo>
                  <a:cubicBezTo>
                    <a:pt x="13392" y="5692"/>
                    <a:pt x="11424" y="0"/>
                    <a:pt x="11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6"/>
            <p:cNvSpPr/>
            <p:nvPr/>
          </p:nvSpPr>
          <p:spPr>
            <a:xfrm>
              <a:off x="979872" y="2708767"/>
              <a:ext cx="166320" cy="178824"/>
            </a:xfrm>
            <a:custGeom>
              <a:rect b="b" l="l" r="r" t="t"/>
              <a:pathLst>
                <a:path extrusionOk="0" h="3516" w="3270">
                  <a:moveTo>
                    <a:pt x="3146" y="1"/>
                  </a:moveTo>
                  <a:cubicBezTo>
                    <a:pt x="3100" y="1"/>
                    <a:pt x="3055" y="26"/>
                    <a:pt x="3038" y="82"/>
                  </a:cubicBezTo>
                  <a:cubicBezTo>
                    <a:pt x="2906" y="663"/>
                    <a:pt x="2694" y="1218"/>
                    <a:pt x="2404" y="1733"/>
                  </a:cubicBezTo>
                  <a:cubicBezTo>
                    <a:pt x="2153" y="2195"/>
                    <a:pt x="1783" y="2604"/>
                    <a:pt x="1347" y="2895"/>
                  </a:cubicBezTo>
                  <a:cubicBezTo>
                    <a:pt x="938" y="3159"/>
                    <a:pt x="476" y="3291"/>
                    <a:pt x="0" y="3291"/>
                  </a:cubicBezTo>
                  <a:cubicBezTo>
                    <a:pt x="0" y="3357"/>
                    <a:pt x="13" y="3437"/>
                    <a:pt x="13" y="3516"/>
                  </a:cubicBezTo>
                  <a:cubicBezTo>
                    <a:pt x="528" y="3516"/>
                    <a:pt x="1030" y="3370"/>
                    <a:pt x="1466" y="3093"/>
                  </a:cubicBezTo>
                  <a:cubicBezTo>
                    <a:pt x="1955" y="2763"/>
                    <a:pt x="2351" y="2314"/>
                    <a:pt x="2628" y="1799"/>
                  </a:cubicBezTo>
                  <a:cubicBezTo>
                    <a:pt x="2932" y="1271"/>
                    <a:pt x="3143" y="703"/>
                    <a:pt x="3262" y="122"/>
                  </a:cubicBezTo>
                  <a:cubicBezTo>
                    <a:pt x="3270" y="46"/>
                    <a:pt x="3208" y="1"/>
                    <a:pt x="3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6"/>
            <p:cNvSpPr/>
            <p:nvPr/>
          </p:nvSpPr>
          <p:spPr>
            <a:xfrm>
              <a:off x="894525" y="1620770"/>
              <a:ext cx="714109" cy="1177155"/>
            </a:xfrm>
            <a:custGeom>
              <a:rect b="b" l="l" r="r" t="t"/>
              <a:pathLst>
                <a:path extrusionOk="0" h="23145" w="14040">
                  <a:moveTo>
                    <a:pt x="5402" y="0"/>
                  </a:moveTo>
                  <a:cubicBezTo>
                    <a:pt x="5165" y="185"/>
                    <a:pt x="4914" y="330"/>
                    <a:pt x="4636" y="463"/>
                  </a:cubicBezTo>
                  <a:lnTo>
                    <a:pt x="4504" y="542"/>
                  </a:lnTo>
                  <a:cubicBezTo>
                    <a:pt x="3976" y="779"/>
                    <a:pt x="3421" y="951"/>
                    <a:pt x="2853" y="1030"/>
                  </a:cubicBezTo>
                  <a:cubicBezTo>
                    <a:pt x="1348" y="1268"/>
                    <a:pt x="490" y="2866"/>
                    <a:pt x="318" y="5455"/>
                  </a:cubicBezTo>
                  <a:cubicBezTo>
                    <a:pt x="239" y="6762"/>
                    <a:pt x="146" y="7990"/>
                    <a:pt x="93" y="9179"/>
                  </a:cubicBezTo>
                  <a:lnTo>
                    <a:pt x="80" y="9417"/>
                  </a:lnTo>
                  <a:cubicBezTo>
                    <a:pt x="1" y="10803"/>
                    <a:pt x="1" y="12203"/>
                    <a:pt x="80" y="13603"/>
                  </a:cubicBezTo>
                  <a:cubicBezTo>
                    <a:pt x="107" y="13894"/>
                    <a:pt x="120" y="14171"/>
                    <a:pt x="159" y="14461"/>
                  </a:cubicBezTo>
                  <a:cubicBezTo>
                    <a:pt x="305" y="15888"/>
                    <a:pt x="833" y="20655"/>
                    <a:pt x="1322" y="22002"/>
                  </a:cubicBezTo>
                  <a:cubicBezTo>
                    <a:pt x="2965" y="22802"/>
                    <a:pt x="4785" y="23145"/>
                    <a:pt x="6552" y="23145"/>
                  </a:cubicBezTo>
                  <a:cubicBezTo>
                    <a:pt x="9598" y="23145"/>
                    <a:pt x="12485" y="22127"/>
                    <a:pt x="14039" y="20682"/>
                  </a:cubicBezTo>
                  <a:cubicBezTo>
                    <a:pt x="13524" y="18674"/>
                    <a:pt x="12930" y="15042"/>
                    <a:pt x="12692" y="13484"/>
                  </a:cubicBezTo>
                  <a:cubicBezTo>
                    <a:pt x="12653" y="13194"/>
                    <a:pt x="12613" y="12903"/>
                    <a:pt x="12587" y="12626"/>
                  </a:cubicBezTo>
                  <a:cubicBezTo>
                    <a:pt x="12547" y="12362"/>
                    <a:pt x="12521" y="12097"/>
                    <a:pt x="12494" y="11847"/>
                  </a:cubicBezTo>
                  <a:cubicBezTo>
                    <a:pt x="12468" y="11556"/>
                    <a:pt x="12441" y="11292"/>
                    <a:pt x="12415" y="10988"/>
                  </a:cubicBezTo>
                  <a:cubicBezTo>
                    <a:pt x="12402" y="10698"/>
                    <a:pt x="12375" y="10420"/>
                    <a:pt x="12362" y="10130"/>
                  </a:cubicBezTo>
                  <a:cubicBezTo>
                    <a:pt x="12349" y="9839"/>
                    <a:pt x="12336" y="9549"/>
                    <a:pt x="12336" y="9271"/>
                  </a:cubicBezTo>
                  <a:cubicBezTo>
                    <a:pt x="12270" y="5521"/>
                    <a:pt x="12956" y="3672"/>
                    <a:pt x="12772" y="2774"/>
                  </a:cubicBezTo>
                  <a:cubicBezTo>
                    <a:pt x="12494" y="1334"/>
                    <a:pt x="11108" y="1440"/>
                    <a:pt x="9919" y="925"/>
                  </a:cubicBezTo>
                  <a:lnTo>
                    <a:pt x="9787" y="872"/>
                  </a:lnTo>
                  <a:cubicBezTo>
                    <a:pt x="9364" y="674"/>
                    <a:pt x="9008" y="383"/>
                    <a:pt x="8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6"/>
            <p:cNvSpPr/>
            <p:nvPr/>
          </p:nvSpPr>
          <p:spPr>
            <a:xfrm>
              <a:off x="637263" y="1686583"/>
              <a:ext cx="449421" cy="1165050"/>
            </a:xfrm>
            <a:custGeom>
              <a:rect b="b" l="l" r="r" t="t"/>
              <a:pathLst>
                <a:path extrusionOk="0" h="22907" w="8836">
                  <a:moveTo>
                    <a:pt x="7243" y="0"/>
                  </a:moveTo>
                  <a:cubicBezTo>
                    <a:pt x="6517" y="0"/>
                    <a:pt x="5846" y="407"/>
                    <a:pt x="5508" y="1044"/>
                  </a:cubicBezTo>
                  <a:lnTo>
                    <a:pt x="5191" y="1638"/>
                  </a:lnTo>
                  <a:lnTo>
                    <a:pt x="4887" y="2219"/>
                  </a:lnTo>
                  <a:cubicBezTo>
                    <a:pt x="4689" y="2615"/>
                    <a:pt x="4478" y="2998"/>
                    <a:pt x="4280" y="3395"/>
                  </a:cubicBezTo>
                  <a:lnTo>
                    <a:pt x="3685" y="4583"/>
                  </a:lnTo>
                  <a:lnTo>
                    <a:pt x="3117" y="5772"/>
                  </a:lnTo>
                  <a:cubicBezTo>
                    <a:pt x="2735" y="6564"/>
                    <a:pt x="2352" y="7370"/>
                    <a:pt x="1982" y="8175"/>
                  </a:cubicBezTo>
                  <a:cubicBezTo>
                    <a:pt x="1625" y="8981"/>
                    <a:pt x="1269" y="9800"/>
                    <a:pt x="925" y="10645"/>
                  </a:cubicBezTo>
                  <a:cubicBezTo>
                    <a:pt x="767" y="11068"/>
                    <a:pt x="595" y="11503"/>
                    <a:pt x="437" y="11952"/>
                  </a:cubicBezTo>
                  <a:cubicBezTo>
                    <a:pt x="357" y="12177"/>
                    <a:pt x="278" y="12415"/>
                    <a:pt x="199" y="12666"/>
                  </a:cubicBezTo>
                  <a:cubicBezTo>
                    <a:pt x="172" y="12784"/>
                    <a:pt x="133" y="12916"/>
                    <a:pt x="93" y="13049"/>
                  </a:cubicBezTo>
                  <a:cubicBezTo>
                    <a:pt x="80" y="13115"/>
                    <a:pt x="67" y="13194"/>
                    <a:pt x="40" y="13260"/>
                  </a:cubicBezTo>
                  <a:lnTo>
                    <a:pt x="27" y="13379"/>
                  </a:lnTo>
                  <a:lnTo>
                    <a:pt x="14" y="13432"/>
                  </a:lnTo>
                  <a:lnTo>
                    <a:pt x="14" y="13445"/>
                  </a:lnTo>
                  <a:lnTo>
                    <a:pt x="14" y="13484"/>
                  </a:lnTo>
                  <a:lnTo>
                    <a:pt x="1" y="13524"/>
                  </a:lnTo>
                  <a:lnTo>
                    <a:pt x="1" y="13577"/>
                  </a:lnTo>
                  <a:lnTo>
                    <a:pt x="1" y="13616"/>
                  </a:lnTo>
                  <a:lnTo>
                    <a:pt x="1" y="13682"/>
                  </a:lnTo>
                  <a:lnTo>
                    <a:pt x="1" y="13748"/>
                  </a:lnTo>
                  <a:lnTo>
                    <a:pt x="1" y="13788"/>
                  </a:lnTo>
                  <a:lnTo>
                    <a:pt x="1" y="13947"/>
                  </a:lnTo>
                  <a:lnTo>
                    <a:pt x="1" y="14013"/>
                  </a:lnTo>
                  <a:cubicBezTo>
                    <a:pt x="1" y="14092"/>
                    <a:pt x="14" y="14145"/>
                    <a:pt x="14" y="14198"/>
                  </a:cubicBezTo>
                  <a:cubicBezTo>
                    <a:pt x="27" y="14290"/>
                    <a:pt x="40" y="14382"/>
                    <a:pt x="54" y="14448"/>
                  </a:cubicBezTo>
                  <a:cubicBezTo>
                    <a:pt x="93" y="14607"/>
                    <a:pt x="120" y="14739"/>
                    <a:pt x="146" y="14858"/>
                  </a:cubicBezTo>
                  <a:cubicBezTo>
                    <a:pt x="199" y="15109"/>
                    <a:pt x="265" y="15333"/>
                    <a:pt x="318" y="15558"/>
                  </a:cubicBezTo>
                  <a:cubicBezTo>
                    <a:pt x="437" y="16007"/>
                    <a:pt x="569" y="16429"/>
                    <a:pt x="701" y="16852"/>
                  </a:cubicBezTo>
                  <a:cubicBezTo>
                    <a:pt x="965" y="17710"/>
                    <a:pt x="1242" y="18542"/>
                    <a:pt x="1520" y="19388"/>
                  </a:cubicBezTo>
                  <a:lnTo>
                    <a:pt x="1942" y="20629"/>
                  </a:lnTo>
                  <a:cubicBezTo>
                    <a:pt x="2087" y="21052"/>
                    <a:pt x="2233" y="21461"/>
                    <a:pt x="2378" y="21884"/>
                  </a:cubicBezTo>
                  <a:cubicBezTo>
                    <a:pt x="2612" y="22511"/>
                    <a:pt x="3213" y="22907"/>
                    <a:pt x="3859" y="22907"/>
                  </a:cubicBezTo>
                  <a:cubicBezTo>
                    <a:pt x="4016" y="22907"/>
                    <a:pt x="4175" y="22884"/>
                    <a:pt x="4333" y="22835"/>
                  </a:cubicBezTo>
                  <a:cubicBezTo>
                    <a:pt x="5125" y="22584"/>
                    <a:pt x="5587" y="21752"/>
                    <a:pt x="5376" y="20933"/>
                  </a:cubicBezTo>
                  <a:lnTo>
                    <a:pt x="5046" y="19678"/>
                  </a:lnTo>
                  <a:lnTo>
                    <a:pt x="4715" y="18424"/>
                  </a:lnTo>
                  <a:cubicBezTo>
                    <a:pt x="4491" y="17592"/>
                    <a:pt x="4266" y="16760"/>
                    <a:pt x="4055" y="15928"/>
                  </a:cubicBezTo>
                  <a:cubicBezTo>
                    <a:pt x="3963" y="15518"/>
                    <a:pt x="3857" y="15109"/>
                    <a:pt x="3778" y="14699"/>
                  </a:cubicBezTo>
                  <a:cubicBezTo>
                    <a:pt x="3725" y="14501"/>
                    <a:pt x="3685" y="14303"/>
                    <a:pt x="3659" y="14131"/>
                  </a:cubicBezTo>
                  <a:cubicBezTo>
                    <a:pt x="3659" y="14092"/>
                    <a:pt x="3646" y="14052"/>
                    <a:pt x="3633" y="14013"/>
                  </a:cubicBezTo>
                  <a:lnTo>
                    <a:pt x="3633" y="13999"/>
                  </a:lnTo>
                  <a:cubicBezTo>
                    <a:pt x="3659" y="13933"/>
                    <a:pt x="3685" y="13841"/>
                    <a:pt x="3725" y="13762"/>
                  </a:cubicBezTo>
                  <a:cubicBezTo>
                    <a:pt x="3778" y="13603"/>
                    <a:pt x="3844" y="13418"/>
                    <a:pt x="3910" y="13233"/>
                  </a:cubicBezTo>
                  <a:cubicBezTo>
                    <a:pt x="4055" y="12864"/>
                    <a:pt x="4227" y="12494"/>
                    <a:pt x="4399" y="12111"/>
                  </a:cubicBezTo>
                  <a:cubicBezTo>
                    <a:pt x="4729" y="11345"/>
                    <a:pt x="5098" y="10579"/>
                    <a:pt x="5481" y="9813"/>
                  </a:cubicBezTo>
                  <a:cubicBezTo>
                    <a:pt x="5864" y="9047"/>
                    <a:pt x="6247" y="8281"/>
                    <a:pt x="6630" y="7515"/>
                  </a:cubicBezTo>
                  <a:lnTo>
                    <a:pt x="7225" y="6353"/>
                  </a:lnTo>
                  <a:lnTo>
                    <a:pt x="7819" y="5204"/>
                  </a:lnTo>
                  <a:lnTo>
                    <a:pt x="8427" y="4042"/>
                  </a:lnTo>
                  <a:lnTo>
                    <a:pt x="8836" y="3263"/>
                  </a:lnTo>
                  <a:cubicBezTo>
                    <a:pt x="8519" y="2087"/>
                    <a:pt x="7991" y="978"/>
                    <a:pt x="7278" y="1"/>
                  </a:cubicBezTo>
                  <a:cubicBezTo>
                    <a:pt x="7266" y="0"/>
                    <a:pt x="7254" y="0"/>
                    <a:pt x="7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6"/>
            <p:cNvSpPr/>
            <p:nvPr/>
          </p:nvSpPr>
          <p:spPr>
            <a:xfrm>
              <a:off x="766911" y="2726060"/>
              <a:ext cx="31738" cy="26345"/>
            </a:xfrm>
            <a:custGeom>
              <a:rect b="b" l="l" r="r" t="t"/>
              <a:pathLst>
                <a:path extrusionOk="0" h="518" w="624">
                  <a:moveTo>
                    <a:pt x="324" y="1"/>
                  </a:moveTo>
                  <a:cubicBezTo>
                    <a:pt x="283" y="1"/>
                    <a:pt x="240" y="11"/>
                    <a:pt x="199" y="33"/>
                  </a:cubicBezTo>
                  <a:cubicBezTo>
                    <a:pt x="1" y="151"/>
                    <a:pt x="53" y="455"/>
                    <a:pt x="265" y="508"/>
                  </a:cubicBezTo>
                  <a:cubicBezTo>
                    <a:pt x="288" y="514"/>
                    <a:pt x="311" y="517"/>
                    <a:pt x="333" y="517"/>
                  </a:cubicBezTo>
                  <a:cubicBezTo>
                    <a:pt x="450" y="517"/>
                    <a:pt x="548" y="434"/>
                    <a:pt x="582" y="323"/>
                  </a:cubicBezTo>
                  <a:cubicBezTo>
                    <a:pt x="624" y="145"/>
                    <a:pt x="483" y="1"/>
                    <a:pt x="3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6"/>
            <p:cNvSpPr/>
            <p:nvPr/>
          </p:nvSpPr>
          <p:spPr>
            <a:xfrm>
              <a:off x="725967" y="2645904"/>
              <a:ext cx="158538" cy="72628"/>
            </a:xfrm>
            <a:custGeom>
              <a:rect b="b" l="l" r="r" t="t"/>
              <a:pathLst>
                <a:path extrusionOk="0" h="1428" w="3117">
                  <a:moveTo>
                    <a:pt x="3013" y="1"/>
                  </a:moveTo>
                  <a:cubicBezTo>
                    <a:pt x="3001" y="1"/>
                    <a:pt x="2991" y="4"/>
                    <a:pt x="2985" y="11"/>
                  </a:cubicBezTo>
                  <a:cubicBezTo>
                    <a:pt x="2034" y="552"/>
                    <a:pt x="92" y="1239"/>
                    <a:pt x="79" y="1252"/>
                  </a:cubicBezTo>
                  <a:cubicBezTo>
                    <a:pt x="26" y="1265"/>
                    <a:pt x="0" y="1318"/>
                    <a:pt x="13" y="1358"/>
                  </a:cubicBezTo>
                  <a:cubicBezTo>
                    <a:pt x="24" y="1401"/>
                    <a:pt x="62" y="1427"/>
                    <a:pt x="98" y="1427"/>
                  </a:cubicBezTo>
                  <a:cubicBezTo>
                    <a:pt x="105" y="1427"/>
                    <a:pt x="112" y="1426"/>
                    <a:pt x="119" y="1424"/>
                  </a:cubicBezTo>
                  <a:cubicBezTo>
                    <a:pt x="145" y="1424"/>
                    <a:pt x="2100" y="724"/>
                    <a:pt x="3051" y="169"/>
                  </a:cubicBezTo>
                  <a:cubicBezTo>
                    <a:pt x="3090" y="143"/>
                    <a:pt x="3117" y="90"/>
                    <a:pt x="3090" y="50"/>
                  </a:cubicBezTo>
                  <a:cubicBezTo>
                    <a:pt x="3090" y="24"/>
                    <a:pt x="3064" y="11"/>
                    <a:pt x="3051" y="11"/>
                  </a:cubicBezTo>
                  <a:cubicBezTo>
                    <a:pt x="3038" y="4"/>
                    <a:pt x="3024" y="1"/>
                    <a:pt x="30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6"/>
            <p:cNvSpPr/>
            <p:nvPr/>
          </p:nvSpPr>
          <p:spPr>
            <a:xfrm>
              <a:off x="832931" y="2666248"/>
              <a:ext cx="38350" cy="77765"/>
            </a:xfrm>
            <a:custGeom>
              <a:rect b="b" l="l" r="r" t="t"/>
              <a:pathLst>
                <a:path extrusionOk="0" h="1529" w="754">
                  <a:moveTo>
                    <a:pt x="107" y="1"/>
                  </a:moveTo>
                  <a:cubicBezTo>
                    <a:pt x="45" y="1"/>
                    <a:pt x="1" y="59"/>
                    <a:pt x="23" y="126"/>
                  </a:cubicBezTo>
                  <a:lnTo>
                    <a:pt x="538" y="1473"/>
                  </a:lnTo>
                  <a:cubicBezTo>
                    <a:pt x="543" y="1513"/>
                    <a:pt x="571" y="1529"/>
                    <a:pt x="605" y="1529"/>
                  </a:cubicBezTo>
                  <a:cubicBezTo>
                    <a:pt x="670" y="1529"/>
                    <a:pt x="754" y="1468"/>
                    <a:pt x="710" y="1407"/>
                  </a:cubicBezTo>
                  <a:lnTo>
                    <a:pt x="195" y="60"/>
                  </a:lnTo>
                  <a:cubicBezTo>
                    <a:pt x="182" y="33"/>
                    <a:pt x="169" y="20"/>
                    <a:pt x="142" y="7"/>
                  </a:cubicBezTo>
                  <a:cubicBezTo>
                    <a:pt x="130" y="3"/>
                    <a:pt x="118"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6"/>
            <p:cNvSpPr/>
            <p:nvPr/>
          </p:nvSpPr>
          <p:spPr>
            <a:xfrm>
              <a:off x="908665" y="1954513"/>
              <a:ext cx="136668" cy="239500"/>
            </a:xfrm>
            <a:custGeom>
              <a:rect b="b" l="l" r="r" t="t"/>
              <a:pathLst>
                <a:path extrusionOk="0" h="4709" w="2687">
                  <a:moveTo>
                    <a:pt x="2570" y="1"/>
                  </a:moveTo>
                  <a:cubicBezTo>
                    <a:pt x="2543" y="1"/>
                    <a:pt x="2517" y="13"/>
                    <a:pt x="2496" y="42"/>
                  </a:cubicBezTo>
                  <a:lnTo>
                    <a:pt x="27" y="4571"/>
                  </a:lnTo>
                  <a:cubicBezTo>
                    <a:pt x="0" y="4611"/>
                    <a:pt x="13" y="4677"/>
                    <a:pt x="66" y="4703"/>
                  </a:cubicBezTo>
                  <a:lnTo>
                    <a:pt x="79" y="4703"/>
                  </a:lnTo>
                  <a:cubicBezTo>
                    <a:pt x="89" y="4707"/>
                    <a:pt x="99" y="4708"/>
                    <a:pt x="109" y="4708"/>
                  </a:cubicBezTo>
                  <a:cubicBezTo>
                    <a:pt x="138" y="4708"/>
                    <a:pt x="165" y="4694"/>
                    <a:pt x="185" y="4664"/>
                  </a:cubicBezTo>
                  <a:lnTo>
                    <a:pt x="2668" y="134"/>
                  </a:lnTo>
                  <a:cubicBezTo>
                    <a:pt x="2686" y="61"/>
                    <a:pt x="2629" y="1"/>
                    <a:pt x="2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6"/>
            <p:cNvSpPr/>
            <p:nvPr/>
          </p:nvSpPr>
          <p:spPr>
            <a:xfrm>
              <a:off x="736038" y="2375736"/>
              <a:ext cx="82652" cy="25837"/>
            </a:xfrm>
            <a:custGeom>
              <a:rect b="b" l="l" r="r" t="t"/>
              <a:pathLst>
                <a:path extrusionOk="0" h="508" w="1625">
                  <a:moveTo>
                    <a:pt x="106" y="0"/>
                  </a:moveTo>
                  <a:cubicBezTo>
                    <a:pt x="53" y="0"/>
                    <a:pt x="13" y="27"/>
                    <a:pt x="0" y="80"/>
                  </a:cubicBezTo>
                  <a:cubicBezTo>
                    <a:pt x="0" y="132"/>
                    <a:pt x="27" y="185"/>
                    <a:pt x="79" y="198"/>
                  </a:cubicBezTo>
                  <a:cubicBezTo>
                    <a:pt x="93" y="198"/>
                    <a:pt x="1175" y="370"/>
                    <a:pt x="1479" y="502"/>
                  </a:cubicBezTo>
                  <a:cubicBezTo>
                    <a:pt x="1492" y="505"/>
                    <a:pt x="1504" y="507"/>
                    <a:pt x="1516" y="507"/>
                  </a:cubicBezTo>
                  <a:cubicBezTo>
                    <a:pt x="1556" y="507"/>
                    <a:pt x="1591" y="490"/>
                    <a:pt x="1611" y="449"/>
                  </a:cubicBezTo>
                  <a:cubicBezTo>
                    <a:pt x="1625" y="397"/>
                    <a:pt x="1611" y="344"/>
                    <a:pt x="1558" y="317"/>
                  </a:cubicBezTo>
                  <a:cubicBezTo>
                    <a:pt x="1228" y="185"/>
                    <a:pt x="159" y="14"/>
                    <a:pt x="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6"/>
            <p:cNvSpPr/>
            <p:nvPr/>
          </p:nvSpPr>
          <p:spPr>
            <a:xfrm>
              <a:off x="772303" y="2358088"/>
              <a:ext cx="40181" cy="40586"/>
            </a:xfrm>
            <a:custGeom>
              <a:rect b="b" l="l" r="r" t="t"/>
              <a:pathLst>
                <a:path extrusionOk="0" h="798" w="790">
                  <a:moveTo>
                    <a:pt x="106" y="1"/>
                  </a:moveTo>
                  <a:cubicBezTo>
                    <a:pt x="83" y="1"/>
                    <a:pt x="60" y="11"/>
                    <a:pt x="40" y="30"/>
                  </a:cubicBezTo>
                  <a:cubicBezTo>
                    <a:pt x="0" y="57"/>
                    <a:pt x="0" y="123"/>
                    <a:pt x="40" y="163"/>
                  </a:cubicBezTo>
                  <a:cubicBezTo>
                    <a:pt x="40" y="163"/>
                    <a:pt x="436" y="572"/>
                    <a:pt x="595" y="757"/>
                  </a:cubicBezTo>
                  <a:cubicBezTo>
                    <a:pt x="608" y="770"/>
                    <a:pt x="621" y="783"/>
                    <a:pt x="647" y="796"/>
                  </a:cubicBezTo>
                  <a:cubicBezTo>
                    <a:pt x="653" y="797"/>
                    <a:pt x="658" y="798"/>
                    <a:pt x="663" y="798"/>
                  </a:cubicBezTo>
                  <a:cubicBezTo>
                    <a:pt x="746" y="798"/>
                    <a:pt x="790" y="700"/>
                    <a:pt x="740" y="638"/>
                  </a:cubicBezTo>
                  <a:cubicBezTo>
                    <a:pt x="581" y="440"/>
                    <a:pt x="185" y="44"/>
                    <a:pt x="172" y="30"/>
                  </a:cubicBezTo>
                  <a:cubicBezTo>
                    <a:pt x="152" y="11"/>
                    <a:pt x="129" y="1"/>
                    <a:pt x="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6"/>
            <p:cNvSpPr/>
            <p:nvPr/>
          </p:nvSpPr>
          <p:spPr>
            <a:xfrm>
              <a:off x="783696" y="2742487"/>
              <a:ext cx="312397" cy="220275"/>
            </a:xfrm>
            <a:custGeom>
              <a:rect b="b" l="l" r="r" t="t"/>
              <a:pathLst>
                <a:path extrusionOk="0" h="4331" w="6142">
                  <a:moveTo>
                    <a:pt x="3078" y="0"/>
                  </a:moveTo>
                  <a:cubicBezTo>
                    <a:pt x="2827" y="13"/>
                    <a:pt x="2602" y="53"/>
                    <a:pt x="2365" y="119"/>
                  </a:cubicBezTo>
                  <a:cubicBezTo>
                    <a:pt x="2127" y="185"/>
                    <a:pt x="1942" y="251"/>
                    <a:pt x="1942" y="251"/>
                  </a:cubicBezTo>
                  <a:lnTo>
                    <a:pt x="1" y="1902"/>
                  </a:lnTo>
                  <a:cubicBezTo>
                    <a:pt x="1" y="1902"/>
                    <a:pt x="40" y="1981"/>
                    <a:pt x="67" y="2060"/>
                  </a:cubicBezTo>
                  <a:cubicBezTo>
                    <a:pt x="172" y="2404"/>
                    <a:pt x="701" y="3156"/>
                    <a:pt x="1427" y="3355"/>
                  </a:cubicBezTo>
                  <a:cubicBezTo>
                    <a:pt x="2061" y="3526"/>
                    <a:pt x="2708" y="3658"/>
                    <a:pt x="3342" y="3764"/>
                  </a:cubicBezTo>
                  <a:cubicBezTo>
                    <a:pt x="3567" y="3790"/>
                    <a:pt x="3870" y="4015"/>
                    <a:pt x="4121" y="4187"/>
                  </a:cubicBezTo>
                  <a:cubicBezTo>
                    <a:pt x="4259" y="4271"/>
                    <a:pt x="4379" y="4330"/>
                    <a:pt x="4462" y="4330"/>
                  </a:cubicBezTo>
                  <a:cubicBezTo>
                    <a:pt x="4483" y="4330"/>
                    <a:pt x="4502" y="4327"/>
                    <a:pt x="4517" y="4319"/>
                  </a:cubicBezTo>
                  <a:cubicBezTo>
                    <a:pt x="4583" y="4279"/>
                    <a:pt x="4597" y="4187"/>
                    <a:pt x="4570" y="4068"/>
                  </a:cubicBezTo>
                  <a:cubicBezTo>
                    <a:pt x="4531" y="3856"/>
                    <a:pt x="4425" y="3658"/>
                    <a:pt x="4280" y="3500"/>
                  </a:cubicBezTo>
                  <a:cubicBezTo>
                    <a:pt x="4214" y="3434"/>
                    <a:pt x="4134" y="3368"/>
                    <a:pt x="4068" y="3302"/>
                  </a:cubicBezTo>
                  <a:lnTo>
                    <a:pt x="4042" y="3289"/>
                  </a:lnTo>
                  <a:cubicBezTo>
                    <a:pt x="3923" y="3196"/>
                    <a:pt x="3831" y="3130"/>
                    <a:pt x="3831" y="3130"/>
                  </a:cubicBezTo>
                  <a:cubicBezTo>
                    <a:pt x="3857" y="3123"/>
                    <a:pt x="3884" y="3120"/>
                    <a:pt x="3910" y="3120"/>
                  </a:cubicBezTo>
                  <a:cubicBezTo>
                    <a:pt x="3936" y="3120"/>
                    <a:pt x="3963" y="3123"/>
                    <a:pt x="3989" y="3130"/>
                  </a:cubicBezTo>
                  <a:lnTo>
                    <a:pt x="4029" y="3130"/>
                  </a:lnTo>
                  <a:cubicBezTo>
                    <a:pt x="4134" y="3183"/>
                    <a:pt x="4240" y="3236"/>
                    <a:pt x="4333" y="3302"/>
                  </a:cubicBezTo>
                  <a:cubicBezTo>
                    <a:pt x="4451" y="3381"/>
                    <a:pt x="4570" y="3447"/>
                    <a:pt x="4702" y="3500"/>
                  </a:cubicBezTo>
                  <a:cubicBezTo>
                    <a:pt x="4837" y="3557"/>
                    <a:pt x="4978" y="3580"/>
                    <a:pt x="5102" y="3580"/>
                  </a:cubicBezTo>
                  <a:cubicBezTo>
                    <a:pt x="5353" y="3580"/>
                    <a:pt x="5535" y="3483"/>
                    <a:pt x="5455" y="3368"/>
                  </a:cubicBezTo>
                  <a:cubicBezTo>
                    <a:pt x="5363" y="3249"/>
                    <a:pt x="5244" y="3143"/>
                    <a:pt x="5099" y="3064"/>
                  </a:cubicBezTo>
                  <a:cubicBezTo>
                    <a:pt x="5006" y="2998"/>
                    <a:pt x="4927" y="2932"/>
                    <a:pt x="4848" y="2879"/>
                  </a:cubicBezTo>
                  <a:lnTo>
                    <a:pt x="4729" y="2787"/>
                  </a:lnTo>
                  <a:cubicBezTo>
                    <a:pt x="4531" y="2668"/>
                    <a:pt x="4319" y="2575"/>
                    <a:pt x="4095" y="2523"/>
                  </a:cubicBezTo>
                  <a:cubicBezTo>
                    <a:pt x="4143" y="2519"/>
                    <a:pt x="4188" y="2517"/>
                    <a:pt x="4232" y="2517"/>
                  </a:cubicBezTo>
                  <a:cubicBezTo>
                    <a:pt x="4509" y="2517"/>
                    <a:pt x="4707" y="2584"/>
                    <a:pt x="5072" y="2641"/>
                  </a:cubicBezTo>
                  <a:cubicBezTo>
                    <a:pt x="5125" y="2641"/>
                    <a:pt x="5165" y="2655"/>
                    <a:pt x="5217" y="2655"/>
                  </a:cubicBezTo>
                  <a:lnTo>
                    <a:pt x="5574" y="2721"/>
                  </a:lnTo>
                  <a:cubicBezTo>
                    <a:pt x="5702" y="2743"/>
                    <a:pt x="5821" y="2761"/>
                    <a:pt x="5916" y="2761"/>
                  </a:cubicBezTo>
                  <a:cubicBezTo>
                    <a:pt x="6047" y="2761"/>
                    <a:pt x="6134" y="2728"/>
                    <a:pt x="6142" y="2628"/>
                  </a:cubicBezTo>
                  <a:cubicBezTo>
                    <a:pt x="6142" y="2536"/>
                    <a:pt x="6049" y="2443"/>
                    <a:pt x="5917" y="2351"/>
                  </a:cubicBezTo>
                  <a:cubicBezTo>
                    <a:pt x="5851" y="2298"/>
                    <a:pt x="5759" y="2258"/>
                    <a:pt x="5680" y="2219"/>
                  </a:cubicBezTo>
                  <a:cubicBezTo>
                    <a:pt x="5508" y="2126"/>
                    <a:pt x="5310" y="2034"/>
                    <a:pt x="5178" y="1968"/>
                  </a:cubicBezTo>
                  <a:cubicBezTo>
                    <a:pt x="4914" y="1862"/>
                    <a:pt x="4636" y="1783"/>
                    <a:pt x="4346" y="1743"/>
                  </a:cubicBezTo>
                  <a:cubicBezTo>
                    <a:pt x="4431" y="1736"/>
                    <a:pt x="4516" y="1733"/>
                    <a:pt x="4600" y="1733"/>
                  </a:cubicBezTo>
                  <a:cubicBezTo>
                    <a:pt x="4832" y="1733"/>
                    <a:pt x="5061" y="1758"/>
                    <a:pt x="5283" y="1796"/>
                  </a:cubicBezTo>
                  <a:cubicBezTo>
                    <a:pt x="5338" y="1808"/>
                    <a:pt x="5391" y="1813"/>
                    <a:pt x="5441" y="1813"/>
                  </a:cubicBezTo>
                  <a:cubicBezTo>
                    <a:pt x="5782" y="1813"/>
                    <a:pt x="6006" y="1570"/>
                    <a:pt x="5798" y="1466"/>
                  </a:cubicBezTo>
                  <a:cubicBezTo>
                    <a:pt x="5548" y="1347"/>
                    <a:pt x="5138" y="1017"/>
                    <a:pt x="4636" y="964"/>
                  </a:cubicBezTo>
                  <a:cubicBezTo>
                    <a:pt x="4526" y="948"/>
                    <a:pt x="4415" y="940"/>
                    <a:pt x="4304" y="940"/>
                  </a:cubicBezTo>
                  <a:cubicBezTo>
                    <a:pt x="4151" y="940"/>
                    <a:pt x="3997" y="954"/>
                    <a:pt x="3844" y="977"/>
                  </a:cubicBezTo>
                  <a:lnTo>
                    <a:pt x="3699" y="211"/>
                  </a:lnTo>
                  <a:lnTo>
                    <a:pt x="3553" y="145"/>
                  </a:lnTo>
                  <a:cubicBezTo>
                    <a:pt x="3474" y="132"/>
                    <a:pt x="3395" y="66"/>
                    <a:pt x="3302" y="27"/>
                  </a:cubicBezTo>
                  <a:cubicBezTo>
                    <a:pt x="3236" y="13"/>
                    <a:pt x="3157" y="0"/>
                    <a:pt x="3078"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6"/>
            <p:cNvSpPr/>
            <p:nvPr/>
          </p:nvSpPr>
          <p:spPr>
            <a:xfrm>
              <a:off x="756840" y="2708208"/>
              <a:ext cx="155894" cy="131015"/>
            </a:xfrm>
            <a:custGeom>
              <a:rect b="b" l="l" r="r" t="t"/>
              <a:pathLst>
                <a:path extrusionOk="0" h="2576" w="3065">
                  <a:moveTo>
                    <a:pt x="2734" y="1"/>
                  </a:moveTo>
                  <a:cubicBezTo>
                    <a:pt x="1665" y="1123"/>
                    <a:pt x="1" y="1916"/>
                    <a:pt x="1" y="1916"/>
                  </a:cubicBezTo>
                  <a:cubicBezTo>
                    <a:pt x="93" y="2180"/>
                    <a:pt x="278" y="2404"/>
                    <a:pt x="516" y="2576"/>
                  </a:cubicBezTo>
                  <a:cubicBezTo>
                    <a:pt x="1691" y="2246"/>
                    <a:pt x="3064" y="753"/>
                    <a:pt x="3064" y="753"/>
                  </a:cubicBezTo>
                  <a:cubicBezTo>
                    <a:pt x="3038" y="529"/>
                    <a:pt x="2919" y="172"/>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6"/>
            <p:cNvSpPr/>
            <p:nvPr/>
          </p:nvSpPr>
          <p:spPr>
            <a:xfrm>
              <a:off x="786391" y="2732366"/>
              <a:ext cx="109914" cy="85597"/>
            </a:xfrm>
            <a:custGeom>
              <a:rect b="b" l="l" r="r" t="t"/>
              <a:pathLst>
                <a:path extrusionOk="0" h="1683" w="2161">
                  <a:moveTo>
                    <a:pt x="1082" y="1"/>
                  </a:moveTo>
                  <a:cubicBezTo>
                    <a:pt x="927" y="1"/>
                    <a:pt x="771" y="43"/>
                    <a:pt x="635" y="133"/>
                  </a:cubicBezTo>
                  <a:cubicBezTo>
                    <a:pt x="1" y="543"/>
                    <a:pt x="185" y="1507"/>
                    <a:pt x="912" y="1665"/>
                  </a:cubicBezTo>
                  <a:cubicBezTo>
                    <a:pt x="971" y="1677"/>
                    <a:pt x="1029" y="1682"/>
                    <a:pt x="1085" y="1682"/>
                  </a:cubicBezTo>
                  <a:cubicBezTo>
                    <a:pt x="1722" y="1682"/>
                    <a:pt x="2161" y="966"/>
                    <a:pt x="1797" y="384"/>
                  </a:cubicBezTo>
                  <a:cubicBezTo>
                    <a:pt x="1635" y="138"/>
                    <a:pt x="1360" y="1"/>
                    <a:pt x="10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6"/>
            <p:cNvSpPr/>
            <p:nvPr/>
          </p:nvSpPr>
          <p:spPr>
            <a:xfrm>
              <a:off x="807245" y="2744573"/>
              <a:ext cx="68614" cy="61083"/>
            </a:xfrm>
            <a:custGeom>
              <a:rect b="b" l="l" r="r" t="t"/>
              <a:pathLst>
                <a:path extrusionOk="0" h="1201" w="1349">
                  <a:moveTo>
                    <a:pt x="685" y="1"/>
                  </a:moveTo>
                  <a:cubicBezTo>
                    <a:pt x="576" y="1"/>
                    <a:pt x="463" y="32"/>
                    <a:pt x="357" y="104"/>
                  </a:cubicBezTo>
                  <a:cubicBezTo>
                    <a:pt x="79" y="276"/>
                    <a:pt x="0" y="646"/>
                    <a:pt x="172" y="923"/>
                  </a:cubicBezTo>
                  <a:cubicBezTo>
                    <a:pt x="294" y="1112"/>
                    <a:pt x="486" y="1200"/>
                    <a:pt x="676" y="1200"/>
                  </a:cubicBezTo>
                  <a:cubicBezTo>
                    <a:pt x="939" y="1200"/>
                    <a:pt x="1199" y="1032"/>
                    <a:pt x="1268" y="725"/>
                  </a:cubicBezTo>
                  <a:cubicBezTo>
                    <a:pt x="1348" y="332"/>
                    <a:pt x="1037" y="1"/>
                    <a:pt x="6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6"/>
            <p:cNvSpPr/>
            <p:nvPr/>
          </p:nvSpPr>
          <p:spPr>
            <a:xfrm>
              <a:off x="1727449" y="1830669"/>
              <a:ext cx="54474" cy="107671"/>
            </a:xfrm>
            <a:custGeom>
              <a:rect b="b" l="l" r="r" t="t"/>
              <a:pathLst>
                <a:path extrusionOk="0" h="2117" w="1071">
                  <a:moveTo>
                    <a:pt x="475" y="1"/>
                  </a:moveTo>
                  <a:cubicBezTo>
                    <a:pt x="442" y="1"/>
                    <a:pt x="411" y="18"/>
                    <a:pt x="397" y="60"/>
                  </a:cubicBezTo>
                  <a:cubicBezTo>
                    <a:pt x="371" y="99"/>
                    <a:pt x="1" y="945"/>
                    <a:pt x="278" y="1565"/>
                  </a:cubicBezTo>
                  <a:cubicBezTo>
                    <a:pt x="397" y="1829"/>
                    <a:pt x="635" y="2041"/>
                    <a:pt x="925" y="2107"/>
                  </a:cubicBezTo>
                  <a:cubicBezTo>
                    <a:pt x="932" y="2113"/>
                    <a:pt x="939" y="2117"/>
                    <a:pt x="945" y="2117"/>
                  </a:cubicBezTo>
                  <a:cubicBezTo>
                    <a:pt x="952" y="2117"/>
                    <a:pt x="958" y="2113"/>
                    <a:pt x="965" y="2107"/>
                  </a:cubicBezTo>
                  <a:cubicBezTo>
                    <a:pt x="1058" y="2094"/>
                    <a:pt x="1071" y="1962"/>
                    <a:pt x="978" y="1935"/>
                  </a:cubicBezTo>
                  <a:cubicBezTo>
                    <a:pt x="741" y="1882"/>
                    <a:pt x="542" y="1711"/>
                    <a:pt x="450" y="1499"/>
                  </a:cubicBezTo>
                  <a:cubicBezTo>
                    <a:pt x="199" y="945"/>
                    <a:pt x="556" y="152"/>
                    <a:pt x="556" y="139"/>
                  </a:cubicBezTo>
                  <a:cubicBezTo>
                    <a:pt x="599" y="62"/>
                    <a:pt x="535" y="1"/>
                    <a:pt x="475"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6"/>
            <p:cNvSpPr/>
            <p:nvPr/>
          </p:nvSpPr>
          <p:spPr>
            <a:xfrm>
              <a:off x="1575218" y="1502063"/>
              <a:ext cx="134836" cy="279272"/>
            </a:xfrm>
            <a:custGeom>
              <a:rect b="b" l="l" r="r" t="t"/>
              <a:pathLst>
                <a:path extrusionOk="0" h="5491" w="2651">
                  <a:moveTo>
                    <a:pt x="119" y="0"/>
                  </a:moveTo>
                  <a:cubicBezTo>
                    <a:pt x="60" y="0"/>
                    <a:pt x="0" y="62"/>
                    <a:pt x="36" y="142"/>
                  </a:cubicBezTo>
                  <a:lnTo>
                    <a:pt x="2439" y="5491"/>
                  </a:lnTo>
                  <a:cubicBezTo>
                    <a:pt x="2453" y="5372"/>
                    <a:pt x="2479" y="5279"/>
                    <a:pt x="2505" y="5094"/>
                  </a:cubicBezTo>
                  <a:cubicBezTo>
                    <a:pt x="2532" y="4923"/>
                    <a:pt x="2571" y="4751"/>
                    <a:pt x="2637" y="4593"/>
                  </a:cubicBezTo>
                  <a:lnTo>
                    <a:pt x="2651" y="4593"/>
                  </a:lnTo>
                  <a:lnTo>
                    <a:pt x="194" y="50"/>
                  </a:lnTo>
                  <a:cubicBezTo>
                    <a:pt x="177" y="15"/>
                    <a:pt x="148" y="0"/>
                    <a:pt x="1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6"/>
            <p:cNvSpPr/>
            <p:nvPr/>
          </p:nvSpPr>
          <p:spPr>
            <a:xfrm>
              <a:off x="1730145" y="1826957"/>
              <a:ext cx="86059" cy="119623"/>
            </a:xfrm>
            <a:custGeom>
              <a:rect b="b" l="l" r="r" t="t"/>
              <a:pathLst>
                <a:path extrusionOk="0" h="2352" w="1692">
                  <a:moveTo>
                    <a:pt x="569" y="1"/>
                  </a:moveTo>
                  <a:cubicBezTo>
                    <a:pt x="529" y="14"/>
                    <a:pt x="489" y="40"/>
                    <a:pt x="450" y="54"/>
                  </a:cubicBezTo>
                  <a:cubicBezTo>
                    <a:pt x="423" y="54"/>
                    <a:pt x="410" y="67"/>
                    <a:pt x="384" y="67"/>
                  </a:cubicBezTo>
                  <a:cubicBezTo>
                    <a:pt x="318" y="67"/>
                    <a:pt x="252" y="54"/>
                    <a:pt x="212" y="14"/>
                  </a:cubicBezTo>
                  <a:cubicBezTo>
                    <a:pt x="186" y="120"/>
                    <a:pt x="146" y="212"/>
                    <a:pt x="67" y="278"/>
                  </a:cubicBezTo>
                  <a:cubicBezTo>
                    <a:pt x="54" y="304"/>
                    <a:pt x="27" y="331"/>
                    <a:pt x="1" y="344"/>
                  </a:cubicBezTo>
                  <a:lnTo>
                    <a:pt x="978" y="2351"/>
                  </a:lnTo>
                  <a:cubicBezTo>
                    <a:pt x="1691" y="2285"/>
                    <a:pt x="1638" y="1955"/>
                    <a:pt x="1638" y="1955"/>
                  </a:cubicBezTo>
                  <a:lnTo>
                    <a:pt x="793" y="410"/>
                  </a:lnTo>
                  <a:lnTo>
                    <a:pt x="754" y="410"/>
                  </a:lnTo>
                  <a:cubicBezTo>
                    <a:pt x="674" y="384"/>
                    <a:pt x="608" y="331"/>
                    <a:pt x="582" y="252"/>
                  </a:cubicBezTo>
                  <a:cubicBezTo>
                    <a:pt x="569" y="212"/>
                    <a:pt x="569" y="172"/>
                    <a:pt x="569" y="120"/>
                  </a:cubicBezTo>
                  <a:cubicBezTo>
                    <a:pt x="569" y="93"/>
                    <a:pt x="582" y="67"/>
                    <a:pt x="582" y="27"/>
                  </a:cubicBezTo>
                  <a:lnTo>
                    <a:pt x="56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6"/>
            <p:cNvSpPr/>
            <p:nvPr/>
          </p:nvSpPr>
          <p:spPr>
            <a:xfrm>
              <a:off x="1667839" y="1781284"/>
              <a:ext cx="74463" cy="74764"/>
            </a:xfrm>
            <a:custGeom>
              <a:rect b="b" l="l" r="r" t="t"/>
              <a:pathLst>
                <a:path extrusionOk="0" h="1470" w="1464">
                  <a:moveTo>
                    <a:pt x="632" y="1"/>
                  </a:moveTo>
                  <a:lnTo>
                    <a:pt x="605" y="159"/>
                  </a:lnTo>
                  <a:lnTo>
                    <a:pt x="513" y="159"/>
                  </a:lnTo>
                  <a:cubicBezTo>
                    <a:pt x="764" y="238"/>
                    <a:pt x="1239" y="436"/>
                    <a:pt x="1252" y="819"/>
                  </a:cubicBezTo>
                  <a:cubicBezTo>
                    <a:pt x="1265" y="899"/>
                    <a:pt x="1226" y="978"/>
                    <a:pt x="1173" y="1031"/>
                  </a:cubicBezTo>
                  <a:cubicBezTo>
                    <a:pt x="978" y="1226"/>
                    <a:pt x="485" y="1271"/>
                    <a:pt x="211" y="1271"/>
                  </a:cubicBezTo>
                  <a:cubicBezTo>
                    <a:pt x="169" y="1271"/>
                    <a:pt x="133" y="1270"/>
                    <a:pt x="103" y="1268"/>
                  </a:cubicBezTo>
                  <a:cubicBezTo>
                    <a:pt x="100" y="1268"/>
                    <a:pt x="97" y="1268"/>
                    <a:pt x="94" y="1268"/>
                  </a:cubicBezTo>
                  <a:cubicBezTo>
                    <a:pt x="1" y="1268"/>
                    <a:pt x="0" y="1454"/>
                    <a:pt x="82" y="1454"/>
                  </a:cubicBezTo>
                  <a:cubicBezTo>
                    <a:pt x="85" y="1454"/>
                    <a:pt x="87" y="1454"/>
                    <a:pt x="90" y="1453"/>
                  </a:cubicBezTo>
                  <a:lnTo>
                    <a:pt x="103" y="1467"/>
                  </a:lnTo>
                  <a:cubicBezTo>
                    <a:pt x="144" y="1469"/>
                    <a:pt x="185" y="1470"/>
                    <a:pt x="226" y="1470"/>
                  </a:cubicBezTo>
                  <a:cubicBezTo>
                    <a:pt x="423" y="1470"/>
                    <a:pt x="619" y="1444"/>
                    <a:pt x="816" y="1401"/>
                  </a:cubicBezTo>
                  <a:cubicBezTo>
                    <a:pt x="1001" y="1374"/>
                    <a:pt x="1173" y="1295"/>
                    <a:pt x="1318" y="1176"/>
                  </a:cubicBezTo>
                  <a:cubicBezTo>
                    <a:pt x="1411" y="1084"/>
                    <a:pt x="1464" y="952"/>
                    <a:pt x="1450" y="819"/>
                  </a:cubicBezTo>
                  <a:cubicBezTo>
                    <a:pt x="1437" y="344"/>
                    <a:pt x="922" y="106"/>
                    <a:pt x="632"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6"/>
            <p:cNvSpPr/>
            <p:nvPr/>
          </p:nvSpPr>
          <p:spPr>
            <a:xfrm>
              <a:off x="1741589" y="1981317"/>
              <a:ext cx="33111" cy="25939"/>
            </a:xfrm>
            <a:custGeom>
              <a:rect b="b" l="l" r="r" t="t"/>
              <a:pathLst>
                <a:path extrusionOk="0" h="510" w="651">
                  <a:moveTo>
                    <a:pt x="320" y="1"/>
                  </a:moveTo>
                  <a:cubicBezTo>
                    <a:pt x="275" y="1"/>
                    <a:pt x="228" y="14"/>
                    <a:pt x="185" y="43"/>
                  </a:cubicBezTo>
                  <a:cubicBezTo>
                    <a:pt x="0" y="175"/>
                    <a:pt x="53" y="452"/>
                    <a:pt x="278" y="505"/>
                  </a:cubicBezTo>
                  <a:cubicBezTo>
                    <a:pt x="293" y="508"/>
                    <a:pt x="309" y="509"/>
                    <a:pt x="324" y="509"/>
                  </a:cubicBezTo>
                  <a:cubicBezTo>
                    <a:pt x="513" y="509"/>
                    <a:pt x="651" y="292"/>
                    <a:pt x="529" y="109"/>
                  </a:cubicBezTo>
                  <a:cubicBezTo>
                    <a:pt x="478" y="41"/>
                    <a:pt x="401" y="1"/>
                    <a:pt x="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6"/>
            <p:cNvSpPr/>
            <p:nvPr/>
          </p:nvSpPr>
          <p:spPr>
            <a:xfrm>
              <a:off x="1796826" y="1946020"/>
              <a:ext cx="13631" cy="96990"/>
            </a:xfrm>
            <a:custGeom>
              <a:rect b="b" l="l" r="r" t="t"/>
              <a:pathLst>
                <a:path extrusionOk="0" h="1907" w="268">
                  <a:moveTo>
                    <a:pt x="149" y="1"/>
                  </a:moveTo>
                  <a:cubicBezTo>
                    <a:pt x="90" y="1"/>
                    <a:pt x="30" y="30"/>
                    <a:pt x="37" y="90"/>
                  </a:cubicBezTo>
                  <a:lnTo>
                    <a:pt x="10" y="1793"/>
                  </a:lnTo>
                  <a:cubicBezTo>
                    <a:pt x="1" y="1861"/>
                    <a:pt x="61" y="1907"/>
                    <a:pt x="120" y="1907"/>
                  </a:cubicBezTo>
                  <a:cubicBezTo>
                    <a:pt x="142" y="1907"/>
                    <a:pt x="164" y="1900"/>
                    <a:pt x="182" y="1886"/>
                  </a:cubicBezTo>
                  <a:cubicBezTo>
                    <a:pt x="209" y="1859"/>
                    <a:pt x="222" y="1833"/>
                    <a:pt x="222" y="1793"/>
                  </a:cubicBezTo>
                  <a:lnTo>
                    <a:pt x="261" y="90"/>
                  </a:lnTo>
                  <a:cubicBezTo>
                    <a:pt x="268" y="30"/>
                    <a:pt x="209"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6"/>
            <p:cNvSpPr/>
            <p:nvPr/>
          </p:nvSpPr>
          <p:spPr>
            <a:xfrm>
              <a:off x="1345930" y="1779962"/>
              <a:ext cx="443928" cy="598927"/>
            </a:xfrm>
            <a:custGeom>
              <a:rect b="b" l="l" r="r" t="t"/>
              <a:pathLst>
                <a:path extrusionOk="0" h="11776" w="8728">
                  <a:moveTo>
                    <a:pt x="8070" y="7779"/>
                  </a:moveTo>
                  <a:lnTo>
                    <a:pt x="8083" y="7792"/>
                  </a:lnTo>
                  <a:lnTo>
                    <a:pt x="8096" y="7805"/>
                  </a:lnTo>
                  <a:lnTo>
                    <a:pt x="8070" y="7779"/>
                  </a:lnTo>
                  <a:close/>
                  <a:moveTo>
                    <a:pt x="3883" y="0"/>
                  </a:moveTo>
                  <a:cubicBezTo>
                    <a:pt x="3883" y="13"/>
                    <a:pt x="1" y="370"/>
                    <a:pt x="1" y="370"/>
                  </a:cubicBezTo>
                  <a:lnTo>
                    <a:pt x="27" y="595"/>
                  </a:lnTo>
                  <a:cubicBezTo>
                    <a:pt x="27" y="647"/>
                    <a:pt x="40" y="713"/>
                    <a:pt x="40" y="779"/>
                  </a:cubicBezTo>
                  <a:lnTo>
                    <a:pt x="53" y="951"/>
                  </a:lnTo>
                  <a:cubicBezTo>
                    <a:pt x="67" y="1017"/>
                    <a:pt x="80" y="1070"/>
                    <a:pt x="80" y="1136"/>
                  </a:cubicBezTo>
                  <a:cubicBezTo>
                    <a:pt x="106" y="1361"/>
                    <a:pt x="146" y="1598"/>
                    <a:pt x="186" y="1823"/>
                  </a:cubicBezTo>
                  <a:cubicBezTo>
                    <a:pt x="278" y="2272"/>
                    <a:pt x="384" y="2721"/>
                    <a:pt x="489" y="3170"/>
                  </a:cubicBezTo>
                  <a:cubicBezTo>
                    <a:pt x="740" y="4055"/>
                    <a:pt x="1044" y="4926"/>
                    <a:pt x="1427" y="5771"/>
                  </a:cubicBezTo>
                  <a:lnTo>
                    <a:pt x="1572" y="6075"/>
                  </a:lnTo>
                  <a:cubicBezTo>
                    <a:pt x="1625" y="6181"/>
                    <a:pt x="1665" y="6287"/>
                    <a:pt x="1731" y="6392"/>
                  </a:cubicBezTo>
                  <a:cubicBezTo>
                    <a:pt x="1784" y="6498"/>
                    <a:pt x="1836" y="6603"/>
                    <a:pt x="1889" y="6709"/>
                  </a:cubicBezTo>
                  <a:lnTo>
                    <a:pt x="2061" y="7013"/>
                  </a:lnTo>
                  <a:cubicBezTo>
                    <a:pt x="2285" y="7422"/>
                    <a:pt x="2536" y="7818"/>
                    <a:pt x="2800" y="8215"/>
                  </a:cubicBezTo>
                  <a:cubicBezTo>
                    <a:pt x="3065" y="8598"/>
                    <a:pt x="3355" y="8981"/>
                    <a:pt x="3659" y="9337"/>
                  </a:cubicBezTo>
                  <a:cubicBezTo>
                    <a:pt x="3963" y="9707"/>
                    <a:pt x="4293" y="10064"/>
                    <a:pt x="4636" y="10394"/>
                  </a:cubicBezTo>
                  <a:cubicBezTo>
                    <a:pt x="4729" y="10473"/>
                    <a:pt x="4808" y="10565"/>
                    <a:pt x="4887" y="10645"/>
                  </a:cubicBezTo>
                  <a:lnTo>
                    <a:pt x="5164" y="10882"/>
                  </a:lnTo>
                  <a:lnTo>
                    <a:pt x="5296" y="11001"/>
                  </a:lnTo>
                  <a:lnTo>
                    <a:pt x="5323" y="11028"/>
                  </a:lnTo>
                  <a:lnTo>
                    <a:pt x="5363" y="11067"/>
                  </a:lnTo>
                  <a:lnTo>
                    <a:pt x="5415" y="11107"/>
                  </a:lnTo>
                  <a:cubicBezTo>
                    <a:pt x="5481" y="11160"/>
                    <a:pt x="5547" y="11199"/>
                    <a:pt x="5613" y="11252"/>
                  </a:cubicBezTo>
                  <a:cubicBezTo>
                    <a:pt x="5878" y="11437"/>
                    <a:pt x="6195" y="11582"/>
                    <a:pt x="6511" y="11675"/>
                  </a:cubicBezTo>
                  <a:cubicBezTo>
                    <a:pt x="6591" y="11701"/>
                    <a:pt x="6657" y="11714"/>
                    <a:pt x="6736" y="11728"/>
                  </a:cubicBezTo>
                  <a:lnTo>
                    <a:pt x="6855" y="11754"/>
                  </a:lnTo>
                  <a:lnTo>
                    <a:pt x="6961" y="11767"/>
                  </a:lnTo>
                  <a:cubicBezTo>
                    <a:pt x="7007" y="11773"/>
                    <a:pt x="7053" y="11776"/>
                    <a:pt x="7097" y="11776"/>
                  </a:cubicBezTo>
                  <a:cubicBezTo>
                    <a:pt x="7563" y="11776"/>
                    <a:pt x="7887" y="11469"/>
                    <a:pt x="8189" y="11107"/>
                  </a:cubicBezTo>
                  <a:cubicBezTo>
                    <a:pt x="8479" y="10764"/>
                    <a:pt x="8651" y="10341"/>
                    <a:pt x="8691" y="9905"/>
                  </a:cubicBezTo>
                  <a:cubicBezTo>
                    <a:pt x="8728" y="9319"/>
                    <a:pt x="8130" y="7651"/>
                    <a:pt x="7419" y="7554"/>
                  </a:cubicBezTo>
                  <a:lnTo>
                    <a:pt x="7594" y="7554"/>
                  </a:lnTo>
                  <a:cubicBezTo>
                    <a:pt x="7621" y="7554"/>
                    <a:pt x="7647" y="7568"/>
                    <a:pt x="7674" y="7568"/>
                  </a:cubicBezTo>
                  <a:cubicBezTo>
                    <a:pt x="7793" y="7607"/>
                    <a:pt x="7898" y="7660"/>
                    <a:pt x="8004" y="7726"/>
                  </a:cubicBezTo>
                  <a:cubicBezTo>
                    <a:pt x="8030" y="7739"/>
                    <a:pt x="8043" y="7766"/>
                    <a:pt x="8070" y="7779"/>
                  </a:cubicBezTo>
                  <a:lnTo>
                    <a:pt x="7991" y="7700"/>
                  </a:lnTo>
                  <a:lnTo>
                    <a:pt x="7793" y="7528"/>
                  </a:lnTo>
                  <a:cubicBezTo>
                    <a:pt x="7740" y="7475"/>
                    <a:pt x="7674" y="7409"/>
                    <a:pt x="7621" y="7356"/>
                  </a:cubicBezTo>
                  <a:cubicBezTo>
                    <a:pt x="7370" y="7119"/>
                    <a:pt x="7132" y="6868"/>
                    <a:pt x="6921" y="6603"/>
                  </a:cubicBezTo>
                  <a:cubicBezTo>
                    <a:pt x="6710" y="6339"/>
                    <a:pt x="6485" y="6075"/>
                    <a:pt x="6287" y="5785"/>
                  </a:cubicBezTo>
                  <a:cubicBezTo>
                    <a:pt x="6195" y="5639"/>
                    <a:pt x="6102" y="5494"/>
                    <a:pt x="5996" y="5349"/>
                  </a:cubicBezTo>
                  <a:cubicBezTo>
                    <a:pt x="5957" y="5283"/>
                    <a:pt x="5904" y="5204"/>
                    <a:pt x="5864" y="5138"/>
                  </a:cubicBezTo>
                  <a:cubicBezTo>
                    <a:pt x="5812" y="5058"/>
                    <a:pt x="5772" y="4979"/>
                    <a:pt x="5732" y="4913"/>
                  </a:cubicBezTo>
                  <a:cubicBezTo>
                    <a:pt x="5547" y="4609"/>
                    <a:pt x="5389" y="4292"/>
                    <a:pt x="5217" y="3975"/>
                  </a:cubicBezTo>
                  <a:cubicBezTo>
                    <a:pt x="5151" y="3830"/>
                    <a:pt x="5072" y="3658"/>
                    <a:pt x="4993" y="3500"/>
                  </a:cubicBezTo>
                  <a:cubicBezTo>
                    <a:pt x="4927" y="3328"/>
                    <a:pt x="4847" y="3170"/>
                    <a:pt x="4781" y="2998"/>
                  </a:cubicBezTo>
                  <a:cubicBezTo>
                    <a:pt x="4649" y="2668"/>
                    <a:pt x="4531" y="2338"/>
                    <a:pt x="4412" y="1994"/>
                  </a:cubicBezTo>
                  <a:cubicBezTo>
                    <a:pt x="4293" y="1651"/>
                    <a:pt x="4187" y="1308"/>
                    <a:pt x="4095" y="964"/>
                  </a:cubicBezTo>
                  <a:cubicBezTo>
                    <a:pt x="4055" y="793"/>
                    <a:pt x="4002" y="621"/>
                    <a:pt x="3976" y="449"/>
                  </a:cubicBezTo>
                  <a:cubicBezTo>
                    <a:pt x="3963" y="410"/>
                    <a:pt x="3949" y="370"/>
                    <a:pt x="3936" y="330"/>
                  </a:cubicBezTo>
                  <a:cubicBezTo>
                    <a:pt x="3936" y="291"/>
                    <a:pt x="3910" y="238"/>
                    <a:pt x="3910" y="198"/>
                  </a:cubicBezTo>
                  <a:lnTo>
                    <a:pt x="3897" y="93"/>
                  </a:lnTo>
                  <a:lnTo>
                    <a:pt x="3883" y="40"/>
                  </a:lnTo>
                  <a:lnTo>
                    <a:pt x="3883" y="13"/>
                  </a:lnTo>
                  <a:lnTo>
                    <a:pt x="38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6"/>
            <p:cNvSpPr/>
            <p:nvPr/>
          </p:nvSpPr>
          <p:spPr>
            <a:xfrm>
              <a:off x="1631421" y="2054555"/>
              <a:ext cx="32247" cy="102941"/>
            </a:xfrm>
            <a:custGeom>
              <a:rect b="b" l="l" r="r" t="t"/>
              <a:pathLst>
                <a:path extrusionOk="0" h="2024" w="634">
                  <a:moveTo>
                    <a:pt x="493" y="1"/>
                  </a:moveTo>
                  <a:cubicBezTo>
                    <a:pt x="454" y="1"/>
                    <a:pt x="416" y="21"/>
                    <a:pt x="397" y="69"/>
                  </a:cubicBezTo>
                  <a:cubicBezTo>
                    <a:pt x="199" y="663"/>
                    <a:pt x="66" y="1284"/>
                    <a:pt x="0" y="1904"/>
                  </a:cubicBezTo>
                  <a:cubicBezTo>
                    <a:pt x="0" y="1957"/>
                    <a:pt x="27" y="1997"/>
                    <a:pt x="80" y="2023"/>
                  </a:cubicBezTo>
                  <a:lnTo>
                    <a:pt x="106" y="2023"/>
                  </a:lnTo>
                  <a:cubicBezTo>
                    <a:pt x="159" y="2023"/>
                    <a:pt x="212" y="1984"/>
                    <a:pt x="212" y="1918"/>
                  </a:cubicBezTo>
                  <a:cubicBezTo>
                    <a:pt x="278" y="1310"/>
                    <a:pt x="410" y="716"/>
                    <a:pt x="608" y="148"/>
                  </a:cubicBezTo>
                  <a:cubicBezTo>
                    <a:pt x="633" y="64"/>
                    <a:pt x="562" y="1"/>
                    <a:pt x="4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6"/>
            <p:cNvSpPr/>
            <p:nvPr/>
          </p:nvSpPr>
          <p:spPr>
            <a:xfrm>
              <a:off x="1609906" y="2056183"/>
              <a:ext cx="49794" cy="49182"/>
            </a:xfrm>
            <a:custGeom>
              <a:rect b="b" l="l" r="r" t="t"/>
              <a:pathLst>
                <a:path extrusionOk="0" h="967" w="979">
                  <a:moveTo>
                    <a:pt x="849" y="0"/>
                  </a:moveTo>
                  <a:cubicBezTo>
                    <a:pt x="829" y="0"/>
                    <a:pt x="809" y="8"/>
                    <a:pt x="793" y="24"/>
                  </a:cubicBezTo>
                  <a:cubicBezTo>
                    <a:pt x="516" y="261"/>
                    <a:pt x="265" y="525"/>
                    <a:pt x="40" y="790"/>
                  </a:cubicBezTo>
                  <a:cubicBezTo>
                    <a:pt x="1" y="842"/>
                    <a:pt x="1" y="908"/>
                    <a:pt x="40" y="948"/>
                  </a:cubicBezTo>
                  <a:cubicBezTo>
                    <a:pt x="54" y="948"/>
                    <a:pt x="67" y="961"/>
                    <a:pt x="93" y="961"/>
                  </a:cubicBezTo>
                  <a:cubicBezTo>
                    <a:pt x="104" y="965"/>
                    <a:pt x="115" y="966"/>
                    <a:pt x="125" y="966"/>
                  </a:cubicBezTo>
                  <a:cubicBezTo>
                    <a:pt x="153" y="966"/>
                    <a:pt x="180" y="954"/>
                    <a:pt x="199" y="935"/>
                  </a:cubicBezTo>
                  <a:cubicBezTo>
                    <a:pt x="423" y="671"/>
                    <a:pt x="661" y="433"/>
                    <a:pt x="912" y="195"/>
                  </a:cubicBezTo>
                  <a:cubicBezTo>
                    <a:pt x="965" y="169"/>
                    <a:pt x="978" y="90"/>
                    <a:pt x="938" y="50"/>
                  </a:cubicBezTo>
                  <a:cubicBezTo>
                    <a:pt x="915" y="18"/>
                    <a:pt x="881" y="0"/>
                    <a:pt x="8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6"/>
            <p:cNvSpPr/>
            <p:nvPr/>
          </p:nvSpPr>
          <p:spPr>
            <a:xfrm>
              <a:off x="1029006" y="4441618"/>
              <a:ext cx="35553" cy="31838"/>
            </a:xfrm>
            <a:custGeom>
              <a:rect b="b" l="l" r="r" t="t"/>
              <a:pathLst>
                <a:path extrusionOk="0" h="626" w="699">
                  <a:moveTo>
                    <a:pt x="176" y="0"/>
                  </a:moveTo>
                  <a:cubicBezTo>
                    <a:pt x="82" y="0"/>
                    <a:pt x="0" y="101"/>
                    <a:pt x="51" y="203"/>
                  </a:cubicBezTo>
                  <a:cubicBezTo>
                    <a:pt x="51" y="203"/>
                    <a:pt x="64" y="216"/>
                    <a:pt x="64" y="229"/>
                  </a:cubicBezTo>
                  <a:lnTo>
                    <a:pt x="447" y="586"/>
                  </a:lnTo>
                  <a:cubicBezTo>
                    <a:pt x="480" y="612"/>
                    <a:pt x="517" y="625"/>
                    <a:pt x="551" y="625"/>
                  </a:cubicBezTo>
                  <a:cubicBezTo>
                    <a:pt x="586" y="625"/>
                    <a:pt x="619" y="612"/>
                    <a:pt x="645" y="586"/>
                  </a:cubicBezTo>
                  <a:cubicBezTo>
                    <a:pt x="698" y="533"/>
                    <a:pt x="698" y="454"/>
                    <a:pt x="645" y="401"/>
                  </a:cubicBezTo>
                  <a:lnTo>
                    <a:pt x="262" y="31"/>
                  </a:lnTo>
                  <a:cubicBezTo>
                    <a:pt x="235" y="9"/>
                    <a:pt x="205"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6"/>
            <p:cNvSpPr/>
            <p:nvPr/>
          </p:nvSpPr>
          <p:spPr>
            <a:xfrm>
              <a:off x="1030328" y="4471829"/>
              <a:ext cx="38147" cy="32347"/>
            </a:xfrm>
            <a:custGeom>
              <a:rect b="b" l="l" r="r" t="t"/>
              <a:pathLst>
                <a:path extrusionOk="0" h="636" w="750">
                  <a:moveTo>
                    <a:pt x="177" y="0"/>
                  </a:moveTo>
                  <a:cubicBezTo>
                    <a:pt x="82" y="0"/>
                    <a:pt x="1" y="102"/>
                    <a:pt x="51" y="203"/>
                  </a:cubicBezTo>
                  <a:cubicBezTo>
                    <a:pt x="51" y="216"/>
                    <a:pt x="65" y="216"/>
                    <a:pt x="78" y="229"/>
                  </a:cubicBezTo>
                  <a:lnTo>
                    <a:pt x="461" y="599"/>
                  </a:lnTo>
                  <a:cubicBezTo>
                    <a:pt x="489" y="625"/>
                    <a:pt x="521" y="636"/>
                    <a:pt x="550" y="636"/>
                  </a:cubicBezTo>
                  <a:cubicBezTo>
                    <a:pt x="658" y="636"/>
                    <a:pt x="749" y="494"/>
                    <a:pt x="646" y="401"/>
                  </a:cubicBezTo>
                  <a:lnTo>
                    <a:pt x="263" y="31"/>
                  </a:lnTo>
                  <a:cubicBezTo>
                    <a:pt x="235" y="10"/>
                    <a:pt x="205"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6"/>
            <p:cNvSpPr/>
            <p:nvPr/>
          </p:nvSpPr>
          <p:spPr>
            <a:xfrm>
              <a:off x="1033583" y="4501582"/>
              <a:ext cx="36875" cy="32856"/>
            </a:xfrm>
            <a:custGeom>
              <a:rect b="b" l="l" r="r" t="t"/>
              <a:pathLst>
                <a:path extrusionOk="0" h="646" w="725">
                  <a:moveTo>
                    <a:pt x="139" y="1"/>
                  </a:moveTo>
                  <a:cubicBezTo>
                    <a:pt x="103" y="1"/>
                    <a:pt x="67" y="14"/>
                    <a:pt x="40" y="41"/>
                  </a:cubicBezTo>
                  <a:cubicBezTo>
                    <a:pt x="1" y="80"/>
                    <a:pt x="1" y="146"/>
                    <a:pt x="27" y="199"/>
                  </a:cubicBezTo>
                  <a:cubicBezTo>
                    <a:pt x="27" y="212"/>
                    <a:pt x="40" y="225"/>
                    <a:pt x="53" y="239"/>
                  </a:cubicBezTo>
                  <a:lnTo>
                    <a:pt x="436" y="608"/>
                  </a:lnTo>
                  <a:cubicBezTo>
                    <a:pt x="465" y="634"/>
                    <a:pt x="496" y="645"/>
                    <a:pt x="526" y="645"/>
                  </a:cubicBezTo>
                  <a:cubicBezTo>
                    <a:pt x="634" y="645"/>
                    <a:pt x="725" y="503"/>
                    <a:pt x="621" y="410"/>
                  </a:cubicBezTo>
                  <a:lnTo>
                    <a:pt x="238" y="41"/>
                  </a:lnTo>
                  <a:cubicBezTo>
                    <a:pt x="212" y="14"/>
                    <a:pt x="176"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6"/>
            <p:cNvSpPr/>
            <p:nvPr/>
          </p:nvSpPr>
          <p:spPr>
            <a:xfrm>
              <a:off x="1035770" y="4533217"/>
              <a:ext cx="38961" cy="32703"/>
            </a:xfrm>
            <a:custGeom>
              <a:rect b="b" l="l" r="r" t="t"/>
              <a:pathLst>
                <a:path extrusionOk="0" h="643" w="766">
                  <a:moveTo>
                    <a:pt x="173" y="1"/>
                  </a:moveTo>
                  <a:cubicBezTo>
                    <a:pt x="84" y="1"/>
                    <a:pt x="1" y="99"/>
                    <a:pt x="50" y="198"/>
                  </a:cubicBezTo>
                  <a:cubicBezTo>
                    <a:pt x="63" y="211"/>
                    <a:pt x="63" y="224"/>
                    <a:pt x="76" y="224"/>
                  </a:cubicBezTo>
                  <a:lnTo>
                    <a:pt x="459" y="594"/>
                  </a:lnTo>
                  <a:cubicBezTo>
                    <a:pt x="491" y="629"/>
                    <a:pt x="527" y="643"/>
                    <a:pt x="561" y="643"/>
                  </a:cubicBezTo>
                  <a:cubicBezTo>
                    <a:pt x="671" y="643"/>
                    <a:pt x="765" y="496"/>
                    <a:pt x="644" y="396"/>
                  </a:cubicBezTo>
                  <a:lnTo>
                    <a:pt x="261" y="39"/>
                  </a:lnTo>
                  <a:cubicBezTo>
                    <a:pt x="234" y="12"/>
                    <a:pt x="203" y="1"/>
                    <a:pt x="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6"/>
            <p:cNvSpPr/>
            <p:nvPr/>
          </p:nvSpPr>
          <p:spPr>
            <a:xfrm>
              <a:off x="1043654" y="4565412"/>
              <a:ext cx="37994" cy="33364"/>
            </a:xfrm>
            <a:custGeom>
              <a:rect b="b" l="l" r="r" t="t"/>
              <a:pathLst>
                <a:path extrusionOk="0" h="656" w="747">
                  <a:moveTo>
                    <a:pt x="148" y="1"/>
                  </a:moveTo>
                  <a:cubicBezTo>
                    <a:pt x="113" y="1"/>
                    <a:pt x="80" y="14"/>
                    <a:pt x="54" y="40"/>
                  </a:cubicBezTo>
                  <a:cubicBezTo>
                    <a:pt x="14" y="80"/>
                    <a:pt x="1" y="159"/>
                    <a:pt x="40" y="212"/>
                  </a:cubicBezTo>
                  <a:cubicBezTo>
                    <a:pt x="40" y="212"/>
                    <a:pt x="54" y="225"/>
                    <a:pt x="54" y="238"/>
                  </a:cubicBezTo>
                  <a:lnTo>
                    <a:pt x="437" y="608"/>
                  </a:lnTo>
                  <a:cubicBezTo>
                    <a:pt x="467" y="642"/>
                    <a:pt x="502" y="655"/>
                    <a:pt x="535" y="655"/>
                  </a:cubicBezTo>
                  <a:cubicBezTo>
                    <a:pt x="647" y="655"/>
                    <a:pt x="746" y="501"/>
                    <a:pt x="635" y="410"/>
                  </a:cubicBezTo>
                  <a:lnTo>
                    <a:pt x="252" y="40"/>
                  </a:lnTo>
                  <a:cubicBezTo>
                    <a:pt x="219" y="14"/>
                    <a:pt x="182" y="1"/>
                    <a:pt x="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6"/>
            <p:cNvSpPr/>
            <p:nvPr/>
          </p:nvSpPr>
          <p:spPr>
            <a:xfrm>
              <a:off x="1002710" y="2821727"/>
              <a:ext cx="706022" cy="1550315"/>
            </a:xfrm>
            <a:custGeom>
              <a:rect b="b" l="l" r="r" t="t"/>
              <a:pathLst>
                <a:path extrusionOk="0" h="30482" w="13881">
                  <a:moveTo>
                    <a:pt x="11833" y="1"/>
                  </a:moveTo>
                  <a:lnTo>
                    <a:pt x="10829" y="357"/>
                  </a:lnTo>
                  <a:lnTo>
                    <a:pt x="10592" y="436"/>
                  </a:lnTo>
                  <a:lnTo>
                    <a:pt x="6392" y="1929"/>
                  </a:lnTo>
                  <a:lnTo>
                    <a:pt x="6511" y="2629"/>
                  </a:lnTo>
                  <a:lnTo>
                    <a:pt x="8413" y="13854"/>
                  </a:lnTo>
                  <a:cubicBezTo>
                    <a:pt x="7567" y="14686"/>
                    <a:pt x="6775" y="15795"/>
                    <a:pt x="6062" y="16984"/>
                  </a:cubicBezTo>
                  <a:cubicBezTo>
                    <a:pt x="6049" y="16997"/>
                    <a:pt x="6036" y="17024"/>
                    <a:pt x="6022" y="17037"/>
                  </a:cubicBezTo>
                  <a:cubicBezTo>
                    <a:pt x="5917" y="17209"/>
                    <a:pt x="5824" y="17380"/>
                    <a:pt x="5719" y="17552"/>
                  </a:cubicBezTo>
                  <a:cubicBezTo>
                    <a:pt x="5190" y="18463"/>
                    <a:pt x="4728" y="19388"/>
                    <a:pt x="4332" y="20233"/>
                  </a:cubicBezTo>
                  <a:cubicBezTo>
                    <a:pt x="3790" y="21369"/>
                    <a:pt x="2351" y="23825"/>
                    <a:pt x="1281" y="25621"/>
                  </a:cubicBezTo>
                  <a:cubicBezTo>
                    <a:pt x="1043" y="26017"/>
                    <a:pt x="819" y="26374"/>
                    <a:pt x="634" y="26691"/>
                  </a:cubicBezTo>
                  <a:lnTo>
                    <a:pt x="449" y="26981"/>
                  </a:lnTo>
                  <a:cubicBezTo>
                    <a:pt x="172" y="27444"/>
                    <a:pt x="0" y="27721"/>
                    <a:pt x="0" y="27721"/>
                  </a:cubicBezTo>
                  <a:cubicBezTo>
                    <a:pt x="621" y="29081"/>
                    <a:pt x="1955" y="30481"/>
                    <a:pt x="1955" y="30481"/>
                  </a:cubicBezTo>
                  <a:lnTo>
                    <a:pt x="2219" y="30336"/>
                  </a:lnTo>
                  <a:cubicBezTo>
                    <a:pt x="2404" y="30230"/>
                    <a:pt x="2589" y="30125"/>
                    <a:pt x="2747" y="30019"/>
                  </a:cubicBezTo>
                  <a:lnTo>
                    <a:pt x="3011" y="29860"/>
                  </a:lnTo>
                  <a:cubicBezTo>
                    <a:pt x="3936" y="29240"/>
                    <a:pt x="4754" y="28487"/>
                    <a:pt x="5428" y="27628"/>
                  </a:cubicBezTo>
                  <a:cubicBezTo>
                    <a:pt x="5626" y="27391"/>
                    <a:pt x="5824" y="27140"/>
                    <a:pt x="6022" y="26889"/>
                  </a:cubicBezTo>
                  <a:cubicBezTo>
                    <a:pt x="6471" y="26321"/>
                    <a:pt x="6907" y="25753"/>
                    <a:pt x="7330" y="25159"/>
                  </a:cubicBezTo>
                  <a:cubicBezTo>
                    <a:pt x="9482" y="22161"/>
                    <a:pt x="11437" y="19031"/>
                    <a:pt x="13207" y="15782"/>
                  </a:cubicBezTo>
                  <a:lnTo>
                    <a:pt x="13326" y="15558"/>
                  </a:lnTo>
                  <a:lnTo>
                    <a:pt x="13326" y="15518"/>
                  </a:lnTo>
                  <a:cubicBezTo>
                    <a:pt x="13880" y="11332"/>
                    <a:pt x="12639" y="4134"/>
                    <a:pt x="12084" y="1242"/>
                  </a:cubicBezTo>
                  <a:cubicBezTo>
                    <a:pt x="12071" y="1163"/>
                    <a:pt x="12058" y="1083"/>
                    <a:pt x="12044" y="1004"/>
                  </a:cubicBezTo>
                  <a:cubicBezTo>
                    <a:pt x="11912" y="370"/>
                    <a:pt x="11833" y="1"/>
                    <a:pt x="11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6"/>
            <p:cNvSpPr/>
            <p:nvPr/>
          </p:nvSpPr>
          <p:spPr>
            <a:xfrm>
              <a:off x="1025547" y="4179181"/>
              <a:ext cx="130361" cy="169313"/>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6"/>
            <p:cNvSpPr/>
            <p:nvPr/>
          </p:nvSpPr>
          <p:spPr>
            <a:xfrm>
              <a:off x="1582390" y="3576591"/>
              <a:ext cx="98114" cy="47859"/>
            </a:xfrm>
            <a:custGeom>
              <a:rect b="b" l="l" r="r" t="t"/>
              <a:pathLst>
                <a:path extrusionOk="0" h="941" w="1929">
                  <a:moveTo>
                    <a:pt x="159" y="1"/>
                  </a:moveTo>
                  <a:cubicBezTo>
                    <a:pt x="111" y="1"/>
                    <a:pt x="65" y="27"/>
                    <a:pt x="40" y="69"/>
                  </a:cubicBezTo>
                  <a:cubicBezTo>
                    <a:pt x="0" y="135"/>
                    <a:pt x="14" y="214"/>
                    <a:pt x="80" y="254"/>
                  </a:cubicBezTo>
                  <a:cubicBezTo>
                    <a:pt x="608" y="584"/>
                    <a:pt x="1202" y="821"/>
                    <a:pt x="1810" y="940"/>
                  </a:cubicBezTo>
                  <a:lnTo>
                    <a:pt x="1929" y="716"/>
                  </a:lnTo>
                  <a:lnTo>
                    <a:pt x="1929" y="676"/>
                  </a:lnTo>
                  <a:cubicBezTo>
                    <a:pt x="1334" y="557"/>
                    <a:pt x="753" y="346"/>
                    <a:pt x="238" y="29"/>
                  </a:cubicBezTo>
                  <a:cubicBezTo>
                    <a:pt x="214" y="10"/>
                    <a:pt x="186" y="1"/>
                    <a:pt x="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6"/>
            <p:cNvSpPr/>
            <p:nvPr/>
          </p:nvSpPr>
          <p:spPr>
            <a:xfrm>
              <a:off x="1051741" y="2942520"/>
              <a:ext cx="436655" cy="1296523"/>
            </a:xfrm>
            <a:custGeom>
              <a:rect b="b" l="l" r="r" t="t"/>
              <a:pathLst>
                <a:path extrusionOk="0" h="25492" w="8585">
                  <a:moveTo>
                    <a:pt x="6365" y="0"/>
                  </a:moveTo>
                  <a:cubicBezTo>
                    <a:pt x="6356" y="0"/>
                    <a:pt x="6348" y="1"/>
                    <a:pt x="6339" y="3"/>
                  </a:cubicBezTo>
                  <a:cubicBezTo>
                    <a:pt x="6287" y="3"/>
                    <a:pt x="6234" y="69"/>
                    <a:pt x="6247" y="135"/>
                  </a:cubicBezTo>
                  <a:cubicBezTo>
                    <a:pt x="6313" y="531"/>
                    <a:pt x="7832" y="9934"/>
                    <a:pt x="8334" y="11770"/>
                  </a:cubicBezTo>
                  <a:cubicBezTo>
                    <a:pt x="7990" y="12126"/>
                    <a:pt x="5824" y="14609"/>
                    <a:pt x="172" y="24989"/>
                  </a:cubicBezTo>
                  <a:lnTo>
                    <a:pt x="0" y="25293"/>
                  </a:lnTo>
                  <a:lnTo>
                    <a:pt x="159" y="25491"/>
                  </a:lnTo>
                  <a:cubicBezTo>
                    <a:pt x="211" y="25386"/>
                    <a:pt x="264" y="25293"/>
                    <a:pt x="317" y="25187"/>
                  </a:cubicBezTo>
                  <a:cubicBezTo>
                    <a:pt x="6405" y="14002"/>
                    <a:pt x="8518" y="11902"/>
                    <a:pt x="8532" y="11875"/>
                  </a:cubicBezTo>
                  <a:cubicBezTo>
                    <a:pt x="8571" y="11849"/>
                    <a:pt x="8584" y="11809"/>
                    <a:pt x="8571" y="11770"/>
                  </a:cubicBezTo>
                  <a:cubicBezTo>
                    <a:pt x="8096" y="10119"/>
                    <a:pt x="6498" y="188"/>
                    <a:pt x="6471" y="95"/>
                  </a:cubicBezTo>
                  <a:cubicBezTo>
                    <a:pt x="6471" y="38"/>
                    <a:pt x="6421"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6"/>
            <p:cNvSpPr/>
            <p:nvPr/>
          </p:nvSpPr>
          <p:spPr>
            <a:xfrm>
              <a:off x="1475575" y="2754577"/>
              <a:ext cx="141805" cy="131032"/>
            </a:xfrm>
            <a:custGeom>
              <a:rect b="b" l="l" r="r" t="t"/>
              <a:pathLst>
                <a:path extrusionOk="0" h="3490" w="2788">
                  <a:moveTo>
                    <a:pt x="131" y="0"/>
                  </a:moveTo>
                  <a:cubicBezTo>
                    <a:pt x="123" y="0"/>
                    <a:pt x="115" y="1"/>
                    <a:pt x="106" y="3"/>
                  </a:cubicBezTo>
                  <a:cubicBezTo>
                    <a:pt x="40" y="16"/>
                    <a:pt x="1" y="69"/>
                    <a:pt x="14" y="135"/>
                  </a:cubicBezTo>
                  <a:cubicBezTo>
                    <a:pt x="27" y="201"/>
                    <a:pt x="317" y="1693"/>
                    <a:pt x="1295" y="2684"/>
                  </a:cubicBezTo>
                  <a:cubicBezTo>
                    <a:pt x="1453" y="2842"/>
                    <a:pt x="1625" y="2987"/>
                    <a:pt x="1810" y="3106"/>
                  </a:cubicBezTo>
                  <a:cubicBezTo>
                    <a:pt x="1995" y="3225"/>
                    <a:pt x="2180" y="3317"/>
                    <a:pt x="2391" y="3383"/>
                  </a:cubicBezTo>
                  <a:cubicBezTo>
                    <a:pt x="2523" y="3423"/>
                    <a:pt x="2655" y="3463"/>
                    <a:pt x="2787" y="3489"/>
                  </a:cubicBezTo>
                  <a:cubicBezTo>
                    <a:pt x="2774" y="3397"/>
                    <a:pt x="2747" y="3317"/>
                    <a:pt x="2734" y="3251"/>
                  </a:cubicBezTo>
                  <a:cubicBezTo>
                    <a:pt x="2655" y="3225"/>
                    <a:pt x="2576" y="3199"/>
                    <a:pt x="2483" y="3185"/>
                  </a:cubicBezTo>
                  <a:cubicBezTo>
                    <a:pt x="2298" y="3119"/>
                    <a:pt x="2100" y="3027"/>
                    <a:pt x="1929" y="2908"/>
                  </a:cubicBezTo>
                  <a:cubicBezTo>
                    <a:pt x="1783" y="2816"/>
                    <a:pt x="1651" y="2710"/>
                    <a:pt x="1532" y="2591"/>
                  </a:cubicBezTo>
                  <a:cubicBezTo>
                    <a:pt x="542" y="1653"/>
                    <a:pt x="238" y="108"/>
                    <a:pt x="238" y="95"/>
                  </a:cubicBezTo>
                  <a:cubicBezTo>
                    <a:pt x="227" y="38"/>
                    <a:pt x="185" y="0"/>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6"/>
            <p:cNvSpPr/>
            <p:nvPr/>
          </p:nvSpPr>
          <p:spPr>
            <a:xfrm>
              <a:off x="1163232" y="4441161"/>
              <a:ext cx="133718" cy="95413"/>
            </a:xfrm>
            <a:custGeom>
              <a:rect b="b" l="l" r="r" t="t"/>
              <a:pathLst>
                <a:path extrusionOk="0" h="1876" w="2629">
                  <a:moveTo>
                    <a:pt x="2629" y="0"/>
                  </a:moveTo>
                  <a:lnTo>
                    <a:pt x="0" y="93"/>
                  </a:lnTo>
                  <a:lnTo>
                    <a:pt x="225" y="1876"/>
                  </a:lnTo>
                  <a:lnTo>
                    <a:pt x="2497" y="1876"/>
                  </a:lnTo>
                  <a:lnTo>
                    <a:pt x="2629"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6"/>
            <p:cNvSpPr/>
            <p:nvPr/>
          </p:nvSpPr>
          <p:spPr>
            <a:xfrm>
              <a:off x="1120253" y="4386740"/>
              <a:ext cx="188802" cy="16173"/>
            </a:xfrm>
            <a:custGeom>
              <a:rect b="b" l="l" r="r" t="t"/>
              <a:pathLst>
                <a:path extrusionOk="0" h="318" w="3712">
                  <a:moveTo>
                    <a:pt x="0" y="1"/>
                  </a:moveTo>
                  <a:lnTo>
                    <a:pt x="79" y="318"/>
                  </a:lnTo>
                  <a:lnTo>
                    <a:pt x="3711" y="318"/>
                  </a:lnTo>
                  <a:lnTo>
                    <a:pt x="37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6"/>
            <p:cNvSpPr/>
            <p:nvPr/>
          </p:nvSpPr>
          <p:spPr>
            <a:xfrm>
              <a:off x="1160536" y="3561944"/>
              <a:ext cx="148518" cy="21514"/>
            </a:xfrm>
            <a:custGeom>
              <a:rect b="b" l="l" r="r" t="t"/>
              <a:pathLst>
                <a:path extrusionOk="0" h="423" w="2920">
                  <a:moveTo>
                    <a:pt x="2919" y="0"/>
                  </a:moveTo>
                  <a:cubicBezTo>
                    <a:pt x="2543" y="102"/>
                    <a:pt x="2095" y="136"/>
                    <a:pt x="1671" y="136"/>
                  </a:cubicBezTo>
                  <a:cubicBezTo>
                    <a:pt x="891" y="136"/>
                    <a:pt x="194" y="22"/>
                    <a:pt x="186" y="13"/>
                  </a:cubicBezTo>
                  <a:cubicBezTo>
                    <a:pt x="177" y="12"/>
                    <a:pt x="169" y="11"/>
                    <a:pt x="161" y="11"/>
                  </a:cubicBezTo>
                  <a:cubicBezTo>
                    <a:pt x="91" y="11"/>
                    <a:pt x="26" y="61"/>
                    <a:pt x="14" y="132"/>
                  </a:cubicBezTo>
                  <a:cubicBezTo>
                    <a:pt x="1" y="211"/>
                    <a:pt x="53" y="291"/>
                    <a:pt x="133" y="304"/>
                  </a:cubicBezTo>
                  <a:cubicBezTo>
                    <a:pt x="635" y="383"/>
                    <a:pt x="1136" y="423"/>
                    <a:pt x="1651" y="423"/>
                  </a:cubicBezTo>
                  <a:cubicBezTo>
                    <a:pt x="2074" y="423"/>
                    <a:pt x="2497" y="383"/>
                    <a:pt x="2919" y="291"/>
                  </a:cubicBezTo>
                  <a:lnTo>
                    <a:pt x="2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6"/>
            <p:cNvSpPr/>
            <p:nvPr/>
          </p:nvSpPr>
          <p:spPr>
            <a:xfrm>
              <a:off x="1071221" y="4489528"/>
              <a:ext cx="263366" cy="229073"/>
            </a:xfrm>
            <a:custGeom>
              <a:rect b="b" l="l" r="r" t="t"/>
              <a:pathLst>
                <a:path extrusionOk="0" h="4504" w="5178">
                  <a:moveTo>
                    <a:pt x="3170" y="0"/>
                  </a:moveTo>
                  <a:cubicBezTo>
                    <a:pt x="2259" y="0"/>
                    <a:pt x="2100" y="172"/>
                    <a:pt x="1942" y="528"/>
                  </a:cubicBezTo>
                  <a:cubicBezTo>
                    <a:pt x="1915" y="568"/>
                    <a:pt x="1743" y="1149"/>
                    <a:pt x="1717" y="1189"/>
                  </a:cubicBezTo>
                  <a:cubicBezTo>
                    <a:pt x="1519" y="1532"/>
                    <a:pt x="1902" y="1374"/>
                    <a:pt x="938" y="2113"/>
                  </a:cubicBezTo>
                  <a:cubicBezTo>
                    <a:pt x="225" y="2668"/>
                    <a:pt x="53" y="3487"/>
                    <a:pt x="13" y="4015"/>
                  </a:cubicBezTo>
                  <a:cubicBezTo>
                    <a:pt x="0" y="4173"/>
                    <a:pt x="0" y="4345"/>
                    <a:pt x="13" y="4504"/>
                  </a:cubicBezTo>
                  <a:lnTo>
                    <a:pt x="5138" y="4504"/>
                  </a:lnTo>
                  <a:cubicBezTo>
                    <a:pt x="5138" y="4504"/>
                    <a:pt x="5151" y="4411"/>
                    <a:pt x="5151" y="4253"/>
                  </a:cubicBezTo>
                  <a:cubicBezTo>
                    <a:pt x="5164" y="4187"/>
                    <a:pt x="5164" y="4107"/>
                    <a:pt x="5164" y="4015"/>
                  </a:cubicBezTo>
                  <a:lnTo>
                    <a:pt x="5164" y="3962"/>
                  </a:lnTo>
                  <a:cubicBezTo>
                    <a:pt x="5177" y="3658"/>
                    <a:pt x="5151" y="3355"/>
                    <a:pt x="5111" y="3051"/>
                  </a:cubicBezTo>
                  <a:cubicBezTo>
                    <a:pt x="5071" y="2760"/>
                    <a:pt x="4992" y="2391"/>
                    <a:pt x="4926" y="2034"/>
                  </a:cubicBezTo>
                  <a:cubicBezTo>
                    <a:pt x="4887" y="1889"/>
                    <a:pt x="4860" y="1757"/>
                    <a:pt x="4834" y="1625"/>
                  </a:cubicBezTo>
                  <a:cubicBezTo>
                    <a:pt x="4781" y="1387"/>
                    <a:pt x="4715" y="1136"/>
                    <a:pt x="4622" y="911"/>
                  </a:cubicBezTo>
                  <a:cubicBezTo>
                    <a:pt x="4490" y="595"/>
                    <a:pt x="4385" y="0"/>
                    <a:pt x="31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6"/>
            <p:cNvSpPr/>
            <p:nvPr/>
          </p:nvSpPr>
          <p:spPr>
            <a:xfrm>
              <a:off x="1290184" y="4572125"/>
              <a:ext cx="43691" cy="133711"/>
            </a:xfrm>
            <a:custGeom>
              <a:rect b="b" l="l" r="r" t="t"/>
              <a:pathLst>
                <a:path extrusionOk="0" h="2629" w="859">
                  <a:moveTo>
                    <a:pt x="516" y="1"/>
                  </a:moveTo>
                  <a:cubicBezTo>
                    <a:pt x="489" y="53"/>
                    <a:pt x="1" y="1084"/>
                    <a:pt x="317" y="1942"/>
                  </a:cubicBezTo>
                  <a:cubicBezTo>
                    <a:pt x="423" y="2219"/>
                    <a:pt x="608" y="2470"/>
                    <a:pt x="846" y="2629"/>
                  </a:cubicBezTo>
                  <a:cubicBezTo>
                    <a:pt x="859" y="2563"/>
                    <a:pt x="859" y="2483"/>
                    <a:pt x="859" y="2391"/>
                  </a:cubicBezTo>
                  <a:lnTo>
                    <a:pt x="859" y="2338"/>
                  </a:lnTo>
                  <a:cubicBezTo>
                    <a:pt x="714" y="2206"/>
                    <a:pt x="608" y="2034"/>
                    <a:pt x="542" y="1863"/>
                  </a:cubicBezTo>
                  <a:cubicBezTo>
                    <a:pt x="357" y="1361"/>
                    <a:pt x="502" y="767"/>
                    <a:pt x="608" y="410"/>
                  </a:cubicBezTo>
                  <a:cubicBezTo>
                    <a:pt x="582" y="278"/>
                    <a:pt x="555" y="133"/>
                    <a:pt x="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6"/>
            <p:cNvSpPr/>
            <p:nvPr/>
          </p:nvSpPr>
          <p:spPr>
            <a:xfrm>
              <a:off x="1166334" y="4551985"/>
              <a:ext cx="82906" cy="19530"/>
            </a:xfrm>
            <a:custGeom>
              <a:rect b="b" l="l" r="r" t="t"/>
              <a:pathLst>
                <a:path extrusionOk="0" h="384" w="1630">
                  <a:moveTo>
                    <a:pt x="794" y="0"/>
                  </a:moveTo>
                  <a:cubicBezTo>
                    <a:pt x="585" y="0"/>
                    <a:pt x="374" y="23"/>
                    <a:pt x="164" y="66"/>
                  </a:cubicBezTo>
                  <a:cubicBezTo>
                    <a:pt x="1" y="129"/>
                    <a:pt x="64" y="359"/>
                    <a:pt x="218" y="359"/>
                  </a:cubicBezTo>
                  <a:cubicBezTo>
                    <a:pt x="226" y="359"/>
                    <a:pt x="235" y="358"/>
                    <a:pt x="243" y="357"/>
                  </a:cubicBezTo>
                  <a:cubicBezTo>
                    <a:pt x="422" y="315"/>
                    <a:pt x="600" y="295"/>
                    <a:pt x="778" y="295"/>
                  </a:cubicBezTo>
                  <a:cubicBezTo>
                    <a:pt x="996" y="295"/>
                    <a:pt x="1214" y="325"/>
                    <a:pt x="1432" y="383"/>
                  </a:cubicBezTo>
                  <a:lnTo>
                    <a:pt x="1471" y="383"/>
                  </a:lnTo>
                  <a:cubicBezTo>
                    <a:pt x="1537" y="383"/>
                    <a:pt x="1590" y="331"/>
                    <a:pt x="1604" y="278"/>
                  </a:cubicBezTo>
                  <a:cubicBezTo>
                    <a:pt x="1630" y="199"/>
                    <a:pt x="1577" y="119"/>
                    <a:pt x="1498" y="93"/>
                  </a:cubicBezTo>
                  <a:cubicBezTo>
                    <a:pt x="1266" y="30"/>
                    <a:pt x="1031" y="0"/>
                    <a:pt x="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6"/>
            <p:cNvSpPr/>
            <p:nvPr/>
          </p:nvSpPr>
          <p:spPr>
            <a:xfrm>
              <a:off x="1172082" y="4523401"/>
              <a:ext cx="83211" cy="19225"/>
            </a:xfrm>
            <a:custGeom>
              <a:rect b="b" l="l" r="r" t="t"/>
              <a:pathLst>
                <a:path extrusionOk="0" h="378" w="1636">
                  <a:moveTo>
                    <a:pt x="795" y="1"/>
                  </a:moveTo>
                  <a:cubicBezTo>
                    <a:pt x="584" y="1"/>
                    <a:pt x="374" y="24"/>
                    <a:pt x="170" y="74"/>
                  </a:cubicBezTo>
                  <a:cubicBezTo>
                    <a:pt x="1" y="122"/>
                    <a:pt x="52" y="358"/>
                    <a:pt x="204" y="358"/>
                  </a:cubicBezTo>
                  <a:cubicBezTo>
                    <a:pt x="218" y="358"/>
                    <a:pt x="233" y="356"/>
                    <a:pt x="249" y="351"/>
                  </a:cubicBezTo>
                  <a:cubicBezTo>
                    <a:pt x="421" y="309"/>
                    <a:pt x="599" y="289"/>
                    <a:pt x="779" y="289"/>
                  </a:cubicBezTo>
                  <a:cubicBezTo>
                    <a:pt x="998" y="289"/>
                    <a:pt x="1220" y="319"/>
                    <a:pt x="1438" y="378"/>
                  </a:cubicBezTo>
                  <a:lnTo>
                    <a:pt x="1464" y="378"/>
                  </a:lnTo>
                  <a:cubicBezTo>
                    <a:pt x="1530" y="378"/>
                    <a:pt x="1596" y="338"/>
                    <a:pt x="1609" y="272"/>
                  </a:cubicBezTo>
                  <a:cubicBezTo>
                    <a:pt x="1636" y="193"/>
                    <a:pt x="1583" y="113"/>
                    <a:pt x="1504" y="87"/>
                  </a:cubicBezTo>
                  <a:cubicBezTo>
                    <a:pt x="1272" y="31"/>
                    <a:pt x="1033" y="1"/>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6"/>
            <p:cNvSpPr/>
            <p:nvPr/>
          </p:nvSpPr>
          <p:spPr>
            <a:xfrm>
              <a:off x="1155602" y="4575482"/>
              <a:ext cx="84940" cy="19530"/>
            </a:xfrm>
            <a:custGeom>
              <a:rect b="b" l="l" r="r" t="t"/>
              <a:pathLst>
                <a:path extrusionOk="0" h="384" w="1670">
                  <a:moveTo>
                    <a:pt x="788" y="0"/>
                  </a:moveTo>
                  <a:cubicBezTo>
                    <a:pt x="578" y="0"/>
                    <a:pt x="368" y="23"/>
                    <a:pt x="164" y="67"/>
                  </a:cubicBezTo>
                  <a:cubicBezTo>
                    <a:pt x="1" y="129"/>
                    <a:pt x="52" y="359"/>
                    <a:pt x="205" y="359"/>
                  </a:cubicBezTo>
                  <a:cubicBezTo>
                    <a:pt x="213" y="359"/>
                    <a:pt x="221" y="359"/>
                    <a:pt x="230" y="357"/>
                  </a:cubicBezTo>
                  <a:cubicBezTo>
                    <a:pt x="408" y="316"/>
                    <a:pt x="589" y="295"/>
                    <a:pt x="769" y="295"/>
                  </a:cubicBezTo>
                  <a:cubicBezTo>
                    <a:pt x="989" y="295"/>
                    <a:pt x="1208" y="326"/>
                    <a:pt x="1418" y="384"/>
                  </a:cubicBezTo>
                  <a:lnTo>
                    <a:pt x="1458" y="384"/>
                  </a:lnTo>
                  <a:cubicBezTo>
                    <a:pt x="1630" y="384"/>
                    <a:pt x="1669" y="133"/>
                    <a:pt x="1498" y="93"/>
                  </a:cubicBezTo>
                  <a:cubicBezTo>
                    <a:pt x="1266" y="30"/>
                    <a:pt x="1027"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6"/>
            <p:cNvSpPr/>
            <p:nvPr/>
          </p:nvSpPr>
          <p:spPr>
            <a:xfrm>
              <a:off x="1144413" y="4602336"/>
              <a:ext cx="81990" cy="19530"/>
            </a:xfrm>
            <a:custGeom>
              <a:rect b="b" l="l" r="r" t="t"/>
              <a:pathLst>
                <a:path extrusionOk="0" h="384" w="1612">
                  <a:moveTo>
                    <a:pt x="749" y="1"/>
                  </a:moveTo>
                  <a:cubicBezTo>
                    <a:pt x="540" y="1"/>
                    <a:pt x="330" y="24"/>
                    <a:pt x="120" y="67"/>
                  </a:cubicBezTo>
                  <a:cubicBezTo>
                    <a:pt x="40" y="93"/>
                    <a:pt x="1" y="173"/>
                    <a:pt x="14" y="252"/>
                  </a:cubicBezTo>
                  <a:cubicBezTo>
                    <a:pt x="37" y="321"/>
                    <a:pt x="100" y="360"/>
                    <a:pt x="169" y="360"/>
                  </a:cubicBezTo>
                  <a:cubicBezTo>
                    <a:pt x="179" y="360"/>
                    <a:pt x="189" y="359"/>
                    <a:pt x="199" y="357"/>
                  </a:cubicBezTo>
                  <a:cubicBezTo>
                    <a:pt x="383" y="315"/>
                    <a:pt x="567" y="294"/>
                    <a:pt x="751" y="294"/>
                  </a:cubicBezTo>
                  <a:cubicBezTo>
                    <a:pt x="963" y="294"/>
                    <a:pt x="1175" y="321"/>
                    <a:pt x="1387" y="371"/>
                  </a:cubicBezTo>
                  <a:lnTo>
                    <a:pt x="1427" y="371"/>
                  </a:lnTo>
                  <a:lnTo>
                    <a:pt x="1427" y="384"/>
                  </a:lnTo>
                  <a:cubicBezTo>
                    <a:pt x="1585" y="371"/>
                    <a:pt x="1612" y="146"/>
                    <a:pt x="1453" y="93"/>
                  </a:cubicBezTo>
                  <a:cubicBezTo>
                    <a:pt x="1222" y="30"/>
                    <a:pt x="987" y="1"/>
                    <a:pt x="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6"/>
            <p:cNvSpPr/>
            <p:nvPr/>
          </p:nvSpPr>
          <p:spPr>
            <a:xfrm>
              <a:off x="1521253" y="1950699"/>
              <a:ext cx="22888" cy="311568"/>
            </a:xfrm>
            <a:custGeom>
              <a:rect b="b" l="l" r="r" t="t"/>
              <a:pathLst>
                <a:path extrusionOk="0" h="6126" w="450">
                  <a:moveTo>
                    <a:pt x="106" y="1"/>
                  </a:moveTo>
                  <a:cubicBezTo>
                    <a:pt x="57" y="1"/>
                    <a:pt x="7" y="31"/>
                    <a:pt x="1" y="90"/>
                  </a:cubicBezTo>
                  <a:cubicBezTo>
                    <a:pt x="1" y="130"/>
                    <a:pt x="1" y="4052"/>
                    <a:pt x="225" y="6020"/>
                  </a:cubicBezTo>
                  <a:cubicBezTo>
                    <a:pt x="225" y="6086"/>
                    <a:pt x="278" y="6126"/>
                    <a:pt x="331" y="6126"/>
                  </a:cubicBezTo>
                  <a:lnTo>
                    <a:pt x="344" y="6126"/>
                  </a:lnTo>
                  <a:cubicBezTo>
                    <a:pt x="397" y="6112"/>
                    <a:pt x="450" y="6059"/>
                    <a:pt x="436" y="6007"/>
                  </a:cubicBezTo>
                  <a:cubicBezTo>
                    <a:pt x="212" y="4039"/>
                    <a:pt x="212" y="130"/>
                    <a:pt x="212" y="90"/>
                  </a:cubicBezTo>
                  <a:cubicBezTo>
                    <a:pt x="205" y="31"/>
                    <a:pt x="156" y="1"/>
                    <a:pt x="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6"/>
            <p:cNvSpPr/>
            <p:nvPr/>
          </p:nvSpPr>
          <p:spPr>
            <a:xfrm>
              <a:off x="1339216" y="1885395"/>
              <a:ext cx="151214" cy="151919"/>
            </a:xfrm>
            <a:custGeom>
              <a:rect b="b" l="l" r="r" t="t"/>
              <a:pathLst>
                <a:path extrusionOk="0" h="2987" w="2973">
                  <a:moveTo>
                    <a:pt x="2523" y="212"/>
                  </a:moveTo>
                  <a:cubicBezTo>
                    <a:pt x="2563" y="569"/>
                    <a:pt x="2668" y="1889"/>
                    <a:pt x="2153" y="2483"/>
                  </a:cubicBezTo>
                  <a:cubicBezTo>
                    <a:pt x="1975" y="2682"/>
                    <a:pt x="1734" y="2781"/>
                    <a:pt x="1493" y="2781"/>
                  </a:cubicBezTo>
                  <a:cubicBezTo>
                    <a:pt x="1252" y="2781"/>
                    <a:pt x="1011" y="2682"/>
                    <a:pt x="833" y="2483"/>
                  </a:cubicBezTo>
                  <a:cubicBezTo>
                    <a:pt x="318" y="1889"/>
                    <a:pt x="436" y="569"/>
                    <a:pt x="476" y="212"/>
                  </a:cubicBezTo>
                  <a:close/>
                  <a:moveTo>
                    <a:pt x="370" y="1"/>
                  </a:moveTo>
                  <a:cubicBezTo>
                    <a:pt x="318" y="1"/>
                    <a:pt x="278" y="40"/>
                    <a:pt x="265" y="93"/>
                  </a:cubicBezTo>
                  <a:cubicBezTo>
                    <a:pt x="252" y="159"/>
                    <a:pt x="1" y="1863"/>
                    <a:pt x="661" y="2629"/>
                  </a:cubicBezTo>
                  <a:cubicBezTo>
                    <a:pt x="863" y="2856"/>
                    <a:pt x="1148" y="2986"/>
                    <a:pt x="1450" y="2986"/>
                  </a:cubicBezTo>
                  <a:cubicBezTo>
                    <a:pt x="1464" y="2986"/>
                    <a:pt x="1478" y="2986"/>
                    <a:pt x="1493" y="2985"/>
                  </a:cubicBezTo>
                  <a:cubicBezTo>
                    <a:pt x="1507" y="2986"/>
                    <a:pt x="1522" y="2986"/>
                    <a:pt x="1536" y="2986"/>
                  </a:cubicBezTo>
                  <a:cubicBezTo>
                    <a:pt x="1836" y="2986"/>
                    <a:pt x="2110" y="2856"/>
                    <a:pt x="2312" y="2629"/>
                  </a:cubicBezTo>
                  <a:cubicBezTo>
                    <a:pt x="2972" y="1863"/>
                    <a:pt x="2721" y="159"/>
                    <a:pt x="2708" y="93"/>
                  </a:cubicBezTo>
                  <a:cubicBezTo>
                    <a:pt x="2708" y="40"/>
                    <a:pt x="2655" y="1"/>
                    <a:pt x="2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6"/>
            <p:cNvSpPr/>
            <p:nvPr/>
          </p:nvSpPr>
          <p:spPr>
            <a:xfrm>
              <a:off x="1170607" y="1485076"/>
              <a:ext cx="172017" cy="178163"/>
            </a:xfrm>
            <a:custGeom>
              <a:rect b="b" l="l" r="r" t="t"/>
              <a:pathLst>
                <a:path extrusionOk="0" h="3503" w="3382">
                  <a:moveTo>
                    <a:pt x="1" y="1"/>
                  </a:moveTo>
                  <a:lnTo>
                    <a:pt x="1" y="2946"/>
                  </a:lnTo>
                  <a:cubicBezTo>
                    <a:pt x="1" y="2946"/>
                    <a:pt x="805" y="3502"/>
                    <a:pt x="1807" y="3502"/>
                  </a:cubicBezTo>
                  <a:cubicBezTo>
                    <a:pt x="2212" y="3502"/>
                    <a:pt x="2649" y="3411"/>
                    <a:pt x="3078" y="3157"/>
                  </a:cubicBezTo>
                  <a:cubicBezTo>
                    <a:pt x="3184" y="3091"/>
                    <a:pt x="3276" y="3025"/>
                    <a:pt x="3382" y="2946"/>
                  </a:cubicBezTo>
                  <a:lnTo>
                    <a:pt x="3382" y="2100"/>
                  </a:lnTo>
                  <a:lnTo>
                    <a:pt x="2972" y="1850"/>
                  </a:lnTo>
                  <a:lnTo>
                    <a:pt x="1" y="1"/>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6"/>
            <p:cNvSpPr/>
            <p:nvPr/>
          </p:nvSpPr>
          <p:spPr>
            <a:xfrm>
              <a:off x="1216281" y="1553584"/>
              <a:ext cx="126342" cy="92057"/>
            </a:xfrm>
            <a:custGeom>
              <a:rect b="b" l="l" r="r" t="t"/>
              <a:pathLst>
                <a:path extrusionOk="0" h="1810" w="2484">
                  <a:moveTo>
                    <a:pt x="1" y="1"/>
                  </a:moveTo>
                  <a:cubicBezTo>
                    <a:pt x="1" y="1"/>
                    <a:pt x="925" y="1321"/>
                    <a:pt x="2180" y="1810"/>
                  </a:cubicBezTo>
                  <a:cubicBezTo>
                    <a:pt x="2286" y="1744"/>
                    <a:pt x="2378" y="1678"/>
                    <a:pt x="2484" y="1599"/>
                  </a:cubicBezTo>
                  <a:lnTo>
                    <a:pt x="2484" y="727"/>
                  </a:lnTo>
                  <a:lnTo>
                    <a:pt x="2074" y="516"/>
                  </a:lnTo>
                  <a:lnTo>
                    <a:pt x="1" y="1"/>
                  </a:ln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6"/>
            <p:cNvSpPr/>
            <p:nvPr/>
          </p:nvSpPr>
          <p:spPr>
            <a:xfrm>
              <a:off x="1106825" y="1591220"/>
              <a:ext cx="163269" cy="175365"/>
            </a:xfrm>
            <a:custGeom>
              <a:rect b="b" l="l" r="r" t="t"/>
              <a:pathLst>
                <a:path extrusionOk="0" h="3448" w="3210">
                  <a:moveTo>
                    <a:pt x="1268" y="0"/>
                  </a:moveTo>
                  <a:cubicBezTo>
                    <a:pt x="621" y="145"/>
                    <a:pt x="132" y="661"/>
                    <a:pt x="0" y="1308"/>
                  </a:cubicBezTo>
                  <a:cubicBezTo>
                    <a:pt x="964" y="2311"/>
                    <a:pt x="1823" y="3196"/>
                    <a:pt x="3209" y="3447"/>
                  </a:cubicBezTo>
                  <a:lnTo>
                    <a:pt x="3209" y="1427"/>
                  </a:lnTo>
                  <a:cubicBezTo>
                    <a:pt x="2417" y="1189"/>
                    <a:pt x="1730" y="687"/>
                    <a:pt x="12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6"/>
            <p:cNvSpPr/>
            <p:nvPr/>
          </p:nvSpPr>
          <p:spPr>
            <a:xfrm>
              <a:off x="1270043" y="1605970"/>
              <a:ext cx="136413" cy="160616"/>
            </a:xfrm>
            <a:custGeom>
              <a:rect b="b" l="l" r="r" t="t"/>
              <a:pathLst>
                <a:path extrusionOk="0" h="3158" w="2682">
                  <a:moveTo>
                    <a:pt x="1453" y="1"/>
                  </a:moveTo>
                  <a:cubicBezTo>
                    <a:pt x="740" y="1110"/>
                    <a:pt x="0" y="1137"/>
                    <a:pt x="0" y="1137"/>
                  </a:cubicBezTo>
                  <a:lnTo>
                    <a:pt x="0" y="3157"/>
                  </a:lnTo>
                  <a:cubicBezTo>
                    <a:pt x="1308" y="2827"/>
                    <a:pt x="1796" y="2418"/>
                    <a:pt x="2681" y="1321"/>
                  </a:cubicBezTo>
                  <a:cubicBezTo>
                    <a:pt x="2338" y="199"/>
                    <a:pt x="1453" y="1"/>
                    <a:pt x="14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6"/>
            <p:cNvSpPr/>
            <p:nvPr/>
          </p:nvSpPr>
          <p:spPr>
            <a:xfrm>
              <a:off x="1190087" y="1794711"/>
              <a:ext cx="179392" cy="808115"/>
            </a:xfrm>
            <a:custGeom>
              <a:rect b="b" l="l" r="r" t="t"/>
              <a:pathLst>
                <a:path extrusionOk="0" h="15889" w="3527">
                  <a:moveTo>
                    <a:pt x="1929" y="1"/>
                  </a:moveTo>
                  <a:lnTo>
                    <a:pt x="1229" y="27"/>
                  </a:lnTo>
                  <a:lnTo>
                    <a:pt x="1123" y="978"/>
                  </a:lnTo>
                  <a:lnTo>
                    <a:pt x="1084" y="1387"/>
                  </a:lnTo>
                  <a:lnTo>
                    <a:pt x="991" y="2312"/>
                  </a:lnTo>
                  <a:lnTo>
                    <a:pt x="952" y="2721"/>
                  </a:lnTo>
                  <a:lnTo>
                    <a:pt x="859" y="3646"/>
                  </a:lnTo>
                  <a:lnTo>
                    <a:pt x="820" y="4055"/>
                  </a:lnTo>
                  <a:lnTo>
                    <a:pt x="714" y="4980"/>
                  </a:lnTo>
                  <a:lnTo>
                    <a:pt x="674" y="5376"/>
                  </a:lnTo>
                  <a:lnTo>
                    <a:pt x="582" y="6300"/>
                  </a:lnTo>
                  <a:lnTo>
                    <a:pt x="542" y="6710"/>
                  </a:lnTo>
                  <a:lnTo>
                    <a:pt x="450" y="7634"/>
                  </a:lnTo>
                  <a:lnTo>
                    <a:pt x="410" y="8044"/>
                  </a:lnTo>
                  <a:lnTo>
                    <a:pt x="318" y="8968"/>
                  </a:lnTo>
                  <a:lnTo>
                    <a:pt x="278" y="9377"/>
                  </a:lnTo>
                  <a:lnTo>
                    <a:pt x="172" y="10302"/>
                  </a:lnTo>
                  <a:lnTo>
                    <a:pt x="133" y="10698"/>
                  </a:lnTo>
                  <a:lnTo>
                    <a:pt x="40" y="11622"/>
                  </a:lnTo>
                  <a:lnTo>
                    <a:pt x="1" y="12032"/>
                  </a:lnTo>
                  <a:lnTo>
                    <a:pt x="1" y="12085"/>
                  </a:lnTo>
                  <a:lnTo>
                    <a:pt x="265" y="12600"/>
                  </a:lnTo>
                  <a:lnTo>
                    <a:pt x="384" y="12837"/>
                  </a:lnTo>
                  <a:lnTo>
                    <a:pt x="384" y="12851"/>
                  </a:lnTo>
                  <a:lnTo>
                    <a:pt x="674" y="13392"/>
                  </a:lnTo>
                  <a:lnTo>
                    <a:pt x="793" y="13630"/>
                  </a:lnTo>
                  <a:lnTo>
                    <a:pt x="1084" y="14171"/>
                  </a:lnTo>
                  <a:lnTo>
                    <a:pt x="1203" y="14422"/>
                  </a:lnTo>
                  <a:lnTo>
                    <a:pt x="1480" y="14964"/>
                  </a:lnTo>
                  <a:lnTo>
                    <a:pt x="1612" y="15201"/>
                  </a:lnTo>
                  <a:lnTo>
                    <a:pt x="1969" y="15888"/>
                  </a:lnTo>
                  <a:lnTo>
                    <a:pt x="2695" y="14119"/>
                  </a:lnTo>
                  <a:lnTo>
                    <a:pt x="2946" y="13498"/>
                  </a:lnTo>
                  <a:lnTo>
                    <a:pt x="3527" y="12111"/>
                  </a:lnTo>
                  <a:lnTo>
                    <a:pt x="3527" y="12098"/>
                  </a:lnTo>
                  <a:lnTo>
                    <a:pt x="3487" y="11768"/>
                  </a:lnTo>
                  <a:lnTo>
                    <a:pt x="3382" y="11041"/>
                  </a:lnTo>
                  <a:lnTo>
                    <a:pt x="3342" y="10711"/>
                  </a:lnTo>
                  <a:lnTo>
                    <a:pt x="3250" y="9985"/>
                  </a:lnTo>
                  <a:lnTo>
                    <a:pt x="3197" y="9668"/>
                  </a:lnTo>
                  <a:lnTo>
                    <a:pt x="3104" y="8928"/>
                  </a:lnTo>
                  <a:lnTo>
                    <a:pt x="3065" y="8611"/>
                  </a:lnTo>
                  <a:lnTo>
                    <a:pt x="2972" y="7872"/>
                  </a:lnTo>
                  <a:lnTo>
                    <a:pt x="2919" y="7555"/>
                  </a:lnTo>
                  <a:lnTo>
                    <a:pt x="2827" y="6815"/>
                  </a:lnTo>
                  <a:lnTo>
                    <a:pt x="2787" y="6498"/>
                  </a:lnTo>
                  <a:lnTo>
                    <a:pt x="2695" y="5759"/>
                  </a:lnTo>
                  <a:lnTo>
                    <a:pt x="2642" y="5442"/>
                  </a:lnTo>
                  <a:lnTo>
                    <a:pt x="2550" y="4702"/>
                  </a:lnTo>
                  <a:lnTo>
                    <a:pt x="2510" y="4385"/>
                  </a:lnTo>
                  <a:lnTo>
                    <a:pt x="2404" y="3646"/>
                  </a:lnTo>
                  <a:lnTo>
                    <a:pt x="2365" y="3329"/>
                  </a:lnTo>
                  <a:lnTo>
                    <a:pt x="2272" y="2589"/>
                  </a:lnTo>
                  <a:lnTo>
                    <a:pt x="2233" y="2272"/>
                  </a:lnTo>
                  <a:lnTo>
                    <a:pt x="2127" y="1546"/>
                  </a:lnTo>
                  <a:lnTo>
                    <a:pt x="2087" y="1216"/>
                  </a:lnTo>
                  <a:lnTo>
                    <a:pt x="1995" y="489"/>
                  </a:lnTo>
                  <a:lnTo>
                    <a:pt x="1955" y="159"/>
                  </a:lnTo>
                  <a:lnTo>
                    <a:pt x="19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6"/>
            <p:cNvSpPr/>
            <p:nvPr/>
          </p:nvSpPr>
          <p:spPr>
            <a:xfrm>
              <a:off x="1245171" y="1802798"/>
              <a:ext cx="46387" cy="62507"/>
            </a:xfrm>
            <a:custGeom>
              <a:rect b="b" l="l" r="r" t="t"/>
              <a:pathLst>
                <a:path extrusionOk="0" h="1229" w="912">
                  <a:moveTo>
                    <a:pt x="872" y="0"/>
                  </a:moveTo>
                  <a:lnTo>
                    <a:pt x="40" y="819"/>
                  </a:lnTo>
                  <a:lnTo>
                    <a:pt x="1" y="1228"/>
                  </a:lnTo>
                  <a:lnTo>
                    <a:pt x="912" y="330"/>
                  </a:lnTo>
                  <a:lnTo>
                    <a:pt x="8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6"/>
            <p:cNvSpPr/>
            <p:nvPr/>
          </p:nvSpPr>
          <p:spPr>
            <a:xfrm>
              <a:off x="1238457" y="1856506"/>
              <a:ext cx="59814" cy="76646"/>
            </a:xfrm>
            <a:custGeom>
              <a:rect b="b" l="l" r="r" t="t"/>
              <a:pathLst>
                <a:path extrusionOk="0" h="1507" w="1176">
                  <a:moveTo>
                    <a:pt x="1136" y="1"/>
                  </a:moveTo>
                  <a:lnTo>
                    <a:pt x="40" y="1097"/>
                  </a:lnTo>
                  <a:lnTo>
                    <a:pt x="1" y="1506"/>
                  </a:lnTo>
                  <a:lnTo>
                    <a:pt x="1176" y="331"/>
                  </a:lnTo>
                  <a:lnTo>
                    <a:pt x="11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6"/>
            <p:cNvSpPr/>
            <p:nvPr/>
          </p:nvSpPr>
          <p:spPr>
            <a:xfrm>
              <a:off x="1231743" y="1910265"/>
              <a:ext cx="73954" cy="90734"/>
            </a:xfrm>
            <a:custGeom>
              <a:rect b="b" l="l" r="r" t="t"/>
              <a:pathLst>
                <a:path extrusionOk="0" h="1784" w="1454">
                  <a:moveTo>
                    <a:pt x="1414" y="0"/>
                  </a:moveTo>
                  <a:lnTo>
                    <a:pt x="40" y="1374"/>
                  </a:lnTo>
                  <a:lnTo>
                    <a:pt x="1" y="1783"/>
                  </a:lnTo>
                  <a:lnTo>
                    <a:pt x="1453" y="317"/>
                  </a:lnTo>
                  <a:lnTo>
                    <a:pt x="141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6"/>
            <p:cNvSpPr/>
            <p:nvPr/>
          </p:nvSpPr>
          <p:spPr>
            <a:xfrm>
              <a:off x="1224368" y="1963973"/>
              <a:ext cx="88043" cy="104161"/>
            </a:xfrm>
            <a:custGeom>
              <a:rect b="b" l="l" r="r" t="t"/>
              <a:pathLst>
                <a:path extrusionOk="0" h="2048" w="1731">
                  <a:moveTo>
                    <a:pt x="1691" y="1"/>
                  </a:moveTo>
                  <a:lnTo>
                    <a:pt x="40" y="1652"/>
                  </a:lnTo>
                  <a:lnTo>
                    <a:pt x="0" y="2048"/>
                  </a:lnTo>
                  <a:lnTo>
                    <a:pt x="1730" y="318"/>
                  </a:lnTo>
                  <a:lnTo>
                    <a:pt x="16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6"/>
            <p:cNvSpPr/>
            <p:nvPr/>
          </p:nvSpPr>
          <p:spPr>
            <a:xfrm>
              <a:off x="1217655" y="2017732"/>
              <a:ext cx="102132" cy="118249"/>
            </a:xfrm>
            <a:custGeom>
              <a:rect b="b" l="l" r="r" t="t"/>
              <a:pathLst>
                <a:path extrusionOk="0" h="2325" w="2008">
                  <a:moveTo>
                    <a:pt x="1968" y="0"/>
                  </a:moveTo>
                  <a:lnTo>
                    <a:pt x="40" y="1915"/>
                  </a:lnTo>
                  <a:lnTo>
                    <a:pt x="0" y="2325"/>
                  </a:lnTo>
                  <a:lnTo>
                    <a:pt x="2008" y="317"/>
                  </a:lnTo>
                  <a:lnTo>
                    <a:pt x="19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6"/>
            <p:cNvSpPr/>
            <p:nvPr/>
          </p:nvSpPr>
          <p:spPr>
            <a:xfrm>
              <a:off x="1210941" y="2071441"/>
              <a:ext cx="116221" cy="132389"/>
            </a:xfrm>
            <a:custGeom>
              <a:rect b="b" l="l" r="r" t="t"/>
              <a:pathLst>
                <a:path extrusionOk="0" h="2603" w="2285">
                  <a:moveTo>
                    <a:pt x="2232" y="1"/>
                  </a:moveTo>
                  <a:lnTo>
                    <a:pt x="40" y="2193"/>
                  </a:lnTo>
                  <a:lnTo>
                    <a:pt x="0" y="2603"/>
                  </a:lnTo>
                  <a:lnTo>
                    <a:pt x="2285" y="318"/>
                  </a:lnTo>
                  <a:lnTo>
                    <a:pt x="22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6"/>
            <p:cNvSpPr/>
            <p:nvPr/>
          </p:nvSpPr>
          <p:spPr>
            <a:xfrm>
              <a:off x="1204227" y="2125200"/>
              <a:ext cx="129649" cy="146477"/>
            </a:xfrm>
            <a:custGeom>
              <a:rect b="b" l="l" r="r" t="t"/>
              <a:pathLst>
                <a:path extrusionOk="0" h="2880" w="2549">
                  <a:moveTo>
                    <a:pt x="2509" y="0"/>
                  </a:moveTo>
                  <a:lnTo>
                    <a:pt x="40" y="2470"/>
                  </a:lnTo>
                  <a:lnTo>
                    <a:pt x="0" y="2879"/>
                  </a:lnTo>
                  <a:lnTo>
                    <a:pt x="2549" y="317"/>
                  </a:lnTo>
                  <a:lnTo>
                    <a:pt x="25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6"/>
            <p:cNvSpPr/>
            <p:nvPr/>
          </p:nvSpPr>
          <p:spPr>
            <a:xfrm>
              <a:off x="1196801" y="2178908"/>
              <a:ext cx="144500" cy="159955"/>
            </a:xfrm>
            <a:custGeom>
              <a:rect b="b" l="l" r="r" t="t"/>
              <a:pathLst>
                <a:path extrusionOk="0" h="3145" w="2841">
                  <a:moveTo>
                    <a:pt x="2787" y="1"/>
                  </a:moveTo>
                  <a:lnTo>
                    <a:pt x="40" y="2748"/>
                  </a:lnTo>
                  <a:lnTo>
                    <a:pt x="1" y="3144"/>
                  </a:lnTo>
                  <a:lnTo>
                    <a:pt x="2840" y="318"/>
                  </a:lnTo>
                  <a:lnTo>
                    <a:pt x="278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6"/>
            <p:cNvSpPr/>
            <p:nvPr/>
          </p:nvSpPr>
          <p:spPr>
            <a:xfrm>
              <a:off x="1190087" y="2232667"/>
              <a:ext cx="157928" cy="173992"/>
            </a:xfrm>
            <a:custGeom>
              <a:rect b="b" l="l" r="r" t="t"/>
              <a:pathLst>
                <a:path extrusionOk="0" h="3421" w="3105">
                  <a:moveTo>
                    <a:pt x="3065" y="0"/>
                  </a:moveTo>
                  <a:lnTo>
                    <a:pt x="40" y="3011"/>
                  </a:lnTo>
                  <a:lnTo>
                    <a:pt x="1" y="3421"/>
                  </a:lnTo>
                  <a:lnTo>
                    <a:pt x="3104" y="317"/>
                  </a:lnTo>
                  <a:lnTo>
                    <a:pt x="30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6"/>
            <p:cNvSpPr/>
            <p:nvPr/>
          </p:nvSpPr>
          <p:spPr>
            <a:xfrm>
              <a:off x="1203515" y="2286375"/>
              <a:ext cx="151875" cy="161277"/>
            </a:xfrm>
            <a:custGeom>
              <a:rect b="b" l="l" r="r" t="t"/>
              <a:pathLst>
                <a:path extrusionOk="0" h="3171" w="2986">
                  <a:moveTo>
                    <a:pt x="2933" y="1"/>
                  </a:moveTo>
                  <a:lnTo>
                    <a:pt x="1" y="2933"/>
                  </a:lnTo>
                  <a:lnTo>
                    <a:pt x="120" y="3170"/>
                  </a:lnTo>
                  <a:lnTo>
                    <a:pt x="2986" y="318"/>
                  </a:lnTo>
                  <a:lnTo>
                    <a:pt x="29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6"/>
            <p:cNvSpPr/>
            <p:nvPr/>
          </p:nvSpPr>
          <p:spPr>
            <a:xfrm>
              <a:off x="1224368" y="2339473"/>
              <a:ext cx="137736" cy="148460"/>
            </a:xfrm>
            <a:custGeom>
              <a:rect b="b" l="l" r="r" t="t"/>
              <a:pathLst>
                <a:path extrusionOk="0" h="2919" w="2708">
                  <a:moveTo>
                    <a:pt x="2668" y="0"/>
                  </a:moveTo>
                  <a:lnTo>
                    <a:pt x="0" y="2681"/>
                  </a:lnTo>
                  <a:lnTo>
                    <a:pt x="119" y="2919"/>
                  </a:lnTo>
                  <a:lnTo>
                    <a:pt x="2708" y="330"/>
                  </a:lnTo>
                  <a:lnTo>
                    <a:pt x="26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6"/>
            <p:cNvSpPr/>
            <p:nvPr/>
          </p:nvSpPr>
          <p:spPr>
            <a:xfrm>
              <a:off x="1245171" y="2393181"/>
              <a:ext cx="124308" cy="135084"/>
            </a:xfrm>
            <a:custGeom>
              <a:rect b="b" l="l" r="r" t="t"/>
              <a:pathLst>
                <a:path extrusionOk="0" h="2656" w="2444">
                  <a:moveTo>
                    <a:pt x="2404" y="1"/>
                  </a:moveTo>
                  <a:lnTo>
                    <a:pt x="1" y="2404"/>
                  </a:lnTo>
                  <a:lnTo>
                    <a:pt x="120" y="2655"/>
                  </a:lnTo>
                  <a:lnTo>
                    <a:pt x="2444" y="331"/>
                  </a:lnTo>
                  <a:lnTo>
                    <a:pt x="24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6"/>
            <p:cNvSpPr/>
            <p:nvPr/>
          </p:nvSpPr>
          <p:spPr>
            <a:xfrm>
              <a:off x="1265313" y="2481169"/>
              <a:ext cx="74615" cy="86716"/>
            </a:xfrm>
            <a:custGeom>
              <a:rect b="b" l="l" r="r" t="t"/>
              <a:pathLst>
                <a:path extrusionOk="0" h="1705" w="1467">
                  <a:moveTo>
                    <a:pt x="1467" y="1"/>
                  </a:moveTo>
                  <a:lnTo>
                    <a:pt x="1" y="1467"/>
                  </a:lnTo>
                  <a:lnTo>
                    <a:pt x="133" y="1704"/>
                  </a:lnTo>
                  <a:lnTo>
                    <a:pt x="1216" y="622"/>
                  </a:lnTo>
                  <a:lnTo>
                    <a:pt x="14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6"/>
            <p:cNvSpPr/>
            <p:nvPr/>
          </p:nvSpPr>
          <p:spPr>
            <a:xfrm>
              <a:off x="1250563" y="1794711"/>
              <a:ext cx="40995" cy="45062"/>
            </a:xfrm>
            <a:custGeom>
              <a:rect b="b" l="l" r="r" t="t"/>
              <a:pathLst>
                <a:path extrusionOk="0" h="886" w="806">
                  <a:moveTo>
                    <a:pt x="740" y="1"/>
                  </a:moveTo>
                  <a:lnTo>
                    <a:pt x="383" y="555"/>
                  </a:lnTo>
                  <a:lnTo>
                    <a:pt x="40" y="27"/>
                  </a:lnTo>
                  <a:lnTo>
                    <a:pt x="0" y="397"/>
                  </a:lnTo>
                  <a:lnTo>
                    <a:pt x="397" y="886"/>
                  </a:lnTo>
                  <a:lnTo>
                    <a:pt x="806" y="476"/>
                  </a:lnTo>
                  <a:lnTo>
                    <a:pt x="74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6"/>
            <p:cNvSpPr/>
            <p:nvPr/>
          </p:nvSpPr>
          <p:spPr>
            <a:xfrm>
              <a:off x="1222334" y="1691974"/>
              <a:ext cx="93434" cy="131015"/>
            </a:xfrm>
            <a:custGeom>
              <a:rect b="b" l="l" r="r" t="t"/>
              <a:pathLst>
                <a:path extrusionOk="0" h="2576" w="1837">
                  <a:moveTo>
                    <a:pt x="938" y="0"/>
                  </a:moveTo>
                  <a:lnTo>
                    <a:pt x="1" y="1176"/>
                  </a:lnTo>
                  <a:lnTo>
                    <a:pt x="938" y="2575"/>
                  </a:lnTo>
                  <a:lnTo>
                    <a:pt x="1836" y="1176"/>
                  </a:lnTo>
                  <a:lnTo>
                    <a:pt x="9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6"/>
            <p:cNvSpPr/>
            <p:nvPr/>
          </p:nvSpPr>
          <p:spPr>
            <a:xfrm>
              <a:off x="1100111" y="1651795"/>
              <a:ext cx="313466" cy="148359"/>
            </a:xfrm>
            <a:custGeom>
              <a:rect b="b" l="l" r="r" t="t"/>
              <a:pathLst>
                <a:path extrusionOk="0" h="2917" w="6163">
                  <a:moveTo>
                    <a:pt x="137" y="1"/>
                  </a:moveTo>
                  <a:cubicBezTo>
                    <a:pt x="122" y="1"/>
                    <a:pt x="107" y="4"/>
                    <a:pt x="93" y="11"/>
                  </a:cubicBezTo>
                  <a:cubicBezTo>
                    <a:pt x="40" y="37"/>
                    <a:pt x="0" y="103"/>
                    <a:pt x="26" y="156"/>
                  </a:cubicBezTo>
                  <a:cubicBezTo>
                    <a:pt x="66" y="236"/>
                    <a:pt x="858" y="2150"/>
                    <a:pt x="1783" y="2903"/>
                  </a:cubicBezTo>
                  <a:cubicBezTo>
                    <a:pt x="1809" y="2916"/>
                    <a:pt x="1836" y="2916"/>
                    <a:pt x="1862" y="2916"/>
                  </a:cubicBezTo>
                  <a:lnTo>
                    <a:pt x="1875" y="2916"/>
                  </a:lnTo>
                  <a:cubicBezTo>
                    <a:pt x="1902" y="2916"/>
                    <a:pt x="1928" y="2890"/>
                    <a:pt x="1941" y="2877"/>
                  </a:cubicBezTo>
                  <a:lnTo>
                    <a:pt x="3341" y="975"/>
                  </a:lnTo>
                  <a:lnTo>
                    <a:pt x="4675" y="2864"/>
                  </a:lnTo>
                  <a:cubicBezTo>
                    <a:pt x="4688" y="2903"/>
                    <a:pt x="4728" y="2916"/>
                    <a:pt x="4768" y="2916"/>
                  </a:cubicBezTo>
                  <a:cubicBezTo>
                    <a:pt x="4807" y="2916"/>
                    <a:pt x="4834" y="2890"/>
                    <a:pt x="4860" y="2864"/>
                  </a:cubicBezTo>
                  <a:cubicBezTo>
                    <a:pt x="4860" y="2850"/>
                    <a:pt x="5560" y="1609"/>
                    <a:pt x="6128" y="473"/>
                  </a:cubicBezTo>
                  <a:cubicBezTo>
                    <a:pt x="6163" y="386"/>
                    <a:pt x="6095" y="317"/>
                    <a:pt x="6025" y="317"/>
                  </a:cubicBezTo>
                  <a:cubicBezTo>
                    <a:pt x="5989" y="317"/>
                    <a:pt x="5952" y="336"/>
                    <a:pt x="5930" y="381"/>
                  </a:cubicBezTo>
                  <a:cubicBezTo>
                    <a:pt x="5481" y="1266"/>
                    <a:pt x="4953" y="2243"/>
                    <a:pt x="4754" y="2599"/>
                  </a:cubicBezTo>
                  <a:lnTo>
                    <a:pt x="3434" y="724"/>
                  </a:lnTo>
                  <a:cubicBezTo>
                    <a:pt x="3407" y="698"/>
                    <a:pt x="3381" y="685"/>
                    <a:pt x="3341" y="685"/>
                  </a:cubicBezTo>
                  <a:cubicBezTo>
                    <a:pt x="3302" y="685"/>
                    <a:pt x="3275" y="698"/>
                    <a:pt x="3249" y="724"/>
                  </a:cubicBezTo>
                  <a:lnTo>
                    <a:pt x="1836" y="2652"/>
                  </a:lnTo>
                  <a:cubicBezTo>
                    <a:pt x="977" y="1900"/>
                    <a:pt x="225" y="90"/>
                    <a:pt x="225" y="64"/>
                  </a:cubicBezTo>
                  <a:cubicBezTo>
                    <a:pt x="215" y="25"/>
                    <a:pt x="177" y="1"/>
                    <a:pt x="1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6"/>
            <p:cNvSpPr/>
            <p:nvPr/>
          </p:nvSpPr>
          <p:spPr>
            <a:xfrm>
              <a:off x="1264652" y="1662424"/>
              <a:ext cx="10783" cy="35653"/>
            </a:xfrm>
            <a:custGeom>
              <a:rect b="b" l="l" r="r" t="t"/>
              <a:pathLst>
                <a:path extrusionOk="0" h="701" w="212">
                  <a:moveTo>
                    <a:pt x="106" y="0"/>
                  </a:moveTo>
                  <a:cubicBezTo>
                    <a:pt x="53" y="0"/>
                    <a:pt x="1" y="40"/>
                    <a:pt x="1" y="106"/>
                  </a:cubicBezTo>
                  <a:lnTo>
                    <a:pt x="1" y="581"/>
                  </a:lnTo>
                  <a:cubicBezTo>
                    <a:pt x="1" y="647"/>
                    <a:pt x="53" y="700"/>
                    <a:pt x="106" y="700"/>
                  </a:cubicBezTo>
                  <a:cubicBezTo>
                    <a:pt x="172" y="700"/>
                    <a:pt x="212" y="647"/>
                    <a:pt x="212" y="581"/>
                  </a:cubicBezTo>
                  <a:lnTo>
                    <a:pt x="212" y="106"/>
                  </a:lnTo>
                  <a:cubicBezTo>
                    <a:pt x="212" y="40"/>
                    <a:pt x="172" y="0"/>
                    <a:pt x="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6"/>
            <p:cNvSpPr/>
            <p:nvPr/>
          </p:nvSpPr>
          <p:spPr>
            <a:xfrm>
              <a:off x="1345930" y="1229860"/>
              <a:ext cx="109558" cy="121606"/>
            </a:xfrm>
            <a:custGeom>
              <a:rect b="b" l="l" r="r" t="t"/>
              <a:pathLst>
                <a:path extrusionOk="0" h="2391" w="2154">
                  <a:moveTo>
                    <a:pt x="40" y="0"/>
                  </a:moveTo>
                  <a:lnTo>
                    <a:pt x="40" y="0"/>
                  </a:lnTo>
                  <a:cubicBezTo>
                    <a:pt x="1" y="568"/>
                    <a:pt x="1401" y="2391"/>
                    <a:pt x="1401" y="2391"/>
                  </a:cubicBezTo>
                  <a:cubicBezTo>
                    <a:pt x="2153" y="185"/>
                    <a:pt x="41" y="0"/>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6"/>
            <p:cNvSpPr/>
            <p:nvPr/>
          </p:nvSpPr>
          <p:spPr>
            <a:xfrm>
              <a:off x="1149804" y="1230420"/>
              <a:ext cx="272776" cy="360852"/>
            </a:xfrm>
            <a:custGeom>
              <a:rect b="b" l="l" r="r" t="t"/>
              <a:pathLst>
                <a:path extrusionOk="0" h="7095" w="5363">
                  <a:moveTo>
                    <a:pt x="2744" y="1"/>
                  </a:moveTo>
                  <a:cubicBezTo>
                    <a:pt x="2427" y="1"/>
                    <a:pt x="2095" y="32"/>
                    <a:pt x="1757" y="95"/>
                  </a:cubicBezTo>
                  <a:cubicBezTo>
                    <a:pt x="0" y="438"/>
                    <a:pt x="238" y="2287"/>
                    <a:pt x="238" y="2287"/>
                  </a:cubicBezTo>
                  <a:lnTo>
                    <a:pt x="291" y="3304"/>
                  </a:lnTo>
                  <a:lnTo>
                    <a:pt x="397" y="5232"/>
                  </a:lnTo>
                  <a:lnTo>
                    <a:pt x="423" y="5602"/>
                  </a:lnTo>
                  <a:cubicBezTo>
                    <a:pt x="476" y="5668"/>
                    <a:pt x="1717" y="7094"/>
                    <a:pt x="3540" y="7094"/>
                  </a:cubicBezTo>
                  <a:cubicBezTo>
                    <a:pt x="5362" y="7094"/>
                    <a:pt x="5362" y="5338"/>
                    <a:pt x="5362" y="5338"/>
                  </a:cubicBezTo>
                  <a:lnTo>
                    <a:pt x="5323" y="3951"/>
                  </a:lnTo>
                  <a:lnTo>
                    <a:pt x="5309" y="3502"/>
                  </a:lnTo>
                  <a:lnTo>
                    <a:pt x="5257" y="1666"/>
                  </a:lnTo>
                  <a:cubicBezTo>
                    <a:pt x="5230" y="1349"/>
                    <a:pt x="5111" y="1046"/>
                    <a:pt x="4913" y="808"/>
                  </a:cubicBezTo>
                  <a:cubicBezTo>
                    <a:pt x="4887" y="782"/>
                    <a:pt x="4874" y="755"/>
                    <a:pt x="4847" y="742"/>
                  </a:cubicBezTo>
                  <a:cubicBezTo>
                    <a:pt x="4400" y="246"/>
                    <a:pt x="3630" y="1"/>
                    <a:pt x="2744"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6"/>
            <p:cNvSpPr/>
            <p:nvPr/>
          </p:nvSpPr>
          <p:spPr>
            <a:xfrm>
              <a:off x="1248528" y="1317594"/>
              <a:ext cx="65867" cy="33008"/>
            </a:xfrm>
            <a:custGeom>
              <a:rect b="b" l="l" r="r" t="t"/>
              <a:pathLst>
                <a:path extrusionOk="0" h="649" w="1295">
                  <a:moveTo>
                    <a:pt x="1102" y="0"/>
                  </a:moveTo>
                  <a:cubicBezTo>
                    <a:pt x="843" y="0"/>
                    <a:pt x="288" y="45"/>
                    <a:pt x="1" y="401"/>
                  </a:cubicBezTo>
                  <a:cubicBezTo>
                    <a:pt x="69" y="557"/>
                    <a:pt x="216" y="648"/>
                    <a:pt x="374" y="648"/>
                  </a:cubicBezTo>
                  <a:cubicBezTo>
                    <a:pt x="430" y="648"/>
                    <a:pt x="487" y="637"/>
                    <a:pt x="542" y="613"/>
                  </a:cubicBezTo>
                  <a:cubicBezTo>
                    <a:pt x="674" y="560"/>
                    <a:pt x="806" y="507"/>
                    <a:pt x="952" y="481"/>
                  </a:cubicBezTo>
                  <a:cubicBezTo>
                    <a:pt x="1163" y="428"/>
                    <a:pt x="1295" y="216"/>
                    <a:pt x="1242" y="5"/>
                  </a:cubicBezTo>
                  <a:cubicBezTo>
                    <a:pt x="1242" y="5"/>
                    <a:pt x="1188" y="0"/>
                    <a:pt x="1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6"/>
            <p:cNvSpPr/>
            <p:nvPr/>
          </p:nvSpPr>
          <p:spPr>
            <a:xfrm>
              <a:off x="1350660" y="1317594"/>
              <a:ext cx="65867" cy="33008"/>
            </a:xfrm>
            <a:custGeom>
              <a:rect b="b" l="l" r="r" t="t"/>
              <a:pathLst>
                <a:path extrusionOk="0" h="649" w="1295">
                  <a:moveTo>
                    <a:pt x="193" y="0"/>
                  </a:moveTo>
                  <a:cubicBezTo>
                    <a:pt x="107" y="0"/>
                    <a:pt x="53" y="5"/>
                    <a:pt x="53" y="5"/>
                  </a:cubicBezTo>
                  <a:cubicBezTo>
                    <a:pt x="0" y="216"/>
                    <a:pt x="132" y="428"/>
                    <a:pt x="343" y="481"/>
                  </a:cubicBezTo>
                  <a:cubicBezTo>
                    <a:pt x="489" y="507"/>
                    <a:pt x="621" y="560"/>
                    <a:pt x="753" y="613"/>
                  </a:cubicBezTo>
                  <a:cubicBezTo>
                    <a:pt x="808" y="637"/>
                    <a:pt x="866" y="648"/>
                    <a:pt x="921" y="648"/>
                  </a:cubicBezTo>
                  <a:cubicBezTo>
                    <a:pt x="1079" y="648"/>
                    <a:pt x="1226" y="557"/>
                    <a:pt x="1294" y="401"/>
                  </a:cubicBezTo>
                  <a:cubicBezTo>
                    <a:pt x="1007" y="45"/>
                    <a:pt x="452"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6"/>
            <p:cNvSpPr/>
            <p:nvPr/>
          </p:nvSpPr>
          <p:spPr>
            <a:xfrm>
              <a:off x="1238457" y="1407819"/>
              <a:ext cx="59814" cy="24260"/>
            </a:xfrm>
            <a:custGeom>
              <a:rect b="b" l="l" r="r" t="t"/>
              <a:pathLst>
                <a:path extrusionOk="0" h="477" w="1176">
                  <a:moveTo>
                    <a:pt x="595" y="1"/>
                  </a:moveTo>
                  <a:cubicBezTo>
                    <a:pt x="265" y="1"/>
                    <a:pt x="1" y="107"/>
                    <a:pt x="1" y="239"/>
                  </a:cubicBezTo>
                  <a:cubicBezTo>
                    <a:pt x="1" y="371"/>
                    <a:pt x="265" y="476"/>
                    <a:pt x="595" y="476"/>
                  </a:cubicBezTo>
                  <a:cubicBezTo>
                    <a:pt x="912" y="476"/>
                    <a:pt x="1176" y="371"/>
                    <a:pt x="1176" y="239"/>
                  </a:cubicBezTo>
                  <a:cubicBezTo>
                    <a:pt x="1176" y="107"/>
                    <a:pt x="912" y="1"/>
                    <a:pt x="595" y="1"/>
                  </a:cubicBezTo>
                  <a:close/>
                </a:path>
              </a:pathLst>
            </a:custGeom>
            <a:solidFill>
              <a:srgbClr val="EF8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6"/>
            <p:cNvSpPr/>
            <p:nvPr/>
          </p:nvSpPr>
          <p:spPr>
            <a:xfrm>
              <a:off x="1383568" y="1407819"/>
              <a:ext cx="36977" cy="23599"/>
            </a:xfrm>
            <a:custGeom>
              <a:rect b="b" l="l" r="r" t="t"/>
              <a:pathLst>
                <a:path extrusionOk="0" h="464" w="727">
                  <a:moveTo>
                    <a:pt x="581" y="1"/>
                  </a:moveTo>
                  <a:cubicBezTo>
                    <a:pt x="264" y="1"/>
                    <a:pt x="0" y="107"/>
                    <a:pt x="0" y="239"/>
                  </a:cubicBezTo>
                  <a:cubicBezTo>
                    <a:pt x="0" y="357"/>
                    <a:pt x="251" y="463"/>
                    <a:pt x="581" y="463"/>
                  </a:cubicBezTo>
                  <a:lnTo>
                    <a:pt x="727" y="463"/>
                  </a:lnTo>
                  <a:lnTo>
                    <a:pt x="713" y="1"/>
                  </a:lnTo>
                  <a:close/>
                </a:path>
              </a:pathLst>
            </a:custGeom>
            <a:solidFill>
              <a:srgbClr val="EF8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6"/>
            <p:cNvSpPr/>
            <p:nvPr/>
          </p:nvSpPr>
          <p:spPr>
            <a:xfrm>
              <a:off x="1278791" y="1368199"/>
              <a:ext cx="18158" cy="32296"/>
            </a:xfrm>
            <a:custGeom>
              <a:rect b="b" l="l" r="r" t="t"/>
              <a:pathLst>
                <a:path extrusionOk="0" h="635" w="357">
                  <a:moveTo>
                    <a:pt x="172" y="1"/>
                  </a:moveTo>
                  <a:cubicBezTo>
                    <a:pt x="79" y="1"/>
                    <a:pt x="0" y="146"/>
                    <a:pt x="0" y="318"/>
                  </a:cubicBezTo>
                  <a:cubicBezTo>
                    <a:pt x="0" y="489"/>
                    <a:pt x="79" y="635"/>
                    <a:pt x="172" y="635"/>
                  </a:cubicBezTo>
                  <a:cubicBezTo>
                    <a:pt x="277" y="635"/>
                    <a:pt x="357" y="489"/>
                    <a:pt x="357" y="318"/>
                  </a:cubicBezTo>
                  <a:cubicBezTo>
                    <a:pt x="357" y="133"/>
                    <a:pt x="277"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6"/>
            <p:cNvSpPr/>
            <p:nvPr/>
          </p:nvSpPr>
          <p:spPr>
            <a:xfrm>
              <a:off x="1368767" y="1368199"/>
              <a:ext cx="18209" cy="32296"/>
            </a:xfrm>
            <a:custGeom>
              <a:rect b="b" l="l" r="r" t="t"/>
              <a:pathLst>
                <a:path extrusionOk="0" h="635" w="358">
                  <a:moveTo>
                    <a:pt x="172" y="1"/>
                  </a:moveTo>
                  <a:cubicBezTo>
                    <a:pt x="80" y="1"/>
                    <a:pt x="1" y="146"/>
                    <a:pt x="1" y="318"/>
                  </a:cubicBezTo>
                  <a:cubicBezTo>
                    <a:pt x="1" y="489"/>
                    <a:pt x="80" y="635"/>
                    <a:pt x="172" y="635"/>
                  </a:cubicBezTo>
                  <a:cubicBezTo>
                    <a:pt x="278" y="635"/>
                    <a:pt x="357" y="489"/>
                    <a:pt x="357" y="318"/>
                  </a:cubicBezTo>
                  <a:cubicBezTo>
                    <a:pt x="357" y="133"/>
                    <a:pt x="265"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6"/>
            <p:cNvSpPr/>
            <p:nvPr/>
          </p:nvSpPr>
          <p:spPr>
            <a:xfrm>
              <a:off x="1293541" y="1438234"/>
              <a:ext cx="97453" cy="34127"/>
            </a:xfrm>
            <a:custGeom>
              <a:rect b="b" l="l" r="r" t="t"/>
              <a:pathLst>
                <a:path extrusionOk="0" h="671" w="1916">
                  <a:moveTo>
                    <a:pt x="96" y="1"/>
                  </a:moveTo>
                  <a:cubicBezTo>
                    <a:pt x="43" y="1"/>
                    <a:pt x="0" y="66"/>
                    <a:pt x="40" y="116"/>
                  </a:cubicBezTo>
                  <a:cubicBezTo>
                    <a:pt x="40" y="129"/>
                    <a:pt x="568" y="671"/>
                    <a:pt x="1216" y="671"/>
                  </a:cubicBezTo>
                  <a:cubicBezTo>
                    <a:pt x="1453" y="671"/>
                    <a:pt x="1691" y="605"/>
                    <a:pt x="1876" y="459"/>
                  </a:cubicBezTo>
                  <a:cubicBezTo>
                    <a:pt x="1915" y="433"/>
                    <a:pt x="1915" y="393"/>
                    <a:pt x="1889" y="354"/>
                  </a:cubicBezTo>
                  <a:cubicBezTo>
                    <a:pt x="1881" y="337"/>
                    <a:pt x="1858" y="326"/>
                    <a:pt x="1835" y="326"/>
                  </a:cubicBezTo>
                  <a:cubicBezTo>
                    <a:pt x="1821" y="326"/>
                    <a:pt x="1807" y="330"/>
                    <a:pt x="1797" y="341"/>
                  </a:cubicBezTo>
                  <a:cubicBezTo>
                    <a:pt x="1597" y="481"/>
                    <a:pt x="1397" y="534"/>
                    <a:pt x="1208" y="534"/>
                  </a:cubicBezTo>
                  <a:cubicBezTo>
                    <a:pt x="634" y="534"/>
                    <a:pt x="166" y="43"/>
                    <a:pt x="146" y="24"/>
                  </a:cubicBezTo>
                  <a:cubicBezTo>
                    <a:pt x="130" y="8"/>
                    <a:pt x="112" y="1"/>
                    <a:pt x="96"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6"/>
            <p:cNvSpPr/>
            <p:nvPr/>
          </p:nvSpPr>
          <p:spPr>
            <a:xfrm>
              <a:off x="1169946" y="1479023"/>
              <a:ext cx="30263" cy="36314"/>
            </a:xfrm>
            <a:custGeom>
              <a:rect b="b" l="l" r="r" t="t"/>
              <a:pathLst>
                <a:path extrusionOk="0" h="714" w="595">
                  <a:moveTo>
                    <a:pt x="595" y="1"/>
                  </a:moveTo>
                  <a:lnTo>
                    <a:pt x="595" y="1"/>
                  </a:lnTo>
                  <a:cubicBezTo>
                    <a:pt x="436" y="159"/>
                    <a:pt x="225" y="278"/>
                    <a:pt x="1" y="344"/>
                  </a:cubicBezTo>
                  <a:lnTo>
                    <a:pt x="27" y="714"/>
                  </a:lnTo>
                  <a:cubicBezTo>
                    <a:pt x="357" y="555"/>
                    <a:pt x="582" y="14"/>
                    <a:pt x="595"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6"/>
            <p:cNvSpPr/>
            <p:nvPr/>
          </p:nvSpPr>
          <p:spPr>
            <a:xfrm>
              <a:off x="1103163" y="1392053"/>
              <a:ext cx="80922" cy="104314"/>
            </a:xfrm>
            <a:custGeom>
              <a:rect b="b" l="l" r="r" t="t"/>
              <a:pathLst>
                <a:path extrusionOk="0" h="2051" w="1591">
                  <a:moveTo>
                    <a:pt x="827" y="0"/>
                  </a:moveTo>
                  <a:cubicBezTo>
                    <a:pt x="670" y="0"/>
                    <a:pt x="508" y="75"/>
                    <a:pt x="363" y="284"/>
                  </a:cubicBezTo>
                  <a:cubicBezTo>
                    <a:pt x="1" y="804"/>
                    <a:pt x="539" y="2050"/>
                    <a:pt x="1232" y="2050"/>
                  </a:cubicBezTo>
                  <a:cubicBezTo>
                    <a:pt x="1348" y="2050"/>
                    <a:pt x="1469" y="2015"/>
                    <a:pt x="1591" y="1935"/>
                  </a:cubicBezTo>
                  <a:lnTo>
                    <a:pt x="1591" y="483"/>
                  </a:lnTo>
                  <a:cubicBezTo>
                    <a:pt x="1591" y="483"/>
                    <a:pt x="1224" y="0"/>
                    <a:pt x="827"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6"/>
            <p:cNvSpPr/>
            <p:nvPr/>
          </p:nvSpPr>
          <p:spPr>
            <a:xfrm>
              <a:off x="1136071" y="1416364"/>
              <a:ext cx="46692" cy="60015"/>
            </a:xfrm>
            <a:custGeom>
              <a:rect b="b" l="l" r="r" t="t"/>
              <a:pathLst>
                <a:path extrusionOk="0" h="1180" w="918">
                  <a:moveTo>
                    <a:pt x="99" y="1"/>
                  </a:moveTo>
                  <a:cubicBezTo>
                    <a:pt x="26" y="1"/>
                    <a:pt x="1" y="101"/>
                    <a:pt x="72" y="137"/>
                  </a:cubicBezTo>
                  <a:cubicBezTo>
                    <a:pt x="455" y="308"/>
                    <a:pt x="719" y="691"/>
                    <a:pt x="772" y="1114"/>
                  </a:cubicBezTo>
                  <a:cubicBezTo>
                    <a:pt x="772" y="1154"/>
                    <a:pt x="799" y="1180"/>
                    <a:pt x="838" y="1180"/>
                  </a:cubicBezTo>
                  <a:lnTo>
                    <a:pt x="851" y="1180"/>
                  </a:lnTo>
                  <a:cubicBezTo>
                    <a:pt x="891" y="1167"/>
                    <a:pt x="917" y="1140"/>
                    <a:pt x="917" y="1101"/>
                  </a:cubicBezTo>
                  <a:cubicBezTo>
                    <a:pt x="865" y="612"/>
                    <a:pt x="561" y="203"/>
                    <a:pt x="125" y="5"/>
                  </a:cubicBezTo>
                  <a:cubicBezTo>
                    <a:pt x="116" y="2"/>
                    <a:pt x="107" y="1"/>
                    <a:pt x="99"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6"/>
            <p:cNvSpPr/>
            <p:nvPr/>
          </p:nvSpPr>
          <p:spPr>
            <a:xfrm>
              <a:off x="1140394" y="1438284"/>
              <a:ext cx="30924" cy="15970"/>
            </a:xfrm>
            <a:custGeom>
              <a:rect b="b" l="l" r="r" t="t"/>
              <a:pathLst>
                <a:path extrusionOk="0" h="314" w="608">
                  <a:moveTo>
                    <a:pt x="463" y="0"/>
                  </a:moveTo>
                  <a:cubicBezTo>
                    <a:pt x="262" y="0"/>
                    <a:pt x="63" y="158"/>
                    <a:pt x="40" y="181"/>
                  </a:cubicBezTo>
                  <a:cubicBezTo>
                    <a:pt x="0" y="207"/>
                    <a:pt x="0" y="247"/>
                    <a:pt x="27" y="287"/>
                  </a:cubicBezTo>
                  <a:cubicBezTo>
                    <a:pt x="40" y="300"/>
                    <a:pt x="53" y="313"/>
                    <a:pt x="80" y="313"/>
                  </a:cubicBezTo>
                  <a:cubicBezTo>
                    <a:pt x="93" y="313"/>
                    <a:pt x="106" y="313"/>
                    <a:pt x="133" y="300"/>
                  </a:cubicBezTo>
                  <a:cubicBezTo>
                    <a:pt x="180" y="252"/>
                    <a:pt x="346" y="151"/>
                    <a:pt x="465" y="151"/>
                  </a:cubicBezTo>
                  <a:cubicBezTo>
                    <a:pt x="478" y="151"/>
                    <a:pt x="491" y="152"/>
                    <a:pt x="502" y="155"/>
                  </a:cubicBezTo>
                  <a:cubicBezTo>
                    <a:pt x="509" y="157"/>
                    <a:pt x="516" y="158"/>
                    <a:pt x="523" y="158"/>
                  </a:cubicBezTo>
                  <a:cubicBezTo>
                    <a:pt x="555" y="158"/>
                    <a:pt x="584" y="134"/>
                    <a:pt x="595" y="102"/>
                  </a:cubicBezTo>
                  <a:cubicBezTo>
                    <a:pt x="608" y="62"/>
                    <a:pt x="582" y="23"/>
                    <a:pt x="542" y="9"/>
                  </a:cubicBezTo>
                  <a:cubicBezTo>
                    <a:pt x="516" y="3"/>
                    <a:pt x="489" y="0"/>
                    <a:pt x="463"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6"/>
            <p:cNvSpPr/>
            <p:nvPr/>
          </p:nvSpPr>
          <p:spPr>
            <a:xfrm>
              <a:off x="1331841" y="1345109"/>
              <a:ext cx="38350" cy="84326"/>
            </a:xfrm>
            <a:custGeom>
              <a:rect b="b" l="l" r="r" t="t"/>
              <a:pathLst>
                <a:path extrusionOk="0" h="1658" w="754">
                  <a:moveTo>
                    <a:pt x="83" y="1"/>
                  </a:moveTo>
                  <a:cubicBezTo>
                    <a:pt x="73" y="1"/>
                    <a:pt x="63" y="2"/>
                    <a:pt x="53" y="6"/>
                  </a:cubicBezTo>
                  <a:cubicBezTo>
                    <a:pt x="27" y="32"/>
                    <a:pt x="0" y="72"/>
                    <a:pt x="27" y="111"/>
                  </a:cubicBezTo>
                  <a:cubicBezTo>
                    <a:pt x="27" y="111"/>
                    <a:pt x="317" y="719"/>
                    <a:pt x="608" y="1313"/>
                  </a:cubicBezTo>
                  <a:cubicBezTo>
                    <a:pt x="510" y="1436"/>
                    <a:pt x="366" y="1513"/>
                    <a:pt x="209" y="1513"/>
                  </a:cubicBezTo>
                  <a:cubicBezTo>
                    <a:pt x="197" y="1513"/>
                    <a:pt x="184" y="1512"/>
                    <a:pt x="172" y="1511"/>
                  </a:cubicBezTo>
                  <a:cubicBezTo>
                    <a:pt x="66" y="1511"/>
                    <a:pt x="66" y="1656"/>
                    <a:pt x="172" y="1656"/>
                  </a:cubicBezTo>
                  <a:cubicBezTo>
                    <a:pt x="184" y="1657"/>
                    <a:pt x="196" y="1657"/>
                    <a:pt x="208" y="1657"/>
                  </a:cubicBezTo>
                  <a:cubicBezTo>
                    <a:pt x="432" y="1657"/>
                    <a:pt x="640" y="1540"/>
                    <a:pt x="753" y="1340"/>
                  </a:cubicBezTo>
                  <a:cubicBezTo>
                    <a:pt x="753" y="1326"/>
                    <a:pt x="753" y="1300"/>
                    <a:pt x="753" y="1273"/>
                  </a:cubicBezTo>
                  <a:cubicBezTo>
                    <a:pt x="449" y="679"/>
                    <a:pt x="159" y="45"/>
                    <a:pt x="159" y="45"/>
                  </a:cubicBezTo>
                  <a:cubicBezTo>
                    <a:pt x="139" y="16"/>
                    <a:pt x="112" y="1"/>
                    <a:pt x="83"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6"/>
            <p:cNvSpPr/>
            <p:nvPr/>
          </p:nvSpPr>
          <p:spPr>
            <a:xfrm>
              <a:off x="997979" y="2008832"/>
              <a:ext cx="46387" cy="21717"/>
            </a:xfrm>
            <a:custGeom>
              <a:rect b="b" l="l" r="r" t="t"/>
              <a:pathLst>
                <a:path extrusionOk="0" h="427" w="912">
                  <a:moveTo>
                    <a:pt x="807" y="0"/>
                  </a:moveTo>
                  <a:cubicBezTo>
                    <a:pt x="798" y="0"/>
                    <a:pt x="789" y="1"/>
                    <a:pt x="780" y="4"/>
                  </a:cubicBezTo>
                  <a:lnTo>
                    <a:pt x="93" y="241"/>
                  </a:lnTo>
                  <a:cubicBezTo>
                    <a:pt x="1" y="268"/>
                    <a:pt x="14" y="400"/>
                    <a:pt x="106" y="426"/>
                  </a:cubicBezTo>
                  <a:lnTo>
                    <a:pt x="106" y="413"/>
                  </a:lnTo>
                  <a:cubicBezTo>
                    <a:pt x="113" y="420"/>
                    <a:pt x="120" y="423"/>
                    <a:pt x="128" y="423"/>
                  </a:cubicBezTo>
                  <a:cubicBezTo>
                    <a:pt x="136" y="423"/>
                    <a:pt x="146" y="420"/>
                    <a:pt x="159" y="413"/>
                  </a:cubicBezTo>
                  <a:lnTo>
                    <a:pt x="833" y="189"/>
                  </a:lnTo>
                  <a:cubicBezTo>
                    <a:pt x="886" y="162"/>
                    <a:pt x="912" y="109"/>
                    <a:pt x="899" y="70"/>
                  </a:cubicBezTo>
                  <a:cubicBezTo>
                    <a:pt x="888" y="26"/>
                    <a:pt x="850" y="0"/>
                    <a:pt x="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6"/>
            <p:cNvSpPr/>
            <p:nvPr/>
          </p:nvSpPr>
          <p:spPr>
            <a:xfrm>
              <a:off x="1141717" y="1221316"/>
              <a:ext cx="251973" cy="203389"/>
            </a:xfrm>
            <a:custGeom>
              <a:rect b="b" l="l" r="r" t="t"/>
              <a:pathLst>
                <a:path extrusionOk="0" h="3999" w="4954">
                  <a:moveTo>
                    <a:pt x="2832" y="0"/>
                  </a:moveTo>
                  <a:cubicBezTo>
                    <a:pt x="2499" y="0"/>
                    <a:pt x="2150" y="34"/>
                    <a:pt x="1797" y="102"/>
                  </a:cubicBezTo>
                  <a:cubicBezTo>
                    <a:pt x="1" y="445"/>
                    <a:pt x="239" y="2347"/>
                    <a:pt x="239" y="2347"/>
                  </a:cubicBezTo>
                  <a:lnTo>
                    <a:pt x="291" y="3391"/>
                  </a:lnTo>
                  <a:cubicBezTo>
                    <a:pt x="503" y="3509"/>
                    <a:pt x="674" y="3707"/>
                    <a:pt x="767" y="3932"/>
                  </a:cubicBezTo>
                  <a:lnTo>
                    <a:pt x="1229" y="3998"/>
                  </a:lnTo>
                  <a:cubicBezTo>
                    <a:pt x="1269" y="3549"/>
                    <a:pt x="1229" y="3087"/>
                    <a:pt x="1137" y="2651"/>
                  </a:cubicBezTo>
                  <a:cubicBezTo>
                    <a:pt x="965" y="2070"/>
                    <a:pt x="1718" y="2004"/>
                    <a:pt x="1493" y="1251"/>
                  </a:cubicBezTo>
                  <a:cubicBezTo>
                    <a:pt x="1763" y="1001"/>
                    <a:pt x="2110" y="863"/>
                    <a:pt x="2462" y="863"/>
                  </a:cubicBezTo>
                  <a:cubicBezTo>
                    <a:pt x="2593" y="863"/>
                    <a:pt x="2725" y="882"/>
                    <a:pt x="2853" y="921"/>
                  </a:cubicBezTo>
                  <a:cubicBezTo>
                    <a:pt x="3297" y="1059"/>
                    <a:pt x="3756" y="1161"/>
                    <a:pt x="4139" y="1161"/>
                  </a:cubicBezTo>
                  <a:cubicBezTo>
                    <a:pt x="4452" y="1161"/>
                    <a:pt x="4714" y="1093"/>
                    <a:pt x="4874" y="921"/>
                  </a:cubicBezTo>
                  <a:cubicBezTo>
                    <a:pt x="4914" y="868"/>
                    <a:pt x="4953" y="815"/>
                    <a:pt x="4953" y="749"/>
                  </a:cubicBezTo>
                  <a:cubicBezTo>
                    <a:pt x="4510" y="248"/>
                    <a:pt x="3729" y="0"/>
                    <a:pt x="2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8" name="Shape 6618"/>
        <p:cNvGrpSpPr/>
        <p:nvPr/>
      </p:nvGrpSpPr>
      <p:grpSpPr>
        <a:xfrm>
          <a:off x="0" y="0"/>
          <a:ext cx="0" cy="0"/>
          <a:chOff x="0" y="0"/>
          <a:chExt cx="0" cy="0"/>
        </a:xfrm>
      </p:grpSpPr>
      <p:sp>
        <p:nvSpPr>
          <p:cNvPr id="6619" name="Google Shape;6619;p8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Topic idea and details</a:t>
            </a:r>
            <a:endParaRPr/>
          </a:p>
        </p:txBody>
      </p:sp>
      <p:sp>
        <p:nvSpPr>
          <p:cNvPr id="6620" name="Google Shape;6620;p87"/>
          <p:cNvSpPr/>
          <p:nvPr/>
        </p:nvSpPr>
        <p:spPr>
          <a:xfrm>
            <a:off x="3485100" y="1192925"/>
            <a:ext cx="2173800" cy="6072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Topic</a:t>
            </a:r>
            <a:endParaRPr>
              <a:solidFill>
                <a:schemeClr val="dk1"/>
              </a:solidFill>
            </a:endParaRPr>
          </a:p>
        </p:txBody>
      </p:sp>
      <p:sp>
        <p:nvSpPr>
          <p:cNvPr id="6621" name="Google Shape;6621;p87"/>
          <p:cNvSpPr/>
          <p:nvPr/>
        </p:nvSpPr>
        <p:spPr>
          <a:xfrm>
            <a:off x="991300" y="2095300"/>
            <a:ext cx="2173800" cy="6072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Mercury</a:t>
            </a:r>
            <a:endParaRPr b="1" sz="1800">
              <a:solidFill>
                <a:schemeClr val="lt1"/>
              </a:solidFill>
              <a:latin typeface="Balsamiq Sans"/>
              <a:ea typeface="Balsamiq Sans"/>
              <a:cs typeface="Balsamiq Sans"/>
              <a:sym typeface="Balsamiq Sans"/>
            </a:endParaRPr>
          </a:p>
        </p:txBody>
      </p:sp>
      <p:sp>
        <p:nvSpPr>
          <p:cNvPr id="6622" name="Google Shape;6622;p87"/>
          <p:cNvSpPr/>
          <p:nvPr/>
        </p:nvSpPr>
        <p:spPr>
          <a:xfrm>
            <a:off x="3485100" y="2095300"/>
            <a:ext cx="2173800" cy="6072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Jupiter</a:t>
            </a:r>
            <a:endParaRPr b="1" sz="1800">
              <a:solidFill>
                <a:schemeClr val="lt1"/>
              </a:solidFill>
              <a:latin typeface="Balsamiq Sans"/>
              <a:ea typeface="Balsamiq Sans"/>
              <a:cs typeface="Balsamiq Sans"/>
              <a:sym typeface="Balsamiq Sans"/>
            </a:endParaRPr>
          </a:p>
        </p:txBody>
      </p:sp>
      <p:sp>
        <p:nvSpPr>
          <p:cNvPr id="6623" name="Google Shape;6623;p87"/>
          <p:cNvSpPr/>
          <p:nvPr/>
        </p:nvSpPr>
        <p:spPr>
          <a:xfrm>
            <a:off x="5978900" y="2095300"/>
            <a:ext cx="2173800" cy="6072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dk1"/>
              </a:solidFill>
            </a:endParaRPr>
          </a:p>
        </p:txBody>
      </p:sp>
      <p:sp>
        <p:nvSpPr>
          <p:cNvPr id="6624" name="Google Shape;6624;p87"/>
          <p:cNvSpPr/>
          <p:nvPr/>
        </p:nvSpPr>
        <p:spPr>
          <a:xfrm>
            <a:off x="991300" y="2997675"/>
            <a:ext cx="2173800" cy="1115700"/>
          </a:xfrm>
          <a:prstGeom prst="roundRect">
            <a:avLst>
              <a:gd fmla="val 1029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It is the closest planet to the Sun and the smallest one</a:t>
            </a:r>
            <a:endParaRPr>
              <a:solidFill>
                <a:schemeClr val="lt1"/>
              </a:solidFill>
              <a:latin typeface="Open Sans"/>
              <a:ea typeface="Open Sans"/>
              <a:cs typeface="Open Sans"/>
              <a:sym typeface="Open Sans"/>
            </a:endParaRPr>
          </a:p>
        </p:txBody>
      </p:sp>
      <p:cxnSp>
        <p:nvCxnSpPr>
          <p:cNvPr id="6625" name="Google Shape;6625;p87"/>
          <p:cNvCxnSpPr>
            <a:stCxn id="6620" idx="2"/>
            <a:endCxn id="6622" idx="0"/>
          </p:cNvCxnSpPr>
          <p:nvPr/>
        </p:nvCxnSpPr>
        <p:spPr>
          <a:xfrm flipH="1" rot="-5400000">
            <a:off x="4424700" y="1947425"/>
            <a:ext cx="295200" cy="600"/>
          </a:xfrm>
          <a:prstGeom prst="bentConnector3">
            <a:avLst>
              <a:gd fmla="val 49996" name="adj1"/>
            </a:avLst>
          </a:prstGeom>
          <a:noFill/>
          <a:ln cap="flat" cmpd="sng" w="19050">
            <a:solidFill>
              <a:schemeClr val="lt2"/>
            </a:solidFill>
            <a:prstDash val="solid"/>
            <a:round/>
            <a:headEnd len="med" w="med" type="none"/>
            <a:tailEnd len="med" w="med" type="none"/>
          </a:ln>
        </p:spPr>
      </p:cxnSp>
      <p:cxnSp>
        <p:nvCxnSpPr>
          <p:cNvPr id="6626" name="Google Shape;6626;p87"/>
          <p:cNvCxnSpPr>
            <a:stCxn id="6621" idx="2"/>
            <a:endCxn id="6624" idx="0"/>
          </p:cNvCxnSpPr>
          <p:nvPr/>
        </p:nvCxnSpPr>
        <p:spPr>
          <a:xfrm flipH="1" rot="-5400000">
            <a:off x="1930900" y="2849800"/>
            <a:ext cx="295200" cy="600"/>
          </a:xfrm>
          <a:prstGeom prst="bentConnector3">
            <a:avLst>
              <a:gd fmla="val 49996" name="adj1"/>
            </a:avLst>
          </a:prstGeom>
          <a:noFill/>
          <a:ln cap="flat" cmpd="sng" w="19050">
            <a:solidFill>
              <a:schemeClr val="lt2"/>
            </a:solidFill>
            <a:prstDash val="solid"/>
            <a:round/>
            <a:headEnd len="med" w="med" type="none"/>
            <a:tailEnd len="med" w="med" type="none"/>
          </a:ln>
        </p:spPr>
      </p:cxnSp>
      <p:cxnSp>
        <p:nvCxnSpPr>
          <p:cNvPr id="6627" name="Google Shape;6627;p87"/>
          <p:cNvCxnSpPr>
            <a:stCxn id="6621" idx="3"/>
            <a:endCxn id="6622" idx="1"/>
          </p:cNvCxnSpPr>
          <p:nvPr/>
        </p:nvCxnSpPr>
        <p:spPr>
          <a:xfrm>
            <a:off x="3165100" y="2398900"/>
            <a:ext cx="320100" cy="600"/>
          </a:xfrm>
          <a:prstGeom prst="bentConnector3">
            <a:avLst>
              <a:gd fmla="val 49984" name="adj1"/>
            </a:avLst>
          </a:prstGeom>
          <a:noFill/>
          <a:ln cap="flat" cmpd="sng" w="19050">
            <a:solidFill>
              <a:schemeClr val="lt2"/>
            </a:solidFill>
            <a:prstDash val="solid"/>
            <a:round/>
            <a:headEnd len="med" w="med" type="none"/>
            <a:tailEnd len="med" w="med" type="none"/>
          </a:ln>
        </p:spPr>
      </p:cxnSp>
      <p:cxnSp>
        <p:nvCxnSpPr>
          <p:cNvPr id="6628" name="Google Shape;6628;p87"/>
          <p:cNvCxnSpPr>
            <a:stCxn id="6623" idx="1"/>
            <a:endCxn id="6622" idx="3"/>
          </p:cNvCxnSpPr>
          <p:nvPr/>
        </p:nvCxnSpPr>
        <p:spPr>
          <a:xfrm flipH="1">
            <a:off x="5658800" y="2398900"/>
            <a:ext cx="320100" cy="600"/>
          </a:xfrm>
          <a:prstGeom prst="bentConnector3">
            <a:avLst>
              <a:gd fmla="val 49984" name="adj1"/>
            </a:avLst>
          </a:prstGeom>
          <a:noFill/>
          <a:ln cap="flat" cmpd="sng" w="19050">
            <a:solidFill>
              <a:schemeClr val="lt2"/>
            </a:solidFill>
            <a:prstDash val="solid"/>
            <a:round/>
            <a:headEnd len="med" w="med" type="none"/>
            <a:tailEnd len="med" w="med" type="none"/>
          </a:ln>
        </p:spPr>
      </p:cxnSp>
      <p:cxnSp>
        <p:nvCxnSpPr>
          <p:cNvPr id="6629" name="Google Shape;6629;p87"/>
          <p:cNvCxnSpPr>
            <a:stCxn id="6622" idx="2"/>
            <a:endCxn id="6630" idx="0"/>
          </p:cNvCxnSpPr>
          <p:nvPr/>
        </p:nvCxnSpPr>
        <p:spPr>
          <a:xfrm flipH="1" rot="-5400000">
            <a:off x="4424700" y="2849800"/>
            <a:ext cx="295200" cy="600"/>
          </a:xfrm>
          <a:prstGeom prst="bentConnector3">
            <a:avLst>
              <a:gd fmla="val 49996" name="adj1"/>
            </a:avLst>
          </a:prstGeom>
          <a:noFill/>
          <a:ln cap="flat" cmpd="sng" w="19050">
            <a:solidFill>
              <a:schemeClr val="lt2"/>
            </a:solidFill>
            <a:prstDash val="solid"/>
            <a:round/>
            <a:headEnd len="med" w="med" type="none"/>
            <a:tailEnd len="med" w="med" type="none"/>
          </a:ln>
        </p:spPr>
      </p:cxnSp>
      <p:cxnSp>
        <p:nvCxnSpPr>
          <p:cNvPr id="6631" name="Google Shape;6631;p87"/>
          <p:cNvCxnSpPr>
            <a:stCxn id="6623" idx="2"/>
            <a:endCxn id="6632" idx="0"/>
          </p:cNvCxnSpPr>
          <p:nvPr/>
        </p:nvCxnSpPr>
        <p:spPr>
          <a:xfrm flipH="1" rot="-5400000">
            <a:off x="6918500" y="2849800"/>
            <a:ext cx="295200" cy="600"/>
          </a:xfrm>
          <a:prstGeom prst="bentConnector3">
            <a:avLst>
              <a:gd fmla="val 49996" name="adj1"/>
            </a:avLst>
          </a:prstGeom>
          <a:noFill/>
          <a:ln cap="flat" cmpd="sng" w="19050">
            <a:solidFill>
              <a:schemeClr val="lt2"/>
            </a:solidFill>
            <a:prstDash val="solid"/>
            <a:round/>
            <a:headEnd len="med" w="med" type="none"/>
            <a:tailEnd len="med" w="med" type="none"/>
          </a:ln>
        </p:spPr>
      </p:cxnSp>
      <p:sp>
        <p:nvSpPr>
          <p:cNvPr id="6630" name="Google Shape;6630;p87"/>
          <p:cNvSpPr/>
          <p:nvPr/>
        </p:nvSpPr>
        <p:spPr>
          <a:xfrm>
            <a:off x="3485100" y="2997675"/>
            <a:ext cx="2173800" cy="11157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Jupiter is a gas giant and the biggest planet in the Solar System</a:t>
            </a:r>
            <a:endParaRPr>
              <a:solidFill>
                <a:schemeClr val="lt1"/>
              </a:solidFill>
              <a:latin typeface="Open Sans"/>
              <a:ea typeface="Open Sans"/>
              <a:cs typeface="Open Sans"/>
              <a:sym typeface="Open Sans"/>
            </a:endParaRPr>
          </a:p>
        </p:txBody>
      </p:sp>
      <p:sp>
        <p:nvSpPr>
          <p:cNvPr id="6632" name="Google Shape;6632;p87"/>
          <p:cNvSpPr/>
          <p:nvPr/>
        </p:nvSpPr>
        <p:spPr>
          <a:xfrm>
            <a:off x="5978900" y="2997675"/>
            <a:ext cx="2173800" cy="1115700"/>
          </a:xfrm>
          <a:prstGeom prst="roundRect">
            <a:avLst>
              <a:gd fmla="val 1029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Despite being red, Mars is cold. It's full of iron oxide dust</a:t>
            </a:r>
            <a:endParaRPr>
              <a:solidFill>
                <a:schemeClr val="lt1"/>
              </a:solidFill>
              <a:latin typeface="Open Sans"/>
              <a:ea typeface="Open Sans"/>
              <a:cs typeface="Open Sans"/>
              <a:sym typeface="Open Sans"/>
            </a:endParaRPr>
          </a:p>
        </p:txBody>
      </p:sp>
      <p:sp>
        <p:nvSpPr>
          <p:cNvPr id="6633" name="Google Shape;6633;p87">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7">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7">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7">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7" name="Google Shape;6637;p87"/>
          <p:cNvGrpSpPr/>
          <p:nvPr/>
        </p:nvGrpSpPr>
        <p:grpSpPr>
          <a:xfrm>
            <a:off x="717237" y="534939"/>
            <a:ext cx="734734" cy="750112"/>
            <a:chOff x="238125" y="1607925"/>
            <a:chExt cx="323700" cy="330475"/>
          </a:xfrm>
        </p:grpSpPr>
        <p:sp>
          <p:nvSpPr>
            <p:cNvPr id="6638" name="Google Shape;6638;p87"/>
            <p:cNvSpPr/>
            <p:nvPr/>
          </p:nvSpPr>
          <p:spPr>
            <a:xfrm>
              <a:off x="255500" y="1630625"/>
              <a:ext cx="306325" cy="307775"/>
            </a:xfrm>
            <a:custGeom>
              <a:rect b="b" l="l" r="r" t="t"/>
              <a:pathLst>
                <a:path extrusionOk="0" h="12311" w="12253">
                  <a:moveTo>
                    <a:pt x="6127" y="1"/>
                  </a:moveTo>
                  <a:cubicBezTo>
                    <a:pt x="2745" y="1"/>
                    <a:pt x="1" y="2764"/>
                    <a:pt x="1" y="6165"/>
                  </a:cubicBezTo>
                  <a:cubicBezTo>
                    <a:pt x="1" y="9566"/>
                    <a:pt x="2745" y="12310"/>
                    <a:pt x="6127" y="12310"/>
                  </a:cubicBezTo>
                  <a:cubicBezTo>
                    <a:pt x="9508" y="12310"/>
                    <a:pt x="12252" y="9566"/>
                    <a:pt x="12252" y="6165"/>
                  </a:cubicBezTo>
                  <a:cubicBezTo>
                    <a:pt x="12252" y="2764"/>
                    <a:pt x="9508" y="1"/>
                    <a:pt x="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7"/>
            <p:cNvSpPr/>
            <p:nvPr/>
          </p:nvSpPr>
          <p:spPr>
            <a:xfrm>
              <a:off x="238125" y="1607925"/>
              <a:ext cx="306300" cy="307775"/>
            </a:xfrm>
            <a:custGeom>
              <a:rect b="b" l="l" r="r" t="t"/>
              <a:pathLst>
                <a:path extrusionOk="0" h="12311" w="12252">
                  <a:moveTo>
                    <a:pt x="6126" y="1"/>
                  </a:moveTo>
                  <a:cubicBezTo>
                    <a:pt x="2744" y="1"/>
                    <a:pt x="0" y="2764"/>
                    <a:pt x="0" y="6165"/>
                  </a:cubicBezTo>
                  <a:cubicBezTo>
                    <a:pt x="0" y="9566"/>
                    <a:pt x="2744" y="12310"/>
                    <a:pt x="6126" y="12310"/>
                  </a:cubicBezTo>
                  <a:cubicBezTo>
                    <a:pt x="9508" y="12310"/>
                    <a:pt x="12252" y="9566"/>
                    <a:pt x="12252" y="6165"/>
                  </a:cubicBezTo>
                  <a:cubicBezTo>
                    <a:pt x="12252" y="2764"/>
                    <a:pt x="9508" y="1"/>
                    <a:pt x="6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7"/>
            <p:cNvSpPr/>
            <p:nvPr/>
          </p:nvSpPr>
          <p:spPr>
            <a:xfrm>
              <a:off x="383050" y="1608400"/>
              <a:ext cx="161850" cy="307775"/>
            </a:xfrm>
            <a:custGeom>
              <a:rect b="b" l="l" r="r" t="t"/>
              <a:pathLst>
                <a:path extrusionOk="0" h="12311" w="6474">
                  <a:moveTo>
                    <a:pt x="0" y="1"/>
                  </a:moveTo>
                  <a:cubicBezTo>
                    <a:pt x="3247" y="194"/>
                    <a:pt x="5759" y="2880"/>
                    <a:pt x="5759" y="6146"/>
                  </a:cubicBezTo>
                  <a:cubicBezTo>
                    <a:pt x="5759" y="9393"/>
                    <a:pt x="3247" y="12079"/>
                    <a:pt x="0" y="12291"/>
                  </a:cubicBezTo>
                  <a:cubicBezTo>
                    <a:pt x="97" y="12311"/>
                    <a:pt x="213" y="12311"/>
                    <a:pt x="329" y="12311"/>
                  </a:cubicBezTo>
                  <a:cubicBezTo>
                    <a:pt x="3730" y="12291"/>
                    <a:pt x="6474" y="9528"/>
                    <a:pt x="6455" y="6146"/>
                  </a:cubicBezTo>
                  <a:cubicBezTo>
                    <a:pt x="6455" y="2745"/>
                    <a:pt x="3711" y="1"/>
                    <a:pt x="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7"/>
            <p:cNvSpPr/>
            <p:nvPr/>
          </p:nvSpPr>
          <p:spPr>
            <a:xfrm>
              <a:off x="255500" y="1632575"/>
              <a:ext cx="257050" cy="258975"/>
            </a:xfrm>
            <a:custGeom>
              <a:rect b="b" l="l" r="r" t="t"/>
              <a:pathLst>
                <a:path extrusionOk="0" h="10359" w="10282">
                  <a:moveTo>
                    <a:pt x="5141" y="0"/>
                  </a:moveTo>
                  <a:cubicBezTo>
                    <a:pt x="2300" y="0"/>
                    <a:pt x="1" y="2319"/>
                    <a:pt x="1" y="5179"/>
                  </a:cubicBezTo>
                  <a:cubicBezTo>
                    <a:pt x="1" y="8039"/>
                    <a:pt x="2300" y="10358"/>
                    <a:pt x="5141" y="10358"/>
                  </a:cubicBezTo>
                  <a:cubicBezTo>
                    <a:pt x="7982" y="10358"/>
                    <a:pt x="10281" y="8039"/>
                    <a:pt x="10281" y="5179"/>
                  </a:cubicBezTo>
                  <a:cubicBezTo>
                    <a:pt x="10281" y="2319"/>
                    <a:pt x="7982" y="0"/>
                    <a:pt x="5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7"/>
            <p:cNvSpPr/>
            <p:nvPr/>
          </p:nvSpPr>
          <p:spPr>
            <a:xfrm>
              <a:off x="254550" y="1632575"/>
              <a:ext cx="141575" cy="258475"/>
            </a:xfrm>
            <a:custGeom>
              <a:rect b="b" l="l" r="r" t="t"/>
              <a:pathLst>
                <a:path extrusionOk="0" h="10339" w="5663">
                  <a:moveTo>
                    <a:pt x="5179" y="0"/>
                  </a:moveTo>
                  <a:cubicBezTo>
                    <a:pt x="2319" y="0"/>
                    <a:pt x="0" y="2319"/>
                    <a:pt x="0" y="5179"/>
                  </a:cubicBezTo>
                  <a:cubicBezTo>
                    <a:pt x="0" y="8039"/>
                    <a:pt x="2319" y="10339"/>
                    <a:pt x="5179" y="10339"/>
                  </a:cubicBezTo>
                  <a:cubicBezTo>
                    <a:pt x="5334" y="10339"/>
                    <a:pt x="5507" y="10339"/>
                    <a:pt x="5662" y="10319"/>
                  </a:cubicBezTo>
                  <a:cubicBezTo>
                    <a:pt x="2995" y="10068"/>
                    <a:pt x="986" y="7846"/>
                    <a:pt x="986" y="5179"/>
                  </a:cubicBezTo>
                  <a:cubicBezTo>
                    <a:pt x="986" y="2512"/>
                    <a:pt x="2995" y="290"/>
                    <a:pt x="5662" y="20"/>
                  </a:cubicBezTo>
                  <a:cubicBezTo>
                    <a:pt x="5488" y="0"/>
                    <a:pt x="5334" y="0"/>
                    <a:pt x="5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7"/>
            <p:cNvSpPr/>
            <p:nvPr/>
          </p:nvSpPr>
          <p:spPr>
            <a:xfrm>
              <a:off x="368075" y="1690050"/>
              <a:ext cx="45425" cy="144475"/>
            </a:xfrm>
            <a:custGeom>
              <a:rect b="b" l="l" r="r" t="t"/>
              <a:pathLst>
                <a:path extrusionOk="0" h="5779" w="1817">
                  <a:moveTo>
                    <a:pt x="1082" y="1"/>
                  </a:moveTo>
                  <a:lnTo>
                    <a:pt x="0" y="3015"/>
                  </a:lnTo>
                  <a:lnTo>
                    <a:pt x="1450" y="5779"/>
                  </a:lnTo>
                  <a:lnTo>
                    <a:pt x="1817" y="5586"/>
                  </a:lnTo>
                  <a:lnTo>
                    <a:pt x="445" y="2996"/>
                  </a:lnTo>
                  <a:lnTo>
                    <a:pt x="1469" y="136"/>
                  </a:lnTo>
                  <a:lnTo>
                    <a:pt x="1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7"/>
            <p:cNvSpPr/>
            <p:nvPr/>
          </p:nvSpPr>
          <p:spPr>
            <a:xfrm>
              <a:off x="379675" y="1645600"/>
              <a:ext cx="6300" cy="27100"/>
            </a:xfrm>
            <a:custGeom>
              <a:rect b="b" l="l" r="r" t="t"/>
              <a:pathLst>
                <a:path extrusionOk="0" h="1084" w="252">
                  <a:moveTo>
                    <a:pt x="0" y="1"/>
                  </a:moveTo>
                  <a:lnTo>
                    <a:pt x="0" y="1083"/>
                  </a:lnTo>
                  <a:lnTo>
                    <a:pt x="251" y="108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7"/>
            <p:cNvSpPr/>
            <p:nvPr/>
          </p:nvSpPr>
          <p:spPr>
            <a:xfrm>
              <a:off x="379675" y="1845125"/>
              <a:ext cx="6300" cy="27575"/>
            </a:xfrm>
            <a:custGeom>
              <a:rect b="b" l="l" r="r" t="t"/>
              <a:pathLst>
                <a:path extrusionOk="0" h="1103" w="252">
                  <a:moveTo>
                    <a:pt x="0" y="1"/>
                  </a:moveTo>
                  <a:lnTo>
                    <a:pt x="0" y="1102"/>
                  </a:lnTo>
                  <a:lnTo>
                    <a:pt x="251" y="1102"/>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7"/>
            <p:cNvSpPr/>
            <p:nvPr/>
          </p:nvSpPr>
          <p:spPr>
            <a:xfrm>
              <a:off x="468550" y="1755750"/>
              <a:ext cx="27075" cy="6325"/>
            </a:xfrm>
            <a:custGeom>
              <a:rect b="b" l="l" r="r" t="t"/>
              <a:pathLst>
                <a:path extrusionOk="0" h="253" w="1083">
                  <a:moveTo>
                    <a:pt x="1" y="1"/>
                  </a:moveTo>
                  <a:lnTo>
                    <a:pt x="1"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7"/>
            <p:cNvSpPr/>
            <p:nvPr/>
          </p:nvSpPr>
          <p:spPr>
            <a:xfrm>
              <a:off x="270000" y="1755750"/>
              <a:ext cx="27075" cy="6325"/>
            </a:xfrm>
            <a:custGeom>
              <a:rect b="b" l="l" r="r" t="t"/>
              <a:pathLst>
                <a:path extrusionOk="0" h="253" w="1083">
                  <a:moveTo>
                    <a:pt x="0" y="1"/>
                  </a:moveTo>
                  <a:lnTo>
                    <a:pt x="0"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1" name="Shape 6651"/>
        <p:cNvGrpSpPr/>
        <p:nvPr/>
      </p:nvGrpSpPr>
      <p:grpSpPr>
        <a:xfrm>
          <a:off x="0" y="0"/>
          <a:ext cx="0" cy="0"/>
          <a:chOff x="0" y="0"/>
          <a:chExt cx="0" cy="0"/>
        </a:xfrm>
      </p:grpSpPr>
      <p:cxnSp>
        <p:nvCxnSpPr>
          <p:cNvPr id="6652" name="Google Shape;6652;p88"/>
          <p:cNvCxnSpPr>
            <a:stCxn id="6653" idx="3"/>
            <a:endCxn id="6654" idx="0"/>
          </p:cNvCxnSpPr>
          <p:nvPr/>
        </p:nvCxnSpPr>
        <p:spPr>
          <a:xfrm flipH="1" rot="10800000">
            <a:off x="3009293" y="1664325"/>
            <a:ext cx="1548300" cy="219000"/>
          </a:xfrm>
          <a:prstGeom prst="bentConnector4">
            <a:avLst>
              <a:gd fmla="val 27217" name="adj1"/>
              <a:gd fmla="val 208756" name="adj2"/>
            </a:avLst>
          </a:prstGeom>
          <a:noFill/>
          <a:ln cap="flat" cmpd="sng" w="19050">
            <a:solidFill>
              <a:schemeClr val="lt2"/>
            </a:solidFill>
            <a:prstDash val="solid"/>
            <a:round/>
            <a:headEnd len="med" w="med" type="none"/>
            <a:tailEnd len="med" w="med" type="none"/>
          </a:ln>
        </p:spPr>
      </p:cxnSp>
      <p:cxnSp>
        <p:nvCxnSpPr>
          <p:cNvPr id="6655" name="Google Shape;6655;p88"/>
          <p:cNvCxnSpPr>
            <a:stCxn id="6656" idx="3"/>
            <a:endCxn id="6657" idx="2"/>
          </p:cNvCxnSpPr>
          <p:nvPr/>
        </p:nvCxnSpPr>
        <p:spPr>
          <a:xfrm flipH="1" rot="10800000">
            <a:off x="3009236" y="3181263"/>
            <a:ext cx="760500" cy="263400"/>
          </a:xfrm>
          <a:prstGeom prst="bentConnector2">
            <a:avLst/>
          </a:prstGeom>
          <a:noFill/>
          <a:ln cap="flat" cmpd="sng" w="19050">
            <a:solidFill>
              <a:schemeClr val="lt2"/>
            </a:solidFill>
            <a:prstDash val="solid"/>
            <a:round/>
            <a:headEnd len="med" w="med" type="none"/>
            <a:tailEnd len="med" w="med" type="none"/>
          </a:ln>
        </p:spPr>
      </p:cxnSp>
      <p:cxnSp>
        <p:nvCxnSpPr>
          <p:cNvPr id="6658" name="Google Shape;6658;p88"/>
          <p:cNvCxnSpPr>
            <a:stCxn id="6659" idx="1"/>
            <a:endCxn id="6660" idx="2"/>
          </p:cNvCxnSpPr>
          <p:nvPr/>
        </p:nvCxnSpPr>
        <p:spPr>
          <a:xfrm flipH="1">
            <a:off x="4557611" y="3444663"/>
            <a:ext cx="1577100" cy="313200"/>
          </a:xfrm>
          <a:prstGeom prst="bentConnector4">
            <a:avLst>
              <a:gd fmla="val 27627" name="adj1"/>
              <a:gd fmla="val 175986" name="adj2"/>
            </a:avLst>
          </a:prstGeom>
          <a:noFill/>
          <a:ln cap="flat" cmpd="sng" w="19050">
            <a:solidFill>
              <a:schemeClr val="lt2"/>
            </a:solidFill>
            <a:prstDash val="solid"/>
            <a:round/>
            <a:headEnd len="med" w="med" type="none"/>
            <a:tailEnd len="med" w="med" type="none"/>
          </a:ln>
        </p:spPr>
      </p:cxnSp>
      <p:cxnSp>
        <p:nvCxnSpPr>
          <p:cNvPr id="6661" name="Google Shape;6661;p88"/>
          <p:cNvCxnSpPr>
            <a:stCxn id="6662" idx="1"/>
            <a:endCxn id="6663" idx="0"/>
          </p:cNvCxnSpPr>
          <p:nvPr/>
        </p:nvCxnSpPr>
        <p:spPr>
          <a:xfrm flipH="1">
            <a:off x="5345768" y="1883325"/>
            <a:ext cx="789000" cy="357300"/>
          </a:xfrm>
          <a:prstGeom prst="bentConnector2">
            <a:avLst/>
          </a:prstGeom>
          <a:noFill/>
          <a:ln cap="flat" cmpd="sng" w="19050">
            <a:solidFill>
              <a:schemeClr val="lt2"/>
            </a:solidFill>
            <a:prstDash val="solid"/>
            <a:round/>
            <a:headEnd len="med" w="med" type="none"/>
            <a:tailEnd len="med" w="med" type="none"/>
          </a:ln>
        </p:spPr>
      </p:cxnSp>
      <p:sp>
        <p:nvSpPr>
          <p:cNvPr id="6664" name="Google Shape;6664;p8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Product automation </a:t>
            </a:r>
            <a:endParaRPr/>
          </a:p>
        </p:txBody>
      </p:sp>
      <p:sp>
        <p:nvSpPr>
          <p:cNvPr id="6653" name="Google Shape;6653;p88"/>
          <p:cNvSpPr/>
          <p:nvPr/>
        </p:nvSpPr>
        <p:spPr>
          <a:xfrm>
            <a:off x="1022393" y="1678575"/>
            <a:ext cx="19869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dk1"/>
              </a:solidFill>
            </a:endParaRPr>
          </a:p>
        </p:txBody>
      </p:sp>
      <p:sp>
        <p:nvSpPr>
          <p:cNvPr id="6665" name="Google Shape;6665;p88"/>
          <p:cNvSpPr txBox="1"/>
          <p:nvPr/>
        </p:nvSpPr>
        <p:spPr>
          <a:xfrm>
            <a:off x="1022404" y="2163825"/>
            <a:ext cx="19869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Mars is very cold</a:t>
            </a:r>
            <a:endParaRPr>
              <a:solidFill>
                <a:schemeClr val="dk1"/>
              </a:solidFill>
              <a:latin typeface="Open Sans"/>
              <a:ea typeface="Open Sans"/>
              <a:cs typeface="Open Sans"/>
              <a:sym typeface="Open Sans"/>
            </a:endParaRPr>
          </a:p>
        </p:txBody>
      </p:sp>
      <p:sp>
        <p:nvSpPr>
          <p:cNvPr id="6656" name="Google Shape;6656;p88"/>
          <p:cNvSpPr/>
          <p:nvPr/>
        </p:nvSpPr>
        <p:spPr>
          <a:xfrm>
            <a:off x="1022336" y="3239913"/>
            <a:ext cx="19869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dk1"/>
              </a:solidFill>
            </a:endParaRPr>
          </a:p>
        </p:txBody>
      </p:sp>
      <p:sp>
        <p:nvSpPr>
          <p:cNvPr id="6666" name="Google Shape;6666;p88"/>
          <p:cNvSpPr txBox="1"/>
          <p:nvPr/>
        </p:nvSpPr>
        <p:spPr>
          <a:xfrm>
            <a:off x="1022325" y="3725163"/>
            <a:ext cx="19869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Venus is very hot</a:t>
            </a:r>
            <a:endParaRPr>
              <a:solidFill>
                <a:schemeClr val="dk1"/>
              </a:solidFill>
              <a:latin typeface="Open Sans"/>
              <a:ea typeface="Open Sans"/>
              <a:cs typeface="Open Sans"/>
              <a:sym typeface="Open Sans"/>
            </a:endParaRPr>
          </a:p>
        </p:txBody>
      </p:sp>
      <p:sp>
        <p:nvSpPr>
          <p:cNvPr id="6662" name="Google Shape;6662;p88"/>
          <p:cNvSpPr/>
          <p:nvPr/>
        </p:nvSpPr>
        <p:spPr>
          <a:xfrm>
            <a:off x="6134768" y="1678575"/>
            <a:ext cx="19869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Jupiter</a:t>
            </a:r>
            <a:endParaRPr>
              <a:solidFill>
                <a:schemeClr val="dk1"/>
              </a:solidFill>
            </a:endParaRPr>
          </a:p>
        </p:txBody>
      </p:sp>
      <p:sp>
        <p:nvSpPr>
          <p:cNvPr id="6667" name="Google Shape;6667;p88"/>
          <p:cNvSpPr txBox="1"/>
          <p:nvPr/>
        </p:nvSpPr>
        <p:spPr>
          <a:xfrm>
            <a:off x="6134779" y="2163825"/>
            <a:ext cx="19869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Jupiter is a gas giant</a:t>
            </a:r>
            <a:endParaRPr>
              <a:solidFill>
                <a:schemeClr val="dk1"/>
              </a:solidFill>
              <a:latin typeface="Open Sans"/>
              <a:ea typeface="Open Sans"/>
              <a:cs typeface="Open Sans"/>
              <a:sym typeface="Open Sans"/>
            </a:endParaRPr>
          </a:p>
        </p:txBody>
      </p:sp>
      <p:sp>
        <p:nvSpPr>
          <p:cNvPr id="6659" name="Google Shape;6659;p88"/>
          <p:cNvSpPr/>
          <p:nvPr/>
        </p:nvSpPr>
        <p:spPr>
          <a:xfrm>
            <a:off x="6134711" y="3239913"/>
            <a:ext cx="19869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Saturn</a:t>
            </a:r>
            <a:endParaRPr>
              <a:solidFill>
                <a:schemeClr val="dk1"/>
              </a:solidFill>
            </a:endParaRPr>
          </a:p>
        </p:txBody>
      </p:sp>
      <p:sp>
        <p:nvSpPr>
          <p:cNvPr id="6668" name="Google Shape;6668;p88"/>
          <p:cNvSpPr txBox="1"/>
          <p:nvPr/>
        </p:nvSpPr>
        <p:spPr>
          <a:xfrm>
            <a:off x="6134700" y="3725163"/>
            <a:ext cx="19869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It is the ringed planet</a:t>
            </a:r>
            <a:endParaRPr>
              <a:solidFill>
                <a:schemeClr val="dk1"/>
              </a:solidFill>
              <a:latin typeface="Open Sans"/>
              <a:ea typeface="Open Sans"/>
              <a:cs typeface="Open Sans"/>
              <a:sym typeface="Open Sans"/>
            </a:endParaRPr>
          </a:p>
        </p:txBody>
      </p:sp>
      <p:sp>
        <p:nvSpPr>
          <p:cNvPr id="6654" name="Google Shape;6654;p88"/>
          <p:cNvSpPr/>
          <p:nvPr/>
        </p:nvSpPr>
        <p:spPr>
          <a:xfrm>
            <a:off x="3852088" y="1664275"/>
            <a:ext cx="1411200" cy="940800"/>
          </a:xfrm>
          <a:prstGeom prst="flowChartDecision">
            <a:avLst/>
          </a:prstGeom>
          <a:solidFill>
            <a:schemeClr val="accent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8"/>
          <p:cNvSpPr/>
          <p:nvPr/>
        </p:nvSpPr>
        <p:spPr>
          <a:xfrm>
            <a:off x="3064013" y="2240475"/>
            <a:ext cx="1411200" cy="940800"/>
          </a:xfrm>
          <a:prstGeom prst="flowChartDecision">
            <a:avLst/>
          </a:prstGeom>
          <a:solidFill>
            <a:schemeClr val="accent4"/>
          </a:solidFill>
          <a:ln cap="flat" cmpd="sng" w="762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8"/>
          <p:cNvSpPr/>
          <p:nvPr/>
        </p:nvSpPr>
        <p:spPr>
          <a:xfrm>
            <a:off x="4640188" y="2240475"/>
            <a:ext cx="1411200" cy="940800"/>
          </a:xfrm>
          <a:prstGeom prst="flowChartDecision">
            <a:avLst/>
          </a:prstGeom>
          <a:solidFill>
            <a:schemeClr val="accent6"/>
          </a:solidFill>
          <a:ln cap="flat" cmpd="sng" w="762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8"/>
          <p:cNvSpPr/>
          <p:nvPr/>
        </p:nvSpPr>
        <p:spPr>
          <a:xfrm>
            <a:off x="3852088" y="2816925"/>
            <a:ext cx="1411200" cy="940800"/>
          </a:xfrm>
          <a:prstGeom prst="flowChartDecision">
            <a:avLst/>
          </a:prstGeom>
          <a:solidFill>
            <a:schemeClr val="accent5"/>
          </a:solidFill>
          <a:ln cap="flat" cmpd="sng" w="7620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9" name="Google Shape;6669;p88"/>
          <p:cNvGrpSpPr/>
          <p:nvPr/>
        </p:nvGrpSpPr>
        <p:grpSpPr>
          <a:xfrm>
            <a:off x="4396211" y="3085229"/>
            <a:ext cx="351517" cy="434479"/>
            <a:chOff x="6342536" y="1137454"/>
            <a:chExt cx="351517" cy="434479"/>
          </a:xfrm>
        </p:grpSpPr>
        <p:sp>
          <p:nvSpPr>
            <p:cNvPr id="6670" name="Google Shape;6670;p88"/>
            <p:cNvSpPr/>
            <p:nvPr/>
          </p:nvSpPr>
          <p:spPr>
            <a:xfrm>
              <a:off x="6503965" y="1477072"/>
              <a:ext cx="28945" cy="44638"/>
            </a:xfrm>
            <a:custGeom>
              <a:rect b="b" l="l" r="r" t="t"/>
              <a:pathLst>
                <a:path extrusionOk="0" h="1718" w="1114">
                  <a:moveTo>
                    <a:pt x="1113" y="1"/>
                  </a:moveTo>
                  <a:lnTo>
                    <a:pt x="0" y="176"/>
                  </a:lnTo>
                  <a:lnTo>
                    <a:pt x="0" y="1717"/>
                  </a:lnTo>
                  <a:lnTo>
                    <a:pt x="1113" y="1717"/>
                  </a:lnTo>
                  <a:lnTo>
                    <a:pt x="1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8"/>
            <p:cNvSpPr/>
            <p:nvPr/>
          </p:nvSpPr>
          <p:spPr>
            <a:xfrm>
              <a:off x="6460522" y="1514019"/>
              <a:ext cx="115830" cy="39130"/>
            </a:xfrm>
            <a:custGeom>
              <a:rect b="b" l="l" r="r" t="t"/>
              <a:pathLst>
                <a:path extrusionOk="0" h="1506" w="4458">
                  <a:moveTo>
                    <a:pt x="523" y="0"/>
                  </a:moveTo>
                  <a:cubicBezTo>
                    <a:pt x="233" y="0"/>
                    <a:pt x="0" y="233"/>
                    <a:pt x="0" y="523"/>
                  </a:cubicBezTo>
                  <a:lnTo>
                    <a:pt x="0" y="1505"/>
                  </a:lnTo>
                  <a:lnTo>
                    <a:pt x="4458" y="1505"/>
                  </a:lnTo>
                  <a:lnTo>
                    <a:pt x="4458" y="523"/>
                  </a:lnTo>
                  <a:cubicBezTo>
                    <a:pt x="4458" y="233"/>
                    <a:pt x="42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8"/>
            <p:cNvSpPr/>
            <p:nvPr/>
          </p:nvSpPr>
          <p:spPr>
            <a:xfrm>
              <a:off x="6542263" y="1514019"/>
              <a:ext cx="34089" cy="39130"/>
            </a:xfrm>
            <a:custGeom>
              <a:rect b="b" l="l" r="r" t="t"/>
              <a:pathLst>
                <a:path extrusionOk="0" h="1506" w="1312">
                  <a:moveTo>
                    <a:pt x="0" y="0"/>
                  </a:moveTo>
                  <a:cubicBezTo>
                    <a:pt x="298" y="0"/>
                    <a:pt x="538" y="241"/>
                    <a:pt x="538" y="538"/>
                  </a:cubicBezTo>
                  <a:lnTo>
                    <a:pt x="538" y="1505"/>
                  </a:lnTo>
                  <a:lnTo>
                    <a:pt x="1312" y="1505"/>
                  </a:lnTo>
                  <a:lnTo>
                    <a:pt x="1312" y="538"/>
                  </a:lnTo>
                  <a:cubicBezTo>
                    <a:pt x="1312" y="241"/>
                    <a:pt x="1071" y="0"/>
                    <a:pt x="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8"/>
            <p:cNvSpPr/>
            <p:nvPr/>
          </p:nvSpPr>
          <p:spPr>
            <a:xfrm>
              <a:off x="6431526" y="1542937"/>
              <a:ext cx="173823" cy="28996"/>
            </a:xfrm>
            <a:custGeom>
              <a:rect b="b" l="l" r="r" t="t"/>
              <a:pathLst>
                <a:path extrusionOk="0" h="1116" w="6690">
                  <a:moveTo>
                    <a:pt x="262" y="0"/>
                  </a:moveTo>
                  <a:cubicBezTo>
                    <a:pt x="118" y="0"/>
                    <a:pt x="1" y="118"/>
                    <a:pt x="1" y="261"/>
                  </a:cubicBezTo>
                  <a:lnTo>
                    <a:pt x="1" y="855"/>
                  </a:lnTo>
                  <a:cubicBezTo>
                    <a:pt x="1" y="998"/>
                    <a:pt x="118" y="1116"/>
                    <a:pt x="262" y="1116"/>
                  </a:cubicBezTo>
                  <a:lnTo>
                    <a:pt x="6428" y="1116"/>
                  </a:lnTo>
                  <a:cubicBezTo>
                    <a:pt x="6572" y="1116"/>
                    <a:pt x="6689" y="998"/>
                    <a:pt x="6689" y="855"/>
                  </a:cubicBezTo>
                  <a:lnTo>
                    <a:pt x="6689" y="261"/>
                  </a:lnTo>
                  <a:cubicBezTo>
                    <a:pt x="6689" y="118"/>
                    <a:pt x="6572" y="0"/>
                    <a:pt x="6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8"/>
            <p:cNvSpPr/>
            <p:nvPr/>
          </p:nvSpPr>
          <p:spPr>
            <a:xfrm>
              <a:off x="6370649" y="1164814"/>
              <a:ext cx="254992" cy="256421"/>
            </a:xfrm>
            <a:custGeom>
              <a:rect b="b" l="l" r="r" t="t"/>
              <a:pathLst>
                <a:path extrusionOk="0" h="9869" w="9814">
                  <a:moveTo>
                    <a:pt x="9024" y="1"/>
                  </a:moveTo>
                  <a:lnTo>
                    <a:pt x="0" y="9025"/>
                  </a:lnTo>
                  <a:lnTo>
                    <a:pt x="92" y="9869"/>
                  </a:lnTo>
                  <a:lnTo>
                    <a:pt x="789" y="9814"/>
                  </a:lnTo>
                  <a:lnTo>
                    <a:pt x="9813" y="787"/>
                  </a:lnTo>
                  <a:lnTo>
                    <a:pt x="9813" y="98"/>
                  </a:lnTo>
                  <a:lnTo>
                    <a:pt x="90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8"/>
            <p:cNvSpPr/>
            <p:nvPr/>
          </p:nvSpPr>
          <p:spPr>
            <a:xfrm>
              <a:off x="6347628" y="1154759"/>
              <a:ext cx="300072" cy="273284"/>
            </a:xfrm>
            <a:custGeom>
              <a:rect b="b" l="l" r="r" t="t"/>
              <a:pathLst>
                <a:path extrusionOk="0" h="10518" w="11549">
                  <a:moveTo>
                    <a:pt x="5793" y="0"/>
                  </a:moveTo>
                  <a:cubicBezTo>
                    <a:pt x="5278" y="0"/>
                    <a:pt x="4764" y="74"/>
                    <a:pt x="4267" y="223"/>
                  </a:cubicBezTo>
                  <a:lnTo>
                    <a:pt x="1503" y="2188"/>
                  </a:lnTo>
                  <a:cubicBezTo>
                    <a:pt x="1" y="4260"/>
                    <a:pt x="181" y="7173"/>
                    <a:pt x="2049" y="9038"/>
                  </a:cubicBezTo>
                  <a:cubicBezTo>
                    <a:pt x="2611" y="9600"/>
                    <a:pt x="3266" y="10010"/>
                    <a:pt x="3967" y="10266"/>
                  </a:cubicBezTo>
                  <a:lnTo>
                    <a:pt x="6678" y="10517"/>
                  </a:lnTo>
                  <a:cubicBezTo>
                    <a:pt x="7094" y="10447"/>
                    <a:pt x="7501" y="10326"/>
                    <a:pt x="7893" y="10156"/>
                  </a:cubicBezTo>
                  <a:lnTo>
                    <a:pt x="10391" y="7923"/>
                  </a:lnTo>
                  <a:cubicBezTo>
                    <a:pt x="11548" y="5901"/>
                    <a:pt x="11264" y="3277"/>
                    <a:pt x="9537" y="1551"/>
                  </a:cubicBezTo>
                  <a:cubicBezTo>
                    <a:pt x="8503" y="517"/>
                    <a:pt x="7148" y="0"/>
                    <a:pt x="57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8"/>
            <p:cNvSpPr/>
            <p:nvPr/>
          </p:nvSpPr>
          <p:spPr>
            <a:xfrm>
              <a:off x="6395150" y="1282982"/>
              <a:ext cx="52303" cy="49471"/>
            </a:xfrm>
            <a:custGeom>
              <a:rect b="b" l="l" r="r" t="t"/>
              <a:pathLst>
                <a:path extrusionOk="0" h="1904" w="2013">
                  <a:moveTo>
                    <a:pt x="613" y="1"/>
                  </a:moveTo>
                  <a:cubicBezTo>
                    <a:pt x="471" y="1"/>
                    <a:pt x="328" y="55"/>
                    <a:pt x="220" y="163"/>
                  </a:cubicBezTo>
                  <a:cubicBezTo>
                    <a:pt x="0" y="380"/>
                    <a:pt x="0" y="733"/>
                    <a:pt x="220" y="952"/>
                  </a:cubicBezTo>
                  <a:lnTo>
                    <a:pt x="1006" y="1739"/>
                  </a:lnTo>
                  <a:cubicBezTo>
                    <a:pt x="1116" y="1849"/>
                    <a:pt x="1259" y="1903"/>
                    <a:pt x="1402" y="1903"/>
                  </a:cubicBezTo>
                  <a:cubicBezTo>
                    <a:pt x="1544" y="1903"/>
                    <a:pt x="1687" y="1849"/>
                    <a:pt x="1795" y="1739"/>
                  </a:cubicBezTo>
                  <a:cubicBezTo>
                    <a:pt x="2012" y="1522"/>
                    <a:pt x="2012" y="1169"/>
                    <a:pt x="1795" y="952"/>
                  </a:cubicBezTo>
                  <a:lnTo>
                    <a:pt x="1006" y="163"/>
                  </a:lnTo>
                  <a:cubicBezTo>
                    <a:pt x="898" y="55"/>
                    <a:pt x="755"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8"/>
            <p:cNvSpPr/>
            <p:nvPr/>
          </p:nvSpPr>
          <p:spPr>
            <a:xfrm>
              <a:off x="6569259" y="1252245"/>
              <a:ext cx="42066" cy="39234"/>
            </a:xfrm>
            <a:custGeom>
              <a:rect b="b" l="l" r="r" t="t"/>
              <a:pathLst>
                <a:path extrusionOk="0" h="1510" w="1619">
                  <a:moveTo>
                    <a:pt x="611" y="0"/>
                  </a:moveTo>
                  <a:cubicBezTo>
                    <a:pt x="469" y="0"/>
                    <a:pt x="326" y="55"/>
                    <a:pt x="218" y="163"/>
                  </a:cubicBezTo>
                  <a:cubicBezTo>
                    <a:pt x="1" y="382"/>
                    <a:pt x="1" y="735"/>
                    <a:pt x="218" y="952"/>
                  </a:cubicBezTo>
                  <a:lnTo>
                    <a:pt x="612" y="1346"/>
                  </a:lnTo>
                  <a:cubicBezTo>
                    <a:pt x="721" y="1455"/>
                    <a:pt x="863" y="1509"/>
                    <a:pt x="1006" y="1509"/>
                  </a:cubicBezTo>
                  <a:cubicBezTo>
                    <a:pt x="1148" y="1509"/>
                    <a:pt x="1291" y="1455"/>
                    <a:pt x="1401" y="1346"/>
                  </a:cubicBezTo>
                  <a:cubicBezTo>
                    <a:pt x="1618" y="1130"/>
                    <a:pt x="1618" y="774"/>
                    <a:pt x="1401" y="557"/>
                  </a:cubicBezTo>
                  <a:lnTo>
                    <a:pt x="1007" y="163"/>
                  </a:lnTo>
                  <a:cubicBezTo>
                    <a:pt x="897" y="55"/>
                    <a:pt x="754" y="0"/>
                    <a:pt x="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8"/>
            <p:cNvSpPr/>
            <p:nvPr/>
          </p:nvSpPr>
          <p:spPr>
            <a:xfrm>
              <a:off x="6488090" y="1154759"/>
              <a:ext cx="161040" cy="275155"/>
            </a:xfrm>
            <a:custGeom>
              <a:rect b="b" l="l" r="r" t="t"/>
              <a:pathLst>
                <a:path extrusionOk="0" h="10590" w="6198">
                  <a:moveTo>
                    <a:pt x="384" y="0"/>
                  </a:moveTo>
                  <a:cubicBezTo>
                    <a:pt x="256" y="0"/>
                    <a:pt x="128" y="5"/>
                    <a:pt x="0" y="14"/>
                  </a:cubicBezTo>
                  <a:cubicBezTo>
                    <a:pt x="1223" y="103"/>
                    <a:pt x="2419" y="615"/>
                    <a:pt x="3355" y="1551"/>
                  </a:cubicBezTo>
                  <a:cubicBezTo>
                    <a:pt x="5424" y="3620"/>
                    <a:pt x="5424" y="6972"/>
                    <a:pt x="3355" y="9038"/>
                  </a:cubicBezTo>
                  <a:cubicBezTo>
                    <a:pt x="2419" y="9974"/>
                    <a:pt x="1223" y="10486"/>
                    <a:pt x="0" y="10575"/>
                  </a:cubicBezTo>
                  <a:cubicBezTo>
                    <a:pt x="131" y="10584"/>
                    <a:pt x="261" y="10589"/>
                    <a:pt x="392" y="10589"/>
                  </a:cubicBezTo>
                  <a:cubicBezTo>
                    <a:pt x="1744" y="10589"/>
                    <a:pt x="3097" y="10072"/>
                    <a:pt x="4131" y="9038"/>
                  </a:cubicBezTo>
                  <a:cubicBezTo>
                    <a:pt x="6197" y="6972"/>
                    <a:pt x="6197" y="3620"/>
                    <a:pt x="4131" y="1551"/>
                  </a:cubicBezTo>
                  <a:cubicBezTo>
                    <a:pt x="3095" y="517"/>
                    <a:pt x="1739"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8"/>
            <p:cNvSpPr/>
            <p:nvPr/>
          </p:nvSpPr>
          <p:spPr>
            <a:xfrm>
              <a:off x="6436151" y="1364879"/>
              <a:ext cx="85015" cy="65060"/>
            </a:xfrm>
            <a:custGeom>
              <a:rect b="b" l="l" r="r" t="t"/>
              <a:pathLst>
                <a:path extrusionOk="0" h="2504" w="3272">
                  <a:moveTo>
                    <a:pt x="611" y="0"/>
                  </a:moveTo>
                  <a:cubicBezTo>
                    <a:pt x="468" y="0"/>
                    <a:pt x="326" y="55"/>
                    <a:pt x="217" y="165"/>
                  </a:cubicBezTo>
                  <a:cubicBezTo>
                    <a:pt x="0" y="382"/>
                    <a:pt x="0" y="734"/>
                    <a:pt x="217" y="951"/>
                  </a:cubicBezTo>
                  <a:lnTo>
                    <a:pt x="612" y="1346"/>
                  </a:lnTo>
                  <a:cubicBezTo>
                    <a:pt x="829" y="1563"/>
                    <a:pt x="829" y="1918"/>
                    <a:pt x="612" y="2135"/>
                  </a:cubicBezTo>
                  <a:cubicBezTo>
                    <a:pt x="596" y="2150"/>
                    <a:pt x="578" y="2166"/>
                    <a:pt x="560" y="2179"/>
                  </a:cubicBezTo>
                  <a:cubicBezTo>
                    <a:pt x="1149" y="2395"/>
                    <a:pt x="1769" y="2503"/>
                    <a:pt x="2389" y="2503"/>
                  </a:cubicBezTo>
                  <a:cubicBezTo>
                    <a:pt x="2684" y="2503"/>
                    <a:pt x="2979" y="2479"/>
                    <a:pt x="3271" y="2430"/>
                  </a:cubicBezTo>
                  <a:lnTo>
                    <a:pt x="1006" y="165"/>
                  </a:lnTo>
                  <a:cubicBezTo>
                    <a:pt x="897" y="55"/>
                    <a:pt x="754" y="0"/>
                    <a:pt x="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8"/>
            <p:cNvSpPr/>
            <p:nvPr/>
          </p:nvSpPr>
          <p:spPr>
            <a:xfrm>
              <a:off x="6492429" y="1282982"/>
              <a:ext cx="125210" cy="135681"/>
            </a:xfrm>
            <a:custGeom>
              <a:rect b="b" l="l" r="r" t="t"/>
              <a:pathLst>
                <a:path extrusionOk="0" h="5222" w="4819">
                  <a:moveTo>
                    <a:pt x="1598" y="1"/>
                  </a:moveTo>
                  <a:cubicBezTo>
                    <a:pt x="1456" y="1"/>
                    <a:pt x="1313" y="55"/>
                    <a:pt x="1205" y="163"/>
                  </a:cubicBezTo>
                  <a:cubicBezTo>
                    <a:pt x="985" y="380"/>
                    <a:pt x="985" y="733"/>
                    <a:pt x="1205" y="952"/>
                  </a:cubicBezTo>
                  <a:lnTo>
                    <a:pt x="2190" y="1937"/>
                  </a:lnTo>
                  <a:cubicBezTo>
                    <a:pt x="2407" y="2154"/>
                    <a:pt x="2407" y="2507"/>
                    <a:pt x="2190" y="2724"/>
                  </a:cubicBezTo>
                  <a:cubicBezTo>
                    <a:pt x="2081" y="2834"/>
                    <a:pt x="1938" y="2888"/>
                    <a:pt x="1795" y="2888"/>
                  </a:cubicBezTo>
                  <a:cubicBezTo>
                    <a:pt x="1652" y="2888"/>
                    <a:pt x="1509" y="2834"/>
                    <a:pt x="1401" y="2724"/>
                  </a:cubicBezTo>
                  <a:lnTo>
                    <a:pt x="1006" y="2332"/>
                  </a:lnTo>
                  <a:cubicBezTo>
                    <a:pt x="898" y="2222"/>
                    <a:pt x="755" y="2167"/>
                    <a:pt x="613" y="2167"/>
                  </a:cubicBezTo>
                  <a:cubicBezTo>
                    <a:pt x="471" y="2167"/>
                    <a:pt x="328" y="2222"/>
                    <a:pt x="220" y="2332"/>
                  </a:cubicBezTo>
                  <a:cubicBezTo>
                    <a:pt x="0" y="2549"/>
                    <a:pt x="0" y="2901"/>
                    <a:pt x="220" y="3118"/>
                  </a:cubicBezTo>
                  <a:lnTo>
                    <a:pt x="2320" y="5221"/>
                  </a:lnTo>
                  <a:cubicBezTo>
                    <a:pt x="2916" y="4963"/>
                    <a:pt x="3475" y="4592"/>
                    <a:pt x="3964" y="4103"/>
                  </a:cubicBezTo>
                  <a:cubicBezTo>
                    <a:pt x="4303" y="3764"/>
                    <a:pt x="4588" y="3387"/>
                    <a:pt x="4818" y="2988"/>
                  </a:cubicBezTo>
                  <a:lnTo>
                    <a:pt x="1991" y="163"/>
                  </a:lnTo>
                  <a:cubicBezTo>
                    <a:pt x="1883" y="55"/>
                    <a:pt x="1740" y="1"/>
                    <a:pt x="15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8"/>
            <p:cNvSpPr/>
            <p:nvPr/>
          </p:nvSpPr>
          <p:spPr>
            <a:xfrm>
              <a:off x="6386654" y="1160553"/>
              <a:ext cx="142722" cy="120663"/>
            </a:xfrm>
            <a:custGeom>
              <a:rect b="b" l="l" r="r" t="t"/>
              <a:pathLst>
                <a:path extrusionOk="0" h="4644" w="5493">
                  <a:moveTo>
                    <a:pt x="2765" y="0"/>
                  </a:moveTo>
                  <a:cubicBezTo>
                    <a:pt x="1952" y="243"/>
                    <a:pt x="1187" y="687"/>
                    <a:pt x="547" y="1328"/>
                  </a:cubicBezTo>
                  <a:cubicBezTo>
                    <a:pt x="346" y="1529"/>
                    <a:pt x="163" y="1743"/>
                    <a:pt x="1" y="1965"/>
                  </a:cubicBezTo>
                  <a:lnTo>
                    <a:pt x="2517" y="4481"/>
                  </a:lnTo>
                  <a:cubicBezTo>
                    <a:pt x="2625" y="4589"/>
                    <a:pt x="2768" y="4644"/>
                    <a:pt x="2910" y="4644"/>
                  </a:cubicBezTo>
                  <a:cubicBezTo>
                    <a:pt x="3052" y="4644"/>
                    <a:pt x="3195" y="4589"/>
                    <a:pt x="3303" y="4481"/>
                  </a:cubicBezTo>
                  <a:cubicBezTo>
                    <a:pt x="3523" y="4264"/>
                    <a:pt x="3523" y="3911"/>
                    <a:pt x="3303" y="3692"/>
                  </a:cubicBezTo>
                  <a:lnTo>
                    <a:pt x="2517" y="2906"/>
                  </a:lnTo>
                  <a:cubicBezTo>
                    <a:pt x="2297" y="2686"/>
                    <a:pt x="2297" y="2333"/>
                    <a:pt x="2517" y="2117"/>
                  </a:cubicBezTo>
                  <a:cubicBezTo>
                    <a:pt x="2625" y="2008"/>
                    <a:pt x="2768" y="1954"/>
                    <a:pt x="2910" y="1954"/>
                  </a:cubicBezTo>
                  <a:cubicBezTo>
                    <a:pt x="3052" y="1954"/>
                    <a:pt x="3195" y="2008"/>
                    <a:pt x="3303" y="2117"/>
                  </a:cubicBezTo>
                  <a:lnTo>
                    <a:pt x="4487" y="3297"/>
                  </a:lnTo>
                  <a:cubicBezTo>
                    <a:pt x="4595" y="3407"/>
                    <a:pt x="4738" y="3462"/>
                    <a:pt x="4880" y="3462"/>
                  </a:cubicBezTo>
                  <a:cubicBezTo>
                    <a:pt x="5023" y="3462"/>
                    <a:pt x="5166" y="3407"/>
                    <a:pt x="5276" y="3297"/>
                  </a:cubicBezTo>
                  <a:cubicBezTo>
                    <a:pt x="5493" y="3081"/>
                    <a:pt x="5493" y="2728"/>
                    <a:pt x="5276" y="2511"/>
                  </a:cubicBezTo>
                  <a:lnTo>
                    <a:pt x="27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8"/>
            <p:cNvSpPr/>
            <p:nvPr/>
          </p:nvSpPr>
          <p:spPr>
            <a:xfrm>
              <a:off x="6546057" y="1347237"/>
              <a:ext cx="71582" cy="71426"/>
            </a:xfrm>
            <a:custGeom>
              <a:rect b="b" l="l" r="r" t="t"/>
              <a:pathLst>
                <a:path extrusionOk="0" h="2749" w="2755">
                  <a:moveTo>
                    <a:pt x="2237" y="0"/>
                  </a:moveTo>
                  <a:cubicBezTo>
                    <a:pt x="1981" y="593"/>
                    <a:pt x="1610" y="1147"/>
                    <a:pt x="1124" y="1630"/>
                  </a:cubicBezTo>
                  <a:cubicBezTo>
                    <a:pt x="781" y="1975"/>
                    <a:pt x="403" y="2260"/>
                    <a:pt x="0" y="2490"/>
                  </a:cubicBezTo>
                  <a:lnTo>
                    <a:pt x="256" y="2748"/>
                  </a:lnTo>
                  <a:cubicBezTo>
                    <a:pt x="852" y="2490"/>
                    <a:pt x="1411" y="2119"/>
                    <a:pt x="1900" y="1630"/>
                  </a:cubicBezTo>
                  <a:cubicBezTo>
                    <a:pt x="2239" y="1291"/>
                    <a:pt x="2524" y="914"/>
                    <a:pt x="2754" y="515"/>
                  </a:cubicBezTo>
                  <a:lnTo>
                    <a:pt x="22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8"/>
            <p:cNvSpPr/>
            <p:nvPr/>
          </p:nvSpPr>
          <p:spPr>
            <a:xfrm>
              <a:off x="6488142" y="1424197"/>
              <a:ext cx="33024" cy="5716"/>
            </a:xfrm>
            <a:custGeom>
              <a:rect b="b" l="l" r="r" t="t"/>
              <a:pathLst>
                <a:path extrusionOk="0" h="220" w="1271">
                  <a:moveTo>
                    <a:pt x="1124" y="1"/>
                  </a:moveTo>
                  <a:cubicBezTo>
                    <a:pt x="756" y="108"/>
                    <a:pt x="380" y="178"/>
                    <a:pt x="1" y="205"/>
                  </a:cubicBezTo>
                  <a:cubicBezTo>
                    <a:pt x="133" y="214"/>
                    <a:pt x="266" y="219"/>
                    <a:pt x="399" y="219"/>
                  </a:cubicBezTo>
                  <a:cubicBezTo>
                    <a:pt x="690" y="219"/>
                    <a:pt x="982" y="195"/>
                    <a:pt x="1270" y="147"/>
                  </a:cubicBezTo>
                  <a:lnTo>
                    <a:pt x="11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8"/>
            <p:cNvSpPr/>
            <p:nvPr/>
          </p:nvSpPr>
          <p:spPr>
            <a:xfrm>
              <a:off x="6342536" y="1137454"/>
              <a:ext cx="351517" cy="350400"/>
            </a:xfrm>
            <a:custGeom>
              <a:rect b="b" l="l" r="r" t="t"/>
              <a:pathLst>
                <a:path extrusionOk="0" h="13486" w="13529">
                  <a:moveTo>
                    <a:pt x="10486" y="1"/>
                  </a:moveTo>
                  <a:cubicBezTo>
                    <a:pt x="10414" y="1"/>
                    <a:pt x="10343" y="28"/>
                    <a:pt x="10289" y="82"/>
                  </a:cubicBezTo>
                  <a:lnTo>
                    <a:pt x="9892" y="482"/>
                  </a:lnTo>
                  <a:cubicBezTo>
                    <a:pt x="9772" y="599"/>
                    <a:pt x="9785" y="795"/>
                    <a:pt x="9918" y="897"/>
                  </a:cubicBezTo>
                  <a:cubicBezTo>
                    <a:pt x="10127" y="1059"/>
                    <a:pt x="10328" y="1237"/>
                    <a:pt x="10519" y="1427"/>
                  </a:cubicBezTo>
                  <a:cubicBezTo>
                    <a:pt x="13019" y="3928"/>
                    <a:pt x="13019" y="7993"/>
                    <a:pt x="10519" y="10493"/>
                  </a:cubicBezTo>
                  <a:cubicBezTo>
                    <a:pt x="9270" y="11743"/>
                    <a:pt x="7629" y="12369"/>
                    <a:pt x="5987" y="12369"/>
                  </a:cubicBezTo>
                  <a:cubicBezTo>
                    <a:pt x="4346" y="12369"/>
                    <a:pt x="2705" y="11743"/>
                    <a:pt x="1456" y="10493"/>
                  </a:cubicBezTo>
                  <a:cubicBezTo>
                    <a:pt x="1263" y="10303"/>
                    <a:pt x="1087" y="10101"/>
                    <a:pt x="925" y="9892"/>
                  </a:cubicBezTo>
                  <a:cubicBezTo>
                    <a:pt x="869" y="9821"/>
                    <a:pt x="786" y="9784"/>
                    <a:pt x="704" y="9784"/>
                  </a:cubicBezTo>
                  <a:cubicBezTo>
                    <a:pt x="633" y="9784"/>
                    <a:pt x="562" y="9811"/>
                    <a:pt x="507" y="9866"/>
                  </a:cubicBezTo>
                  <a:lnTo>
                    <a:pt x="110" y="10263"/>
                  </a:lnTo>
                  <a:cubicBezTo>
                    <a:pt x="11" y="10363"/>
                    <a:pt x="1" y="10522"/>
                    <a:pt x="87" y="10632"/>
                  </a:cubicBezTo>
                  <a:cubicBezTo>
                    <a:pt x="267" y="10859"/>
                    <a:pt x="463" y="11079"/>
                    <a:pt x="672" y="11285"/>
                  </a:cubicBezTo>
                  <a:cubicBezTo>
                    <a:pt x="2085" y="12698"/>
                    <a:pt x="3993" y="13485"/>
                    <a:pt x="5988" y="13485"/>
                  </a:cubicBezTo>
                  <a:cubicBezTo>
                    <a:pt x="6011" y="13485"/>
                    <a:pt x="6034" y="13485"/>
                    <a:pt x="6057" y="13485"/>
                  </a:cubicBezTo>
                  <a:cubicBezTo>
                    <a:pt x="8042" y="13466"/>
                    <a:pt x="9903" y="12685"/>
                    <a:pt x="11308" y="11282"/>
                  </a:cubicBezTo>
                  <a:cubicBezTo>
                    <a:pt x="12714" y="9877"/>
                    <a:pt x="13495" y="8014"/>
                    <a:pt x="13511" y="6028"/>
                  </a:cubicBezTo>
                  <a:cubicBezTo>
                    <a:pt x="13529" y="4009"/>
                    <a:pt x="12740" y="2073"/>
                    <a:pt x="11311" y="644"/>
                  </a:cubicBezTo>
                  <a:cubicBezTo>
                    <a:pt x="11104" y="435"/>
                    <a:pt x="10885" y="241"/>
                    <a:pt x="10658" y="61"/>
                  </a:cubicBezTo>
                  <a:cubicBezTo>
                    <a:pt x="10607" y="20"/>
                    <a:pt x="10547" y="1"/>
                    <a:pt x="104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8"/>
            <p:cNvSpPr/>
            <p:nvPr/>
          </p:nvSpPr>
          <p:spPr>
            <a:xfrm>
              <a:off x="6488142" y="1137454"/>
              <a:ext cx="205911" cy="350400"/>
            </a:xfrm>
            <a:custGeom>
              <a:rect b="b" l="l" r="r" t="t"/>
              <a:pathLst>
                <a:path extrusionOk="0" h="13486" w="7925">
                  <a:moveTo>
                    <a:pt x="4882" y="1"/>
                  </a:moveTo>
                  <a:cubicBezTo>
                    <a:pt x="4810" y="1"/>
                    <a:pt x="4739" y="28"/>
                    <a:pt x="4685" y="82"/>
                  </a:cubicBezTo>
                  <a:lnTo>
                    <a:pt x="4513" y="254"/>
                  </a:lnTo>
                  <a:cubicBezTo>
                    <a:pt x="4659" y="380"/>
                    <a:pt x="4798" y="508"/>
                    <a:pt x="4933" y="644"/>
                  </a:cubicBezTo>
                  <a:cubicBezTo>
                    <a:pt x="6363" y="2073"/>
                    <a:pt x="7152" y="4009"/>
                    <a:pt x="7133" y="6028"/>
                  </a:cubicBezTo>
                  <a:cubicBezTo>
                    <a:pt x="7118" y="8014"/>
                    <a:pt x="6336" y="9877"/>
                    <a:pt x="4931" y="11282"/>
                  </a:cubicBezTo>
                  <a:cubicBezTo>
                    <a:pt x="3601" y="12610"/>
                    <a:pt x="1864" y="13380"/>
                    <a:pt x="1" y="13474"/>
                  </a:cubicBezTo>
                  <a:cubicBezTo>
                    <a:pt x="125" y="13481"/>
                    <a:pt x="248" y="13485"/>
                    <a:pt x="372" y="13485"/>
                  </a:cubicBezTo>
                  <a:cubicBezTo>
                    <a:pt x="399" y="13485"/>
                    <a:pt x="426" y="13485"/>
                    <a:pt x="453" y="13485"/>
                  </a:cubicBezTo>
                  <a:cubicBezTo>
                    <a:pt x="2438" y="13466"/>
                    <a:pt x="4299" y="12685"/>
                    <a:pt x="5704" y="11282"/>
                  </a:cubicBezTo>
                  <a:cubicBezTo>
                    <a:pt x="7110" y="9877"/>
                    <a:pt x="7891" y="8014"/>
                    <a:pt x="7909" y="6028"/>
                  </a:cubicBezTo>
                  <a:cubicBezTo>
                    <a:pt x="7925" y="4009"/>
                    <a:pt x="7136" y="2073"/>
                    <a:pt x="5707" y="644"/>
                  </a:cubicBezTo>
                  <a:cubicBezTo>
                    <a:pt x="5500" y="435"/>
                    <a:pt x="5281" y="241"/>
                    <a:pt x="5056" y="61"/>
                  </a:cubicBezTo>
                  <a:cubicBezTo>
                    <a:pt x="5005" y="20"/>
                    <a:pt x="4943" y="1"/>
                    <a:pt x="4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8"/>
            <p:cNvSpPr/>
            <p:nvPr/>
          </p:nvSpPr>
          <p:spPr>
            <a:xfrm>
              <a:off x="6578223" y="1542937"/>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88"/>
          <p:cNvGrpSpPr/>
          <p:nvPr/>
        </p:nvGrpSpPr>
        <p:grpSpPr>
          <a:xfrm>
            <a:off x="3563560" y="2491600"/>
            <a:ext cx="434479" cy="434453"/>
            <a:chOff x="7075060" y="1804425"/>
            <a:chExt cx="434479" cy="434453"/>
          </a:xfrm>
        </p:grpSpPr>
        <p:sp>
          <p:nvSpPr>
            <p:cNvPr id="6688" name="Google Shape;6688;p88"/>
            <p:cNvSpPr/>
            <p:nvPr/>
          </p:nvSpPr>
          <p:spPr>
            <a:xfrm>
              <a:off x="7075060" y="1804425"/>
              <a:ext cx="202793" cy="202767"/>
            </a:xfrm>
            <a:custGeom>
              <a:rect b="b" l="l" r="r" t="t"/>
              <a:pathLst>
                <a:path extrusionOk="0" h="7804" w="7805">
                  <a:moveTo>
                    <a:pt x="523" y="0"/>
                  </a:moveTo>
                  <a:cubicBezTo>
                    <a:pt x="236" y="0"/>
                    <a:pt x="1" y="235"/>
                    <a:pt x="1" y="523"/>
                  </a:cubicBezTo>
                  <a:lnTo>
                    <a:pt x="1" y="7281"/>
                  </a:lnTo>
                  <a:cubicBezTo>
                    <a:pt x="1" y="7569"/>
                    <a:pt x="236" y="7804"/>
                    <a:pt x="523" y="7804"/>
                  </a:cubicBezTo>
                  <a:lnTo>
                    <a:pt x="7282" y="7804"/>
                  </a:lnTo>
                  <a:cubicBezTo>
                    <a:pt x="7569" y="7804"/>
                    <a:pt x="7805" y="7569"/>
                    <a:pt x="7805" y="7281"/>
                  </a:cubicBezTo>
                  <a:lnTo>
                    <a:pt x="7805" y="523"/>
                  </a:lnTo>
                  <a:cubicBezTo>
                    <a:pt x="7805" y="235"/>
                    <a:pt x="7569" y="0"/>
                    <a:pt x="7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8"/>
            <p:cNvSpPr/>
            <p:nvPr/>
          </p:nvSpPr>
          <p:spPr>
            <a:xfrm>
              <a:off x="7116269" y="1833396"/>
              <a:ext cx="120325" cy="143112"/>
            </a:xfrm>
            <a:custGeom>
              <a:rect b="b" l="l" r="r" t="t"/>
              <a:pathLst>
                <a:path extrusionOk="0" h="5508" w="4631">
                  <a:moveTo>
                    <a:pt x="2038" y="1"/>
                  </a:moveTo>
                  <a:cubicBezTo>
                    <a:pt x="1884" y="1"/>
                    <a:pt x="1759" y="123"/>
                    <a:pt x="1759" y="278"/>
                  </a:cubicBezTo>
                  <a:lnTo>
                    <a:pt x="1759" y="557"/>
                  </a:lnTo>
                  <a:lnTo>
                    <a:pt x="366" y="557"/>
                  </a:lnTo>
                  <a:cubicBezTo>
                    <a:pt x="212" y="557"/>
                    <a:pt x="87" y="683"/>
                    <a:pt x="87" y="837"/>
                  </a:cubicBezTo>
                  <a:lnTo>
                    <a:pt x="87" y="1393"/>
                  </a:lnTo>
                  <a:cubicBezTo>
                    <a:pt x="87" y="1547"/>
                    <a:pt x="212" y="1673"/>
                    <a:pt x="366" y="1673"/>
                  </a:cubicBezTo>
                  <a:lnTo>
                    <a:pt x="2874" y="1673"/>
                  </a:lnTo>
                  <a:cubicBezTo>
                    <a:pt x="2874" y="2221"/>
                    <a:pt x="2645" y="2710"/>
                    <a:pt x="2294" y="3123"/>
                  </a:cubicBezTo>
                  <a:cubicBezTo>
                    <a:pt x="2169" y="2948"/>
                    <a:pt x="2059" y="2760"/>
                    <a:pt x="1963" y="2553"/>
                  </a:cubicBezTo>
                  <a:lnTo>
                    <a:pt x="952" y="3021"/>
                  </a:lnTo>
                  <a:cubicBezTo>
                    <a:pt x="1090" y="3324"/>
                    <a:pt x="1257" y="3601"/>
                    <a:pt x="1448" y="3852"/>
                  </a:cubicBezTo>
                  <a:cubicBezTo>
                    <a:pt x="1048" y="4108"/>
                    <a:pt x="617" y="4298"/>
                    <a:pt x="225" y="4408"/>
                  </a:cubicBezTo>
                  <a:cubicBezTo>
                    <a:pt x="84" y="4447"/>
                    <a:pt x="1" y="4591"/>
                    <a:pt x="29" y="4732"/>
                  </a:cubicBezTo>
                  <a:lnTo>
                    <a:pt x="142" y="5281"/>
                  </a:lnTo>
                  <a:cubicBezTo>
                    <a:pt x="168" y="5412"/>
                    <a:pt x="284" y="5503"/>
                    <a:pt x="411" y="5503"/>
                  </a:cubicBezTo>
                  <a:cubicBezTo>
                    <a:pt x="436" y="5503"/>
                    <a:pt x="461" y="5500"/>
                    <a:pt x="486" y="5492"/>
                  </a:cubicBezTo>
                  <a:cubicBezTo>
                    <a:pt x="1095" y="5328"/>
                    <a:pt x="1720" y="5030"/>
                    <a:pt x="2255" y="4651"/>
                  </a:cubicBezTo>
                  <a:cubicBezTo>
                    <a:pt x="2775" y="5038"/>
                    <a:pt x="3405" y="5320"/>
                    <a:pt x="4155" y="5500"/>
                  </a:cubicBezTo>
                  <a:cubicBezTo>
                    <a:pt x="4176" y="5505"/>
                    <a:pt x="4197" y="5508"/>
                    <a:pt x="4218" y="5508"/>
                  </a:cubicBezTo>
                  <a:cubicBezTo>
                    <a:pt x="4347" y="5508"/>
                    <a:pt x="4465" y="5416"/>
                    <a:pt x="4492" y="5283"/>
                  </a:cubicBezTo>
                  <a:lnTo>
                    <a:pt x="4601" y="4737"/>
                  </a:lnTo>
                  <a:cubicBezTo>
                    <a:pt x="4630" y="4591"/>
                    <a:pt x="4539" y="4447"/>
                    <a:pt x="4395" y="4411"/>
                  </a:cubicBezTo>
                  <a:cubicBezTo>
                    <a:pt x="3893" y="4291"/>
                    <a:pt x="3470" y="4116"/>
                    <a:pt x="3110" y="3886"/>
                  </a:cubicBezTo>
                  <a:cubicBezTo>
                    <a:pt x="3687" y="3227"/>
                    <a:pt x="3987" y="2472"/>
                    <a:pt x="3987" y="1673"/>
                  </a:cubicBezTo>
                  <a:lnTo>
                    <a:pt x="4267" y="1673"/>
                  </a:lnTo>
                  <a:cubicBezTo>
                    <a:pt x="4421" y="1673"/>
                    <a:pt x="4547" y="1547"/>
                    <a:pt x="4547" y="1393"/>
                  </a:cubicBezTo>
                  <a:lnTo>
                    <a:pt x="4547" y="837"/>
                  </a:lnTo>
                  <a:cubicBezTo>
                    <a:pt x="4547" y="683"/>
                    <a:pt x="4421" y="557"/>
                    <a:pt x="4267" y="557"/>
                  </a:cubicBezTo>
                  <a:lnTo>
                    <a:pt x="2874" y="557"/>
                  </a:lnTo>
                  <a:lnTo>
                    <a:pt x="2874" y="278"/>
                  </a:lnTo>
                  <a:cubicBezTo>
                    <a:pt x="2874" y="123"/>
                    <a:pt x="2749" y="1"/>
                    <a:pt x="2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8"/>
            <p:cNvSpPr/>
            <p:nvPr/>
          </p:nvSpPr>
          <p:spPr>
            <a:xfrm>
              <a:off x="7306746" y="1826276"/>
              <a:ext cx="184398" cy="180890"/>
            </a:xfrm>
            <a:custGeom>
              <a:rect b="b" l="l" r="r" t="t"/>
              <a:pathLst>
                <a:path extrusionOk="0" h="6962" w="7097">
                  <a:moveTo>
                    <a:pt x="284" y="0"/>
                  </a:moveTo>
                  <a:cubicBezTo>
                    <a:pt x="129" y="0"/>
                    <a:pt x="1" y="124"/>
                    <a:pt x="1" y="280"/>
                  </a:cubicBezTo>
                  <a:lnTo>
                    <a:pt x="1" y="1395"/>
                  </a:lnTo>
                  <a:cubicBezTo>
                    <a:pt x="1" y="1544"/>
                    <a:pt x="118" y="1667"/>
                    <a:pt x="264" y="1675"/>
                  </a:cubicBezTo>
                  <a:cubicBezTo>
                    <a:pt x="2456" y="1795"/>
                    <a:pt x="4257" y="3412"/>
                    <a:pt x="4656" y="5521"/>
                  </a:cubicBezTo>
                  <a:lnTo>
                    <a:pt x="4238" y="5521"/>
                  </a:lnTo>
                  <a:cubicBezTo>
                    <a:pt x="4116" y="5521"/>
                    <a:pt x="4053" y="5670"/>
                    <a:pt x="4142" y="5759"/>
                  </a:cubicBezTo>
                  <a:lnTo>
                    <a:pt x="5181" y="6798"/>
                  </a:lnTo>
                  <a:cubicBezTo>
                    <a:pt x="5290" y="6907"/>
                    <a:pt x="5432" y="6961"/>
                    <a:pt x="5575" y="6961"/>
                  </a:cubicBezTo>
                  <a:cubicBezTo>
                    <a:pt x="5718" y="6961"/>
                    <a:pt x="5861" y="6907"/>
                    <a:pt x="5970" y="6798"/>
                  </a:cubicBezTo>
                  <a:lnTo>
                    <a:pt x="7010" y="5759"/>
                  </a:lnTo>
                  <a:cubicBezTo>
                    <a:pt x="7097" y="5670"/>
                    <a:pt x="7034" y="5521"/>
                    <a:pt x="6911" y="5521"/>
                  </a:cubicBezTo>
                  <a:lnTo>
                    <a:pt x="6349" y="5521"/>
                  </a:lnTo>
                  <a:cubicBezTo>
                    <a:pt x="5931" y="2498"/>
                    <a:pt x="3397" y="141"/>
                    <a:pt x="293" y="0"/>
                  </a:cubicBezTo>
                  <a:cubicBezTo>
                    <a:pt x="290" y="0"/>
                    <a:pt x="287"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8"/>
            <p:cNvSpPr/>
            <p:nvPr/>
          </p:nvSpPr>
          <p:spPr>
            <a:xfrm>
              <a:off x="7093456" y="2036137"/>
              <a:ext cx="184398" cy="180890"/>
            </a:xfrm>
            <a:custGeom>
              <a:rect b="b" l="l" r="r" t="t"/>
              <a:pathLst>
                <a:path extrusionOk="0" h="6962" w="7097">
                  <a:moveTo>
                    <a:pt x="1522" y="1"/>
                  </a:moveTo>
                  <a:cubicBezTo>
                    <a:pt x="1379" y="1"/>
                    <a:pt x="1236" y="55"/>
                    <a:pt x="1127" y="164"/>
                  </a:cubicBezTo>
                  <a:lnTo>
                    <a:pt x="87" y="1203"/>
                  </a:lnTo>
                  <a:cubicBezTo>
                    <a:pt x="1" y="1290"/>
                    <a:pt x="63" y="1441"/>
                    <a:pt x="186" y="1441"/>
                  </a:cubicBezTo>
                  <a:lnTo>
                    <a:pt x="748" y="1441"/>
                  </a:lnTo>
                  <a:cubicBezTo>
                    <a:pt x="1166" y="4464"/>
                    <a:pt x="3700" y="6821"/>
                    <a:pt x="6804" y="6962"/>
                  </a:cubicBezTo>
                  <a:cubicBezTo>
                    <a:pt x="6807" y="6962"/>
                    <a:pt x="6810" y="6962"/>
                    <a:pt x="6814" y="6962"/>
                  </a:cubicBezTo>
                  <a:cubicBezTo>
                    <a:pt x="6969" y="6962"/>
                    <a:pt x="7097" y="6838"/>
                    <a:pt x="7097" y="6682"/>
                  </a:cubicBezTo>
                  <a:lnTo>
                    <a:pt x="7097" y="5566"/>
                  </a:lnTo>
                  <a:cubicBezTo>
                    <a:pt x="7097" y="5418"/>
                    <a:pt x="6979" y="5295"/>
                    <a:pt x="6833" y="5287"/>
                  </a:cubicBezTo>
                  <a:cubicBezTo>
                    <a:pt x="4641" y="5167"/>
                    <a:pt x="2841" y="3550"/>
                    <a:pt x="2441" y="1441"/>
                  </a:cubicBezTo>
                  <a:lnTo>
                    <a:pt x="2859" y="1441"/>
                  </a:lnTo>
                  <a:cubicBezTo>
                    <a:pt x="2982" y="1441"/>
                    <a:pt x="3044" y="1290"/>
                    <a:pt x="2956" y="1203"/>
                  </a:cubicBezTo>
                  <a:lnTo>
                    <a:pt x="1916" y="164"/>
                  </a:lnTo>
                  <a:cubicBezTo>
                    <a:pt x="1807" y="55"/>
                    <a:pt x="1665" y="1"/>
                    <a:pt x="1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8"/>
            <p:cNvSpPr/>
            <p:nvPr/>
          </p:nvSpPr>
          <p:spPr>
            <a:xfrm>
              <a:off x="7306746" y="2036085"/>
              <a:ext cx="202793" cy="202793"/>
            </a:xfrm>
            <a:custGeom>
              <a:rect b="b" l="l" r="r" t="t"/>
              <a:pathLst>
                <a:path extrusionOk="0" h="7805" w="7805">
                  <a:moveTo>
                    <a:pt x="523" y="1"/>
                  </a:moveTo>
                  <a:cubicBezTo>
                    <a:pt x="236" y="1"/>
                    <a:pt x="1" y="236"/>
                    <a:pt x="1" y="523"/>
                  </a:cubicBezTo>
                  <a:lnTo>
                    <a:pt x="1" y="7282"/>
                  </a:lnTo>
                  <a:cubicBezTo>
                    <a:pt x="1" y="7570"/>
                    <a:pt x="236" y="7805"/>
                    <a:pt x="523" y="7805"/>
                  </a:cubicBezTo>
                  <a:lnTo>
                    <a:pt x="7282" y="7805"/>
                  </a:lnTo>
                  <a:cubicBezTo>
                    <a:pt x="7569" y="7805"/>
                    <a:pt x="7805" y="7570"/>
                    <a:pt x="7805" y="7282"/>
                  </a:cubicBezTo>
                  <a:lnTo>
                    <a:pt x="7805" y="523"/>
                  </a:lnTo>
                  <a:cubicBezTo>
                    <a:pt x="7805" y="236"/>
                    <a:pt x="7569" y="1"/>
                    <a:pt x="7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8"/>
            <p:cNvSpPr/>
            <p:nvPr/>
          </p:nvSpPr>
          <p:spPr>
            <a:xfrm>
              <a:off x="7346058" y="2065081"/>
              <a:ext cx="124248" cy="144852"/>
            </a:xfrm>
            <a:custGeom>
              <a:rect b="b" l="l" r="r" t="t"/>
              <a:pathLst>
                <a:path extrusionOk="0" h="5575" w="4782">
                  <a:moveTo>
                    <a:pt x="2396" y="1947"/>
                  </a:moveTo>
                  <a:lnTo>
                    <a:pt x="2932" y="3366"/>
                  </a:lnTo>
                  <a:lnTo>
                    <a:pt x="1855" y="3366"/>
                  </a:lnTo>
                  <a:lnTo>
                    <a:pt x="2396" y="1947"/>
                  </a:lnTo>
                  <a:close/>
                  <a:moveTo>
                    <a:pt x="2396" y="1"/>
                  </a:moveTo>
                  <a:cubicBezTo>
                    <a:pt x="2130" y="1"/>
                    <a:pt x="1889" y="163"/>
                    <a:pt x="1787" y="411"/>
                  </a:cubicBezTo>
                  <a:lnTo>
                    <a:pt x="110" y="4818"/>
                  </a:lnTo>
                  <a:cubicBezTo>
                    <a:pt x="0" y="5106"/>
                    <a:pt x="144" y="5430"/>
                    <a:pt x="431" y="5537"/>
                  </a:cubicBezTo>
                  <a:cubicBezTo>
                    <a:pt x="497" y="5563"/>
                    <a:pt x="565" y="5573"/>
                    <a:pt x="630" y="5573"/>
                  </a:cubicBezTo>
                  <a:cubicBezTo>
                    <a:pt x="855" y="5573"/>
                    <a:pt x="1066" y="5437"/>
                    <a:pt x="1150" y="5215"/>
                  </a:cubicBezTo>
                  <a:lnTo>
                    <a:pt x="1432" y="4479"/>
                  </a:lnTo>
                  <a:lnTo>
                    <a:pt x="3352" y="4479"/>
                  </a:lnTo>
                  <a:lnTo>
                    <a:pt x="3629" y="5213"/>
                  </a:lnTo>
                  <a:cubicBezTo>
                    <a:pt x="3712" y="5438"/>
                    <a:pt x="3925" y="5575"/>
                    <a:pt x="4151" y="5575"/>
                  </a:cubicBezTo>
                  <a:cubicBezTo>
                    <a:pt x="4216" y="5575"/>
                    <a:pt x="4283" y="5563"/>
                    <a:pt x="4348" y="5539"/>
                  </a:cubicBezTo>
                  <a:cubicBezTo>
                    <a:pt x="4635" y="5430"/>
                    <a:pt x="4781" y="5108"/>
                    <a:pt x="4672" y="4821"/>
                  </a:cubicBezTo>
                  <a:lnTo>
                    <a:pt x="3013" y="424"/>
                  </a:lnTo>
                  <a:lnTo>
                    <a:pt x="3007" y="408"/>
                  </a:lnTo>
                  <a:cubicBezTo>
                    <a:pt x="2906" y="160"/>
                    <a:pt x="2665" y="1"/>
                    <a:pt x="2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8"/>
            <p:cNvSpPr/>
            <p:nvPr/>
          </p:nvSpPr>
          <p:spPr>
            <a:xfrm>
              <a:off x="7475451" y="2036085"/>
              <a:ext cx="34089" cy="202793"/>
            </a:xfrm>
            <a:custGeom>
              <a:rect b="b" l="l" r="r" t="t"/>
              <a:pathLst>
                <a:path extrusionOk="0" h="7805" w="1312">
                  <a:moveTo>
                    <a:pt x="0" y="1"/>
                  </a:moveTo>
                  <a:cubicBezTo>
                    <a:pt x="298" y="1"/>
                    <a:pt x="538" y="244"/>
                    <a:pt x="538" y="539"/>
                  </a:cubicBezTo>
                  <a:lnTo>
                    <a:pt x="538" y="7267"/>
                  </a:lnTo>
                  <a:cubicBezTo>
                    <a:pt x="538" y="7564"/>
                    <a:pt x="298" y="7805"/>
                    <a:pt x="0" y="7805"/>
                  </a:cubicBezTo>
                  <a:lnTo>
                    <a:pt x="773" y="7805"/>
                  </a:lnTo>
                  <a:cubicBezTo>
                    <a:pt x="1071" y="7805"/>
                    <a:pt x="1312" y="7564"/>
                    <a:pt x="1312" y="7267"/>
                  </a:cubicBezTo>
                  <a:lnTo>
                    <a:pt x="1312" y="539"/>
                  </a:lnTo>
                  <a:cubicBezTo>
                    <a:pt x="1312" y="244"/>
                    <a:pt x="1071" y="1"/>
                    <a:pt x="7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8"/>
            <p:cNvSpPr/>
            <p:nvPr/>
          </p:nvSpPr>
          <p:spPr>
            <a:xfrm>
              <a:off x="7243765" y="1804425"/>
              <a:ext cx="34167" cy="202767"/>
            </a:xfrm>
            <a:custGeom>
              <a:rect b="b" l="l" r="r" t="t"/>
              <a:pathLst>
                <a:path extrusionOk="0" h="7804" w="1315">
                  <a:moveTo>
                    <a:pt x="0" y="0"/>
                  </a:moveTo>
                  <a:cubicBezTo>
                    <a:pt x="298" y="0"/>
                    <a:pt x="538" y="240"/>
                    <a:pt x="538" y="538"/>
                  </a:cubicBezTo>
                  <a:lnTo>
                    <a:pt x="538" y="7266"/>
                  </a:lnTo>
                  <a:cubicBezTo>
                    <a:pt x="538" y="7561"/>
                    <a:pt x="298" y="7804"/>
                    <a:pt x="0" y="7804"/>
                  </a:cubicBezTo>
                  <a:lnTo>
                    <a:pt x="773" y="7804"/>
                  </a:lnTo>
                  <a:cubicBezTo>
                    <a:pt x="1071" y="7804"/>
                    <a:pt x="1314" y="7561"/>
                    <a:pt x="1314" y="7266"/>
                  </a:cubicBezTo>
                  <a:lnTo>
                    <a:pt x="1314" y="538"/>
                  </a:lnTo>
                  <a:cubicBezTo>
                    <a:pt x="1314" y="240"/>
                    <a:pt x="1071"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8"/>
            <p:cNvSpPr/>
            <p:nvPr/>
          </p:nvSpPr>
          <p:spPr>
            <a:xfrm>
              <a:off x="7309734" y="1826276"/>
              <a:ext cx="181410" cy="180890"/>
            </a:xfrm>
            <a:custGeom>
              <a:rect b="b" l="l" r="r" t="t"/>
              <a:pathLst>
                <a:path extrusionOk="0" h="6962" w="6982">
                  <a:moveTo>
                    <a:pt x="167" y="0"/>
                  </a:moveTo>
                  <a:cubicBezTo>
                    <a:pt x="104" y="0"/>
                    <a:pt x="47" y="21"/>
                    <a:pt x="1" y="55"/>
                  </a:cubicBezTo>
                  <a:cubicBezTo>
                    <a:pt x="2827" y="450"/>
                    <a:pt x="5069" y="2694"/>
                    <a:pt x="5461" y="5521"/>
                  </a:cubicBezTo>
                  <a:lnTo>
                    <a:pt x="6023" y="5521"/>
                  </a:lnTo>
                  <a:cubicBezTo>
                    <a:pt x="6145" y="5521"/>
                    <a:pt x="6208" y="5670"/>
                    <a:pt x="6119" y="5759"/>
                  </a:cubicBezTo>
                  <a:lnTo>
                    <a:pt x="5080" y="6798"/>
                  </a:lnTo>
                  <a:cubicBezTo>
                    <a:pt x="5077" y="6801"/>
                    <a:pt x="5074" y="6804"/>
                    <a:pt x="5074" y="6806"/>
                  </a:cubicBezTo>
                  <a:cubicBezTo>
                    <a:pt x="5182" y="6910"/>
                    <a:pt x="5321" y="6962"/>
                    <a:pt x="5461" y="6962"/>
                  </a:cubicBezTo>
                  <a:cubicBezTo>
                    <a:pt x="5603" y="6962"/>
                    <a:pt x="5746" y="6908"/>
                    <a:pt x="5855" y="6798"/>
                  </a:cubicBezTo>
                  <a:lnTo>
                    <a:pt x="6895" y="5759"/>
                  </a:lnTo>
                  <a:cubicBezTo>
                    <a:pt x="6982" y="5670"/>
                    <a:pt x="6919" y="5521"/>
                    <a:pt x="6796" y="5521"/>
                  </a:cubicBezTo>
                  <a:lnTo>
                    <a:pt x="6234" y="5521"/>
                  </a:lnTo>
                  <a:cubicBezTo>
                    <a:pt x="5816" y="2498"/>
                    <a:pt x="3282" y="141"/>
                    <a:pt x="178" y="0"/>
                  </a:cubicBezTo>
                  <a:cubicBezTo>
                    <a:pt x="174" y="0"/>
                    <a:pt x="171"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8"/>
            <p:cNvSpPr/>
            <p:nvPr/>
          </p:nvSpPr>
          <p:spPr>
            <a:xfrm>
              <a:off x="7122920" y="2036111"/>
              <a:ext cx="154934" cy="180916"/>
            </a:xfrm>
            <a:custGeom>
              <a:rect b="b" l="l" r="r" t="t"/>
              <a:pathLst>
                <a:path extrusionOk="0" h="6963" w="5963">
                  <a:moveTo>
                    <a:pt x="389" y="1"/>
                  </a:moveTo>
                  <a:cubicBezTo>
                    <a:pt x="249" y="1"/>
                    <a:pt x="109" y="53"/>
                    <a:pt x="1" y="157"/>
                  </a:cubicBezTo>
                  <a:cubicBezTo>
                    <a:pt x="3" y="159"/>
                    <a:pt x="6" y="162"/>
                    <a:pt x="8" y="165"/>
                  </a:cubicBezTo>
                  <a:lnTo>
                    <a:pt x="1048" y="1204"/>
                  </a:lnTo>
                  <a:cubicBezTo>
                    <a:pt x="1137" y="1291"/>
                    <a:pt x="1074" y="1442"/>
                    <a:pt x="949" y="1442"/>
                  </a:cubicBezTo>
                  <a:lnTo>
                    <a:pt x="534" y="1442"/>
                  </a:lnTo>
                  <a:cubicBezTo>
                    <a:pt x="933" y="3551"/>
                    <a:pt x="2733" y="5168"/>
                    <a:pt x="4925" y="5288"/>
                  </a:cubicBezTo>
                  <a:cubicBezTo>
                    <a:pt x="5072" y="5296"/>
                    <a:pt x="5187" y="5419"/>
                    <a:pt x="5187" y="5567"/>
                  </a:cubicBezTo>
                  <a:lnTo>
                    <a:pt x="5187" y="6683"/>
                  </a:lnTo>
                  <a:cubicBezTo>
                    <a:pt x="5187" y="6774"/>
                    <a:pt x="5142" y="6855"/>
                    <a:pt x="5074" y="6908"/>
                  </a:cubicBezTo>
                  <a:cubicBezTo>
                    <a:pt x="5270" y="6934"/>
                    <a:pt x="5469" y="6952"/>
                    <a:pt x="5670" y="6963"/>
                  </a:cubicBezTo>
                  <a:cubicBezTo>
                    <a:pt x="5673" y="6963"/>
                    <a:pt x="5676" y="6963"/>
                    <a:pt x="5680" y="6963"/>
                  </a:cubicBezTo>
                  <a:cubicBezTo>
                    <a:pt x="5835" y="6963"/>
                    <a:pt x="5963" y="6839"/>
                    <a:pt x="5963" y="6683"/>
                  </a:cubicBezTo>
                  <a:lnTo>
                    <a:pt x="5963" y="5567"/>
                  </a:lnTo>
                  <a:cubicBezTo>
                    <a:pt x="5963" y="5419"/>
                    <a:pt x="5845" y="5296"/>
                    <a:pt x="5699" y="5288"/>
                  </a:cubicBezTo>
                  <a:cubicBezTo>
                    <a:pt x="3507" y="5168"/>
                    <a:pt x="1707" y="3551"/>
                    <a:pt x="1307" y="1442"/>
                  </a:cubicBezTo>
                  <a:lnTo>
                    <a:pt x="1725" y="1442"/>
                  </a:lnTo>
                  <a:cubicBezTo>
                    <a:pt x="1848" y="1442"/>
                    <a:pt x="1910" y="1291"/>
                    <a:pt x="1822" y="1204"/>
                  </a:cubicBezTo>
                  <a:lnTo>
                    <a:pt x="782" y="165"/>
                  </a:lnTo>
                  <a:cubicBezTo>
                    <a:pt x="674" y="55"/>
                    <a:pt x="532" y="1"/>
                    <a:pt x="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88"/>
          <p:cNvGrpSpPr/>
          <p:nvPr/>
        </p:nvGrpSpPr>
        <p:grpSpPr>
          <a:xfrm>
            <a:off x="4398241" y="1897950"/>
            <a:ext cx="347594" cy="434453"/>
            <a:chOff x="7892366" y="1804425"/>
            <a:chExt cx="347594" cy="434453"/>
          </a:xfrm>
        </p:grpSpPr>
        <p:sp>
          <p:nvSpPr>
            <p:cNvPr id="6699" name="Google Shape;6699;p88"/>
            <p:cNvSpPr/>
            <p:nvPr/>
          </p:nvSpPr>
          <p:spPr>
            <a:xfrm>
              <a:off x="7892366" y="1804425"/>
              <a:ext cx="72465" cy="86911"/>
            </a:xfrm>
            <a:custGeom>
              <a:rect b="b" l="l" r="r" t="t"/>
              <a:pathLst>
                <a:path extrusionOk="0" h="3345" w="2789">
                  <a:moveTo>
                    <a:pt x="557" y="0"/>
                  </a:moveTo>
                  <a:cubicBezTo>
                    <a:pt x="252" y="0"/>
                    <a:pt x="1" y="251"/>
                    <a:pt x="1" y="557"/>
                  </a:cubicBezTo>
                  <a:lnTo>
                    <a:pt x="1" y="2788"/>
                  </a:lnTo>
                  <a:lnTo>
                    <a:pt x="1393" y="3344"/>
                  </a:lnTo>
                  <a:lnTo>
                    <a:pt x="2789" y="2788"/>
                  </a:lnTo>
                  <a:lnTo>
                    <a:pt x="2789" y="557"/>
                  </a:lnTo>
                  <a:cubicBezTo>
                    <a:pt x="2789" y="251"/>
                    <a:pt x="2538" y="0"/>
                    <a:pt x="2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8"/>
            <p:cNvSpPr/>
            <p:nvPr/>
          </p:nvSpPr>
          <p:spPr>
            <a:xfrm>
              <a:off x="8167495" y="1804425"/>
              <a:ext cx="72465" cy="86911"/>
            </a:xfrm>
            <a:custGeom>
              <a:rect b="b" l="l" r="r" t="t"/>
              <a:pathLst>
                <a:path extrusionOk="0" h="3345" w="2789">
                  <a:moveTo>
                    <a:pt x="560" y="0"/>
                  </a:moveTo>
                  <a:cubicBezTo>
                    <a:pt x="252" y="0"/>
                    <a:pt x="1" y="251"/>
                    <a:pt x="1" y="557"/>
                  </a:cubicBezTo>
                  <a:lnTo>
                    <a:pt x="1" y="2788"/>
                  </a:lnTo>
                  <a:lnTo>
                    <a:pt x="1396" y="3344"/>
                  </a:lnTo>
                  <a:lnTo>
                    <a:pt x="2789" y="2788"/>
                  </a:lnTo>
                  <a:lnTo>
                    <a:pt x="2789" y="557"/>
                  </a:lnTo>
                  <a:cubicBezTo>
                    <a:pt x="2789" y="251"/>
                    <a:pt x="2538" y="0"/>
                    <a:pt x="2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8"/>
            <p:cNvSpPr/>
            <p:nvPr/>
          </p:nvSpPr>
          <p:spPr>
            <a:xfrm>
              <a:off x="8205325" y="1804425"/>
              <a:ext cx="34635" cy="80468"/>
            </a:xfrm>
            <a:custGeom>
              <a:rect b="b" l="l" r="r" t="t"/>
              <a:pathLst>
                <a:path extrusionOk="0" h="3097" w="1333">
                  <a:moveTo>
                    <a:pt x="0" y="0"/>
                  </a:moveTo>
                  <a:cubicBezTo>
                    <a:pt x="308" y="0"/>
                    <a:pt x="559" y="251"/>
                    <a:pt x="559" y="557"/>
                  </a:cubicBezTo>
                  <a:lnTo>
                    <a:pt x="559" y="3096"/>
                  </a:lnTo>
                  <a:lnTo>
                    <a:pt x="1333" y="2788"/>
                  </a:lnTo>
                  <a:lnTo>
                    <a:pt x="1333" y="557"/>
                  </a:lnTo>
                  <a:cubicBezTo>
                    <a:pt x="1333" y="251"/>
                    <a:pt x="1082" y="0"/>
                    <a:pt x="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8"/>
            <p:cNvSpPr/>
            <p:nvPr/>
          </p:nvSpPr>
          <p:spPr>
            <a:xfrm>
              <a:off x="7892366" y="1891311"/>
              <a:ext cx="200897" cy="347568"/>
            </a:xfrm>
            <a:custGeom>
              <a:rect b="b" l="l" r="r" t="t"/>
              <a:pathLst>
                <a:path extrusionOk="0" h="13377" w="7732">
                  <a:moveTo>
                    <a:pt x="1393" y="0"/>
                  </a:moveTo>
                  <a:lnTo>
                    <a:pt x="1" y="557"/>
                  </a:lnTo>
                  <a:lnTo>
                    <a:pt x="1" y="6631"/>
                  </a:lnTo>
                  <a:cubicBezTo>
                    <a:pt x="1" y="10313"/>
                    <a:pt x="3008" y="13377"/>
                    <a:pt x="6688" y="13377"/>
                  </a:cubicBezTo>
                  <a:cubicBezTo>
                    <a:pt x="6693" y="13377"/>
                    <a:pt x="6698" y="13377"/>
                    <a:pt x="6702" y="13377"/>
                  </a:cubicBezTo>
                  <a:lnTo>
                    <a:pt x="7732" y="11982"/>
                  </a:lnTo>
                  <a:lnTo>
                    <a:pt x="6676" y="10584"/>
                  </a:lnTo>
                  <a:cubicBezTo>
                    <a:pt x="4518" y="10576"/>
                    <a:pt x="2789" y="8797"/>
                    <a:pt x="2789" y="6642"/>
                  </a:cubicBezTo>
                  <a:lnTo>
                    <a:pt x="2789" y="557"/>
                  </a:lnTo>
                  <a:lnTo>
                    <a:pt x="139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8"/>
            <p:cNvSpPr/>
            <p:nvPr/>
          </p:nvSpPr>
          <p:spPr>
            <a:xfrm>
              <a:off x="8009755" y="1858027"/>
              <a:ext cx="112842" cy="240364"/>
            </a:xfrm>
            <a:custGeom>
              <a:rect b="b" l="l" r="r" t="t"/>
              <a:pathLst>
                <a:path extrusionOk="0" h="9251" w="4343">
                  <a:moveTo>
                    <a:pt x="1889" y="1"/>
                  </a:moveTo>
                  <a:cubicBezTo>
                    <a:pt x="1780" y="1"/>
                    <a:pt x="1670" y="62"/>
                    <a:pt x="1628" y="194"/>
                  </a:cubicBezTo>
                  <a:lnTo>
                    <a:pt x="58" y="5098"/>
                  </a:lnTo>
                  <a:cubicBezTo>
                    <a:pt x="0" y="5279"/>
                    <a:pt x="136" y="5461"/>
                    <a:pt x="324" y="5461"/>
                  </a:cubicBezTo>
                  <a:lnTo>
                    <a:pt x="1892" y="5461"/>
                  </a:lnTo>
                  <a:cubicBezTo>
                    <a:pt x="2046" y="5461"/>
                    <a:pt x="2171" y="5587"/>
                    <a:pt x="2171" y="5741"/>
                  </a:cubicBezTo>
                  <a:lnTo>
                    <a:pt x="2171" y="8970"/>
                  </a:lnTo>
                  <a:cubicBezTo>
                    <a:pt x="2171" y="9149"/>
                    <a:pt x="2312" y="9250"/>
                    <a:pt x="2453" y="9250"/>
                  </a:cubicBezTo>
                  <a:cubicBezTo>
                    <a:pt x="2563" y="9250"/>
                    <a:pt x="2672" y="9189"/>
                    <a:pt x="2715" y="9056"/>
                  </a:cubicBezTo>
                  <a:lnTo>
                    <a:pt x="4285" y="4152"/>
                  </a:lnTo>
                  <a:cubicBezTo>
                    <a:pt x="4342" y="3972"/>
                    <a:pt x="4206" y="3789"/>
                    <a:pt x="4018" y="3789"/>
                  </a:cubicBezTo>
                  <a:lnTo>
                    <a:pt x="2451" y="3789"/>
                  </a:lnTo>
                  <a:cubicBezTo>
                    <a:pt x="2297" y="3789"/>
                    <a:pt x="2171" y="3664"/>
                    <a:pt x="2171" y="3510"/>
                  </a:cubicBezTo>
                  <a:lnTo>
                    <a:pt x="2171" y="281"/>
                  </a:lnTo>
                  <a:cubicBezTo>
                    <a:pt x="2171" y="101"/>
                    <a:pt x="2030" y="1"/>
                    <a:pt x="18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8"/>
            <p:cNvSpPr/>
            <p:nvPr/>
          </p:nvSpPr>
          <p:spPr>
            <a:xfrm>
              <a:off x="8065825" y="1891311"/>
              <a:ext cx="174135" cy="347568"/>
            </a:xfrm>
            <a:custGeom>
              <a:rect b="b" l="l" r="r" t="t"/>
              <a:pathLst>
                <a:path extrusionOk="0" h="13377" w="6702">
                  <a:moveTo>
                    <a:pt x="5309" y="0"/>
                  </a:moveTo>
                  <a:lnTo>
                    <a:pt x="3914" y="557"/>
                  </a:lnTo>
                  <a:lnTo>
                    <a:pt x="3914" y="6683"/>
                  </a:lnTo>
                  <a:cubicBezTo>
                    <a:pt x="3914" y="8837"/>
                    <a:pt x="2169" y="10584"/>
                    <a:pt x="15" y="10584"/>
                  </a:cubicBezTo>
                  <a:cubicBezTo>
                    <a:pt x="10" y="10584"/>
                    <a:pt x="5" y="10584"/>
                    <a:pt x="0" y="10584"/>
                  </a:cubicBezTo>
                  <a:lnTo>
                    <a:pt x="0" y="10584"/>
                  </a:lnTo>
                  <a:lnTo>
                    <a:pt x="26" y="13377"/>
                  </a:lnTo>
                  <a:cubicBezTo>
                    <a:pt x="3713" y="13372"/>
                    <a:pt x="6702" y="10378"/>
                    <a:pt x="6702" y="6689"/>
                  </a:cubicBezTo>
                  <a:lnTo>
                    <a:pt x="6702" y="557"/>
                  </a:lnTo>
                  <a:lnTo>
                    <a:pt x="53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8"/>
            <p:cNvSpPr/>
            <p:nvPr/>
          </p:nvSpPr>
          <p:spPr>
            <a:xfrm>
              <a:off x="8066501" y="1897754"/>
              <a:ext cx="173459" cy="341124"/>
            </a:xfrm>
            <a:custGeom>
              <a:rect b="b" l="l" r="r" t="t"/>
              <a:pathLst>
                <a:path extrusionOk="0" h="13129" w="6676">
                  <a:moveTo>
                    <a:pt x="5902" y="0"/>
                  </a:moveTo>
                  <a:lnTo>
                    <a:pt x="5902" y="6441"/>
                  </a:lnTo>
                  <a:cubicBezTo>
                    <a:pt x="5902" y="9868"/>
                    <a:pt x="3324" y="12695"/>
                    <a:pt x="0" y="13082"/>
                  </a:cubicBezTo>
                  <a:lnTo>
                    <a:pt x="0" y="13129"/>
                  </a:lnTo>
                  <a:cubicBezTo>
                    <a:pt x="3687" y="13124"/>
                    <a:pt x="6676" y="10130"/>
                    <a:pt x="6676" y="6441"/>
                  </a:cubicBezTo>
                  <a:lnTo>
                    <a:pt x="6676" y="309"/>
                  </a:lnTo>
                  <a:lnTo>
                    <a:pt x="590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8"/>
            <p:cNvSpPr/>
            <p:nvPr/>
          </p:nvSpPr>
          <p:spPr>
            <a:xfrm>
              <a:off x="8167495" y="1876838"/>
              <a:ext cx="72465" cy="28945"/>
            </a:xfrm>
            <a:custGeom>
              <a:rect b="b" l="l" r="r" t="t"/>
              <a:pathLst>
                <a:path extrusionOk="0" h="1114" w="2789">
                  <a:moveTo>
                    <a:pt x="1" y="1"/>
                  </a:moveTo>
                  <a:lnTo>
                    <a:pt x="1" y="1114"/>
                  </a:lnTo>
                  <a:lnTo>
                    <a:pt x="2789" y="1114"/>
                  </a:lnTo>
                  <a:lnTo>
                    <a:pt x="27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8"/>
            <p:cNvSpPr/>
            <p:nvPr/>
          </p:nvSpPr>
          <p:spPr>
            <a:xfrm>
              <a:off x="8219849" y="1876838"/>
              <a:ext cx="20110" cy="28945"/>
            </a:xfrm>
            <a:custGeom>
              <a:rect b="b" l="l" r="r" t="t"/>
              <a:pathLst>
                <a:path extrusionOk="0" h="1114" w="774">
                  <a:moveTo>
                    <a:pt x="0" y="1"/>
                  </a:moveTo>
                  <a:lnTo>
                    <a:pt x="0" y="1114"/>
                  </a:lnTo>
                  <a:lnTo>
                    <a:pt x="774" y="1114"/>
                  </a:lnTo>
                  <a:lnTo>
                    <a:pt x="7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8"/>
            <p:cNvSpPr/>
            <p:nvPr/>
          </p:nvSpPr>
          <p:spPr>
            <a:xfrm>
              <a:off x="7892366" y="1876838"/>
              <a:ext cx="72465" cy="28945"/>
            </a:xfrm>
            <a:custGeom>
              <a:rect b="b" l="l" r="r" t="t"/>
              <a:pathLst>
                <a:path extrusionOk="0" h="1114" w="2789">
                  <a:moveTo>
                    <a:pt x="1" y="1"/>
                  </a:moveTo>
                  <a:lnTo>
                    <a:pt x="1" y="1114"/>
                  </a:lnTo>
                  <a:lnTo>
                    <a:pt x="2789" y="1114"/>
                  </a:lnTo>
                  <a:lnTo>
                    <a:pt x="27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8"/>
            <p:cNvSpPr/>
            <p:nvPr/>
          </p:nvSpPr>
          <p:spPr>
            <a:xfrm>
              <a:off x="8046052" y="1858027"/>
              <a:ext cx="27386" cy="98474"/>
            </a:xfrm>
            <a:custGeom>
              <a:rect b="b" l="l" r="r" t="t"/>
              <a:pathLst>
                <a:path extrusionOk="0" h="3790" w="1054">
                  <a:moveTo>
                    <a:pt x="492" y="1"/>
                  </a:moveTo>
                  <a:cubicBezTo>
                    <a:pt x="383" y="1"/>
                    <a:pt x="273" y="62"/>
                    <a:pt x="231" y="194"/>
                  </a:cubicBezTo>
                  <a:lnTo>
                    <a:pt x="1" y="913"/>
                  </a:lnTo>
                  <a:lnTo>
                    <a:pt x="1" y="3510"/>
                  </a:lnTo>
                  <a:cubicBezTo>
                    <a:pt x="1" y="3664"/>
                    <a:pt x="124" y="3789"/>
                    <a:pt x="278" y="3789"/>
                  </a:cubicBezTo>
                  <a:lnTo>
                    <a:pt x="1054" y="3789"/>
                  </a:lnTo>
                  <a:cubicBezTo>
                    <a:pt x="900" y="3789"/>
                    <a:pt x="774" y="3664"/>
                    <a:pt x="774" y="3510"/>
                  </a:cubicBezTo>
                  <a:lnTo>
                    <a:pt x="774" y="281"/>
                  </a:lnTo>
                  <a:cubicBezTo>
                    <a:pt x="774" y="101"/>
                    <a:pt x="633" y="1"/>
                    <a:pt x="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8"/>
            <p:cNvSpPr/>
            <p:nvPr/>
          </p:nvSpPr>
          <p:spPr>
            <a:xfrm>
              <a:off x="8066163" y="1956475"/>
              <a:ext cx="56434" cy="141916"/>
            </a:xfrm>
            <a:custGeom>
              <a:rect b="b" l="l" r="r" t="t"/>
              <a:pathLst>
                <a:path extrusionOk="0" h="5462" w="2172">
                  <a:moveTo>
                    <a:pt x="1074" y="0"/>
                  </a:moveTo>
                  <a:cubicBezTo>
                    <a:pt x="1262" y="0"/>
                    <a:pt x="1398" y="183"/>
                    <a:pt x="1341" y="363"/>
                  </a:cubicBezTo>
                  <a:lnTo>
                    <a:pt x="0" y="4549"/>
                  </a:lnTo>
                  <a:lnTo>
                    <a:pt x="0" y="5181"/>
                  </a:lnTo>
                  <a:cubicBezTo>
                    <a:pt x="0" y="5360"/>
                    <a:pt x="141" y="5461"/>
                    <a:pt x="282" y="5461"/>
                  </a:cubicBezTo>
                  <a:cubicBezTo>
                    <a:pt x="392" y="5461"/>
                    <a:pt x="501" y="5400"/>
                    <a:pt x="544" y="5267"/>
                  </a:cubicBezTo>
                  <a:lnTo>
                    <a:pt x="2114" y="363"/>
                  </a:lnTo>
                  <a:cubicBezTo>
                    <a:pt x="2171" y="183"/>
                    <a:pt x="2035"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88"/>
          <p:cNvGrpSpPr/>
          <p:nvPr/>
        </p:nvGrpSpPr>
        <p:grpSpPr>
          <a:xfrm>
            <a:off x="5130370" y="2509890"/>
            <a:ext cx="405561" cy="397870"/>
            <a:chOff x="7863395" y="3138315"/>
            <a:chExt cx="405561" cy="397870"/>
          </a:xfrm>
        </p:grpSpPr>
        <p:sp>
          <p:nvSpPr>
            <p:cNvPr id="6712" name="Google Shape;6712;p88"/>
            <p:cNvSpPr/>
            <p:nvPr/>
          </p:nvSpPr>
          <p:spPr>
            <a:xfrm>
              <a:off x="7935471" y="3438283"/>
              <a:ext cx="260708" cy="97902"/>
            </a:xfrm>
            <a:custGeom>
              <a:rect b="b" l="l" r="r" t="t"/>
              <a:pathLst>
                <a:path extrusionOk="0" h="3768" w="10034">
                  <a:moveTo>
                    <a:pt x="4461" y="0"/>
                  </a:moveTo>
                  <a:lnTo>
                    <a:pt x="4461" y="996"/>
                  </a:lnTo>
                  <a:cubicBezTo>
                    <a:pt x="4461" y="1150"/>
                    <a:pt x="4335" y="1275"/>
                    <a:pt x="4181" y="1275"/>
                  </a:cubicBezTo>
                  <a:lnTo>
                    <a:pt x="557" y="1275"/>
                  </a:lnTo>
                  <a:cubicBezTo>
                    <a:pt x="249" y="1275"/>
                    <a:pt x="1" y="1524"/>
                    <a:pt x="1" y="1832"/>
                  </a:cubicBezTo>
                  <a:lnTo>
                    <a:pt x="1" y="3768"/>
                  </a:lnTo>
                  <a:lnTo>
                    <a:pt x="1114" y="3768"/>
                  </a:lnTo>
                  <a:lnTo>
                    <a:pt x="1114" y="2668"/>
                  </a:lnTo>
                  <a:cubicBezTo>
                    <a:pt x="1114" y="2514"/>
                    <a:pt x="1239" y="2388"/>
                    <a:pt x="1393" y="2388"/>
                  </a:cubicBezTo>
                  <a:lnTo>
                    <a:pt x="4181" y="2388"/>
                  </a:lnTo>
                  <a:cubicBezTo>
                    <a:pt x="4335" y="2388"/>
                    <a:pt x="4461" y="2514"/>
                    <a:pt x="4461" y="2668"/>
                  </a:cubicBezTo>
                  <a:lnTo>
                    <a:pt x="4461" y="3768"/>
                  </a:lnTo>
                  <a:lnTo>
                    <a:pt x="5574" y="3768"/>
                  </a:lnTo>
                  <a:lnTo>
                    <a:pt x="5574" y="2668"/>
                  </a:lnTo>
                  <a:cubicBezTo>
                    <a:pt x="5574" y="2514"/>
                    <a:pt x="5699" y="2388"/>
                    <a:pt x="5853" y="2388"/>
                  </a:cubicBezTo>
                  <a:lnTo>
                    <a:pt x="8641" y="2388"/>
                  </a:lnTo>
                  <a:cubicBezTo>
                    <a:pt x="8792" y="2388"/>
                    <a:pt x="8918" y="2514"/>
                    <a:pt x="8918" y="2668"/>
                  </a:cubicBezTo>
                  <a:lnTo>
                    <a:pt x="8918" y="3768"/>
                  </a:lnTo>
                  <a:lnTo>
                    <a:pt x="10033" y="3768"/>
                  </a:lnTo>
                  <a:lnTo>
                    <a:pt x="10033" y="1832"/>
                  </a:lnTo>
                  <a:cubicBezTo>
                    <a:pt x="10033" y="1524"/>
                    <a:pt x="9783" y="1275"/>
                    <a:pt x="9474" y="1275"/>
                  </a:cubicBezTo>
                  <a:lnTo>
                    <a:pt x="5853" y="1275"/>
                  </a:lnTo>
                  <a:cubicBezTo>
                    <a:pt x="5699" y="1275"/>
                    <a:pt x="5574" y="1150"/>
                    <a:pt x="5574" y="996"/>
                  </a:cubicBezTo>
                  <a:lnTo>
                    <a:pt x="55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8"/>
            <p:cNvSpPr/>
            <p:nvPr/>
          </p:nvSpPr>
          <p:spPr>
            <a:xfrm>
              <a:off x="8060187" y="3438283"/>
              <a:ext cx="27386" cy="33154"/>
            </a:xfrm>
            <a:custGeom>
              <a:rect b="b" l="l" r="r" t="t"/>
              <a:pathLst>
                <a:path extrusionOk="0" h="1276" w="1054">
                  <a:moveTo>
                    <a:pt x="0" y="0"/>
                  </a:moveTo>
                  <a:lnTo>
                    <a:pt x="0" y="996"/>
                  </a:lnTo>
                  <a:cubicBezTo>
                    <a:pt x="0" y="1150"/>
                    <a:pt x="126" y="1275"/>
                    <a:pt x="280" y="1275"/>
                  </a:cubicBezTo>
                  <a:lnTo>
                    <a:pt x="1053" y="1275"/>
                  </a:lnTo>
                  <a:cubicBezTo>
                    <a:pt x="899" y="1275"/>
                    <a:pt x="774" y="1150"/>
                    <a:pt x="774" y="996"/>
                  </a:cubicBez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8"/>
            <p:cNvSpPr/>
            <p:nvPr/>
          </p:nvSpPr>
          <p:spPr>
            <a:xfrm>
              <a:off x="8161545" y="3471410"/>
              <a:ext cx="34635" cy="64774"/>
            </a:xfrm>
            <a:custGeom>
              <a:rect b="b" l="l" r="r" t="t"/>
              <a:pathLst>
                <a:path extrusionOk="0" h="2493" w="1333">
                  <a:moveTo>
                    <a:pt x="0" y="0"/>
                  </a:moveTo>
                  <a:cubicBezTo>
                    <a:pt x="308" y="0"/>
                    <a:pt x="559" y="249"/>
                    <a:pt x="559" y="557"/>
                  </a:cubicBezTo>
                  <a:lnTo>
                    <a:pt x="559" y="2493"/>
                  </a:lnTo>
                  <a:lnTo>
                    <a:pt x="1332" y="2493"/>
                  </a:lnTo>
                  <a:lnTo>
                    <a:pt x="1332" y="557"/>
                  </a:lnTo>
                  <a:cubicBezTo>
                    <a:pt x="1332" y="249"/>
                    <a:pt x="1082" y="0"/>
                    <a:pt x="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8"/>
            <p:cNvSpPr/>
            <p:nvPr/>
          </p:nvSpPr>
          <p:spPr>
            <a:xfrm>
              <a:off x="7863395" y="3384525"/>
              <a:ext cx="404807" cy="57915"/>
            </a:xfrm>
            <a:custGeom>
              <a:rect b="b" l="l" r="r" t="t"/>
              <a:pathLst>
                <a:path extrusionOk="0" h="2229" w="15580">
                  <a:moveTo>
                    <a:pt x="0" y="0"/>
                  </a:moveTo>
                  <a:lnTo>
                    <a:pt x="2258" y="2229"/>
                  </a:lnTo>
                  <a:lnTo>
                    <a:pt x="6689" y="2229"/>
                  </a:lnTo>
                  <a:lnTo>
                    <a:pt x="7804" y="1583"/>
                  </a:lnTo>
                  <a:lnTo>
                    <a:pt x="8920" y="2229"/>
                  </a:lnTo>
                  <a:lnTo>
                    <a:pt x="13403" y="2229"/>
                  </a:lnTo>
                  <a:lnTo>
                    <a:pt x="15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8"/>
            <p:cNvSpPr/>
            <p:nvPr/>
          </p:nvSpPr>
          <p:spPr>
            <a:xfrm>
              <a:off x="8037166" y="3408896"/>
              <a:ext cx="57993" cy="33543"/>
            </a:xfrm>
            <a:custGeom>
              <a:rect b="b" l="l" r="r" t="t"/>
              <a:pathLst>
                <a:path extrusionOk="0" h="1291" w="2232">
                  <a:moveTo>
                    <a:pt x="1" y="0"/>
                  </a:moveTo>
                  <a:lnTo>
                    <a:pt x="1" y="1291"/>
                  </a:lnTo>
                  <a:lnTo>
                    <a:pt x="2232" y="1291"/>
                  </a:lnTo>
                  <a:lnTo>
                    <a:pt x="22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8"/>
            <p:cNvSpPr/>
            <p:nvPr/>
          </p:nvSpPr>
          <p:spPr>
            <a:xfrm>
              <a:off x="8074971" y="3408896"/>
              <a:ext cx="20188" cy="33543"/>
            </a:xfrm>
            <a:custGeom>
              <a:rect b="b" l="l" r="r" t="t"/>
              <a:pathLst>
                <a:path extrusionOk="0" h="1291" w="777">
                  <a:moveTo>
                    <a:pt x="1" y="0"/>
                  </a:moveTo>
                  <a:lnTo>
                    <a:pt x="1" y="1291"/>
                  </a:lnTo>
                  <a:lnTo>
                    <a:pt x="777" y="1291"/>
                  </a:lnTo>
                  <a:lnTo>
                    <a:pt x="7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8"/>
            <p:cNvSpPr/>
            <p:nvPr/>
          </p:nvSpPr>
          <p:spPr>
            <a:xfrm>
              <a:off x="7863395" y="3384525"/>
              <a:ext cx="58668" cy="57915"/>
            </a:xfrm>
            <a:custGeom>
              <a:rect b="b" l="l" r="r" t="t"/>
              <a:pathLst>
                <a:path extrusionOk="0" h="2229" w="2258">
                  <a:moveTo>
                    <a:pt x="1142" y="0"/>
                  </a:moveTo>
                  <a:lnTo>
                    <a:pt x="0" y="468"/>
                  </a:lnTo>
                  <a:lnTo>
                    <a:pt x="0" y="1672"/>
                  </a:lnTo>
                  <a:cubicBezTo>
                    <a:pt x="0" y="1981"/>
                    <a:pt x="251" y="2229"/>
                    <a:pt x="559" y="2229"/>
                  </a:cubicBezTo>
                  <a:lnTo>
                    <a:pt x="2258" y="2229"/>
                  </a:lnTo>
                  <a:lnTo>
                    <a:pt x="2258" y="1113"/>
                  </a:lnTo>
                  <a:lnTo>
                    <a:pt x="11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8"/>
            <p:cNvSpPr/>
            <p:nvPr/>
          </p:nvSpPr>
          <p:spPr>
            <a:xfrm>
              <a:off x="8211639" y="3384525"/>
              <a:ext cx="57317" cy="57915"/>
            </a:xfrm>
            <a:custGeom>
              <a:rect b="b" l="l" r="r" t="t"/>
              <a:pathLst>
                <a:path extrusionOk="0" h="2229" w="2206">
                  <a:moveTo>
                    <a:pt x="1116" y="0"/>
                  </a:moveTo>
                  <a:lnTo>
                    <a:pt x="0" y="1113"/>
                  </a:lnTo>
                  <a:lnTo>
                    <a:pt x="0" y="2229"/>
                  </a:lnTo>
                  <a:lnTo>
                    <a:pt x="1646" y="2229"/>
                  </a:lnTo>
                  <a:cubicBezTo>
                    <a:pt x="1954" y="2229"/>
                    <a:pt x="2205" y="1981"/>
                    <a:pt x="2205" y="1672"/>
                  </a:cubicBezTo>
                  <a:lnTo>
                    <a:pt x="2205" y="468"/>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8"/>
            <p:cNvSpPr/>
            <p:nvPr/>
          </p:nvSpPr>
          <p:spPr>
            <a:xfrm>
              <a:off x="8234296" y="3384525"/>
              <a:ext cx="34661" cy="57915"/>
            </a:xfrm>
            <a:custGeom>
              <a:rect b="b" l="l" r="r" t="t"/>
              <a:pathLst>
                <a:path extrusionOk="0" h="2229" w="1334">
                  <a:moveTo>
                    <a:pt x="557" y="0"/>
                  </a:moveTo>
                  <a:lnTo>
                    <a:pt x="557" y="1672"/>
                  </a:lnTo>
                  <a:cubicBezTo>
                    <a:pt x="557" y="1981"/>
                    <a:pt x="309" y="2229"/>
                    <a:pt x="1" y="2229"/>
                  </a:cubicBezTo>
                  <a:lnTo>
                    <a:pt x="774" y="2229"/>
                  </a:lnTo>
                  <a:cubicBezTo>
                    <a:pt x="1082" y="2229"/>
                    <a:pt x="1333" y="1981"/>
                    <a:pt x="1333" y="1672"/>
                  </a:cubicBezTo>
                  <a:lnTo>
                    <a:pt x="1333" y="557"/>
                  </a:lnTo>
                  <a:lnTo>
                    <a:pt x="5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8"/>
            <p:cNvSpPr/>
            <p:nvPr/>
          </p:nvSpPr>
          <p:spPr>
            <a:xfrm>
              <a:off x="7863395" y="3196204"/>
              <a:ext cx="405561" cy="217266"/>
            </a:xfrm>
            <a:custGeom>
              <a:rect b="b" l="l" r="r" t="t"/>
              <a:pathLst>
                <a:path extrusionOk="0" h="8362" w="15609">
                  <a:moveTo>
                    <a:pt x="7830" y="1"/>
                  </a:moveTo>
                  <a:lnTo>
                    <a:pt x="0" y="1116"/>
                  </a:lnTo>
                  <a:lnTo>
                    <a:pt x="0" y="6133"/>
                  </a:lnTo>
                  <a:lnTo>
                    <a:pt x="2258" y="8361"/>
                  </a:lnTo>
                  <a:lnTo>
                    <a:pt x="6689" y="8361"/>
                  </a:lnTo>
                  <a:lnTo>
                    <a:pt x="7804" y="7716"/>
                  </a:lnTo>
                  <a:lnTo>
                    <a:pt x="8920" y="8361"/>
                  </a:lnTo>
                  <a:lnTo>
                    <a:pt x="13403" y="8361"/>
                  </a:lnTo>
                  <a:lnTo>
                    <a:pt x="15608" y="6133"/>
                  </a:lnTo>
                  <a:lnTo>
                    <a:pt x="15608" y="1116"/>
                  </a:lnTo>
                  <a:lnTo>
                    <a:pt x="78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8"/>
            <p:cNvSpPr/>
            <p:nvPr/>
          </p:nvSpPr>
          <p:spPr>
            <a:xfrm>
              <a:off x="8037166" y="3379900"/>
              <a:ext cx="57993" cy="33569"/>
            </a:xfrm>
            <a:custGeom>
              <a:rect b="b" l="l" r="r" t="t"/>
              <a:pathLst>
                <a:path extrusionOk="0" h="1292" w="2232">
                  <a:moveTo>
                    <a:pt x="1" y="0"/>
                  </a:moveTo>
                  <a:lnTo>
                    <a:pt x="1" y="1291"/>
                  </a:lnTo>
                  <a:lnTo>
                    <a:pt x="2232" y="1291"/>
                  </a:lnTo>
                  <a:lnTo>
                    <a:pt x="22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8"/>
            <p:cNvSpPr/>
            <p:nvPr/>
          </p:nvSpPr>
          <p:spPr>
            <a:xfrm>
              <a:off x="8074971" y="3379900"/>
              <a:ext cx="20188" cy="33569"/>
            </a:xfrm>
            <a:custGeom>
              <a:rect b="b" l="l" r="r" t="t"/>
              <a:pathLst>
                <a:path extrusionOk="0" h="1292" w="777">
                  <a:moveTo>
                    <a:pt x="1" y="0"/>
                  </a:moveTo>
                  <a:lnTo>
                    <a:pt x="1" y="1291"/>
                  </a:lnTo>
                  <a:lnTo>
                    <a:pt x="777" y="1291"/>
                  </a:lnTo>
                  <a:lnTo>
                    <a:pt x="7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8"/>
            <p:cNvSpPr/>
            <p:nvPr/>
          </p:nvSpPr>
          <p:spPr>
            <a:xfrm>
              <a:off x="7863395" y="3355528"/>
              <a:ext cx="58668" cy="57941"/>
            </a:xfrm>
            <a:custGeom>
              <a:rect b="b" l="l" r="r" t="t"/>
              <a:pathLst>
                <a:path extrusionOk="0" h="2230" w="2258">
                  <a:moveTo>
                    <a:pt x="0" y="1"/>
                  </a:moveTo>
                  <a:lnTo>
                    <a:pt x="0" y="1673"/>
                  </a:lnTo>
                  <a:cubicBezTo>
                    <a:pt x="0" y="1981"/>
                    <a:pt x="251" y="2229"/>
                    <a:pt x="559" y="2229"/>
                  </a:cubicBezTo>
                  <a:lnTo>
                    <a:pt x="2258" y="2229"/>
                  </a:lnTo>
                  <a:lnTo>
                    <a:pt x="2258" y="1116"/>
                  </a:lnTo>
                  <a:lnTo>
                    <a:pt x="11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8"/>
            <p:cNvSpPr/>
            <p:nvPr/>
          </p:nvSpPr>
          <p:spPr>
            <a:xfrm>
              <a:off x="8248768" y="3222472"/>
              <a:ext cx="20188" cy="153453"/>
            </a:xfrm>
            <a:custGeom>
              <a:rect b="b" l="l" r="r" t="t"/>
              <a:pathLst>
                <a:path extrusionOk="0" h="5906" w="777">
                  <a:moveTo>
                    <a:pt x="0" y="1"/>
                  </a:moveTo>
                  <a:lnTo>
                    <a:pt x="0" y="5905"/>
                  </a:lnTo>
                  <a:lnTo>
                    <a:pt x="776" y="5122"/>
                  </a:lnTo>
                  <a:lnTo>
                    <a:pt x="776" y="105"/>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8"/>
            <p:cNvSpPr/>
            <p:nvPr/>
          </p:nvSpPr>
          <p:spPr>
            <a:xfrm>
              <a:off x="8211639" y="3355528"/>
              <a:ext cx="57317" cy="57941"/>
            </a:xfrm>
            <a:custGeom>
              <a:rect b="b" l="l" r="r" t="t"/>
              <a:pathLst>
                <a:path extrusionOk="0" h="2230" w="2206">
                  <a:moveTo>
                    <a:pt x="1116" y="1"/>
                  </a:moveTo>
                  <a:lnTo>
                    <a:pt x="0" y="1116"/>
                  </a:lnTo>
                  <a:lnTo>
                    <a:pt x="0" y="2229"/>
                  </a:lnTo>
                  <a:lnTo>
                    <a:pt x="1646" y="2229"/>
                  </a:lnTo>
                  <a:cubicBezTo>
                    <a:pt x="1954" y="2229"/>
                    <a:pt x="2205" y="1981"/>
                    <a:pt x="2205" y="1673"/>
                  </a:cubicBezTo>
                  <a:lnTo>
                    <a:pt x="22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8"/>
            <p:cNvSpPr/>
            <p:nvPr/>
          </p:nvSpPr>
          <p:spPr>
            <a:xfrm>
              <a:off x="8234296" y="3355528"/>
              <a:ext cx="34661" cy="57941"/>
            </a:xfrm>
            <a:custGeom>
              <a:rect b="b" l="l" r="r" t="t"/>
              <a:pathLst>
                <a:path extrusionOk="0" h="2230" w="1334">
                  <a:moveTo>
                    <a:pt x="557" y="1"/>
                  </a:moveTo>
                  <a:lnTo>
                    <a:pt x="557" y="1673"/>
                  </a:lnTo>
                  <a:cubicBezTo>
                    <a:pt x="557" y="1981"/>
                    <a:pt x="309" y="2229"/>
                    <a:pt x="1" y="2229"/>
                  </a:cubicBezTo>
                  <a:lnTo>
                    <a:pt x="774" y="2229"/>
                  </a:lnTo>
                  <a:cubicBezTo>
                    <a:pt x="1082" y="2229"/>
                    <a:pt x="1333" y="1981"/>
                    <a:pt x="1333" y="1673"/>
                  </a:cubicBezTo>
                  <a:lnTo>
                    <a:pt x="1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8"/>
            <p:cNvSpPr/>
            <p:nvPr/>
          </p:nvSpPr>
          <p:spPr>
            <a:xfrm>
              <a:off x="7863395" y="3167285"/>
              <a:ext cx="405561" cy="57941"/>
            </a:xfrm>
            <a:custGeom>
              <a:rect b="b" l="l" r="r" t="t"/>
              <a:pathLst>
                <a:path extrusionOk="0" h="2230" w="15609">
                  <a:moveTo>
                    <a:pt x="559" y="1"/>
                  </a:moveTo>
                  <a:cubicBezTo>
                    <a:pt x="251" y="1"/>
                    <a:pt x="0" y="249"/>
                    <a:pt x="0" y="557"/>
                  </a:cubicBezTo>
                  <a:lnTo>
                    <a:pt x="0" y="2219"/>
                  </a:lnTo>
                  <a:cubicBezTo>
                    <a:pt x="19" y="2224"/>
                    <a:pt x="26" y="2229"/>
                    <a:pt x="26" y="2229"/>
                  </a:cubicBezTo>
                  <a:lnTo>
                    <a:pt x="15608" y="2229"/>
                  </a:lnTo>
                  <a:lnTo>
                    <a:pt x="15608" y="557"/>
                  </a:lnTo>
                  <a:cubicBezTo>
                    <a:pt x="15608" y="249"/>
                    <a:pt x="15357" y="1"/>
                    <a:pt x="15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8"/>
            <p:cNvSpPr/>
            <p:nvPr/>
          </p:nvSpPr>
          <p:spPr>
            <a:xfrm>
              <a:off x="8234296" y="3167285"/>
              <a:ext cx="34661" cy="57941"/>
            </a:xfrm>
            <a:custGeom>
              <a:rect b="b" l="l" r="r" t="t"/>
              <a:pathLst>
                <a:path extrusionOk="0" h="2230" w="1334">
                  <a:moveTo>
                    <a:pt x="1" y="1"/>
                  </a:moveTo>
                  <a:cubicBezTo>
                    <a:pt x="309" y="1"/>
                    <a:pt x="560" y="249"/>
                    <a:pt x="560" y="557"/>
                  </a:cubicBezTo>
                  <a:lnTo>
                    <a:pt x="560" y="2229"/>
                  </a:lnTo>
                  <a:lnTo>
                    <a:pt x="1333" y="2229"/>
                  </a:lnTo>
                  <a:lnTo>
                    <a:pt x="1333" y="557"/>
                  </a:lnTo>
                  <a:cubicBezTo>
                    <a:pt x="1333" y="249"/>
                    <a:pt x="1082"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8"/>
            <p:cNvSpPr/>
            <p:nvPr/>
          </p:nvSpPr>
          <p:spPr>
            <a:xfrm>
              <a:off x="7892366" y="3312086"/>
              <a:ext cx="347594" cy="72465"/>
            </a:xfrm>
            <a:custGeom>
              <a:rect b="b" l="l" r="r" t="t"/>
              <a:pathLst>
                <a:path extrusionOk="0" h="2789" w="13378">
                  <a:moveTo>
                    <a:pt x="1" y="0"/>
                  </a:moveTo>
                  <a:lnTo>
                    <a:pt x="1" y="2229"/>
                  </a:lnTo>
                  <a:cubicBezTo>
                    <a:pt x="1" y="2537"/>
                    <a:pt x="249" y="2788"/>
                    <a:pt x="531" y="2788"/>
                  </a:cubicBezTo>
                  <a:lnTo>
                    <a:pt x="12792" y="2788"/>
                  </a:lnTo>
                  <a:cubicBezTo>
                    <a:pt x="13127" y="2788"/>
                    <a:pt x="13378" y="2537"/>
                    <a:pt x="13378" y="2229"/>
                  </a:cubicBezTo>
                  <a:lnTo>
                    <a:pt x="133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8"/>
            <p:cNvSpPr/>
            <p:nvPr/>
          </p:nvSpPr>
          <p:spPr>
            <a:xfrm>
              <a:off x="8205325" y="3312086"/>
              <a:ext cx="34635" cy="72465"/>
            </a:xfrm>
            <a:custGeom>
              <a:rect b="b" l="l" r="r" t="t"/>
              <a:pathLst>
                <a:path extrusionOk="0" h="2789" w="1333">
                  <a:moveTo>
                    <a:pt x="559" y="0"/>
                  </a:moveTo>
                  <a:lnTo>
                    <a:pt x="559" y="2229"/>
                  </a:lnTo>
                  <a:cubicBezTo>
                    <a:pt x="559" y="2537"/>
                    <a:pt x="308" y="2788"/>
                    <a:pt x="0" y="2788"/>
                  </a:cubicBezTo>
                  <a:lnTo>
                    <a:pt x="776" y="2788"/>
                  </a:lnTo>
                  <a:cubicBezTo>
                    <a:pt x="1082" y="2788"/>
                    <a:pt x="1333" y="2537"/>
                    <a:pt x="1333" y="2229"/>
                  </a:cubicBez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8"/>
            <p:cNvSpPr/>
            <p:nvPr/>
          </p:nvSpPr>
          <p:spPr>
            <a:xfrm>
              <a:off x="7892366" y="3138315"/>
              <a:ext cx="347594" cy="217240"/>
            </a:xfrm>
            <a:custGeom>
              <a:rect b="b" l="l" r="r" t="t"/>
              <a:pathLst>
                <a:path extrusionOk="0" h="8361" w="13378">
                  <a:moveTo>
                    <a:pt x="557" y="0"/>
                  </a:moveTo>
                  <a:cubicBezTo>
                    <a:pt x="249" y="0"/>
                    <a:pt x="1" y="251"/>
                    <a:pt x="1" y="557"/>
                  </a:cubicBezTo>
                  <a:lnTo>
                    <a:pt x="1" y="6688"/>
                  </a:lnTo>
                  <a:cubicBezTo>
                    <a:pt x="1" y="6997"/>
                    <a:pt x="249" y="7245"/>
                    <a:pt x="557" y="7245"/>
                  </a:cubicBezTo>
                  <a:lnTo>
                    <a:pt x="5574" y="7245"/>
                  </a:lnTo>
                  <a:cubicBezTo>
                    <a:pt x="6190" y="7245"/>
                    <a:pt x="6689" y="7744"/>
                    <a:pt x="6689" y="8361"/>
                  </a:cubicBezTo>
                  <a:cubicBezTo>
                    <a:pt x="6689" y="7744"/>
                    <a:pt x="7188" y="7245"/>
                    <a:pt x="7805" y="7245"/>
                  </a:cubicBezTo>
                  <a:lnTo>
                    <a:pt x="12821" y="7245"/>
                  </a:lnTo>
                  <a:cubicBezTo>
                    <a:pt x="13127" y="7245"/>
                    <a:pt x="13378" y="6997"/>
                    <a:pt x="13378" y="6688"/>
                  </a:cubicBezTo>
                  <a:lnTo>
                    <a:pt x="13378" y="557"/>
                  </a:lnTo>
                  <a:cubicBezTo>
                    <a:pt x="13378" y="251"/>
                    <a:pt x="13127" y="0"/>
                    <a:pt x="12792" y="0"/>
                  </a:cubicBezTo>
                  <a:lnTo>
                    <a:pt x="7805" y="0"/>
                  </a:lnTo>
                  <a:cubicBezTo>
                    <a:pt x="7303" y="0"/>
                    <a:pt x="6880" y="329"/>
                    <a:pt x="6739" y="784"/>
                  </a:cubicBezTo>
                  <a:cubicBezTo>
                    <a:pt x="6734" y="805"/>
                    <a:pt x="6713" y="821"/>
                    <a:pt x="6689" y="821"/>
                  </a:cubicBezTo>
                  <a:cubicBezTo>
                    <a:pt x="6666" y="821"/>
                    <a:pt x="6645" y="805"/>
                    <a:pt x="6640" y="784"/>
                  </a:cubicBezTo>
                  <a:cubicBezTo>
                    <a:pt x="6499" y="329"/>
                    <a:pt x="6075" y="0"/>
                    <a:pt x="5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8"/>
            <p:cNvSpPr/>
            <p:nvPr/>
          </p:nvSpPr>
          <p:spPr>
            <a:xfrm>
              <a:off x="8059563" y="3312086"/>
              <a:ext cx="13199" cy="72465"/>
            </a:xfrm>
            <a:custGeom>
              <a:rect b="b" l="l" r="r" t="t"/>
              <a:pathLst>
                <a:path extrusionOk="0" h="2789" w="508">
                  <a:moveTo>
                    <a:pt x="1" y="0"/>
                  </a:moveTo>
                  <a:lnTo>
                    <a:pt x="1" y="2788"/>
                  </a:lnTo>
                  <a:lnTo>
                    <a:pt x="508" y="2788"/>
                  </a:lnTo>
                  <a:lnTo>
                    <a:pt x="5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8"/>
            <p:cNvSpPr/>
            <p:nvPr/>
          </p:nvSpPr>
          <p:spPr>
            <a:xfrm>
              <a:off x="8205325" y="3138315"/>
              <a:ext cx="34635" cy="188243"/>
            </a:xfrm>
            <a:custGeom>
              <a:rect b="b" l="l" r="r" t="t"/>
              <a:pathLst>
                <a:path extrusionOk="0" h="7245" w="1333">
                  <a:moveTo>
                    <a:pt x="0" y="0"/>
                  </a:moveTo>
                  <a:cubicBezTo>
                    <a:pt x="308" y="0"/>
                    <a:pt x="559" y="251"/>
                    <a:pt x="559" y="557"/>
                  </a:cubicBezTo>
                  <a:lnTo>
                    <a:pt x="559" y="6688"/>
                  </a:lnTo>
                  <a:cubicBezTo>
                    <a:pt x="559" y="6997"/>
                    <a:pt x="308" y="7245"/>
                    <a:pt x="0" y="7245"/>
                  </a:cubicBezTo>
                  <a:lnTo>
                    <a:pt x="776" y="7245"/>
                  </a:lnTo>
                  <a:cubicBezTo>
                    <a:pt x="1082" y="7245"/>
                    <a:pt x="1333" y="6997"/>
                    <a:pt x="1333" y="6688"/>
                  </a:cubicBezTo>
                  <a:lnTo>
                    <a:pt x="1333" y="557"/>
                  </a:lnTo>
                  <a:cubicBezTo>
                    <a:pt x="1333" y="251"/>
                    <a:pt x="1082" y="0"/>
                    <a:pt x="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8"/>
            <p:cNvSpPr/>
            <p:nvPr/>
          </p:nvSpPr>
          <p:spPr>
            <a:xfrm>
              <a:off x="7892366" y="3348955"/>
              <a:ext cx="173147" cy="13173"/>
            </a:xfrm>
            <a:custGeom>
              <a:rect b="b" l="l" r="r" t="t"/>
              <a:pathLst>
                <a:path extrusionOk="0" h="507" w="6664">
                  <a:moveTo>
                    <a:pt x="1" y="0"/>
                  </a:moveTo>
                  <a:lnTo>
                    <a:pt x="1" y="507"/>
                  </a:lnTo>
                  <a:lnTo>
                    <a:pt x="6410" y="507"/>
                  </a:lnTo>
                  <a:cubicBezTo>
                    <a:pt x="6551" y="507"/>
                    <a:pt x="6663" y="392"/>
                    <a:pt x="6663" y="254"/>
                  </a:cubicBezTo>
                  <a:cubicBezTo>
                    <a:pt x="6663" y="115"/>
                    <a:pt x="6551" y="0"/>
                    <a:pt x="64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8"/>
            <p:cNvSpPr/>
            <p:nvPr/>
          </p:nvSpPr>
          <p:spPr>
            <a:xfrm>
              <a:off x="8059563" y="3148967"/>
              <a:ext cx="13199" cy="206587"/>
            </a:xfrm>
            <a:custGeom>
              <a:rect b="b" l="l" r="r" t="t"/>
              <a:pathLst>
                <a:path extrusionOk="0" h="7951" w="508">
                  <a:moveTo>
                    <a:pt x="1" y="0"/>
                  </a:moveTo>
                  <a:lnTo>
                    <a:pt x="1" y="7245"/>
                  </a:lnTo>
                  <a:cubicBezTo>
                    <a:pt x="160" y="7436"/>
                    <a:pt x="254" y="7681"/>
                    <a:pt x="254" y="7951"/>
                  </a:cubicBezTo>
                  <a:cubicBezTo>
                    <a:pt x="254" y="7681"/>
                    <a:pt x="348" y="7436"/>
                    <a:pt x="508" y="7245"/>
                  </a:cubicBezTo>
                  <a:lnTo>
                    <a:pt x="508" y="0"/>
                  </a:lnTo>
                  <a:cubicBezTo>
                    <a:pt x="416" y="107"/>
                    <a:pt x="348" y="235"/>
                    <a:pt x="304" y="374"/>
                  </a:cubicBezTo>
                  <a:cubicBezTo>
                    <a:pt x="299" y="395"/>
                    <a:pt x="278" y="411"/>
                    <a:pt x="254" y="411"/>
                  </a:cubicBezTo>
                  <a:cubicBezTo>
                    <a:pt x="231" y="411"/>
                    <a:pt x="210" y="395"/>
                    <a:pt x="205" y="374"/>
                  </a:cubicBezTo>
                  <a:cubicBezTo>
                    <a:pt x="160" y="235"/>
                    <a:pt x="92" y="10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8"/>
            <p:cNvSpPr/>
            <p:nvPr/>
          </p:nvSpPr>
          <p:spPr>
            <a:xfrm>
              <a:off x="8109606" y="3167285"/>
              <a:ext cx="101358" cy="28945"/>
            </a:xfrm>
            <a:custGeom>
              <a:rect b="b" l="l" r="r" t="t"/>
              <a:pathLst>
                <a:path extrusionOk="0" h="1114" w="3901">
                  <a:moveTo>
                    <a:pt x="262" y="1"/>
                  </a:moveTo>
                  <a:cubicBezTo>
                    <a:pt x="118" y="1"/>
                    <a:pt x="0" y="116"/>
                    <a:pt x="0" y="262"/>
                  </a:cubicBezTo>
                  <a:lnTo>
                    <a:pt x="0" y="852"/>
                  </a:lnTo>
                  <a:cubicBezTo>
                    <a:pt x="0" y="996"/>
                    <a:pt x="118" y="1114"/>
                    <a:pt x="262" y="1114"/>
                  </a:cubicBezTo>
                  <a:lnTo>
                    <a:pt x="3640" y="1114"/>
                  </a:lnTo>
                  <a:cubicBezTo>
                    <a:pt x="3786" y="1114"/>
                    <a:pt x="3901" y="996"/>
                    <a:pt x="3901" y="852"/>
                  </a:cubicBezTo>
                  <a:lnTo>
                    <a:pt x="3901" y="262"/>
                  </a:lnTo>
                  <a:cubicBezTo>
                    <a:pt x="3901" y="116"/>
                    <a:pt x="3786" y="1"/>
                    <a:pt x="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8"/>
            <p:cNvSpPr/>
            <p:nvPr/>
          </p:nvSpPr>
          <p:spPr>
            <a:xfrm>
              <a:off x="8183864" y="3167285"/>
              <a:ext cx="27100" cy="28945"/>
            </a:xfrm>
            <a:custGeom>
              <a:rect b="b" l="l" r="r" t="t"/>
              <a:pathLst>
                <a:path extrusionOk="0" h="1114" w="1043">
                  <a:moveTo>
                    <a:pt x="1" y="1"/>
                  </a:moveTo>
                  <a:cubicBezTo>
                    <a:pt x="149" y="1"/>
                    <a:pt x="270" y="121"/>
                    <a:pt x="270" y="270"/>
                  </a:cubicBezTo>
                  <a:lnTo>
                    <a:pt x="270" y="845"/>
                  </a:lnTo>
                  <a:cubicBezTo>
                    <a:pt x="270" y="994"/>
                    <a:pt x="149"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8"/>
            <p:cNvSpPr/>
            <p:nvPr/>
          </p:nvSpPr>
          <p:spPr>
            <a:xfrm>
              <a:off x="7921362" y="3167285"/>
              <a:ext cx="101384" cy="28945"/>
            </a:xfrm>
            <a:custGeom>
              <a:rect b="b" l="l" r="r" t="t"/>
              <a:pathLst>
                <a:path extrusionOk="0" h="1114" w="3902">
                  <a:moveTo>
                    <a:pt x="262" y="1"/>
                  </a:moveTo>
                  <a:cubicBezTo>
                    <a:pt x="115" y="1"/>
                    <a:pt x="0" y="116"/>
                    <a:pt x="0" y="262"/>
                  </a:cubicBezTo>
                  <a:lnTo>
                    <a:pt x="0" y="852"/>
                  </a:lnTo>
                  <a:cubicBezTo>
                    <a:pt x="0" y="996"/>
                    <a:pt x="115" y="1114"/>
                    <a:pt x="262" y="1114"/>
                  </a:cubicBezTo>
                  <a:lnTo>
                    <a:pt x="3640" y="1114"/>
                  </a:lnTo>
                  <a:cubicBezTo>
                    <a:pt x="3784" y="1114"/>
                    <a:pt x="3901" y="996"/>
                    <a:pt x="3901" y="852"/>
                  </a:cubicBezTo>
                  <a:lnTo>
                    <a:pt x="3901" y="262"/>
                  </a:lnTo>
                  <a:cubicBezTo>
                    <a:pt x="3901" y="116"/>
                    <a:pt x="3784" y="1"/>
                    <a:pt x="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8"/>
            <p:cNvSpPr/>
            <p:nvPr/>
          </p:nvSpPr>
          <p:spPr>
            <a:xfrm>
              <a:off x="7995620" y="3167285"/>
              <a:ext cx="27126" cy="28945"/>
            </a:xfrm>
            <a:custGeom>
              <a:rect b="b" l="l" r="r" t="t"/>
              <a:pathLst>
                <a:path extrusionOk="0" h="1114" w="1044">
                  <a:moveTo>
                    <a:pt x="1" y="1"/>
                  </a:moveTo>
                  <a:cubicBezTo>
                    <a:pt x="150" y="1"/>
                    <a:pt x="270" y="121"/>
                    <a:pt x="270" y="270"/>
                  </a:cubicBezTo>
                  <a:lnTo>
                    <a:pt x="270" y="845"/>
                  </a:lnTo>
                  <a:cubicBezTo>
                    <a:pt x="270" y="994"/>
                    <a:pt x="150"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8"/>
            <p:cNvSpPr/>
            <p:nvPr/>
          </p:nvSpPr>
          <p:spPr>
            <a:xfrm>
              <a:off x="8153724" y="3355528"/>
              <a:ext cx="57941" cy="57967"/>
            </a:xfrm>
            <a:custGeom>
              <a:rect b="b" l="l" r="r" t="t"/>
              <a:pathLst>
                <a:path extrusionOk="0" h="2231" w="2230">
                  <a:moveTo>
                    <a:pt x="1" y="1"/>
                  </a:moveTo>
                  <a:lnTo>
                    <a:pt x="1" y="1952"/>
                  </a:lnTo>
                  <a:cubicBezTo>
                    <a:pt x="1" y="2120"/>
                    <a:pt x="138" y="2230"/>
                    <a:pt x="281" y="2230"/>
                  </a:cubicBezTo>
                  <a:cubicBezTo>
                    <a:pt x="349" y="2230"/>
                    <a:pt x="419" y="2205"/>
                    <a:pt x="476" y="2148"/>
                  </a:cubicBezTo>
                  <a:lnTo>
                    <a:pt x="918" y="1707"/>
                  </a:lnTo>
                  <a:cubicBezTo>
                    <a:pt x="972" y="1652"/>
                    <a:pt x="1044" y="1624"/>
                    <a:pt x="1115" y="1624"/>
                  </a:cubicBezTo>
                  <a:cubicBezTo>
                    <a:pt x="1186" y="1624"/>
                    <a:pt x="1257" y="1652"/>
                    <a:pt x="1312" y="1707"/>
                  </a:cubicBezTo>
                  <a:lnTo>
                    <a:pt x="1754" y="2148"/>
                  </a:lnTo>
                  <a:cubicBezTo>
                    <a:pt x="1811" y="2205"/>
                    <a:pt x="1882" y="2230"/>
                    <a:pt x="1950" y="2230"/>
                  </a:cubicBezTo>
                  <a:cubicBezTo>
                    <a:pt x="2093" y="2230"/>
                    <a:pt x="2229" y="2120"/>
                    <a:pt x="2229" y="1952"/>
                  </a:cubicBezTo>
                  <a:lnTo>
                    <a:pt x="2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8"/>
            <p:cNvSpPr/>
            <p:nvPr/>
          </p:nvSpPr>
          <p:spPr>
            <a:xfrm>
              <a:off x="8191528" y="3355528"/>
              <a:ext cx="20136" cy="57967"/>
            </a:xfrm>
            <a:custGeom>
              <a:rect b="b" l="l" r="r" t="t"/>
              <a:pathLst>
                <a:path extrusionOk="0" h="2231" w="775">
                  <a:moveTo>
                    <a:pt x="1" y="1"/>
                  </a:moveTo>
                  <a:lnTo>
                    <a:pt x="1" y="1850"/>
                  </a:lnTo>
                  <a:lnTo>
                    <a:pt x="299" y="2148"/>
                  </a:lnTo>
                  <a:cubicBezTo>
                    <a:pt x="356" y="2205"/>
                    <a:pt x="427" y="2230"/>
                    <a:pt x="495" y="2230"/>
                  </a:cubicBezTo>
                  <a:cubicBezTo>
                    <a:pt x="638" y="2230"/>
                    <a:pt x="774" y="2120"/>
                    <a:pt x="774" y="1952"/>
                  </a:cubicBezTo>
                  <a:lnTo>
                    <a:pt x="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8"/>
            <p:cNvSpPr/>
            <p:nvPr/>
          </p:nvSpPr>
          <p:spPr>
            <a:xfrm>
              <a:off x="8066838" y="3348955"/>
              <a:ext cx="173121" cy="13173"/>
            </a:xfrm>
            <a:custGeom>
              <a:rect b="b" l="l" r="r" t="t"/>
              <a:pathLst>
                <a:path extrusionOk="0" h="507" w="6663">
                  <a:moveTo>
                    <a:pt x="254" y="0"/>
                  </a:moveTo>
                  <a:cubicBezTo>
                    <a:pt x="113" y="0"/>
                    <a:pt x="0" y="115"/>
                    <a:pt x="0" y="254"/>
                  </a:cubicBezTo>
                  <a:cubicBezTo>
                    <a:pt x="0" y="392"/>
                    <a:pt x="113" y="507"/>
                    <a:pt x="254" y="507"/>
                  </a:cubicBezTo>
                  <a:lnTo>
                    <a:pt x="6663" y="507"/>
                  </a:lnTo>
                  <a:lnTo>
                    <a:pt x="66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4" name="Google Shape;6744;p88">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8">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8">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8">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8" name="Google Shape;6748;p88"/>
          <p:cNvGrpSpPr/>
          <p:nvPr/>
        </p:nvGrpSpPr>
        <p:grpSpPr>
          <a:xfrm>
            <a:off x="7340210" y="906464"/>
            <a:ext cx="1088866" cy="412795"/>
            <a:chOff x="6526100" y="2651025"/>
            <a:chExt cx="959100" cy="363600"/>
          </a:xfrm>
        </p:grpSpPr>
        <p:sp>
          <p:nvSpPr>
            <p:cNvPr id="6749" name="Google Shape;6749;p88"/>
            <p:cNvSpPr/>
            <p:nvPr/>
          </p:nvSpPr>
          <p:spPr>
            <a:xfrm>
              <a:off x="7127325" y="2803150"/>
              <a:ext cx="191600" cy="162075"/>
            </a:xfrm>
            <a:custGeom>
              <a:rect b="b" l="l" r="r" t="t"/>
              <a:pathLst>
                <a:path extrusionOk="0" h="6483" w="7664">
                  <a:moveTo>
                    <a:pt x="3832" y="0"/>
                  </a:moveTo>
                  <a:cubicBezTo>
                    <a:pt x="1712" y="0"/>
                    <a:pt x="1" y="1325"/>
                    <a:pt x="25" y="3350"/>
                  </a:cubicBezTo>
                  <a:cubicBezTo>
                    <a:pt x="25" y="4651"/>
                    <a:pt x="748" y="5856"/>
                    <a:pt x="1881" y="6482"/>
                  </a:cubicBezTo>
                  <a:lnTo>
                    <a:pt x="5857" y="6482"/>
                  </a:lnTo>
                  <a:cubicBezTo>
                    <a:pt x="6965" y="5832"/>
                    <a:pt x="7664" y="4627"/>
                    <a:pt x="7664" y="3350"/>
                  </a:cubicBezTo>
                  <a:cubicBezTo>
                    <a:pt x="7664" y="1301"/>
                    <a:pt x="5953" y="0"/>
                    <a:pt x="3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8"/>
            <p:cNvSpPr/>
            <p:nvPr/>
          </p:nvSpPr>
          <p:spPr>
            <a:xfrm>
              <a:off x="6526100" y="2963375"/>
              <a:ext cx="959100" cy="51250"/>
            </a:xfrm>
            <a:custGeom>
              <a:rect b="b" l="l" r="r" t="t"/>
              <a:pathLst>
                <a:path extrusionOk="0" h="2050" w="38364">
                  <a:moveTo>
                    <a:pt x="38340" y="1"/>
                  </a:moveTo>
                  <a:lnTo>
                    <a:pt x="0" y="97"/>
                  </a:lnTo>
                  <a:lnTo>
                    <a:pt x="0" y="2049"/>
                  </a:lnTo>
                  <a:lnTo>
                    <a:pt x="38364" y="1953"/>
                  </a:lnTo>
                  <a:lnTo>
                    <a:pt x="38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8"/>
            <p:cNvSpPr/>
            <p:nvPr/>
          </p:nvSpPr>
          <p:spPr>
            <a:xfrm>
              <a:off x="6686350" y="2651325"/>
              <a:ext cx="62675" cy="312700"/>
            </a:xfrm>
            <a:custGeom>
              <a:rect b="b" l="l" r="r" t="t"/>
              <a:pathLst>
                <a:path extrusionOk="0" h="12508" w="2507">
                  <a:moveTo>
                    <a:pt x="362" y="1"/>
                  </a:moveTo>
                  <a:cubicBezTo>
                    <a:pt x="169" y="1"/>
                    <a:pt x="0" y="169"/>
                    <a:pt x="0" y="386"/>
                  </a:cubicBezTo>
                  <a:lnTo>
                    <a:pt x="25" y="12122"/>
                  </a:lnTo>
                  <a:cubicBezTo>
                    <a:pt x="25" y="12338"/>
                    <a:pt x="193" y="12507"/>
                    <a:pt x="410" y="12507"/>
                  </a:cubicBezTo>
                  <a:lnTo>
                    <a:pt x="2121" y="12507"/>
                  </a:lnTo>
                  <a:cubicBezTo>
                    <a:pt x="2338" y="12507"/>
                    <a:pt x="2507" y="12338"/>
                    <a:pt x="2507" y="12122"/>
                  </a:cubicBezTo>
                  <a:lnTo>
                    <a:pt x="2482" y="386"/>
                  </a:lnTo>
                  <a:cubicBezTo>
                    <a:pt x="2482" y="169"/>
                    <a:pt x="2314" y="1"/>
                    <a:pt x="20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8"/>
            <p:cNvSpPr/>
            <p:nvPr/>
          </p:nvSpPr>
          <p:spPr>
            <a:xfrm>
              <a:off x="6758038" y="2651025"/>
              <a:ext cx="62075" cy="312700"/>
            </a:xfrm>
            <a:custGeom>
              <a:rect b="b" l="l" r="r" t="t"/>
              <a:pathLst>
                <a:path extrusionOk="0" h="12508" w="2483">
                  <a:moveTo>
                    <a:pt x="386" y="1"/>
                  </a:moveTo>
                  <a:cubicBezTo>
                    <a:pt x="170" y="1"/>
                    <a:pt x="1" y="169"/>
                    <a:pt x="1" y="362"/>
                  </a:cubicBezTo>
                  <a:lnTo>
                    <a:pt x="1" y="12122"/>
                  </a:lnTo>
                  <a:cubicBezTo>
                    <a:pt x="1" y="12338"/>
                    <a:pt x="170" y="12507"/>
                    <a:pt x="386" y="12507"/>
                  </a:cubicBezTo>
                  <a:lnTo>
                    <a:pt x="2122" y="12507"/>
                  </a:lnTo>
                  <a:cubicBezTo>
                    <a:pt x="2314" y="12507"/>
                    <a:pt x="2483" y="12338"/>
                    <a:pt x="2483" y="12122"/>
                  </a:cubicBezTo>
                  <a:lnTo>
                    <a:pt x="2483" y="362"/>
                  </a:lnTo>
                  <a:cubicBezTo>
                    <a:pt x="2483" y="169"/>
                    <a:pt x="2314" y="1"/>
                    <a:pt x="21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8"/>
            <p:cNvSpPr/>
            <p:nvPr/>
          </p:nvSpPr>
          <p:spPr>
            <a:xfrm>
              <a:off x="6829125" y="2659150"/>
              <a:ext cx="195225" cy="296900"/>
            </a:xfrm>
            <a:custGeom>
              <a:rect b="b" l="l" r="r" t="t"/>
              <a:pathLst>
                <a:path extrusionOk="0" h="11876" w="7809">
                  <a:moveTo>
                    <a:pt x="1938" y="1"/>
                  </a:moveTo>
                  <a:cubicBezTo>
                    <a:pt x="1877" y="1"/>
                    <a:pt x="1816" y="17"/>
                    <a:pt x="1760" y="49"/>
                  </a:cubicBezTo>
                  <a:lnTo>
                    <a:pt x="217" y="1013"/>
                  </a:lnTo>
                  <a:cubicBezTo>
                    <a:pt x="49" y="1133"/>
                    <a:pt x="1" y="1350"/>
                    <a:pt x="97" y="1519"/>
                  </a:cubicBezTo>
                  <a:lnTo>
                    <a:pt x="5567" y="11688"/>
                  </a:lnTo>
                  <a:cubicBezTo>
                    <a:pt x="5617" y="11805"/>
                    <a:pt x="5737" y="11876"/>
                    <a:pt x="5862" y="11876"/>
                  </a:cubicBezTo>
                  <a:cubicBezTo>
                    <a:pt x="5917" y="11876"/>
                    <a:pt x="5973" y="11862"/>
                    <a:pt x="6025" y="11833"/>
                  </a:cubicBezTo>
                  <a:lnTo>
                    <a:pt x="7567" y="10869"/>
                  </a:lnTo>
                  <a:cubicBezTo>
                    <a:pt x="7736" y="10748"/>
                    <a:pt x="7808" y="10531"/>
                    <a:pt x="7712" y="10339"/>
                  </a:cubicBezTo>
                  <a:lnTo>
                    <a:pt x="2242" y="194"/>
                  </a:lnTo>
                  <a:cubicBezTo>
                    <a:pt x="2177" y="65"/>
                    <a:pt x="2060" y="1"/>
                    <a:pt x="1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8"/>
            <p:cNvSpPr/>
            <p:nvPr/>
          </p:nvSpPr>
          <p:spPr>
            <a:xfrm>
              <a:off x="6915275" y="2658875"/>
              <a:ext cx="195225" cy="297000"/>
            </a:xfrm>
            <a:custGeom>
              <a:rect b="b" l="l" r="r" t="t"/>
              <a:pathLst>
                <a:path extrusionOk="0" h="11880" w="7809">
                  <a:moveTo>
                    <a:pt x="1943" y="0"/>
                  </a:moveTo>
                  <a:cubicBezTo>
                    <a:pt x="1881" y="0"/>
                    <a:pt x="1817" y="19"/>
                    <a:pt x="1760" y="60"/>
                  </a:cubicBezTo>
                  <a:lnTo>
                    <a:pt x="217" y="1024"/>
                  </a:lnTo>
                  <a:cubicBezTo>
                    <a:pt x="49" y="1120"/>
                    <a:pt x="1" y="1361"/>
                    <a:pt x="97" y="1530"/>
                  </a:cubicBezTo>
                  <a:lnTo>
                    <a:pt x="5543" y="11699"/>
                  </a:lnTo>
                  <a:cubicBezTo>
                    <a:pt x="5606" y="11810"/>
                    <a:pt x="5722" y="11879"/>
                    <a:pt x="5842" y="11879"/>
                  </a:cubicBezTo>
                  <a:cubicBezTo>
                    <a:pt x="5904" y="11879"/>
                    <a:pt x="5967" y="11861"/>
                    <a:pt x="6025" y="11820"/>
                  </a:cubicBezTo>
                  <a:lnTo>
                    <a:pt x="7567" y="10856"/>
                  </a:lnTo>
                  <a:cubicBezTo>
                    <a:pt x="7736" y="10759"/>
                    <a:pt x="7808" y="10518"/>
                    <a:pt x="7712" y="10350"/>
                  </a:cubicBezTo>
                  <a:lnTo>
                    <a:pt x="2242" y="180"/>
                  </a:lnTo>
                  <a:cubicBezTo>
                    <a:pt x="2178" y="69"/>
                    <a:pt x="2062" y="0"/>
                    <a:pt x="19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8" name="Shape 6758"/>
        <p:cNvGrpSpPr/>
        <p:nvPr/>
      </p:nvGrpSpPr>
      <p:grpSpPr>
        <a:xfrm>
          <a:off x="0" y="0"/>
          <a:ext cx="0" cy="0"/>
          <a:chOff x="0" y="0"/>
          <a:chExt cx="0" cy="0"/>
        </a:xfrm>
      </p:grpSpPr>
      <p:grpSp>
        <p:nvGrpSpPr>
          <p:cNvPr id="6759" name="Google Shape;6759;p89"/>
          <p:cNvGrpSpPr/>
          <p:nvPr/>
        </p:nvGrpSpPr>
        <p:grpSpPr>
          <a:xfrm>
            <a:off x="2376978" y="648510"/>
            <a:ext cx="4377930" cy="2684128"/>
            <a:chOff x="2376978" y="648510"/>
            <a:chExt cx="4377930" cy="2684128"/>
          </a:xfrm>
        </p:grpSpPr>
        <p:grpSp>
          <p:nvGrpSpPr>
            <p:cNvPr id="6760" name="Google Shape;6760;p89"/>
            <p:cNvGrpSpPr/>
            <p:nvPr/>
          </p:nvGrpSpPr>
          <p:grpSpPr>
            <a:xfrm>
              <a:off x="2479622" y="716135"/>
              <a:ext cx="4190597" cy="2616503"/>
              <a:chOff x="791775" y="1327175"/>
              <a:chExt cx="2192996" cy="1314562"/>
            </a:xfrm>
          </p:grpSpPr>
          <p:sp>
            <p:nvSpPr>
              <p:cNvPr id="6761" name="Google Shape;6761;p89"/>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9"/>
              <p:cNvSpPr/>
              <p:nvPr/>
            </p:nvSpPr>
            <p:spPr>
              <a:xfrm>
                <a:off x="792025" y="1327175"/>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89"/>
            <p:cNvGrpSpPr/>
            <p:nvPr/>
          </p:nvGrpSpPr>
          <p:grpSpPr>
            <a:xfrm>
              <a:off x="2376978" y="648510"/>
              <a:ext cx="4377930" cy="2572034"/>
              <a:chOff x="2376978" y="648510"/>
              <a:chExt cx="4377930" cy="2572034"/>
            </a:xfrm>
          </p:grpSpPr>
          <p:sp>
            <p:nvSpPr>
              <p:cNvPr id="6764" name="Google Shape;6764;p89"/>
              <p:cNvSpPr/>
              <p:nvPr/>
            </p:nvSpPr>
            <p:spPr>
              <a:xfrm rot="3452634">
                <a:off x="2382055" y="2976896"/>
                <a:ext cx="436595" cy="79296"/>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9"/>
              <p:cNvSpPr/>
              <p:nvPr/>
            </p:nvSpPr>
            <p:spPr>
              <a:xfrm rot="755060">
                <a:off x="2382085" y="2976917"/>
                <a:ext cx="436486" cy="79251"/>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9"/>
              <p:cNvSpPr/>
              <p:nvPr/>
            </p:nvSpPr>
            <p:spPr>
              <a:xfrm rot="1653078">
                <a:off x="6323358" y="744162"/>
                <a:ext cx="436500" cy="79296"/>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67" name="Google Shape;6767;p89"/>
          <p:cNvSpPr/>
          <p:nvPr/>
        </p:nvSpPr>
        <p:spPr>
          <a:xfrm>
            <a:off x="3033275" y="2091975"/>
            <a:ext cx="30774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9"/>
          <p:cNvSpPr txBox="1"/>
          <p:nvPr>
            <p:ph type="title"/>
          </p:nvPr>
        </p:nvSpPr>
        <p:spPr>
          <a:xfrm>
            <a:off x="2906708" y="2188430"/>
            <a:ext cx="33306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Consulting</a:t>
            </a:r>
            <a:endParaRPr/>
          </a:p>
        </p:txBody>
      </p:sp>
      <p:sp>
        <p:nvSpPr>
          <p:cNvPr id="6769" name="Google Shape;6769;p89"/>
          <p:cNvSpPr txBox="1"/>
          <p:nvPr>
            <p:ph idx="2" type="title"/>
          </p:nvPr>
        </p:nvSpPr>
        <p:spPr>
          <a:xfrm>
            <a:off x="2906650" y="1185150"/>
            <a:ext cx="33306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770" name="Google Shape;6770;p89"/>
          <p:cNvSpPr txBox="1"/>
          <p:nvPr>
            <p:ph idx="1" type="subTitle"/>
          </p:nvPr>
        </p:nvSpPr>
        <p:spPr>
          <a:xfrm>
            <a:off x="2906738" y="3380898"/>
            <a:ext cx="33306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6771" name="Google Shape;6771;p89"/>
          <p:cNvSpPr/>
          <p:nvPr/>
        </p:nvSpPr>
        <p:spPr>
          <a:xfrm flipH="1">
            <a:off x="8248005" y="2189524"/>
            <a:ext cx="82185" cy="194567"/>
          </a:xfrm>
          <a:custGeom>
            <a:rect b="b" l="l" r="r" t="t"/>
            <a:pathLst>
              <a:path extrusionOk="0" h="8030" w="2311">
                <a:moveTo>
                  <a:pt x="1" y="1"/>
                </a:moveTo>
                <a:lnTo>
                  <a:pt x="1" y="8029"/>
                </a:lnTo>
                <a:lnTo>
                  <a:pt x="2310" y="8029"/>
                </a:lnTo>
                <a:lnTo>
                  <a:pt x="23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9">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9">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9">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9">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89"/>
          <p:cNvGrpSpPr/>
          <p:nvPr/>
        </p:nvGrpSpPr>
        <p:grpSpPr>
          <a:xfrm>
            <a:off x="7222840" y="2349013"/>
            <a:ext cx="1206370" cy="2313742"/>
            <a:chOff x="7222840" y="2349013"/>
            <a:chExt cx="1206370" cy="2313742"/>
          </a:xfrm>
        </p:grpSpPr>
        <p:sp>
          <p:nvSpPr>
            <p:cNvPr id="6777" name="Google Shape;6777;p89"/>
            <p:cNvSpPr/>
            <p:nvPr/>
          </p:nvSpPr>
          <p:spPr>
            <a:xfrm>
              <a:off x="7463401" y="4445075"/>
              <a:ext cx="866754" cy="217680"/>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8" name="Google Shape;6778;p89"/>
            <p:cNvGrpSpPr/>
            <p:nvPr/>
          </p:nvGrpSpPr>
          <p:grpSpPr>
            <a:xfrm>
              <a:off x="7222840" y="2349013"/>
              <a:ext cx="1206370" cy="2213957"/>
              <a:chOff x="7701450" y="1895900"/>
              <a:chExt cx="644050" cy="1181975"/>
            </a:xfrm>
          </p:grpSpPr>
          <p:sp>
            <p:nvSpPr>
              <p:cNvPr id="6779" name="Google Shape;6779;p89"/>
              <p:cNvSpPr/>
              <p:nvPr/>
            </p:nvSpPr>
            <p:spPr>
              <a:xfrm>
                <a:off x="7701450" y="1895900"/>
                <a:ext cx="335600" cy="318000"/>
              </a:xfrm>
              <a:custGeom>
                <a:rect b="b" l="l" r="r" t="t"/>
                <a:pathLst>
                  <a:path extrusionOk="0" h="12720" w="13424">
                    <a:moveTo>
                      <a:pt x="2596" y="0"/>
                    </a:moveTo>
                    <a:cubicBezTo>
                      <a:pt x="2200" y="0"/>
                      <a:pt x="1879" y="68"/>
                      <a:pt x="1664" y="96"/>
                    </a:cubicBezTo>
                    <a:cubicBezTo>
                      <a:pt x="1664" y="96"/>
                      <a:pt x="1" y="1228"/>
                      <a:pt x="1736" y="2650"/>
                    </a:cubicBezTo>
                    <a:cubicBezTo>
                      <a:pt x="3495" y="4072"/>
                      <a:pt x="4049" y="6000"/>
                      <a:pt x="4339" y="7662"/>
                    </a:cubicBezTo>
                    <a:cubicBezTo>
                      <a:pt x="4663" y="9485"/>
                      <a:pt x="5548" y="12720"/>
                      <a:pt x="8940" y="12720"/>
                    </a:cubicBezTo>
                    <a:cubicBezTo>
                      <a:pt x="9584" y="12720"/>
                      <a:pt x="10319" y="12603"/>
                      <a:pt x="11158" y="12337"/>
                    </a:cubicBezTo>
                    <a:cubicBezTo>
                      <a:pt x="11158" y="12337"/>
                      <a:pt x="13423" y="10915"/>
                      <a:pt x="11255" y="7397"/>
                    </a:cubicBezTo>
                    <a:cubicBezTo>
                      <a:pt x="9062" y="3903"/>
                      <a:pt x="8435" y="6289"/>
                      <a:pt x="6435" y="2867"/>
                    </a:cubicBezTo>
                    <a:cubicBezTo>
                      <a:pt x="5011" y="414"/>
                      <a:pt x="3575" y="0"/>
                      <a:pt x="2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9"/>
              <p:cNvSpPr/>
              <p:nvPr/>
            </p:nvSpPr>
            <p:spPr>
              <a:xfrm>
                <a:off x="7774350" y="1934425"/>
                <a:ext cx="306075" cy="457875"/>
              </a:xfrm>
              <a:custGeom>
                <a:rect b="b" l="l" r="r" t="t"/>
                <a:pathLst>
                  <a:path extrusionOk="0" fill="none" h="18315" w="12243">
                    <a:moveTo>
                      <a:pt x="11013" y="18315"/>
                    </a:moveTo>
                    <a:cubicBezTo>
                      <a:pt x="11013" y="18315"/>
                      <a:pt x="12242" y="10459"/>
                      <a:pt x="1" y="1"/>
                    </a:cubicBezTo>
                  </a:path>
                </a:pathLst>
              </a:custGeom>
              <a:noFill/>
              <a:ln cap="rnd" cmpd="sng" w="54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9"/>
              <p:cNvSpPr/>
              <p:nvPr/>
            </p:nvSpPr>
            <p:spPr>
              <a:xfrm>
                <a:off x="8100875" y="2062750"/>
                <a:ext cx="244625" cy="189775"/>
              </a:xfrm>
              <a:custGeom>
                <a:rect b="b" l="l" r="r" t="t"/>
                <a:pathLst>
                  <a:path extrusionOk="0" h="7591" w="9785">
                    <a:moveTo>
                      <a:pt x="7878" y="0"/>
                    </a:moveTo>
                    <a:cubicBezTo>
                      <a:pt x="7262" y="0"/>
                      <a:pt x="6428" y="283"/>
                      <a:pt x="5447" y="1446"/>
                    </a:cubicBezTo>
                    <a:cubicBezTo>
                      <a:pt x="3760" y="3446"/>
                      <a:pt x="3615" y="1856"/>
                      <a:pt x="1808" y="3832"/>
                    </a:cubicBezTo>
                    <a:cubicBezTo>
                      <a:pt x="1" y="5832"/>
                      <a:pt x="1302" y="7037"/>
                      <a:pt x="1302" y="7037"/>
                    </a:cubicBezTo>
                    <a:cubicBezTo>
                      <a:pt x="2047" y="7429"/>
                      <a:pt x="2686" y="7591"/>
                      <a:pt x="3233" y="7591"/>
                    </a:cubicBezTo>
                    <a:cubicBezTo>
                      <a:pt x="5040" y="7591"/>
                      <a:pt x="5854" y="5831"/>
                      <a:pt x="6242" y="4796"/>
                    </a:cubicBezTo>
                    <a:cubicBezTo>
                      <a:pt x="6628" y="3760"/>
                      <a:pt x="7206" y="2555"/>
                      <a:pt x="8483" y="1856"/>
                    </a:cubicBezTo>
                    <a:cubicBezTo>
                      <a:pt x="9784" y="1133"/>
                      <a:pt x="8845" y="217"/>
                      <a:pt x="8845" y="217"/>
                    </a:cubicBezTo>
                    <a:cubicBezTo>
                      <a:pt x="8653" y="147"/>
                      <a:pt x="8322" y="0"/>
                      <a:pt x="7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9"/>
              <p:cNvSpPr/>
              <p:nvPr/>
            </p:nvSpPr>
            <p:spPr>
              <a:xfrm>
                <a:off x="8032800" y="2127200"/>
                <a:ext cx="213900" cy="275350"/>
              </a:xfrm>
              <a:custGeom>
                <a:rect b="b" l="l" r="r" t="t"/>
                <a:pathLst>
                  <a:path extrusionOk="0" fill="none" h="11014" w="8556">
                    <a:moveTo>
                      <a:pt x="868" y="11013"/>
                    </a:moveTo>
                    <a:cubicBezTo>
                      <a:pt x="868" y="11013"/>
                      <a:pt x="1" y="5519"/>
                      <a:pt x="8555"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9"/>
              <p:cNvSpPr/>
              <p:nvPr/>
            </p:nvSpPr>
            <p:spPr>
              <a:xfrm>
                <a:off x="8003875" y="1896475"/>
                <a:ext cx="139200" cy="254275"/>
              </a:xfrm>
              <a:custGeom>
                <a:rect b="b" l="l" r="r" t="t"/>
                <a:pathLst>
                  <a:path extrusionOk="0" h="10171" w="5568">
                    <a:moveTo>
                      <a:pt x="3118" y="0"/>
                    </a:moveTo>
                    <a:cubicBezTo>
                      <a:pt x="2972" y="0"/>
                      <a:pt x="1833" y="43"/>
                      <a:pt x="2194" y="1374"/>
                    </a:cubicBezTo>
                    <a:cubicBezTo>
                      <a:pt x="2555" y="2820"/>
                      <a:pt x="2097" y="4049"/>
                      <a:pt x="1616" y="5061"/>
                    </a:cubicBezTo>
                    <a:cubicBezTo>
                      <a:pt x="989" y="6338"/>
                      <a:pt x="1" y="9013"/>
                      <a:pt x="3423" y="10170"/>
                    </a:cubicBezTo>
                    <a:cubicBezTo>
                      <a:pt x="3423" y="10170"/>
                      <a:pt x="3435" y="10170"/>
                      <a:pt x="3456" y="10170"/>
                    </a:cubicBezTo>
                    <a:cubicBezTo>
                      <a:pt x="3701" y="10170"/>
                      <a:pt x="5198" y="10069"/>
                      <a:pt x="5375" y="7591"/>
                    </a:cubicBezTo>
                    <a:cubicBezTo>
                      <a:pt x="5568" y="4892"/>
                      <a:pt x="4314" y="5904"/>
                      <a:pt x="4580" y="3302"/>
                    </a:cubicBezTo>
                    <a:cubicBezTo>
                      <a:pt x="4869" y="699"/>
                      <a:pt x="3567" y="241"/>
                      <a:pt x="3134" y="0"/>
                    </a:cubicBezTo>
                    <a:cubicBezTo>
                      <a:pt x="3134" y="0"/>
                      <a:pt x="3128" y="0"/>
                      <a:pt x="3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9"/>
              <p:cNvSpPr/>
              <p:nvPr/>
            </p:nvSpPr>
            <p:spPr>
              <a:xfrm>
                <a:off x="8049075" y="1927800"/>
                <a:ext cx="48225" cy="459075"/>
              </a:xfrm>
              <a:custGeom>
                <a:rect b="b" l="l" r="r" t="t"/>
                <a:pathLst>
                  <a:path extrusionOk="0" fill="none" h="18363" w="1929">
                    <a:moveTo>
                      <a:pt x="0" y="18363"/>
                    </a:moveTo>
                    <a:cubicBezTo>
                      <a:pt x="0" y="18363"/>
                      <a:pt x="1928" y="11447"/>
                      <a:pt x="1422"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9"/>
              <p:cNvSpPr/>
              <p:nvPr/>
            </p:nvSpPr>
            <p:spPr>
              <a:xfrm>
                <a:off x="7958700" y="2380225"/>
                <a:ext cx="180750" cy="309675"/>
              </a:xfrm>
              <a:custGeom>
                <a:rect b="b" l="l" r="r" t="t"/>
                <a:pathLst>
                  <a:path extrusionOk="0" h="12387" w="7230">
                    <a:moveTo>
                      <a:pt x="2868" y="1"/>
                    </a:moveTo>
                    <a:lnTo>
                      <a:pt x="3182" y="772"/>
                    </a:lnTo>
                    <a:cubicBezTo>
                      <a:pt x="3254" y="965"/>
                      <a:pt x="3302" y="1157"/>
                      <a:pt x="3326" y="1374"/>
                    </a:cubicBezTo>
                    <a:lnTo>
                      <a:pt x="3423" y="2121"/>
                    </a:lnTo>
                    <a:cubicBezTo>
                      <a:pt x="1" y="4868"/>
                      <a:pt x="362" y="12387"/>
                      <a:pt x="362" y="12387"/>
                    </a:cubicBezTo>
                    <a:lnTo>
                      <a:pt x="6868" y="12387"/>
                    </a:lnTo>
                    <a:cubicBezTo>
                      <a:pt x="6868" y="12387"/>
                      <a:pt x="7230" y="4868"/>
                      <a:pt x="3808" y="2121"/>
                    </a:cubicBezTo>
                    <a:lnTo>
                      <a:pt x="3904" y="1374"/>
                    </a:lnTo>
                    <a:cubicBezTo>
                      <a:pt x="3929" y="1157"/>
                      <a:pt x="3977" y="965"/>
                      <a:pt x="4049" y="772"/>
                    </a:cubicBezTo>
                    <a:lnTo>
                      <a:pt x="436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9"/>
              <p:cNvSpPr/>
              <p:nvPr/>
            </p:nvSpPr>
            <p:spPr>
              <a:xfrm>
                <a:off x="7945450" y="2689875"/>
                <a:ext cx="278950" cy="385600"/>
              </a:xfrm>
              <a:custGeom>
                <a:rect b="b" l="l" r="r" t="t"/>
                <a:pathLst>
                  <a:path extrusionOk="0" h="15424" w="11158">
                    <a:moveTo>
                      <a:pt x="482" y="1"/>
                    </a:moveTo>
                    <a:lnTo>
                      <a:pt x="1" y="338"/>
                    </a:lnTo>
                    <a:lnTo>
                      <a:pt x="10676" y="15423"/>
                    </a:lnTo>
                    <a:lnTo>
                      <a:pt x="11158" y="15086"/>
                    </a:lnTo>
                    <a:lnTo>
                      <a:pt x="4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9"/>
              <p:cNvSpPr/>
              <p:nvPr/>
            </p:nvSpPr>
            <p:spPr>
              <a:xfrm>
                <a:off x="7914125" y="2694100"/>
                <a:ext cx="277750" cy="383775"/>
              </a:xfrm>
              <a:custGeom>
                <a:rect b="b" l="l" r="r" t="t"/>
                <a:pathLst>
                  <a:path extrusionOk="0" h="15351" w="11110">
                    <a:moveTo>
                      <a:pt x="10628" y="0"/>
                    </a:moveTo>
                    <a:lnTo>
                      <a:pt x="0" y="15013"/>
                    </a:lnTo>
                    <a:lnTo>
                      <a:pt x="458" y="15350"/>
                    </a:lnTo>
                    <a:lnTo>
                      <a:pt x="11109" y="338"/>
                    </a:lnTo>
                    <a:lnTo>
                      <a:pt x="106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9"/>
              <p:cNvSpPr/>
              <p:nvPr/>
            </p:nvSpPr>
            <p:spPr>
              <a:xfrm>
                <a:off x="7867725" y="2685675"/>
                <a:ext cx="368725" cy="25925"/>
              </a:xfrm>
              <a:custGeom>
                <a:rect b="b" l="l" r="r" t="t"/>
                <a:pathLst>
                  <a:path extrusionOk="0" h="1037" w="14749">
                    <a:moveTo>
                      <a:pt x="1" y="0"/>
                    </a:moveTo>
                    <a:lnTo>
                      <a:pt x="1" y="1036"/>
                    </a:lnTo>
                    <a:lnTo>
                      <a:pt x="14749" y="1036"/>
                    </a:lnTo>
                    <a:lnTo>
                      <a:pt x="14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9" name="Google Shape;6789;p89"/>
          <p:cNvGrpSpPr/>
          <p:nvPr/>
        </p:nvGrpSpPr>
        <p:grpSpPr>
          <a:xfrm>
            <a:off x="7125850" y="749788"/>
            <a:ext cx="1303100" cy="1438625"/>
            <a:chOff x="1187275" y="1697075"/>
            <a:chExt cx="1303100" cy="1438625"/>
          </a:xfrm>
        </p:grpSpPr>
        <p:sp>
          <p:nvSpPr>
            <p:cNvPr id="6790" name="Google Shape;6790;p89"/>
            <p:cNvSpPr/>
            <p:nvPr/>
          </p:nvSpPr>
          <p:spPr>
            <a:xfrm>
              <a:off x="1207150" y="1718750"/>
              <a:ext cx="1283225" cy="1416950"/>
            </a:xfrm>
            <a:custGeom>
              <a:rect b="b" l="l" r="r" t="t"/>
              <a:pathLst>
                <a:path extrusionOk="0" h="56678" w="51329">
                  <a:moveTo>
                    <a:pt x="49569" y="1953"/>
                  </a:moveTo>
                  <a:lnTo>
                    <a:pt x="49569" y="54726"/>
                  </a:lnTo>
                  <a:lnTo>
                    <a:pt x="1783" y="54726"/>
                  </a:lnTo>
                  <a:lnTo>
                    <a:pt x="1783" y="1953"/>
                  </a:lnTo>
                  <a:close/>
                  <a:moveTo>
                    <a:pt x="0" y="1"/>
                  </a:moveTo>
                  <a:lnTo>
                    <a:pt x="0" y="56678"/>
                  </a:lnTo>
                  <a:lnTo>
                    <a:pt x="51328" y="56678"/>
                  </a:lnTo>
                  <a:lnTo>
                    <a:pt x="51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9"/>
            <p:cNvSpPr/>
            <p:nvPr/>
          </p:nvSpPr>
          <p:spPr>
            <a:xfrm>
              <a:off x="1209550" y="1721175"/>
              <a:ext cx="1238650" cy="1368150"/>
            </a:xfrm>
            <a:custGeom>
              <a:rect b="b" l="l" r="r" t="t"/>
              <a:pathLst>
                <a:path extrusionOk="0" h="54726" w="49546">
                  <a:moveTo>
                    <a:pt x="1" y="0"/>
                  </a:moveTo>
                  <a:lnTo>
                    <a:pt x="1" y="54725"/>
                  </a:lnTo>
                  <a:lnTo>
                    <a:pt x="49545" y="54725"/>
                  </a:lnTo>
                  <a:lnTo>
                    <a:pt x="49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9"/>
            <p:cNvSpPr/>
            <p:nvPr/>
          </p:nvSpPr>
          <p:spPr>
            <a:xfrm>
              <a:off x="1187275" y="1697075"/>
              <a:ext cx="1283225" cy="1416350"/>
            </a:xfrm>
            <a:custGeom>
              <a:rect b="b" l="l" r="r" t="t"/>
              <a:pathLst>
                <a:path extrusionOk="0" h="56654" w="51329">
                  <a:moveTo>
                    <a:pt x="49545" y="1928"/>
                  </a:moveTo>
                  <a:lnTo>
                    <a:pt x="49545" y="54725"/>
                  </a:lnTo>
                  <a:lnTo>
                    <a:pt x="1759" y="54725"/>
                  </a:lnTo>
                  <a:lnTo>
                    <a:pt x="1759" y="1928"/>
                  </a:lnTo>
                  <a:close/>
                  <a:moveTo>
                    <a:pt x="0" y="0"/>
                  </a:moveTo>
                  <a:lnTo>
                    <a:pt x="0" y="56653"/>
                  </a:lnTo>
                  <a:lnTo>
                    <a:pt x="51328" y="56653"/>
                  </a:lnTo>
                  <a:lnTo>
                    <a:pt x="513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9"/>
            <p:cNvSpPr/>
            <p:nvPr/>
          </p:nvSpPr>
          <p:spPr>
            <a:xfrm>
              <a:off x="1382450" y="1895275"/>
              <a:ext cx="891650" cy="1004275"/>
            </a:xfrm>
            <a:custGeom>
              <a:rect b="b" l="l" r="r" t="t"/>
              <a:pathLst>
                <a:path extrusionOk="0" h="40171" w="35666">
                  <a:moveTo>
                    <a:pt x="1" y="0"/>
                  </a:moveTo>
                  <a:lnTo>
                    <a:pt x="1" y="40171"/>
                  </a:lnTo>
                  <a:lnTo>
                    <a:pt x="35665" y="40171"/>
                  </a:lnTo>
                  <a:lnTo>
                    <a:pt x="356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9"/>
            <p:cNvSpPr/>
            <p:nvPr/>
          </p:nvSpPr>
          <p:spPr>
            <a:xfrm>
              <a:off x="1451125" y="1995825"/>
              <a:ext cx="311500" cy="274125"/>
            </a:xfrm>
            <a:custGeom>
              <a:rect b="b" l="l" r="r" t="t"/>
              <a:pathLst>
                <a:path extrusionOk="0" h="10965" w="12460">
                  <a:moveTo>
                    <a:pt x="6249" y="1"/>
                  </a:moveTo>
                  <a:cubicBezTo>
                    <a:pt x="5538" y="1"/>
                    <a:pt x="4815" y="141"/>
                    <a:pt x="4121" y="436"/>
                  </a:cubicBezTo>
                  <a:cubicBezTo>
                    <a:pt x="1326" y="1593"/>
                    <a:pt x="1" y="4798"/>
                    <a:pt x="1182" y="7593"/>
                  </a:cubicBezTo>
                  <a:cubicBezTo>
                    <a:pt x="2069" y="9694"/>
                    <a:pt x="4100" y="10965"/>
                    <a:pt x="6242" y="10965"/>
                  </a:cubicBezTo>
                  <a:cubicBezTo>
                    <a:pt x="6949" y="10965"/>
                    <a:pt x="7669" y="10826"/>
                    <a:pt x="8363" y="10533"/>
                  </a:cubicBezTo>
                  <a:cubicBezTo>
                    <a:pt x="11134" y="9352"/>
                    <a:pt x="12459" y="6147"/>
                    <a:pt x="11278" y="3352"/>
                  </a:cubicBezTo>
                  <a:cubicBezTo>
                    <a:pt x="10411" y="1257"/>
                    <a:pt x="8380" y="1"/>
                    <a:pt x="62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9"/>
            <p:cNvSpPr/>
            <p:nvPr/>
          </p:nvSpPr>
          <p:spPr>
            <a:xfrm>
              <a:off x="1669225" y="2285325"/>
              <a:ext cx="582575" cy="514200"/>
            </a:xfrm>
            <a:custGeom>
              <a:rect b="b" l="l" r="r" t="t"/>
              <a:pathLst>
                <a:path extrusionOk="0" h="20568" w="23303">
                  <a:moveTo>
                    <a:pt x="11664" y="1"/>
                  </a:moveTo>
                  <a:cubicBezTo>
                    <a:pt x="10378" y="1"/>
                    <a:pt x="9071" y="245"/>
                    <a:pt x="7808" y="760"/>
                  </a:cubicBezTo>
                  <a:cubicBezTo>
                    <a:pt x="2530" y="2881"/>
                    <a:pt x="0" y="8881"/>
                    <a:pt x="2121" y="14134"/>
                  </a:cubicBezTo>
                  <a:cubicBezTo>
                    <a:pt x="3753" y="18133"/>
                    <a:pt x="7605" y="20568"/>
                    <a:pt x="11669" y="20568"/>
                  </a:cubicBezTo>
                  <a:cubicBezTo>
                    <a:pt x="12944" y="20568"/>
                    <a:pt x="14240" y="20328"/>
                    <a:pt x="15495" y="19821"/>
                  </a:cubicBezTo>
                  <a:cubicBezTo>
                    <a:pt x="20772" y="17677"/>
                    <a:pt x="23303" y="11701"/>
                    <a:pt x="21182" y="6423"/>
                  </a:cubicBezTo>
                  <a:cubicBezTo>
                    <a:pt x="19571" y="2434"/>
                    <a:pt x="15723" y="1"/>
                    <a:pt x="116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9"/>
            <p:cNvSpPr/>
            <p:nvPr/>
          </p:nvSpPr>
          <p:spPr>
            <a:xfrm>
              <a:off x="1819825" y="2063950"/>
              <a:ext cx="273525" cy="122925"/>
            </a:xfrm>
            <a:custGeom>
              <a:rect b="b" l="l" r="r" t="t"/>
              <a:pathLst>
                <a:path extrusionOk="0" h="4917" w="10941">
                  <a:moveTo>
                    <a:pt x="1" y="1"/>
                  </a:moveTo>
                  <a:lnTo>
                    <a:pt x="1" y="4916"/>
                  </a:lnTo>
                  <a:lnTo>
                    <a:pt x="10941" y="4916"/>
                  </a:lnTo>
                  <a:lnTo>
                    <a:pt x="109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89"/>
          <p:cNvGrpSpPr/>
          <p:nvPr/>
        </p:nvGrpSpPr>
        <p:grpSpPr>
          <a:xfrm>
            <a:off x="447138" y="1476238"/>
            <a:ext cx="1660528" cy="3186505"/>
            <a:chOff x="447138" y="1476238"/>
            <a:chExt cx="1660528" cy="3186505"/>
          </a:xfrm>
        </p:grpSpPr>
        <p:sp>
          <p:nvSpPr>
            <p:cNvPr id="6798" name="Google Shape;6798;p89"/>
            <p:cNvSpPr/>
            <p:nvPr/>
          </p:nvSpPr>
          <p:spPr>
            <a:xfrm>
              <a:off x="447138" y="4445063"/>
              <a:ext cx="779507" cy="217680"/>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9" name="Google Shape;6799;p89"/>
            <p:cNvGrpSpPr/>
            <p:nvPr/>
          </p:nvGrpSpPr>
          <p:grpSpPr>
            <a:xfrm>
              <a:off x="598481" y="1476238"/>
              <a:ext cx="1509184" cy="3077666"/>
              <a:chOff x="3125925" y="1468150"/>
              <a:chExt cx="971036" cy="1980225"/>
            </a:xfrm>
          </p:grpSpPr>
          <p:sp>
            <p:nvSpPr>
              <p:cNvPr id="6800" name="Google Shape;6800;p89"/>
              <p:cNvSpPr/>
              <p:nvPr/>
            </p:nvSpPr>
            <p:spPr>
              <a:xfrm>
                <a:off x="3260275" y="1468150"/>
                <a:ext cx="608475" cy="1961550"/>
              </a:xfrm>
              <a:custGeom>
                <a:rect b="b" l="l" r="r" t="t"/>
                <a:pathLst>
                  <a:path extrusionOk="0" h="78462" w="24339">
                    <a:moveTo>
                      <a:pt x="12169" y="0"/>
                    </a:moveTo>
                    <a:cubicBezTo>
                      <a:pt x="5446" y="0"/>
                      <a:pt x="0" y="5519"/>
                      <a:pt x="121" y="12266"/>
                    </a:cubicBezTo>
                    <a:lnTo>
                      <a:pt x="121" y="78461"/>
                    </a:lnTo>
                    <a:lnTo>
                      <a:pt x="771" y="78461"/>
                    </a:lnTo>
                    <a:lnTo>
                      <a:pt x="771" y="12266"/>
                    </a:lnTo>
                    <a:cubicBezTo>
                      <a:pt x="675" y="5880"/>
                      <a:pt x="5808" y="675"/>
                      <a:pt x="12169" y="675"/>
                    </a:cubicBezTo>
                    <a:cubicBezTo>
                      <a:pt x="18555" y="675"/>
                      <a:pt x="23688" y="5880"/>
                      <a:pt x="23568" y="12266"/>
                    </a:cubicBezTo>
                    <a:lnTo>
                      <a:pt x="23568" y="13422"/>
                    </a:lnTo>
                    <a:lnTo>
                      <a:pt x="24242" y="13422"/>
                    </a:lnTo>
                    <a:lnTo>
                      <a:pt x="24242" y="12266"/>
                    </a:lnTo>
                    <a:cubicBezTo>
                      <a:pt x="24339" y="5519"/>
                      <a:pt x="18917" y="0"/>
                      <a:pt x="12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9"/>
              <p:cNvSpPr/>
              <p:nvPr/>
            </p:nvSpPr>
            <p:spPr>
              <a:xfrm>
                <a:off x="3614986" y="1800215"/>
                <a:ext cx="481975" cy="151850"/>
              </a:xfrm>
              <a:custGeom>
                <a:rect b="b" l="l" r="r" t="t"/>
                <a:pathLst>
                  <a:path extrusionOk="0" h="6074" w="19279">
                    <a:moveTo>
                      <a:pt x="9577" y="1"/>
                    </a:moveTo>
                    <a:cubicBezTo>
                      <a:pt x="5481" y="1"/>
                      <a:pt x="1751" y="2357"/>
                      <a:pt x="1" y="6074"/>
                    </a:cubicBezTo>
                    <a:lnTo>
                      <a:pt x="19279" y="6074"/>
                    </a:lnTo>
                    <a:cubicBezTo>
                      <a:pt x="17529" y="2357"/>
                      <a:pt x="13799" y="1"/>
                      <a:pt x="9702" y="1"/>
                    </a:cubicBezTo>
                    <a:cubicBezTo>
                      <a:pt x="9682" y="1"/>
                      <a:pt x="9661" y="1"/>
                      <a:pt x="9640" y="1"/>
                    </a:cubicBezTo>
                    <a:cubicBezTo>
                      <a:pt x="9619" y="1"/>
                      <a:pt x="9598" y="1"/>
                      <a:pt x="9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9"/>
              <p:cNvSpPr/>
              <p:nvPr/>
            </p:nvSpPr>
            <p:spPr>
              <a:xfrm>
                <a:off x="3125925" y="3410400"/>
                <a:ext cx="290400" cy="37975"/>
              </a:xfrm>
              <a:custGeom>
                <a:rect b="b" l="l" r="r" t="t"/>
                <a:pathLst>
                  <a:path extrusionOk="0" h="1519" w="11616">
                    <a:moveTo>
                      <a:pt x="0" y="0"/>
                    </a:moveTo>
                    <a:lnTo>
                      <a:pt x="0" y="1518"/>
                    </a:lnTo>
                    <a:lnTo>
                      <a:pt x="11615" y="1518"/>
                    </a:lnTo>
                    <a:lnTo>
                      <a:pt x="116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3" name="Google Shape;6803;p89"/>
          <p:cNvGrpSpPr/>
          <p:nvPr/>
        </p:nvGrpSpPr>
        <p:grpSpPr>
          <a:xfrm flipH="1">
            <a:off x="714958" y="648498"/>
            <a:ext cx="1392711" cy="537613"/>
            <a:chOff x="7246777" y="1909017"/>
            <a:chExt cx="1343148" cy="518481"/>
          </a:xfrm>
        </p:grpSpPr>
        <p:sp>
          <p:nvSpPr>
            <p:cNvPr id="6804" name="Google Shape;6804;p89"/>
            <p:cNvSpPr/>
            <p:nvPr/>
          </p:nvSpPr>
          <p:spPr>
            <a:xfrm flipH="1">
              <a:off x="7246784" y="2346227"/>
              <a:ext cx="1343141" cy="37779"/>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9"/>
            <p:cNvSpPr/>
            <p:nvPr/>
          </p:nvSpPr>
          <p:spPr>
            <a:xfrm flipH="1">
              <a:off x="7502940" y="2383977"/>
              <a:ext cx="1086985" cy="43478"/>
            </a:xfrm>
            <a:custGeom>
              <a:rect b="b" l="l" r="r" t="t"/>
              <a:pathLst>
                <a:path extrusionOk="0" h="5500" w="39044">
                  <a:moveTo>
                    <a:pt x="0" y="1"/>
                  </a:moveTo>
                  <a:lnTo>
                    <a:pt x="0" y="5500"/>
                  </a:lnTo>
                  <a:lnTo>
                    <a:pt x="39043" y="5500"/>
                  </a:lnTo>
                  <a:lnTo>
                    <a:pt x="390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9"/>
            <p:cNvSpPr/>
            <p:nvPr/>
          </p:nvSpPr>
          <p:spPr>
            <a:xfrm flipH="1">
              <a:off x="7246777" y="2384020"/>
              <a:ext cx="256184" cy="43478"/>
            </a:xfrm>
            <a:custGeom>
              <a:rect b="b" l="l" r="r" t="t"/>
              <a:pathLst>
                <a:path extrusionOk="0" h="5500" w="9202">
                  <a:moveTo>
                    <a:pt x="0" y="0"/>
                  </a:moveTo>
                  <a:lnTo>
                    <a:pt x="0" y="5499"/>
                  </a:lnTo>
                  <a:lnTo>
                    <a:pt x="92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9"/>
            <p:cNvSpPr/>
            <p:nvPr/>
          </p:nvSpPr>
          <p:spPr>
            <a:xfrm flipH="1">
              <a:off x="7527046" y="1909017"/>
              <a:ext cx="406799" cy="437061"/>
            </a:xfrm>
            <a:custGeom>
              <a:rect b="b" l="l" r="r" t="t"/>
              <a:pathLst>
                <a:path extrusionOk="0" h="18038" w="11439">
                  <a:moveTo>
                    <a:pt x="3813" y="1"/>
                  </a:moveTo>
                  <a:lnTo>
                    <a:pt x="0" y="807"/>
                  </a:lnTo>
                  <a:lnTo>
                    <a:pt x="3630" y="18038"/>
                  </a:lnTo>
                  <a:lnTo>
                    <a:pt x="11218" y="18038"/>
                  </a:lnTo>
                  <a:lnTo>
                    <a:pt x="114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9"/>
            <p:cNvSpPr/>
            <p:nvPr/>
          </p:nvSpPr>
          <p:spPr>
            <a:xfrm flipH="1">
              <a:off x="7766951" y="1919678"/>
              <a:ext cx="260780" cy="426400"/>
            </a:xfrm>
            <a:custGeom>
              <a:rect b="b" l="l" r="r" t="t"/>
              <a:pathLst>
                <a:path extrusionOk="0" h="17598" w="7333">
                  <a:moveTo>
                    <a:pt x="37" y="1"/>
                  </a:moveTo>
                  <a:lnTo>
                    <a:pt x="1" y="17598"/>
                  </a:lnTo>
                  <a:lnTo>
                    <a:pt x="6380" y="17598"/>
                  </a:lnTo>
                  <a:lnTo>
                    <a:pt x="7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9"/>
            <p:cNvSpPr/>
            <p:nvPr/>
          </p:nvSpPr>
          <p:spPr>
            <a:xfrm flipH="1">
              <a:off x="8214114" y="1919678"/>
              <a:ext cx="260780" cy="426400"/>
            </a:xfrm>
            <a:custGeom>
              <a:rect b="b" l="l" r="r" t="t"/>
              <a:pathLst>
                <a:path extrusionOk="0" h="17598" w="7333">
                  <a:moveTo>
                    <a:pt x="0" y="1"/>
                  </a:moveTo>
                  <a:lnTo>
                    <a:pt x="0" y="17598"/>
                  </a:lnTo>
                  <a:lnTo>
                    <a:pt x="6379" y="17598"/>
                  </a:lnTo>
                  <a:lnTo>
                    <a:pt x="73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9"/>
            <p:cNvSpPr/>
            <p:nvPr/>
          </p:nvSpPr>
          <p:spPr>
            <a:xfrm flipH="1">
              <a:off x="8314507" y="1981852"/>
              <a:ext cx="275112" cy="364225"/>
            </a:xfrm>
            <a:custGeom>
              <a:rect b="b" l="l" r="r" t="t"/>
              <a:pathLst>
                <a:path extrusionOk="0" h="15032" w="7736">
                  <a:moveTo>
                    <a:pt x="0" y="1"/>
                  </a:moveTo>
                  <a:lnTo>
                    <a:pt x="0" y="15032"/>
                  </a:lnTo>
                  <a:lnTo>
                    <a:pt x="7296" y="15032"/>
                  </a:lnTo>
                  <a:lnTo>
                    <a:pt x="7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9"/>
            <p:cNvSpPr/>
            <p:nvPr/>
          </p:nvSpPr>
          <p:spPr>
            <a:xfrm flipH="1">
              <a:off x="8248005" y="1981852"/>
              <a:ext cx="82185" cy="364225"/>
            </a:xfrm>
            <a:custGeom>
              <a:rect b="b" l="l" r="r" t="t"/>
              <a:pathLst>
                <a:path extrusionOk="0" h="15032" w="2311">
                  <a:moveTo>
                    <a:pt x="1" y="1"/>
                  </a:moveTo>
                  <a:lnTo>
                    <a:pt x="1" y="15032"/>
                  </a:lnTo>
                  <a:lnTo>
                    <a:pt x="2310" y="15032"/>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9"/>
            <p:cNvSpPr/>
            <p:nvPr/>
          </p:nvSpPr>
          <p:spPr>
            <a:xfrm flipH="1">
              <a:off x="8121545" y="1919678"/>
              <a:ext cx="126496" cy="42640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9"/>
            <p:cNvSpPr/>
            <p:nvPr/>
          </p:nvSpPr>
          <p:spPr>
            <a:xfrm flipH="1">
              <a:off x="8121545" y="1956992"/>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9"/>
            <p:cNvSpPr/>
            <p:nvPr/>
          </p:nvSpPr>
          <p:spPr>
            <a:xfrm flipH="1">
              <a:off x="8154155" y="2036055"/>
              <a:ext cx="61310" cy="194543"/>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9"/>
            <p:cNvSpPr/>
            <p:nvPr/>
          </p:nvSpPr>
          <p:spPr>
            <a:xfrm flipH="1">
              <a:off x="7897323" y="1965885"/>
              <a:ext cx="88693" cy="380193"/>
            </a:xfrm>
            <a:custGeom>
              <a:rect b="b" l="l" r="r" t="t"/>
              <a:pathLst>
                <a:path extrusionOk="0" h="15691" w="2494">
                  <a:moveTo>
                    <a:pt x="1" y="0"/>
                  </a:moveTo>
                  <a:lnTo>
                    <a:pt x="1" y="15691"/>
                  </a:lnTo>
                  <a:lnTo>
                    <a:pt x="2494" y="15691"/>
                  </a:lnTo>
                  <a:lnTo>
                    <a:pt x="24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9"/>
            <p:cNvSpPr/>
            <p:nvPr/>
          </p:nvSpPr>
          <p:spPr>
            <a:xfrm flipH="1">
              <a:off x="7897323" y="2068038"/>
              <a:ext cx="88693" cy="171451"/>
            </a:xfrm>
            <a:custGeom>
              <a:rect b="b" l="l" r="r" t="t"/>
              <a:pathLst>
                <a:path extrusionOk="0" h="7076" w="2494">
                  <a:moveTo>
                    <a:pt x="1" y="0"/>
                  </a:moveTo>
                  <a:lnTo>
                    <a:pt x="1" y="7075"/>
                  </a:lnTo>
                  <a:lnTo>
                    <a:pt x="2494" y="7075"/>
                  </a:lnTo>
                  <a:lnTo>
                    <a:pt x="24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9"/>
            <p:cNvSpPr/>
            <p:nvPr/>
          </p:nvSpPr>
          <p:spPr>
            <a:xfrm flipH="1">
              <a:off x="7982068" y="1945435"/>
              <a:ext cx="139512" cy="400643"/>
            </a:xfrm>
            <a:custGeom>
              <a:rect b="b" l="l" r="r" t="t"/>
              <a:pathLst>
                <a:path extrusionOk="0" h="16535" w="3923">
                  <a:moveTo>
                    <a:pt x="0" y="1"/>
                  </a:moveTo>
                  <a:lnTo>
                    <a:pt x="0" y="16535"/>
                  </a:lnTo>
                  <a:lnTo>
                    <a:pt x="3923" y="16535"/>
                  </a:lnTo>
                  <a:lnTo>
                    <a:pt x="39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9"/>
            <p:cNvSpPr/>
            <p:nvPr/>
          </p:nvSpPr>
          <p:spPr>
            <a:xfrm flipH="1">
              <a:off x="7982068" y="1997844"/>
              <a:ext cx="139512" cy="24908"/>
            </a:xfrm>
            <a:custGeom>
              <a:rect b="b" l="l" r="r" t="t"/>
              <a:pathLst>
                <a:path extrusionOk="0" h="1028" w="3923">
                  <a:moveTo>
                    <a:pt x="0" y="1"/>
                  </a:moveTo>
                  <a:lnTo>
                    <a:pt x="0" y="1027"/>
                  </a:lnTo>
                  <a:lnTo>
                    <a:pt x="3923" y="1027"/>
                  </a:lnTo>
                  <a:lnTo>
                    <a:pt x="3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9"/>
            <p:cNvSpPr/>
            <p:nvPr/>
          </p:nvSpPr>
          <p:spPr>
            <a:xfrm flipH="1">
              <a:off x="7662646" y="1919678"/>
              <a:ext cx="139547" cy="426400"/>
            </a:xfrm>
            <a:custGeom>
              <a:rect b="b" l="l" r="r" t="t"/>
              <a:pathLst>
                <a:path extrusionOk="0" h="17598" w="3924">
                  <a:moveTo>
                    <a:pt x="1" y="1"/>
                  </a:moveTo>
                  <a:lnTo>
                    <a:pt x="1" y="17598"/>
                  </a:lnTo>
                  <a:lnTo>
                    <a:pt x="3924" y="17598"/>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9"/>
            <p:cNvSpPr/>
            <p:nvPr/>
          </p:nvSpPr>
          <p:spPr>
            <a:xfrm flipH="1">
              <a:off x="7662646" y="1956992"/>
              <a:ext cx="138231" cy="24884"/>
            </a:xfrm>
            <a:custGeom>
              <a:rect b="b" l="l" r="r" t="t"/>
              <a:pathLst>
                <a:path extrusionOk="0" h="1027" w="3887">
                  <a:moveTo>
                    <a:pt x="1" y="0"/>
                  </a:moveTo>
                  <a:lnTo>
                    <a:pt x="1" y="1027"/>
                  </a:lnTo>
                  <a:lnTo>
                    <a:pt x="3887" y="1027"/>
                  </a:lnTo>
                  <a:lnTo>
                    <a:pt x="3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9"/>
            <p:cNvSpPr/>
            <p:nvPr/>
          </p:nvSpPr>
          <p:spPr>
            <a:xfrm flipH="1">
              <a:off x="7662646" y="2283879"/>
              <a:ext cx="139547" cy="24884"/>
            </a:xfrm>
            <a:custGeom>
              <a:rect b="b" l="l" r="r" t="t"/>
              <a:pathLst>
                <a:path extrusionOk="0" h="1027" w="3924">
                  <a:moveTo>
                    <a:pt x="1" y="0"/>
                  </a:moveTo>
                  <a:lnTo>
                    <a:pt x="1" y="1027"/>
                  </a:lnTo>
                  <a:lnTo>
                    <a:pt x="3924" y="1027"/>
                  </a:lnTo>
                  <a:lnTo>
                    <a:pt x="39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9"/>
            <p:cNvSpPr/>
            <p:nvPr/>
          </p:nvSpPr>
          <p:spPr>
            <a:xfrm flipH="1">
              <a:off x="7695221" y="2036055"/>
              <a:ext cx="73045" cy="194543"/>
            </a:xfrm>
            <a:custGeom>
              <a:rect b="b" l="l" r="r" t="t"/>
              <a:pathLst>
                <a:path extrusionOk="0" h="8029" w="2054">
                  <a:moveTo>
                    <a:pt x="0" y="0"/>
                  </a:moveTo>
                  <a:lnTo>
                    <a:pt x="0" y="8029"/>
                  </a:lnTo>
                  <a:lnTo>
                    <a:pt x="2053" y="8029"/>
                  </a:lnTo>
                  <a:lnTo>
                    <a:pt x="2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9"/>
            <p:cNvSpPr/>
            <p:nvPr/>
          </p:nvSpPr>
          <p:spPr>
            <a:xfrm flipH="1">
              <a:off x="7399306" y="1909017"/>
              <a:ext cx="263376" cy="437061"/>
            </a:xfrm>
            <a:custGeom>
              <a:rect b="b" l="l" r="r" t="t"/>
              <a:pathLst>
                <a:path extrusionOk="0" h="18038" w="7406">
                  <a:moveTo>
                    <a:pt x="3813" y="1"/>
                  </a:moveTo>
                  <a:lnTo>
                    <a:pt x="1" y="807"/>
                  </a:lnTo>
                  <a:lnTo>
                    <a:pt x="3593" y="18038"/>
                  </a:lnTo>
                  <a:lnTo>
                    <a:pt x="7406" y="17231"/>
                  </a:lnTo>
                  <a:lnTo>
                    <a:pt x="3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9"/>
            <p:cNvSpPr/>
            <p:nvPr/>
          </p:nvSpPr>
          <p:spPr>
            <a:xfrm flipH="1">
              <a:off x="7409726" y="2266119"/>
              <a:ext cx="143424" cy="43541"/>
            </a:xfrm>
            <a:custGeom>
              <a:rect b="b" l="l" r="r" t="t"/>
              <a:pathLst>
                <a:path extrusionOk="0" h="1797" w="4033">
                  <a:moveTo>
                    <a:pt x="3813" y="0"/>
                  </a:moveTo>
                  <a:lnTo>
                    <a:pt x="0" y="807"/>
                  </a:lnTo>
                  <a:lnTo>
                    <a:pt x="220" y="1797"/>
                  </a:lnTo>
                  <a:lnTo>
                    <a:pt x="4033" y="990"/>
                  </a:lnTo>
                  <a:lnTo>
                    <a:pt x="38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9"/>
            <p:cNvSpPr/>
            <p:nvPr/>
          </p:nvSpPr>
          <p:spPr>
            <a:xfrm flipH="1">
              <a:off x="7465772" y="2028059"/>
              <a:ext cx="130408" cy="200770"/>
            </a:xfrm>
            <a:custGeom>
              <a:rect b="b" l="l" r="r" t="t"/>
              <a:pathLst>
                <a:path extrusionOk="0" h="8286" w="3667">
                  <a:moveTo>
                    <a:pt x="2017" y="0"/>
                  </a:moveTo>
                  <a:lnTo>
                    <a:pt x="0" y="404"/>
                  </a:lnTo>
                  <a:lnTo>
                    <a:pt x="1650" y="8286"/>
                  </a:lnTo>
                  <a:lnTo>
                    <a:pt x="3666" y="7846"/>
                  </a:lnTo>
                  <a:lnTo>
                    <a:pt x="2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9"/>
            <p:cNvSpPr/>
            <p:nvPr/>
          </p:nvSpPr>
          <p:spPr>
            <a:xfrm flipH="1">
              <a:off x="7789089" y="2041385"/>
              <a:ext cx="96517" cy="304692"/>
            </a:xfrm>
            <a:custGeom>
              <a:rect b="b" l="l" r="r" t="t"/>
              <a:pathLst>
                <a:path extrusionOk="0" h="12575" w="2714">
                  <a:moveTo>
                    <a:pt x="1" y="0"/>
                  </a:moveTo>
                  <a:lnTo>
                    <a:pt x="1" y="12575"/>
                  </a:lnTo>
                  <a:lnTo>
                    <a:pt x="2714" y="12575"/>
                  </a:lnTo>
                  <a:lnTo>
                    <a:pt x="27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89"/>
          <p:cNvGrpSpPr/>
          <p:nvPr/>
        </p:nvGrpSpPr>
        <p:grpSpPr>
          <a:xfrm>
            <a:off x="1247314" y="2729905"/>
            <a:ext cx="1030215" cy="2137882"/>
            <a:chOff x="237400" y="852100"/>
            <a:chExt cx="1760750" cy="3653250"/>
          </a:xfrm>
        </p:grpSpPr>
        <p:sp>
          <p:nvSpPr>
            <p:cNvPr id="6828" name="Google Shape;6828;p89"/>
            <p:cNvSpPr/>
            <p:nvPr/>
          </p:nvSpPr>
          <p:spPr>
            <a:xfrm>
              <a:off x="639250" y="4239075"/>
              <a:ext cx="953525" cy="266275"/>
            </a:xfrm>
            <a:custGeom>
              <a:rect b="b" l="l" r="r" t="t"/>
              <a:pathLst>
                <a:path extrusionOk="0" h="10651" w="38141">
                  <a:moveTo>
                    <a:pt x="19056" y="1"/>
                  </a:moveTo>
                  <a:cubicBezTo>
                    <a:pt x="8548" y="1"/>
                    <a:pt x="0" y="2386"/>
                    <a:pt x="0" y="5311"/>
                  </a:cubicBezTo>
                  <a:cubicBezTo>
                    <a:pt x="0" y="8265"/>
                    <a:pt x="8548" y="10650"/>
                    <a:pt x="19056" y="10650"/>
                  </a:cubicBezTo>
                  <a:cubicBezTo>
                    <a:pt x="29592" y="10650"/>
                    <a:pt x="38140" y="8265"/>
                    <a:pt x="38140" y="5311"/>
                  </a:cubicBezTo>
                  <a:cubicBezTo>
                    <a:pt x="38140" y="2386"/>
                    <a:pt x="29592" y="1"/>
                    <a:pt x="19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9"/>
            <p:cNvSpPr/>
            <p:nvPr/>
          </p:nvSpPr>
          <p:spPr>
            <a:xfrm>
              <a:off x="508600" y="2269475"/>
              <a:ext cx="629075" cy="817375"/>
            </a:xfrm>
            <a:custGeom>
              <a:rect b="b" l="l" r="r" t="t"/>
              <a:pathLst>
                <a:path extrusionOk="0" h="32695" w="25163">
                  <a:moveTo>
                    <a:pt x="8656" y="1"/>
                  </a:moveTo>
                  <a:cubicBezTo>
                    <a:pt x="7764" y="1"/>
                    <a:pt x="6875" y="187"/>
                    <a:pt x="6078" y="574"/>
                  </a:cubicBezTo>
                  <a:cubicBezTo>
                    <a:pt x="4658" y="1227"/>
                    <a:pt x="3409" y="2250"/>
                    <a:pt x="2500" y="3499"/>
                  </a:cubicBezTo>
                  <a:cubicBezTo>
                    <a:pt x="1620" y="4720"/>
                    <a:pt x="938" y="6055"/>
                    <a:pt x="484" y="7504"/>
                  </a:cubicBezTo>
                  <a:cubicBezTo>
                    <a:pt x="370" y="7788"/>
                    <a:pt x="313" y="8072"/>
                    <a:pt x="257" y="8356"/>
                  </a:cubicBezTo>
                  <a:cubicBezTo>
                    <a:pt x="29" y="9548"/>
                    <a:pt x="1" y="10769"/>
                    <a:pt x="143" y="11991"/>
                  </a:cubicBezTo>
                  <a:cubicBezTo>
                    <a:pt x="257" y="13183"/>
                    <a:pt x="512" y="14348"/>
                    <a:pt x="910" y="15484"/>
                  </a:cubicBezTo>
                  <a:cubicBezTo>
                    <a:pt x="1648" y="17528"/>
                    <a:pt x="2784" y="19403"/>
                    <a:pt x="4232" y="20993"/>
                  </a:cubicBezTo>
                  <a:cubicBezTo>
                    <a:pt x="5340" y="22186"/>
                    <a:pt x="6618" y="23180"/>
                    <a:pt x="8038" y="24003"/>
                  </a:cubicBezTo>
                  <a:cubicBezTo>
                    <a:pt x="8805" y="24429"/>
                    <a:pt x="9600" y="24798"/>
                    <a:pt x="10452" y="25111"/>
                  </a:cubicBezTo>
                  <a:cubicBezTo>
                    <a:pt x="11474" y="25452"/>
                    <a:pt x="12525" y="25792"/>
                    <a:pt x="13547" y="26162"/>
                  </a:cubicBezTo>
                  <a:cubicBezTo>
                    <a:pt x="14399" y="26446"/>
                    <a:pt x="15194" y="26872"/>
                    <a:pt x="15876" y="27440"/>
                  </a:cubicBezTo>
                  <a:cubicBezTo>
                    <a:pt x="16302" y="27809"/>
                    <a:pt x="16671" y="28263"/>
                    <a:pt x="16984" y="28717"/>
                  </a:cubicBezTo>
                  <a:cubicBezTo>
                    <a:pt x="17239" y="29087"/>
                    <a:pt x="17466" y="29427"/>
                    <a:pt x="17694" y="29797"/>
                  </a:cubicBezTo>
                  <a:cubicBezTo>
                    <a:pt x="18120" y="30450"/>
                    <a:pt x="18716" y="30989"/>
                    <a:pt x="19454" y="31330"/>
                  </a:cubicBezTo>
                  <a:cubicBezTo>
                    <a:pt x="20022" y="31586"/>
                    <a:pt x="20562" y="31898"/>
                    <a:pt x="21101" y="32239"/>
                  </a:cubicBezTo>
                  <a:cubicBezTo>
                    <a:pt x="21584" y="32551"/>
                    <a:pt x="22152" y="32693"/>
                    <a:pt x="22720" y="32693"/>
                  </a:cubicBezTo>
                  <a:cubicBezTo>
                    <a:pt x="22747" y="32694"/>
                    <a:pt x="22773" y="32695"/>
                    <a:pt x="22799" y="32695"/>
                  </a:cubicBezTo>
                  <a:cubicBezTo>
                    <a:pt x="23452" y="32695"/>
                    <a:pt x="24068" y="32358"/>
                    <a:pt x="24396" y="31785"/>
                  </a:cubicBezTo>
                  <a:cubicBezTo>
                    <a:pt x="24907" y="30933"/>
                    <a:pt x="25162" y="29939"/>
                    <a:pt x="25162" y="28945"/>
                  </a:cubicBezTo>
                  <a:cubicBezTo>
                    <a:pt x="25162" y="26701"/>
                    <a:pt x="24594" y="24514"/>
                    <a:pt x="23515" y="22555"/>
                  </a:cubicBezTo>
                  <a:cubicBezTo>
                    <a:pt x="22862" y="21334"/>
                    <a:pt x="22181" y="20084"/>
                    <a:pt x="21641" y="18806"/>
                  </a:cubicBezTo>
                  <a:cubicBezTo>
                    <a:pt x="21101" y="17614"/>
                    <a:pt x="20675" y="16364"/>
                    <a:pt x="20420" y="15058"/>
                  </a:cubicBezTo>
                  <a:cubicBezTo>
                    <a:pt x="20221" y="14092"/>
                    <a:pt x="20022" y="13098"/>
                    <a:pt x="19767" y="12104"/>
                  </a:cubicBezTo>
                  <a:cubicBezTo>
                    <a:pt x="19454" y="10599"/>
                    <a:pt x="18858" y="9151"/>
                    <a:pt x="18063" y="7844"/>
                  </a:cubicBezTo>
                  <a:cubicBezTo>
                    <a:pt x="17694" y="7248"/>
                    <a:pt x="17268" y="6708"/>
                    <a:pt x="16785" y="6169"/>
                  </a:cubicBezTo>
                  <a:cubicBezTo>
                    <a:pt x="16103" y="5374"/>
                    <a:pt x="15478" y="4550"/>
                    <a:pt x="14854" y="3698"/>
                  </a:cubicBezTo>
                  <a:cubicBezTo>
                    <a:pt x="14342" y="2960"/>
                    <a:pt x="13746" y="2278"/>
                    <a:pt x="13093" y="1682"/>
                  </a:cubicBezTo>
                  <a:cubicBezTo>
                    <a:pt x="12042" y="773"/>
                    <a:pt x="10707" y="177"/>
                    <a:pt x="9316" y="35"/>
                  </a:cubicBezTo>
                  <a:cubicBezTo>
                    <a:pt x="9097" y="12"/>
                    <a:pt x="8876" y="1"/>
                    <a:pt x="8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9"/>
            <p:cNvSpPr/>
            <p:nvPr/>
          </p:nvSpPr>
          <p:spPr>
            <a:xfrm>
              <a:off x="573925" y="2325700"/>
              <a:ext cx="498425" cy="699650"/>
            </a:xfrm>
            <a:custGeom>
              <a:rect b="b" l="l" r="r" t="t"/>
              <a:pathLst>
                <a:path extrusionOk="0" h="27986" w="19937">
                  <a:moveTo>
                    <a:pt x="10735" y="10906"/>
                  </a:moveTo>
                  <a:lnTo>
                    <a:pt x="10735" y="10934"/>
                  </a:lnTo>
                  <a:lnTo>
                    <a:pt x="10707" y="10906"/>
                  </a:lnTo>
                  <a:close/>
                  <a:moveTo>
                    <a:pt x="8890" y="1"/>
                  </a:moveTo>
                  <a:cubicBezTo>
                    <a:pt x="8776" y="29"/>
                    <a:pt x="8776" y="114"/>
                    <a:pt x="8804" y="200"/>
                  </a:cubicBezTo>
                  <a:cubicBezTo>
                    <a:pt x="8918" y="484"/>
                    <a:pt x="9003" y="739"/>
                    <a:pt x="9117" y="995"/>
                  </a:cubicBezTo>
                  <a:cubicBezTo>
                    <a:pt x="9429" y="1648"/>
                    <a:pt x="9742" y="2301"/>
                    <a:pt x="10054" y="2983"/>
                  </a:cubicBezTo>
                  <a:cubicBezTo>
                    <a:pt x="10395" y="3749"/>
                    <a:pt x="10622" y="4601"/>
                    <a:pt x="10764" y="5453"/>
                  </a:cubicBezTo>
                  <a:cubicBezTo>
                    <a:pt x="10963" y="6845"/>
                    <a:pt x="11048" y="8236"/>
                    <a:pt x="11105" y="9628"/>
                  </a:cubicBezTo>
                  <a:cubicBezTo>
                    <a:pt x="11133" y="9770"/>
                    <a:pt x="11161" y="9940"/>
                    <a:pt x="11048" y="10082"/>
                  </a:cubicBezTo>
                  <a:cubicBezTo>
                    <a:pt x="11019" y="10054"/>
                    <a:pt x="10991" y="10054"/>
                    <a:pt x="10991" y="10054"/>
                  </a:cubicBezTo>
                  <a:cubicBezTo>
                    <a:pt x="10821" y="9770"/>
                    <a:pt x="10650" y="9458"/>
                    <a:pt x="10480" y="9174"/>
                  </a:cubicBezTo>
                  <a:cubicBezTo>
                    <a:pt x="10423" y="9060"/>
                    <a:pt x="10366" y="8946"/>
                    <a:pt x="10310" y="8833"/>
                  </a:cubicBezTo>
                  <a:cubicBezTo>
                    <a:pt x="9088" y="6731"/>
                    <a:pt x="7725" y="4687"/>
                    <a:pt x="6220" y="2755"/>
                  </a:cubicBezTo>
                  <a:cubicBezTo>
                    <a:pt x="5709" y="2102"/>
                    <a:pt x="5226" y="1421"/>
                    <a:pt x="4687" y="796"/>
                  </a:cubicBezTo>
                  <a:cubicBezTo>
                    <a:pt x="4545" y="626"/>
                    <a:pt x="4374" y="484"/>
                    <a:pt x="4175" y="370"/>
                  </a:cubicBezTo>
                  <a:cubicBezTo>
                    <a:pt x="4167" y="362"/>
                    <a:pt x="4159" y="358"/>
                    <a:pt x="4150" y="358"/>
                  </a:cubicBezTo>
                  <a:cubicBezTo>
                    <a:pt x="4128" y="358"/>
                    <a:pt x="4102" y="378"/>
                    <a:pt x="4062" y="398"/>
                  </a:cubicBezTo>
                  <a:cubicBezTo>
                    <a:pt x="4033" y="398"/>
                    <a:pt x="4033" y="455"/>
                    <a:pt x="4033" y="484"/>
                  </a:cubicBezTo>
                  <a:cubicBezTo>
                    <a:pt x="4062" y="682"/>
                    <a:pt x="4147" y="881"/>
                    <a:pt x="4261" y="1023"/>
                  </a:cubicBezTo>
                  <a:cubicBezTo>
                    <a:pt x="4601" y="1477"/>
                    <a:pt x="4885" y="1903"/>
                    <a:pt x="5254" y="2329"/>
                  </a:cubicBezTo>
                  <a:cubicBezTo>
                    <a:pt x="5964" y="3238"/>
                    <a:pt x="6646" y="4175"/>
                    <a:pt x="7299" y="5113"/>
                  </a:cubicBezTo>
                  <a:cubicBezTo>
                    <a:pt x="8208" y="6419"/>
                    <a:pt x="9032" y="7782"/>
                    <a:pt x="9855" y="9174"/>
                  </a:cubicBezTo>
                  <a:cubicBezTo>
                    <a:pt x="10111" y="9600"/>
                    <a:pt x="10338" y="10054"/>
                    <a:pt x="10565" y="10508"/>
                  </a:cubicBezTo>
                  <a:cubicBezTo>
                    <a:pt x="10593" y="10594"/>
                    <a:pt x="10650" y="10650"/>
                    <a:pt x="10565" y="10736"/>
                  </a:cubicBezTo>
                  <a:cubicBezTo>
                    <a:pt x="10534" y="10767"/>
                    <a:pt x="10499" y="10779"/>
                    <a:pt x="10462" y="10779"/>
                  </a:cubicBezTo>
                  <a:cubicBezTo>
                    <a:pt x="10400" y="10779"/>
                    <a:pt x="10335" y="10743"/>
                    <a:pt x="10281" y="10707"/>
                  </a:cubicBezTo>
                  <a:cubicBezTo>
                    <a:pt x="9003" y="9969"/>
                    <a:pt x="7725" y="9287"/>
                    <a:pt x="6390" y="8691"/>
                  </a:cubicBezTo>
                  <a:cubicBezTo>
                    <a:pt x="5567" y="8265"/>
                    <a:pt x="4743" y="7867"/>
                    <a:pt x="3977" y="7413"/>
                  </a:cubicBezTo>
                  <a:cubicBezTo>
                    <a:pt x="3238" y="6987"/>
                    <a:pt x="2557" y="6476"/>
                    <a:pt x="1932" y="5851"/>
                  </a:cubicBezTo>
                  <a:lnTo>
                    <a:pt x="625" y="4601"/>
                  </a:lnTo>
                  <a:cubicBezTo>
                    <a:pt x="512" y="4459"/>
                    <a:pt x="341" y="4317"/>
                    <a:pt x="171" y="4232"/>
                  </a:cubicBezTo>
                  <a:cubicBezTo>
                    <a:pt x="143" y="4232"/>
                    <a:pt x="86" y="4232"/>
                    <a:pt x="57" y="4261"/>
                  </a:cubicBezTo>
                  <a:cubicBezTo>
                    <a:pt x="29" y="4289"/>
                    <a:pt x="29" y="4317"/>
                    <a:pt x="29" y="4374"/>
                  </a:cubicBezTo>
                  <a:cubicBezTo>
                    <a:pt x="86" y="4516"/>
                    <a:pt x="171" y="4658"/>
                    <a:pt x="285" y="4772"/>
                  </a:cubicBezTo>
                  <a:cubicBezTo>
                    <a:pt x="1108" y="5709"/>
                    <a:pt x="2017" y="6589"/>
                    <a:pt x="3039" y="7328"/>
                  </a:cubicBezTo>
                  <a:cubicBezTo>
                    <a:pt x="3494" y="7668"/>
                    <a:pt x="3977" y="7952"/>
                    <a:pt x="4488" y="8208"/>
                  </a:cubicBezTo>
                  <a:cubicBezTo>
                    <a:pt x="5567" y="8804"/>
                    <a:pt x="6674" y="9316"/>
                    <a:pt x="7782" y="9855"/>
                  </a:cubicBezTo>
                  <a:cubicBezTo>
                    <a:pt x="8719" y="10281"/>
                    <a:pt x="9628" y="10792"/>
                    <a:pt x="10508" y="11303"/>
                  </a:cubicBezTo>
                  <a:cubicBezTo>
                    <a:pt x="11019" y="11616"/>
                    <a:pt x="11417" y="12070"/>
                    <a:pt x="11673" y="12581"/>
                  </a:cubicBezTo>
                  <a:cubicBezTo>
                    <a:pt x="12297" y="13916"/>
                    <a:pt x="12951" y="15194"/>
                    <a:pt x="13519" y="16529"/>
                  </a:cubicBezTo>
                  <a:cubicBezTo>
                    <a:pt x="13575" y="16699"/>
                    <a:pt x="13632" y="16841"/>
                    <a:pt x="13689" y="17012"/>
                  </a:cubicBezTo>
                  <a:cubicBezTo>
                    <a:pt x="13689" y="17040"/>
                    <a:pt x="13746" y="17068"/>
                    <a:pt x="13746" y="17068"/>
                  </a:cubicBezTo>
                  <a:cubicBezTo>
                    <a:pt x="13714" y="17100"/>
                    <a:pt x="13691" y="17112"/>
                    <a:pt x="13672" y="17112"/>
                  </a:cubicBezTo>
                  <a:cubicBezTo>
                    <a:pt x="13640" y="17112"/>
                    <a:pt x="13622" y="17076"/>
                    <a:pt x="13604" y="17040"/>
                  </a:cubicBezTo>
                  <a:cubicBezTo>
                    <a:pt x="13490" y="17012"/>
                    <a:pt x="13377" y="16955"/>
                    <a:pt x="13263" y="16898"/>
                  </a:cubicBezTo>
                  <a:cubicBezTo>
                    <a:pt x="12894" y="16642"/>
                    <a:pt x="12496" y="16387"/>
                    <a:pt x="12070" y="16188"/>
                  </a:cubicBezTo>
                  <a:cubicBezTo>
                    <a:pt x="11332" y="15762"/>
                    <a:pt x="10565" y="15393"/>
                    <a:pt x="9798" y="15052"/>
                  </a:cubicBezTo>
                  <a:cubicBezTo>
                    <a:pt x="8918" y="14655"/>
                    <a:pt x="8038" y="14342"/>
                    <a:pt x="7186" y="13945"/>
                  </a:cubicBezTo>
                  <a:cubicBezTo>
                    <a:pt x="5993" y="13433"/>
                    <a:pt x="4857" y="12865"/>
                    <a:pt x="3806" y="12155"/>
                  </a:cubicBezTo>
                  <a:cubicBezTo>
                    <a:pt x="2699" y="11389"/>
                    <a:pt x="1648" y="10537"/>
                    <a:pt x="625" y="9628"/>
                  </a:cubicBezTo>
                  <a:cubicBezTo>
                    <a:pt x="483" y="9514"/>
                    <a:pt x="370" y="9372"/>
                    <a:pt x="256" y="9230"/>
                  </a:cubicBezTo>
                  <a:cubicBezTo>
                    <a:pt x="228" y="9202"/>
                    <a:pt x="185" y="9188"/>
                    <a:pt x="143" y="9188"/>
                  </a:cubicBezTo>
                  <a:cubicBezTo>
                    <a:pt x="100" y="9188"/>
                    <a:pt x="57" y="9202"/>
                    <a:pt x="29" y="9230"/>
                  </a:cubicBezTo>
                  <a:cubicBezTo>
                    <a:pt x="1" y="9287"/>
                    <a:pt x="1" y="9344"/>
                    <a:pt x="29" y="9401"/>
                  </a:cubicBezTo>
                  <a:cubicBezTo>
                    <a:pt x="143" y="9600"/>
                    <a:pt x="285" y="9770"/>
                    <a:pt x="455" y="9940"/>
                  </a:cubicBezTo>
                  <a:cubicBezTo>
                    <a:pt x="824" y="10310"/>
                    <a:pt x="1222" y="10707"/>
                    <a:pt x="1648" y="11048"/>
                  </a:cubicBezTo>
                  <a:cubicBezTo>
                    <a:pt x="2301" y="11644"/>
                    <a:pt x="2983" y="12212"/>
                    <a:pt x="3749" y="12695"/>
                  </a:cubicBezTo>
                  <a:cubicBezTo>
                    <a:pt x="4374" y="13093"/>
                    <a:pt x="4999" y="13462"/>
                    <a:pt x="5680" y="13803"/>
                  </a:cubicBezTo>
                  <a:cubicBezTo>
                    <a:pt x="6589" y="14257"/>
                    <a:pt x="7555" y="14626"/>
                    <a:pt x="8492" y="15081"/>
                  </a:cubicBezTo>
                  <a:cubicBezTo>
                    <a:pt x="9230" y="15421"/>
                    <a:pt x="9969" y="15705"/>
                    <a:pt x="10707" y="16046"/>
                  </a:cubicBezTo>
                  <a:cubicBezTo>
                    <a:pt x="11729" y="16500"/>
                    <a:pt x="12695" y="17040"/>
                    <a:pt x="13632" y="17665"/>
                  </a:cubicBezTo>
                  <a:cubicBezTo>
                    <a:pt x="13689" y="17693"/>
                    <a:pt x="13717" y="17750"/>
                    <a:pt x="13774" y="17750"/>
                  </a:cubicBezTo>
                  <a:cubicBezTo>
                    <a:pt x="14172" y="17807"/>
                    <a:pt x="14257" y="18119"/>
                    <a:pt x="14399" y="18403"/>
                  </a:cubicBezTo>
                  <a:cubicBezTo>
                    <a:pt x="14882" y="19340"/>
                    <a:pt x="15365" y="20278"/>
                    <a:pt x="15876" y="21215"/>
                  </a:cubicBezTo>
                  <a:cubicBezTo>
                    <a:pt x="16074" y="21555"/>
                    <a:pt x="16245" y="21925"/>
                    <a:pt x="16415" y="22265"/>
                  </a:cubicBezTo>
                  <a:cubicBezTo>
                    <a:pt x="16472" y="22351"/>
                    <a:pt x="16472" y="22436"/>
                    <a:pt x="16415" y="22521"/>
                  </a:cubicBezTo>
                  <a:lnTo>
                    <a:pt x="15535" y="22152"/>
                  </a:lnTo>
                  <a:cubicBezTo>
                    <a:pt x="15421" y="22095"/>
                    <a:pt x="15279" y="22067"/>
                    <a:pt x="15137" y="22010"/>
                  </a:cubicBezTo>
                  <a:cubicBezTo>
                    <a:pt x="14143" y="21783"/>
                    <a:pt x="13149" y="21499"/>
                    <a:pt x="12127" y="21300"/>
                  </a:cubicBezTo>
                  <a:cubicBezTo>
                    <a:pt x="11076" y="21130"/>
                    <a:pt x="10026" y="20817"/>
                    <a:pt x="9060" y="20420"/>
                  </a:cubicBezTo>
                  <a:cubicBezTo>
                    <a:pt x="8151" y="20050"/>
                    <a:pt x="7271" y="19624"/>
                    <a:pt x="6447" y="19142"/>
                  </a:cubicBezTo>
                  <a:cubicBezTo>
                    <a:pt x="6305" y="19028"/>
                    <a:pt x="6163" y="18971"/>
                    <a:pt x="5993" y="18943"/>
                  </a:cubicBezTo>
                  <a:cubicBezTo>
                    <a:pt x="5964" y="18943"/>
                    <a:pt x="5908" y="18943"/>
                    <a:pt x="5908" y="18971"/>
                  </a:cubicBezTo>
                  <a:cubicBezTo>
                    <a:pt x="5879" y="19000"/>
                    <a:pt x="5879" y="19028"/>
                    <a:pt x="5908" y="19085"/>
                  </a:cubicBezTo>
                  <a:cubicBezTo>
                    <a:pt x="5964" y="19227"/>
                    <a:pt x="6106" y="19340"/>
                    <a:pt x="6248" y="19426"/>
                  </a:cubicBezTo>
                  <a:cubicBezTo>
                    <a:pt x="6561" y="19653"/>
                    <a:pt x="6873" y="19852"/>
                    <a:pt x="7214" y="20022"/>
                  </a:cubicBezTo>
                  <a:cubicBezTo>
                    <a:pt x="7981" y="20448"/>
                    <a:pt x="8776" y="20817"/>
                    <a:pt x="9571" y="21130"/>
                  </a:cubicBezTo>
                  <a:cubicBezTo>
                    <a:pt x="10054" y="21272"/>
                    <a:pt x="10537" y="21442"/>
                    <a:pt x="11019" y="21555"/>
                  </a:cubicBezTo>
                  <a:cubicBezTo>
                    <a:pt x="11729" y="21726"/>
                    <a:pt x="12439" y="21896"/>
                    <a:pt x="13149" y="22010"/>
                  </a:cubicBezTo>
                  <a:cubicBezTo>
                    <a:pt x="13945" y="22180"/>
                    <a:pt x="14740" y="22407"/>
                    <a:pt x="15507" y="22635"/>
                  </a:cubicBezTo>
                  <a:cubicBezTo>
                    <a:pt x="15847" y="22720"/>
                    <a:pt x="16188" y="22890"/>
                    <a:pt x="16472" y="23117"/>
                  </a:cubicBezTo>
                  <a:cubicBezTo>
                    <a:pt x="16557" y="23203"/>
                    <a:pt x="16671" y="23316"/>
                    <a:pt x="16756" y="23316"/>
                  </a:cubicBezTo>
                  <a:cubicBezTo>
                    <a:pt x="17012" y="23345"/>
                    <a:pt x="17097" y="23543"/>
                    <a:pt x="17210" y="23714"/>
                  </a:cubicBezTo>
                  <a:lnTo>
                    <a:pt x="18261" y="25560"/>
                  </a:lnTo>
                  <a:cubicBezTo>
                    <a:pt x="18403" y="25730"/>
                    <a:pt x="18488" y="25929"/>
                    <a:pt x="18630" y="26185"/>
                  </a:cubicBezTo>
                  <a:cubicBezTo>
                    <a:pt x="18204" y="26071"/>
                    <a:pt x="17778" y="25901"/>
                    <a:pt x="17409" y="25702"/>
                  </a:cubicBezTo>
                  <a:cubicBezTo>
                    <a:pt x="16955" y="25531"/>
                    <a:pt x="16529" y="25333"/>
                    <a:pt x="16074" y="25134"/>
                  </a:cubicBezTo>
                  <a:cubicBezTo>
                    <a:pt x="16018" y="25105"/>
                    <a:pt x="15961" y="25105"/>
                    <a:pt x="15904" y="25077"/>
                  </a:cubicBezTo>
                  <a:cubicBezTo>
                    <a:pt x="15847" y="25077"/>
                    <a:pt x="15790" y="25077"/>
                    <a:pt x="15762" y="25134"/>
                  </a:cubicBezTo>
                  <a:cubicBezTo>
                    <a:pt x="15734" y="25191"/>
                    <a:pt x="15734" y="25219"/>
                    <a:pt x="15762" y="25247"/>
                  </a:cubicBezTo>
                  <a:cubicBezTo>
                    <a:pt x="15790" y="25304"/>
                    <a:pt x="15847" y="25333"/>
                    <a:pt x="15876" y="25389"/>
                  </a:cubicBezTo>
                  <a:cubicBezTo>
                    <a:pt x="16103" y="25560"/>
                    <a:pt x="16330" y="25702"/>
                    <a:pt x="16586" y="25844"/>
                  </a:cubicBezTo>
                  <a:cubicBezTo>
                    <a:pt x="17267" y="26156"/>
                    <a:pt x="17977" y="26440"/>
                    <a:pt x="18687" y="26639"/>
                  </a:cubicBezTo>
                  <a:cubicBezTo>
                    <a:pt x="18829" y="26667"/>
                    <a:pt x="18971" y="26781"/>
                    <a:pt x="19056" y="26923"/>
                  </a:cubicBezTo>
                  <a:lnTo>
                    <a:pt x="19511" y="27718"/>
                  </a:lnTo>
                  <a:cubicBezTo>
                    <a:pt x="19568" y="27803"/>
                    <a:pt x="19624" y="27888"/>
                    <a:pt x="19681" y="27945"/>
                  </a:cubicBezTo>
                  <a:cubicBezTo>
                    <a:pt x="19721" y="27965"/>
                    <a:pt x="19761" y="27985"/>
                    <a:pt x="19802" y="27985"/>
                  </a:cubicBezTo>
                  <a:cubicBezTo>
                    <a:pt x="19818" y="27985"/>
                    <a:pt x="19835" y="27982"/>
                    <a:pt x="19852" y="27974"/>
                  </a:cubicBezTo>
                  <a:cubicBezTo>
                    <a:pt x="19908" y="27945"/>
                    <a:pt x="19937" y="27888"/>
                    <a:pt x="19937" y="27832"/>
                  </a:cubicBezTo>
                  <a:cubicBezTo>
                    <a:pt x="19937" y="27633"/>
                    <a:pt x="19880" y="27434"/>
                    <a:pt x="19766" y="27264"/>
                  </a:cubicBezTo>
                  <a:cubicBezTo>
                    <a:pt x="19624" y="27008"/>
                    <a:pt x="19511" y="26724"/>
                    <a:pt x="19426" y="26440"/>
                  </a:cubicBezTo>
                  <a:cubicBezTo>
                    <a:pt x="19369" y="26270"/>
                    <a:pt x="19340" y="26099"/>
                    <a:pt x="19397" y="25929"/>
                  </a:cubicBezTo>
                  <a:cubicBezTo>
                    <a:pt x="19539" y="25304"/>
                    <a:pt x="19624" y="24651"/>
                    <a:pt x="19596" y="23998"/>
                  </a:cubicBezTo>
                  <a:cubicBezTo>
                    <a:pt x="19653" y="23487"/>
                    <a:pt x="19653" y="22947"/>
                    <a:pt x="19596" y="22436"/>
                  </a:cubicBezTo>
                  <a:cubicBezTo>
                    <a:pt x="19596" y="22322"/>
                    <a:pt x="19568" y="22237"/>
                    <a:pt x="19539" y="22123"/>
                  </a:cubicBezTo>
                  <a:cubicBezTo>
                    <a:pt x="19516" y="22077"/>
                    <a:pt x="19493" y="22031"/>
                    <a:pt x="19439" y="22031"/>
                  </a:cubicBezTo>
                  <a:cubicBezTo>
                    <a:pt x="19427" y="22031"/>
                    <a:pt x="19413" y="22033"/>
                    <a:pt x="19397" y="22038"/>
                  </a:cubicBezTo>
                  <a:cubicBezTo>
                    <a:pt x="19369" y="22038"/>
                    <a:pt x="19340" y="22067"/>
                    <a:pt x="19312" y="22123"/>
                  </a:cubicBezTo>
                  <a:cubicBezTo>
                    <a:pt x="19312" y="22180"/>
                    <a:pt x="19284" y="22265"/>
                    <a:pt x="19284" y="22351"/>
                  </a:cubicBezTo>
                  <a:cubicBezTo>
                    <a:pt x="19227" y="23316"/>
                    <a:pt x="19198" y="24282"/>
                    <a:pt x="19142" y="25247"/>
                  </a:cubicBezTo>
                  <a:cubicBezTo>
                    <a:pt x="19113" y="25389"/>
                    <a:pt x="19142" y="25531"/>
                    <a:pt x="19028" y="25645"/>
                  </a:cubicBezTo>
                  <a:cubicBezTo>
                    <a:pt x="18943" y="25645"/>
                    <a:pt x="18914" y="25588"/>
                    <a:pt x="18886" y="25531"/>
                  </a:cubicBezTo>
                  <a:cubicBezTo>
                    <a:pt x="18488" y="24821"/>
                    <a:pt x="18062" y="24083"/>
                    <a:pt x="17665" y="23373"/>
                  </a:cubicBezTo>
                  <a:cubicBezTo>
                    <a:pt x="17580" y="23174"/>
                    <a:pt x="17551" y="22975"/>
                    <a:pt x="17580" y="22777"/>
                  </a:cubicBezTo>
                  <a:cubicBezTo>
                    <a:pt x="17636" y="21726"/>
                    <a:pt x="17665" y="20675"/>
                    <a:pt x="17778" y="19653"/>
                  </a:cubicBezTo>
                  <a:cubicBezTo>
                    <a:pt x="17835" y="18914"/>
                    <a:pt x="17835" y="18176"/>
                    <a:pt x="17835" y="17466"/>
                  </a:cubicBezTo>
                  <a:cubicBezTo>
                    <a:pt x="17835" y="17068"/>
                    <a:pt x="17835" y="16642"/>
                    <a:pt x="17750" y="16245"/>
                  </a:cubicBezTo>
                  <a:cubicBezTo>
                    <a:pt x="17722" y="16160"/>
                    <a:pt x="17693" y="16046"/>
                    <a:pt x="17665" y="15961"/>
                  </a:cubicBezTo>
                  <a:cubicBezTo>
                    <a:pt x="17636" y="15961"/>
                    <a:pt x="17580" y="15933"/>
                    <a:pt x="17551" y="15933"/>
                  </a:cubicBezTo>
                  <a:cubicBezTo>
                    <a:pt x="17523" y="15933"/>
                    <a:pt x="17494" y="15961"/>
                    <a:pt x="17466" y="15989"/>
                  </a:cubicBezTo>
                  <a:cubicBezTo>
                    <a:pt x="17438" y="16046"/>
                    <a:pt x="17438" y="16103"/>
                    <a:pt x="17438" y="16160"/>
                  </a:cubicBezTo>
                  <a:cubicBezTo>
                    <a:pt x="17409" y="16870"/>
                    <a:pt x="17381" y="17580"/>
                    <a:pt x="17381" y="18290"/>
                  </a:cubicBezTo>
                  <a:cubicBezTo>
                    <a:pt x="17409" y="19113"/>
                    <a:pt x="17296" y="19908"/>
                    <a:pt x="17210" y="20732"/>
                  </a:cubicBezTo>
                  <a:cubicBezTo>
                    <a:pt x="17239" y="21186"/>
                    <a:pt x="17182" y="21641"/>
                    <a:pt x="17097" y="22095"/>
                  </a:cubicBezTo>
                  <a:cubicBezTo>
                    <a:pt x="17154" y="22123"/>
                    <a:pt x="17154" y="22180"/>
                    <a:pt x="17125" y="22180"/>
                  </a:cubicBezTo>
                  <a:cubicBezTo>
                    <a:pt x="17118" y="22188"/>
                    <a:pt x="17110" y="22191"/>
                    <a:pt x="17103" y="22191"/>
                  </a:cubicBezTo>
                  <a:cubicBezTo>
                    <a:pt x="17084" y="22191"/>
                    <a:pt x="17068" y="22165"/>
                    <a:pt x="17068" y="22123"/>
                  </a:cubicBezTo>
                  <a:cubicBezTo>
                    <a:pt x="16870" y="21953"/>
                    <a:pt x="16756" y="21754"/>
                    <a:pt x="16671" y="21527"/>
                  </a:cubicBezTo>
                  <a:cubicBezTo>
                    <a:pt x="16046" y="20363"/>
                    <a:pt x="15450" y="19170"/>
                    <a:pt x="14853" y="17977"/>
                  </a:cubicBezTo>
                  <a:cubicBezTo>
                    <a:pt x="14711" y="17693"/>
                    <a:pt x="14626" y="17381"/>
                    <a:pt x="14626" y="17040"/>
                  </a:cubicBezTo>
                  <a:cubicBezTo>
                    <a:pt x="14569" y="16330"/>
                    <a:pt x="14598" y="15592"/>
                    <a:pt x="14683" y="14882"/>
                  </a:cubicBezTo>
                  <a:cubicBezTo>
                    <a:pt x="14797" y="13945"/>
                    <a:pt x="14910" y="13036"/>
                    <a:pt x="14995" y="12099"/>
                  </a:cubicBezTo>
                  <a:cubicBezTo>
                    <a:pt x="15024" y="11673"/>
                    <a:pt x="15024" y="11218"/>
                    <a:pt x="14995" y="10764"/>
                  </a:cubicBezTo>
                  <a:cubicBezTo>
                    <a:pt x="14882" y="9287"/>
                    <a:pt x="14569" y="7810"/>
                    <a:pt x="14087" y="6390"/>
                  </a:cubicBezTo>
                  <a:cubicBezTo>
                    <a:pt x="13973" y="6021"/>
                    <a:pt x="13831" y="5652"/>
                    <a:pt x="13689" y="5311"/>
                  </a:cubicBezTo>
                  <a:cubicBezTo>
                    <a:pt x="13661" y="5198"/>
                    <a:pt x="13604" y="5084"/>
                    <a:pt x="13519" y="4999"/>
                  </a:cubicBezTo>
                  <a:cubicBezTo>
                    <a:pt x="13490" y="4942"/>
                    <a:pt x="13433" y="4942"/>
                    <a:pt x="13377" y="4942"/>
                  </a:cubicBezTo>
                  <a:cubicBezTo>
                    <a:pt x="13320" y="4971"/>
                    <a:pt x="13291" y="5027"/>
                    <a:pt x="13291" y="5084"/>
                  </a:cubicBezTo>
                  <a:cubicBezTo>
                    <a:pt x="13320" y="5340"/>
                    <a:pt x="13377" y="5595"/>
                    <a:pt x="13462" y="5851"/>
                  </a:cubicBezTo>
                  <a:cubicBezTo>
                    <a:pt x="13831" y="7072"/>
                    <a:pt x="14143" y="8293"/>
                    <a:pt x="14371" y="9571"/>
                  </a:cubicBezTo>
                  <a:cubicBezTo>
                    <a:pt x="14541" y="10565"/>
                    <a:pt x="14569" y="11616"/>
                    <a:pt x="14427" y="12638"/>
                  </a:cubicBezTo>
                  <a:cubicBezTo>
                    <a:pt x="14285" y="13575"/>
                    <a:pt x="14200" y="14513"/>
                    <a:pt x="14172" y="15478"/>
                  </a:cubicBezTo>
                  <a:cubicBezTo>
                    <a:pt x="14172" y="15705"/>
                    <a:pt x="14143" y="15961"/>
                    <a:pt x="14058" y="16188"/>
                  </a:cubicBezTo>
                  <a:cubicBezTo>
                    <a:pt x="13859" y="15876"/>
                    <a:pt x="13717" y="15563"/>
                    <a:pt x="13575" y="15223"/>
                  </a:cubicBezTo>
                  <a:cubicBezTo>
                    <a:pt x="13036" y="14001"/>
                    <a:pt x="12439" y="12809"/>
                    <a:pt x="11815" y="11644"/>
                  </a:cubicBezTo>
                  <a:cubicBezTo>
                    <a:pt x="11673" y="11360"/>
                    <a:pt x="11587" y="11076"/>
                    <a:pt x="11587" y="10792"/>
                  </a:cubicBezTo>
                  <a:cubicBezTo>
                    <a:pt x="11587" y="9316"/>
                    <a:pt x="11502" y="7839"/>
                    <a:pt x="11332" y="6362"/>
                  </a:cubicBezTo>
                  <a:cubicBezTo>
                    <a:pt x="11275" y="5397"/>
                    <a:pt x="11076" y="4403"/>
                    <a:pt x="10764" y="3465"/>
                  </a:cubicBezTo>
                  <a:cubicBezTo>
                    <a:pt x="10537" y="2841"/>
                    <a:pt x="10253" y="2244"/>
                    <a:pt x="9940" y="1648"/>
                  </a:cubicBezTo>
                  <a:cubicBezTo>
                    <a:pt x="9713" y="1193"/>
                    <a:pt x="9486" y="796"/>
                    <a:pt x="9259" y="370"/>
                  </a:cubicBezTo>
                  <a:cubicBezTo>
                    <a:pt x="9174" y="256"/>
                    <a:pt x="9117" y="143"/>
                    <a:pt x="9032" y="58"/>
                  </a:cubicBezTo>
                  <a:cubicBezTo>
                    <a:pt x="9003" y="29"/>
                    <a:pt x="8946" y="1"/>
                    <a:pt x="8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9"/>
            <p:cNvSpPr/>
            <p:nvPr/>
          </p:nvSpPr>
          <p:spPr>
            <a:xfrm>
              <a:off x="914000" y="2750975"/>
              <a:ext cx="3575" cy="2525"/>
            </a:xfrm>
            <a:custGeom>
              <a:rect b="b" l="l" r="r" t="t"/>
              <a:pathLst>
                <a:path extrusionOk="0" h="101" w="143">
                  <a:moveTo>
                    <a:pt x="86" y="1"/>
                  </a:moveTo>
                  <a:lnTo>
                    <a:pt x="1" y="29"/>
                  </a:lnTo>
                  <a:cubicBezTo>
                    <a:pt x="19" y="65"/>
                    <a:pt x="37" y="101"/>
                    <a:pt x="69" y="101"/>
                  </a:cubicBezTo>
                  <a:cubicBezTo>
                    <a:pt x="88" y="101"/>
                    <a:pt x="111" y="89"/>
                    <a:pt x="143" y="57"/>
                  </a:cubicBezTo>
                  <a:cubicBezTo>
                    <a:pt x="143" y="57"/>
                    <a:pt x="86" y="29"/>
                    <a:pt x="86"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9"/>
            <p:cNvSpPr/>
            <p:nvPr/>
          </p:nvSpPr>
          <p:spPr>
            <a:xfrm>
              <a:off x="1000625" y="2879475"/>
              <a:ext cx="2150" cy="2450"/>
            </a:xfrm>
            <a:custGeom>
              <a:rect b="b" l="l" r="r" t="t"/>
              <a:pathLst>
                <a:path extrusionOk="0" h="98" w="86">
                  <a:moveTo>
                    <a:pt x="29" y="1"/>
                  </a:moveTo>
                  <a:lnTo>
                    <a:pt x="0" y="29"/>
                  </a:lnTo>
                  <a:cubicBezTo>
                    <a:pt x="0" y="71"/>
                    <a:pt x="16" y="97"/>
                    <a:pt x="35" y="97"/>
                  </a:cubicBezTo>
                  <a:cubicBezTo>
                    <a:pt x="42" y="97"/>
                    <a:pt x="50" y="94"/>
                    <a:pt x="57" y="86"/>
                  </a:cubicBezTo>
                  <a:cubicBezTo>
                    <a:pt x="86" y="58"/>
                    <a:pt x="86" y="29"/>
                    <a:pt x="29"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9"/>
            <p:cNvSpPr/>
            <p:nvPr/>
          </p:nvSpPr>
          <p:spPr>
            <a:xfrm>
              <a:off x="841600" y="2597625"/>
              <a:ext cx="725" cy="725"/>
            </a:xfrm>
            <a:custGeom>
              <a:rect b="b" l="l" r="r" t="t"/>
              <a:pathLst>
                <a:path extrusionOk="0" h="29" w="29">
                  <a:moveTo>
                    <a:pt x="28" y="1"/>
                  </a:moveTo>
                  <a:lnTo>
                    <a:pt x="0" y="29"/>
                  </a:lnTo>
                  <a:lnTo>
                    <a:pt x="28" y="29"/>
                  </a:lnTo>
                  <a:lnTo>
                    <a:pt x="28"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9"/>
            <p:cNvSpPr/>
            <p:nvPr/>
          </p:nvSpPr>
          <p:spPr>
            <a:xfrm>
              <a:off x="769875" y="3171575"/>
              <a:ext cx="704325" cy="121525"/>
            </a:xfrm>
            <a:custGeom>
              <a:rect b="b" l="l" r="r" t="t"/>
              <a:pathLst>
                <a:path extrusionOk="0" h="4861" w="28173">
                  <a:moveTo>
                    <a:pt x="17197" y="1"/>
                  </a:moveTo>
                  <a:cubicBezTo>
                    <a:pt x="14714" y="1"/>
                    <a:pt x="12224" y="100"/>
                    <a:pt x="9770" y="330"/>
                  </a:cubicBezTo>
                  <a:cubicBezTo>
                    <a:pt x="7981" y="443"/>
                    <a:pt x="6220" y="699"/>
                    <a:pt x="4488" y="1096"/>
                  </a:cubicBezTo>
                  <a:cubicBezTo>
                    <a:pt x="3267" y="1352"/>
                    <a:pt x="2074" y="1721"/>
                    <a:pt x="938" y="2232"/>
                  </a:cubicBezTo>
                  <a:cubicBezTo>
                    <a:pt x="626" y="2374"/>
                    <a:pt x="342" y="2545"/>
                    <a:pt x="58" y="2772"/>
                  </a:cubicBezTo>
                  <a:cubicBezTo>
                    <a:pt x="1" y="2800"/>
                    <a:pt x="1" y="2885"/>
                    <a:pt x="29" y="2942"/>
                  </a:cubicBezTo>
                  <a:cubicBezTo>
                    <a:pt x="43" y="2956"/>
                    <a:pt x="72" y="2964"/>
                    <a:pt x="100" y="2964"/>
                  </a:cubicBezTo>
                  <a:cubicBezTo>
                    <a:pt x="129" y="2964"/>
                    <a:pt x="157" y="2956"/>
                    <a:pt x="171" y="2942"/>
                  </a:cubicBezTo>
                  <a:cubicBezTo>
                    <a:pt x="308" y="2825"/>
                    <a:pt x="486" y="2761"/>
                    <a:pt x="667" y="2761"/>
                  </a:cubicBezTo>
                  <a:cubicBezTo>
                    <a:pt x="749" y="2761"/>
                    <a:pt x="830" y="2774"/>
                    <a:pt x="910" y="2800"/>
                  </a:cubicBezTo>
                  <a:cubicBezTo>
                    <a:pt x="2046" y="3056"/>
                    <a:pt x="3181" y="3283"/>
                    <a:pt x="4346" y="3510"/>
                  </a:cubicBezTo>
                  <a:cubicBezTo>
                    <a:pt x="6419" y="3965"/>
                    <a:pt x="8549" y="4305"/>
                    <a:pt x="10679" y="4533"/>
                  </a:cubicBezTo>
                  <a:cubicBezTo>
                    <a:pt x="12099" y="4703"/>
                    <a:pt x="13547" y="4817"/>
                    <a:pt x="14967" y="4845"/>
                  </a:cubicBezTo>
                  <a:cubicBezTo>
                    <a:pt x="15301" y="4856"/>
                    <a:pt x="15635" y="4861"/>
                    <a:pt x="15969" y="4861"/>
                  </a:cubicBezTo>
                  <a:cubicBezTo>
                    <a:pt x="18338" y="4861"/>
                    <a:pt x="20714" y="4594"/>
                    <a:pt x="23004" y="4021"/>
                  </a:cubicBezTo>
                  <a:cubicBezTo>
                    <a:pt x="24253" y="3737"/>
                    <a:pt x="25475" y="3255"/>
                    <a:pt x="26582" y="2602"/>
                  </a:cubicBezTo>
                  <a:cubicBezTo>
                    <a:pt x="27122" y="2289"/>
                    <a:pt x="27661" y="1948"/>
                    <a:pt x="28173" y="1579"/>
                  </a:cubicBezTo>
                  <a:cubicBezTo>
                    <a:pt x="28144" y="1437"/>
                    <a:pt x="28031" y="1352"/>
                    <a:pt x="27889" y="1324"/>
                  </a:cubicBezTo>
                  <a:cubicBezTo>
                    <a:pt x="27633" y="1238"/>
                    <a:pt x="27377" y="1153"/>
                    <a:pt x="27122" y="1096"/>
                  </a:cubicBezTo>
                  <a:cubicBezTo>
                    <a:pt x="24452" y="415"/>
                    <a:pt x="21726" y="46"/>
                    <a:pt x="18971" y="17"/>
                  </a:cubicBezTo>
                  <a:cubicBezTo>
                    <a:pt x="18381" y="6"/>
                    <a:pt x="17789" y="1"/>
                    <a:pt x="17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9"/>
            <p:cNvSpPr/>
            <p:nvPr/>
          </p:nvSpPr>
          <p:spPr>
            <a:xfrm>
              <a:off x="846550" y="3216375"/>
              <a:ext cx="584350" cy="76950"/>
            </a:xfrm>
            <a:custGeom>
              <a:rect b="b" l="l" r="r" t="t"/>
              <a:pathLst>
                <a:path extrusionOk="0" h="3078" w="23374">
                  <a:moveTo>
                    <a:pt x="14320" y="0"/>
                  </a:moveTo>
                  <a:cubicBezTo>
                    <a:pt x="11772" y="0"/>
                    <a:pt x="9223" y="114"/>
                    <a:pt x="6675" y="327"/>
                  </a:cubicBezTo>
                  <a:cubicBezTo>
                    <a:pt x="4914" y="469"/>
                    <a:pt x="3153" y="724"/>
                    <a:pt x="1421" y="1093"/>
                  </a:cubicBezTo>
                  <a:cubicBezTo>
                    <a:pt x="938" y="1207"/>
                    <a:pt x="455" y="1321"/>
                    <a:pt x="1" y="1463"/>
                  </a:cubicBezTo>
                  <a:lnTo>
                    <a:pt x="1279" y="1718"/>
                  </a:lnTo>
                  <a:cubicBezTo>
                    <a:pt x="3380" y="2173"/>
                    <a:pt x="5482" y="2513"/>
                    <a:pt x="7612" y="2769"/>
                  </a:cubicBezTo>
                  <a:cubicBezTo>
                    <a:pt x="9032" y="2911"/>
                    <a:pt x="10480" y="3025"/>
                    <a:pt x="11900" y="3053"/>
                  </a:cubicBezTo>
                  <a:cubicBezTo>
                    <a:pt x="12292" y="3069"/>
                    <a:pt x="12682" y="3077"/>
                    <a:pt x="13073" y="3077"/>
                  </a:cubicBezTo>
                  <a:cubicBezTo>
                    <a:pt x="15399" y="3077"/>
                    <a:pt x="17699" y="2789"/>
                    <a:pt x="19937" y="2229"/>
                  </a:cubicBezTo>
                  <a:cubicBezTo>
                    <a:pt x="21130" y="1945"/>
                    <a:pt x="22294" y="1519"/>
                    <a:pt x="23373" y="923"/>
                  </a:cubicBezTo>
                  <a:cubicBezTo>
                    <a:pt x="20902" y="355"/>
                    <a:pt x="18403" y="43"/>
                    <a:pt x="15876" y="14"/>
                  </a:cubicBezTo>
                  <a:cubicBezTo>
                    <a:pt x="15357" y="5"/>
                    <a:pt x="14839" y="0"/>
                    <a:pt x="143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9"/>
            <p:cNvSpPr/>
            <p:nvPr/>
          </p:nvSpPr>
          <p:spPr>
            <a:xfrm>
              <a:off x="1094350" y="1609350"/>
              <a:ext cx="200925" cy="2009025"/>
            </a:xfrm>
            <a:custGeom>
              <a:rect b="b" l="l" r="r" t="t"/>
              <a:pathLst>
                <a:path extrusionOk="0" h="80361" w="8037">
                  <a:moveTo>
                    <a:pt x="7668" y="0"/>
                  </a:moveTo>
                  <a:cubicBezTo>
                    <a:pt x="7554" y="0"/>
                    <a:pt x="7441" y="29"/>
                    <a:pt x="7327" y="85"/>
                  </a:cubicBezTo>
                  <a:cubicBezTo>
                    <a:pt x="7071" y="171"/>
                    <a:pt x="6873" y="341"/>
                    <a:pt x="6674" y="540"/>
                  </a:cubicBezTo>
                  <a:cubicBezTo>
                    <a:pt x="6021" y="1221"/>
                    <a:pt x="5368" y="1931"/>
                    <a:pt x="4771" y="2670"/>
                  </a:cubicBezTo>
                  <a:cubicBezTo>
                    <a:pt x="3692" y="3976"/>
                    <a:pt x="2726" y="5396"/>
                    <a:pt x="1931" y="6901"/>
                  </a:cubicBezTo>
                  <a:cubicBezTo>
                    <a:pt x="1903" y="6986"/>
                    <a:pt x="1846" y="7072"/>
                    <a:pt x="1789" y="7157"/>
                  </a:cubicBezTo>
                  <a:lnTo>
                    <a:pt x="1647" y="7157"/>
                  </a:lnTo>
                  <a:cubicBezTo>
                    <a:pt x="1647" y="7157"/>
                    <a:pt x="1619" y="7128"/>
                    <a:pt x="1619" y="7100"/>
                  </a:cubicBezTo>
                  <a:cubicBezTo>
                    <a:pt x="1590" y="6958"/>
                    <a:pt x="1590" y="6759"/>
                    <a:pt x="1562" y="6589"/>
                  </a:cubicBezTo>
                  <a:cubicBezTo>
                    <a:pt x="1562" y="6390"/>
                    <a:pt x="1505" y="6220"/>
                    <a:pt x="1448" y="6021"/>
                  </a:cubicBezTo>
                  <a:cubicBezTo>
                    <a:pt x="1399" y="5872"/>
                    <a:pt x="1263" y="5788"/>
                    <a:pt x="1116" y="5788"/>
                  </a:cubicBezTo>
                  <a:cubicBezTo>
                    <a:pt x="1094" y="5788"/>
                    <a:pt x="1073" y="5790"/>
                    <a:pt x="1051" y="5794"/>
                  </a:cubicBezTo>
                  <a:cubicBezTo>
                    <a:pt x="852" y="5822"/>
                    <a:pt x="767" y="5907"/>
                    <a:pt x="738" y="6134"/>
                  </a:cubicBezTo>
                  <a:lnTo>
                    <a:pt x="738" y="6418"/>
                  </a:lnTo>
                  <a:cubicBezTo>
                    <a:pt x="682" y="7270"/>
                    <a:pt x="653" y="8122"/>
                    <a:pt x="596" y="8974"/>
                  </a:cubicBezTo>
                  <a:cubicBezTo>
                    <a:pt x="454" y="11729"/>
                    <a:pt x="341" y="14484"/>
                    <a:pt x="369" y="17238"/>
                  </a:cubicBezTo>
                  <a:cubicBezTo>
                    <a:pt x="398" y="18204"/>
                    <a:pt x="454" y="19170"/>
                    <a:pt x="454" y="20163"/>
                  </a:cubicBezTo>
                  <a:cubicBezTo>
                    <a:pt x="483" y="22577"/>
                    <a:pt x="540" y="24963"/>
                    <a:pt x="540" y="27377"/>
                  </a:cubicBezTo>
                  <a:cubicBezTo>
                    <a:pt x="540" y="30841"/>
                    <a:pt x="568" y="34306"/>
                    <a:pt x="426" y="37771"/>
                  </a:cubicBezTo>
                  <a:cubicBezTo>
                    <a:pt x="369" y="39645"/>
                    <a:pt x="312" y="41519"/>
                    <a:pt x="426" y="43394"/>
                  </a:cubicBezTo>
                  <a:cubicBezTo>
                    <a:pt x="568" y="45864"/>
                    <a:pt x="738" y="48364"/>
                    <a:pt x="880" y="50834"/>
                  </a:cubicBezTo>
                  <a:cubicBezTo>
                    <a:pt x="966" y="52623"/>
                    <a:pt x="966" y="54384"/>
                    <a:pt x="880" y="56173"/>
                  </a:cubicBezTo>
                  <a:cubicBezTo>
                    <a:pt x="738" y="58502"/>
                    <a:pt x="596" y="60831"/>
                    <a:pt x="511" y="63188"/>
                  </a:cubicBezTo>
                  <a:cubicBezTo>
                    <a:pt x="454" y="64636"/>
                    <a:pt x="369" y="66084"/>
                    <a:pt x="227" y="67561"/>
                  </a:cubicBezTo>
                  <a:cubicBezTo>
                    <a:pt x="29" y="69578"/>
                    <a:pt x="0" y="71594"/>
                    <a:pt x="114" y="73639"/>
                  </a:cubicBezTo>
                  <a:cubicBezTo>
                    <a:pt x="199" y="74973"/>
                    <a:pt x="256" y="76194"/>
                    <a:pt x="312" y="77416"/>
                  </a:cubicBezTo>
                  <a:cubicBezTo>
                    <a:pt x="369" y="78154"/>
                    <a:pt x="426" y="78864"/>
                    <a:pt x="483" y="79602"/>
                  </a:cubicBezTo>
                  <a:cubicBezTo>
                    <a:pt x="511" y="79830"/>
                    <a:pt x="568" y="80028"/>
                    <a:pt x="682" y="80227"/>
                  </a:cubicBezTo>
                  <a:cubicBezTo>
                    <a:pt x="758" y="80317"/>
                    <a:pt x="864" y="80360"/>
                    <a:pt x="967" y="80360"/>
                  </a:cubicBezTo>
                  <a:cubicBezTo>
                    <a:pt x="1093" y="80360"/>
                    <a:pt x="1216" y="80295"/>
                    <a:pt x="1278" y="80170"/>
                  </a:cubicBezTo>
                  <a:cubicBezTo>
                    <a:pt x="1335" y="80057"/>
                    <a:pt x="1363" y="79915"/>
                    <a:pt x="1363" y="79801"/>
                  </a:cubicBezTo>
                  <a:cubicBezTo>
                    <a:pt x="1392" y="79574"/>
                    <a:pt x="1392" y="79375"/>
                    <a:pt x="1392" y="79148"/>
                  </a:cubicBezTo>
                  <a:cubicBezTo>
                    <a:pt x="1392" y="77416"/>
                    <a:pt x="1221" y="75683"/>
                    <a:pt x="1136" y="73951"/>
                  </a:cubicBezTo>
                  <a:cubicBezTo>
                    <a:pt x="1022" y="72219"/>
                    <a:pt x="1051" y="70458"/>
                    <a:pt x="1164" y="68697"/>
                  </a:cubicBezTo>
                  <a:cubicBezTo>
                    <a:pt x="1306" y="66823"/>
                    <a:pt x="1477" y="64863"/>
                    <a:pt x="1534" y="63017"/>
                  </a:cubicBezTo>
                  <a:cubicBezTo>
                    <a:pt x="1619" y="61171"/>
                    <a:pt x="1704" y="59326"/>
                    <a:pt x="1789" y="57480"/>
                  </a:cubicBezTo>
                  <a:cubicBezTo>
                    <a:pt x="1874" y="55634"/>
                    <a:pt x="2016" y="53788"/>
                    <a:pt x="1931" y="51913"/>
                  </a:cubicBezTo>
                  <a:cubicBezTo>
                    <a:pt x="1818" y="50181"/>
                    <a:pt x="1732" y="48420"/>
                    <a:pt x="1619" y="46688"/>
                  </a:cubicBezTo>
                  <a:cubicBezTo>
                    <a:pt x="1562" y="46234"/>
                    <a:pt x="1676" y="45808"/>
                    <a:pt x="1874" y="45410"/>
                  </a:cubicBezTo>
                  <a:cubicBezTo>
                    <a:pt x="2641" y="43962"/>
                    <a:pt x="3351" y="42457"/>
                    <a:pt x="3948" y="40923"/>
                  </a:cubicBezTo>
                  <a:cubicBezTo>
                    <a:pt x="4061" y="40667"/>
                    <a:pt x="4260" y="40412"/>
                    <a:pt x="4118" y="40099"/>
                  </a:cubicBezTo>
                  <a:cubicBezTo>
                    <a:pt x="4103" y="40098"/>
                    <a:pt x="4089" y="40098"/>
                    <a:pt x="4076" y="40098"/>
                  </a:cubicBezTo>
                  <a:cubicBezTo>
                    <a:pt x="3714" y="40098"/>
                    <a:pt x="3629" y="40449"/>
                    <a:pt x="3465" y="40667"/>
                  </a:cubicBezTo>
                  <a:cubicBezTo>
                    <a:pt x="2897" y="41519"/>
                    <a:pt x="2386" y="42400"/>
                    <a:pt x="1960" y="43337"/>
                  </a:cubicBezTo>
                  <a:cubicBezTo>
                    <a:pt x="1874" y="43536"/>
                    <a:pt x="1818" y="43735"/>
                    <a:pt x="1590" y="43848"/>
                  </a:cubicBezTo>
                  <a:cubicBezTo>
                    <a:pt x="1363" y="43706"/>
                    <a:pt x="1477" y="43479"/>
                    <a:pt x="1448" y="43280"/>
                  </a:cubicBezTo>
                  <a:cubicBezTo>
                    <a:pt x="1420" y="42968"/>
                    <a:pt x="1420" y="42627"/>
                    <a:pt x="1420" y="42315"/>
                  </a:cubicBezTo>
                  <a:cubicBezTo>
                    <a:pt x="1420" y="40241"/>
                    <a:pt x="1448" y="38140"/>
                    <a:pt x="1505" y="36038"/>
                  </a:cubicBezTo>
                  <a:cubicBezTo>
                    <a:pt x="1647" y="32403"/>
                    <a:pt x="1590" y="28768"/>
                    <a:pt x="1562" y="25162"/>
                  </a:cubicBezTo>
                  <a:cubicBezTo>
                    <a:pt x="1562" y="23600"/>
                    <a:pt x="1562" y="22066"/>
                    <a:pt x="1505" y="20533"/>
                  </a:cubicBezTo>
                  <a:cubicBezTo>
                    <a:pt x="1363" y="17721"/>
                    <a:pt x="1363" y="14938"/>
                    <a:pt x="1420" y="12127"/>
                  </a:cubicBezTo>
                  <a:cubicBezTo>
                    <a:pt x="1420" y="11956"/>
                    <a:pt x="1448" y="11786"/>
                    <a:pt x="1448" y="11615"/>
                  </a:cubicBezTo>
                  <a:cubicBezTo>
                    <a:pt x="1676" y="10139"/>
                    <a:pt x="2158" y="8690"/>
                    <a:pt x="2840" y="7327"/>
                  </a:cubicBezTo>
                  <a:cubicBezTo>
                    <a:pt x="3607" y="5907"/>
                    <a:pt x="4487" y="4572"/>
                    <a:pt x="5538" y="3351"/>
                  </a:cubicBezTo>
                  <a:cubicBezTo>
                    <a:pt x="6163" y="2613"/>
                    <a:pt x="6787" y="1875"/>
                    <a:pt x="7441" y="1136"/>
                  </a:cubicBezTo>
                  <a:cubicBezTo>
                    <a:pt x="7639" y="909"/>
                    <a:pt x="7810" y="682"/>
                    <a:pt x="7952" y="426"/>
                  </a:cubicBezTo>
                  <a:cubicBezTo>
                    <a:pt x="8037" y="227"/>
                    <a:pt x="7895" y="29"/>
                    <a:pt x="7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9"/>
            <p:cNvSpPr/>
            <p:nvPr/>
          </p:nvSpPr>
          <p:spPr>
            <a:xfrm>
              <a:off x="1116350" y="2087075"/>
              <a:ext cx="140500" cy="230850"/>
            </a:xfrm>
            <a:custGeom>
              <a:rect b="b" l="l" r="r" t="t"/>
              <a:pathLst>
                <a:path extrusionOk="0" h="9234" w="5620">
                  <a:moveTo>
                    <a:pt x="5283" y="1"/>
                  </a:moveTo>
                  <a:cubicBezTo>
                    <a:pt x="5273" y="1"/>
                    <a:pt x="5264" y="2"/>
                    <a:pt x="5254" y="4"/>
                  </a:cubicBezTo>
                  <a:cubicBezTo>
                    <a:pt x="5141" y="32"/>
                    <a:pt x="5027" y="89"/>
                    <a:pt x="4942" y="174"/>
                  </a:cubicBezTo>
                  <a:cubicBezTo>
                    <a:pt x="4686" y="345"/>
                    <a:pt x="4459" y="600"/>
                    <a:pt x="4289" y="856"/>
                  </a:cubicBezTo>
                  <a:cubicBezTo>
                    <a:pt x="3295" y="2048"/>
                    <a:pt x="2443" y="3298"/>
                    <a:pt x="1648" y="4633"/>
                  </a:cubicBezTo>
                  <a:cubicBezTo>
                    <a:pt x="1108" y="5570"/>
                    <a:pt x="625" y="6564"/>
                    <a:pt x="228" y="7586"/>
                  </a:cubicBezTo>
                  <a:cubicBezTo>
                    <a:pt x="86" y="7927"/>
                    <a:pt x="0" y="8268"/>
                    <a:pt x="0" y="8637"/>
                  </a:cubicBezTo>
                  <a:cubicBezTo>
                    <a:pt x="0" y="8694"/>
                    <a:pt x="0" y="8751"/>
                    <a:pt x="0" y="8779"/>
                  </a:cubicBezTo>
                  <a:cubicBezTo>
                    <a:pt x="29" y="9091"/>
                    <a:pt x="199" y="9233"/>
                    <a:pt x="398" y="9233"/>
                  </a:cubicBezTo>
                  <a:cubicBezTo>
                    <a:pt x="597" y="9233"/>
                    <a:pt x="710" y="9148"/>
                    <a:pt x="796" y="8893"/>
                  </a:cubicBezTo>
                  <a:cubicBezTo>
                    <a:pt x="1165" y="7671"/>
                    <a:pt x="1704" y="6535"/>
                    <a:pt x="2358" y="5456"/>
                  </a:cubicBezTo>
                  <a:cubicBezTo>
                    <a:pt x="3153" y="4065"/>
                    <a:pt x="4090" y="2758"/>
                    <a:pt x="4970" y="1395"/>
                  </a:cubicBezTo>
                  <a:cubicBezTo>
                    <a:pt x="5197" y="1083"/>
                    <a:pt x="5396" y="714"/>
                    <a:pt x="5567" y="316"/>
                  </a:cubicBezTo>
                  <a:cubicBezTo>
                    <a:pt x="5620" y="183"/>
                    <a:pt x="5425" y="1"/>
                    <a:pt x="5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9"/>
            <p:cNvSpPr/>
            <p:nvPr/>
          </p:nvSpPr>
          <p:spPr>
            <a:xfrm>
              <a:off x="966550" y="2202175"/>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63"/>
                  </a:cubicBezTo>
                  <a:cubicBezTo>
                    <a:pt x="1449" y="1903"/>
                    <a:pt x="2102" y="2471"/>
                    <a:pt x="2755" y="3011"/>
                  </a:cubicBezTo>
                  <a:cubicBezTo>
                    <a:pt x="3579" y="3692"/>
                    <a:pt x="4289" y="4487"/>
                    <a:pt x="4913" y="5396"/>
                  </a:cubicBezTo>
                  <a:cubicBezTo>
                    <a:pt x="5141" y="5765"/>
                    <a:pt x="5396" y="6163"/>
                    <a:pt x="5652" y="6560"/>
                  </a:cubicBezTo>
                  <a:cubicBezTo>
                    <a:pt x="5737" y="6702"/>
                    <a:pt x="5850" y="6816"/>
                    <a:pt x="5964" y="6930"/>
                  </a:cubicBezTo>
                  <a:cubicBezTo>
                    <a:pt x="6035" y="6972"/>
                    <a:pt x="6113" y="6994"/>
                    <a:pt x="6188" y="6994"/>
                  </a:cubicBezTo>
                  <a:cubicBezTo>
                    <a:pt x="6262" y="6994"/>
                    <a:pt x="6333" y="6972"/>
                    <a:pt x="6390" y="6930"/>
                  </a:cubicBezTo>
                  <a:cubicBezTo>
                    <a:pt x="6532" y="6844"/>
                    <a:pt x="6589" y="6702"/>
                    <a:pt x="6532" y="6560"/>
                  </a:cubicBezTo>
                  <a:cubicBezTo>
                    <a:pt x="6504" y="6418"/>
                    <a:pt x="6447" y="6276"/>
                    <a:pt x="6390" y="6134"/>
                  </a:cubicBezTo>
                  <a:cubicBezTo>
                    <a:pt x="5907" y="4999"/>
                    <a:pt x="5169" y="3976"/>
                    <a:pt x="4289" y="3124"/>
                  </a:cubicBezTo>
                  <a:cubicBezTo>
                    <a:pt x="3664" y="2499"/>
                    <a:pt x="3011" y="1903"/>
                    <a:pt x="2357" y="1335"/>
                  </a:cubicBezTo>
                  <a:cubicBezTo>
                    <a:pt x="1988" y="994"/>
                    <a:pt x="1591" y="682"/>
                    <a:pt x="1165"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9"/>
            <p:cNvSpPr/>
            <p:nvPr/>
          </p:nvSpPr>
          <p:spPr>
            <a:xfrm>
              <a:off x="282850" y="1466175"/>
              <a:ext cx="719925" cy="774650"/>
            </a:xfrm>
            <a:custGeom>
              <a:rect b="b" l="l" r="r" t="t"/>
              <a:pathLst>
                <a:path extrusionOk="0" h="30986" w="28797">
                  <a:moveTo>
                    <a:pt x="10562" y="0"/>
                  </a:moveTo>
                  <a:cubicBezTo>
                    <a:pt x="9883" y="0"/>
                    <a:pt x="9205" y="101"/>
                    <a:pt x="8548" y="303"/>
                  </a:cubicBezTo>
                  <a:cubicBezTo>
                    <a:pt x="7412" y="644"/>
                    <a:pt x="6361" y="1212"/>
                    <a:pt x="5453" y="1950"/>
                  </a:cubicBezTo>
                  <a:cubicBezTo>
                    <a:pt x="4402" y="2831"/>
                    <a:pt x="3465" y="3853"/>
                    <a:pt x="2670" y="5017"/>
                  </a:cubicBezTo>
                  <a:cubicBezTo>
                    <a:pt x="1988" y="6011"/>
                    <a:pt x="1448" y="7062"/>
                    <a:pt x="1079" y="8226"/>
                  </a:cubicBezTo>
                  <a:cubicBezTo>
                    <a:pt x="313" y="10555"/>
                    <a:pt x="0" y="13026"/>
                    <a:pt x="171" y="15496"/>
                  </a:cubicBezTo>
                  <a:cubicBezTo>
                    <a:pt x="227" y="16632"/>
                    <a:pt x="483" y="17768"/>
                    <a:pt x="880" y="18819"/>
                  </a:cubicBezTo>
                  <a:cubicBezTo>
                    <a:pt x="1477" y="20267"/>
                    <a:pt x="2499" y="21517"/>
                    <a:pt x="3777" y="22426"/>
                  </a:cubicBezTo>
                  <a:cubicBezTo>
                    <a:pt x="4033" y="22596"/>
                    <a:pt x="4317" y="22767"/>
                    <a:pt x="4601" y="22880"/>
                  </a:cubicBezTo>
                  <a:cubicBezTo>
                    <a:pt x="5737" y="23363"/>
                    <a:pt x="6929" y="23647"/>
                    <a:pt x="8151" y="23704"/>
                  </a:cubicBezTo>
                  <a:cubicBezTo>
                    <a:pt x="8719" y="23761"/>
                    <a:pt x="9258" y="23732"/>
                    <a:pt x="9826" y="23789"/>
                  </a:cubicBezTo>
                  <a:cubicBezTo>
                    <a:pt x="11076" y="23874"/>
                    <a:pt x="12354" y="24045"/>
                    <a:pt x="13575" y="24300"/>
                  </a:cubicBezTo>
                  <a:cubicBezTo>
                    <a:pt x="14711" y="24499"/>
                    <a:pt x="15762" y="24982"/>
                    <a:pt x="16670" y="25663"/>
                  </a:cubicBezTo>
                  <a:cubicBezTo>
                    <a:pt x="16897" y="25862"/>
                    <a:pt x="17153" y="26032"/>
                    <a:pt x="17380" y="26203"/>
                  </a:cubicBezTo>
                  <a:cubicBezTo>
                    <a:pt x="18261" y="26913"/>
                    <a:pt x="19113" y="27623"/>
                    <a:pt x="19993" y="28304"/>
                  </a:cubicBezTo>
                  <a:cubicBezTo>
                    <a:pt x="21356" y="29384"/>
                    <a:pt x="22890" y="30207"/>
                    <a:pt x="24508" y="30803"/>
                  </a:cubicBezTo>
                  <a:cubicBezTo>
                    <a:pt x="24913" y="30926"/>
                    <a:pt x="25334" y="30985"/>
                    <a:pt x="25755" y="30985"/>
                  </a:cubicBezTo>
                  <a:cubicBezTo>
                    <a:pt x="26308" y="30985"/>
                    <a:pt x="26861" y="30883"/>
                    <a:pt x="27377" y="30690"/>
                  </a:cubicBezTo>
                  <a:cubicBezTo>
                    <a:pt x="27746" y="30576"/>
                    <a:pt x="28058" y="30292"/>
                    <a:pt x="28257" y="29952"/>
                  </a:cubicBezTo>
                  <a:cubicBezTo>
                    <a:pt x="28456" y="29611"/>
                    <a:pt x="28598" y="29213"/>
                    <a:pt x="28683" y="28787"/>
                  </a:cubicBezTo>
                  <a:cubicBezTo>
                    <a:pt x="28797" y="27992"/>
                    <a:pt x="28740" y="27197"/>
                    <a:pt x="28569" y="26402"/>
                  </a:cubicBezTo>
                  <a:cubicBezTo>
                    <a:pt x="28399" y="25720"/>
                    <a:pt x="28200" y="25039"/>
                    <a:pt x="28001" y="24357"/>
                  </a:cubicBezTo>
                  <a:cubicBezTo>
                    <a:pt x="27604" y="23107"/>
                    <a:pt x="27292" y="21801"/>
                    <a:pt x="27150" y="20466"/>
                  </a:cubicBezTo>
                  <a:cubicBezTo>
                    <a:pt x="27093" y="20012"/>
                    <a:pt x="27036" y="19558"/>
                    <a:pt x="26979" y="19075"/>
                  </a:cubicBezTo>
                  <a:cubicBezTo>
                    <a:pt x="26866" y="18138"/>
                    <a:pt x="26780" y="17200"/>
                    <a:pt x="26638" y="16235"/>
                  </a:cubicBezTo>
                  <a:cubicBezTo>
                    <a:pt x="26440" y="15014"/>
                    <a:pt x="26014" y="13821"/>
                    <a:pt x="25332" y="12799"/>
                  </a:cubicBezTo>
                  <a:cubicBezTo>
                    <a:pt x="24736" y="11833"/>
                    <a:pt x="23940" y="10981"/>
                    <a:pt x="23060" y="10243"/>
                  </a:cubicBezTo>
                  <a:cubicBezTo>
                    <a:pt x="22293" y="9675"/>
                    <a:pt x="21640" y="8993"/>
                    <a:pt x="21044" y="8255"/>
                  </a:cubicBezTo>
                  <a:cubicBezTo>
                    <a:pt x="20447" y="7431"/>
                    <a:pt x="19851" y="6608"/>
                    <a:pt x="19226" y="5812"/>
                  </a:cubicBezTo>
                  <a:cubicBezTo>
                    <a:pt x="18317" y="4620"/>
                    <a:pt x="17323" y="3512"/>
                    <a:pt x="16216" y="2518"/>
                  </a:cubicBezTo>
                  <a:cubicBezTo>
                    <a:pt x="15307" y="1638"/>
                    <a:pt x="14228" y="956"/>
                    <a:pt x="13064" y="473"/>
                  </a:cubicBezTo>
                  <a:cubicBezTo>
                    <a:pt x="12259" y="158"/>
                    <a:pt x="11411" y="0"/>
                    <a:pt x="10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9"/>
            <p:cNvSpPr/>
            <p:nvPr/>
          </p:nvSpPr>
          <p:spPr>
            <a:xfrm>
              <a:off x="392875" y="1540200"/>
              <a:ext cx="576525" cy="649925"/>
            </a:xfrm>
            <a:custGeom>
              <a:rect b="b" l="l" r="r" t="t"/>
              <a:pathLst>
                <a:path extrusionOk="0" h="25997" w="23061">
                  <a:moveTo>
                    <a:pt x="6170" y="0"/>
                  </a:moveTo>
                  <a:cubicBezTo>
                    <a:pt x="6122" y="0"/>
                    <a:pt x="6071" y="27"/>
                    <a:pt x="6050" y="68"/>
                  </a:cubicBezTo>
                  <a:cubicBezTo>
                    <a:pt x="5993" y="125"/>
                    <a:pt x="6022" y="210"/>
                    <a:pt x="6078" y="267"/>
                  </a:cubicBezTo>
                  <a:cubicBezTo>
                    <a:pt x="6448" y="693"/>
                    <a:pt x="6845" y="1148"/>
                    <a:pt x="7243" y="1574"/>
                  </a:cubicBezTo>
                  <a:cubicBezTo>
                    <a:pt x="8549" y="2937"/>
                    <a:pt x="9486" y="4584"/>
                    <a:pt x="10054" y="6373"/>
                  </a:cubicBezTo>
                  <a:cubicBezTo>
                    <a:pt x="10338" y="7395"/>
                    <a:pt x="10651" y="8418"/>
                    <a:pt x="10935" y="9468"/>
                  </a:cubicBezTo>
                  <a:cubicBezTo>
                    <a:pt x="10935" y="9497"/>
                    <a:pt x="10935" y="9554"/>
                    <a:pt x="10935" y="9610"/>
                  </a:cubicBezTo>
                  <a:cubicBezTo>
                    <a:pt x="10935" y="9657"/>
                    <a:pt x="10878" y="9703"/>
                    <a:pt x="10811" y="9703"/>
                  </a:cubicBezTo>
                  <a:cubicBezTo>
                    <a:pt x="10795" y="9703"/>
                    <a:pt x="10780" y="9701"/>
                    <a:pt x="10764" y="9696"/>
                  </a:cubicBezTo>
                  <a:cubicBezTo>
                    <a:pt x="10679" y="9667"/>
                    <a:pt x="10594" y="9610"/>
                    <a:pt x="10537" y="9554"/>
                  </a:cubicBezTo>
                  <a:cubicBezTo>
                    <a:pt x="9259" y="8531"/>
                    <a:pt x="7839" y="7708"/>
                    <a:pt x="6334" y="7083"/>
                  </a:cubicBezTo>
                  <a:cubicBezTo>
                    <a:pt x="5482" y="6771"/>
                    <a:pt x="4658" y="6430"/>
                    <a:pt x="3835" y="6061"/>
                  </a:cubicBezTo>
                  <a:cubicBezTo>
                    <a:pt x="3267" y="5833"/>
                    <a:pt x="2727" y="5578"/>
                    <a:pt x="2159" y="5322"/>
                  </a:cubicBezTo>
                  <a:cubicBezTo>
                    <a:pt x="1932" y="5209"/>
                    <a:pt x="1648" y="5152"/>
                    <a:pt x="1393" y="5152"/>
                  </a:cubicBezTo>
                  <a:cubicBezTo>
                    <a:pt x="1336" y="5152"/>
                    <a:pt x="1307" y="5180"/>
                    <a:pt x="1279" y="5237"/>
                  </a:cubicBezTo>
                  <a:cubicBezTo>
                    <a:pt x="1222" y="5294"/>
                    <a:pt x="1251" y="5379"/>
                    <a:pt x="1336" y="5407"/>
                  </a:cubicBezTo>
                  <a:cubicBezTo>
                    <a:pt x="2046" y="5748"/>
                    <a:pt x="2756" y="6117"/>
                    <a:pt x="3494" y="6430"/>
                  </a:cubicBezTo>
                  <a:cubicBezTo>
                    <a:pt x="4516" y="6884"/>
                    <a:pt x="5567" y="7310"/>
                    <a:pt x="6590" y="7764"/>
                  </a:cubicBezTo>
                  <a:cubicBezTo>
                    <a:pt x="8038" y="8418"/>
                    <a:pt x="9373" y="9270"/>
                    <a:pt x="10565" y="10292"/>
                  </a:cubicBezTo>
                  <a:cubicBezTo>
                    <a:pt x="10679" y="10406"/>
                    <a:pt x="10849" y="10491"/>
                    <a:pt x="10849" y="10690"/>
                  </a:cubicBezTo>
                  <a:cubicBezTo>
                    <a:pt x="10811" y="10765"/>
                    <a:pt x="10748" y="10778"/>
                    <a:pt x="10685" y="10778"/>
                  </a:cubicBezTo>
                  <a:cubicBezTo>
                    <a:pt x="10654" y="10778"/>
                    <a:pt x="10622" y="10775"/>
                    <a:pt x="10594" y="10775"/>
                  </a:cubicBezTo>
                  <a:cubicBezTo>
                    <a:pt x="10404" y="10775"/>
                    <a:pt x="10228" y="10762"/>
                    <a:pt x="10055" y="10762"/>
                  </a:cubicBezTo>
                  <a:cubicBezTo>
                    <a:pt x="9969" y="10762"/>
                    <a:pt x="9884" y="10765"/>
                    <a:pt x="9799" y="10775"/>
                  </a:cubicBezTo>
                  <a:cubicBezTo>
                    <a:pt x="8805" y="10917"/>
                    <a:pt x="7839" y="11087"/>
                    <a:pt x="6874" y="11371"/>
                  </a:cubicBezTo>
                  <a:cubicBezTo>
                    <a:pt x="5732" y="11619"/>
                    <a:pt x="4603" y="11828"/>
                    <a:pt x="3452" y="11828"/>
                  </a:cubicBezTo>
                  <a:cubicBezTo>
                    <a:pt x="2886" y="11828"/>
                    <a:pt x="2314" y="11777"/>
                    <a:pt x="1733" y="11655"/>
                  </a:cubicBezTo>
                  <a:cubicBezTo>
                    <a:pt x="1279" y="11570"/>
                    <a:pt x="825" y="11542"/>
                    <a:pt x="370" y="11485"/>
                  </a:cubicBezTo>
                  <a:cubicBezTo>
                    <a:pt x="332" y="11480"/>
                    <a:pt x="297" y="11478"/>
                    <a:pt x="264" y="11478"/>
                  </a:cubicBezTo>
                  <a:cubicBezTo>
                    <a:pt x="100" y="11478"/>
                    <a:pt x="1" y="11537"/>
                    <a:pt x="1" y="11655"/>
                  </a:cubicBezTo>
                  <a:cubicBezTo>
                    <a:pt x="29" y="11797"/>
                    <a:pt x="143" y="11854"/>
                    <a:pt x="257" y="11882"/>
                  </a:cubicBezTo>
                  <a:cubicBezTo>
                    <a:pt x="342" y="11939"/>
                    <a:pt x="455" y="11968"/>
                    <a:pt x="541" y="11996"/>
                  </a:cubicBezTo>
                  <a:cubicBezTo>
                    <a:pt x="1500" y="12241"/>
                    <a:pt x="2495" y="12364"/>
                    <a:pt x="3483" y="12364"/>
                  </a:cubicBezTo>
                  <a:cubicBezTo>
                    <a:pt x="3752" y="12364"/>
                    <a:pt x="4021" y="12355"/>
                    <a:pt x="4289" y="12337"/>
                  </a:cubicBezTo>
                  <a:cubicBezTo>
                    <a:pt x="5567" y="12195"/>
                    <a:pt x="6788" y="11968"/>
                    <a:pt x="8038" y="11684"/>
                  </a:cubicBezTo>
                  <a:cubicBezTo>
                    <a:pt x="9003" y="11456"/>
                    <a:pt x="9997" y="11343"/>
                    <a:pt x="10991" y="11343"/>
                  </a:cubicBezTo>
                  <a:cubicBezTo>
                    <a:pt x="11446" y="11343"/>
                    <a:pt x="11872" y="11513"/>
                    <a:pt x="12156" y="11826"/>
                  </a:cubicBezTo>
                  <a:cubicBezTo>
                    <a:pt x="13150" y="12848"/>
                    <a:pt x="14087" y="13899"/>
                    <a:pt x="14967" y="15006"/>
                  </a:cubicBezTo>
                  <a:cubicBezTo>
                    <a:pt x="15024" y="15063"/>
                    <a:pt x="15081" y="15148"/>
                    <a:pt x="15138" y="15233"/>
                  </a:cubicBezTo>
                  <a:cubicBezTo>
                    <a:pt x="15166" y="15347"/>
                    <a:pt x="15109" y="15432"/>
                    <a:pt x="14996" y="15432"/>
                  </a:cubicBezTo>
                  <a:cubicBezTo>
                    <a:pt x="14882" y="15432"/>
                    <a:pt x="14768" y="15432"/>
                    <a:pt x="14655" y="15404"/>
                  </a:cubicBezTo>
                  <a:cubicBezTo>
                    <a:pt x="14361" y="15383"/>
                    <a:pt x="14068" y="15373"/>
                    <a:pt x="13775" y="15373"/>
                  </a:cubicBezTo>
                  <a:cubicBezTo>
                    <a:pt x="12848" y="15373"/>
                    <a:pt x="11926" y="15479"/>
                    <a:pt x="11020" y="15716"/>
                  </a:cubicBezTo>
                  <a:cubicBezTo>
                    <a:pt x="9969" y="15943"/>
                    <a:pt x="8947" y="16227"/>
                    <a:pt x="7867" y="16369"/>
                  </a:cubicBezTo>
                  <a:cubicBezTo>
                    <a:pt x="7388" y="16458"/>
                    <a:pt x="6887" y="16502"/>
                    <a:pt x="6384" y="16502"/>
                  </a:cubicBezTo>
                  <a:cubicBezTo>
                    <a:pt x="6082" y="16502"/>
                    <a:pt x="5780" y="16486"/>
                    <a:pt x="5482" y="16455"/>
                  </a:cubicBezTo>
                  <a:lnTo>
                    <a:pt x="4176" y="16256"/>
                  </a:lnTo>
                  <a:cubicBezTo>
                    <a:pt x="4076" y="16227"/>
                    <a:pt x="3970" y="16213"/>
                    <a:pt x="3860" y="16213"/>
                  </a:cubicBezTo>
                  <a:cubicBezTo>
                    <a:pt x="3750" y="16213"/>
                    <a:pt x="3636" y="16227"/>
                    <a:pt x="3522" y="16256"/>
                  </a:cubicBezTo>
                  <a:cubicBezTo>
                    <a:pt x="3466" y="16256"/>
                    <a:pt x="3466" y="16313"/>
                    <a:pt x="3466" y="16369"/>
                  </a:cubicBezTo>
                  <a:cubicBezTo>
                    <a:pt x="3494" y="16369"/>
                    <a:pt x="3494" y="16398"/>
                    <a:pt x="3494" y="16426"/>
                  </a:cubicBezTo>
                  <a:cubicBezTo>
                    <a:pt x="3608" y="16540"/>
                    <a:pt x="3721" y="16597"/>
                    <a:pt x="3892" y="16625"/>
                  </a:cubicBezTo>
                  <a:cubicBezTo>
                    <a:pt x="4545" y="16767"/>
                    <a:pt x="5198" y="16909"/>
                    <a:pt x="5880" y="16994"/>
                  </a:cubicBezTo>
                  <a:cubicBezTo>
                    <a:pt x="6083" y="17013"/>
                    <a:pt x="6287" y="17022"/>
                    <a:pt x="6490" y="17022"/>
                  </a:cubicBezTo>
                  <a:cubicBezTo>
                    <a:pt x="7477" y="17022"/>
                    <a:pt x="8454" y="16818"/>
                    <a:pt x="9373" y="16653"/>
                  </a:cubicBezTo>
                  <a:cubicBezTo>
                    <a:pt x="10452" y="16426"/>
                    <a:pt x="11531" y="16142"/>
                    <a:pt x="12638" y="16000"/>
                  </a:cubicBezTo>
                  <a:cubicBezTo>
                    <a:pt x="13050" y="15958"/>
                    <a:pt x="13455" y="15936"/>
                    <a:pt x="13856" y="15936"/>
                  </a:cubicBezTo>
                  <a:cubicBezTo>
                    <a:pt x="14257" y="15936"/>
                    <a:pt x="14655" y="15958"/>
                    <a:pt x="15052" y="16000"/>
                  </a:cubicBezTo>
                  <a:cubicBezTo>
                    <a:pt x="15535" y="16000"/>
                    <a:pt x="15961" y="16256"/>
                    <a:pt x="16188" y="16653"/>
                  </a:cubicBezTo>
                  <a:cubicBezTo>
                    <a:pt x="16898" y="17818"/>
                    <a:pt x="17665" y="18954"/>
                    <a:pt x="18375" y="20118"/>
                  </a:cubicBezTo>
                  <a:cubicBezTo>
                    <a:pt x="18432" y="20232"/>
                    <a:pt x="18489" y="20345"/>
                    <a:pt x="18517" y="20459"/>
                  </a:cubicBezTo>
                  <a:cubicBezTo>
                    <a:pt x="18545" y="20544"/>
                    <a:pt x="18460" y="20629"/>
                    <a:pt x="18375" y="20629"/>
                  </a:cubicBezTo>
                  <a:cubicBezTo>
                    <a:pt x="18290" y="20601"/>
                    <a:pt x="18233" y="20601"/>
                    <a:pt x="18148" y="20572"/>
                  </a:cubicBezTo>
                  <a:cubicBezTo>
                    <a:pt x="17608" y="20402"/>
                    <a:pt x="17069" y="20317"/>
                    <a:pt x="16501" y="20260"/>
                  </a:cubicBezTo>
                  <a:cubicBezTo>
                    <a:pt x="15138" y="20118"/>
                    <a:pt x="13774" y="19891"/>
                    <a:pt x="12411" y="19578"/>
                  </a:cubicBezTo>
                  <a:cubicBezTo>
                    <a:pt x="11929" y="19465"/>
                    <a:pt x="11474" y="19323"/>
                    <a:pt x="10991" y="19209"/>
                  </a:cubicBezTo>
                  <a:cubicBezTo>
                    <a:pt x="10965" y="19203"/>
                    <a:pt x="10936" y="19199"/>
                    <a:pt x="10908" y="19199"/>
                  </a:cubicBezTo>
                  <a:cubicBezTo>
                    <a:pt x="10815" y="19199"/>
                    <a:pt x="10722" y="19236"/>
                    <a:pt x="10679" y="19323"/>
                  </a:cubicBezTo>
                  <a:cubicBezTo>
                    <a:pt x="10651" y="19436"/>
                    <a:pt x="10736" y="19493"/>
                    <a:pt x="10821" y="19550"/>
                  </a:cubicBezTo>
                  <a:cubicBezTo>
                    <a:pt x="11105" y="19692"/>
                    <a:pt x="11389" y="19834"/>
                    <a:pt x="11701" y="19891"/>
                  </a:cubicBezTo>
                  <a:cubicBezTo>
                    <a:pt x="13008" y="20232"/>
                    <a:pt x="14342" y="20487"/>
                    <a:pt x="15706" y="20658"/>
                  </a:cubicBezTo>
                  <a:cubicBezTo>
                    <a:pt x="16671" y="20743"/>
                    <a:pt x="17637" y="20942"/>
                    <a:pt x="18574" y="21197"/>
                  </a:cubicBezTo>
                  <a:cubicBezTo>
                    <a:pt x="18943" y="21282"/>
                    <a:pt x="19227" y="21510"/>
                    <a:pt x="19426" y="21822"/>
                  </a:cubicBezTo>
                  <a:cubicBezTo>
                    <a:pt x="19710" y="22305"/>
                    <a:pt x="20022" y="22759"/>
                    <a:pt x="20306" y="23242"/>
                  </a:cubicBezTo>
                  <a:lnTo>
                    <a:pt x="20931" y="24207"/>
                  </a:lnTo>
                  <a:cubicBezTo>
                    <a:pt x="20858" y="24262"/>
                    <a:pt x="20772" y="24294"/>
                    <a:pt x="20683" y="24294"/>
                  </a:cubicBezTo>
                  <a:cubicBezTo>
                    <a:pt x="20634" y="24294"/>
                    <a:pt x="20584" y="24284"/>
                    <a:pt x="20533" y="24264"/>
                  </a:cubicBezTo>
                  <a:cubicBezTo>
                    <a:pt x="19170" y="23952"/>
                    <a:pt x="17779" y="23696"/>
                    <a:pt x="16416" y="23299"/>
                  </a:cubicBezTo>
                  <a:cubicBezTo>
                    <a:pt x="16332" y="23257"/>
                    <a:pt x="16219" y="23231"/>
                    <a:pt x="16108" y="23231"/>
                  </a:cubicBezTo>
                  <a:cubicBezTo>
                    <a:pt x="16068" y="23231"/>
                    <a:pt x="16028" y="23234"/>
                    <a:pt x="15990" y="23242"/>
                  </a:cubicBezTo>
                  <a:cubicBezTo>
                    <a:pt x="15961" y="23270"/>
                    <a:pt x="15904" y="23299"/>
                    <a:pt x="15904" y="23327"/>
                  </a:cubicBezTo>
                  <a:cubicBezTo>
                    <a:pt x="15904" y="23384"/>
                    <a:pt x="15904" y="23441"/>
                    <a:pt x="15961" y="23469"/>
                  </a:cubicBezTo>
                  <a:cubicBezTo>
                    <a:pt x="16132" y="23583"/>
                    <a:pt x="16330" y="23668"/>
                    <a:pt x="16529" y="23753"/>
                  </a:cubicBezTo>
                  <a:cubicBezTo>
                    <a:pt x="17069" y="23952"/>
                    <a:pt x="17637" y="24122"/>
                    <a:pt x="18205" y="24264"/>
                  </a:cubicBezTo>
                  <a:cubicBezTo>
                    <a:pt x="19170" y="24491"/>
                    <a:pt x="20136" y="24662"/>
                    <a:pt x="21130" y="24861"/>
                  </a:cubicBezTo>
                  <a:cubicBezTo>
                    <a:pt x="21357" y="24917"/>
                    <a:pt x="21584" y="25031"/>
                    <a:pt x="21755" y="25230"/>
                  </a:cubicBezTo>
                  <a:cubicBezTo>
                    <a:pt x="21925" y="25429"/>
                    <a:pt x="22152" y="25656"/>
                    <a:pt x="22379" y="25826"/>
                  </a:cubicBezTo>
                  <a:cubicBezTo>
                    <a:pt x="22465" y="25940"/>
                    <a:pt x="22607" y="25997"/>
                    <a:pt x="22777" y="25997"/>
                  </a:cubicBezTo>
                  <a:cubicBezTo>
                    <a:pt x="22919" y="25968"/>
                    <a:pt x="23061" y="25798"/>
                    <a:pt x="22976" y="25684"/>
                  </a:cubicBezTo>
                  <a:cubicBezTo>
                    <a:pt x="22805" y="25400"/>
                    <a:pt x="22635" y="25145"/>
                    <a:pt x="22465" y="24889"/>
                  </a:cubicBezTo>
                  <a:cubicBezTo>
                    <a:pt x="21755" y="23923"/>
                    <a:pt x="21101" y="22929"/>
                    <a:pt x="20533" y="21879"/>
                  </a:cubicBezTo>
                  <a:cubicBezTo>
                    <a:pt x="20420" y="21708"/>
                    <a:pt x="20363" y="21538"/>
                    <a:pt x="20306" y="21339"/>
                  </a:cubicBezTo>
                  <a:cubicBezTo>
                    <a:pt x="20193" y="20658"/>
                    <a:pt x="20107" y="19948"/>
                    <a:pt x="20107" y="19238"/>
                  </a:cubicBezTo>
                  <a:cubicBezTo>
                    <a:pt x="20107" y="18073"/>
                    <a:pt x="20051" y="16909"/>
                    <a:pt x="19880" y="15745"/>
                  </a:cubicBezTo>
                  <a:cubicBezTo>
                    <a:pt x="19767" y="14978"/>
                    <a:pt x="19653" y="14211"/>
                    <a:pt x="19483" y="13444"/>
                  </a:cubicBezTo>
                  <a:cubicBezTo>
                    <a:pt x="19369" y="12933"/>
                    <a:pt x="19170" y="12422"/>
                    <a:pt x="19000" y="11911"/>
                  </a:cubicBezTo>
                  <a:cubicBezTo>
                    <a:pt x="18971" y="11797"/>
                    <a:pt x="18886" y="11684"/>
                    <a:pt x="18773" y="11655"/>
                  </a:cubicBezTo>
                  <a:cubicBezTo>
                    <a:pt x="18752" y="11645"/>
                    <a:pt x="18723" y="11638"/>
                    <a:pt x="18696" y="11638"/>
                  </a:cubicBezTo>
                  <a:cubicBezTo>
                    <a:pt x="18648" y="11638"/>
                    <a:pt x="18602" y="11658"/>
                    <a:pt x="18602" y="11712"/>
                  </a:cubicBezTo>
                  <a:cubicBezTo>
                    <a:pt x="18574" y="11797"/>
                    <a:pt x="18574" y="11882"/>
                    <a:pt x="18602" y="11996"/>
                  </a:cubicBezTo>
                  <a:cubicBezTo>
                    <a:pt x="18858" y="12848"/>
                    <a:pt x="19057" y="13728"/>
                    <a:pt x="19170" y="14637"/>
                  </a:cubicBezTo>
                  <a:cubicBezTo>
                    <a:pt x="19454" y="16284"/>
                    <a:pt x="19625" y="17960"/>
                    <a:pt x="19625" y="19635"/>
                  </a:cubicBezTo>
                  <a:cubicBezTo>
                    <a:pt x="19653" y="19806"/>
                    <a:pt x="19681" y="19976"/>
                    <a:pt x="19511" y="20090"/>
                  </a:cubicBezTo>
                  <a:cubicBezTo>
                    <a:pt x="19454" y="20061"/>
                    <a:pt x="19397" y="20004"/>
                    <a:pt x="19341" y="19948"/>
                  </a:cubicBezTo>
                  <a:cubicBezTo>
                    <a:pt x="18943" y="19351"/>
                    <a:pt x="18574" y="18726"/>
                    <a:pt x="18148" y="18130"/>
                  </a:cubicBezTo>
                  <a:cubicBezTo>
                    <a:pt x="17835" y="17619"/>
                    <a:pt x="17495" y="17108"/>
                    <a:pt x="17154" y="16625"/>
                  </a:cubicBezTo>
                  <a:cubicBezTo>
                    <a:pt x="16785" y="16142"/>
                    <a:pt x="16558" y="15603"/>
                    <a:pt x="16472" y="15006"/>
                  </a:cubicBezTo>
                  <a:cubicBezTo>
                    <a:pt x="16302" y="13984"/>
                    <a:pt x="16103" y="12905"/>
                    <a:pt x="15933" y="11854"/>
                  </a:cubicBezTo>
                  <a:cubicBezTo>
                    <a:pt x="15791" y="10917"/>
                    <a:pt x="15564" y="9980"/>
                    <a:pt x="15280" y="9099"/>
                  </a:cubicBezTo>
                  <a:cubicBezTo>
                    <a:pt x="14683" y="7310"/>
                    <a:pt x="13774" y="5635"/>
                    <a:pt x="12638" y="4158"/>
                  </a:cubicBezTo>
                  <a:cubicBezTo>
                    <a:pt x="12553" y="3987"/>
                    <a:pt x="12411" y="3845"/>
                    <a:pt x="12241" y="3760"/>
                  </a:cubicBezTo>
                  <a:cubicBezTo>
                    <a:pt x="12224" y="3752"/>
                    <a:pt x="12208" y="3748"/>
                    <a:pt x="12192" y="3748"/>
                  </a:cubicBezTo>
                  <a:cubicBezTo>
                    <a:pt x="12153" y="3748"/>
                    <a:pt x="12119" y="3769"/>
                    <a:pt x="12099" y="3789"/>
                  </a:cubicBezTo>
                  <a:cubicBezTo>
                    <a:pt x="12071" y="3817"/>
                    <a:pt x="12042" y="3845"/>
                    <a:pt x="12042" y="3902"/>
                  </a:cubicBezTo>
                  <a:cubicBezTo>
                    <a:pt x="12099" y="4016"/>
                    <a:pt x="12127" y="4129"/>
                    <a:pt x="12184" y="4243"/>
                  </a:cubicBezTo>
                  <a:cubicBezTo>
                    <a:pt x="12582" y="4896"/>
                    <a:pt x="12951" y="5549"/>
                    <a:pt x="13348" y="6174"/>
                  </a:cubicBezTo>
                  <a:cubicBezTo>
                    <a:pt x="14030" y="7367"/>
                    <a:pt x="14570" y="8616"/>
                    <a:pt x="14967" y="9923"/>
                  </a:cubicBezTo>
                  <a:cubicBezTo>
                    <a:pt x="15052" y="10207"/>
                    <a:pt x="15138" y="10519"/>
                    <a:pt x="15194" y="10832"/>
                  </a:cubicBezTo>
                  <a:cubicBezTo>
                    <a:pt x="15422" y="11939"/>
                    <a:pt x="15592" y="13075"/>
                    <a:pt x="15791" y="14211"/>
                  </a:cubicBezTo>
                  <a:cubicBezTo>
                    <a:pt x="15819" y="14325"/>
                    <a:pt x="15904" y="14467"/>
                    <a:pt x="15791" y="14609"/>
                  </a:cubicBezTo>
                  <a:cubicBezTo>
                    <a:pt x="15734" y="14609"/>
                    <a:pt x="15677" y="14609"/>
                    <a:pt x="15649" y="14580"/>
                  </a:cubicBezTo>
                  <a:cubicBezTo>
                    <a:pt x="15507" y="14410"/>
                    <a:pt x="15336" y="14268"/>
                    <a:pt x="15194" y="14097"/>
                  </a:cubicBezTo>
                  <a:cubicBezTo>
                    <a:pt x="14342" y="13103"/>
                    <a:pt x="13434" y="12166"/>
                    <a:pt x="12496" y="11258"/>
                  </a:cubicBezTo>
                  <a:cubicBezTo>
                    <a:pt x="12326" y="11116"/>
                    <a:pt x="12184" y="10945"/>
                    <a:pt x="12071" y="10746"/>
                  </a:cubicBezTo>
                  <a:cubicBezTo>
                    <a:pt x="11843" y="10349"/>
                    <a:pt x="11673" y="9923"/>
                    <a:pt x="11531" y="9468"/>
                  </a:cubicBezTo>
                  <a:cubicBezTo>
                    <a:pt x="11247" y="8474"/>
                    <a:pt x="10991" y="7452"/>
                    <a:pt x="10679" y="6458"/>
                  </a:cubicBezTo>
                  <a:cubicBezTo>
                    <a:pt x="10423" y="5578"/>
                    <a:pt x="10111" y="4754"/>
                    <a:pt x="9685" y="3959"/>
                  </a:cubicBezTo>
                  <a:cubicBezTo>
                    <a:pt x="9060" y="2681"/>
                    <a:pt x="8095" y="1630"/>
                    <a:pt x="7101" y="608"/>
                  </a:cubicBezTo>
                  <a:cubicBezTo>
                    <a:pt x="6930" y="438"/>
                    <a:pt x="6760" y="296"/>
                    <a:pt x="6561" y="154"/>
                  </a:cubicBezTo>
                  <a:cubicBezTo>
                    <a:pt x="6448" y="68"/>
                    <a:pt x="6334" y="40"/>
                    <a:pt x="6220" y="12"/>
                  </a:cubicBezTo>
                  <a:cubicBezTo>
                    <a:pt x="6205" y="4"/>
                    <a:pt x="6188" y="0"/>
                    <a:pt x="6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9"/>
            <p:cNvSpPr/>
            <p:nvPr/>
          </p:nvSpPr>
          <p:spPr>
            <a:xfrm>
              <a:off x="1127700" y="2939050"/>
              <a:ext cx="164650" cy="174225"/>
            </a:xfrm>
            <a:custGeom>
              <a:rect b="b" l="l" r="r" t="t"/>
              <a:pathLst>
                <a:path extrusionOk="0" h="6969" w="6586">
                  <a:moveTo>
                    <a:pt x="6235" y="1"/>
                  </a:moveTo>
                  <a:cubicBezTo>
                    <a:pt x="6221" y="1"/>
                    <a:pt x="6206" y="2"/>
                    <a:pt x="6192" y="3"/>
                  </a:cubicBezTo>
                  <a:cubicBezTo>
                    <a:pt x="5908" y="32"/>
                    <a:pt x="5624" y="145"/>
                    <a:pt x="5425" y="344"/>
                  </a:cubicBezTo>
                  <a:cubicBezTo>
                    <a:pt x="4999" y="657"/>
                    <a:pt x="4601" y="969"/>
                    <a:pt x="4232" y="1310"/>
                  </a:cubicBezTo>
                  <a:cubicBezTo>
                    <a:pt x="3579" y="1878"/>
                    <a:pt x="2926" y="2474"/>
                    <a:pt x="2301" y="3099"/>
                  </a:cubicBezTo>
                  <a:cubicBezTo>
                    <a:pt x="1392" y="3951"/>
                    <a:pt x="682" y="4973"/>
                    <a:pt x="200" y="6109"/>
                  </a:cubicBezTo>
                  <a:cubicBezTo>
                    <a:pt x="114" y="6251"/>
                    <a:pt x="86" y="6393"/>
                    <a:pt x="29" y="6535"/>
                  </a:cubicBezTo>
                  <a:cubicBezTo>
                    <a:pt x="1" y="6677"/>
                    <a:pt x="58" y="6848"/>
                    <a:pt x="200" y="6904"/>
                  </a:cubicBezTo>
                  <a:cubicBezTo>
                    <a:pt x="256" y="6947"/>
                    <a:pt x="327" y="6968"/>
                    <a:pt x="398" y="6968"/>
                  </a:cubicBezTo>
                  <a:cubicBezTo>
                    <a:pt x="469" y="6968"/>
                    <a:pt x="540" y="6947"/>
                    <a:pt x="597" y="6904"/>
                  </a:cubicBezTo>
                  <a:cubicBezTo>
                    <a:pt x="739" y="6791"/>
                    <a:pt x="853" y="6677"/>
                    <a:pt x="938" y="6535"/>
                  </a:cubicBezTo>
                  <a:cubicBezTo>
                    <a:pt x="1194" y="6138"/>
                    <a:pt x="1421" y="5740"/>
                    <a:pt x="1676" y="5371"/>
                  </a:cubicBezTo>
                  <a:cubicBezTo>
                    <a:pt x="2273" y="4490"/>
                    <a:pt x="3011" y="3695"/>
                    <a:pt x="3835" y="3014"/>
                  </a:cubicBezTo>
                  <a:cubicBezTo>
                    <a:pt x="4459" y="2446"/>
                    <a:pt x="5113" y="1878"/>
                    <a:pt x="5766" y="1338"/>
                  </a:cubicBezTo>
                  <a:cubicBezTo>
                    <a:pt x="5965" y="1168"/>
                    <a:pt x="6163" y="969"/>
                    <a:pt x="6334" y="770"/>
                  </a:cubicBezTo>
                  <a:cubicBezTo>
                    <a:pt x="6419" y="657"/>
                    <a:pt x="6476" y="515"/>
                    <a:pt x="6533" y="373"/>
                  </a:cubicBezTo>
                  <a:cubicBezTo>
                    <a:pt x="6586" y="187"/>
                    <a:pt x="6440" y="1"/>
                    <a:pt x="6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9"/>
            <p:cNvSpPr/>
            <p:nvPr/>
          </p:nvSpPr>
          <p:spPr>
            <a:xfrm>
              <a:off x="957325" y="2004800"/>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35"/>
                  </a:cubicBezTo>
                  <a:cubicBezTo>
                    <a:pt x="1448" y="1903"/>
                    <a:pt x="2102" y="2443"/>
                    <a:pt x="2755" y="3011"/>
                  </a:cubicBezTo>
                  <a:cubicBezTo>
                    <a:pt x="3578" y="3692"/>
                    <a:pt x="4288" y="4487"/>
                    <a:pt x="4913" y="5368"/>
                  </a:cubicBezTo>
                  <a:cubicBezTo>
                    <a:pt x="5140" y="5765"/>
                    <a:pt x="5396" y="6163"/>
                    <a:pt x="5652" y="6561"/>
                  </a:cubicBezTo>
                  <a:cubicBezTo>
                    <a:pt x="5737" y="6703"/>
                    <a:pt x="5850" y="6816"/>
                    <a:pt x="5964" y="6930"/>
                  </a:cubicBezTo>
                  <a:cubicBezTo>
                    <a:pt x="6035" y="6972"/>
                    <a:pt x="6113" y="6994"/>
                    <a:pt x="6188" y="6994"/>
                  </a:cubicBezTo>
                  <a:cubicBezTo>
                    <a:pt x="6262" y="6994"/>
                    <a:pt x="6333" y="6972"/>
                    <a:pt x="6390" y="6930"/>
                  </a:cubicBezTo>
                  <a:cubicBezTo>
                    <a:pt x="6532" y="6845"/>
                    <a:pt x="6589" y="6703"/>
                    <a:pt x="6532" y="6561"/>
                  </a:cubicBezTo>
                  <a:cubicBezTo>
                    <a:pt x="6503" y="6419"/>
                    <a:pt x="6447" y="6277"/>
                    <a:pt x="6390" y="6135"/>
                  </a:cubicBezTo>
                  <a:cubicBezTo>
                    <a:pt x="5907" y="4999"/>
                    <a:pt x="5169" y="3976"/>
                    <a:pt x="4288" y="3096"/>
                  </a:cubicBezTo>
                  <a:cubicBezTo>
                    <a:pt x="3664" y="2500"/>
                    <a:pt x="3010" y="1903"/>
                    <a:pt x="2357" y="1335"/>
                  </a:cubicBezTo>
                  <a:cubicBezTo>
                    <a:pt x="1988" y="994"/>
                    <a:pt x="1562" y="682"/>
                    <a:pt x="1164"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9"/>
            <p:cNvSpPr/>
            <p:nvPr/>
          </p:nvSpPr>
          <p:spPr>
            <a:xfrm>
              <a:off x="1138350" y="1497775"/>
              <a:ext cx="78125" cy="223050"/>
            </a:xfrm>
            <a:custGeom>
              <a:rect b="b" l="l" r="r" t="t"/>
              <a:pathLst>
                <a:path extrusionOk="0" h="8922" w="3125">
                  <a:moveTo>
                    <a:pt x="342" y="0"/>
                  </a:moveTo>
                  <a:cubicBezTo>
                    <a:pt x="206" y="0"/>
                    <a:pt x="71" y="85"/>
                    <a:pt x="29" y="232"/>
                  </a:cubicBezTo>
                  <a:cubicBezTo>
                    <a:pt x="1" y="374"/>
                    <a:pt x="1" y="516"/>
                    <a:pt x="29" y="658"/>
                  </a:cubicBezTo>
                  <a:cubicBezTo>
                    <a:pt x="86" y="913"/>
                    <a:pt x="171" y="1169"/>
                    <a:pt x="285" y="1425"/>
                  </a:cubicBezTo>
                  <a:cubicBezTo>
                    <a:pt x="597" y="2220"/>
                    <a:pt x="938" y="2987"/>
                    <a:pt x="1222" y="3782"/>
                  </a:cubicBezTo>
                  <a:cubicBezTo>
                    <a:pt x="1648" y="4776"/>
                    <a:pt x="1932" y="5798"/>
                    <a:pt x="2074" y="6877"/>
                  </a:cubicBezTo>
                  <a:cubicBezTo>
                    <a:pt x="2131" y="7332"/>
                    <a:pt x="2159" y="7786"/>
                    <a:pt x="2216" y="8240"/>
                  </a:cubicBezTo>
                  <a:cubicBezTo>
                    <a:pt x="2216" y="8411"/>
                    <a:pt x="2273" y="8581"/>
                    <a:pt x="2330" y="8723"/>
                  </a:cubicBezTo>
                  <a:cubicBezTo>
                    <a:pt x="2386" y="8865"/>
                    <a:pt x="2528" y="8922"/>
                    <a:pt x="2699" y="8922"/>
                  </a:cubicBezTo>
                  <a:cubicBezTo>
                    <a:pt x="2841" y="8922"/>
                    <a:pt x="2954" y="8808"/>
                    <a:pt x="2983" y="8666"/>
                  </a:cubicBezTo>
                  <a:cubicBezTo>
                    <a:pt x="3011" y="8524"/>
                    <a:pt x="3040" y="8382"/>
                    <a:pt x="3040" y="8240"/>
                  </a:cubicBezTo>
                  <a:cubicBezTo>
                    <a:pt x="3125" y="6991"/>
                    <a:pt x="2954" y="5770"/>
                    <a:pt x="2557" y="4577"/>
                  </a:cubicBezTo>
                  <a:cubicBezTo>
                    <a:pt x="2273" y="3753"/>
                    <a:pt x="1960" y="2958"/>
                    <a:pt x="1648" y="2135"/>
                  </a:cubicBezTo>
                  <a:cubicBezTo>
                    <a:pt x="1449" y="1652"/>
                    <a:pt x="1250" y="1169"/>
                    <a:pt x="1023" y="715"/>
                  </a:cubicBezTo>
                  <a:cubicBezTo>
                    <a:pt x="910" y="431"/>
                    <a:pt x="739" y="203"/>
                    <a:pt x="484" y="33"/>
                  </a:cubicBezTo>
                  <a:cubicBezTo>
                    <a:pt x="439" y="11"/>
                    <a:pt x="391"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9"/>
            <p:cNvSpPr/>
            <p:nvPr/>
          </p:nvSpPr>
          <p:spPr>
            <a:xfrm>
              <a:off x="1208650" y="2357525"/>
              <a:ext cx="762525" cy="678650"/>
            </a:xfrm>
            <a:custGeom>
              <a:rect b="b" l="l" r="r" t="t"/>
              <a:pathLst>
                <a:path extrusionOk="0" h="27146" w="30501">
                  <a:moveTo>
                    <a:pt x="21383" y="0"/>
                  </a:moveTo>
                  <a:cubicBezTo>
                    <a:pt x="20966" y="0"/>
                    <a:pt x="20549" y="40"/>
                    <a:pt x="20135" y="119"/>
                  </a:cubicBezTo>
                  <a:cubicBezTo>
                    <a:pt x="18914" y="375"/>
                    <a:pt x="17778" y="829"/>
                    <a:pt x="16727" y="1511"/>
                  </a:cubicBezTo>
                  <a:cubicBezTo>
                    <a:pt x="15478" y="2249"/>
                    <a:pt x="14342" y="3130"/>
                    <a:pt x="13263" y="4095"/>
                  </a:cubicBezTo>
                  <a:cubicBezTo>
                    <a:pt x="12524" y="4777"/>
                    <a:pt x="11786" y="5458"/>
                    <a:pt x="11076" y="6140"/>
                  </a:cubicBezTo>
                  <a:cubicBezTo>
                    <a:pt x="10366" y="6736"/>
                    <a:pt x="9599" y="7276"/>
                    <a:pt x="8776" y="7673"/>
                  </a:cubicBezTo>
                  <a:cubicBezTo>
                    <a:pt x="7782" y="8213"/>
                    <a:pt x="6873" y="8866"/>
                    <a:pt x="6106" y="9690"/>
                  </a:cubicBezTo>
                  <a:cubicBezTo>
                    <a:pt x="5283" y="10570"/>
                    <a:pt x="4629" y="11621"/>
                    <a:pt x="4232" y="12785"/>
                  </a:cubicBezTo>
                  <a:cubicBezTo>
                    <a:pt x="3948" y="13637"/>
                    <a:pt x="3692" y="14546"/>
                    <a:pt x="3408" y="15426"/>
                  </a:cubicBezTo>
                  <a:cubicBezTo>
                    <a:pt x="3266" y="15852"/>
                    <a:pt x="3124" y="16278"/>
                    <a:pt x="2982" y="16704"/>
                  </a:cubicBezTo>
                  <a:cubicBezTo>
                    <a:pt x="2613" y="17954"/>
                    <a:pt x="2102" y="19175"/>
                    <a:pt x="1449" y="20311"/>
                  </a:cubicBezTo>
                  <a:cubicBezTo>
                    <a:pt x="1136" y="20936"/>
                    <a:pt x="852" y="21560"/>
                    <a:pt x="568" y="22185"/>
                  </a:cubicBezTo>
                  <a:cubicBezTo>
                    <a:pt x="228" y="22895"/>
                    <a:pt x="57" y="23662"/>
                    <a:pt x="29" y="24457"/>
                  </a:cubicBezTo>
                  <a:cubicBezTo>
                    <a:pt x="0" y="24855"/>
                    <a:pt x="86" y="25252"/>
                    <a:pt x="228" y="25650"/>
                  </a:cubicBezTo>
                  <a:cubicBezTo>
                    <a:pt x="341" y="26019"/>
                    <a:pt x="597" y="26331"/>
                    <a:pt x="937" y="26502"/>
                  </a:cubicBezTo>
                  <a:cubicBezTo>
                    <a:pt x="1614" y="26937"/>
                    <a:pt x="2414" y="27146"/>
                    <a:pt x="3233" y="27146"/>
                  </a:cubicBezTo>
                  <a:cubicBezTo>
                    <a:pt x="3376" y="27146"/>
                    <a:pt x="3520" y="27139"/>
                    <a:pt x="3664" y="27127"/>
                  </a:cubicBezTo>
                  <a:cubicBezTo>
                    <a:pt x="5311" y="26871"/>
                    <a:pt x="6930" y="26331"/>
                    <a:pt x="8435" y="25536"/>
                  </a:cubicBezTo>
                  <a:cubicBezTo>
                    <a:pt x="9400" y="25054"/>
                    <a:pt x="10366" y="24514"/>
                    <a:pt x="11332" y="24003"/>
                  </a:cubicBezTo>
                  <a:cubicBezTo>
                    <a:pt x="11587" y="23889"/>
                    <a:pt x="11843" y="23747"/>
                    <a:pt x="12098" y="23634"/>
                  </a:cubicBezTo>
                  <a:cubicBezTo>
                    <a:pt x="13092" y="23122"/>
                    <a:pt x="14200" y="22867"/>
                    <a:pt x="15336" y="22867"/>
                  </a:cubicBezTo>
                  <a:cubicBezTo>
                    <a:pt x="15493" y="22863"/>
                    <a:pt x="15651" y="22861"/>
                    <a:pt x="15809" y="22861"/>
                  </a:cubicBezTo>
                  <a:cubicBezTo>
                    <a:pt x="16873" y="22861"/>
                    <a:pt x="17939" y="22942"/>
                    <a:pt x="19028" y="23066"/>
                  </a:cubicBezTo>
                  <a:cubicBezTo>
                    <a:pt x="19567" y="23122"/>
                    <a:pt x="20107" y="23236"/>
                    <a:pt x="20646" y="23293"/>
                  </a:cubicBezTo>
                  <a:cubicBezTo>
                    <a:pt x="21094" y="23358"/>
                    <a:pt x="21549" y="23390"/>
                    <a:pt x="22007" y="23390"/>
                  </a:cubicBezTo>
                  <a:cubicBezTo>
                    <a:pt x="22741" y="23390"/>
                    <a:pt x="23479" y="23308"/>
                    <a:pt x="24196" y="23151"/>
                  </a:cubicBezTo>
                  <a:cubicBezTo>
                    <a:pt x="24480" y="23066"/>
                    <a:pt x="24764" y="22980"/>
                    <a:pt x="25048" y="22838"/>
                  </a:cubicBezTo>
                  <a:cubicBezTo>
                    <a:pt x="26440" y="22214"/>
                    <a:pt x="27632" y="21191"/>
                    <a:pt x="28484" y="19913"/>
                  </a:cubicBezTo>
                  <a:cubicBezTo>
                    <a:pt x="29052" y="18948"/>
                    <a:pt x="29478" y="17925"/>
                    <a:pt x="29762" y="16846"/>
                  </a:cubicBezTo>
                  <a:cubicBezTo>
                    <a:pt x="30359" y="14518"/>
                    <a:pt x="30501" y="12075"/>
                    <a:pt x="30188" y="9690"/>
                  </a:cubicBezTo>
                  <a:cubicBezTo>
                    <a:pt x="30046" y="8554"/>
                    <a:pt x="29734" y="7418"/>
                    <a:pt x="29251" y="6367"/>
                  </a:cubicBezTo>
                  <a:cubicBezTo>
                    <a:pt x="28712" y="5117"/>
                    <a:pt x="28002" y="3953"/>
                    <a:pt x="27150" y="2902"/>
                  </a:cubicBezTo>
                  <a:cubicBezTo>
                    <a:pt x="26411" y="2022"/>
                    <a:pt x="25503" y="1312"/>
                    <a:pt x="24480" y="772"/>
                  </a:cubicBezTo>
                  <a:cubicBezTo>
                    <a:pt x="23519" y="261"/>
                    <a:pt x="22455" y="0"/>
                    <a:pt x="2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9"/>
            <p:cNvSpPr/>
            <p:nvPr/>
          </p:nvSpPr>
          <p:spPr>
            <a:xfrm>
              <a:off x="1238475" y="2430775"/>
              <a:ext cx="617700" cy="548150"/>
            </a:xfrm>
            <a:custGeom>
              <a:rect b="b" l="l" r="r" t="t"/>
              <a:pathLst>
                <a:path extrusionOk="0" h="21926" w="24708">
                  <a:moveTo>
                    <a:pt x="20817" y="1"/>
                  </a:moveTo>
                  <a:cubicBezTo>
                    <a:pt x="20703" y="1"/>
                    <a:pt x="20589" y="29"/>
                    <a:pt x="20476" y="86"/>
                  </a:cubicBezTo>
                  <a:cubicBezTo>
                    <a:pt x="20249" y="171"/>
                    <a:pt x="20050" y="313"/>
                    <a:pt x="19851" y="427"/>
                  </a:cubicBezTo>
                  <a:cubicBezTo>
                    <a:pt x="18715" y="1222"/>
                    <a:pt x="17607" y="2045"/>
                    <a:pt x="16755" y="3153"/>
                  </a:cubicBezTo>
                  <a:cubicBezTo>
                    <a:pt x="16216" y="3863"/>
                    <a:pt x="15761" y="4601"/>
                    <a:pt x="15336" y="5368"/>
                  </a:cubicBezTo>
                  <a:cubicBezTo>
                    <a:pt x="14881" y="6305"/>
                    <a:pt x="14455" y="7214"/>
                    <a:pt x="13972" y="8123"/>
                  </a:cubicBezTo>
                  <a:cubicBezTo>
                    <a:pt x="13774" y="8520"/>
                    <a:pt x="13518" y="8890"/>
                    <a:pt x="13234" y="9230"/>
                  </a:cubicBezTo>
                  <a:cubicBezTo>
                    <a:pt x="13092" y="9401"/>
                    <a:pt x="12922" y="9543"/>
                    <a:pt x="12751" y="9656"/>
                  </a:cubicBezTo>
                  <a:cubicBezTo>
                    <a:pt x="11672" y="10338"/>
                    <a:pt x="10621" y="11105"/>
                    <a:pt x="9627" y="11900"/>
                  </a:cubicBezTo>
                  <a:cubicBezTo>
                    <a:pt x="9457" y="12042"/>
                    <a:pt x="9287" y="12155"/>
                    <a:pt x="9116" y="12269"/>
                  </a:cubicBezTo>
                  <a:lnTo>
                    <a:pt x="8974" y="12269"/>
                  </a:lnTo>
                  <a:cubicBezTo>
                    <a:pt x="8889" y="12127"/>
                    <a:pt x="9003" y="11985"/>
                    <a:pt x="9031" y="11872"/>
                  </a:cubicBezTo>
                  <a:cubicBezTo>
                    <a:pt x="9429" y="10821"/>
                    <a:pt x="9798" y="9770"/>
                    <a:pt x="10195" y="8719"/>
                  </a:cubicBezTo>
                  <a:cubicBezTo>
                    <a:pt x="10309" y="8435"/>
                    <a:pt x="10451" y="8180"/>
                    <a:pt x="10621" y="7896"/>
                  </a:cubicBezTo>
                  <a:cubicBezTo>
                    <a:pt x="11218" y="6731"/>
                    <a:pt x="11956" y="5624"/>
                    <a:pt x="12836" y="4601"/>
                  </a:cubicBezTo>
                  <a:cubicBezTo>
                    <a:pt x="13348" y="4062"/>
                    <a:pt x="13802" y="3494"/>
                    <a:pt x="14285" y="2954"/>
                  </a:cubicBezTo>
                  <a:cubicBezTo>
                    <a:pt x="14370" y="2869"/>
                    <a:pt x="14427" y="2755"/>
                    <a:pt x="14484" y="2642"/>
                  </a:cubicBezTo>
                  <a:cubicBezTo>
                    <a:pt x="14484" y="2613"/>
                    <a:pt x="14484" y="2557"/>
                    <a:pt x="14455" y="2528"/>
                  </a:cubicBezTo>
                  <a:cubicBezTo>
                    <a:pt x="14427" y="2500"/>
                    <a:pt x="14370" y="2471"/>
                    <a:pt x="14342" y="2471"/>
                  </a:cubicBezTo>
                  <a:cubicBezTo>
                    <a:pt x="14143" y="2528"/>
                    <a:pt x="14001" y="2642"/>
                    <a:pt x="13859" y="2784"/>
                  </a:cubicBezTo>
                  <a:cubicBezTo>
                    <a:pt x="12496" y="4005"/>
                    <a:pt x="11360" y="5453"/>
                    <a:pt x="10451" y="7044"/>
                  </a:cubicBezTo>
                  <a:cubicBezTo>
                    <a:pt x="10025" y="7867"/>
                    <a:pt x="9627" y="8691"/>
                    <a:pt x="9315" y="9571"/>
                  </a:cubicBezTo>
                  <a:cubicBezTo>
                    <a:pt x="8974" y="10565"/>
                    <a:pt x="8605" y="11531"/>
                    <a:pt x="8264" y="12525"/>
                  </a:cubicBezTo>
                  <a:cubicBezTo>
                    <a:pt x="8065" y="13064"/>
                    <a:pt x="7753" y="13547"/>
                    <a:pt x="7327" y="13945"/>
                  </a:cubicBezTo>
                  <a:cubicBezTo>
                    <a:pt x="6873" y="14342"/>
                    <a:pt x="6475" y="14768"/>
                    <a:pt x="6077" y="15194"/>
                  </a:cubicBezTo>
                  <a:cubicBezTo>
                    <a:pt x="5566" y="15705"/>
                    <a:pt x="5083" y="16217"/>
                    <a:pt x="4601" y="16728"/>
                  </a:cubicBezTo>
                  <a:cubicBezTo>
                    <a:pt x="4544" y="16785"/>
                    <a:pt x="4487" y="16813"/>
                    <a:pt x="4430" y="16841"/>
                  </a:cubicBezTo>
                  <a:cubicBezTo>
                    <a:pt x="4260" y="16699"/>
                    <a:pt x="4345" y="16529"/>
                    <a:pt x="4374" y="16387"/>
                  </a:cubicBezTo>
                  <a:cubicBezTo>
                    <a:pt x="4686" y="14768"/>
                    <a:pt x="5140" y="13206"/>
                    <a:pt x="5737" y="11673"/>
                  </a:cubicBezTo>
                  <a:cubicBezTo>
                    <a:pt x="5992" y="10821"/>
                    <a:pt x="6333" y="10026"/>
                    <a:pt x="6759" y="9230"/>
                  </a:cubicBezTo>
                  <a:cubicBezTo>
                    <a:pt x="6787" y="9145"/>
                    <a:pt x="6816" y="9060"/>
                    <a:pt x="6816" y="8975"/>
                  </a:cubicBezTo>
                  <a:cubicBezTo>
                    <a:pt x="6816" y="8890"/>
                    <a:pt x="6731" y="8861"/>
                    <a:pt x="6645" y="8861"/>
                  </a:cubicBezTo>
                  <a:cubicBezTo>
                    <a:pt x="6532" y="8890"/>
                    <a:pt x="6447" y="8975"/>
                    <a:pt x="6390" y="9088"/>
                  </a:cubicBezTo>
                  <a:cubicBezTo>
                    <a:pt x="6134" y="9543"/>
                    <a:pt x="5879" y="9997"/>
                    <a:pt x="5651" y="10480"/>
                  </a:cubicBezTo>
                  <a:cubicBezTo>
                    <a:pt x="5367" y="11190"/>
                    <a:pt x="5112" y="11900"/>
                    <a:pt x="4856" y="12610"/>
                  </a:cubicBezTo>
                  <a:cubicBezTo>
                    <a:pt x="4487" y="13689"/>
                    <a:pt x="4203" y="14797"/>
                    <a:pt x="4004" y="15933"/>
                  </a:cubicBezTo>
                  <a:cubicBezTo>
                    <a:pt x="3862" y="16586"/>
                    <a:pt x="3664" y="17267"/>
                    <a:pt x="3408" y="17892"/>
                  </a:cubicBezTo>
                  <a:cubicBezTo>
                    <a:pt x="3351" y="18062"/>
                    <a:pt x="3266" y="18233"/>
                    <a:pt x="3124" y="18375"/>
                  </a:cubicBezTo>
                  <a:cubicBezTo>
                    <a:pt x="2386" y="19255"/>
                    <a:pt x="1562" y="20107"/>
                    <a:pt x="738" y="20902"/>
                  </a:cubicBezTo>
                  <a:cubicBezTo>
                    <a:pt x="511" y="21130"/>
                    <a:pt x="284" y="21357"/>
                    <a:pt x="85" y="21584"/>
                  </a:cubicBezTo>
                  <a:cubicBezTo>
                    <a:pt x="0" y="21669"/>
                    <a:pt x="85" y="21868"/>
                    <a:pt x="227" y="21896"/>
                  </a:cubicBezTo>
                  <a:cubicBezTo>
                    <a:pt x="278" y="21916"/>
                    <a:pt x="328" y="21926"/>
                    <a:pt x="378" y="21926"/>
                  </a:cubicBezTo>
                  <a:cubicBezTo>
                    <a:pt x="470" y="21926"/>
                    <a:pt x="562" y="21895"/>
                    <a:pt x="653" y="21840"/>
                  </a:cubicBezTo>
                  <a:cubicBezTo>
                    <a:pt x="880" y="21698"/>
                    <a:pt x="1136" y="21527"/>
                    <a:pt x="1363" y="21357"/>
                  </a:cubicBezTo>
                  <a:cubicBezTo>
                    <a:pt x="1512" y="21233"/>
                    <a:pt x="1703" y="21153"/>
                    <a:pt x="1919" y="21153"/>
                  </a:cubicBezTo>
                  <a:cubicBezTo>
                    <a:pt x="1951" y="21153"/>
                    <a:pt x="1983" y="21154"/>
                    <a:pt x="2016" y="21158"/>
                  </a:cubicBezTo>
                  <a:cubicBezTo>
                    <a:pt x="2982" y="21158"/>
                    <a:pt x="3948" y="21158"/>
                    <a:pt x="4913" y="21101"/>
                  </a:cubicBezTo>
                  <a:cubicBezTo>
                    <a:pt x="5481" y="21073"/>
                    <a:pt x="6049" y="20988"/>
                    <a:pt x="6617" y="20902"/>
                  </a:cubicBezTo>
                  <a:cubicBezTo>
                    <a:pt x="6844" y="20874"/>
                    <a:pt x="7043" y="20789"/>
                    <a:pt x="7242" y="20732"/>
                  </a:cubicBezTo>
                  <a:cubicBezTo>
                    <a:pt x="7270" y="20704"/>
                    <a:pt x="7299" y="20647"/>
                    <a:pt x="7299" y="20618"/>
                  </a:cubicBezTo>
                  <a:cubicBezTo>
                    <a:pt x="7299" y="20562"/>
                    <a:pt x="7270" y="20533"/>
                    <a:pt x="7213" y="20505"/>
                  </a:cubicBezTo>
                  <a:cubicBezTo>
                    <a:pt x="7147" y="20471"/>
                    <a:pt x="7071" y="20458"/>
                    <a:pt x="6990" y="20458"/>
                  </a:cubicBezTo>
                  <a:cubicBezTo>
                    <a:pt x="6933" y="20458"/>
                    <a:pt x="6875" y="20465"/>
                    <a:pt x="6816" y="20476"/>
                  </a:cubicBezTo>
                  <a:cubicBezTo>
                    <a:pt x="5424" y="20618"/>
                    <a:pt x="4061" y="20618"/>
                    <a:pt x="2698" y="20647"/>
                  </a:cubicBezTo>
                  <a:cubicBezTo>
                    <a:pt x="2664" y="20653"/>
                    <a:pt x="2631" y="20657"/>
                    <a:pt x="2598" y="20657"/>
                  </a:cubicBezTo>
                  <a:cubicBezTo>
                    <a:pt x="2492" y="20657"/>
                    <a:pt x="2394" y="20620"/>
                    <a:pt x="2329" y="20533"/>
                  </a:cubicBezTo>
                  <a:lnTo>
                    <a:pt x="3096" y="19710"/>
                  </a:lnTo>
                  <a:cubicBezTo>
                    <a:pt x="3436" y="19312"/>
                    <a:pt x="3834" y="18914"/>
                    <a:pt x="4203" y="18517"/>
                  </a:cubicBezTo>
                  <a:cubicBezTo>
                    <a:pt x="4430" y="18233"/>
                    <a:pt x="4771" y="18091"/>
                    <a:pt x="5140" y="18091"/>
                  </a:cubicBezTo>
                  <a:cubicBezTo>
                    <a:pt x="5609" y="18048"/>
                    <a:pt x="6085" y="18027"/>
                    <a:pt x="6560" y="18027"/>
                  </a:cubicBezTo>
                  <a:cubicBezTo>
                    <a:pt x="7036" y="18027"/>
                    <a:pt x="7512" y="18048"/>
                    <a:pt x="7980" y="18091"/>
                  </a:cubicBezTo>
                  <a:cubicBezTo>
                    <a:pt x="8648" y="18133"/>
                    <a:pt x="9308" y="18155"/>
                    <a:pt x="9968" y="18155"/>
                  </a:cubicBezTo>
                  <a:cubicBezTo>
                    <a:pt x="10628" y="18155"/>
                    <a:pt x="11289" y="18133"/>
                    <a:pt x="11956" y="18091"/>
                  </a:cubicBezTo>
                  <a:cubicBezTo>
                    <a:pt x="12268" y="18062"/>
                    <a:pt x="12581" y="18006"/>
                    <a:pt x="12865" y="17892"/>
                  </a:cubicBezTo>
                  <a:cubicBezTo>
                    <a:pt x="12950" y="17864"/>
                    <a:pt x="13064" y="17807"/>
                    <a:pt x="13035" y="17693"/>
                  </a:cubicBezTo>
                  <a:cubicBezTo>
                    <a:pt x="13035" y="17580"/>
                    <a:pt x="12893" y="17551"/>
                    <a:pt x="12751" y="17551"/>
                  </a:cubicBezTo>
                  <a:cubicBezTo>
                    <a:pt x="12297" y="17580"/>
                    <a:pt x="11814" y="17608"/>
                    <a:pt x="11331" y="17636"/>
                  </a:cubicBezTo>
                  <a:cubicBezTo>
                    <a:pt x="10998" y="17644"/>
                    <a:pt x="10662" y="17647"/>
                    <a:pt x="10326" y="17647"/>
                  </a:cubicBezTo>
                  <a:cubicBezTo>
                    <a:pt x="9317" y="17647"/>
                    <a:pt x="8300" y="17615"/>
                    <a:pt x="7299" y="17551"/>
                  </a:cubicBezTo>
                  <a:cubicBezTo>
                    <a:pt x="7029" y="17523"/>
                    <a:pt x="6752" y="17509"/>
                    <a:pt x="6475" y="17509"/>
                  </a:cubicBezTo>
                  <a:cubicBezTo>
                    <a:pt x="6198" y="17509"/>
                    <a:pt x="5921" y="17523"/>
                    <a:pt x="5651" y="17551"/>
                  </a:cubicBezTo>
                  <a:lnTo>
                    <a:pt x="5453" y="17551"/>
                  </a:lnTo>
                  <a:cubicBezTo>
                    <a:pt x="5367" y="17551"/>
                    <a:pt x="5282" y="17438"/>
                    <a:pt x="5339" y="17352"/>
                  </a:cubicBezTo>
                  <a:cubicBezTo>
                    <a:pt x="5396" y="17239"/>
                    <a:pt x="5453" y="17154"/>
                    <a:pt x="5538" y="17069"/>
                  </a:cubicBezTo>
                  <a:cubicBezTo>
                    <a:pt x="6447" y="16075"/>
                    <a:pt x="7355" y="15109"/>
                    <a:pt x="8236" y="14143"/>
                  </a:cubicBezTo>
                  <a:cubicBezTo>
                    <a:pt x="8490" y="13843"/>
                    <a:pt x="8837" y="13693"/>
                    <a:pt x="9202" y="13693"/>
                  </a:cubicBezTo>
                  <a:cubicBezTo>
                    <a:pt x="9287" y="13693"/>
                    <a:pt x="9372" y="13701"/>
                    <a:pt x="9457" y="13717"/>
                  </a:cubicBezTo>
                  <a:cubicBezTo>
                    <a:pt x="10224" y="13774"/>
                    <a:pt x="11019" y="13916"/>
                    <a:pt x="11757" y="14143"/>
                  </a:cubicBezTo>
                  <a:cubicBezTo>
                    <a:pt x="12808" y="14484"/>
                    <a:pt x="13802" y="14939"/>
                    <a:pt x="14796" y="15365"/>
                  </a:cubicBezTo>
                  <a:cubicBezTo>
                    <a:pt x="15818" y="15847"/>
                    <a:pt x="16926" y="16160"/>
                    <a:pt x="18062" y="16330"/>
                  </a:cubicBezTo>
                  <a:cubicBezTo>
                    <a:pt x="18280" y="16340"/>
                    <a:pt x="18500" y="16343"/>
                    <a:pt x="18722" y="16343"/>
                  </a:cubicBezTo>
                  <a:cubicBezTo>
                    <a:pt x="19166" y="16343"/>
                    <a:pt x="19614" y="16330"/>
                    <a:pt x="20050" y="16330"/>
                  </a:cubicBezTo>
                  <a:cubicBezTo>
                    <a:pt x="20192" y="16330"/>
                    <a:pt x="20334" y="16273"/>
                    <a:pt x="20447" y="16188"/>
                  </a:cubicBezTo>
                  <a:cubicBezTo>
                    <a:pt x="20476" y="16188"/>
                    <a:pt x="20476" y="16160"/>
                    <a:pt x="20504" y="16131"/>
                  </a:cubicBezTo>
                  <a:cubicBezTo>
                    <a:pt x="20533" y="16103"/>
                    <a:pt x="20504" y="16046"/>
                    <a:pt x="20447" y="16018"/>
                  </a:cubicBezTo>
                  <a:cubicBezTo>
                    <a:pt x="20249" y="15933"/>
                    <a:pt x="20050" y="15904"/>
                    <a:pt x="19823" y="15904"/>
                  </a:cubicBezTo>
                  <a:lnTo>
                    <a:pt x="18545" y="15876"/>
                  </a:lnTo>
                  <a:cubicBezTo>
                    <a:pt x="17778" y="15791"/>
                    <a:pt x="17011" y="15620"/>
                    <a:pt x="16273" y="15336"/>
                  </a:cubicBezTo>
                  <a:cubicBezTo>
                    <a:pt x="15279" y="14995"/>
                    <a:pt x="14342" y="14569"/>
                    <a:pt x="13376" y="14143"/>
                  </a:cubicBezTo>
                  <a:cubicBezTo>
                    <a:pt x="12297" y="13632"/>
                    <a:pt x="11132" y="13320"/>
                    <a:pt x="9968" y="13206"/>
                  </a:cubicBezTo>
                  <a:cubicBezTo>
                    <a:pt x="9826" y="13206"/>
                    <a:pt x="9713" y="13178"/>
                    <a:pt x="9599" y="13149"/>
                  </a:cubicBezTo>
                  <a:cubicBezTo>
                    <a:pt x="9514" y="13149"/>
                    <a:pt x="9457" y="13036"/>
                    <a:pt x="9514" y="12951"/>
                  </a:cubicBezTo>
                  <a:cubicBezTo>
                    <a:pt x="9571" y="12865"/>
                    <a:pt x="9627" y="12809"/>
                    <a:pt x="9713" y="12752"/>
                  </a:cubicBezTo>
                  <a:cubicBezTo>
                    <a:pt x="10763" y="11843"/>
                    <a:pt x="11842" y="11020"/>
                    <a:pt x="12978" y="10224"/>
                  </a:cubicBezTo>
                  <a:cubicBezTo>
                    <a:pt x="13230" y="10036"/>
                    <a:pt x="13542" y="9925"/>
                    <a:pt x="13849" y="9925"/>
                  </a:cubicBezTo>
                  <a:cubicBezTo>
                    <a:pt x="13958" y="9925"/>
                    <a:pt x="14067" y="9939"/>
                    <a:pt x="14171" y="9969"/>
                  </a:cubicBezTo>
                  <a:cubicBezTo>
                    <a:pt x="15137" y="10139"/>
                    <a:pt x="16074" y="10423"/>
                    <a:pt x="16954" y="10821"/>
                  </a:cubicBezTo>
                  <a:cubicBezTo>
                    <a:pt x="18090" y="11332"/>
                    <a:pt x="19255" y="11758"/>
                    <a:pt x="20419" y="12127"/>
                  </a:cubicBezTo>
                  <a:cubicBezTo>
                    <a:pt x="21416" y="12388"/>
                    <a:pt x="22452" y="12510"/>
                    <a:pt x="23478" y="12510"/>
                  </a:cubicBezTo>
                  <a:cubicBezTo>
                    <a:pt x="23680" y="12510"/>
                    <a:pt x="23882" y="12506"/>
                    <a:pt x="24082" y="12496"/>
                  </a:cubicBezTo>
                  <a:cubicBezTo>
                    <a:pt x="24196" y="12468"/>
                    <a:pt x="24281" y="12468"/>
                    <a:pt x="24366" y="12439"/>
                  </a:cubicBezTo>
                  <a:cubicBezTo>
                    <a:pt x="24480" y="12411"/>
                    <a:pt x="24594" y="12411"/>
                    <a:pt x="24650" y="12269"/>
                  </a:cubicBezTo>
                  <a:cubicBezTo>
                    <a:pt x="24707" y="12127"/>
                    <a:pt x="24565" y="12070"/>
                    <a:pt x="24366" y="12042"/>
                  </a:cubicBezTo>
                  <a:cubicBezTo>
                    <a:pt x="23912" y="12014"/>
                    <a:pt x="23458" y="11957"/>
                    <a:pt x="23003" y="11957"/>
                  </a:cubicBezTo>
                  <a:cubicBezTo>
                    <a:pt x="21271" y="11957"/>
                    <a:pt x="19709" y="11417"/>
                    <a:pt x="18147" y="10736"/>
                  </a:cubicBezTo>
                  <a:cubicBezTo>
                    <a:pt x="17267" y="10310"/>
                    <a:pt x="16358" y="9969"/>
                    <a:pt x="15421" y="9685"/>
                  </a:cubicBezTo>
                  <a:cubicBezTo>
                    <a:pt x="15165" y="9600"/>
                    <a:pt x="14910" y="9571"/>
                    <a:pt x="14654" y="9543"/>
                  </a:cubicBezTo>
                  <a:cubicBezTo>
                    <a:pt x="14634" y="9550"/>
                    <a:pt x="14614" y="9553"/>
                    <a:pt x="14594" y="9553"/>
                  </a:cubicBezTo>
                  <a:cubicBezTo>
                    <a:pt x="14530" y="9553"/>
                    <a:pt x="14470" y="9516"/>
                    <a:pt x="14427" y="9429"/>
                  </a:cubicBezTo>
                  <a:cubicBezTo>
                    <a:pt x="14484" y="9230"/>
                    <a:pt x="14654" y="9174"/>
                    <a:pt x="14796" y="9088"/>
                  </a:cubicBezTo>
                  <a:cubicBezTo>
                    <a:pt x="16131" y="8322"/>
                    <a:pt x="17579" y="7754"/>
                    <a:pt x="19084" y="7384"/>
                  </a:cubicBezTo>
                  <a:cubicBezTo>
                    <a:pt x="20135" y="7129"/>
                    <a:pt x="21214" y="6930"/>
                    <a:pt x="22265" y="6675"/>
                  </a:cubicBezTo>
                  <a:cubicBezTo>
                    <a:pt x="23032" y="6504"/>
                    <a:pt x="23798" y="6277"/>
                    <a:pt x="24537" y="6078"/>
                  </a:cubicBezTo>
                  <a:cubicBezTo>
                    <a:pt x="24622" y="6050"/>
                    <a:pt x="24650" y="5965"/>
                    <a:pt x="24622" y="5908"/>
                  </a:cubicBezTo>
                  <a:cubicBezTo>
                    <a:pt x="24594" y="5879"/>
                    <a:pt x="24565" y="5823"/>
                    <a:pt x="24537" y="5823"/>
                  </a:cubicBezTo>
                  <a:cubicBezTo>
                    <a:pt x="24422" y="5797"/>
                    <a:pt x="24301" y="5783"/>
                    <a:pt x="24183" y="5783"/>
                  </a:cubicBezTo>
                  <a:cubicBezTo>
                    <a:pt x="24037" y="5783"/>
                    <a:pt x="23895" y="5804"/>
                    <a:pt x="23770" y="5851"/>
                  </a:cubicBezTo>
                  <a:cubicBezTo>
                    <a:pt x="23174" y="5965"/>
                    <a:pt x="22606" y="6135"/>
                    <a:pt x="22009" y="6249"/>
                  </a:cubicBezTo>
                  <a:cubicBezTo>
                    <a:pt x="21157" y="6419"/>
                    <a:pt x="20305" y="6618"/>
                    <a:pt x="19453" y="6788"/>
                  </a:cubicBezTo>
                  <a:cubicBezTo>
                    <a:pt x="17891" y="7072"/>
                    <a:pt x="16358" y="7612"/>
                    <a:pt x="14966" y="8378"/>
                  </a:cubicBezTo>
                  <a:cubicBezTo>
                    <a:pt x="14881" y="8407"/>
                    <a:pt x="14796" y="8435"/>
                    <a:pt x="14711" y="8464"/>
                  </a:cubicBezTo>
                  <a:cubicBezTo>
                    <a:pt x="14654" y="8464"/>
                    <a:pt x="14569" y="8464"/>
                    <a:pt x="14569" y="8350"/>
                  </a:cubicBezTo>
                  <a:cubicBezTo>
                    <a:pt x="14569" y="8293"/>
                    <a:pt x="14569" y="8265"/>
                    <a:pt x="14597" y="8208"/>
                  </a:cubicBezTo>
                  <a:cubicBezTo>
                    <a:pt x="15080" y="7271"/>
                    <a:pt x="15534" y="6334"/>
                    <a:pt x="16017" y="5425"/>
                  </a:cubicBezTo>
                  <a:cubicBezTo>
                    <a:pt x="16869" y="3778"/>
                    <a:pt x="18090" y="2386"/>
                    <a:pt x="19567" y="1307"/>
                  </a:cubicBezTo>
                  <a:cubicBezTo>
                    <a:pt x="20021" y="966"/>
                    <a:pt x="20476" y="626"/>
                    <a:pt x="20930" y="285"/>
                  </a:cubicBezTo>
                  <a:cubicBezTo>
                    <a:pt x="20987" y="228"/>
                    <a:pt x="21044" y="171"/>
                    <a:pt x="20987" y="86"/>
                  </a:cubicBezTo>
                  <a:cubicBezTo>
                    <a:pt x="20958" y="29"/>
                    <a:pt x="20902" y="1"/>
                    <a:pt x="20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9"/>
            <p:cNvSpPr/>
            <p:nvPr/>
          </p:nvSpPr>
          <p:spPr>
            <a:xfrm>
              <a:off x="1166750" y="1518850"/>
              <a:ext cx="700775" cy="669050"/>
            </a:xfrm>
            <a:custGeom>
              <a:rect b="b" l="l" r="r" t="t"/>
              <a:pathLst>
                <a:path extrusionOk="0" h="26762" w="28031">
                  <a:moveTo>
                    <a:pt x="19105" y="1"/>
                  </a:moveTo>
                  <a:cubicBezTo>
                    <a:pt x="18567" y="1"/>
                    <a:pt x="18027" y="71"/>
                    <a:pt x="17495" y="212"/>
                  </a:cubicBezTo>
                  <a:cubicBezTo>
                    <a:pt x="16359" y="525"/>
                    <a:pt x="15308" y="1036"/>
                    <a:pt x="14371" y="1718"/>
                  </a:cubicBezTo>
                  <a:cubicBezTo>
                    <a:pt x="13235" y="2513"/>
                    <a:pt x="12212" y="3421"/>
                    <a:pt x="11247" y="4415"/>
                  </a:cubicBezTo>
                  <a:cubicBezTo>
                    <a:pt x="10594" y="5069"/>
                    <a:pt x="9940" y="5779"/>
                    <a:pt x="9316" y="6460"/>
                  </a:cubicBezTo>
                  <a:cubicBezTo>
                    <a:pt x="8691" y="7057"/>
                    <a:pt x="7981" y="7596"/>
                    <a:pt x="7243" y="8050"/>
                  </a:cubicBezTo>
                  <a:cubicBezTo>
                    <a:pt x="6334" y="8590"/>
                    <a:pt x="5510" y="9300"/>
                    <a:pt x="4829" y="10095"/>
                  </a:cubicBezTo>
                  <a:cubicBezTo>
                    <a:pt x="4090" y="10976"/>
                    <a:pt x="3551" y="12026"/>
                    <a:pt x="3267" y="13134"/>
                  </a:cubicBezTo>
                  <a:cubicBezTo>
                    <a:pt x="3039" y="13986"/>
                    <a:pt x="2841" y="14838"/>
                    <a:pt x="2613" y="15690"/>
                  </a:cubicBezTo>
                  <a:cubicBezTo>
                    <a:pt x="2528" y="16087"/>
                    <a:pt x="2415" y="16513"/>
                    <a:pt x="2330" y="16939"/>
                  </a:cubicBezTo>
                  <a:cubicBezTo>
                    <a:pt x="2017" y="18132"/>
                    <a:pt x="1620" y="19296"/>
                    <a:pt x="1080" y="20432"/>
                  </a:cubicBezTo>
                  <a:cubicBezTo>
                    <a:pt x="824" y="21029"/>
                    <a:pt x="597" y="21625"/>
                    <a:pt x="342" y="22222"/>
                  </a:cubicBezTo>
                  <a:cubicBezTo>
                    <a:pt x="114" y="22932"/>
                    <a:pt x="1" y="23670"/>
                    <a:pt x="1" y="24408"/>
                  </a:cubicBezTo>
                  <a:cubicBezTo>
                    <a:pt x="29" y="24777"/>
                    <a:pt x="114" y="25175"/>
                    <a:pt x="256" y="25516"/>
                  </a:cubicBezTo>
                  <a:cubicBezTo>
                    <a:pt x="398" y="25857"/>
                    <a:pt x="654" y="26112"/>
                    <a:pt x="966" y="26283"/>
                  </a:cubicBezTo>
                  <a:cubicBezTo>
                    <a:pt x="1563" y="26602"/>
                    <a:pt x="2239" y="26762"/>
                    <a:pt x="2911" y="26762"/>
                  </a:cubicBezTo>
                  <a:cubicBezTo>
                    <a:pt x="3135" y="26762"/>
                    <a:pt x="3359" y="26744"/>
                    <a:pt x="3579" y="26709"/>
                  </a:cubicBezTo>
                  <a:cubicBezTo>
                    <a:pt x="5141" y="26339"/>
                    <a:pt x="6646" y="25743"/>
                    <a:pt x="8009" y="24919"/>
                  </a:cubicBezTo>
                  <a:cubicBezTo>
                    <a:pt x="8890" y="24380"/>
                    <a:pt x="9770" y="23840"/>
                    <a:pt x="10650" y="23301"/>
                  </a:cubicBezTo>
                  <a:cubicBezTo>
                    <a:pt x="10878" y="23159"/>
                    <a:pt x="11105" y="23017"/>
                    <a:pt x="11360" y="22875"/>
                  </a:cubicBezTo>
                  <a:cubicBezTo>
                    <a:pt x="12269" y="22335"/>
                    <a:pt x="13291" y="22023"/>
                    <a:pt x="14342" y="21966"/>
                  </a:cubicBezTo>
                  <a:cubicBezTo>
                    <a:pt x="15019" y="21916"/>
                    <a:pt x="15696" y="21886"/>
                    <a:pt x="16372" y="21886"/>
                  </a:cubicBezTo>
                  <a:cubicBezTo>
                    <a:pt x="16860" y="21886"/>
                    <a:pt x="17348" y="21902"/>
                    <a:pt x="17835" y="21938"/>
                  </a:cubicBezTo>
                  <a:cubicBezTo>
                    <a:pt x="18375" y="21938"/>
                    <a:pt x="18886" y="22023"/>
                    <a:pt x="19397" y="22051"/>
                  </a:cubicBezTo>
                  <a:cubicBezTo>
                    <a:pt x="19631" y="22069"/>
                    <a:pt x="19866" y="22078"/>
                    <a:pt x="20102" y="22078"/>
                  </a:cubicBezTo>
                  <a:cubicBezTo>
                    <a:pt x="20982" y="22078"/>
                    <a:pt x="21869" y="21951"/>
                    <a:pt x="22720" y="21682"/>
                  </a:cubicBezTo>
                  <a:cubicBezTo>
                    <a:pt x="23004" y="21597"/>
                    <a:pt x="23260" y="21483"/>
                    <a:pt x="23515" y="21341"/>
                  </a:cubicBezTo>
                  <a:cubicBezTo>
                    <a:pt x="24793" y="20660"/>
                    <a:pt x="25872" y="19637"/>
                    <a:pt x="26582" y="18359"/>
                  </a:cubicBezTo>
                  <a:cubicBezTo>
                    <a:pt x="27065" y="17422"/>
                    <a:pt x="27406" y="16428"/>
                    <a:pt x="27605" y="15377"/>
                  </a:cubicBezTo>
                  <a:cubicBezTo>
                    <a:pt x="28031" y="13162"/>
                    <a:pt x="28031" y="10862"/>
                    <a:pt x="27576" y="8647"/>
                  </a:cubicBezTo>
                  <a:cubicBezTo>
                    <a:pt x="27349" y="7568"/>
                    <a:pt x="26980" y="6517"/>
                    <a:pt x="26469" y="5551"/>
                  </a:cubicBezTo>
                  <a:cubicBezTo>
                    <a:pt x="25901" y="4387"/>
                    <a:pt x="25134" y="3336"/>
                    <a:pt x="24282" y="2399"/>
                  </a:cubicBezTo>
                  <a:cubicBezTo>
                    <a:pt x="23515" y="1632"/>
                    <a:pt x="22635" y="1008"/>
                    <a:pt x="21641" y="553"/>
                  </a:cubicBezTo>
                  <a:cubicBezTo>
                    <a:pt x="20834" y="185"/>
                    <a:pt x="19973" y="1"/>
                    <a:pt x="19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9"/>
            <p:cNvSpPr/>
            <p:nvPr/>
          </p:nvSpPr>
          <p:spPr>
            <a:xfrm>
              <a:off x="1194450" y="1588050"/>
              <a:ext cx="568700" cy="549100"/>
            </a:xfrm>
            <a:custGeom>
              <a:rect b="b" l="l" r="r" t="t"/>
              <a:pathLst>
                <a:path extrusionOk="0" h="21964" w="22748">
                  <a:moveTo>
                    <a:pt x="18346" y="0"/>
                  </a:moveTo>
                  <a:cubicBezTo>
                    <a:pt x="18232" y="0"/>
                    <a:pt x="18119" y="29"/>
                    <a:pt x="18034" y="85"/>
                  </a:cubicBezTo>
                  <a:cubicBezTo>
                    <a:pt x="17835" y="171"/>
                    <a:pt x="17636" y="313"/>
                    <a:pt x="17466" y="426"/>
                  </a:cubicBezTo>
                  <a:cubicBezTo>
                    <a:pt x="16443" y="1250"/>
                    <a:pt x="15449" y="2102"/>
                    <a:pt x="14711" y="3181"/>
                  </a:cubicBezTo>
                  <a:cubicBezTo>
                    <a:pt x="14257" y="3891"/>
                    <a:pt x="13859" y="4629"/>
                    <a:pt x="13518" y="5368"/>
                  </a:cubicBezTo>
                  <a:cubicBezTo>
                    <a:pt x="13149" y="6276"/>
                    <a:pt x="12780" y="7157"/>
                    <a:pt x="12411" y="8037"/>
                  </a:cubicBezTo>
                  <a:cubicBezTo>
                    <a:pt x="12240" y="8435"/>
                    <a:pt x="12013" y="8804"/>
                    <a:pt x="11758" y="9145"/>
                  </a:cubicBezTo>
                  <a:cubicBezTo>
                    <a:pt x="11644" y="9315"/>
                    <a:pt x="11502" y="9457"/>
                    <a:pt x="11332" y="9571"/>
                  </a:cubicBezTo>
                  <a:cubicBezTo>
                    <a:pt x="10366" y="10281"/>
                    <a:pt x="9429" y="11076"/>
                    <a:pt x="8520" y="11899"/>
                  </a:cubicBezTo>
                  <a:cubicBezTo>
                    <a:pt x="8378" y="12013"/>
                    <a:pt x="8208" y="12155"/>
                    <a:pt x="8066" y="12269"/>
                  </a:cubicBezTo>
                  <a:cubicBezTo>
                    <a:pt x="8051" y="12283"/>
                    <a:pt x="8030" y="12283"/>
                    <a:pt x="8005" y="12283"/>
                  </a:cubicBezTo>
                  <a:cubicBezTo>
                    <a:pt x="7980" y="12283"/>
                    <a:pt x="7952" y="12283"/>
                    <a:pt x="7924" y="12297"/>
                  </a:cubicBezTo>
                  <a:cubicBezTo>
                    <a:pt x="7838" y="12155"/>
                    <a:pt x="7924" y="12041"/>
                    <a:pt x="7980" y="11928"/>
                  </a:cubicBezTo>
                  <a:cubicBezTo>
                    <a:pt x="8264" y="10934"/>
                    <a:pt x="8577" y="9912"/>
                    <a:pt x="8889" y="8889"/>
                  </a:cubicBezTo>
                  <a:cubicBezTo>
                    <a:pt x="8974" y="8634"/>
                    <a:pt x="9088" y="8350"/>
                    <a:pt x="9202" y="8094"/>
                  </a:cubicBezTo>
                  <a:cubicBezTo>
                    <a:pt x="9713" y="6930"/>
                    <a:pt x="10338" y="5850"/>
                    <a:pt x="11104" y="4857"/>
                  </a:cubicBezTo>
                  <a:cubicBezTo>
                    <a:pt x="11530" y="4317"/>
                    <a:pt x="11928" y="3749"/>
                    <a:pt x="12354" y="3209"/>
                  </a:cubicBezTo>
                  <a:cubicBezTo>
                    <a:pt x="12411" y="3096"/>
                    <a:pt x="12467" y="3011"/>
                    <a:pt x="12524" y="2925"/>
                  </a:cubicBezTo>
                  <a:cubicBezTo>
                    <a:pt x="12524" y="2869"/>
                    <a:pt x="12524" y="2840"/>
                    <a:pt x="12524" y="2812"/>
                  </a:cubicBezTo>
                  <a:cubicBezTo>
                    <a:pt x="12467" y="2783"/>
                    <a:pt x="12439" y="2755"/>
                    <a:pt x="12382" y="2755"/>
                  </a:cubicBezTo>
                  <a:cubicBezTo>
                    <a:pt x="12212" y="2840"/>
                    <a:pt x="12070" y="2925"/>
                    <a:pt x="11956" y="3096"/>
                  </a:cubicBezTo>
                  <a:cubicBezTo>
                    <a:pt x="10764" y="4317"/>
                    <a:pt x="9741" y="5737"/>
                    <a:pt x="9003" y="7299"/>
                  </a:cubicBezTo>
                  <a:cubicBezTo>
                    <a:pt x="8634" y="8094"/>
                    <a:pt x="8321" y="8918"/>
                    <a:pt x="8094" y="9770"/>
                  </a:cubicBezTo>
                  <a:cubicBezTo>
                    <a:pt x="7810" y="10707"/>
                    <a:pt x="7526" y="11672"/>
                    <a:pt x="7242" y="12609"/>
                  </a:cubicBezTo>
                  <a:cubicBezTo>
                    <a:pt x="7100" y="13121"/>
                    <a:pt x="6816" y="13603"/>
                    <a:pt x="6447" y="14001"/>
                  </a:cubicBezTo>
                  <a:cubicBezTo>
                    <a:pt x="6049" y="14399"/>
                    <a:pt x="5709" y="14825"/>
                    <a:pt x="5339" y="15251"/>
                  </a:cubicBezTo>
                  <a:cubicBezTo>
                    <a:pt x="4913" y="15762"/>
                    <a:pt x="4487" y="16301"/>
                    <a:pt x="4033" y="16812"/>
                  </a:cubicBezTo>
                  <a:cubicBezTo>
                    <a:pt x="4005" y="16841"/>
                    <a:pt x="3948" y="16898"/>
                    <a:pt x="3891" y="16926"/>
                  </a:cubicBezTo>
                  <a:cubicBezTo>
                    <a:pt x="3749" y="16784"/>
                    <a:pt x="3806" y="16614"/>
                    <a:pt x="3834" y="16472"/>
                  </a:cubicBezTo>
                  <a:cubicBezTo>
                    <a:pt x="4033" y="14938"/>
                    <a:pt x="4345" y="13433"/>
                    <a:pt x="4800" y="11956"/>
                  </a:cubicBezTo>
                  <a:cubicBezTo>
                    <a:pt x="5027" y="11133"/>
                    <a:pt x="5283" y="10337"/>
                    <a:pt x="5623" y="9599"/>
                  </a:cubicBezTo>
                  <a:cubicBezTo>
                    <a:pt x="5652" y="9514"/>
                    <a:pt x="5680" y="9429"/>
                    <a:pt x="5652" y="9344"/>
                  </a:cubicBezTo>
                  <a:cubicBezTo>
                    <a:pt x="5652" y="9280"/>
                    <a:pt x="5620" y="9248"/>
                    <a:pt x="5568" y="9248"/>
                  </a:cubicBezTo>
                  <a:cubicBezTo>
                    <a:pt x="5551" y="9248"/>
                    <a:pt x="5531" y="9251"/>
                    <a:pt x="5510" y="9258"/>
                  </a:cubicBezTo>
                  <a:cubicBezTo>
                    <a:pt x="5396" y="9287"/>
                    <a:pt x="5311" y="9372"/>
                    <a:pt x="5283" y="9486"/>
                  </a:cubicBezTo>
                  <a:cubicBezTo>
                    <a:pt x="5084" y="9940"/>
                    <a:pt x="4828" y="10366"/>
                    <a:pt x="4686" y="10820"/>
                  </a:cubicBezTo>
                  <a:cubicBezTo>
                    <a:pt x="4431" y="11502"/>
                    <a:pt x="4232" y="12183"/>
                    <a:pt x="4033" y="12893"/>
                  </a:cubicBezTo>
                  <a:cubicBezTo>
                    <a:pt x="3749" y="13944"/>
                    <a:pt x="3550" y="14995"/>
                    <a:pt x="3437" y="16074"/>
                  </a:cubicBezTo>
                  <a:cubicBezTo>
                    <a:pt x="3351" y="16727"/>
                    <a:pt x="3209" y="17352"/>
                    <a:pt x="3011" y="17977"/>
                  </a:cubicBezTo>
                  <a:cubicBezTo>
                    <a:pt x="2954" y="18147"/>
                    <a:pt x="2869" y="18318"/>
                    <a:pt x="2755" y="18460"/>
                  </a:cubicBezTo>
                  <a:cubicBezTo>
                    <a:pt x="2102" y="19340"/>
                    <a:pt x="1392" y="20192"/>
                    <a:pt x="654" y="20987"/>
                  </a:cubicBezTo>
                  <a:cubicBezTo>
                    <a:pt x="455" y="21214"/>
                    <a:pt x="284" y="21441"/>
                    <a:pt x="86" y="21669"/>
                  </a:cubicBezTo>
                  <a:cubicBezTo>
                    <a:pt x="0" y="21782"/>
                    <a:pt x="114" y="21953"/>
                    <a:pt x="256" y="21953"/>
                  </a:cubicBezTo>
                  <a:cubicBezTo>
                    <a:pt x="284" y="21960"/>
                    <a:pt x="315" y="21963"/>
                    <a:pt x="346" y="21963"/>
                  </a:cubicBezTo>
                  <a:cubicBezTo>
                    <a:pt x="439" y="21963"/>
                    <a:pt x="540" y="21931"/>
                    <a:pt x="625" y="21867"/>
                  </a:cubicBezTo>
                  <a:cubicBezTo>
                    <a:pt x="852" y="21725"/>
                    <a:pt x="1080" y="21555"/>
                    <a:pt x="1278" y="21385"/>
                  </a:cubicBezTo>
                  <a:cubicBezTo>
                    <a:pt x="1449" y="21243"/>
                    <a:pt x="1647" y="21157"/>
                    <a:pt x="1875" y="21129"/>
                  </a:cubicBezTo>
                  <a:cubicBezTo>
                    <a:pt x="2783" y="21072"/>
                    <a:pt x="3721" y="21015"/>
                    <a:pt x="4629" y="20902"/>
                  </a:cubicBezTo>
                  <a:cubicBezTo>
                    <a:pt x="5169" y="20845"/>
                    <a:pt x="5680" y="20731"/>
                    <a:pt x="6220" y="20618"/>
                  </a:cubicBezTo>
                  <a:cubicBezTo>
                    <a:pt x="6419" y="20561"/>
                    <a:pt x="6589" y="20504"/>
                    <a:pt x="6788" y="20419"/>
                  </a:cubicBezTo>
                  <a:cubicBezTo>
                    <a:pt x="6816" y="20391"/>
                    <a:pt x="6844" y="20362"/>
                    <a:pt x="6844" y="20306"/>
                  </a:cubicBezTo>
                  <a:cubicBezTo>
                    <a:pt x="6816" y="20277"/>
                    <a:pt x="6788" y="20249"/>
                    <a:pt x="6759" y="20220"/>
                  </a:cubicBezTo>
                  <a:cubicBezTo>
                    <a:pt x="6703" y="20192"/>
                    <a:pt x="6639" y="20178"/>
                    <a:pt x="6571" y="20178"/>
                  </a:cubicBezTo>
                  <a:cubicBezTo>
                    <a:pt x="6504" y="20178"/>
                    <a:pt x="6433" y="20192"/>
                    <a:pt x="6362" y="20220"/>
                  </a:cubicBezTo>
                  <a:cubicBezTo>
                    <a:pt x="5084" y="20447"/>
                    <a:pt x="3777" y="20504"/>
                    <a:pt x="2471" y="20618"/>
                  </a:cubicBezTo>
                  <a:cubicBezTo>
                    <a:pt x="2439" y="20634"/>
                    <a:pt x="2405" y="20641"/>
                    <a:pt x="2371" y="20641"/>
                  </a:cubicBezTo>
                  <a:cubicBezTo>
                    <a:pt x="2283" y="20641"/>
                    <a:pt x="2192" y="20594"/>
                    <a:pt x="2130" y="20533"/>
                  </a:cubicBezTo>
                  <a:cubicBezTo>
                    <a:pt x="2357" y="20277"/>
                    <a:pt x="2585" y="19993"/>
                    <a:pt x="2783" y="19709"/>
                  </a:cubicBezTo>
                  <a:cubicBezTo>
                    <a:pt x="3124" y="19312"/>
                    <a:pt x="3465" y="18914"/>
                    <a:pt x="3777" y="18516"/>
                  </a:cubicBezTo>
                  <a:cubicBezTo>
                    <a:pt x="3976" y="18232"/>
                    <a:pt x="4289" y="18062"/>
                    <a:pt x="4629" y="18034"/>
                  </a:cubicBezTo>
                  <a:cubicBezTo>
                    <a:pt x="5282" y="17928"/>
                    <a:pt x="5951" y="17870"/>
                    <a:pt x="6612" y="17870"/>
                  </a:cubicBezTo>
                  <a:cubicBezTo>
                    <a:pt x="6842" y="17870"/>
                    <a:pt x="7071" y="17877"/>
                    <a:pt x="7299" y="17892"/>
                  </a:cubicBezTo>
                  <a:cubicBezTo>
                    <a:pt x="8577" y="17863"/>
                    <a:pt x="9826" y="17778"/>
                    <a:pt x="11076" y="17608"/>
                  </a:cubicBezTo>
                  <a:cubicBezTo>
                    <a:pt x="11360" y="17579"/>
                    <a:pt x="11644" y="17522"/>
                    <a:pt x="11900" y="17380"/>
                  </a:cubicBezTo>
                  <a:cubicBezTo>
                    <a:pt x="11985" y="17352"/>
                    <a:pt x="12070" y="17295"/>
                    <a:pt x="12070" y="17182"/>
                  </a:cubicBezTo>
                  <a:cubicBezTo>
                    <a:pt x="12042" y="17096"/>
                    <a:pt x="11900" y="17068"/>
                    <a:pt x="11786" y="17068"/>
                  </a:cubicBezTo>
                  <a:cubicBezTo>
                    <a:pt x="11360" y="17125"/>
                    <a:pt x="10906" y="17182"/>
                    <a:pt x="10451" y="17238"/>
                  </a:cubicBezTo>
                  <a:cubicBezTo>
                    <a:pt x="9173" y="17352"/>
                    <a:pt x="7895" y="17409"/>
                    <a:pt x="6617" y="17409"/>
                  </a:cubicBezTo>
                  <a:cubicBezTo>
                    <a:pt x="6490" y="17402"/>
                    <a:pt x="6362" y="17398"/>
                    <a:pt x="6234" y="17398"/>
                  </a:cubicBezTo>
                  <a:cubicBezTo>
                    <a:pt x="5851" y="17398"/>
                    <a:pt x="5467" y="17430"/>
                    <a:pt x="5084" y="17494"/>
                  </a:cubicBezTo>
                  <a:lnTo>
                    <a:pt x="4885" y="17494"/>
                  </a:lnTo>
                  <a:cubicBezTo>
                    <a:pt x="4876" y="17497"/>
                    <a:pt x="4867" y="17498"/>
                    <a:pt x="4858" y="17498"/>
                  </a:cubicBezTo>
                  <a:cubicBezTo>
                    <a:pt x="4783" y="17498"/>
                    <a:pt x="4721" y="17400"/>
                    <a:pt x="4771" y="17324"/>
                  </a:cubicBezTo>
                  <a:cubicBezTo>
                    <a:pt x="4800" y="17238"/>
                    <a:pt x="4857" y="17125"/>
                    <a:pt x="4942" y="17040"/>
                  </a:cubicBezTo>
                  <a:cubicBezTo>
                    <a:pt x="5737" y="16074"/>
                    <a:pt x="6532" y="15109"/>
                    <a:pt x="7299" y="14115"/>
                  </a:cubicBezTo>
                  <a:cubicBezTo>
                    <a:pt x="7562" y="13798"/>
                    <a:pt x="7948" y="13629"/>
                    <a:pt x="8343" y="13629"/>
                  </a:cubicBezTo>
                  <a:cubicBezTo>
                    <a:pt x="8374" y="13629"/>
                    <a:pt x="8404" y="13630"/>
                    <a:pt x="8435" y="13632"/>
                  </a:cubicBezTo>
                  <a:cubicBezTo>
                    <a:pt x="9173" y="13660"/>
                    <a:pt x="9912" y="13745"/>
                    <a:pt x="10622" y="13916"/>
                  </a:cubicBezTo>
                  <a:cubicBezTo>
                    <a:pt x="11644" y="14171"/>
                    <a:pt x="12609" y="14541"/>
                    <a:pt x="13575" y="14881"/>
                  </a:cubicBezTo>
                  <a:cubicBezTo>
                    <a:pt x="14597" y="15279"/>
                    <a:pt x="15648" y="15506"/>
                    <a:pt x="16727" y="15591"/>
                  </a:cubicBezTo>
                  <a:cubicBezTo>
                    <a:pt x="17352" y="15591"/>
                    <a:pt x="17977" y="15506"/>
                    <a:pt x="18602" y="15478"/>
                  </a:cubicBezTo>
                  <a:cubicBezTo>
                    <a:pt x="18744" y="15449"/>
                    <a:pt x="18857" y="15421"/>
                    <a:pt x="18971" y="15336"/>
                  </a:cubicBezTo>
                  <a:cubicBezTo>
                    <a:pt x="18999" y="15307"/>
                    <a:pt x="18999" y="15279"/>
                    <a:pt x="18999" y="15279"/>
                  </a:cubicBezTo>
                  <a:cubicBezTo>
                    <a:pt x="19028" y="15222"/>
                    <a:pt x="18999" y="15194"/>
                    <a:pt x="18971" y="15165"/>
                  </a:cubicBezTo>
                  <a:cubicBezTo>
                    <a:pt x="18822" y="15101"/>
                    <a:pt x="18673" y="15069"/>
                    <a:pt x="18524" y="15069"/>
                  </a:cubicBezTo>
                  <a:cubicBezTo>
                    <a:pt x="18474" y="15069"/>
                    <a:pt x="18424" y="15073"/>
                    <a:pt x="18374" y="15080"/>
                  </a:cubicBezTo>
                  <a:lnTo>
                    <a:pt x="17153" y="15137"/>
                  </a:lnTo>
                  <a:cubicBezTo>
                    <a:pt x="16415" y="15109"/>
                    <a:pt x="15677" y="14995"/>
                    <a:pt x="14967" y="14768"/>
                  </a:cubicBezTo>
                  <a:cubicBezTo>
                    <a:pt x="14001" y="14512"/>
                    <a:pt x="13092" y="14171"/>
                    <a:pt x="12155" y="13831"/>
                  </a:cubicBezTo>
                  <a:cubicBezTo>
                    <a:pt x="11104" y="13405"/>
                    <a:pt x="9997" y="13177"/>
                    <a:pt x="8889" y="13149"/>
                  </a:cubicBezTo>
                  <a:cubicBezTo>
                    <a:pt x="8776" y="13149"/>
                    <a:pt x="8662" y="13149"/>
                    <a:pt x="8548" y="13121"/>
                  </a:cubicBezTo>
                  <a:cubicBezTo>
                    <a:pt x="8463" y="13121"/>
                    <a:pt x="8406" y="13007"/>
                    <a:pt x="8435" y="12922"/>
                  </a:cubicBezTo>
                  <a:cubicBezTo>
                    <a:pt x="8492" y="12865"/>
                    <a:pt x="8548" y="12780"/>
                    <a:pt x="8634" y="12723"/>
                  </a:cubicBezTo>
                  <a:cubicBezTo>
                    <a:pt x="9571" y="11814"/>
                    <a:pt x="10536" y="10962"/>
                    <a:pt x="11530" y="10139"/>
                  </a:cubicBezTo>
                  <a:cubicBezTo>
                    <a:pt x="11813" y="9926"/>
                    <a:pt x="12136" y="9812"/>
                    <a:pt x="12465" y="9812"/>
                  </a:cubicBezTo>
                  <a:cubicBezTo>
                    <a:pt x="12532" y="9812"/>
                    <a:pt x="12599" y="9817"/>
                    <a:pt x="12666" y="9826"/>
                  </a:cubicBezTo>
                  <a:cubicBezTo>
                    <a:pt x="13575" y="9940"/>
                    <a:pt x="14484" y="10139"/>
                    <a:pt x="15364" y="10451"/>
                  </a:cubicBezTo>
                  <a:cubicBezTo>
                    <a:pt x="16443" y="10877"/>
                    <a:pt x="17551" y="11218"/>
                    <a:pt x="18687" y="11502"/>
                  </a:cubicBezTo>
                  <a:cubicBezTo>
                    <a:pt x="19366" y="11618"/>
                    <a:pt x="20045" y="11676"/>
                    <a:pt x="20724" y="11676"/>
                  </a:cubicBezTo>
                  <a:cubicBezTo>
                    <a:pt x="21210" y="11676"/>
                    <a:pt x="21695" y="11646"/>
                    <a:pt x="22180" y="11587"/>
                  </a:cubicBezTo>
                  <a:cubicBezTo>
                    <a:pt x="22265" y="11587"/>
                    <a:pt x="22350" y="11559"/>
                    <a:pt x="22436" y="11530"/>
                  </a:cubicBezTo>
                  <a:cubicBezTo>
                    <a:pt x="22549" y="11502"/>
                    <a:pt x="22663" y="11473"/>
                    <a:pt x="22691" y="11331"/>
                  </a:cubicBezTo>
                  <a:cubicBezTo>
                    <a:pt x="22748" y="11218"/>
                    <a:pt x="22606" y="11161"/>
                    <a:pt x="22407" y="11133"/>
                  </a:cubicBezTo>
                  <a:lnTo>
                    <a:pt x="21129" y="11133"/>
                  </a:lnTo>
                  <a:cubicBezTo>
                    <a:pt x="20922" y="11151"/>
                    <a:pt x="20717" y="11159"/>
                    <a:pt x="20514" y="11159"/>
                  </a:cubicBezTo>
                  <a:cubicBezTo>
                    <a:pt x="19103" y="11159"/>
                    <a:pt x="17787" y="10752"/>
                    <a:pt x="16472" y="10281"/>
                  </a:cubicBezTo>
                  <a:cubicBezTo>
                    <a:pt x="15591" y="9968"/>
                    <a:pt x="14711" y="9684"/>
                    <a:pt x="13831" y="9457"/>
                  </a:cubicBezTo>
                  <a:cubicBezTo>
                    <a:pt x="13575" y="9429"/>
                    <a:pt x="13348" y="9400"/>
                    <a:pt x="13092" y="9372"/>
                  </a:cubicBezTo>
                  <a:cubicBezTo>
                    <a:pt x="13007" y="9372"/>
                    <a:pt x="12922" y="9372"/>
                    <a:pt x="12865" y="9258"/>
                  </a:cubicBezTo>
                  <a:cubicBezTo>
                    <a:pt x="12893" y="9088"/>
                    <a:pt x="13035" y="9031"/>
                    <a:pt x="13177" y="8946"/>
                  </a:cubicBezTo>
                  <a:cubicBezTo>
                    <a:pt x="14399" y="8122"/>
                    <a:pt x="15733" y="7498"/>
                    <a:pt x="17125" y="7072"/>
                  </a:cubicBezTo>
                  <a:cubicBezTo>
                    <a:pt x="18119" y="6759"/>
                    <a:pt x="19113" y="6504"/>
                    <a:pt x="20107" y="6220"/>
                  </a:cubicBezTo>
                  <a:cubicBezTo>
                    <a:pt x="20817" y="5992"/>
                    <a:pt x="21527" y="5737"/>
                    <a:pt x="22237" y="5510"/>
                  </a:cubicBezTo>
                  <a:cubicBezTo>
                    <a:pt x="22294" y="5481"/>
                    <a:pt x="22322" y="5396"/>
                    <a:pt x="22294" y="5339"/>
                  </a:cubicBezTo>
                  <a:cubicBezTo>
                    <a:pt x="22265" y="5282"/>
                    <a:pt x="22237" y="5254"/>
                    <a:pt x="22208" y="5254"/>
                  </a:cubicBezTo>
                  <a:cubicBezTo>
                    <a:pt x="22123" y="5245"/>
                    <a:pt x="22038" y="5238"/>
                    <a:pt x="21955" y="5238"/>
                  </a:cubicBezTo>
                  <a:cubicBezTo>
                    <a:pt x="21789" y="5238"/>
                    <a:pt x="21631" y="5264"/>
                    <a:pt x="21498" y="5339"/>
                  </a:cubicBezTo>
                  <a:cubicBezTo>
                    <a:pt x="20959" y="5481"/>
                    <a:pt x="20419" y="5652"/>
                    <a:pt x="19880" y="5822"/>
                  </a:cubicBezTo>
                  <a:cubicBezTo>
                    <a:pt x="19056" y="6049"/>
                    <a:pt x="18261" y="6276"/>
                    <a:pt x="17466" y="6475"/>
                  </a:cubicBezTo>
                  <a:cubicBezTo>
                    <a:pt x="16017" y="6844"/>
                    <a:pt x="14626" y="7441"/>
                    <a:pt x="13348" y="8236"/>
                  </a:cubicBezTo>
                  <a:cubicBezTo>
                    <a:pt x="13263" y="8293"/>
                    <a:pt x="13177" y="8321"/>
                    <a:pt x="13092" y="8350"/>
                  </a:cubicBezTo>
                  <a:cubicBezTo>
                    <a:pt x="13082" y="8355"/>
                    <a:pt x="13070" y="8357"/>
                    <a:pt x="13059" y="8357"/>
                  </a:cubicBezTo>
                  <a:cubicBezTo>
                    <a:pt x="13007" y="8357"/>
                    <a:pt x="12950" y="8311"/>
                    <a:pt x="12950" y="8264"/>
                  </a:cubicBezTo>
                  <a:cubicBezTo>
                    <a:pt x="12950" y="8208"/>
                    <a:pt x="12950" y="8151"/>
                    <a:pt x="12950" y="8122"/>
                  </a:cubicBezTo>
                  <a:cubicBezTo>
                    <a:pt x="13348" y="7214"/>
                    <a:pt x="13745" y="6305"/>
                    <a:pt x="14143" y="5396"/>
                  </a:cubicBezTo>
                  <a:cubicBezTo>
                    <a:pt x="14825" y="3806"/>
                    <a:pt x="15904" y="2414"/>
                    <a:pt x="17239" y="1307"/>
                  </a:cubicBezTo>
                  <a:cubicBezTo>
                    <a:pt x="17636" y="937"/>
                    <a:pt x="18034" y="597"/>
                    <a:pt x="18460" y="227"/>
                  </a:cubicBezTo>
                  <a:cubicBezTo>
                    <a:pt x="18516" y="199"/>
                    <a:pt x="18545" y="114"/>
                    <a:pt x="18516" y="57"/>
                  </a:cubicBezTo>
                  <a:cubicBezTo>
                    <a:pt x="18460" y="29"/>
                    <a:pt x="18403" y="0"/>
                    <a:pt x="18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9"/>
            <p:cNvSpPr/>
            <p:nvPr/>
          </p:nvSpPr>
          <p:spPr>
            <a:xfrm>
              <a:off x="419150" y="1312175"/>
              <a:ext cx="621975" cy="755600"/>
            </a:xfrm>
            <a:custGeom>
              <a:rect b="b" l="l" r="r" t="t"/>
              <a:pathLst>
                <a:path extrusionOk="0" h="30224" w="24879">
                  <a:moveTo>
                    <a:pt x="10627" y="0"/>
                  </a:moveTo>
                  <a:cubicBezTo>
                    <a:pt x="10255" y="0"/>
                    <a:pt x="9883" y="34"/>
                    <a:pt x="9514" y="102"/>
                  </a:cubicBezTo>
                  <a:cubicBezTo>
                    <a:pt x="8435" y="272"/>
                    <a:pt x="7413" y="670"/>
                    <a:pt x="6504" y="1238"/>
                  </a:cubicBezTo>
                  <a:cubicBezTo>
                    <a:pt x="5425" y="1919"/>
                    <a:pt x="4431" y="2771"/>
                    <a:pt x="3607" y="3737"/>
                  </a:cubicBezTo>
                  <a:cubicBezTo>
                    <a:pt x="2841" y="4532"/>
                    <a:pt x="2244" y="5469"/>
                    <a:pt x="1761" y="6463"/>
                  </a:cubicBezTo>
                  <a:cubicBezTo>
                    <a:pt x="767" y="8508"/>
                    <a:pt x="200" y="10723"/>
                    <a:pt x="86" y="12995"/>
                  </a:cubicBezTo>
                  <a:cubicBezTo>
                    <a:pt x="1" y="14074"/>
                    <a:pt x="86" y="15125"/>
                    <a:pt x="342" y="16147"/>
                  </a:cubicBezTo>
                  <a:cubicBezTo>
                    <a:pt x="711" y="17539"/>
                    <a:pt x="1477" y="18817"/>
                    <a:pt x="2557" y="19782"/>
                  </a:cubicBezTo>
                  <a:cubicBezTo>
                    <a:pt x="2784" y="19981"/>
                    <a:pt x="3011" y="20151"/>
                    <a:pt x="3267" y="20293"/>
                  </a:cubicBezTo>
                  <a:cubicBezTo>
                    <a:pt x="4232" y="20890"/>
                    <a:pt x="5283" y="21287"/>
                    <a:pt x="6390" y="21486"/>
                  </a:cubicBezTo>
                  <a:cubicBezTo>
                    <a:pt x="6902" y="21571"/>
                    <a:pt x="7413" y="21628"/>
                    <a:pt x="7924" y="21742"/>
                  </a:cubicBezTo>
                  <a:cubicBezTo>
                    <a:pt x="9060" y="21969"/>
                    <a:pt x="10196" y="22281"/>
                    <a:pt x="11304" y="22650"/>
                  </a:cubicBezTo>
                  <a:cubicBezTo>
                    <a:pt x="12326" y="22963"/>
                    <a:pt x="13235" y="23531"/>
                    <a:pt x="14001" y="24269"/>
                  </a:cubicBezTo>
                  <a:cubicBezTo>
                    <a:pt x="14172" y="24468"/>
                    <a:pt x="14371" y="24638"/>
                    <a:pt x="14569" y="24837"/>
                  </a:cubicBezTo>
                  <a:cubicBezTo>
                    <a:pt x="15279" y="25576"/>
                    <a:pt x="15989" y="26342"/>
                    <a:pt x="16728" y="27052"/>
                  </a:cubicBezTo>
                  <a:cubicBezTo>
                    <a:pt x="17835" y="28217"/>
                    <a:pt x="19142" y="29154"/>
                    <a:pt x="20562" y="29864"/>
                  </a:cubicBezTo>
                  <a:cubicBezTo>
                    <a:pt x="21097" y="30104"/>
                    <a:pt x="21680" y="30224"/>
                    <a:pt x="22265" y="30224"/>
                  </a:cubicBezTo>
                  <a:cubicBezTo>
                    <a:pt x="22579" y="30224"/>
                    <a:pt x="22895" y="30189"/>
                    <a:pt x="23203" y="30119"/>
                  </a:cubicBezTo>
                  <a:cubicBezTo>
                    <a:pt x="23572" y="30034"/>
                    <a:pt x="23884" y="29835"/>
                    <a:pt x="24083" y="29551"/>
                  </a:cubicBezTo>
                  <a:cubicBezTo>
                    <a:pt x="24339" y="29239"/>
                    <a:pt x="24509" y="28898"/>
                    <a:pt x="24594" y="28529"/>
                  </a:cubicBezTo>
                  <a:cubicBezTo>
                    <a:pt x="24793" y="27819"/>
                    <a:pt x="24878" y="27081"/>
                    <a:pt x="24793" y="26342"/>
                  </a:cubicBezTo>
                  <a:cubicBezTo>
                    <a:pt x="24708" y="25718"/>
                    <a:pt x="24623" y="25064"/>
                    <a:pt x="24537" y="24411"/>
                  </a:cubicBezTo>
                  <a:cubicBezTo>
                    <a:pt x="24282" y="23190"/>
                    <a:pt x="24168" y="21969"/>
                    <a:pt x="24197" y="20719"/>
                  </a:cubicBezTo>
                  <a:lnTo>
                    <a:pt x="24197" y="19441"/>
                  </a:lnTo>
                  <a:cubicBezTo>
                    <a:pt x="24197" y="18561"/>
                    <a:pt x="24225" y="17709"/>
                    <a:pt x="24197" y="16829"/>
                  </a:cubicBezTo>
                  <a:cubicBezTo>
                    <a:pt x="24168" y="15664"/>
                    <a:pt x="23913" y="14528"/>
                    <a:pt x="23430" y="13506"/>
                  </a:cubicBezTo>
                  <a:cubicBezTo>
                    <a:pt x="22947" y="12540"/>
                    <a:pt x="22351" y="11688"/>
                    <a:pt x="21612" y="10922"/>
                  </a:cubicBezTo>
                  <a:cubicBezTo>
                    <a:pt x="20988" y="10297"/>
                    <a:pt x="20476" y="9615"/>
                    <a:pt x="20022" y="8877"/>
                  </a:cubicBezTo>
                  <a:cubicBezTo>
                    <a:pt x="19568" y="8053"/>
                    <a:pt x="19113" y="7201"/>
                    <a:pt x="18630" y="6378"/>
                  </a:cubicBezTo>
                  <a:cubicBezTo>
                    <a:pt x="17949" y="5185"/>
                    <a:pt x="17182" y="4049"/>
                    <a:pt x="16273" y="3027"/>
                  </a:cubicBezTo>
                  <a:cubicBezTo>
                    <a:pt x="15535" y="2118"/>
                    <a:pt x="14626" y="1351"/>
                    <a:pt x="13604" y="783"/>
                  </a:cubicBezTo>
                  <a:cubicBezTo>
                    <a:pt x="12685" y="261"/>
                    <a:pt x="11659" y="0"/>
                    <a:pt x="10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9"/>
            <p:cNvSpPr/>
            <p:nvPr/>
          </p:nvSpPr>
          <p:spPr>
            <a:xfrm>
              <a:off x="520675" y="1381850"/>
              <a:ext cx="486250" cy="642950"/>
            </a:xfrm>
            <a:custGeom>
              <a:rect b="b" l="l" r="r" t="t"/>
              <a:pathLst>
                <a:path extrusionOk="0" h="25718" w="19450">
                  <a:moveTo>
                    <a:pt x="6989" y="1"/>
                  </a:moveTo>
                  <a:cubicBezTo>
                    <a:pt x="6942" y="1"/>
                    <a:pt x="6893" y="21"/>
                    <a:pt x="6873" y="41"/>
                  </a:cubicBezTo>
                  <a:cubicBezTo>
                    <a:pt x="6788" y="98"/>
                    <a:pt x="6817" y="155"/>
                    <a:pt x="6873" y="211"/>
                  </a:cubicBezTo>
                  <a:cubicBezTo>
                    <a:pt x="7157" y="666"/>
                    <a:pt x="7470" y="1120"/>
                    <a:pt x="7754" y="1546"/>
                  </a:cubicBezTo>
                  <a:cubicBezTo>
                    <a:pt x="8776" y="2938"/>
                    <a:pt x="9458" y="4585"/>
                    <a:pt x="9742" y="6289"/>
                  </a:cubicBezTo>
                  <a:cubicBezTo>
                    <a:pt x="9912" y="7254"/>
                    <a:pt x="10054" y="8248"/>
                    <a:pt x="10224" y="9214"/>
                  </a:cubicBezTo>
                  <a:cubicBezTo>
                    <a:pt x="10224" y="9242"/>
                    <a:pt x="10224" y="9299"/>
                    <a:pt x="10224" y="9356"/>
                  </a:cubicBezTo>
                  <a:cubicBezTo>
                    <a:pt x="10204" y="9397"/>
                    <a:pt x="10152" y="9424"/>
                    <a:pt x="10104" y="9424"/>
                  </a:cubicBezTo>
                  <a:cubicBezTo>
                    <a:pt x="10086" y="9424"/>
                    <a:pt x="10069" y="9420"/>
                    <a:pt x="10054" y="9413"/>
                  </a:cubicBezTo>
                  <a:cubicBezTo>
                    <a:pt x="9997" y="9356"/>
                    <a:pt x="9912" y="9299"/>
                    <a:pt x="9855" y="9242"/>
                  </a:cubicBezTo>
                  <a:cubicBezTo>
                    <a:pt x="8804" y="8163"/>
                    <a:pt x="7612" y="7254"/>
                    <a:pt x="6277" y="6516"/>
                  </a:cubicBezTo>
                  <a:cubicBezTo>
                    <a:pt x="5539" y="6118"/>
                    <a:pt x="4829" y="5692"/>
                    <a:pt x="4119" y="5266"/>
                  </a:cubicBezTo>
                  <a:cubicBezTo>
                    <a:pt x="3636" y="4982"/>
                    <a:pt x="3153" y="4698"/>
                    <a:pt x="2670" y="4414"/>
                  </a:cubicBezTo>
                  <a:cubicBezTo>
                    <a:pt x="2471" y="4272"/>
                    <a:pt x="2244" y="4187"/>
                    <a:pt x="1989" y="4159"/>
                  </a:cubicBezTo>
                  <a:cubicBezTo>
                    <a:pt x="1960" y="4159"/>
                    <a:pt x="1904" y="4187"/>
                    <a:pt x="1875" y="4216"/>
                  </a:cubicBezTo>
                  <a:cubicBezTo>
                    <a:pt x="1818" y="4272"/>
                    <a:pt x="1847" y="4358"/>
                    <a:pt x="1904" y="4386"/>
                  </a:cubicBezTo>
                  <a:cubicBezTo>
                    <a:pt x="2528" y="4784"/>
                    <a:pt x="3125" y="5210"/>
                    <a:pt x="3778" y="5579"/>
                  </a:cubicBezTo>
                  <a:cubicBezTo>
                    <a:pt x="4687" y="6118"/>
                    <a:pt x="5567" y="6601"/>
                    <a:pt x="6447" y="7141"/>
                  </a:cubicBezTo>
                  <a:cubicBezTo>
                    <a:pt x="7697" y="7908"/>
                    <a:pt x="8833" y="8845"/>
                    <a:pt x="9827" y="9952"/>
                  </a:cubicBezTo>
                  <a:cubicBezTo>
                    <a:pt x="9912" y="10066"/>
                    <a:pt x="10026" y="10151"/>
                    <a:pt x="10026" y="10350"/>
                  </a:cubicBezTo>
                  <a:cubicBezTo>
                    <a:pt x="9992" y="10401"/>
                    <a:pt x="9947" y="10411"/>
                    <a:pt x="9899" y="10411"/>
                  </a:cubicBezTo>
                  <a:cubicBezTo>
                    <a:pt x="9867" y="10411"/>
                    <a:pt x="9832" y="10407"/>
                    <a:pt x="9798" y="10407"/>
                  </a:cubicBezTo>
                  <a:cubicBezTo>
                    <a:pt x="9543" y="10378"/>
                    <a:pt x="9316" y="10293"/>
                    <a:pt x="9060" y="10293"/>
                  </a:cubicBezTo>
                  <a:cubicBezTo>
                    <a:pt x="8151" y="10293"/>
                    <a:pt x="7214" y="10350"/>
                    <a:pt x="6305" y="10463"/>
                  </a:cubicBezTo>
                  <a:cubicBezTo>
                    <a:pt x="5691" y="10518"/>
                    <a:pt x="5077" y="10560"/>
                    <a:pt x="4465" y="10560"/>
                  </a:cubicBezTo>
                  <a:cubicBezTo>
                    <a:pt x="3491" y="10560"/>
                    <a:pt x="2522" y="10454"/>
                    <a:pt x="1563" y="10123"/>
                  </a:cubicBezTo>
                  <a:cubicBezTo>
                    <a:pt x="1165" y="10009"/>
                    <a:pt x="739" y="9924"/>
                    <a:pt x="342" y="9810"/>
                  </a:cubicBezTo>
                  <a:cubicBezTo>
                    <a:pt x="280" y="9801"/>
                    <a:pt x="224" y="9795"/>
                    <a:pt x="176" y="9795"/>
                  </a:cubicBezTo>
                  <a:cubicBezTo>
                    <a:pt x="69" y="9795"/>
                    <a:pt x="1" y="9826"/>
                    <a:pt x="1" y="9924"/>
                  </a:cubicBezTo>
                  <a:cubicBezTo>
                    <a:pt x="1" y="10066"/>
                    <a:pt x="114" y="10123"/>
                    <a:pt x="200" y="10179"/>
                  </a:cubicBezTo>
                  <a:cubicBezTo>
                    <a:pt x="285" y="10236"/>
                    <a:pt x="342" y="10265"/>
                    <a:pt x="427" y="10293"/>
                  </a:cubicBezTo>
                  <a:cubicBezTo>
                    <a:pt x="1534" y="10719"/>
                    <a:pt x="2670" y="10975"/>
                    <a:pt x="3835" y="11060"/>
                  </a:cubicBezTo>
                  <a:cubicBezTo>
                    <a:pt x="4999" y="11060"/>
                    <a:pt x="6163" y="11003"/>
                    <a:pt x="7328" y="10889"/>
                  </a:cubicBezTo>
                  <a:cubicBezTo>
                    <a:pt x="7763" y="10850"/>
                    <a:pt x="8191" y="10829"/>
                    <a:pt x="8617" y="10829"/>
                  </a:cubicBezTo>
                  <a:cubicBezTo>
                    <a:pt x="9108" y="10829"/>
                    <a:pt x="9595" y="10857"/>
                    <a:pt x="10082" y="10918"/>
                  </a:cubicBezTo>
                  <a:cubicBezTo>
                    <a:pt x="10480" y="10975"/>
                    <a:pt x="10849" y="11173"/>
                    <a:pt x="11105" y="11514"/>
                  </a:cubicBezTo>
                  <a:cubicBezTo>
                    <a:pt x="11872" y="12565"/>
                    <a:pt x="12610" y="13616"/>
                    <a:pt x="13291" y="14752"/>
                  </a:cubicBezTo>
                  <a:cubicBezTo>
                    <a:pt x="13348" y="14808"/>
                    <a:pt x="13377" y="14894"/>
                    <a:pt x="13433" y="14979"/>
                  </a:cubicBezTo>
                  <a:cubicBezTo>
                    <a:pt x="13433" y="15064"/>
                    <a:pt x="13377" y="15149"/>
                    <a:pt x="13291" y="15149"/>
                  </a:cubicBezTo>
                  <a:cubicBezTo>
                    <a:pt x="13178" y="15121"/>
                    <a:pt x="13064" y="15092"/>
                    <a:pt x="12951" y="15092"/>
                  </a:cubicBezTo>
                  <a:cubicBezTo>
                    <a:pt x="12239" y="14928"/>
                    <a:pt x="11515" y="14846"/>
                    <a:pt x="10795" y="14846"/>
                  </a:cubicBezTo>
                  <a:cubicBezTo>
                    <a:pt x="10394" y="14846"/>
                    <a:pt x="9995" y="14871"/>
                    <a:pt x="9600" y="14922"/>
                  </a:cubicBezTo>
                  <a:cubicBezTo>
                    <a:pt x="8606" y="15036"/>
                    <a:pt x="7640" y="15149"/>
                    <a:pt x="6646" y="15149"/>
                  </a:cubicBezTo>
                  <a:cubicBezTo>
                    <a:pt x="6462" y="15163"/>
                    <a:pt x="6277" y="15171"/>
                    <a:pt x="6092" y="15171"/>
                  </a:cubicBezTo>
                  <a:cubicBezTo>
                    <a:pt x="5539" y="15171"/>
                    <a:pt x="4985" y="15107"/>
                    <a:pt x="4431" y="14979"/>
                  </a:cubicBezTo>
                  <a:lnTo>
                    <a:pt x="3267" y="14610"/>
                  </a:lnTo>
                  <a:cubicBezTo>
                    <a:pt x="3142" y="14568"/>
                    <a:pt x="2987" y="14542"/>
                    <a:pt x="2835" y="14542"/>
                  </a:cubicBezTo>
                  <a:cubicBezTo>
                    <a:pt x="2779" y="14542"/>
                    <a:pt x="2724" y="14545"/>
                    <a:pt x="2670" y="14553"/>
                  </a:cubicBezTo>
                  <a:cubicBezTo>
                    <a:pt x="2613" y="14553"/>
                    <a:pt x="2613" y="14581"/>
                    <a:pt x="2613" y="14638"/>
                  </a:cubicBezTo>
                  <a:cubicBezTo>
                    <a:pt x="2613" y="14666"/>
                    <a:pt x="2613" y="14666"/>
                    <a:pt x="2642" y="14695"/>
                  </a:cubicBezTo>
                  <a:cubicBezTo>
                    <a:pt x="2699" y="14808"/>
                    <a:pt x="2812" y="14894"/>
                    <a:pt x="2954" y="14922"/>
                  </a:cubicBezTo>
                  <a:cubicBezTo>
                    <a:pt x="3551" y="15121"/>
                    <a:pt x="4147" y="15348"/>
                    <a:pt x="4743" y="15490"/>
                  </a:cubicBezTo>
                  <a:cubicBezTo>
                    <a:pt x="5407" y="15612"/>
                    <a:pt x="6070" y="15670"/>
                    <a:pt x="6734" y="15670"/>
                  </a:cubicBezTo>
                  <a:cubicBezTo>
                    <a:pt x="7150" y="15670"/>
                    <a:pt x="7565" y="15647"/>
                    <a:pt x="7981" y="15604"/>
                  </a:cubicBezTo>
                  <a:cubicBezTo>
                    <a:pt x="9003" y="15518"/>
                    <a:pt x="10026" y="15376"/>
                    <a:pt x="11048" y="15376"/>
                  </a:cubicBezTo>
                  <a:cubicBezTo>
                    <a:pt x="11786" y="15405"/>
                    <a:pt x="12525" y="15490"/>
                    <a:pt x="13263" y="15660"/>
                  </a:cubicBezTo>
                  <a:cubicBezTo>
                    <a:pt x="13689" y="15717"/>
                    <a:pt x="14058" y="16001"/>
                    <a:pt x="14229" y="16399"/>
                  </a:cubicBezTo>
                  <a:cubicBezTo>
                    <a:pt x="14740" y="17535"/>
                    <a:pt x="15279" y="18671"/>
                    <a:pt x="15819" y="19835"/>
                  </a:cubicBezTo>
                  <a:cubicBezTo>
                    <a:pt x="15847" y="19920"/>
                    <a:pt x="15876" y="20034"/>
                    <a:pt x="15904" y="20147"/>
                  </a:cubicBezTo>
                  <a:cubicBezTo>
                    <a:pt x="15929" y="20221"/>
                    <a:pt x="15868" y="20295"/>
                    <a:pt x="15796" y="20295"/>
                  </a:cubicBezTo>
                  <a:cubicBezTo>
                    <a:pt x="15785" y="20295"/>
                    <a:pt x="15774" y="20293"/>
                    <a:pt x="15762" y="20289"/>
                  </a:cubicBezTo>
                  <a:lnTo>
                    <a:pt x="15563" y="20204"/>
                  </a:lnTo>
                  <a:cubicBezTo>
                    <a:pt x="15081" y="20005"/>
                    <a:pt x="14598" y="19835"/>
                    <a:pt x="14087" y="19721"/>
                  </a:cubicBezTo>
                  <a:cubicBezTo>
                    <a:pt x="12837" y="19437"/>
                    <a:pt x="11616" y="19068"/>
                    <a:pt x="10423" y="18614"/>
                  </a:cubicBezTo>
                  <a:cubicBezTo>
                    <a:pt x="9997" y="18472"/>
                    <a:pt x="9571" y="18302"/>
                    <a:pt x="9174" y="18160"/>
                  </a:cubicBezTo>
                  <a:cubicBezTo>
                    <a:pt x="9123" y="18134"/>
                    <a:pt x="9066" y="18120"/>
                    <a:pt x="9014" y="18120"/>
                  </a:cubicBezTo>
                  <a:cubicBezTo>
                    <a:pt x="8950" y="18120"/>
                    <a:pt x="8893" y="18141"/>
                    <a:pt x="8861" y="18188"/>
                  </a:cubicBezTo>
                  <a:cubicBezTo>
                    <a:pt x="8833" y="18302"/>
                    <a:pt x="8918" y="18358"/>
                    <a:pt x="8975" y="18415"/>
                  </a:cubicBezTo>
                  <a:cubicBezTo>
                    <a:pt x="9202" y="18614"/>
                    <a:pt x="9458" y="18756"/>
                    <a:pt x="9742" y="18869"/>
                  </a:cubicBezTo>
                  <a:cubicBezTo>
                    <a:pt x="10906" y="19324"/>
                    <a:pt x="12099" y="19721"/>
                    <a:pt x="13320" y="20034"/>
                  </a:cubicBezTo>
                  <a:cubicBezTo>
                    <a:pt x="14172" y="20233"/>
                    <a:pt x="15052" y="20488"/>
                    <a:pt x="15876" y="20857"/>
                  </a:cubicBezTo>
                  <a:cubicBezTo>
                    <a:pt x="16188" y="20971"/>
                    <a:pt x="16444" y="21198"/>
                    <a:pt x="16586" y="21511"/>
                  </a:cubicBezTo>
                  <a:cubicBezTo>
                    <a:pt x="16785" y="21993"/>
                    <a:pt x="17012" y="22476"/>
                    <a:pt x="17211" y="22931"/>
                  </a:cubicBezTo>
                  <a:cubicBezTo>
                    <a:pt x="17381" y="23243"/>
                    <a:pt x="17523" y="23584"/>
                    <a:pt x="17665" y="23896"/>
                  </a:cubicBezTo>
                  <a:cubicBezTo>
                    <a:pt x="17608" y="23924"/>
                    <a:pt x="17544" y="23939"/>
                    <a:pt x="17484" y="23939"/>
                  </a:cubicBezTo>
                  <a:cubicBezTo>
                    <a:pt x="17424" y="23939"/>
                    <a:pt x="17367" y="23924"/>
                    <a:pt x="17324" y="23896"/>
                  </a:cubicBezTo>
                  <a:cubicBezTo>
                    <a:pt x="16103" y="23442"/>
                    <a:pt x="14853" y="23044"/>
                    <a:pt x="13661" y="22533"/>
                  </a:cubicBezTo>
                  <a:cubicBezTo>
                    <a:pt x="13547" y="22448"/>
                    <a:pt x="13405" y="22419"/>
                    <a:pt x="13263" y="22419"/>
                  </a:cubicBezTo>
                  <a:cubicBezTo>
                    <a:pt x="13235" y="22419"/>
                    <a:pt x="13206" y="22448"/>
                    <a:pt x="13178" y="22505"/>
                  </a:cubicBezTo>
                  <a:cubicBezTo>
                    <a:pt x="13178" y="22533"/>
                    <a:pt x="13178" y="22590"/>
                    <a:pt x="13206" y="22618"/>
                  </a:cubicBezTo>
                  <a:cubicBezTo>
                    <a:pt x="13348" y="22760"/>
                    <a:pt x="13519" y="22874"/>
                    <a:pt x="13689" y="22959"/>
                  </a:cubicBezTo>
                  <a:cubicBezTo>
                    <a:pt x="14200" y="23215"/>
                    <a:pt x="14683" y="23442"/>
                    <a:pt x="15166" y="23640"/>
                  </a:cubicBezTo>
                  <a:cubicBezTo>
                    <a:pt x="16046" y="23953"/>
                    <a:pt x="16898" y="24237"/>
                    <a:pt x="17779" y="24549"/>
                  </a:cubicBezTo>
                  <a:cubicBezTo>
                    <a:pt x="18006" y="24578"/>
                    <a:pt x="18204" y="24720"/>
                    <a:pt x="18318" y="24918"/>
                  </a:cubicBezTo>
                  <a:cubicBezTo>
                    <a:pt x="18460" y="25117"/>
                    <a:pt x="18630" y="25344"/>
                    <a:pt x="18801" y="25543"/>
                  </a:cubicBezTo>
                  <a:cubicBezTo>
                    <a:pt x="18914" y="25657"/>
                    <a:pt x="19028" y="25714"/>
                    <a:pt x="19170" y="25714"/>
                  </a:cubicBezTo>
                  <a:cubicBezTo>
                    <a:pt x="19182" y="25716"/>
                    <a:pt x="19195" y="25717"/>
                    <a:pt x="19207" y="25717"/>
                  </a:cubicBezTo>
                  <a:cubicBezTo>
                    <a:pt x="19335" y="25717"/>
                    <a:pt x="19449" y="25588"/>
                    <a:pt x="19397" y="25458"/>
                  </a:cubicBezTo>
                  <a:cubicBezTo>
                    <a:pt x="19284" y="25202"/>
                    <a:pt x="19142" y="24947"/>
                    <a:pt x="19000" y="24691"/>
                  </a:cubicBezTo>
                  <a:cubicBezTo>
                    <a:pt x="18488" y="23726"/>
                    <a:pt x="18006" y="22732"/>
                    <a:pt x="17580" y="21709"/>
                  </a:cubicBezTo>
                  <a:cubicBezTo>
                    <a:pt x="17523" y="21539"/>
                    <a:pt x="17466" y="21369"/>
                    <a:pt x="17466" y="21198"/>
                  </a:cubicBezTo>
                  <a:cubicBezTo>
                    <a:pt x="17409" y="20545"/>
                    <a:pt x="17438" y="19892"/>
                    <a:pt x="17495" y="19239"/>
                  </a:cubicBezTo>
                  <a:cubicBezTo>
                    <a:pt x="17665" y="18160"/>
                    <a:pt x="17722" y="17080"/>
                    <a:pt x="17722" y="16001"/>
                  </a:cubicBezTo>
                  <a:cubicBezTo>
                    <a:pt x="17693" y="15263"/>
                    <a:pt x="17665" y="14553"/>
                    <a:pt x="17608" y="13843"/>
                  </a:cubicBezTo>
                  <a:cubicBezTo>
                    <a:pt x="17551" y="13360"/>
                    <a:pt x="17438" y="12877"/>
                    <a:pt x="17353" y="12395"/>
                  </a:cubicBezTo>
                  <a:cubicBezTo>
                    <a:pt x="17353" y="12281"/>
                    <a:pt x="17267" y="12167"/>
                    <a:pt x="17182" y="12111"/>
                  </a:cubicBezTo>
                  <a:cubicBezTo>
                    <a:pt x="17161" y="12100"/>
                    <a:pt x="17137" y="12094"/>
                    <a:pt x="17113" y="12094"/>
                  </a:cubicBezTo>
                  <a:cubicBezTo>
                    <a:pt x="17071" y="12094"/>
                    <a:pt x="17030" y="12113"/>
                    <a:pt x="17012" y="12167"/>
                  </a:cubicBezTo>
                  <a:cubicBezTo>
                    <a:pt x="16983" y="12253"/>
                    <a:pt x="16983" y="12338"/>
                    <a:pt x="16983" y="12423"/>
                  </a:cubicBezTo>
                  <a:cubicBezTo>
                    <a:pt x="17125" y="13247"/>
                    <a:pt x="17182" y="14070"/>
                    <a:pt x="17211" y="14922"/>
                  </a:cubicBezTo>
                  <a:cubicBezTo>
                    <a:pt x="17267" y="16456"/>
                    <a:pt x="17211" y="18018"/>
                    <a:pt x="17040" y="19551"/>
                  </a:cubicBezTo>
                  <a:cubicBezTo>
                    <a:pt x="17012" y="19693"/>
                    <a:pt x="17040" y="19863"/>
                    <a:pt x="16870" y="19949"/>
                  </a:cubicBezTo>
                  <a:cubicBezTo>
                    <a:pt x="16813" y="19920"/>
                    <a:pt x="16785" y="19863"/>
                    <a:pt x="16728" y="19807"/>
                  </a:cubicBezTo>
                  <a:cubicBezTo>
                    <a:pt x="16444" y="19210"/>
                    <a:pt x="16160" y="18585"/>
                    <a:pt x="15876" y="17989"/>
                  </a:cubicBezTo>
                  <a:cubicBezTo>
                    <a:pt x="15620" y="17478"/>
                    <a:pt x="15393" y="16967"/>
                    <a:pt x="15109" y="16484"/>
                  </a:cubicBezTo>
                  <a:cubicBezTo>
                    <a:pt x="14825" y="16030"/>
                    <a:pt x="14683" y="15490"/>
                    <a:pt x="14683" y="14950"/>
                  </a:cubicBezTo>
                  <a:cubicBezTo>
                    <a:pt x="14655" y="13956"/>
                    <a:pt x="14598" y="12963"/>
                    <a:pt x="14569" y="11997"/>
                  </a:cubicBezTo>
                  <a:cubicBezTo>
                    <a:pt x="14541" y="11117"/>
                    <a:pt x="14427" y="10236"/>
                    <a:pt x="14285" y="9384"/>
                  </a:cubicBezTo>
                  <a:cubicBezTo>
                    <a:pt x="13945" y="7680"/>
                    <a:pt x="13320" y="6062"/>
                    <a:pt x="12440" y="4556"/>
                  </a:cubicBezTo>
                  <a:cubicBezTo>
                    <a:pt x="12383" y="4386"/>
                    <a:pt x="12269" y="4244"/>
                    <a:pt x="12127" y="4130"/>
                  </a:cubicBezTo>
                  <a:cubicBezTo>
                    <a:pt x="12108" y="4126"/>
                    <a:pt x="12089" y="4123"/>
                    <a:pt x="12071" y="4123"/>
                  </a:cubicBezTo>
                  <a:cubicBezTo>
                    <a:pt x="11987" y="4123"/>
                    <a:pt x="11928" y="4178"/>
                    <a:pt x="11928" y="4272"/>
                  </a:cubicBezTo>
                  <a:cubicBezTo>
                    <a:pt x="11957" y="4358"/>
                    <a:pt x="11985" y="4471"/>
                    <a:pt x="12014" y="4585"/>
                  </a:cubicBezTo>
                  <a:cubicBezTo>
                    <a:pt x="12298" y="5210"/>
                    <a:pt x="12553" y="5863"/>
                    <a:pt x="12837" y="6488"/>
                  </a:cubicBezTo>
                  <a:cubicBezTo>
                    <a:pt x="13348" y="7652"/>
                    <a:pt x="13689" y="8873"/>
                    <a:pt x="13916" y="10123"/>
                  </a:cubicBezTo>
                  <a:cubicBezTo>
                    <a:pt x="13945" y="10407"/>
                    <a:pt x="13973" y="10691"/>
                    <a:pt x="13973" y="10975"/>
                  </a:cubicBezTo>
                  <a:cubicBezTo>
                    <a:pt x="14030" y="12025"/>
                    <a:pt x="14087" y="13076"/>
                    <a:pt x="14115" y="14155"/>
                  </a:cubicBezTo>
                  <a:cubicBezTo>
                    <a:pt x="14115" y="14269"/>
                    <a:pt x="14172" y="14411"/>
                    <a:pt x="14058" y="14496"/>
                  </a:cubicBezTo>
                  <a:cubicBezTo>
                    <a:pt x="14030" y="14496"/>
                    <a:pt x="13973" y="14496"/>
                    <a:pt x="13945" y="14468"/>
                  </a:cubicBezTo>
                  <a:cubicBezTo>
                    <a:pt x="13831" y="14297"/>
                    <a:pt x="13717" y="14127"/>
                    <a:pt x="13604" y="13956"/>
                  </a:cubicBezTo>
                  <a:cubicBezTo>
                    <a:pt x="12951" y="12963"/>
                    <a:pt x="12212" y="11969"/>
                    <a:pt x="11474" y="11031"/>
                  </a:cubicBezTo>
                  <a:cubicBezTo>
                    <a:pt x="11332" y="10889"/>
                    <a:pt x="11218" y="10719"/>
                    <a:pt x="11162" y="10520"/>
                  </a:cubicBezTo>
                  <a:cubicBezTo>
                    <a:pt x="10991" y="10123"/>
                    <a:pt x="10878" y="9725"/>
                    <a:pt x="10792" y="9299"/>
                  </a:cubicBezTo>
                  <a:cubicBezTo>
                    <a:pt x="10650" y="8333"/>
                    <a:pt x="10508" y="7396"/>
                    <a:pt x="10366" y="6431"/>
                  </a:cubicBezTo>
                  <a:cubicBezTo>
                    <a:pt x="10253" y="5607"/>
                    <a:pt x="10026" y="4812"/>
                    <a:pt x="9770" y="4017"/>
                  </a:cubicBezTo>
                  <a:cubicBezTo>
                    <a:pt x="9316" y="2767"/>
                    <a:pt x="8549" y="1745"/>
                    <a:pt x="7782" y="666"/>
                  </a:cubicBezTo>
                  <a:cubicBezTo>
                    <a:pt x="7640" y="495"/>
                    <a:pt x="7498" y="325"/>
                    <a:pt x="7328" y="183"/>
                  </a:cubicBezTo>
                  <a:cubicBezTo>
                    <a:pt x="7243" y="98"/>
                    <a:pt x="7157" y="41"/>
                    <a:pt x="7044" y="13"/>
                  </a:cubicBezTo>
                  <a:cubicBezTo>
                    <a:pt x="7027" y="4"/>
                    <a:pt x="7008" y="1"/>
                    <a:pt x="6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9"/>
            <p:cNvSpPr/>
            <p:nvPr/>
          </p:nvSpPr>
          <p:spPr>
            <a:xfrm>
              <a:off x="1134800" y="1787950"/>
              <a:ext cx="863350" cy="88617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9"/>
            <p:cNvSpPr/>
            <p:nvPr/>
          </p:nvSpPr>
          <p:spPr>
            <a:xfrm>
              <a:off x="1210075" y="1840800"/>
              <a:ext cx="729150" cy="761650"/>
            </a:xfrm>
            <a:custGeom>
              <a:rect b="b" l="l" r="r" t="t"/>
              <a:pathLst>
                <a:path extrusionOk="0" h="30466" w="29166">
                  <a:moveTo>
                    <a:pt x="14938" y="12411"/>
                  </a:moveTo>
                  <a:lnTo>
                    <a:pt x="14995" y="12439"/>
                  </a:lnTo>
                  <a:lnTo>
                    <a:pt x="14938" y="12439"/>
                  </a:lnTo>
                  <a:lnTo>
                    <a:pt x="14938" y="12411"/>
                  </a:lnTo>
                  <a:close/>
                  <a:moveTo>
                    <a:pt x="19737" y="0"/>
                  </a:moveTo>
                  <a:cubicBezTo>
                    <a:pt x="19652" y="0"/>
                    <a:pt x="19595" y="0"/>
                    <a:pt x="19539" y="57"/>
                  </a:cubicBezTo>
                  <a:cubicBezTo>
                    <a:pt x="19397" y="142"/>
                    <a:pt x="19311" y="227"/>
                    <a:pt x="19198" y="341"/>
                  </a:cubicBezTo>
                  <a:cubicBezTo>
                    <a:pt x="18829" y="795"/>
                    <a:pt x="18431" y="1221"/>
                    <a:pt x="18090" y="1676"/>
                  </a:cubicBezTo>
                  <a:cubicBezTo>
                    <a:pt x="17579" y="2329"/>
                    <a:pt x="17125" y="2982"/>
                    <a:pt x="16699" y="3664"/>
                  </a:cubicBezTo>
                  <a:cubicBezTo>
                    <a:pt x="16102" y="4686"/>
                    <a:pt x="15648" y="5794"/>
                    <a:pt x="15336" y="6958"/>
                  </a:cubicBezTo>
                  <a:cubicBezTo>
                    <a:pt x="14796" y="8634"/>
                    <a:pt x="14342" y="10366"/>
                    <a:pt x="14001" y="12098"/>
                  </a:cubicBezTo>
                  <a:cubicBezTo>
                    <a:pt x="13916" y="12439"/>
                    <a:pt x="13745" y="12780"/>
                    <a:pt x="13518" y="13064"/>
                  </a:cubicBezTo>
                  <a:cubicBezTo>
                    <a:pt x="12496" y="14313"/>
                    <a:pt x="11502" y="15563"/>
                    <a:pt x="10565" y="16869"/>
                  </a:cubicBezTo>
                  <a:cubicBezTo>
                    <a:pt x="10337" y="17238"/>
                    <a:pt x="10053" y="17579"/>
                    <a:pt x="9769" y="17892"/>
                  </a:cubicBezTo>
                  <a:cubicBezTo>
                    <a:pt x="9713" y="17579"/>
                    <a:pt x="9713" y="17295"/>
                    <a:pt x="9798" y="16983"/>
                  </a:cubicBezTo>
                  <a:cubicBezTo>
                    <a:pt x="9968" y="15847"/>
                    <a:pt x="10110" y="14711"/>
                    <a:pt x="10167" y="13575"/>
                  </a:cubicBezTo>
                  <a:cubicBezTo>
                    <a:pt x="10252" y="12354"/>
                    <a:pt x="10536" y="11133"/>
                    <a:pt x="10962" y="9968"/>
                  </a:cubicBezTo>
                  <a:cubicBezTo>
                    <a:pt x="11530" y="8548"/>
                    <a:pt x="12183" y="7157"/>
                    <a:pt x="12950" y="5822"/>
                  </a:cubicBezTo>
                  <a:cubicBezTo>
                    <a:pt x="13092" y="5538"/>
                    <a:pt x="13206" y="5254"/>
                    <a:pt x="13319" y="4942"/>
                  </a:cubicBezTo>
                  <a:cubicBezTo>
                    <a:pt x="13348" y="4885"/>
                    <a:pt x="13319" y="4800"/>
                    <a:pt x="13262" y="4771"/>
                  </a:cubicBezTo>
                  <a:cubicBezTo>
                    <a:pt x="13239" y="4760"/>
                    <a:pt x="13211" y="4753"/>
                    <a:pt x="13181" y="4753"/>
                  </a:cubicBezTo>
                  <a:cubicBezTo>
                    <a:pt x="13140" y="4753"/>
                    <a:pt x="13097" y="4766"/>
                    <a:pt x="13064" y="4800"/>
                  </a:cubicBezTo>
                  <a:cubicBezTo>
                    <a:pt x="12950" y="4885"/>
                    <a:pt x="12865" y="4999"/>
                    <a:pt x="12780" y="5112"/>
                  </a:cubicBezTo>
                  <a:cubicBezTo>
                    <a:pt x="12552" y="5510"/>
                    <a:pt x="12297" y="5907"/>
                    <a:pt x="12070" y="6305"/>
                  </a:cubicBezTo>
                  <a:cubicBezTo>
                    <a:pt x="11161" y="7867"/>
                    <a:pt x="10451" y="9514"/>
                    <a:pt x="9968" y="11246"/>
                  </a:cubicBezTo>
                  <a:cubicBezTo>
                    <a:pt x="9826" y="11757"/>
                    <a:pt x="9713" y="12297"/>
                    <a:pt x="9656" y="12837"/>
                  </a:cubicBezTo>
                  <a:cubicBezTo>
                    <a:pt x="9514" y="13944"/>
                    <a:pt x="9457" y="15052"/>
                    <a:pt x="9343" y="16159"/>
                  </a:cubicBezTo>
                  <a:cubicBezTo>
                    <a:pt x="9258" y="17040"/>
                    <a:pt x="9116" y="17892"/>
                    <a:pt x="8889" y="18744"/>
                  </a:cubicBezTo>
                  <a:cubicBezTo>
                    <a:pt x="8804" y="19141"/>
                    <a:pt x="8633" y="19482"/>
                    <a:pt x="8378" y="19794"/>
                  </a:cubicBezTo>
                  <a:cubicBezTo>
                    <a:pt x="7384" y="21044"/>
                    <a:pt x="6418" y="22322"/>
                    <a:pt x="5424" y="23571"/>
                  </a:cubicBezTo>
                  <a:cubicBezTo>
                    <a:pt x="5254" y="23827"/>
                    <a:pt x="5055" y="24026"/>
                    <a:pt x="4800" y="24168"/>
                  </a:cubicBezTo>
                  <a:cubicBezTo>
                    <a:pt x="4778" y="24232"/>
                    <a:pt x="4757" y="24264"/>
                    <a:pt x="4736" y="24264"/>
                  </a:cubicBezTo>
                  <a:cubicBezTo>
                    <a:pt x="4729" y="24264"/>
                    <a:pt x="4721" y="24260"/>
                    <a:pt x="4714" y="24253"/>
                  </a:cubicBezTo>
                  <a:cubicBezTo>
                    <a:pt x="4686" y="24196"/>
                    <a:pt x="4714" y="24139"/>
                    <a:pt x="4771" y="24139"/>
                  </a:cubicBezTo>
                  <a:cubicBezTo>
                    <a:pt x="4771" y="23571"/>
                    <a:pt x="4828" y="23032"/>
                    <a:pt x="4942" y="22464"/>
                  </a:cubicBezTo>
                  <a:cubicBezTo>
                    <a:pt x="5055" y="21527"/>
                    <a:pt x="5112" y="20533"/>
                    <a:pt x="5339" y="19596"/>
                  </a:cubicBezTo>
                  <a:cubicBezTo>
                    <a:pt x="5510" y="18772"/>
                    <a:pt x="5652" y="17920"/>
                    <a:pt x="5794" y="17068"/>
                  </a:cubicBezTo>
                  <a:cubicBezTo>
                    <a:pt x="5794" y="17011"/>
                    <a:pt x="5794" y="16926"/>
                    <a:pt x="5794" y="16869"/>
                  </a:cubicBezTo>
                  <a:cubicBezTo>
                    <a:pt x="5775" y="16794"/>
                    <a:pt x="5718" y="16756"/>
                    <a:pt x="5657" y="16756"/>
                  </a:cubicBezTo>
                  <a:cubicBezTo>
                    <a:pt x="5626" y="16756"/>
                    <a:pt x="5595" y="16765"/>
                    <a:pt x="5566" y="16784"/>
                  </a:cubicBezTo>
                  <a:cubicBezTo>
                    <a:pt x="5481" y="16898"/>
                    <a:pt x="5424" y="16983"/>
                    <a:pt x="5368" y="17096"/>
                  </a:cubicBezTo>
                  <a:cubicBezTo>
                    <a:pt x="5197" y="17551"/>
                    <a:pt x="5084" y="18034"/>
                    <a:pt x="5027" y="18516"/>
                  </a:cubicBezTo>
                  <a:cubicBezTo>
                    <a:pt x="4856" y="19368"/>
                    <a:pt x="4658" y="20220"/>
                    <a:pt x="4544" y="21101"/>
                  </a:cubicBezTo>
                  <a:cubicBezTo>
                    <a:pt x="4402" y="22379"/>
                    <a:pt x="4232" y="23600"/>
                    <a:pt x="4061" y="24849"/>
                  </a:cubicBezTo>
                  <a:cubicBezTo>
                    <a:pt x="4033" y="25105"/>
                    <a:pt x="3948" y="25332"/>
                    <a:pt x="3777" y="25531"/>
                  </a:cubicBezTo>
                  <a:lnTo>
                    <a:pt x="1846" y="27803"/>
                  </a:lnTo>
                  <a:cubicBezTo>
                    <a:pt x="1800" y="27849"/>
                    <a:pt x="1753" y="27896"/>
                    <a:pt x="1691" y="27896"/>
                  </a:cubicBezTo>
                  <a:cubicBezTo>
                    <a:pt x="1678" y="27896"/>
                    <a:pt x="1663" y="27893"/>
                    <a:pt x="1647" y="27888"/>
                  </a:cubicBezTo>
                  <a:cubicBezTo>
                    <a:pt x="1534" y="27718"/>
                    <a:pt x="1590" y="27547"/>
                    <a:pt x="1619" y="27405"/>
                  </a:cubicBezTo>
                  <a:cubicBezTo>
                    <a:pt x="1789" y="26241"/>
                    <a:pt x="1960" y="25105"/>
                    <a:pt x="2130" y="23941"/>
                  </a:cubicBezTo>
                  <a:cubicBezTo>
                    <a:pt x="2158" y="23855"/>
                    <a:pt x="2158" y="23742"/>
                    <a:pt x="2130" y="23657"/>
                  </a:cubicBezTo>
                  <a:cubicBezTo>
                    <a:pt x="2130" y="23600"/>
                    <a:pt x="2102" y="23571"/>
                    <a:pt x="2073" y="23543"/>
                  </a:cubicBezTo>
                  <a:cubicBezTo>
                    <a:pt x="2053" y="23530"/>
                    <a:pt x="2035" y="23524"/>
                    <a:pt x="2018" y="23524"/>
                  </a:cubicBezTo>
                  <a:cubicBezTo>
                    <a:pt x="1962" y="23524"/>
                    <a:pt x="1918" y="23585"/>
                    <a:pt x="1874" y="23628"/>
                  </a:cubicBezTo>
                  <a:cubicBezTo>
                    <a:pt x="1846" y="23742"/>
                    <a:pt x="1789" y="23827"/>
                    <a:pt x="1732" y="23969"/>
                  </a:cubicBezTo>
                  <a:cubicBezTo>
                    <a:pt x="1562" y="24565"/>
                    <a:pt x="1420" y="25190"/>
                    <a:pt x="1335" y="25815"/>
                  </a:cubicBezTo>
                  <a:cubicBezTo>
                    <a:pt x="1164" y="26582"/>
                    <a:pt x="1108" y="27348"/>
                    <a:pt x="1136" y="28144"/>
                  </a:cubicBezTo>
                  <a:cubicBezTo>
                    <a:pt x="1136" y="28342"/>
                    <a:pt x="1079" y="28541"/>
                    <a:pt x="966" y="28740"/>
                  </a:cubicBezTo>
                  <a:cubicBezTo>
                    <a:pt x="795" y="29052"/>
                    <a:pt x="597" y="29365"/>
                    <a:pt x="341" y="29620"/>
                  </a:cubicBezTo>
                  <a:cubicBezTo>
                    <a:pt x="171" y="29791"/>
                    <a:pt x="57" y="30018"/>
                    <a:pt x="0" y="30245"/>
                  </a:cubicBezTo>
                  <a:cubicBezTo>
                    <a:pt x="0" y="30330"/>
                    <a:pt x="29" y="30387"/>
                    <a:pt x="85" y="30444"/>
                  </a:cubicBezTo>
                  <a:cubicBezTo>
                    <a:pt x="114" y="30458"/>
                    <a:pt x="149" y="30465"/>
                    <a:pt x="185" y="30465"/>
                  </a:cubicBezTo>
                  <a:cubicBezTo>
                    <a:pt x="220" y="30465"/>
                    <a:pt x="256" y="30458"/>
                    <a:pt x="284" y="30444"/>
                  </a:cubicBezTo>
                  <a:cubicBezTo>
                    <a:pt x="369" y="30359"/>
                    <a:pt x="455" y="30274"/>
                    <a:pt x="540" y="30188"/>
                  </a:cubicBezTo>
                  <a:lnTo>
                    <a:pt x="1250" y="29365"/>
                  </a:lnTo>
                  <a:cubicBezTo>
                    <a:pt x="1392" y="29223"/>
                    <a:pt x="1562" y="29138"/>
                    <a:pt x="1761" y="29138"/>
                  </a:cubicBezTo>
                  <a:cubicBezTo>
                    <a:pt x="2670" y="29052"/>
                    <a:pt x="3550" y="28882"/>
                    <a:pt x="4402" y="28683"/>
                  </a:cubicBezTo>
                  <a:cubicBezTo>
                    <a:pt x="4743" y="28598"/>
                    <a:pt x="5055" y="28484"/>
                    <a:pt x="5368" y="28314"/>
                  </a:cubicBezTo>
                  <a:cubicBezTo>
                    <a:pt x="5424" y="28286"/>
                    <a:pt x="5481" y="28229"/>
                    <a:pt x="5538" y="28200"/>
                  </a:cubicBezTo>
                  <a:cubicBezTo>
                    <a:pt x="5566" y="28172"/>
                    <a:pt x="5595" y="28115"/>
                    <a:pt x="5595" y="28058"/>
                  </a:cubicBezTo>
                  <a:cubicBezTo>
                    <a:pt x="5595" y="27973"/>
                    <a:pt x="5510" y="27973"/>
                    <a:pt x="5424" y="27973"/>
                  </a:cubicBezTo>
                  <a:lnTo>
                    <a:pt x="5226" y="27973"/>
                  </a:lnTo>
                  <a:cubicBezTo>
                    <a:pt x="4658" y="28115"/>
                    <a:pt x="4090" y="28229"/>
                    <a:pt x="3522" y="28342"/>
                  </a:cubicBezTo>
                  <a:cubicBezTo>
                    <a:pt x="3010" y="28456"/>
                    <a:pt x="2499" y="28513"/>
                    <a:pt x="1988" y="28513"/>
                  </a:cubicBezTo>
                  <a:cubicBezTo>
                    <a:pt x="2215" y="28257"/>
                    <a:pt x="2386" y="28058"/>
                    <a:pt x="2556" y="27860"/>
                  </a:cubicBezTo>
                  <a:cubicBezTo>
                    <a:pt x="3096" y="27206"/>
                    <a:pt x="3664" y="26582"/>
                    <a:pt x="4232" y="25928"/>
                  </a:cubicBezTo>
                  <a:cubicBezTo>
                    <a:pt x="4374" y="25730"/>
                    <a:pt x="4601" y="25588"/>
                    <a:pt x="4828" y="25588"/>
                  </a:cubicBezTo>
                  <a:cubicBezTo>
                    <a:pt x="4970" y="25588"/>
                    <a:pt x="5084" y="25474"/>
                    <a:pt x="5226" y="25417"/>
                  </a:cubicBezTo>
                  <a:cubicBezTo>
                    <a:pt x="5623" y="25219"/>
                    <a:pt x="6049" y="25105"/>
                    <a:pt x="6475" y="25048"/>
                  </a:cubicBezTo>
                  <a:cubicBezTo>
                    <a:pt x="7362" y="24997"/>
                    <a:pt x="8225" y="24902"/>
                    <a:pt x="9087" y="24902"/>
                  </a:cubicBezTo>
                  <a:cubicBezTo>
                    <a:pt x="9191" y="24902"/>
                    <a:pt x="9296" y="24903"/>
                    <a:pt x="9400" y="24906"/>
                  </a:cubicBezTo>
                  <a:cubicBezTo>
                    <a:pt x="9658" y="24914"/>
                    <a:pt x="9916" y="24918"/>
                    <a:pt x="10174" y="24918"/>
                  </a:cubicBezTo>
                  <a:cubicBezTo>
                    <a:pt x="10796" y="24918"/>
                    <a:pt x="11419" y="24898"/>
                    <a:pt x="12041" y="24878"/>
                  </a:cubicBezTo>
                  <a:cubicBezTo>
                    <a:pt x="12638" y="24849"/>
                    <a:pt x="13234" y="24793"/>
                    <a:pt x="13859" y="24707"/>
                  </a:cubicBezTo>
                  <a:cubicBezTo>
                    <a:pt x="14881" y="24537"/>
                    <a:pt x="15904" y="24281"/>
                    <a:pt x="16897" y="23997"/>
                  </a:cubicBezTo>
                  <a:cubicBezTo>
                    <a:pt x="17352" y="23855"/>
                    <a:pt x="17778" y="23685"/>
                    <a:pt x="18204" y="23515"/>
                  </a:cubicBezTo>
                  <a:cubicBezTo>
                    <a:pt x="18374" y="23458"/>
                    <a:pt x="18545" y="23344"/>
                    <a:pt x="18658" y="23174"/>
                  </a:cubicBezTo>
                  <a:cubicBezTo>
                    <a:pt x="18715" y="23145"/>
                    <a:pt x="18715" y="23089"/>
                    <a:pt x="18715" y="23060"/>
                  </a:cubicBezTo>
                  <a:cubicBezTo>
                    <a:pt x="18687" y="23003"/>
                    <a:pt x="18630" y="23003"/>
                    <a:pt x="18601" y="22975"/>
                  </a:cubicBezTo>
                  <a:cubicBezTo>
                    <a:pt x="18403" y="23003"/>
                    <a:pt x="18204" y="23032"/>
                    <a:pt x="18033" y="23117"/>
                  </a:cubicBezTo>
                  <a:cubicBezTo>
                    <a:pt x="16926" y="23515"/>
                    <a:pt x="15790" y="23799"/>
                    <a:pt x="14654" y="23997"/>
                  </a:cubicBezTo>
                  <a:cubicBezTo>
                    <a:pt x="13503" y="24253"/>
                    <a:pt x="12351" y="24371"/>
                    <a:pt x="11179" y="24371"/>
                  </a:cubicBezTo>
                  <a:cubicBezTo>
                    <a:pt x="11050" y="24371"/>
                    <a:pt x="10921" y="24369"/>
                    <a:pt x="10792" y="24367"/>
                  </a:cubicBezTo>
                  <a:cubicBezTo>
                    <a:pt x="10658" y="24363"/>
                    <a:pt x="10524" y="24362"/>
                    <a:pt x="10389" y="24362"/>
                  </a:cubicBezTo>
                  <a:cubicBezTo>
                    <a:pt x="9297" y="24362"/>
                    <a:pt x="8184" y="24455"/>
                    <a:pt x="7071" y="24480"/>
                  </a:cubicBezTo>
                  <a:cubicBezTo>
                    <a:pt x="6901" y="24480"/>
                    <a:pt x="6731" y="24509"/>
                    <a:pt x="6589" y="24537"/>
                  </a:cubicBezTo>
                  <a:cubicBezTo>
                    <a:pt x="6191" y="24622"/>
                    <a:pt x="5794" y="24679"/>
                    <a:pt x="5453" y="24764"/>
                  </a:cubicBezTo>
                  <a:cubicBezTo>
                    <a:pt x="5424" y="24651"/>
                    <a:pt x="5453" y="24537"/>
                    <a:pt x="5538" y="24480"/>
                  </a:cubicBezTo>
                  <a:cubicBezTo>
                    <a:pt x="5822" y="24111"/>
                    <a:pt x="6134" y="23713"/>
                    <a:pt x="6447" y="23344"/>
                  </a:cubicBezTo>
                  <a:cubicBezTo>
                    <a:pt x="7242" y="22350"/>
                    <a:pt x="8037" y="21385"/>
                    <a:pt x="8832" y="20391"/>
                  </a:cubicBezTo>
                  <a:cubicBezTo>
                    <a:pt x="9042" y="20102"/>
                    <a:pt x="9228" y="19788"/>
                    <a:pt x="9615" y="19788"/>
                  </a:cubicBezTo>
                  <a:cubicBezTo>
                    <a:pt x="9646" y="19788"/>
                    <a:pt x="9679" y="19790"/>
                    <a:pt x="9713" y="19794"/>
                  </a:cubicBezTo>
                  <a:cubicBezTo>
                    <a:pt x="9798" y="19794"/>
                    <a:pt x="9855" y="19738"/>
                    <a:pt x="9911" y="19681"/>
                  </a:cubicBezTo>
                  <a:cubicBezTo>
                    <a:pt x="11161" y="19198"/>
                    <a:pt x="12439" y="18772"/>
                    <a:pt x="13745" y="18488"/>
                  </a:cubicBezTo>
                  <a:cubicBezTo>
                    <a:pt x="14682" y="18261"/>
                    <a:pt x="15648" y="18119"/>
                    <a:pt x="16585" y="17863"/>
                  </a:cubicBezTo>
                  <a:cubicBezTo>
                    <a:pt x="17778" y="17579"/>
                    <a:pt x="18999" y="17380"/>
                    <a:pt x="20220" y="17040"/>
                  </a:cubicBezTo>
                  <a:cubicBezTo>
                    <a:pt x="21072" y="16812"/>
                    <a:pt x="21924" y="16500"/>
                    <a:pt x="22776" y="16188"/>
                  </a:cubicBezTo>
                  <a:cubicBezTo>
                    <a:pt x="23770" y="15790"/>
                    <a:pt x="24707" y="15336"/>
                    <a:pt x="25644" y="14768"/>
                  </a:cubicBezTo>
                  <a:cubicBezTo>
                    <a:pt x="26212" y="14455"/>
                    <a:pt x="26752" y="14086"/>
                    <a:pt x="27320" y="13745"/>
                  </a:cubicBezTo>
                  <a:cubicBezTo>
                    <a:pt x="27519" y="13575"/>
                    <a:pt x="27717" y="13405"/>
                    <a:pt x="27916" y="13234"/>
                  </a:cubicBezTo>
                  <a:cubicBezTo>
                    <a:pt x="27945" y="13177"/>
                    <a:pt x="27973" y="13092"/>
                    <a:pt x="27945" y="13035"/>
                  </a:cubicBezTo>
                  <a:cubicBezTo>
                    <a:pt x="27908" y="12980"/>
                    <a:pt x="27848" y="12949"/>
                    <a:pt x="27787" y="12949"/>
                  </a:cubicBezTo>
                  <a:cubicBezTo>
                    <a:pt x="27753" y="12949"/>
                    <a:pt x="27719" y="12958"/>
                    <a:pt x="27689" y="12979"/>
                  </a:cubicBezTo>
                  <a:cubicBezTo>
                    <a:pt x="27519" y="13121"/>
                    <a:pt x="27348" y="13263"/>
                    <a:pt x="27150" y="13376"/>
                  </a:cubicBezTo>
                  <a:cubicBezTo>
                    <a:pt x="25758" y="14171"/>
                    <a:pt x="24281" y="14938"/>
                    <a:pt x="22804" y="15591"/>
                  </a:cubicBezTo>
                  <a:cubicBezTo>
                    <a:pt x="21385" y="16159"/>
                    <a:pt x="19908" y="16585"/>
                    <a:pt x="18403" y="16898"/>
                  </a:cubicBezTo>
                  <a:cubicBezTo>
                    <a:pt x="17295" y="17125"/>
                    <a:pt x="16159" y="17324"/>
                    <a:pt x="15052" y="17579"/>
                  </a:cubicBezTo>
                  <a:cubicBezTo>
                    <a:pt x="14058" y="17806"/>
                    <a:pt x="13064" y="18034"/>
                    <a:pt x="12098" y="18374"/>
                  </a:cubicBezTo>
                  <a:cubicBezTo>
                    <a:pt x="11558" y="18516"/>
                    <a:pt x="11019" y="18687"/>
                    <a:pt x="10508" y="18914"/>
                  </a:cubicBezTo>
                  <a:cubicBezTo>
                    <a:pt x="10366" y="18942"/>
                    <a:pt x="10224" y="18971"/>
                    <a:pt x="10082" y="18999"/>
                  </a:cubicBezTo>
                  <a:cubicBezTo>
                    <a:pt x="10062" y="19019"/>
                    <a:pt x="10029" y="19052"/>
                    <a:pt x="9992" y="19052"/>
                  </a:cubicBezTo>
                  <a:cubicBezTo>
                    <a:pt x="9975" y="19052"/>
                    <a:pt x="9957" y="19045"/>
                    <a:pt x="9940" y="19028"/>
                  </a:cubicBezTo>
                  <a:cubicBezTo>
                    <a:pt x="9940" y="19028"/>
                    <a:pt x="9997" y="18971"/>
                    <a:pt x="10025" y="18942"/>
                  </a:cubicBezTo>
                  <a:cubicBezTo>
                    <a:pt x="10110" y="18772"/>
                    <a:pt x="10224" y="18602"/>
                    <a:pt x="10309" y="18460"/>
                  </a:cubicBezTo>
                  <a:cubicBezTo>
                    <a:pt x="11331" y="17011"/>
                    <a:pt x="12382" y="15648"/>
                    <a:pt x="13461" y="14228"/>
                  </a:cubicBezTo>
                  <a:cubicBezTo>
                    <a:pt x="13887" y="13660"/>
                    <a:pt x="14455" y="13234"/>
                    <a:pt x="15137" y="13007"/>
                  </a:cubicBezTo>
                  <a:cubicBezTo>
                    <a:pt x="16301" y="12581"/>
                    <a:pt x="17465" y="12240"/>
                    <a:pt x="18687" y="11928"/>
                  </a:cubicBezTo>
                  <a:cubicBezTo>
                    <a:pt x="20107" y="11559"/>
                    <a:pt x="21555" y="11189"/>
                    <a:pt x="22975" y="10792"/>
                  </a:cubicBezTo>
                  <a:cubicBezTo>
                    <a:pt x="23628" y="10593"/>
                    <a:pt x="24281" y="10366"/>
                    <a:pt x="24906" y="10082"/>
                  </a:cubicBezTo>
                  <a:cubicBezTo>
                    <a:pt x="26241" y="9429"/>
                    <a:pt x="27547" y="8634"/>
                    <a:pt x="28740" y="7725"/>
                  </a:cubicBezTo>
                  <a:cubicBezTo>
                    <a:pt x="28910" y="7640"/>
                    <a:pt x="29052" y="7469"/>
                    <a:pt x="29137" y="7299"/>
                  </a:cubicBezTo>
                  <a:cubicBezTo>
                    <a:pt x="29166" y="7270"/>
                    <a:pt x="29166" y="7214"/>
                    <a:pt x="29137" y="7185"/>
                  </a:cubicBezTo>
                  <a:cubicBezTo>
                    <a:pt x="29109" y="7128"/>
                    <a:pt x="29052" y="7128"/>
                    <a:pt x="29024" y="7128"/>
                  </a:cubicBezTo>
                  <a:cubicBezTo>
                    <a:pt x="28768" y="7185"/>
                    <a:pt x="28569" y="7299"/>
                    <a:pt x="28371" y="7441"/>
                  </a:cubicBezTo>
                  <a:cubicBezTo>
                    <a:pt x="27746" y="7838"/>
                    <a:pt x="27150" y="8236"/>
                    <a:pt x="26525" y="8634"/>
                  </a:cubicBezTo>
                  <a:cubicBezTo>
                    <a:pt x="25673" y="9173"/>
                    <a:pt x="24736" y="9628"/>
                    <a:pt x="23770" y="9968"/>
                  </a:cubicBezTo>
                  <a:cubicBezTo>
                    <a:pt x="22719" y="10309"/>
                    <a:pt x="21697" y="10593"/>
                    <a:pt x="20618" y="10877"/>
                  </a:cubicBezTo>
                  <a:cubicBezTo>
                    <a:pt x="18885" y="11275"/>
                    <a:pt x="17181" y="11757"/>
                    <a:pt x="15506" y="12325"/>
                  </a:cubicBezTo>
                  <a:cubicBezTo>
                    <a:pt x="15455" y="12351"/>
                    <a:pt x="15398" y="12365"/>
                    <a:pt x="15346" y="12365"/>
                  </a:cubicBezTo>
                  <a:cubicBezTo>
                    <a:pt x="15282" y="12365"/>
                    <a:pt x="15225" y="12344"/>
                    <a:pt x="15194" y="12297"/>
                  </a:cubicBezTo>
                  <a:cubicBezTo>
                    <a:pt x="15137" y="12212"/>
                    <a:pt x="15194" y="12127"/>
                    <a:pt x="15250" y="12041"/>
                  </a:cubicBezTo>
                  <a:cubicBezTo>
                    <a:pt x="15648" y="11559"/>
                    <a:pt x="15989" y="11076"/>
                    <a:pt x="16386" y="10621"/>
                  </a:cubicBezTo>
                  <a:cubicBezTo>
                    <a:pt x="17693" y="9173"/>
                    <a:pt x="18999" y="7782"/>
                    <a:pt x="20391" y="6447"/>
                  </a:cubicBezTo>
                  <a:cubicBezTo>
                    <a:pt x="21385" y="5481"/>
                    <a:pt x="22407" y="4544"/>
                    <a:pt x="23458" y="3664"/>
                  </a:cubicBezTo>
                  <a:cubicBezTo>
                    <a:pt x="23969" y="3238"/>
                    <a:pt x="24452" y="2783"/>
                    <a:pt x="24934" y="2357"/>
                  </a:cubicBezTo>
                  <a:cubicBezTo>
                    <a:pt x="25105" y="2187"/>
                    <a:pt x="25275" y="1988"/>
                    <a:pt x="25360" y="1761"/>
                  </a:cubicBezTo>
                  <a:cubicBezTo>
                    <a:pt x="25360" y="1704"/>
                    <a:pt x="25332" y="1676"/>
                    <a:pt x="25304" y="1619"/>
                  </a:cubicBezTo>
                  <a:cubicBezTo>
                    <a:pt x="25275" y="1591"/>
                    <a:pt x="25247" y="1591"/>
                    <a:pt x="25190" y="1591"/>
                  </a:cubicBezTo>
                  <a:cubicBezTo>
                    <a:pt x="24934" y="1676"/>
                    <a:pt x="24707" y="1789"/>
                    <a:pt x="24508" y="1988"/>
                  </a:cubicBezTo>
                  <a:cubicBezTo>
                    <a:pt x="23713" y="2585"/>
                    <a:pt x="22975" y="3266"/>
                    <a:pt x="22208" y="3919"/>
                  </a:cubicBezTo>
                  <a:cubicBezTo>
                    <a:pt x="19993" y="5850"/>
                    <a:pt x="17891" y="7924"/>
                    <a:pt x="15932" y="10110"/>
                  </a:cubicBezTo>
                  <a:cubicBezTo>
                    <a:pt x="15847" y="10224"/>
                    <a:pt x="15762" y="10366"/>
                    <a:pt x="15676" y="10479"/>
                  </a:cubicBezTo>
                  <a:cubicBezTo>
                    <a:pt x="15392" y="10792"/>
                    <a:pt x="15137" y="11104"/>
                    <a:pt x="14853" y="11388"/>
                  </a:cubicBezTo>
                  <a:lnTo>
                    <a:pt x="14768" y="11388"/>
                  </a:lnTo>
                  <a:cubicBezTo>
                    <a:pt x="14654" y="11218"/>
                    <a:pt x="14768" y="11019"/>
                    <a:pt x="14796" y="10849"/>
                  </a:cubicBezTo>
                  <a:cubicBezTo>
                    <a:pt x="15222" y="9230"/>
                    <a:pt x="15648" y="7611"/>
                    <a:pt x="16216" y="6021"/>
                  </a:cubicBezTo>
                  <a:cubicBezTo>
                    <a:pt x="16557" y="5027"/>
                    <a:pt x="17039" y="4090"/>
                    <a:pt x="17636" y="3238"/>
                  </a:cubicBezTo>
                  <a:cubicBezTo>
                    <a:pt x="18147" y="2528"/>
                    <a:pt x="18687" y="1818"/>
                    <a:pt x="19198" y="1108"/>
                  </a:cubicBezTo>
                  <a:cubicBezTo>
                    <a:pt x="19397" y="852"/>
                    <a:pt x="19567" y="540"/>
                    <a:pt x="19766" y="256"/>
                  </a:cubicBezTo>
                  <a:cubicBezTo>
                    <a:pt x="19823" y="199"/>
                    <a:pt x="19823" y="57"/>
                    <a:pt x="19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9"/>
            <p:cNvSpPr/>
            <p:nvPr/>
          </p:nvSpPr>
          <p:spPr>
            <a:xfrm>
              <a:off x="1458550" y="2312925"/>
              <a:ext cx="3575" cy="4000"/>
            </a:xfrm>
            <a:custGeom>
              <a:rect b="b" l="l" r="r" t="t"/>
              <a:pathLst>
                <a:path extrusionOk="0" h="160" w="143">
                  <a:moveTo>
                    <a:pt x="86" y="1"/>
                  </a:moveTo>
                  <a:cubicBezTo>
                    <a:pt x="58" y="57"/>
                    <a:pt x="1" y="114"/>
                    <a:pt x="1" y="114"/>
                  </a:cubicBezTo>
                  <a:cubicBezTo>
                    <a:pt x="23" y="148"/>
                    <a:pt x="41" y="159"/>
                    <a:pt x="58" y="159"/>
                  </a:cubicBezTo>
                  <a:cubicBezTo>
                    <a:pt x="84" y="159"/>
                    <a:pt x="108" y="131"/>
                    <a:pt x="143" y="114"/>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9"/>
            <p:cNvSpPr/>
            <p:nvPr/>
          </p:nvSpPr>
          <p:spPr>
            <a:xfrm>
              <a:off x="1326500" y="2444975"/>
              <a:ext cx="3575" cy="3150"/>
            </a:xfrm>
            <a:custGeom>
              <a:rect b="b" l="l" r="r" t="t"/>
              <a:pathLst>
                <a:path extrusionOk="0" h="126" w="143">
                  <a:moveTo>
                    <a:pt x="86" y="1"/>
                  </a:moveTo>
                  <a:cubicBezTo>
                    <a:pt x="29" y="29"/>
                    <a:pt x="1" y="86"/>
                    <a:pt x="29" y="114"/>
                  </a:cubicBezTo>
                  <a:cubicBezTo>
                    <a:pt x="44" y="122"/>
                    <a:pt x="57" y="125"/>
                    <a:pt x="69" y="125"/>
                  </a:cubicBezTo>
                  <a:cubicBezTo>
                    <a:pt x="101" y="125"/>
                    <a:pt x="122" y="99"/>
                    <a:pt x="143" y="58"/>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9"/>
            <p:cNvSpPr/>
            <p:nvPr/>
          </p:nvSpPr>
          <p:spPr>
            <a:xfrm>
              <a:off x="1583500" y="2151050"/>
              <a:ext cx="1450" cy="750"/>
            </a:xfrm>
            <a:custGeom>
              <a:rect b="b" l="l" r="r" t="t"/>
              <a:pathLst>
                <a:path extrusionOk="0" h="30" w="58">
                  <a:moveTo>
                    <a:pt x="1" y="1"/>
                  </a:moveTo>
                  <a:lnTo>
                    <a:pt x="1" y="29"/>
                  </a:lnTo>
                  <a:lnTo>
                    <a:pt x="58" y="29"/>
                  </a:lnTo>
                  <a:lnTo>
                    <a:pt x="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9"/>
            <p:cNvSpPr/>
            <p:nvPr/>
          </p:nvSpPr>
          <p:spPr>
            <a:xfrm>
              <a:off x="237400" y="2357375"/>
              <a:ext cx="891050" cy="778975"/>
            </a:xfrm>
            <a:custGeom>
              <a:rect b="b" l="l" r="r" t="t"/>
              <a:pathLst>
                <a:path extrusionOk="0" h="31159" w="35642">
                  <a:moveTo>
                    <a:pt x="8624" y="0"/>
                  </a:moveTo>
                  <a:cubicBezTo>
                    <a:pt x="8047" y="0"/>
                    <a:pt x="7469" y="61"/>
                    <a:pt x="6902" y="182"/>
                  </a:cubicBezTo>
                  <a:cubicBezTo>
                    <a:pt x="5652" y="494"/>
                    <a:pt x="4488" y="1119"/>
                    <a:pt x="3550" y="2028"/>
                  </a:cubicBezTo>
                  <a:cubicBezTo>
                    <a:pt x="2244" y="3278"/>
                    <a:pt x="1279" y="4868"/>
                    <a:pt x="739" y="6600"/>
                  </a:cubicBezTo>
                  <a:cubicBezTo>
                    <a:pt x="228" y="8247"/>
                    <a:pt x="1" y="9980"/>
                    <a:pt x="29" y="11712"/>
                  </a:cubicBezTo>
                  <a:cubicBezTo>
                    <a:pt x="29" y="12053"/>
                    <a:pt x="57" y="12394"/>
                    <a:pt x="114" y="12734"/>
                  </a:cubicBezTo>
                  <a:cubicBezTo>
                    <a:pt x="341" y="14126"/>
                    <a:pt x="767" y="15489"/>
                    <a:pt x="1364" y="16767"/>
                  </a:cubicBezTo>
                  <a:cubicBezTo>
                    <a:pt x="1960" y="18017"/>
                    <a:pt x="2670" y="19209"/>
                    <a:pt x="3522" y="20317"/>
                  </a:cubicBezTo>
                  <a:cubicBezTo>
                    <a:pt x="4204" y="21197"/>
                    <a:pt x="4999" y="22021"/>
                    <a:pt x="5851" y="22731"/>
                  </a:cubicBezTo>
                  <a:cubicBezTo>
                    <a:pt x="6873" y="23668"/>
                    <a:pt x="8037" y="24463"/>
                    <a:pt x="9259" y="25116"/>
                  </a:cubicBezTo>
                  <a:cubicBezTo>
                    <a:pt x="10934" y="25968"/>
                    <a:pt x="12695" y="26565"/>
                    <a:pt x="14541" y="26934"/>
                  </a:cubicBezTo>
                  <a:cubicBezTo>
                    <a:pt x="15563" y="27133"/>
                    <a:pt x="16586" y="27218"/>
                    <a:pt x="17608" y="27246"/>
                  </a:cubicBezTo>
                  <a:cubicBezTo>
                    <a:pt x="18460" y="27246"/>
                    <a:pt x="19312" y="27234"/>
                    <a:pt x="20155" y="27234"/>
                  </a:cubicBezTo>
                  <a:cubicBezTo>
                    <a:pt x="20577" y="27234"/>
                    <a:pt x="20997" y="27237"/>
                    <a:pt x="21413" y="27246"/>
                  </a:cubicBezTo>
                  <a:cubicBezTo>
                    <a:pt x="21488" y="27244"/>
                    <a:pt x="21563" y="27243"/>
                    <a:pt x="21638" y="27243"/>
                  </a:cubicBezTo>
                  <a:cubicBezTo>
                    <a:pt x="22610" y="27243"/>
                    <a:pt x="23555" y="27415"/>
                    <a:pt x="24452" y="27757"/>
                  </a:cubicBezTo>
                  <a:cubicBezTo>
                    <a:pt x="25077" y="28013"/>
                    <a:pt x="25645" y="28354"/>
                    <a:pt x="26184" y="28751"/>
                  </a:cubicBezTo>
                  <a:cubicBezTo>
                    <a:pt x="26582" y="29064"/>
                    <a:pt x="26951" y="29376"/>
                    <a:pt x="27349" y="29660"/>
                  </a:cubicBezTo>
                  <a:cubicBezTo>
                    <a:pt x="28059" y="30257"/>
                    <a:pt x="28911" y="30597"/>
                    <a:pt x="29819" y="30711"/>
                  </a:cubicBezTo>
                  <a:cubicBezTo>
                    <a:pt x="30558" y="30768"/>
                    <a:pt x="31268" y="30910"/>
                    <a:pt x="31949" y="31080"/>
                  </a:cubicBezTo>
                  <a:cubicBezTo>
                    <a:pt x="32196" y="31134"/>
                    <a:pt x="32447" y="31159"/>
                    <a:pt x="32697" y="31159"/>
                  </a:cubicBezTo>
                  <a:cubicBezTo>
                    <a:pt x="33109" y="31159"/>
                    <a:pt x="33520" y="31090"/>
                    <a:pt x="33909" y="30966"/>
                  </a:cubicBezTo>
                  <a:cubicBezTo>
                    <a:pt x="34676" y="30739"/>
                    <a:pt x="35244" y="30115"/>
                    <a:pt x="35386" y="29319"/>
                  </a:cubicBezTo>
                  <a:cubicBezTo>
                    <a:pt x="35641" y="28183"/>
                    <a:pt x="35556" y="27019"/>
                    <a:pt x="35187" y="25940"/>
                  </a:cubicBezTo>
                  <a:cubicBezTo>
                    <a:pt x="34335" y="23469"/>
                    <a:pt x="32887" y="21282"/>
                    <a:pt x="30984" y="19550"/>
                  </a:cubicBezTo>
                  <a:cubicBezTo>
                    <a:pt x="29791" y="18443"/>
                    <a:pt x="28598" y="17335"/>
                    <a:pt x="27491" y="16171"/>
                  </a:cubicBezTo>
                  <a:cubicBezTo>
                    <a:pt x="26440" y="15035"/>
                    <a:pt x="25531" y="13814"/>
                    <a:pt x="24764" y="12507"/>
                  </a:cubicBezTo>
                  <a:cubicBezTo>
                    <a:pt x="24168" y="11513"/>
                    <a:pt x="23572" y="10491"/>
                    <a:pt x="22947" y="9497"/>
                  </a:cubicBezTo>
                  <a:cubicBezTo>
                    <a:pt x="22010" y="7992"/>
                    <a:pt x="20817" y="6629"/>
                    <a:pt x="19454" y="5493"/>
                  </a:cubicBezTo>
                  <a:cubicBezTo>
                    <a:pt x="18801" y="4981"/>
                    <a:pt x="18119" y="4527"/>
                    <a:pt x="17409" y="4101"/>
                  </a:cubicBezTo>
                  <a:cubicBezTo>
                    <a:pt x="16358" y="3505"/>
                    <a:pt x="15364" y="2823"/>
                    <a:pt x="14370" y="2113"/>
                  </a:cubicBezTo>
                  <a:cubicBezTo>
                    <a:pt x="13518" y="1488"/>
                    <a:pt x="12610" y="1006"/>
                    <a:pt x="11673" y="580"/>
                  </a:cubicBezTo>
                  <a:cubicBezTo>
                    <a:pt x="10704" y="196"/>
                    <a:pt x="9665" y="0"/>
                    <a:pt x="8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9"/>
            <p:cNvSpPr/>
            <p:nvPr/>
          </p:nvSpPr>
          <p:spPr>
            <a:xfrm>
              <a:off x="287100" y="2401850"/>
              <a:ext cx="771050" cy="666800"/>
            </a:xfrm>
            <a:custGeom>
              <a:rect b="b" l="l" r="r" t="t"/>
              <a:pathLst>
                <a:path extrusionOk="0" h="26672" w="30842">
                  <a:moveTo>
                    <a:pt x="14314" y="11268"/>
                  </a:moveTo>
                  <a:lnTo>
                    <a:pt x="14314" y="11296"/>
                  </a:lnTo>
                  <a:lnTo>
                    <a:pt x="14257" y="11296"/>
                  </a:lnTo>
                  <a:lnTo>
                    <a:pt x="14314" y="11268"/>
                  </a:lnTo>
                  <a:close/>
                  <a:moveTo>
                    <a:pt x="8268" y="1"/>
                  </a:moveTo>
                  <a:cubicBezTo>
                    <a:pt x="8236" y="1"/>
                    <a:pt x="8208" y="8"/>
                    <a:pt x="8179" y="22"/>
                  </a:cubicBezTo>
                  <a:cubicBezTo>
                    <a:pt x="8094" y="79"/>
                    <a:pt x="8094" y="192"/>
                    <a:pt x="8179" y="249"/>
                  </a:cubicBezTo>
                  <a:cubicBezTo>
                    <a:pt x="8378" y="505"/>
                    <a:pt x="8605" y="760"/>
                    <a:pt x="8833" y="987"/>
                  </a:cubicBezTo>
                  <a:lnTo>
                    <a:pt x="10565" y="2833"/>
                  </a:lnTo>
                  <a:cubicBezTo>
                    <a:pt x="11247" y="3572"/>
                    <a:pt x="11843" y="4395"/>
                    <a:pt x="12297" y="5304"/>
                  </a:cubicBezTo>
                  <a:cubicBezTo>
                    <a:pt x="13036" y="6752"/>
                    <a:pt x="13632" y="8257"/>
                    <a:pt x="14228" y="9734"/>
                  </a:cubicBezTo>
                  <a:cubicBezTo>
                    <a:pt x="14314" y="9905"/>
                    <a:pt x="14427" y="10075"/>
                    <a:pt x="14342" y="10274"/>
                  </a:cubicBezTo>
                  <a:lnTo>
                    <a:pt x="14257" y="10274"/>
                  </a:lnTo>
                  <a:cubicBezTo>
                    <a:pt x="13973" y="9990"/>
                    <a:pt x="13660" y="9734"/>
                    <a:pt x="13376" y="9479"/>
                  </a:cubicBezTo>
                  <a:cubicBezTo>
                    <a:pt x="13263" y="9393"/>
                    <a:pt x="13178" y="9280"/>
                    <a:pt x="13064" y="9166"/>
                  </a:cubicBezTo>
                  <a:cubicBezTo>
                    <a:pt x="10906" y="7320"/>
                    <a:pt x="8662" y="5616"/>
                    <a:pt x="6277" y="4054"/>
                  </a:cubicBezTo>
                  <a:cubicBezTo>
                    <a:pt x="5482" y="3515"/>
                    <a:pt x="4686" y="2975"/>
                    <a:pt x="3863" y="2493"/>
                  </a:cubicBezTo>
                  <a:cubicBezTo>
                    <a:pt x="3636" y="2351"/>
                    <a:pt x="3408" y="2265"/>
                    <a:pt x="3153" y="2209"/>
                  </a:cubicBezTo>
                  <a:cubicBezTo>
                    <a:pt x="3096" y="2209"/>
                    <a:pt x="3068" y="2237"/>
                    <a:pt x="3039" y="2265"/>
                  </a:cubicBezTo>
                  <a:cubicBezTo>
                    <a:pt x="3011" y="2294"/>
                    <a:pt x="3011" y="2351"/>
                    <a:pt x="3011" y="2407"/>
                  </a:cubicBezTo>
                  <a:cubicBezTo>
                    <a:pt x="3124" y="2606"/>
                    <a:pt x="3295" y="2777"/>
                    <a:pt x="3494" y="2919"/>
                  </a:cubicBezTo>
                  <a:cubicBezTo>
                    <a:pt x="4005" y="3259"/>
                    <a:pt x="4516" y="3628"/>
                    <a:pt x="5056" y="3969"/>
                  </a:cubicBezTo>
                  <a:cubicBezTo>
                    <a:pt x="6191" y="4679"/>
                    <a:pt x="7271" y="5474"/>
                    <a:pt x="8321" y="6241"/>
                  </a:cubicBezTo>
                  <a:cubicBezTo>
                    <a:pt x="9798" y="7320"/>
                    <a:pt x="11247" y="8513"/>
                    <a:pt x="12638" y="9706"/>
                  </a:cubicBezTo>
                  <a:cubicBezTo>
                    <a:pt x="13092" y="10103"/>
                    <a:pt x="13490" y="10529"/>
                    <a:pt x="13916" y="10927"/>
                  </a:cubicBezTo>
                  <a:cubicBezTo>
                    <a:pt x="13973" y="10984"/>
                    <a:pt x="14086" y="11041"/>
                    <a:pt x="14030" y="11154"/>
                  </a:cubicBezTo>
                  <a:cubicBezTo>
                    <a:pt x="13973" y="11230"/>
                    <a:pt x="13903" y="11255"/>
                    <a:pt x="13830" y="11255"/>
                  </a:cubicBezTo>
                  <a:cubicBezTo>
                    <a:pt x="13793" y="11255"/>
                    <a:pt x="13755" y="11249"/>
                    <a:pt x="13717" y="11239"/>
                  </a:cubicBezTo>
                  <a:cubicBezTo>
                    <a:pt x="12042" y="10899"/>
                    <a:pt x="10338" y="10643"/>
                    <a:pt x="8634" y="10501"/>
                  </a:cubicBezTo>
                  <a:cubicBezTo>
                    <a:pt x="7583" y="10387"/>
                    <a:pt x="6561" y="10217"/>
                    <a:pt x="5510" y="10018"/>
                  </a:cubicBezTo>
                  <a:cubicBezTo>
                    <a:pt x="4544" y="9819"/>
                    <a:pt x="3607" y="9507"/>
                    <a:pt x="2727" y="9081"/>
                  </a:cubicBezTo>
                  <a:cubicBezTo>
                    <a:pt x="2074" y="8797"/>
                    <a:pt x="1449" y="8485"/>
                    <a:pt x="824" y="8201"/>
                  </a:cubicBezTo>
                  <a:cubicBezTo>
                    <a:pt x="597" y="8087"/>
                    <a:pt x="398" y="8002"/>
                    <a:pt x="143" y="7974"/>
                  </a:cubicBezTo>
                  <a:cubicBezTo>
                    <a:pt x="57" y="7974"/>
                    <a:pt x="1" y="8087"/>
                    <a:pt x="57" y="8172"/>
                  </a:cubicBezTo>
                  <a:cubicBezTo>
                    <a:pt x="171" y="8314"/>
                    <a:pt x="313" y="8428"/>
                    <a:pt x="483" y="8513"/>
                  </a:cubicBezTo>
                  <a:cubicBezTo>
                    <a:pt x="1733" y="9251"/>
                    <a:pt x="3068" y="9848"/>
                    <a:pt x="4459" y="10302"/>
                  </a:cubicBezTo>
                  <a:cubicBezTo>
                    <a:pt x="5084" y="10473"/>
                    <a:pt x="5737" y="10615"/>
                    <a:pt x="6362" y="10728"/>
                  </a:cubicBezTo>
                  <a:cubicBezTo>
                    <a:pt x="7782" y="10899"/>
                    <a:pt x="9202" y="11097"/>
                    <a:pt x="10622" y="11268"/>
                  </a:cubicBezTo>
                  <a:cubicBezTo>
                    <a:pt x="11814" y="11381"/>
                    <a:pt x="13007" y="11580"/>
                    <a:pt x="14200" y="11836"/>
                  </a:cubicBezTo>
                  <a:cubicBezTo>
                    <a:pt x="14853" y="11978"/>
                    <a:pt x="15450" y="12319"/>
                    <a:pt x="15932" y="12801"/>
                  </a:cubicBezTo>
                  <a:cubicBezTo>
                    <a:pt x="17125" y="13994"/>
                    <a:pt x="18346" y="15158"/>
                    <a:pt x="19454" y="16436"/>
                  </a:cubicBezTo>
                  <a:cubicBezTo>
                    <a:pt x="19596" y="16550"/>
                    <a:pt x="19709" y="16720"/>
                    <a:pt x="19823" y="16862"/>
                  </a:cubicBezTo>
                  <a:lnTo>
                    <a:pt x="19908" y="16948"/>
                  </a:lnTo>
                  <a:cubicBezTo>
                    <a:pt x="19886" y="16981"/>
                    <a:pt x="19864" y="16993"/>
                    <a:pt x="19841" y="16993"/>
                  </a:cubicBezTo>
                  <a:cubicBezTo>
                    <a:pt x="19807" y="16993"/>
                    <a:pt x="19772" y="16965"/>
                    <a:pt x="19738" y="16948"/>
                  </a:cubicBezTo>
                  <a:cubicBezTo>
                    <a:pt x="19596" y="16948"/>
                    <a:pt x="19454" y="16948"/>
                    <a:pt x="19312" y="16919"/>
                  </a:cubicBezTo>
                  <a:cubicBezTo>
                    <a:pt x="18801" y="16777"/>
                    <a:pt x="18261" y="16664"/>
                    <a:pt x="17750" y="16607"/>
                  </a:cubicBezTo>
                  <a:cubicBezTo>
                    <a:pt x="16784" y="16408"/>
                    <a:pt x="15790" y="16294"/>
                    <a:pt x="14825" y="16209"/>
                  </a:cubicBezTo>
                  <a:cubicBezTo>
                    <a:pt x="13717" y="16096"/>
                    <a:pt x="12638" y="16067"/>
                    <a:pt x="11530" y="15982"/>
                  </a:cubicBezTo>
                  <a:cubicBezTo>
                    <a:pt x="10054" y="15897"/>
                    <a:pt x="8605" y="15670"/>
                    <a:pt x="7185" y="15300"/>
                  </a:cubicBezTo>
                  <a:cubicBezTo>
                    <a:pt x="5680" y="14874"/>
                    <a:pt x="4204" y="14335"/>
                    <a:pt x="2755" y="13738"/>
                  </a:cubicBezTo>
                  <a:cubicBezTo>
                    <a:pt x="2556" y="13653"/>
                    <a:pt x="2386" y="13540"/>
                    <a:pt x="2187" y="13454"/>
                  </a:cubicBezTo>
                  <a:cubicBezTo>
                    <a:pt x="2157" y="13434"/>
                    <a:pt x="2123" y="13425"/>
                    <a:pt x="2091" y="13425"/>
                  </a:cubicBezTo>
                  <a:cubicBezTo>
                    <a:pt x="2032" y="13425"/>
                    <a:pt x="1978" y="13456"/>
                    <a:pt x="1960" y="13511"/>
                  </a:cubicBezTo>
                  <a:cubicBezTo>
                    <a:pt x="1932" y="13568"/>
                    <a:pt x="1960" y="13653"/>
                    <a:pt x="2017" y="13710"/>
                  </a:cubicBezTo>
                  <a:cubicBezTo>
                    <a:pt x="2216" y="13852"/>
                    <a:pt x="2414" y="13994"/>
                    <a:pt x="2642" y="14108"/>
                  </a:cubicBezTo>
                  <a:cubicBezTo>
                    <a:pt x="3238" y="14392"/>
                    <a:pt x="3806" y="14647"/>
                    <a:pt x="4374" y="14903"/>
                  </a:cubicBezTo>
                  <a:cubicBezTo>
                    <a:pt x="5340" y="15300"/>
                    <a:pt x="6305" y="15641"/>
                    <a:pt x="7299" y="15897"/>
                  </a:cubicBezTo>
                  <a:cubicBezTo>
                    <a:pt x="8151" y="16096"/>
                    <a:pt x="9003" y="16294"/>
                    <a:pt x="9855" y="16380"/>
                  </a:cubicBezTo>
                  <a:cubicBezTo>
                    <a:pt x="11019" y="16550"/>
                    <a:pt x="12212" y="16578"/>
                    <a:pt x="13405" y="16720"/>
                  </a:cubicBezTo>
                  <a:cubicBezTo>
                    <a:pt x="14342" y="16834"/>
                    <a:pt x="15279" y="16834"/>
                    <a:pt x="16188" y="16948"/>
                  </a:cubicBezTo>
                  <a:cubicBezTo>
                    <a:pt x="17494" y="17061"/>
                    <a:pt x="18772" y="17288"/>
                    <a:pt x="19993" y="17629"/>
                  </a:cubicBezTo>
                  <a:cubicBezTo>
                    <a:pt x="20079" y="17629"/>
                    <a:pt x="20135" y="17686"/>
                    <a:pt x="20192" y="17686"/>
                  </a:cubicBezTo>
                  <a:cubicBezTo>
                    <a:pt x="20258" y="17669"/>
                    <a:pt x="20319" y="17662"/>
                    <a:pt x="20377" y="17662"/>
                  </a:cubicBezTo>
                  <a:cubicBezTo>
                    <a:pt x="20713" y="17662"/>
                    <a:pt x="20911" y="17922"/>
                    <a:pt x="21129" y="18140"/>
                  </a:cubicBezTo>
                  <a:cubicBezTo>
                    <a:pt x="22010" y="18992"/>
                    <a:pt x="22890" y="19816"/>
                    <a:pt x="23799" y="20668"/>
                  </a:cubicBezTo>
                  <a:cubicBezTo>
                    <a:pt x="24140" y="20980"/>
                    <a:pt x="24452" y="21293"/>
                    <a:pt x="24793" y="21633"/>
                  </a:cubicBezTo>
                  <a:cubicBezTo>
                    <a:pt x="24878" y="21690"/>
                    <a:pt x="24935" y="21775"/>
                    <a:pt x="24906" y="21889"/>
                  </a:cubicBezTo>
                  <a:lnTo>
                    <a:pt x="23799" y="21832"/>
                  </a:lnTo>
                  <a:cubicBezTo>
                    <a:pt x="23728" y="21818"/>
                    <a:pt x="23650" y="21811"/>
                    <a:pt x="23568" y="21811"/>
                  </a:cubicBezTo>
                  <a:cubicBezTo>
                    <a:pt x="23486" y="21811"/>
                    <a:pt x="23401" y="21818"/>
                    <a:pt x="23316" y="21832"/>
                  </a:cubicBezTo>
                  <a:cubicBezTo>
                    <a:pt x="22123" y="21946"/>
                    <a:pt x="20931" y="22003"/>
                    <a:pt x="19738" y="22173"/>
                  </a:cubicBezTo>
                  <a:cubicBezTo>
                    <a:pt x="18883" y="22312"/>
                    <a:pt x="18014" y="22382"/>
                    <a:pt x="17151" y="22382"/>
                  </a:cubicBezTo>
                  <a:cubicBezTo>
                    <a:pt x="16781" y="22382"/>
                    <a:pt x="16412" y="22369"/>
                    <a:pt x="16046" y="22343"/>
                  </a:cubicBezTo>
                  <a:cubicBezTo>
                    <a:pt x="14910" y="22287"/>
                    <a:pt x="13802" y="22145"/>
                    <a:pt x="12695" y="21917"/>
                  </a:cubicBezTo>
                  <a:cubicBezTo>
                    <a:pt x="12524" y="21861"/>
                    <a:pt x="12326" y="21861"/>
                    <a:pt x="12155" y="21861"/>
                  </a:cubicBezTo>
                  <a:cubicBezTo>
                    <a:pt x="12098" y="21889"/>
                    <a:pt x="12042" y="21917"/>
                    <a:pt x="12042" y="21946"/>
                  </a:cubicBezTo>
                  <a:cubicBezTo>
                    <a:pt x="12042" y="22003"/>
                    <a:pt x="12070" y="22031"/>
                    <a:pt x="12098" y="22059"/>
                  </a:cubicBezTo>
                  <a:cubicBezTo>
                    <a:pt x="12240" y="22201"/>
                    <a:pt x="12411" y="22287"/>
                    <a:pt x="12581" y="22315"/>
                  </a:cubicBezTo>
                  <a:cubicBezTo>
                    <a:pt x="13007" y="22457"/>
                    <a:pt x="13462" y="22542"/>
                    <a:pt x="13888" y="22627"/>
                  </a:cubicBezTo>
                  <a:cubicBezTo>
                    <a:pt x="14882" y="22769"/>
                    <a:pt x="15876" y="22883"/>
                    <a:pt x="16898" y="22911"/>
                  </a:cubicBezTo>
                  <a:cubicBezTo>
                    <a:pt x="17466" y="22911"/>
                    <a:pt x="18062" y="22911"/>
                    <a:pt x="18630" y="22855"/>
                  </a:cubicBezTo>
                  <a:cubicBezTo>
                    <a:pt x="19482" y="22769"/>
                    <a:pt x="20334" y="22684"/>
                    <a:pt x="21158" y="22542"/>
                  </a:cubicBezTo>
                  <a:cubicBezTo>
                    <a:pt x="22095" y="22400"/>
                    <a:pt x="23032" y="22400"/>
                    <a:pt x="23969" y="22315"/>
                  </a:cubicBezTo>
                  <a:cubicBezTo>
                    <a:pt x="24395" y="22315"/>
                    <a:pt x="24793" y="22372"/>
                    <a:pt x="25219" y="22514"/>
                  </a:cubicBezTo>
                  <a:cubicBezTo>
                    <a:pt x="25320" y="22539"/>
                    <a:pt x="25444" y="22632"/>
                    <a:pt x="25570" y="22632"/>
                  </a:cubicBezTo>
                  <a:cubicBezTo>
                    <a:pt x="25585" y="22632"/>
                    <a:pt x="25601" y="22630"/>
                    <a:pt x="25616" y="22627"/>
                  </a:cubicBezTo>
                  <a:cubicBezTo>
                    <a:pt x="25645" y="22624"/>
                    <a:pt x="25673" y="22622"/>
                    <a:pt x="25701" y="22622"/>
                  </a:cubicBezTo>
                  <a:cubicBezTo>
                    <a:pt x="25899" y="22622"/>
                    <a:pt x="26092" y="22709"/>
                    <a:pt x="26241" y="22883"/>
                  </a:cubicBezTo>
                  <a:lnTo>
                    <a:pt x="28087" y="24502"/>
                  </a:lnTo>
                  <a:cubicBezTo>
                    <a:pt x="28257" y="24672"/>
                    <a:pt x="28456" y="24842"/>
                    <a:pt x="28683" y="25070"/>
                  </a:cubicBezTo>
                  <a:cubicBezTo>
                    <a:pt x="28442" y="25098"/>
                    <a:pt x="28201" y="25112"/>
                    <a:pt x="27956" y="25112"/>
                  </a:cubicBezTo>
                  <a:cubicBezTo>
                    <a:pt x="27711" y="25112"/>
                    <a:pt x="27462" y="25098"/>
                    <a:pt x="27207" y="25070"/>
                  </a:cubicBezTo>
                  <a:cubicBezTo>
                    <a:pt x="26667" y="25070"/>
                    <a:pt x="26099" y="24984"/>
                    <a:pt x="25531" y="24956"/>
                  </a:cubicBezTo>
                  <a:lnTo>
                    <a:pt x="25332" y="24956"/>
                  </a:lnTo>
                  <a:cubicBezTo>
                    <a:pt x="25247" y="24956"/>
                    <a:pt x="25190" y="24984"/>
                    <a:pt x="25190" y="25070"/>
                  </a:cubicBezTo>
                  <a:cubicBezTo>
                    <a:pt x="25190" y="25126"/>
                    <a:pt x="25219" y="25155"/>
                    <a:pt x="25247" y="25183"/>
                  </a:cubicBezTo>
                  <a:cubicBezTo>
                    <a:pt x="25304" y="25212"/>
                    <a:pt x="25389" y="25240"/>
                    <a:pt x="25446" y="25268"/>
                  </a:cubicBezTo>
                  <a:cubicBezTo>
                    <a:pt x="25758" y="25382"/>
                    <a:pt x="26071" y="25467"/>
                    <a:pt x="26412" y="25496"/>
                  </a:cubicBezTo>
                  <a:cubicBezTo>
                    <a:pt x="27062" y="25582"/>
                    <a:pt x="27713" y="25619"/>
                    <a:pt x="28377" y="25619"/>
                  </a:cubicBezTo>
                  <a:cubicBezTo>
                    <a:pt x="28582" y="25619"/>
                    <a:pt x="28788" y="25616"/>
                    <a:pt x="28996" y="25609"/>
                  </a:cubicBezTo>
                  <a:cubicBezTo>
                    <a:pt x="29025" y="25604"/>
                    <a:pt x="29055" y="25602"/>
                    <a:pt x="29086" y="25602"/>
                  </a:cubicBezTo>
                  <a:cubicBezTo>
                    <a:pt x="29233" y="25602"/>
                    <a:pt x="29389" y="25657"/>
                    <a:pt x="29507" y="25751"/>
                  </a:cubicBezTo>
                  <a:cubicBezTo>
                    <a:pt x="29763" y="25978"/>
                    <a:pt x="30047" y="26234"/>
                    <a:pt x="30302" y="26461"/>
                  </a:cubicBezTo>
                  <a:cubicBezTo>
                    <a:pt x="30387" y="26546"/>
                    <a:pt x="30473" y="26603"/>
                    <a:pt x="30586" y="26660"/>
                  </a:cubicBezTo>
                  <a:cubicBezTo>
                    <a:pt x="30603" y="26668"/>
                    <a:pt x="30619" y="26672"/>
                    <a:pt x="30636" y="26672"/>
                  </a:cubicBezTo>
                  <a:cubicBezTo>
                    <a:pt x="30676" y="26672"/>
                    <a:pt x="30716" y="26652"/>
                    <a:pt x="30757" y="26632"/>
                  </a:cubicBezTo>
                  <a:cubicBezTo>
                    <a:pt x="30813" y="26575"/>
                    <a:pt x="30842" y="26518"/>
                    <a:pt x="30842" y="26433"/>
                  </a:cubicBezTo>
                  <a:cubicBezTo>
                    <a:pt x="30757" y="26234"/>
                    <a:pt x="30615" y="26035"/>
                    <a:pt x="30416" y="25893"/>
                  </a:cubicBezTo>
                  <a:cubicBezTo>
                    <a:pt x="30160" y="25666"/>
                    <a:pt x="29905" y="25410"/>
                    <a:pt x="29706" y="25126"/>
                  </a:cubicBezTo>
                  <a:cubicBezTo>
                    <a:pt x="29592" y="24956"/>
                    <a:pt x="29507" y="24757"/>
                    <a:pt x="29479" y="24558"/>
                  </a:cubicBezTo>
                  <a:cubicBezTo>
                    <a:pt x="29422" y="23820"/>
                    <a:pt x="29251" y="23082"/>
                    <a:pt x="28996" y="22400"/>
                  </a:cubicBezTo>
                  <a:cubicBezTo>
                    <a:pt x="28825" y="21804"/>
                    <a:pt x="28627" y="21236"/>
                    <a:pt x="28371" y="20668"/>
                  </a:cubicBezTo>
                  <a:cubicBezTo>
                    <a:pt x="28314" y="20554"/>
                    <a:pt x="28257" y="20469"/>
                    <a:pt x="28201" y="20355"/>
                  </a:cubicBezTo>
                  <a:cubicBezTo>
                    <a:pt x="28161" y="20336"/>
                    <a:pt x="28122" y="20303"/>
                    <a:pt x="28074" y="20303"/>
                  </a:cubicBezTo>
                  <a:cubicBezTo>
                    <a:pt x="28052" y="20303"/>
                    <a:pt x="28028" y="20309"/>
                    <a:pt x="28002" y="20327"/>
                  </a:cubicBezTo>
                  <a:cubicBezTo>
                    <a:pt x="27973" y="20327"/>
                    <a:pt x="27945" y="20384"/>
                    <a:pt x="27945" y="20441"/>
                  </a:cubicBezTo>
                  <a:cubicBezTo>
                    <a:pt x="27945" y="20526"/>
                    <a:pt x="27973" y="20611"/>
                    <a:pt x="28002" y="20696"/>
                  </a:cubicBezTo>
                  <a:cubicBezTo>
                    <a:pt x="28314" y="21775"/>
                    <a:pt x="28627" y="22883"/>
                    <a:pt x="28939" y="23934"/>
                  </a:cubicBezTo>
                  <a:cubicBezTo>
                    <a:pt x="28967" y="24076"/>
                    <a:pt x="29053" y="24246"/>
                    <a:pt x="28967" y="24388"/>
                  </a:cubicBezTo>
                  <a:cubicBezTo>
                    <a:pt x="28932" y="24400"/>
                    <a:pt x="28897" y="24407"/>
                    <a:pt x="28866" y="24407"/>
                  </a:cubicBezTo>
                  <a:cubicBezTo>
                    <a:pt x="28821" y="24407"/>
                    <a:pt x="28785" y="24393"/>
                    <a:pt x="28769" y="24360"/>
                  </a:cubicBezTo>
                  <a:cubicBezTo>
                    <a:pt x="28059" y="23706"/>
                    <a:pt x="27349" y="23082"/>
                    <a:pt x="26639" y="22429"/>
                  </a:cubicBezTo>
                  <a:cubicBezTo>
                    <a:pt x="26468" y="22258"/>
                    <a:pt x="26326" y="22059"/>
                    <a:pt x="26270" y="21832"/>
                  </a:cubicBezTo>
                  <a:cubicBezTo>
                    <a:pt x="25957" y="20639"/>
                    <a:pt x="25616" y="19475"/>
                    <a:pt x="25332" y="18282"/>
                  </a:cubicBezTo>
                  <a:cubicBezTo>
                    <a:pt x="25134" y="17487"/>
                    <a:pt x="24821" y="16692"/>
                    <a:pt x="24566" y="15897"/>
                  </a:cubicBezTo>
                  <a:cubicBezTo>
                    <a:pt x="24424" y="15442"/>
                    <a:pt x="24253" y="15016"/>
                    <a:pt x="24026" y="14590"/>
                  </a:cubicBezTo>
                  <a:cubicBezTo>
                    <a:pt x="23969" y="14505"/>
                    <a:pt x="23884" y="14392"/>
                    <a:pt x="23799" y="14335"/>
                  </a:cubicBezTo>
                  <a:cubicBezTo>
                    <a:pt x="23785" y="14321"/>
                    <a:pt x="23763" y="14314"/>
                    <a:pt x="23742" y="14314"/>
                  </a:cubicBezTo>
                  <a:cubicBezTo>
                    <a:pt x="23721" y="14314"/>
                    <a:pt x="23699" y="14321"/>
                    <a:pt x="23685" y="14335"/>
                  </a:cubicBezTo>
                  <a:cubicBezTo>
                    <a:pt x="23628" y="14335"/>
                    <a:pt x="23600" y="14392"/>
                    <a:pt x="23600" y="14420"/>
                  </a:cubicBezTo>
                  <a:cubicBezTo>
                    <a:pt x="23600" y="14505"/>
                    <a:pt x="23600" y="14562"/>
                    <a:pt x="23628" y="14647"/>
                  </a:cubicBezTo>
                  <a:cubicBezTo>
                    <a:pt x="23884" y="15414"/>
                    <a:pt x="24111" y="16209"/>
                    <a:pt x="24395" y="16976"/>
                  </a:cubicBezTo>
                  <a:cubicBezTo>
                    <a:pt x="24708" y="17856"/>
                    <a:pt x="24878" y="18765"/>
                    <a:pt x="25105" y="19674"/>
                  </a:cubicBezTo>
                  <a:cubicBezTo>
                    <a:pt x="25304" y="20185"/>
                    <a:pt x="25418" y="20725"/>
                    <a:pt x="25503" y="21236"/>
                  </a:cubicBezTo>
                  <a:cubicBezTo>
                    <a:pt x="25560" y="21264"/>
                    <a:pt x="25588" y="21293"/>
                    <a:pt x="25560" y="21349"/>
                  </a:cubicBezTo>
                  <a:cubicBezTo>
                    <a:pt x="25552" y="21357"/>
                    <a:pt x="25544" y="21361"/>
                    <a:pt x="25537" y="21361"/>
                  </a:cubicBezTo>
                  <a:cubicBezTo>
                    <a:pt x="25516" y="21361"/>
                    <a:pt x="25495" y="21334"/>
                    <a:pt x="25474" y="21293"/>
                  </a:cubicBezTo>
                  <a:cubicBezTo>
                    <a:pt x="25219" y="21179"/>
                    <a:pt x="24992" y="21009"/>
                    <a:pt x="24793" y="20781"/>
                  </a:cubicBezTo>
                  <a:cubicBezTo>
                    <a:pt x="23685" y="19702"/>
                    <a:pt x="22606" y="18623"/>
                    <a:pt x="21499" y="17544"/>
                  </a:cubicBezTo>
                  <a:cubicBezTo>
                    <a:pt x="21215" y="17288"/>
                    <a:pt x="21016" y="16976"/>
                    <a:pt x="20874" y="16635"/>
                  </a:cubicBezTo>
                  <a:cubicBezTo>
                    <a:pt x="20561" y="15840"/>
                    <a:pt x="20306" y="15045"/>
                    <a:pt x="20135" y="14221"/>
                  </a:cubicBezTo>
                  <a:cubicBezTo>
                    <a:pt x="19880" y="13171"/>
                    <a:pt x="19681" y="12120"/>
                    <a:pt x="19425" y="11069"/>
                  </a:cubicBezTo>
                  <a:cubicBezTo>
                    <a:pt x="19283" y="10558"/>
                    <a:pt x="19113" y="10075"/>
                    <a:pt x="18914" y="9592"/>
                  </a:cubicBezTo>
                  <a:cubicBezTo>
                    <a:pt x="18233" y="8002"/>
                    <a:pt x="17352" y="6497"/>
                    <a:pt x="16273" y="5134"/>
                  </a:cubicBezTo>
                  <a:cubicBezTo>
                    <a:pt x="16018" y="4793"/>
                    <a:pt x="15734" y="4452"/>
                    <a:pt x="15450" y="4111"/>
                  </a:cubicBezTo>
                  <a:cubicBezTo>
                    <a:pt x="15336" y="3998"/>
                    <a:pt x="15251" y="3884"/>
                    <a:pt x="15137" y="3827"/>
                  </a:cubicBezTo>
                  <a:cubicBezTo>
                    <a:pt x="15109" y="3799"/>
                    <a:pt x="15073" y="3785"/>
                    <a:pt x="15038" y="3785"/>
                  </a:cubicBezTo>
                  <a:cubicBezTo>
                    <a:pt x="15002" y="3785"/>
                    <a:pt x="14967" y="3799"/>
                    <a:pt x="14938" y="3827"/>
                  </a:cubicBezTo>
                  <a:cubicBezTo>
                    <a:pt x="14882" y="3856"/>
                    <a:pt x="14882" y="3941"/>
                    <a:pt x="14910" y="3998"/>
                  </a:cubicBezTo>
                  <a:cubicBezTo>
                    <a:pt x="15052" y="4253"/>
                    <a:pt x="15194" y="4537"/>
                    <a:pt x="15364" y="4793"/>
                  </a:cubicBezTo>
                  <a:cubicBezTo>
                    <a:pt x="16245" y="5957"/>
                    <a:pt x="17068" y="7207"/>
                    <a:pt x="17778" y="8485"/>
                  </a:cubicBezTo>
                  <a:cubicBezTo>
                    <a:pt x="18346" y="9535"/>
                    <a:pt x="18772" y="10671"/>
                    <a:pt x="19028" y="11836"/>
                  </a:cubicBezTo>
                  <a:cubicBezTo>
                    <a:pt x="19227" y="12915"/>
                    <a:pt x="19482" y="13994"/>
                    <a:pt x="19795" y="15045"/>
                  </a:cubicBezTo>
                  <a:cubicBezTo>
                    <a:pt x="19880" y="15300"/>
                    <a:pt x="19937" y="15556"/>
                    <a:pt x="19937" y="15840"/>
                  </a:cubicBezTo>
                  <a:cubicBezTo>
                    <a:pt x="19596" y="15584"/>
                    <a:pt x="19312" y="15300"/>
                    <a:pt x="19056" y="14960"/>
                  </a:cubicBezTo>
                  <a:cubicBezTo>
                    <a:pt x="17977" y="13852"/>
                    <a:pt x="16869" y="12773"/>
                    <a:pt x="15734" y="11722"/>
                  </a:cubicBezTo>
                  <a:cubicBezTo>
                    <a:pt x="15478" y="11467"/>
                    <a:pt x="15279" y="11183"/>
                    <a:pt x="15166" y="10842"/>
                  </a:cubicBezTo>
                  <a:cubicBezTo>
                    <a:pt x="14598" y="9223"/>
                    <a:pt x="13973" y="7661"/>
                    <a:pt x="13234" y="6099"/>
                  </a:cubicBezTo>
                  <a:cubicBezTo>
                    <a:pt x="12808" y="5048"/>
                    <a:pt x="12212" y="4026"/>
                    <a:pt x="11530" y="3117"/>
                  </a:cubicBezTo>
                  <a:cubicBezTo>
                    <a:pt x="11048" y="2521"/>
                    <a:pt x="10508" y="1953"/>
                    <a:pt x="9969" y="1385"/>
                  </a:cubicBezTo>
                  <a:cubicBezTo>
                    <a:pt x="9571" y="987"/>
                    <a:pt x="9145" y="618"/>
                    <a:pt x="8719" y="249"/>
                  </a:cubicBezTo>
                  <a:cubicBezTo>
                    <a:pt x="8605" y="164"/>
                    <a:pt x="8492" y="79"/>
                    <a:pt x="8378" y="22"/>
                  </a:cubicBezTo>
                  <a:cubicBezTo>
                    <a:pt x="8336" y="8"/>
                    <a:pt x="8300" y="1"/>
                    <a:pt x="8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9"/>
            <p:cNvSpPr/>
            <p:nvPr/>
          </p:nvSpPr>
          <p:spPr>
            <a:xfrm>
              <a:off x="781250" y="2823400"/>
              <a:ext cx="3575" cy="3275"/>
            </a:xfrm>
            <a:custGeom>
              <a:rect b="b" l="l" r="r" t="t"/>
              <a:pathLst>
                <a:path extrusionOk="0" h="131" w="143">
                  <a:moveTo>
                    <a:pt x="57" y="0"/>
                  </a:moveTo>
                  <a:lnTo>
                    <a:pt x="0" y="86"/>
                  </a:lnTo>
                  <a:cubicBezTo>
                    <a:pt x="17" y="103"/>
                    <a:pt x="45" y="131"/>
                    <a:pt x="77" y="131"/>
                  </a:cubicBezTo>
                  <a:cubicBezTo>
                    <a:pt x="98" y="131"/>
                    <a:pt x="120" y="119"/>
                    <a:pt x="142" y="86"/>
                  </a:cubicBezTo>
                  <a:lnTo>
                    <a:pt x="57"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9"/>
            <p:cNvSpPr/>
            <p:nvPr/>
          </p:nvSpPr>
          <p:spPr>
            <a:xfrm>
              <a:off x="923950" y="2932025"/>
              <a:ext cx="2850" cy="3150"/>
            </a:xfrm>
            <a:custGeom>
              <a:rect b="b" l="l" r="r" t="t"/>
              <a:pathLst>
                <a:path extrusionOk="0" h="126" w="114">
                  <a:moveTo>
                    <a:pt x="29" y="0"/>
                  </a:moveTo>
                  <a:lnTo>
                    <a:pt x="0" y="57"/>
                  </a:lnTo>
                  <a:cubicBezTo>
                    <a:pt x="21" y="99"/>
                    <a:pt x="42" y="125"/>
                    <a:pt x="63" y="125"/>
                  </a:cubicBezTo>
                  <a:cubicBezTo>
                    <a:pt x="70" y="125"/>
                    <a:pt x="78" y="122"/>
                    <a:pt x="86" y="114"/>
                  </a:cubicBezTo>
                  <a:cubicBezTo>
                    <a:pt x="114" y="57"/>
                    <a:pt x="86" y="29"/>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9"/>
            <p:cNvSpPr/>
            <p:nvPr/>
          </p:nvSpPr>
          <p:spPr>
            <a:xfrm>
              <a:off x="643500" y="2683525"/>
              <a:ext cx="1450" cy="750"/>
            </a:xfrm>
            <a:custGeom>
              <a:rect b="b" l="l" r="r" t="t"/>
              <a:pathLst>
                <a:path extrusionOk="0" h="30" w="58">
                  <a:moveTo>
                    <a:pt x="29" y="1"/>
                  </a:moveTo>
                  <a:lnTo>
                    <a:pt x="1" y="29"/>
                  </a:lnTo>
                  <a:lnTo>
                    <a:pt x="58" y="29"/>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9"/>
            <p:cNvSpPr/>
            <p:nvPr/>
          </p:nvSpPr>
          <p:spPr>
            <a:xfrm>
              <a:off x="1220000" y="1004925"/>
              <a:ext cx="661025" cy="702250"/>
            </a:xfrm>
            <a:custGeom>
              <a:rect b="b" l="l" r="r" t="t"/>
              <a:pathLst>
                <a:path extrusionOk="0" h="28090" w="26441">
                  <a:moveTo>
                    <a:pt x="17888" y="1"/>
                  </a:moveTo>
                  <a:cubicBezTo>
                    <a:pt x="16994" y="1"/>
                    <a:pt x="16102" y="165"/>
                    <a:pt x="15279" y="521"/>
                  </a:cubicBezTo>
                  <a:cubicBezTo>
                    <a:pt x="14456" y="862"/>
                    <a:pt x="13717" y="1345"/>
                    <a:pt x="13149" y="2026"/>
                  </a:cubicBezTo>
                  <a:cubicBezTo>
                    <a:pt x="12922" y="2282"/>
                    <a:pt x="12667" y="2509"/>
                    <a:pt x="12439" y="2736"/>
                  </a:cubicBezTo>
                  <a:cubicBezTo>
                    <a:pt x="10821" y="4355"/>
                    <a:pt x="9174" y="5917"/>
                    <a:pt x="7725" y="7706"/>
                  </a:cubicBezTo>
                  <a:cubicBezTo>
                    <a:pt x="6930" y="8615"/>
                    <a:pt x="6220" y="9609"/>
                    <a:pt x="5595" y="10659"/>
                  </a:cubicBezTo>
                  <a:cubicBezTo>
                    <a:pt x="4999" y="11710"/>
                    <a:pt x="4403" y="12733"/>
                    <a:pt x="3806" y="13755"/>
                  </a:cubicBezTo>
                  <a:cubicBezTo>
                    <a:pt x="3465" y="14380"/>
                    <a:pt x="3096" y="15033"/>
                    <a:pt x="2755" y="15686"/>
                  </a:cubicBezTo>
                  <a:cubicBezTo>
                    <a:pt x="2329" y="16481"/>
                    <a:pt x="2017" y="17305"/>
                    <a:pt x="1790" y="18185"/>
                  </a:cubicBezTo>
                  <a:cubicBezTo>
                    <a:pt x="1477" y="19463"/>
                    <a:pt x="1222" y="20769"/>
                    <a:pt x="909" y="22047"/>
                  </a:cubicBezTo>
                  <a:cubicBezTo>
                    <a:pt x="767" y="22757"/>
                    <a:pt x="625" y="23467"/>
                    <a:pt x="398" y="24177"/>
                  </a:cubicBezTo>
                  <a:cubicBezTo>
                    <a:pt x="285" y="24461"/>
                    <a:pt x="200" y="24774"/>
                    <a:pt x="114" y="25058"/>
                  </a:cubicBezTo>
                  <a:cubicBezTo>
                    <a:pt x="29" y="25427"/>
                    <a:pt x="1" y="25796"/>
                    <a:pt x="29" y="26165"/>
                  </a:cubicBezTo>
                  <a:cubicBezTo>
                    <a:pt x="143" y="26960"/>
                    <a:pt x="682" y="27670"/>
                    <a:pt x="1449" y="27926"/>
                  </a:cubicBezTo>
                  <a:cubicBezTo>
                    <a:pt x="1849" y="28031"/>
                    <a:pt x="2249" y="28090"/>
                    <a:pt x="2650" y="28090"/>
                  </a:cubicBezTo>
                  <a:cubicBezTo>
                    <a:pt x="2789" y="28090"/>
                    <a:pt x="2928" y="28083"/>
                    <a:pt x="3068" y="28068"/>
                  </a:cubicBezTo>
                  <a:cubicBezTo>
                    <a:pt x="3778" y="27983"/>
                    <a:pt x="4488" y="27784"/>
                    <a:pt x="5198" y="27528"/>
                  </a:cubicBezTo>
                  <a:cubicBezTo>
                    <a:pt x="6788" y="26875"/>
                    <a:pt x="8322" y="26023"/>
                    <a:pt x="9713" y="24972"/>
                  </a:cubicBezTo>
                  <a:cubicBezTo>
                    <a:pt x="10594" y="24348"/>
                    <a:pt x="11445" y="23638"/>
                    <a:pt x="12354" y="23041"/>
                  </a:cubicBezTo>
                  <a:cubicBezTo>
                    <a:pt x="14456" y="21735"/>
                    <a:pt x="16699" y="20599"/>
                    <a:pt x="19000" y="19719"/>
                  </a:cubicBezTo>
                  <a:cubicBezTo>
                    <a:pt x="20221" y="19264"/>
                    <a:pt x="21385" y="18696"/>
                    <a:pt x="22493" y="18043"/>
                  </a:cubicBezTo>
                  <a:cubicBezTo>
                    <a:pt x="23373" y="17532"/>
                    <a:pt x="24140" y="16794"/>
                    <a:pt x="24679" y="15942"/>
                  </a:cubicBezTo>
                  <a:cubicBezTo>
                    <a:pt x="25134" y="15232"/>
                    <a:pt x="25475" y="14436"/>
                    <a:pt x="25844" y="13670"/>
                  </a:cubicBezTo>
                  <a:cubicBezTo>
                    <a:pt x="26156" y="13102"/>
                    <a:pt x="26327" y="12477"/>
                    <a:pt x="26412" y="11852"/>
                  </a:cubicBezTo>
                  <a:cubicBezTo>
                    <a:pt x="26440" y="11455"/>
                    <a:pt x="26440" y="11085"/>
                    <a:pt x="26412" y="10688"/>
                  </a:cubicBezTo>
                  <a:cubicBezTo>
                    <a:pt x="26355" y="9097"/>
                    <a:pt x="26071" y="7536"/>
                    <a:pt x="25645" y="6030"/>
                  </a:cubicBezTo>
                  <a:cubicBezTo>
                    <a:pt x="25304" y="4894"/>
                    <a:pt x="24850" y="3815"/>
                    <a:pt x="23998" y="2963"/>
                  </a:cubicBezTo>
                  <a:cubicBezTo>
                    <a:pt x="22805" y="1856"/>
                    <a:pt x="21414" y="947"/>
                    <a:pt x="19908" y="351"/>
                  </a:cubicBezTo>
                  <a:cubicBezTo>
                    <a:pt x="19482" y="209"/>
                    <a:pt x="19056" y="95"/>
                    <a:pt x="18630" y="38"/>
                  </a:cubicBezTo>
                  <a:cubicBezTo>
                    <a:pt x="18384" y="14"/>
                    <a:pt x="18136" y="1"/>
                    <a:pt x="17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9"/>
            <p:cNvSpPr/>
            <p:nvPr/>
          </p:nvSpPr>
          <p:spPr>
            <a:xfrm>
              <a:off x="1244850" y="1041775"/>
              <a:ext cx="587175" cy="623025"/>
            </a:xfrm>
            <a:custGeom>
              <a:rect b="b" l="l" r="r" t="t"/>
              <a:pathLst>
                <a:path extrusionOk="0" h="24921" w="23487">
                  <a:moveTo>
                    <a:pt x="8662" y="13048"/>
                  </a:moveTo>
                  <a:lnTo>
                    <a:pt x="8719" y="13104"/>
                  </a:lnTo>
                  <a:lnTo>
                    <a:pt x="8662" y="13104"/>
                  </a:lnTo>
                  <a:lnTo>
                    <a:pt x="8662" y="13048"/>
                  </a:lnTo>
                  <a:close/>
                  <a:moveTo>
                    <a:pt x="15676" y="1"/>
                  </a:moveTo>
                  <a:cubicBezTo>
                    <a:pt x="15656" y="1"/>
                    <a:pt x="15637" y="4"/>
                    <a:pt x="15620" y="13"/>
                  </a:cubicBezTo>
                  <a:cubicBezTo>
                    <a:pt x="15535" y="41"/>
                    <a:pt x="15450" y="98"/>
                    <a:pt x="15364" y="155"/>
                  </a:cubicBezTo>
                  <a:cubicBezTo>
                    <a:pt x="15109" y="410"/>
                    <a:pt x="14825" y="637"/>
                    <a:pt x="14598" y="921"/>
                  </a:cubicBezTo>
                  <a:cubicBezTo>
                    <a:pt x="13803" y="1688"/>
                    <a:pt x="13149" y="2568"/>
                    <a:pt x="12638" y="3534"/>
                  </a:cubicBezTo>
                  <a:cubicBezTo>
                    <a:pt x="11758" y="5181"/>
                    <a:pt x="11218" y="6970"/>
                    <a:pt x="10991" y="8788"/>
                  </a:cubicBezTo>
                  <a:cubicBezTo>
                    <a:pt x="10963" y="9100"/>
                    <a:pt x="10877" y="9384"/>
                    <a:pt x="10792" y="9640"/>
                  </a:cubicBezTo>
                  <a:cubicBezTo>
                    <a:pt x="10735" y="9867"/>
                    <a:pt x="10622" y="10037"/>
                    <a:pt x="10451" y="10179"/>
                  </a:cubicBezTo>
                  <a:cubicBezTo>
                    <a:pt x="9685" y="10918"/>
                    <a:pt x="8975" y="11656"/>
                    <a:pt x="8208" y="12394"/>
                  </a:cubicBezTo>
                  <a:cubicBezTo>
                    <a:pt x="8094" y="12508"/>
                    <a:pt x="8009" y="12678"/>
                    <a:pt x="7782" y="12678"/>
                  </a:cubicBezTo>
                  <a:cubicBezTo>
                    <a:pt x="7782" y="12281"/>
                    <a:pt x="7725" y="11855"/>
                    <a:pt x="7782" y="11457"/>
                  </a:cubicBezTo>
                  <a:cubicBezTo>
                    <a:pt x="7867" y="10009"/>
                    <a:pt x="8236" y="8617"/>
                    <a:pt x="8833" y="7311"/>
                  </a:cubicBezTo>
                  <a:cubicBezTo>
                    <a:pt x="9145" y="6658"/>
                    <a:pt x="9429" y="5976"/>
                    <a:pt x="9713" y="5295"/>
                  </a:cubicBezTo>
                  <a:cubicBezTo>
                    <a:pt x="9770" y="5210"/>
                    <a:pt x="9713" y="5096"/>
                    <a:pt x="9628" y="5068"/>
                  </a:cubicBezTo>
                  <a:cubicBezTo>
                    <a:pt x="9605" y="5060"/>
                    <a:pt x="9582" y="5056"/>
                    <a:pt x="9561" y="5056"/>
                  </a:cubicBezTo>
                  <a:cubicBezTo>
                    <a:pt x="9501" y="5056"/>
                    <a:pt x="9450" y="5083"/>
                    <a:pt x="9429" y="5124"/>
                  </a:cubicBezTo>
                  <a:cubicBezTo>
                    <a:pt x="9344" y="5210"/>
                    <a:pt x="9287" y="5323"/>
                    <a:pt x="9230" y="5437"/>
                  </a:cubicBezTo>
                  <a:cubicBezTo>
                    <a:pt x="8748" y="6289"/>
                    <a:pt x="8322" y="7197"/>
                    <a:pt x="7981" y="8135"/>
                  </a:cubicBezTo>
                  <a:cubicBezTo>
                    <a:pt x="7725" y="8759"/>
                    <a:pt x="7555" y="9384"/>
                    <a:pt x="7441" y="10037"/>
                  </a:cubicBezTo>
                  <a:cubicBezTo>
                    <a:pt x="7328" y="10634"/>
                    <a:pt x="7242" y="11230"/>
                    <a:pt x="7242" y="11826"/>
                  </a:cubicBezTo>
                  <a:cubicBezTo>
                    <a:pt x="7242" y="12338"/>
                    <a:pt x="7157" y="12849"/>
                    <a:pt x="7129" y="13360"/>
                  </a:cubicBezTo>
                  <a:cubicBezTo>
                    <a:pt x="7100" y="13587"/>
                    <a:pt x="7015" y="13786"/>
                    <a:pt x="6873" y="13956"/>
                  </a:cubicBezTo>
                  <a:cubicBezTo>
                    <a:pt x="6334" y="14666"/>
                    <a:pt x="5794" y="15433"/>
                    <a:pt x="5283" y="16143"/>
                  </a:cubicBezTo>
                  <a:cubicBezTo>
                    <a:pt x="4999" y="16512"/>
                    <a:pt x="4743" y="16881"/>
                    <a:pt x="4459" y="17251"/>
                  </a:cubicBezTo>
                  <a:cubicBezTo>
                    <a:pt x="4419" y="17291"/>
                    <a:pt x="4379" y="17331"/>
                    <a:pt x="4329" y="17331"/>
                  </a:cubicBezTo>
                  <a:cubicBezTo>
                    <a:pt x="4308" y="17331"/>
                    <a:pt x="4285" y="17324"/>
                    <a:pt x="4261" y="17307"/>
                  </a:cubicBezTo>
                  <a:cubicBezTo>
                    <a:pt x="4232" y="17279"/>
                    <a:pt x="4204" y="17251"/>
                    <a:pt x="4204" y="17194"/>
                  </a:cubicBezTo>
                  <a:cubicBezTo>
                    <a:pt x="4062" y="16285"/>
                    <a:pt x="4062" y="15348"/>
                    <a:pt x="4204" y="14439"/>
                  </a:cubicBezTo>
                  <a:cubicBezTo>
                    <a:pt x="4488" y="13161"/>
                    <a:pt x="4601" y="11855"/>
                    <a:pt x="5112" y="10634"/>
                  </a:cubicBezTo>
                  <a:cubicBezTo>
                    <a:pt x="5169" y="10549"/>
                    <a:pt x="5141" y="10463"/>
                    <a:pt x="5056" y="10463"/>
                  </a:cubicBezTo>
                  <a:cubicBezTo>
                    <a:pt x="5039" y="10455"/>
                    <a:pt x="5025" y="10452"/>
                    <a:pt x="5012" y="10452"/>
                  </a:cubicBezTo>
                  <a:cubicBezTo>
                    <a:pt x="4980" y="10452"/>
                    <a:pt x="4954" y="10472"/>
                    <a:pt x="4914" y="10492"/>
                  </a:cubicBezTo>
                  <a:cubicBezTo>
                    <a:pt x="4658" y="10719"/>
                    <a:pt x="4488" y="11003"/>
                    <a:pt x="4403" y="11344"/>
                  </a:cubicBezTo>
                  <a:cubicBezTo>
                    <a:pt x="4261" y="11826"/>
                    <a:pt x="4147" y="12281"/>
                    <a:pt x="4033" y="12764"/>
                  </a:cubicBezTo>
                  <a:cubicBezTo>
                    <a:pt x="3664" y="14212"/>
                    <a:pt x="3551" y="15689"/>
                    <a:pt x="3693" y="17165"/>
                  </a:cubicBezTo>
                  <a:cubicBezTo>
                    <a:pt x="3806" y="18358"/>
                    <a:pt x="3778" y="18358"/>
                    <a:pt x="3153" y="19437"/>
                  </a:cubicBezTo>
                  <a:cubicBezTo>
                    <a:pt x="3096" y="19551"/>
                    <a:pt x="3039" y="19636"/>
                    <a:pt x="2983" y="19750"/>
                  </a:cubicBezTo>
                  <a:cubicBezTo>
                    <a:pt x="2727" y="20176"/>
                    <a:pt x="2471" y="20573"/>
                    <a:pt x="2187" y="20971"/>
                  </a:cubicBezTo>
                  <a:cubicBezTo>
                    <a:pt x="2159" y="20999"/>
                    <a:pt x="2131" y="21028"/>
                    <a:pt x="2074" y="21028"/>
                  </a:cubicBezTo>
                  <a:cubicBezTo>
                    <a:pt x="2045" y="20999"/>
                    <a:pt x="2017" y="20971"/>
                    <a:pt x="1989" y="20943"/>
                  </a:cubicBezTo>
                  <a:cubicBezTo>
                    <a:pt x="1960" y="20488"/>
                    <a:pt x="1960" y="20062"/>
                    <a:pt x="1989" y="19608"/>
                  </a:cubicBezTo>
                  <a:cubicBezTo>
                    <a:pt x="2074" y="19068"/>
                    <a:pt x="2131" y="18500"/>
                    <a:pt x="2187" y="17961"/>
                  </a:cubicBezTo>
                  <a:lnTo>
                    <a:pt x="2187" y="17591"/>
                  </a:lnTo>
                  <a:cubicBezTo>
                    <a:pt x="2187" y="17535"/>
                    <a:pt x="2131" y="17506"/>
                    <a:pt x="2074" y="17506"/>
                  </a:cubicBezTo>
                  <a:cubicBezTo>
                    <a:pt x="2045" y="17506"/>
                    <a:pt x="1960" y="17535"/>
                    <a:pt x="1960" y="17563"/>
                  </a:cubicBezTo>
                  <a:cubicBezTo>
                    <a:pt x="1818" y="17790"/>
                    <a:pt x="1733" y="18046"/>
                    <a:pt x="1705" y="18301"/>
                  </a:cubicBezTo>
                  <a:cubicBezTo>
                    <a:pt x="1506" y="19381"/>
                    <a:pt x="1449" y="20488"/>
                    <a:pt x="1534" y="21596"/>
                  </a:cubicBezTo>
                  <a:cubicBezTo>
                    <a:pt x="1563" y="21851"/>
                    <a:pt x="1506" y="22107"/>
                    <a:pt x="1364" y="22334"/>
                  </a:cubicBezTo>
                  <a:cubicBezTo>
                    <a:pt x="966" y="22959"/>
                    <a:pt x="597" y="23584"/>
                    <a:pt x="228" y="24208"/>
                  </a:cubicBezTo>
                  <a:cubicBezTo>
                    <a:pt x="143" y="24322"/>
                    <a:pt x="86" y="24464"/>
                    <a:pt x="29" y="24606"/>
                  </a:cubicBezTo>
                  <a:cubicBezTo>
                    <a:pt x="1" y="24691"/>
                    <a:pt x="57" y="24805"/>
                    <a:pt x="143" y="24862"/>
                  </a:cubicBezTo>
                  <a:cubicBezTo>
                    <a:pt x="178" y="24897"/>
                    <a:pt x="235" y="24921"/>
                    <a:pt x="293" y="24921"/>
                  </a:cubicBezTo>
                  <a:cubicBezTo>
                    <a:pt x="329" y="24921"/>
                    <a:pt x="366" y="24912"/>
                    <a:pt x="398" y="24890"/>
                  </a:cubicBezTo>
                  <a:cubicBezTo>
                    <a:pt x="597" y="24805"/>
                    <a:pt x="767" y="24634"/>
                    <a:pt x="881" y="24464"/>
                  </a:cubicBezTo>
                  <a:cubicBezTo>
                    <a:pt x="1193" y="24010"/>
                    <a:pt x="1506" y="23584"/>
                    <a:pt x="1790" y="23129"/>
                  </a:cubicBezTo>
                  <a:cubicBezTo>
                    <a:pt x="1979" y="22752"/>
                    <a:pt x="2372" y="22502"/>
                    <a:pt x="2800" y="22502"/>
                  </a:cubicBezTo>
                  <a:cubicBezTo>
                    <a:pt x="2823" y="22502"/>
                    <a:pt x="2846" y="22503"/>
                    <a:pt x="2869" y="22504"/>
                  </a:cubicBezTo>
                  <a:cubicBezTo>
                    <a:pt x="3465" y="22476"/>
                    <a:pt x="4062" y="22448"/>
                    <a:pt x="4687" y="22448"/>
                  </a:cubicBezTo>
                  <a:cubicBezTo>
                    <a:pt x="5766" y="22419"/>
                    <a:pt x="6845" y="22164"/>
                    <a:pt x="7839" y="21709"/>
                  </a:cubicBezTo>
                  <a:cubicBezTo>
                    <a:pt x="8066" y="21624"/>
                    <a:pt x="8236" y="21482"/>
                    <a:pt x="8350" y="21283"/>
                  </a:cubicBezTo>
                  <a:cubicBezTo>
                    <a:pt x="8378" y="21255"/>
                    <a:pt x="8378" y="21198"/>
                    <a:pt x="8350" y="21170"/>
                  </a:cubicBezTo>
                  <a:cubicBezTo>
                    <a:pt x="8322" y="21113"/>
                    <a:pt x="8293" y="21085"/>
                    <a:pt x="8236" y="21085"/>
                  </a:cubicBezTo>
                  <a:cubicBezTo>
                    <a:pt x="8038" y="21170"/>
                    <a:pt x="7810" y="21227"/>
                    <a:pt x="7612" y="21283"/>
                  </a:cubicBezTo>
                  <a:cubicBezTo>
                    <a:pt x="6674" y="21653"/>
                    <a:pt x="5709" y="21851"/>
                    <a:pt x="4715" y="21908"/>
                  </a:cubicBezTo>
                  <a:cubicBezTo>
                    <a:pt x="4412" y="21908"/>
                    <a:pt x="4122" y="21895"/>
                    <a:pt x="3827" y="21895"/>
                  </a:cubicBezTo>
                  <a:cubicBezTo>
                    <a:pt x="3680" y="21895"/>
                    <a:pt x="3532" y="21899"/>
                    <a:pt x="3380" y="21908"/>
                  </a:cubicBezTo>
                  <a:cubicBezTo>
                    <a:pt x="3288" y="21921"/>
                    <a:pt x="3178" y="21940"/>
                    <a:pt x="3075" y="21940"/>
                  </a:cubicBezTo>
                  <a:cubicBezTo>
                    <a:pt x="2955" y="21940"/>
                    <a:pt x="2845" y="21914"/>
                    <a:pt x="2784" y="21823"/>
                  </a:cubicBezTo>
                  <a:cubicBezTo>
                    <a:pt x="2699" y="21653"/>
                    <a:pt x="2897" y="21482"/>
                    <a:pt x="3011" y="21312"/>
                  </a:cubicBezTo>
                  <a:cubicBezTo>
                    <a:pt x="3039" y="21227"/>
                    <a:pt x="3096" y="21141"/>
                    <a:pt x="3153" y="21056"/>
                  </a:cubicBezTo>
                  <a:cubicBezTo>
                    <a:pt x="3664" y="20261"/>
                    <a:pt x="4204" y="19466"/>
                    <a:pt x="4658" y="18642"/>
                  </a:cubicBezTo>
                  <a:cubicBezTo>
                    <a:pt x="4914" y="18195"/>
                    <a:pt x="4962" y="18067"/>
                    <a:pt x="5269" y="18067"/>
                  </a:cubicBezTo>
                  <a:cubicBezTo>
                    <a:pt x="5372" y="18067"/>
                    <a:pt x="5503" y="18081"/>
                    <a:pt x="5680" y="18103"/>
                  </a:cubicBezTo>
                  <a:cubicBezTo>
                    <a:pt x="5879" y="18131"/>
                    <a:pt x="6106" y="18159"/>
                    <a:pt x="6334" y="18188"/>
                  </a:cubicBezTo>
                  <a:cubicBezTo>
                    <a:pt x="6987" y="18273"/>
                    <a:pt x="7640" y="18358"/>
                    <a:pt x="8293" y="18415"/>
                  </a:cubicBezTo>
                  <a:cubicBezTo>
                    <a:pt x="8610" y="18441"/>
                    <a:pt x="8926" y="18454"/>
                    <a:pt x="9242" y="18454"/>
                  </a:cubicBezTo>
                  <a:cubicBezTo>
                    <a:pt x="9946" y="18454"/>
                    <a:pt x="10646" y="18391"/>
                    <a:pt x="11332" y="18273"/>
                  </a:cubicBezTo>
                  <a:cubicBezTo>
                    <a:pt x="13405" y="17904"/>
                    <a:pt x="15279" y="17023"/>
                    <a:pt x="17097" y="16030"/>
                  </a:cubicBezTo>
                  <a:cubicBezTo>
                    <a:pt x="17210" y="15973"/>
                    <a:pt x="17324" y="15888"/>
                    <a:pt x="17438" y="15774"/>
                  </a:cubicBezTo>
                  <a:cubicBezTo>
                    <a:pt x="17494" y="15717"/>
                    <a:pt x="17580" y="15632"/>
                    <a:pt x="17494" y="15547"/>
                  </a:cubicBezTo>
                  <a:cubicBezTo>
                    <a:pt x="17459" y="15512"/>
                    <a:pt x="17413" y="15487"/>
                    <a:pt x="17370" y="15487"/>
                  </a:cubicBezTo>
                  <a:cubicBezTo>
                    <a:pt x="17343" y="15487"/>
                    <a:pt x="17317" y="15497"/>
                    <a:pt x="17296" y="15518"/>
                  </a:cubicBezTo>
                  <a:lnTo>
                    <a:pt x="16046" y="16086"/>
                  </a:lnTo>
                  <a:cubicBezTo>
                    <a:pt x="14683" y="16711"/>
                    <a:pt x="13291" y="17364"/>
                    <a:pt x="11815" y="17648"/>
                  </a:cubicBezTo>
                  <a:cubicBezTo>
                    <a:pt x="10934" y="17819"/>
                    <a:pt x="10082" y="17904"/>
                    <a:pt x="9202" y="17904"/>
                  </a:cubicBezTo>
                  <a:cubicBezTo>
                    <a:pt x="7952" y="17847"/>
                    <a:pt x="6674" y="17705"/>
                    <a:pt x="5453" y="17478"/>
                  </a:cubicBezTo>
                  <a:cubicBezTo>
                    <a:pt x="5453" y="17393"/>
                    <a:pt x="5482" y="17336"/>
                    <a:pt x="5538" y="17251"/>
                  </a:cubicBezTo>
                  <a:cubicBezTo>
                    <a:pt x="6248" y="16257"/>
                    <a:pt x="6958" y="15234"/>
                    <a:pt x="7668" y="14212"/>
                  </a:cubicBezTo>
                  <a:cubicBezTo>
                    <a:pt x="7810" y="13956"/>
                    <a:pt x="8094" y="13758"/>
                    <a:pt x="8407" y="13701"/>
                  </a:cubicBezTo>
                  <a:cubicBezTo>
                    <a:pt x="8885" y="13659"/>
                    <a:pt x="9363" y="13633"/>
                    <a:pt x="9841" y="13633"/>
                  </a:cubicBezTo>
                  <a:cubicBezTo>
                    <a:pt x="10016" y="13633"/>
                    <a:pt x="10191" y="13636"/>
                    <a:pt x="10366" y="13644"/>
                  </a:cubicBezTo>
                  <a:cubicBezTo>
                    <a:pt x="11559" y="13644"/>
                    <a:pt x="12752" y="13701"/>
                    <a:pt x="13945" y="13701"/>
                  </a:cubicBezTo>
                  <a:lnTo>
                    <a:pt x="15109" y="13701"/>
                  </a:lnTo>
                  <a:cubicBezTo>
                    <a:pt x="16273" y="13616"/>
                    <a:pt x="17409" y="13388"/>
                    <a:pt x="18545" y="13048"/>
                  </a:cubicBezTo>
                  <a:cubicBezTo>
                    <a:pt x="18858" y="12962"/>
                    <a:pt x="19170" y="12820"/>
                    <a:pt x="19482" y="12707"/>
                  </a:cubicBezTo>
                  <a:cubicBezTo>
                    <a:pt x="20590" y="12224"/>
                    <a:pt x="21612" y="11628"/>
                    <a:pt x="22606" y="10946"/>
                  </a:cubicBezTo>
                  <a:cubicBezTo>
                    <a:pt x="22691" y="10889"/>
                    <a:pt x="22777" y="10804"/>
                    <a:pt x="22862" y="10719"/>
                  </a:cubicBezTo>
                  <a:cubicBezTo>
                    <a:pt x="22919" y="10662"/>
                    <a:pt x="22947" y="10577"/>
                    <a:pt x="22975" y="10520"/>
                  </a:cubicBezTo>
                  <a:cubicBezTo>
                    <a:pt x="22975" y="10463"/>
                    <a:pt x="22975" y="10407"/>
                    <a:pt x="22947" y="10378"/>
                  </a:cubicBezTo>
                  <a:cubicBezTo>
                    <a:pt x="22919" y="10350"/>
                    <a:pt x="22833" y="10321"/>
                    <a:pt x="22805" y="10321"/>
                  </a:cubicBezTo>
                  <a:cubicBezTo>
                    <a:pt x="22663" y="10378"/>
                    <a:pt x="22493" y="10463"/>
                    <a:pt x="22351" y="10549"/>
                  </a:cubicBezTo>
                  <a:cubicBezTo>
                    <a:pt x="21754" y="10861"/>
                    <a:pt x="21186" y="11230"/>
                    <a:pt x="20562" y="11543"/>
                  </a:cubicBezTo>
                  <a:cubicBezTo>
                    <a:pt x="18801" y="12508"/>
                    <a:pt x="16813" y="13048"/>
                    <a:pt x="14797" y="13133"/>
                  </a:cubicBezTo>
                  <a:cubicBezTo>
                    <a:pt x="14229" y="13133"/>
                    <a:pt x="13661" y="13104"/>
                    <a:pt x="13121" y="13104"/>
                  </a:cubicBezTo>
                  <a:lnTo>
                    <a:pt x="9458" y="13104"/>
                  </a:lnTo>
                  <a:cubicBezTo>
                    <a:pt x="9287" y="13076"/>
                    <a:pt x="9117" y="13076"/>
                    <a:pt x="8975" y="13019"/>
                  </a:cubicBezTo>
                  <a:cubicBezTo>
                    <a:pt x="8861" y="13019"/>
                    <a:pt x="8861" y="12934"/>
                    <a:pt x="8861" y="12849"/>
                  </a:cubicBezTo>
                  <a:cubicBezTo>
                    <a:pt x="8890" y="12792"/>
                    <a:pt x="8890" y="12707"/>
                    <a:pt x="8946" y="12650"/>
                  </a:cubicBezTo>
                  <a:cubicBezTo>
                    <a:pt x="9600" y="11883"/>
                    <a:pt x="10309" y="11173"/>
                    <a:pt x="11048" y="10520"/>
                  </a:cubicBezTo>
                  <a:cubicBezTo>
                    <a:pt x="11247" y="10378"/>
                    <a:pt x="11474" y="10265"/>
                    <a:pt x="11729" y="10265"/>
                  </a:cubicBezTo>
                  <a:lnTo>
                    <a:pt x="13604" y="10151"/>
                  </a:lnTo>
                  <a:cubicBezTo>
                    <a:pt x="15137" y="10094"/>
                    <a:pt x="16642" y="9810"/>
                    <a:pt x="18119" y="9327"/>
                  </a:cubicBezTo>
                  <a:cubicBezTo>
                    <a:pt x="19795" y="8759"/>
                    <a:pt x="21357" y="7851"/>
                    <a:pt x="22720" y="6715"/>
                  </a:cubicBezTo>
                  <a:cubicBezTo>
                    <a:pt x="23032" y="6488"/>
                    <a:pt x="23288" y="6232"/>
                    <a:pt x="23458" y="5920"/>
                  </a:cubicBezTo>
                  <a:cubicBezTo>
                    <a:pt x="23487" y="5834"/>
                    <a:pt x="23458" y="5778"/>
                    <a:pt x="23430" y="5721"/>
                  </a:cubicBezTo>
                  <a:cubicBezTo>
                    <a:pt x="23401" y="5692"/>
                    <a:pt x="23366" y="5678"/>
                    <a:pt x="23330" y="5678"/>
                  </a:cubicBezTo>
                  <a:cubicBezTo>
                    <a:pt x="23295" y="5678"/>
                    <a:pt x="23259" y="5692"/>
                    <a:pt x="23231" y="5721"/>
                  </a:cubicBezTo>
                  <a:cubicBezTo>
                    <a:pt x="22720" y="6090"/>
                    <a:pt x="22180" y="6488"/>
                    <a:pt x="21641" y="6885"/>
                  </a:cubicBezTo>
                  <a:cubicBezTo>
                    <a:pt x="20278" y="7879"/>
                    <a:pt x="18744" y="8589"/>
                    <a:pt x="17097" y="8987"/>
                  </a:cubicBezTo>
                  <a:cubicBezTo>
                    <a:pt x="16302" y="9157"/>
                    <a:pt x="15478" y="9299"/>
                    <a:pt x="14683" y="9413"/>
                  </a:cubicBezTo>
                  <a:cubicBezTo>
                    <a:pt x="13888" y="9526"/>
                    <a:pt x="13121" y="9583"/>
                    <a:pt x="12354" y="9611"/>
                  </a:cubicBezTo>
                  <a:cubicBezTo>
                    <a:pt x="12326" y="9640"/>
                    <a:pt x="12297" y="9668"/>
                    <a:pt x="12241" y="9668"/>
                  </a:cubicBezTo>
                  <a:cubicBezTo>
                    <a:pt x="12212" y="9668"/>
                    <a:pt x="12184" y="9611"/>
                    <a:pt x="12155" y="9611"/>
                  </a:cubicBezTo>
                  <a:cubicBezTo>
                    <a:pt x="12184" y="9611"/>
                    <a:pt x="12184" y="9583"/>
                    <a:pt x="12212" y="9583"/>
                  </a:cubicBezTo>
                  <a:lnTo>
                    <a:pt x="12326" y="9583"/>
                  </a:lnTo>
                  <a:cubicBezTo>
                    <a:pt x="12326" y="9384"/>
                    <a:pt x="12496" y="9299"/>
                    <a:pt x="12638" y="9185"/>
                  </a:cubicBezTo>
                  <a:cubicBezTo>
                    <a:pt x="13803" y="8106"/>
                    <a:pt x="14882" y="6942"/>
                    <a:pt x="15876" y="5721"/>
                  </a:cubicBezTo>
                  <a:cubicBezTo>
                    <a:pt x="16728" y="4613"/>
                    <a:pt x="17722" y="3619"/>
                    <a:pt x="18829" y="2796"/>
                  </a:cubicBezTo>
                  <a:cubicBezTo>
                    <a:pt x="19085" y="2597"/>
                    <a:pt x="19312" y="2370"/>
                    <a:pt x="19568" y="2171"/>
                  </a:cubicBezTo>
                  <a:cubicBezTo>
                    <a:pt x="19624" y="2114"/>
                    <a:pt x="19681" y="2086"/>
                    <a:pt x="19766" y="1972"/>
                  </a:cubicBezTo>
                  <a:cubicBezTo>
                    <a:pt x="19880" y="1858"/>
                    <a:pt x="19908" y="1716"/>
                    <a:pt x="19823" y="1660"/>
                  </a:cubicBezTo>
                  <a:cubicBezTo>
                    <a:pt x="19781" y="1631"/>
                    <a:pt x="19731" y="1617"/>
                    <a:pt x="19681" y="1617"/>
                  </a:cubicBezTo>
                  <a:cubicBezTo>
                    <a:pt x="19631" y="1617"/>
                    <a:pt x="19582" y="1631"/>
                    <a:pt x="19539" y="1660"/>
                  </a:cubicBezTo>
                  <a:cubicBezTo>
                    <a:pt x="18886" y="2000"/>
                    <a:pt x="18261" y="2426"/>
                    <a:pt x="17693" y="2938"/>
                  </a:cubicBezTo>
                  <a:cubicBezTo>
                    <a:pt x="16841" y="3761"/>
                    <a:pt x="16046" y="4613"/>
                    <a:pt x="15336" y="5522"/>
                  </a:cubicBezTo>
                  <a:cubicBezTo>
                    <a:pt x="14285" y="6771"/>
                    <a:pt x="13149" y="7936"/>
                    <a:pt x="11900" y="9015"/>
                  </a:cubicBezTo>
                  <a:cubicBezTo>
                    <a:pt x="11840" y="9075"/>
                    <a:pt x="11779" y="9135"/>
                    <a:pt x="11699" y="9135"/>
                  </a:cubicBezTo>
                  <a:cubicBezTo>
                    <a:pt x="11666" y="9135"/>
                    <a:pt x="11629" y="9125"/>
                    <a:pt x="11587" y="9100"/>
                  </a:cubicBezTo>
                  <a:lnTo>
                    <a:pt x="11587" y="8816"/>
                  </a:lnTo>
                  <a:cubicBezTo>
                    <a:pt x="11701" y="7765"/>
                    <a:pt x="11928" y="6743"/>
                    <a:pt x="12269" y="5749"/>
                  </a:cubicBezTo>
                  <a:cubicBezTo>
                    <a:pt x="12638" y="4471"/>
                    <a:pt x="13263" y="3307"/>
                    <a:pt x="14115" y="2284"/>
                  </a:cubicBezTo>
                  <a:cubicBezTo>
                    <a:pt x="14598" y="1688"/>
                    <a:pt x="15109" y="1092"/>
                    <a:pt x="15620" y="495"/>
                  </a:cubicBezTo>
                  <a:cubicBezTo>
                    <a:pt x="15677" y="410"/>
                    <a:pt x="15790" y="297"/>
                    <a:pt x="15847" y="240"/>
                  </a:cubicBezTo>
                  <a:cubicBezTo>
                    <a:pt x="15876" y="155"/>
                    <a:pt x="15904" y="69"/>
                    <a:pt x="15819" y="41"/>
                  </a:cubicBezTo>
                  <a:cubicBezTo>
                    <a:pt x="15779" y="21"/>
                    <a:pt x="15724" y="1"/>
                    <a:pt x="15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9"/>
            <p:cNvSpPr/>
            <p:nvPr/>
          </p:nvSpPr>
          <p:spPr>
            <a:xfrm>
              <a:off x="1548725" y="1281325"/>
              <a:ext cx="5000" cy="2375"/>
            </a:xfrm>
            <a:custGeom>
              <a:rect b="b" l="l" r="r" t="t"/>
              <a:pathLst>
                <a:path extrusionOk="0" h="95" w="200">
                  <a:moveTo>
                    <a:pt x="57" y="1"/>
                  </a:moveTo>
                  <a:cubicBezTo>
                    <a:pt x="29" y="29"/>
                    <a:pt x="0" y="29"/>
                    <a:pt x="0" y="58"/>
                  </a:cubicBezTo>
                  <a:cubicBezTo>
                    <a:pt x="23" y="58"/>
                    <a:pt x="46" y="94"/>
                    <a:pt x="69" y="94"/>
                  </a:cubicBezTo>
                  <a:cubicBezTo>
                    <a:pt x="74" y="94"/>
                    <a:pt x="80" y="92"/>
                    <a:pt x="86" y="86"/>
                  </a:cubicBezTo>
                  <a:cubicBezTo>
                    <a:pt x="142" y="86"/>
                    <a:pt x="171" y="58"/>
                    <a:pt x="199" y="29"/>
                  </a:cubicBezTo>
                  <a:lnTo>
                    <a:pt x="17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9"/>
            <p:cNvSpPr/>
            <p:nvPr/>
          </p:nvSpPr>
          <p:spPr>
            <a:xfrm>
              <a:off x="1461400" y="1368675"/>
              <a:ext cx="1450" cy="725"/>
            </a:xfrm>
            <a:custGeom>
              <a:rect b="b" l="l" r="r" t="t"/>
              <a:pathLst>
                <a:path extrusionOk="0" h="29" w="58">
                  <a:moveTo>
                    <a:pt x="0" y="0"/>
                  </a:moveTo>
                  <a:lnTo>
                    <a:pt x="0" y="28"/>
                  </a:lnTo>
                  <a:lnTo>
                    <a:pt x="57" y="28"/>
                  </a:lnTo>
                  <a:lnTo>
                    <a:pt x="0"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9"/>
            <p:cNvSpPr/>
            <p:nvPr/>
          </p:nvSpPr>
          <p:spPr>
            <a:xfrm>
              <a:off x="651325" y="852100"/>
              <a:ext cx="525400" cy="687525"/>
            </a:xfrm>
            <a:custGeom>
              <a:rect b="b" l="l" r="r" t="t"/>
              <a:pathLst>
                <a:path extrusionOk="0" h="27501" w="21016">
                  <a:moveTo>
                    <a:pt x="8417" y="0"/>
                  </a:moveTo>
                  <a:cubicBezTo>
                    <a:pt x="8172" y="0"/>
                    <a:pt x="7920" y="20"/>
                    <a:pt x="7668" y="74"/>
                  </a:cubicBezTo>
                  <a:cubicBezTo>
                    <a:pt x="6220" y="358"/>
                    <a:pt x="4856" y="897"/>
                    <a:pt x="3635" y="1693"/>
                  </a:cubicBezTo>
                  <a:cubicBezTo>
                    <a:pt x="2726" y="2317"/>
                    <a:pt x="2158" y="3169"/>
                    <a:pt x="1647" y="4106"/>
                  </a:cubicBezTo>
                  <a:cubicBezTo>
                    <a:pt x="1023" y="5384"/>
                    <a:pt x="540" y="6719"/>
                    <a:pt x="199" y="8111"/>
                  </a:cubicBezTo>
                  <a:cubicBezTo>
                    <a:pt x="142" y="8423"/>
                    <a:pt x="85" y="8764"/>
                    <a:pt x="57" y="9133"/>
                  </a:cubicBezTo>
                  <a:cubicBezTo>
                    <a:pt x="0" y="9701"/>
                    <a:pt x="57" y="10269"/>
                    <a:pt x="199" y="10809"/>
                  </a:cubicBezTo>
                  <a:cubicBezTo>
                    <a:pt x="426" y="11547"/>
                    <a:pt x="597" y="12285"/>
                    <a:pt x="881" y="12995"/>
                  </a:cubicBezTo>
                  <a:cubicBezTo>
                    <a:pt x="1193" y="13876"/>
                    <a:pt x="1761" y="14642"/>
                    <a:pt x="2442" y="15267"/>
                  </a:cubicBezTo>
                  <a:cubicBezTo>
                    <a:pt x="3323" y="16006"/>
                    <a:pt x="4260" y="16687"/>
                    <a:pt x="5226" y="17312"/>
                  </a:cubicBezTo>
                  <a:cubicBezTo>
                    <a:pt x="7128" y="18476"/>
                    <a:pt x="8917" y="19839"/>
                    <a:pt x="10565" y="21345"/>
                  </a:cubicBezTo>
                  <a:cubicBezTo>
                    <a:pt x="11275" y="21998"/>
                    <a:pt x="11899" y="22765"/>
                    <a:pt x="12581" y="23475"/>
                  </a:cubicBezTo>
                  <a:cubicBezTo>
                    <a:pt x="13632" y="24639"/>
                    <a:pt x="14824" y="25661"/>
                    <a:pt x="16159" y="26513"/>
                  </a:cubicBezTo>
                  <a:cubicBezTo>
                    <a:pt x="16699" y="26854"/>
                    <a:pt x="17295" y="27138"/>
                    <a:pt x="17920" y="27337"/>
                  </a:cubicBezTo>
                  <a:cubicBezTo>
                    <a:pt x="18278" y="27442"/>
                    <a:pt x="18636" y="27501"/>
                    <a:pt x="18982" y="27501"/>
                  </a:cubicBezTo>
                  <a:cubicBezTo>
                    <a:pt x="19103" y="27501"/>
                    <a:pt x="19222" y="27493"/>
                    <a:pt x="19340" y="27479"/>
                  </a:cubicBezTo>
                  <a:cubicBezTo>
                    <a:pt x="20078" y="27365"/>
                    <a:pt x="20675" y="26854"/>
                    <a:pt x="20902" y="26144"/>
                  </a:cubicBezTo>
                  <a:cubicBezTo>
                    <a:pt x="20987" y="25832"/>
                    <a:pt x="21015" y="25491"/>
                    <a:pt x="21015" y="25178"/>
                  </a:cubicBezTo>
                  <a:cubicBezTo>
                    <a:pt x="20959" y="24894"/>
                    <a:pt x="20959" y="24610"/>
                    <a:pt x="20902" y="24327"/>
                  </a:cubicBezTo>
                  <a:cubicBezTo>
                    <a:pt x="20845" y="23673"/>
                    <a:pt x="20817" y="23020"/>
                    <a:pt x="20817" y="22367"/>
                  </a:cubicBezTo>
                  <a:cubicBezTo>
                    <a:pt x="20760" y="21174"/>
                    <a:pt x="20731" y="20010"/>
                    <a:pt x="20675" y="18817"/>
                  </a:cubicBezTo>
                  <a:cubicBezTo>
                    <a:pt x="20618" y="18022"/>
                    <a:pt x="20476" y="17227"/>
                    <a:pt x="20249" y="16432"/>
                  </a:cubicBezTo>
                  <a:cubicBezTo>
                    <a:pt x="20050" y="15807"/>
                    <a:pt x="19851" y="15210"/>
                    <a:pt x="19624" y="14586"/>
                  </a:cubicBezTo>
                  <a:cubicBezTo>
                    <a:pt x="19283" y="13563"/>
                    <a:pt x="18914" y="12569"/>
                    <a:pt x="18573" y="11547"/>
                  </a:cubicBezTo>
                  <a:cubicBezTo>
                    <a:pt x="18204" y="10525"/>
                    <a:pt x="17721" y="9531"/>
                    <a:pt x="17182" y="8594"/>
                  </a:cubicBezTo>
                  <a:cubicBezTo>
                    <a:pt x="16216" y="6776"/>
                    <a:pt x="14995" y="5129"/>
                    <a:pt x="13859" y="3425"/>
                  </a:cubicBezTo>
                  <a:cubicBezTo>
                    <a:pt x="13717" y="3169"/>
                    <a:pt x="13518" y="2914"/>
                    <a:pt x="13348" y="2658"/>
                  </a:cubicBezTo>
                  <a:cubicBezTo>
                    <a:pt x="12950" y="1977"/>
                    <a:pt x="12382" y="1409"/>
                    <a:pt x="11729" y="983"/>
                  </a:cubicBezTo>
                  <a:cubicBezTo>
                    <a:pt x="10849" y="415"/>
                    <a:pt x="9883" y="74"/>
                    <a:pt x="8832" y="17"/>
                  </a:cubicBezTo>
                  <a:cubicBezTo>
                    <a:pt x="8697" y="7"/>
                    <a:pt x="8558" y="0"/>
                    <a:pt x="8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9"/>
            <p:cNvSpPr/>
            <p:nvPr/>
          </p:nvSpPr>
          <p:spPr>
            <a:xfrm>
              <a:off x="705275" y="891750"/>
              <a:ext cx="448025" cy="613075"/>
            </a:xfrm>
            <a:custGeom>
              <a:rect b="b" l="l" r="r" t="t"/>
              <a:pathLst>
                <a:path extrusionOk="0" h="24523" w="17921">
                  <a:moveTo>
                    <a:pt x="12212" y="12659"/>
                  </a:moveTo>
                  <a:lnTo>
                    <a:pt x="12212" y="12716"/>
                  </a:lnTo>
                  <a:lnTo>
                    <a:pt x="12155" y="12659"/>
                  </a:lnTo>
                  <a:close/>
                  <a:moveTo>
                    <a:pt x="8165" y="0"/>
                  </a:moveTo>
                  <a:cubicBezTo>
                    <a:pt x="8130" y="0"/>
                    <a:pt x="8094" y="7"/>
                    <a:pt x="8066" y="21"/>
                  </a:cubicBezTo>
                  <a:cubicBezTo>
                    <a:pt x="7981" y="50"/>
                    <a:pt x="7981" y="78"/>
                    <a:pt x="8037" y="192"/>
                  </a:cubicBezTo>
                  <a:cubicBezTo>
                    <a:pt x="8066" y="277"/>
                    <a:pt x="8123" y="391"/>
                    <a:pt x="8179" y="476"/>
                  </a:cubicBezTo>
                  <a:lnTo>
                    <a:pt x="9202" y="2293"/>
                  </a:lnTo>
                  <a:cubicBezTo>
                    <a:pt x="9770" y="3316"/>
                    <a:pt x="10111" y="4452"/>
                    <a:pt x="10224" y="5644"/>
                  </a:cubicBezTo>
                  <a:cubicBezTo>
                    <a:pt x="10366" y="6553"/>
                    <a:pt x="10395" y="7519"/>
                    <a:pt x="10338" y="8456"/>
                  </a:cubicBezTo>
                  <a:cubicBezTo>
                    <a:pt x="10309" y="8513"/>
                    <a:pt x="10309" y="8598"/>
                    <a:pt x="10309" y="8683"/>
                  </a:cubicBezTo>
                  <a:cubicBezTo>
                    <a:pt x="10277" y="8694"/>
                    <a:pt x="10248" y="8699"/>
                    <a:pt x="10223" y="8699"/>
                  </a:cubicBezTo>
                  <a:cubicBezTo>
                    <a:pt x="10117" y="8699"/>
                    <a:pt x="10071" y="8615"/>
                    <a:pt x="10025" y="8569"/>
                  </a:cubicBezTo>
                  <a:cubicBezTo>
                    <a:pt x="9088" y="7434"/>
                    <a:pt x="8293" y="6212"/>
                    <a:pt x="7583" y="4934"/>
                  </a:cubicBezTo>
                  <a:cubicBezTo>
                    <a:pt x="7100" y="3997"/>
                    <a:pt x="6532" y="3117"/>
                    <a:pt x="5907" y="2265"/>
                  </a:cubicBezTo>
                  <a:cubicBezTo>
                    <a:pt x="5510" y="1725"/>
                    <a:pt x="5027" y="1243"/>
                    <a:pt x="4488" y="817"/>
                  </a:cubicBezTo>
                  <a:cubicBezTo>
                    <a:pt x="4446" y="775"/>
                    <a:pt x="4389" y="749"/>
                    <a:pt x="4328" y="749"/>
                  </a:cubicBezTo>
                  <a:cubicBezTo>
                    <a:pt x="4306" y="749"/>
                    <a:pt x="4283" y="752"/>
                    <a:pt x="4260" y="760"/>
                  </a:cubicBezTo>
                  <a:cubicBezTo>
                    <a:pt x="4204" y="817"/>
                    <a:pt x="4204" y="987"/>
                    <a:pt x="4260" y="1072"/>
                  </a:cubicBezTo>
                  <a:cubicBezTo>
                    <a:pt x="4317" y="1129"/>
                    <a:pt x="4374" y="1214"/>
                    <a:pt x="4431" y="1271"/>
                  </a:cubicBezTo>
                  <a:cubicBezTo>
                    <a:pt x="4601" y="1498"/>
                    <a:pt x="4772" y="1725"/>
                    <a:pt x="4970" y="1924"/>
                  </a:cubicBezTo>
                  <a:cubicBezTo>
                    <a:pt x="5794" y="2861"/>
                    <a:pt x="6504" y="3884"/>
                    <a:pt x="7072" y="4991"/>
                  </a:cubicBezTo>
                  <a:cubicBezTo>
                    <a:pt x="7753" y="6241"/>
                    <a:pt x="8520" y="7462"/>
                    <a:pt x="9344" y="8598"/>
                  </a:cubicBezTo>
                  <a:cubicBezTo>
                    <a:pt x="9429" y="8711"/>
                    <a:pt x="9571" y="8825"/>
                    <a:pt x="9543" y="8995"/>
                  </a:cubicBezTo>
                  <a:cubicBezTo>
                    <a:pt x="9571" y="8995"/>
                    <a:pt x="9599" y="9024"/>
                    <a:pt x="9656" y="9024"/>
                  </a:cubicBezTo>
                  <a:cubicBezTo>
                    <a:pt x="9656" y="9024"/>
                    <a:pt x="9713" y="9052"/>
                    <a:pt x="9685" y="9052"/>
                  </a:cubicBezTo>
                  <a:cubicBezTo>
                    <a:pt x="9656" y="9081"/>
                    <a:pt x="9628" y="9109"/>
                    <a:pt x="9599" y="9109"/>
                  </a:cubicBezTo>
                  <a:cubicBezTo>
                    <a:pt x="9571" y="9081"/>
                    <a:pt x="9543" y="9052"/>
                    <a:pt x="9514" y="8995"/>
                  </a:cubicBezTo>
                  <a:cubicBezTo>
                    <a:pt x="8833" y="8853"/>
                    <a:pt x="8151" y="8683"/>
                    <a:pt x="7498" y="8456"/>
                  </a:cubicBezTo>
                  <a:cubicBezTo>
                    <a:pt x="6816" y="8200"/>
                    <a:pt x="6106" y="7973"/>
                    <a:pt x="5425" y="7689"/>
                  </a:cubicBezTo>
                  <a:cubicBezTo>
                    <a:pt x="4033" y="7064"/>
                    <a:pt x="2812" y="6184"/>
                    <a:pt x="1761" y="5076"/>
                  </a:cubicBezTo>
                  <a:cubicBezTo>
                    <a:pt x="1364" y="4650"/>
                    <a:pt x="966" y="4196"/>
                    <a:pt x="568" y="3770"/>
                  </a:cubicBezTo>
                  <a:cubicBezTo>
                    <a:pt x="540" y="3756"/>
                    <a:pt x="512" y="3749"/>
                    <a:pt x="483" y="3749"/>
                  </a:cubicBezTo>
                  <a:cubicBezTo>
                    <a:pt x="455" y="3749"/>
                    <a:pt x="426" y="3756"/>
                    <a:pt x="398" y="3770"/>
                  </a:cubicBezTo>
                  <a:cubicBezTo>
                    <a:pt x="341" y="3798"/>
                    <a:pt x="313" y="3855"/>
                    <a:pt x="341" y="3940"/>
                  </a:cubicBezTo>
                  <a:cubicBezTo>
                    <a:pt x="426" y="4224"/>
                    <a:pt x="625" y="4508"/>
                    <a:pt x="852" y="4764"/>
                  </a:cubicBezTo>
                  <a:cubicBezTo>
                    <a:pt x="1846" y="5985"/>
                    <a:pt x="3068" y="7036"/>
                    <a:pt x="4459" y="7831"/>
                  </a:cubicBezTo>
                  <a:cubicBezTo>
                    <a:pt x="5680" y="8484"/>
                    <a:pt x="6958" y="8995"/>
                    <a:pt x="8293" y="9308"/>
                  </a:cubicBezTo>
                  <a:lnTo>
                    <a:pt x="9940" y="9705"/>
                  </a:lnTo>
                  <a:cubicBezTo>
                    <a:pt x="10167" y="9762"/>
                    <a:pt x="10366" y="9876"/>
                    <a:pt x="10508" y="10075"/>
                  </a:cubicBezTo>
                  <a:cubicBezTo>
                    <a:pt x="11048" y="10756"/>
                    <a:pt x="11530" y="11495"/>
                    <a:pt x="11985" y="12261"/>
                  </a:cubicBezTo>
                  <a:cubicBezTo>
                    <a:pt x="12013" y="12318"/>
                    <a:pt x="12013" y="12403"/>
                    <a:pt x="12013" y="12460"/>
                  </a:cubicBezTo>
                  <a:cubicBezTo>
                    <a:pt x="12013" y="12517"/>
                    <a:pt x="11985" y="12602"/>
                    <a:pt x="11900" y="12602"/>
                  </a:cubicBezTo>
                  <a:cubicBezTo>
                    <a:pt x="11758" y="12602"/>
                    <a:pt x="11587" y="12574"/>
                    <a:pt x="11445" y="12574"/>
                  </a:cubicBezTo>
                  <a:cubicBezTo>
                    <a:pt x="10395" y="12375"/>
                    <a:pt x="9315" y="12148"/>
                    <a:pt x="8265" y="11949"/>
                  </a:cubicBezTo>
                  <a:cubicBezTo>
                    <a:pt x="7753" y="11864"/>
                    <a:pt x="7271" y="11807"/>
                    <a:pt x="6759" y="11693"/>
                  </a:cubicBezTo>
                  <a:cubicBezTo>
                    <a:pt x="4999" y="11324"/>
                    <a:pt x="3352" y="10501"/>
                    <a:pt x="1932" y="9365"/>
                  </a:cubicBezTo>
                  <a:cubicBezTo>
                    <a:pt x="1449" y="8967"/>
                    <a:pt x="994" y="8569"/>
                    <a:pt x="540" y="8172"/>
                  </a:cubicBezTo>
                  <a:cubicBezTo>
                    <a:pt x="398" y="8087"/>
                    <a:pt x="284" y="8001"/>
                    <a:pt x="142" y="7916"/>
                  </a:cubicBezTo>
                  <a:cubicBezTo>
                    <a:pt x="134" y="7908"/>
                    <a:pt x="123" y="7905"/>
                    <a:pt x="112" y="7905"/>
                  </a:cubicBezTo>
                  <a:cubicBezTo>
                    <a:pt x="83" y="7905"/>
                    <a:pt x="49" y="7925"/>
                    <a:pt x="29" y="7945"/>
                  </a:cubicBezTo>
                  <a:cubicBezTo>
                    <a:pt x="0" y="7973"/>
                    <a:pt x="0" y="8001"/>
                    <a:pt x="0" y="8058"/>
                  </a:cubicBezTo>
                  <a:cubicBezTo>
                    <a:pt x="0" y="8115"/>
                    <a:pt x="0" y="8172"/>
                    <a:pt x="29" y="8229"/>
                  </a:cubicBezTo>
                  <a:cubicBezTo>
                    <a:pt x="114" y="8342"/>
                    <a:pt x="171" y="8427"/>
                    <a:pt x="256" y="8484"/>
                  </a:cubicBezTo>
                  <a:cubicBezTo>
                    <a:pt x="994" y="9251"/>
                    <a:pt x="1818" y="9961"/>
                    <a:pt x="2698" y="10557"/>
                  </a:cubicBezTo>
                  <a:cubicBezTo>
                    <a:pt x="2954" y="10728"/>
                    <a:pt x="3210" y="10870"/>
                    <a:pt x="3465" y="11012"/>
                  </a:cubicBezTo>
                  <a:cubicBezTo>
                    <a:pt x="4402" y="11523"/>
                    <a:pt x="5396" y="11892"/>
                    <a:pt x="6390" y="12148"/>
                  </a:cubicBezTo>
                  <a:cubicBezTo>
                    <a:pt x="6731" y="12233"/>
                    <a:pt x="7072" y="12318"/>
                    <a:pt x="7413" y="12375"/>
                  </a:cubicBezTo>
                  <a:cubicBezTo>
                    <a:pt x="8492" y="12545"/>
                    <a:pt x="9514" y="12716"/>
                    <a:pt x="10593" y="12914"/>
                  </a:cubicBezTo>
                  <a:cubicBezTo>
                    <a:pt x="11161" y="13000"/>
                    <a:pt x="11729" y="13113"/>
                    <a:pt x="12297" y="13312"/>
                  </a:cubicBezTo>
                  <a:cubicBezTo>
                    <a:pt x="12553" y="13397"/>
                    <a:pt x="12780" y="13596"/>
                    <a:pt x="12894" y="13852"/>
                  </a:cubicBezTo>
                  <a:cubicBezTo>
                    <a:pt x="13348" y="14874"/>
                    <a:pt x="13802" y="15896"/>
                    <a:pt x="14285" y="16890"/>
                  </a:cubicBezTo>
                  <a:cubicBezTo>
                    <a:pt x="14285" y="16976"/>
                    <a:pt x="14314" y="17032"/>
                    <a:pt x="14314" y="17118"/>
                  </a:cubicBezTo>
                  <a:cubicBezTo>
                    <a:pt x="13178" y="17089"/>
                    <a:pt x="12042" y="17004"/>
                    <a:pt x="10906" y="16834"/>
                  </a:cubicBezTo>
                  <a:cubicBezTo>
                    <a:pt x="10139" y="16692"/>
                    <a:pt x="9372" y="16464"/>
                    <a:pt x="8662" y="16180"/>
                  </a:cubicBezTo>
                  <a:cubicBezTo>
                    <a:pt x="7413" y="15612"/>
                    <a:pt x="6248" y="14931"/>
                    <a:pt x="5197" y="14079"/>
                  </a:cubicBezTo>
                  <a:lnTo>
                    <a:pt x="4175" y="13369"/>
                  </a:lnTo>
                  <a:cubicBezTo>
                    <a:pt x="4147" y="13355"/>
                    <a:pt x="4118" y="13348"/>
                    <a:pt x="4090" y="13348"/>
                  </a:cubicBezTo>
                  <a:cubicBezTo>
                    <a:pt x="4062" y="13348"/>
                    <a:pt x="4033" y="13355"/>
                    <a:pt x="4005" y="13369"/>
                  </a:cubicBezTo>
                  <a:cubicBezTo>
                    <a:pt x="3891" y="13454"/>
                    <a:pt x="3948" y="13539"/>
                    <a:pt x="4005" y="13596"/>
                  </a:cubicBezTo>
                  <a:cubicBezTo>
                    <a:pt x="4090" y="13710"/>
                    <a:pt x="4175" y="13795"/>
                    <a:pt x="4260" y="13908"/>
                  </a:cubicBezTo>
                  <a:cubicBezTo>
                    <a:pt x="5709" y="15073"/>
                    <a:pt x="7214" y="16180"/>
                    <a:pt x="8975" y="16805"/>
                  </a:cubicBezTo>
                  <a:cubicBezTo>
                    <a:pt x="9827" y="17146"/>
                    <a:pt x="10735" y="17345"/>
                    <a:pt x="11644" y="17430"/>
                  </a:cubicBezTo>
                  <a:cubicBezTo>
                    <a:pt x="12240" y="17487"/>
                    <a:pt x="12808" y="17515"/>
                    <a:pt x="13405" y="17544"/>
                  </a:cubicBezTo>
                  <a:cubicBezTo>
                    <a:pt x="13604" y="17572"/>
                    <a:pt x="13802" y="17572"/>
                    <a:pt x="14001" y="17572"/>
                  </a:cubicBezTo>
                  <a:cubicBezTo>
                    <a:pt x="14626" y="17629"/>
                    <a:pt x="14598" y="17629"/>
                    <a:pt x="14796" y="18225"/>
                  </a:cubicBezTo>
                  <a:cubicBezTo>
                    <a:pt x="15080" y="19049"/>
                    <a:pt x="15421" y="19815"/>
                    <a:pt x="15734" y="20611"/>
                  </a:cubicBezTo>
                  <a:cubicBezTo>
                    <a:pt x="15762" y="20696"/>
                    <a:pt x="15790" y="20781"/>
                    <a:pt x="15819" y="20866"/>
                  </a:cubicBezTo>
                  <a:cubicBezTo>
                    <a:pt x="15875" y="21008"/>
                    <a:pt x="16046" y="21150"/>
                    <a:pt x="15904" y="21349"/>
                  </a:cubicBezTo>
                  <a:cubicBezTo>
                    <a:pt x="15849" y="21425"/>
                    <a:pt x="15787" y="21451"/>
                    <a:pt x="15719" y="21451"/>
                  </a:cubicBezTo>
                  <a:cubicBezTo>
                    <a:pt x="15609" y="21451"/>
                    <a:pt x="15487" y="21384"/>
                    <a:pt x="15364" y="21349"/>
                  </a:cubicBezTo>
                  <a:cubicBezTo>
                    <a:pt x="14995" y="21235"/>
                    <a:pt x="14598" y="21207"/>
                    <a:pt x="14228" y="21122"/>
                  </a:cubicBezTo>
                  <a:cubicBezTo>
                    <a:pt x="13348" y="20895"/>
                    <a:pt x="12524" y="20554"/>
                    <a:pt x="11758" y="20071"/>
                  </a:cubicBezTo>
                  <a:cubicBezTo>
                    <a:pt x="11587" y="19986"/>
                    <a:pt x="11417" y="19901"/>
                    <a:pt x="11246" y="19815"/>
                  </a:cubicBezTo>
                  <a:cubicBezTo>
                    <a:pt x="11235" y="19812"/>
                    <a:pt x="11224" y="19810"/>
                    <a:pt x="11213" y="19810"/>
                  </a:cubicBezTo>
                  <a:cubicBezTo>
                    <a:pt x="11140" y="19810"/>
                    <a:pt x="11080" y="19884"/>
                    <a:pt x="11104" y="19957"/>
                  </a:cubicBezTo>
                  <a:cubicBezTo>
                    <a:pt x="11190" y="20156"/>
                    <a:pt x="11332" y="20298"/>
                    <a:pt x="11502" y="20412"/>
                  </a:cubicBezTo>
                  <a:cubicBezTo>
                    <a:pt x="12297" y="20980"/>
                    <a:pt x="13178" y="21377"/>
                    <a:pt x="14143" y="21605"/>
                  </a:cubicBezTo>
                  <a:cubicBezTo>
                    <a:pt x="14683" y="21690"/>
                    <a:pt x="15222" y="21832"/>
                    <a:pt x="15762" y="21917"/>
                  </a:cubicBezTo>
                  <a:cubicBezTo>
                    <a:pt x="16159" y="22002"/>
                    <a:pt x="16500" y="22315"/>
                    <a:pt x="16614" y="22712"/>
                  </a:cubicBezTo>
                  <a:cubicBezTo>
                    <a:pt x="16784" y="23166"/>
                    <a:pt x="16983" y="23592"/>
                    <a:pt x="17182" y="24018"/>
                  </a:cubicBezTo>
                  <a:cubicBezTo>
                    <a:pt x="17267" y="24217"/>
                    <a:pt x="17381" y="24359"/>
                    <a:pt x="17551" y="24501"/>
                  </a:cubicBezTo>
                  <a:cubicBezTo>
                    <a:pt x="17579" y="24515"/>
                    <a:pt x="17622" y="24523"/>
                    <a:pt x="17665" y="24523"/>
                  </a:cubicBezTo>
                  <a:cubicBezTo>
                    <a:pt x="17707" y="24523"/>
                    <a:pt x="17750" y="24515"/>
                    <a:pt x="17778" y="24501"/>
                  </a:cubicBezTo>
                  <a:cubicBezTo>
                    <a:pt x="17863" y="24444"/>
                    <a:pt x="17920" y="24359"/>
                    <a:pt x="17920" y="24274"/>
                  </a:cubicBezTo>
                  <a:cubicBezTo>
                    <a:pt x="17892" y="24160"/>
                    <a:pt x="17863" y="24018"/>
                    <a:pt x="17835" y="23905"/>
                  </a:cubicBezTo>
                  <a:cubicBezTo>
                    <a:pt x="17579" y="23280"/>
                    <a:pt x="17352" y="22684"/>
                    <a:pt x="17125" y="22059"/>
                  </a:cubicBezTo>
                  <a:cubicBezTo>
                    <a:pt x="17011" y="21832"/>
                    <a:pt x="17011" y="21576"/>
                    <a:pt x="17068" y="21349"/>
                  </a:cubicBezTo>
                  <a:cubicBezTo>
                    <a:pt x="17324" y="20412"/>
                    <a:pt x="17466" y="19418"/>
                    <a:pt x="17466" y="18452"/>
                  </a:cubicBezTo>
                  <a:cubicBezTo>
                    <a:pt x="17494" y="18197"/>
                    <a:pt x="17437" y="17969"/>
                    <a:pt x="17381" y="17742"/>
                  </a:cubicBezTo>
                  <a:cubicBezTo>
                    <a:pt x="17381" y="17714"/>
                    <a:pt x="17324" y="17686"/>
                    <a:pt x="17267" y="17686"/>
                  </a:cubicBezTo>
                  <a:cubicBezTo>
                    <a:pt x="17259" y="17678"/>
                    <a:pt x="17250" y="17674"/>
                    <a:pt x="17240" y="17674"/>
                  </a:cubicBezTo>
                  <a:cubicBezTo>
                    <a:pt x="17212" y="17674"/>
                    <a:pt x="17182" y="17701"/>
                    <a:pt x="17182" y="17742"/>
                  </a:cubicBezTo>
                  <a:cubicBezTo>
                    <a:pt x="17153" y="17827"/>
                    <a:pt x="17125" y="17941"/>
                    <a:pt x="17125" y="18055"/>
                  </a:cubicBezTo>
                  <a:cubicBezTo>
                    <a:pt x="17068" y="18566"/>
                    <a:pt x="17040" y="19049"/>
                    <a:pt x="17011" y="19560"/>
                  </a:cubicBezTo>
                  <a:cubicBezTo>
                    <a:pt x="16955" y="19929"/>
                    <a:pt x="16869" y="20327"/>
                    <a:pt x="16784" y="20724"/>
                  </a:cubicBezTo>
                  <a:cubicBezTo>
                    <a:pt x="16784" y="20753"/>
                    <a:pt x="16727" y="20781"/>
                    <a:pt x="16699" y="20781"/>
                  </a:cubicBezTo>
                  <a:cubicBezTo>
                    <a:pt x="16671" y="20781"/>
                    <a:pt x="16614" y="20753"/>
                    <a:pt x="16585" y="20724"/>
                  </a:cubicBezTo>
                  <a:cubicBezTo>
                    <a:pt x="16443" y="20327"/>
                    <a:pt x="16273" y="19929"/>
                    <a:pt x="16103" y="19503"/>
                  </a:cubicBezTo>
                  <a:cubicBezTo>
                    <a:pt x="16074" y="19418"/>
                    <a:pt x="16046" y="19304"/>
                    <a:pt x="16017" y="19191"/>
                  </a:cubicBezTo>
                  <a:cubicBezTo>
                    <a:pt x="15648" y="18168"/>
                    <a:pt x="15592" y="18140"/>
                    <a:pt x="15904" y="17118"/>
                  </a:cubicBezTo>
                  <a:cubicBezTo>
                    <a:pt x="16273" y="15840"/>
                    <a:pt x="16415" y="14505"/>
                    <a:pt x="16358" y="13170"/>
                  </a:cubicBezTo>
                  <a:cubicBezTo>
                    <a:pt x="16330" y="12744"/>
                    <a:pt x="16301" y="12290"/>
                    <a:pt x="16245" y="11864"/>
                  </a:cubicBezTo>
                  <a:cubicBezTo>
                    <a:pt x="16245" y="11551"/>
                    <a:pt x="16131" y="11267"/>
                    <a:pt x="15932" y="11012"/>
                  </a:cubicBezTo>
                  <a:cubicBezTo>
                    <a:pt x="15904" y="10983"/>
                    <a:pt x="15875" y="10983"/>
                    <a:pt x="15819" y="10983"/>
                  </a:cubicBezTo>
                  <a:cubicBezTo>
                    <a:pt x="15762" y="10983"/>
                    <a:pt x="15705" y="11040"/>
                    <a:pt x="15734" y="11125"/>
                  </a:cubicBezTo>
                  <a:cubicBezTo>
                    <a:pt x="15989" y="12290"/>
                    <a:pt x="15875" y="13454"/>
                    <a:pt x="15904" y="14647"/>
                  </a:cubicBezTo>
                  <a:cubicBezTo>
                    <a:pt x="15875" y="15470"/>
                    <a:pt x="15734" y="16294"/>
                    <a:pt x="15478" y="17089"/>
                  </a:cubicBezTo>
                  <a:cubicBezTo>
                    <a:pt x="15450" y="17118"/>
                    <a:pt x="15421" y="17146"/>
                    <a:pt x="15393" y="17146"/>
                  </a:cubicBezTo>
                  <a:cubicBezTo>
                    <a:pt x="15373" y="17159"/>
                    <a:pt x="15356" y="17165"/>
                    <a:pt x="15342" y="17165"/>
                  </a:cubicBezTo>
                  <a:cubicBezTo>
                    <a:pt x="15294" y="17165"/>
                    <a:pt x="15273" y="17104"/>
                    <a:pt x="15251" y="17061"/>
                  </a:cubicBezTo>
                  <a:cubicBezTo>
                    <a:pt x="15052" y="16692"/>
                    <a:pt x="14882" y="16294"/>
                    <a:pt x="14711" y="15953"/>
                  </a:cubicBezTo>
                  <a:cubicBezTo>
                    <a:pt x="14342" y="15215"/>
                    <a:pt x="14001" y="14476"/>
                    <a:pt x="13632" y="13766"/>
                  </a:cubicBezTo>
                  <a:cubicBezTo>
                    <a:pt x="13547" y="13596"/>
                    <a:pt x="13490" y="13397"/>
                    <a:pt x="13518" y="13198"/>
                  </a:cubicBezTo>
                  <a:cubicBezTo>
                    <a:pt x="13575" y="12744"/>
                    <a:pt x="13604" y="12290"/>
                    <a:pt x="13660" y="11835"/>
                  </a:cubicBezTo>
                  <a:cubicBezTo>
                    <a:pt x="13746" y="11296"/>
                    <a:pt x="13802" y="10756"/>
                    <a:pt x="13802" y="10217"/>
                  </a:cubicBezTo>
                  <a:cubicBezTo>
                    <a:pt x="13802" y="9620"/>
                    <a:pt x="13746" y="9024"/>
                    <a:pt x="13632" y="8427"/>
                  </a:cubicBezTo>
                  <a:cubicBezTo>
                    <a:pt x="13462" y="7547"/>
                    <a:pt x="13263" y="6695"/>
                    <a:pt x="12979" y="5843"/>
                  </a:cubicBezTo>
                  <a:cubicBezTo>
                    <a:pt x="12950" y="5730"/>
                    <a:pt x="12894" y="5644"/>
                    <a:pt x="12837" y="5559"/>
                  </a:cubicBezTo>
                  <a:cubicBezTo>
                    <a:pt x="12816" y="5495"/>
                    <a:pt x="12778" y="5463"/>
                    <a:pt x="12725" y="5463"/>
                  </a:cubicBezTo>
                  <a:cubicBezTo>
                    <a:pt x="12707" y="5463"/>
                    <a:pt x="12688" y="5467"/>
                    <a:pt x="12666" y="5474"/>
                  </a:cubicBezTo>
                  <a:cubicBezTo>
                    <a:pt x="12581" y="5474"/>
                    <a:pt x="12524" y="5559"/>
                    <a:pt x="12581" y="5673"/>
                  </a:cubicBezTo>
                  <a:cubicBezTo>
                    <a:pt x="12695" y="6298"/>
                    <a:pt x="12837" y="6951"/>
                    <a:pt x="13007" y="7575"/>
                  </a:cubicBezTo>
                  <a:cubicBezTo>
                    <a:pt x="13320" y="8825"/>
                    <a:pt x="13405" y="10131"/>
                    <a:pt x="13263" y="11409"/>
                  </a:cubicBezTo>
                  <a:cubicBezTo>
                    <a:pt x="13206" y="11779"/>
                    <a:pt x="13121" y="12119"/>
                    <a:pt x="13064" y="12489"/>
                  </a:cubicBezTo>
                  <a:cubicBezTo>
                    <a:pt x="12837" y="12432"/>
                    <a:pt x="12780" y="12290"/>
                    <a:pt x="12695" y="12176"/>
                  </a:cubicBezTo>
                  <a:cubicBezTo>
                    <a:pt x="12155" y="11381"/>
                    <a:pt x="11644" y="10614"/>
                    <a:pt x="11104" y="9847"/>
                  </a:cubicBezTo>
                  <a:cubicBezTo>
                    <a:pt x="10991" y="9705"/>
                    <a:pt x="10906" y="9507"/>
                    <a:pt x="10877" y="9308"/>
                  </a:cubicBezTo>
                  <a:cubicBezTo>
                    <a:pt x="10849" y="9052"/>
                    <a:pt x="10849" y="8797"/>
                    <a:pt x="10849" y="8541"/>
                  </a:cubicBezTo>
                  <a:cubicBezTo>
                    <a:pt x="10962" y="6866"/>
                    <a:pt x="10792" y="5218"/>
                    <a:pt x="10309" y="3628"/>
                  </a:cubicBezTo>
                  <a:cubicBezTo>
                    <a:pt x="9997" y="2691"/>
                    <a:pt x="9543" y="1782"/>
                    <a:pt x="9003" y="987"/>
                  </a:cubicBezTo>
                  <a:cubicBezTo>
                    <a:pt x="8833" y="703"/>
                    <a:pt x="8634" y="447"/>
                    <a:pt x="8435" y="192"/>
                  </a:cubicBezTo>
                  <a:cubicBezTo>
                    <a:pt x="8407" y="135"/>
                    <a:pt x="8321" y="78"/>
                    <a:pt x="8265" y="21"/>
                  </a:cubicBezTo>
                  <a:cubicBezTo>
                    <a:pt x="8236" y="7"/>
                    <a:pt x="8201" y="0"/>
                    <a:pt x="8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9"/>
            <p:cNvSpPr/>
            <p:nvPr/>
          </p:nvSpPr>
          <p:spPr>
            <a:xfrm>
              <a:off x="943125" y="1115925"/>
              <a:ext cx="4975" cy="2850"/>
            </a:xfrm>
            <a:custGeom>
              <a:rect b="b" l="l" r="r" t="t"/>
              <a:pathLst>
                <a:path extrusionOk="0" h="114" w="199">
                  <a:moveTo>
                    <a:pt x="29" y="0"/>
                  </a:moveTo>
                  <a:lnTo>
                    <a:pt x="0" y="28"/>
                  </a:lnTo>
                  <a:cubicBezTo>
                    <a:pt x="29" y="57"/>
                    <a:pt x="57" y="114"/>
                    <a:pt x="85" y="114"/>
                  </a:cubicBezTo>
                  <a:cubicBezTo>
                    <a:pt x="114" y="114"/>
                    <a:pt x="142" y="85"/>
                    <a:pt x="171" y="85"/>
                  </a:cubicBezTo>
                  <a:cubicBezTo>
                    <a:pt x="199" y="57"/>
                    <a:pt x="142" y="57"/>
                    <a:pt x="142" y="57"/>
                  </a:cubicBezTo>
                  <a:cubicBezTo>
                    <a:pt x="85" y="28"/>
                    <a:pt x="57" y="28"/>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9"/>
            <p:cNvSpPr/>
            <p:nvPr/>
          </p:nvSpPr>
          <p:spPr>
            <a:xfrm>
              <a:off x="1009150" y="1208200"/>
              <a:ext cx="725" cy="1450"/>
            </a:xfrm>
            <a:custGeom>
              <a:rect b="b" l="l" r="r" t="t"/>
              <a:pathLst>
                <a:path extrusionOk="0" h="58" w="29">
                  <a:moveTo>
                    <a:pt x="29" y="1"/>
                  </a:moveTo>
                  <a:lnTo>
                    <a:pt x="0" y="29"/>
                  </a:lnTo>
                  <a:lnTo>
                    <a:pt x="29" y="58"/>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9"/>
            <p:cNvSpPr/>
            <p:nvPr/>
          </p:nvSpPr>
          <p:spPr>
            <a:xfrm>
              <a:off x="764925" y="3212325"/>
              <a:ext cx="727725" cy="1214925"/>
            </a:xfrm>
            <a:custGeom>
              <a:rect b="b" l="l" r="r" t="t"/>
              <a:pathLst>
                <a:path extrusionOk="0" h="48597" w="29109">
                  <a:moveTo>
                    <a:pt x="28401" y="0"/>
                  </a:moveTo>
                  <a:cubicBezTo>
                    <a:pt x="28303" y="0"/>
                    <a:pt x="28204" y="29"/>
                    <a:pt x="28115" y="91"/>
                  </a:cubicBezTo>
                  <a:cubicBezTo>
                    <a:pt x="27945" y="205"/>
                    <a:pt x="27774" y="318"/>
                    <a:pt x="27632" y="432"/>
                  </a:cubicBezTo>
                  <a:cubicBezTo>
                    <a:pt x="26865" y="1000"/>
                    <a:pt x="26042" y="1454"/>
                    <a:pt x="25161" y="1767"/>
                  </a:cubicBezTo>
                  <a:cubicBezTo>
                    <a:pt x="23770" y="2278"/>
                    <a:pt x="22322" y="2647"/>
                    <a:pt x="20845" y="2817"/>
                  </a:cubicBezTo>
                  <a:cubicBezTo>
                    <a:pt x="19141" y="3073"/>
                    <a:pt x="17465" y="3187"/>
                    <a:pt x="15761" y="3187"/>
                  </a:cubicBezTo>
                  <a:cubicBezTo>
                    <a:pt x="15080" y="3187"/>
                    <a:pt x="14398" y="3130"/>
                    <a:pt x="13717" y="3101"/>
                  </a:cubicBezTo>
                  <a:cubicBezTo>
                    <a:pt x="12893" y="3045"/>
                    <a:pt x="12041" y="2988"/>
                    <a:pt x="11218" y="2903"/>
                  </a:cubicBezTo>
                  <a:cubicBezTo>
                    <a:pt x="10508" y="2817"/>
                    <a:pt x="9826" y="2732"/>
                    <a:pt x="9116" y="2647"/>
                  </a:cubicBezTo>
                  <a:cubicBezTo>
                    <a:pt x="8548" y="2562"/>
                    <a:pt x="7980" y="2420"/>
                    <a:pt x="7384" y="2363"/>
                  </a:cubicBezTo>
                  <a:cubicBezTo>
                    <a:pt x="6163" y="2221"/>
                    <a:pt x="4941" y="1880"/>
                    <a:pt x="3749" y="1653"/>
                  </a:cubicBezTo>
                  <a:cubicBezTo>
                    <a:pt x="2840" y="1511"/>
                    <a:pt x="1960" y="1284"/>
                    <a:pt x="1108" y="1085"/>
                  </a:cubicBezTo>
                  <a:cubicBezTo>
                    <a:pt x="1033" y="1066"/>
                    <a:pt x="959" y="1058"/>
                    <a:pt x="886" y="1058"/>
                  </a:cubicBezTo>
                  <a:cubicBezTo>
                    <a:pt x="408" y="1058"/>
                    <a:pt x="4" y="1444"/>
                    <a:pt x="28" y="1937"/>
                  </a:cubicBezTo>
                  <a:cubicBezTo>
                    <a:pt x="28" y="3045"/>
                    <a:pt x="0" y="4181"/>
                    <a:pt x="0" y="5288"/>
                  </a:cubicBezTo>
                  <a:cubicBezTo>
                    <a:pt x="57" y="13155"/>
                    <a:pt x="0" y="20993"/>
                    <a:pt x="142" y="28831"/>
                  </a:cubicBezTo>
                  <a:cubicBezTo>
                    <a:pt x="170" y="31869"/>
                    <a:pt x="170" y="34908"/>
                    <a:pt x="199" y="37947"/>
                  </a:cubicBezTo>
                  <a:lnTo>
                    <a:pt x="199" y="44933"/>
                  </a:lnTo>
                  <a:lnTo>
                    <a:pt x="199" y="46012"/>
                  </a:lnTo>
                  <a:lnTo>
                    <a:pt x="284" y="46069"/>
                  </a:lnTo>
                  <a:cubicBezTo>
                    <a:pt x="1193" y="46495"/>
                    <a:pt x="2102" y="46864"/>
                    <a:pt x="3067" y="47176"/>
                  </a:cubicBezTo>
                  <a:cubicBezTo>
                    <a:pt x="6475" y="48114"/>
                    <a:pt x="10025" y="48596"/>
                    <a:pt x="13575" y="48596"/>
                  </a:cubicBezTo>
                  <a:cubicBezTo>
                    <a:pt x="16102" y="48568"/>
                    <a:pt x="18658" y="48341"/>
                    <a:pt x="21157" y="47886"/>
                  </a:cubicBezTo>
                  <a:cubicBezTo>
                    <a:pt x="22975" y="47546"/>
                    <a:pt x="24764" y="47006"/>
                    <a:pt x="26468" y="46296"/>
                  </a:cubicBezTo>
                  <a:cubicBezTo>
                    <a:pt x="27377" y="45899"/>
                    <a:pt x="28229" y="45387"/>
                    <a:pt x="29052" y="44791"/>
                  </a:cubicBezTo>
                  <a:lnTo>
                    <a:pt x="29024" y="43485"/>
                  </a:lnTo>
                  <a:lnTo>
                    <a:pt x="29024" y="28802"/>
                  </a:lnTo>
                  <a:lnTo>
                    <a:pt x="29024" y="22498"/>
                  </a:lnTo>
                  <a:lnTo>
                    <a:pt x="29109" y="22498"/>
                  </a:lnTo>
                  <a:lnTo>
                    <a:pt x="29109" y="3329"/>
                  </a:lnTo>
                  <a:cubicBezTo>
                    <a:pt x="29109" y="2704"/>
                    <a:pt x="29081" y="2079"/>
                    <a:pt x="29109" y="1426"/>
                  </a:cubicBezTo>
                  <a:cubicBezTo>
                    <a:pt x="29109" y="1057"/>
                    <a:pt x="29024" y="716"/>
                    <a:pt x="28882" y="375"/>
                  </a:cubicBezTo>
                  <a:cubicBezTo>
                    <a:pt x="28823" y="141"/>
                    <a:pt x="28617" y="0"/>
                    <a:pt x="28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9"/>
            <p:cNvSpPr/>
            <p:nvPr/>
          </p:nvSpPr>
          <p:spPr>
            <a:xfrm>
              <a:off x="744975" y="3270575"/>
              <a:ext cx="770625" cy="1091350"/>
            </a:xfrm>
            <a:custGeom>
              <a:rect b="b" l="l" r="r" t="t"/>
              <a:pathLst>
                <a:path extrusionOk="0" h="43654" w="30825">
                  <a:moveTo>
                    <a:pt x="29855" y="0"/>
                  </a:moveTo>
                  <a:cubicBezTo>
                    <a:pt x="29834" y="0"/>
                    <a:pt x="29814" y="2"/>
                    <a:pt x="29793" y="5"/>
                  </a:cubicBezTo>
                  <a:cubicBezTo>
                    <a:pt x="29623" y="33"/>
                    <a:pt x="29509" y="90"/>
                    <a:pt x="29396" y="203"/>
                  </a:cubicBezTo>
                  <a:cubicBezTo>
                    <a:pt x="28203" y="970"/>
                    <a:pt x="26925" y="1567"/>
                    <a:pt x="25562" y="1936"/>
                  </a:cubicBezTo>
                  <a:cubicBezTo>
                    <a:pt x="22608" y="2788"/>
                    <a:pt x="19570" y="3271"/>
                    <a:pt x="16503" y="3356"/>
                  </a:cubicBezTo>
                  <a:cubicBezTo>
                    <a:pt x="15660" y="3401"/>
                    <a:pt x="14818" y="3423"/>
                    <a:pt x="13977" y="3423"/>
                  </a:cubicBezTo>
                  <a:cubicBezTo>
                    <a:pt x="12180" y="3423"/>
                    <a:pt x="10387" y="3322"/>
                    <a:pt x="8608" y="3129"/>
                  </a:cubicBezTo>
                  <a:cubicBezTo>
                    <a:pt x="6137" y="2873"/>
                    <a:pt x="3723" y="2305"/>
                    <a:pt x="1394" y="1453"/>
                  </a:cubicBezTo>
                  <a:cubicBezTo>
                    <a:pt x="1196" y="1396"/>
                    <a:pt x="1025" y="1339"/>
                    <a:pt x="826" y="1283"/>
                  </a:cubicBezTo>
                  <a:cubicBezTo>
                    <a:pt x="774" y="1260"/>
                    <a:pt x="719" y="1250"/>
                    <a:pt x="662" y="1250"/>
                  </a:cubicBezTo>
                  <a:cubicBezTo>
                    <a:pt x="504" y="1250"/>
                    <a:pt x="342" y="1335"/>
                    <a:pt x="258" y="1481"/>
                  </a:cubicBezTo>
                  <a:cubicBezTo>
                    <a:pt x="173" y="1709"/>
                    <a:pt x="230" y="1936"/>
                    <a:pt x="429" y="2078"/>
                  </a:cubicBezTo>
                  <a:cubicBezTo>
                    <a:pt x="571" y="2191"/>
                    <a:pt x="713" y="2277"/>
                    <a:pt x="855" y="2333"/>
                  </a:cubicBezTo>
                  <a:cubicBezTo>
                    <a:pt x="1224" y="2532"/>
                    <a:pt x="1622" y="2703"/>
                    <a:pt x="1991" y="2845"/>
                  </a:cubicBezTo>
                  <a:cubicBezTo>
                    <a:pt x="3439" y="3356"/>
                    <a:pt x="4916" y="3753"/>
                    <a:pt x="6449" y="3981"/>
                  </a:cubicBezTo>
                  <a:cubicBezTo>
                    <a:pt x="8674" y="4356"/>
                    <a:pt x="10950" y="4579"/>
                    <a:pt x="13228" y="4579"/>
                  </a:cubicBezTo>
                  <a:cubicBezTo>
                    <a:pt x="13364" y="4579"/>
                    <a:pt x="13499" y="4578"/>
                    <a:pt x="13634" y="4577"/>
                  </a:cubicBezTo>
                  <a:cubicBezTo>
                    <a:pt x="13796" y="4579"/>
                    <a:pt x="13959" y="4580"/>
                    <a:pt x="14121" y="4580"/>
                  </a:cubicBezTo>
                  <a:cubicBezTo>
                    <a:pt x="16543" y="4580"/>
                    <a:pt x="18963" y="4382"/>
                    <a:pt x="21359" y="4009"/>
                  </a:cubicBezTo>
                  <a:cubicBezTo>
                    <a:pt x="23205" y="3725"/>
                    <a:pt x="25022" y="3271"/>
                    <a:pt x="26783" y="2674"/>
                  </a:cubicBezTo>
                  <a:cubicBezTo>
                    <a:pt x="27834" y="2305"/>
                    <a:pt x="28828" y="1822"/>
                    <a:pt x="29737" y="1254"/>
                  </a:cubicBezTo>
                  <a:cubicBezTo>
                    <a:pt x="29935" y="1112"/>
                    <a:pt x="30106" y="999"/>
                    <a:pt x="30248" y="828"/>
                  </a:cubicBezTo>
                  <a:cubicBezTo>
                    <a:pt x="30390" y="686"/>
                    <a:pt x="30418" y="459"/>
                    <a:pt x="30333" y="289"/>
                  </a:cubicBezTo>
                  <a:cubicBezTo>
                    <a:pt x="30231" y="110"/>
                    <a:pt x="30037" y="0"/>
                    <a:pt x="29855" y="0"/>
                  </a:cubicBezTo>
                  <a:close/>
                  <a:moveTo>
                    <a:pt x="30190" y="3316"/>
                  </a:moveTo>
                  <a:cubicBezTo>
                    <a:pt x="30103" y="3316"/>
                    <a:pt x="30015" y="3339"/>
                    <a:pt x="29935" y="3384"/>
                  </a:cubicBezTo>
                  <a:cubicBezTo>
                    <a:pt x="29822" y="3469"/>
                    <a:pt x="29680" y="3555"/>
                    <a:pt x="29595" y="3640"/>
                  </a:cubicBezTo>
                  <a:cubicBezTo>
                    <a:pt x="29140" y="4009"/>
                    <a:pt x="28629" y="4350"/>
                    <a:pt x="28118" y="4577"/>
                  </a:cubicBezTo>
                  <a:cubicBezTo>
                    <a:pt x="27379" y="4946"/>
                    <a:pt x="26641" y="5230"/>
                    <a:pt x="25874" y="5457"/>
                  </a:cubicBezTo>
                  <a:cubicBezTo>
                    <a:pt x="23148" y="6252"/>
                    <a:pt x="20365" y="6678"/>
                    <a:pt x="17525" y="6764"/>
                  </a:cubicBezTo>
                  <a:cubicBezTo>
                    <a:pt x="16650" y="6807"/>
                    <a:pt x="15771" y="6830"/>
                    <a:pt x="14890" y="6830"/>
                  </a:cubicBezTo>
                  <a:cubicBezTo>
                    <a:pt x="13485" y="6830"/>
                    <a:pt x="12078" y="6772"/>
                    <a:pt x="10681" y="6650"/>
                  </a:cubicBezTo>
                  <a:cubicBezTo>
                    <a:pt x="9261" y="6536"/>
                    <a:pt x="7869" y="6366"/>
                    <a:pt x="6478" y="6139"/>
                  </a:cubicBezTo>
                  <a:cubicBezTo>
                    <a:pt x="4717" y="5826"/>
                    <a:pt x="2956" y="5400"/>
                    <a:pt x="1252" y="4861"/>
                  </a:cubicBezTo>
                  <a:cubicBezTo>
                    <a:pt x="1082" y="4804"/>
                    <a:pt x="912" y="4747"/>
                    <a:pt x="741" y="4719"/>
                  </a:cubicBezTo>
                  <a:cubicBezTo>
                    <a:pt x="711" y="4714"/>
                    <a:pt x="683" y="4712"/>
                    <a:pt x="655" y="4712"/>
                  </a:cubicBezTo>
                  <a:cubicBezTo>
                    <a:pt x="203" y="4712"/>
                    <a:pt x="1" y="5330"/>
                    <a:pt x="429" y="5571"/>
                  </a:cubicBezTo>
                  <a:cubicBezTo>
                    <a:pt x="656" y="5713"/>
                    <a:pt x="883" y="5826"/>
                    <a:pt x="1139" y="5912"/>
                  </a:cubicBezTo>
                  <a:cubicBezTo>
                    <a:pt x="2502" y="6423"/>
                    <a:pt x="3922" y="6792"/>
                    <a:pt x="5342" y="7076"/>
                  </a:cubicBezTo>
                  <a:cubicBezTo>
                    <a:pt x="8466" y="7672"/>
                    <a:pt x="11618" y="7956"/>
                    <a:pt x="14799" y="7956"/>
                  </a:cubicBezTo>
                  <a:cubicBezTo>
                    <a:pt x="15991" y="7956"/>
                    <a:pt x="17156" y="7928"/>
                    <a:pt x="18320" y="7814"/>
                  </a:cubicBezTo>
                  <a:cubicBezTo>
                    <a:pt x="20450" y="7701"/>
                    <a:pt x="22580" y="7388"/>
                    <a:pt x="24653" y="6906"/>
                  </a:cubicBezTo>
                  <a:cubicBezTo>
                    <a:pt x="26045" y="6593"/>
                    <a:pt x="27408" y="6110"/>
                    <a:pt x="28714" y="5486"/>
                  </a:cubicBezTo>
                  <a:cubicBezTo>
                    <a:pt x="29254" y="5230"/>
                    <a:pt x="29765" y="4889"/>
                    <a:pt x="30219" y="4492"/>
                  </a:cubicBezTo>
                  <a:cubicBezTo>
                    <a:pt x="30390" y="4378"/>
                    <a:pt x="30503" y="4236"/>
                    <a:pt x="30617" y="4066"/>
                  </a:cubicBezTo>
                  <a:cubicBezTo>
                    <a:pt x="30730" y="3867"/>
                    <a:pt x="30702" y="3611"/>
                    <a:pt x="30532" y="3469"/>
                  </a:cubicBezTo>
                  <a:cubicBezTo>
                    <a:pt x="30446" y="3367"/>
                    <a:pt x="30320" y="3316"/>
                    <a:pt x="30190" y="3316"/>
                  </a:cubicBezTo>
                  <a:close/>
                  <a:moveTo>
                    <a:pt x="30216" y="6611"/>
                  </a:moveTo>
                  <a:cubicBezTo>
                    <a:pt x="30149" y="6611"/>
                    <a:pt x="30082" y="6624"/>
                    <a:pt x="30021" y="6650"/>
                  </a:cubicBezTo>
                  <a:cubicBezTo>
                    <a:pt x="29879" y="6735"/>
                    <a:pt x="29765" y="6820"/>
                    <a:pt x="29651" y="6906"/>
                  </a:cubicBezTo>
                  <a:cubicBezTo>
                    <a:pt x="29055" y="7445"/>
                    <a:pt x="28373" y="7871"/>
                    <a:pt x="27663" y="8240"/>
                  </a:cubicBezTo>
                  <a:cubicBezTo>
                    <a:pt x="26811" y="8638"/>
                    <a:pt x="25959" y="8979"/>
                    <a:pt x="25079" y="9263"/>
                  </a:cubicBezTo>
                  <a:cubicBezTo>
                    <a:pt x="22097" y="10171"/>
                    <a:pt x="19002" y="10654"/>
                    <a:pt x="15878" y="10711"/>
                  </a:cubicBezTo>
                  <a:cubicBezTo>
                    <a:pt x="15467" y="10726"/>
                    <a:pt x="15056" y="10733"/>
                    <a:pt x="14645" y="10733"/>
                  </a:cubicBezTo>
                  <a:cubicBezTo>
                    <a:pt x="13522" y="10733"/>
                    <a:pt x="12400" y="10681"/>
                    <a:pt x="11277" y="10597"/>
                  </a:cubicBezTo>
                  <a:cubicBezTo>
                    <a:pt x="9374" y="10455"/>
                    <a:pt x="7500" y="10171"/>
                    <a:pt x="5654" y="9745"/>
                  </a:cubicBezTo>
                  <a:cubicBezTo>
                    <a:pt x="4234" y="9405"/>
                    <a:pt x="2871" y="8979"/>
                    <a:pt x="1508" y="8439"/>
                  </a:cubicBezTo>
                  <a:cubicBezTo>
                    <a:pt x="1281" y="8297"/>
                    <a:pt x="1025" y="8240"/>
                    <a:pt x="770" y="8184"/>
                  </a:cubicBezTo>
                  <a:cubicBezTo>
                    <a:pt x="749" y="8181"/>
                    <a:pt x="729" y="8180"/>
                    <a:pt x="709" y="8180"/>
                  </a:cubicBezTo>
                  <a:cubicBezTo>
                    <a:pt x="293" y="8180"/>
                    <a:pt x="76" y="8735"/>
                    <a:pt x="429" y="8979"/>
                  </a:cubicBezTo>
                  <a:cubicBezTo>
                    <a:pt x="628" y="9121"/>
                    <a:pt x="855" y="9263"/>
                    <a:pt x="1054" y="9348"/>
                  </a:cubicBezTo>
                  <a:cubicBezTo>
                    <a:pt x="1962" y="9802"/>
                    <a:pt x="2900" y="10143"/>
                    <a:pt x="3865" y="10427"/>
                  </a:cubicBezTo>
                  <a:cubicBezTo>
                    <a:pt x="7273" y="11364"/>
                    <a:pt x="10794" y="11847"/>
                    <a:pt x="14344" y="11847"/>
                  </a:cubicBezTo>
                  <a:cubicBezTo>
                    <a:pt x="16900" y="11847"/>
                    <a:pt x="19456" y="11620"/>
                    <a:pt x="21984" y="11137"/>
                  </a:cubicBezTo>
                  <a:cubicBezTo>
                    <a:pt x="23801" y="10825"/>
                    <a:pt x="25590" y="10285"/>
                    <a:pt x="27294" y="9547"/>
                  </a:cubicBezTo>
                  <a:cubicBezTo>
                    <a:pt x="28345" y="9121"/>
                    <a:pt x="29339" y="8524"/>
                    <a:pt x="30219" y="7814"/>
                  </a:cubicBezTo>
                  <a:cubicBezTo>
                    <a:pt x="30361" y="7701"/>
                    <a:pt x="30503" y="7559"/>
                    <a:pt x="30645" y="7417"/>
                  </a:cubicBezTo>
                  <a:cubicBezTo>
                    <a:pt x="30787" y="7218"/>
                    <a:pt x="30759" y="6962"/>
                    <a:pt x="30617" y="6792"/>
                  </a:cubicBezTo>
                  <a:cubicBezTo>
                    <a:pt x="30519" y="6674"/>
                    <a:pt x="30367" y="6611"/>
                    <a:pt x="30216" y="6611"/>
                  </a:cubicBezTo>
                  <a:close/>
                  <a:moveTo>
                    <a:pt x="30187" y="10104"/>
                  </a:moveTo>
                  <a:cubicBezTo>
                    <a:pt x="30121" y="10104"/>
                    <a:pt x="30054" y="10117"/>
                    <a:pt x="29992" y="10143"/>
                  </a:cubicBezTo>
                  <a:cubicBezTo>
                    <a:pt x="29850" y="10200"/>
                    <a:pt x="29737" y="10285"/>
                    <a:pt x="29623" y="10399"/>
                  </a:cubicBezTo>
                  <a:cubicBezTo>
                    <a:pt x="29027" y="10910"/>
                    <a:pt x="28345" y="11364"/>
                    <a:pt x="27607" y="11705"/>
                  </a:cubicBezTo>
                  <a:cubicBezTo>
                    <a:pt x="26783" y="12131"/>
                    <a:pt x="25931" y="12472"/>
                    <a:pt x="25051" y="12756"/>
                  </a:cubicBezTo>
                  <a:cubicBezTo>
                    <a:pt x="22069" y="13636"/>
                    <a:pt x="18973" y="14147"/>
                    <a:pt x="15849" y="14204"/>
                  </a:cubicBezTo>
                  <a:cubicBezTo>
                    <a:pt x="15487" y="14211"/>
                    <a:pt x="15124" y="14214"/>
                    <a:pt x="14759" y="14214"/>
                  </a:cubicBezTo>
                  <a:cubicBezTo>
                    <a:pt x="13580" y="14214"/>
                    <a:pt x="12392" y="14177"/>
                    <a:pt x="11220" y="14091"/>
                  </a:cubicBezTo>
                  <a:cubicBezTo>
                    <a:pt x="9346" y="13949"/>
                    <a:pt x="7472" y="13665"/>
                    <a:pt x="5654" y="13239"/>
                  </a:cubicBezTo>
                  <a:cubicBezTo>
                    <a:pt x="4234" y="12898"/>
                    <a:pt x="2871" y="12472"/>
                    <a:pt x="1536" y="11961"/>
                  </a:cubicBezTo>
                  <a:cubicBezTo>
                    <a:pt x="1309" y="11819"/>
                    <a:pt x="1054" y="11733"/>
                    <a:pt x="770" y="11705"/>
                  </a:cubicBezTo>
                  <a:cubicBezTo>
                    <a:pt x="749" y="11702"/>
                    <a:pt x="729" y="11701"/>
                    <a:pt x="709" y="11701"/>
                  </a:cubicBezTo>
                  <a:cubicBezTo>
                    <a:pt x="532" y="11701"/>
                    <a:pt x="366" y="11810"/>
                    <a:pt x="315" y="11989"/>
                  </a:cubicBezTo>
                  <a:cubicBezTo>
                    <a:pt x="230" y="12159"/>
                    <a:pt x="287" y="12387"/>
                    <a:pt x="457" y="12500"/>
                  </a:cubicBezTo>
                  <a:cubicBezTo>
                    <a:pt x="656" y="12642"/>
                    <a:pt x="855" y="12756"/>
                    <a:pt x="1082" y="12869"/>
                  </a:cubicBezTo>
                  <a:cubicBezTo>
                    <a:pt x="1991" y="13295"/>
                    <a:pt x="2928" y="13665"/>
                    <a:pt x="3865" y="13949"/>
                  </a:cubicBezTo>
                  <a:cubicBezTo>
                    <a:pt x="7301" y="14886"/>
                    <a:pt x="10823" y="15368"/>
                    <a:pt x="14373" y="15368"/>
                  </a:cubicBezTo>
                  <a:cubicBezTo>
                    <a:pt x="16900" y="15340"/>
                    <a:pt x="19456" y="15113"/>
                    <a:pt x="21955" y="14630"/>
                  </a:cubicBezTo>
                  <a:cubicBezTo>
                    <a:pt x="23773" y="14289"/>
                    <a:pt x="25533" y="13778"/>
                    <a:pt x="27237" y="13040"/>
                  </a:cubicBezTo>
                  <a:cubicBezTo>
                    <a:pt x="28288" y="12585"/>
                    <a:pt x="29282" y="12017"/>
                    <a:pt x="30191" y="11307"/>
                  </a:cubicBezTo>
                  <a:cubicBezTo>
                    <a:pt x="30333" y="11165"/>
                    <a:pt x="30475" y="11023"/>
                    <a:pt x="30588" y="10881"/>
                  </a:cubicBezTo>
                  <a:cubicBezTo>
                    <a:pt x="30730" y="10711"/>
                    <a:pt x="30730" y="10455"/>
                    <a:pt x="30560" y="10285"/>
                  </a:cubicBezTo>
                  <a:cubicBezTo>
                    <a:pt x="30482" y="10167"/>
                    <a:pt x="30336" y="10104"/>
                    <a:pt x="30187" y="10104"/>
                  </a:cubicBezTo>
                  <a:close/>
                  <a:moveTo>
                    <a:pt x="29855" y="14171"/>
                  </a:moveTo>
                  <a:cubicBezTo>
                    <a:pt x="29834" y="14171"/>
                    <a:pt x="29814" y="14173"/>
                    <a:pt x="29793" y="14176"/>
                  </a:cubicBezTo>
                  <a:cubicBezTo>
                    <a:pt x="29623" y="14204"/>
                    <a:pt x="29509" y="14261"/>
                    <a:pt x="29396" y="14374"/>
                  </a:cubicBezTo>
                  <a:cubicBezTo>
                    <a:pt x="28203" y="15141"/>
                    <a:pt x="26925" y="15738"/>
                    <a:pt x="25562" y="16107"/>
                  </a:cubicBezTo>
                  <a:cubicBezTo>
                    <a:pt x="22608" y="16959"/>
                    <a:pt x="19570" y="17442"/>
                    <a:pt x="16503" y="17527"/>
                  </a:cubicBezTo>
                  <a:cubicBezTo>
                    <a:pt x="15660" y="17572"/>
                    <a:pt x="14818" y="17594"/>
                    <a:pt x="13977" y="17594"/>
                  </a:cubicBezTo>
                  <a:cubicBezTo>
                    <a:pt x="12180" y="17594"/>
                    <a:pt x="10387" y="17493"/>
                    <a:pt x="8608" y="17300"/>
                  </a:cubicBezTo>
                  <a:cubicBezTo>
                    <a:pt x="6137" y="17044"/>
                    <a:pt x="3723" y="16476"/>
                    <a:pt x="1394" y="15624"/>
                  </a:cubicBezTo>
                  <a:cubicBezTo>
                    <a:pt x="1196" y="15539"/>
                    <a:pt x="1025" y="15482"/>
                    <a:pt x="826" y="15425"/>
                  </a:cubicBezTo>
                  <a:cubicBezTo>
                    <a:pt x="786" y="15414"/>
                    <a:pt x="743" y="15408"/>
                    <a:pt x="699" y="15408"/>
                  </a:cubicBezTo>
                  <a:cubicBezTo>
                    <a:pt x="529" y="15408"/>
                    <a:pt x="349" y="15494"/>
                    <a:pt x="258" y="15652"/>
                  </a:cubicBezTo>
                  <a:cubicBezTo>
                    <a:pt x="173" y="15851"/>
                    <a:pt x="230" y="16107"/>
                    <a:pt x="429" y="16220"/>
                  </a:cubicBezTo>
                  <a:cubicBezTo>
                    <a:pt x="571" y="16334"/>
                    <a:pt x="713" y="16419"/>
                    <a:pt x="855" y="16504"/>
                  </a:cubicBezTo>
                  <a:cubicBezTo>
                    <a:pt x="1224" y="16675"/>
                    <a:pt x="1622" y="16845"/>
                    <a:pt x="1991" y="16987"/>
                  </a:cubicBezTo>
                  <a:cubicBezTo>
                    <a:pt x="3439" y="17527"/>
                    <a:pt x="4916" y="17896"/>
                    <a:pt x="6449" y="18123"/>
                  </a:cubicBezTo>
                  <a:cubicBezTo>
                    <a:pt x="8807" y="18549"/>
                    <a:pt x="11220" y="18748"/>
                    <a:pt x="13634" y="18748"/>
                  </a:cubicBezTo>
                  <a:cubicBezTo>
                    <a:pt x="16219" y="18748"/>
                    <a:pt x="18803" y="18578"/>
                    <a:pt x="21359" y="18180"/>
                  </a:cubicBezTo>
                  <a:cubicBezTo>
                    <a:pt x="23205" y="17896"/>
                    <a:pt x="25022" y="17470"/>
                    <a:pt x="26783" y="16845"/>
                  </a:cubicBezTo>
                  <a:cubicBezTo>
                    <a:pt x="27834" y="16476"/>
                    <a:pt x="28828" y="15993"/>
                    <a:pt x="29737" y="15425"/>
                  </a:cubicBezTo>
                  <a:cubicBezTo>
                    <a:pt x="29935" y="15312"/>
                    <a:pt x="30106" y="15170"/>
                    <a:pt x="30248" y="14999"/>
                  </a:cubicBezTo>
                  <a:cubicBezTo>
                    <a:pt x="30390" y="14857"/>
                    <a:pt x="30418" y="14630"/>
                    <a:pt x="30333" y="14460"/>
                  </a:cubicBezTo>
                  <a:cubicBezTo>
                    <a:pt x="30231" y="14281"/>
                    <a:pt x="30037" y="14171"/>
                    <a:pt x="29855" y="14171"/>
                  </a:cubicBezTo>
                  <a:close/>
                  <a:moveTo>
                    <a:pt x="30187" y="17458"/>
                  </a:moveTo>
                  <a:cubicBezTo>
                    <a:pt x="30105" y="17458"/>
                    <a:pt x="30020" y="17479"/>
                    <a:pt x="29935" y="17527"/>
                  </a:cubicBezTo>
                  <a:cubicBezTo>
                    <a:pt x="29822" y="17612"/>
                    <a:pt x="29680" y="17697"/>
                    <a:pt x="29595" y="17782"/>
                  </a:cubicBezTo>
                  <a:cubicBezTo>
                    <a:pt x="29140" y="18152"/>
                    <a:pt x="28629" y="18464"/>
                    <a:pt x="28118" y="18720"/>
                  </a:cubicBezTo>
                  <a:cubicBezTo>
                    <a:pt x="27379" y="19089"/>
                    <a:pt x="26641" y="19401"/>
                    <a:pt x="25874" y="19628"/>
                  </a:cubicBezTo>
                  <a:cubicBezTo>
                    <a:pt x="23148" y="20395"/>
                    <a:pt x="20365" y="20849"/>
                    <a:pt x="17525" y="20935"/>
                  </a:cubicBezTo>
                  <a:cubicBezTo>
                    <a:pt x="16650" y="20978"/>
                    <a:pt x="15771" y="21001"/>
                    <a:pt x="14890" y="21001"/>
                  </a:cubicBezTo>
                  <a:cubicBezTo>
                    <a:pt x="13485" y="21001"/>
                    <a:pt x="12078" y="20943"/>
                    <a:pt x="10681" y="20821"/>
                  </a:cubicBezTo>
                  <a:cubicBezTo>
                    <a:pt x="9261" y="20707"/>
                    <a:pt x="7869" y="20537"/>
                    <a:pt x="6478" y="20310"/>
                  </a:cubicBezTo>
                  <a:cubicBezTo>
                    <a:pt x="4717" y="19997"/>
                    <a:pt x="2956" y="19571"/>
                    <a:pt x="1252" y="19032"/>
                  </a:cubicBezTo>
                  <a:cubicBezTo>
                    <a:pt x="1082" y="18975"/>
                    <a:pt x="912" y="18918"/>
                    <a:pt x="741" y="18890"/>
                  </a:cubicBezTo>
                  <a:cubicBezTo>
                    <a:pt x="704" y="18882"/>
                    <a:pt x="668" y="18878"/>
                    <a:pt x="633" y="18878"/>
                  </a:cubicBezTo>
                  <a:cubicBezTo>
                    <a:pt x="196" y="18878"/>
                    <a:pt x="8" y="19505"/>
                    <a:pt x="429" y="19742"/>
                  </a:cubicBezTo>
                  <a:cubicBezTo>
                    <a:pt x="656" y="19884"/>
                    <a:pt x="883" y="19997"/>
                    <a:pt x="1139" y="20083"/>
                  </a:cubicBezTo>
                  <a:cubicBezTo>
                    <a:pt x="2502" y="20594"/>
                    <a:pt x="3922" y="20963"/>
                    <a:pt x="5342" y="21247"/>
                  </a:cubicBezTo>
                  <a:cubicBezTo>
                    <a:pt x="8466" y="21843"/>
                    <a:pt x="11646" y="22127"/>
                    <a:pt x="14799" y="22127"/>
                  </a:cubicBezTo>
                  <a:cubicBezTo>
                    <a:pt x="15991" y="22127"/>
                    <a:pt x="17156" y="22042"/>
                    <a:pt x="18320" y="21985"/>
                  </a:cubicBezTo>
                  <a:cubicBezTo>
                    <a:pt x="20450" y="21843"/>
                    <a:pt x="22580" y="21531"/>
                    <a:pt x="24653" y="21048"/>
                  </a:cubicBezTo>
                  <a:cubicBezTo>
                    <a:pt x="26045" y="20736"/>
                    <a:pt x="27408" y="20253"/>
                    <a:pt x="28714" y="19628"/>
                  </a:cubicBezTo>
                  <a:cubicBezTo>
                    <a:pt x="29254" y="19373"/>
                    <a:pt x="29765" y="19032"/>
                    <a:pt x="30219" y="18634"/>
                  </a:cubicBezTo>
                  <a:cubicBezTo>
                    <a:pt x="30390" y="18521"/>
                    <a:pt x="30503" y="18379"/>
                    <a:pt x="30617" y="18208"/>
                  </a:cubicBezTo>
                  <a:cubicBezTo>
                    <a:pt x="30825" y="17862"/>
                    <a:pt x="30544" y="17458"/>
                    <a:pt x="30187" y="17458"/>
                  </a:cubicBezTo>
                  <a:close/>
                  <a:moveTo>
                    <a:pt x="30188" y="20782"/>
                  </a:moveTo>
                  <a:cubicBezTo>
                    <a:pt x="30121" y="20782"/>
                    <a:pt x="30054" y="20795"/>
                    <a:pt x="29992" y="20821"/>
                  </a:cubicBezTo>
                  <a:cubicBezTo>
                    <a:pt x="29850" y="20878"/>
                    <a:pt x="29737" y="20963"/>
                    <a:pt x="29623" y="21077"/>
                  </a:cubicBezTo>
                  <a:cubicBezTo>
                    <a:pt x="29027" y="21588"/>
                    <a:pt x="28345" y="22042"/>
                    <a:pt x="27607" y="22383"/>
                  </a:cubicBezTo>
                  <a:cubicBezTo>
                    <a:pt x="26783" y="22809"/>
                    <a:pt x="25931" y="23150"/>
                    <a:pt x="25051" y="23434"/>
                  </a:cubicBezTo>
                  <a:cubicBezTo>
                    <a:pt x="22069" y="24342"/>
                    <a:pt x="18973" y="24825"/>
                    <a:pt x="15849" y="24882"/>
                  </a:cubicBezTo>
                  <a:cubicBezTo>
                    <a:pt x="15487" y="24889"/>
                    <a:pt x="15124" y="24892"/>
                    <a:pt x="14759" y="24892"/>
                  </a:cubicBezTo>
                  <a:cubicBezTo>
                    <a:pt x="13580" y="24892"/>
                    <a:pt x="12392" y="24855"/>
                    <a:pt x="11220" y="24768"/>
                  </a:cubicBezTo>
                  <a:cubicBezTo>
                    <a:pt x="9346" y="24598"/>
                    <a:pt x="7472" y="24314"/>
                    <a:pt x="5654" y="23888"/>
                  </a:cubicBezTo>
                  <a:cubicBezTo>
                    <a:pt x="4234" y="23576"/>
                    <a:pt x="2871" y="23121"/>
                    <a:pt x="1536" y="22610"/>
                  </a:cubicBezTo>
                  <a:cubicBezTo>
                    <a:pt x="1309" y="22468"/>
                    <a:pt x="1054" y="22383"/>
                    <a:pt x="770" y="22355"/>
                  </a:cubicBezTo>
                  <a:cubicBezTo>
                    <a:pt x="749" y="22352"/>
                    <a:pt x="729" y="22351"/>
                    <a:pt x="710" y="22351"/>
                  </a:cubicBezTo>
                  <a:cubicBezTo>
                    <a:pt x="296" y="22351"/>
                    <a:pt x="105" y="22906"/>
                    <a:pt x="457" y="23150"/>
                  </a:cubicBezTo>
                  <a:cubicBezTo>
                    <a:pt x="656" y="23292"/>
                    <a:pt x="855" y="23434"/>
                    <a:pt x="1054" y="23547"/>
                  </a:cubicBezTo>
                  <a:cubicBezTo>
                    <a:pt x="1962" y="23973"/>
                    <a:pt x="2900" y="24314"/>
                    <a:pt x="3865" y="24598"/>
                  </a:cubicBezTo>
                  <a:cubicBezTo>
                    <a:pt x="7273" y="25564"/>
                    <a:pt x="10823" y="26018"/>
                    <a:pt x="14373" y="26018"/>
                  </a:cubicBezTo>
                  <a:cubicBezTo>
                    <a:pt x="16900" y="26018"/>
                    <a:pt x="19456" y="25762"/>
                    <a:pt x="21955" y="25308"/>
                  </a:cubicBezTo>
                  <a:cubicBezTo>
                    <a:pt x="23773" y="24967"/>
                    <a:pt x="25533" y="24456"/>
                    <a:pt x="27237" y="23718"/>
                  </a:cubicBezTo>
                  <a:cubicBezTo>
                    <a:pt x="28288" y="23292"/>
                    <a:pt x="29282" y="22695"/>
                    <a:pt x="30191" y="21985"/>
                  </a:cubicBezTo>
                  <a:cubicBezTo>
                    <a:pt x="30333" y="21843"/>
                    <a:pt x="30475" y="21730"/>
                    <a:pt x="30588" y="21559"/>
                  </a:cubicBezTo>
                  <a:cubicBezTo>
                    <a:pt x="30730" y="21389"/>
                    <a:pt x="30730" y="21133"/>
                    <a:pt x="30588" y="20963"/>
                  </a:cubicBezTo>
                  <a:cubicBezTo>
                    <a:pt x="30490" y="20845"/>
                    <a:pt x="30338" y="20782"/>
                    <a:pt x="30188" y="20782"/>
                  </a:cubicBezTo>
                  <a:close/>
                  <a:moveTo>
                    <a:pt x="30210" y="24256"/>
                  </a:moveTo>
                  <a:cubicBezTo>
                    <a:pt x="30135" y="24256"/>
                    <a:pt x="30060" y="24275"/>
                    <a:pt x="29992" y="24314"/>
                  </a:cubicBezTo>
                  <a:cubicBezTo>
                    <a:pt x="29850" y="24371"/>
                    <a:pt x="29737" y="24456"/>
                    <a:pt x="29623" y="24570"/>
                  </a:cubicBezTo>
                  <a:cubicBezTo>
                    <a:pt x="29027" y="25081"/>
                    <a:pt x="28345" y="25535"/>
                    <a:pt x="27607" y="25876"/>
                  </a:cubicBezTo>
                  <a:cubicBezTo>
                    <a:pt x="26783" y="26274"/>
                    <a:pt x="25931" y="26643"/>
                    <a:pt x="25051" y="26898"/>
                  </a:cubicBezTo>
                  <a:cubicBezTo>
                    <a:pt x="22069" y="27807"/>
                    <a:pt x="18973" y="28290"/>
                    <a:pt x="15849" y="28347"/>
                  </a:cubicBezTo>
                  <a:cubicBezTo>
                    <a:pt x="15364" y="28365"/>
                    <a:pt x="14875" y="28374"/>
                    <a:pt x="14386" y="28374"/>
                  </a:cubicBezTo>
                  <a:cubicBezTo>
                    <a:pt x="13330" y="28374"/>
                    <a:pt x="12268" y="28330"/>
                    <a:pt x="11220" y="28233"/>
                  </a:cubicBezTo>
                  <a:cubicBezTo>
                    <a:pt x="9346" y="28091"/>
                    <a:pt x="7472" y="27807"/>
                    <a:pt x="5654" y="27381"/>
                  </a:cubicBezTo>
                  <a:cubicBezTo>
                    <a:pt x="4234" y="27040"/>
                    <a:pt x="2871" y="26614"/>
                    <a:pt x="1536" y="26103"/>
                  </a:cubicBezTo>
                  <a:cubicBezTo>
                    <a:pt x="1281" y="25961"/>
                    <a:pt x="1025" y="25876"/>
                    <a:pt x="770" y="25848"/>
                  </a:cubicBezTo>
                  <a:cubicBezTo>
                    <a:pt x="749" y="25845"/>
                    <a:pt x="729" y="25843"/>
                    <a:pt x="708" y="25843"/>
                  </a:cubicBezTo>
                  <a:cubicBezTo>
                    <a:pt x="531" y="25843"/>
                    <a:pt x="363" y="25950"/>
                    <a:pt x="287" y="26103"/>
                  </a:cubicBezTo>
                  <a:cubicBezTo>
                    <a:pt x="202" y="26302"/>
                    <a:pt x="287" y="26529"/>
                    <a:pt x="457" y="26643"/>
                  </a:cubicBezTo>
                  <a:cubicBezTo>
                    <a:pt x="628" y="26785"/>
                    <a:pt x="855" y="26898"/>
                    <a:pt x="1054" y="27012"/>
                  </a:cubicBezTo>
                  <a:cubicBezTo>
                    <a:pt x="1962" y="27438"/>
                    <a:pt x="2900" y="27807"/>
                    <a:pt x="3865" y="28091"/>
                  </a:cubicBezTo>
                  <a:cubicBezTo>
                    <a:pt x="7273" y="29028"/>
                    <a:pt x="10794" y="29511"/>
                    <a:pt x="14344" y="29511"/>
                  </a:cubicBezTo>
                  <a:cubicBezTo>
                    <a:pt x="16900" y="29483"/>
                    <a:pt x="19428" y="29256"/>
                    <a:pt x="21955" y="28773"/>
                  </a:cubicBezTo>
                  <a:lnTo>
                    <a:pt x="21955" y="28801"/>
                  </a:lnTo>
                  <a:cubicBezTo>
                    <a:pt x="23773" y="28460"/>
                    <a:pt x="25533" y="27921"/>
                    <a:pt x="27237" y="27211"/>
                  </a:cubicBezTo>
                  <a:cubicBezTo>
                    <a:pt x="28288" y="26756"/>
                    <a:pt x="29282" y="26160"/>
                    <a:pt x="30191" y="25450"/>
                  </a:cubicBezTo>
                  <a:cubicBezTo>
                    <a:pt x="30333" y="25336"/>
                    <a:pt x="30475" y="25194"/>
                    <a:pt x="30588" y="25052"/>
                  </a:cubicBezTo>
                  <a:cubicBezTo>
                    <a:pt x="30730" y="24882"/>
                    <a:pt x="30730" y="24626"/>
                    <a:pt x="30588" y="24456"/>
                  </a:cubicBezTo>
                  <a:cubicBezTo>
                    <a:pt x="30495" y="24326"/>
                    <a:pt x="30353" y="24256"/>
                    <a:pt x="30210" y="24256"/>
                  </a:cubicBezTo>
                  <a:close/>
                  <a:moveTo>
                    <a:pt x="29897" y="28332"/>
                  </a:moveTo>
                  <a:cubicBezTo>
                    <a:pt x="29862" y="28332"/>
                    <a:pt x="29827" y="28337"/>
                    <a:pt x="29793" y="28347"/>
                  </a:cubicBezTo>
                  <a:cubicBezTo>
                    <a:pt x="29623" y="28375"/>
                    <a:pt x="29509" y="28432"/>
                    <a:pt x="29396" y="28517"/>
                  </a:cubicBezTo>
                  <a:cubicBezTo>
                    <a:pt x="28203" y="29284"/>
                    <a:pt x="26925" y="29880"/>
                    <a:pt x="25562" y="30249"/>
                  </a:cubicBezTo>
                  <a:cubicBezTo>
                    <a:pt x="22608" y="31101"/>
                    <a:pt x="19570" y="31584"/>
                    <a:pt x="16503" y="31698"/>
                  </a:cubicBezTo>
                  <a:cubicBezTo>
                    <a:pt x="15660" y="31743"/>
                    <a:pt x="14818" y="31765"/>
                    <a:pt x="13977" y="31765"/>
                  </a:cubicBezTo>
                  <a:cubicBezTo>
                    <a:pt x="12180" y="31765"/>
                    <a:pt x="10387" y="31664"/>
                    <a:pt x="8608" y="31471"/>
                  </a:cubicBezTo>
                  <a:cubicBezTo>
                    <a:pt x="6137" y="31187"/>
                    <a:pt x="3723" y="30619"/>
                    <a:pt x="1394" y="29767"/>
                  </a:cubicBezTo>
                  <a:cubicBezTo>
                    <a:pt x="1196" y="29710"/>
                    <a:pt x="1025" y="29625"/>
                    <a:pt x="826" y="29596"/>
                  </a:cubicBezTo>
                  <a:cubicBezTo>
                    <a:pt x="774" y="29574"/>
                    <a:pt x="719" y="29563"/>
                    <a:pt x="662" y="29563"/>
                  </a:cubicBezTo>
                  <a:cubicBezTo>
                    <a:pt x="504" y="29563"/>
                    <a:pt x="342" y="29648"/>
                    <a:pt x="258" y="29795"/>
                  </a:cubicBezTo>
                  <a:cubicBezTo>
                    <a:pt x="173" y="29994"/>
                    <a:pt x="230" y="30249"/>
                    <a:pt x="429" y="30391"/>
                  </a:cubicBezTo>
                  <a:cubicBezTo>
                    <a:pt x="571" y="30477"/>
                    <a:pt x="713" y="30590"/>
                    <a:pt x="855" y="30647"/>
                  </a:cubicBezTo>
                  <a:cubicBezTo>
                    <a:pt x="1224" y="30817"/>
                    <a:pt x="1622" y="31016"/>
                    <a:pt x="1991" y="31130"/>
                  </a:cubicBezTo>
                  <a:cubicBezTo>
                    <a:pt x="3439" y="31669"/>
                    <a:pt x="4916" y="32039"/>
                    <a:pt x="6449" y="32294"/>
                  </a:cubicBezTo>
                  <a:cubicBezTo>
                    <a:pt x="8807" y="32692"/>
                    <a:pt x="11220" y="32891"/>
                    <a:pt x="13634" y="32891"/>
                  </a:cubicBezTo>
                  <a:cubicBezTo>
                    <a:pt x="13796" y="32892"/>
                    <a:pt x="13959" y="32893"/>
                    <a:pt x="14121" y="32893"/>
                  </a:cubicBezTo>
                  <a:cubicBezTo>
                    <a:pt x="16543" y="32893"/>
                    <a:pt x="18963" y="32695"/>
                    <a:pt x="21359" y="32323"/>
                  </a:cubicBezTo>
                  <a:cubicBezTo>
                    <a:pt x="23205" y="32067"/>
                    <a:pt x="25022" y="31613"/>
                    <a:pt x="26783" y="30988"/>
                  </a:cubicBezTo>
                  <a:cubicBezTo>
                    <a:pt x="27834" y="30647"/>
                    <a:pt x="28828" y="30164"/>
                    <a:pt x="29737" y="29568"/>
                  </a:cubicBezTo>
                  <a:cubicBezTo>
                    <a:pt x="29935" y="29454"/>
                    <a:pt x="30106" y="29312"/>
                    <a:pt x="30248" y="29170"/>
                  </a:cubicBezTo>
                  <a:cubicBezTo>
                    <a:pt x="30390" y="29028"/>
                    <a:pt x="30418" y="28801"/>
                    <a:pt x="30333" y="28631"/>
                  </a:cubicBezTo>
                  <a:cubicBezTo>
                    <a:pt x="30239" y="28443"/>
                    <a:pt x="30067" y="28332"/>
                    <a:pt x="29897" y="28332"/>
                  </a:cubicBezTo>
                  <a:close/>
                  <a:moveTo>
                    <a:pt x="30173" y="31640"/>
                  </a:moveTo>
                  <a:cubicBezTo>
                    <a:pt x="30096" y="31640"/>
                    <a:pt x="30016" y="31658"/>
                    <a:pt x="29935" y="31698"/>
                  </a:cubicBezTo>
                  <a:cubicBezTo>
                    <a:pt x="29822" y="31783"/>
                    <a:pt x="29680" y="31868"/>
                    <a:pt x="29595" y="31953"/>
                  </a:cubicBezTo>
                  <a:cubicBezTo>
                    <a:pt x="29140" y="32323"/>
                    <a:pt x="28629" y="32663"/>
                    <a:pt x="28118" y="32919"/>
                  </a:cubicBezTo>
                  <a:cubicBezTo>
                    <a:pt x="27379" y="33260"/>
                    <a:pt x="26641" y="33544"/>
                    <a:pt x="25874" y="33771"/>
                  </a:cubicBezTo>
                  <a:cubicBezTo>
                    <a:pt x="23148" y="34566"/>
                    <a:pt x="20365" y="34992"/>
                    <a:pt x="17525" y="35077"/>
                  </a:cubicBezTo>
                  <a:cubicBezTo>
                    <a:pt x="16650" y="35121"/>
                    <a:pt x="15771" y="35144"/>
                    <a:pt x="14890" y="35144"/>
                  </a:cubicBezTo>
                  <a:cubicBezTo>
                    <a:pt x="13485" y="35144"/>
                    <a:pt x="12078" y="35086"/>
                    <a:pt x="10681" y="34964"/>
                  </a:cubicBezTo>
                  <a:cubicBezTo>
                    <a:pt x="9261" y="34850"/>
                    <a:pt x="7869" y="34680"/>
                    <a:pt x="6478" y="34453"/>
                  </a:cubicBezTo>
                  <a:cubicBezTo>
                    <a:pt x="4717" y="34140"/>
                    <a:pt x="2956" y="33714"/>
                    <a:pt x="1252" y="33175"/>
                  </a:cubicBezTo>
                  <a:cubicBezTo>
                    <a:pt x="1082" y="33118"/>
                    <a:pt x="912" y="33061"/>
                    <a:pt x="741" y="33033"/>
                  </a:cubicBezTo>
                  <a:cubicBezTo>
                    <a:pt x="711" y="33028"/>
                    <a:pt x="683" y="33025"/>
                    <a:pt x="655" y="33025"/>
                  </a:cubicBezTo>
                  <a:cubicBezTo>
                    <a:pt x="203" y="33025"/>
                    <a:pt x="1" y="33645"/>
                    <a:pt x="429" y="33913"/>
                  </a:cubicBezTo>
                  <a:cubicBezTo>
                    <a:pt x="656" y="34027"/>
                    <a:pt x="883" y="34140"/>
                    <a:pt x="1139" y="34225"/>
                  </a:cubicBezTo>
                  <a:cubicBezTo>
                    <a:pt x="2502" y="34736"/>
                    <a:pt x="3922" y="35106"/>
                    <a:pt x="5342" y="35390"/>
                  </a:cubicBezTo>
                  <a:cubicBezTo>
                    <a:pt x="8466" y="35986"/>
                    <a:pt x="11618" y="36270"/>
                    <a:pt x="14799" y="36270"/>
                  </a:cubicBezTo>
                  <a:cubicBezTo>
                    <a:pt x="15991" y="36270"/>
                    <a:pt x="17156" y="36213"/>
                    <a:pt x="18320" y="36128"/>
                  </a:cubicBezTo>
                  <a:cubicBezTo>
                    <a:pt x="20450" y="36014"/>
                    <a:pt x="22580" y="35702"/>
                    <a:pt x="24653" y="35219"/>
                  </a:cubicBezTo>
                  <a:cubicBezTo>
                    <a:pt x="26045" y="34907"/>
                    <a:pt x="27408" y="34453"/>
                    <a:pt x="28714" y="33799"/>
                  </a:cubicBezTo>
                  <a:cubicBezTo>
                    <a:pt x="29254" y="33544"/>
                    <a:pt x="29765" y="33203"/>
                    <a:pt x="30219" y="32805"/>
                  </a:cubicBezTo>
                  <a:cubicBezTo>
                    <a:pt x="30390" y="32692"/>
                    <a:pt x="30503" y="32550"/>
                    <a:pt x="30617" y="32379"/>
                  </a:cubicBezTo>
                  <a:cubicBezTo>
                    <a:pt x="30804" y="32029"/>
                    <a:pt x="30529" y="31640"/>
                    <a:pt x="30173" y="31640"/>
                  </a:cubicBezTo>
                  <a:close/>
                  <a:moveTo>
                    <a:pt x="30188" y="34925"/>
                  </a:moveTo>
                  <a:cubicBezTo>
                    <a:pt x="30121" y="34925"/>
                    <a:pt x="30054" y="34937"/>
                    <a:pt x="29992" y="34964"/>
                  </a:cubicBezTo>
                  <a:cubicBezTo>
                    <a:pt x="29850" y="35049"/>
                    <a:pt x="29737" y="35134"/>
                    <a:pt x="29623" y="35219"/>
                  </a:cubicBezTo>
                  <a:cubicBezTo>
                    <a:pt x="29027" y="35759"/>
                    <a:pt x="28345" y="36185"/>
                    <a:pt x="27607" y="36554"/>
                  </a:cubicBezTo>
                  <a:cubicBezTo>
                    <a:pt x="26783" y="36952"/>
                    <a:pt x="25931" y="37292"/>
                    <a:pt x="25051" y="37576"/>
                  </a:cubicBezTo>
                  <a:cubicBezTo>
                    <a:pt x="22069" y="38485"/>
                    <a:pt x="18973" y="38968"/>
                    <a:pt x="15849" y="39025"/>
                  </a:cubicBezTo>
                  <a:cubicBezTo>
                    <a:pt x="15364" y="39043"/>
                    <a:pt x="14875" y="39052"/>
                    <a:pt x="14386" y="39052"/>
                  </a:cubicBezTo>
                  <a:cubicBezTo>
                    <a:pt x="13330" y="39052"/>
                    <a:pt x="12268" y="39008"/>
                    <a:pt x="11220" y="38911"/>
                  </a:cubicBezTo>
                  <a:cubicBezTo>
                    <a:pt x="9346" y="38769"/>
                    <a:pt x="7472" y="38485"/>
                    <a:pt x="5654" y="38059"/>
                  </a:cubicBezTo>
                  <a:cubicBezTo>
                    <a:pt x="4234" y="37718"/>
                    <a:pt x="2871" y="37292"/>
                    <a:pt x="1536" y="36753"/>
                  </a:cubicBezTo>
                  <a:cubicBezTo>
                    <a:pt x="1309" y="36639"/>
                    <a:pt x="1054" y="36554"/>
                    <a:pt x="770" y="36526"/>
                  </a:cubicBezTo>
                  <a:cubicBezTo>
                    <a:pt x="749" y="36523"/>
                    <a:pt x="729" y="36521"/>
                    <a:pt x="708" y="36521"/>
                  </a:cubicBezTo>
                  <a:cubicBezTo>
                    <a:pt x="531" y="36521"/>
                    <a:pt x="366" y="36628"/>
                    <a:pt x="315" y="36781"/>
                  </a:cubicBezTo>
                  <a:cubicBezTo>
                    <a:pt x="230" y="36980"/>
                    <a:pt x="287" y="37179"/>
                    <a:pt x="457" y="37321"/>
                  </a:cubicBezTo>
                  <a:cubicBezTo>
                    <a:pt x="656" y="37463"/>
                    <a:pt x="855" y="37576"/>
                    <a:pt x="1082" y="37690"/>
                  </a:cubicBezTo>
                  <a:cubicBezTo>
                    <a:pt x="1991" y="38116"/>
                    <a:pt x="2928" y="38485"/>
                    <a:pt x="3865" y="38741"/>
                  </a:cubicBezTo>
                  <a:cubicBezTo>
                    <a:pt x="7206" y="39679"/>
                    <a:pt x="10627" y="40162"/>
                    <a:pt x="14077" y="40162"/>
                  </a:cubicBezTo>
                  <a:cubicBezTo>
                    <a:pt x="14175" y="40162"/>
                    <a:pt x="14274" y="40161"/>
                    <a:pt x="14373" y="40161"/>
                  </a:cubicBezTo>
                  <a:cubicBezTo>
                    <a:pt x="16900" y="40161"/>
                    <a:pt x="19456" y="39905"/>
                    <a:pt x="21955" y="39451"/>
                  </a:cubicBezTo>
                  <a:cubicBezTo>
                    <a:pt x="23773" y="39138"/>
                    <a:pt x="25533" y="38599"/>
                    <a:pt x="27237" y="37889"/>
                  </a:cubicBezTo>
                  <a:cubicBezTo>
                    <a:pt x="28288" y="37434"/>
                    <a:pt x="29282" y="36838"/>
                    <a:pt x="30191" y="36128"/>
                  </a:cubicBezTo>
                  <a:cubicBezTo>
                    <a:pt x="30333" y="36014"/>
                    <a:pt x="30475" y="35872"/>
                    <a:pt x="30588" y="35730"/>
                  </a:cubicBezTo>
                  <a:cubicBezTo>
                    <a:pt x="30730" y="35532"/>
                    <a:pt x="30730" y="35276"/>
                    <a:pt x="30588" y="35106"/>
                  </a:cubicBezTo>
                  <a:cubicBezTo>
                    <a:pt x="30490" y="34988"/>
                    <a:pt x="30338" y="34925"/>
                    <a:pt x="30188" y="34925"/>
                  </a:cubicBezTo>
                  <a:close/>
                  <a:moveTo>
                    <a:pt x="30182" y="38418"/>
                  </a:moveTo>
                  <a:cubicBezTo>
                    <a:pt x="30118" y="38418"/>
                    <a:pt x="30054" y="38430"/>
                    <a:pt x="29992" y="38457"/>
                  </a:cubicBezTo>
                  <a:cubicBezTo>
                    <a:pt x="29850" y="38514"/>
                    <a:pt x="29737" y="38599"/>
                    <a:pt x="29623" y="38712"/>
                  </a:cubicBezTo>
                  <a:cubicBezTo>
                    <a:pt x="29027" y="39224"/>
                    <a:pt x="28345" y="39678"/>
                    <a:pt x="27607" y="40019"/>
                  </a:cubicBezTo>
                  <a:cubicBezTo>
                    <a:pt x="26783" y="40445"/>
                    <a:pt x="25931" y="40785"/>
                    <a:pt x="25051" y="41069"/>
                  </a:cubicBezTo>
                  <a:cubicBezTo>
                    <a:pt x="22069" y="41978"/>
                    <a:pt x="18973" y="42461"/>
                    <a:pt x="15849" y="42518"/>
                  </a:cubicBezTo>
                  <a:cubicBezTo>
                    <a:pt x="15487" y="42524"/>
                    <a:pt x="15124" y="42528"/>
                    <a:pt x="14759" y="42528"/>
                  </a:cubicBezTo>
                  <a:cubicBezTo>
                    <a:pt x="13580" y="42528"/>
                    <a:pt x="12392" y="42491"/>
                    <a:pt x="11220" y="42404"/>
                  </a:cubicBezTo>
                  <a:cubicBezTo>
                    <a:pt x="9346" y="42234"/>
                    <a:pt x="7472" y="41950"/>
                    <a:pt x="5654" y="41524"/>
                  </a:cubicBezTo>
                  <a:cubicBezTo>
                    <a:pt x="4234" y="41211"/>
                    <a:pt x="2871" y="40785"/>
                    <a:pt x="1536" y="40246"/>
                  </a:cubicBezTo>
                  <a:cubicBezTo>
                    <a:pt x="1309" y="40132"/>
                    <a:pt x="1054" y="40047"/>
                    <a:pt x="770" y="39990"/>
                  </a:cubicBezTo>
                  <a:cubicBezTo>
                    <a:pt x="749" y="39987"/>
                    <a:pt x="729" y="39986"/>
                    <a:pt x="709" y="39986"/>
                  </a:cubicBezTo>
                  <a:cubicBezTo>
                    <a:pt x="532" y="39986"/>
                    <a:pt x="366" y="40096"/>
                    <a:pt x="315" y="40274"/>
                  </a:cubicBezTo>
                  <a:cubicBezTo>
                    <a:pt x="230" y="40445"/>
                    <a:pt x="287" y="40672"/>
                    <a:pt x="457" y="40785"/>
                  </a:cubicBezTo>
                  <a:cubicBezTo>
                    <a:pt x="656" y="40927"/>
                    <a:pt x="855" y="41069"/>
                    <a:pt x="1082" y="41183"/>
                  </a:cubicBezTo>
                  <a:cubicBezTo>
                    <a:pt x="1991" y="41609"/>
                    <a:pt x="2928" y="41950"/>
                    <a:pt x="3865" y="42234"/>
                  </a:cubicBezTo>
                  <a:cubicBezTo>
                    <a:pt x="7301" y="43199"/>
                    <a:pt x="10823" y="43654"/>
                    <a:pt x="14373" y="43654"/>
                  </a:cubicBezTo>
                  <a:cubicBezTo>
                    <a:pt x="16900" y="43654"/>
                    <a:pt x="19456" y="43398"/>
                    <a:pt x="21955" y="42944"/>
                  </a:cubicBezTo>
                  <a:cubicBezTo>
                    <a:pt x="23773" y="42603"/>
                    <a:pt x="25533" y="42092"/>
                    <a:pt x="27237" y="41353"/>
                  </a:cubicBezTo>
                  <a:cubicBezTo>
                    <a:pt x="28288" y="40927"/>
                    <a:pt x="29282" y="40331"/>
                    <a:pt x="30191" y="39621"/>
                  </a:cubicBezTo>
                  <a:cubicBezTo>
                    <a:pt x="30333" y="39479"/>
                    <a:pt x="30475" y="39366"/>
                    <a:pt x="30588" y="39195"/>
                  </a:cubicBezTo>
                  <a:cubicBezTo>
                    <a:pt x="30730" y="39025"/>
                    <a:pt x="30730" y="38769"/>
                    <a:pt x="30588" y="38599"/>
                  </a:cubicBezTo>
                  <a:cubicBezTo>
                    <a:pt x="30471" y="38481"/>
                    <a:pt x="30326" y="38418"/>
                    <a:pt x="30182" y="384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769"/>
                                        </p:tgtEl>
                                        <p:attrNameLst>
                                          <p:attrName>style.visibility</p:attrName>
                                        </p:attrNameLst>
                                      </p:cBhvr>
                                      <p:to>
                                        <p:strVal val="visible"/>
                                      </p:to>
                                    </p:set>
                                    <p:animEffect filter="fade" transition="in">
                                      <p:cBhvr>
                                        <p:cTn dur="1000"/>
                                        <p:tgtEl>
                                          <p:spTgt spid="676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768"/>
                                        </p:tgtEl>
                                        <p:attrNameLst>
                                          <p:attrName>style.visibility</p:attrName>
                                        </p:attrNameLst>
                                      </p:cBhvr>
                                      <p:to>
                                        <p:strVal val="visible"/>
                                      </p:to>
                                    </p:set>
                                    <p:animEffect filter="fade" transition="in">
                                      <p:cBhvr>
                                        <p:cTn dur="1000"/>
                                        <p:tgtEl>
                                          <p:spTgt spid="676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789"/>
                                        </p:tgtEl>
                                        <p:attrNameLst>
                                          <p:attrName>style.visibility</p:attrName>
                                        </p:attrNameLst>
                                      </p:cBhvr>
                                      <p:to>
                                        <p:strVal val="visible"/>
                                      </p:to>
                                    </p:set>
                                    <p:animEffect filter="fade" transition="in">
                                      <p:cBhvr>
                                        <p:cTn dur="1000"/>
                                        <p:tgtEl>
                                          <p:spTgt spid="678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827"/>
                                        </p:tgtEl>
                                        <p:attrNameLst>
                                          <p:attrName>style.visibility</p:attrName>
                                        </p:attrNameLst>
                                      </p:cBhvr>
                                      <p:to>
                                        <p:strVal val="visible"/>
                                      </p:to>
                                    </p:set>
                                    <p:animEffect filter="fade" transition="in">
                                      <p:cBhvr>
                                        <p:cTn dur="1000"/>
                                        <p:tgtEl>
                                          <p:spTgt spid="68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3" name="Shape 6873"/>
        <p:cNvGrpSpPr/>
        <p:nvPr/>
      </p:nvGrpSpPr>
      <p:grpSpPr>
        <a:xfrm>
          <a:off x="0" y="0"/>
          <a:ext cx="0" cy="0"/>
          <a:chOff x="0" y="0"/>
          <a:chExt cx="0" cy="0"/>
        </a:xfrm>
      </p:grpSpPr>
      <p:sp>
        <p:nvSpPr>
          <p:cNvPr id="6874" name="Google Shape;6874;p9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STEM</a:t>
            </a:r>
            <a:endParaRPr/>
          </a:p>
        </p:txBody>
      </p:sp>
      <p:sp>
        <p:nvSpPr>
          <p:cNvPr id="6875" name="Google Shape;6875;p90"/>
          <p:cNvSpPr/>
          <p:nvPr/>
        </p:nvSpPr>
        <p:spPr>
          <a:xfrm>
            <a:off x="715088" y="1123688"/>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Science</a:t>
            </a:r>
            <a:endParaRPr>
              <a:solidFill>
                <a:schemeClr val="dk1"/>
              </a:solidFill>
            </a:endParaRPr>
          </a:p>
        </p:txBody>
      </p:sp>
      <p:sp>
        <p:nvSpPr>
          <p:cNvPr id="6876" name="Google Shape;6876;p90"/>
          <p:cNvSpPr txBox="1"/>
          <p:nvPr/>
        </p:nvSpPr>
        <p:spPr>
          <a:xfrm>
            <a:off x="715100" y="1532738"/>
            <a:ext cx="2193000" cy="314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Mars is very cold</a:t>
            </a:r>
            <a:endParaRPr>
              <a:solidFill>
                <a:schemeClr val="dk1"/>
              </a:solidFill>
              <a:latin typeface="Open Sans"/>
              <a:ea typeface="Open Sans"/>
              <a:cs typeface="Open Sans"/>
              <a:sym typeface="Open Sans"/>
            </a:endParaRPr>
          </a:p>
        </p:txBody>
      </p:sp>
      <p:sp>
        <p:nvSpPr>
          <p:cNvPr id="6877" name="Google Shape;6877;p90"/>
          <p:cNvSpPr/>
          <p:nvPr/>
        </p:nvSpPr>
        <p:spPr>
          <a:xfrm>
            <a:off x="715100" y="1923038"/>
            <a:ext cx="2193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Technology</a:t>
            </a:r>
            <a:endParaRPr>
              <a:solidFill>
                <a:schemeClr val="dk1"/>
              </a:solidFill>
            </a:endParaRPr>
          </a:p>
        </p:txBody>
      </p:sp>
      <p:sp>
        <p:nvSpPr>
          <p:cNvPr id="6878" name="Google Shape;6878;p90"/>
          <p:cNvSpPr txBox="1"/>
          <p:nvPr/>
        </p:nvSpPr>
        <p:spPr>
          <a:xfrm>
            <a:off x="715088" y="2332088"/>
            <a:ext cx="2193000" cy="314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Venus is very hot</a:t>
            </a:r>
            <a:endParaRPr>
              <a:solidFill>
                <a:schemeClr val="dk1"/>
              </a:solidFill>
              <a:latin typeface="Open Sans"/>
              <a:ea typeface="Open Sans"/>
              <a:cs typeface="Open Sans"/>
              <a:sym typeface="Open Sans"/>
            </a:endParaRPr>
          </a:p>
        </p:txBody>
      </p:sp>
      <p:sp>
        <p:nvSpPr>
          <p:cNvPr id="6879" name="Google Shape;6879;p90"/>
          <p:cNvSpPr/>
          <p:nvPr/>
        </p:nvSpPr>
        <p:spPr>
          <a:xfrm>
            <a:off x="715100" y="2722388"/>
            <a:ext cx="21930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Engineering</a:t>
            </a:r>
            <a:endParaRPr>
              <a:solidFill>
                <a:schemeClr val="dk1"/>
              </a:solidFill>
            </a:endParaRPr>
          </a:p>
        </p:txBody>
      </p:sp>
      <p:sp>
        <p:nvSpPr>
          <p:cNvPr id="6880" name="Google Shape;6880;p90"/>
          <p:cNvSpPr txBox="1"/>
          <p:nvPr/>
        </p:nvSpPr>
        <p:spPr>
          <a:xfrm>
            <a:off x="715100" y="3131438"/>
            <a:ext cx="2193000" cy="314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We all live on Earth</a:t>
            </a:r>
            <a:endParaRPr>
              <a:solidFill>
                <a:schemeClr val="dk1"/>
              </a:solidFill>
              <a:latin typeface="Open Sans"/>
              <a:ea typeface="Open Sans"/>
              <a:cs typeface="Open Sans"/>
              <a:sym typeface="Open Sans"/>
            </a:endParaRPr>
          </a:p>
        </p:txBody>
      </p:sp>
      <p:sp>
        <p:nvSpPr>
          <p:cNvPr id="6881" name="Google Shape;6881;p90"/>
          <p:cNvSpPr/>
          <p:nvPr/>
        </p:nvSpPr>
        <p:spPr>
          <a:xfrm>
            <a:off x="715100" y="3521300"/>
            <a:ext cx="2193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Mathematics</a:t>
            </a:r>
            <a:endParaRPr>
              <a:solidFill>
                <a:schemeClr val="dk1"/>
              </a:solidFill>
            </a:endParaRPr>
          </a:p>
        </p:txBody>
      </p:sp>
      <p:sp>
        <p:nvSpPr>
          <p:cNvPr id="6882" name="Google Shape;6882;p90"/>
          <p:cNvSpPr txBox="1"/>
          <p:nvPr/>
        </p:nvSpPr>
        <p:spPr>
          <a:xfrm>
            <a:off x="715100" y="3930350"/>
            <a:ext cx="2193000" cy="314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Jupiter is a big planet</a:t>
            </a:r>
            <a:endParaRPr>
              <a:solidFill>
                <a:schemeClr val="dk1"/>
              </a:solidFill>
              <a:latin typeface="Open Sans"/>
              <a:ea typeface="Open Sans"/>
              <a:cs typeface="Open Sans"/>
              <a:sym typeface="Open Sans"/>
            </a:endParaRPr>
          </a:p>
        </p:txBody>
      </p:sp>
      <p:sp>
        <p:nvSpPr>
          <p:cNvPr id="6883" name="Google Shape;6883;p90"/>
          <p:cNvSpPr/>
          <p:nvPr/>
        </p:nvSpPr>
        <p:spPr>
          <a:xfrm>
            <a:off x="6235888" y="1123688"/>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Innovation</a:t>
            </a:r>
            <a:endParaRPr>
              <a:solidFill>
                <a:schemeClr val="dk1"/>
              </a:solidFill>
            </a:endParaRPr>
          </a:p>
        </p:txBody>
      </p:sp>
      <p:sp>
        <p:nvSpPr>
          <p:cNvPr id="6884" name="Google Shape;6884;p90"/>
          <p:cNvSpPr txBox="1"/>
          <p:nvPr/>
        </p:nvSpPr>
        <p:spPr>
          <a:xfrm>
            <a:off x="6235875" y="1532738"/>
            <a:ext cx="2193000" cy="31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Pluto is a dwarf planet</a:t>
            </a:r>
            <a:endParaRPr>
              <a:solidFill>
                <a:schemeClr val="dk1"/>
              </a:solidFill>
              <a:latin typeface="Open Sans"/>
              <a:ea typeface="Open Sans"/>
              <a:cs typeface="Open Sans"/>
              <a:sym typeface="Open Sans"/>
            </a:endParaRPr>
          </a:p>
        </p:txBody>
      </p:sp>
      <p:sp>
        <p:nvSpPr>
          <p:cNvPr id="6885" name="Google Shape;6885;p90"/>
          <p:cNvSpPr/>
          <p:nvPr/>
        </p:nvSpPr>
        <p:spPr>
          <a:xfrm>
            <a:off x="6235875" y="1923038"/>
            <a:ext cx="2193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Research</a:t>
            </a:r>
            <a:endParaRPr>
              <a:solidFill>
                <a:schemeClr val="dk1"/>
              </a:solidFill>
            </a:endParaRPr>
          </a:p>
        </p:txBody>
      </p:sp>
      <p:sp>
        <p:nvSpPr>
          <p:cNvPr id="6886" name="Google Shape;6886;p90"/>
          <p:cNvSpPr txBox="1"/>
          <p:nvPr/>
        </p:nvSpPr>
        <p:spPr>
          <a:xfrm>
            <a:off x="6235863" y="2332088"/>
            <a:ext cx="2193000" cy="31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Ceres is very small</a:t>
            </a:r>
            <a:endParaRPr>
              <a:solidFill>
                <a:schemeClr val="dk1"/>
              </a:solidFill>
              <a:latin typeface="Open Sans"/>
              <a:ea typeface="Open Sans"/>
              <a:cs typeface="Open Sans"/>
              <a:sym typeface="Open Sans"/>
            </a:endParaRPr>
          </a:p>
        </p:txBody>
      </p:sp>
      <p:sp>
        <p:nvSpPr>
          <p:cNvPr id="6887" name="Google Shape;6887;p90"/>
          <p:cNvSpPr/>
          <p:nvPr/>
        </p:nvSpPr>
        <p:spPr>
          <a:xfrm>
            <a:off x="6235875" y="2722388"/>
            <a:ext cx="21930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Learning</a:t>
            </a:r>
            <a:endParaRPr>
              <a:solidFill>
                <a:schemeClr val="dk1"/>
              </a:solidFill>
            </a:endParaRPr>
          </a:p>
        </p:txBody>
      </p:sp>
      <p:sp>
        <p:nvSpPr>
          <p:cNvPr id="6888" name="Google Shape;6888;p90"/>
          <p:cNvSpPr txBox="1"/>
          <p:nvPr/>
        </p:nvSpPr>
        <p:spPr>
          <a:xfrm>
            <a:off x="6235875" y="3131438"/>
            <a:ext cx="2193000" cy="31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Saturn is a gas giant</a:t>
            </a:r>
            <a:endParaRPr>
              <a:solidFill>
                <a:schemeClr val="dk1"/>
              </a:solidFill>
              <a:latin typeface="Open Sans"/>
              <a:ea typeface="Open Sans"/>
              <a:cs typeface="Open Sans"/>
              <a:sym typeface="Open Sans"/>
            </a:endParaRPr>
          </a:p>
        </p:txBody>
      </p:sp>
      <p:sp>
        <p:nvSpPr>
          <p:cNvPr id="6889" name="Google Shape;6889;p90"/>
          <p:cNvSpPr/>
          <p:nvPr/>
        </p:nvSpPr>
        <p:spPr>
          <a:xfrm>
            <a:off x="6235875" y="3521300"/>
            <a:ext cx="2193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Knowledge</a:t>
            </a:r>
            <a:endParaRPr>
              <a:solidFill>
                <a:schemeClr val="dk1"/>
              </a:solidFill>
            </a:endParaRPr>
          </a:p>
        </p:txBody>
      </p:sp>
      <p:sp>
        <p:nvSpPr>
          <p:cNvPr id="6890" name="Google Shape;6890;p90"/>
          <p:cNvSpPr txBox="1"/>
          <p:nvPr/>
        </p:nvSpPr>
        <p:spPr>
          <a:xfrm>
            <a:off x="6235875" y="3930350"/>
            <a:ext cx="2193000" cy="31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Mercury is small</a:t>
            </a:r>
            <a:endParaRPr>
              <a:solidFill>
                <a:schemeClr val="dk1"/>
              </a:solidFill>
              <a:latin typeface="Open Sans"/>
              <a:ea typeface="Open Sans"/>
              <a:cs typeface="Open Sans"/>
              <a:sym typeface="Open Sans"/>
            </a:endParaRPr>
          </a:p>
        </p:txBody>
      </p:sp>
      <p:sp>
        <p:nvSpPr>
          <p:cNvPr id="6891" name="Google Shape;6891;p90"/>
          <p:cNvSpPr/>
          <p:nvPr/>
        </p:nvSpPr>
        <p:spPr>
          <a:xfrm>
            <a:off x="3838874" y="1123707"/>
            <a:ext cx="661500" cy="661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0"/>
          <p:cNvSpPr/>
          <p:nvPr/>
        </p:nvSpPr>
        <p:spPr>
          <a:xfrm>
            <a:off x="4643693" y="1123707"/>
            <a:ext cx="661500" cy="661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0"/>
          <p:cNvSpPr/>
          <p:nvPr/>
        </p:nvSpPr>
        <p:spPr>
          <a:xfrm>
            <a:off x="3838874" y="1923057"/>
            <a:ext cx="661500" cy="661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0"/>
          <p:cNvSpPr/>
          <p:nvPr/>
        </p:nvSpPr>
        <p:spPr>
          <a:xfrm>
            <a:off x="4643693" y="1923057"/>
            <a:ext cx="661500" cy="661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0"/>
          <p:cNvSpPr/>
          <p:nvPr/>
        </p:nvSpPr>
        <p:spPr>
          <a:xfrm>
            <a:off x="3838874" y="2723457"/>
            <a:ext cx="661500" cy="661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0"/>
          <p:cNvSpPr/>
          <p:nvPr/>
        </p:nvSpPr>
        <p:spPr>
          <a:xfrm>
            <a:off x="4643693" y="2723457"/>
            <a:ext cx="661500" cy="661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0"/>
          <p:cNvSpPr/>
          <p:nvPr/>
        </p:nvSpPr>
        <p:spPr>
          <a:xfrm>
            <a:off x="3838874" y="3521307"/>
            <a:ext cx="661500" cy="661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0"/>
          <p:cNvSpPr/>
          <p:nvPr/>
        </p:nvSpPr>
        <p:spPr>
          <a:xfrm>
            <a:off x="4643693" y="3521307"/>
            <a:ext cx="661500" cy="661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99" name="Google Shape;6899;p90"/>
          <p:cNvCxnSpPr>
            <a:stCxn id="6875" idx="3"/>
            <a:endCxn id="6891" idx="1"/>
          </p:cNvCxnSpPr>
          <p:nvPr/>
        </p:nvCxnSpPr>
        <p:spPr>
          <a:xfrm>
            <a:off x="2908088" y="1328438"/>
            <a:ext cx="930900" cy="126000"/>
          </a:xfrm>
          <a:prstGeom prst="bentConnector3">
            <a:avLst>
              <a:gd fmla="val 49994" name="adj1"/>
            </a:avLst>
          </a:prstGeom>
          <a:noFill/>
          <a:ln cap="flat" cmpd="sng" w="19050">
            <a:solidFill>
              <a:schemeClr val="lt2"/>
            </a:solidFill>
            <a:prstDash val="solid"/>
            <a:round/>
            <a:headEnd len="med" w="med" type="none"/>
            <a:tailEnd len="med" w="med" type="none"/>
          </a:ln>
        </p:spPr>
      </p:cxnSp>
      <p:cxnSp>
        <p:nvCxnSpPr>
          <p:cNvPr id="6900" name="Google Shape;6900;p90"/>
          <p:cNvCxnSpPr>
            <a:stCxn id="6892" idx="3"/>
            <a:endCxn id="6883" idx="1"/>
          </p:cNvCxnSpPr>
          <p:nvPr/>
        </p:nvCxnSpPr>
        <p:spPr>
          <a:xfrm flipH="1" rot="10800000">
            <a:off x="5305193" y="1328457"/>
            <a:ext cx="930600" cy="126000"/>
          </a:xfrm>
          <a:prstGeom prst="bentConnector3">
            <a:avLst>
              <a:gd fmla="val 50005" name="adj1"/>
            </a:avLst>
          </a:prstGeom>
          <a:noFill/>
          <a:ln cap="flat" cmpd="sng" w="19050">
            <a:solidFill>
              <a:schemeClr val="lt2"/>
            </a:solidFill>
            <a:prstDash val="solid"/>
            <a:round/>
            <a:headEnd len="med" w="med" type="none"/>
            <a:tailEnd len="med" w="med" type="none"/>
          </a:ln>
        </p:spPr>
      </p:cxnSp>
      <p:cxnSp>
        <p:nvCxnSpPr>
          <p:cNvPr id="6901" name="Google Shape;6901;p90"/>
          <p:cNvCxnSpPr>
            <a:stCxn id="6877" idx="3"/>
            <a:endCxn id="6893" idx="1"/>
          </p:cNvCxnSpPr>
          <p:nvPr/>
        </p:nvCxnSpPr>
        <p:spPr>
          <a:xfrm>
            <a:off x="2908100" y="2127788"/>
            <a:ext cx="930900" cy="126000"/>
          </a:xfrm>
          <a:prstGeom prst="bentConnector3">
            <a:avLst>
              <a:gd fmla="val 49993" name="adj1"/>
            </a:avLst>
          </a:prstGeom>
          <a:noFill/>
          <a:ln cap="flat" cmpd="sng" w="19050">
            <a:solidFill>
              <a:schemeClr val="lt2"/>
            </a:solidFill>
            <a:prstDash val="solid"/>
            <a:round/>
            <a:headEnd len="med" w="med" type="none"/>
            <a:tailEnd len="med" w="med" type="none"/>
          </a:ln>
        </p:spPr>
      </p:cxnSp>
      <p:cxnSp>
        <p:nvCxnSpPr>
          <p:cNvPr id="6902" name="Google Shape;6902;p90"/>
          <p:cNvCxnSpPr>
            <a:stCxn id="6894" idx="3"/>
            <a:endCxn id="6885" idx="1"/>
          </p:cNvCxnSpPr>
          <p:nvPr/>
        </p:nvCxnSpPr>
        <p:spPr>
          <a:xfrm flipH="1" rot="10800000">
            <a:off x="5305193" y="2127807"/>
            <a:ext cx="930600" cy="126000"/>
          </a:xfrm>
          <a:prstGeom prst="bentConnector3">
            <a:avLst>
              <a:gd fmla="val 50004" name="adj1"/>
            </a:avLst>
          </a:prstGeom>
          <a:noFill/>
          <a:ln cap="flat" cmpd="sng" w="19050">
            <a:solidFill>
              <a:schemeClr val="lt2"/>
            </a:solidFill>
            <a:prstDash val="solid"/>
            <a:round/>
            <a:headEnd len="med" w="med" type="none"/>
            <a:tailEnd len="med" w="med" type="none"/>
          </a:ln>
        </p:spPr>
      </p:cxnSp>
      <p:cxnSp>
        <p:nvCxnSpPr>
          <p:cNvPr id="6903" name="Google Shape;6903;p90"/>
          <p:cNvCxnSpPr>
            <a:stCxn id="6879" idx="3"/>
            <a:endCxn id="6895" idx="1"/>
          </p:cNvCxnSpPr>
          <p:nvPr/>
        </p:nvCxnSpPr>
        <p:spPr>
          <a:xfrm>
            <a:off x="2908100" y="2927138"/>
            <a:ext cx="930900" cy="127200"/>
          </a:xfrm>
          <a:prstGeom prst="bentConnector3">
            <a:avLst>
              <a:gd fmla="val 49993" name="adj1"/>
            </a:avLst>
          </a:prstGeom>
          <a:noFill/>
          <a:ln cap="flat" cmpd="sng" w="19050">
            <a:solidFill>
              <a:schemeClr val="lt2"/>
            </a:solidFill>
            <a:prstDash val="solid"/>
            <a:round/>
            <a:headEnd len="med" w="med" type="none"/>
            <a:tailEnd len="med" w="med" type="none"/>
          </a:ln>
        </p:spPr>
      </p:cxnSp>
      <p:cxnSp>
        <p:nvCxnSpPr>
          <p:cNvPr id="6904" name="Google Shape;6904;p90"/>
          <p:cNvCxnSpPr>
            <a:stCxn id="6896" idx="3"/>
            <a:endCxn id="6887" idx="1"/>
          </p:cNvCxnSpPr>
          <p:nvPr/>
        </p:nvCxnSpPr>
        <p:spPr>
          <a:xfrm flipH="1" rot="10800000">
            <a:off x="5305193" y="2927007"/>
            <a:ext cx="930600" cy="127200"/>
          </a:xfrm>
          <a:prstGeom prst="bentConnector3">
            <a:avLst>
              <a:gd fmla="val 50004" name="adj1"/>
            </a:avLst>
          </a:prstGeom>
          <a:noFill/>
          <a:ln cap="flat" cmpd="sng" w="19050">
            <a:solidFill>
              <a:schemeClr val="lt2"/>
            </a:solidFill>
            <a:prstDash val="solid"/>
            <a:round/>
            <a:headEnd len="med" w="med" type="none"/>
            <a:tailEnd len="med" w="med" type="none"/>
          </a:ln>
        </p:spPr>
      </p:cxnSp>
      <p:cxnSp>
        <p:nvCxnSpPr>
          <p:cNvPr id="6905" name="Google Shape;6905;p90"/>
          <p:cNvCxnSpPr>
            <a:stCxn id="6881" idx="3"/>
            <a:endCxn id="6897" idx="1"/>
          </p:cNvCxnSpPr>
          <p:nvPr/>
        </p:nvCxnSpPr>
        <p:spPr>
          <a:xfrm>
            <a:off x="2908100" y="3726050"/>
            <a:ext cx="930900" cy="126000"/>
          </a:xfrm>
          <a:prstGeom prst="bentConnector3">
            <a:avLst>
              <a:gd fmla="val 49993" name="adj1"/>
            </a:avLst>
          </a:prstGeom>
          <a:noFill/>
          <a:ln cap="flat" cmpd="sng" w="19050">
            <a:solidFill>
              <a:schemeClr val="lt2"/>
            </a:solidFill>
            <a:prstDash val="solid"/>
            <a:round/>
            <a:headEnd len="med" w="med" type="none"/>
            <a:tailEnd len="med" w="med" type="none"/>
          </a:ln>
        </p:spPr>
      </p:cxnSp>
      <p:cxnSp>
        <p:nvCxnSpPr>
          <p:cNvPr id="6906" name="Google Shape;6906;p90"/>
          <p:cNvCxnSpPr>
            <a:stCxn id="6889" idx="1"/>
            <a:endCxn id="6898" idx="3"/>
          </p:cNvCxnSpPr>
          <p:nvPr/>
        </p:nvCxnSpPr>
        <p:spPr>
          <a:xfrm flipH="1">
            <a:off x="5305275" y="3726050"/>
            <a:ext cx="930600" cy="126000"/>
          </a:xfrm>
          <a:prstGeom prst="bentConnector3">
            <a:avLst>
              <a:gd fmla="val 50004" name="adj1"/>
            </a:avLst>
          </a:prstGeom>
          <a:noFill/>
          <a:ln cap="flat" cmpd="sng" w="19050">
            <a:solidFill>
              <a:schemeClr val="lt2"/>
            </a:solidFill>
            <a:prstDash val="solid"/>
            <a:round/>
            <a:headEnd len="med" w="med" type="none"/>
            <a:tailEnd len="med" w="med" type="none"/>
          </a:ln>
        </p:spPr>
      </p:cxnSp>
      <p:sp>
        <p:nvSpPr>
          <p:cNvPr id="6907" name="Google Shape;6907;p90">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0">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0">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0">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1" name="Google Shape;6911;p90"/>
          <p:cNvGrpSpPr/>
          <p:nvPr/>
        </p:nvGrpSpPr>
        <p:grpSpPr>
          <a:xfrm>
            <a:off x="4037910" y="2081414"/>
            <a:ext cx="263428" cy="344785"/>
            <a:chOff x="7074292" y="2476538"/>
            <a:chExt cx="263428" cy="344785"/>
          </a:xfrm>
        </p:grpSpPr>
        <p:sp>
          <p:nvSpPr>
            <p:cNvPr id="6912" name="Google Shape;6912;p90"/>
            <p:cNvSpPr/>
            <p:nvPr/>
          </p:nvSpPr>
          <p:spPr>
            <a:xfrm>
              <a:off x="7074292" y="2476538"/>
              <a:ext cx="263428" cy="344785"/>
            </a:xfrm>
            <a:custGeom>
              <a:rect b="b" l="l" r="r" t="t"/>
              <a:pathLst>
                <a:path extrusionOk="0" h="10599" w="8098">
                  <a:moveTo>
                    <a:pt x="929" y="1"/>
                  </a:moveTo>
                  <a:cubicBezTo>
                    <a:pt x="429" y="1"/>
                    <a:pt x="1" y="429"/>
                    <a:pt x="1" y="929"/>
                  </a:cubicBezTo>
                  <a:lnTo>
                    <a:pt x="1" y="9669"/>
                  </a:lnTo>
                  <a:cubicBezTo>
                    <a:pt x="1" y="10193"/>
                    <a:pt x="429" y="10598"/>
                    <a:pt x="929" y="10598"/>
                  </a:cubicBezTo>
                  <a:lnTo>
                    <a:pt x="7145" y="10598"/>
                  </a:lnTo>
                  <a:cubicBezTo>
                    <a:pt x="7693" y="10598"/>
                    <a:pt x="8097" y="10193"/>
                    <a:pt x="8074" y="9645"/>
                  </a:cubicBezTo>
                  <a:lnTo>
                    <a:pt x="8074" y="929"/>
                  </a:lnTo>
                  <a:cubicBezTo>
                    <a:pt x="8074" y="429"/>
                    <a:pt x="7645" y="1"/>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0"/>
            <p:cNvSpPr/>
            <p:nvPr/>
          </p:nvSpPr>
          <p:spPr>
            <a:xfrm>
              <a:off x="7206006" y="2476538"/>
              <a:ext cx="131714" cy="344785"/>
            </a:xfrm>
            <a:custGeom>
              <a:rect b="b" l="l" r="r" t="t"/>
              <a:pathLst>
                <a:path extrusionOk="0" h="10599" w="4049">
                  <a:moveTo>
                    <a:pt x="0" y="1"/>
                  </a:moveTo>
                  <a:lnTo>
                    <a:pt x="0" y="10598"/>
                  </a:lnTo>
                  <a:lnTo>
                    <a:pt x="3096" y="10598"/>
                  </a:lnTo>
                  <a:cubicBezTo>
                    <a:pt x="3596" y="10598"/>
                    <a:pt x="4025" y="10193"/>
                    <a:pt x="4025" y="9669"/>
                  </a:cubicBezTo>
                  <a:lnTo>
                    <a:pt x="4025" y="929"/>
                  </a:lnTo>
                  <a:cubicBezTo>
                    <a:pt x="4048" y="429"/>
                    <a:pt x="3644"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0"/>
            <p:cNvSpPr/>
            <p:nvPr/>
          </p:nvSpPr>
          <p:spPr>
            <a:xfrm>
              <a:off x="7155649" y="2639221"/>
              <a:ext cx="41085" cy="41085"/>
            </a:xfrm>
            <a:custGeom>
              <a:rect b="b" l="l" r="r" t="t"/>
              <a:pathLst>
                <a:path extrusionOk="0" h="1263" w="1263">
                  <a:moveTo>
                    <a:pt x="0" y="1"/>
                  </a:moveTo>
                  <a:lnTo>
                    <a:pt x="0" y="1263"/>
                  </a:lnTo>
                  <a:lnTo>
                    <a:pt x="1262" y="1263"/>
                  </a:ln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0"/>
            <p:cNvSpPr/>
            <p:nvPr/>
          </p:nvSpPr>
          <p:spPr>
            <a:xfrm>
              <a:off x="7094428" y="2639221"/>
              <a:ext cx="41085" cy="41085"/>
            </a:xfrm>
            <a:custGeom>
              <a:rect b="b" l="l" r="r" t="t"/>
              <a:pathLst>
                <a:path extrusionOk="0" h="1263" w="1263">
                  <a:moveTo>
                    <a:pt x="1" y="1"/>
                  </a:moveTo>
                  <a:lnTo>
                    <a:pt x="1" y="1263"/>
                  </a:lnTo>
                  <a:lnTo>
                    <a:pt x="1263" y="1263"/>
                  </a:lnTo>
                  <a:lnTo>
                    <a:pt x="12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0"/>
            <p:cNvSpPr/>
            <p:nvPr/>
          </p:nvSpPr>
          <p:spPr>
            <a:xfrm>
              <a:off x="7094428" y="2699661"/>
              <a:ext cx="41085" cy="40305"/>
            </a:xfrm>
            <a:custGeom>
              <a:rect b="b" l="l" r="r" t="t"/>
              <a:pathLst>
                <a:path extrusionOk="0" h="1239" w="1263">
                  <a:moveTo>
                    <a:pt x="1" y="0"/>
                  </a:moveTo>
                  <a:lnTo>
                    <a:pt x="1" y="1239"/>
                  </a:lnTo>
                  <a:lnTo>
                    <a:pt x="1263" y="1239"/>
                  </a:lnTo>
                  <a:lnTo>
                    <a:pt x="12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0"/>
            <p:cNvSpPr/>
            <p:nvPr/>
          </p:nvSpPr>
          <p:spPr>
            <a:xfrm>
              <a:off x="7094428" y="2497455"/>
              <a:ext cx="223156" cy="120881"/>
            </a:xfrm>
            <a:custGeom>
              <a:rect b="b" l="l" r="r" t="t"/>
              <a:pathLst>
                <a:path extrusionOk="0" h="3716" w="6860">
                  <a:moveTo>
                    <a:pt x="334" y="1"/>
                  </a:moveTo>
                  <a:cubicBezTo>
                    <a:pt x="167" y="1"/>
                    <a:pt x="1" y="96"/>
                    <a:pt x="48" y="286"/>
                  </a:cubicBezTo>
                  <a:lnTo>
                    <a:pt x="48" y="3716"/>
                  </a:lnTo>
                  <a:lnTo>
                    <a:pt x="6859" y="3716"/>
                  </a:lnTo>
                  <a:lnTo>
                    <a:pt x="6859" y="286"/>
                  </a:lnTo>
                  <a:cubicBezTo>
                    <a:pt x="6859" y="144"/>
                    <a:pt x="6740" y="1"/>
                    <a:pt x="65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0"/>
            <p:cNvSpPr/>
            <p:nvPr/>
          </p:nvSpPr>
          <p:spPr>
            <a:xfrm>
              <a:off x="7206006" y="2497455"/>
              <a:ext cx="111578" cy="120881"/>
            </a:xfrm>
            <a:custGeom>
              <a:rect b="b" l="l" r="r" t="t"/>
              <a:pathLst>
                <a:path extrusionOk="0" h="3716" w="3430">
                  <a:moveTo>
                    <a:pt x="0" y="1"/>
                  </a:moveTo>
                  <a:lnTo>
                    <a:pt x="0" y="3716"/>
                  </a:lnTo>
                  <a:lnTo>
                    <a:pt x="3429" y="3716"/>
                  </a:lnTo>
                  <a:lnTo>
                    <a:pt x="3429" y="286"/>
                  </a:lnTo>
                  <a:cubicBezTo>
                    <a:pt x="3429" y="96"/>
                    <a:pt x="3286" y="1"/>
                    <a:pt x="3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0"/>
            <p:cNvSpPr/>
            <p:nvPr/>
          </p:nvSpPr>
          <p:spPr>
            <a:xfrm>
              <a:off x="7155649" y="2699661"/>
              <a:ext cx="41085" cy="40305"/>
            </a:xfrm>
            <a:custGeom>
              <a:rect b="b" l="l" r="r" t="t"/>
              <a:pathLst>
                <a:path extrusionOk="0" h="1239" w="1263">
                  <a:moveTo>
                    <a:pt x="0" y="0"/>
                  </a:moveTo>
                  <a:lnTo>
                    <a:pt x="0" y="1239"/>
                  </a:lnTo>
                  <a:lnTo>
                    <a:pt x="1262" y="1239"/>
                  </a:lnTo>
                  <a:lnTo>
                    <a:pt x="1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0"/>
            <p:cNvSpPr/>
            <p:nvPr/>
          </p:nvSpPr>
          <p:spPr>
            <a:xfrm>
              <a:off x="7155649" y="2760850"/>
              <a:ext cx="41085" cy="40305"/>
            </a:xfrm>
            <a:custGeom>
              <a:rect b="b" l="l" r="r" t="t"/>
              <a:pathLst>
                <a:path extrusionOk="0" h="1239" w="1263">
                  <a:moveTo>
                    <a:pt x="0" y="1"/>
                  </a:moveTo>
                  <a:lnTo>
                    <a:pt x="0" y="1239"/>
                  </a:lnTo>
                  <a:lnTo>
                    <a:pt x="1262" y="1239"/>
                  </a:ln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0"/>
            <p:cNvSpPr/>
            <p:nvPr/>
          </p:nvSpPr>
          <p:spPr>
            <a:xfrm>
              <a:off x="7216838" y="2760850"/>
              <a:ext cx="40305" cy="40305"/>
            </a:xfrm>
            <a:custGeom>
              <a:rect b="b" l="l" r="r" t="t"/>
              <a:pathLst>
                <a:path extrusionOk="0" h="1239" w="1239">
                  <a:moveTo>
                    <a:pt x="0" y="1"/>
                  </a:moveTo>
                  <a:lnTo>
                    <a:pt x="0" y="1239"/>
                  </a:lnTo>
                  <a:lnTo>
                    <a:pt x="1239" y="1239"/>
                  </a:lnTo>
                  <a:lnTo>
                    <a:pt x="12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0"/>
            <p:cNvSpPr/>
            <p:nvPr/>
          </p:nvSpPr>
          <p:spPr>
            <a:xfrm>
              <a:off x="7216838" y="2699661"/>
              <a:ext cx="40305" cy="40305"/>
            </a:xfrm>
            <a:custGeom>
              <a:rect b="b" l="l" r="r" t="t"/>
              <a:pathLst>
                <a:path extrusionOk="0" h="1239" w="1239">
                  <a:moveTo>
                    <a:pt x="0" y="0"/>
                  </a:moveTo>
                  <a:lnTo>
                    <a:pt x="0" y="1239"/>
                  </a:lnTo>
                  <a:lnTo>
                    <a:pt x="1239" y="1239"/>
                  </a:lnTo>
                  <a:lnTo>
                    <a:pt x="1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0"/>
            <p:cNvSpPr/>
            <p:nvPr/>
          </p:nvSpPr>
          <p:spPr>
            <a:xfrm>
              <a:off x="7216838" y="2639221"/>
              <a:ext cx="40305" cy="41085"/>
            </a:xfrm>
            <a:custGeom>
              <a:rect b="b" l="l" r="r" t="t"/>
              <a:pathLst>
                <a:path extrusionOk="0" h="1263" w="1239">
                  <a:moveTo>
                    <a:pt x="0" y="1"/>
                  </a:moveTo>
                  <a:lnTo>
                    <a:pt x="0" y="1263"/>
                  </a:lnTo>
                  <a:lnTo>
                    <a:pt x="1239" y="1263"/>
                  </a:lnTo>
                  <a:lnTo>
                    <a:pt x="12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0"/>
            <p:cNvSpPr/>
            <p:nvPr/>
          </p:nvSpPr>
          <p:spPr>
            <a:xfrm>
              <a:off x="7276498" y="2639221"/>
              <a:ext cx="41085" cy="41085"/>
            </a:xfrm>
            <a:custGeom>
              <a:rect b="b" l="l" r="r" t="t"/>
              <a:pathLst>
                <a:path extrusionOk="0" h="1263" w="1263">
                  <a:moveTo>
                    <a:pt x="0" y="1"/>
                  </a:moveTo>
                  <a:lnTo>
                    <a:pt x="0" y="1263"/>
                  </a:lnTo>
                  <a:lnTo>
                    <a:pt x="1262" y="1263"/>
                  </a:ln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0"/>
            <p:cNvSpPr/>
            <p:nvPr/>
          </p:nvSpPr>
          <p:spPr>
            <a:xfrm>
              <a:off x="7094428" y="2760850"/>
              <a:ext cx="41085" cy="40305"/>
            </a:xfrm>
            <a:custGeom>
              <a:rect b="b" l="l" r="r" t="t"/>
              <a:pathLst>
                <a:path extrusionOk="0" h="1239" w="1263">
                  <a:moveTo>
                    <a:pt x="1" y="1"/>
                  </a:moveTo>
                  <a:lnTo>
                    <a:pt x="1" y="929"/>
                  </a:lnTo>
                  <a:cubicBezTo>
                    <a:pt x="1" y="1096"/>
                    <a:pt x="167" y="1239"/>
                    <a:pt x="334" y="1239"/>
                  </a:cubicBezTo>
                  <a:lnTo>
                    <a:pt x="1263" y="1239"/>
                  </a:lnTo>
                  <a:lnTo>
                    <a:pt x="12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0"/>
            <p:cNvSpPr/>
            <p:nvPr/>
          </p:nvSpPr>
          <p:spPr>
            <a:xfrm>
              <a:off x="7276498" y="2699661"/>
              <a:ext cx="41085" cy="101494"/>
            </a:xfrm>
            <a:custGeom>
              <a:rect b="b" l="l" r="r" t="t"/>
              <a:pathLst>
                <a:path extrusionOk="0" h="3120" w="1263">
                  <a:moveTo>
                    <a:pt x="0" y="0"/>
                  </a:moveTo>
                  <a:lnTo>
                    <a:pt x="0" y="3120"/>
                  </a:lnTo>
                  <a:lnTo>
                    <a:pt x="929" y="3120"/>
                  </a:lnTo>
                  <a:cubicBezTo>
                    <a:pt x="1119" y="3120"/>
                    <a:pt x="1262" y="2977"/>
                    <a:pt x="1262" y="2810"/>
                  </a:cubicBezTo>
                  <a:lnTo>
                    <a:pt x="1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0"/>
            <p:cNvSpPr/>
            <p:nvPr/>
          </p:nvSpPr>
          <p:spPr>
            <a:xfrm>
              <a:off x="7236974" y="2517591"/>
              <a:ext cx="61221" cy="79829"/>
            </a:xfrm>
            <a:custGeom>
              <a:rect b="b" l="l" r="r" t="t"/>
              <a:pathLst>
                <a:path extrusionOk="0" h="2454" w="1882">
                  <a:moveTo>
                    <a:pt x="1048" y="596"/>
                  </a:moveTo>
                  <a:cubicBezTo>
                    <a:pt x="1168" y="596"/>
                    <a:pt x="1263" y="691"/>
                    <a:pt x="1263" y="810"/>
                  </a:cubicBezTo>
                  <a:lnTo>
                    <a:pt x="1263" y="1668"/>
                  </a:lnTo>
                  <a:cubicBezTo>
                    <a:pt x="1263" y="1787"/>
                    <a:pt x="1168" y="1858"/>
                    <a:pt x="1048" y="1858"/>
                  </a:cubicBezTo>
                  <a:lnTo>
                    <a:pt x="810" y="1858"/>
                  </a:lnTo>
                  <a:cubicBezTo>
                    <a:pt x="691" y="1858"/>
                    <a:pt x="596" y="1787"/>
                    <a:pt x="596" y="1668"/>
                  </a:cubicBezTo>
                  <a:lnTo>
                    <a:pt x="596" y="810"/>
                  </a:lnTo>
                  <a:cubicBezTo>
                    <a:pt x="596" y="691"/>
                    <a:pt x="691" y="596"/>
                    <a:pt x="810" y="596"/>
                  </a:cubicBezTo>
                  <a:close/>
                  <a:moveTo>
                    <a:pt x="810" y="1"/>
                  </a:moveTo>
                  <a:cubicBezTo>
                    <a:pt x="358" y="1"/>
                    <a:pt x="1" y="358"/>
                    <a:pt x="1" y="810"/>
                  </a:cubicBezTo>
                  <a:lnTo>
                    <a:pt x="1" y="1668"/>
                  </a:lnTo>
                  <a:cubicBezTo>
                    <a:pt x="1" y="2120"/>
                    <a:pt x="358" y="2454"/>
                    <a:pt x="810" y="2454"/>
                  </a:cubicBezTo>
                  <a:lnTo>
                    <a:pt x="1048" y="2454"/>
                  </a:lnTo>
                  <a:cubicBezTo>
                    <a:pt x="1501" y="2454"/>
                    <a:pt x="1858" y="2120"/>
                    <a:pt x="1858" y="1668"/>
                  </a:cubicBezTo>
                  <a:lnTo>
                    <a:pt x="1858" y="810"/>
                  </a:lnTo>
                  <a:cubicBezTo>
                    <a:pt x="1882" y="382"/>
                    <a:pt x="1501"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90"/>
          <p:cNvGrpSpPr/>
          <p:nvPr/>
        </p:nvGrpSpPr>
        <p:grpSpPr>
          <a:xfrm>
            <a:off x="3992580" y="1292506"/>
            <a:ext cx="354089" cy="323901"/>
            <a:chOff x="1001526" y="3611412"/>
            <a:chExt cx="354089" cy="323901"/>
          </a:xfrm>
        </p:grpSpPr>
        <p:sp>
          <p:nvSpPr>
            <p:cNvPr id="6929" name="Google Shape;6929;p90"/>
            <p:cNvSpPr/>
            <p:nvPr/>
          </p:nvSpPr>
          <p:spPr>
            <a:xfrm>
              <a:off x="1045702" y="3611412"/>
              <a:ext cx="218471" cy="104649"/>
            </a:xfrm>
            <a:custGeom>
              <a:rect b="b" l="l" r="r" t="t"/>
              <a:pathLst>
                <a:path extrusionOk="0" h="3217" w="6716">
                  <a:moveTo>
                    <a:pt x="5836" y="0"/>
                  </a:moveTo>
                  <a:cubicBezTo>
                    <a:pt x="5820" y="0"/>
                    <a:pt x="5803" y="1"/>
                    <a:pt x="5787" y="2"/>
                  </a:cubicBezTo>
                  <a:cubicBezTo>
                    <a:pt x="4858" y="2"/>
                    <a:pt x="4835" y="1264"/>
                    <a:pt x="4573" y="1264"/>
                  </a:cubicBezTo>
                  <a:cubicBezTo>
                    <a:pt x="4263" y="1264"/>
                    <a:pt x="4144" y="2"/>
                    <a:pt x="3358" y="2"/>
                  </a:cubicBezTo>
                  <a:cubicBezTo>
                    <a:pt x="2548" y="2"/>
                    <a:pt x="2429" y="1264"/>
                    <a:pt x="2120" y="1264"/>
                  </a:cubicBezTo>
                  <a:cubicBezTo>
                    <a:pt x="1905" y="1264"/>
                    <a:pt x="1858" y="2"/>
                    <a:pt x="905" y="2"/>
                  </a:cubicBezTo>
                  <a:cubicBezTo>
                    <a:pt x="477" y="2"/>
                    <a:pt x="0" y="311"/>
                    <a:pt x="0" y="930"/>
                  </a:cubicBezTo>
                  <a:lnTo>
                    <a:pt x="0" y="3217"/>
                  </a:lnTo>
                  <a:lnTo>
                    <a:pt x="619" y="3217"/>
                  </a:lnTo>
                  <a:lnTo>
                    <a:pt x="619" y="930"/>
                  </a:lnTo>
                  <a:cubicBezTo>
                    <a:pt x="619" y="692"/>
                    <a:pt x="762" y="645"/>
                    <a:pt x="905" y="645"/>
                  </a:cubicBezTo>
                  <a:cubicBezTo>
                    <a:pt x="1381" y="645"/>
                    <a:pt x="1262" y="1883"/>
                    <a:pt x="2144" y="1883"/>
                  </a:cubicBezTo>
                  <a:cubicBezTo>
                    <a:pt x="2929" y="1883"/>
                    <a:pt x="3048" y="645"/>
                    <a:pt x="3358" y="645"/>
                  </a:cubicBezTo>
                  <a:cubicBezTo>
                    <a:pt x="3644" y="645"/>
                    <a:pt x="3763" y="1883"/>
                    <a:pt x="4573" y="1883"/>
                  </a:cubicBezTo>
                  <a:cubicBezTo>
                    <a:pt x="5406" y="1883"/>
                    <a:pt x="5358" y="645"/>
                    <a:pt x="5787" y="645"/>
                  </a:cubicBezTo>
                  <a:cubicBezTo>
                    <a:pt x="5906" y="645"/>
                    <a:pt x="6097" y="668"/>
                    <a:pt x="6097" y="930"/>
                  </a:cubicBezTo>
                  <a:lnTo>
                    <a:pt x="6097" y="3193"/>
                  </a:lnTo>
                  <a:lnTo>
                    <a:pt x="6716" y="3193"/>
                  </a:lnTo>
                  <a:lnTo>
                    <a:pt x="6716" y="930"/>
                  </a:lnTo>
                  <a:cubicBezTo>
                    <a:pt x="6716" y="310"/>
                    <a:pt x="6273" y="0"/>
                    <a:pt x="5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0"/>
            <p:cNvSpPr/>
            <p:nvPr/>
          </p:nvSpPr>
          <p:spPr>
            <a:xfrm>
              <a:off x="1154938" y="3611445"/>
              <a:ext cx="109236" cy="103836"/>
            </a:xfrm>
            <a:custGeom>
              <a:rect b="b" l="l" r="r" t="t"/>
              <a:pathLst>
                <a:path extrusionOk="0" h="3192" w="3358">
                  <a:moveTo>
                    <a:pt x="0" y="1"/>
                  </a:moveTo>
                  <a:lnTo>
                    <a:pt x="0" y="644"/>
                  </a:lnTo>
                  <a:cubicBezTo>
                    <a:pt x="286" y="644"/>
                    <a:pt x="405" y="1882"/>
                    <a:pt x="1215" y="1882"/>
                  </a:cubicBezTo>
                  <a:cubicBezTo>
                    <a:pt x="2048" y="1882"/>
                    <a:pt x="2000" y="644"/>
                    <a:pt x="2429" y="644"/>
                  </a:cubicBezTo>
                  <a:cubicBezTo>
                    <a:pt x="2548" y="644"/>
                    <a:pt x="2739" y="667"/>
                    <a:pt x="2739" y="929"/>
                  </a:cubicBezTo>
                  <a:lnTo>
                    <a:pt x="2739" y="3192"/>
                  </a:lnTo>
                  <a:lnTo>
                    <a:pt x="3358" y="3192"/>
                  </a:lnTo>
                  <a:lnTo>
                    <a:pt x="3358" y="929"/>
                  </a:lnTo>
                  <a:cubicBezTo>
                    <a:pt x="3358" y="286"/>
                    <a:pt x="2882" y="1"/>
                    <a:pt x="2429" y="1"/>
                  </a:cubicBezTo>
                  <a:cubicBezTo>
                    <a:pt x="1524" y="1"/>
                    <a:pt x="1477" y="1263"/>
                    <a:pt x="1215" y="1263"/>
                  </a:cubicBezTo>
                  <a:cubicBezTo>
                    <a:pt x="929" y="1263"/>
                    <a:pt x="81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0"/>
            <p:cNvSpPr/>
            <p:nvPr/>
          </p:nvSpPr>
          <p:spPr>
            <a:xfrm>
              <a:off x="1152596" y="3729203"/>
              <a:ext cx="203020" cy="205329"/>
            </a:xfrm>
            <a:custGeom>
              <a:rect b="b" l="l" r="r" t="t"/>
              <a:pathLst>
                <a:path extrusionOk="0" h="6312" w="6241">
                  <a:moveTo>
                    <a:pt x="1882" y="0"/>
                  </a:moveTo>
                  <a:lnTo>
                    <a:pt x="1882" y="2144"/>
                  </a:lnTo>
                  <a:lnTo>
                    <a:pt x="453" y="4597"/>
                  </a:lnTo>
                  <a:cubicBezTo>
                    <a:pt x="1" y="5359"/>
                    <a:pt x="572" y="6311"/>
                    <a:pt x="1429" y="6311"/>
                  </a:cubicBezTo>
                  <a:lnTo>
                    <a:pt x="4764" y="6311"/>
                  </a:lnTo>
                  <a:cubicBezTo>
                    <a:pt x="5668" y="6311"/>
                    <a:pt x="6240" y="5359"/>
                    <a:pt x="5788" y="4597"/>
                  </a:cubicBezTo>
                  <a:lnTo>
                    <a:pt x="4359" y="2144"/>
                  </a:lnTo>
                  <a:lnTo>
                    <a:pt x="4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0"/>
            <p:cNvSpPr/>
            <p:nvPr/>
          </p:nvSpPr>
          <p:spPr>
            <a:xfrm>
              <a:off x="1254870" y="3729203"/>
              <a:ext cx="99184" cy="205329"/>
            </a:xfrm>
            <a:custGeom>
              <a:rect b="b" l="l" r="r" t="t"/>
              <a:pathLst>
                <a:path extrusionOk="0" h="6312" w="3049">
                  <a:moveTo>
                    <a:pt x="0" y="0"/>
                  </a:moveTo>
                  <a:lnTo>
                    <a:pt x="0" y="6311"/>
                  </a:lnTo>
                  <a:lnTo>
                    <a:pt x="1643" y="6311"/>
                  </a:lnTo>
                  <a:cubicBezTo>
                    <a:pt x="2524" y="6311"/>
                    <a:pt x="3048" y="5359"/>
                    <a:pt x="2644" y="4597"/>
                  </a:cubicBezTo>
                  <a:cubicBezTo>
                    <a:pt x="1739" y="3049"/>
                    <a:pt x="1215" y="2168"/>
                    <a:pt x="1215" y="2144"/>
                  </a:cubicBezTo>
                  <a:lnTo>
                    <a:pt x="12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0"/>
            <p:cNvSpPr/>
            <p:nvPr/>
          </p:nvSpPr>
          <p:spPr>
            <a:xfrm>
              <a:off x="1199081" y="3712158"/>
              <a:ext cx="109268" cy="20949"/>
            </a:xfrm>
            <a:custGeom>
              <a:rect b="b" l="l" r="r" t="t"/>
              <a:pathLst>
                <a:path extrusionOk="0" h="644" w="3359">
                  <a:moveTo>
                    <a:pt x="334" y="1"/>
                  </a:moveTo>
                  <a:cubicBezTo>
                    <a:pt x="167" y="1"/>
                    <a:pt x="0" y="167"/>
                    <a:pt x="48" y="358"/>
                  </a:cubicBezTo>
                  <a:cubicBezTo>
                    <a:pt x="72" y="524"/>
                    <a:pt x="215" y="644"/>
                    <a:pt x="358" y="644"/>
                  </a:cubicBezTo>
                  <a:lnTo>
                    <a:pt x="3025" y="644"/>
                  </a:lnTo>
                  <a:cubicBezTo>
                    <a:pt x="3215" y="644"/>
                    <a:pt x="3358" y="453"/>
                    <a:pt x="3311" y="286"/>
                  </a:cubicBezTo>
                  <a:cubicBezTo>
                    <a:pt x="3287" y="120"/>
                    <a:pt x="3144" y="1"/>
                    <a:pt x="2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0"/>
            <p:cNvSpPr/>
            <p:nvPr/>
          </p:nvSpPr>
          <p:spPr>
            <a:xfrm>
              <a:off x="1254870" y="3712158"/>
              <a:ext cx="53479" cy="20949"/>
            </a:xfrm>
            <a:custGeom>
              <a:rect b="b" l="l" r="r" t="t"/>
              <a:pathLst>
                <a:path extrusionOk="0" h="644" w="1644">
                  <a:moveTo>
                    <a:pt x="0" y="1"/>
                  </a:moveTo>
                  <a:lnTo>
                    <a:pt x="0" y="644"/>
                  </a:lnTo>
                  <a:lnTo>
                    <a:pt x="1310" y="644"/>
                  </a:lnTo>
                  <a:cubicBezTo>
                    <a:pt x="1453" y="644"/>
                    <a:pt x="1596" y="524"/>
                    <a:pt x="1620" y="358"/>
                  </a:cubicBezTo>
                  <a:cubicBezTo>
                    <a:pt x="1643" y="191"/>
                    <a:pt x="1500"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0"/>
            <p:cNvSpPr/>
            <p:nvPr/>
          </p:nvSpPr>
          <p:spPr>
            <a:xfrm>
              <a:off x="1152596" y="3843091"/>
              <a:ext cx="201458" cy="91442"/>
            </a:xfrm>
            <a:custGeom>
              <a:rect b="b" l="l" r="r" t="t"/>
              <a:pathLst>
                <a:path extrusionOk="0" h="2811" w="6193">
                  <a:moveTo>
                    <a:pt x="1072" y="0"/>
                  </a:moveTo>
                  <a:lnTo>
                    <a:pt x="453" y="1096"/>
                  </a:lnTo>
                  <a:cubicBezTo>
                    <a:pt x="1" y="1858"/>
                    <a:pt x="572" y="2810"/>
                    <a:pt x="1429" y="2810"/>
                  </a:cubicBezTo>
                  <a:lnTo>
                    <a:pt x="4764" y="2810"/>
                  </a:lnTo>
                  <a:cubicBezTo>
                    <a:pt x="5645" y="2810"/>
                    <a:pt x="6192" y="1858"/>
                    <a:pt x="5764" y="1096"/>
                  </a:cubicBezTo>
                  <a:lnTo>
                    <a:pt x="51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0"/>
            <p:cNvSpPr/>
            <p:nvPr/>
          </p:nvSpPr>
          <p:spPr>
            <a:xfrm>
              <a:off x="1254870" y="3843091"/>
              <a:ext cx="100745" cy="91442"/>
            </a:xfrm>
            <a:custGeom>
              <a:rect b="b" l="l" r="r" t="t"/>
              <a:pathLst>
                <a:path extrusionOk="0" h="2811" w="3097">
                  <a:moveTo>
                    <a:pt x="0" y="0"/>
                  </a:moveTo>
                  <a:lnTo>
                    <a:pt x="0" y="2810"/>
                  </a:lnTo>
                  <a:lnTo>
                    <a:pt x="1643" y="2810"/>
                  </a:lnTo>
                  <a:cubicBezTo>
                    <a:pt x="2524" y="2810"/>
                    <a:pt x="3096" y="1858"/>
                    <a:pt x="2667" y="1096"/>
                  </a:cubicBezTo>
                  <a:lnTo>
                    <a:pt x="202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0"/>
            <p:cNvSpPr/>
            <p:nvPr/>
          </p:nvSpPr>
          <p:spPr>
            <a:xfrm>
              <a:off x="1014701" y="3729203"/>
              <a:ext cx="81390" cy="206110"/>
            </a:xfrm>
            <a:custGeom>
              <a:rect b="b" l="l" r="r" t="t"/>
              <a:pathLst>
                <a:path extrusionOk="0" h="6336" w="2502">
                  <a:moveTo>
                    <a:pt x="1" y="0"/>
                  </a:moveTo>
                  <a:lnTo>
                    <a:pt x="1" y="5073"/>
                  </a:lnTo>
                  <a:cubicBezTo>
                    <a:pt x="1" y="5764"/>
                    <a:pt x="548" y="6335"/>
                    <a:pt x="1239" y="6335"/>
                  </a:cubicBezTo>
                  <a:cubicBezTo>
                    <a:pt x="1930" y="6335"/>
                    <a:pt x="2501" y="5764"/>
                    <a:pt x="2501" y="5073"/>
                  </a:cubicBezTo>
                  <a:lnTo>
                    <a:pt x="25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0"/>
            <p:cNvSpPr/>
            <p:nvPr/>
          </p:nvSpPr>
          <p:spPr>
            <a:xfrm>
              <a:off x="1055006" y="3729203"/>
              <a:ext cx="41834" cy="205329"/>
            </a:xfrm>
            <a:custGeom>
              <a:rect b="b" l="l" r="r" t="t"/>
              <a:pathLst>
                <a:path extrusionOk="0" h="6312" w="1286">
                  <a:moveTo>
                    <a:pt x="0" y="0"/>
                  </a:moveTo>
                  <a:lnTo>
                    <a:pt x="0" y="6311"/>
                  </a:lnTo>
                  <a:cubicBezTo>
                    <a:pt x="691" y="6311"/>
                    <a:pt x="1262" y="5740"/>
                    <a:pt x="1262" y="5049"/>
                  </a:cubicBezTo>
                  <a:lnTo>
                    <a:pt x="1286" y="1620"/>
                  </a:lnTo>
                  <a:lnTo>
                    <a:pt x="1262" y="72"/>
                  </a:ln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0"/>
            <p:cNvSpPr/>
            <p:nvPr/>
          </p:nvSpPr>
          <p:spPr>
            <a:xfrm>
              <a:off x="1001526" y="3713719"/>
              <a:ext cx="107739" cy="19388"/>
            </a:xfrm>
            <a:custGeom>
              <a:rect b="b" l="l" r="r" t="t"/>
              <a:pathLst>
                <a:path extrusionOk="0" h="596" w="3312">
                  <a:moveTo>
                    <a:pt x="310" y="0"/>
                  </a:moveTo>
                  <a:cubicBezTo>
                    <a:pt x="168" y="0"/>
                    <a:pt x="1" y="119"/>
                    <a:pt x="1" y="286"/>
                  </a:cubicBezTo>
                  <a:cubicBezTo>
                    <a:pt x="1" y="429"/>
                    <a:pt x="120" y="596"/>
                    <a:pt x="310" y="596"/>
                  </a:cubicBezTo>
                  <a:lnTo>
                    <a:pt x="2978" y="596"/>
                  </a:lnTo>
                  <a:cubicBezTo>
                    <a:pt x="3168" y="596"/>
                    <a:pt x="3311" y="429"/>
                    <a:pt x="3287" y="286"/>
                  </a:cubicBezTo>
                  <a:cubicBezTo>
                    <a:pt x="3287" y="143"/>
                    <a:pt x="3168" y="0"/>
                    <a:pt x="2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0"/>
            <p:cNvSpPr/>
            <p:nvPr/>
          </p:nvSpPr>
          <p:spPr>
            <a:xfrm>
              <a:off x="1014701" y="3783431"/>
              <a:ext cx="81390" cy="151883"/>
            </a:xfrm>
            <a:custGeom>
              <a:rect b="b" l="l" r="r" t="t"/>
              <a:pathLst>
                <a:path extrusionOk="0" h="4669" w="2502">
                  <a:moveTo>
                    <a:pt x="1" y="0"/>
                  </a:moveTo>
                  <a:lnTo>
                    <a:pt x="1" y="3406"/>
                  </a:lnTo>
                  <a:cubicBezTo>
                    <a:pt x="1" y="4097"/>
                    <a:pt x="548" y="4668"/>
                    <a:pt x="1239" y="4668"/>
                  </a:cubicBezTo>
                  <a:cubicBezTo>
                    <a:pt x="1930" y="4668"/>
                    <a:pt x="2501" y="4097"/>
                    <a:pt x="2501" y="3406"/>
                  </a:cubicBezTo>
                  <a:lnTo>
                    <a:pt x="25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0"/>
            <p:cNvSpPr/>
            <p:nvPr/>
          </p:nvSpPr>
          <p:spPr>
            <a:xfrm>
              <a:off x="1055006" y="3783431"/>
              <a:ext cx="41085" cy="151883"/>
            </a:xfrm>
            <a:custGeom>
              <a:rect b="b" l="l" r="r" t="t"/>
              <a:pathLst>
                <a:path extrusionOk="0" h="4669" w="1263">
                  <a:moveTo>
                    <a:pt x="0" y="0"/>
                  </a:moveTo>
                  <a:lnTo>
                    <a:pt x="0" y="4668"/>
                  </a:lnTo>
                  <a:cubicBezTo>
                    <a:pt x="691" y="4668"/>
                    <a:pt x="1262" y="4097"/>
                    <a:pt x="1262" y="3406"/>
                  </a:cubicBezTo>
                  <a:lnTo>
                    <a:pt x="12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0"/>
            <p:cNvSpPr/>
            <p:nvPr/>
          </p:nvSpPr>
          <p:spPr>
            <a:xfrm>
              <a:off x="1244786" y="3833527"/>
              <a:ext cx="19388" cy="19648"/>
            </a:xfrm>
            <a:custGeom>
              <a:rect b="b" l="l" r="r" t="t"/>
              <a:pathLst>
                <a:path extrusionOk="0" h="604" w="596">
                  <a:moveTo>
                    <a:pt x="361" y="0"/>
                  </a:moveTo>
                  <a:cubicBezTo>
                    <a:pt x="344" y="0"/>
                    <a:pt x="327" y="3"/>
                    <a:pt x="310" y="8"/>
                  </a:cubicBezTo>
                  <a:cubicBezTo>
                    <a:pt x="143" y="8"/>
                    <a:pt x="1" y="127"/>
                    <a:pt x="1" y="294"/>
                  </a:cubicBezTo>
                  <a:cubicBezTo>
                    <a:pt x="1" y="437"/>
                    <a:pt x="120" y="604"/>
                    <a:pt x="310" y="604"/>
                  </a:cubicBezTo>
                  <a:cubicBezTo>
                    <a:pt x="453" y="604"/>
                    <a:pt x="596" y="485"/>
                    <a:pt x="596" y="294"/>
                  </a:cubicBezTo>
                  <a:cubicBezTo>
                    <a:pt x="596" y="147"/>
                    <a:pt x="485" y="0"/>
                    <a:pt x="3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0"/>
            <p:cNvSpPr/>
            <p:nvPr/>
          </p:nvSpPr>
          <p:spPr>
            <a:xfrm>
              <a:off x="1224649" y="3873279"/>
              <a:ext cx="19388" cy="19420"/>
            </a:xfrm>
            <a:custGeom>
              <a:rect b="b" l="l" r="r" t="t"/>
              <a:pathLst>
                <a:path extrusionOk="0" h="597" w="596">
                  <a:moveTo>
                    <a:pt x="286" y="1"/>
                  </a:moveTo>
                  <a:cubicBezTo>
                    <a:pt x="143" y="1"/>
                    <a:pt x="0" y="120"/>
                    <a:pt x="0" y="287"/>
                  </a:cubicBezTo>
                  <a:cubicBezTo>
                    <a:pt x="0" y="453"/>
                    <a:pt x="119" y="596"/>
                    <a:pt x="286" y="596"/>
                  </a:cubicBezTo>
                  <a:cubicBezTo>
                    <a:pt x="453" y="596"/>
                    <a:pt x="596" y="477"/>
                    <a:pt x="596" y="287"/>
                  </a:cubicBezTo>
                  <a:cubicBezTo>
                    <a:pt x="596" y="144"/>
                    <a:pt x="477" y="1"/>
                    <a:pt x="2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90"/>
          <p:cNvGrpSpPr/>
          <p:nvPr/>
        </p:nvGrpSpPr>
        <p:grpSpPr>
          <a:xfrm>
            <a:off x="4800505" y="2082293"/>
            <a:ext cx="347876" cy="343029"/>
            <a:chOff x="2508283" y="2478100"/>
            <a:chExt cx="347876" cy="343029"/>
          </a:xfrm>
        </p:grpSpPr>
        <p:sp>
          <p:nvSpPr>
            <p:cNvPr id="6945" name="Google Shape;6945;p90"/>
            <p:cNvSpPr/>
            <p:nvPr/>
          </p:nvSpPr>
          <p:spPr>
            <a:xfrm>
              <a:off x="2508283" y="2666351"/>
              <a:ext cx="158096" cy="154778"/>
            </a:xfrm>
            <a:custGeom>
              <a:rect b="b" l="l" r="r" t="t"/>
              <a:pathLst>
                <a:path extrusionOk="0" h="4758" w="4860">
                  <a:moveTo>
                    <a:pt x="3097" y="0"/>
                  </a:moveTo>
                  <a:lnTo>
                    <a:pt x="477" y="2620"/>
                  </a:lnTo>
                  <a:cubicBezTo>
                    <a:pt x="1" y="3096"/>
                    <a:pt x="1" y="3906"/>
                    <a:pt x="477" y="4382"/>
                  </a:cubicBezTo>
                  <a:cubicBezTo>
                    <a:pt x="715" y="4632"/>
                    <a:pt x="1037" y="4757"/>
                    <a:pt x="1358" y="4757"/>
                  </a:cubicBezTo>
                  <a:cubicBezTo>
                    <a:pt x="1680" y="4757"/>
                    <a:pt x="2001" y="4632"/>
                    <a:pt x="2240" y="4382"/>
                  </a:cubicBezTo>
                  <a:lnTo>
                    <a:pt x="4859" y="1762"/>
                  </a:lnTo>
                  <a:cubicBezTo>
                    <a:pt x="4097" y="1381"/>
                    <a:pt x="3502" y="762"/>
                    <a:pt x="3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0"/>
            <p:cNvSpPr/>
            <p:nvPr/>
          </p:nvSpPr>
          <p:spPr>
            <a:xfrm>
              <a:off x="2523800" y="2699661"/>
              <a:ext cx="142579" cy="121467"/>
            </a:xfrm>
            <a:custGeom>
              <a:rect b="b" l="l" r="r" t="t"/>
              <a:pathLst>
                <a:path extrusionOk="0" h="3734" w="4383">
                  <a:moveTo>
                    <a:pt x="3382" y="0"/>
                  </a:moveTo>
                  <a:lnTo>
                    <a:pt x="0" y="3358"/>
                  </a:lnTo>
                  <a:cubicBezTo>
                    <a:pt x="238" y="3608"/>
                    <a:pt x="560" y="3733"/>
                    <a:pt x="881" y="3733"/>
                  </a:cubicBezTo>
                  <a:cubicBezTo>
                    <a:pt x="1203" y="3733"/>
                    <a:pt x="1524" y="3608"/>
                    <a:pt x="1763" y="3358"/>
                  </a:cubicBezTo>
                  <a:lnTo>
                    <a:pt x="4382" y="738"/>
                  </a:lnTo>
                  <a:cubicBezTo>
                    <a:pt x="4001" y="548"/>
                    <a:pt x="3668" y="286"/>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0"/>
            <p:cNvSpPr/>
            <p:nvPr/>
          </p:nvSpPr>
          <p:spPr>
            <a:xfrm>
              <a:off x="2562511" y="2698881"/>
              <a:ext cx="72086" cy="71306"/>
            </a:xfrm>
            <a:custGeom>
              <a:rect b="b" l="l" r="r" t="t"/>
              <a:pathLst>
                <a:path extrusionOk="0" h="2192" w="2216">
                  <a:moveTo>
                    <a:pt x="453" y="0"/>
                  </a:moveTo>
                  <a:lnTo>
                    <a:pt x="1" y="429"/>
                  </a:lnTo>
                  <a:lnTo>
                    <a:pt x="1763" y="2191"/>
                  </a:lnTo>
                  <a:lnTo>
                    <a:pt x="2216" y="1739"/>
                  </a:lnTo>
                  <a:lnTo>
                    <a:pt x="4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0"/>
            <p:cNvSpPr/>
            <p:nvPr/>
          </p:nvSpPr>
          <p:spPr>
            <a:xfrm>
              <a:off x="2591202" y="2727540"/>
              <a:ext cx="43395" cy="43428"/>
            </a:xfrm>
            <a:custGeom>
              <a:rect b="b" l="l" r="r" t="t"/>
              <a:pathLst>
                <a:path extrusionOk="0" h="1335" w="1334">
                  <a:moveTo>
                    <a:pt x="429" y="0"/>
                  </a:moveTo>
                  <a:lnTo>
                    <a:pt x="0" y="453"/>
                  </a:lnTo>
                  <a:lnTo>
                    <a:pt x="881" y="1334"/>
                  </a:lnTo>
                  <a:lnTo>
                    <a:pt x="1334" y="905"/>
                  </a:lnTo>
                  <a:lnTo>
                    <a:pt x="4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0"/>
            <p:cNvSpPr/>
            <p:nvPr/>
          </p:nvSpPr>
          <p:spPr>
            <a:xfrm>
              <a:off x="2591950" y="2478100"/>
              <a:ext cx="264209" cy="263428"/>
            </a:xfrm>
            <a:custGeom>
              <a:rect b="b" l="l" r="r" t="t"/>
              <a:pathLst>
                <a:path extrusionOk="0" h="8098" w="8122">
                  <a:moveTo>
                    <a:pt x="4049" y="0"/>
                  </a:moveTo>
                  <a:cubicBezTo>
                    <a:pt x="1811" y="0"/>
                    <a:pt x="1" y="1810"/>
                    <a:pt x="1" y="4049"/>
                  </a:cubicBezTo>
                  <a:cubicBezTo>
                    <a:pt x="1" y="6263"/>
                    <a:pt x="1835" y="8097"/>
                    <a:pt x="4073" y="8097"/>
                  </a:cubicBezTo>
                  <a:cubicBezTo>
                    <a:pt x="6312" y="8097"/>
                    <a:pt x="8122" y="6311"/>
                    <a:pt x="8122" y="4049"/>
                  </a:cubicBezTo>
                  <a:cubicBezTo>
                    <a:pt x="8122" y="1786"/>
                    <a:pt x="6288" y="0"/>
                    <a:pt x="40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0"/>
            <p:cNvSpPr/>
            <p:nvPr/>
          </p:nvSpPr>
          <p:spPr>
            <a:xfrm>
              <a:off x="2630694" y="2516810"/>
              <a:ext cx="225465" cy="225465"/>
            </a:xfrm>
            <a:custGeom>
              <a:rect b="b" l="l" r="r" t="t"/>
              <a:pathLst>
                <a:path extrusionOk="0" h="6931" w="6931">
                  <a:moveTo>
                    <a:pt x="5740" y="1"/>
                  </a:moveTo>
                  <a:lnTo>
                    <a:pt x="1" y="5740"/>
                  </a:lnTo>
                  <a:cubicBezTo>
                    <a:pt x="739" y="6478"/>
                    <a:pt x="1739" y="6931"/>
                    <a:pt x="2858" y="6931"/>
                  </a:cubicBezTo>
                  <a:cubicBezTo>
                    <a:pt x="5121" y="6907"/>
                    <a:pt x="6931" y="5073"/>
                    <a:pt x="6931" y="2859"/>
                  </a:cubicBezTo>
                  <a:cubicBezTo>
                    <a:pt x="6931" y="1716"/>
                    <a:pt x="6478" y="715"/>
                    <a:pt x="57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0"/>
            <p:cNvSpPr/>
            <p:nvPr/>
          </p:nvSpPr>
          <p:spPr>
            <a:xfrm>
              <a:off x="2632255" y="2518372"/>
              <a:ext cx="182070" cy="182070"/>
            </a:xfrm>
            <a:custGeom>
              <a:rect b="b" l="l" r="r" t="t"/>
              <a:pathLst>
                <a:path extrusionOk="0" h="5597" w="5597">
                  <a:moveTo>
                    <a:pt x="2810" y="1"/>
                  </a:moveTo>
                  <a:cubicBezTo>
                    <a:pt x="1262" y="1"/>
                    <a:pt x="0" y="1263"/>
                    <a:pt x="0" y="2811"/>
                  </a:cubicBezTo>
                  <a:cubicBezTo>
                    <a:pt x="0" y="4359"/>
                    <a:pt x="1262" y="5597"/>
                    <a:pt x="2810" y="5597"/>
                  </a:cubicBezTo>
                  <a:cubicBezTo>
                    <a:pt x="4358" y="5597"/>
                    <a:pt x="5597" y="4359"/>
                    <a:pt x="5597" y="2811"/>
                  </a:cubicBezTo>
                  <a:cubicBezTo>
                    <a:pt x="5597" y="1263"/>
                    <a:pt x="4358" y="1"/>
                    <a:pt x="2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0"/>
            <p:cNvSpPr/>
            <p:nvPr/>
          </p:nvSpPr>
          <p:spPr>
            <a:xfrm>
              <a:off x="2659353" y="2544721"/>
              <a:ext cx="156534" cy="155721"/>
            </a:xfrm>
            <a:custGeom>
              <a:rect b="b" l="l" r="r" t="t"/>
              <a:pathLst>
                <a:path extrusionOk="0" h="4787" w="4812">
                  <a:moveTo>
                    <a:pt x="3978" y="0"/>
                  </a:moveTo>
                  <a:lnTo>
                    <a:pt x="1" y="3953"/>
                  </a:lnTo>
                  <a:cubicBezTo>
                    <a:pt x="501" y="4454"/>
                    <a:pt x="1239" y="4787"/>
                    <a:pt x="2001" y="4787"/>
                  </a:cubicBezTo>
                  <a:cubicBezTo>
                    <a:pt x="3549" y="4787"/>
                    <a:pt x="4811" y="3549"/>
                    <a:pt x="4811" y="2001"/>
                  </a:cubicBezTo>
                  <a:cubicBezTo>
                    <a:pt x="4811" y="1215"/>
                    <a:pt x="4478" y="500"/>
                    <a:pt x="39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90"/>
          <p:cNvGrpSpPr/>
          <p:nvPr/>
        </p:nvGrpSpPr>
        <p:grpSpPr>
          <a:xfrm>
            <a:off x="4800505" y="1285626"/>
            <a:ext cx="347876" cy="337661"/>
            <a:chOff x="1756840" y="3045911"/>
            <a:chExt cx="347876" cy="337661"/>
          </a:xfrm>
        </p:grpSpPr>
        <p:sp>
          <p:nvSpPr>
            <p:cNvPr id="6954" name="Google Shape;6954;p90"/>
            <p:cNvSpPr/>
            <p:nvPr/>
          </p:nvSpPr>
          <p:spPr>
            <a:xfrm>
              <a:off x="1774667" y="3196980"/>
              <a:ext cx="88351" cy="86823"/>
            </a:xfrm>
            <a:custGeom>
              <a:rect b="b" l="l" r="r" t="t"/>
              <a:pathLst>
                <a:path extrusionOk="0" h="2669" w="2716">
                  <a:moveTo>
                    <a:pt x="1811" y="1"/>
                  </a:moveTo>
                  <a:lnTo>
                    <a:pt x="1" y="1025"/>
                  </a:lnTo>
                  <a:lnTo>
                    <a:pt x="882" y="2668"/>
                  </a:lnTo>
                  <a:lnTo>
                    <a:pt x="2716" y="1644"/>
                  </a:lnTo>
                  <a:lnTo>
                    <a:pt x="18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0"/>
            <p:cNvSpPr/>
            <p:nvPr/>
          </p:nvSpPr>
          <p:spPr>
            <a:xfrm>
              <a:off x="1789403" y="3224110"/>
              <a:ext cx="73615" cy="59693"/>
            </a:xfrm>
            <a:custGeom>
              <a:rect b="b" l="l" r="r" t="t"/>
              <a:pathLst>
                <a:path extrusionOk="0" h="1835" w="2263">
                  <a:moveTo>
                    <a:pt x="1810" y="0"/>
                  </a:moveTo>
                  <a:cubicBezTo>
                    <a:pt x="1596" y="120"/>
                    <a:pt x="167" y="905"/>
                    <a:pt x="0" y="1025"/>
                  </a:cubicBezTo>
                  <a:lnTo>
                    <a:pt x="429" y="1834"/>
                  </a:lnTo>
                  <a:cubicBezTo>
                    <a:pt x="643" y="1715"/>
                    <a:pt x="2024" y="953"/>
                    <a:pt x="2263" y="810"/>
                  </a:cubicBezTo>
                  <a:lnTo>
                    <a:pt x="18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0"/>
            <p:cNvSpPr/>
            <p:nvPr/>
          </p:nvSpPr>
          <p:spPr>
            <a:xfrm>
              <a:off x="1856024" y="3247337"/>
              <a:ext cx="92971" cy="136236"/>
            </a:xfrm>
            <a:custGeom>
              <a:rect b="b" l="l" r="r" t="t"/>
              <a:pathLst>
                <a:path extrusionOk="0" h="4188" w="2858">
                  <a:moveTo>
                    <a:pt x="2310" y="1"/>
                  </a:moveTo>
                  <a:lnTo>
                    <a:pt x="95" y="3740"/>
                  </a:lnTo>
                  <a:cubicBezTo>
                    <a:pt x="0" y="3883"/>
                    <a:pt x="48" y="4049"/>
                    <a:pt x="215" y="4145"/>
                  </a:cubicBezTo>
                  <a:cubicBezTo>
                    <a:pt x="259" y="4175"/>
                    <a:pt x="307" y="4188"/>
                    <a:pt x="353" y="4188"/>
                  </a:cubicBezTo>
                  <a:cubicBezTo>
                    <a:pt x="455" y="4188"/>
                    <a:pt x="554" y="4124"/>
                    <a:pt x="619" y="4026"/>
                  </a:cubicBezTo>
                  <a:lnTo>
                    <a:pt x="2858" y="311"/>
                  </a:lnTo>
                  <a:cubicBezTo>
                    <a:pt x="2644" y="239"/>
                    <a:pt x="2477" y="120"/>
                    <a:pt x="2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0"/>
            <p:cNvSpPr/>
            <p:nvPr/>
          </p:nvSpPr>
          <p:spPr>
            <a:xfrm>
              <a:off x="1968350" y="3246588"/>
              <a:ext cx="92223" cy="136984"/>
            </a:xfrm>
            <a:custGeom>
              <a:rect b="b" l="l" r="r" t="t"/>
              <a:pathLst>
                <a:path extrusionOk="0" h="4211" w="2835">
                  <a:moveTo>
                    <a:pt x="524" y="0"/>
                  </a:moveTo>
                  <a:cubicBezTo>
                    <a:pt x="381" y="143"/>
                    <a:pt x="191" y="262"/>
                    <a:pt x="0" y="334"/>
                  </a:cubicBezTo>
                  <a:lnTo>
                    <a:pt x="2191" y="4049"/>
                  </a:lnTo>
                  <a:cubicBezTo>
                    <a:pt x="2257" y="4147"/>
                    <a:pt x="2367" y="4211"/>
                    <a:pt x="2476" y="4211"/>
                  </a:cubicBezTo>
                  <a:cubicBezTo>
                    <a:pt x="2525" y="4211"/>
                    <a:pt x="2575" y="4198"/>
                    <a:pt x="2620" y="4168"/>
                  </a:cubicBezTo>
                  <a:cubicBezTo>
                    <a:pt x="2763" y="4072"/>
                    <a:pt x="2834" y="3882"/>
                    <a:pt x="2739" y="3715"/>
                  </a:cubicBezTo>
                  <a:lnTo>
                    <a:pt x="5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0"/>
            <p:cNvSpPr/>
            <p:nvPr/>
          </p:nvSpPr>
          <p:spPr>
            <a:xfrm>
              <a:off x="1822713" y="3062208"/>
              <a:ext cx="262647" cy="203280"/>
            </a:xfrm>
            <a:custGeom>
              <a:rect b="b" l="l" r="r" t="t"/>
              <a:pathLst>
                <a:path extrusionOk="0" h="6249" w="8074">
                  <a:moveTo>
                    <a:pt x="6597" y="0"/>
                  </a:moveTo>
                  <a:lnTo>
                    <a:pt x="214" y="3501"/>
                  </a:lnTo>
                  <a:cubicBezTo>
                    <a:pt x="72" y="3596"/>
                    <a:pt x="0" y="3763"/>
                    <a:pt x="95" y="3906"/>
                  </a:cubicBezTo>
                  <a:lnTo>
                    <a:pt x="1286" y="6097"/>
                  </a:lnTo>
                  <a:cubicBezTo>
                    <a:pt x="1352" y="6195"/>
                    <a:pt x="1452" y="6249"/>
                    <a:pt x="1562" y="6249"/>
                  </a:cubicBezTo>
                  <a:cubicBezTo>
                    <a:pt x="1612" y="6249"/>
                    <a:pt x="1663" y="6238"/>
                    <a:pt x="1715" y="6216"/>
                  </a:cubicBezTo>
                  <a:lnTo>
                    <a:pt x="8073" y="2691"/>
                  </a:lnTo>
                  <a:lnTo>
                    <a:pt x="65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0"/>
            <p:cNvSpPr/>
            <p:nvPr/>
          </p:nvSpPr>
          <p:spPr>
            <a:xfrm>
              <a:off x="1845159" y="3107132"/>
              <a:ext cx="240202" cy="160243"/>
            </a:xfrm>
            <a:custGeom>
              <a:rect b="b" l="l" r="r" t="t"/>
              <a:pathLst>
                <a:path extrusionOk="0" h="4926" w="7384">
                  <a:moveTo>
                    <a:pt x="6645" y="1"/>
                  </a:moveTo>
                  <a:cubicBezTo>
                    <a:pt x="6502" y="96"/>
                    <a:pt x="120" y="3596"/>
                    <a:pt x="1" y="3668"/>
                  </a:cubicBezTo>
                  <a:cubicBezTo>
                    <a:pt x="549" y="4621"/>
                    <a:pt x="429" y="4406"/>
                    <a:pt x="596" y="4763"/>
                  </a:cubicBezTo>
                  <a:cubicBezTo>
                    <a:pt x="662" y="4861"/>
                    <a:pt x="760" y="4926"/>
                    <a:pt x="870" y="4926"/>
                  </a:cubicBezTo>
                  <a:cubicBezTo>
                    <a:pt x="920" y="4926"/>
                    <a:pt x="972" y="4912"/>
                    <a:pt x="1025" y="4882"/>
                  </a:cubicBezTo>
                  <a:cubicBezTo>
                    <a:pt x="1096" y="4835"/>
                    <a:pt x="7169" y="1501"/>
                    <a:pt x="7383" y="1382"/>
                  </a:cubicBezTo>
                  <a:lnTo>
                    <a:pt x="66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0"/>
            <p:cNvSpPr/>
            <p:nvPr/>
          </p:nvSpPr>
          <p:spPr>
            <a:xfrm>
              <a:off x="1756840" y="3223037"/>
              <a:ext cx="52731" cy="73453"/>
            </a:xfrm>
            <a:custGeom>
              <a:rect b="b" l="l" r="r" t="t"/>
              <a:pathLst>
                <a:path extrusionOk="0" h="2258" w="1621">
                  <a:moveTo>
                    <a:pt x="357" y="1"/>
                  </a:moveTo>
                  <a:cubicBezTo>
                    <a:pt x="308" y="1"/>
                    <a:pt x="259" y="11"/>
                    <a:pt x="215" y="33"/>
                  </a:cubicBezTo>
                  <a:cubicBezTo>
                    <a:pt x="72" y="129"/>
                    <a:pt x="1" y="319"/>
                    <a:pt x="96" y="462"/>
                  </a:cubicBezTo>
                  <a:lnTo>
                    <a:pt x="1001" y="2105"/>
                  </a:lnTo>
                  <a:cubicBezTo>
                    <a:pt x="1050" y="2204"/>
                    <a:pt x="1157" y="2257"/>
                    <a:pt x="1265" y="2257"/>
                  </a:cubicBezTo>
                  <a:cubicBezTo>
                    <a:pt x="1313" y="2257"/>
                    <a:pt x="1362" y="2247"/>
                    <a:pt x="1406" y="2224"/>
                  </a:cubicBezTo>
                  <a:cubicBezTo>
                    <a:pt x="1549" y="2129"/>
                    <a:pt x="1620" y="1939"/>
                    <a:pt x="1525" y="1796"/>
                  </a:cubicBezTo>
                  <a:lnTo>
                    <a:pt x="644" y="153"/>
                  </a:lnTo>
                  <a:cubicBezTo>
                    <a:pt x="578" y="54"/>
                    <a:pt x="467"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0"/>
            <p:cNvSpPr/>
            <p:nvPr/>
          </p:nvSpPr>
          <p:spPr>
            <a:xfrm>
              <a:off x="1774667" y="3255111"/>
              <a:ext cx="34905" cy="41378"/>
            </a:xfrm>
            <a:custGeom>
              <a:rect b="b" l="l" r="r" t="t"/>
              <a:pathLst>
                <a:path extrusionOk="0" h="1272" w="1073">
                  <a:moveTo>
                    <a:pt x="525" y="0"/>
                  </a:moveTo>
                  <a:cubicBezTo>
                    <a:pt x="406" y="72"/>
                    <a:pt x="525" y="0"/>
                    <a:pt x="1" y="310"/>
                  </a:cubicBezTo>
                  <a:lnTo>
                    <a:pt x="453" y="1119"/>
                  </a:lnTo>
                  <a:cubicBezTo>
                    <a:pt x="502" y="1218"/>
                    <a:pt x="609" y="1271"/>
                    <a:pt x="717" y="1271"/>
                  </a:cubicBezTo>
                  <a:cubicBezTo>
                    <a:pt x="765" y="1271"/>
                    <a:pt x="814" y="1261"/>
                    <a:pt x="858" y="1238"/>
                  </a:cubicBezTo>
                  <a:cubicBezTo>
                    <a:pt x="1001" y="1143"/>
                    <a:pt x="1072" y="953"/>
                    <a:pt x="977" y="810"/>
                  </a:cubicBezTo>
                  <a:lnTo>
                    <a:pt x="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0"/>
            <p:cNvSpPr/>
            <p:nvPr/>
          </p:nvSpPr>
          <p:spPr>
            <a:xfrm>
              <a:off x="2029539" y="3045911"/>
              <a:ext cx="75177" cy="114994"/>
            </a:xfrm>
            <a:custGeom>
              <a:rect b="b" l="l" r="r" t="t"/>
              <a:pathLst>
                <a:path extrusionOk="0" h="3535" w="2311">
                  <a:moveTo>
                    <a:pt x="360" y="0"/>
                  </a:moveTo>
                  <a:cubicBezTo>
                    <a:pt x="306" y="0"/>
                    <a:pt x="248" y="16"/>
                    <a:pt x="191" y="49"/>
                  </a:cubicBezTo>
                  <a:cubicBezTo>
                    <a:pt x="48" y="120"/>
                    <a:pt x="1" y="311"/>
                    <a:pt x="72" y="454"/>
                  </a:cubicBezTo>
                  <a:lnTo>
                    <a:pt x="1691" y="3383"/>
                  </a:lnTo>
                  <a:cubicBezTo>
                    <a:pt x="1724" y="3481"/>
                    <a:pt x="1837" y="3535"/>
                    <a:pt x="1950" y="3535"/>
                  </a:cubicBezTo>
                  <a:cubicBezTo>
                    <a:pt x="2001" y="3535"/>
                    <a:pt x="2052" y="3524"/>
                    <a:pt x="2096" y="3502"/>
                  </a:cubicBezTo>
                  <a:cubicBezTo>
                    <a:pt x="2263" y="3407"/>
                    <a:pt x="2311" y="3216"/>
                    <a:pt x="2215" y="3073"/>
                  </a:cubicBezTo>
                  <a:lnTo>
                    <a:pt x="620" y="168"/>
                  </a:lnTo>
                  <a:cubicBezTo>
                    <a:pt x="557" y="58"/>
                    <a:pt x="464" y="0"/>
                    <a:pt x="3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0"/>
            <p:cNvSpPr/>
            <p:nvPr/>
          </p:nvSpPr>
          <p:spPr>
            <a:xfrm>
              <a:off x="2058198" y="3098609"/>
              <a:ext cx="46518" cy="62295"/>
            </a:xfrm>
            <a:custGeom>
              <a:rect b="b" l="l" r="r" t="t"/>
              <a:pathLst>
                <a:path extrusionOk="0" h="1915" w="1430">
                  <a:moveTo>
                    <a:pt x="548" y="1"/>
                  </a:moveTo>
                  <a:cubicBezTo>
                    <a:pt x="25" y="286"/>
                    <a:pt x="120" y="239"/>
                    <a:pt x="1" y="286"/>
                  </a:cubicBezTo>
                  <a:cubicBezTo>
                    <a:pt x="96" y="453"/>
                    <a:pt x="715" y="1596"/>
                    <a:pt x="810" y="1763"/>
                  </a:cubicBezTo>
                  <a:cubicBezTo>
                    <a:pt x="876" y="1861"/>
                    <a:pt x="976" y="1915"/>
                    <a:pt x="1079" y="1915"/>
                  </a:cubicBezTo>
                  <a:cubicBezTo>
                    <a:pt x="1125" y="1915"/>
                    <a:pt x="1171" y="1904"/>
                    <a:pt x="1215" y="1882"/>
                  </a:cubicBezTo>
                  <a:cubicBezTo>
                    <a:pt x="1382" y="1787"/>
                    <a:pt x="1430" y="1596"/>
                    <a:pt x="1334" y="1453"/>
                  </a:cubicBezTo>
                  <a:lnTo>
                    <a:pt x="5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0"/>
            <p:cNvSpPr/>
            <p:nvPr/>
          </p:nvSpPr>
          <p:spPr>
            <a:xfrm>
              <a:off x="1917994" y="3180715"/>
              <a:ext cx="81358" cy="81390"/>
            </a:xfrm>
            <a:custGeom>
              <a:rect b="b" l="l" r="r" t="t"/>
              <a:pathLst>
                <a:path extrusionOk="0" h="2502" w="2501">
                  <a:moveTo>
                    <a:pt x="1239" y="1"/>
                  </a:moveTo>
                  <a:cubicBezTo>
                    <a:pt x="572" y="1"/>
                    <a:pt x="0" y="572"/>
                    <a:pt x="0" y="1263"/>
                  </a:cubicBezTo>
                  <a:cubicBezTo>
                    <a:pt x="0" y="1930"/>
                    <a:pt x="572" y="2501"/>
                    <a:pt x="1239" y="2501"/>
                  </a:cubicBezTo>
                  <a:cubicBezTo>
                    <a:pt x="1929" y="2501"/>
                    <a:pt x="2501" y="1930"/>
                    <a:pt x="2501" y="1263"/>
                  </a:cubicBezTo>
                  <a:cubicBezTo>
                    <a:pt x="2501" y="572"/>
                    <a:pt x="1929" y="1"/>
                    <a:pt x="1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0"/>
            <p:cNvSpPr/>
            <p:nvPr/>
          </p:nvSpPr>
          <p:spPr>
            <a:xfrm>
              <a:off x="1957485" y="3180715"/>
              <a:ext cx="41118" cy="81390"/>
            </a:xfrm>
            <a:custGeom>
              <a:rect b="b" l="l" r="r" t="t"/>
              <a:pathLst>
                <a:path extrusionOk="0" h="2502" w="1264">
                  <a:moveTo>
                    <a:pt x="1" y="1"/>
                  </a:moveTo>
                  <a:lnTo>
                    <a:pt x="1" y="2501"/>
                  </a:lnTo>
                  <a:cubicBezTo>
                    <a:pt x="692" y="2501"/>
                    <a:pt x="1239" y="1930"/>
                    <a:pt x="1239" y="1263"/>
                  </a:cubicBezTo>
                  <a:cubicBezTo>
                    <a:pt x="1263" y="572"/>
                    <a:pt x="715"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0"/>
            <p:cNvSpPr/>
            <p:nvPr/>
          </p:nvSpPr>
          <p:spPr>
            <a:xfrm>
              <a:off x="1938130" y="3200884"/>
              <a:ext cx="41085" cy="41085"/>
            </a:xfrm>
            <a:custGeom>
              <a:rect b="b" l="l" r="r" t="t"/>
              <a:pathLst>
                <a:path extrusionOk="0" h="1263" w="1263">
                  <a:moveTo>
                    <a:pt x="620" y="0"/>
                  </a:moveTo>
                  <a:cubicBezTo>
                    <a:pt x="262" y="0"/>
                    <a:pt x="1" y="262"/>
                    <a:pt x="1" y="619"/>
                  </a:cubicBezTo>
                  <a:cubicBezTo>
                    <a:pt x="1" y="1000"/>
                    <a:pt x="262" y="1262"/>
                    <a:pt x="620" y="1262"/>
                  </a:cubicBezTo>
                  <a:cubicBezTo>
                    <a:pt x="953" y="1262"/>
                    <a:pt x="1263" y="953"/>
                    <a:pt x="1263" y="619"/>
                  </a:cubicBezTo>
                  <a:cubicBezTo>
                    <a:pt x="1263" y="262"/>
                    <a:pt x="977" y="0"/>
                    <a:pt x="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0"/>
            <p:cNvSpPr/>
            <p:nvPr/>
          </p:nvSpPr>
          <p:spPr>
            <a:xfrm>
              <a:off x="1957485" y="3200884"/>
              <a:ext cx="20201" cy="41085"/>
            </a:xfrm>
            <a:custGeom>
              <a:rect b="b" l="l" r="r" t="t"/>
              <a:pathLst>
                <a:path extrusionOk="0" h="1263" w="621">
                  <a:moveTo>
                    <a:pt x="1" y="0"/>
                  </a:moveTo>
                  <a:lnTo>
                    <a:pt x="1" y="1262"/>
                  </a:lnTo>
                  <a:cubicBezTo>
                    <a:pt x="358" y="1262"/>
                    <a:pt x="620" y="1000"/>
                    <a:pt x="620" y="643"/>
                  </a:cubicBezTo>
                  <a:cubicBezTo>
                    <a:pt x="620" y="286"/>
                    <a:pt x="358"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90"/>
          <p:cNvGrpSpPr/>
          <p:nvPr/>
        </p:nvGrpSpPr>
        <p:grpSpPr>
          <a:xfrm>
            <a:off x="3987404" y="2871790"/>
            <a:ext cx="364441" cy="364834"/>
            <a:chOff x="6086331" y="2905337"/>
            <a:chExt cx="364441" cy="364834"/>
          </a:xfrm>
        </p:grpSpPr>
        <p:sp>
          <p:nvSpPr>
            <p:cNvPr id="6969" name="Google Shape;6969;p90"/>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0"/>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0"/>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0"/>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0"/>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0"/>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90"/>
          <p:cNvGrpSpPr/>
          <p:nvPr/>
        </p:nvGrpSpPr>
        <p:grpSpPr>
          <a:xfrm>
            <a:off x="4792359" y="2882205"/>
            <a:ext cx="364166" cy="344005"/>
            <a:chOff x="6263163" y="1921869"/>
            <a:chExt cx="364166" cy="344005"/>
          </a:xfrm>
        </p:grpSpPr>
        <p:sp>
          <p:nvSpPr>
            <p:cNvPr id="6976" name="Google Shape;6976;p90"/>
            <p:cNvSpPr/>
            <p:nvPr/>
          </p:nvSpPr>
          <p:spPr>
            <a:xfrm>
              <a:off x="6263969" y="1938134"/>
              <a:ext cx="282035" cy="327740"/>
            </a:xfrm>
            <a:custGeom>
              <a:rect b="b" l="l" r="r" t="t"/>
              <a:pathLst>
                <a:path extrusionOk="0" h="10075" w="8670">
                  <a:moveTo>
                    <a:pt x="2763" y="1"/>
                  </a:moveTo>
                  <a:lnTo>
                    <a:pt x="2763" y="4097"/>
                  </a:lnTo>
                  <a:lnTo>
                    <a:pt x="715" y="7383"/>
                  </a:lnTo>
                  <a:cubicBezTo>
                    <a:pt x="1" y="8550"/>
                    <a:pt x="834" y="10074"/>
                    <a:pt x="2192" y="10074"/>
                  </a:cubicBezTo>
                  <a:lnTo>
                    <a:pt x="6407" y="10074"/>
                  </a:lnTo>
                  <a:cubicBezTo>
                    <a:pt x="7788" y="10074"/>
                    <a:pt x="8669" y="8550"/>
                    <a:pt x="7907" y="7383"/>
                  </a:cubicBezTo>
                  <a:lnTo>
                    <a:pt x="5859" y="4097"/>
                  </a:lnTo>
                  <a:lnTo>
                    <a:pt x="58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0"/>
            <p:cNvSpPr/>
            <p:nvPr/>
          </p:nvSpPr>
          <p:spPr>
            <a:xfrm>
              <a:off x="6406516" y="1938134"/>
              <a:ext cx="137927" cy="327740"/>
            </a:xfrm>
            <a:custGeom>
              <a:rect b="b" l="l" r="r" t="t"/>
              <a:pathLst>
                <a:path extrusionOk="0" h="10075" w="4240">
                  <a:moveTo>
                    <a:pt x="0" y="1"/>
                  </a:moveTo>
                  <a:lnTo>
                    <a:pt x="0" y="10074"/>
                  </a:lnTo>
                  <a:lnTo>
                    <a:pt x="2072" y="10074"/>
                  </a:lnTo>
                  <a:cubicBezTo>
                    <a:pt x="3406" y="10074"/>
                    <a:pt x="4239" y="8550"/>
                    <a:pt x="3525" y="7383"/>
                  </a:cubicBezTo>
                  <a:lnTo>
                    <a:pt x="1501" y="4097"/>
                  </a:lnTo>
                  <a:lnTo>
                    <a:pt x="15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0"/>
            <p:cNvSpPr/>
            <p:nvPr/>
          </p:nvSpPr>
          <p:spPr>
            <a:xfrm>
              <a:off x="6341456" y="1921869"/>
              <a:ext cx="128624" cy="20169"/>
            </a:xfrm>
            <a:custGeom>
              <a:rect b="b" l="l" r="r" t="t"/>
              <a:pathLst>
                <a:path extrusionOk="0" h="620" w="3954">
                  <a:moveTo>
                    <a:pt x="333" y="1"/>
                  </a:moveTo>
                  <a:cubicBezTo>
                    <a:pt x="143" y="1"/>
                    <a:pt x="0" y="143"/>
                    <a:pt x="24" y="358"/>
                  </a:cubicBezTo>
                  <a:cubicBezTo>
                    <a:pt x="24" y="501"/>
                    <a:pt x="167" y="620"/>
                    <a:pt x="333" y="620"/>
                  </a:cubicBezTo>
                  <a:lnTo>
                    <a:pt x="3596" y="620"/>
                  </a:lnTo>
                  <a:cubicBezTo>
                    <a:pt x="3810" y="620"/>
                    <a:pt x="3953" y="453"/>
                    <a:pt x="3929" y="263"/>
                  </a:cubicBezTo>
                  <a:cubicBezTo>
                    <a:pt x="3906" y="120"/>
                    <a:pt x="3739" y="1"/>
                    <a:pt x="3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0"/>
            <p:cNvSpPr/>
            <p:nvPr/>
          </p:nvSpPr>
          <p:spPr>
            <a:xfrm>
              <a:off x="6404954" y="1921869"/>
              <a:ext cx="64344" cy="20169"/>
            </a:xfrm>
            <a:custGeom>
              <a:rect b="b" l="l" r="r" t="t"/>
              <a:pathLst>
                <a:path extrusionOk="0" h="620" w="1978">
                  <a:moveTo>
                    <a:pt x="1" y="1"/>
                  </a:moveTo>
                  <a:lnTo>
                    <a:pt x="1" y="620"/>
                  </a:lnTo>
                  <a:lnTo>
                    <a:pt x="1644" y="620"/>
                  </a:lnTo>
                  <a:cubicBezTo>
                    <a:pt x="1835" y="620"/>
                    <a:pt x="1977" y="477"/>
                    <a:pt x="1954" y="263"/>
                  </a:cubicBezTo>
                  <a:cubicBezTo>
                    <a:pt x="1954" y="120"/>
                    <a:pt x="1787" y="1"/>
                    <a:pt x="1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0"/>
            <p:cNvSpPr/>
            <p:nvPr/>
          </p:nvSpPr>
          <p:spPr>
            <a:xfrm>
              <a:off x="6263163" y="2134125"/>
              <a:ext cx="282032" cy="131747"/>
            </a:xfrm>
            <a:custGeom>
              <a:rect b="b" l="l" r="r" t="t"/>
              <a:pathLst>
                <a:path extrusionOk="0" h="4050" w="8575">
                  <a:moveTo>
                    <a:pt x="1549" y="1"/>
                  </a:moveTo>
                  <a:lnTo>
                    <a:pt x="715" y="1358"/>
                  </a:lnTo>
                  <a:cubicBezTo>
                    <a:pt x="1" y="2525"/>
                    <a:pt x="834" y="4049"/>
                    <a:pt x="2192" y="4049"/>
                  </a:cubicBezTo>
                  <a:lnTo>
                    <a:pt x="6383" y="4049"/>
                  </a:lnTo>
                  <a:cubicBezTo>
                    <a:pt x="7741" y="4049"/>
                    <a:pt x="8574" y="2525"/>
                    <a:pt x="7860" y="1358"/>
                  </a:cubicBezTo>
                  <a:lnTo>
                    <a:pt x="70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0"/>
            <p:cNvSpPr/>
            <p:nvPr/>
          </p:nvSpPr>
          <p:spPr>
            <a:xfrm>
              <a:off x="6402582" y="2134125"/>
              <a:ext cx="142611" cy="131747"/>
            </a:xfrm>
            <a:custGeom>
              <a:rect b="b" l="l" r="r" t="t"/>
              <a:pathLst>
                <a:path extrusionOk="0" h="4050" w="4336">
                  <a:moveTo>
                    <a:pt x="1" y="1"/>
                  </a:moveTo>
                  <a:lnTo>
                    <a:pt x="1" y="4049"/>
                  </a:lnTo>
                  <a:lnTo>
                    <a:pt x="2097" y="4049"/>
                  </a:lnTo>
                  <a:cubicBezTo>
                    <a:pt x="3502" y="4049"/>
                    <a:pt x="4335" y="2525"/>
                    <a:pt x="3573" y="1358"/>
                  </a:cubicBezTo>
                  <a:lnTo>
                    <a:pt x="27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0"/>
            <p:cNvSpPr/>
            <p:nvPr/>
          </p:nvSpPr>
          <p:spPr>
            <a:xfrm>
              <a:off x="6432084" y="2165031"/>
              <a:ext cx="19388" cy="19485"/>
            </a:xfrm>
            <a:custGeom>
              <a:rect b="b" l="l" r="r" t="t"/>
              <a:pathLst>
                <a:path extrusionOk="0" h="599" w="596">
                  <a:moveTo>
                    <a:pt x="341" y="1"/>
                  </a:moveTo>
                  <a:cubicBezTo>
                    <a:pt x="331" y="1"/>
                    <a:pt x="320" y="2"/>
                    <a:pt x="310" y="3"/>
                  </a:cubicBezTo>
                  <a:cubicBezTo>
                    <a:pt x="167" y="3"/>
                    <a:pt x="0" y="122"/>
                    <a:pt x="0" y="289"/>
                  </a:cubicBezTo>
                  <a:cubicBezTo>
                    <a:pt x="0" y="456"/>
                    <a:pt x="119" y="599"/>
                    <a:pt x="310" y="599"/>
                  </a:cubicBezTo>
                  <a:cubicBezTo>
                    <a:pt x="453" y="599"/>
                    <a:pt x="596" y="480"/>
                    <a:pt x="596" y="289"/>
                  </a:cubicBezTo>
                  <a:cubicBezTo>
                    <a:pt x="596" y="135"/>
                    <a:pt x="473" y="1"/>
                    <a:pt x="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0"/>
            <p:cNvSpPr/>
            <p:nvPr/>
          </p:nvSpPr>
          <p:spPr>
            <a:xfrm>
              <a:off x="6350727" y="2165129"/>
              <a:ext cx="60473" cy="59660"/>
            </a:xfrm>
            <a:custGeom>
              <a:rect b="b" l="l" r="r" t="t"/>
              <a:pathLst>
                <a:path extrusionOk="0" h="1834" w="1859">
                  <a:moveTo>
                    <a:pt x="930" y="0"/>
                  </a:moveTo>
                  <a:cubicBezTo>
                    <a:pt x="429" y="0"/>
                    <a:pt x="1" y="405"/>
                    <a:pt x="1" y="929"/>
                  </a:cubicBezTo>
                  <a:cubicBezTo>
                    <a:pt x="1" y="1429"/>
                    <a:pt x="429" y="1834"/>
                    <a:pt x="930" y="1834"/>
                  </a:cubicBezTo>
                  <a:cubicBezTo>
                    <a:pt x="1430" y="1834"/>
                    <a:pt x="1858" y="1429"/>
                    <a:pt x="1858" y="929"/>
                  </a:cubicBezTo>
                  <a:cubicBezTo>
                    <a:pt x="1858" y="405"/>
                    <a:pt x="1430" y="0"/>
                    <a:pt x="9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0"/>
            <p:cNvSpPr/>
            <p:nvPr/>
          </p:nvSpPr>
          <p:spPr>
            <a:xfrm>
              <a:off x="6404954" y="2176742"/>
              <a:ext cx="7775" cy="35653"/>
            </a:xfrm>
            <a:custGeom>
              <a:rect b="b" l="l" r="r" t="t"/>
              <a:pathLst>
                <a:path extrusionOk="0" h="1096" w="239">
                  <a:moveTo>
                    <a:pt x="1" y="0"/>
                  </a:moveTo>
                  <a:lnTo>
                    <a:pt x="1" y="1096"/>
                  </a:lnTo>
                  <a:cubicBezTo>
                    <a:pt x="239" y="763"/>
                    <a:pt x="239" y="33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0"/>
            <p:cNvSpPr/>
            <p:nvPr/>
          </p:nvSpPr>
          <p:spPr>
            <a:xfrm>
              <a:off x="6499487" y="2060545"/>
              <a:ext cx="127843" cy="124948"/>
            </a:xfrm>
            <a:custGeom>
              <a:rect b="b" l="l" r="r" t="t"/>
              <a:pathLst>
                <a:path extrusionOk="0" h="3841" w="3930">
                  <a:moveTo>
                    <a:pt x="1310" y="0"/>
                  </a:moveTo>
                  <a:cubicBezTo>
                    <a:pt x="1096" y="619"/>
                    <a:pt x="596" y="1096"/>
                    <a:pt x="0" y="1310"/>
                  </a:cubicBezTo>
                  <a:lnTo>
                    <a:pt x="2263" y="3572"/>
                  </a:lnTo>
                  <a:cubicBezTo>
                    <a:pt x="2441" y="3751"/>
                    <a:pt x="2679" y="3840"/>
                    <a:pt x="2917" y="3840"/>
                  </a:cubicBezTo>
                  <a:cubicBezTo>
                    <a:pt x="3156" y="3840"/>
                    <a:pt x="3394" y="3751"/>
                    <a:pt x="3572" y="3572"/>
                  </a:cubicBezTo>
                  <a:cubicBezTo>
                    <a:pt x="3930" y="3215"/>
                    <a:pt x="3930" y="2620"/>
                    <a:pt x="3572" y="2263"/>
                  </a:cubicBezTo>
                  <a:lnTo>
                    <a:pt x="13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0"/>
            <p:cNvSpPr/>
            <p:nvPr/>
          </p:nvSpPr>
          <p:spPr>
            <a:xfrm>
              <a:off x="6525055" y="2060545"/>
              <a:ext cx="102274" cy="116230"/>
            </a:xfrm>
            <a:custGeom>
              <a:rect b="b" l="l" r="r" t="t"/>
              <a:pathLst>
                <a:path extrusionOk="0" h="3573" w="3144">
                  <a:moveTo>
                    <a:pt x="524" y="0"/>
                  </a:moveTo>
                  <a:cubicBezTo>
                    <a:pt x="405" y="286"/>
                    <a:pt x="238" y="572"/>
                    <a:pt x="0" y="810"/>
                  </a:cubicBezTo>
                  <a:lnTo>
                    <a:pt x="2786" y="3572"/>
                  </a:lnTo>
                  <a:cubicBezTo>
                    <a:pt x="3144" y="3215"/>
                    <a:pt x="3144" y="2620"/>
                    <a:pt x="2786" y="2263"/>
                  </a:cubicBezTo>
                  <a:lnTo>
                    <a:pt x="5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0"/>
            <p:cNvSpPr/>
            <p:nvPr/>
          </p:nvSpPr>
          <p:spPr>
            <a:xfrm>
              <a:off x="6419690" y="1982310"/>
              <a:ext cx="111578" cy="110016"/>
            </a:xfrm>
            <a:custGeom>
              <a:rect b="b" l="l" r="r" t="t"/>
              <a:pathLst>
                <a:path extrusionOk="0" h="3382" w="3430">
                  <a:moveTo>
                    <a:pt x="1691" y="0"/>
                  </a:moveTo>
                  <a:cubicBezTo>
                    <a:pt x="786" y="0"/>
                    <a:pt x="0" y="738"/>
                    <a:pt x="0" y="1691"/>
                  </a:cubicBezTo>
                  <a:cubicBezTo>
                    <a:pt x="0" y="2620"/>
                    <a:pt x="739" y="3382"/>
                    <a:pt x="1691" y="3382"/>
                  </a:cubicBezTo>
                  <a:cubicBezTo>
                    <a:pt x="2644" y="3382"/>
                    <a:pt x="3430" y="2620"/>
                    <a:pt x="3406" y="1691"/>
                  </a:cubicBezTo>
                  <a:cubicBezTo>
                    <a:pt x="3406" y="762"/>
                    <a:pt x="2644" y="0"/>
                    <a:pt x="16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0"/>
            <p:cNvSpPr/>
            <p:nvPr/>
          </p:nvSpPr>
          <p:spPr>
            <a:xfrm>
              <a:off x="6435955" y="1981497"/>
              <a:ext cx="95313" cy="94565"/>
            </a:xfrm>
            <a:custGeom>
              <a:rect b="b" l="l" r="r" t="t"/>
              <a:pathLst>
                <a:path extrusionOk="0" h="2907" w="2930">
                  <a:moveTo>
                    <a:pt x="1194" y="1"/>
                  </a:moveTo>
                  <a:cubicBezTo>
                    <a:pt x="774" y="1"/>
                    <a:pt x="346" y="156"/>
                    <a:pt x="0" y="501"/>
                  </a:cubicBezTo>
                  <a:lnTo>
                    <a:pt x="2429" y="2907"/>
                  </a:lnTo>
                  <a:cubicBezTo>
                    <a:pt x="2715" y="2597"/>
                    <a:pt x="2930" y="2168"/>
                    <a:pt x="2930" y="1716"/>
                  </a:cubicBezTo>
                  <a:cubicBezTo>
                    <a:pt x="2930" y="683"/>
                    <a:pt x="2077" y="1"/>
                    <a:pt x="1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0"/>
            <p:cNvSpPr/>
            <p:nvPr/>
          </p:nvSpPr>
          <p:spPr>
            <a:xfrm>
              <a:off x="6401083" y="1962922"/>
              <a:ext cx="148792" cy="147231"/>
            </a:xfrm>
            <a:custGeom>
              <a:rect b="b" l="l" r="r" t="t"/>
              <a:pathLst>
                <a:path extrusionOk="0" h="4526" w="4574">
                  <a:moveTo>
                    <a:pt x="2263" y="644"/>
                  </a:moveTo>
                  <a:cubicBezTo>
                    <a:pt x="3168" y="644"/>
                    <a:pt x="3906" y="1382"/>
                    <a:pt x="3906" y="2287"/>
                  </a:cubicBezTo>
                  <a:cubicBezTo>
                    <a:pt x="3906" y="3168"/>
                    <a:pt x="3192" y="3930"/>
                    <a:pt x="2263" y="3930"/>
                  </a:cubicBezTo>
                  <a:cubicBezTo>
                    <a:pt x="1358" y="3930"/>
                    <a:pt x="644" y="3168"/>
                    <a:pt x="644" y="2287"/>
                  </a:cubicBezTo>
                  <a:cubicBezTo>
                    <a:pt x="644" y="1382"/>
                    <a:pt x="1382" y="644"/>
                    <a:pt x="2263" y="644"/>
                  </a:cubicBezTo>
                  <a:close/>
                  <a:moveTo>
                    <a:pt x="2263" y="1"/>
                  </a:moveTo>
                  <a:cubicBezTo>
                    <a:pt x="1025" y="1"/>
                    <a:pt x="1" y="1001"/>
                    <a:pt x="1" y="2263"/>
                  </a:cubicBezTo>
                  <a:cubicBezTo>
                    <a:pt x="1" y="3501"/>
                    <a:pt x="1025" y="4525"/>
                    <a:pt x="2263" y="4525"/>
                  </a:cubicBezTo>
                  <a:cubicBezTo>
                    <a:pt x="3525" y="4525"/>
                    <a:pt x="4526" y="3501"/>
                    <a:pt x="4526" y="2263"/>
                  </a:cubicBezTo>
                  <a:cubicBezTo>
                    <a:pt x="4573" y="1001"/>
                    <a:pt x="3525" y="1"/>
                    <a:pt x="2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0"/>
            <p:cNvSpPr/>
            <p:nvPr/>
          </p:nvSpPr>
          <p:spPr>
            <a:xfrm>
              <a:off x="6422781" y="1962922"/>
              <a:ext cx="127095" cy="125533"/>
            </a:xfrm>
            <a:custGeom>
              <a:rect b="b" l="l" r="r" t="t"/>
              <a:pathLst>
                <a:path extrusionOk="0" h="3859" w="3907">
                  <a:moveTo>
                    <a:pt x="1596" y="1"/>
                  </a:moveTo>
                  <a:cubicBezTo>
                    <a:pt x="977" y="1"/>
                    <a:pt x="405" y="239"/>
                    <a:pt x="1" y="644"/>
                  </a:cubicBezTo>
                  <a:lnTo>
                    <a:pt x="453" y="1096"/>
                  </a:lnTo>
                  <a:cubicBezTo>
                    <a:pt x="785" y="764"/>
                    <a:pt x="1194" y="615"/>
                    <a:pt x="1596" y="615"/>
                  </a:cubicBezTo>
                  <a:cubicBezTo>
                    <a:pt x="2434" y="615"/>
                    <a:pt x="3239" y="1265"/>
                    <a:pt x="3239" y="2263"/>
                  </a:cubicBezTo>
                  <a:cubicBezTo>
                    <a:pt x="3239" y="2692"/>
                    <a:pt x="3073" y="3120"/>
                    <a:pt x="2763" y="3406"/>
                  </a:cubicBezTo>
                  <a:lnTo>
                    <a:pt x="3216" y="3859"/>
                  </a:lnTo>
                  <a:cubicBezTo>
                    <a:pt x="3620" y="3454"/>
                    <a:pt x="3859" y="2882"/>
                    <a:pt x="3859" y="2263"/>
                  </a:cubicBezTo>
                  <a:cubicBezTo>
                    <a:pt x="3906" y="1001"/>
                    <a:pt x="2858" y="1"/>
                    <a:pt x="1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90"/>
          <p:cNvGrpSpPr/>
          <p:nvPr/>
        </p:nvGrpSpPr>
        <p:grpSpPr>
          <a:xfrm>
            <a:off x="3994748" y="3677180"/>
            <a:ext cx="349754" cy="349754"/>
            <a:chOff x="3255643" y="3599586"/>
            <a:chExt cx="349754" cy="349754"/>
          </a:xfrm>
        </p:grpSpPr>
        <p:sp>
          <p:nvSpPr>
            <p:cNvPr id="6992" name="Google Shape;6992;p90"/>
            <p:cNvSpPr/>
            <p:nvPr/>
          </p:nvSpPr>
          <p:spPr>
            <a:xfrm>
              <a:off x="3255643" y="3784118"/>
              <a:ext cx="165190" cy="165222"/>
            </a:xfrm>
            <a:custGeom>
              <a:rect b="b" l="l" r="r" t="t"/>
              <a:pathLst>
                <a:path extrusionOk="0" h="5074" w="5073">
                  <a:moveTo>
                    <a:pt x="953" y="1"/>
                  </a:moveTo>
                  <a:cubicBezTo>
                    <a:pt x="453" y="1"/>
                    <a:pt x="0" y="429"/>
                    <a:pt x="0" y="953"/>
                  </a:cubicBezTo>
                  <a:lnTo>
                    <a:pt x="0" y="4121"/>
                  </a:lnTo>
                  <a:cubicBezTo>
                    <a:pt x="0" y="4621"/>
                    <a:pt x="429" y="5073"/>
                    <a:pt x="953" y="5073"/>
                  </a:cubicBezTo>
                  <a:lnTo>
                    <a:pt x="4120" y="5073"/>
                  </a:lnTo>
                  <a:cubicBezTo>
                    <a:pt x="4620" y="5073"/>
                    <a:pt x="5073" y="4645"/>
                    <a:pt x="5073" y="4121"/>
                  </a:cubicBezTo>
                  <a:lnTo>
                    <a:pt x="5073" y="953"/>
                  </a:lnTo>
                  <a:cubicBezTo>
                    <a:pt x="5073" y="429"/>
                    <a:pt x="4644" y="1"/>
                    <a:pt x="41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0"/>
            <p:cNvSpPr/>
            <p:nvPr/>
          </p:nvSpPr>
          <p:spPr>
            <a:xfrm>
              <a:off x="3255643" y="3599586"/>
              <a:ext cx="165190" cy="164408"/>
            </a:xfrm>
            <a:custGeom>
              <a:rect b="b" l="l" r="r" t="t"/>
              <a:pathLst>
                <a:path extrusionOk="0" h="5049" w="5073">
                  <a:moveTo>
                    <a:pt x="953" y="0"/>
                  </a:moveTo>
                  <a:cubicBezTo>
                    <a:pt x="453" y="0"/>
                    <a:pt x="0" y="405"/>
                    <a:pt x="0" y="953"/>
                  </a:cubicBezTo>
                  <a:lnTo>
                    <a:pt x="0" y="4096"/>
                  </a:lnTo>
                  <a:cubicBezTo>
                    <a:pt x="0" y="4596"/>
                    <a:pt x="429" y="5049"/>
                    <a:pt x="953" y="5049"/>
                  </a:cubicBezTo>
                  <a:lnTo>
                    <a:pt x="4120" y="5049"/>
                  </a:lnTo>
                  <a:cubicBezTo>
                    <a:pt x="4620" y="5049"/>
                    <a:pt x="5073" y="4644"/>
                    <a:pt x="5073" y="4096"/>
                  </a:cubicBezTo>
                  <a:lnTo>
                    <a:pt x="5073" y="953"/>
                  </a:lnTo>
                  <a:cubicBezTo>
                    <a:pt x="5073" y="405"/>
                    <a:pt x="4644" y="0"/>
                    <a:pt x="4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0"/>
            <p:cNvSpPr/>
            <p:nvPr/>
          </p:nvSpPr>
          <p:spPr>
            <a:xfrm>
              <a:off x="3337831" y="3599586"/>
              <a:ext cx="83002" cy="164408"/>
            </a:xfrm>
            <a:custGeom>
              <a:rect b="b" l="l" r="r" t="t"/>
              <a:pathLst>
                <a:path extrusionOk="0" h="5049" w="2549">
                  <a:moveTo>
                    <a:pt x="0" y="0"/>
                  </a:moveTo>
                  <a:lnTo>
                    <a:pt x="0" y="5049"/>
                  </a:lnTo>
                  <a:lnTo>
                    <a:pt x="1596" y="5049"/>
                  </a:lnTo>
                  <a:cubicBezTo>
                    <a:pt x="2120" y="5049"/>
                    <a:pt x="2549" y="4596"/>
                    <a:pt x="2549" y="4096"/>
                  </a:cubicBezTo>
                  <a:lnTo>
                    <a:pt x="2549" y="953"/>
                  </a:lnTo>
                  <a:cubicBezTo>
                    <a:pt x="2549" y="405"/>
                    <a:pt x="2120" y="0"/>
                    <a:pt x="1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0"/>
            <p:cNvSpPr/>
            <p:nvPr/>
          </p:nvSpPr>
          <p:spPr>
            <a:xfrm>
              <a:off x="3337831" y="3783369"/>
              <a:ext cx="83002" cy="165190"/>
            </a:xfrm>
            <a:custGeom>
              <a:rect b="b" l="l" r="r" t="t"/>
              <a:pathLst>
                <a:path extrusionOk="0" h="5073" w="2549">
                  <a:moveTo>
                    <a:pt x="0" y="0"/>
                  </a:moveTo>
                  <a:lnTo>
                    <a:pt x="0" y="5072"/>
                  </a:lnTo>
                  <a:lnTo>
                    <a:pt x="1596" y="5072"/>
                  </a:lnTo>
                  <a:cubicBezTo>
                    <a:pt x="2120" y="5072"/>
                    <a:pt x="2549" y="4620"/>
                    <a:pt x="2549" y="4120"/>
                  </a:cubicBezTo>
                  <a:lnTo>
                    <a:pt x="2549" y="953"/>
                  </a:lnTo>
                  <a:cubicBezTo>
                    <a:pt x="2549" y="452"/>
                    <a:pt x="2120" y="24"/>
                    <a:pt x="1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0"/>
            <p:cNvSpPr/>
            <p:nvPr/>
          </p:nvSpPr>
          <p:spPr>
            <a:xfrm>
              <a:off x="3440956" y="3599586"/>
              <a:ext cx="164441" cy="164408"/>
            </a:xfrm>
            <a:custGeom>
              <a:rect b="b" l="l" r="r" t="t"/>
              <a:pathLst>
                <a:path extrusionOk="0" h="5049" w="5050">
                  <a:moveTo>
                    <a:pt x="953" y="0"/>
                  </a:moveTo>
                  <a:cubicBezTo>
                    <a:pt x="453" y="0"/>
                    <a:pt x="1" y="405"/>
                    <a:pt x="1" y="953"/>
                  </a:cubicBezTo>
                  <a:lnTo>
                    <a:pt x="1" y="4096"/>
                  </a:lnTo>
                  <a:cubicBezTo>
                    <a:pt x="1" y="4596"/>
                    <a:pt x="406" y="5049"/>
                    <a:pt x="953" y="5049"/>
                  </a:cubicBezTo>
                  <a:lnTo>
                    <a:pt x="4097" y="5049"/>
                  </a:lnTo>
                  <a:cubicBezTo>
                    <a:pt x="4645" y="5049"/>
                    <a:pt x="5049" y="4596"/>
                    <a:pt x="5049" y="4096"/>
                  </a:cubicBezTo>
                  <a:lnTo>
                    <a:pt x="5049" y="953"/>
                  </a:lnTo>
                  <a:cubicBezTo>
                    <a:pt x="5049" y="405"/>
                    <a:pt x="4645" y="0"/>
                    <a:pt x="4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0"/>
            <p:cNvSpPr/>
            <p:nvPr/>
          </p:nvSpPr>
          <p:spPr>
            <a:xfrm>
              <a:off x="3523176" y="3599586"/>
              <a:ext cx="82220" cy="164408"/>
            </a:xfrm>
            <a:custGeom>
              <a:rect b="b" l="l" r="r" t="t"/>
              <a:pathLst>
                <a:path extrusionOk="0" h="5049" w="2525">
                  <a:moveTo>
                    <a:pt x="0" y="0"/>
                  </a:moveTo>
                  <a:lnTo>
                    <a:pt x="0" y="5049"/>
                  </a:lnTo>
                  <a:lnTo>
                    <a:pt x="1572" y="5049"/>
                  </a:lnTo>
                  <a:cubicBezTo>
                    <a:pt x="2120" y="5049"/>
                    <a:pt x="2524" y="4596"/>
                    <a:pt x="2524" y="4096"/>
                  </a:cubicBezTo>
                  <a:lnTo>
                    <a:pt x="2524" y="953"/>
                  </a:lnTo>
                  <a:cubicBezTo>
                    <a:pt x="2524" y="405"/>
                    <a:pt x="2096" y="0"/>
                    <a:pt x="1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0"/>
            <p:cNvSpPr/>
            <p:nvPr/>
          </p:nvSpPr>
          <p:spPr>
            <a:xfrm>
              <a:off x="3440956" y="3784118"/>
              <a:ext cx="164441" cy="165222"/>
            </a:xfrm>
            <a:custGeom>
              <a:rect b="b" l="l" r="r" t="t"/>
              <a:pathLst>
                <a:path extrusionOk="0" h="5074" w="5050">
                  <a:moveTo>
                    <a:pt x="953" y="1"/>
                  </a:moveTo>
                  <a:cubicBezTo>
                    <a:pt x="453" y="1"/>
                    <a:pt x="1" y="429"/>
                    <a:pt x="1" y="953"/>
                  </a:cubicBezTo>
                  <a:lnTo>
                    <a:pt x="1" y="4121"/>
                  </a:lnTo>
                  <a:cubicBezTo>
                    <a:pt x="1" y="4621"/>
                    <a:pt x="406" y="5073"/>
                    <a:pt x="953" y="5073"/>
                  </a:cubicBezTo>
                  <a:lnTo>
                    <a:pt x="4097" y="5073"/>
                  </a:lnTo>
                  <a:cubicBezTo>
                    <a:pt x="4645" y="5073"/>
                    <a:pt x="5049" y="4621"/>
                    <a:pt x="5049" y="4121"/>
                  </a:cubicBezTo>
                  <a:lnTo>
                    <a:pt x="5049" y="953"/>
                  </a:lnTo>
                  <a:cubicBezTo>
                    <a:pt x="5049" y="429"/>
                    <a:pt x="4645" y="1"/>
                    <a:pt x="40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0"/>
            <p:cNvSpPr/>
            <p:nvPr/>
          </p:nvSpPr>
          <p:spPr>
            <a:xfrm>
              <a:off x="3523176" y="3784118"/>
              <a:ext cx="82220" cy="165222"/>
            </a:xfrm>
            <a:custGeom>
              <a:rect b="b" l="l" r="r" t="t"/>
              <a:pathLst>
                <a:path extrusionOk="0" h="5074" w="2525">
                  <a:moveTo>
                    <a:pt x="0" y="1"/>
                  </a:moveTo>
                  <a:lnTo>
                    <a:pt x="0" y="5073"/>
                  </a:lnTo>
                  <a:lnTo>
                    <a:pt x="1572" y="5073"/>
                  </a:lnTo>
                  <a:cubicBezTo>
                    <a:pt x="2120" y="5073"/>
                    <a:pt x="2524" y="4621"/>
                    <a:pt x="2524" y="4121"/>
                  </a:cubicBezTo>
                  <a:lnTo>
                    <a:pt x="2524" y="953"/>
                  </a:lnTo>
                  <a:cubicBezTo>
                    <a:pt x="2524" y="429"/>
                    <a:pt x="2096" y="1"/>
                    <a:pt x="15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0"/>
            <p:cNvSpPr/>
            <p:nvPr/>
          </p:nvSpPr>
          <p:spPr>
            <a:xfrm>
              <a:off x="3480519" y="3670898"/>
              <a:ext cx="83783" cy="21752"/>
            </a:xfrm>
            <a:custGeom>
              <a:rect b="b" l="l" r="r" t="t"/>
              <a:pathLst>
                <a:path extrusionOk="0" h="668" w="2573">
                  <a:moveTo>
                    <a:pt x="357" y="1"/>
                  </a:moveTo>
                  <a:cubicBezTo>
                    <a:pt x="143" y="1"/>
                    <a:pt x="0" y="191"/>
                    <a:pt x="24" y="358"/>
                  </a:cubicBezTo>
                  <a:cubicBezTo>
                    <a:pt x="72" y="549"/>
                    <a:pt x="215" y="668"/>
                    <a:pt x="357" y="668"/>
                  </a:cubicBezTo>
                  <a:lnTo>
                    <a:pt x="2239" y="668"/>
                  </a:lnTo>
                  <a:cubicBezTo>
                    <a:pt x="2382" y="668"/>
                    <a:pt x="2525" y="501"/>
                    <a:pt x="2572" y="358"/>
                  </a:cubicBezTo>
                  <a:cubicBezTo>
                    <a:pt x="2572" y="144"/>
                    <a:pt x="2406"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0"/>
            <p:cNvSpPr/>
            <p:nvPr/>
          </p:nvSpPr>
          <p:spPr>
            <a:xfrm>
              <a:off x="3480519" y="3833743"/>
              <a:ext cx="83783" cy="21752"/>
            </a:xfrm>
            <a:custGeom>
              <a:rect b="b" l="l" r="r" t="t"/>
              <a:pathLst>
                <a:path extrusionOk="0" h="668" w="2573">
                  <a:moveTo>
                    <a:pt x="357" y="1"/>
                  </a:moveTo>
                  <a:cubicBezTo>
                    <a:pt x="143" y="1"/>
                    <a:pt x="0" y="191"/>
                    <a:pt x="24" y="358"/>
                  </a:cubicBezTo>
                  <a:cubicBezTo>
                    <a:pt x="72" y="549"/>
                    <a:pt x="215" y="668"/>
                    <a:pt x="357" y="668"/>
                  </a:cubicBezTo>
                  <a:lnTo>
                    <a:pt x="2239" y="668"/>
                  </a:lnTo>
                  <a:cubicBezTo>
                    <a:pt x="2382" y="668"/>
                    <a:pt x="2525" y="549"/>
                    <a:pt x="2572" y="358"/>
                  </a:cubicBezTo>
                  <a:cubicBezTo>
                    <a:pt x="2572" y="144"/>
                    <a:pt x="2406"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0"/>
            <p:cNvSpPr/>
            <p:nvPr/>
          </p:nvSpPr>
          <p:spPr>
            <a:xfrm>
              <a:off x="3480519" y="3875619"/>
              <a:ext cx="83783" cy="20970"/>
            </a:xfrm>
            <a:custGeom>
              <a:rect b="b" l="l" r="r" t="t"/>
              <a:pathLst>
                <a:path extrusionOk="0" h="644" w="2573">
                  <a:moveTo>
                    <a:pt x="357" y="1"/>
                  </a:moveTo>
                  <a:cubicBezTo>
                    <a:pt x="143" y="1"/>
                    <a:pt x="0" y="168"/>
                    <a:pt x="24" y="358"/>
                  </a:cubicBezTo>
                  <a:cubicBezTo>
                    <a:pt x="72" y="525"/>
                    <a:pt x="215" y="644"/>
                    <a:pt x="357" y="644"/>
                  </a:cubicBezTo>
                  <a:lnTo>
                    <a:pt x="2239" y="644"/>
                  </a:lnTo>
                  <a:cubicBezTo>
                    <a:pt x="2382" y="644"/>
                    <a:pt x="2525" y="501"/>
                    <a:pt x="2572" y="358"/>
                  </a:cubicBezTo>
                  <a:cubicBezTo>
                    <a:pt x="2572" y="144"/>
                    <a:pt x="2406"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0"/>
            <p:cNvSpPr/>
            <p:nvPr/>
          </p:nvSpPr>
          <p:spPr>
            <a:xfrm>
              <a:off x="3295174" y="3640582"/>
              <a:ext cx="84565" cy="83165"/>
            </a:xfrm>
            <a:custGeom>
              <a:rect b="b" l="l" r="r" t="t"/>
              <a:pathLst>
                <a:path extrusionOk="0" h="2554" w="2597">
                  <a:moveTo>
                    <a:pt x="1328" y="1"/>
                  </a:moveTo>
                  <a:cubicBezTo>
                    <a:pt x="1314" y="1"/>
                    <a:pt x="1300" y="1"/>
                    <a:pt x="1287" y="3"/>
                  </a:cubicBezTo>
                  <a:cubicBezTo>
                    <a:pt x="1120" y="51"/>
                    <a:pt x="1001" y="194"/>
                    <a:pt x="1001" y="337"/>
                  </a:cubicBezTo>
                  <a:lnTo>
                    <a:pt x="1001" y="932"/>
                  </a:lnTo>
                  <a:lnTo>
                    <a:pt x="358" y="932"/>
                  </a:lnTo>
                  <a:cubicBezTo>
                    <a:pt x="143" y="932"/>
                    <a:pt x="1" y="1122"/>
                    <a:pt x="24" y="1289"/>
                  </a:cubicBezTo>
                  <a:cubicBezTo>
                    <a:pt x="72" y="1480"/>
                    <a:pt x="215" y="1599"/>
                    <a:pt x="358" y="1599"/>
                  </a:cubicBezTo>
                  <a:lnTo>
                    <a:pt x="1001" y="1599"/>
                  </a:lnTo>
                  <a:lnTo>
                    <a:pt x="1001" y="2218"/>
                  </a:lnTo>
                  <a:cubicBezTo>
                    <a:pt x="1001" y="2417"/>
                    <a:pt x="1144" y="2554"/>
                    <a:pt x="1317" y="2554"/>
                  </a:cubicBezTo>
                  <a:cubicBezTo>
                    <a:pt x="1330" y="2554"/>
                    <a:pt x="1344" y="2553"/>
                    <a:pt x="1358" y="2551"/>
                  </a:cubicBezTo>
                  <a:cubicBezTo>
                    <a:pt x="1525" y="2504"/>
                    <a:pt x="1644" y="2361"/>
                    <a:pt x="1644" y="2218"/>
                  </a:cubicBezTo>
                  <a:lnTo>
                    <a:pt x="1644" y="1599"/>
                  </a:lnTo>
                  <a:lnTo>
                    <a:pt x="2263" y="1599"/>
                  </a:lnTo>
                  <a:cubicBezTo>
                    <a:pt x="2454" y="1599"/>
                    <a:pt x="2573" y="1432"/>
                    <a:pt x="2596" y="1313"/>
                  </a:cubicBezTo>
                  <a:cubicBezTo>
                    <a:pt x="2596" y="1122"/>
                    <a:pt x="2454" y="956"/>
                    <a:pt x="2263" y="956"/>
                  </a:cubicBezTo>
                  <a:lnTo>
                    <a:pt x="1644" y="956"/>
                  </a:lnTo>
                  <a:lnTo>
                    <a:pt x="1644" y="337"/>
                  </a:lnTo>
                  <a:cubicBezTo>
                    <a:pt x="1644" y="138"/>
                    <a:pt x="1501" y="1"/>
                    <a:pt x="1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0"/>
            <p:cNvSpPr/>
            <p:nvPr/>
          </p:nvSpPr>
          <p:spPr>
            <a:xfrm>
              <a:off x="3305268" y="3833939"/>
              <a:ext cx="65939" cy="64018"/>
            </a:xfrm>
            <a:custGeom>
              <a:rect b="b" l="l" r="r" t="t"/>
              <a:pathLst>
                <a:path extrusionOk="0" h="1966" w="2025">
                  <a:moveTo>
                    <a:pt x="346" y="1"/>
                  </a:moveTo>
                  <a:cubicBezTo>
                    <a:pt x="262" y="1"/>
                    <a:pt x="179" y="31"/>
                    <a:pt x="119" y="90"/>
                  </a:cubicBezTo>
                  <a:cubicBezTo>
                    <a:pt x="0" y="209"/>
                    <a:pt x="0" y="424"/>
                    <a:pt x="119" y="543"/>
                  </a:cubicBezTo>
                  <a:lnTo>
                    <a:pt x="572" y="971"/>
                  </a:lnTo>
                  <a:lnTo>
                    <a:pt x="119" y="1424"/>
                  </a:lnTo>
                  <a:cubicBezTo>
                    <a:pt x="0" y="1543"/>
                    <a:pt x="0" y="1757"/>
                    <a:pt x="119" y="1876"/>
                  </a:cubicBezTo>
                  <a:cubicBezTo>
                    <a:pt x="179" y="1936"/>
                    <a:pt x="262" y="1966"/>
                    <a:pt x="346" y="1966"/>
                  </a:cubicBezTo>
                  <a:cubicBezTo>
                    <a:pt x="429" y="1966"/>
                    <a:pt x="512" y="1936"/>
                    <a:pt x="572" y="1876"/>
                  </a:cubicBezTo>
                  <a:lnTo>
                    <a:pt x="1000" y="1424"/>
                  </a:lnTo>
                  <a:lnTo>
                    <a:pt x="1453" y="1876"/>
                  </a:lnTo>
                  <a:cubicBezTo>
                    <a:pt x="1512" y="1936"/>
                    <a:pt x="1596" y="1966"/>
                    <a:pt x="1679" y="1966"/>
                  </a:cubicBezTo>
                  <a:cubicBezTo>
                    <a:pt x="1762" y="1966"/>
                    <a:pt x="1846" y="1936"/>
                    <a:pt x="1905" y="1876"/>
                  </a:cubicBezTo>
                  <a:cubicBezTo>
                    <a:pt x="2024" y="1757"/>
                    <a:pt x="2024" y="1543"/>
                    <a:pt x="1905" y="1424"/>
                  </a:cubicBezTo>
                  <a:lnTo>
                    <a:pt x="1453" y="971"/>
                  </a:lnTo>
                  <a:lnTo>
                    <a:pt x="1905" y="543"/>
                  </a:lnTo>
                  <a:cubicBezTo>
                    <a:pt x="2024" y="424"/>
                    <a:pt x="2024" y="209"/>
                    <a:pt x="1905" y="90"/>
                  </a:cubicBezTo>
                  <a:cubicBezTo>
                    <a:pt x="1846" y="31"/>
                    <a:pt x="1762" y="1"/>
                    <a:pt x="1679" y="1"/>
                  </a:cubicBezTo>
                  <a:cubicBezTo>
                    <a:pt x="1596" y="1"/>
                    <a:pt x="1512" y="31"/>
                    <a:pt x="1453" y="90"/>
                  </a:cubicBezTo>
                  <a:lnTo>
                    <a:pt x="1000" y="543"/>
                  </a:lnTo>
                  <a:lnTo>
                    <a:pt x="572" y="90"/>
                  </a:lnTo>
                  <a:cubicBezTo>
                    <a:pt x="512" y="31"/>
                    <a:pt x="429" y="1"/>
                    <a:pt x="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0"/>
            <p:cNvSpPr/>
            <p:nvPr/>
          </p:nvSpPr>
          <p:spPr>
            <a:xfrm>
              <a:off x="3337831" y="3833939"/>
              <a:ext cx="34158" cy="64018"/>
            </a:xfrm>
            <a:custGeom>
              <a:rect b="b" l="l" r="r" t="t"/>
              <a:pathLst>
                <a:path extrusionOk="0" h="1966" w="1049">
                  <a:moveTo>
                    <a:pt x="679" y="1"/>
                  </a:moveTo>
                  <a:cubicBezTo>
                    <a:pt x="596" y="1"/>
                    <a:pt x="512" y="31"/>
                    <a:pt x="453" y="90"/>
                  </a:cubicBezTo>
                  <a:lnTo>
                    <a:pt x="0" y="543"/>
                  </a:lnTo>
                  <a:lnTo>
                    <a:pt x="0" y="1424"/>
                  </a:lnTo>
                  <a:lnTo>
                    <a:pt x="453" y="1876"/>
                  </a:lnTo>
                  <a:cubicBezTo>
                    <a:pt x="512" y="1936"/>
                    <a:pt x="596" y="1966"/>
                    <a:pt x="679" y="1966"/>
                  </a:cubicBezTo>
                  <a:cubicBezTo>
                    <a:pt x="762" y="1966"/>
                    <a:pt x="846" y="1936"/>
                    <a:pt x="905" y="1876"/>
                  </a:cubicBezTo>
                  <a:cubicBezTo>
                    <a:pt x="1024" y="1757"/>
                    <a:pt x="1024" y="1543"/>
                    <a:pt x="905" y="1424"/>
                  </a:cubicBezTo>
                  <a:lnTo>
                    <a:pt x="453" y="971"/>
                  </a:lnTo>
                  <a:lnTo>
                    <a:pt x="905" y="543"/>
                  </a:lnTo>
                  <a:cubicBezTo>
                    <a:pt x="1048" y="424"/>
                    <a:pt x="1048" y="209"/>
                    <a:pt x="905" y="90"/>
                  </a:cubicBezTo>
                  <a:cubicBezTo>
                    <a:pt x="846" y="31"/>
                    <a:pt x="762" y="1"/>
                    <a:pt x="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0"/>
            <p:cNvSpPr/>
            <p:nvPr/>
          </p:nvSpPr>
          <p:spPr>
            <a:xfrm>
              <a:off x="3337831" y="3642211"/>
              <a:ext cx="41908" cy="81471"/>
            </a:xfrm>
            <a:custGeom>
              <a:rect b="b" l="l" r="r" t="t"/>
              <a:pathLst>
                <a:path extrusionOk="0" h="2502" w="1287">
                  <a:moveTo>
                    <a:pt x="0" y="1"/>
                  </a:moveTo>
                  <a:lnTo>
                    <a:pt x="0" y="2501"/>
                  </a:lnTo>
                  <a:cubicBezTo>
                    <a:pt x="191" y="2501"/>
                    <a:pt x="334" y="2335"/>
                    <a:pt x="334" y="2168"/>
                  </a:cubicBezTo>
                  <a:lnTo>
                    <a:pt x="334" y="1549"/>
                  </a:lnTo>
                  <a:lnTo>
                    <a:pt x="953" y="1549"/>
                  </a:lnTo>
                  <a:cubicBezTo>
                    <a:pt x="1144" y="1549"/>
                    <a:pt x="1263" y="1382"/>
                    <a:pt x="1286" y="1311"/>
                  </a:cubicBezTo>
                  <a:cubicBezTo>
                    <a:pt x="1286" y="1096"/>
                    <a:pt x="1144" y="953"/>
                    <a:pt x="953" y="953"/>
                  </a:cubicBezTo>
                  <a:lnTo>
                    <a:pt x="334" y="953"/>
                  </a:lnTo>
                  <a:lnTo>
                    <a:pt x="334" y="310"/>
                  </a:lnTo>
                  <a:cubicBezTo>
                    <a:pt x="334" y="144"/>
                    <a:pt x="19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0"/>
            <p:cNvSpPr/>
            <p:nvPr/>
          </p:nvSpPr>
          <p:spPr>
            <a:xfrm>
              <a:off x="3523176" y="3876400"/>
              <a:ext cx="41908" cy="20189"/>
            </a:xfrm>
            <a:custGeom>
              <a:rect b="b" l="l" r="r" t="t"/>
              <a:pathLst>
                <a:path extrusionOk="0" h="620" w="1287">
                  <a:moveTo>
                    <a:pt x="0" y="1"/>
                  </a:moveTo>
                  <a:lnTo>
                    <a:pt x="0" y="620"/>
                  </a:lnTo>
                  <a:lnTo>
                    <a:pt x="929" y="620"/>
                  </a:lnTo>
                  <a:cubicBezTo>
                    <a:pt x="1072" y="620"/>
                    <a:pt x="1215" y="477"/>
                    <a:pt x="1286" y="358"/>
                  </a:cubicBezTo>
                  <a:cubicBezTo>
                    <a:pt x="1286" y="144"/>
                    <a:pt x="1143"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0"/>
            <p:cNvSpPr/>
            <p:nvPr/>
          </p:nvSpPr>
          <p:spPr>
            <a:xfrm>
              <a:off x="3523176" y="3834525"/>
              <a:ext cx="41908" cy="20970"/>
            </a:xfrm>
            <a:custGeom>
              <a:rect b="b" l="l" r="r" t="t"/>
              <a:pathLst>
                <a:path extrusionOk="0" h="644" w="1287">
                  <a:moveTo>
                    <a:pt x="0" y="1"/>
                  </a:moveTo>
                  <a:lnTo>
                    <a:pt x="0" y="644"/>
                  </a:lnTo>
                  <a:lnTo>
                    <a:pt x="929" y="644"/>
                  </a:lnTo>
                  <a:cubicBezTo>
                    <a:pt x="1072" y="644"/>
                    <a:pt x="1215" y="525"/>
                    <a:pt x="1286" y="358"/>
                  </a:cubicBezTo>
                  <a:cubicBezTo>
                    <a:pt x="1286" y="167"/>
                    <a:pt x="1143"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0"/>
            <p:cNvSpPr/>
            <p:nvPr/>
          </p:nvSpPr>
          <p:spPr>
            <a:xfrm>
              <a:off x="3523176" y="3670898"/>
              <a:ext cx="41908" cy="21752"/>
            </a:xfrm>
            <a:custGeom>
              <a:rect b="b" l="l" r="r" t="t"/>
              <a:pathLst>
                <a:path extrusionOk="0" h="668" w="1287">
                  <a:moveTo>
                    <a:pt x="0" y="1"/>
                  </a:moveTo>
                  <a:lnTo>
                    <a:pt x="0" y="668"/>
                  </a:lnTo>
                  <a:lnTo>
                    <a:pt x="929" y="668"/>
                  </a:lnTo>
                  <a:cubicBezTo>
                    <a:pt x="1072" y="668"/>
                    <a:pt x="1215" y="501"/>
                    <a:pt x="1286" y="358"/>
                  </a:cubicBezTo>
                  <a:cubicBezTo>
                    <a:pt x="1286" y="144"/>
                    <a:pt x="1143" y="1"/>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90"/>
          <p:cNvGrpSpPr/>
          <p:nvPr/>
        </p:nvGrpSpPr>
        <p:grpSpPr>
          <a:xfrm>
            <a:off x="4814203" y="3671002"/>
            <a:ext cx="320478" cy="362110"/>
            <a:chOff x="6203465" y="2891206"/>
            <a:chExt cx="320478" cy="362110"/>
          </a:xfrm>
        </p:grpSpPr>
        <p:sp>
          <p:nvSpPr>
            <p:cNvPr id="7011" name="Google Shape;7011;p9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9" name="Shape 7019"/>
        <p:cNvGrpSpPr/>
        <p:nvPr/>
      </p:nvGrpSpPr>
      <p:grpSpPr>
        <a:xfrm>
          <a:off x="0" y="0"/>
          <a:ext cx="0" cy="0"/>
          <a:chOff x="0" y="0"/>
          <a:chExt cx="0" cy="0"/>
        </a:xfrm>
      </p:grpSpPr>
      <p:sp>
        <p:nvSpPr>
          <p:cNvPr id="7020" name="Google Shape;7020;p9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Sequence</a:t>
            </a:r>
            <a:endParaRPr/>
          </a:p>
        </p:txBody>
      </p:sp>
      <p:sp>
        <p:nvSpPr>
          <p:cNvPr id="7021" name="Google Shape;7021;p91"/>
          <p:cNvSpPr/>
          <p:nvPr/>
        </p:nvSpPr>
        <p:spPr>
          <a:xfrm>
            <a:off x="715100" y="1137500"/>
            <a:ext cx="2173800" cy="4305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Balsamiq Sans"/>
                <a:ea typeface="Balsamiq Sans"/>
                <a:cs typeface="Balsamiq Sans"/>
                <a:sym typeface="Balsamiq Sans"/>
              </a:rPr>
              <a:t>Mercury</a:t>
            </a:r>
            <a:endParaRPr b="1" sz="1800">
              <a:solidFill>
                <a:schemeClr val="dk2"/>
              </a:solidFill>
              <a:latin typeface="Balsamiq Sans"/>
              <a:ea typeface="Balsamiq Sans"/>
              <a:cs typeface="Balsamiq Sans"/>
              <a:sym typeface="Balsamiq Sans"/>
            </a:endParaRPr>
          </a:p>
        </p:txBody>
      </p:sp>
      <p:sp>
        <p:nvSpPr>
          <p:cNvPr id="7022" name="Google Shape;7022;p91"/>
          <p:cNvSpPr/>
          <p:nvPr/>
        </p:nvSpPr>
        <p:spPr>
          <a:xfrm>
            <a:off x="715100" y="1676525"/>
            <a:ext cx="2173800" cy="903900"/>
          </a:xfrm>
          <a:prstGeom prst="roundRect">
            <a:avLst>
              <a:gd fmla="val 1029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Mercury is the smallest planet of them all</a:t>
            </a:r>
            <a:endParaRPr>
              <a:solidFill>
                <a:schemeClr val="dk1"/>
              </a:solidFill>
              <a:latin typeface="Open Sans"/>
              <a:ea typeface="Open Sans"/>
              <a:cs typeface="Open Sans"/>
              <a:sym typeface="Open Sans"/>
            </a:endParaRPr>
          </a:p>
        </p:txBody>
      </p:sp>
      <p:cxnSp>
        <p:nvCxnSpPr>
          <p:cNvPr id="7023" name="Google Shape;7023;p91"/>
          <p:cNvCxnSpPr>
            <a:stCxn id="7021" idx="2"/>
            <a:endCxn id="7022" idx="0"/>
          </p:cNvCxnSpPr>
          <p:nvPr/>
        </p:nvCxnSpPr>
        <p:spPr>
          <a:xfrm flipH="1" rot="-5400000">
            <a:off x="1748000" y="16220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24" name="Google Shape;7024;p91"/>
          <p:cNvSpPr/>
          <p:nvPr/>
        </p:nvSpPr>
        <p:spPr>
          <a:xfrm>
            <a:off x="715100" y="2870100"/>
            <a:ext cx="2173800" cy="430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Saturn</a:t>
            </a:r>
            <a:endParaRPr b="1" sz="1800">
              <a:solidFill>
                <a:schemeClr val="lt1"/>
              </a:solidFill>
              <a:latin typeface="Balsamiq Sans"/>
              <a:ea typeface="Balsamiq Sans"/>
              <a:cs typeface="Balsamiq Sans"/>
              <a:sym typeface="Balsamiq Sans"/>
            </a:endParaRPr>
          </a:p>
        </p:txBody>
      </p:sp>
      <p:sp>
        <p:nvSpPr>
          <p:cNvPr id="7025" name="Google Shape;7025;p91"/>
          <p:cNvSpPr/>
          <p:nvPr/>
        </p:nvSpPr>
        <p:spPr>
          <a:xfrm>
            <a:off x="715100" y="3409125"/>
            <a:ext cx="2173800" cy="903900"/>
          </a:xfrm>
          <a:prstGeom prst="roundRect">
            <a:avLst>
              <a:gd fmla="val 1029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Saturn is composed of hydrogen and helium</a:t>
            </a:r>
            <a:endParaRPr>
              <a:solidFill>
                <a:schemeClr val="lt1"/>
              </a:solidFill>
              <a:latin typeface="Open Sans"/>
              <a:ea typeface="Open Sans"/>
              <a:cs typeface="Open Sans"/>
              <a:sym typeface="Open Sans"/>
            </a:endParaRPr>
          </a:p>
        </p:txBody>
      </p:sp>
      <p:cxnSp>
        <p:nvCxnSpPr>
          <p:cNvPr id="7026" name="Google Shape;7026;p91"/>
          <p:cNvCxnSpPr>
            <a:stCxn id="7024" idx="2"/>
            <a:endCxn id="7025" idx="0"/>
          </p:cNvCxnSpPr>
          <p:nvPr/>
        </p:nvCxnSpPr>
        <p:spPr>
          <a:xfrm flipH="1" rot="-5400000">
            <a:off x="1748000" y="33546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27" name="Google Shape;7027;p91"/>
          <p:cNvSpPr/>
          <p:nvPr/>
        </p:nvSpPr>
        <p:spPr>
          <a:xfrm>
            <a:off x="3485100" y="1137500"/>
            <a:ext cx="2173800" cy="430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Balsamiq Sans"/>
                <a:ea typeface="Balsamiq Sans"/>
                <a:cs typeface="Balsamiq Sans"/>
                <a:sym typeface="Balsamiq Sans"/>
              </a:rPr>
              <a:t>Jupiter</a:t>
            </a:r>
            <a:endParaRPr b="1" sz="1800">
              <a:solidFill>
                <a:schemeClr val="dk2"/>
              </a:solidFill>
              <a:latin typeface="Balsamiq Sans"/>
              <a:ea typeface="Balsamiq Sans"/>
              <a:cs typeface="Balsamiq Sans"/>
              <a:sym typeface="Balsamiq Sans"/>
            </a:endParaRPr>
          </a:p>
        </p:txBody>
      </p:sp>
      <p:sp>
        <p:nvSpPr>
          <p:cNvPr id="7028" name="Google Shape;7028;p91"/>
          <p:cNvSpPr/>
          <p:nvPr/>
        </p:nvSpPr>
        <p:spPr>
          <a:xfrm>
            <a:off x="3485100" y="1676525"/>
            <a:ext cx="2173800" cy="903900"/>
          </a:xfrm>
          <a:prstGeom prst="roundRect">
            <a:avLst>
              <a:gd fmla="val 1029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It is the biggest planet in the Solar System</a:t>
            </a:r>
            <a:endParaRPr>
              <a:solidFill>
                <a:schemeClr val="dk1"/>
              </a:solidFill>
              <a:latin typeface="Open Sans"/>
              <a:ea typeface="Open Sans"/>
              <a:cs typeface="Open Sans"/>
              <a:sym typeface="Open Sans"/>
            </a:endParaRPr>
          </a:p>
        </p:txBody>
      </p:sp>
      <p:cxnSp>
        <p:nvCxnSpPr>
          <p:cNvPr id="7029" name="Google Shape;7029;p91"/>
          <p:cNvCxnSpPr>
            <a:stCxn id="7027" idx="2"/>
            <a:endCxn id="7028" idx="0"/>
          </p:cNvCxnSpPr>
          <p:nvPr/>
        </p:nvCxnSpPr>
        <p:spPr>
          <a:xfrm flipH="1" rot="-5400000">
            <a:off x="4518000" y="16220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30" name="Google Shape;7030;p91"/>
          <p:cNvSpPr/>
          <p:nvPr/>
        </p:nvSpPr>
        <p:spPr>
          <a:xfrm>
            <a:off x="3485100" y="2870100"/>
            <a:ext cx="2173800" cy="430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Neptune</a:t>
            </a:r>
            <a:endParaRPr b="1" sz="1800">
              <a:solidFill>
                <a:schemeClr val="lt1"/>
              </a:solidFill>
              <a:latin typeface="Balsamiq Sans"/>
              <a:ea typeface="Balsamiq Sans"/>
              <a:cs typeface="Balsamiq Sans"/>
              <a:sym typeface="Balsamiq Sans"/>
            </a:endParaRPr>
          </a:p>
        </p:txBody>
      </p:sp>
      <p:sp>
        <p:nvSpPr>
          <p:cNvPr id="7031" name="Google Shape;7031;p91"/>
          <p:cNvSpPr/>
          <p:nvPr/>
        </p:nvSpPr>
        <p:spPr>
          <a:xfrm>
            <a:off x="3485100" y="3409125"/>
            <a:ext cx="2173800" cy="9039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Neptune is the farthest planet from the Sun</a:t>
            </a:r>
            <a:endParaRPr>
              <a:solidFill>
                <a:schemeClr val="lt1"/>
              </a:solidFill>
              <a:latin typeface="Open Sans"/>
              <a:ea typeface="Open Sans"/>
              <a:cs typeface="Open Sans"/>
              <a:sym typeface="Open Sans"/>
            </a:endParaRPr>
          </a:p>
        </p:txBody>
      </p:sp>
      <p:cxnSp>
        <p:nvCxnSpPr>
          <p:cNvPr id="7032" name="Google Shape;7032;p91"/>
          <p:cNvCxnSpPr>
            <a:stCxn id="7030" idx="2"/>
            <a:endCxn id="7031" idx="0"/>
          </p:cNvCxnSpPr>
          <p:nvPr/>
        </p:nvCxnSpPr>
        <p:spPr>
          <a:xfrm flipH="1" rot="-5400000">
            <a:off x="4518000" y="33546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33" name="Google Shape;7033;p91"/>
          <p:cNvSpPr/>
          <p:nvPr/>
        </p:nvSpPr>
        <p:spPr>
          <a:xfrm>
            <a:off x="6255100" y="1137500"/>
            <a:ext cx="2173800" cy="430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Mars</a:t>
            </a:r>
            <a:endParaRPr b="1" sz="1800">
              <a:solidFill>
                <a:schemeClr val="lt1"/>
              </a:solidFill>
              <a:latin typeface="Balsamiq Sans"/>
              <a:ea typeface="Balsamiq Sans"/>
              <a:cs typeface="Balsamiq Sans"/>
              <a:sym typeface="Balsamiq Sans"/>
            </a:endParaRPr>
          </a:p>
        </p:txBody>
      </p:sp>
      <p:sp>
        <p:nvSpPr>
          <p:cNvPr id="7034" name="Google Shape;7034;p91"/>
          <p:cNvSpPr/>
          <p:nvPr/>
        </p:nvSpPr>
        <p:spPr>
          <a:xfrm>
            <a:off x="6255100" y="1676525"/>
            <a:ext cx="2173800" cy="903900"/>
          </a:xfrm>
          <a:prstGeom prst="roundRect">
            <a:avLst>
              <a:gd fmla="val 1029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Despite being red, Mars is very cold</a:t>
            </a:r>
            <a:endParaRPr>
              <a:solidFill>
                <a:schemeClr val="lt1"/>
              </a:solidFill>
              <a:latin typeface="Open Sans"/>
              <a:ea typeface="Open Sans"/>
              <a:cs typeface="Open Sans"/>
              <a:sym typeface="Open Sans"/>
            </a:endParaRPr>
          </a:p>
        </p:txBody>
      </p:sp>
      <p:cxnSp>
        <p:nvCxnSpPr>
          <p:cNvPr id="7035" name="Google Shape;7035;p91"/>
          <p:cNvCxnSpPr>
            <a:stCxn id="7033" idx="2"/>
            <a:endCxn id="7034" idx="0"/>
          </p:cNvCxnSpPr>
          <p:nvPr/>
        </p:nvCxnSpPr>
        <p:spPr>
          <a:xfrm flipH="1" rot="-5400000">
            <a:off x="7288000" y="16220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36" name="Google Shape;7036;p91"/>
          <p:cNvSpPr/>
          <p:nvPr/>
        </p:nvSpPr>
        <p:spPr>
          <a:xfrm>
            <a:off x="6255100" y="2870100"/>
            <a:ext cx="2173800" cy="430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Earth</a:t>
            </a:r>
            <a:endParaRPr b="1" sz="1800">
              <a:solidFill>
                <a:schemeClr val="lt1"/>
              </a:solidFill>
              <a:latin typeface="Balsamiq Sans"/>
              <a:ea typeface="Balsamiq Sans"/>
              <a:cs typeface="Balsamiq Sans"/>
              <a:sym typeface="Balsamiq Sans"/>
            </a:endParaRPr>
          </a:p>
        </p:txBody>
      </p:sp>
      <p:sp>
        <p:nvSpPr>
          <p:cNvPr id="7037" name="Google Shape;7037;p91"/>
          <p:cNvSpPr/>
          <p:nvPr/>
        </p:nvSpPr>
        <p:spPr>
          <a:xfrm>
            <a:off x="6255100" y="3409125"/>
            <a:ext cx="2173800" cy="903900"/>
          </a:xfrm>
          <a:prstGeom prst="roundRect">
            <a:avLst>
              <a:gd fmla="val 1029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Earth is the only planet that harbors life</a:t>
            </a:r>
            <a:endParaRPr>
              <a:solidFill>
                <a:schemeClr val="lt1"/>
              </a:solidFill>
              <a:latin typeface="Open Sans"/>
              <a:ea typeface="Open Sans"/>
              <a:cs typeface="Open Sans"/>
              <a:sym typeface="Open Sans"/>
            </a:endParaRPr>
          </a:p>
        </p:txBody>
      </p:sp>
      <p:cxnSp>
        <p:nvCxnSpPr>
          <p:cNvPr id="7038" name="Google Shape;7038;p91"/>
          <p:cNvCxnSpPr>
            <a:stCxn id="7036" idx="2"/>
            <a:endCxn id="7037" idx="0"/>
          </p:cNvCxnSpPr>
          <p:nvPr/>
        </p:nvCxnSpPr>
        <p:spPr>
          <a:xfrm flipH="1" rot="-5400000">
            <a:off x="7288000" y="33546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cxnSp>
        <p:nvCxnSpPr>
          <p:cNvPr id="7039" name="Google Shape;7039;p91"/>
          <p:cNvCxnSpPr>
            <a:stCxn id="7022" idx="3"/>
            <a:endCxn id="7028" idx="1"/>
          </p:cNvCxnSpPr>
          <p:nvPr/>
        </p:nvCxnSpPr>
        <p:spPr>
          <a:xfrm>
            <a:off x="2888900" y="2128475"/>
            <a:ext cx="596100" cy="600"/>
          </a:xfrm>
          <a:prstGeom prst="bentConnector3">
            <a:avLst>
              <a:gd fmla="val 50008" name="adj1"/>
            </a:avLst>
          </a:prstGeom>
          <a:noFill/>
          <a:ln cap="flat" cmpd="sng" w="19050">
            <a:solidFill>
              <a:schemeClr val="lt2"/>
            </a:solidFill>
            <a:prstDash val="solid"/>
            <a:round/>
            <a:headEnd len="med" w="med" type="none"/>
            <a:tailEnd len="med" w="med" type="none"/>
          </a:ln>
        </p:spPr>
      </p:cxnSp>
      <p:cxnSp>
        <p:nvCxnSpPr>
          <p:cNvPr id="7040" name="Google Shape;7040;p91"/>
          <p:cNvCxnSpPr>
            <a:stCxn id="7028" idx="3"/>
            <a:endCxn id="7034" idx="1"/>
          </p:cNvCxnSpPr>
          <p:nvPr/>
        </p:nvCxnSpPr>
        <p:spPr>
          <a:xfrm>
            <a:off x="5658900" y="2128475"/>
            <a:ext cx="596100" cy="600"/>
          </a:xfrm>
          <a:prstGeom prst="bentConnector3">
            <a:avLst>
              <a:gd fmla="val 50008" name="adj1"/>
            </a:avLst>
          </a:prstGeom>
          <a:noFill/>
          <a:ln cap="flat" cmpd="sng" w="19050">
            <a:solidFill>
              <a:schemeClr val="lt2"/>
            </a:solidFill>
            <a:prstDash val="solid"/>
            <a:round/>
            <a:headEnd len="med" w="med" type="none"/>
            <a:tailEnd len="med" w="med" type="none"/>
          </a:ln>
        </p:spPr>
      </p:cxnSp>
      <p:cxnSp>
        <p:nvCxnSpPr>
          <p:cNvPr id="7041" name="Google Shape;7041;p91"/>
          <p:cNvCxnSpPr>
            <a:stCxn id="7034" idx="2"/>
            <a:endCxn id="7036" idx="0"/>
          </p:cNvCxnSpPr>
          <p:nvPr/>
        </p:nvCxnSpPr>
        <p:spPr>
          <a:xfrm flipH="1" rot="-5400000">
            <a:off x="7197400" y="2725025"/>
            <a:ext cx="289800" cy="600"/>
          </a:xfrm>
          <a:prstGeom prst="bentConnector3">
            <a:avLst>
              <a:gd fmla="val 49978" name="adj1"/>
            </a:avLst>
          </a:prstGeom>
          <a:noFill/>
          <a:ln cap="flat" cmpd="sng" w="19050">
            <a:solidFill>
              <a:schemeClr val="lt2"/>
            </a:solidFill>
            <a:prstDash val="solid"/>
            <a:round/>
            <a:headEnd len="med" w="med" type="none"/>
            <a:tailEnd len="med" w="med" type="none"/>
          </a:ln>
        </p:spPr>
      </p:cxnSp>
      <p:cxnSp>
        <p:nvCxnSpPr>
          <p:cNvPr id="7042" name="Google Shape;7042;p91"/>
          <p:cNvCxnSpPr>
            <a:stCxn id="7037" idx="1"/>
            <a:endCxn id="7031" idx="3"/>
          </p:cNvCxnSpPr>
          <p:nvPr/>
        </p:nvCxnSpPr>
        <p:spPr>
          <a:xfrm flipH="1">
            <a:off x="5659000" y="3861075"/>
            <a:ext cx="596100" cy="600"/>
          </a:xfrm>
          <a:prstGeom prst="bentConnector3">
            <a:avLst>
              <a:gd fmla="val 50008" name="adj1"/>
            </a:avLst>
          </a:prstGeom>
          <a:noFill/>
          <a:ln cap="flat" cmpd="sng" w="19050">
            <a:solidFill>
              <a:schemeClr val="lt2"/>
            </a:solidFill>
            <a:prstDash val="solid"/>
            <a:round/>
            <a:headEnd len="med" w="med" type="none"/>
            <a:tailEnd len="med" w="med" type="none"/>
          </a:ln>
        </p:spPr>
      </p:cxnSp>
      <p:cxnSp>
        <p:nvCxnSpPr>
          <p:cNvPr id="7043" name="Google Shape;7043;p91"/>
          <p:cNvCxnSpPr>
            <a:stCxn id="7031" idx="1"/>
            <a:endCxn id="7025" idx="3"/>
          </p:cNvCxnSpPr>
          <p:nvPr/>
        </p:nvCxnSpPr>
        <p:spPr>
          <a:xfrm flipH="1">
            <a:off x="2889000" y="3861075"/>
            <a:ext cx="596100" cy="600"/>
          </a:xfrm>
          <a:prstGeom prst="bentConnector3">
            <a:avLst>
              <a:gd fmla="val 50008" name="adj1"/>
            </a:avLst>
          </a:prstGeom>
          <a:noFill/>
          <a:ln cap="flat" cmpd="sng" w="19050">
            <a:solidFill>
              <a:schemeClr val="lt2"/>
            </a:solidFill>
            <a:prstDash val="solid"/>
            <a:round/>
            <a:headEnd len="med" w="med" type="none"/>
            <a:tailEnd len="med" w="med" type="none"/>
          </a:ln>
        </p:spPr>
      </p:cxnSp>
      <p:sp>
        <p:nvSpPr>
          <p:cNvPr id="7044" name="Google Shape;7044;p9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1" name="Shape 7051"/>
        <p:cNvGrpSpPr/>
        <p:nvPr/>
      </p:nvGrpSpPr>
      <p:grpSpPr>
        <a:xfrm>
          <a:off x="0" y="0"/>
          <a:ext cx="0" cy="0"/>
          <a:chOff x="0" y="0"/>
          <a:chExt cx="0" cy="0"/>
        </a:xfrm>
      </p:grpSpPr>
      <p:grpSp>
        <p:nvGrpSpPr>
          <p:cNvPr id="7052" name="Google Shape;7052;p92"/>
          <p:cNvGrpSpPr/>
          <p:nvPr/>
        </p:nvGrpSpPr>
        <p:grpSpPr>
          <a:xfrm>
            <a:off x="715118" y="1366891"/>
            <a:ext cx="3832747" cy="2310274"/>
            <a:chOff x="715118" y="1366891"/>
            <a:chExt cx="3832747" cy="2310274"/>
          </a:xfrm>
        </p:grpSpPr>
        <p:grpSp>
          <p:nvGrpSpPr>
            <p:cNvPr id="7053" name="Google Shape;7053;p92"/>
            <p:cNvGrpSpPr/>
            <p:nvPr/>
          </p:nvGrpSpPr>
          <p:grpSpPr>
            <a:xfrm>
              <a:off x="715118" y="1402054"/>
              <a:ext cx="3757102" cy="2272414"/>
              <a:chOff x="743878" y="1560076"/>
              <a:chExt cx="2240772" cy="1306811"/>
            </a:xfrm>
          </p:grpSpPr>
          <p:grpSp>
            <p:nvGrpSpPr>
              <p:cNvPr id="7054" name="Google Shape;7054;p92"/>
              <p:cNvGrpSpPr/>
              <p:nvPr/>
            </p:nvGrpSpPr>
            <p:grpSpPr>
              <a:xfrm>
                <a:off x="743878" y="1590850"/>
                <a:ext cx="2240772" cy="1276037"/>
                <a:chOff x="743878" y="1590850"/>
                <a:chExt cx="2240772" cy="1276037"/>
              </a:xfrm>
            </p:grpSpPr>
            <p:sp>
              <p:nvSpPr>
                <p:cNvPr id="7055" name="Google Shape;7055;p92"/>
                <p:cNvSpPr/>
                <p:nvPr/>
              </p:nvSpPr>
              <p:spPr>
                <a:xfrm>
                  <a:off x="791950" y="1590850"/>
                  <a:ext cx="2192700" cy="1229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2"/>
                <p:cNvSpPr/>
                <p:nvPr/>
              </p:nvSpPr>
              <p:spPr>
                <a:xfrm rot="2696772">
                  <a:off x="725268" y="2752322"/>
                  <a:ext cx="225921"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7" name="Google Shape;7057;p92"/>
              <p:cNvSpPr/>
              <p:nvPr/>
            </p:nvSpPr>
            <p:spPr>
              <a:xfrm rot="-2706523">
                <a:off x="736754" y="1633311"/>
                <a:ext cx="223588"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8" name="Google Shape;7058;p92"/>
            <p:cNvSpPr/>
            <p:nvPr/>
          </p:nvSpPr>
          <p:spPr>
            <a:xfrm rot="2568211">
              <a:off x="4179324" y="1486451"/>
              <a:ext cx="381906" cy="6957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2"/>
            <p:cNvSpPr/>
            <p:nvPr/>
          </p:nvSpPr>
          <p:spPr>
            <a:xfrm rot="-1995929">
              <a:off x="4179388" y="3507757"/>
              <a:ext cx="381755" cy="69714"/>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0" name="Google Shape;7060;p92"/>
          <p:cNvSpPr txBox="1"/>
          <p:nvPr>
            <p:ph type="title"/>
          </p:nvPr>
        </p:nvSpPr>
        <p:spPr>
          <a:xfrm>
            <a:off x="973550" y="2035438"/>
            <a:ext cx="3317100" cy="9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7061" name="Google Shape;7061;p92">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2">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2">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2">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8" name="Shape 7068"/>
        <p:cNvGrpSpPr/>
        <p:nvPr/>
      </p:nvGrpSpPr>
      <p:grpSpPr>
        <a:xfrm>
          <a:off x="0" y="0"/>
          <a:ext cx="0" cy="0"/>
          <a:chOff x="0" y="0"/>
          <a:chExt cx="0" cy="0"/>
        </a:xfrm>
      </p:grpSpPr>
      <p:sp>
        <p:nvSpPr>
          <p:cNvPr id="7069" name="Google Shape;7069;p93"/>
          <p:cNvSpPr/>
          <p:nvPr/>
        </p:nvSpPr>
        <p:spPr>
          <a:xfrm>
            <a:off x="705500" y="1137500"/>
            <a:ext cx="7731600" cy="3068700"/>
          </a:xfrm>
          <a:prstGeom prst="roundRect">
            <a:avLst>
              <a:gd fmla="val 7972"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7070" name="Google Shape;7070;p93"/>
          <p:cNvGraphicFramePr/>
          <p:nvPr/>
        </p:nvGraphicFramePr>
        <p:xfrm>
          <a:off x="720000" y="1147503"/>
          <a:ext cx="3000000" cy="3000000"/>
        </p:xfrm>
        <a:graphic>
          <a:graphicData uri="http://schemas.openxmlformats.org/drawingml/2006/table">
            <a:tbl>
              <a:tblPr>
                <a:noFill/>
                <a:tableStyleId>{F350DAE5-CD21-4FBE-827A-FA60B65FDEA6}</a:tableStyleId>
              </a:tblPr>
              <a:tblGrid>
                <a:gridCol w="1926000"/>
                <a:gridCol w="1926000"/>
                <a:gridCol w="1926000"/>
                <a:gridCol w="1926000"/>
              </a:tblGrid>
              <a:tr h="681975">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lt1"/>
                        </a:solidFill>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lt1"/>
                        </a:solidFill>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Mercury</a:t>
                      </a:r>
                      <a:endParaRPr>
                        <a:solidFill>
                          <a:schemeClr val="lt1"/>
                        </a:solidFill>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Jupiter</a:t>
                      </a:r>
                      <a:endParaRPr>
                        <a:solidFill>
                          <a:schemeClr val="lt1"/>
                        </a:solidFill>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1216575">
                <a:tc>
                  <a:txBody>
                    <a:bodyPr/>
                    <a:lstStyle/>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Small</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Red</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Cold</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Rocky</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Small</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Hot</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Dry</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Volcanic</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Small</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Hot</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Rocky</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Cratered</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Large</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Gassy</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Cold</a:t>
                      </a:r>
                      <a:endParaRPr>
                        <a:solidFill>
                          <a:schemeClr val="lt1"/>
                        </a:solidFill>
                        <a:latin typeface="Open Sans"/>
                        <a:ea typeface="Open Sans"/>
                        <a:cs typeface="Open Sans"/>
                        <a:sym typeface="Open Sans"/>
                      </a:endParaRPr>
                    </a:p>
                    <a:p>
                      <a:pPr indent="-317500" lvl="0" marL="457200" rtl="0" algn="l">
                        <a:spcBef>
                          <a:spcPts val="0"/>
                        </a:spcBef>
                        <a:spcAft>
                          <a:spcPts val="0"/>
                        </a:spcAft>
                        <a:buClr>
                          <a:schemeClr val="lt1"/>
                        </a:buClr>
                        <a:buSzPts val="1400"/>
                        <a:buFont typeface="Open Sans"/>
                        <a:buChar char="●"/>
                      </a:pPr>
                      <a:r>
                        <a:rPr lang="en">
                          <a:solidFill>
                            <a:schemeClr val="lt1"/>
                          </a:solidFill>
                          <a:latin typeface="Open Sans"/>
                          <a:ea typeface="Open Sans"/>
                          <a:cs typeface="Open Sans"/>
                          <a:sym typeface="Open Sans"/>
                        </a:rPr>
                        <a:t>Stripped</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1150850">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Despite being red, Mars is very cold</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V</a:t>
                      </a:r>
                      <a:r>
                        <a:rPr lang="en">
                          <a:solidFill>
                            <a:schemeClr val="lt1"/>
                          </a:solidFill>
                          <a:latin typeface="Open Sans"/>
                          <a:ea typeface="Open Sans"/>
                          <a:cs typeface="Open Sans"/>
                          <a:sym typeface="Open Sans"/>
                        </a:rPr>
                        <a:t>enus is the second planet from the Sun</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Mercury is the smallest planet</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Jupiter doesn’t have a solid surface</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sp>
        <p:nvSpPr>
          <p:cNvPr id="7071" name="Google Shape;7071;p9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Classification</a:t>
            </a:r>
            <a:endParaRPr/>
          </a:p>
        </p:txBody>
      </p:sp>
      <p:sp>
        <p:nvSpPr>
          <p:cNvPr id="7072" name="Google Shape;7072;p93">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3">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3">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3">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9" name="Shape 7079"/>
        <p:cNvGrpSpPr/>
        <p:nvPr/>
      </p:nvGrpSpPr>
      <p:grpSpPr>
        <a:xfrm>
          <a:off x="0" y="0"/>
          <a:ext cx="0" cy="0"/>
          <a:chOff x="0" y="0"/>
          <a:chExt cx="0" cy="0"/>
        </a:xfrm>
      </p:grpSpPr>
      <p:sp>
        <p:nvSpPr>
          <p:cNvPr id="7080" name="Google Shape;7080;p9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Cause and effect </a:t>
            </a:r>
            <a:endParaRPr/>
          </a:p>
        </p:txBody>
      </p:sp>
      <p:sp>
        <p:nvSpPr>
          <p:cNvPr id="7081" name="Google Shape;7081;p94"/>
          <p:cNvSpPr/>
          <p:nvPr/>
        </p:nvSpPr>
        <p:spPr>
          <a:xfrm>
            <a:off x="720000" y="2504225"/>
            <a:ext cx="1872300" cy="430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Earth</a:t>
            </a:r>
            <a:endParaRPr b="1" sz="1800">
              <a:solidFill>
                <a:schemeClr val="lt1"/>
              </a:solidFill>
              <a:latin typeface="Balsamiq Sans"/>
              <a:ea typeface="Balsamiq Sans"/>
              <a:cs typeface="Balsamiq Sans"/>
              <a:sym typeface="Balsamiq Sans"/>
            </a:endParaRPr>
          </a:p>
        </p:txBody>
      </p:sp>
      <p:sp>
        <p:nvSpPr>
          <p:cNvPr id="7082" name="Google Shape;7082;p94"/>
          <p:cNvSpPr/>
          <p:nvPr/>
        </p:nvSpPr>
        <p:spPr>
          <a:xfrm>
            <a:off x="2929900" y="1137500"/>
            <a:ext cx="1548300" cy="430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Mercury</a:t>
            </a:r>
            <a:endParaRPr b="1" sz="1800">
              <a:solidFill>
                <a:schemeClr val="lt1"/>
              </a:solidFill>
              <a:latin typeface="Balsamiq Sans"/>
              <a:ea typeface="Balsamiq Sans"/>
              <a:cs typeface="Balsamiq Sans"/>
              <a:sym typeface="Balsamiq Sans"/>
            </a:endParaRPr>
          </a:p>
        </p:txBody>
      </p:sp>
      <p:sp>
        <p:nvSpPr>
          <p:cNvPr id="7083" name="Google Shape;7083;p94"/>
          <p:cNvSpPr/>
          <p:nvPr/>
        </p:nvSpPr>
        <p:spPr>
          <a:xfrm>
            <a:off x="2929900" y="1676525"/>
            <a:ext cx="1548300" cy="903900"/>
          </a:xfrm>
          <a:prstGeom prst="roundRect">
            <a:avLst>
              <a:gd fmla="val 1029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Mercury is the smallest planet of them all</a:t>
            </a:r>
            <a:endParaRPr>
              <a:solidFill>
                <a:schemeClr val="lt1"/>
              </a:solidFill>
              <a:latin typeface="Open Sans"/>
              <a:ea typeface="Open Sans"/>
              <a:cs typeface="Open Sans"/>
              <a:sym typeface="Open Sans"/>
            </a:endParaRPr>
          </a:p>
        </p:txBody>
      </p:sp>
      <p:cxnSp>
        <p:nvCxnSpPr>
          <p:cNvPr id="7084" name="Google Shape;7084;p94"/>
          <p:cNvCxnSpPr>
            <a:stCxn id="7082" idx="2"/>
            <a:endCxn id="7083" idx="0"/>
          </p:cNvCxnSpPr>
          <p:nvPr/>
        </p:nvCxnSpPr>
        <p:spPr>
          <a:xfrm flipH="1" rot="-5400000">
            <a:off x="3650050" y="16220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85" name="Google Shape;7085;p94"/>
          <p:cNvSpPr/>
          <p:nvPr/>
        </p:nvSpPr>
        <p:spPr>
          <a:xfrm>
            <a:off x="4902816" y="1137500"/>
            <a:ext cx="1548300" cy="430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Jupiter</a:t>
            </a:r>
            <a:endParaRPr b="1" sz="1800">
              <a:solidFill>
                <a:schemeClr val="lt1"/>
              </a:solidFill>
              <a:latin typeface="Balsamiq Sans"/>
              <a:ea typeface="Balsamiq Sans"/>
              <a:cs typeface="Balsamiq Sans"/>
              <a:sym typeface="Balsamiq Sans"/>
            </a:endParaRPr>
          </a:p>
        </p:txBody>
      </p:sp>
      <p:sp>
        <p:nvSpPr>
          <p:cNvPr id="7086" name="Google Shape;7086;p94"/>
          <p:cNvSpPr/>
          <p:nvPr/>
        </p:nvSpPr>
        <p:spPr>
          <a:xfrm>
            <a:off x="4902816" y="1676525"/>
            <a:ext cx="1548300" cy="9039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It is the biggest planet in the Solar System</a:t>
            </a:r>
            <a:endParaRPr>
              <a:solidFill>
                <a:schemeClr val="lt1"/>
              </a:solidFill>
              <a:latin typeface="Open Sans"/>
              <a:ea typeface="Open Sans"/>
              <a:cs typeface="Open Sans"/>
              <a:sym typeface="Open Sans"/>
            </a:endParaRPr>
          </a:p>
        </p:txBody>
      </p:sp>
      <p:cxnSp>
        <p:nvCxnSpPr>
          <p:cNvPr id="7087" name="Google Shape;7087;p94"/>
          <p:cNvCxnSpPr>
            <a:stCxn id="7085" idx="2"/>
            <a:endCxn id="7086" idx="0"/>
          </p:cNvCxnSpPr>
          <p:nvPr/>
        </p:nvCxnSpPr>
        <p:spPr>
          <a:xfrm flipH="1" rot="-5400000">
            <a:off x="5622966" y="16220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88" name="Google Shape;7088;p94"/>
          <p:cNvSpPr/>
          <p:nvPr/>
        </p:nvSpPr>
        <p:spPr>
          <a:xfrm>
            <a:off x="6875732" y="1137500"/>
            <a:ext cx="1548300" cy="430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Mars</a:t>
            </a:r>
            <a:endParaRPr b="1" sz="1800">
              <a:solidFill>
                <a:schemeClr val="lt1"/>
              </a:solidFill>
              <a:latin typeface="Balsamiq Sans"/>
              <a:ea typeface="Balsamiq Sans"/>
              <a:cs typeface="Balsamiq Sans"/>
              <a:sym typeface="Balsamiq Sans"/>
            </a:endParaRPr>
          </a:p>
        </p:txBody>
      </p:sp>
      <p:sp>
        <p:nvSpPr>
          <p:cNvPr id="7089" name="Google Shape;7089;p94"/>
          <p:cNvSpPr/>
          <p:nvPr/>
        </p:nvSpPr>
        <p:spPr>
          <a:xfrm>
            <a:off x="6875732" y="1676525"/>
            <a:ext cx="1548300" cy="903900"/>
          </a:xfrm>
          <a:prstGeom prst="roundRect">
            <a:avLst>
              <a:gd fmla="val 1029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Despite being red, Mars is very cold</a:t>
            </a:r>
            <a:endParaRPr>
              <a:solidFill>
                <a:schemeClr val="lt1"/>
              </a:solidFill>
              <a:latin typeface="Open Sans"/>
              <a:ea typeface="Open Sans"/>
              <a:cs typeface="Open Sans"/>
              <a:sym typeface="Open Sans"/>
            </a:endParaRPr>
          </a:p>
        </p:txBody>
      </p:sp>
      <p:cxnSp>
        <p:nvCxnSpPr>
          <p:cNvPr id="7090" name="Google Shape;7090;p94"/>
          <p:cNvCxnSpPr>
            <a:stCxn id="7088" idx="2"/>
            <a:endCxn id="7089" idx="0"/>
          </p:cNvCxnSpPr>
          <p:nvPr/>
        </p:nvCxnSpPr>
        <p:spPr>
          <a:xfrm flipH="1" rot="-5400000">
            <a:off x="7595882" y="1622000"/>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cxnSp>
        <p:nvCxnSpPr>
          <p:cNvPr id="7091" name="Google Shape;7091;p94"/>
          <p:cNvCxnSpPr>
            <a:stCxn id="7083" idx="3"/>
            <a:endCxn id="7086" idx="1"/>
          </p:cNvCxnSpPr>
          <p:nvPr/>
        </p:nvCxnSpPr>
        <p:spPr>
          <a:xfrm>
            <a:off x="4478200" y="2128475"/>
            <a:ext cx="424500" cy="600"/>
          </a:xfrm>
          <a:prstGeom prst="bentConnector3">
            <a:avLst>
              <a:gd fmla="val 50014" name="adj1"/>
            </a:avLst>
          </a:prstGeom>
          <a:noFill/>
          <a:ln cap="flat" cmpd="sng" w="19050">
            <a:solidFill>
              <a:schemeClr val="lt2"/>
            </a:solidFill>
            <a:prstDash val="solid"/>
            <a:round/>
            <a:headEnd len="med" w="med" type="none"/>
            <a:tailEnd len="med" w="med" type="none"/>
          </a:ln>
        </p:spPr>
      </p:cxnSp>
      <p:cxnSp>
        <p:nvCxnSpPr>
          <p:cNvPr id="7092" name="Google Shape;7092;p94"/>
          <p:cNvCxnSpPr>
            <a:stCxn id="7086" idx="3"/>
            <a:endCxn id="7089" idx="1"/>
          </p:cNvCxnSpPr>
          <p:nvPr/>
        </p:nvCxnSpPr>
        <p:spPr>
          <a:xfrm>
            <a:off x="6451116" y="2128475"/>
            <a:ext cx="424500" cy="600"/>
          </a:xfrm>
          <a:prstGeom prst="bentConnector3">
            <a:avLst>
              <a:gd fmla="val 50014" name="adj1"/>
            </a:avLst>
          </a:prstGeom>
          <a:noFill/>
          <a:ln cap="flat" cmpd="sng" w="19050">
            <a:solidFill>
              <a:schemeClr val="lt2"/>
            </a:solidFill>
            <a:prstDash val="solid"/>
            <a:round/>
            <a:headEnd len="med" w="med" type="none"/>
            <a:tailEnd len="med" w="med" type="none"/>
          </a:ln>
        </p:spPr>
      </p:cxnSp>
      <p:sp>
        <p:nvSpPr>
          <p:cNvPr id="7093" name="Google Shape;7093;p94"/>
          <p:cNvSpPr/>
          <p:nvPr/>
        </p:nvSpPr>
        <p:spPr>
          <a:xfrm>
            <a:off x="2929900" y="2860775"/>
            <a:ext cx="1548300" cy="430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Venus</a:t>
            </a:r>
            <a:endParaRPr b="1" sz="1800">
              <a:solidFill>
                <a:schemeClr val="lt1"/>
              </a:solidFill>
              <a:latin typeface="Balsamiq Sans"/>
              <a:ea typeface="Balsamiq Sans"/>
              <a:cs typeface="Balsamiq Sans"/>
              <a:sym typeface="Balsamiq Sans"/>
            </a:endParaRPr>
          </a:p>
        </p:txBody>
      </p:sp>
      <p:sp>
        <p:nvSpPr>
          <p:cNvPr id="7094" name="Google Shape;7094;p94"/>
          <p:cNvSpPr/>
          <p:nvPr/>
        </p:nvSpPr>
        <p:spPr>
          <a:xfrm>
            <a:off x="2929900" y="3399800"/>
            <a:ext cx="1548300" cy="903900"/>
          </a:xfrm>
          <a:prstGeom prst="roundRect">
            <a:avLst>
              <a:gd fmla="val 1029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Venus is the second planet from the Sun</a:t>
            </a:r>
            <a:endParaRPr>
              <a:solidFill>
                <a:schemeClr val="lt1"/>
              </a:solidFill>
              <a:latin typeface="Open Sans"/>
              <a:ea typeface="Open Sans"/>
              <a:cs typeface="Open Sans"/>
              <a:sym typeface="Open Sans"/>
            </a:endParaRPr>
          </a:p>
        </p:txBody>
      </p:sp>
      <p:cxnSp>
        <p:nvCxnSpPr>
          <p:cNvPr id="7095" name="Google Shape;7095;p94"/>
          <p:cNvCxnSpPr>
            <a:stCxn id="7093" idx="2"/>
            <a:endCxn id="7094" idx="0"/>
          </p:cNvCxnSpPr>
          <p:nvPr/>
        </p:nvCxnSpPr>
        <p:spPr>
          <a:xfrm flipH="1" rot="-5400000">
            <a:off x="3650050" y="3345275"/>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96" name="Google Shape;7096;p94"/>
          <p:cNvSpPr/>
          <p:nvPr/>
        </p:nvSpPr>
        <p:spPr>
          <a:xfrm>
            <a:off x="4902816" y="2860775"/>
            <a:ext cx="1548300" cy="430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Saturn</a:t>
            </a:r>
            <a:endParaRPr b="1" sz="1800">
              <a:solidFill>
                <a:schemeClr val="lt1"/>
              </a:solidFill>
              <a:latin typeface="Balsamiq Sans"/>
              <a:ea typeface="Balsamiq Sans"/>
              <a:cs typeface="Balsamiq Sans"/>
              <a:sym typeface="Balsamiq Sans"/>
            </a:endParaRPr>
          </a:p>
        </p:txBody>
      </p:sp>
      <p:sp>
        <p:nvSpPr>
          <p:cNvPr id="7097" name="Google Shape;7097;p94"/>
          <p:cNvSpPr/>
          <p:nvPr/>
        </p:nvSpPr>
        <p:spPr>
          <a:xfrm>
            <a:off x="4902816" y="3399800"/>
            <a:ext cx="1548300" cy="9039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It’s composed of hydrogen and helium</a:t>
            </a:r>
            <a:endParaRPr>
              <a:solidFill>
                <a:schemeClr val="lt1"/>
              </a:solidFill>
              <a:latin typeface="Open Sans"/>
              <a:ea typeface="Open Sans"/>
              <a:cs typeface="Open Sans"/>
              <a:sym typeface="Open Sans"/>
            </a:endParaRPr>
          </a:p>
        </p:txBody>
      </p:sp>
      <p:cxnSp>
        <p:nvCxnSpPr>
          <p:cNvPr id="7098" name="Google Shape;7098;p94"/>
          <p:cNvCxnSpPr>
            <a:stCxn id="7096" idx="2"/>
            <a:endCxn id="7097" idx="0"/>
          </p:cNvCxnSpPr>
          <p:nvPr/>
        </p:nvCxnSpPr>
        <p:spPr>
          <a:xfrm flipH="1" rot="-5400000">
            <a:off x="5622966" y="3345275"/>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sp>
        <p:nvSpPr>
          <p:cNvPr id="7099" name="Google Shape;7099;p94"/>
          <p:cNvSpPr/>
          <p:nvPr/>
        </p:nvSpPr>
        <p:spPr>
          <a:xfrm>
            <a:off x="6875732" y="2860775"/>
            <a:ext cx="1548300" cy="430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Neptune</a:t>
            </a:r>
            <a:endParaRPr b="1" sz="1800">
              <a:solidFill>
                <a:schemeClr val="lt1"/>
              </a:solidFill>
              <a:latin typeface="Balsamiq Sans"/>
              <a:ea typeface="Balsamiq Sans"/>
              <a:cs typeface="Balsamiq Sans"/>
              <a:sym typeface="Balsamiq Sans"/>
            </a:endParaRPr>
          </a:p>
        </p:txBody>
      </p:sp>
      <p:sp>
        <p:nvSpPr>
          <p:cNvPr id="7100" name="Google Shape;7100;p94"/>
          <p:cNvSpPr/>
          <p:nvPr/>
        </p:nvSpPr>
        <p:spPr>
          <a:xfrm>
            <a:off x="6875732" y="3399800"/>
            <a:ext cx="1548300" cy="903900"/>
          </a:xfrm>
          <a:prstGeom prst="roundRect">
            <a:avLst>
              <a:gd fmla="val 1029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Neptune is </a:t>
            </a:r>
            <a:r>
              <a:rPr lang="en">
                <a:solidFill>
                  <a:schemeClr val="lt1"/>
                </a:solidFill>
                <a:latin typeface="Open Sans"/>
                <a:ea typeface="Open Sans"/>
                <a:cs typeface="Open Sans"/>
                <a:sym typeface="Open Sans"/>
              </a:rPr>
              <a:t>the farthest planet from the Sun</a:t>
            </a:r>
            <a:endParaRPr>
              <a:solidFill>
                <a:schemeClr val="lt1"/>
              </a:solidFill>
              <a:latin typeface="Open Sans"/>
              <a:ea typeface="Open Sans"/>
              <a:cs typeface="Open Sans"/>
              <a:sym typeface="Open Sans"/>
            </a:endParaRPr>
          </a:p>
        </p:txBody>
      </p:sp>
      <p:cxnSp>
        <p:nvCxnSpPr>
          <p:cNvPr id="7101" name="Google Shape;7101;p94"/>
          <p:cNvCxnSpPr>
            <a:stCxn id="7099" idx="2"/>
            <a:endCxn id="7100" idx="0"/>
          </p:cNvCxnSpPr>
          <p:nvPr/>
        </p:nvCxnSpPr>
        <p:spPr>
          <a:xfrm flipH="1" rot="-5400000">
            <a:off x="7595882" y="3345275"/>
            <a:ext cx="108600" cy="600"/>
          </a:xfrm>
          <a:prstGeom prst="bentConnector3">
            <a:avLst>
              <a:gd fmla="val 49965" name="adj1"/>
            </a:avLst>
          </a:prstGeom>
          <a:noFill/>
          <a:ln cap="flat" cmpd="sng" w="19050">
            <a:solidFill>
              <a:schemeClr val="lt2"/>
            </a:solidFill>
            <a:prstDash val="solid"/>
            <a:round/>
            <a:headEnd len="med" w="med" type="none"/>
            <a:tailEnd len="med" w="med" type="none"/>
          </a:ln>
        </p:spPr>
      </p:cxnSp>
      <p:cxnSp>
        <p:nvCxnSpPr>
          <p:cNvPr id="7102" name="Google Shape;7102;p94"/>
          <p:cNvCxnSpPr>
            <a:stCxn id="7094" idx="3"/>
            <a:endCxn id="7097" idx="1"/>
          </p:cNvCxnSpPr>
          <p:nvPr/>
        </p:nvCxnSpPr>
        <p:spPr>
          <a:xfrm>
            <a:off x="4478200" y="3851750"/>
            <a:ext cx="424500" cy="600"/>
          </a:xfrm>
          <a:prstGeom prst="bentConnector3">
            <a:avLst>
              <a:gd fmla="val 50014" name="adj1"/>
            </a:avLst>
          </a:prstGeom>
          <a:noFill/>
          <a:ln cap="flat" cmpd="sng" w="19050">
            <a:solidFill>
              <a:schemeClr val="lt2"/>
            </a:solidFill>
            <a:prstDash val="solid"/>
            <a:round/>
            <a:headEnd len="med" w="med" type="none"/>
            <a:tailEnd len="med" w="med" type="none"/>
          </a:ln>
        </p:spPr>
      </p:cxnSp>
      <p:cxnSp>
        <p:nvCxnSpPr>
          <p:cNvPr id="7103" name="Google Shape;7103;p94"/>
          <p:cNvCxnSpPr>
            <a:stCxn id="7097" idx="3"/>
            <a:endCxn id="7100" idx="1"/>
          </p:cNvCxnSpPr>
          <p:nvPr/>
        </p:nvCxnSpPr>
        <p:spPr>
          <a:xfrm>
            <a:off x="6451116" y="3851750"/>
            <a:ext cx="424500" cy="600"/>
          </a:xfrm>
          <a:prstGeom prst="bentConnector3">
            <a:avLst>
              <a:gd fmla="val 50014" name="adj1"/>
            </a:avLst>
          </a:prstGeom>
          <a:noFill/>
          <a:ln cap="flat" cmpd="sng" w="19050">
            <a:solidFill>
              <a:schemeClr val="lt2"/>
            </a:solidFill>
            <a:prstDash val="solid"/>
            <a:round/>
            <a:headEnd len="med" w="med" type="none"/>
            <a:tailEnd len="med" w="med" type="none"/>
          </a:ln>
        </p:spPr>
      </p:cxnSp>
      <p:cxnSp>
        <p:nvCxnSpPr>
          <p:cNvPr id="7104" name="Google Shape;7104;p94"/>
          <p:cNvCxnSpPr>
            <a:stCxn id="7081" idx="3"/>
            <a:endCxn id="7083" idx="2"/>
          </p:cNvCxnSpPr>
          <p:nvPr/>
        </p:nvCxnSpPr>
        <p:spPr>
          <a:xfrm flipH="1" rot="10800000">
            <a:off x="2592300" y="2580575"/>
            <a:ext cx="1111800" cy="138900"/>
          </a:xfrm>
          <a:prstGeom prst="bentConnector2">
            <a:avLst/>
          </a:prstGeom>
          <a:noFill/>
          <a:ln cap="flat" cmpd="sng" w="19050">
            <a:solidFill>
              <a:schemeClr val="dk2"/>
            </a:solidFill>
            <a:prstDash val="solid"/>
            <a:round/>
            <a:headEnd len="med" w="med" type="none"/>
            <a:tailEnd len="med" w="med" type="none"/>
          </a:ln>
        </p:spPr>
      </p:cxnSp>
      <p:cxnSp>
        <p:nvCxnSpPr>
          <p:cNvPr id="7105" name="Google Shape;7105;p94"/>
          <p:cNvCxnSpPr>
            <a:stCxn id="7081" idx="3"/>
            <a:endCxn id="7093" idx="0"/>
          </p:cNvCxnSpPr>
          <p:nvPr/>
        </p:nvCxnSpPr>
        <p:spPr>
          <a:xfrm>
            <a:off x="2592300" y="2719475"/>
            <a:ext cx="1111800" cy="141300"/>
          </a:xfrm>
          <a:prstGeom prst="bentConnector2">
            <a:avLst/>
          </a:prstGeom>
          <a:noFill/>
          <a:ln cap="flat" cmpd="sng" w="19050">
            <a:solidFill>
              <a:schemeClr val="lt2"/>
            </a:solidFill>
            <a:prstDash val="solid"/>
            <a:round/>
            <a:headEnd len="med" w="med" type="none"/>
            <a:tailEnd len="med" w="med" type="none"/>
          </a:ln>
        </p:spPr>
      </p:cxnSp>
      <p:grpSp>
        <p:nvGrpSpPr>
          <p:cNvPr id="7106" name="Google Shape;7106;p94"/>
          <p:cNvGrpSpPr/>
          <p:nvPr/>
        </p:nvGrpSpPr>
        <p:grpSpPr>
          <a:xfrm>
            <a:off x="717237" y="534939"/>
            <a:ext cx="734734" cy="750112"/>
            <a:chOff x="238125" y="1607925"/>
            <a:chExt cx="323700" cy="330475"/>
          </a:xfrm>
        </p:grpSpPr>
        <p:sp>
          <p:nvSpPr>
            <p:cNvPr id="7107" name="Google Shape;7107;p94"/>
            <p:cNvSpPr/>
            <p:nvPr/>
          </p:nvSpPr>
          <p:spPr>
            <a:xfrm>
              <a:off x="255500" y="1630625"/>
              <a:ext cx="306325" cy="307775"/>
            </a:xfrm>
            <a:custGeom>
              <a:rect b="b" l="l" r="r" t="t"/>
              <a:pathLst>
                <a:path extrusionOk="0" h="12311" w="12253">
                  <a:moveTo>
                    <a:pt x="6127" y="1"/>
                  </a:moveTo>
                  <a:cubicBezTo>
                    <a:pt x="2745" y="1"/>
                    <a:pt x="1" y="2764"/>
                    <a:pt x="1" y="6165"/>
                  </a:cubicBezTo>
                  <a:cubicBezTo>
                    <a:pt x="1" y="9566"/>
                    <a:pt x="2745" y="12310"/>
                    <a:pt x="6127" y="12310"/>
                  </a:cubicBezTo>
                  <a:cubicBezTo>
                    <a:pt x="9508" y="12310"/>
                    <a:pt x="12252" y="9566"/>
                    <a:pt x="12252" y="6165"/>
                  </a:cubicBezTo>
                  <a:cubicBezTo>
                    <a:pt x="12252" y="2764"/>
                    <a:pt x="9508" y="1"/>
                    <a:pt x="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4"/>
            <p:cNvSpPr/>
            <p:nvPr/>
          </p:nvSpPr>
          <p:spPr>
            <a:xfrm>
              <a:off x="238125" y="1607925"/>
              <a:ext cx="306300" cy="307775"/>
            </a:xfrm>
            <a:custGeom>
              <a:rect b="b" l="l" r="r" t="t"/>
              <a:pathLst>
                <a:path extrusionOk="0" h="12311" w="12252">
                  <a:moveTo>
                    <a:pt x="6126" y="1"/>
                  </a:moveTo>
                  <a:cubicBezTo>
                    <a:pt x="2744" y="1"/>
                    <a:pt x="0" y="2764"/>
                    <a:pt x="0" y="6165"/>
                  </a:cubicBezTo>
                  <a:cubicBezTo>
                    <a:pt x="0" y="9566"/>
                    <a:pt x="2744" y="12310"/>
                    <a:pt x="6126" y="12310"/>
                  </a:cubicBezTo>
                  <a:cubicBezTo>
                    <a:pt x="9508" y="12310"/>
                    <a:pt x="12252" y="9566"/>
                    <a:pt x="12252" y="6165"/>
                  </a:cubicBezTo>
                  <a:cubicBezTo>
                    <a:pt x="12252" y="2764"/>
                    <a:pt x="9508" y="1"/>
                    <a:pt x="6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4"/>
            <p:cNvSpPr/>
            <p:nvPr/>
          </p:nvSpPr>
          <p:spPr>
            <a:xfrm>
              <a:off x="383050" y="1608400"/>
              <a:ext cx="161850" cy="307775"/>
            </a:xfrm>
            <a:custGeom>
              <a:rect b="b" l="l" r="r" t="t"/>
              <a:pathLst>
                <a:path extrusionOk="0" h="12311" w="6474">
                  <a:moveTo>
                    <a:pt x="0" y="1"/>
                  </a:moveTo>
                  <a:cubicBezTo>
                    <a:pt x="3247" y="194"/>
                    <a:pt x="5759" y="2880"/>
                    <a:pt x="5759" y="6146"/>
                  </a:cubicBezTo>
                  <a:cubicBezTo>
                    <a:pt x="5759" y="9393"/>
                    <a:pt x="3247" y="12079"/>
                    <a:pt x="0" y="12291"/>
                  </a:cubicBezTo>
                  <a:cubicBezTo>
                    <a:pt x="97" y="12311"/>
                    <a:pt x="213" y="12311"/>
                    <a:pt x="329" y="12311"/>
                  </a:cubicBezTo>
                  <a:cubicBezTo>
                    <a:pt x="3730" y="12291"/>
                    <a:pt x="6474" y="9528"/>
                    <a:pt x="6455" y="6146"/>
                  </a:cubicBezTo>
                  <a:cubicBezTo>
                    <a:pt x="6455" y="2745"/>
                    <a:pt x="3711" y="1"/>
                    <a:pt x="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4"/>
            <p:cNvSpPr/>
            <p:nvPr/>
          </p:nvSpPr>
          <p:spPr>
            <a:xfrm>
              <a:off x="255500" y="1632575"/>
              <a:ext cx="257050" cy="258975"/>
            </a:xfrm>
            <a:custGeom>
              <a:rect b="b" l="l" r="r" t="t"/>
              <a:pathLst>
                <a:path extrusionOk="0" h="10359" w="10282">
                  <a:moveTo>
                    <a:pt x="5141" y="0"/>
                  </a:moveTo>
                  <a:cubicBezTo>
                    <a:pt x="2300" y="0"/>
                    <a:pt x="1" y="2319"/>
                    <a:pt x="1" y="5179"/>
                  </a:cubicBezTo>
                  <a:cubicBezTo>
                    <a:pt x="1" y="8039"/>
                    <a:pt x="2300" y="10358"/>
                    <a:pt x="5141" y="10358"/>
                  </a:cubicBezTo>
                  <a:cubicBezTo>
                    <a:pt x="7982" y="10358"/>
                    <a:pt x="10281" y="8039"/>
                    <a:pt x="10281" y="5179"/>
                  </a:cubicBezTo>
                  <a:cubicBezTo>
                    <a:pt x="10281" y="2319"/>
                    <a:pt x="7982" y="0"/>
                    <a:pt x="5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4"/>
            <p:cNvSpPr/>
            <p:nvPr/>
          </p:nvSpPr>
          <p:spPr>
            <a:xfrm>
              <a:off x="254550" y="1632575"/>
              <a:ext cx="141575" cy="258475"/>
            </a:xfrm>
            <a:custGeom>
              <a:rect b="b" l="l" r="r" t="t"/>
              <a:pathLst>
                <a:path extrusionOk="0" h="10339" w="5663">
                  <a:moveTo>
                    <a:pt x="5179" y="0"/>
                  </a:moveTo>
                  <a:cubicBezTo>
                    <a:pt x="2319" y="0"/>
                    <a:pt x="0" y="2319"/>
                    <a:pt x="0" y="5179"/>
                  </a:cubicBezTo>
                  <a:cubicBezTo>
                    <a:pt x="0" y="8039"/>
                    <a:pt x="2319" y="10339"/>
                    <a:pt x="5179" y="10339"/>
                  </a:cubicBezTo>
                  <a:cubicBezTo>
                    <a:pt x="5334" y="10339"/>
                    <a:pt x="5507" y="10339"/>
                    <a:pt x="5662" y="10319"/>
                  </a:cubicBezTo>
                  <a:cubicBezTo>
                    <a:pt x="2995" y="10068"/>
                    <a:pt x="986" y="7846"/>
                    <a:pt x="986" y="5179"/>
                  </a:cubicBezTo>
                  <a:cubicBezTo>
                    <a:pt x="986" y="2512"/>
                    <a:pt x="2995" y="290"/>
                    <a:pt x="5662" y="20"/>
                  </a:cubicBezTo>
                  <a:cubicBezTo>
                    <a:pt x="5488" y="0"/>
                    <a:pt x="5334" y="0"/>
                    <a:pt x="5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4"/>
            <p:cNvSpPr/>
            <p:nvPr/>
          </p:nvSpPr>
          <p:spPr>
            <a:xfrm>
              <a:off x="368075" y="1690050"/>
              <a:ext cx="45425" cy="144475"/>
            </a:xfrm>
            <a:custGeom>
              <a:rect b="b" l="l" r="r" t="t"/>
              <a:pathLst>
                <a:path extrusionOk="0" h="5779" w="1817">
                  <a:moveTo>
                    <a:pt x="1082" y="1"/>
                  </a:moveTo>
                  <a:lnTo>
                    <a:pt x="0" y="3015"/>
                  </a:lnTo>
                  <a:lnTo>
                    <a:pt x="1450" y="5779"/>
                  </a:lnTo>
                  <a:lnTo>
                    <a:pt x="1817" y="5586"/>
                  </a:lnTo>
                  <a:lnTo>
                    <a:pt x="445" y="2996"/>
                  </a:lnTo>
                  <a:lnTo>
                    <a:pt x="1469" y="136"/>
                  </a:lnTo>
                  <a:lnTo>
                    <a:pt x="1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4"/>
            <p:cNvSpPr/>
            <p:nvPr/>
          </p:nvSpPr>
          <p:spPr>
            <a:xfrm>
              <a:off x="379675" y="1645600"/>
              <a:ext cx="6300" cy="27100"/>
            </a:xfrm>
            <a:custGeom>
              <a:rect b="b" l="l" r="r" t="t"/>
              <a:pathLst>
                <a:path extrusionOk="0" h="1084" w="252">
                  <a:moveTo>
                    <a:pt x="0" y="1"/>
                  </a:moveTo>
                  <a:lnTo>
                    <a:pt x="0" y="1083"/>
                  </a:lnTo>
                  <a:lnTo>
                    <a:pt x="251" y="108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4"/>
            <p:cNvSpPr/>
            <p:nvPr/>
          </p:nvSpPr>
          <p:spPr>
            <a:xfrm>
              <a:off x="379675" y="1845125"/>
              <a:ext cx="6300" cy="27575"/>
            </a:xfrm>
            <a:custGeom>
              <a:rect b="b" l="l" r="r" t="t"/>
              <a:pathLst>
                <a:path extrusionOk="0" h="1103" w="252">
                  <a:moveTo>
                    <a:pt x="0" y="1"/>
                  </a:moveTo>
                  <a:lnTo>
                    <a:pt x="0" y="1102"/>
                  </a:lnTo>
                  <a:lnTo>
                    <a:pt x="251" y="1102"/>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4"/>
            <p:cNvSpPr/>
            <p:nvPr/>
          </p:nvSpPr>
          <p:spPr>
            <a:xfrm>
              <a:off x="468550" y="1755750"/>
              <a:ext cx="27075" cy="6325"/>
            </a:xfrm>
            <a:custGeom>
              <a:rect b="b" l="l" r="r" t="t"/>
              <a:pathLst>
                <a:path extrusionOk="0" h="253" w="1083">
                  <a:moveTo>
                    <a:pt x="1" y="1"/>
                  </a:moveTo>
                  <a:lnTo>
                    <a:pt x="1"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4"/>
            <p:cNvSpPr/>
            <p:nvPr/>
          </p:nvSpPr>
          <p:spPr>
            <a:xfrm>
              <a:off x="270000" y="1755750"/>
              <a:ext cx="27075" cy="6325"/>
            </a:xfrm>
            <a:custGeom>
              <a:rect b="b" l="l" r="r" t="t"/>
              <a:pathLst>
                <a:path extrusionOk="0" h="253" w="1083">
                  <a:moveTo>
                    <a:pt x="0" y="1"/>
                  </a:moveTo>
                  <a:lnTo>
                    <a:pt x="0"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94"/>
          <p:cNvGrpSpPr/>
          <p:nvPr/>
        </p:nvGrpSpPr>
        <p:grpSpPr>
          <a:xfrm>
            <a:off x="971368" y="3816245"/>
            <a:ext cx="877308" cy="948162"/>
            <a:chOff x="276443" y="3816245"/>
            <a:chExt cx="877308" cy="948162"/>
          </a:xfrm>
        </p:grpSpPr>
        <p:grpSp>
          <p:nvGrpSpPr>
            <p:cNvPr id="7118" name="Google Shape;7118;p94"/>
            <p:cNvGrpSpPr/>
            <p:nvPr/>
          </p:nvGrpSpPr>
          <p:grpSpPr>
            <a:xfrm>
              <a:off x="276443" y="4452593"/>
              <a:ext cx="877308" cy="311814"/>
              <a:chOff x="1412143" y="4492167"/>
              <a:chExt cx="728117" cy="258767"/>
            </a:xfrm>
          </p:grpSpPr>
          <p:sp>
            <p:nvSpPr>
              <p:cNvPr id="7119" name="Google Shape;7119;p94"/>
              <p:cNvSpPr/>
              <p:nvPr/>
            </p:nvSpPr>
            <p:spPr>
              <a:xfrm>
                <a:off x="1412159" y="4689134"/>
                <a:ext cx="728100" cy="6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0" name="Google Shape;7120;p94"/>
              <p:cNvGrpSpPr/>
              <p:nvPr/>
            </p:nvGrpSpPr>
            <p:grpSpPr>
              <a:xfrm>
                <a:off x="1412143" y="4492167"/>
                <a:ext cx="701246" cy="232678"/>
                <a:chOff x="7138068" y="2592629"/>
                <a:chExt cx="701246" cy="232678"/>
              </a:xfrm>
            </p:grpSpPr>
            <p:sp>
              <p:nvSpPr>
                <p:cNvPr id="7121" name="Google Shape;7121;p94"/>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4"/>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4"/>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4"/>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4"/>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4"/>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4"/>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4"/>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4"/>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4"/>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1" name="Google Shape;7131;p94"/>
            <p:cNvGrpSpPr/>
            <p:nvPr/>
          </p:nvGrpSpPr>
          <p:grpSpPr>
            <a:xfrm>
              <a:off x="390036" y="3816245"/>
              <a:ext cx="650143" cy="635200"/>
              <a:chOff x="791550" y="2156375"/>
              <a:chExt cx="1145425" cy="1118900"/>
            </a:xfrm>
          </p:grpSpPr>
          <p:sp>
            <p:nvSpPr>
              <p:cNvPr id="7132" name="Google Shape;7132;p94"/>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4"/>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4"/>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4"/>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4"/>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4"/>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4"/>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4"/>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4"/>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4"/>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4"/>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4"/>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4"/>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4"/>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46" name="Google Shape;7146;p94">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4">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4">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4">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3" name="Shape 7153"/>
        <p:cNvGrpSpPr/>
        <p:nvPr/>
      </p:nvGrpSpPr>
      <p:grpSpPr>
        <a:xfrm>
          <a:off x="0" y="0"/>
          <a:ext cx="0" cy="0"/>
          <a:chOff x="0" y="0"/>
          <a:chExt cx="0" cy="0"/>
        </a:xfrm>
      </p:grpSpPr>
      <p:sp>
        <p:nvSpPr>
          <p:cNvPr id="7154" name="Google Shape;7154;p95"/>
          <p:cNvSpPr/>
          <p:nvPr/>
        </p:nvSpPr>
        <p:spPr>
          <a:xfrm>
            <a:off x="1528050" y="1285800"/>
            <a:ext cx="6087900" cy="1686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155" name="Google Shape;7155;p95"/>
          <p:cNvSpPr txBox="1"/>
          <p:nvPr>
            <p:ph type="title"/>
          </p:nvPr>
        </p:nvSpPr>
        <p:spPr>
          <a:xfrm>
            <a:off x="1961150" y="1373400"/>
            <a:ext cx="52218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7156" name="Google Shape;7156;p95"/>
          <p:cNvSpPr txBox="1"/>
          <p:nvPr>
            <p:ph idx="1" type="subTitle"/>
          </p:nvPr>
        </p:nvSpPr>
        <p:spPr>
          <a:xfrm>
            <a:off x="1961100" y="3305125"/>
            <a:ext cx="52218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7157" name="Google Shape;7157;p95">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5">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5">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5">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1" name="Google Shape;7161;p95"/>
          <p:cNvGrpSpPr/>
          <p:nvPr/>
        </p:nvGrpSpPr>
        <p:grpSpPr>
          <a:xfrm>
            <a:off x="7768350" y="2272600"/>
            <a:ext cx="1174850" cy="2506000"/>
            <a:chOff x="8505100" y="2272600"/>
            <a:chExt cx="1174850" cy="2506000"/>
          </a:xfrm>
        </p:grpSpPr>
        <p:sp>
          <p:nvSpPr>
            <p:cNvPr id="7162" name="Google Shape;7162;p95"/>
            <p:cNvSpPr/>
            <p:nvPr/>
          </p:nvSpPr>
          <p:spPr>
            <a:xfrm>
              <a:off x="8814300" y="4665200"/>
              <a:ext cx="748500" cy="113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3" name="Google Shape;7163;p95"/>
            <p:cNvGrpSpPr/>
            <p:nvPr/>
          </p:nvGrpSpPr>
          <p:grpSpPr>
            <a:xfrm>
              <a:off x="8505100" y="2272600"/>
              <a:ext cx="1174850" cy="2455800"/>
              <a:chOff x="8428900" y="2272600"/>
              <a:chExt cx="1174850" cy="2455800"/>
            </a:xfrm>
          </p:grpSpPr>
          <p:sp>
            <p:nvSpPr>
              <p:cNvPr id="7164" name="Google Shape;7164;p95"/>
              <p:cNvSpPr/>
              <p:nvPr/>
            </p:nvSpPr>
            <p:spPr>
              <a:xfrm>
                <a:off x="8818950" y="4235450"/>
                <a:ext cx="574125" cy="492950"/>
              </a:xfrm>
              <a:custGeom>
                <a:rect b="b" l="l" r="r" t="t"/>
                <a:pathLst>
                  <a:path extrusionOk="0" h="19718" w="22965">
                    <a:moveTo>
                      <a:pt x="19544" y="1"/>
                    </a:moveTo>
                    <a:cubicBezTo>
                      <a:pt x="18835" y="22"/>
                      <a:pt x="18147" y="105"/>
                      <a:pt x="17458" y="105"/>
                    </a:cubicBezTo>
                    <a:lnTo>
                      <a:pt x="5298" y="105"/>
                    </a:lnTo>
                    <a:cubicBezTo>
                      <a:pt x="4902" y="105"/>
                      <a:pt x="4318" y="147"/>
                      <a:pt x="3922" y="147"/>
                    </a:cubicBezTo>
                    <a:cubicBezTo>
                      <a:pt x="3873" y="154"/>
                      <a:pt x="3822" y="156"/>
                      <a:pt x="3768" y="156"/>
                    </a:cubicBezTo>
                    <a:cubicBezTo>
                      <a:pt x="3660" y="156"/>
                      <a:pt x="3539" y="147"/>
                      <a:pt x="3400" y="147"/>
                    </a:cubicBezTo>
                    <a:lnTo>
                      <a:pt x="3379" y="147"/>
                    </a:lnTo>
                    <a:cubicBezTo>
                      <a:pt x="3025" y="147"/>
                      <a:pt x="2608" y="126"/>
                      <a:pt x="2170" y="126"/>
                    </a:cubicBezTo>
                    <a:cubicBezTo>
                      <a:pt x="1377" y="147"/>
                      <a:pt x="584" y="293"/>
                      <a:pt x="272" y="814"/>
                    </a:cubicBezTo>
                    <a:cubicBezTo>
                      <a:pt x="0" y="1273"/>
                      <a:pt x="522" y="2962"/>
                      <a:pt x="605" y="3484"/>
                    </a:cubicBezTo>
                    <a:cubicBezTo>
                      <a:pt x="730" y="4381"/>
                      <a:pt x="856" y="5278"/>
                      <a:pt x="1002" y="6174"/>
                    </a:cubicBezTo>
                    <a:lnTo>
                      <a:pt x="1168" y="7322"/>
                    </a:lnTo>
                    <a:cubicBezTo>
                      <a:pt x="1669" y="10429"/>
                      <a:pt x="2253" y="13537"/>
                      <a:pt x="2879" y="16624"/>
                    </a:cubicBezTo>
                    <a:cubicBezTo>
                      <a:pt x="3025" y="17271"/>
                      <a:pt x="3150" y="17896"/>
                      <a:pt x="3275" y="18522"/>
                    </a:cubicBezTo>
                    <a:lnTo>
                      <a:pt x="3838" y="18689"/>
                    </a:lnTo>
                    <a:cubicBezTo>
                      <a:pt x="4422" y="18877"/>
                      <a:pt x="5006" y="19023"/>
                      <a:pt x="5590" y="19148"/>
                    </a:cubicBezTo>
                    <a:cubicBezTo>
                      <a:pt x="7319" y="19529"/>
                      <a:pt x="9078" y="19718"/>
                      <a:pt x="10836" y="19718"/>
                    </a:cubicBezTo>
                    <a:cubicBezTo>
                      <a:pt x="13406" y="19718"/>
                      <a:pt x="15974" y="19315"/>
                      <a:pt x="18439" y="18522"/>
                    </a:cubicBezTo>
                    <a:cubicBezTo>
                      <a:pt x="19169" y="15769"/>
                      <a:pt x="19919" y="12974"/>
                      <a:pt x="20670" y="10200"/>
                    </a:cubicBezTo>
                    <a:cubicBezTo>
                      <a:pt x="20775" y="9804"/>
                      <a:pt x="20879" y="9407"/>
                      <a:pt x="20983" y="9032"/>
                    </a:cubicBezTo>
                    <a:cubicBezTo>
                      <a:pt x="21129" y="8427"/>
                      <a:pt x="21296" y="7822"/>
                      <a:pt x="21442" y="7217"/>
                    </a:cubicBezTo>
                    <a:cubicBezTo>
                      <a:pt x="21755" y="6028"/>
                      <a:pt x="22068" y="4840"/>
                      <a:pt x="22422" y="3672"/>
                    </a:cubicBezTo>
                    <a:cubicBezTo>
                      <a:pt x="22777" y="2399"/>
                      <a:pt x="22965" y="522"/>
                      <a:pt x="21275" y="126"/>
                    </a:cubicBezTo>
                    <a:cubicBezTo>
                      <a:pt x="20962" y="42"/>
                      <a:pt x="20629" y="1"/>
                      <a:pt x="20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5"/>
              <p:cNvSpPr/>
              <p:nvPr/>
            </p:nvSpPr>
            <p:spPr>
              <a:xfrm>
                <a:off x="8789600" y="4236375"/>
                <a:ext cx="613900" cy="204900"/>
              </a:xfrm>
              <a:custGeom>
                <a:rect b="b" l="l" r="r" t="t"/>
                <a:pathLst>
                  <a:path extrusionOk="0" h="8196" w="24556">
                    <a:moveTo>
                      <a:pt x="21731" y="0"/>
                    </a:moveTo>
                    <a:cubicBezTo>
                      <a:pt x="21636" y="0"/>
                      <a:pt x="21542" y="2"/>
                      <a:pt x="21448" y="5"/>
                    </a:cubicBezTo>
                    <a:lnTo>
                      <a:pt x="21427" y="5"/>
                    </a:lnTo>
                    <a:cubicBezTo>
                      <a:pt x="21177" y="5"/>
                      <a:pt x="20927" y="26"/>
                      <a:pt x="20676" y="47"/>
                    </a:cubicBezTo>
                    <a:lnTo>
                      <a:pt x="20655" y="47"/>
                    </a:lnTo>
                    <a:cubicBezTo>
                      <a:pt x="20113" y="68"/>
                      <a:pt x="19571" y="110"/>
                      <a:pt x="19029" y="110"/>
                    </a:cubicBezTo>
                    <a:lnTo>
                      <a:pt x="5867" y="110"/>
                    </a:lnTo>
                    <a:cubicBezTo>
                      <a:pt x="5513" y="110"/>
                      <a:pt x="4970" y="151"/>
                      <a:pt x="4574" y="172"/>
                    </a:cubicBezTo>
                    <a:lnTo>
                      <a:pt x="4407" y="172"/>
                    </a:lnTo>
                    <a:cubicBezTo>
                      <a:pt x="4074" y="172"/>
                      <a:pt x="3719" y="151"/>
                      <a:pt x="3323" y="131"/>
                    </a:cubicBezTo>
                    <a:lnTo>
                      <a:pt x="2968" y="110"/>
                    </a:lnTo>
                    <a:cubicBezTo>
                      <a:pt x="2854" y="105"/>
                      <a:pt x="2739" y="102"/>
                      <a:pt x="2625" y="102"/>
                    </a:cubicBezTo>
                    <a:cubicBezTo>
                      <a:pt x="1279" y="102"/>
                      <a:pt x="1" y="480"/>
                      <a:pt x="423" y="2133"/>
                    </a:cubicBezTo>
                    <a:cubicBezTo>
                      <a:pt x="799" y="3614"/>
                      <a:pt x="1174" y="5095"/>
                      <a:pt x="1550" y="6575"/>
                    </a:cubicBezTo>
                    <a:cubicBezTo>
                      <a:pt x="1592" y="6742"/>
                      <a:pt x="1654" y="6909"/>
                      <a:pt x="1758" y="7034"/>
                    </a:cubicBezTo>
                    <a:cubicBezTo>
                      <a:pt x="1925" y="7180"/>
                      <a:pt x="2134" y="7264"/>
                      <a:pt x="2342" y="7306"/>
                    </a:cubicBezTo>
                    <a:cubicBezTo>
                      <a:pt x="2593" y="7368"/>
                      <a:pt x="2885" y="7389"/>
                      <a:pt x="3072" y="7431"/>
                    </a:cubicBezTo>
                    <a:cubicBezTo>
                      <a:pt x="3698" y="7556"/>
                      <a:pt x="4366" y="7660"/>
                      <a:pt x="5012" y="7764"/>
                    </a:cubicBezTo>
                    <a:cubicBezTo>
                      <a:pt x="7259" y="8043"/>
                      <a:pt x="9517" y="8196"/>
                      <a:pt x="11779" y="8196"/>
                    </a:cubicBezTo>
                    <a:cubicBezTo>
                      <a:pt x="12561" y="8196"/>
                      <a:pt x="13344" y="8177"/>
                      <a:pt x="14127" y="8140"/>
                    </a:cubicBezTo>
                    <a:cubicBezTo>
                      <a:pt x="15524" y="8098"/>
                      <a:pt x="16901" y="7994"/>
                      <a:pt x="18299" y="7848"/>
                    </a:cubicBezTo>
                    <a:cubicBezTo>
                      <a:pt x="19592" y="7702"/>
                      <a:pt x="20885" y="7514"/>
                      <a:pt x="22157" y="7243"/>
                    </a:cubicBezTo>
                    <a:cubicBezTo>
                      <a:pt x="22303" y="7222"/>
                      <a:pt x="22449" y="7201"/>
                      <a:pt x="22595" y="7201"/>
                    </a:cubicBezTo>
                    <a:cubicBezTo>
                      <a:pt x="22622" y="7203"/>
                      <a:pt x="22649" y="7204"/>
                      <a:pt x="22676" y="7204"/>
                    </a:cubicBezTo>
                    <a:cubicBezTo>
                      <a:pt x="22916" y="7204"/>
                      <a:pt x="23133" y="7120"/>
                      <a:pt x="23283" y="6951"/>
                    </a:cubicBezTo>
                    <a:cubicBezTo>
                      <a:pt x="23409" y="6784"/>
                      <a:pt x="23471" y="6596"/>
                      <a:pt x="23492" y="6388"/>
                    </a:cubicBezTo>
                    <a:lnTo>
                      <a:pt x="23555" y="6137"/>
                    </a:lnTo>
                    <a:cubicBezTo>
                      <a:pt x="23784" y="4949"/>
                      <a:pt x="24014" y="3781"/>
                      <a:pt x="24264" y="2592"/>
                    </a:cubicBezTo>
                    <a:cubicBezTo>
                      <a:pt x="24347" y="2195"/>
                      <a:pt x="24431" y="1778"/>
                      <a:pt x="24514" y="1382"/>
                    </a:cubicBezTo>
                    <a:cubicBezTo>
                      <a:pt x="24556" y="1194"/>
                      <a:pt x="24556" y="1007"/>
                      <a:pt x="24514" y="819"/>
                    </a:cubicBezTo>
                    <a:cubicBezTo>
                      <a:pt x="24389" y="485"/>
                      <a:pt x="23492" y="214"/>
                      <a:pt x="23179" y="131"/>
                    </a:cubicBezTo>
                    <a:cubicBezTo>
                      <a:pt x="22693" y="44"/>
                      <a:pt x="22206" y="0"/>
                      <a:pt x="21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5"/>
              <p:cNvSpPr/>
              <p:nvPr/>
            </p:nvSpPr>
            <p:spPr>
              <a:xfrm>
                <a:off x="8803300" y="4218250"/>
                <a:ext cx="598650" cy="78750"/>
              </a:xfrm>
              <a:custGeom>
                <a:rect b="b" l="l" r="r" t="t"/>
                <a:pathLst>
                  <a:path extrusionOk="0" h="3150" w="23946">
                    <a:moveTo>
                      <a:pt x="11347" y="0"/>
                    </a:moveTo>
                    <a:cubicBezTo>
                      <a:pt x="11013" y="0"/>
                      <a:pt x="10659" y="21"/>
                      <a:pt x="10304" y="21"/>
                    </a:cubicBezTo>
                    <a:lnTo>
                      <a:pt x="8365" y="21"/>
                    </a:lnTo>
                    <a:cubicBezTo>
                      <a:pt x="8344" y="32"/>
                      <a:pt x="8318" y="37"/>
                      <a:pt x="8292" y="37"/>
                    </a:cubicBezTo>
                    <a:cubicBezTo>
                      <a:pt x="8265" y="37"/>
                      <a:pt x="8239" y="32"/>
                      <a:pt x="8219" y="21"/>
                    </a:cubicBezTo>
                    <a:cubicBezTo>
                      <a:pt x="8198" y="32"/>
                      <a:pt x="8182" y="37"/>
                      <a:pt x="8166" y="37"/>
                    </a:cubicBezTo>
                    <a:cubicBezTo>
                      <a:pt x="8151" y="37"/>
                      <a:pt x="8135" y="32"/>
                      <a:pt x="8114" y="21"/>
                    </a:cubicBezTo>
                    <a:lnTo>
                      <a:pt x="7843" y="21"/>
                    </a:lnTo>
                    <a:cubicBezTo>
                      <a:pt x="7655" y="42"/>
                      <a:pt x="7468" y="42"/>
                      <a:pt x="7259" y="63"/>
                    </a:cubicBezTo>
                    <a:lnTo>
                      <a:pt x="6571" y="63"/>
                    </a:lnTo>
                    <a:lnTo>
                      <a:pt x="5716" y="126"/>
                    </a:lnTo>
                    <a:lnTo>
                      <a:pt x="5570" y="146"/>
                    </a:lnTo>
                    <a:lnTo>
                      <a:pt x="5403" y="167"/>
                    </a:lnTo>
                    <a:cubicBezTo>
                      <a:pt x="4402" y="251"/>
                      <a:pt x="3505" y="376"/>
                      <a:pt x="2733" y="501"/>
                    </a:cubicBezTo>
                    <a:lnTo>
                      <a:pt x="2587" y="522"/>
                    </a:lnTo>
                    <a:lnTo>
                      <a:pt x="2441" y="564"/>
                    </a:lnTo>
                    <a:cubicBezTo>
                      <a:pt x="898" y="856"/>
                      <a:pt x="1" y="1189"/>
                      <a:pt x="1" y="1586"/>
                    </a:cubicBezTo>
                    <a:cubicBezTo>
                      <a:pt x="1" y="2024"/>
                      <a:pt x="1252" y="2441"/>
                      <a:pt x="3275" y="2733"/>
                    </a:cubicBezTo>
                    <a:cubicBezTo>
                      <a:pt x="3338" y="2754"/>
                      <a:pt x="3400" y="2754"/>
                      <a:pt x="3463" y="2774"/>
                    </a:cubicBezTo>
                    <a:cubicBezTo>
                      <a:pt x="3505" y="2774"/>
                      <a:pt x="3567" y="2795"/>
                      <a:pt x="3630" y="2795"/>
                    </a:cubicBezTo>
                    <a:cubicBezTo>
                      <a:pt x="3880" y="2816"/>
                      <a:pt x="4130" y="2858"/>
                      <a:pt x="4381" y="2879"/>
                    </a:cubicBezTo>
                    <a:cubicBezTo>
                      <a:pt x="4548" y="2900"/>
                      <a:pt x="4714" y="2920"/>
                      <a:pt x="4881" y="2941"/>
                    </a:cubicBezTo>
                    <a:cubicBezTo>
                      <a:pt x="5382" y="2983"/>
                      <a:pt x="5903" y="3046"/>
                      <a:pt x="6467" y="3066"/>
                    </a:cubicBezTo>
                    <a:lnTo>
                      <a:pt x="6633" y="3087"/>
                    </a:lnTo>
                    <a:lnTo>
                      <a:pt x="6800" y="3087"/>
                    </a:lnTo>
                    <a:cubicBezTo>
                      <a:pt x="6946" y="3108"/>
                      <a:pt x="7071" y="3108"/>
                      <a:pt x="7197" y="3108"/>
                    </a:cubicBezTo>
                    <a:lnTo>
                      <a:pt x="7468" y="3129"/>
                    </a:lnTo>
                    <a:lnTo>
                      <a:pt x="9241" y="3129"/>
                    </a:lnTo>
                    <a:lnTo>
                      <a:pt x="9616" y="3150"/>
                    </a:lnTo>
                    <a:lnTo>
                      <a:pt x="10033" y="3150"/>
                    </a:lnTo>
                    <a:cubicBezTo>
                      <a:pt x="10044" y="3139"/>
                      <a:pt x="10059" y="3134"/>
                      <a:pt x="10075" y="3134"/>
                    </a:cubicBezTo>
                    <a:cubicBezTo>
                      <a:pt x="10091" y="3134"/>
                      <a:pt x="10106" y="3139"/>
                      <a:pt x="10117" y="3150"/>
                    </a:cubicBezTo>
                    <a:lnTo>
                      <a:pt x="14643" y="3150"/>
                    </a:lnTo>
                    <a:cubicBezTo>
                      <a:pt x="14789" y="3150"/>
                      <a:pt x="14914" y="3129"/>
                      <a:pt x="15060" y="3129"/>
                    </a:cubicBezTo>
                    <a:lnTo>
                      <a:pt x="15560" y="3129"/>
                    </a:lnTo>
                    <a:cubicBezTo>
                      <a:pt x="16019" y="3108"/>
                      <a:pt x="16457" y="3087"/>
                      <a:pt x="16895" y="3066"/>
                    </a:cubicBezTo>
                    <a:cubicBezTo>
                      <a:pt x="16916" y="3056"/>
                      <a:pt x="16937" y="3051"/>
                      <a:pt x="16958" y="3051"/>
                    </a:cubicBezTo>
                    <a:cubicBezTo>
                      <a:pt x="16979" y="3051"/>
                      <a:pt x="17000" y="3056"/>
                      <a:pt x="17020" y="3066"/>
                    </a:cubicBezTo>
                    <a:lnTo>
                      <a:pt x="17187" y="3046"/>
                    </a:lnTo>
                    <a:lnTo>
                      <a:pt x="17563" y="3046"/>
                    </a:lnTo>
                    <a:lnTo>
                      <a:pt x="17709" y="3025"/>
                    </a:lnTo>
                    <a:cubicBezTo>
                      <a:pt x="19002" y="2941"/>
                      <a:pt x="20316" y="2774"/>
                      <a:pt x="21588" y="2545"/>
                    </a:cubicBezTo>
                    <a:cubicBezTo>
                      <a:pt x="21651" y="2545"/>
                      <a:pt x="21713" y="2524"/>
                      <a:pt x="21755" y="2524"/>
                    </a:cubicBezTo>
                    <a:lnTo>
                      <a:pt x="21943" y="2482"/>
                    </a:lnTo>
                    <a:cubicBezTo>
                      <a:pt x="23194" y="2211"/>
                      <a:pt x="23945" y="1898"/>
                      <a:pt x="23945" y="1544"/>
                    </a:cubicBezTo>
                    <a:cubicBezTo>
                      <a:pt x="23945" y="1252"/>
                      <a:pt x="23361" y="960"/>
                      <a:pt x="22381" y="710"/>
                    </a:cubicBezTo>
                    <a:cubicBezTo>
                      <a:pt x="22339" y="710"/>
                      <a:pt x="22277" y="689"/>
                      <a:pt x="22235" y="689"/>
                    </a:cubicBezTo>
                    <a:cubicBezTo>
                      <a:pt x="22193" y="668"/>
                      <a:pt x="22131" y="668"/>
                      <a:pt x="22089" y="647"/>
                    </a:cubicBezTo>
                    <a:cubicBezTo>
                      <a:pt x="20858" y="397"/>
                      <a:pt x="19628" y="230"/>
                      <a:pt x="18397" y="126"/>
                    </a:cubicBezTo>
                    <a:cubicBezTo>
                      <a:pt x="18335" y="126"/>
                      <a:pt x="18293" y="126"/>
                      <a:pt x="18230" y="105"/>
                    </a:cubicBezTo>
                    <a:lnTo>
                      <a:pt x="17855" y="105"/>
                    </a:lnTo>
                    <a:cubicBezTo>
                      <a:pt x="17813" y="105"/>
                      <a:pt x="17751" y="105"/>
                      <a:pt x="17709" y="84"/>
                    </a:cubicBezTo>
                    <a:cubicBezTo>
                      <a:pt x="17688" y="94"/>
                      <a:pt x="17667" y="99"/>
                      <a:pt x="17649" y="99"/>
                    </a:cubicBezTo>
                    <a:cubicBezTo>
                      <a:pt x="17631" y="99"/>
                      <a:pt x="17615" y="94"/>
                      <a:pt x="17604" y="84"/>
                    </a:cubicBezTo>
                    <a:lnTo>
                      <a:pt x="17292" y="84"/>
                    </a:lnTo>
                    <a:cubicBezTo>
                      <a:pt x="16812" y="63"/>
                      <a:pt x="16311" y="21"/>
                      <a:pt x="15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5"/>
              <p:cNvSpPr/>
              <p:nvPr/>
            </p:nvSpPr>
            <p:spPr>
              <a:xfrm>
                <a:off x="8813925" y="4282750"/>
                <a:ext cx="405500" cy="41400"/>
              </a:xfrm>
              <a:custGeom>
                <a:rect b="b" l="l" r="r" t="t"/>
                <a:pathLst>
                  <a:path extrusionOk="0" h="1656" w="16220">
                    <a:moveTo>
                      <a:pt x="125" y="1"/>
                    </a:moveTo>
                    <a:cubicBezTo>
                      <a:pt x="28" y="1"/>
                      <a:pt x="1" y="159"/>
                      <a:pt x="76" y="215"/>
                    </a:cubicBezTo>
                    <a:cubicBezTo>
                      <a:pt x="493" y="486"/>
                      <a:pt x="973" y="674"/>
                      <a:pt x="1453" y="778"/>
                    </a:cubicBezTo>
                    <a:cubicBezTo>
                      <a:pt x="1953" y="904"/>
                      <a:pt x="2433" y="1008"/>
                      <a:pt x="2934" y="1112"/>
                    </a:cubicBezTo>
                    <a:cubicBezTo>
                      <a:pt x="3956" y="1300"/>
                      <a:pt x="4978" y="1425"/>
                      <a:pt x="6021" y="1508"/>
                    </a:cubicBezTo>
                    <a:cubicBezTo>
                      <a:pt x="7303" y="1608"/>
                      <a:pt x="8593" y="1656"/>
                      <a:pt x="9881" y="1656"/>
                    </a:cubicBezTo>
                    <a:cubicBezTo>
                      <a:pt x="10751" y="1656"/>
                      <a:pt x="11620" y="1634"/>
                      <a:pt x="12487" y="1592"/>
                    </a:cubicBezTo>
                    <a:cubicBezTo>
                      <a:pt x="13655" y="1529"/>
                      <a:pt x="14823" y="1467"/>
                      <a:pt x="15991" y="1383"/>
                    </a:cubicBezTo>
                    <a:cubicBezTo>
                      <a:pt x="16214" y="1363"/>
                      <a:pt x="16220" y="1007"/>
                      <a:pt x="16009" y="1007"/>
                    </a:cubicBezTo>
                    <a:cubicBezTo>
                      <a:pt x="16003" y="1007"/>
                      <a:pt x="15997" y="1007"/>
                      <a:pt x="15991" y="1008"/>
                    </a:cubicBezTo>
                    <a:cubicBezTo>
                      <a:pt x="13760" y="1142"/>
                      <a:pt x="11518" y="1289"/>
                      <a:pt x="9279" y="1289"/>
                    </a:cubicBezTo>
                    <a:cubicBezTo>
                      <a:pt x="7352" y="1289"/>
                      <a:pt x="5428" y="1180"/>
                      <a:pt x="3518" y="862"/>
                    </a:cubicBezTo>
                    <a:cubicBezTo>
                      <a:pt x="2371" y="695"/>
                      <a:pt x="1244" y="403"/>
                      <a:pt x="160" y="7"/>
                    </a:cubicBezTo>
                    <a:cubicBezTo>
                      <a:pt x="147" y="3"/>
                      <a:pt x="136"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5"/>
              <p:cNvSpPr/>
              <p:nvPr/>
            </p:nvSpPr>
            <p:spPr>
              <a:xfrm>
                <a:off x="9235575" y="4282375"/>
                <a:ext cx="150725" cy="29850"/>
              </a:xfrm>
              <a:custGeom>
                <a:rect b="b" l="l" r="r" t="t"/>
                <a:pathLst>
                  <a:path extrusionOk="0" h="1194" w="6029">
                    <a:moveTo>
                      <a:pt x="5841" y="1"/>
                    </a:moveTo>
                    <a:cubicBezTo>
                      <a:pt x="5632" y="22"/>
                      <a:pt x="5424" y="84"/>
                      <a:pt x="5236" y="189"/>
                    </a:cubicBezTo>
                    <a:cubicBezTo>
                      <a:pt x="5048" y="272"/>
                      <a:pt x="4840" y="335"/>
                      <a:pt x="4631" y="418"/>
                    </a:cubicBezTo>
                    <a:cubicBezTo>
                      <a:pt x="4214" y="543"/>
                      <a:pt x="3797" y="668"/>
                      <a:pt x="3359" y="752"/>
                    </a:cubicBezTo>
                    <a:cubicBezTo>
                      <a:pt x="2274" y="919"/>
                      <a:pt x="1190" y="1002"/>
                      <a:pt x="84" y="1023"/>
                    </a:cubicBezTo>
                    <a:cubicBezTo>
                      <a:pt x="1" y="1044"/>
                      <a:pt x="1" y="1169"/>
                      <a:pt x="84" y="1190"/>
                    </a:cubicBezTo>
                    <a:cubicBezTo>
                      <a:pt x="225" y="1192"/>
                      <a:pt x="365" y="1194"/>
                      <a:pt x="505" y="1194"/>
                    </a:cubicBezTo>
                    <a:cubicBezTo>
                      <a:pt x="1487" y="1194"/>
                      <a:pt x="2454" y="1130"/>
                      <a:pt x="3421" y="1002"/>
                    </a:cubicBezTo>
                    <a:cubicBezTo>
                      <a:pt x="3901" y="939"/>
                      <a:pt x="4360" y="835"/>
                      <a:pt x="4798" y="710"/>
                    </a:cubicBezTo>
                    <a:cubicBezTo>
                      <a:pt x="5173" y="606"/>
                      <a:pt x="5716" y="522"/>
                      <a:pt x="5966" y="209"/>
                    </a:cubicBezTo>
                    <a:cubicBezTo>
                      <a:pt x="6028" y="126"/>
                      <a:pt x="5924" y="1"/>
                      <a:pt x="5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5"/>
              <p:cNvSpPr/>
              <p:nvPr/>
            </p:nvSpPr>
            <p:spPr>
              <a:xfrm>
                <a:off x="8952425" y="4681800"/>
                <a:ext cx="277450" cy="25700"/>
              </a:xfrm>
              <a:custGeom>
                <a:rect b="b" l="l" r="r" t="t"/>
                <a:pathLst>
                  <a:path extrusionOk="0" h="1028" w="11098">
                    <a:moveTo>
                      <a:pt x="10868" y="1"/>
                    </a:moveTo>
                    <a:cubicBezTo>
                      <a:pt x="10659" y="1"/>
                      <a:pt x="10451" y="63"/>
                      <a:pt x="10242" y="147"/>
                    </a:cubicBezTo>
                    <a:cubicBezTo>
                      <a:pt x="10033" y="188"/>
                      <a:pt x="9825" y="251"/>
                      <a:pt x="9616" y="293"/>
                    </a:cubicBezTo>
                    <a:cubicBezTo>
                      <a:pt x="9178" y="397"/>
                      <a:pt x="8719" y="480"/>
                      <a:pt x="8261" y="522"/>
                    </a:cubicBezTo>
                    <a:cubicBezTo>
                      <a:pt x="7611" y="599"/>
                      <a:pt x="6950" y="642"/>
                      <a:pt x="6286" y="642"/>
                    </a:cubicBezTo>
                    <a:cubicBezTo>
                      <a:pt x="6054" y="642"/>
                      <a:pt x="5822" y="637"/>
                      <a:pt x="5591" y="626"/>
                    </a:cubicBezTo>
                    <a:cubicBezTo>
                      <a:pt x="4715" y="606"/>
                      <a:pt x="3839" y="543"/>
                      <a:pt x="2942" y="460"/>
                    </a:cubicBezTo>
                    <a:cubicBezTo>
                      <a:pt x="2024" y="376"/>
                      <a:pt x="1065" y="355"/>
                      <a:pt x="126" y="209"/>
                    </a:cubicBezTo>
                    <a:cubicBezTo>
                      <a:pt x="43" y="209"/>
                      <a:pt x="1" y="334"/>
                      <a:pt x="84" y="376"/>
                    </a:cubicBezTo>
                    <a:lnTo>
                      <a:pt x="84" y="355"/>
                    </a:lnTo>
                    <a:cubicBezTo>
                      <a:pt x="981" y="606"/>
                      <a:pt x="1899" y="772"/>
                      <a:pt x="2838" y="835"/>
                    </a:cubicBezTo>
                    <a:cubicBezTo>
                      <a:pt x="3776" y="918"/>
                      <a:pt x="4715" y="1002"/>
                      <a:pt x="5653" y="1023"/>
                    </a:cubicBezTo>
                    <a:cubicBezTo>
                      <a:pt x="5810" y="1026"/>
                      <a:pt x="5966" y="1028"/>
                      <a:pt x="6121" y="1028"/>
                    </a:cubicBezTo>
                    <a:cubicBezTo>
                      <a:pt x="6898" y="1028"/>
                      <a:pt x="7666" y="984"/>
                      <a:pt x="8448" y="898"/>
                    </a:cubicBezTo>
                    <a:cubicBezTo>
                      <a:pt x="8886" y="835"/>
                      <a:pt x="9345" y="772"/>
                      <a:pt x="9783" y="668"/>
                    </a:cubicBezTo>
                    <a:cubicBezTo>
                      <a:pt x="10159" y="585"/>
                      <a:pt x="10680" y="522"/>
                      <a:pt x="10972" y="251"/>
                    </a:cubicBezTo>
                    <a:cubicBezTo>
                      <a:pt x="11097" y="168"/>
                      <a:pt x="10993" y="1"/>
                      <a:pt x="10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5"/>
              <p:cNvSpPr/>
              <p:nvPr/>
            </p:nvSpPr>
            <p:spPr>
              <a:xfrm>
                <a:off x="8827300" y="2694875"/>
                <a:ext cx="271175" cy="222400"/>
              </a:xfrm>
              <a:custGeom>
                <a:rect b="b" l="l" r="r" t="t"/>
                <a:pathLst>
                  <a:path extrusionOk="0" h="8896" w="10847">
                    <a:moveTo>
                      <a:pt x="9220" y="1"/>
                    </a:moveTo>
                    <a:cubicBezTo>
                      <a:pt x="9158" y="1"/>
                      <a:pt x="9095" y="4"/>
                      <a:pt x="9031" y="11"/>
                    </a:cubicBezTo>
                    <a:cubicBezTo>
                      <a:pt x="8468" y="73"/>
                      <a:pt x="7905" y="261"/>
                      <a:pt x="7425" y="574"/>
                    </a:cubicBezTo>
                    <a:cubicBezTo>
                      <a:pt x="4026" y="2347"/>
                      <a:pt x="1001" y="5100"/>
                      <a:pt x="0" y="8896"/>
                    </a:cubicBezTo>
                    <a:cubicBezTo>
                      <a:pt x="918" y="8354"/>
                      <a:pt x="2023" y="8062"/>
                      <a:pt x="3004" y="7686"/>
                    </a:cubicBezTo>
                    <a:lnTo>
                      <a:pt x="5653" y="6643"/>
                    </a:lnTo>
                    <a:cubicBezTo>
                      <a:pt x="6841" y="6184"/>
                      <a:pt x="8051" y="5705"/>
                      <a:pt x="9052" y="4912"/>
                    </a:cubicBezTo>
                    <a:cubicBezTo>
                      <a:pt x="10033" y="4120"/>
                      <a:pt x="10825" y="2952"/>
                      <a:pt x="10825" y="1700"/>
                    </a:cubicBezTo>
                    <a:cubicBezTo>
                      <a:pt x="10846" y="1325"/>
                      <a:pt x="10742" y="970"/>
                      <a:pt x="10554" y="657"/>
                    </a:cubicBezTo>
                    <a:cubicBezTo>
                      <a:pt x="10238" y="229"/>
                      <a:pt x="9739" y="1"/>
                      <a:pt x="9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5"/>
              <p:cNvSpPr/>
              <p:nvPr/>
            </p:nvSpPr>
            <p:spPr>
              <a:xfrm>
                <a:off x="8821550" y="2922125"/>
                <a:ext cx="286300" cy="197975"/>
              </a:xfrm>
              <a:custGeom>
                <a:rect b="b" l="l" r="r" t="t"/>
                <a:pathLst>
                  <a:path extrusionOk="0" h="7919" w="11452">
                    <a:moveTo>
                      <a:pt x="9347" y="1"/>
                    </a:moveTo>
                    <a:cubicBezTo>
                      <a:pt x="8624" y="1"/>
                      <a:pt x="7906" y="285"/>
                      <a:pt x="7238" y="619"/>
                    </a:cubicBezTo>
                    <a:cubicBezTo>
                      <a:pt x="5549" y="1433"/>
                      <a:pt x="4026" y="2580"/>
                      <a:pt x="2754" y="3957"/>
                    </a:cubicBezTo>
                    <a:cubicBezTo>
                      <a:pt x="2274" y="4478"/>
                      <a:pt x="1" y="7648"/>
                      <a:pt x="1419" y="7899"/>
                    </a:cubicBezTo>
                    <a:cubicBezTo>
                      <a:pt x="1491" y="7912"/>
                      <a:pt x="1569" y="7919"/>
                      <a:pt x="1651" y="7919"/>
                    </a:cubicBezTo>
                    <a:cubicBezTo>
                      <a:pt x="2573" y="7919"/>
                      <a:pt x="4093" y="7122"/>
                      <a:pt x="4840" y="6835"/>
                    </a:cubicBezTo>
                    <a:cubicBezTo>
                      <a:pt x="5987" y="6397"/>
                      <a:pt x="7071" y="5875"/>
                      <a:pt x="8156" y="5291"/>
                    </a:cubicBezTo>
                    <a:cubicBezTo>
                      <a:pt x="9199" y="4728"/>
                      <a:pt x="10242" y="4040"/>
                      <a:pt x="10930" y="3060"/>
                    </a:cubicBezTo>
                    <a:cubicBezTo>
                      <a:pt x="11285" y="2622"/>
                      <a:pt x="11452" y="2038"/>
                      <a:pt x="11410" y="1454"/>
                    </a:cubicBezTo>
                    <a:cubicBezTo>
                      <a:pt x="11264" y="640"/>
                      <a:pt x="10429" y="77"/>
                      <a:pt x="9616" y="14"/>
                    </a:cubicBezTo>
                    <a:cubicBezTo>
                      <a:pt x="9526" y="5"/>
                      <a:pt x="9436"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5"/>
              <p:cNvSpPr/>
              <p:nvPr/>
            </p:nvSpPr>
            <p:spPr>
              <a:xfrm>
                <a:off x="8607250" y="2631900"/>
                <a:ext cx="211200" cy="281925"/>
              </a:xfrm>
              <a:custGeom>
                <a:rect b="b" l="l" r="r" t="t"/>
                <a:pathLst>
                  <a:path extrusionOk="0" h="11277" w="8448">
                    <a:moveTo>
                      <a:pt x="1373" y="0"/>
                    </a:moveTo>
                    <a:cubicBezTo>
                      <a:pt x="1136" y="0"/>
                      <a:pt x="905" y="59"/>
                      <a:pt x="688" y="194"/>
                    </a:cubicBezTo>
                    <a:cubicBezTo>
                      <a:pt x="230" y="527"/>
                      <a:pt x="0" y="1090"/>
                      <a:pt x="84" y="1674"/>
                    </a:cubicBezTo>
                    <a:cubicBezTo>
                      <a:pt x="167" y="2217"/>
                      <a:pt x="355" y="2759"/>
                      <a:pt x="647" y="3239"/>
                    </a:cubicBezTo>
                    <a:cubicBezTo>
                      <a:pt x="1585" y="4991"/>
                      <a:pt x="2774" y="6618"/>
                      <a:pt x="4130" y="8078"/>
                    </a:cubicBezTo>
                    <a:cubicBezTo>
                      <a:pt x="4957" y="8945"/>
                      <a:pt x="6956" y="11277"/>
                      <a:pt x="8313" y="11277"/>
                    </a:cubicBezTo>
                    <a:cubicBezTo>
                      <a:pt x="8358" y="11277"/>
                      <a:pt x="8403" y="11274"/>
                      <a:pt x="8448" y="11269"/>
                    </a:cubicBezTo>
                    <a:cubicBezTo>
                      <a:pt x="7196" y="7619"/>
                      <a:pt x="6070" y="3802"/>
                      <a:pt x="3296" y="986"/>
                    </a:cubicBezTo>
                    <a:cubicBezTo>
                      <a:pt x="2770" y="476"/>
                      <a:pt x="2050" y="0"/>
                      <a:pt x="1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5"/>
              <p:cNvSpPr/>
              <p:nvPr/>
            </p:nvSpPr>
            <p:spPr>
              <a:xfrm>
                <a:off x="8602550" y="2932225"/>
                <a:ext cx="250575" cy="190325"/>
              </a:xfrm>
              <a:custGeom>
                <a:rect b="b" l="l" r="r" t="t"/>
                <a:pathLst>
                  <a:path extrusionOk="0" h="7613" w="10023">
                    <a:moveTo>
                      <a:pt x="1795" y="1"/>
                    </a:moveTo>
                    <a:cubicBezTo>
                      <a:pt x="1272" y="1"/>
                      <a:pt x="775" y="140"/>
                      <a:pt x="438" y="528"/>
                    </a:cubicBezTo>
                    <a:cubicBezTo>
                      <a:pt x="0" y="1029"/>
                      <a:pt x="0" y="1801"/>
                      <a:pt x="272" y="2385"/>
                    </a:cubicBezTo>
                    <a:cubicBezTo>
                      <a:pt x="564" y="2969"/>
                      <a:pt x="1002" y="3490"/>
                      <a:pt x="1523" y="3886"/>
                    </a:cubicBezTo>
                    <a:cubicBezTo>
                      <a:pt x="3379" y="5409"/>
                      <a:pt x="5528" y="6556"/>
                      <a:pt x="7822" y="7244"/>
                    </a:cubicBezTo>
                    <a:cubicBezTo>
                      <a:pt x="8358" y="7410"/>
                      <a:pt x="8972" y="7612"/>
                      <a:pt x="9376" y="7612"/>
                    </a:cubicBezTo>
                    <a:cubicBezTo>
                      <a:pt x="9835" y="7612"/>
                      <a:pt x="10022" y="7350"/>
                      <a:pt x="9512" y="6473"/>
                    </a:cubicBezTo>
                    <a:cubicBezTo>
                      <a:pt x="8844" y="5284"/>
                      <a:pt x="8093" y="4178"/>
                      <a:pt x="7238" y="3135"/>
                    </a:cubicBezTo>
                    <a:cubicBezTo>
                      <a:pt x="6028" y="1759"/>
                      <a:pt x="4527" y="591"/>
                      <a:pt x="2754" y="132"/>
                    </a:cubicBezTo>
                    <a:cubicBezTo>
                      <a:pt x="2445" y="53"/>
                      <a:pt x="2115" y="1"/>
                      <a:pt x="17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5"/>
              <p:cNvSpPr/>
              <p:nvPr/>
            </p:nvSpPr>
            <p:spPr>
              <a:xfrm>
                <a:off x="8918025" y="3070050"/>
                <a:ext cx="213800" cy="264375"/>
              </a:xfrm>
              <a:custGeom>
                <a:rect b="b" l="l" r="r" t="t"/>
                <a:pathLst>
                  <a:path extrusionOk="0" h="10575" w="8552">
                    <a:moveTo>
                      <a:pt x="7280" y="0"/>
                    </a:moveTo>
                    <a:cubicBezTo>
                      <a:pt x="6195" y="0"/>
                      <a:pt x="5152" y="355"/>
                      <a:pt x="4318" y="1043"/>
                    </a:cubicBezTo>
                    <a:cubicBezTo>
                      <a:pt x="3484" y="1710"/>
                      <a:pt x="2774" y="2503"/>
                      <a:pt x="2211" y="3400"/>
                    </a:cubicBezTo>
                    <a:cubicBezTo>
                      <a:pt x="605" y="5736"/>
                      <a:pt x="0" y="7780"/>
                      <a:pt x="0" y="10575"/>
                    </a:cubicBezTo>
                    <a:cubicBezTo>
                      <a:pt x="334" y="9907"/>
                      <a:pt x="1210" y="9136"/>
                      <a:pt x="1815" y="8656"/>
                    </a:cubicBezTo>
                    <a:cubicBezTo>
                      <a:pt x="2316" y="8281"/>
                      <a:pt x="2837" y="7926"/>
                      <a:pt x="3379" y="7592"/>
                    </a:cubicBezTo>
                    <a:cubicBezTo>
                      <a:pt x="4652" y="6779"/>
                      <a:pt x="5986" y="5986"/>
                      <a:pt x="6967" y="4818"/>
                    </a:cubicBezTo>
                    <a:cubicBezTo>
                      <a:pt x="7947" y="3671"/>
                      <a:pt x="8552" y="2065"/>
                      <a:pt x="8114" y="626"/>
                    </a:cubicBezTo>
                    <a:cubicBezTo>
                      <a:pt x="8072" y="459"/>
                      <a:pt x="7989" y="313"/>
                      <a:pt x="7864" y="188"/>
                    </a:cubicBezTo>
                    <a:cubicBezTo>
                      <a:pt x="7697" y="63"/>
                      <a:pt x="7488" y="0"/>
                      <a:pt x="7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5"/>
              <p:cNvSpPr/>
              <p:nvPr/>
            </p:nvSpPr>
            <p:spPr>
              <a:xfrm>
                <a:off x="9355000" y="2794100"/>
                <a:ext cx="213800" cy="263975"/>
              </a:xfrm>
              <a:custGeom>
                <a:rect b="b" l="l" r="r" t="t"/>
                <a:pathLst>
                  <a:path extrusionOk="0" h="10559" w="8552">
                    <a:moveTo>
                      <a:pt x="7359" y="1"/>
                    </a:moveTo>
                    <a:cubicBezTo>
                      <a:pt x="7332" y="1"/>
                      <a:pt x="7306" y="2"/>
                      <a:pt x="7279" y="5"/>
                    </a:cubicBezTo>
                    <a:cubicBezTo>
                      <a:pt x="7251" y="4"/>
                      <a:pt x="7223" y="4"/>
                      <a:pt x="7195" y="4"/>
                    </a:cubicBezTo>
                    <a:cubicBezTo>
                      <a:pt x="6160" y="4"/>
                      <a:pt x="5130" y="377"/>
                      <a:pt x="4318" y="1047"/>
                    </a:cubicBezTo>
                    <a:cubicBezTo>
                      <a:pt x="3504" y="1715"/>
                      <a:pt x="2795" y="2507"/>
                      <a:pt x="2211" y="3404"/>
                    </a:cubicBezTo>
                    <a:cubicBezTo>
                      <a:pt x="605" y="5720"/>
                      <a:pt x="0" y="7764"/>
                      <a:pt x="0" y="10558"/>
                    </a:cubicBezTo>
                    <a:cubicBezTo>
                      <a:pt x="355" y="9891"/>
                      <a:pt x="1231" y="9119"/>
                      <a:pt x="1836" y="8660"/>
                    </a:cubicBezTo>
                    <a:cubicBezTo>
                      <a:pt x="2336" y="8264"/>
                      <a:pt x="2878" y="7910"/>
                      <a:pt x="3400" y="7576"/>
                    </a:cubicBezTo>
                    <a:cubicBezTo>
                      <a:pt x="4672" y="6762"/>
                      <a:pt x="5986" y="5970"/>
                      <a:pt x="6987" y="4823"/>
                    </a:cubicBezTo>
                    <a:cubicBezTo>
                      <a:pt x="7968" y="3655"/>
                      <a:pt x="8552" y="2069"/>
                      <a:pt x="8114" y="609"/>
                    </a:cubicBezTo>
                    <a:cubicBezTo>
                      <a:pt x="8072" y="443"/>
                      <a:pt x="7989" y="297"/>
                      <a:pt x="7863" y="171"/>
                    </a:cubicBezTo>
                    <a:cubicBezTo>
                      <a:pt x="7718" y="62"/>
                      <a:pt x="7540" y="1"/>
                      <a:pt x="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5"/>
              <p:cNvSpPr/>
              <p:nvPr/>
            </p:nvSpPr>
            <p:spPr>
              <a:xfrm>
                <a:off x="8590550" y="3124400"/>
                <a:ext cx="309775" cy="168175"/>
              </a:xfrm>
              <a:custGeom>
                <a:rect b="b" l="l" r="r" t="t"/>
                <a:pathLst>
                  <a:path extrusionOk="0" h="6727" w="12391">
                    <a:moveTo>
                      <a:pt x="2567" y="1"/>
                    </a:moveTo>
                    <a:cubicBezTo>
                      <a:pt x="2241" y="1"/>
                      <a:pt x="1918" y="49"/>
                      <a:pt x="1607" y="162"/>
                    </a:cubicBezTo>
                    <a:cubicBezTo>
                      <a:pt x="689" y="496"/>
                      <a:pt x="1" y="1539"/>
                      <a:pt x="334" y="2457"/>
                    </a:cubicBezTo>
                    <a:cubicBezTo>
                      <a:pt x="522" y="2999"/>
                      <a:pt x="1023" y="3374"/>
                      <a:pt x="1502" y="3687"/>
                    </a:cubicBezTo>
                    <a:cubicBezTo>
                      <a:pt x="4002" y="5320"/>
                      <a:pt x="7060" y="6727"/>
                      <a:pt x="10104" y="6727"/>
                    </a:cubicBezTo>
                    <a:cubicBezTo>
                      <a:pt x="10870" y="6727"/>
                      <a:pt x="11635" y="6637"/>
                      <a:pt x="12390" y="6440"/>
                    </a:cubicBezTo>
                    <a:cubicBezTo>
                      <a:pt x="9491" y="4813"/>
                      <a:pt x="7489" y="1768"/>
                      <a:pt x="4443" y="433"/>
                    </a:cubicBezTo>
                    <a:cubicBezTo>
                      <a:pt x="3850" y="185"/>
                      <a:pt x="3203" y="1"/>
                      <a:pt x="25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5"/>
              <p:cNvSpPr/>
              <p:nvPr/>
            </p:nvSpPr>
            <p:spPr>
              <a:xfrm>
                <a:off x="9194375" y="3377975"/>
                <a:ext cx="204450" cy="110800"/>
              </a:xfrm>
              <a:custGeom>
                <a:rect b="b" l="l" r="r" t="t"/>
                <a:pathLst>
                  <a:path extrusionOk="0" h="4432" w="8178">
                    <a:moveTo>
                      <a:pt x="1708" y="1"/>
                    </a:moveTo>
                    <a:cubicBezTo>
                      <a:pt x="1490" y="1"/>
                      <a:pt x="1273" y="35"/>
                      <a:pt x="1065" y="114"/>
                    </a:cubicBezTo>
                    <a:cubicBezTo>
                      <a:pt x="460" y="323"/>
                      <a:pt x="1" y="1011"/>
                      <a:pt x="230" y="1616"/>
                    </a:cubicBezTo>
                    <a:cubicBezTo>
                      <a:pt x="397" y="1971"/>
                      <a:pt x="668" y="2242"/>
                      <a:pt x="1002" y="2429"/>
                    </a:cubicBezTo>
                    <a:cubicBezTo>
                      <a:pt x="2654" y="3497"/>
                      <a:pt x="4666" y="4432"/>
                      <a:pt x="6676" y="4432"/>
                    </a:cubicBezTo>
                    <a:cubicBezTo>
                      <a:pt x="7178" y="4432"/>
                      <a:pt x="7681" y="4373"/>
                      <a:pt x="8177" y="4244"/>
                    </a:cubicBezTo>
                    <a:cubicBezTo>
                      <a:pt x="6258" y="3159"/>
                      <a:pt x="4944" y="1178"/>
                      <a:pt x="2921" y="302"/>
                    </a:cubicBezTo>
                    <a:cubicBezTo>
                      <a:pt x="2539" y="124"/>
                      <a:pt x="2120"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5"/>
              <p:cNvSpPr/>
              <p:nvPr/>
            </p:nvSpPr>
            <p:spPr>
              <a:xfrm>
                <a:off x="9176125" y="3514300"/>
                <a:ext cx="161150" cy="161150"/>
              </a:xfrm>
              <a:custGeom>
                <a:rect b="b" l="l" r="r" t="t"/>
                <a:pathLst>
                  <a:path extrusionOk="0" h="6446" w="6446">
                    <a:moveTo>
                      <a:pt x="1275" y="0"/>
                    </a:moveTo>
                    <a:cubicBezTo>
                      <a:pt x="661" y="0"/>
                      <a:pt x="1" y="473"/>
                      <a:pt x="1" y="1106"/>
                    </a:cubicBezTo>
                    <a:cubicBezTo>
                      <a:pt x="22" y="1482"/>
                      <a:pt x="168" y="1857"/>
                      <a:pt x="418" y="2149"/>
                    </a:cubicBezTo>
                    <a:cubicBezTo>
                      <a:pt x="1857" y="4151"/>
                      <a:pt x="3901" y="6154"/>
                      <a:pt x="6446" y="6446"/>
                    </a:cubicBezTo>
                    <a:cubicBezTo>
                      <a:pt x="5048" y="4735"/>
                      <a:pt x="4569" y="2399"/>
                      <a:pt x="3004" y="856"/>
                    </a:cubicBezTo>
                    <a:cubicBezTo>
                      <a:pt x="2545" y="397"/>
                      <a:pt x="1961" y="22"/>
                      <a:pt x="1315" y="1"/>
                    </a:cubicBezTo>
                    <a:cubicBezTo>
                      <a:pt x="1302" y="0"/>
                      <a:pt x="1289"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5"/>
              <p:cNvSpPr/>
              <p:nvPr/>
            </p:nvSpPr>
            <p:spPr>
              <a:xfrm>
                <a:off x="8696925" y="3376625"/>
                <a:ext cx="293075" cy="116850"/>
              </a:xfrm>
              <a:custGeom>
                <a:rect b="b" l="l" r="r" t="t"/>
                <a:pathLst>
                  <a:path extrusionOk="0" h="4674" w="11723">
                    <a:moveTo>
                      <a:pt x="2028" y="0"/>
                    </a:moveTo>
                    <a:cubicBezTo>
                      <a:pt x="1236" y="0"/>
                      <a:pt x="326" y="241"/>
                      <a:pt x="126" y="982"/>
                    </a:cubicBezTo>
                    <a:cubicBezTo>
                      <a:pt x="1" y="1482"/>
                      <a:pt x="168" y="2004"/>
                      <a:pt x="543" y="2358"/>
                    </a:cubicBezTo>
                    <a:cubicBezTo>
                      <a:pt x="1169" y="3005"/>
                      <a:pt x="2107" y="3255"/>
                      <a:pt x="2983" y="3443"/>
                    </a:cubicBezTo>
                    <a:cubicBezTo>
                      <a:pt x="5883" y="4110"/>
                      <a:pt x="8740" y="4632"/>
                      <a:pt x="11723" y="4673"/>
                    </a:cubicBezTo>
                    <a:cubicBezTo>
                      <a:pt x="10972" y="4131"/>
                      <a:pt x="10283" y="3505"/>
                      <a:pt x="9658" y="2817"/>
                    </a:cubicBezTo>
                    <a:cubicBezTo>
                      <a:pt x="9011" y="2150"/>
                      <a:pt x="8302" y="1816"/>
                      <a:pt x="7426" y="1461"/>
                    </a:cubicBezTo>
                    <a:cubicBezTo>
                      <a:pt x="5716" y="752"/>
                      <a:pt x="3964" y="43"/>
                      <a:pt x="2128" y="1"/>
                    </a:cubicBezTo>
                    <a:cubicBezTo>
                      <a:pt x="2095" y="1"/>
                      <a:pt x="2062" y="0"/>
                      <a:pt x="2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5"/>
              <p:cNvSpPr/>
              <p:nvPr/>
            </p:nvSpPr>
            <p:spPr>
              <a:xfrm>
                <a:off x="9116700" y="2971975"/>
                <a:ext cx="247700" cy="99125"/>
              </a:xfrm>
              <a:custGeom>
                <a:rect b="b" l="l" r="r" t="t"/>
                <a:pathLst>
                  <a:path extrusionOk="0" h="3965" w="9908">
                    <a:moveTo>
                      <a:pt x="1701" y="1"/>
                    </a:moveTo>
                    <a:cubicBezTo>
                      <a:pt x="1034" y="1"/>
                      <a:pt x="283" y="218"/>
                      <a:pt x="84" y="836"/>
                    </a:cubicBezTo>
                    <a:cubicBezTo>
                      <a:pt x="0" y="1253"/>
                      <a:pt x="146" y="1691"/>
                      <a:pt x="459" y="1983"/>
                    </a:cubicBezTo>
                    <a:cubicBezTo>
                      <a:pt x="980" y="2547"/>
                      <a:pt x="1773" y="2755"/>
                      <a:pt x="2524" y="2922"/>
                    </a:cubicBezTo>
                    <a:cubicBezTo>
                      <a:pt x="4964" y="3485"/>
                      <a:pt x="7405" y="3923"/>
                      <a:pt x="9907" y="3965"/>
                    </a:cubicBezTo>
                    <a:cubicBezTo>
                      <a:pt x="9261" y="3506"/>
                      <a:pt x="8698" y="2985"/>
                      <a:pt x="8176" y="2401"/>
                    </a:cubicBezTo>
                    <a:cubicBezTo>
                      <a:pt x="7634" y="1817"/>
                      <a:pt x="7008" y="1545"/>
                      <a:pt x="6278" y="1233"/>
                    </a:cubicBezTo>
                    <a:cubicBezTo>
                      <a:pt x="4818" y="649"/>
                      <a:pt x="3337" y="44"/>
                      <a:pt x="1794" y="2"/>
                    </a:cubicBezTo>
                    <a:cubicBezTo>
                      <a:pt x="1763" y="1"/>
                      <a:pt x="173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5"/>
              <p:cNvSpPr/>
              <p:nvPr/>
            </p:nvSpPr>
            <p:spPr>
              <a:xfrm>
                <a:off x="9003025" y="3311325"/>
                <a:ext cx="185650" cy="245775"/>
              </a:xfrm>
              <a:custGeom>
                <a:rect b="b" l="l" r="r" t="t"/>
                <a:pathLst>
                  <a:path extrusionOk="0" h="9831" w="7426">
                    <a:moveTo>
                      <a:pt x="6365" y="1"/>
                    </a:moveTo>
                    <a:cubicBezTo>
                      <a:pt x="6329" y="1"/>
                      <a:pt x="6293" y="3"/>
                      <a:pt x="6257" y="6"/>
                    </a:cubicBezTo>
                    <a:cubicBezTo>
                      <a:pt x="4881" y="48"/>
                      <a:pt x="3588" y="840"/>
                      <a:pt x="2712" y="1904"/>
                    </a:cubicBezTo>
                    <a:cubicBezTo>
                      <a:pt x="1836" y="2947"/>
                      <a:pt x="1293" y="4261"/>
                      <a:pt x="897" y="5575"/>
                    </a:cubicBezTo>
                    <a:cubicBezTo>
                      <a:pt x="459" y="6993"/>
                      <a:pt x="42" y="8307"/>
                      <a:pt x="0" y="9830"/>
                    </a:cubicBezTo>
                    <a:cubicBezTo>
                      <a:pt x="814" y="8474"/>
                      <a:pt x="2357" y="7786"/>
                      <a:pt x="3629" y="6931"/>
                    </a:cubicBezTo>
                    <a:cubicBezTo>
                      <a:pt x="5444" y="5659"/>
                      <a:pt x="7008" y="3802"/>
                      <a:pt x="7342" y="1591"/>
                    </a:cubicBezTo>
                    <a:cubicBezTo>
                      <a:pt x="7425" y="1049"/>
                      <a:pt x="7363" y="361"/>
                      <a:pt x="6862" y="110"/>
                    </a:cubicBezTo>
                    <a:cubicBezTo>
                      <a:pt x="6707" y="41"/>
                      <a:pt x="6537" y="1"/>
                      <a:pt x="6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5"/>
              <p:cNvSpPr/>
              <p:nvPr/>
            </p:nvSpPr>
            <p:spPr>
              <a:xfrm>
                <a:off x="9193875" y="3897725"/>
                <a:ext cx="274300" cy="153175"/>
              </a:xfrm>
              <a:custGeom>
                <a:rect b="b" l="l" r="r" t="t"/>
                <a:pathLst>
                  <a:path extrusionOk="0" h="6127" w="10972">
                    <a:moveTo>
                      <a:pt x="8262" y="1"/>
                    </a:moveTo>
                    <a:cubicBezTo>
                      <a:pt x="7541" y="1"/>
                      <a:pt x="6808" y="160"/>
                      <a:pt x="6132" y="432"/>
                    </a:cubicBezTo>
                    <a:cubicBezTo>
                      <a:pt x="4860" y="933"/>
                      <a:pt x="3775" y="1829"/>
                      <a:pt x="2795" y="2810"/>
                    </a:cubicBezTo>
                    <a:cubicBezTo>
                      <a:pt x="1752" y="3853"/>
                      <a:pt x="772" y="4833"/>
                      <a:pt x="0" y="6126"/>
                    </a:cubicBezTo>
                    <a:cubicBezTo>
                      <a:pt x="1377" y="5334"/>
                      <a:pt x="3045" y="5459"/>
                      <a:pt x="4568" y="5292"/>
                    </a:cubicBezTo>
                    <a:cubicBezTo>
                      <a:pt x="6779" y="5021"/>
                      <a:pt x="9031" y="4103"/>
                      <a:pt x="10366" y="2330"/>
                    </a:cubicBezTo>
                    <a:cubicBezTo>
                      <a:pt x="10700" y="1892"/>
                      <a:pt x="10971" y="1245"/>
                      <a:pt x="10658" y="807"/>
                    </a:cubicBezTo>
                    <a:cubicBezTo>
                      <a:pt x="10512" y="641"/>
                      <a:pt x="10345" y="515"/>
                      <a:pt x="10158" y="432"/>
                    </a:cubicBezTo>
                    <a:cubicBezTo>
                      <a:pt x="9570" y="133"/>
                      <a:pt x="8921" y="1"/>
                      <a:pt x="8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5"/>
              <p:cNvSpPr/>
              <p:nvPr/>
            </p:nvSpPr>
            <p:spPr>
              <a:xfrm>
                <a:off x="9417550" y="3063075"/>
                <a:ext cx="186200" cy="245300"/>
              </a:xfrm>
              <a:custGeom>
                <a:rect b="b" l="l" r="r" t="t"/>
                <a:pathLst>
                  <a:path extrusionOk="0" h="9812" w="7448">
                    <a:moveTo>
                      <a:pt x="6427" y="0"/>
                    </a:moveTo>
                    <a:cubicBezTo>
                      <a:pt x="6378" y="0"/>
                      <a:pt x="6328" y="3"/>
                      <a:pt x="6279" y="8"/>
                    </a:cubicBezTo>
                    <a:cubicBezTo>
                      <a:pt x="4903" y="50"/>
                      <a:pt x="3609" y="821"/>
                      <a:pt x="2733" y="1885"/>
                    </a:cubicBezTo>
                    <a:cubicBezTo>
                      <a:pt x="1857" y="2949"/>
                      <a:pt x="1315" y="4242"/>
                      <a:pt x="898" y="5556"/>
                    </a:cubicBezTo>
                    <a:cubicBezTo>
                      <a:pt x="460" y="6974"/>
                      <a:pt x="64" y="8309"/>
                      <a:pt x="1" y="9811"/>
                    </a:cubicBezTo>
                    <a:cubicBezTo>
                      <a:pt x="835" y="8476"/>
                      <a:pt x="2379" y="7788"/>
                      <a:pt x="3630" y="6912"/>
                    </a:cubicBezTo>
                    <a:cubicBezTo>
                      <a:pt x="5466" y="5640"/>
                      <a:pt x="7030" y="3783"/>
                      <a:pt x="7364" y="1572"/>
                    </a:cubicBezTo>
                    <a:cubicBezTo>
                      <a:pt x="7447" y="1030"/>
                      <a:pt x="7385" y="363"/>
                      <a:pt x="6884" y="91"/>
                    </a:cubicBezTo>
                    <a:cubicBezTo>
                      <a:pt x="6741" y="28"/>
                      <a:pt x="6585" y="0"/>
                      <a:pt x="6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5"/>
              <p:cNvSpPr/>
              <p:nvPr/>
            </p:nvSpPr>
            <p:spPr>
              <a:xfrm>
                <a:off x="8752725" y="3554275"/>
                <a:ext cx="265950" cy="79100"/>
              </a:xfrm>
              <a:custGeom>
                <a:rect b="b" l="l" r="r" t="t"/>
                <a:pathLst>
                  <a:path extrusionOk="0" h="3164" w="10638">
                    <a:moveTo>
                      <a:pt x="3386" y="0"/>
                    </a:moveTo>
                    <a:cubicBezTo>
                      <a:pt x="2711" y="0"/>
                      <a:pt x="2042" y="107"/>
                      <a:pt x="1398" y="300"/>
                    </a:cubicBezTo>
                    <a:cubicBezTo>
                      <a:pt x="960" y="425"/>
                      <a:pt x="584" y="696"/>
                      <a:pt x="313" y="1030"/>
                    </a:cubicBezTo>
                    <a:cubicBezTo>
                      <a:pt x="42" y="1405"/>
                      <a:pt x="0" y="1885"/>
                      <a:pt x="230" y="2281"/>
                    </a:cubicBezTo>
                    <a:cubicBezTo>
                      <a:pt x="459" y="2657"/>
                      <a:pt x="939" y="2803"/>
                      <a:pt x="1377" y="2886"/>
                    </a:cubicBezTo>
                    <a:cubicBezTo>
                      <a:pt x="2305" y="3072"/>
                      <a:pt x="3244" y="3164"/>
                      <a:pt x="4181" y="3164"/>
                    </a:cubicBezTo>
                    <a:cubicBezTo>
                      <a:pt x="5457" y="3164"/>
                      <a:pt x="6730" y="2993"/>
                      <a:pt x="7968" y="2657"/>
                    </a:cubicBezTo>
                    <a:cubicBezTo>
                      <a:pt x="8802" y="2427"/>
                      <a:pt x="9887" y="2302"/>
                      <a:pt x="10638" y="1989"/>
                    </a:cubicBezTo>
                    <a:cubicBezTo>
                      <a:pt x="10200" y="1176"/>
                      <a:pt x="8364" y="821"/>
                      <a:pt x="7530" y="613"/>
                    </a:cubicBezTo>
                    <a:cubicBezTo>
                      <a:pt x="6383" y="279"/>
                      <a:pt x="5173" y="91"/>
                      <a:pt x="3984" y="29"/>
                    </a:cubicBezTo>
                    <a:cubicBezTo>
                      <a:pt x="3785" y="10"/>
                      <a:pt x="3585" y="0"/>
                      <a:pt x="3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5"/>
              <p:cNvSpPr/>
              <p:nvPr/>
            </p:nvSpPr>
            <p:spPr>
              <a:xfrm>
                <a:off x="9186050" y="3145675"/>
                <a:ext cx="234150" cy="145475"/>
              </a:xfrm>
              <a:custGeom>
                <a:rect b="b" l="l" r="r" t="t"/>
                <a:pathLst>
                  <a:path extrusionOk="0" h="5819" w="9366">
                    <a:moveTo>
                      <a:pt x="1535" y="0"/>
                    </a:moveTo>
                    <a:cubicBezTo>
                      <a:pt x="1241" y="0"/>
                      <a:pt x="949" y="60"/>
                      <a:pt x="668" y="187"/>
                    </a:cubicBezTo>
                    <a:cubicBezTo>
                      <a:pt x="250" y="375"/>
                      <a:pt x="0" y="771"/>
                      <a:pt x="0" y="1230"/>
                    </a:cubicBezTo>
                    <a:cubicBezTo>
                      <a:pt x="42" y="1668"/>
                      <a:pt x="396" y="2023"/>
                      <a:pt x="751" y="2294"/>
                    </a:cubicBezTo>
                    <a:cubicBezTo>
                      <a:pt x="2482" y="3691"/>
                      <a:pt x="4505" y="4672"/>
                      <a:pt x="6675" y="5172"/>
                    </a:cubicBezTo>
                    <a:cubicBezTo>
                      <a:pt x="7530" y="5360"/>
                      <a:pt x="8552" y="5756"/>
                      <a:pt x="9365" y="5819"/>
                    </a:cubicBezTo>
                    <a:cubicBezTo>
                      <a:pt x="9344" y="4901"/>
                      <a:pt x="7884" y="3733"/>
                      <a:pt x="7259" y="3149"/>
                    </a:cubicBezTo>
                    <a:cubicBezTo>
                      <a:pt x="6383" y="2336"/>
                      <a:pt x="5423" y="1606"/>
                      <a:pt x="4380" y="1001"/>
                    </a:cubicBezTo>
                    <a:cubicBezTo>
                      <a:pt x="3650" y="521"/>
                      <a:pt x="2837" y="187"/>
                      <a:pt x="1961" y="41"/>
                    </a:cubicBezTo>
                    <a:cubicBezTo>
                      <a:pt x="1819" y="14"/>
                      <a:pt x="1676" y="0"/>
                      <a:pt x="15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5"/>
              <p:cNvSpPr/>
              <p:nvPr/>
            </p:nvSpPr>
            <p:spPr>
              <a:xfrm>
                <a:off x="9047850" y="3459600"/>
                <a:ext cx="200800" cy="206950"/>
              </a:xfrm>
              <a:custGeom>
                <a:rect b="b" l="l" r="r" t="t"/>
                <a:pathLst>
                  <a:path extrusionOk="0" h="8278" w="8032">
                    <a:moveTo>
                      <a:pt x="7024" y="0"/>
                    </a:moveTo>
                    <a:cubicBezTo>
                      <a:pt x="6676" y="0"/>
                      <a:pt x="6296" y="125"/>
                      <a:pt x="5987" y="291"/>
                    </a:cubicBezTo>
                    <a:cubicBezTo>
                      <a:pt x="4527" y="1042"/>
                      <a:pt x="3359" y="2293"/>
                      <a:pt x="2462" y="3690"/>
                    </a:cubicBezTo>
                    <a:cubicBezTo>
                      <a:pt x="2233" y="4024"/>
                      <a:pt x="1" y="7904"/>
                      <a:pt x="752" y="8258"/>
                    </a:cubicBezTo>
                    <a:cubicBezTo>
                      <a:pt x="781" y="8271"/>
                      <a:pt x="815" y="8278"/>
                      <a:pt x="855" y="8278"/>
                    </a:cubicBezTo>
                    <a:cubicBezTo>
                      <a:pt x="1441" y="8278"/>
                      <a:pt x="3115" y="6906"/>
                      <a:pt x="3526" y="6652"/>
                    </a:cubicBezTo>
                    <a:cubicBezTo>
                      <a:pt x="4569" y="6006"/>
                      <a:pt x="5632" y="5338"/>
                      <a:pt x="6488" y="4441"/>
                    </a:cubicBezTo>
                    <a:cubicBezTo>
                      <a:pt x="7343" y="3544"/>
                      <a:pt x="7989" y="2418"/>
                      <a:pt x="8010" y="1188"/>
                    </a:cubicBezTo>
                    <a:cubicBezTo>
                      <a:pt x="8031" y="896"/>
                      <a:pt x="7969" y="604"/>
                      <a:pt x="7802" y="353"/>
                    </a:cubicBezTo>
                    <a:cubicBezTo>
                      <a:pt x="7615" y="98"/>
                      <a:pt x="7332" y="0"/>
                      <a:pt x="7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5"/>
              <p:cNvSpPr/>
              <p:nvPr/>
            </p:nvSpPr>
            <p:spPr>
              <a:xfrm>
                <a:off x="8857000" y="3677150"/>
                <a:ext cx="240950" cy="117350"/>
              </a:xfrm>
              <a:custGeom>
                <a:rect b="b" l="l" r="r" t="t"/>
                <a:pathLst>
                  <a:path extrusionOk="0" h="4694" w="9638">
                    <a:moveTo>
                      <a:pt x="2173" y="0"/>
                    </a:moveTo>
                    <a:cubicBezTo>
                      <a:pt x="1699" y="0"/>
                      <a:pt x="1226" y="96"/>
                      <a:pt x="773" y="286"/>
                    </a:cubicBezTo>
                    <a:cubicBezTo>
                      <a:pt x="376" y="474"/>
                      <a:pt x="1" y="891"/>
                      <a:pt x="168" y="1287"/>
                    </a:cubicBezTo>
                    <a:cubicBezTo>
                      <a:pt x="251" y="1454"/>
                      <a:pt x="376" y="1579"/>
                      <a:pt x="522" y="1663"/>
                    </a:cubicBezTo>
                    <a:cubicBezTo>
                      <a:pt x="1836" y="2685"/>
                      <a:pt x="3317" y="3477"/>
                      <a:pt x="4903" y="3999"/>
                    </a:cubicBezTo>
                    <a:cubicBezTo>
                      <a:pt x="5756" y="4279"/>
                      <a:pt x="7171" y="4693"/>
                      <a:pt x="8347" y="4693"/>
                    </a:cubicBezTo>
                    <a:cubicBezTo>
                      <a:pt x="8838" y="4693"/>
                      <a:pt x="9287" y="4621"/>
                      <a:pt x="9637" y="4437"/>
                    </a:cubicBezTo>
                    <a:cubicBezTo>
                      <a:pt x="9011" y="2935"/>
                      <a:pt x="6884" y="1955"/>
                      <a:pt x="5549" y="1204"/>
                    </a:cubicBezTo>
                    <a:cubicBezTo>
                      <a:pt x="4819" y="766"/>
                      <a:pt x="4047" y="411"/>
                      <a:pt x="3234" y="161"/>
                    </a:cubicBezTo>
                    <a:cubicBezTo>
                      <a:pt x="2885" y="54"/>
                      <a:pt x="2529" y="0"/>
                      <a:pt x="21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5"/>
              <p:cNvSpPr/>
              <p:nvPr/>
            </p:nvSpPr>
            <p:spPr>
              <a:xfrm>
                <a:off x="9113550" y="3656125"/>
                <a:ext cx="215400" cy="197650"/>
              </a:xfrm>
              <a:custGeom>
                <a:rect b="b" l="l" r="r" t="t"/>
                <a:pathLst>
                  <a:path extrusionOk="0" h="7906" w="8616">
                    <a:moveTo>
                      <a:pt x="7299" y="1"/>
                    </a:moveTo>
                    <a:cubicBezTo>
                      <a:pt x="7090" y="1"/>
                      <a:pt x="6873" y="46"/>
                      <a:pt x="6675" y="105"/>
                    </a:cubicBezTo>
                    <a:cubicBezTo>
                      <a:pt x="4882" y="648"/>
                      <a:pt x="3359" y="1941"/>
                      <a:pt x="2254" y="3484"/>
                    </a:cubicBezTo>
                    <a:cubicBezTo>
                      <a:pt x="1357" y="4673"/>
                      <a:pt x="293" y="6404"/>
                      <a:pt x="1" y="7906"/>
                    </a:cubicBezTo>
                    <a:cubicBezTo>
                      <a:pt x="502" y="7551"/>
                      <a:pt x="1044" y="7259"/>
                      <a:pt x="1607" y="7009"/>
                    </a:cubicBezTo>
                    <a:cubicBezTo>
                      <a:pt x="3171" y="6404"/>
                      <a:pt x="4798" y="5987"/>
                      <a:pt x="6175" y="5049"/>
                    </a:cubicBezTo>
                    <a:cubicBezTo>
                      <a:pt x="7551" y="4110"/>
                      <a:pt x="8615" y="2483"/>
                      <a:pt x="8261" y="856"/>
                    </a:cubicBezTo>
                    <a:cubicBezTo>
                      <a:pt x="8219" y="606"/>
                      <a:pt x="8115" y="376"/>
                      <a:pt x="7927" y="210"/>
                    </a:cubicBezTo>
                    <a:cubicBezTo>
                      <a:pt x="7751" y="56"/>
                      <a:pt x="7530" y="1"/>
                      <a:pt x="7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5"/>
              <p:cNvSpPr/>
              <p:nvPr/>
            </p:nvSpPr>
            <p:spPr>
              <a:xfrm>
                <a:off x="9384200" y="3297650"/>
                <a:ext cx="215375" cy="197900"/>
              </a:xfrm>
              <a:custGeom>
                <a:rect b="b" l="l" r="r" t="t"/>
                <a:pathLst>
                  <a:path extrusionOk="0" h="7916" w="8615">
                    <a:moveTo>
                      <a:pt x="7339" y="0"/>
                    </a:moveTo>
                    <a:cubicBezTo>
                      <a:pt x="7118" y="0"/>
                      <a:pt x="6883" y="53"/>
                      <a:pt x="6675" y="115"/>
                    </a:cubicBezTo>
                    <a:cubicBezTo>
                      <a:pt x="4881" y="637"/>
                      <a:pt x="3358" y="1951"/>
                      <a:pt x="2253" y="3473"/>
                    </a:cubicBezTo>
                    <a:cubicBezTo>
                      <a:pt x="1377" y="4704"/>
                      <a:pt x="292" y="6414"/>
                      <a:pt x="0" y="7916"/>
                    </a:cubicBezTo>
                    <a:cubicBezTo>
                      <a:pt x="501" y="7561"/>
                      <a:pt x="1043" y="7248"/>
                      <a:pt x="1627" y="7019"/>
                    </a:cubicBezTo>
                    <a:cubicBezTo>
                      <a:pt x="3170" y="6414"/>
                      <a:pt x="4818" y="5997"/>
                      <a:pt x="6174" y="5058"/>
                    </a:cubicBezTo>
                    <a:cubicBezTo>
                      <a:pt x="7551" y="4120"/>
                      <a:pt x="8614" y="2472"/>
                      <a:pt x="8260" y="845"/>
                    </a:cubicBezTo>
                    <a:cubicBezTo>
                      <a:pt x="8218" y="616"/>
                      <a:pt x="8114" y="386"/>
                      <a:pt x="7926" y="199"/>
                    </a:cubicBezTo>
                    <a:cubicBezTo>
                      <a:pt x="7770" y="53"/>
                      <a:pt x="7561" y="0"/>
                      <a:pt x="7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5"/>
              <p:cNvSpPr/>
              <p:nvPr/>
            </p:nvSpPr>
            <p:spPr>
              <a:xfrm>
                <a:off x="9309625" y="3584200"/>
                <a:ext cx="259700" cy="115775"/>
              </a:xfrm>
              <a:custGeom>
                <a:rect b="b" l="l" r="r" t="t"/>
                <a:pathLst>
                  <a:path extrusionOk="0" h="4631" w="10388">
                    <a:moveTo>
                      <a:pt x="8408" y="0"/>
                    </a:moveTo>
                    <a:cubicBezTo>
                      <a:pt x="6780" y="0"/>
                      <a:pt x="5168" y="568"/>
                      <a:pt x="3776" y="1418"/>
                    </a:cubicBezTo>
                    <a:cubicBezTo>
                      <a:pt x="2462" y="2190"/>
                      <a:pt x="814" y="3358"/>
                      <a:pt x="0" y="4630"/>
                    </a:cubicBezTo>
                    <a:cubicBezTo>
                      <a:pt x="605" y="4505"/>
                      <a:pt x="1210" y="4442"/>
                      <a:pt x="1815" y="4442"/>
                    </a:cubicBezTo>
                    <a:cubicBezTo>
                      <a:pt x="2824" y="4468"/>
                      <a:pt x="3848" y="4572"/>
                      <a:pt x="4865" y="4572"/>
                    </a:cubicBezTo>
                    <a:cubicBezTo>
                      <a:pt x="5508" y="4572"/>
                      <a:pt x="6148" y="4530"/>
                      <a:pt x="6779" y="4401"/>
                    </a:cubicBezTo>
                    <a:cubicBezTo>
                      <a:pt x="8406" y="4067"/>
                      <a:pt x="10012" y="2982"/>
                      <a:pt x="10325" y="1355"/>
                    </a:cubicBezTo>
                    <a:cubicBezTo>
                      <a:pt x="10388" y="1105"/>
                      <a:pt x="10367" y="855"/>
                      <a:pt x="10283" y="625"/>
                    </a:cubicBezTo>
                    <a:cubicBezTo>
                      <a:pt x="10096" y="229"/>
                      <a:pt x="9595" y="83"/>
                      <a:pt x="9157" y="41"/>
                    </a:cubicBezTo>
                    <a:cubicBezTo>
                      <a:pt x="8907" y="14"/>
                      <a:pt x="8657" y="0"/>
                      <a:pt x="8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5"/>
              <p:cNvSpPr/>
              <p:nvPr/>
            </p:nvSpPr>
            <p:spPr>
              <a:xfrm>
                <a:off x="8834075" y="3824050"/>
                <a:ext cx="271175" cy="191900"/>
              </a:xfrm>
              <a:custGeom>
                <a:rect b="b" l="l" r="r" t="t"/>
                <a:pathLst>
                  <a:path extrusionOk="0" h="7676" w="10847">
                    <a:moveTo>
                      <a:pt x="1398" y="0"/>
                    </a:moveTo>
                    <a:cubicBezTo>
                      <a:pt x="1205" y="0"/>
                      <a:pt x="1015" y="28"/>
                      <a:pt x="835" y="84"/>
                    </a:cubicBezTo>
                    <a:cubicBezTo>
                      <a:pt x="209" y="334"/>
                      <a:pt x="0" y="1189"/>
                      <a:pt x="251" y="1794"/>
                    </a:cubicBezTo>
                    <a:cubicBezTo>
                      <a:pt x="501" y="2420"/>
                      <a:pt x="1064" y="2858"/>
                      <a:pt x="1627" y="3233"/>
                    </a:cubicBezTo>
                    <a:cubicBezTo>
                      <a:pt x="2712" y="3942"/>
                      <a:pt x="3880" y="4505"/>
                      <a:pt x="5090" y="4922"/>
                    </a:cubicBezTo>
                    <a:cubicBezTo>
                      <a:pt x="6132" y="5298"/>
                      <a:pt x="7217" y="5548"/>
                      <a:pt x="8239" y="5965"/>
                    </a:cubicBezTo>
                    <a:cubicBezTo>
                      <a:pt x="8760" y="6174"/>
                      <a:pt x="9261" y="6466"/>
                      <a:pt x="9720" y="6779"/>
                    </a:cubicBezTo>
                    <a:cubicBezTo>
                      <a:pt x="10054" y="7050"/>
                      <a:pt x="10450" y="7634"/>
                      <a:pt x="10846" y="7676"/>
                    </a:cubicBezTo>
                    <a:cubicBezTo>
                      <a:pt x="10262" y="3650"/>
                      <a:pt x="5423" y="459"/>
                      <a:pt x="1690" y="21"/>
                    </a:cubicBezTo>
                    <a:cubicBezTo>
                      <a:pt x="1592" y="7"/>
                      <a:pt x="1495"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5"/>
              <p:cNvSpPr/>
              <p:nvPr/>
            </p:nvSpPr>
            <p:spPr>
              <a:xfrm>
                <a:off x="9111625" y="3808000"/>
                <a:ext cx="237650" cy="201450"/>
              </a:xfrm>
              <a:custGeom>
                <a:rect b="b" l="l" r="r" t="t"/>
                <a:pathLst>
                  <a:path extrusionOk="0" h="8058" w="9506">
                    <a:moveTo>
                      <a:pt x="7717" y="1"/>
                    </a:moveTo>
                    <a:cubicBezTo>
                      <a:pt x="6594" y="1"/>
                      <a:pt x="5463" y="446"/>
                      <a:pt x="4562" y="1122"/>
                    </a:cubicBezTo>
                    <a:cubicBezTo>
                      <a:pt x="2748" y="2498"/>
                      <a:pt x="1350" y="4814"/>
                      <a:pt x="537" y="6899"/>
                    </a:cubicBezTo>
                    <a:cubicBezTo>
                      <a:pt x="305" y="7461"/>
                      <a:pt x="1" y="8058"/>
                      <a:pt x="574" y="8058"/>
                    </a:cubicBezTo>
                    <a:cubicBezTo>
                      <a:pt x="619" y="8058"/>
                      <a:pt x="669" y="8054"/>
                      <a:pt x="725" y="8047"/>
                    </a:cubicBezTo>
                    <a:cubicBezTo>
                      <a:pt x="1267" y="7984"/>
                      <a:pt x="2101" y="7296"/>
                      <a:pt x="2623" y="7045"/>
                    </a:cubicBezTo>
                    <a:cubicBezTo>
                      <a:pt x="3290" y="6712"/>
                      <a:pt x="3937" y="6399"/>
                      <a:pt x="4583" y="6023"/>
                    </a:cubicBezTo>
                    <a:cubicBezTo>
                      <a:pt x="6168" y="5126"/>
                      <a:pt x="7587" y="3938"/>
                      <a:pt x="8755" y="2519"/>
                    </a:cubicBezTo>
                    <a:cubicBezTo>
                      <a:pt x="9047" y="2227"/>
                      <a:pt x="9255" y="1873"/>
                      <a:pt x="9380" y="1476"/>
                    </a:cubicBezTo>
                    <a:cubicBezTo>
                      <a:pt x="9506" y="1080"/>
                      <a:pt x="9401" y="642"/>
                      <a:pt x="9130" y="350"/>
                    </a:cubicBezTo>
                    <a:cubicBezTo>
                      <a:pt x="8922" y="183"/>
                      <a:pt x="8671" y="79"/>
                      <a:pt x="8400" y="58"/>
                    </a:cubicBezTo>
                    <a:cubicBezTo>
                      <a:pt x="8174" y="19"/>
                      <a:pt x="7946" y="1"/>
                      <a:pt x="7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5"/>
              <p:cNvSpPr/>
              <p:nvPr/>
            </p:nvSpPr>
            <p:spPr>
              <a:xfrm>
                <a:off x="9167275" y="2953000"/>
                <a:ext cx="261250" cy="1345050"/>
              </a:xfrm>
              <a:custGeom>
                <a:rect b="b" l="l" r="r" t="t"/>
                <a:pathLst>
                  <a:path extrusionOk="0" h="53802" w="10450">
                    <a:moveTo>
                      <a:pt x="4737" y="0"/>
                    </a:moveTo>
                    <a:cubicBezTo>
                      <a:pt x="4498" y="0"/>
                      <a:pt x="4291" y="331"/>
                      <a:pt x="4485" y="573"/>
                    </a:cubicBezTo>
                    <a:cubicBezTo>
                      <a:pt x="9345" y="6288"/>
                      <a:pt x="10450" y="13985"/>
                      <a:pt x="8740" y="21160"/>
                    </a:cubicBezTo>
                    <a:cubicBezTo>
                      <a:pt x="6988" y="28522"/>
                      <a:pt x="2253" y="34780"/>
                      <a:pt x="814" y="42267"/>
                    </a:cubicBezTo>
                    <a:cubicBezTo>
                      <a:pt x="313" y="44979"/>
                      <a:pt x="42" y="47753"/>
                      <a:pt x="21" y="50506"/>
                    </a:cubicBezTo>
                    <a:cubicBezTo>
                      <a:pt x="0" y="51612"/>
                      <a:pt x="21" y="52717"/>
                      <a:pt x="63" y="53802"/>
                    </a:cubicBezTo>
                    <a:cubicBezTo>
                      <a:pt x="209" y="53802"/>
                      <a:pt x="334" y="53781"/>
                      <a:pt x="459" y="53781"/>
                    </a:cubicBezTo>
                    <a:lnTo>
                      <a:pt x="501" y="53781"/>
                    </a:lnTo>
                    <a:cubicBezTo>
                      <a:pt x="543" y="52696"/>
                      <a:pt x="563" y="51612"/>
                      <a:pt x="605" y="50527"/>
                    </a:cubicBezTo>
                    <a:cubicBezTo>
                      <a:pt x="709" y="47815"/>
                      <a:pt x="876" y="45104"/>
                      <a:pt x="1398" y="42413"/>
                    </a:cubicBezTo>
                    <a:cubicBezTo>
                      <a:pt x="2149" y="38450"/>
                      <a:pt x="3817" y="34800"/>
                      <a:pt x="5528" y="31150"/>
                    </a:cubicBezTo>
                    <a:cubicBezTo>
                      <a:pt x="7154" y="27688"/>
                      <a:pt x="8760" y="24184"/>
                      <a:pt x="9532" y="20409"/>
                    </a:cubicBezTo>
                    <a:cubicBezTo>
                      <a:pt x="10262" y="17009"/>
                      <a:pt x="10346" y="13505"/>
                      <a:pt x="9762" y="10063"/>
                    </a:cubicBezTo>
                    <a:cubicBezTo>
                      <a:pt x="9115" y="6434"/>
                      <a:pt x="7592" y="2742"/>
                      <a:pt x="4944" y="94"/>
                    </a:cubicBezTo>
                    <a:cubicBezTo>
                      <a:pt x="4878" y="28"/>
                      <a:pt x="4806" y="0"/>
                      <a:pt x="4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5"/>
              <p:cNvSpPr/>
              <p:nvPr/>
            </p:nvSpPr>
            <p:spPr>
              <a:xfrm>
                <a:off x="8428900" y="3567825"/>
                <a:ext cx="175750" cy="105025"/>
              </a:xfrm>
              <a:custGeom>
                <a:rect b="b" l="l" r="r" t="t"/>
                <a:pathLst>
                  <a:path extrusionOk="0" h="4201" w="7030">
                    <a:moveTo>
                      <a:pt x="1519" y="0"/>
                    </a:moveTo>
                    <a:cubicBezTo>
                      <a:pt x="1112" y="0"/>
                      <a:pt x="706" y="93"/>
                      <a:pt x="335" y="279"/>
                    </a:cubicBezTo>
                    <a:cubicBezTo>
                      <a:pt x="209" y="321"/>
                      <a:pt x="105" y="425"/>
                      <a:pt x="63" y="530"/>
                    </a:cubicBezTo>
                    <a:cubicBezTo>
                      <a:pt x="22" y="634"/>
                      <a:pt x="1" y="738"/>
                      <a:pt x="43" y="842"/>
                    </a:cubicBezTo>
                    <a:cubicBezTo>
                      <a:pt x="168" y="1739"/>
                      <a:pt x="898" y="2469"/>
                      <a:pt x="1732" y="2845"/>
                    </a:cubicBezTo>
                    <a:cubicBezTo>
                      <a:pt x="2566" y="3220"/>
                      <a:pt x="3505" y="3324"/>
                      <a:pt x="4402" y="3450"/>
                    </a:cubicBezTo>
                    <a:cubicBezTo>
                      <a:pt x="4777" y="3491"/>
                      <a:pt x="5174" y="3554"/>
                      <a:pt x="5549" y="3637"/>
                    </a:cubicBezTo>
                    <a:cubicBezTo>
                      <a:pt x="6070" y="3721"/>
                      <a:pt x="6571" y="3929"/>
                      <a:pt x="7030" y="4200"/>
                    </a:cubicBezTo>
                    <a:cubicBezTo>
                      <a:pt x="6404" y="2782"/>
                      <a:pt x="5340" y="1593"/>
                      <a:pt x="3985" y="842"/>
                    </a:cubicBezTo>
                    <a:cubicBezTo>
                      <a:pt x="3442" y="488"/>
                      <a:pt x="2837" y="238"/>
                      <a:pt x="2212" y="92"/>
                    </a:cubicBezTo>
                    <a:cubicBezTo>
                      <a:pt x="1984" y="31"/>
                      <a:pt x="1751"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5"/>
              <p:cNvSpPr/>
              <p:nvPr/>
            </p:nvSpPr>
            <p:spPr>
              <a:xfrm>
                <a:off x="8689625" y="3814550"/>
                <a:ext cx="92325" cy="102850"/>
              </a:xfrm>
              <a:custGeom>
                <a:rect b="b" l="l" r="r" t="t"/>
                <a:pathLst>
                  <a:path extrusionOk="0" h="4114" w="3693">
                    <a:moveTo>
                      <a:pt x="2918" y="0"/>
                    </a:moveTo>
                    <a:cubicBezTo>
                      <a:pt x="2891" y="0"/>
                      <a:pt x="2864" y="2"/>
                      <a:pt x="2837" y="5"/>
                    </a:cubicBezTo>
                    <a:cubicBezTo>
                      <a:pt x="2462" y="67"/>
                      <a:pt x="2107" y="276"/>
                      <a:pt x="1857" y="589"/>
                    </a:cubicBezTo>
                    <a:cubicBezTo>
                      <a:pt x="981" y="1590"/>
                      <a:pt x="772" y="3029"/>
                      <a:pt x="1" y="4114"/>
                    </a:cubicBezTo>
                    <a:cubicBezTo>
                      <a:pt x="1523" y="3822"/>
                      <a:pt x="2691" y="2528"/>
                      <a:pt x="3463" y="1277"/>
                    </a:cubicBezTo>
                    <a:cubicBezTo>
                      <a:pt x="3609" y="1089"/>
                      <a:pt x="3672" y="860"/>
                      <a:pt x="3692" y="630"/>
                    </a:cubicBezTo>
                    <a:cubicBezTo>
                      <a:pt x="3615" y="261"/>
                      <a:pt x="3283" y="0"/>
                      <a:pt x="29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5"/>
              <p:cNvSpPr/>
              <p:nvPr/>
            </p:nvSpPr>
            <p:spPr>
              <a:xfrm>
                <a:off x="8602550" y="3571375"/>
                <a:ext cx="118900" cy="110850"/>
              </a:xfrm>
              <a:custGeom>
                <a:rect b="b" l="l" r="r" t="t"/>
                <a:pathLst>
                  <a:path extrusionOk="0" h="4434" w="4756">
                    <a:moveTo>
                      <a:pt x="4084" y="0"/>
                    </a:moveTo>
                    <a:cubicBezTo>
                      <a:pt x="3864" y="0"/>
                      <a:pt x="3624" y="77"/>
                      <a:pt x="3421" y="179"/>
                    </a:cubicBezTo>
                    <a:cubicBezTo>
                      <a:pt x="2587" y="596"/>
                      <a:pt x="1919" y="1305"/>
                      <a:pt x="1294" y="1994"/>
                    </a:cubicBezTo>
                    <a:cubicBezTo>
                      <a:pt x="960" y="2306"/>
                      <a:pt x="710" y="2703"/>
                      <a:pt x="543" y="3120"/>
                    </a:cubicBezTo>
                    <a:cubicBezTo>
                      <a:pt x="397" y="3579"/>
                      <a:pt x="209" y="4017"/>
                      <a:pt x="0" y="4434"/>
                    </a:cubicBezTo>
                    <a:cubicBezTo>
                      <a:pt x="1335" y="3746"/>
                      <a:pt x="2608" y="2911"/>
                      <a:pt x="3776" y="1973"/>
                    </a:cubicBezTo>
                    <a:cubicBezTo>
                      <a:pt x="4151" y="1681"/>
                      <a:pt x="4527" y="1368"/>
                      <a:pt x="4673" y="930"/>
                    </a:cubicBezTo>
                    <a:cubicBezTo>
                      <a:pt x="4756" y="680"/>
                      <a:pt x="4714" y="408"/>
                      <a:pt x="4568" y="200"/>
                    </a:cubicBezTo>
                    <a:cubicBezTo>
                      <a:pt x="4444" y="56"/>
                      <a:pt x="4271" y="0"/>
                      <a:pt x="4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5"/>
              <p:cNvSpPr/>
              <p:nvPr/>
            </p:nvSpPr>
            <p:spPr>
              <a:xfrm>
                <a:off x="8472700" y="3726950"/>
                <a:ext cx="161675" cy="98675"/>
              </a:xfrm>
              <a:custGeom>
                <a:rect b="b" l="l" r="r" t="t"/>
                <a:pathLst>
                  <a:path extrusionOk="0" h="3947" w="6467">
                    <a:moveTo>
                      <a:pt x="1581" y="1"/>
                    </a:moveTo>
                    <a:cubicBezTo>
                      <a:pt x="1215" y="1"/>
                      <a:pt x="848" y="65"/>
                      <a:pt x="501" y="192"/>
                    </a:cubicBezTo>
                    <a:cubicBezTo>
                      <a:pt x="397" y="234"/>
                      <a:pt x="293" y="317"/>
                      <a:pt x="209" y="401"/>
                    </a:cubicBezTo>
                    <a:cubicBezTo>
                      <a:pt x="1" y="672"/>
                      <a:pt x="147" y="1068"/>
                      <a:pt x="335" y="1339"/>
                    </a:cubicBezTo>
                    <a:cubicBezTo>
                      <a:pt x="1085" y="2445"/>
                      <a:pt x="2399" y="3071"/>
                      <a:pt x="3734" y="3300"/>
                    </a:cubicBezTo>
                    <a:cubicBezTo>
                      <a:pt x="4652" y="3446"/>
                      <a:pt x="5674" y="3425"/>
                      <a:pt x="6467" y="3947"/>
                    </a:cubicBezTo>
                    <a:cubicBezTo>
                      <a:pt x="6029" y="3196"/>
                      <a:pt x="5507" y="2487"/>
                      <a:pt x="4882" y="1861"/>
                    </a:cubicBezTo>
                    <a:cubicBezTo>
                      <a:pt x="4339" y="1235"/>
                      <a:pt x="3672" y="693"/>
                      <a:pt x="2942" y="317"/>
                    </a:cubicBezTo>
                    <a:cubicBezTo>
                      <a:pt x="2519" y="106"/>
                      <a:pt x="205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5"/>
              <p:cNvSpPr/>
              <p:nvPr/>
            </p:nvSpPr>
            <p:spPr>
              <a:xfrm>
                <a:off x="8622875" y="3683775"/>
                <a:ext cx="105875" cy="133000"/>
              </a:xfrm>
              <a:custGeom>
                <a:rect b="b" l="l" r="r" t="t"/>
                <a:pathLst>
                  <a:path extrusionOk="0" h="5320" w="4235">
                    <a:moveTo>
                      <a:pt x="3547" y="0"/>
                    </a:moveTo>
                    <a:cubicBezTo>
                      <a:pt x="3276" y="0"/>
                      <a:pt x="3004" y="105"/>
                      <a:pt x="2796" y="272"/>
                    </a:cubicBezTo>
                    <a:cubicBezTo>
                      <a:pt x="2358" y="564"/>
                      <a:pt x="2003" y="960"/>
                      <a:pt x="1711" y="1398"/>
                    </a:cubicBezTo>
                    <a:cubicBezTo>
                      <a:pt x="1315" y="2003"/>
                      <a:pt x="960" y="2649"/>
                      <a:pt x="689" y="3317"/>
                    </a:cubicBezTo>
                    <a:cubicBezTo>
                      <a:pt x="501" y="3817"/>
                      <a:pt x="1" y="4819"/>
                      <a:pt x="230" y="5319"/>
                    </a:cubicBezTo>
                    <a:cubicBezTo>
                      <a:pt x="668" y="5090"/>
                      <a:pt x="1127" y="4610"/>
                      <a:pt x="1544" y="4276"/>
                    </a:cubicBezTo>
                    <a:cubicBezTo>
                      <a:pt x="2587" y="3463"/>
                      <a:pt x="3463" y="2399"/>
                      <a:pt x="4047" y="1189"/>
                    </a:cubicBezTo>
                    <a:cubicBezTo>
                      <a:pt x="4193" y="960"/>
                      <a:pt x="4235" y="668"/>
                      <a:pt x="4172" y="418"/>
                    </a:cubicBezTo>
                    <a:cubicBezTo>
                      <a:pt x="4068" y="167"/>
                      <a:pt x="3818" y="0"/>
                      <a:pt x="3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5"/>
              <p:cNvSpPr/>
              <p:nvPr/>
            </p:nvSpPr>
            <p:spPr>
              <a:xfrm>
                <a:off x="8541025" y="3854825"/>
                <a:ext cx="159575" cy="66875"/>
              </a:xfrm>
              <a:custGeom>
                <a:rect b="b" l="l" r="r" t="t"/>
                <a:pathLst>
                  <a:path extrusionOk="0" h="2675" w="6383">
                    <a:moveTo>
                      <a:pt x="1349" y="1"/>
                    </a:moveTo>
                    <a:cubicBezTo>
                      <a:pt x="1136" y="1"/>
                      <a:pt x="923" y="14"/>
                      <a:pt x="709" y="41"/>
                    </a:cubicBezTo>
                    <a:cubicBezTo>
                      <a:pt x="438" y="41"/>
                      <a:pt x="188" y="187"/>
                      <a:pt x="42" y="417"/>
                    </a:cubicBezTo>
                    <a:cubicBezTo>
                      <a:pt x="0" y="542"/>
                      <a:pt x="0" y="709"/>
                      <a:pt x="42" y="855"/>
                    </a:cubicBezTo>
                    <a:cubicBezTo>
                      <a:pt x="271" y="1835"/>
                      <a:pt x="1273" y="2461"/>
                      <a:pt x="2274" y="2607"/>
                    </a:cubicBezTo>
                    <a:cubicBezTo>
                      <a:pt x="2562" y="2656"/>
                      <a:pt x="2853" y="2674"/>
                      <a:pt x="3146" y="2674"/>
                    </a:cubicBezTo>
                    <a:cubicBezTo>
                      <a:pt x="3851" y="2674"/>
                      <a:pt x="4564" y="2568"/>
                      <a:pt x="5256" y="2523"/>
                    </a:cubicBezTo>
                    <a:cubicBezTo>
                      <a:pt x="5350" y="2518"/>
                      <a:pt x="5444" y="2516"/>
                      <a:pt x="5538" y="2516"/>
                    </a:cubicBezTo>
                    <a:cubicBezTo>
                      <a:pt x="5820" y="2516"/>
                      <a:pt x="6101" y="2539"/>
                      <a:pt x="6383" y="2586"/>
                    </a:cubicBezTo>
                    <a:cubicBezTo>
                      <a:pt x="5840" y="1835"/>
                      <a:pt x="4818" y="1189"/>
                      <a:pt x="4005" y="751"/>
                    </a:cubicBezTo>
                    <a:cubicBezTo>
                      <a:pt x="3190" y="258"/>
                      <a:pt x="2278"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5"/>
              <p:cNvSpPr/>
              <p:nvPr/>
            </p:nvSpPr>
            <p:spPr>
              <a:xfrm>
                <a:off x="8627575" y="3991325"/>
                <a:ext cx="166375" cy="63925"/>
              </a:xfrm>
              <a:custGeom>
                <a:rect b="b" l="l" r="r" t="t"/>
                <a:pathLst>
                  <a:path extrusionOk="0" h="2557" w="6655">
                    <a:moveTo>
                      <a:pt x="3066" y="1"/>
                    </a:moveTo>
                    <a:cubicBezTo>
                      <a:pt x="2155" y="1"/>
                      <a:pt x="1255" y="225"/>
                      <a:pt x="459" y="672"/>
                    </a:cubicBezTo>
                    <a:cubicBezTo>
                      <a:pt x="230" y="797"/>
                      <a:pt x="42" y="1026"/>
                      <a:pt x="1" y="1277"/>
                    </a:cubicBezTo>
                    <a:cubicBezTo>
                      <a:pt x="1" y="1444"/>
                      <a:pt x="63" y="1569"/>
                      <a:pt x="167" y="1694"/>
                    </a:cubicBezTo>
                    <a:cubicBezTo>
                      <a:pt x="601" y="2297"/>
                      <a:pt x="1355" y="2556"/>
                      <a:pt x="2116" y="2556"/>
                    </a:cubicBezTo>
                    <a:cubicBezTo>
                      <a:pt x="2381" y="2556"/>
                      <a:pt x="2647" y="2525"/>
                      <a:pt x="2900" y="2466"/>
                    </a:cubicBezTo>
                    <a:cubicBezTo>
                      <a:pt x="3859" y="2215"/>
                      <a:pt x="4714" y="1652"/>
                      <a:pt x="5611" y="1193"/>
                    </a:cubicBezTo>
                    <a:cubicBezTo>
                      <a:pt x="5945" y="1047"/>
                      <a:pt x="6300" y="922"/>
                      <a:pt x="6654" y="839"/>
                    </a:cubicBezTo>
                    <a:cubicBezTo>
                      <a:pt x="5882" y="359"/>
                      <a:pt x="4673" y="150"/>
                      <a:pt x="3776" y="46"/>
                    </a:cubicBezTo>
                    <a:cubicBezTo>
                      <a:pt x="3540" y="16"/>
                      <a:pt x="3303" y="1"/>
                      <a:pt x="3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5"/>
              <p:cNvSpPr/>
              <p:nvPr/>
            </p:nvSpPr>
            <p:spPr>
              <a:xfrm>
                <a:off x="8566050" y="3596425"/>
                <a:ext cx="456275" cy="701100"/>
              </a:xfrm>
              <a:custGeom>
                <a:rect b="b" l="l" r="r" t="t"/>
                <a:pathLst>
                  <a:path extrusionOk="0" h="28044" w="18251">
                    <a:moveTo>
                      <a:pt x="2065" y="0"/>
                    </a:moveTo>
                    <a:cubicBezTo>
                      <a:pt x="1977" y="0"/>
                      <a:pt x="1890" y="48"/>
                      <a:pt x="1857" y="157"/>
                    </a:cubicBezTo>
                    <a:cubicBezTo>
                      <a:pt x="0" y="5413"/>
                      <a:pt x="2941" y="11212"/>
                      <a:pt x="6675" y="14820"/>
                    </a:cubicBezTo>
                    <a:cubicBezTo>
                      <a:pt x="8802" y="16885"/>
                      <a:pt x="11264" y="18554"/>
                      <a:pt x="13287" y="20744"/>
                    </a:cubicBezTo>
                    <a:cubicBezTo>
                      <a:pt x="14434" y="21995"/>
                      <a:pt x="15414" y="23413"/>
                      <a:pt x="16228" y="24915"/>
                    </a:cubicBezTo>
                    <a:cubicBezTo>
                      <a:pt x="16812" y="25937"/>
                      <a:pt x="17333" y="27001"/>
                      <a:pt x="17896" y="28044"/>
                    </a:cubicBezTo>
                    <a:lnTo>
                      <a:pt x="18251" y="28044"/>
                    </a:lnTo>
                    <a:cubicBezTo>
                      <a:pt x="17792" y="26959"/>
                      <a:pt x="17271" y="25916"/>
                      <a:pt x="16687" y="24873"/>
                    </a:cubicBezTo>
                    <a:cubicBezTo>
                      <a:pt x="16082" y="23747"/>
                      <a:pt x="15372" y="22683"/>
                      <a:pt x="14601" y="21661"/>
                    </a:cubicBezTo>
                    <a:cubicBezTo>
                      <a:pt x="12932" y="19513"/>
                      <a:pt x="10784" y="17865"/>
                      <a:pt x="8719" y="16134"/>
                    </a:cubicBezTo>
                    <a:cubicBezTo>
                      <a:pt x="4047" y="12129"/>
                      <a:pt x="626" y="6623"/>
                      <a:pt x="2274" y="282"/>
                    </a:cubicBezTo>
                    <a:cubicBezTo>
                      <a:pt x="2324" y="108"/>
                      <a:pt x="2194" y="0"/>
                      <a:pt x="2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5"/>
              <p:cNvSpPr/>
              <p:nvPr/>
            </p:nvSpPr>
            <p:spPr>
              <a:xfrm>
                <a:off x="8799125" y="2433975"/>
                <a:ext cx="322275" cy="1865125"/>
              </a:xfrm>
              <a:custGeom>
                <a:rect b="b" l="l" r="r" t="t"/>
                <a:pathLst>
                  <a:path extrusionOk="0" h="74605" w="12891">
                    <a:moveTo>
                      <a:pt x="816" y="1"/>
                    </a:moveTo>
                    <a:cubicBezTo>
                      <a:pt x="751" y="1"/>
                      <a:pt x="687" y="39"/>
                      <a:pt x="668" y="122"/>
                    </a:cubicBezTo>
                    <a:cubicBezTo>
                      <a:pt x="105" y="2458"/>
                      <a:pt x="126" y="4982"/>
                      <a:pt x="63" y="7401"/>
                    </a:cubicBezTo>
                    <a:cubicBezTo>
                      <a:pt x="1" y="9821"/>
                      <a:pt x="22" y="12240"/>
                      <a:pt x="188" y="14660"/>
                    </a:cubicBezTo>
                    <a:cubicBezTo>
                      <a:pt x="522" y="19520"/>
                      <a:pt x="1273" y="24338"/>
                      <a:pt x="2441" y="29072"/>
                    </a:cubicBezTo>
                    <a:cubicBezTo>
                      <a:pt x="3609" y="33890"/>
                      <a:pt x="5215" y="38583"/>
                      <a:pt x="7238" y="43089"/>
                    </a:cubicBezTo>
                    <a:cubicBezTo>
                      <a:pt x="8302" y="45508"/>
                      <a:pt x="9533" y="47844"/>
                      <a:pt x="10450" y="50326"/>
                    </a:cubicBezTo>
                    <a:cubicBezTo>
                      <a:pt x="11368" y="52829"/>
                      <a:pt x="11910" y="55457"/>
                      <a:pt x="12077" y="58127"/>
                    </a:cubicBezTo>
                    <a:cubicBezTo>
                      <a:pt x="12349" y="62486"/>
                      <a:pt x="11952" y="66887"/>
                      <a:pt x="11514" y="71246"/>
                    </a:cubicBezTo>
                    <a:cubicBezTo>
                      <a:pt x="11410" y="72373"/>
                      <a:pt x="11306" y="73478"/>
                      <a:pt x="11201" y="74604"/>
                    </a:cubicBezTo>
                    <a:lnTo>
                      <a:pt x="11785" y="74604"/>
                    </a:lnTo>
                    <a:cubicBezTo>
                      <a:pt x="11910" y="73478"/>
                      <a:pt x="12036" y="72352"/>
                      <a:pt x="12161" y="71225"/>
                    </a:cubicBezTo>
                    <a:cubicBezTo>
                      <a:pt x="12536" y="67575"/>
                      <a:pt x="12891" y="63884"/>
                      <a:pt x="12828" y="60213"/>
                    </a:cubicBezTo>
                    <a:cubicBezTo>
                      <a:pt x="12766" y="55228"/>
                      <a:pt x="11556" y="50764"/>
                      <a:pt x="9470" y="46259"/>
                    </a:cubicBezTo>
                    <a:cubicBezTo>
                      <a:pt x="5132" y="36894"/>
                      <a:pt x="2066" y="27237"/>
                      <a:pt x="1085" y="16912"/>
                    </a:cubicBezTo>
                    <a:cubicBezTo>
                      <a:pt x="814" y="14222"/>
                      <a:pt x="668" y="11490"/>
                      <a:pt x="668" y="8778"/>
                    </a:cubicBezTo>
                    <a:cubicBezTo>
                      <a:pt x="668" y="5900"/>
                      <a:pt x="1065" y="3042"/>
                      <a:pt x="981" y="164"/>
                    </a:cubicBezTo>
                    <a:cubicBezTo>
                      <a:pt x="981" y="60"/>
                      <a:pt x="898"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5"/>
              <p:cNvSpPr/>
              <p:nvPr/>
            </p:nvSpPr>
            <p:spPr>
              <a:xfrm>
                <a:off x="8745425" y="2272600"/>
                <a:ext cx="121000" cy="407950"/>
              </a:xfrm>
              <a:custGeom>
                <a:rect b="b" l="l" r="r" t="t"/>
                <a:pathLst>
                  <a:path extrusionOk="0" h="16318" w="4840">
                    <a:moveTo>
                      <a:pt x="2636" y="0"/>
                    </a:moveTo>
                    <a:cubicBezTo>
                      <a:pt x="1929" y="0"/>
                      <a:pt x="1246" y="817"/>
                      <a:pt x="939" y="1551"/>
                    </a:cubicBezTo>
                    <a:cubicBezTo>
                      <a:pt x="105" y="3657"/>
                      <a:pt x="0" y="5951"/>
                      <a:pt x="292" y="8183"/>
                    </a:cubicBezTo>
                    <a:cubicBezTo>
                      <a:pt x="564" y="10248"/>
                      <a:pt x="1002" y="12897"/>
                      <a:pt x="1898" y="14774"/>
                    </a:cubicBezTo>
                    <a:cubicBezTo>
                      <a:pt x="2149" y="15296"/>
                      <a:pt x="2378" y="15838"/>
                      <a:pt x="2670" y="16318"/>
                    </a:cubicBezTo>
                    <a:cubicBezTo>
                      <a:pt x="3150" y="15421"/>
                      <a:pt x="3317" y="14274"/>
                      <a:pt x="3588" y="13293"/>
                    </a:cubicBezTo>
                    <a:cubicBezTo>
                      <a:pt x="3963" y="11938"/>
                      <a:pt x="4255" y="10582"/>
                      <a:pt x="4464" y="9184"/>
                    </a:cubicBezTo>
                    <a:cubicBezTo>
                      <a:pt x="4839" y="6473"/>
                      <a:pt x="4756" y="3657"/>
                      <a:pt x="3776" y="1092"/>
                    </a:cubicBezTo>
                    <a:cubicBezTo>
                      <a:pt x="3671" y="695"/>
                      <a:pt x="3421" y="362"/>
                      <a:pt x="3108" y="132"/>
                    </a:cubicBezTo>
                    <a:cubicBezTo>
                      <a:pt x="2952" y="41"/>
                      <a:pt x="2794" y="0"/>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5"/>
              <p:cNvSpPr/>
              <p:nvPr/>
            </p:nvSpPr>
            <p:spPr>
              <a:xfrm>
                <a:off x="9113550" y="2722675"/>
                <a:ext cx="188800" cy="262925"/>
              </a:xfrm>
              <a:custGeom>
                <a:rect b="b" l="l" r="r" t="t"/>
                <a:pathLst>
                  <a:path extrusionOk="0" h="10517" w="7552">
                    <a:moveTo>
                      <a:pt x="1351" y="1"/>
                    </a:moveTo>
                    <a:cubicBezTo>
                      <a:pt x="1318" y="1"/>
                      <a:pt x="1285" y="2"/>
                      <a:pt x="1252" y="4"/>
                    </a:cubicBezTo>
                    <a:cubicBezTo>
                      <a:pt x="335" y="150"/>
                      <a:pt x="1" y="1276"/>
                      <a:pt x="84" y="2048"/>
                    </a:cubicBezTo>
                    <a:cubicBezTo>
                      <a:pt x="272" y="3821"/>
                      <a:pt x="1127" y="5323"/>
                      <a:pt x="2254" y="6595"/>
                    </a:cubicBezTo>
                    <a:cubicBezTo>
                      <a:pt x="3338" y="7784"/>
                      <a:pt x="4777" y="9223"/>
                      <a:pt x="6279" y="9953"/>
                    </a:cubicBezTo>
                    <a:cubicBezTo>
                      <a:pt x="6696" y="10141"/>
                      <a:pt x="7093" y="10370"/>
                      <a:pt x="7531" y="10516"/>
                    </a:cubicBezTo>
                    <a:cubicBezTo>
                      <a:pt x="7551" y="9682"/>
                      <a:pt x="7218" y="8889"/>
                      <a:pt x="7030" y="8118"/>
                    </a:cubicBezTo>
                    <a:cubicBezTo>
                      <a:pt x="6801" y="7075"/>
                      <a:pt x="6467" y="6053"/>
                      <a:pt x="6071" y="5052"/>
                    </a:cubicBezTo>
                    <a:cubicBezTo>
                      <a:pt x="5257" y="3133"/>
                      <a:pt x="4026" y="1402"/>
                      <a:pt x="2170" y="275"/>
                    </a:cubicBezTo>
                    <a:cubicBezTo>
                      <a:pt x="1926" y="87"/>
                      <a:pt x="1648"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5"/>
              <p:cNvSpPr/>
              <p:nvPr/>
            </p:nvSpPr>
            <p:spPr>
              <a:xfrm>
                <a:off x="8597850" y="3434275"/>
                <a:ext cx="73025" cy="184875"/>
              </a:xfrm>
              <a:custGeom>
                <a:rect b="b" l="l" r="r" t="t"/>
                <a:pathLst>
                  <a:path extrusionOk="0" h="7395" w="2921">
                    <a:moveTo>
                      <a:pt x="1636" y="0"/>
                    </a:moveTo>
                    <a:cubicBezTo>
                      <a:pt x="1572" y="0"/>
                      <a:pt x="1506" y="10"/>
                      <a:pt x="1440" y="31"/>
                    </a:cubicBezTo>
                    <a:cubicBezTo>
                      <a:pt x="1252" y="94"/>
                      <a:pt x="1085" y="240"/>
                      <a:pt x="981" y="407"/>
                    </a:cubicBezTo>
                    <a:cubicBezTo>
                      <a:pt x="314" y="1491"/>
                      <a:pt x="1" y="2764"/>
                      <a:pt x="84" y="4036"/>
                    </a:cubicBezTo>
                    <a:cubicBezTo>
                      <a:pt x="126" y="4683"/>
                      <a:pt x="209" y="5329"/>
                      <a:pt x="355" y="5955"/>
                    </a:cubicBezTo>
                    <a:cubicBezTo>
                      <a:pt x="439" y="6414"/>
                      <a:pt x="460" y="6956"/>
                      <a:pt x="689" y="7394"/>
                    </a:cubicBezTo>
                    <a:cubicBezTo>
                      <a:pt x="877" y="7206"/>
                      <a:pt x="1064" y="6977"/>
                      <a:pt x="1231" y="6768"/>
                    </a:cubicBezTo>
                    <a:cubicBezTo>
                      <a:pt x="1878" y="5976"/>
                      <a:pt x="2295" y="4808"/>
                      <a:pt x="2566" y="3890"/>
                    </a:cubicBezTo>
                    <a:cubicBezTo>
                      <a:pt x="2900" y="2910"/>
                      <a:pt x="2921" y="1846"/>
                      <a:pt x="2608" y="845"/>
                    </a:cubicBezTo>
                    <a:cubicBezTo>
                      <a:pt x="2462" y="462"/>
                      <a:pt x="207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9" name="Shape 7209"/>
        <p:cNvGrpSpPr/>
        <p:nvPr/>
      </p:nvGrpSpPr>
      <p:grpSpPr>
        <a:xfrm>
          <a:off x="0" y="0"/>
          <a:ext cx="0" cy="0"/>
          <a:chOff x="0" y="0"/>
          <a:chExt cx="0" cy="0"/>
        </a:xfrm>
      </p:grpSpPr>
      <p:sp>
        <p:nvSpPr>
          <p:cNvPr id="7210" name="Google Shape;7210;p9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r>
              <a:rPr lang="en"/>
              <a:t>ome results</a:t>
            </a:r>
            <a:endParaRPr/>
          </a:p>
        </p:txBody>
      </p:sp>
      <p:sp>
        <p:nvSpPr>
          <p:cNvPr id="7211" name="Google Shape;7211;p96"/>
          <p:cNvSpPr/>
          <p:nvPr/>
        </p:nvSpPr>
        <p:spPr>
          <a:xfrm>
            <a:off x="715175" y="1688463"/>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dk1"/>
              </a:solidFill>
            </a:endParaRPr>
          </a:p>
        </p:txBody>
      </p:sp>
      <p:sp>
        <p:nvSpPr>
          <p:cNvPr id="7212" name="Google Shape;7212;p96"/>
          <p:cNvSpPr/>
          <p:nvPr/>
        </p:nvSpPr>
        <p:spPr>
          <a:xfrm>
            <a:off x="715088" y="3246663"/>
            <a:ext cx="21930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dk1"/>
              </a:solidFill>
            </a:endParaRPr>
          </a:p>
        </p:txBody>
      </p:sp>
      <p:sp>
        <p:nvSpPr>
          <p:cNvPr id="7213" name="Google Shape;7213;p96"/>
          <p:cNvSpPr txBox="1"/>
          <p:nvPr/>
        </p:nvSpPr>
        <p:spPr>
          <a:xfrm>
            <a:off x="715163" y="2097513"/>
            <a:ext cx="21930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7214" name="Google Shape;7214;p96"/>
          <p:cNvSpPr txBox="1"/>
          <p:nvPr/>
        </p:nvSpPr>
        <p:spPr>
          <a:xfrm>
            <a:off x="715163" y="3655713"/>
            <a:ext cx="21930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Despite being red, it is a cold place</a:t>
            </a:r>
            <a:endParaRPr>
              <a:solidFill>
                <a:schemeClr val="dk1"/>
              </a:solidFill>
              <a:latin typeface="Open Sans"/>
              <a:ea typeface="Open Sans"/>
              <a:cs typeface="Open Sans"/>
              <a:sym typeface="Open Sans"/>
            </a:endParaRPr>
          </a:p>
        </p:txBody>
      </p:sp>
      <p:sp>
        <p:nvSpPr>
          <p:cNvPr id="7215" name="Google Shape;7215;p96"/>
          <p:cNvSpPr txBox="1"/>
          <p:nvPr>
            <p:ph idx="4294967295" type="title"/>
          </p:nvPr>
        </p:nvSpPr>
        <p:spPr>
          <a:xfrm>
            <a:off x="720000" y="1137488"/>
            <a:ext cx="2193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50%</a:t>
            </a:r>
            <a:endParaRPr/>
          </a:p>
        </p:txBody>
      </p:sp>
      <p:sp>
        <p:nvSpPr>
          <p:cNvPr id="7216" name="Google Shape;7216;p96"/>
          <p:cNvSpPr txBox="1"/>
          <p:nvPr>
            <p:ph idx="4294967295" type="title"/>
          </p:nvPr>
        </p:nvSpPr>
        <p:spPr>
          <a:xfrm>
            <a:off x="720000" y="2686113"/>
            <a:ext cx="2193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25%</a:t>
            </a:r>
            <a:endParaRPr/>
          </a:p>
        </p:txBody>
      </p:sp>
      <p:sp>
        <p:nvSpPr>
          <p:cNvPr id="7217" name="Google Shape;7217;p96"/>
          <p:cNvSpPr/>
          <p:nvPr/>
        </p:nvSpPr>
        <p:spPr>
          <a:xfrm>
            <a:off x="6231075" y="1688463"/>
            <a:ext cx="2193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Jupiter</a:t>
            </a:r>
            <a:endParaRPr>
              <a:solidFill>
                <a:schemeClr val="dk1"/>
              </a:solidFill>
            </a:endParaRPr>
          </a:p>
        </p:txBody>
      </p:sp>
      <p:sp>
        <p:nvSpPr>
          <p:cNvPr id="7218" name="Google Shape;7218;p96"/>
          <p:cNvSpPr/>
          <p:nvPr/>
        </p:nvSpPr>
        <p:spPr>
          <a:xfrm>
            <a:off x="6230988" y="3246663"/>
            <a:ext cx="2193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Neptune</a:t>
            </a:r>
            <a:endParaRPr>
              <a:solidFill>
                <a:schemeClr val="dk1"/>
              </a:solidFill>
            </a:endParaRPr>
          </a:p>
        </p:txBody>
      </p:sp>
      <p:sp>
        <p:nvSpPr>
          <p:cNvPr id="7219" name="Google Shape;7219;p96"/>
          <p:cNvSpPr txBox="1"/>
          <p:nvPr/>
        </p:nvSpPr>
        <p:spPr>
          <a:xfrm>
            <a:off x="6231063" y="2097513"/>
            <a:ext cx="21930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Jupiter is the biggest planet of them all</a:t>
            </a:r>
            <a:endParaRPr>
              <a:solidFill>
                <a:schemeClr val="dk1"/>
              </a:solidFill>
              <a:latin typeface="Open Sans"/>
              <a:ea typeface="Open Sans"/>
              <a:cs typeface="Open Sans"/>
              <a:sym typeface="Open Sans"/>
            </a:endParaRPr>
          </a:p>
        </p:txBody>
      </p:sp>
      <p:sp>
        <p:nvSpPr>
          <p:cNvPr id="7220" name="Google Shape;7220;p96"/>
          <p:cNvSpPr txBox="1"/>
          <p:nvPr/>
        </p:nvSpPr>
        <p:spPr>
          <a:xfrm>
            <a:off x="6231063" y="3655713"/>
            <a:ext cx="21930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Neptune is very far away from the Sun</a:t>
            </a:r>
            <a:endParaRPr>
              <a:solidFill>
                <a:schemeClr val="dk1"/>
              </a:solidFill>
              <a:latin typeface="Open Sans"/>
              <a:ea typeface="Open Sans"/>
              <a:cs typeface="Open Sans"/>
              <a:sym typeface="Open Sans"/>
            </a:endParaRPr>
          </a:p>
        </p:txBody>
      </p:sp>
      <p:sp>
        <p:nvSpPr>
          <p:cNvPr id="7221" name="Google Shape;7221;p96"/>
          <p:cNvSpPr txBox="1"/>
          <p:nvPr>
            <p:ph idx="4294967295" type="title"/>
          </p:nvPr>
        </p:nvSpPr>
        <p:spPr>
          <a:xfrm>
            <a:off x="6235900" y="1137488"/>
            <a:ext cx="21930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15</a:t>
            </a:r>
            <a:r>
              <a:rPr lang="en"/>
              <a:t>%</a:t>
            </a:r>
            <a:endParaRPr/>
          </a:p>
        </p:txBody>
      </p:sp>
      <p:sp>
        <p:nvSpPr>
          <p:cNvPr id="7222" name="Google Shape;7222;p96"/>
          <p:cNvSpPr txBox="1"/>
          <p:nvPr>
            <p:ph idx="4294967295" type="title"/>
          </p:nvPr>
        </p:nvSpPr>
        <p:spPr>
          <a:xfrm>
            <a:off x="6235900" y="2686113"/>
            <a:ext cx="21930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10</a:t>
            </a:r>
            <a:r>
              <a:rPr lang="en"/>
              <a:t>%</a:t>
            </a:r>
            <a:endParaRPr/>
          </a:p>
        </p:txBody>
      </p:sp>
      <p:sp>
        <p:nvSpPr>
          <p:cNvPr id="7223" name="Google Shape;7223;p96"/>
          <p:cNvSpPr txBox="1"/>
          <p:nvPr/>
        </p:nvSpPr>
        <p:spPr>
          <a:xfrm>
            <a:off x="719950" y="4330700"/>
            <a:ext cx="7704000" cy="20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Follow the link in the graph to modify its data and then paste the new one here. </a:t>
            </a:r>
            <a:r>
              <a:rPr b="1" lang="en" sz="1000">
                <a:solidFill>
                  <a:schemeClr val="dk1"/>
                </a:solidFill>
                <a:uFill>
                  <a:noFill/>
                </a:uFill>
                <a:latin typeface="Open Sans"/>
                <a:ea typeface="Open Sans"/>
                <a:cs typeface="Open Sans"/>
                <a:sym typeface="Open Sans"/>
                <a:hlinkClick r:id="rId3">
                  <a:extLst>
                    <a:ext uri="{A12FA001-AC4F-418D-AE19-62706E023703}">
                      <ahyp:hlinkClr val="tx"/>
                    </a:ext>
                  </a:extLst>
                </a:hlinkClick>
              </a:rPr>
              <a:t>For more info, click here</a:t>
            </a:r>
            <a:endParaRPr sz="1000">
              <a:solidFill>
                <a:schemeClr val="dk1"/>
              </a:solidFill>
              <a:latin typeface="Open Sans"/>
              <a:ea typeface="Open Sans"/>
              <a:cs typeface="Open Sans"/>
              <a:sym typeface="Open Sans"/>
            </a:endParaRPr>
          </a:p>
        </p:txBody>
      </p:sp>
      <p:pic>
        <p:nvPicPr>
          <p:cNvPr id="7224" name="Google Shape;7224;p96" title="Gráfico">
            <a:hlinkClick r:id="rId4"/>
          </p:cNvPr>
          <p:cNvPicPr preferRelativeResize="0"/>
          <p:nvPr/>
        </p:nvPicPr>
        <p:blipFill rotWithShape="1">
          <a:blip r:embed="rId5">
            <a:alphaModFix/>
          </a:blip>
          <a:srcRect b="4287" l="21438" r="21438" t="4287"/>
          <a:stretch/>
        </p:blipFill>
        <p:spPr>
          <a:xfrm>
            <a:off x="3402488" y="1473875"/>
            <a:ext cx="2334126" cy="2310050"/>
          </a:xfrm>
          <a:prstGeom prst="rect">
            <a:avLst/>
          </a:prstGeom>
          <a:noFill/>
          <a:ln>
            <a:noFill/>
          </a:ln>
        </p:spPr>
      </p:pic>
      <p:sp>
        <p:nvSpPr>
          <p:cNvPr id="7225" name="Google Shape;7225;p96">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6">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6">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6">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2" name="Shape 7232"/>
        <p:cNvGrpSpPr/>
        <p:nvPr/>
      </p:nvGrpSpPr>
      <p:grpSpPr>
        <a:xfrm>
          <a:off x="0" y="0"/>
          <a:ext cx="0" cy="0"/>
          <a:chOff x="0" y="0"/>
          <a:chExt cx="0" cy="0"/>
        </a:xfrm>
      </p:grpSpPr>
      <p:sp>
        <p:nvSpPr>
          <p:cNvPr id="7233" name="Google Shape;7233;p9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Percentage by month</a:t>
            </a:r>
            <a:endParaRPr/>
          </a:p>
        </p:txBody>
      </p:sp>
      <p:sp>
        <p:nvSpPr>
          <p:cNvPr id="7234" name="Google Shape;7234;p97"/>
          <p:cNvSpPr/>
          <p:nvPr/>
        </p:nvSpPr>
        <p:spPr>
          <a:xfrm rot="5400000">
            <a:off x="1972500" y="2102848"/>
            <a:ext cx="2501700" cy="755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235" name="Google Shape;7235;p97"/>
          <p:cNvSpPr/>
          <p:nvPr/>
        </p:nvSpPr>
        <p:spPr>
          <a:xfrm>
            <a:off x="2846056" y="2695019"/>
            <a:ext cx="755100" cy="1036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236" name="Google Shape;7236;p97"/>
          <p:cNvSpPr/>
          <p:nvPr/>
        </p:nvSpPr>
        <p:spPr>
          <a:xfrm rot="5400000">
            <a:off x="2871672" y="2102848"/>
            <a:ext cx="2501700" cy="755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237" name="Google Shape;7237;p97"/>
          <p:cNvSpPr/>
          <p:nvPr/>
        </p:nvSpPr>
        <p:spPr>
          <a:xfrm>
            <a:off x="3745079" y="2273229"/>
            <a:ext cx="755100" cy="14580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38" name="Google Shape;7238;p97"/>
          <p:cNvSpPr txBox="1"/>
          <p:nvPr/>
        </p:nvSpPr>
        <p:spPr>
          <a:xfrm>
            <a:off x="6481538" y="1715225"/>
            <a:ext cx="1792500" cy="52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Mars was named after a god</a:t>
            </a:r>
            <a:endParaRPr>
              <a:solidFill>
                <a:schemeClr val="dk1"/>
              </a:solidFill>
              <a:latin typeface="Open Sans"/>
              <a:ea typeface="Open Sans"/>
              <a:cs typeface="Open Sans"/>
              <a:sym typeface="Open Sans"/>
            </a:endParaRPr>
          </a:p>
        </p:txBody>
      </p:sp>
      <p:sp>
        <p:nvSpPr>
          <p:cNvPr id="7239" name="Google Shape;7239;p97"/>
          <p:cNvSpPr/>
          <p:nvPr/>
        </p:nvSpPr>
        <p:spPr>
          <a:xfrm>
            <a:off x="6481563" y="1229525"/>
            <a:ext cx="17925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dk1"/>
              </a:solidFill>
            </a:endParaRPr>
          </a:p>
        </p:txBody>
      </p:sp>
      <p:sp>
        <p:nvSpPr>
          <p:cNvPr id="7240" name="Google Shape;7240;p97"/>
          <p:cNvSpPr txBox="1"/>
          <p:nvPr/>
        </p:nvSpPr>
        <p:spPr>
          <a:xfrm>
            <a:off x="869913" y="1715225"/>
            <a:ext cx="1792500" cy="52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has a beautiful name</a:t>
            </a:r>
            <a:endParaRPr>
              <a:solidFill>
                <a:schemeClr val="dk1"/>
              </a:solidFill>
              <a:latin typeface="Open Sans"/>
              <a:ea typeface="Open Sans"/>
              <a:cs typeface="Open Sans"/>
              <a:sym typeface="Open Sans"/>
            </a:endParaRPr>
          </a:p>
        </p:txBody>
      </p:sp>
      <p:sp>
        <p:nvSpPr>
          <p:cNvPr id="7241" name="Google Shape;7241;p97"/>
          <p:cNvSpPr/>
          <p:nvPr/>
        </p:nvSpPr>
        <p:spPr>
          <a:xfrm>
            <a:off x="869938" y="1229525"/>
            <a:ext cx="17925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dk1"/>
              </a:solidFill>
            </a:endParaRPr>
          </a:p>
        </p:txBody>
      </p:sp>
      <p:sp>
        <p:nvSpPr>
          <p:cNvPr id="7242" name="Google Shape;7242;p97"/>
          <p:cNvSpPr txBox="1"/>
          <p:nvPr/>
        </p:nvSpPr>
        <p:spPr>
          <a:xfrm>
            <a:off x="6481538" y="3203225"/>
            <a:ext cx="1792500" cy="52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Saturn is a gas giant and has rings</a:t>
            </a:r>
            <a:endParaRPr>
              <a:solidFill>
                <a:schemeClr val="dk1"/>
              </a:solidFill>
              <a:latin typeface="Open Sans"/>
              <a:ea typeface="Open Sans"/>
              <a:cs typeface="Open Sans"/>
              <a:sym typeface="Open Sans"/>
            </a:endParaRPr>
          </a:p>
        </p:txBody>
      </p:sp>
      <p:sp>
        <p:nvSpPr>
          <p:cNvPr id="7243" name="Google Shape;7243;p97"/>
          <p:cNvSpPr/>
          <p:nvPr/>
        </p:nvSpPr>
        <p:spPr>
          <a:xfrm>
            <a:off x="6481563" y="2717525"/>
            <a:ext cx="1792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Saturn</a:t>
            </a:r>
            <a:endParaRPr>
              <a:solidFill>
                <a:schemeClr val="dk1"/>
              </a:solidFill>
            </a:endParaRPr>
          </a:p>
        </p:txBody>
      </p:sp>
      <p:sp>
        <p:nvSpPr>
          <p:cNvPr id="7244" name="Google Shape;7244;p97"/>
          <p:cNvSpPr txBox="1"/>
          <p:nvPr/>
        </p:nvSpPr>
        <p:spPr>
          <a:xfrm>
            <a:off x="869913" y="3203225"/>
            <a:ext cx="1792500" cy="52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Jupiter is the biggest planet</a:t>
            </a:r>
            <a:endParaRPr>
              <a:solidFill>
                <a:schemeClr val="dk1"/>
              </a:solidFill>
              <a:latin typeface="Open Sans"/>
              <a:ea typeface="Open Sans"/>
              <a:cs typeface="Open Sans"/>
              <a:sym typeface="Open Sans"/>
            </a:endParaRPr>
          </a:p>
        </p:txBody>
      </p:sp>
      <p:sp>
        <p:nvSpPr>
          <p:cNvPr id="7245" name="Google Shape;7245;p97"/>
          <p:cNvSpPr/>
          <p:nvPr/>
        </p:nvSpPr>
        <p:spPr>
          <a:xfrm>
            <a:off x="869938" y="2717525"/>
            <a:ext cx="17925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Jupiter</a:t>
            </a:r>
            <a:endParaRPr>
              <a:solidFill>
                <a:schemeClr val="dk1"/>
              </a:solidFill>
            </a:endParaRPr>
          </a:p>
        </p:txBody>
      </p:sp>
      <p:sp>
        <p:nvSpPr>
          <p:cNvPr id="7246" name="Google Shape;7246;p97"/>
          <p:cNvSpPr/>
          <p:nvPr/>
        </p:nvSpPr>
        <p:spPr>
          <a:xfrm rot="5400000">
            <a:off x="3770695" y="2102848"/>
            <a:ext cx="2501700" cy="755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247" name="Google Shape;7247;p97"/>
          <p:cNvSpPr/>
          <p:nvPr/>
        </p:nvSpPr>
        <p:spPr>
          <a:xfrm>
            <a:off x="4644102" y="1585229"/>
            <a:ext cx="755100" cy="21462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48" name="Google Shape;7248;p97"/>
          <p:cNvSpPr/>
          <p:nvPr/>
        </p:nvSpPr>
        <p:spPr>
          <a:xfrm rot="5400000">
            <a:off x="4669718" y="2102848"/>
            <a:ext cx="2501700" cy="755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249" name="Google Shape;7249;p97"/>
          <p:cNvSpPr/>
          <p:nvPr/>
        </p:nvSpPr>
        <p:spPr>
          <a:xfrm>
            <a:off x="5543125" y="2876685"/>
            <a:ext cx="755100" cy="854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0" name="Google Shape;7250;p97">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7">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7">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7">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4" name="Google Shape;7254;p97"/>
          <p:cNvGrpSpPr/>
          <p:nvPr/>
        </p:nvGrpSpPr>
        <p:grpSpPr>
          <a:xfrm>
            <a:off x="-202275" y="2762375"/>
            <a:ext cx="922275" cy="2257025"/>
            <a:chOff x="4725850" y="1134375"/>
            <a:chExt cx="922275" cy="2257025"/>
          </a:xfrm>
        </p:grpSpPr>
        <p:sp>
          <p:nvSpPr>
            <p:cNvPr id="7255" name="Google Shape;7255;p97"/>
            <p:cNvSpPr/>
            <p:nvPr/>
          </p:nvSpPr>
          <p:spPr>
            <a:xfrm>
              <a:off x="4725850" y="3163475"/>
              <a:ext cx="816500" cy="227925"/>
            </a:xfrm>
            <a:custGeom>
              <a:rect b="b" l="l" r="r" t="t"/>
              <a:pathLst>
                <a:path extrusionOk="0" h="9117" w="32660">
                  <a:moveTo>
                    <a:pt x="16330" y="0"/>
                  </a:moveTo>
                  <a:cubicBezTo>
                    <a:pt x="7299" y="0"/>
                    <a:pt x="1" y="2045"/>
                    <a:pt x="1" y="4573"/>
                  </a:cubicBezTo>
                  <a:cubicBezTo>
                    <a:pt x="1" y="7072"/>
                    <a:pt x="7299" y="9116"/>
                    <a:pt x="16330" y="9116"/>
                  </a:cubicBezTo>
                  <a:cubicBezTo>
                    <a:pt x="25361" y="9116"/>
                    <a:pt x="32659" y="7072"/>
                    <a:pt x="32659" y="4573"/>
                  </a:cubicBezTo>
                  <a:cubicBezTo>
                    <a:pt x="32659" y="2045"/>
                    <a:pt x="25361" y="0"/>
                    <a:pt x="163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7"/>
            <p:cNvSpPr/>
            <p:nvPr/>
          </p:nvSpPr>
          <p:spPr>
            <a:xfrm>
              <a:off x="4843000" y="1332000"/>
              <a:ext cx="102250" cy="186125"/>
            </a:xfrm>
            <a:custGeom>
              <a:rect b="b" l="l" r="r" t="t"/>
              <a:pathLst>
                <a:path extrusionOk="0" h="7445" w="4090">
                  <a:moveTo>
                    <a:pt x="2301" y="0"/>
                  </a:moveTo>
                  <a:cubicBezTo>
                    <a:pt x="2024" y="0"/>
                    <a:pt x="1750" y="100"/>
                    <a:pt x="1534" y="303"/>
                  </a:cubicBezTo>
                  <a:cubicBezTo>
                    <a:pt x="1250" y="558"/>
                    <a:pt x="994" y="842"/>
                    <a:pt x="824" y="1183"/>
                  </a:cubicBezTo>
                  <a:cubicBezTo>
                    <a:pt x="284" y="2120"/>
                    <a:pt x="0" y="3199"/>
                    <a:pt x="29" y="4307"/>
                  </a:cubicBezTo>
                  <a:cubicBezTo>
                    <a:pt x="29" y="5131"/>
                    <a:pt x="142" y="5926"/>
                    <a:pt x="341" y="6692"/>
                  </a:cubicBezTo>
                  <a:cubicBezTo>
                    <a:pt x="466" y="7191"/>
                    <a:pt x="747" y="7444"/>
                    <a:pt x="1101" y="7444"/>
                  </a:cubicBezTo>
                  <a:cubicBezTo>
                    <a:pt x="1311" y="7444"/>
                    <a:pt x="1546" y="7355"/>
                    <a:pt x="1790" y="7175"/>
                  </a:cubicBezTo>
                  <a:cubicBezTo>
                    <a:pt x="2017" y="7062"/>
                    <a:pt x="2187" y="6863"/>
                    <a:pt x="2358" y="6664"/>
                  </a:cubicBezTo>
                  <a:cubicBezTo>
                    <a:pt x="2982" y="5812"/>
                    <a:pt x="3465" y="4847"/>
                    <a:pt x="3806" y="3824"/>
                  </a:cubicBezTo>
                  <a:cubicBezTo>
                    <a:pt x="4090" y="2915"/>
                    <a:pt x="4033" y="1921"/>
                    <a:pt x="3607" y="1069"/>
                  </a:cubicBezTo>
                  <a:cubicBezTo>
                    <a:pt x="3494" y="814"/>
                    <a:pt x="3352" y="558"/>
                    <a:pt x="3153" y="359"/>
                  </a:cubicBezTo>
                  <a:cubicBezTo>
                    <a:pt x="2915" y="121"/>
                    <a:pt x="2606" y="0"/>
                    <a:pt x="2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7"/>
            <p:cNvSpPr/>
            <p:nvPr/>
          </p:nvSpPr>
          <p:spPr>
            <a:xfrm>
              <a:off x="4960150" y="1184150"/>
              <a:ext cx="120000" cy="203475"/>
            </a:xfrm>
            <a:custGeom>
              <a:rect b="b" l="l" r="r" t="t"/>
              <a:pathLst>
                <a:path extrusionOk="0" h="8139" w="4800">
                  <a:moveTo>
                    <a:pt x="2232" y="1"/>
                  </a:moveTo>
                  <a:cubicBezTo>
                    <a:pt x="1824" y="1"/>
                    <a:pt x="1417" y="178"/>
                    <a:pt x="1136" y="509"/>
                  </a:cubicBezTo>
                  <a:cubicBezTo>
                    <a:pt x="1051" y="622"/>
                    <a:pt x="937" y="736"/>
                    <a:pt x="881" y="849"/>
                  </a:cubicBezTo>
                  <a:cubicBezTo>
                    <a:pt x="511" y="1389"/>
                    <a:pt x="256" y="2014"/>
                    <a:pt x="199" y="2695"/>
                  </a:cubicBezTo>
                  <a:cubicBezTo>
                    <a:pt x="0" y="4570"/>
                    <a:pt x="739" y="6444"/>
                    <a:pt x="2130" y="7750"/>
                  </a:cubicBezTo>
                  <a:cubicBezTo>
                    <a:pt x="2215" y="7835"/>
                    <a:pt x="2329" y="7921"/>
                    <a:pt x="2471" y="8006"/>
                  </a:cubicBezTo>
                  <a:cubicBezTo>
                    <a:pt x="2595" y="8095"/>
                    <a:pt x="2731" y="8139"/>
                    <a:pt x="2870" y="8139"/>
                  </a:cubicBezTo>
                  <a:cubicBezTo>
                    <a:pt x="2954" y="8139"/>
                    <a:pt x="3039" y="8123"/>
                    <a:pt x="3124" y="8091"/>
                  </a:cubicBezTo>
                  <a:cubicBezTo>
                    <a:pt x="3579" y="7977"/>
                    <a:pt x="3976" y="7750"/>
                    <a:pt x="4345" y="7495"/>
                  </a:cubicBezTo>
                  <a:cubicBezTo>
                    <a:pt x="4544" y="7381"/>
                    <a:pt x="4658" y="7154"/>
                    <a:pt x="4686" y="6927"/>
                  </a:cubicBezTo>
                  <a:cubicBezTo>
                    <a:pt x="4714" y="6359"/>
                    <a:pt x="4743" y="5819"/>
                    <a:pt x="4800" y="5223"/>
                  </a:cubicBezTo>
                  <a:cubicBezTo>
                    <a:pt x="4771" y="4825"/>
                    <a:pt x="4771" y="4399"/>
                    <a:pt x="4714" y="3916"/>
                  </a:cubicBezTo>
                  <a:cubicBezTo>
                    <a:pt x="4601" y="3036"/>
                    <a:pt x="4374" y="2156"/>
                    <a:pt x="3976" y="1360"/>
                  </a:cubicBezTo>
                  <a:cubicBezTo>
                    <a:pt x="3777" y="906"/>
                    <a:pt x="3465" y="537"/>
                    <a:pt x="3067" y="281"/>
                  </a:cubicBezTo>
                  <a:cubicBezTo>
                    <a:pt x="2818" y="92"/>
                    <a:pt x="2525" y="1"/>
                    <a:pt x="2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7"/>
            <p:cNvSpPr/>
            <p:nvPr/>
          </p:nvSpPr>
          <p:spPr>
            <a:xfrm>
              <a:off x="5127700" y="1184975"/>
              <a:ext cx="165450" cy="222800"/>
            </a:xfrm>
            <a:custGeom>
              <a:rect b="b" l="l" r="r" t="t"/>
              <a:pathLst>
                <a:path extrusionOk="0" h="8912" w="6618">
                  <a:moveTo>
                    <a:pt x="4126" y="1"/>
                  </a:moveTo>
                  <a:cubicBezTo>
                    <a:pt x="3716" y="1"/>
                    <a:pt x="3306" y="119"/>
                    <a:pt x="2954" y="362"/>
                  </a:cubicBezTo>
                  <a:cubicBezTo>
                    <a:pt x="2301" y="760"/>
                    <a:pt x="1790" y="1327"/>
                    <a:pt x="1420" y="2009"/>
                  </a:cubicBezTo>
                  <a:cubicBezTo>
                    <a:pt x="654" y="3457"/>
                    <a:pt x="171" y="5019"/>
                    <a:pt x="57" y="6666"/>
                  </a:cubicBezTo>
                  <a:cubicBezTo>
                    <a:pt x="0" y="7036"/>
                    <a:pt x="142" y="7433"/>
                    <a:pt x="426" y="7660"/>
                  </a:cubicBezTo>
                  <a:cubicBezTo>
                    <a:pt x="597" y="7802"/>
                    <a:pt x="710" y="7973"/>
                    <a:pt x="881" y="8115"/>
                  </a:cubicBezTo>
                  <a:cubicBezTo>
                    <a:pt x="1136" y="8399"/>
                    <a:pt x="1449" y="8626"/>
                    <a:pt x="1761" y="8825"/>
                  </a:cubicBezTo>
                  <a:cubicBezTo>
                    <a:pt x="1853" y="8882"/>
                    <a:pt x="1958" y="8912"/>
                    <a:pt x="2063" y="8912"/>
                  </a:cubicBezTo>
                  <a:cubicBezTo>
                    <a:pt x="2217" y="8912"/>
                    <a:pt x="2369" y="8847"/>
                    <a:pt x="2471" y="8711"/>
                  </a:cubicBezTo>
                  <a:cubicBezTo>
                    <a:pt x="3266" y="7944"/>
                    <a:pt x="4033" y="7206"/>
                    <a:pt x="4800" y="6439"/>
                  </a:cubicBezTo>
                  <a:cubicBezTo>
                    <a:pt x="5368" y="5871"/>
                    <a:pt x="5822" y="5247"/>
                    <a:pt x="6191" y="4537"/>
                  </a:cubicBezTo>
                  <a:cubicBezTo>
                    <a:pt x="6475" y="4025"/>
                    <a:pt x="6617" y="3457"/>
                    <a:pt x="6589" y="2889"/>
                  </a:cubicBezTo>
                  <a:cubicBezTo>
                    <a:pt x="6561" y="2037"/>
                    <a:pt x="6191" y="1242"/>
                    <a:pt x="5623" y="618"/>
                  </a:cubicBezTo>
                  <a:cubicBezTo>
                    <a:pt x="5217" y="211"/>
                    <a:pt x="4672" y="1"/>
                    <a:pt x="4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7"/>
            <p:cNvSpPr/>
            <p:nvPr/>
          </p:nvSpPr>
          <p:spPr>
            <a:xfrm>
              <a:off x="5440075" y="1136525"/>
              <a:ext cx="144875" cy="215825"/>
            </a:xfrm>
            <a:custGeom>
              <a:rect b="b" l="l" r="r" t="t"/>
              <a:pathLst>
                <a:path extrusionOk="0" h="8633" w="5795">
                  <a:moveTo>
                    <a:pt x="2435" y="1"/>
                  </a:moveTo>
                  <a:cubicBezTo>
                    <a:pt x="2267" y="1"/>
                    <a:pt x="2098" y="20"/>
                    <a:pt x="1932" y="56"/>
                  </a:cubicBezTo>
                  <a:cubicBezTo>
                    <a:pt x="1250" y="198"/>
                    <a:pt x="711" y="681"/>
                    <a:pt x="512" y="1306"/>
                  </a:cubicBezTo>
                  <a:cubicBezTo>
                    <a:pt x="86" y="2328"/>
                    <a:pt x="1" y="3436"/>
                    <a:pt x="228" y="4515"/>
                  </a:cubicBezTo>
                  <a:cubicBezTo>
                    <a:pt x="541" y="5878"/>
                    <a:pt x="1137" y="7156"/>
                    <a:pt x="2017" y="8264"/>
                  </a:cubicBezTo>
                  <a:lnTo>
                    <a:pt x="2046" y="8320"/>
                  </a:lnTo>
                  <a:cubicBezTo>
                    <a:pt x="2200" y="8520"/>
                    <a:pt x="2424" y="8632"/>
                    <a:pt x="2663" y="8632"/>
                  </a:cubicBezTo>
                  <a:cubicBezTo>
                    <a:pt x="2731" y="8632"/>
                    <a:pt x="2800" y="8623"/>
                    <a:pt x="2869" y="8604"/>
                  </a:cubicBezTo>
                  <a:cubicBezTo>
                    <a:pt x="3437" y="8491"/>
                    <a:pt x="4005" y="8292"/>
                    <a:pt x="4516" y="8008"/>
                  </a:cubicBezTo>
                  <a:cubicBezTo>
                    <a:pt x="4687" y="7923"/>
                    <a:pt x="4829" y="7781"/>
                    <a:pt x="4914" y="7611"/>
                  </a:cubicBezTo>
                  <a:cubicBezTo>
                    <a:pt x="5482" y="6645"/>
                    <a:pt x="5794" y="5537"/>
                    <a:pt x="5794" y="4430"/>
                  </a:cubicBezTo>
                  <a:cubicBezTo>
                    <a:pt x="5766" y="3493"/>
                    <a:pt x="5482" y="2556"/>
                    <a:pt x="4999" y="1760"/>
                  </a:cubicBezTo>
                  <a:cubicBezTo>
                    <a:pt x="4630" y="1136"/>
                    <a:pt x="4090" y="624"/>
                    <a:pt x="3437" y="255"/>
                  </a:cubicBezTo>
                  <a:cubicBezTo>
                    <a:pt x="3130" y="83"/>
                    <a:pt x="2785" y="1"/>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7"/>
            <p:cNvSpPr/>
            <p:nvPr/>
          </p:nvSpPr>
          <p:spPr>
            <a:xfrm>
              <a:off x="5375475" y="1323600"/>
              <a:ext cx="271950" cy="385425"/>
            </a:xfrm>
            <a:custGeom>
              <a:rect b="b" l="l" r="r" t="t"/>
              <a:pathLst>
                <a:path extrusionOk="0" h="15417" w="10878">
                  <a:moveTo>
                    <a:pt x="7102" y="0"/>
                  </a:moveTo>
                  <a:cubicBezTo>
                    <a:pt x="6473" y="0"/>
                    <a:pt x="5852" y="147"/>
                    <a:pt x="5283" y="440"/>
                  </a:cubicBezTo>
                  <a:cubicBezTo>
                    <a:pt x="4232" y="923"/>
                    <a:pt x="3323" y="1718"/>
                    <a:pt x="2727" y="2740"/>
                  </a:cubicBezTo>
                  <a:cubicBezTo>
                    <a:pt x="2131" y="3706"/>
                    <a:pt x="1648" y="4757"/>
                    <a:pt x="1307" y="5864"/>
                  </a:cubicBezTo>
                  <a:cubicBezTo>
                    <a:pt x="853" y="7398"/>
                    <a:pt x="483" y="8960"/>
                    <a:pt x="199" y="10550"/>
                  </a:cubicBezTo>
                  <a:cubicBezTo>
                    <a:pt x="57" y="11146"/>
                    <a:pt x="1" y="11743"/>
                    <a:pt x="1" y="12339"/>
                  </a:cubicBezTo>
                  <a:cubicBezTo>
                    <a:pt x="29" y="13106"/>
                    <a:pt x="285" y="13873"/>
                    <a:pt x="711" y="14526"/>
                  </a:cubicBezTo>
                  <a:cubicBezTo>
                    <a:pt x="1023" y="15037"/>
                    <a:pt x="1563" y="15349"/>
                    <a:pt x="2131" y="15406"/>
                  </a:cubicBezTo>
                  <a:cubicBezTo>
                    <a:pt x="2224" y="15413"/>
                    <a:pt x="2320" y="15416"/>
                    <a:pt x="2416" y="15416"/>
                  </a:cubicBezTo>
                  <a:cubicBezTo>
                    <a:pt x="2726" y="15416"/>
                    <a:pt x="3041" y="15379"/>
                    <a:pt x="3323" y="15293"/>
                  </a:cubicBezTo>
                  <a:cubicBezTo>
                    <a:pt x="3863" y="15122"/>
                    <a:pt x="4402" y="14867"/>
                    <a:pt x="4857" y="14554"/>
                  </a:cubicBezTo>
                  <a:cubicBezTo>
                    <a:pt x="5851" y="13901"/>
                    <a:pt x="6731" y="13106"/>
                    <a:pt x="7498" y="12197"/>
                  </a:cubicBezTo>
                  <a:cubicBezTo>
                    <a:pt x="8464" y="11033"/>
                    <a:pt x="9287" y="9755"/>
                    <a:pt x="9912" y="8363"/>
                  </a:cubicBezTo>
                  <a:cubicBezTo>
                    <a:pt x="10451" y="7227"/>
                    <a:pt x="10764" y="5978"/>
                    <a:pt x="10821" y="4700"/>
                  </a:cubicBezTo>
                  <a:cubicBezTo>
                    <a:pt x="10877" y="3791"/>
                    <a:pt x="10764" y="2882"/>
                    <a:pt x="10423" y="2030"/>
                  </a:cubicBezTo>
                  <a:cubicBezTo>
                    <a:pt x="10054" y="1121"/>
                    <a:pt x="9259" y="440"/>
                    <a:pt x="8322" y="184"/>
                  </a:cubicBezTo>
                  <a:cubicBezTo>
                    <a:pt x="7920" y="62"/>
                    <a:pt x="7509" y="0"/>
                    <a:pt x="7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7"/>
            <p:cNvSpPr/>
            <p:nvPr/>
          </p:nvSpPr>
          <p:spPr>
            <a:xfrm>
              <a:off x="5001325" y="1349300"/>
              <a:ext cx="220125" cy="325200"/>
            </a:xfrm>
            <a:custGeom>
              <a:rect b="b" l="l" r="r" t="t"/>
              <a:pathLst>
                <a:path extrusionOk="0" h="13008" w="8805">
                  <a:moveTo>
                    <a:pt x="3592" y="1"/>
                  </a:moveTo>
                  <a:cubicBezTo>
                    <a:pt x="3512" y="1"/>
                    <a:pt x="3432" y="3"/>
                    <a:pt x="3351" y="8"/>
                  </a:cubicBezTo>
                  <a:cubicBezTo>
                    <a:pt x="1449" y="122"/>
                    <a:pt x="0" y="1826"/>
                    <a:pt x="171" y="3729"/>
                  </a:cubicBezTo>
                  <a:cubicBezTo>
                    <a:pt x="228" y="4240"/>
                    <a:pt x="313" y="4779"/>
                    <a:pt x="398" y="5290"/>
                  </a:cubicBezTo>
                  <a:cubicBezTo>
                    <a:pt x="909" y="8130"/>
                    <a:pt x="2301" y="10487"/>
                    <a:pt x="4317" y="12532"/>
                  </a:cubicBezTo>
                  <a:cubicBezTo>
                    <a:pt x="4374" y="12617"/>
                    <a:pt x="4459" y="12674"/>
                    <a:pt x="4516" y="12731"/>
                  </a:cubicBezTo>
                  <a:cubicBezTo>
                    <a:pt x="4657" y="12912"/>
                    <a:pt x="4869" y="13008"/>
                    <a:pt x="5081" y="13008"/>
                  </a:cubicBezTo>
                  <a:cubicBezTo>
                    <a:pt x="5169" y="13008"/>
                    <a:pt x="5257" y="12991"/>
                    <a:pt x="5339" y="12958"/>
                  </a:cubicBezTo>
                  <a:cubicBezTo>
                    <a:pt x="5377" y="12939"/>
                    <a:pt x="5418" y="12933"/>
                    <a:pt x="5460" y="12933"/>
                  </a:cubicBezTo>
                  <a:cubicBezTo>
                    <a:pt x="5545" y="12933"/>
                    <a:pt x="5633" y="12958"/>
                    <a:pt x="5709" y="12958"/>
                  </a:cubicBezTo>
                  <a:cubicBezTo>
                    <a:pt x="6873" y="12845"/>
                    <a:pt x="7782" y="12333"/>
                    <a:pt x="8236" y="11197"/>
                  </a:cubicBezTo>
                  <a:cubicBezTo>
                    <a:pt x="8321" y="10942"/>
                    <a:pt x="8406" y="10715"/>
                    <a:pt x="8492" y="10459"/>
                  </a:cubicBezTo>
                  <a:cubicBezTo>
                    <a:pt x="8690" y="9749"/>
                    <a:pt x="8804" y="9011"/>
                    <a:pt x="8776" y="8272"/>
                  </a:cubicBezTo>
                  <a:cubicBezTo>
                    <a:pt x="8776" y="6568"/>
                    <a:pt x="8435" y="4893"/>
                    <a:pt x="7810" y="3303"/>
                  </a:cubicBezTo>
                  <a:cubicBezTo>
                    <a:pt x="7356" y="2309"/>
                    <a:pt x="6674" y="1428"/>
                    <a:pt x="5822" y="747"/>
                  </a:cubicBezTo>
                  <a:cubicBezTo>
                    <a:pt x="5177" y="256"/>
                    <a:pt x="4391" y="1"/>
                    <a:pt x="3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7"/>
            <p:cNvSpPr/>
            <p:nvPr/>
          </p:nvSpPr>
          <p:spPr>
            <a:xfrm>
              <a:off x="4811750" y="1499700"/>
              <a:ext cx="144150" cy="289675"/>
            </a:xfrm>
            <a:custGeom>
              <a:rect b="b" l="l" r="r" t="t"/>
              <a:pathLst>
                <a:path extrusionOk="0" h="11587" w="5766">
                  <a:moveTo>
                    <a:pt x="2983" y="1"/>
                  </a:moveTo>
                  <a:cubicBezTo>
                    <a:pt x="2907" y="1"/>
                    <a:pt x="2831" y="5"/>
                    <a:pt x="2756" y="13"/>
                  </a:cubicBezTo>
                  <a:cubicBezTo>
                    <a:pt x="1648" y="98"/>
                    <a:pt x="739" y="836"/>
                    <a:pt x="398" y="1887"/>
                  </a:cubicBezTo>
                  <a:cubicBezTo>
                    <a:pt x="228" y="2427"/>
                    <a:pt x="143" y="2995"/>
                    <a:pt x="114" y="3563"/>
                  </a:cubicBezTo>
                  <a:cubicBezTo>
                    <a:pt x="1" y="5607"/>
                    <a:pt x="484" y="7539"/>
                    <a:pt x="966" y="9498"/>
                  </a:cubicBezTo>
                  <a:cubicBezTo>
                    <a:pt x="995" y="9782"/>
                    <a:pt x="1165" y="10038"/>
                    <a:pt x="1421" y="10180"/>
                  </a:cubicBezTo>
                  <a:cubicBezTo>
                    <a:pt x="1563" y="10265"/>
                    <a:pt x="1591" y="10407"/>
                    <a:pt x="1648" y="10549"/>
                  </a:cubicBezTo>
                  <a:cubicBezTo>
                    <a:pt x="1762" y="10719"/>
                    <a:pt x="1847" y="10918"/>
                    <a:pt x="1960" y="11088"/>
                  </a:cubicBezTo>
                  <a:cubicBezTo>
                    <a:pt x="2193" y="11411"/>
                    <a:pt x="2562" y="11587"/>
                    <a:pt x="2931" y="11587"/>
                  </a:cubicBezTo>
                  <a:cubicBezTo>
                    <a:pt x="3146" y="11587"/>
                    <a:pt x="3362" y="11527"/>
                    <a:pt x="3551" y="11401"/>
                  </a:cubicBezTo>
                  <a:cubicBezTo>
                    <a:pt x="3835" y="11230"/>
                    <a:pt x="4090" y="11003"/>
                    <a:pt x="4261" y="10719"/>
                  </a:cubicBezTo>
                  <a:cubicBezTo>
                    <a:pt x="4545" y="10350"/>
                    <a:pt x="4772" y="9924"/>
                    <a:pt x="4971" y="9498"/>
                  </a:cubicBezTo>
                  <a:cubicBezTo>
                    <a:pt x="5567" y="8192"/>
                    <a:pt x="5709" y="6800"/>
                    <a:pt x="5737" y="5380"/>
                  </a:cubicBezTo>
                  <a:cubicBezTo>
                    <a:pt x="5766" y="4244"/>
                    <a:pt x="5595" y="3080"/>
                    <a:pt x="5255" y="1972"/>
                  </a:cubicBezTo>
                  <a:cubicBezTo>
                    <a:pt x="5169" y="1603"/>
                    <a:pt x="4999" y="1262"/>
                    <a:pt x="4772" y="950"/>
                  </a:cubicBezTo>
                  <a:cubicBezTo>
                    <a:pt x="4387" y="359"/>
                    <a:pt x="3699" y="1"/>
                    <a:pt x="29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7"/>
            <p:cNvSpPr/>
            <p:nvPr/>
          </p:nvSpPr>
          <p:spPr>
            <a:xfrm>
              <a:off x="4748575" y="2183000"/>
              <a:ext cx="754025" cy="592250"/>
            </a:xfrm>
            <a:custGeom>
              <a:rect b="b" l="l" r="r" t="t"/>
              <a:pathLst>
                <a:path extrusionOk="0" h="23690" w="30161">
                  <a:moveTo>
                    <a:pt x="30160" y="1"/>
                  </a:moveTo>
                  <a:lnTo>
                    <a:pt x="30160" y="1"/>
                  </a:lnTo>
                  <a:cubicBezTo>
                    <a:pt x="29109" y="1023"/>
                    <a:pt x="23174" y="1790"/>
                    <a:pt x="15904" y="1846"/>
                  </a:cubicBezTo>
                  <a:lnTo>
                    <a:pt x="15052" y="1846"/>
                  </a:lnTo>
                  <a:cubicBezTo>
                    <a:pt x="7441" y="1846"/>
                    <a:pt x="1136" y="1051"/>
                    <a:pt x="0" y="29"/>
                  </a:cubicBezTo>
                  <a:lnTo>
                    <a:pt x="0" y="29"/>
                  </a:lnTo>
                  <a:cubicBezTo>
                    <a:pt x="0" y="86"/>
                    <a:pt x="0" y="143"/>
                    <a:pt x="29" y="199"/>
                  </a:cubicBezTo>
                  <a:cubicBezTo>
                    <a:pt x="142" y="654"/>
                    <a:pt x="228" y="1108"/>
                    <a:pt x="341" y="1563"/>
                  </a:cubicBezTo>
                  <a:cubicBezTo>
                    <a:pt x="1051" y="4317"/>
                    <a:pt x="1704" y="7072"/>
                    <a:pt x="2414" y="9827"/>
                  </a:cubicBezTo>
                  <a:cubicBezTo>
                    <a:pt x="3181" y="12837"/>
                    <a:pt x="3976" y="15847"/>
                    <a:pt x="4800" y="18886"/>
                  </a:cubicBezTo>
                  <a:cubicBezTo>
                    <a:pt x="4970" y="19539"/>
                    <a:pt x="5084" y="20249"/>
                    <a:pt x="5339" y="20931"/>
                  </a:cubicBezTo>
                  <a:cubicBezTo>
                    <a:pt x="5396" y="21158"/>
                    <a:pt x="5567" y="21385"/>
                    <a:pt x="5794" y="21527"/>
                  </a:cubicBezTo>
                  <a:cubicBezTo>
                    <a:pt x="6248" y="21811"/>
                    <a:pt x="6759" y="22038"/>
                    <a:pt x="7299" y="22152"/>
                  </a:cubicBezTo>
                  <a:cubicBezTo>
                    <a:pt x="7393" y="22246"/>
                    <a:pt x="7526" y="22301"/>
                    <a:pt x="7682" y="22301"/>
                  </a:cubicBezTo>
                  <a:cubicBezTo>
                    <a:pt x="7714" y="22301"/>
                    <a:pt x="7748" y="22299"/>
                    <a:pt x="7782" y="22294"/>
                  </a:cubicBezTo>
                  <a:cubicBezTo>
                    <a:pt x="8520" y="22606"/>
                    <a:pt x="9287" y="22805"/>
                    <a:pt x="10082" y="22890"/>
                  </a:cubicBezTo>
                  <a:cubicBezTo>
                    <a:pt x="10165" y="22973"/>
                    <a:pt x="10294" y="23026"/>
                    <a:pt x="10424" y="23026"/>
                  </a:cubicBezTo>
                  <a:cubicBezTo>
                    <a:pt x="10471" y="23026"/>
                    <a:pt x="10519" y="23019"/>
                    <a:pt x="10565" y="23004"/>
                  </a:cubicBezTo>
                  <a:cubicBezTo>
                    <a:pt x="11388" y="23259"/>
                    <a:pt x="12240" y="23430"/>
                    <a:pt x="13092" y="23430"/>
                  </a:cubicBezTo>
                  <a:cubicBezTo>
                    <a:pt x="13196" y="23513"/>
                    <a:pt x="13315" y="23566"/>
                    <a:pt x="13439" y="23566"/>
                  </a:cubicBezTo>
                  <a:cubicBezTo>
                    <a:pt x="13484" y="23566"/>
                    <a:pt x="13529" y="23558"/>
                    <a:pt x="13575" y="23543"/>
                  </a:cubicBezTo>
                  <a:cubicBezTo>
                    <a:pt x="14032" y="23585"/>
                    <a:pt x="14490" y="23611"/>
                    <a:pt x="14947" y="23611"/>
                  </a:cubicBezTo>
                  <a:cubicBezTo>
                    <a:pt x="15115" y="23611"/>
                    <a:pt x="15282" y="23608"/>
                    <a:pt x="15449" y="23600"/>
                  </a:cubicBezTo>
                  <a:cubicBezTo>
                    <a:pt x="15541" y="23661"/>
                    <a:pt x="15640" y="23689"/>
                    <a:pt x="15739" y="23689"/>
                  </a:cubicBezTo>
                  <a:cubicBezTo>
                    <a:pt x="15825" y="23689"/>
                    <a:pt x="15910" y="23668"/>
                    <a:pt x="15989" y="23628"/>
                  </a:cubicBezTo>
                  <a:cubicBezTo>
                    <a:pt x="16131" y="23657"/>
                    <a:pt x="16301" y="23657"/>
                    <a:pt x="16443" y="23685"/>
                  </a:cubicBezTo>
                  <a:cubicBezTo>
                    <a:pt x="17153" y="23685"/>
                    <a:pt x="17835" y="23628"/>
                    <a:pt x="18516" y="23543"/>
                  </a:cubicBezTo>
                  <a:cubicBezTo>
                    <a:pt x="18582" y="23565"/>
                    <a:pt x="18643" y="23574"/>
                    <a:pt x="18702" y="23574"/>
                  </a:cubicBezTo>
                  <a:cubicBezTo>
                    <a:pt x="18800" y="23574"/>
                    <a:pt x="18894" y="23550"/>
                    <a:pt x="18999" y="23515"/>
                  </a:cubicBezTo>
                  <a:cubicBezTo>
                    <a:pt x="19397" y="23458"/>
                    <a:pt x="19823" y="23458"/>
                    <a:pt x="20220" y="23373"/>
                  </a:cubicBezTo>
                  <a:cubicBezTo>
                    <a:pt x="20561" y="23344"/>
                    <a:pt x="20902" y="23259"/>
                    <a:pt x="21214" y="23117"/>
                  </a:cubicBezTo>
                  <a:cubicBezTo>
                    <a:pt x="21260" y="23132"/>
                    <a:pt x="21306" y="23140"/>
                    <a:pt x="21350" y="23140"/>
                  </a:cubicBezTo>
                  <a:cubicBezTo>
                    <a:pt x="21472" y="23140"/>
                    <a:pt x="21586" y="23087"/>
                    <a:pt x="21669" y="23004"/>
                  </a:cubicBezTo>
                  <a:cubicBezTo>
                    <a:pt x="22265" y="22918"/>
                    <a:pt x="22805" y="22748"/>
                    <a:pt x="23316" y="22436"/>
                  </a:cubicBezTo>
                  <a:cubicBezTo>
                    <a:pt x="23352" y="22448"/>
                    <a:pt x="23389" y="22453"/>
                    <a:pt x="23425" y="22453"/>
                  </a:cubicBezTo>
                  <a:cubicBezTo>
                    <a:pt x="23557" y="22453"/>
                    <a:pt x="23681" y="22377"/>
                    <a:pt x="23770" y="22265"/>
                  </a:cubicBezTo>
                  <a:cubicBezTo>
                    <a:pt x="24452" y="22038"/>
                    <a:pt x="25077" y="21669"/>
                    <a:pt x="25588" y="21215"/>
                  </a:cubicBezTo>
                  <a:cubicBezTo>
                    <a:pt x="25843" y="20959"/>
                    <a:pt x="26042" y="20647"/>
                    <a:pt x="26071" y="20306"/>
                  </a:cubicBezTo>
                  <a:cubicBezTo>
                    <a:pt x="26383" y="18715"/>
                    <a:pt x="26724" y="17153"/>
                    <a:pt x="27036" y="15592"/>
                  </a:cubicBezTo>
                  <a:cubicBezTo>
                    <a:pt x="27405" y="13831"/>
                    <a:pt x="27775" y="12098"/>
                    <a:pt x="28144" y="10366"/>
                  </a:cubicBezTo>
                  <a:cubicBezTo>
                    <a:pt x="28627" y="8009"/>
                    <a:pt x="29138" y="5624"/>
                    <a:pt x="29649" y="3238"/>
                  </a:cubicBezTo>
                  <a:cubicBezTo>
                    <a:pt x="29791" y="2443"/>
                    <a:pt x="29961" y="1676"/>
                    <a:pt x="30103" y="881"/>
                  </a:cubicBezTo>
                  <a:cubicBezTo>
                    <a:pt x="30132" y="597"/>
                    <a:pt x="30160" y="313"/>
                    <a:pt x="30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7"/>
            <p:cNvSpPr/>
            <p:nvPr/>
          </p:nvSpPr>
          <p:spPr>
            <a:xfrm>
              <a:off x="4743600" y="2121225"/>
              <a:ext cx="763250" cy="107250"/>
            </a:xfrm>
            <a:custGeom>
              <a:rect b="b" l="l" r="r" t="t"/>
              <a:pathLst>
                <a:path extrusionOk="0" h="4290" w="30530">
                  <a:moveTo>
                    <a:pt x="15251" y="1"/>
                  </a:moveTo>
                  <a:cubicBezTo>
                    <a:pt x="6816" y="1"/>
                    <a:pt x="1" y="966"/>
                    <a:pt x="1" y="2159"/>
                  </a:cubicBezTo>
                  <a:cubicBezTo>
                    <a:pt x="1" y="3352"/>
                    <a:pt x="6816" y="4289"/>
                    <a:pt x="15251" y="4289"/>
                  </a:cubicBezTo>
                  <a:cubicBezTo>
                    <a:pt x="23685" y="4289"/>
                    <a:pt x="30529" y="3352"/>
                    <a:pt x="30529" y="2159"/>
                  </a:cubicBezTo>
                  <a:cubicBezTo>
                    <a:pt x="30529" y="966"/>
                    <a:pt x="23685" y="1"/>
                    <a:pt x="15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7"/>
            <p:cNvSpPr/>
            <p:nvPr/>
          </p:nvSpPr>
          <p:spPr>
            <a:xfrm>
              <a:off x="4775550" y="2164550"/>
              <a:ext cx="699350" cy="63925"/>
            </a:xfrm>
            <a:custGeom>
              <a:rect b="b" l="l" r="r" t="t"/>
              <a:pathLst>
                <a:path extrusionOk="0" h="2557" w="27974">
                  <a:moveTo>
                    <a:pt x="13973" y="0"/>
                  </a:moveTo>
                  <a:cubicBezTo>
                    <a:pt x="6248" y="0"/>
                    <a:pt x="1" y="568"/>
                    <a:pt x="1" y="1278"/>
                  </a:cubicBezTo>
                  <a:cubicBezTo>
                    <a:pt x="1" y="1988"/>
                    <a:pt x="6248" y="2556"/>
                    <a:pt x="13973" y="2556"/>
                  </a:cubicBezTo>
                  <a:cubicBezTo>
                    <a:pt x="21697" y="2556"/>
                    <a:pt x="27973" y="1988"/>
                    <a:pt x="27973" y="1278"/>
                  </a:cubicBezTo>
                  <a:cubicBezTo>
                    <a:pt x="27973" y="568"/>
                    <a:pt x="21697" y="0"/>
                    <a:pt x="13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7"/>
            <p:cNvSpPr/>
            <p:nvPr/>
          </p:nvSpPr>
          <p:spPr>
            <a:xfrm>
              <a:off x="5044625" y="1572100"/>
              <a:ext cx="508375" cy="655650"/>
            </a:xfrm>
            <a:custGeom>
              <a:rect b="b" l="l" r="r" t="t"/>
              <a:pathLst>
                <a:path extrusionOk="0" h="26226" w="20335">
                  <a:moveTo>
                    <a:pt x="10488" y="0"/>
                  </a:moveTo>
                  <a:cubicBezTo>
                    <a:pt x="9733" y="0"/>
                    <a:pt x="8999" y="91"/>
                    <a:pt x="8322" y="269"/>
                  </a:cubicBezTo>
                  <a:cubicBezTo>
                    <a:pt x="6362" y="809"/>
                    <a:pt x="4630" y="1973"/>
                    <a:pt x="3380" y="3592"/>
                  </a:cubicBezTo>
                  <a:cubicBezTo>
                    <a:pt x="1875" y="5381"/>
                    <a:pt x="881" y="7568"/>
                    <a:pt x="512" y="9896"/>
                  </a:cubicBezTo>
                  <a:cubicBezTo>
                    <a:pt x="86" y="12339"/>
                    <a:pt x="1" y="14838"/>
                    <a:pt x="256" y="17337"/>
                  </a:cubicBezTo>
                  <a:cubicBezTo>
                    <a:pt x="427" y="18927"/>
                    <a:pt x="626" y="20518"/>
                    <a:pt x="824" y="22108"/>
                  </a:cubicBezTo>
                  <a:cubicBezTo>
                    <a:pt x="881" y="22534"/>
                    <a:pt x="966" y="22960"/>
                    <a:pt x="1052" y="23357"/>
                  </a:cubicBezTo>
                  <a:cubicBezTo>
                    <a:pt x="1137" y="23869"/>
                    <a:pt x="1449" y="24295"/>
                    <a:pt x="1903" y="24522"/>
                  </a:cubicBezTo>
                  <a:cubicBezTo>
                    <a:pt x="2784" y="25033"/>
                    <a:pt x="3721" y="25459"/>
                    <a:pt x="4687" y="25800"/>
                  </a:cubicBezTo>
                  <a:cubicBezTo>
                    <a:pt x="5226" y="25970"/>
                    <a:pt x="5766" y="26112"/>
                    <a:pt x="6305" y="26226"/>
                  </a:cubicBezTo>
                  <a:cubicBezTo>
                    <a:pt x="10224" y="26112"/>
                    <a:pt x="13604" y="25771"/>
                    <a:pt x="15791" y="25345"/>
                  </a:cubicBezTo>
                  <a:cubicBezTo>
                    <a:pt x="15961" y="25147"/>
                    <a:pt x="16131" y="24976"/>
                    <a:pt x="16245" y="24749"/>
                  </a:cubicBezTo>
                  <a:lnTo>
                    <a:pt x="16359" y="24579"/>
                  </a:lnTo>
                  <a:cubicBezTo>
                    <a:pt x="17551" y="22591"/>
                    <a:pt x="18545" y="20489"/>
                    <a:pt x="19284" y="18274"/>
                  </a:cubicBezTo>
                  <a:cubicBezTo>
                    <a:pt x="19965" y="16201"/>
                    <a:pt x="20306" y="14014"/>
                    <a:pt x="20334" y="11827"/>
                  </a:cubicBezTo>
                  <a:cubicBezTo>
                    <a:pt x="20334" y="10408"/>
                    <a:pt x="20164" y="8959"/>
                    <a:pt x="19823" y="7568"/>
                  </a:cubicBezTo>
                  <a:cubicBezTo>
                    <a:pt x="19312" y="5637"/>
                    <a:pt x="18318" y="3876"/>
                    <a:pt x="16898" y="2484"/>
                  </a:cubicBezTo>
                  <a:cubicBezTo>
                    <a:pt x="15176" y="804"/>
                    <a:pt x="12737" y="0"/>
                    <a:pt x="10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7"/>
            <p:cNvSpPr/>
            <p:nvPr/>
          </p:nvSpPr>
          <p:spPr>
            <a:xfrm>
              <a:off x="5428025" y="2190800"/>
              <a:ext cx="4275" cy="2875"/>
            </a:xfrm>
            <a:custGeom>
              <a:rect b="b" l="l" r="r" t="t"/>
              <a:pathLst>
                <a:path extrusionOk="0" h="115" w="171">
                  <a:moveTo>
                    <a:pt x="171" y="1"/>
                  </a:moveTo>
                  <a:cubicBezTo>
                    <a:pt x="85" y="1"/>
                    <a:pt x="0" y="1"/>
                    <a:pt x="0" y="115"/>
                  </a:cubicBezTo>
                  <a:cubicBezTo>
                    <a:pt x="85" y="115"/>
                    <a:pt x="142" y="58"/>
                    <a:pt x="171" y="1"/>
                  </a:cubicBezTo>
                  <a:close/>
                </a:path>
              </a:pathLst>
            </a:custGeom>
            <a:solidFill>
              <a:srgbClr val="EE8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7"/>
            <p:cNvSpPr/>
            <p:nvPr/>
          </p:nvSpPr>
          <p:spPr>
            <a:xfrm>
              <a:off x="5117750" y="2412975"/>
              <a:ext cx="352175" cy="858700"/>
            </a:xfrm>
            <a:custGeom>
              <a:rect b="b" l="l" r="r" t="t"/>
              <a:pathLst>
                <a:path extrusionOk="0" h="34348" w="14087">
                  <a:moveTo>
                    <a:pt x="12350" y="0"/>
                  </a:moveTo>
                  <a:cubicBezTo>
                    <a:pt x="12026" y="0"/>
                    <a:pt x="11894" y="216"/>
                    <a:pt x="11786" y="457"/>
                  </a:cubicBezTo>
                  <a:cubicBezTo>
                    <a:pt x="11730" y="599"/>
                    <a:pt x="11701" y="770"/>
                    <a:pt x="11701" y="940"/>
                  </a:cubicBezTo>
                  <a:cubicBezTo>
                    <a:pt x="11644" y="1877"/>
                    <a:pt x="11588" y="2786"/>
                    <a:pt x="11559" y="3695"/>
                  </a:cubicBezTo>
                  <a:cubicBezTo>
                    <a:pt x="11474" y="5739"/>
                    <a:pt x="11389" y="7756"/>
                    <a:pt x="11304" y="9800"/>
                  </a:cubicBezTo>
                  <a:cubicBezTo>
                    <a:pt x="11218" y="12470"/>
                    <a:pt x="11133" y="15139"/>
                    <a:pt x="11020" y="17809"/>
                  </a:cubicBezTo>
                  <a:lnTo>
                    <a:pt x="10878" y="22211"/>
                  </a:lnTo>
                  <a:cubicBezTo>
                    <a:pt x="10849" y="22353"/>
                    <a:pt x="10849" y="22495"/>
                    <a:pt x="10821" y="22637"/>
                  </a:cubicBezTo>
                  <a:cubicBezTo>
                    <a:pt x="10821" y="22677"/>
                    <a:pt x="10778" y="22717"/>
                    <a:pt x="10733" y="22717"/>
                  </a:cubicBezTo>
                  <a:cubicBezTo>
                    <a:pt x="10715" y="22717"/>
                    <a:pt x="10695" y="22710"/>
                    <a:pt x="10679" y="22694"/>
                  </a:cubicBezTo>
                  <a:cubicBezTo>
                    <a:pt x="10594" y="22665"/>
                    <a:pt x="10508" y="22608"/>
                    <a:pt x="10423" y="22580"/>
                  </a:cubicBezTo>
                  <a:lnTo>
                    <a:pt x="4317" y="18576"/>
                  </a:lnTo>
                  <a:cubicBezTo>
                    <a:pt x="3352" y="17951"/>
                    <a:pt x="2358" y="17355"/>
                    <a:pt x="1392" y="16730"/>
                  </a:cubicBezTo>
                  <a:cubicBezTo>
                    <a:pt x="1194" y="16616"/>
                    <a:pt x="966" y="16503"/>
                    <a:pt x="768" y="16389"/>
                  </a:cubicBezTo>
                  <a:cubicBezTo>
                    <a:pt x="720" y="16370"/>
                    <a:pt x="673" y="16361"/>
                    <a:pt x="627" y="16361"/>
                  </a:cubicBezTo>
                  <a:cubicBezTo>
                    <a:pt x="534" y="16361"/>
                    <a:pt x="446" y="16398"/>
                    <a:pt x="370" y="16474"/>
                  </a:cubicBezTo>
                  <a:cubicBezTo>
                    <a:pt x="200" y="16559"/>
                    <a:pt x="114" y="16730"/>
                    <a:pt x="58" y="16929"/>
                  </a:cubicBezTo>
                  <a:cubicBezTo>
                    <a:pt x="1" y="17213"/>
                    <a:pt x="1" y="17497"/>
                    <a:pt x="29" y="17781"/>
                  </a:cubicBezTo>
                  <a:cubicBezTo>
                    <a:pt x="114" y="18519"/>
                    <a:pt x="86" y="18519"/>
                    <a:pt x="682" y="18916"/>
                  </a:cubicBezTo>
                  <a:cubicBezTo>
                    <a:pt x="1960" y="19768"/>
                    <a:pt x="3238" y="20620"/>
                    <a:pt x="4488" y="21472"/>
                  </a:cubicBezTo>
                  <a:cubicBezTo>
                    <a:pt x="6476" y="22864"/>
                    <a:pt x="8492" y="24170"/>
                    <a:pt x="10423" y="25647"/>
                  </a:cubicBezTo>
                  <a:cubicBezTo>
                    <a:pt x="10622" y="25789"/>
                    <a:pt x="10764" y="26016"/>
                    <a:pt x="10736" y="26272"/>
                  </a:cubicBezTo>
                  <a:cubicBezTo>
                    <a:pt x="10650" y="28487"/>
                    <a:pt x="10594" y="30730"/>
                    <a:pt x="10508" y="32946"/>
                  </a:cubicBezTo>
                  <a:cubicBezTo>
                    <a:pt x="10508" y="33229"/>
                    <a:pt x="10480" y="33513"/>
                    <a:pt x="10395" y="33797"/>
                  </a:cubicBezTo>
                  <a:cubicBezTo>
                    <a:pt x="10310" y="34025"/>
                    <a:pt x="10366" y="34138"/>
                    <a:pt x="10594" y="34223"/>
                  </a:cubicBezTo>
                  <a:cubicBezTo>
                    <a:pt x="10832" y="34310"/>
                    <a:pt x="11071" y="34347"/>
                    <a:pt x="11322" y="34347"/>
                  </a:cubicBezTo>
                  <a:cubicBezTo>
                    <a:pt x="11400" y="34347"/>
                    <a:pt x="11479" y="34344"/>
                    <a:pt x="11559" y="34337"/>
                  </a:cubicBezTo>
                  <a:cubicBezTo>
                    <a:pt x="11759" y="34304"/>
                    <a:pt x="11968" y="34290"/>
                    <a:pt x="12182" y="34290"/>
                  </a:cubicBezTo>
                  <a:cubicBezTo>
                    <a:pt x="12333" y="34290"/>
                    <a:pt x="12485" y="34297"/>
                    <a:pt x="12638" y="34309"/>
                  </a:cubicBezTo>
                  <a:cubicBezTo>
                    <a:pt x="12668" y="34319"/>
                    <a:pt x="12699" y="34323"/>
                    <a:pt x="12729" y="34323"/>
                  </a:cubicBezTo>
                  <a:cubicBezTo>
                    <a:pt x="12874" y="34323"/>
                    <a:pt x="13017" y="34217"/>
                    <a:pt x="13064" y="34053"/>
                  </a:cubicBezTo>
                  <a:cubicBezTo>
                    <a:pt x="13093" y="33911"/>
                    <a:pt x="13121" y="33769"/>
                    <a:pt x="13121" y="33627"/>
                  </a:cubicBezTo>
                  <a:cubicBezTo>
                    <a:pt x="13206" y="30787"/>
                    <a:pt x="13292" y="27947"/>
                    <a:pt x="13377" y="25107"/>
                  </a:cubicBezTo>
                  <a:cubicBezTo>
                    <a:pt x="13462" y="22495"/>
                    <a:pt x="13547" y="19882"/>
                    <a:pt x="13604" y="17241"/>
                  </a:cubicBezTo>
                  <a:cubicBezTo>
                    <a:pt x="13661" y="15537"/>
                    <a:pt x="13718" y="13833"/>
                    <a:pt x="13774" y="12129"/>
                  </a:cubicBezTo>
                  <a:cubicBezTo>
                    <a:pt x="13803" y="10709"/>
                    <a:pt x="13860" y="9261"/>
                    <a:pt x="13888" y="7812"/>
                  </a:cubicBezTo>
                  <a:cubicBezTo>
                    <a:pt x="13945" y="5541"/>
                    <a:pt x="14002" y="3269"/>
                    <a:pt x="14087" y="997"/>
                  </a:cubicBezTo>
                  <a:cubicBezTo>
                    <a:pt x="14087" y="826"/>
                    <a:pt x="14058" y="628"/>
                    <a:pt x="14030" y="457"/>
                  </a:cubicBezTo>
                  <a:cubicBezTo>
                    <a:pt x="14030" y="218"/>
                    <a:pt x="13831" y="28"/>
                    <a:pt x="13596" y="28"/>
                  </a:cubicBezTo>
                  <a:cubicBezTo>
                    <a:pt x="13580" y="28"/>
                    <a:pt x="13563" y="29"/>
                    <a:pt x="13547" y="31"/>
                  </a:cubicBezTo>
                  <a:cubicBezTo>
                    <a:pt x="13363" y="31"/>
                    <a:pt x="13171" y="38"/>
                    <a:pt x="12979" y="38"/>
                  </a:cubicBezTo>
                  <a:cubicBezTo>
                    <a:pt x="12787" y="38"/>
                    <a:pt x="12596" y="31"/>
                    <a:pt x="12411" y="3"/>
                  </a:cubicBezTo>
                  <a:cubicBezTo>
                    <a:pt x="12390" y="1"/>
                    <a:pt x="12370" y="0"/>
                    <a:pt x="123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7"/>
            <p:cNvSpPr/>
            <p:nvPr/>
          </p:nvSpPr>
          <p:spPr>
            <a:xfrm>
              <a:off x="4794000" y="2412975"/>
              <a:ext cx="352175" cy="858700"/>
            </a:xfrm>
            <a:custGeom>
              <a:rect b="b" l="l" r="r" t="t"/>
              <a:pathLst>
                <a:path extrusionOk="0" h="34348" w="14087">
                  <a:moveTo>
                    <a:pt x="1709" y="0"/>
                  </a:moveTo>
                  <a:cubicBezTo>
                    <a:pt x="1689" y="0"/>
                    <a:pt x="1669" y="1"/>
                    <a:pt x="1648" y="3"/>
                  </a:cubicBezTo>
                  <a:cubicBezTo>
                    <a:pt x="1463" y="31"/>
                    <a:pt x="1279" y="38"/>
                    <a:pt x="1091" y="38"/>
                  </a:cubicBezTo>
                  <a:cubicBezTo>
                    <a:pt x="903" y="38"/>
                    <a:pt x="711" y="31"/>
                    <a:pt x="512" y="31"/>
                  </a:cubicBezTo>
                  <a:cubicBezTo>
                    <a:pt x="496" y="29"/>
                    <a:pt x="480" y="28"/>
                    <a:pt x="464" y="28"/>
                  </a:cubicBezTo>
                  <a:cubicBezTo>
                    <a:pt x="232" y="28"/>
                    <a:pt x="56" y="218"/>
                    <a:pt x="29" y="457"/>
                  </a:cubicBezTo>
                  <a:cubicBezTo>
                    <a:pt x="1" y="628"/>
                    <a:pt x="1" y="826"/>
                    <a:pt x="1" y="997"/>
                  </a:cubicBezTo>
                  <a:cubicBezTo>
                    <a:pt x="58" y="3269"/>
                    <a:pt x="115" y="5541"/>
                    <a:pt x="200" y="7812"/>
                  </a:cubicBezTo>
                  <a:cubicBezTo>
                    <a:pt x="228" y="9261"/>
                    <a:pt x="257" y="10709"/>
                    <a:pt x="313" y="12129"/>
                  </a:cubicBezTo>
                  <a:cubicBezTo>
                    <a:pt x="370" y="13833"/>
                    <a:pt x="427" y="15537"/>
                    <a:pt x="455" y="17241"/>
                  </a:cubicBezTo>
                  <a:cubicBezTo>
                    <a:pt x="540" y="19882"/>
                    <a:pt x="626" y="22495"/>
                    <a:pt x="682" y="25107"/>
                  </a:cubicBezTo>
                  <a:cubicBezTo>
                    <a:pt x="768" y="27947"/>
                    <a:pt x="853" y="30787"/>
                    <a:pt x="966" y="33627"/>
                  </a:cubicBezTo>
                  <a:cubicBezTo>
                    <a:pt x="966" y="33769"/>
                    <a:pt x="966" y="33911"/>
                    <a:pt x="1023" y="34053"/>
                  </a:cubicBezTo>
                  <a:cubicBezTo>
                    <a:pt x="1070" y="34217"/>
                    <a:pt x="1195" y="34323"/>
                    <a:pt x="1348" y="34323"/>
                  </a:cubicBezTo>
                  <a:cubicBezTo>
                    <a:pt x="1381" y="34323"/>
                    <a:pt x="1415" y="34319"/>
                    <a:pt x="1449" y="34309"/>
                  </a:cubicBezTo>
                  <a:cubicBezTo>
                    <a:pt x="1602" y="34297"/>
                    <a:pt x="1750" y="34290"/>
                    <a:pt x="1897" y="34290"/>
                  </a:cubicBezTo>
                  <a:cubicBezTo>
                    <a:pt x="2106" y="34290"/>
                    <a:pt x="2312" y="34304"/>
                    <a:pt x="2528" y="34337"/>
                  </a:cubicBezTo>
                  <a:cubicBezTo>
                    <a:pt x="2602" y="34344"/>
                    <a:pt x="2677" y="34347"/>
                    <a:pt x="2754" y="34347"/>
                  </a:cubicBezTo>
                  <a:cubicBezTo>
                    <a:pt x="3000" y="34347"/>
                    <a:pt x="3255" y="34310"/>
                    <a:pt x="3494" y="34223"/>
                  </a:cubicBezTo>
                  <a:cubicBezTo>
                    <a:pt x="3693" y="34138"/>
                    <a:pt x="3778" y="34025"/>
                    <a:pt x="3693" y="33797"/>
                  </a:cubicBezTo>
                  <a:cubicBezTo>
                    <a:pt x="3608" y="33513"/>
                    <a:pt x="3579" y="33229"/>
                    <a:pt x="3579" y="32946"/>
                  </a:cubicBezTo>
                  <a:cubicBezTo>
                    <a:pt x="3494" y="30730"/>
                    <a:pt x="3437" y="28487"/>
                    <a:pt x="3352" y="26272"/>
                  </a:cubicBezTo>
                  <a:cubicBezTo>
                    <a:pt x="3324" y="26016"/>
                    <a:pt x="3437" y="25789"/>
                    <a:pt x="3664" y="25647"/>
                  </a:cubicBezTo>
                  <a:cubicBezTo>
                    <a:pt x="5567" y="24170"/>
                    <a:pt x="7612" y="22864"/>
                    <a:pt x="9571" y="21472"/>
                  </a:cubicBezTo>
                  <a:cubicBezTo>
                    <a:pt x="10849" y="20620"/>
                    <a:pt x="12127" y="19768"/>
                    <a:pt x="13405" y="18916"/>
                  </a:cubicBezTo>
                  <a:cubicBezTo>
                    <a:pt x="14002" y="18519"/>
                    <a:pt x="13973" y="18519"/>
                    <a:pt x="14058" y="17781"/>
                  </a:cubicBezTo>
                  <a:cubicBezTo>
                    <a:pt x="14087" y="17497"/>
                    <a:pt x="14058" y="17213"/>
                    <a:pt x="14030" y="16929"/>
                  </a:cubicBezTo>
                  <a:cubicBezTo>
                    <a:pt x="13973" y="16730"/>
                    <a:pt x="13860" y="16559"/>
                    <a:pt x="13718" y="16474"/>
                  </a:cubicBezTo>
                  <a:cubicBezTo>
                    <a:pt x="13642" y="16398"/>
                    <a:pt x="13554" y="16361"/>
                    <a:pt x="13461" y="16361"/>
                  </a:cubicBezTo>
                  <a:cubicBezTo>
                    <a:pt x="13415" y="16361"/>
                    <a:pt x="13367" y="16370"/>
                    <a:pt x="13320" y="16389"/>
                  </a:cubicBezTo>
                  <a:cubicBezTo>
                    <a:pt x="13121" y="16503"/>
                    <a:pt x="12894" y="16616"/>
                    <a:pt x="12695" y="16730"/>
                  </a:cubicBezTo>
                  <a:cubicBezTo>
                    <a:pt x="11730" y="17355"/>
                    <a:pt x="10736" y="17951"/>
                    <a:pt x="9770" y="18576"/>
                  </a:cubicBezTo>
                  <a:lnTo>
                    <a:pt x="3636" y="22580"/>
                  </a:lnTo>
                  <a:cubicBezTo>
                    <a:pt x="3579" y="22608"/>
                    <a:pt x="3494" y="22665"/>
                    <a:pt x="3409" y="22694"/>
                  </a:cubicBezTo>
                  <a:cubicBezTo>
                    <a:pt x="3384" y="22710"/>
                    <a:pt x="3359" y="22717"/>
                    <a:pt x="3336" y="22717"/>
                  </a:cubicBezTo>
                  <a:cubicBezTo>
                    <a:pt x="3281" y="22717"/>
                    <a:pt x="3238" y="22677"/>
                    <a:pt x="3238" y="22637"/>
                  </a:cubicBezTo>
                  <a:cubicBezTo>
                    <a:pt x="3210" y="22495"/>
                    <a:pt x="3210" y="22353"/>
                    <a:pt x="3210" y="22211"/>
                  </a:cubicBezTo>
                  <a:lnTo>
                    <a:pt x="3040" y="17809"/>
                  </a:lnTo>
                  <a:cubicBezTo>
                    <a:pt x="2954" y="15139"/>
                    <a:pt x="2841" y="12470"/>
                    <a:pt x="2756" y="9800"/>
                  </a:cubicBezTo>
                  <a:cubicBezTo>
                    <a:pt x="2670" y="7756"/>
                    <a:pt x="2585" y="5739"/>
                    <a:pt x="2528" y="3695"/>
                  </a:cubicBezTo>
                  <a:cubicBezTo>
                    <a:pt x="2472" y="2786"/>
                    <a:pt x="2415" y="1877"/>
                    <a:pt x="2386" y="940"/>
                  </a:cubicBezTo>
                  <a:cubicBezTo>
                    <a:pt x="2386" y="770"/>
                    <a:pt x="2358" y="599"/>
                    <a:pt x="2301" y="457"/>
                  </a:cubicBezTo>
                  <a:cubicBezTo>
                    <a:pt x="2167" y="216"/>
                    <a:pt x="2033" y="0"/>
                    <a:pt x="17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7"/>
            <p:cNvSpPr/>
            <p:nvPr/>
          </p:nvSpPr>
          <p:spPr>
            <a:xfrm>
              <a:off x="4746450" y="1726675"/>
              <a:ext cx="296075" cy="476225"/>
            </a:xfrm>
            <a:custGeom>
              <a:rect b="b" l="l" r="r" t="t"/>
              <a:pathLst>
                <a:path extrusionOk="0" h="19049" w="11843">
                  <a:moveTo>
                    <a:pt x="5498" y="0"/>
                  </a:moveTo>
                  <a:cubicBezTo>
                    <a:pt x="5298" y="0"/>
                    <a:pt x="5091" y="38"/>
                    <a:pt x="4885" y="107"/>
                  </a:cubicBezTo>
                  <a:cubicBezTo>
                    <a:pt x="3692" y="447"/>
                    <a:pt x="2641" y="1214"/>
                    <a:pt x="1988" y="2293"/>
                  </a:cubicBezTo>
                  <a:cubicBezTo>
                    <a:pt x="1278" y="3486"/>
                    <a:pt x="767" y="4764"/>
                    <a:pt x="511" y="6127"/>
                  </a:cubicBezTo>
                  <a:cubicBezTo>
                    <a:pt x="57" y="8314"/>
                    <a:pt x="0" y="10586"/>
                    <a:pt x="369" y="12829"/>
                  </a:cubicBezTo>
                  <a:cubicBezTo>
                    <a:pt x="710" y="14959"/>
                    <a:pt x="1704" y="16947"/>
                    <a:pt x="3238" y="18481"/>
                  </a:cubicBezTo>
                  <a:cubicBezTo>
                    <a:pt x="3578" y="18822"/>
                    <a:pt x="4033" y="19020"/>
                    <a:pt x="4516" y="19049"/>
                  </a:cubicBezTo>
                  <a:lnTo>
                    <a:pt x="5084" y="19049"/>
                  </a:lnTo>
                  <a:cubicBezTo>
                    <a:pt x="6163" y="18964"/>
                    <a:pt x="7242" y="18907"/>
                    <a:pt x="8321" y="18793"/>
                  </a:cubicBezTo>
                  <a:cubicBezTo>
                    <a:pt x="9003" y="18793"/>
                    <a:pt x="9656" y="18708"/>
                    <a:pt x="10337" y="18594"/>
                  </a:cubicBezTo>
                  <a:cubicBezTo>
                    <a:pt x="10439" y="18633"/>
                    <a:pt x="10537" y="18649"/>
                    <a:pt x="10631" y="18649"/>
                  </a:cubicBezTo>
                  <a:cubicBezTo>
                    <a:pt x="10879" y="18649"/>
                    <a:pt x="11105" y="18542"/>
                    <a:pt x="11331" y="18481"/>
                  </a:cubicBezTo>
                  <a:cubicBezTo>
                    <a:pt x="11729" y="18367"/>
                    <a:pt x="11843" y="18083"/>
                    <a:pt x="11615" y="17771"/>
                  </a:cubicBezTo>
                  <a:cubicBezTo>
                    <a:pt x="11473" y="17515"/>
                    <a:pt x="11388" y="17231"/>
                    <a:pt x="11417" y="16976"/>
                  </a:cubicBezTo>
                  <a:cubicBezTo>
                    <a:pt x="11417" y="15811"/>
                    <a:pt x="11360" y="14647"/>
                    <a:pt x="11303" y="13483"/>
                  </a:cubicBezTo>
                  <a:cubicBezTo>
                    <a:pt x="11189" y="11466"/>
                    <a:pt x="10991" y="9422"/>
                    <a:pt x="10678" y="7434"/>
                  </a:cubicBezTo>
                  <a:cubicBezTo>
                    <a:pt x="10423" y="5701"/>
                    <a:pt x="9826" y="4026"/>
                    <a:pt x="9003" y="2492"/>
                  </a:cubicBezTo>
                  <a:cubicBezTo>
                    <a:pt x="8804" y="2151"/>
                    <a:pt x="8605" y="1839"/>
                    <a:pt x="8378" y="1527"/>
                  </a:cubicBezTo>
                  <a:cubicBezTo>
                    <a:pt x="7781" y="731"/>
                    <a:pt x="6873" y="192"/>
                    <a:pt x="5879" y="50"/>
                  </a:cubicBezTo>
                  <a:cubicBezTo>
                    <a:pt x="5756" y="16"/>
                    <a:pt x="5628" y="0"/>
                    <a:pt x="54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7"/>
            <p:cNvSpPr/>
            <p:nvPr/>
          </p:nvSpPr>
          <p:spPr>
            <a:xfrm>
              <a:off x="4743600" y="1333075"/>
              <a:ext cx="290400" cy="849350"/>
            </a:xfrm>
            <a:custGeom>
              <a:rect b="b" l="l" r="r" t="t"/>
              <a:pathLst>
                <a:path extrusionOk="0" h="33974" w="11616">
                  <a:moveTo>
                    <a:pt x="6574" y="0"/>
                  </a:moveTo>
                  <a:cubicBezTo>
                    <a:pt x="6424" y="0"/>
                    <a:pt x="6305" y="132"/>
                    <a:pt x="6305" y="288"/>
                  </a:cubicBezTo>
                  <a:cubicBezTo>
                    <a:pt x="6334" y="430"/>
                    <a:pt x="6447" y="544"/>
                    <a:pt x="6589" y="544"/>
                  </a:cubicBezTo>
                  <a:cubicBezTo>
                    <a:pt x="6731" y="544"/>
                    <a:pt x="6845" y="430"/>
                    <a:pt x="6845" y="288"/>
                  </a:cubicBezTo>
                  <a:cubicBezTo>
                    <a:pt x="6845" y="146"/>
                    <a:pt x="6760" y="33"/>
                    <a:pt x="6618" y="4"/>
                  </a:cubicBezTo>
                  <a:cubicBezTo>
                    <a:pt x="6603" y="2"/>
                    <a:pt x="6588" y="0"/>
                    <a:pt x="6574" y="0"/>
                  </a:cubicBezTo>
                  <a:close/>
                  <a:moveTo>
                    <a:pt x="5086" y="226"/>
                  </a:moveTo>
                  <a:cubicBezTo>
                    <a:pt x="4964" y="226"/>
                    <a:pt x="4853" y="306"/>
                    <a:pt x="4828" y="430"/>
                  </a:cubicBezTo>
                  <a:cubicBezTo>
                    <a:pt x="4828" y="600"/>
                    <a:pt x="4942" y="742"/>
                    <a:pt x="5084" y="799"/>
                  </a:cubicBezTo>
                  <a:cubicBezTo>
                    <a:pt x="5226" y="771"/>
                    <a:pt x="5340" y="686"/>
                    <a:pt x="5396" y="572"/>
                  </a:cubicBezTo>
                  <a:cubicBezTo>
                    <a:pt x="5453" y="402"/>
                    <a:pt x="5311" y="231"/>
                    <a:pt x="5141" y="231"/>
                  </a:cubicBezTo>
                  <a:cubicBezTo>
                    <a:pt x="5122" y="228"/>
                    <a:pt x="5104" y="226"/>
                    <a:pt x="5086" y="226"/>
                  </a:cubicBezTo>
                  <a:close/>
                  <a:moveTo>
                    <a:pt x="7810" y="1424"/>
                  </a:moveTo>
                  <a:cubicBezTo>
                    <a:pt x="7640" y="1452"/>
                    <a:pt x="7470" y="1566"/>
                    <a:pt x="7441" y="1736"/>
                  </a:cubicBezTo>
                  <a:cubicBezTo>
                    <a:pt x="7441" y="1956"/>
                    <a:pt x="7610" y="2106"/>
                    <a:pt x="7779" y="2106"/>
                  </a:cubicBezTo>
                  <a:cubicBezTo>
                    <a:pt x="7850" y="2106"/>
                    <a:pt x="7922" y="2079"/>
                    <a:pt x="7981" y="2020"/>
                  </a:cubicBezTo>
                  <a:cubicBezTo>
                    <a:pt x="8208" y="1822"/>
                    <a:pt x="8094" y="1452"/>
                    <a:pt x="7810" y="1424"/>
                  </a:cubicBezTo>
                  <a:close/>
                  <a:moveTo>
                    <a:pt x="5579" y="2073"/>
                  </a:moveTo>
                  <a:cubicBezTo>
                    <a:pt x="5448" y="2073"/>
                    <a:pt x="5308" y="2180"/>
                    <a:pt x="5283" y="2333"/>
                  </a:cubicBezTo>
                  <a:cubicBezTo>
                    <a:pt x="5254" y="2503"/>
                    <a:pt x="5368" y="2674"/>
                    <a:pt x="5567" y="2702"/>
                  </a:cubicBezTo>
                  <a:cubicBezTo>
                    <a:pt x="5737" y="2702"/>
                    <a:pt x="5879" y="2560"/>
                    <a:pt x="5879" y="2390"/>
                  </a:cubicBezTo>
                  <a:cubicBezTo>
                    <a:pt x="5879" y="2219"/>
                    <a:pt x="5794" y="2106"/>
                    <a:pt x="5624" y="2077"/>
                  </a:cubicBezTo>
                  <a:cubicBezTo>
                    <a:pt x="5609" y="2074"/>
                    <a:pt x="5594" y="2073"/>
                    <a:pt x="5579" y="2073"/>
                  </a:cubicBezTo>
                  <a:close/>
                  <a:moveTo>
                    <a:pt x="4175" y="2390"/>
                  </a:moveTo>
                  <a:cubicBezTo>
                    <a:pt x="4005" y="2390"/>
                    <a:pt x="3863" y="2532"/>
                    <a:pt x="3863" y="2702"/>
                  </a:cubicBezTo>
                  <a:cubicBezTo>
                    <a:pt x="3891" y="2872"/>
                    <a:pt x="4062" y="2986"/>
                    <a:pt x="4232" y="2986"/>
                  </a:cubicBezTo>
                  <a:cubicBezTo>
                    <a:pt x="4374" y="2958"/>
                    <a:pt x="4459" y="2816"/>
                    <a:pt x="4459" y="2674"/>
                  </a:cubicBezTo>
                  <a:cubicBezTo>
                    <a:pt x="4459" y="2532"/>
                    <a:pt x="4346" y="2390"/>
                    <a:pt x="4175" y="2390"/>
                  </a:cubicBezTo>
                  <a:close/>
                  <a:moveTo>
                    <a:pt x="5254" y="4236"/>
                  </a:moveTo>
                  <a:cubicBezTo>
                    <a:pt x="5084" y="4264"/>
                    <a:pt x="4970" y="4406"/>
                    <a:pt x="4970" y="4576"/>
                  </a:cubicBezTo>
                  <a:cubicBezTo>
                    <a:pt x="4970" y="4732"/>
                    <a:pt x="5113" y="4864"/>
                    <a:pt x="5267" y="4864"/>
                  </a:cubicBezTo>
                  <a:cubicBezTo>
                    <a:pt x="5282" y="4864"/>
                    <a:pt x="5296" y="4863"/>
                    <a:pt x="5311" y="4860"/>
                  </a:cubicBezTo>
                  <a:lnTo>
                    <a:pt x="5311" y="4832"/>
                  </a:lnTo>
                  <a:cubicBezTo>
                    <a:pt x="5453" y="4832"/>
                    <a:pt x="5567" y="4718"/>
                    <a:pt x="5567" y="4548"/>
                  </a:cubicBezTo>
                  <a:cubicBezTo>
                    <a:pt x="5567" y="4406"/>
                    <a:pt x="5425" y="4264"/>
                    <a:pt x="5254" y="4236"/>
                  </a:cubicBezTo>
                  <a:close/>
                  <a:moveTo>
                    <a:pt x="7096" y="4703"/>
                  </a:moveTo>
                  <a:cubicBezTo>
                    <a:pt x="7013" y="4703"/>
                    <a:pt x="6948" y="4791"/>
                    <a:pt x="6902" y="4860"/>
                  </a:cubicBezTo>
                  <a:cubicBezTo>
                    <a:pt x="6845" y="4974"/>
                    <a:pt x="6958" y="5144"/>
                    <a:pt x="7100" y="5201"/>
                  </a:cubicBezTo>
                  <a:cubicBezTo>
                    <a:pt x="7214" y="5173"/>
                    <a:pt x="7299" y="5088"/>
                    <a:pt x="7299" y="5002"/>
                  </a:cubicBezTo>
                  <a:lnTo>
                    <a:pt x="7328" y="4974"/>
                  </a:lnTo>
                  <a:cubicBezTo>
                    <a:pt x="7356" y="4860"/>
                    <a:pt x="7299" y="4747"/>
                    <a:pt x="7157" y="4718"/>
                  </a:cubicBezTo>
                  <a:cubicBezTo>
                    <a:pt x="7136" y="4708"/>
                    <a:pt x="7116" y="4703"/>
                    <a:pt x="7096" y="4703"/>
                  </a:cubicBezTo>
                  <a:close/>
                  <a:moveTo>
                    <a:pt x="4062" y="5258"/>
                  </a:moveTo>
                  <a:cubicBezTo>
                    <a:pt x="3834" y="5286"/>
                    <a:pt x="3664" y="5485"/>
                    <a:pt x="3692" y="5684"/>
                  </a:cubicBezTo>
                  <a:cubicBezTo>
                    <a:pt x="3718" y="5840"/>
                    <a:pt x="3839" y="5972"/>
                    <a:pt x="3990" y="5972"/>
                  </a:cubicBezTo>
                  <a:cubicBezTo>
                    <a:pt x="4004" y="5972"/>
                    <a:pt x="4019" y="5970"/>
                    <a:pt x="4033" y="5968"/>
                  </a:cubicBezTo>
                  <a:cubicBezTo>
                    <a:pt x="4232" y="5939"/>
                    <a:pt x="4374" y="5769"/>
                    <a:pt x="4346" y="5570"/>
                  </a:cubicBezTo>
                  <a:cubicBezTo>
                    <a:pt x="4346" y="5400"/>
                    <a:pt x="4204" y="5286"/>
                    <a:pt x="4062" y="5258"/>
                  </a:cubicBezTo>
                  <a:close/>
                  <a:moveTo>
                    <a:pt x="5694" y="6617"/>
                  </a:moveTo>
                  <a:cubicBezTo>
                    <a:pt x="5543" y="6617"/>
                    <a:pt x="5425" y="6749"/>
                    <a:pt x="5425" y="6905"/>
                  </a:cubicBezTo>
                  <a:cubicBezTo>
                    <a:pt x="5425" y="7047"/>
                    <a:pt x="5567" y="7189"/>
                    <a:pt x="5737" y="7217"/>
                  </a:cubicBezTo>
                  <a:cubicBezTo>
                    <a:pt x="5879" y="7217"/>
                    <a:pt x="6021" y="7075"/>
                    <a:pt x="6050" y="6933"/>
                  </a:cubicBezTo>
                  <a:cubicBezTo>
                    <a:pt x="6050" y="6763"/>
                    <a:pt x="5908" y="6621"/>
                    <a:pt x="5737" y="6621"/>
                  </a:cubicBezTo>
                  <a:cubicBezTo>
                    <a:pt x="5722" y="6619"/>
                    <a:pt x="5708" y="6617"/>
                    <a:pt x="5694" y="6617"/>
                  </a:cubicBezTo>
                  <a:close/>
                  <a:moveTo>
                    <a:pt x="4317" y="7047"/>
                  </a:moveTo>
                  <a:cubicBezTo>
                    <a:pt x="4147" y="7047"/>
                    <a:pt x="4005" y="7161"/>
                    <a:pt x="4005" y="7331"/>
                  </a:cubicBezTo>
                  <a:cubicBezTo>
                    <a:pt x="3991" y="7537"/>
                    <a:pt x="4137" y="7637"/>
                    <a:pt x="4284" y="7637"/>
                  </a:cubicBezTo>
                  <a:cubicBezTo>
                    <a:pt x="4442" y="7637"/>
                    <a:pt x="4602" y="7523"/>
                    <a:pt x="4573" y="7303"/>
                  </a:cubicBezTo>
                  <a:cubicBezTo>
                    <a:pt x="4573" y="7175"/>
                    <a:pt x="4482" y="7071"/>
                    <a:pt x="4361" y="7071"/>
                  </a:cubicBezTo>
                  <a:cubicBezTo>
                    <a:pt x="4347" y="7071"/>
                    <a:pt x="4332" y="7072"/>
                    <a:pt x="4317" y="7075"/>
                  </a:cubicBezTo>
                  <a:lnTo>
                    <a:pt x="4317" y="7047"/>
                  </a:lnTo>
                  <a:close/>
                  <a:moveTo>
                    <a:pt x="6837" y="7214"/>
                  </a:moveTo>
                  <a:cubicBezTo>
                    <a:pt x="6821" y="7214"/>
                    <a:pt x="6805" y="7215"/>
                    <a:pt x="6788" y="7217"/>
                  </a:cubicBezTo>
                  <a:cubicBezTo>
                    <a:pt x="6674" y="7303"/>
                    <a:pt x="6589" y="7416"/>
                    <a:pt x="6618" y="7587"/>
                  </a:cubicBezTo>
                  <a:cubicBezTo>
                    <a:pt x="6643" y="7716"/>
                    <a:pt x="6764" y="7846"/>
                    <a:pt x="6914" y="7846"/>
                  </a:cubicBezTo>
                  <a:cubicBezTo>
                    <a:pt x="6929" y="7846"/>
                    <a:pt x="6943" y="7845"/>
                    <a:pt x="6958" y="7842"/>
                  </a:cubicBezTo>
                  <a:cubicBezTo>
                    <a:pt x="7100" y="7842"/>
                    <a:pt x="7214" y="7729"/>
                    <a:pt x="7242" y="7587"/>
                  </a:cubicBezTo>
                  <a:cubicBezTo>
                    <a:pt x="7216" y="7376"/>
                    <a:pt x="7043" y="7214"/>
                    <a:pt x="6837" y="7214"/>
                  </a:cubicBezTo>
                  <a:close/>
                  <a:moveTo>
                    <a:pt x="7498" y="8439"/>
                  </a:moveTo>
                  <a:cubicBezTo>
                    <a:pt x="7356" y="8467"/>
                    <a:pt x="7242" y="8581"/>
                    <a:pt x="7242" y="8723"/>
                  </a:cubicBezTo>
                  <a:cubicBezTo>
                    <a:pt x="7271" y="8893"/>
                    <a:pt x="7384" y="9007"/>
                    <a:pt x="7526" y="9063"/>
                  </a:cubicBezTo>
                  <a:cubicBezTo>
                    <a:pt x="7697" y="9035"/>
                    <a:pt x="7839" y="8893"/>
                    <a:pt x="7839" y="8751"/>
                  </a:cubicBezTo>
                  <a:cubicBezTo>
                    <a:pt x="7810" y="8581"/>
                    <a:pt x="7668" y="8439"/>
                    <a:pt x="7498" y="8439"/>
                  </a:cubicBezTo>
                  <a:close/>
                  <a:moveTo>
                    <a:pt x="5487" y="8605"/>
                  </a:moveTo>
                  <a:cubicBezTo>
                    <a:pt x="5340" y="8605"/>
                    <a:pt x="5226" y="8712"/>
                    <a:pt x="5226" y="8865"/>
                  </a:cubicBezTo>
                  <a:lnTo>
                    <a:pt x="5254" y="8836"/>
                  </a:lnTo>
                  <a:lnTo>
                    <a:pt x="5254" y="8836"/>
                  </a:lnTo>
                  <a:cubicBezTo>
                    <a:pt x="5226" y="8978"/>
                    <a:pt x="5311" y="9120"/>
                    <a:pt x="5453" y="9149"/>
                  </a:cubicBezTo>
                  <a:cubicBezTo>
                    <a:pt x="5595" y="9149"/>
                    <a:pt x="5737" y="9035"/>
                    <a:pt x="5737" y="8893"/>
                  </a:cubicBezTo>
                  <a:cubicBezTo>
                    <a:pt x="5766" y="8751"/>
                    <a:pt x="5680" y="8609"/>
                    <a:pt x="5538" y="8609"/>
                  </a:cubicBezTo>
                  <a:cubicBezTo>
                    <a:pt x="5521" y="8606"/>
                    <a:pt x="5504" y="8605"/>
                    <a:pt x="5487" y="8605"/>
                  </a:cubicBezTo>
                  <a:close/>
                  <a:moveTo>
                    <a:pt x="3238" y="8751"/>
                  </a:moveTo>
                  <a:cubicBezTo>
                    <a:pt x="3068" y="8751"/>
                    <a:pt x="2926" y="8921"/>
                    <a:pt x="2954" y="9092"/>
                  </a:cubicBezTo>
                  <a:cubicBezTo>
                    <a:pt x="2954" y="9262"/>
                    <a:pt x="3068" y="9404"/>
                    <a:pt x="3238" y="9404"/>
                  </a:cubicBezTo>
                  <a:cubicBezTo>
                    <a:pt x="3380" y="9404"/>
                    <a:pt x="3494" y="9262"/>
                    <a:pt x="3494" y="9063"/>
                  </a:cubicBezTo>
                  <a:cubicBezTo>
                    <a:pt x="3522" y="8893"/>
                    <a:pt x="3408" y="8751"/>
                    <a:pt x="3238" y="8751"/>
                  </a:cubicBezTo>
                  <a:close/>
                  <a:moveTo>
                    <a:pt x="7810" y="10199"/>
                  </a:moveTo>
                  <a:cubicBezTo>
                    <a:pt x="7668" y="10199"/>
                    <a:pt x="7555" y="10313"/>
                    <a:pt x="7555" y="10455"/>
                  </a:cubicBezTo>
                  <a:cubicBezTo>
                    <a:pt x="7555" y="10625"/>
                    <a:pt x="7697" y="10767"/>
                    <a:pt x="7867" y="10767"/>
                  </a:cubicBezTo>
                  <a:cubicBezTo>
                    <a:pt x="8009" y="10767"/>
                    <a:pt x="8123" y="10654"/>
                    <a:pt x="8123" y="10512"/>
                  </a:cubicBezTo>
                  <a:cubicBezTo>
                    <a:pt x="8123" y="10341"/>
                    <a:pt x="7981" y="10199"/>
                    <a:pt x="7839" y="10199"/>
                  </a:cubicBezTo>
                  <a:close/>
                  <a:moveTo>
                    <a:pt x="6207" y="10451"/>
                  </a:moveTo>
                  <a:cubicBezTo>
                    <a:pt x="6193" y="10451"/>
                    <a:pt x="6178" y="10452"/>
                    <a:pt x="6163" y="10455"/>
                  </a:cubicBezTo>
                  <a:lnTo>
                    <a:pt x="6192" y="10455"/>
                  </a:lnTo>
                  <a:cubicBezTo>
                    <a:pt x="6050" y="10455"/>
                    <a:pt x="5964" y="10540"/>
                    <a:pt x="5964" y="10682"/>
                  </a:cubicBezTo>
                  <a:cubicBezTo>
                    <a:pt x="5936" y="10824"/>
                    <a:pt x="6050" y="10938"/>
                    <a:pt x="6220" y="10966"/>
                  </a:cubicBezTo>
                  <a:cubicBezTo>
                    <a:pt x="6362" y="10966"/>
                    <a:pt x="6476" y="10824"/>
                    <a:pt x="6476" y="10682"/>
                  </a:cubicBezTo>
                  <a:cubicBezTo>
                    <a:pt x="6450" y="10555"/>
                    <a:pt x="6334" y="10451"/>
                    <a:pt x="6207" y="10451"/>
                  </a:cubicBezTo>
                  <a:close/>
                  <a:moveTo>
                    <a:pt x="2840" y="11136"/>
                  </a:moveTo>
                  <a:cubicBezTo>
                    <a:pt x="2698" y="11136"/>
                    <a:pt x="2585" y="11250"/>
                    <a:pt x="2585" y="11392"/>
                  </a:cubicBezTo>
                  <a:cubicBezTo>
                    <a:pt x="2585" y="11534"/>
                    <a:pt x="2698" y="11619"/>
                    <a:pt x="2812" y="11648"/>
                  </a:cubicBezTo>
                  <a:cubicBezTo>
                    <a:pt x="2827" y="11651"/>
                    <a:pt x="2842" y="11652"/>
                    <a:pt x="2856" y="11652"/>
                  </a:cubicBezTo>
                  <a:cubicBezTo>
                    <a:pt x="2982" y="11652"/>
                    <a:pt x="3099" y="11548"/>
                    <a:pt x="3124" y="11420"/>
                  </a:cubicBezTo>
                  <a:cubicBezTo>
                    <a:pt x="3096" y="11278"/>
                    <a:pt x="2982" y="11165"/>
                    <a:pt x="2840" y="11165"/>
                  </a:cubicBezTo>
                  <a:lnTo>
                    <a:pt x="2840" y="11136"/>
                  </a:lnTo>
                  <a:close/>
                  <a:moveTo>
                    <a:pt x="4658" y="11420"/>
                  </a:moveTo>
                  <a:cubicBezTo>
                    <a:pt x="4601" y="11449"/>
                    <a:pt x="4544" y="11506"/>
                    <a:pt x="4544" y="11562"/>
                  </a:cubicBezTo>
                  <a:cubicBezTo>
                    <a:pt x="4516" y="11676"/>
                    <a:pt x="4601" y="11761"/>
                    <a:pt x="4686" y="11761"/>
                  </a:cubicBezTo>
                  <a:cubicBezTo>
                    <a:pt x="4800" y="11761"/>
                    <a:pt x="4857" y="11676"/>
                    <a:pt x="4857" y="11562"/>
                  </a:cubicBezTo>
                  <a:cubicBezTo>
                    <a:pt x="4857" y="11492"/>
                    <a:pt x="4780" y="11441"/>
                    <a:pt x="4705" y="11441"/>
                  </a:cubicBezTo>
                  <a:cubicBezTo>
                    <a:pt x="4689" y="11441"/>
                    <a:pt x="4673" y="11444"/>
                    <a:pt x="4658" y="11449"/>
                  </a:cubicBezTo>
                  <a:lnTo>
                    <a:pt x="4658" y="11420"/>
                  </a:lnTo>
                  <a:close/>
                  <a:moveTo>
                    <a:pt x="7952" y="12102"/>
                  </a:moveTo>
                  <a:cubicBezTo>
                    <a:pt x="7810" y="12102"/>
                    <a:pt x="7697" y="12244"/>
                    <a:pt x="7697" y="12386"/>
                  </a:cubicBezTo>
                  <a:cubicBezTo>
                    <a:pt x="7697" y="12556"/>
                    <a:pt x="7839" y="12670"/>
                    <a:pt x="8009" y="12670"/>
                  </a:cubicBezTo>
                  <a:cubicBezTo>
                    <a:pt x="8151" y="12642"/>
                    <a:pt x="8265" y="12528"/>
                    <a:pt x="8265" y="12386"/>
                  </a:cubicBezTo>
                  <a:cubicBezTo>
                    <a:pt x="8265" y="12216"/>
                    <a:pt x="8123" y="12102"/>
                    <a:pt x="7952" y="12102"/>
                  </a:cubicBezTo>
                  <a:close/>
                  <a:moveTo>
                    <a:pt x="6537" y="12580"/>
                  </a:moveTo>
                  <a:cubicBezTo>
                    <a:pt x="6385" y="12580"/>
                    <a:pt x="6245" y="12688"/>
                    <a:pt x="6220" y="12840"/>
                  </a:cubicBezTo>
                  <a:cubicBezTo>
                    <a:pt x="6220" y="13011"/>
                    <a:pt x="6334" y="13181"/>
                    <a:pt x="6532" y="13181"/>
                  </a:cubicBezTo>
                  <a:cubicBezTo>
                    <a:pt x="6674" y="13181"/>
                    <a:pt x="6816" y="13068"/>
                    <a:pt x="6845" y="12897"/>
                  </a:cubicBezTo>
                  <a:cubicBezTo>
                    <a:pt x="6845" y="12727"/>
                    <a:pt x="6731" y="12613"/>
                    <a:pt x="6589" y="12613"/>
                  </a:cubicBezTo>
                  <a:lnTo>
                    <a:pt x="6589" y="12585"/>
                  </a:lnTo>
                  <a:cubicBezTo>
                    <a:pt x="6572" y="12582"/>
                    <a:pt x="6554" y="12580"/>
                    <a:pt x="6537" y="12580"/>
                  </a:cubicBezTo>
                  <a:close/>
                  <a:moveTo>
                    <a:pt x="3168" y="13460"/>
                  </a:moveTo>
                  <a:cubicBezTo>
                    <a:pt x="3154" y="13460"/>
                    <a:pt x="3139" y="13462"/>
                    <a:pt x="3124" y="13465"/>
                  </a:cubicBezTo>
                  <a:cubicBezTo>
                    <a:pt x="3011" y="13494"/>
                    <a:pt x="2926" y="13607"/>
                    <a:pt x="2926" y="13721"/>
                  </a:cubicBezTo>
                  <a:cubicBezTo>
                    <a:pt x="2926" y="13844"/>
                    <a:pt x="3033" y="13925"/>
                    <a:pt x="3155" y="13925"/>
                  </a:cubicBezTo>
                  <a:cubicBezTo>
                    <a:pt x="3173" y="13925"/>
                    <a:pt x="3191" y="13923"/>
                    <a:pt x="3210" y="13920"/>
                  </a:cubicBezTo>
                  <a:cubicBezTo>
                    <a:pt x="3352" y="13891"/>
                    <a:pt x="3408" y="13778"/>
                    <a:pt x="3380" y="13664"/>
                  </a:cubicBezTo>
                  <a:cubicBezTo>
                    <a:pt x="3355" y="13540"/>
                    <a:pt x="3266" y="13460"/>
                    <a:pt x="3168" y="13460"/>
                  </a:cubicBezTo>
                  <a:close/>
                  <a:moveTo>
                    <a:pt x="4658" y="14346"/>
                  </a:moveTo>
                  <a:cubicBezTo>
                    <a:pt x="4488" y="14346"/>
                    <a:pt x="4346" y="14516"/>
                    <a:pt x="4374" y="14715"/>
                  </a:cubicBezTo>
                  <a:cubicBezTo>
                    <a:pt x="4402" y="14857"/>
                    <a:pt x="4544" y="14942"/>
                    <a:pt x="4686" y="14942"/>
                  </a:cubicBezTo>
                  <a:cubicBezTo>
                    <a:pt x="4828" y="14942"/>
                    <a:pt x="4970" y="14828"/>
                    <a:pt x="4970" y="14686"/>
                  </a:cubicBezTo>
                  <a:lnTo>
                    <a:pt x="4970" y="14658"/>
                  </a:lnTo>
                  <a:cubicBezTo>
                    <a:pt x="4970" y="14488"/>
                    <a:pt x="4828" y="14346"/>
                    <a:pt x="4658" y="14346"/>
                  </a:cubicBezTo>
                  <a:close/>
                  <a:moveTo>
                    <a:pt x="7929" y="14455"/>
                  </a:moveTo>
                  <a:cubicBezTo>
                    <a:pt x="7783" y="14455"/>
                    <a:pt x="7668" y="14562"/>
                    <a:pt x="7668" y="14715"/>
                  </a:cubicBezTo>
                  <a:cubicBezTo>
                    <a:pt x="7642" y="14899"/>
                    <a:pt x="7786" y="15059"/>
                    <a:pt x="7988" y="15059"/>
                  </a:cubicBezTo>
                  <a:cubicBezTo>
                    <a:pt x="8004" y="15059"/>
                    <a:pt x="8021" y="15058"/>
                    <a:pt x="8037" y="15056"/>
                  </a:cubicBezTo>
                  <a:cubicBezTo>
                    <a:pt x="8208" y="15056"/>
                    <a:pt x="8321" y="14914"/>
                    <a:pt x="8293" y="14743"/>
                  </a:cubicBezTo>
                  <a:cubicBezTo>
                    <a:pt x="8293" y="14587"/>
                    <a:pt x="8175" y="14455"/>
                    <a:pt x="8024" y="14455"/>
                  </a:cubicBezTo>
                  <a:cubicBezTo>
                    <a:pt x="8010" y="14455"/>
                    <a:pt x="7995" y="14457"/>
                    <a:pt x="7981" y="14459"/>
                  </a:cubicBezTo>
                  <a:cubicBezTo>
                    <a:pt x="7963" y="14456"/>
                    <a:pt x="7946" y="14455"/>
                    <a:pt x="7929" y="14455"/>
                  </a:cubicBezTo>
                  <a:close/>
                  <a:moveTo>
                    <a:pt x="5766" y="15538"/>
                  </a:moveTo>
                  <a:cubicBezTo>
                    <a:pt x="5567" y="15538"/>
                    <a:pt x="5396" y="15680"/>
                    <a:pt x="5396" y="15879"/>
                  </a:cubicBezTo>
                  <a:cubicBezTo>
                    <a:pt x="5422" y="16061"/>
                    <a:pt x="5567" y="16195"/>
                    <a:pt x="5744" y="16195"/>
                  </a:cubicBezTo>
                  <a:cubicBezTo>
                    <a:pt x="5760" y="16195"/>
                    <a:pt x="5777" y="16194"/>
                    <a:pt x="5794" y="16191"/>
                  </a:cubicBezTo>
                  <a:cubicBezTo>
                    <a:pt x="5964" y="16163"/>
                    <a:pt x="6106" y="16049"/>
                    <a:pt x="6106" y="15879"/>
                  </a:cubicBezTo>
                  <a:cubicBezTo>
                    <a:pt x="6106" y="15680"/>
                    <a:pt x="5964" y="15538"/>
                    <a:pt x="5766" y="15538"/>
                  </a:cubicBezTo>
                  <a:close/>
                  <a:moveTo>
                    <a:pt x="3579" y="16106"/>
                  </a:moveTo>
                  <a:cubicBezTo>
                    <a:pt x="3352" y="16106"/>
                    <a:pt x="3181" y="16277"/>
                    <a:pt x="3153" y="16504"/>
                  </a:cubicBezTo>
                  <a:cubicBezTo>
                    <a:pt x="3210" y="16731"/>
                    <a:pt x="3437" y="16873"/>
                    <a:pt x="3664" y="16873"/>
                  </a:cubicBezTo>
                  <a:cubicBezTo>
                    <a:pt x="3721" y="16845"/>
                    <a:pt x="3806" y="16845"/>
                    <a:pt x="3863" y="16816"/>
                  </a:cubicBezTo>
                  <a:cubicBezTo>
                    <a:pt x="4005" y="16759"/>
                    <a:pt x="4090" y="16646"/>
                    <a:pt x="4090" y="16504"/>
                  </a:cubicBezTo>
                  <a:cubicBezTo>
                    <a:pt x="4062" y="16333"/>
                    <a:pt x="3948" y="16191"/>
                    <a:pt x="3778" y="16135"/>
                  </a:cubicBezTo>
                  <a:cubicBezTo>
                    <a:pt x="3721" y="16135"/>
                    <a:pt x="3636" y="16106"/>
                    <a:pt x="3579" y="16106"/>
                  </a:cubicBezTo>
                  <a:close/>
                  <a:moveTo>
                    <a:pt x="7725" y="16220"/>
                  </a:moveTo>
                  <a:cubicBezTo>
                    <a:pt x="7526" y="16220"/>
                    <a:pt x="7384" y="16390"/>
                    <a:pt x="7384" y="16561"/>
                  </a:cubicBezTo>
                  <a:cubicBezTo>
                    <a:pt x="7384" y="16759"/>
                    <a:pt x="7526" y="16930"/>
                    <a:pt x="7725" y="16930"/>
                  </a:cubicBezTo>
                  <a:cubicBezTo>
                    <a:pt x="7895" y="16930"/>
                    <a:pt x="8066" y="16788"/>
                    <a:pt x="8066" y="16589"/>
                  </a:cubicBezTo>
                  <a:cubicBezTo>
                    <a:pt x="8066" y="16390"/>
                    <a:pt x="7924" y="16220"/>
                    <a:pt x="7725" y="16220"/>
                  </a:cubicBezTo>
                  <a:close/>
                  <a:moveTo>
                    <a:pt x="6390" y="17611"/>
                  </a:moveTo>
                  <a:cubicBezTo>
                    <a:pt x="6192" y="17611"/>
                    <a:pt x="6021" y="17782"/>
                    <a:pt x="6021" y="17981"/>
                  </a:cubicBezTo>
                  <a:cubicBezTo>
                    <a:pt x="6021" y="18179"/>
                    <a:pt x="6192" y="18321"/>
                    <a:pt x="6390" y="18321"/>
                  </a:cubicBezTo>
                  <a:cubicBezTo>
                    <a:pt x="6589" y="18321"/>
                    <a:pt x="6731" y="18179"/>
                    <a:pt x="6731" y="17981"/>
                  </a:cubicBezTo>
                  <a:cubicBezTo>
                    <a:pt x="6731" y="17782"/>
                    <a:pt x="6589" y="17611"/>
                    <a:pt x="6390" y="17611"/>
                  </a:cubicBezTo>
                  <a:close/>
                  <a:moveTo>
                    <a:pt x="3948" y="18463"/>
                  </a:moveTo>
                  <a:cubicBezTo>
                    <a:pt x="3953" y="18463"/>
                    <a:pt x="3958" y="18463"/>
                    <a:pt x="3963" y="18464"/>
                  </a:cubicBezTo>
                  <a:lnTo>
                    <a:pt x="3963" y="18464"/>
                  </a:lnTo>
                  <a:cubicBezTo>
                    <a:pt x="3967" y="18463"/>
                    <a:pt x="3972" y="18463"/>
                    <a:pt x="3976" y="18463"/>
                  </a:cubicBezTo>
                  <a:close/>
                  <a:moveTo>
                    <a:pt x="1626" y="18261"/>
                  </a:moveTo>
                  <a:cubicBezTo>
                    <a:pt x="1449" y="18261"/>
                    <a:pt x="1307" y="18395"/>
                    <a:pt x="1307" y="18577"/>
                  </a:cubicBezTo>
                  <a:cubicBezTo>
                    <a:pt x="1279" y="18747"/>
                    <a:pt x="1421" y="18889"/>
                    <a:pt x="1591" y="18889"/>
                  </a:cubicBezTo>
                  <a:cubicBezTo>
                    <a:pt x="1618" y="18894"/>
                    <a:pt x="1643" y="18897"/>
                    <a:pt x="1667" y="18897"/>
                  </a:cubicBezTo>
                  <a:cubicBezTo>
                    <a:pt x="2053" y="18897"/>
                    <a:pt x="2104" y="18291"/>
                    <a:pt x="1676" y="18265"/>
                  </a:cubicBezTo>
                  <a:cubicBezTo>
                    <a:pt x="1659" y="18262"/>
                    <a:pt x="1642" y="18261"/>
                    <a:pt x="1626" y="18261"/>
                  </a:cubicBezTo>
                  <a:close/>
                  <a:moveTo>
                    <a:pt x="3963" y="18464"/>
                  </a:moveTo>
                  <a:lnTo>
                    <a:pt x="3963" y="18464"/>
                  </a:lnTo>
                  <a:cubicBezTo>
                    <a:pt x="3771" y="18471"/>
                    <a:pt x="3636" y="18638"/>
                    <a:pt x="3636" y="18833"/>
                  </a:cubicBezTo>
                  <a:cubicBezTo>
                    <a:pt x="3636" y="19003"/>
                    <a:pt x="3778" y="19117"/>
                    <a:pt x="3948" y="19145"/>
                  </a:cubicBezTo>
                  <a:cubicBezTo>
                    <a:pt x="4147" y="19117"/>
                    <a:pt x="4289" y="18975"/>
                    <a:pt x="4317" y="18776"/>
                  </a:cubicBezTo>
                  <a:cubicBezTo>
                    <a:pt x="4290" y="18610"/>
                    <a:pt x="4154" y="18471"/>
                    <a:pt x="3963" y="18464"/>
                  </a:cubicBezTo>
                  <a:close/>
                  <a:moveTo>
                    <a:pt x="9287" y="18605"/>
                  </a:moveTo>
                  <a:cubicBezTo>
                    <a:pt x="8975" y="18634"/>
                    <a:pt x="8975" y="19117"/>
                    <a:pt x="9315" y="19145"/>
                  </a:cubicBezTo>
                  <a:cubicBezTo>
                    <a:pt x="9457" y="19117"/>
                    <a:pt x="9571" y="19003"/>
                    <a:pt x="9543" y="18861"/>
                  </a:cubicBezTo>
                  <a:cubicBezTo>
                    <a:pt x="9543" y="18719"/>
                    <a:pt x="9429" y="18605"/>
                    <a:pt x="9287" y="18605"/>
                  </a:cubicBezTo>
                  <a:close/>
                  <a:moveTo>
                    <a:pt x="7534" y="19852"/>
                  </a:moveTo>
                  <a:cubicBezTo>
                    <a:pt x="7332" y="19852"/>
                    <a:pt x="7188" y="20014"/>
                    <a:pt x="7214" y="20224"/>
                  </a:cubicBezTo>
                  <a:cubicBezTo>
                    <a:pt x="7214" y="20395"/>
                    <a:pt x="7356" y="20508"/>
                    <a:pt x="7526" y="20508"/>
                  </a:cubicBezTo>
                  <a:cubicBezTo>
                    <a:pt x="7697" y="20508"/>
                    <a:pt x="7839" y="20366"/>
                    <a:pt x="7839" y="20196"/>
                  </a:cubicBezTo>
                  <a:cubicBezTo>
                    <a:pt x="7867" y="20025"/>
                    <a:pt x="7754" y="19855"/>
                    <a:pt x="7583" y="19855"/>
                  </a:cubicBezTo>
                  <a:cubicBezTo>
                    <a:pt x="7566" y="19853"/>
                    <a:pt x="7550" y="19852"/>
                    <a:pt x="7534" y="19852"/>
                  </a:cubicBezTo>
                  <a:close/>
                  <a:moveTo>
                    <a:pt x="9982" y="20505"/>
                  </a:moveTo>
                  <a:cubicBezTo>
                    <a:pt x="9802" y="20505"/>
                    <a:pt x="9656" y="20665"/>
                    <a:pt x="9656" y="20849"/>
                  </a:cubicBezTo>
                  <a:cubicBezTo>
                    <a:pt x="9681" y="21021"/>
                    <a:pt x="9812" y="21172"/>
                    <a:pt x="9976" y="21172"/>
                  </a:cubicBezTo>
                  <a:cubicBezTo>
                    <a:pt x="10002" y="21172"/>
                    <a:pt x="10027" y="21169"/>
                    <a:pt x="10054" y="21161"/>
                  </a:cubicBezTo>
                  <a:cubicBezTo>
                    <a:pt x="10224" y="21133"/>
                    <a:pt x="10338" y="20962"/>
                    <a:pt x="10338" y="20820"/>
                  </a:cubicBezTo>
                  <a:cubicBezTo>
                    <a:pt x="10309" y="20650"/>
                    <a:pt x="10167" y="20508"/>
                    <a:pt x="9997" y="20508"/>
                  </a:cubicBezTo>
                  <a:lnTo>
                    <a:pt x="10025" y="20508"/>
                  </a:lnTo>
                  <a:cubicBezTo>
                    <a:pt x="10011" y="20506"/>
                    <a:pt x="9996" y="20505"/>
                    <a:pt x="9982" y="20505"/>
                  </a:cubicBezTo>
                  <a:close/>
                  <a:moveTo>
                    <a:pt x="3343" y="20675"/>
                  </a:moveTo>
                  <a:cubicBezTo>
                    <a:pt x="3210" y="20675"/>
                    <a:pt x="3068" y="20807"/>
                    <a:pt x="3068" y="20962"/>
                  </a:cubicBezTo>
                  <a:cubicBezTo>
                    <a:pt x="3039" y="21133"/>
                    <a:pt x="3181" y="21275"/>
                    <a:pt x="3352" y="21275"/>
                  </a:cubicBezTo>
                  <a:cubicBezTo>
                    <a:pt x="3522" y="21275"/>
                    <a:pt x="3664" y="21161"/>
                    <a:pt x="3692" y="20991"/>
                  </a:cubicBezTo>
                  <a:cubicBezTo>
                    <a:pt x="3692" y="20820"/>
                    <a:pt x="3550" y="20707"/>
                    <a:pt x="3408" y="20678"/>
                  </a:cubicBezTo>
                  <a:lnTo>
                    <a:pt x="3380" y="20678"/>
                  </a:lnTo>
                  <a:cubicBezTo>
                    <a:pt x="3368" y="20676"/>
                    <a:pt x="3355" y="20675"/>
                    <a:pt x="3343" y="20675"/>
                  </a:cubicBezTo>
                  <a:close/>
                  <a:moveTo>
                    <a:pt x="5737" y="21587"/>
                  </a:moveTo>
                  <a:cubicBezTo>
                    <a:pt x="5624" y="21587"/>
                    <a:pt x="5538" y="21701"/>
                    <a:pt x="5510" y="21814"/>
                  </a:cubicBezTo>
                  <a:cubicBezTo>
                    <a:pt x="5510" y="21956"/>
                    <a:pt x="5595" y="22098"/>
                    <a:pt x="5737" y="22098"/>
                  </a:cubicBezTo>
                  <a:cubicBezTo>
                    <a:pt x="5908" y="22098"/>
                    <a:pt x="6021" y="21985"/>
                    <a:pt x="5993" y="21843"/>
                  </a:cubicBezTo>
                  <a:cubicBezTo>
                    <a:pt x="5993" y="21701"/>
                    <a:pt x="5879" y="21587"/>
                    <a:pt x="5766" y="21587"/>
                  </a:cubicBezTo>
                  <a:close/>
                  <a:moveTo>
                    <a:pt x="612" y="21556"/>
                  </a:moveTo>
                  <a:cubicBezTo>
                    <a:pt x="598" y="21556"/>
                    <a:pt x="583" y="21557"/>
                    <a:pt x="569" y="21559"/>
                  </a:cubicBezTo>
                  <a:cubicBezTo>
                    <a:pt x="171" y="21587"/>
                    <a:pt x="171" y="22155"/>
                    <a:pt x="540" y="22184"/>
                  </a:cubicBezTo>
                  <a:cubicBezTo>
                    <a:pt x="558" y="22187"/>
                    <a:pt x="575" y="22188"/>
                    <a:pt x="592" y="22188"/>
                  </a:cubicBezTo>
                  <a:cubicBezTo>
                    <a:pt x="744" y="22188"/>
                    <a:pt x="884" y="22078"/>
                    <a:pt x="909" y="21900"/>
                  </a:cubicBezTo>
                  <a:cubicBezTo>
                    <a:pt x="909" y="21716"/>
                    <a:pt x="788" y="21556"/>
                    <a:pt x="612" y="21556"/>
                  </a:cubicBezTo>
                  <a:close/>
                  <a:moveTo>
                    <a:pt x="8451" y="22265"/>
                  </a:moveTo>
                  <a:cubicBezTo>
                    <a:pt x="8436" y="22265"/>
                    <a:pt x="8421" y="22266"/>
                    <a:pt x="8407" y="22269"/>
                  </a:cubicBezTo>
                  <a:cubicBezTo>
                    <a:pt x="8208" y="22269"/>
                    <a:pt x="8037" y="22468"/>
                    <a:pt x="8066" y="22666"/>
                  </a:cubicBezTo>
                  <a:lnTo>
                    <a:pt x="8094" y="22666"/>
                  </a:lnTo>
                  <a:cubicBezTo>
                    <a:pt x="8123" y="22837"/>
                    <a:pt x="8293" y="22950"/>
                    <a:pt x="8463" y="22950"/>
                  </a:cubicBezTo>
                  <a:cubicBezTo>
                    <a:pt x="8662" y="22922"/>
                    <a:pt x="8776" y="22752"/>
                    <a:pt x="8747" y="22553"/>
                  </a:cubicBezTo>
                  <a:cubicBezTo>
                    <a:pt x="8747" y="22397"/>
                    <a:pt x="8605" y="22265"/>
                    <a:pt x="8451" y="22265"/>
                  </a:cubicBezTo>
                  <a:close/>
                  <a:moveTo>
                    <a:pt x="10645" y="22804"/>
                  </a:moveTo>
                  <a:cubicBezTo>
                    <a:pt x="10628" y="22804"/>
                    <a:pt x="10611" y="22805"/>
                    <a:pt x="10593" y="22808"/>
                  </a:cubicBezTo>
                  <a:cubicBezTo>
                    <a:pt x="10423" y="22808"/>
                    <a:pt x="10281" y="22950"/>
                    <a:pt x="10281" y="23121"/>
                  </a:cubicBezTo>
                  <a:cubicBezTo>
                    <a:pt x="10281" y="23291"/>
                    <a:pt x="10423" y="23405"/>
                    <a:pt x="10593" y="23433"/>
                  </a:cubicBezTo>
                  <a:cubicBezTo>
                    <a:pt x="10792" y="23433"/>
                    <a:pt x="10963" y="23263"/>
                    <a:pt x="10934" y="23064"/>
                  </a:cubicBezTo>
                  <a:cubicBezTo>
                    <a:pt x="10909" y="22911"/>
                    <a:pt x="10792" y="22804"/>
                    <a:pt x="10645" y="22804"/>
                  </a:cubicBezTo>
                  <a:close/>
                  <a:moveTo>
                    <a:pt x="3068" y="23064"/>
                  </a:moveTo>
                  <a:cubicBezTo>
                    <a:pt x="2897" y="23092"/>
                    <a:pt x="2755" y="23206"/>
                    <a:pt x="2755" y="23376"/>
                  </a:cubicBezTo>
                  <a:cubicBezTo>
                    <a:pt x="2755" y="23558"/>
                    <a:pt x="2898" y="23692"/>
                    <a:pt x="3074" y="23692"/>
                  </a:cubicBezTo>
                  <a:cubicBezTo>
                    <a:pt x="3091" y="23692"/>
                    <a:pt x="3107" y="23691"/>
                    <a:pt x="3124" y="23689"/>
                  </a:cubicBezTo>
                  <a:cubicBezTo>
                    <a:pt x="3295" y="23660"/>
                    <a:pt x="3408" y="23518"/>
                    <a:pt x="3408" y="23348"/>
                  </a:cubicBezTo>
                  <a:cubicBezTo>
                    <a:pt x="3380" y="23178"/>
                    <a:pt x="3238" y="23064"/>
                    <a:pt x="3068" y="23064"/>
                  </a:cubicBezTo>
                  <a:close/>
                  <a:moveTo>
                    <a:pt x="5396" y="24086"/>
                  </a:moveTo>
                  <a:cubicBezTo>
                    <a:pt x="5198" y="24115"/>
                    <a:pt x="5056" y="24257"/>
                    <a:pt x="5056" y="24456"/>
                  </a:cubicBezTo>
                  <a:cubicBezTo>
                    <a:pt x="5084" y="24654"/>
                    <a:pt x="5226" y="24796"/>
                    <a:pt x="5425" y="24796"/>
                  </a:cubicBezTo>
                  <a:cubicBezTo>
                    <a:pt x="5624" y="24768"/>
                    <a:pt x="5766" y="24626"/>
                    <a:pt x="5766" y="24427"/>
                  </a:cubicBezTo>
                  <a:cubicBezTo>
                    <a:pt x="5766" y="24228"/>
                    <a:pt x="5595" y="24086"/>
                    <a:pt x="5396" y="24086"/>
                  </a:cubicBezTo>
                  <a:close/>
                  <a:moveTo>
                    <a:pt x="341" y="24512"/>
                  </a:moveTo>
                  <a:cubicBezTo>
                    <a:pt x="171" y="24512"/>
                    <a:pt x="29" y="24654"/>
                    <a:pt x="29" y="24825"/>
                  </a:cubicBezTo>
                  <a:cubicBezTo>
                    <a:pt x="1" y="24967"/>
                    <a:pt x="114" y="25109"/>
                    <a:pt x="256" y="25109"/>
                  </a:cubicBezTo>
                  <a:cubicBezTo>
                    <a:pt x="286" y="25119"/>
                    <a:pt x="317" y="25123"/>
                    <a:pt x="346" y="25123"/>
                  </a:cubicBezTo>
                  <a:cubicBezTo>
                    <a:pt x="482" y="25123"/>
                    <a:pt x="602" y="25022"/>
                    <a:pt x="625" y="24882"/>
                  </a:cubicBezTo>
                  <a:cubicBezTo>
                    <a:pt x="625" y="24711"/>
                    <a:pt x="512" y="24541"/>
                    <a:pt x="341" y="24541"/>
                  </a:cubicBezTo>
                  <a:lnTo>
                    <a:pt x="341" y="24512"/>
                  </a:lnTo>
                  <a:close/>
                  <a:moveTo>
                    <a:pt x="10849" y="25137"/>
                  </a:moveTo>
                  <a:cubicBezTo>
                    <a:pt x="10679" y="25137"/>
                    <a:pt x="10565" y="25279"/>
                    <a:pt x="10593" y="25450"/>
                  </a:cubicBezTo>
                  <a:cubicBezTo>
                    <a:pt x="10593" y="25577"/>
                    <a:pt x="10707" y="25681"/>
                    <a:pt x="10833" y="25681"/>
                  </a:cubicBezTo>
                  <a:cubicBezTo>
                    <a:pt x="10848" y="25681"/>
                    <a:pt x="10863" y="25680"/>
                    <a:pt x="10877" y="25677"/>
                  </a:cubicBezTo>
                  <a:cubicBezTo>
                    <a:pt x="11019" y="25677"/>
                    <a:pt x="11133" y="25535"/>
                    <a:pt x="11133" y="25393"/>
                  </a:cubicBezTo>
                  <a:cubicBezTo>
                    <a:pt x="11105" y="25251"/>
                    <a:pt x="11019" y="25166"/>
                    <a:pt x="10877" y="25137"/>
                  </a:cubicBezTo>
                  <a:close/>
                  <a:moveTo>
                    <a:pt x="8393" y="25073"/>
                  </a:moveTo>
                  <a:cubicBezTo>
                    <a:pt x="8012" y="25073"/>
                    <a:pt x="7980" y="25706"/>
                    <a:pt x="8408" y="25706"/>
                  </a:cubicBezTo>
                  <a:cubicBezTo>
                    <a:pt x="8417" y="25706"/>
                    <a:pt x="8426" y="25706"/>
                    <a:pt x="8435" y="25705"/>
                  </a:cubicBezTo>
                  <a:cubicBezTo>
                    <a:pt x="8605" y="25705"/>
                    <a:pt x="8747" y="25563"/>
                    <a:pt x="8747" y="25393"/>
                  </a:cubicBezTo>
                  <a:cubicBezTo>
                    <a:pt x="8747" y="25222"/>
                    <a:pt x="8634" y="25080"/>
                    <a:pt x="8463" y="25080"/>
                  </a:cubicBezTo>
                  <a:cubicBezTo>
                    <a:pt x="8439" y="25076"/>
                    <a:pt x="8415" y="25073"/>
                    <a:pt x="8393" y="25073"/>
                  </a:cubicBezTo>
                  <a:close/>
                  <a:moveTo>
                    <a:pt x="2355" y="25673"/>
                  </a:moveTo>
                  <a:cubicBezTo>
                    <a:pt x="2164" y="25673"/>
                    <a:pt x="1974" y="25801"/>
                    <a:pt x="1989" y="26046"/>
                  </a:cubicBezTo>
                  <a:cubicBezTo>
                    <a:pt x="2017" y="26245"/>
                    <a:pt x="2159" y="26387"/>
                    <a:pt x="2358" y="26387"/>
                  </a:cubicBezTo>
                  <a:cubicBezTo>
                    <a:pt x="2556" y="26358"/>
                    <a:pt x="2698" y="26216"/>
                    <a:pt x="2727" y="26046"/>
                  </a:cubicBezTo>
                  <a:cubicBezTo>
                    <a:pt x="2727" y="25794"/>
                    <a:pt x="2541" y="25673"/>
                    <a:pt x="2355" y="25673"/>
                  </a:cubicBezTo>
                  <a:close/>
                  <a:moveTo>
                    <a:pt x="4516" y="27097"/>
                  </a:moveTo>
                  <a:cubicBezTo>
                    <a:pt x="4346" y="27125"/>
                    <a:pt x="4232" y="27267"/>
                    <a:pt x="4232" y="27437"/>
                  </a:cubicBezTo>
                  <a:cubicBezTo>
                    <a:pt x="4260" y="27608"/>
                    <a:pt x="4374" y="27721"/>
                    <a:pt x="4544" y="27750"/>
                  </a:cubicBezTo>
                  <a:cubicBezTo>
                    <a:pt x="4715" y="27750"/>
                    <a:pt x="4857" y="27636"/>
                    <a:pt x="4857" y="27466"/>
                  </a:cubicBezTo>
                  <a:cubicBezTo>
                    <a:pt x="4857" y="27267"/>
                    <a:pt x="4715" y="27097"/>
                    <a:pt x="4516" y="27097"/>
                  </a:cubicBezTo>
                  <a:close/>
                  <a:moveTo>
                    <a:pt x="7264" y="27235"/>
                  </a:moveTo>
                  <a:cubicBezTo>
                    <a:pt x="7248" y="27235"/>
                    <a:pt x="7231" y="27236"/>
                    <a:pt x="7214" y="27239"/>
                  </a:cubicBezTo>
                  <a:cubicBezTo>
                    <a:pt x="7015" y="27239"/>
                    <a:pt x="6873" y="27381"/>
                    <a:pt x="6845" y="27579"/>
                  </a:cubicBezTo>
                  <a:cubicBezTo>
                    <a:pt x="6873" y="27778"/>
                    <a:pt x="7044" y="27920"/>
                    <a:pt x="7242" y="27949"/>
                  </a:cubicBezTo>
                  <a:cubicBezTo>
                    <a:pt x="7441" y="27920"/>
                    <a:pt x="7583" y="27750"/>
                    <a:pt x="7583" y="27551"/>
                  </a:cubicBezTo>
                  <a:cubicBezTo>
                    <a:pt x="7557" y="27369"/>
                    <a:pt x="7436" y="27235"/>
                    <a:pt x="7264" y="27235"/>
                  </a:cubicBezTo>
                  <a:close/>
                  <a:moveTo>
                    <a:pt x="10934" y="27523"/>
                  </a:moveTo>
                  <a:cubicBezTo>
                    <a:pt x="10764" y="27551"/>
                    <a:pt x="10622" y="27693"/>
                    <a:pt x="10650" y="27892"/>
                  </a:cubicBezTo>
                  <a:cubicBezTo>
                    <a:pt x="10650" y="28062"/>
                    <a:pt x="10821" y="28176"/>
                    <a:pt x="10991" y="28176"/>
                  </a:cubicBezTo>
                  <a:cubicBezTo>
                    <a:pt x="11161" y="28147"/>
                    <a:pt x="11303" y="28005"/>
                    <a:pt x="11275" y="27807"/>
                  </a:cubicBezTo>
                  <a:cubicBezTo>
                    <a:pt x="11247" y="27636"/>
                    <a:pt x="11105" y="27523"/>
                    <a:pt x="10934" y="27523"/>
                  </a:cubicBezTo>
                  <a:close/>
                  <a:moveTo>
                    <a:pt x="9003" y="28715"/>
                  </a:moveTo>
                  <a:cubicBezTo>
                    <a:pt x="9004" y="28716"/>
                    <a:pt x="9006" y="28716"/>
                    <a:pt x="9007" y="28716"/>
                  </a:cubicBezTo>
                  <a:lnTo>
                    <a:pt x="9007" y="28716"/>
                  </a:lnTo>
                  <a:cubicBezTo>
                    <a:pt x="9015" y="28716"/>
                    <a:pt x="9023" y="28715"/>
                    <a:pt x="9031" y="28715"/>
                  </a:cubicBezTo>
                  <a:close/>
                  <a:moveTo>
                    <a:pt x="467" y="28108"/>
                  </a:moveTo>
                  <a:cubicBezTo>
                    <a:pt x="444" y="28108"/>
                    <a:pt x="421" y="28111"/>
                    <a:pt x="398" y="28119"/>
                  </a:cubicBezTo>
                  <a:cubicBezTo>
                    <a:pt x="228" y="28147"/>
                    <a:pt x="114" y="28289"/>
                    <a:pt x="114" y="28460"/>
                  </a:cubicBezTo>
                  <a:cubicBezTo>
                    <a:pt x="143" y="28630"/>
                    <a:pt x="256" y="28744"/>
                    <a:pt x="427" y="28772"/>
                  </a:cubicBezTo>
                  <a:cubicBezTo>
                    <a:pt x="625" y="28772"/>
                    <a:pt x="767" y="28630"/>
                    <a:pt x="767" y="28431"/>
                  </a:cubicBezTo>
                  <a:cubicBezTo>
                    <a:pt x="767" y="28259"/>
                    <a:pt x="618" y="28108"/>
                    <a:pt x="467" y="28108"/>
                  </a:cubicBezTo>
                  <a:close/>
                  <a:moveTo>
                    <a:pt x="2443" y="28801"/>
                  </a:moveTo>
                  <a:cubicBezTo>
                    <a:pt x="2301" y="28801"/>
                    <a:pt x="2159" y="28886"/>
                    <a:pt x="2159" y="29056"/>
                  </a:cubicBezTo>
                  <a:cubicBezTo>
                    <a:pt x="2111" y="29264"/>
                    <a:pt x="2270" y="29391"/>
                    <a:pt x="2434" y="29391"/>
                  </a:cubicBezTo>
                  <a:cubicBezTo>
                    <a:pt x="2561" y="29391"/>
                    <a:pt x="2690" y="29315"/>
                    <a:pt x="2727" y="29141"/>
                  </a:cubicBezTo>
                  <a:lnTo>
                    <a:pt x="2727" y="29170"/>
                  </a:lnTo>
                  <a:cubicBezTo>
                    <a:pt x="2755" y="28971"/>
                    <a:pt x="2613" y="28801"/>
                    <a:pt x="2443" y="28801"/>
                  </a:cubicBezTo>
                  <a:close/>
                  <a:moveTo>
                    <a:pt x="9007" y="28716"/>
                  </a:moveTo>
                  <a:cubicBezTo>
                    <a:pt x="8790" y="28728"/>
                    <a:pt x="8604" y="28894"/>
                    <a:pt x="8577" y="29113"/>
                  </a:cubicBezTo>
                  <a:cubicBezTo>
                    <a:pt x="8605" y="29312"/>
                    <a:pt x="8747" y="29454"/>
                    <a:pt x="8946" y="29482"/>
                  </a:cubicBezTo>
                  <a:cubicBezTo>
                    <a:pt x="9145" y="29482"/>
                    <a:pt x="9344" y="29312"/>
                    <a:pt x="9372" y="29113"/>
                  </a:cubicBezTo>
                  <a:cubicBezTo>
                    <a:pt x="9372" y="28916"/>
                    <a:pt x="9204" y="28746"/>
                    <a:pt x="9007" y="28716"/>
                  </a:cubicBezTo>
                  <a:close/>
                  <a:moveTo>
                    <a:pt x="5296" y="29536"/>
                  </a:moveTo>
                  <a:cubicBezTo>
                    <a:pt x="5113" y="29536"/>
                    <a:pt x="4942" y="29698"/>
                    <a:pt x="4942" y="29908"/>
                  </a:cubicBezTo>
                  <a:cubicBezTo>
                    <a:pt x="4942" y="30107"/>
                    <a:pt x="5112" y="30277"/>
                    <a:pt x="5311" y="30277"/>
                  </a:cubicBezTo>
                  <a:cubicBezTo>
                    <a:pt x="5320" y="30278"/>
                    <a:pt x="5329" y="30278"/>
                    <a:pt x="5338" y="30278"/>
                  </a:cubicBezTo>
                  <a:cubicBezTo>
                    <a:pt x="5796" y="30278"/>
                    <a:pt x="5841" y="29567"/>
                    <a:pt x="5340" y="29539"/>
                  </a:cubicBezTo>
                  <a:cubicBezTo>
                    <a:pt x="5325" y="29537"/>
                    <a:pt x="5310" y="29536"/>
                    <a:pt x="5296" y="29536"/>
                  </a:cubicBezTo>
                  <a:close/>
                  <a:moveTo>
                    <a:pt x="11076" y="30050"/>
                  </a:moveTo>
                  <a:cubicBezTo>
                    <a:pt x="10906" y="30050"/>
                    <a:pt x="10764" y="30164"/>
                    <a:pt x="10764" y="30334"/>
                  </a:cubicBezTo>
                  <a:cubicBezTo>
                    <a:pt x="10735" y="30505"/>
                    <a:pt x="10877" y="30646"/>
                    <a:pt x="11048" y="30675"/>
                  </a:cubicBezTo>
                  <a:cubicBezTo>
                    <a:pt x="11218" y="30675"/>
                    <a:pt x="11360" y="30533"/>
                    <a:pt x="11360" y="30363"/>
                  </a:cubicBezTo>
                  <a:cubicBezTo>
                    <a:pt x="11389" y="30221"/>
                    <a:pt x="11247" y="30079"/>
                    <a:pt x="11076" y="30050"/>
                  </a:cubicBezTo>
                  <a:close/>
                  <a:moveTo>
                    <a:pt x="1392" y="30760"/>
                  </a:moveTo>
                  <a:cubicBezTo>
                    <a:pt x="1193" y="30760"/>
                    <a:pt x="995" y="30902"/>
                    <a:pt x="995" y="31101"/>
                  </a:cubicBezTo>
                  <a:cubicBezTo>
                    <a:pt x="995" y="31300"/>
                    <a:pt x="1137" y="31470"/>
                    <a:pt x="1335" y="31470"/>
                  </a:cubicBezTo>
                  <a:cubicBezTo>
                    <a:pt x="1534" y="31442"/>
                    <a:pt x="1676" y="31300"/>
                    <a:pt x="1705" y="31101"/>
                  </a:cubicBezTo>
                  <a:cubicBezTo>
                    <a:pt x="1676" y="30930"/>
                    <a:pt x="1563" y="30788"/>
                    <a:pt x="1392" y="30760"/>
                  </a:cubicBezTo>
                  <a:close/>
                  <a:moveTo>
                    <a:pt x="7513" y="30871"/>
                  </a:moveTo>
                  <a:cubicBezTo>
                    <a:pt x="7499" y="30871"/>
                    <a:pt x="7484" y="30872"/>
                    <a:pt x="7470" y="30874"/>
                  </a:cubicBezTo>
                  <a:cubicBezTo>
                    <a:pt x="7299" y="30902"/>
                    <a:pt x="7186" y="31044"/>
                    <a:pt x="7186" y="31243"/>
                  </a:cubicBezTo>
                  <a:cubicBezTo>
                    <a:pt x="7213" y="31424"/>
                    <a:pt x="7364" y="31516"/>
                    <a:pt x="7514" y="31516"/>
                  </a:cubicBezTo>
                  <a:cubicBezTo>
                    <a:pt x="7670" y="31516"/>
                    <a:pt x="7824" y="31417"/>
                    <a:pt x="7839" y="31214"/>
                  </a:cubicBezTo>
                  <a:cubicBezTo>
                    <a:pt x="7839" y="31030"/>
                    <a:pt x="7693" y="30871"/>
                    <a:pt x="7513" y="30871"/>
                  </a:cubicBezTo>
                  <a:close/>
                  <a:moveTo>
                    <a:pt x="3607" y="31243"/>
                  </a:moveTo>
                  <a:cubicBezTo>
                    <a:pt x="3408" y="31243"/>
                    <a:pt x="3238" y="31442"/>
                    <a:pt x="3266" y="31640"/>
                  </a:cubicBezTo>
                  <a:cubicBezTo>
                    <a:pt x="3295" y="31811"/>
                    <a:pt x="3437" y="31924"/>
                    <a:pt x="3607" y="31953"/>
                  </a:cubicBezTo>
                  <a:cubicBezTo>
                    <a:pt x="3806" y="31953"/>
                    <a:pt x="3948" y="31782"/>
                    <a:pt x="3948" y="31584"/>
                  </a:cubicBezTo>
                  <a:cubicBezTo>
                    <a:pt x="3948" y="31385"/>
                    <a:pt x="3806" y="31243"/>
                    <a:pt x="3607" y="31243"/>
                  </a:cubicBezTo>
                  <a:close/>
                  <a:moveTo>
                    <a:pt x="9259" y="31640"/>
                  </a:moveTo>
                  <a:cubicBezTo>
                    <a:pt x="9060" y="31669"/>
                    <a:pt x="8918" y="31839"/>
                    <a:pt x="8946" y="32038"/>
                  </a:cubicBezTo>
                  <a:cubicBezTo>
                    <a:pt x="8918" y="32237"/>
                    <a:pt x="9088" y="32407"/>
                    <a:pt x="9287" y="32407"/>
                  </a:cubicBezTo>
                  <a:cubicBezTo>
                    <a:pt x="9486" y="32407"/>
                    <a:pt x="9656" y="32237"/>
                    <a:pt x="9656" y="32038"/>
                  </a:cubicBezTo>
                  <a:cubicBezTo>
                    <a:pt x="9656" y="31811"/>
                    <a:pt x="9486" y="31640"/>
                    <a:pt x="9259" y="31640"/>
                  </a:cubicBezTo>
                  <a:close/>
                  <a:moveTo>
                    <a:pt x="6078" y="32691"/>
                  </a:moveTo>
                  <a:cubicBezTo>
                    <a:pt x="5879" y="32720"/>
                    <a:pt x="5737" y="32833"/>
                    <a:pt x="5709" y="33004"/>
                  </a:cubicBezTo>
                  <a:cubicBezTo>
                    <a:pt x="5680" y="33174"/>
                    <a:pt x="5822" y="33344"/>
                    <a:pt x="6021" y="33373"/>
                  </a:cubicBezTo>
                  <a:cubicBezTo>
                    <a:pt x="6038" y="33375"/>
                    <a:pt x="6055" y="33376"/>
                    <a:pt x="6072" y="33376"/>
                  </a:cubicBezTo>
                  <a:cubicBezTo>
                    <a:pt x="6248" y="33376"/>
                    <a:pt x="6393" y="33242"/>
                    <a:pt x="6419" y="33060"/>
                  </a:cubicBezTo>
                  <a:cubicBezTo>
                    <a:pt x="6419" y="32862"/>
                    <a:pt x="6248" y="32691"/>
                    <a:pt x="6078" y="32691"/>
                  </a:cubicBezTo>
                  <a:close/>
                  <a:moveTo>
                    <a:pt x="11275" y="32833"/>
                  </a:moveTo>
                  <a:cubicBezTo>
                    <a:pt x="11105" y="32890"/>
                    <a:pt x="10991" y="33032"/>
                    <a:pt x="10991" y="33202"/>
                  </a:cubicBezTo>
                  <a:cubicBezTo>
                    <a:pt x="10991" y="33373"/>
                    <a:pt x="11105" y="33515"/>
                    <a:pt x="11275" y="33515"/>
                  </a:cubicBezTo>
                  <a:cubicBezTo>
                    <a:pt x="11290" y="33517"/>
                    <a:pt x="11304" y="33518"/>
                    <a:pt x="11318" y="33518"/>
                  </a:cubicBezTo>
                  <a:cubicBezTo>
                    <a:pt x="11469" y="33518"/>
                    <a:pt x="11590" y="33386"/>
                    <a:pt x="11616" y="33231"/>
                  </a:cubicBezTo>
                  <a:cubicBezTo>
                    <a:pt x="11616" y="33032"/>
                    <a:pt x="11474" y="32862"/>
                    <a:pt x="11275" y="32833"/>
                  </a:cubicBezTo>
                  <a:close/>
                  <a:moveTo>
                    <a:pt x="2698" y="33259"/>
                  </a:moveTo>
                  <a:cubicBezTo>
                    <a:pt x="2528" y="33316"/>
                    <a:pt x="2415" y="33486"/>
                    <a:pt x="2443" y="33685"/>
                  </a:cubicBezTo>
                  <a:cubicBezTo>
                    <a:pt x="2468" y="33864"/>
                    <a:pt x="2631" y="33973"/>
                    <a:pt x="2788" y="33973"/>
                  </a:cubicBezTo>
                  <a:cubicBezTo>
                    <a:pt x="2805" y="33973"/>
                    <a:pt x="2823" y="33972"/>
                    <a:pt x="2840" y="33969"/>
                  </a:cubicBezTo>
                  <a:cubicBezTo>
                    <a:pt x="3011" y="33941"/>
                    <a:pt x="3124" y="33799"/>
                    <a:pt x="3124" y="33628"/>
                  </a:cubicBezTo>
                  <a:cubicBezTo>
                    <a:pt x="3096" y="33430"/>
                    <a:pt x="2926" y="33259"/>
                    <a:pt x="2698" y="332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7"/>
            <p:cNvSpPr/>
            <p:nvPr/>
          </p:nvSpPr>
          <p:spPr>
            <a:xfrm>
              <a:off x="4954475" y="1134375"/>
              <a:ext cx="693650" cy="1075625"/>
            </a:xfrm>
            <a:custGeom>
              <a:rect b="b" l="l" r="r" t="t"/>
              <a:pathLst>
                <a:path extrusionOk="0" h="43025" w="27746">
                  <a:moveTo>
                    <a:pt x="21697" y="0"/>
                  </a:moveTo>
                  <a:cubicBezTo>
                    <a:pt x="21498" y="0"/>
                    <a:pt x="21328" y="142"/>
                    <a:pt x="21356" y="370"/>
                  </a:cubicBezTo>
                  <a:cubicBezTo>
                    <a:pt x="21356" y="483"/>
                    <a:pt x="21470" y="568"/>
                    <a:pt x="21583" y="568"/>
                  </a:cubicBezTo>
                  <a:cubicBezTo>
                    <a:pt x="21810" y="568"/>
                    <a:pt x="21981" y="398"/>
                    <a:pt x="21981" y="256"/>
                  </a:cubicBezTo>
                  <a:cubicBezTo>
                    <a:pt x="21952" y="114"/>
                    <a:pt x="21839" y="0"/>
                    <a:pt x="21697" y="0"/>
                  </a:cubicBezTo>
                  <a:close/>
                  <a:moveTo>
                    <a:pt x="23459" y="624"/>
                  </a:moveTo>
                  <a:cubicBezTo>
                    <a:pt x="23197" y="624"/>
                    <a:pt x="23127" y="1025"/>
                    <a:pt x="23429" y="1080"/>
                  </a:cubicBezTo>
                  <a:cubicBezTo>
                    <a:pt x="23444" y="1083"/>
                    <a:pt x="23459" y="1084"/>
                    <a:pt x="23473" y="1084"/>
                  </a:cubicBezTo>
                  <a:cubicBezTo>
                    <a:pt x="23594" y="1084"/>
                    <a:pt x="23688" y="982"/>
                    <a:pt x="23713" y="881"/>
                  </a:cubicBezTo>
                  <a:cubicBezTo>
                    <a:pt x="23713" y="739"/>
                    <a:pt x="23628" y="625"/>
                    <a:pt x="23486" y="625"/>
                  </a:cubicBezTo>
                  <a:cubicBezTo>
                    <a:pt x="23477" y="624"/>
                    <a:pt x="23468" y="624"/>
                    <a:pt x="23459" y="624"/>
                  </a:cubicBezTo>
                  <a:close/>
                  <a:moveTo>
                    <a:pt x="20575" y="480"/>
                  </a:moveTo>
                  <a:cubicBezTo>
                    <a:pt x="20420" y="480"/>
                    <a:pt x="20277" y="618"/>
                    <a:pt x="20277" y="852"/>
                  </a:cubicBezTo>
                  <a:cubicBezTo>
                    <a:pt x="20277" y="966"/>
                    <a:pt x="20277" y="1080"/>
                    <a:pt x="20447" y="1108"/>
                  </a:cubicBezTo>
                  <a:cubicBezTo>
                    <a:pt x="20462" y="1111"/>
                    <a:pt x="20477" y="1112"/>
                    <a:pt x="20492" y="1112"/>
                  </a:cubicBezTo>
                  <a:cubicBezTo>
                    <a:pt x="20627" y="1112"/>
                    <a:pt x="20788" y="1000"/>
                    <a:pt x="20788" y="796"/>
                  </a:cubicBezTo>
                  <a:cubicBezTo>
                    <a:pt x="20816" y="654"/>
                    <a:pt x="20731" y="540"/>
                    <a:pt x="20618" y="483"/>
                  </a:cubicBezTo>
                  <a:cubicBezTo>
                    <a:pt x="20603" y="481"/>
                    <a:pt x="20589" y="480"/>
                    <a:pt x="20575" y="480"/>
                  </a:cubicBezTo>
                  <a:close/>
                  <a:moveTo>
                    <a:pt x="24281" y="1676"/>
                  </a:moveTo>
                  <a:cubicBezTo>
                    <a:pt x="24111" y="1676"/>
                    <a:pt x="23969" y="1790"/>
                    <a:pt x="23969" y="1960"/>
                  </a:cubicBezTo>
                  <a:cubicBezTo>
                    <a:pt x="23969" y="2102"/>
                    <a:pt x="24111" y="2216"/>
                    <a:pt x="24253" y="2216"/>
                  </a:cubicBezTo>
                  <a:cubicBezTo>
                    <a:pt x="24272" y="2220"/>
                    <a:pt x="24291" y="2223"/>
                    <a:pt x="24311" y="2223"/>
                  </a:cubicBezTo>
                  <a:cubicBezTo>
                    <a:pt x="24411" y="2223"/>
                    <a:pt x="24518" y="2163"/>
                    <a:pt x="24565" y="2045"/>
                  </a:cubicBezTo>
                  <a:cubicBezTo>
                    <a:pt x="24565" y="1875"/>
                    <a:pt x="24452" y="1704"/>
                    <a:pt x="24281" y="1676"/>
                  </a:cubicBezTo>
                  <a:close/>
                  <a:moveTo>
                    <a:pt x="22748" y="1875"/>
                  </a:moveTo>
                  <a:cubicBezTo>
                    <a:pt x="22606" y="1875"/>
                    <a:pt x="22520" y="2017"/>
                    <a:pt x="22520" y="2159"/>
                  </a:cubicBezTo>
                  <a:cubicBezTo>
                    <a:pt x="22520" y="2272"/>
                    <a:pt x="22634" y="2358"/>
                    <a:pt x="22748" y="2358"/>
                  </a:cubicBezTo>
                  <a:cubicBezTo>
                    <a:pt x="22762" y="2360"/>
                    <a:pt x="22777" y="2362"/>
                    <a:pt x="22792" y="2362"/>
                  </a:cubicBezTo>
                  <a:cubicBezTo>
                    <a:pt x="22918" y="2362"/>
                    <a:pt x="23032" y="2258"/>
                    <a:pt x="23032" y="2130"/>
                  </a:cubicBezTo>
                  <a:cubicBezTo>
                    <a:pt x="23003" y="1988"/>
                    <a:pt x="22890" y="1875"/>
                    <a:pt x="22748" y="1875"/>
                  </a:cubicBezTo>
                  <a:close/>
                  <a:moveTo>
                    <a:pt x="2200" y="1843"/>
                  </a:moveTo>
                  <a:cubicBezTo>
                    <a:pt x="2020" y="1843"/>
                    <a:pt x="1872" y="2003"/>
                    <a:pt x="1846" y="2187"/>
                  </a:cubicBezTo>
                  <a:cubicBezTo>
                    <a:pt x="1874" y="2329"/>
                    <a:pt x="1988" y="2471"/>
                    <a:pt x="2158" y="2500"/>
                  </a:cubicBezTo>
                  <a:cubicBezTo>
                    <a:pt x="2357" y="2471"/>
                    <a:pt x="2499" y="2329"/>
                    <a:pt x="2556" y="2130"/>
                  </a:cubicBezTo>
                  <a:cubicBezTo>
                    <a:pt x="2584" y="2017"/>
                    <a:pt x="2414" y="1846"/>
                    <a:pt x="2244" y="1846"/>
                  </a:cubicBezTo>
                  <a:cubicBezTo>
                    <a:pt x="2229" y="1844"/>
                    <a:pt x="2214" y="1843"/>
                    <a:pt x="2200" y="1843"/>
                  </a:cubicBezTo>
                  <a:close/>
                  <a:moveTo>
                    <a:pt x="10536" y="2130"/>
                  </a:moveTo>
                  <a:cubicBezTo>
                    <a:pt x="10366" y="2130"/>
                    <a:pt x="10224" y="2244"/>
                    <a:pt x="10195" y="2414"/>
                  </a:cubicBezTo>
                  <a:cubicBezTo>
                    <a:pt x="10195" y="2556"/>
                    <a:pt x="10309" y="2698"/>
                    <a:pt x="10451" y="2698"/>
                  </a:cubicBezTo>
                  <a:cubicBezTo>
                    <a:pt x="10650" y="2698"/>
                    <a:pt x="10820" y="2556"/>
                    <a:pt x="10820" y="2386"/>
                  </a:cubicBezTo>
                  <a:cubicBezTo>
                    <a:pt x="10820" y="2244"/>
                    <a:pt x="10678" y="2130"/>
                    <a:pt x="10536" y="2130"/>
                  </a:cubicBezTo>
                  <a:close/>
                  <a:moveTo>
                    <a:pt x="19667" y="2382"/>
                  </a:moveTo>
                  <a:cubicBezTo>
                    <a:pt x="19653" y="2382"/>
                    <a:pt x="19638" y="2383"/>
                    <a:pt x="19624" y="2386"/>
                  </a:cubicBezTo>
                  <a:cubicBezTo>
                    <a:pt x="19482" y="2443"/>
                    <a:pt x="19368" y="2613"/>
                    <a:pt x="19397" y="2784"/>
                  </a:cubicBezTo>
                  <a:cubicBezTo>
                    <a:pt x="19397" y="2925"/>
                    <a:pt x="19539" y="3011"/>
                    <a:pt x="19681" y="3011"/>
                  </a:cubicBezTo>
                  <a:cubicBezTo>
                    <a:pt x="19823" y="3011"/>
                    <a:pt x="19908" y="2840"/>
                    <a:pt x="19908" y="2642"/>
                  </a:cubicBezTo>
                  <a:cubicBezTo>
                    <a:pt x="19882" y="2489"/>
                    <a:pt x="19788" y="2382"/>
                    <a:pt x="19667" y="2382"/>
                  </a:cubicBezTo>
                  <a:close/>
                  <a:moveTo>
                    <a:pt x="12609" y="2613"/>
                  </a:moveTo>
                  <a:cubicBezTo>
                    <a:pt x="12467" y="2613"/>
                    <a:pt x="12325" y="2727"/>
                    <a:pt x="12354" y="2897"/>
                  </a:cubicBezTo>
                  <a:cubicBezTo>
                    <a:pt x="12378" y="3021"/>
                    <a:pt x="12468" y="3101"/>
                    <a:pt x="12603" y="3101"/>
                  </a:cubicBezTo>
                  <a:cubicBezTo>
                    <a:pt x="12623" y="3101"/>
                    <a:pt x="12644" y="3100"/>
                    <a:pt x="12666" y="3096"/>
                  </a:cubicBezTo>
                  <a:cubicBezTo>
                    <a:pt x="12780" y="3096"/>
                    <a:pt x="12865" y="3011"/>
                    <a:pt x="12865" y="2897"/>
                  </a:cubicBezTo>
                  <a:lnTo>
                    <a:pt x="12865" y="2869"/>
                  </a:lnTo>
                  <a:cubicBezTo>
                    <a:pt x="12865" y="2727"/>
                    <a:pt x="12751" y="2613"/>
                    <a:pt x="12609" y="2613"/>
                  </a:cubicBezTo>
                  <a:close/>
                  <a:moveTo>
                    <a:pt x="3891" y="2698"/>
                  </a:moveTo>
                  <a:cubicBezTo>
                    <a:pt x="3720" y="2727"/>
                    <a:pt x="3607" y="2869"/>
                    <a:pt x="3607" y="3039"/>
                  </a:cubicBezTo>
                  <a:cubicBezTo>
                    <a:pt x="3635" y="3209"/>
                    <a:pt x="3777" y="3323"/>
                    <a:pt x="3948" y="3351"/>
                  </a:cubicBezTo>
                  <a:cubicBezTo>
                    <a:pt x="4118" y="3295"/>
                    <a:pt x="4232" y="3153"/>
                    <a:pt x="4232" y="2982"/>
                  </a:cubicBezTo>
                  <a:cubicBezTo>
                    <a:pt x="4203" y="2812"/>
                    <a:pt x="4061" y="2698"/>
                    <a:pt x="3891" y="2698"/>
                  </a:cubicBezTo>
                  <a:close/>
                  <a:moveTo>
                    <a:pt x="24991" y="3437"/>
                  </a:moveTo>
                  <a:cubicBezTo>
                    <a:pt x="24996" y="3437"/>
                    <a:pt x="25001" y="3437"/>
                    <a:pt x="25005" y="3437"/>
                  </a:cubicBezTo>
                  <a:lnTo>
                    <a:pt x="25005" y="3437"/>
                  </a:lnTo>
                  <a:cubicBezTo>
                    <a:pt x="25010" y="3437"/>
                    <a:pt x="25015" y="3437"/>
                    <a:pt x="25020" y="3437"/>
                  </a:cubicBezTo>
                  <a:close/>
                  <a:moveTo>
                    <a:pt x="8889" y="3096"/>
                  </a:moveTo>
                  <a:cubicBezTo>
                    <a:pt x="8747" y="3124"/>
                    <a:pt x="8662" y="3266"/>
                    <a:pt x="8690" y="3408"/>
                  </a:cubicBezTo>
                  <a:cubicBezTo>
                    <a:pt x="8690" y="3550"/>
                    <a:pt x="8804" y="3664"/>
                    <a:pt x="8946" y="3664"/>
                  </a:cubicBezTo>
                  <a:cubicBezTo>
                    <a:pt x="9145" y="3664"/>
                    <a:pt x="9287" y="3493"/>
                    <a:pt x="9258" y="3295"/>
                  </a:cubicBezTo>
                  <a:cubicBezTo>
                    <a:pt x="9258" y="3153"/>
                    <a:pt x="9173" y="3096"/>
                    <a:pt x="8889" y="3096"/>
                  </a:cubicBezTo>
                  <a:close/>
                  <a:moveTo>
                    <a:pt x="962" y="3000"/>
                  </a:moveTo>
                  <a:cubicBezTo>
                    <a:pt x="872" y="3000"/>
                    <a:pt x="781" y="3032"/>
                    <a:pt x="738" y="3096"/>
                  </a:cubicBezTo>
                  <a:cubicBezTo>
                    <a:pt x="568" y="3209"/>
                    <a:pt x="511" y="3437"/>
                    <a:pt x="653" y="3579"/>
                  </a:cubicBezTo>
                  <a:cubicBezTo>
                    <a:pt x="717" y="3643"/>
                    <a:pt x="797" y="3675"/>
                    <a:pt x="881" y="3675"/>
                  </a:cubicBezTo>
                  <a:cubicBezTo>
                    <a:pt x="909" y="3675"/>
                    <a:pt x="937" y="3671"/>
                    <a:pt x="966" y="3664"/>
                  </a:cubicBezTo>
                  <a:cubicBezTo>
                    <a:pt x="1136" y="3607"/>
                    <a:pt x="1221" y="3465"/>
                    <a:pt x="1221" y="3295"/>
                  </a:cubicBezTo>
                  <a:cubicBezTo>
                    <a:pt x="1221" y="3181"/>
                    <a:pt x="1136" y="3067"/>
                    <a:pt x="1051" y="3011"/>
                  </a:cubicBezTo>
                  <a:cubicBezTo>
                    <a:pt x="1022" y="3004"/>
                    <a:pt x="992" y="3000"/>
                    <a:pt x="962" y="3000"/>
                  </a:cubicBezTo>
                  <a:close/>
                  <a:moveTo>
                    <a:pt x="21664" y="3262"/>
                  </a:moveTo>
                  <a:cubicBezTo>
                    <a:pt x="21647" y="3262"/>
                    <a:pt x="21629" y="3263"/>
                    <a:pt x="21612" y="3266"/>
                  </a:cubicBezTo>
                  <a:cubicBezTo>
                    <a:pt x="21470" y="3295"/>
                    <a:pt x="21384" y="3408"/>
                    <a:pt x="21413" y="3550"/>
                  </a:cubicBezTo>
                  <a:cubicBezTo>
                    <a:pt x="21413" y="3677"/>
                    <a:pt x="21527" y="3782"/>
                    <a:pt x="21653" y="3782"/>
                  </a:cubicBezTo>
                  <a:cubicBezTo>
                    <a:pt x="21667" y="3782"/>
                    <a:pt x="21682" y="3780"/>
                    <a:pt x="21697" y="3777"/>
                  </a:cubicBezTo>
                  <a:cubicBezTo>
                    <a:pt x="21839" y="3777"/>
                    <a:pt x="21952" y="3664"/>
                    <a:pt x="21952" y="3522"/>
                  </a:cubicBezTo>
                  <a:cubicBezTo>
                    <a:pt x="21952" y="3369"/>
                    <a:pt x="21815" y="3262"/>
                    <a:pt x="21664" y="3262"/>
                  </a:cubicBezTo>
                  <a:close/>
                  <a:moveTo>
                    <a:pt x="25005" y="3437"/>
                  </a:moveTo>
                  <a:cubicBezTo>
                    <a:pt x="24872" y="3443"/>
                    <a:pt x="24791" y="3527"/>
                    <a:pt x="24764" y="3664"/>
                  </a:cubicBezTo>
                  <a:cubicBezTo>
                    <a:pt x="24764" y="3777"/>
                    <a:pt x="24849" y="3891"/>
                    <a:pt x="24963" y="3919"/>
                  </a:cubicBezTo>
                  <a:cubicBezTo>
                    <a:pt x="24973" y="3922"/>
                    <a:pt x="24983" y="3923"/>
                    <a:pt x="24994" y="3923"/>
                  </a:cubicBezTo>
                  <a:cubicBezTo>
                    <a:pt x="25105" y="3923"/>
                    <a:pt x="25247" y="3793"/>
                    <a:pt x="25247" y="3664"/>
                  </a:cubicBezTo>
                  <a:cubicBezTo>
                    <a:pt x="25219" y="3527"/>
                    <a:pt x="25139" y="3443"/>
                    <a:pt x="25005" y="3437"/>
                  </a:cubicBezTo>
                  <a:close/>
                  <a:moveTo>
                    <a:pt x="11364" y="3802"/>
                  </a:moveTo>
                  <a:cubicBezTo>
                    <a:pt x="11212" y="3802"/>
                    <a:pt x="11073" y="3909"/>
                    <a:pt x="11047" y="4061"/>
                  </a:cubicBezTo>
                  <a:cubicBezTo>
                    <a:pt x="11019" y="4232"/>
                    <a:pt x="11189" y="4402"/>
                    <a:pt x="11416" y="4402"/>
                  </a:cubicBezTo>
                  <a:cubicBezTo>
                    <a:pt x="11558" y="4402"/>
                    <a:pt x="11672" y="4289"/>
                    <a:pt x="11672" y="4147"/>
                  </a:cubicBezTo>
                  <a:cubicBezTo>
                    <a:pt x="11700" y="3976"/>
                    <a:pt x="11587" y="3806"/>
                    <a:pt x="11416" y="3806"/>
                  </a:cubicBezTo>
                  <a:cubicBezTo>
                    <a:pt x="11399" y="3803"/>
                    <a:pt x="11381" y="3802"/>
                    <a:pt x="11364" y="3802"/>
                  </a:cubicBezTo>
                  <a:close/>
                  <a:moveTo>
                    <a:pt x="2300" y="3806"/>
                  </a:moveTo>
                  <a:cubicBezTo>
                    <a:pt x="2102" y="3834"/>
                    <a:pt x="1960" y="4005"/>
                    <a:pt x="1960" y="4203"/>
                  </a:cubicBezTo>
                  <a:cubicBezTo>
                    <a:pt x="1988" y="4345"/>
                    <a:pt x="2102" y="4459"/>
                    <a:pt x="2244" y="4487"/>
                  </a:cubicBezTo>
                  <a:cubicBezTo>
                    <a:pt x="2442" y="4459"/>
                    <a:pt x="2641" y="4289"/>
                    <a:pt x="2641" y="4090"/>
                  </a:cubicBezTo>
                  <a:cubicBezTo>
                    <a:pt x="2613" y="3919"/>
                    <a:pt x="2442" y="3806"/>
                    <a:pt x="2300" y="3806"/>
                  </a:cubicBezTo>
                  <a:close/>
                  <a:moveTo>
                    <a:pt x="4430" y="4118"/>
                  </a:moveTo>
                  <a:cubicBezTo>
                    <a:pt x="4288" y="4118"/>
                    <a:pt x="4175" y="4203"/>
                    <a:pt x="4146" y="4345"/>
                  </a:cubicBezTo>
                  <a:cubicBezTo>
                    <a:pt x="4118" y="4516"/>
                    <a:pt x="4260" y="4658"/>
                    <a:pt x="4430" y="4658"/>
                  </a:cubicBezTo>
                  <a:cubicBezTo>
                    <a:pt x="4572" y="4658"/>
                    <a:pt x="4686" y="4544"/>
                    <a:pt x="4686" y="4402"/>
                  </a:cubicBezTo>
                  <a:cubicBezTo>
                    <a:pt x="4686" y="4232"/>
                    <a:pt x="4572" y="4118"/>
                    <a:pt x="4430" y="4118"/>
                  </a:cubicBezTo>
                  <a:close/>
                  <a:moveTo>
                    <a:pt x="13291" y="4345"/>
                  </a:moveTo>
                  <a:cubicBezTo>
                    <a:pt x="13120" y="4345"/>
                    <a:pt x="13007" y="4487"/>
                    <a:pt x="13035" y="4658"/>
                  </a:cubicBezTo>
                  <a:cubicBezTo>
                    <a:pt x="13035" y="4828"/>
                    <a:pt x="13149" y="4942"/>
                    <a:pt x="13291" y="4942"/>
                  </a:cubicBezTo>
                  <a:cubicBezTo>
                    <a:pt x="13461" y="4913"/>
                    <a:pt x="13603" y="4771"/>
                    <a:pt x="13575" y="4601"/>
                  </a:cubicBezTo>
                  <a:cubicBezTo>
                    <a:pt x="13575" y="4459"/>
                    <a:pt x="13461" y="4345"/>
                    <a:pt x="13291" y="4345"/>
                  </a:cubicBezTo>
                  <a:close/>
                  <a:moveTo>
                    <a:pt x="23529" y="4482"/>
                  </a:moveTo>
                  <a:cubicBezTo>
                    <a:pt x="23515" y="4482"/>
                    <a:pt x="23501" y="4484"/>
                    <a:pt x="23486" y="4487"/>
                  </a:cubicBezTo>
                  <a:cubicBezTo>
                    <a:pt x="23471" y="4484"/>
                    <a:pt x="23457" y="4483"/>
                    <a:pt x="23443" y="4483"/>
                  </a:cubicBezTo>
                  <a:cubicBezTo>
                    <a:pt x="23322" y="4483"/>
                    <a:pt x="23230" y="4587"/>
                    <a:pt x="23230" y="4715"/>
                  </a:cubicBezTo>
                  <a:lnTo>
                    <a:pt x="23259" y="4715"/>
                  </a:lnTo>
                  <a:cubicBezTo>
                    <a:pt x="23230" y="4857"/>
                    <a:pt x="23344" y="4942"/>
                    <a:pt x="23458" y="4942"/>
                  </a:cubicBezTo>
                  <a:cubicBezTo>
                    <a:pt x="23628" y="4942"/>
                    <a:pt x="23742" y="4828"/>
                    <a:pt x="23713" y="4658"/>
                  </a:cubicBezTo>
                  <a:cubicBezTo>
                    <a:pt x="23689" y="4559"/>
                    <a:pt x="23621" y="4482"/>
                    <a:pt x="23529" y="4482"/>
                  </a:cubicBezTo>
                  <a:close/>
                  <a:moveTo>
                    <a:pt x="19604" y="4316"/>
                  </a:moveTo>
                  <a:cubicBezTo>
                    <a:pt x="19550" y="4316"/>
                    <a:pt x="19490" y="4347"/>
                    <a:pt x="19453" y="4402"/>
                  </a:cubicBezTo>
                  <a:cubicBezTo>
                    <a:pt x="19311" y="4601"/>
                    <a:pt x="19397" y="4885"/>
                    <a:pt x="19595" y="4999"/>
                  </a:cubicBezTo>
                  <a:cubicBezTo>
                    <a:pt x="19613" y="5002"/>
                    <a:pt x="19631" y="5003"/>
                    <a:pt x="19648" y="5003"/>
                  </a:cubicBezTo>
                  <a:cubicBezTo>
                    <a:pt x="19799" y="5003"/>
                    <a:pt x="19939" y="4896"/>
                    <a:pt x="19965" y="4743"/>
                  </a:cubicBezTo>
                  <a:cubicBezTo>
                    <a:pt x="19936" y="4573"/>
                    <a:pt x="19851" y="4431"/>
                    <a:pt x="19709" y="4345"/>
                  </a:cubicBezTo>
                  <a:lnTo>
                    <a:pt x="19681" y="4345"/>
                  </a:lnTo>
                  <a:cubicBezTo>
                    <a:pt x="19660" y="4325"/>
                    <a:pt x="19633" y="4316"/>
                    <a:pt x="19604" y="4316"/>
                  </a:cubicBezTo>
                  <a:close/>
                  <a:moveTo>
                    <a:pt x="9594" y="4852"/>
                  </a:moveTo>
                  <a:cubicBezTo>
                    <a:pt x="9577" y="4852"/>
                    <a:pt x="9560" y="4854"/>
                    <a:pt x="9542" y="4857"/>
                  </a:cubicBezTo>
                  <a:cubicBezTo>
                    <a:pt x="9429" y="4857"/>
                    <a:pt x="9343" y="4970"/>
                    <a:pt x="9372" y="5084"/>
                  </a:cubicBezTo>
                  <a:cubicBezTo>
                    <a:pt x="9372" y="5226"/>
                    <a:pt x="9457" y="5283"/>
                    <a:pt x="9599" y="5339"/>
                  </a:cubicBezTo>
                  <a:cubicBezTo>
                    <a:pt x="9684" y="5311"/>
                    <a:pt x="9798" y="5226"/>
                    <a:pt x="9798" y="5112"/>
                  </a:cubicBezTo>
                  <a:lnTo>
                    <a:pt x="9826" y="5084"/>
                  </a:lnTo>
                  <a:cubicBezTo>
                    <a:pt x="9826" y="4957"/>
                    <a:pt x="9735" y="4852"/>
                    <a:pt x="9594" y="4852"/>
                  </a:cubicBezTo>
                  <a:close/>
                  <a:moveTo>
                    <a:pt x="7895" y="4686"/>
                  </a:moveTo>
                  <a:cubicBezTo>
                    <a:pt x="7753" y="4686"/>
                    <a:pt x="7639" y="4771"/>
                    <a:pt x="7583" y="4913"/>
                  </a:cubicBezTo>
                  <a:cubicBezTo>
                    <a:pt x="7526" y="5027"/>
                    <a:pt x="7526" y="5197"/>
                    <a:pt x="7639" y="5283"/>
                  </a:cubicBezTo>
                  <a:cubicBezTo>
                    <a:pt x="7691" y="5347"/>
                    <a:pt x="7759" y="5376"/>
                    <a:pt x="7827" y="5376"/>
                  </a:cubicBezTo>
                  <a:cubicBezTo>
                    <a:pt x="7909" y="5376"/>
                    <a:pt x="7990" y="5332"/>
                    <a:pt x="8037" y="5254"/>
                  </a:cubicBezTo>
                  <a:cubicBezTo>
                    <a:pt x="8065" y="5197"/>
                    <a:pt x="8094" y="5112"/>
                    <a:pt x="8122" y="5055"/>
                  </a:cubicBezTo>
                  <a:cubicBezTo>
                    <a:pt x="8094" y="4970"/>
                    <a:pt x="8094" y="4885"/>
                    <a:pt x="8065" y="4771"/>
                  </a:cubicBezTo>
                  <a:lnTo>
                    <a:pt x="8065" y="4800"/>
                  </a:lnTo>
                  <a:cubicBezTo>
                    <a:pt x="8037" y="4715"/>
                    <a:pt x="7980" y="4686"/>
                    <a:pt x="7895" y="4686"/>
                  </a:cubicBezTo>
                  <a:close/>
                  <a:moveTo>
                    <a:pt x="3173" y="4924"/>
                  </a:moveTo>
                  <a:cubicBezTo>
                    <a:pt x="3059" y="4924"/>
                    <a:pt x="2954" y="5001"/>
                    <a:pt x="2954" y="5112"/>
                  </a:cubicBezTo>
                  <a:cubicBezTo>
                    <a:pt x="2897" y="5283"/>
                    <a:pt x="2982" y="5453"/>
                    <a:pt x="3152" y="5510"/>
                  </a:cubicBezTo>
                  <a:cubicBezTo>
                    <a:pt x="3294" y="5510"/>
                    <a:pt x="3436" y="5396"/>
                    <a:pt x="3436" y="5254"/>
                  </a:cubicBezTo>
                  <a:cubicBezTo>
                    <a:pt x="3465" y="5112"/>
                    <a:pt x="3408" y="4970"/>
                    <a:pt x="3266" y="4942"/>
                  </a:cubicBezTo>
                  <a:cubicBezTo>
                    <a:pt x="3236" y="4930"/>
                    <a:pt x="3204" y="4924"/>
                    <a:pt x="3173" y="4924"/>
                  </a:cubicBezTo>
                  <a:close/>
                  <a:moveTo>
                    <a:pt x="355" y="5108"/>
                  </a:moveTo>
                  <a:cubicBezTo>
                    <a:pt x="341" y="5108"/>
                    <a:pt x="327" y="5109"/>
                    <a:pt x="312" y="5112"/>
                  </a:cubicBezTo>
                  <a:cubicBezTo>
                    <a:pt x="142" y="5141"/>
                    <a:pt x="0" y="5283"/>
                    <a:pt x="28" y="5453"/>
                  </a:cubicBezTo>
                  <a:cubicBezTo>
                    <a:pt x="28" y="5595"/>
                    <a:pt x="170" y="5709"/>
                    <a:pt x="312" y="5737"/>
                  </a:cubicBezTo>
                  <a:lnTo>
                    <a:pt x="312" y="5709"/>
                  </a:lnTo>
                  <a:cubicBezTo>
                    <a:pt x="483" y="5680"/>
                    <a:pt x="625" y="5538"/>
                    <a:pt x="596" y="5368"/>
                  </a:cubicBezTo>
                  <a:cubicBezTo>
                    <a:pt x="571" y="5215"/>
                    <a:pt x="477" y="5108"/>
                    <a:pt x="355" y="5108"/>
                  </a:cubicBezTo>
                  <a:close/>
                  <a:moveTo>
                    <a:pt x="25020" y="5368"/>
                  </a:moveTo>
                  <a:cubicBezTo>
                    <a:pt x="24906" y="5396"/>
                    <a:pt x="24821" y="5481"/>
                    <a:pt x="24821" y="5623"/>
                  </a:cubicBezTo>
                  <a:cubicBezTo>
                    <a:pt x="24821" y="5737"/>
                    <a:pt x="24934" y="5879"/>
                    <a:pt x="25048" y="5879"/>
                  </a:cubicBezTo>
                  <a:cubicBezTo>
                    <a:pt x="25190" y="5851"/>
                    <a:pt x="25304" y="5737"/>
                    <a:pt x="25304" y="5595"/>
                  </a:cubicBezTo>
                  <a:cubicBezTo>
                    <a:pt x="25279" y="5471"/>
                    <a:pt x="25189" y="5391"/>
                    <a:pt x="25073" y="5391"/>
                  </a:cubicBezTo>
                  <a:cubicBezTo>
                    <a:pt x="25056" y="5391"/>
                    <a:pt x="25038" y="5393"/>
                    <a:pt x="25020" y="5396"/>
                  </a:cubicBezTo>
                  <a:lnTo>
                    <a:pt x="25020" y="5368"/>
                  </a:lnTo>
                  <a:close/>
                  <a:moveTo>
                    <a:pt x="22009" y="5851"/>
                  </a:moveTo>
                  <a:cubicBezTo>
                    <a:pt x="21839" y="5879"/>
                    <a:pt x="21754" y="5993"/>
                    <a:pt x="21754" y="6135"/>
                  </a:cubicBezTo>
                  <a:cubicBezTo>
                    <a:pt x="21754" y="6248"/>
                    <a:pt x="21867" y="6362"/>
                    <a:pt x="21981" y="6362"/>
                  </a:cubicBezTo>
                  <a:cubicBezTo>
                    <a:pt x="21996" y="6365"/>
                    <a:pt x="22010" y="6366"/>
                    <a:pt x="22025" y="6366"/>
                  </a:cubicBezTo>
                  <a:cubicBezTo>
                    <a:pt x="22151" y="6366"/>
                    <a:pt x="22265" y="6262"/>
                    <a:pt x="22265" y="6135"/>
                  </a:cubicBezTo>
                  <a:cubicBezTo>
                    <a:pt x="22265" y="5993"/>
                    <a:pt x="22151" y="5851"/>
                    <a:pt x="22009" y="5851"/>
                  </a:cubicBezTo>
                  <a:close/>
                  <a:moveTo>
                    <a:pt x="12865" y="5964"/>
                  </a:moveTo>
                  <a:cubicBezTo>
                    <a:pt x="12723" y="5993"/>
                    <a:pt x="12609" y="6106"/>
                    <a:pt x="12638" y="6248"/>
                  </a:cubicBezTo>
                  <a:cubicBezTo>
                    <a:pt x="12638" y="6375"/>
                    <a:pt x="12752" y="6480"/>
                    <a:pt x="12877" y="6480"/>
                  </a:cubicBezTo>
                  <a:cubicBezTo>
                    <a:pt x="12892" y="6480"/>
                    <a:pt x="12907" y="6478"/>
                    <a:pt x="12922" y="6475"/>
                  </a:cubicBezTo>
                  <a:cubicBezTo>
                    <a:pt x="13035" y="6447"/>
                    <a:pt x="13120" y="6333"/>
                    <a:pt x="13120" y="6220"/>
                  </a:cubicBezTo>
                  <a:cubicBezTo>
                    <a:pt x="13120" y="6078"/>
                    <a:pt x="13007" y="5964"/>
                    <a:pt x="12865" y="5964"/>
                  </a:cubicBezTo>
                  <a:close/>
                  <a:moveTo>
                    <a:pt x="1903" y="6106"/>
                  </a:moveTo>
                  <a:cubicBezTo>
                    <a:pt x="1789" y="6135"/>
                    <a:pt x="1704" y="6277"/>
                    <a:pt x="1704" y="6390"/>
                  </a:cubicBezTo>
                  <a:cubicBezTo>
                    <a:pt x="1704" y="6589"/>
                    <a:pt x="1846" y="6759"/>
                    <a:pt x="2045" y="6788"/>
                  </a:cubicBezTo>
                  <a:cubicBezTo>
                    <a:pt x="2215" y="6759"/>
                    <a:pt x="2329" y="6646"/>
                    <a:pt x="2357" y="6475"/>
                  </a:cubicBezTo>
                  <a:cubicBezTo>
                    <a:pt x="2357" y="6305"/>
                    <a:pt x="2102" y="6106"/>
                    <a:pt x="1903" y="6106"/>
                  </a:cubicBezTo>
                  <a:close/>
                  <a:moveTo>
                    <a:pt x="10678" y="6277"/>
                  </a:moveTo>
                  <a:cubicBezTo>
                    <a:pt x="10536" y="6277"/>
                    <a:pt x="10422" y="6390"/>
                    <a:pt x="10422" y="6561"/>
                  </a:cubicBezTo>
                  <a:cubicBezTo>
                    <a:pt x="10451" y="6674"/>
                    <a:pt x="10536" y="6759"/>
                    <a:pt x="10650" y="6788"/>
                  </a:cubicBezTo>
                  <a:cubicBezTo>
                    <a:pt x="10820" y="6788"/>
                    <a:pt x="10934" y="6674"/>
                    <a:pt x="10934" y="6532"/>
                  </a:cubicBezTo>
                  <a:cubicBezTo>
                    <a:pt x="10962" y="6390"/>
                    <a:pt x="10820" y="6277"/>
                    <a:pt x="10678" y="6277"/>
                  </a:cubicBezTo>
                  <a:close/>
                  <a:moveTo>
                    <a:pt x="20140" y="6386"/>
                  </a:moveTo>
                  <a:cubicBezTo>
                    <a:pt x="19999" y="6386"/>
                    <a:pt x="19908" y="6490"/>
                    <a:pt x="19908" y="6617"/>
                  </a:cubicBezTo>
                  <a:cubicBezTo>
                    <a:pt x="19908" y="6753"/>
                    <a:pt x="20011" y="6888"/>
                    <a:pt x="20168" y="6900"/>
                  </a:cubicBezTo>
                  <a:lnTo>
                    <a:pt x="20168" y="6900"/>
                  </a:lnTo>
                  <a:cubicBezTo>
                    <a:pt x="20308" y="6871"/>
                    <a:pt x="20419" y="6758"/>
                    <a:pt x="20419" y="6617"/>
                  </a:cubicBezTo>
                  <a:cubicBezTo>
                    <a:pt x="20391" y="6475"/>
                    <a:pt x="20305" y="6390"/>
                    <a:pt x="20192" y="6390"/>
                  </a:cubicBezTo>
                  <a:cubicBezTo>
                    <a:pt x="20174" y="6387"/>
                    <a:pt x="20157" y="6386"/>
                    <a:pt x="20140" y="6386"/>
                  </a:cubicBezTo>
                  <a:close/>
                  <a:moveTo>
                    <a:pt x="4799" y="6305"/>
                  </a:moveTo>
                  <a:cubicBezTo>
                    <a:pt x="4658" y="6305"/>
                    <a:pt x="4516" y="6419"/>
                    <a:pt x="4516" y="6589"/>
                  </a:cubicBezTo>
                  <a:cubicBezTo>
                    <a:pt x="4487" y="6731"/>
                    <a:pt x="4572" y="6873"/>
                    <a:pt x="4714" y="6901"/>
                  </a:cubicBezTo>
                  <a:cubicBezTo>
                    <a:pt x="4885" y="6901"/>
                    <a:pt x="5055" y="6759"/>
                    <a:pt x="5055" y="6589"/>
                  </a:cubicBezTo>
                  <a:cubicBezTo>
                    <a:pt x="5055" y="6447"/>
                    <a:pt x="4941" y="6333"/>
                    <a:pt x="4799" y="6305"/>
                  </a:cubicBezTo>
                  <a:close/>
                  <a:moveTo>
                    <a:pt x="20168" y="6900"/>
                  </a:moveTo>
                  <a:cubicBezTo>
                    <a:pt x="20166" y="6901"/>
                    <a:pt x="20165" y="6901"/>
                    <a:pt x="20163" y="6901"/>
                  </a:cubicBezTo>
                  <a:lnTo>
                    <a:pt x="20192" y="6901"/>
                  </a:lnTo>
                  <a:cubicBezTo>
                    <a:pt x="20184" y="6901"/>
                    <a:pt x="20176" y="6901"/>
                    <a:pt x="20168" y="6900"/>
                  </a:cubicBezTo>
                  <a:close/>
                  <a:moveTo>
                    <a:pt x="7412" y="6561"/>
                  </a:moveTo>
                  <a:cubicBezTo>
                    <a:pt x="7270" y="6561"/>
                    <a:pt x="7157" y="6703"/>
                    <a:pt x="7157" y="6845"/>
                  </a:cubicBezTo>
                  <a:cubicBezTo>
                    <a:pt x="7185" y="6987"/>
                    <a:pt x="7299" y="7072"/>
                    <a:pt x="7441" y="7072"/>
                  </a:cubicBezTo>
                  <a:cubicBezTo>
                    <a:pt x="7583" y="7072"/>
                    <a:pt x="7696" y="6930"/>
                    <a:pt x="7696" y="6788"/>
                  </a:cubicBezTo>
                  <a:cubicBezTo>
                    <a:pt x="7668" y="6646"/>
                    <a:pt x="7554" y="6561"/>
                    <a:pt x="7412" y="6561"/>
                  </a:cubicBezTo>
                  <a:close/>
                  <a:moveTo>
                    <a:pt x="1051" y="7185"/>
                  </a:moveTo>
                  <a:lnTo>
                    <a:pt x="1051" y="7185"/>
                  </a:lnTo>
                  <a:cubicBezTo>
                    <a:pt x="880" y="7214"/>
                    <a:pt x="795" y="7356"/>
                    <a:pt x="824" y="7498"/>
                  </a:cubicBezTo>
                  <a:cubicBezTo>
                    <a:pt x="824" y="7640"/>
                    <a:pt x="937" y="7753"/>
                    <a:pt x="1079" y="7782"/>
                  </a:cubicBezTo>
                  <a:cubicBezTo>
                    <a:pt x="1250" y="7753"/>
                    <a:pt x="1392" y="7611"/>
                    <a:pt x="1392" y="7441"/>
                  </a:cubicBezTo>
                  <a:cubicBezTo>
                    <a:pt x="1368" y="7301"/>
                    <a:pt x="1249" y="7199"/>
                    <a:pt x="1112" y="7199"/>
                  </a:cubicBezTo>
                  <a:cubicBezTo>
                    <a:pt x="1083" y="7199"/>
                    <a:pt x="1053" y="7204"/>
                    <a:pt x="1022" y="7214"/>
                  </a:cubicBezTo>
                  <a:lnTo>
                    <a:pt x="1051" y="7185"/>
                  </a:lnTo>
                  <a:close/>
                  <a:moveTo>
                    <a:pt x="24203" y="7550"/>
                  </a:moveTo>
                  <a:cubicBezTo>
                    <a:pt x="24192" y="7550"/>
                    <a:pt x="24180" y="7552"/>
                    <a:pt x="24168" y="7555"/>
                  </a:cubicBezTo>
                  <a:cubicBezTo>
                    <a:pt x="24054" y="7555"/>
                    <a:pt x="23969" y="7668"/>
                    <a:pt x="23969" y="7782"/>
                  </a:cubicBezTo>
                  <a:cubicBezTo>
                    <a:pt x="23969" y="7924"/>
                    <a:pt x="24054" y="8037"/>
                    <a:pt x="24168" y="8037"/>
                  </a:cubicBezTo>
                  <a:cubicBezTo>
                    <a:pt x="24310" y="8009"/>
                    <a:pt x="24395" y="7895"/>
                    <a:pt x="24395" y="7753"/>
                  </a:cubicBezTo>
                  <a:cubicBezTo>
                    <a:pt x="24395" y="7652"/>
                    <a:pt x="24304" y="7550"/>
                    <a:pt x="24203" y="7550"/>
                  </a:cubicBezTo>
                  <a:close/>
                  <a:moveTo>
                    <a:pt x="9145" y="7668"/>
                  </a:moveTo>
                  <a:cubicBezTo>
                    <a:pt x="9003" y="7668"/>
                    <a:pt x="8917" y="7753"/>
                    <a:pt x="8889" y="7895"/>
                  </a:cubicBezTo>
                  <a:cubicBezTo>
                    <a:pt x="8861" y="8037"/>
                    <a:pt x="8946" y="8179"/>
                    <a:pt x="9116" y="8208"/>
                  </a:cubicBezTo>
                  <a:cubicBezTo>
                    <a:pt x="9134" y="8211"/>
                    <a:pt x="9152" y="8213"/>
                    <a:pt x="9170" y="8213"/>
                  </a:cubicBezTo>
                  <a:cubicBezTo>
                    <a:pt x="9292" y="8213"/>
                    <a:pt x="9400" y="8129"/>
                    <a:pt x="9400" y="7981"/>
                  </a:cubicBezTo>
                  <a:cubicBezTo>
                    <a:pt x="9429" y="7839"/>
                    <a:pt x="9287" y="7697"/>
                    <a:pt x="9145" y="7668"/>
                  </a:cubicBezTo>
                  <a:close/>
                  <a:moveTo>
                    <a:pt x="11757" y="7697"/>
                  </a:moveTo>
                  <a:cubicBezTo>
                    <a:pt x="11587" y="7697"/>
                    <a:pt x="11416" y="7810"/>
                    <a:pt x="11388" y="7981"/>
                  </a:cubicBezTo>
                  <a:cubicBezTo>
                    <a:pt x="11388" y="8151"/>
                    <a:pt x="11502" y="8321"/>
                    <a:pt x="11672" y="8350"/>
                  </a:cubicBezTo>
                  <a:cubicBezTo>
                    <a:pt x="11871" y="8321"/>
                    <a:pt x="12013" y="8151"/>
                    <a:pt x="12013" y="7952"/>
                  </a:cubicBezTo>
                  <a:lnTo>
                    <a:pt x="12041" y="7952"/>
                  </a:lnTo>
                  <a:cubicBezTo>
                    <a:pt x="12013" y="7810"/>
                    <a:pt x="11899" y="7725"/>
                    <a:pt x="11757" y="7697"/>
                  </a:cubicBezTo>
                  <a:close/>
                  <a:moveTo>
                    <a:pt x="22432" y="7854"/>
                  </a:moveTo>
                  <a:cubicBezTo>
                    <a:pt x="22274" y="7854"/>
                    <a:pt x="22151" y="7978"/>
                    <a:pt x="22151" y="8122"/>
                  </a:cubicBezTo>
                  <a:cubicBezTo>
                    <a:pt x="22151" y="8236"/>
                    <a:pt x="22265" y="8350"/>
                    <a:pt x="22378" y="8350"/>
                  </a:cubicBezTo>
                  <a:cubicBezTo>
                    <a:pt x="22396" y="8353"/>
                    <a:pt x="22415" y="8355"/>
                    <a:pt x="22432" y="8355"/>
                  </a:cubicBezTo>
                  <a:cubicBezTo>
                    <a:pt x="22555" y="8355"/>
                    <a:pt x="22666" y="8271"/>
                    <a:pt x="22691" y="8122"/>
                  </a:cubicBezTo>
                  <a:cubicBezTo>
                    <a:pt x="22719" y="8009"/>
                    <a:pt x="22634" y="7895"/>
                    <a:pt x="22520" y="7867"/>
                  </a:cubicBezTo>
                  <a:cubicBezTo>
                    <a:pt x="22490" y="7858"/>
                    <a:pt x="22460" y="7854"/>
                    <a:pt x="22432" y="7854"/>
                  </a:cubicBezTo>
                  <a:close/>
                  <a:moveTo>
                    <a:pt x="25559" y="7753"/>
                  </a:moveTo>
                  <a:cubicBezTo>
                    <a:pt x="25389" y="7753"/>
                    <a:pt x="25218" y="7924"/>
                    <a:pt x="25247" y="8122"/>
                  </a:cubicBezTo>
                  <a:cubicBezTo>
                    <a:pt x="25275" y="8293"/>
                    <a:pt x="25417" y="8406"/>
                    <a:pt x="25616" y="8406"/>
                  </a:cubicBezTo>
                  <a:cubicBezTo>
                    <a:pt x="25786" y="8378"/>
                    <a:pt x="25900" y="8208"/>
                    <a:pt x="25900" y="8037"/>
                  </a:cubicBezTo>
                  <a:cubicBezTo>
                    <a:pt x="25900" y="7867"/>
                    <a:pt x="25730" y="7753"/>
                    <a:pt x="25559" y="7753"/>
                  </a:cubicBezTo>
                  <a:close/>
                  <a:moveTo>
                    <a:pt x="3152" y="8321"/>
                  </a:moveTo>
                  <a:cubicBezTo>
                    <a:pt x="3010" y="8321"/>
                    <a:pt x="2897" y="8435"/>
                    <a:pt x="2897" y="8577"/>
                  </a:cubicBezTo>
                  <a:cubicBezTo>
                    <a:pt x="2897" y="8719"/>
                    <a:pt x="3039" y="8832"/>
                    <a:pt x="3181" y="8832"/>
                  </a:cubicBezTo>
                  <a:cubicBezTo>
                    <a:pt x="3294" y="8832"/>
                    <a:pt x="3380" y="8719"/>
                    <a:pt x="3408" y="8605"/>
                  </a:cubicBezTo>
                  <a:cubicBezTo>
                    <a:pt x="3408" y="8463"/>
                    <a:pt x="3294" y="8350"/>
                    <a:pt x="3152" y="8350"/>
                  </a:cubicBezTo>
                  <a:lnTo>
                    <a:pt x="3152" y="8321"/>
                  </a:lnTo>
                  <a:close/>
                  <a:moveTo>
                    <a:pt x="6620" y="8601"/>
                  </a:moveTo>
                  <a:cubicBezTo>
                    <a:pt x="6601" y="8601"/>
                    <a:pt x="6581" y="8602"/>
                    <a:pt x="6560" y="8605"/>
                  </a:cubicBezTo>
                  <a:cubicBezTo>
                    <a:pt x="6418" y="8634"/>
                    <a:pt x="6333" y="8747"/>
                    <a:pt x="6333" y="8889"/>
                  </a:cubicBezTo>
                  <a:cubicBezTo>
                    <a:pt x="6333" y="9060"/>
                    <a:pt x="6475" y="9202"/>
                    <a:pt x="6645" y="9202"/>
                  </a:cubicBezTo>
                  <a:cubicBezTo>
                    <a:pt x="6816" y="9173"/>
                    <a:pt x="6929" y="9031"/>
                    <a:pt x="6958" y="8889"/>
                  </a:cubicBezTo>
                  <a:cubicBezTo>
                    <a:pt x="6932" y="8711"/>
                    <a:pt x="6792" y="8601"/>
                    <a:pt x="6620" y="8601"/>
                  </a:cubicBezTo>
                  <a:close/>
                  <a:moveTo>
                    <a:pt x="4771" y="8605"/>
                  </a:moveTo>
                  <a:cubicBezTo>
                    <a:pt x="4601" y="8605"/>
                    <a:pt x="4487" y="8747"/>
                    <a:pt x="4487" y="8918"/>
                  </a:cubicBezTo>
                  <a:cubicBezTo>
                    <a:pt x="4487" y="9073"/>
                    <a:pt x="4606" y="9205"/>
                    <a:pt x="4756" y="9205"/>
                  </a:cubicBezTo>
                  <a:cubicBezTo>
                    <a:pt x="4770" y="9205"/>
                    <a:pt x="4785" y="9204"/>
                    <a:pt x="4799" y="9202"/>
                  </a:cubicBezTo>
                  <a:cubicBezTo>
                    <a:pt x="4817" y="9204"/>
                    <a:pt x="4833" y="9205"/>
                    <a:pt x="4850" y="9205"/>
                  </a:cubicBezTo>
                  <a:cubicBezTo>
                    <a:pt x="5022" y="9205"/>
                    <a:pt x="5138" y="9073"/>
                    <a:pt x="5112" y="8918"/>
                  </a:cubicBezTo>
                  <a:cubicBezTo>
                    <a:pt x="5112" y="8747"/>
                    <a:pt x="4970" y="8605"/>
                    <a:pt x="4771" y="8605"/>
                  </a:cubicBezTo>
                  <a:close/>
                  <a:moveTo>
                    <a:pt x="20703" y="8974"/>
                  </a:moveTo>
                  <a:cubicBezTo>
                    <a:pt x="20561" y="8974"/>
                    <a:pt x="20447" y="9116"/>
                    <a:pt x="20476" y="9202"/>
                  </a:cubicBezTo>
                  <a:lnTo>
                    <a:pt x="20504" y="9202"/>
                  </a:lnTo>
                  <a:cubicBezTo>
                    <a:pt x="20504" y="9315"/>
                    <a:pt x="20618" y="9400"/>
                    <a:pt x="20731" y="9400"/>
                  </a:cubicBezTo>
                  <a:cubicBezTo>
                    <a:pt x="20816" y="9372"/>
                    <a:pt x="20902" y="9315"/>
                    <a:pt x="20902" y="9202"/>
                  </a:cubicBezTo>
                  <a:cubicBezTo>
                    <a:pt x="20902" y="9088"/>
                    <a:pt x="20816" y="8974"/>
                    <a:pt x="20703" y="8974"/>
                  </a:cubicBezTo>
                  <a:close/>
                  <a:moveTo>
                    <a:pt x="27093" y="8918"/>
                  </a:moveTo>
                  <a:lnTo>
                    <a:pt x="27093" y="8946"/>
                  </a:lnTo>
                  <a:cubicBezTo>
                    <a:pt x="26894" y="8946"/>
                    <a:pt x="26752" y="9145"/>
                    <a:pt x="26752" y="9315"/>
                  </a:cubicBezTo>
                  <a:cubicBezTo>
                    <a:pt x="26752" y="9497"/>
                    <a:pt x="26871" y="9631"/>
                    <a:pt x="27021" y="9631"/>
                  </a:cubicBezTo>
                  <a:cubicBezTo>
                    <a:pt x="27035" y="9631"/>
                    <a:pt x="27050" y="9630"/>
                    <a:pt x="27064" y="9628"/>
                  </a:cubicBezTo>
                  <a:cubicBezTo>
                    <a:pt x="27263" y="9628"/>
                    <a:pt x="27405" y="9457"/>
                    <a:pt x="27405" y="9258"/>
                  </a:cubicBezTo>
                  <a:cubicBezTo>
                    <a:pt x="27405" y="9088"/>
                    <a:pt x="27263" y="8946"/>
                    <a:pt x="27093" y="8918"/>
                  </a:cubicBezTo>
                  <a:close/>
                  <a:moveTo>
                    <a:pt x="7980" y="9230"/>
                  </a:moveTo>
                  <a:cubicBezTo>
                    <a:pt x="7810" y="9230"/>
                    <a:pt x="7668" y="9372"/>
                    <a:pt x="7668" y="9542"/>
                  </a:cubicBezTo>
                  <a:cubicBezTo>
                    <a:pt x="7668" y="9684"/>
                    <a:pt x="7781" y="9798"/>
                    <a:pt x="7923" y="9826"/>
                  </a:cubicBezTo>
                  <a:cubicBezTo>
                    <a:pt x="7938" y="9829"/>
                    <a:pt x="7953" y="9831"/>
                    <a:pt x="7968" y="9831"/>
                  </a:cubicBezTo>
                  <a:cubicBezTo>
                    <a:pt x="8099" y="9831"/>
                    <a:pt x="8236" y="9724"/>
                    <a:pt x="8236" y="9571"/>
                  </a:cubicBezTo>
                  <a:cubicBezTo>
                    <a:pt x="8264" y="9400"/>
                    <a:pt x="8122" y="9258"/>
                    <a:pt x="7980" y="9230"/>
                  </a:cubicBezTo>
                  <a:close/>
                  <a:moveTo>
                    <a:pt x="10067" y="9333"/>
                  </a:moveTo>
                  <a:cubicBezTo>
                    <a:pt x="9961" y="9333"/>
                    <a:pt x="9863" y="9370"/>
                    <a:pt x="9798" y="9457"/>
                  </a:cubicBezTo>
                  <a:cubicBezTo>
                    <a:pt x="9684" y="9542"/>
                    <a:pt x="9627" y="9684"/>
                    <a:pt x="9713" y="9798"/>
                  </a:cubicBezTo>
                  <a:cubicBezTo>
                    <a:pt x="9766" y="9887"/>
                    <a:pt x="9863" y="9931"/>
                    <a:pt x="9964" y="9931"/>
                  </a:cubicBezTo>
                  <a:cubicBezTo>
                    <a:pt x="10024" y="9931"/>
                    <a:pt x="10085" y="9915"/>
                    <a:pt x="10138" y="9883"/>
                  </a:cubicBezTo>
                  <a:cubicBezTo>
                    <a:pt x="10280" y="9741"/>
                    <a:pt x="10366" y="9571"/>
                    <a:pt x="10337" y="9400"/>
                  </a:cubicBezTo>
                  <a:cubicBezTo>
                    <a:pt x="10337" y="9400"/>
                    <a:pt x="10280" y="9372"/>
                    <a:pt x="10167" y="9344"/>
                  </a:cubicBezTo>
                  <a:cubicBezTo>
                    <a:pt x="10133" y="9337"/>
                    <a:pt x="10100" y="9333"/>
                    <a:pt x="10067" y="9333"/>
                  </a:cubicBezTo>
                  <a:close/>
                  <a:moveTo>
                    <a:pt x="3263" y="9538"/>
                  </a:moveTo>
                  <a:cubicBezTo>
                    <a:pt x="3096" y="9538"/>
                    <a:pt x="2976" y="9645"/>
                    <a:pt x="2925" y="9798"/>
                  </a:cubicBezTo>
                  <a:cubicBezTo>
                    <a:pt x="2897" y="9940"/>
                    <a:pt x="3010" y="10082"/>
                    <a:pt x="3152" y="10110"/>
                  </a:cubicBezTo>
                  <a:cubicBezTo>
                    <a:pt x="3167" y="10113"/>
                    <a:pt x="3182" y="10114"/>
                    <a:pt x="3196" y="10114"/>
                  </a:cubicBezTo>
                  <a:cubicBezTo>
                    <a:pt x="3379" y="10114"/>
                    <a:pt x="3550" y="9952"/>
                    <a:pt x="3550" y="9741"/>
                  </a:cubicBezTo>
                  <a:cubicBezTo>
                    <a:pt x="3550" y="9628"/>
                    <a:pt x="3465" y="9542"/>
                    <a:pt x="3323" y="9542"/>
                  </a:cubicBezTo>
                  <a:cubicBezTo>
                    <a:pt x="3302" y="9540"/>
                    <a:pt x="3282" y="9538"/>
                    <a:pt x="3263" y="9538"/>
                  </a:cubicBezTo>
                  <a:close/>
                  <a:moveTo>
                    <a:pt x="24111" y="9656"/>
                  </a:moveTo>
                  <a:lnTo>
                    <a:pt x="24111" y="9684"/>
                  </a:lnTo>
                  <a:cubicBezTo>
                    <a:pt x="24089" y="9681"/>
                    <a:pt x="24068" y="9679"/>
                    <a:pt x="24047" y="9679"/>
                  </a:cubicBezTo>
                  <a:cubicBezTo>
                    <a:pt x="23906" y="9679"/>
                    <a:pt x="23795" y="9763"/>
                    <a:pt x="23770" y="9912"/>
                  </a:cubicBezTo>
                  <a:cubicBezTo>
                    <a:pt x="23713" y="10054"/>
                    <a:pt x="23827" y="10224"/>
                    <a:pt x="23997" y="10252"/>
                  </a:cubicBezTo>
                  <a:cubicBezTo>
                    <a:pt x="24015" y="10256"/>
                    <a:pt x="24034" y="10258"/>
                    <a:pt x="24052" y="10258"/>
                  </a:cubicBezTo>
                  <a:cubicBezTo>
                    <a:pt x="24180" y="10258"/>
                    <a:pt x="24313" y="10174"/>
                    <a:pt x="24338" y="10025"/>
                  </a:cubicBezTo>
                  <a:cubicBezTo>
                    <a:pt x="24395" y="9855"/>
                    <a:pt x="24281" y="9684"/>
                    <a:pt x="24111" y="9656"/>
                  </a:cubicBezTo>
                  <a:close/>
                  <a:moveTo>
                    <a:pt x="21579" y="9879"/>
                  </a:moveTo>
                  <a:cubicBezTo>
                    <a:pt x="21562" y="9879"/>
                    <a:pt x="21544" y="9880"/>
                    <a:pt x="21526" y="9883"/>
                  </a:cubicBezTo>
                  <a:cubicBezTo>
                    <a:pt x="21384" y="9883"/>
                    <a:pt x="21271" y="10025"/>
                    <a:pt x="21271" y="10167"/>
                  </a:cubicBezTo>
                  <a:cubicBezTo>
                    <a:pt x="21297" y="10323"/>
                    <a:pt x="21441" y="10455"/>
                    <a:pt x="21596" y="10455"/>
                  </a:cubicBezTo>
                  <a:cubicBezTo>
                    <a:pt x="21611" y="10455"/>
                    <a:pt x="21625" y="10454"/>
                    <a:pt x="21640" y="10451"/>
                  </a:cubicBezTo>
                  <a:cubicBezTo>
                    <a:pt x="21754" y="10394"/>
                    <a:pt x="21867" y="10252"/>
                    <a:pt x="21867" y="10110"/>
                  </a:cubicBezTo>
                  <a:cubicBezTo>
                    <a:pt x="21842" y="9983"/>
                    <a:pt x="21725" y="9879"/>
                    <a:pt x="21579" y="9879"/>
                  </a:cubicBezTo>
                  <a:close/>
                  <a:moveTo>
                    <a:pt x="25900" y="9968"/>
                  </a:moveTo>
                  <a:cubicBezTo>
                    <a:pt x="25730" y="9968"/>
                    <a:pt x="25644" y="10110"/>
                    <a:pt x="25673" y="10281"/>
                  </a:cubicBezTo>
                  <a:lnTo>
                    <a:pt x="25673" y="10252"/>
                  </a:lnTo>
                  <a:cubicBezTo>
                    <a:pt x="25673" y="10394"/>
                    <a:pt x="25758" y="10480"/>
                    <a:pt x="25900" y="10480"/>
                  </a:cubicBezTo>
                  <a:cubicBezTo>
                    <a:pt x="26042" y="10480"/>
                    <a:pt x="26155" y="10366"/>
                    <a:pt x="26155" y="10224"/>
                  </a:cubicBezTo>
                  <a:cubicBezTo>
                    <a:pt x="26155" y="10082"/>
                    <a:pt x="26042" y="9968"/>
                    <a:pt x="25900" y="9968"/>
                  </a:cubicBezTo>
                  <a:close/>
                  <a:moveTo>
                    <a:pt x="8889" y="10451"/>
                  </a:moveTo>
                  <a:cubicBezTo>
                    <a:pt x="8747" y="10451"/>
                    <a:pt x="8633" y="10565"/>
                    <a:pt x="8633" y="10707"/>
                  </a:cubicBezTo>
                  <a:cubicBezTo>
                    <a:pt x="8662" y="10849"/>
                    <a:pt x="8747" y="10934"/>
                    <a:pt x="8861" y="10934"/>
                  </a:cubicBezTo>
                  <a:cubicBezTo>
                    <a:pt x="9031" y="10934"/>
                    <a:pt x="9145" y="10820"/>
                    <a:pt x="9116" y="10678"/>
                  </a:cubicBezTo>
                  <a:cubicBezTo>
                    <a:pt x="9116" y="10565"/>
                    <a:pt x="9059" y="10451"/>
                    <a:pt x="8917" y="10451"/>
                  </a:cubicBezTo>
                  <a:close/>
                  <a:moveTo>
                    <a:pt x="19411" y="10301"/>
                  </a:moveTo>
                  <a:cubicBezTo>
                    <a:pt x="19261" y="10301"/>
                    <a:pt x="19111" y="10394"/>
                    <a:pt x="19084" y="10593"/>
                  </a:cubicBezTo>
                  <a:cubicBezTo>
                    <a:pt x="19084" y="10792"/>
                    <a:pt x="19226" y="10934"/>
                    <a:pt x="19425" y="10962"/>
                  </a:cubicBezTo>
                  <a:cubicBezTo>
                    <a:pt x="19595" y="10962"/>
                    <a:pt x="19737" y="10820"/>
                    <a:pt x="19737" y="10650"/>
                  </a:cubicBezTo>
                  <a:cubicBezTo>
                    <a:pt x="19752" y="10423"/>
                    <a:pt x="19582" y="10301"/>
                    <a:pt x="19411" y="10301"/>
                  </a:cubicBezTo>
                  <a:close/>
                  <a:moveTo>
                    <a:pt x="6106" y="10508"/>
                  </a:moveTo>
                  <a:cubicBezTo>
                    <a:pt x="5935" y="10536"/>
                    <a:pt x="5793" y="10678"/>
                    <a:pt x="5793" y="10877"/>
                  </a:cubicBezTo>
                  <a:cubicBezTo>
                    <a:pt x="5819" y="11059"/>
                    <a:pt x="5940" y="11193"/>
                    <a:pt x="6113" y="11193"/>
                  </a:cubicBezTo>
                  <a:cubicBezTo>
                    <a:pt x="6129" y="11193"/>
                    <a:pt x="6146" y="11192"/>
                    <a:pt x="6163" y="11190"/>
                  </a:cubicBezTo>
                  <a:cubicBezTo>
                    <a:pt x="6503" y="11076"/>
                    <a:pt x="6475" y="10593"/>
                    <a:pt x="6106" y="10508"/>
                  </a:cubicBezTo>
                  <a:close/>
                  <a:moveTo>
                    <a:pt x="22833" y="10991"/>
                  </a:moveTo>
                  <a:cubicBezTo>
                    <a:pt x="22662" y="10991"/>
                    <a:pt x="22577" y="11104"/>
                    <a:pt x="22577" y="11246"/>
                  </a:cubicBezTo>
                  <a:lnTo>
                    <a:pt x="22549" y="11246"/>
                  </a:lnTo>
                  <a:cubicBezTo>
                    <a:pt x="22522" y="11410"/>
                    <a:pt x="22670" y="11488"/>
                    <a:pt x="22824" y="11488"/>
                  </a:cubicBezTo>
                  <a:cubicBezTo>
                    <a:pt x="22990" y="11488"/>
                    <a:pt x="23161" y="11395"/>
                    <a:pt x="23117" y="11218"/>
                  </a:cubicBezTo>
                  <a:cubicBezTo>
                    <a:pt x="23088" y="11076"/>
                    <a:pt x="22975" y="10991"/>
                    <a:pt x="22833" y="10991"/>
                  </a:cubicBezTo>
                  <a:close/>
                  <a:moveTo>
                    <a:pt x="2276" y="11270"/>
                  </a:moveTo>
                  <a:cubicBezTo>
                    <a:pt x="2125" y="11270"/>
                    <a:pt x="1985" y="11378"/>
                    <a:pt x="1960" y="11530"/>
                  </a:cubicBezTo>
                  <a:cubicBezTo>
                    <a:pt x="1960" y="11701"/>
                    <a:pt x="2073" y="11871"/>
                    <a:pt x="2244" y="11900"/>
                  </a:cubicBezTo>
                  <a:cubicBezTo>
                    <a:pt x="2442" y="11871"/>
                    <a:pt x="2556" y="11729"/>
                    <a:pt x="2556" y="11559"/>
                  </a:cubicBezTo>
                  <a:cubicBezTo>
                    <a:pt x="2556" y="11417"/>
                    <a:pt x="2471" y="11303"/>
                    <a:pt x="2329" y="11275"/>
                  </a:cubicBezTo>
                  <a:cubicBezTo>
                    <a:pt x="2311" y="11272"/>
                    <a:pt x="2294" y="11270"/>
                    <a:pt x="2276" y="11270"/>
                  </a:cubicBezTo>
                  <a:close/>
                  <a:moveTo>
                    <a:pt x="3834" y="11275"/>
                  </a:moveTo>
                  <a:lnTo>
                    <a:pt x="3834" y="11303"/>
                  </a:lnTo>
                  <a:cubicBezTo>
                    <a:pt x="3664" y="11303"/>
                    <a:pt x="3522" y="11474"/>
                    <a:pt x="3578" y="11672"/>
                  </a:cubicBezTo>
                  <a:cubicBezTo>
                    <a:pt x="3607" y="11786"/>
                    <a:pt x="3720" y="11900"/>
                    <a:pt x="3891" y="11900"/>
                  </a:cubicBezTo>
                  <a:cubicBezTo>
                    <a:pt x="4061" y="11871"/>
                    <a:pt x="4175" y="11729"/>
                    <a:pt x="4146" y="11559"/>
                  </a:cubicBezTo>
                  <a:cubicBezTo>
                    <a:pt x="4146" y="11388"/>
                    <a:pt x="4004" y="11275"/>
                    <a:pt x="3834" y="11275"/>
                  </a:cubicBezTo>
                  <a:close/>
                  <a:moveTo>
                    <a:pt x="27462" y="11360"/>
                  </a:moveTo>
                  <a:cubicBezTo>
                    <a:pt x="27291" y="11360"/>
                    <a:pt x="27121" y="11502"/>
                    <a:pt x="27121" y="11672"/>
                  </a:cubicBezTo>
                  <a:cubicBezTo>
                    <a:pt x="27121" y="11843"/>
                    <a:pt x="27235" y="11985"/>
                    <a:pt x="27377" y="12042"/>
                  </a:cubicBezTo>
                  <a:cubicBezTo>
                    <a:pt x="27391" y="12044"/>
                    <a:pt x="27406" y="12045"/>
                    <a:pt x="27420" y="12045"/>
                  </a:cubicBezTo>
                  <a:cubicBezTo>
                    <a:pt x="27600" y="12045"/>
                    <a:pt x="27746" y="11887"/>
                    <a:pt x="27746" y="11729"/>
                  </a:cubicBezTo>
                  <a:cubicBezTo>
                    <a:pt x="27746" y="11559"/>
                    <a:pt x="27632" y="11417"/>
                    <a:pt x="27462" y="11360"/>
                  </a:cubicBezTo>
                  <a:close/>
                  <a:moveTo>
                    <a:pt x="24906" y="11587"/>
                  </a:moveTo>
                  <a:lnTo>
                    <a:pt x="24906" y="11616"/>
                  </a:lnTo>
                  <a:cubicBezTo>
                    <a:pt x="24736" y="11616"/>
                    <a:pt x="24594" y="11729"/>
                    <a:pt x="24594" y="11900"/>
                  </a:cubicBezTo>
                  <a:cubicBezTo>
                    <a:pt x="24594" y="12070"/>
                    <a:pt x="24707" y="12184"/>
                    <a:pt x="24849" y="12184"/>
                  </a:cubicBezTo>
                  <a:cubicBezTo>
                    <a:pt x="24867" y="12186"/>
                    <a:pt x="24884" y="12188"/>
                    <a:pt x="24901" y="12188"/>
                  </a:cubicBezTo>
                  <a:cubicBezTo>
                    <a:pt x="25048" y="12188"/>
                    <a:pt x="25164" y="12081"/>
                    <a:pt x="25190" y="11928"/>
                  </a:cubicBezTo>
                  <a:cubicBezTo>
                    <a:pt x="25218" y="11758"/>
                    <a:pt x="25076" y="11587"/>
                    <a:pt x="24906" y="11587"/>
                  </a:cubicBezTo>
                  <a:close/>
                  <a:moveTo>
                    <a:pt x="20958" y="11644"/>
                  </a:moveTo>
                  <a:cubicBezTo>
                    <a:pt x="20788" y="11672"/>
                    <a:pt x="20646" y="11786"/>
                    <a:pt x="20646" y="11956"/>
                  </a:cubicBezTo>
                  <a:cubicBezTo>
                    <a:pt x="20674" y="12098"/>
                    <a:pt x="20788" y="12212"/>
                    <a:pt x="20930" y="12212"/>
                  </a:cubicBezTo>
                  <a:cubicBezTo>
                    <a:pt x="21072" y="12184"/>
                    <a:pt x="21186" y="12070"/>
                    <a:pt x="21186" y="11928"/>
                  </a:cubicBezTo>
                  <a:cubicBezTo>
                    <a:pt x="21186" y="11786"/>
                    <a:pt x="21072" y="11701"/>
                    <a:pt x="20958" y="11672"/>
                  </a:cubicBezTo>
                  <a:lnTo>
                    <a:pt x="20958" y="11644"/>
                  </a:lnTo>
                  <a:close/>
                  <a:moveTo>
                    <a:pt x="7805" y="11725"/>
                  </a:moveTo>
                  <a:cubicBezTo>
                    <a:pt x="7788" y="11725"/>
                    <a:pt x="7770" y="11726"/>
                    <a:pt x="7753" y="11729"/>
                  </a:cubicBezTo>
                  <a:cubicBezTo>
                    <a:pt x="7327" y="11729"/>
                    <a:pt x="7327" y="12354"/>
                    <a:pt x="7753" y="12354"/>
                  </a:cubicBezTo>
                  <a:cubicBezTo>
                    <a:pt x="7923" y="12354"/>
                    <a:pt x="8094" y="12212"/>
                    <a:pt x="8094" y="12013"/>
                  </a:cubicBezTo>
                  <a:cubicBezTo>
                    <a:pt x="8094" y="11835"/>
                    <a:pt x="7956" y="11725"/>
                    <a:pt x="7805" y="11725"/>
                  </a:cubicBezTo>
                  <a:close/>
                  <a:moveTo>
                    <a:pt x="9679" y="12037"/>
                  </a:moveTo>
                  <a:cubicBezTo>
                    <a:pt x="9662" y="12037"/>
                    <a:pt x="9645" y="12039"/>
                    <a:pt x="9627" y="12042"/>
                  </a:cubicBezTo>
                  <a:cubicBezTo>
                    <a:pt x="9485" y="12070"/>
                    <a:pt x="9372" y="12184"/>
                    <a:pt x="9400" y="12326"/>
                  </a:cubicBezTo>
                  <a:cubicBezTo>
                    <a:pt x="9400" y="12504"/>
                    <a:pt x="9538" y="12614"/>
                    <a:pt x="9689" y="12614"/>
                  </a:cubicBezTo>
                  <a:cubicBezTo>
                    <a:pt x="9706" y="12614"/>
                    <a:pt x="9724" y="12612"/>
                    <a:pt x="9741" y="12610"/>
                  </a:cubicBezTo>
                  <a:cubicBezTo>
                    <a:pt x="9883" y="12581"/>
                    <a:pt x="9996" y="12439"/>
                    <a:pt x="9968" y="12297"/>
                  </a:cubicBezTo>
                  <a:lnTo>
                    <a:pt x="9968" y="12297"/>
                  </a:lnTo>
                  <a:lnTo>
                    <a:pt x="9968" y="12326"/>
                  </a:lnTo>
                  <a:cubicBezTo>
                    <a:pt x="9968" y="12147"/>
                    <a:pt x="9831" y="12037"/>
                    <a:pt x="9679" y="12037"/>
                  </a:cubicBezTo>
                  <a:close/>
                  <a:moveTo>
                    <a:pt x="5424" y="12297"/>
                  </a:moveTo>
                  <a:cubicBezTo>
                    <a:pt x="5169" y="12297"/>
                    <a:pt x="5027" y="12581"/>
                    <a:pt x="5197" y="12780"/>
                  </a:cubicBezTo>
                  <a:cubicBezTo>
                    <a:pt x="5253" y="12836"/>
                    <a:pt x="5324" y="12861"/>
                    <a:pt x="5394" y="12861"/>
                  </a:cubicBezTo>
                  <a:cubicBezTo>
                    <a:pt x="5538" y="12861"/>
                    <a:pt x="5680" y="12753"/>
                    <a:pt x="5680" y="12581"/>
                  </a:cubicBezTo>
                  <a:cubicBezTo>
                    <a:pt x="5651" y="12439"/>
                    <a:pt x="5538" y="12326"/>
                    <a:pt x="5424" y="12326"/>
                  </a:cubicBezTo>
                  <a:lnTo>
                    <a:pt x="5424" y="12297"/>
                  </a:lnTo>
                  <a:close/>
                  <a:moveTo>
                    <a:pt x="18495" y="12719"/>
                  </a:moveTo>
                  <a:cubicBezTo>
                    <a:pt x="18324" y="12719"/>
                    <a:pt x="18204" y="12851"/>
                    <a:pt x="18176" y="13030"/>
                  </a:cubicBezTo>
                  <a:lnTo>
                    <a:pt x="18176" y="13030"/>
                  </a:lnTo>
                  <a:cubicBezTo>
                    <a:pt x="18176" y="13023"/>
                    <a:pt x="18175" y="13015"/>
                    <a:pt x="18175" y="13007"/>
                  </a:cubicBezTo>
                  <a:lnTo>
                    <a:pt x="18175" y="13036"/>
                  </a:lnTo>
                  <a:cubicBezTo>
                    <a:pt x="18176" y="13034"/>
                    <a:pt x="18176" y="13032"/>
                    <a:pt x="18176" y="13030"/>
                  </a:cubicBezTo>
                  <a:lnTo>
                    <a:pt x="18176" y="13030"/>
                  </a:lnTo>
                  <a:cubicBezTo>
                    <a:pt x="18189" y="13219"/>
                    <a:pt x="18354" y="13376"/>
                    <a:pt x="18545" y="13376"/>
                  </a:cubicBezTo>
                  <a:cubicBezTo>
                    <a:pt x="18971" y="13376"/>
                    <a:pt x="18971" y="12723"/>
                    <a:pt x="18545" y="12723"/>
                  </a:cubicBezTo>
                  <a:cubicBezTo>
                    <a:pt x="18528" y="12721"/>
                    <a:pt x="18511" y="12719"/>
                    <a:pt x="18495" y="12719"/>
                  </a:cubicBezTo>
                  <a:close/>
                  <a:moveTo>
                    <a:pt x="26184" y="12780"/>
                  </a:moveTo>
                  <a:cubicBezTo>
                    <a:pt x="25985" y="12780"/>
                    <a:pt x="25843" y="12950"/>
                    <a:pt x="25843" y="13149"/>
                  </a:cubicBezTo>
                  <a:cubicBezTo>
                    <a:pt x="25869" y="13279"/>
                    <a:pt x="25990" y="13408"/>
                    <a:pt x="26140" y="13408"/>
                  </a:cubicBezTo>
                  <a:cubicBezTo>
                    <a:pt x="26154" y="13408"/>
                    <a:pt x="26169" y="13407"/>
                    <a:pt x="26184" y="13405"/>
                  </a:cubicBezTo>
                  <a:cubicBezTo>
                    <a:pt x="26354" y="13376"/>
                    <a:pt x="26468" y="13206"/>
                    <a:pt x="26468" y="13064"/>
                  </a:cubicBezTo>
                  <a:cubicBezTo>
                    <a:pt x="26439" y="12922"/>
                    <a:pt x="26326" y="12808"/>
                    <a:pt x="26184" y="12780"/>
                  </a:cubicBezTo>
                  <a:close/>
                  <a:moveTo>
                    <a:pt x="22151" y="13064"/>
                  </a:moveTo>
                  <a:cubicBezTo>
                    <a:pt x="21782" y="13121"/>
                    <a:pt x="21810" y="13689"/>
                    <a:pt x="22180" y="13717"/>
                  </a:cubicBezTo>
                  <a:cubicBezTo>
                    <a:pt x="22350" y="13689"/>
                    <a:pt x="22492" y="13518"/>
                    <a:pt x="22492" y="13348"/>
                  </a:cubicBezTo>
                  <a:cubicBezTo>
                    <a:pt x="22464" y="13177"/>
                    <a:pt x="22322" y="13064"/>
                    <a:pt x="22151" y="13064"/>
                  </a:cubicBezTo>
                  <a:close/>
                  <a:moveTo>
                    <a:pt x="2108" y="13399"/>
                  </a:moveTo>
                  <a:cubicBezTo>
                    <a:pt x="2088" y="13399"/>
                    <a:pt x="2066" y="13401"/>
                    <a:pt x="2045" y="13405"/>
                  </a:cubicBezTo>
                  <a:cubicBezTo>
                    <a:pt x="1903" y="13433"/>
                    <a:pt x="1818" y="13547"/>
                    <a:pt x="1818" y="13689"/>
                  </a:cubicBezTo>
                  <a:cubicBezTo>
                    <a:pt x="1846" y="13859"/>
                    <a:pt x="1988" y="13973"/>
                    <a:pt x="2130" y="14001"/>
                  </a:cubicBezTo>
                  <a:cubicBezTo>
                    <a:pt x="2300" y="13944"/>
                    <a:pt x="2414" y="13802"/>
                    <a:pt x="2414" y="13632"/>
                  </a:cubicBezTo>
                  <a:cubicBezTo>
                    <a:pt x="2364" y="13483"/>
                    <a:pt x="2250" y="13399"/>
                    <a:pt x="2108" y="13399"/>
                  </a:cubicBezTo>
                  <a:close/>
                  <a:moveTo>
                    <a:pt x="24010" y="13515"/>
                  </a:moveTo>
                  <a:cubicBezTo>
                    <a:pt x="23860" y="13515"/>
                    <a:pt x="23739" y="13647"/>
                    <a:pt x="23713" y="13802"/>
                  </a:cubicBezTo>
                  <a:cubicBezTo>
                    <a:pt x="23742" y="13944"/>
                    <a:pt x="23855" y="14058"/>
                    <a:pt x="23997" y="14058"/>
                  </a:cubicBezTo>
                  <a:cubicBezTo>
                    <a:pt x="24012" y="14061"/>
                    <a:pt x="24027" y="14062"/>
                    <a:pt x="24041" y="14062"/>
                  </a:cubicBezTo>
                  <a:cubicBezTo>
                    <a:pt x="24167" y="14062"/>
                    <a:pt x="24281" y="13958"/>
                    <a:pt x="24281" y="13831"/>
                  </a:cubicBezTo>
                  <a:cubicBezTo>
                    <a:pt x="24310" y="13660"/>
                    <a:pt x="24196" y="13547"/>
                    <a:pt x="24054" y="13518"/>
                  </a:cubicBezTo>
                  <a:cubicBezTo>
                    <a:pt x="24039" y="13516"/>
                    <a:pt x="24025" y="13515"/>
                    <a:pt x="24010" y="13515"/>
                  </a:cubicBezTo>
                  <a:close/>
                  <a:moveTo>
                    <a:pt x="7312" y="13712"/>
                  </a:moveTo>
                  <a:cubicBezTo>
                    <a:pt x="7201" y="13712"/>
                    <a:pt x="7087" y="13791"/>
                    <a:pt x="7071" y="13944"/>
                  </a:cubicBezTo>
                  <a:cubicBezTo>
                    <a:pt x="7071" y="14046"/>
                    <a:pt x="7140" y="14147"/>
                    <a:pt x="7256" y="14147"/>
                  </a:cubicBezTo>
                  <a:cubicBezTo>
                    <a:pt x="7269" y="14147"/>
                    <a:pt x="7284" y="14146"/>
                    <a:pt x="7299" y="14143"/>
                  </a:cubicBezTo>
                  <a:cubicBezTo>
                    <a:pt x="7311" y="14146"/>
                    <a:pt x="7323" y="14147"/>
                    <a:pt x="7335" y="14147"/>
                  </a:cubicBezTo>
                  <a:cubicBezTo>
                    <a:pt x="7459" y="14147"/>
                    <a:pt x="7552" y="14017"/>
                    <a:pt x="7526" y="13887"/>
                  </a:cubicBezTo>
                  <a:cubicBezTo>
                    <a:pt x="7500" y="13770"/>
                    <a:pt x="7407" y="13712"/>
                    <a:pt x="7312" y="13712"/>
                  </a:cubicBezTo>
                  <a:close/>
                  <a:moveTo>
                    <a:pt x="20050" y="13547"/>
                  </a:moveTo>
                  <a:cubicBezTo>
                    <a:pt x="19879" y="13575"/>
                    <a:pt x="19766" y="13689"/>
                    <a:pt x="19766" y="13859"/>
                  </a:cubicBezTo>
                  <a:cubicBezTo>
                    <a:pt x="19766" y="14029"/>
                    <a:pt x="19908" y="14171"/>
                    <a:pt x="20078" y="14171"/>
                  </a:cubicBezTo>
                  <a:cubicBezTo>
                    <a:pt x="20249" y="14143"/>
                    <a:pt x="20362" y="14001"/>
                    <a:pt x="20362" y="13859"/>
                  </a:cubicBezTo>
                  <a:cubicBezTo>
                    <a:pt x="20362" y="13689"/>
                    <a:pt x="20220" y="13547"/>
                    <a:pt x="20050" y="13547"/>
                  </a:cubicBezTo>
                  <a:close/>
                  <a:moveTo>
                    <a:pt x="10138" y="13745"/>
                  </a:moveTo>
                  <a:cubicBezTo>
                    <a:pt x="9968" y="13774"/>
                    <a:pt x="9826" y="13887"/>
                    <a:pt x="9826" y="14058"/>
                  </a:cubicBezTo>
                  <a:cubicBezTo>
                    <a:pt x="9826" y="14228"/>
                    <a:pt x="9940" y="14342"/>
                    <a:pt x="10110" y="14370"/>
                  </a:cubicBezTo>
                  <a:cubicBezTo>
                    <a:pt x="10280" y="14370"/>
                    <a:pt x="10422" y="14257"/>
                    <a:pt x="10422" y="14086"/>
                  </a:cubicBezTo>
                  <a:cubicBezTo>
                    <a:pt x="10422" y="13916"/>
                    <a:pt x="10309" y="13774"/>
                    <a:pt x="10138" y="13745"/>
                  </a:cubicBezTo>
                  <a:close/>
                  <a:moveTo>
                    <a:pt x="4516" y="13887"/>
                  </a:moveTo>
                  <a:lnTo>
                    <a:pt x="4516" y="13916"/>
                  </a:lnTo>
                  <a:cubicBezTo>
                    <a:pt x="4374" y="13916"/>
                    <a:pt x="4260" y="14029"/>
                    <a:pt x="4260" y="14171"/>
                  </a:cubicBezTo>
                  <a:cubicBezTo>
                    <a:pt x="4232" y="14342"/>
                    <a:pt x="4374" y="14484"/>
                    <a:pt x="4544" y="14484"/>
                  </a:cubicBezTo>
                  <a:cubicBezTo>
                    <a:pt x="4714" y="14484"/>
                    <a:pt x="4828" y="14342"/>
                    <a:pt x="4828" y="14200"/>
                  </a:cubicBezTo>
                  <a:cubicBezTo>
                    <a:pt x="4828" y="14029"/>
                    <a:pt x="4686" y="13887"/>
                    <a:pt x="4516" y="13887"/>
                  </a:cubicBezTo>
                  <a:close/>
                  <a:moveTo>
                    <a:pt x="27291" y="13802"/>
                  </a:moveTo>
                  <a:cubicBezTo>
                    <a:pt x="27093" y="13831"/>
                    <a:pt x="26951" y="14001"/>
                    <a:pt x="26979" y="14200"/>
                  </a:cubicBezTo>
                  <a:cubicBezTo>
                    <a:pt x="26951" y="14370"/>
                    <a:pt x="27093" y="14512"/>
                    <a:pt x="27291" y="14512"/>
                  </a:cubicBezTo>
                  <a:cubicBezTo>
                    <a:pt x="27632" y="14427"/>
                    <a:pt x="27632" y="13916"/>
                    <a:pt x="27291" y="13802"/>
                  </a:cubicBezTo>
                  <a:close/>
                  <a:moveTo>
                    <a:pt x="8662" y="14228"/>
                  </a:moveTo>
                  <a:cubicBezTo>
                    <a:pt x="8520" y="14228"/>
                    <a:pt x="8406" y="14342"/>
                    <a:pt x="8406" y="14484"/>
                  </a:cubicBezTo>
                  <a:cubicBezTo>
                    <a:pt x="8435" y="14626"/>
                    <a:pt x="8548" y="14739"/>
                    <a:pt x="8690" y="14739"/>
                  </a:cubicBezTo>
                  <a:cubicBezTo>
                    <a:pt x="8804" y="14711"/>
                    <a:pt x="8889" y="14626"/>
                    <a:pt x="8889" y="14512"/>
                  </a:cubicBezTo>
                  <a:lnTo>
                    <a:pt x="8917" y="14512"/>
                  </a:lnTo>
                  <a:cubicBezTo>
                    <a:pt x="8917" y="14370"/>
                    <a:pt x="8804" y="14228"/>
                    <a:pt x="8662" y="14228"/>
                  </a:cubicBezTo>
                  <a:close/>
                  <a:moveTo>
                    <a:pt x="21640" y="14967"/>
                  </a:moveTo>
                  <a:lnTo>
                    <a:pt x="21640" y="14995"/>
                  </a:lnTo>
                  <a:cubicBezTo>
                    <a:pt x="21470" y="14995"/>
                    <a:pt x="21328" y="15109"/>
                    <a:pt x="21328" y="15279"/>
                  </a:cubicBezTo>
                  <a:cubicBezTo>
                    <a:pt x="21328" y="15449"/>
                    <a:pt x="21470" y="15591"/>
                    <a:pt x="21640" y="15591"/>
                  </a:cubicBezTo>
                  <a:cubicBezTo>
                    <a:pt x="21810" y="15591"/>
                    <a:pt x="21952" y="15449"/>
                    <a:pt x="21952" y="15307"/>
                  </a:cubicBezTo>
                  <a:cubicBezTo>
                    <a:pt x="21952" y="15137"/>
                    <a:pt x="21810" y="14967"/>
                    <a:pt x="21640" y="14967"/>
                  </a:cubicBezTo>
                  <a:close/>
                  <a:moveTo>
                    <a:pt x="17835" y="14938"/>
                  </a:moveTo>
                  <a:cubicBezTo>
                    <a:pt x="17636" y="14995"/>
                    <a:pt x="17522" y="15165"/>
                    <a:pt x="17551" y="15364"/>
                  </a:cubicBezTo>
                  <a:cubicBezTo>
                    <a:pt x="17576" y="15517"/>
                    <a:pt x="17693" y="15624"/>
                    <a:pt x="17840" y="15624"/>
                  </a:cubicBezTo>
                  <a:cubicBezTo>
                    <a:pt x="17857" y="15624"/>
                    <a:pt x="17874" y="15623"/>
                    <a:pt x="17891" y="15620"/>
                  </a:cubicBezTo>
                  <a:cubicBezTo>
                    <a:pt x="18090" y="15620"/>
                    <a:pt x="18261" y="15449"/>
                    <a:pt x="18232" y="15251"/>
                  </a:cubicBezTo>
                  <a:cubicBezTo>
                    <a:pt x="18204" y="15052"/>
                    <a:pt x="18033" y="14938"/>
                    <a:pt x="17835" y="14938"/>
                  </a:cubicBezTo>
                  <a:close/>
                  <a:moveTo>
                    <a:pt x="24622" y="15393"/>
                  </a:moveTo>
                  <a:cubicBezTo>
                    <a:pt x="24480" y="15393"/>
                    <a:pt x="24366" y="15506"/>
                    <a:pt x="24310" y="15648"/>
                  </a:cubicBezTo>
                  <a:lnTo>
                    <a:pt x="24338" y="15648"/>
                  </a:lnTo>
                  <a:cubicBezTo>
                    <a:pt x="24310" y="15819"/>
                    <a:pt x="24452" y="15961"/>
                    <a:pt x="24622" y="15989"/>
                  </a:cubicBezTo>
                  <a:cubicBezTo>
                    <a:pt x="24764" y="15961"/>
                    <a:pt x="24906" y="15819"/>
                    <a:pt x="24906" y="15648"/>
                  </a:cubicBezTo>
                  <a:cubicBezTo>
                    <a:pt x="24878" y="15506"/>
                    <a:pt x="24764" y="15393"/>
                    <a:pt x="24622" y="15393"/>
                  </a:cubicBezTo>
                  <a:close/>
                  <a:moveTo>
                    <a:pt x="5277" y="15559"/>
                  </a:moveTo>
                  <a:cubicBezTo>
                    <a:pt x="5260" y="15559"/>
                    <a:pt x="5243" y="15560"/>
                    <a:pt x="5225" y="15563"/>
                  </a:cubicBezTo>
                  <a:cubicBezTo>
                    <a:pt x="5055" y="15563"/>
                    <a:pt x="4913" y="15705"/>
                    <a:pt x="4941" y="15875"/>
                  </a:cubicBezTo>
                  <a:cubicBezTo>
                    <a:pt x="4941" y="16031"/>
                    <a:pt x="5060" y="16163"/>
                    <a:pt x="5210" y="16163"/>
                  </a:cubicBezTo>
                  <a:cubicBezTo>
                    <a:pt x="5225" y="16163"/>
                    <a:pt x="5239" y="16162"/>
                    <a:pt x="5254" y="16159"/>
                  </a:cubicBezTo>
                  <a:cubicBezTo>
                    <a:pt x="5424" y="16131"/>
                    <a:pt x="5566" y="15989"/>
                    <a:pt x="5538" y="15819"/>
                  </a:cubicBezTo>
                  <a:cubicBezTo>
                    <a:pt x="5538" y="15666"/>
                    <a:pt x="5424" y="15559"/>
                    <a:pt x="5277" y="15559"/>
                  </a:cubicBezTo>
                  <a:close/>
                  <a:moveTo>
                    <a:pt x="2755" y="15563"/>
                  </a:moveTo>
                  <a:cubicBezTo>
                    <a:pt x="2613" y="15563"/>
                    <a:pt x="2528" y="15705"/>
                    <a:pt x="2556" y="15904"/>
                  </a:cubicBezTo>
                  <a:cubicBezTo>
                    <a:pt x="2556" y="16059"/>
                    <a:pt x="2698" y="16191"/>
                    <a:pt x="2853" y="16191"/>
                  </a:cubicBezTo>
                  <a:cubicBezTo>
                    <a:pt x="2867" y="16191"/>
                    <a:pt x="2882" y="16190"/>
                    <a:pt x="2897" y="16188"/>
                  </a:cubicBezTo>
                  <a:cubicBezTo>
                    <a:pt x="3039" y="16159"/>
                    <a:pt x="3152" y="16046"/>
                    <a:pt x="3152" y="15875"/>
                  </a:cubicBezTo>
                  <a:cubicBezTo>
                    <a:pt x="3124" y="15705"/>
                    <a:pt x="2954" y="15563"/>
                    <a:pt x="2755" y="15563"/>
                  </a:cubicBezTo>
                  <a:close/>
                  <a:moveTo>
                    <a:pt x="10280" y="15790"/>
                  </a:moveTo>
                  <a:cubicBezTo>
                    <a:pt x="10138" y="15790"/>
                    <a:pt x="10025" y="15932"/>
                    <a:pt x="10025" y="16074"/>
                  </a:cubicBezTo>
                  <a:cubicBezTo>
                    <a:pt x="10025" y="16201"/>
                    <a:pt x="10139" y="16306"/>
                    <a:pt x="10265" y="16306"/>
                  </a:cubicBezTo>
                  <a:cubicBezTo>
                    <a:pt x="10279" y="16306"/>
                    <a:pt x="10294" y="16304"/>
                    <a:pt x="10309" y="16301"/>
                  </a:cubicBezTo>
                  <a:cubicBezTo>
                    <a:pt x="10422" y="16301"/>
                    <a:pt x="10536" y="16188"/>
                    <a:pt x="10536" y="16074"/>
                  </a:cubicBezTo>
                  <a:cubicBezTo>
                    <a:pt x="10536" y="15904"/>
                    <a:pt x="10422" y="15790"/>
                    <a:pt x="10280" y="15790"/>
                  </a:cubicBezTo>
                  <a:close/>
                  <a:moveTo>
                    <a:pt x="19539" y="15961"/>
                  </a:moveTo>
                  <a:cubicBezTo>
                    <a:pt x="19425" y="15961"/>
                    <a:pt x="19311" y="16017"/>
                    <a:pt x="19311" y="16159"/>
                  </a:cubicBezTo>
                  <a:cubicBezTo>
                    <a:pt x="19340" y="16330"/>
                    <a:pt x="19425" y="16358"/>
                    <a:pt x="19539" y="16415"/>
                  </a:cubicBezTo>
                  <a:cubicBezTo>
                    <a:pt x="19652" y="16387"/>
                    <a:pt x="19737" y="16301"/>
                    <a:pt x="19737" y="16188"/>
                  </a:cubicBezTo>
                  <a:lnTo>
                    <a:pt x="19766" y="16188"/>
                  </a:lnTo>
                  <a:cubicBezTo>
                    <a:pt x="19766" y="16074"/>
                    <a:pt x="19681" y="15961"/>
                    <a:pt x="19539" y="15961"/>
                  </a:cubicBezTo>
                  <a:close/>
                  <a:moveTo>
                    <a:pt x="26297" y="15961"/>
                  </a:moveTo>
                  <a:cubicBezTo>
                    <a:pt x="26127" y="15961"/>
                    <a:pt x="25985" y="16103"/>
                    <a:pt x="25985" y="16273"/>
                  </a:cubicBezTo>
                  <a:cubicBezTo>
                    <a:pt x="26013" y="16415"/>
                    <a:pt x="26155" y="16557"/>
                    <a:pt x="26297" y="16557"/>
                  </a:cubicBezTo>
                  <a:cubicBezTo>
                    <a:pt x="26468" y="16557"/>
                    <a:pt x="26610" y="16415"/>
                    <a:pt x="26610" y="16245"/>
                  </a:cubicBezTo>
                  <a:cubicBezTo>
                    <a:pt x="26610" y="16074"/>
                    <a:pt x="26468" y="15961"/>
                    <a:pt x="26297" y="15961"/>
                  </a:cubicBezTo>
                  <a:close/>
                  <a:moveTo>
                    <a:pt x="7781" y="15982"/>
                  </a:moveTo>
                  <a:cubicBezTo>
                    <a:pt x="7625" y="15982"/>
                    <a:pt x="7469" y="16088"/>
                    <a:pt x="7469" y="16301"/>
                  </a:cubicBezTo>
                  <a:lnTo>
                    <a:pt x="7469" y="16273"/>
                  </a:lnTo>
                  <a:lnTo>
                    <a:pt x="7469" y="16273"/>
                  </a:lnTo>
                  <a:cubicBezTo>
                    <a:pt x="7441" y="16443"/>
                    <a:pt x="7554" y="16614"/>
                    <a:pt x="7725" y="16614"/>
                  </a:cubicBezTo>
                  <a:cubicBezTo>
                    <a:pt x="7739" y="16616"/>
                    <a:pt x="7754" y="16617"/>
                    <a:pt x="7768" y="16617"/>
                  </a:cubicBezTo>
                  <a:cubicBezTo>
                    <a:pt x="7948" y="16617"/>
                    <a:pt x="8094" y="16459"/>
                    <a:pt x="8094" y="16301"/>
                  </a:cubicBezTo>
                  <a:cubicBezTo>
                    <a:pt x="8094" y="16088"/>
                    <a:pt x="7938" y="15982"/>
                    <a:pt x="7781" y="15982"/>
                  </a:cubicBezTo>
                  <a:close/>
                  <a:moveTo>
                    <a:pt x="6630" y="16979"/>
                  </a:moveTo>
                  <a:cubicBezTo>
                    <a:pt x="6475" y="16979"/>
                    <a:pt x="6333" y="17111"/>
                    <a:pt x="6333" y="17267"/>
                  </a:cubicBezTo>
                  <a:cubicBezTo>
                    <a:pt x="6333" y="17437"/>
                    <a:pt x="6447" y="17579"/>
                    <a:pt x="6617" y="17579"/>
                  </a:cubicBezTo>
                  <a:cubicBezTo>
                    <a:pt x="6632" y="17582"/>
                    <a:pt x="6646" y="17583"/>
                    <a:pt x="6661" y="17583"/>
                  </a:cubicBezTo>
                  <a:cubicBezTo>
                    <a:pt x="6816" y="17583"/>
                    <a:pt x="6958" y="17451"/>
                    <a:pt x="6958" y="17295"/>
                  </a:cubicBezTo>
                  <a:cubicBezTo>
                    <a:pt x="6958" y="17125"/>
                    <a:pt x="6844" y="16983"/>
                    <a:pt x="6674" y="16983"/>
                  </a:cubicBezTo>
                  <a:cubicBezTo>
                    <a:pt x="6659" y="16980"/>
                    <a:pt x="6644" y="16979"/>
                    <a:pt x="6630" y="16979"/>
                  </a:cubicBezTo>
                  <a:close/>
                  <a:moveTo>
                    <a:pt x="21417" y="17234"/>
                  </a:moveTo>
                  <a:cubicBezTo>
                    <a:pt x="21266" y="17234"/>
                    <a:pt x="21126" y="17341"/>
                    <a:pt x="21100" y="17494"/>
                  </a:cubicBezTo>
                  <a:cubicBezTo>
                    <a:pt x="21070" y="17735"/>
                    <a:pt x="21248" y="17865"/>
                    <a:pt x="21426" y="17865"/>
                  </a:cubicBezTo>
                  <a:cubicBezTo>
                    <a:pt x="21583" y="17865"/>
                    <a:pt x="21740" y="17764"/>
                    <a:pt x="21754" y="17551"/>
                  </a:cubicBezTo>
                  <a:cubicBezTo>
                    <a:pt x="21754" y="17381"/>
                    <a:pt x="21640" y="17239"/>
                    <a:pt x="21470" y="17239"/>
                  </a:cubicBezTo>
                  <a:cubicBezTo>
                    <a:pt x="21452" y="17236"/>
                    <a:pt x="21434" y="17234"/>
                    <a:pt x="21417" y="17234"/>
                  </a:cubicBezTo>
                  <a:close/>
                  <a:moveTo>
                    <a:pt x="13093" y="17119"/>
                  </a:moveTo>
                  <a:cubicBezTo>
                    <a:pt x="12970" y="17119"/>
                    <a:pt x="12854" y="17197"/>
                    <a:pt x="12780" y="17295"/>
                  </a:cubicBezTo>
                  <a:cubicBezTo>
                    <a:pt x="12780" y="17324"/>
                    <a:pt x="12780" y="17352"/>
                    <a:pt x="12780" y="17381"/>
                  </a:cubicBezTo>
                  <a:cubicBezTo>
                    <a:pt x="12734" y="17655"/>
                    <a:pt x="12965" y="17875"/>
                    <a:pt x="13220" y="17875"/>
                  </a:cubicBezTo>
                  <a:cubicBezTo>
                    <a:pt x="13282" y="17875"/>
                    <a:pt x="13344" y="17862"/>
                    <a:pt x="13404" y="17835"/>
                  </a:cubicBezTo>
                  <a:cubicBezTo>
                    <a:pt x="13518" y="17778"/>
                    <a:pt x="13603" y="17636"/>
                    <a:pt x="13575" y="17494"/>
                  </a:cubicBezTo>
                  <a:cubicBezTo>
                    <a:pt x="13546" y="17295"/>
                    <a:pt x="13376" y="17125"/>
                    <a:pt x="13149" y="17125"/>
                  </a:cubicBezTo>
                  <a:cubicBezTo>
                    <a:pt x="13130" y="17121"/>
                    <a:pt x="13111" y="17119"/>
                    <a:pt x="13093" y="17119"/>
                  </a:cubicBezTo>
                  <a:close/>
                  <a:moveTo>
                    <a:pt x="15676" y="17182"/>
                  </a:moveTo>
                  <a:cubicBezTo>
                    <a:pt x="15477" y="17210"/>
                    <a:pt x="15307" y="17352"/>
                    <a:pt x="15250" y="17551"/>
                  </a:cubicBezTo>
                  <a:cubicBezTo>
                    <a:pt x="15165" y="17693"/>
                    <a:pt x="15250" y="17892"/>
                    <a:pt x="15421" y="17949"/>
                  </a:cubicBezTo>
                  <a:cubicBezTo>
                    <a:pt x="15475" y="17970"/>
                    <a:pt x="15533" y="17979"/>
                    <a:pt x="15593" y="17979"/>
                  </a:cubicBezTo>
                  <a:cubicBezTo>
                    <a:pt x="15689" y="17979"/>
                    <a:pt x="15787" y="17955"/>
                    <a:pt x="15875" y="17920"/>
                  </a:cubicBezTo>
                  <a:cubicBezTo>
                    <a:pt x="16017" y="17835"/>
                    <a:pt x="16074" y="17636"/>
                    <a:pt x="16045" y="17494"/>
                  </a:cubicBezTo>
                  <a:cubicBezTo>
                    <a:pt x="15989" y="17324"/>
                    <a:pt x="15847" y="17210"/>
                    <a:pt x="15676" y="17182"/>
                  </a:cubicBezTo>
                  <a:close/>
                  <a:moveTo>
                    <a:pt x="8804" y="17494"/>
                  </a:moveTo>
                  <a:cubicBezTo>
                    <a:pt x="8605" y="17494"/>
                    <a:pt x="8463" y="17636"/>
                    <a:pt x="8491" y="17807"/>
                  </a:cubicBezTo>
                  <a:cubicBezTo>
                    <a:pt x="8491" y="17949"/>
                    <a:pt x="8605" y="18034"/>
                    <a:pt x="8747" y="18034"/>
                  </a:cubicBezTo>
                  <a:cubicBezTo>
                    <a:pt x="8917" y="18034"/>
                    <a:pt x="9031" y="17892"/>
                    <a:pt x="9031" y="17721"/>
                  </a:cubicBezTo>
                  <a:cubicBezTo>
                    <a:pt x="9003" y="17608"/>
                    <a:pt x="8917" y="17494"/>
                    <a:pt x="8804" y="17494"/>
                  </a:cubicBezTo>
                  <a:close/>
                  <a:moveTo>
                    <a:pt x="23287" y="17750"/>
                  </a:moveTo>
                  <a:cubicBezTo>
                    <a:pt x="23088" y="17750"/>
                    <a:pt x="22946" y="17920"/>
                    <a:pt x="22946" y="18119"/>
                  </a:cubicBezTo>
                  <a:cubicBezTo>
                    <a:pt x="22946" y="18261"/>
                    <a:pt x="23117" y="18403"/>
                    <a:pt x="23287" y="18403"/>
                  </a:cubicBezTo>
                  <a:cubicBezTo>
                    <a:pt x="23458" y="18374"/>
                    <a:pt x="23600" y="18204"/>
                    <a:pt x="23600" y="18005"/>
                  </a:cubicBezTo>
                  <a:cubicBezTo>
                    <a:pt x="23571" y="17863"/>
                    <a:pt x="23429" y="17750"/>
                    <a:pt x="23287" y="17750"/>
                  </a:cubicBezTo>
                  <a:close/>
                  <a:moveTo>
                    <a:pt x="25076" y="18034"/>
                  </a:moveTo>
                  <a:cubicBezTo>
                    <a:pt x="24963" y="18034"/>
                    <a:pt x="24878" y="18147"/>
                    <a:pt x="24849" y="18261"/>
                  </a:cubicBezTo>
                  <a:cubicBezTo>
                    <a:pt x="24849" y="18403"/>
                    <a:pt x="24963" y="18516"/>
                    <a:pt x="25105" y="18545"/>
                  </a:cubicBezTo>
                  <a:cubicBezTo>
                    <a:pt x="25247" y="18545"/>
                    <a:pt x="25360" y="18431"/>
                    <a:pt x="25360" y="18289"/>
                  </a:cubicBezTo>
                  <a:cubicBezTo>
                    <a:pt x="25360" y="18147"/>
                    <a:pt x="25218" y="18034"/>
                    <a:pt x="25076" y="18034"/>
                  </a:cubicBezTo>
                  <a:close/>
                  <a:moveTo>
                    <a:pt x="3862" y="17892"/>
                  </a:moveTo>
                  <a:cubicBezTo>
                    <a:pt x="3862" y="17892"/>
                    <a:pt x="3834" y="17920"/>
                    <a:pt x="3806" y="17920"/>
                  </a:cubicBezTo>
                  <a:cubicBezTo>
                    <a:pt x="3607" y="18062"/>
                    <a:pt x="3578" y="18374"/>
                    <a:pt x="3720" y="18573"/>
                  </a:cubicBezTo>
                  <a:cubicBezTo>
                    <a:pt x="3770" y="18623"/>
                    <a:pt x="3839" y="18653"/>
                    <a:pt x="3910" y="18653"/>
                  </a:cubicBezTo>
                  <a:cubicBezTo>
                    <a:pt x="3961" y="18653"/>
                    <a:pt x="4014" y="18637"/>
                    <a:pt x="4061" y="18602"/>
                  </a:cubicBezTo>
                  <a:cubicBezTo>
                    <a:pt x="4146" y="18545"/>
                    <a:pt x="4203" y="18431"/>
                    <a:pt x="4203" y="18318"/>
                  </a:cubicBezTo>
                  <a:cubicBezTo>
                    <a:pt x="4175" y="18119"/>
                    <a:pt x="4033" y="17977"/>
                    <a:pt x="3862" y="17892"/>
                  </a:cubicBezTo>
                  <a:close/>
                  <a:moveTo>
                    <a:pt x="18459" y="17920"/>
                  </a:moveTo>
                  <a:cubicBezTo>
                    <a:pt x="18175" y="17920"/>
                    <a:pt x="18005" y="18062"/>
                    <a:pt x="18005" y="18261"/>
                  </a:cubicBezTo>
                  <a:cubicBezTo>
                    <a:pt x="18062" y="18488"/>
                    <a:pt x="18261" y="18658"/>
                    <a:pt x="18488" y="18658"/>
                  </a:cubicBezTo>
                  <a:cubicBezTo>
                    <a:pt x="18658" y="18658"/>
                    <a:pt x="18800" y="18403"/>
                    <a:pt x="18800" y="18176"/>
                  </a:cubicBezTo>
                  <a:cubicBezTo>
                    <a:pt x="18800" y="18034"/>
                    <a:pt x="18658" y="17920"/>
                    <a:pt x="18459" y="17920"/>
                  </a:cubicBezTo>
                  <a:close/>
                  <a:moveTo>
                    <a:pt x="10305" y="18092"/>
                  </a:moveTo>
                  <a:cubicBezTo>
                    <a:pt x="10088" y="18092"/>
                    <a:pt x="9881" y="18230"/>
                    <a:pt x="9798" y="18460"/>
                  </a:cubicBezTo>
                  <a:cubicBezTo>
                    <a:pt x="9769" y="18602"/>
                    <a:pt x="9855" y="18744"/>
                    <a:pt x="9968" y="18800"/>
                  </a:cubicBezTo>
                  <a:cubicBezTo>
                    <a:pt x="10024" y="18819"/>
                    <a:pt x="10080" y="18828"/>
                    <a:pt x="10135" y="18828"/>
                  </a:cubicBezTo>
                  <a:cubicBezTo>
                    <a:pt x="10419" y="18828"/>
                    <a:pt x="10673" y="18598"/>
                    <a:pt x="10650" y="18289"/>
                  </a:cubicBezTo>
                  <a:cubicBezTo>
                    <a:pt x="10621" y="18232"/>
                    <a:pt x="10593" y="18147"/>
                    <a:pt x="10536" y="18147"/>
                  </a:cubicBezTo>
                  <a:cubicBezTo>
                    <a:pt x="10461" y="18110"/>
                    <a:pt x="10382" y="18092"/>
                    <a:pt x="10305" y="18092"/>
                  </a:cubicBezTo>
                  <a:close/>
                  <a:moveTo>
                    <a:pt x="6853" y="18512"/>
                  </a:moveTo>
                  <a:cubicBezTo>
                    <a:pt x="6605" y="18512"/>
                    <a:pt x="6522" y="18917"/>
                    <a:pt x="6816" y="18971"/>
                  </a:cubicBezTo>
                  <a:cubicBezTo>
                    <a:pt x="6958" y="18971"/>
                    <a:pt x="7071" y="18857"/>
                    <a:pt x="7071" y="18715"/>
                  </a:cubicBezTo>
                  <a:cubicBezTo>
                    <a:pt x="7071" y="18602"/>
                    <a:pt x="6986" y="18545"/>
                    <a:pt x="6901" y="18516"/>
                  </a:cubicBezTo>
                  <a:cubicBezTo>
                    <a:pt x="6884" y="18513"/>
                    <a:pt x="6868" y="18512"/>
                    <a:pt x="6853" y="18512"/>
                  </a:cubicBezTo>
                  <a:close/>
                  <a:moveTo>
                    <a:pt x="5325" y="19618"/>
                  </a:moveTo>
                  <a:cubicBezTo>
                    <a:pt x="5239" y="19618"/>
                    <a:pt x="5193" y="19692"/>
                    <a:pt x="5169" y="19766"/>
                  </a:cubicBezTo>
                  <a:cubicBezTo>
                    <a:pt x="5140" y="19880"/>
                    <a:pt x="5225" y="20022"/>
                    <a:pt x="5339" y="20022"/>
                  </a:cubicBezTo>
                  <a:cubicBezTo>
                    <a:pt x="5424" y="19993"/>
                    <a:pt x="5538" y="19993"/>
                    <a:pt x="5538" y="19880"/>
                  </a:cubicBezTo>
                  <a:cubicBezTo>
                    <a:pt x="5566" y="19766"/>
                    <a:pt x="5481" y="19652"/>
                    <a:pt x="5367" y="19624"/>
                  </a:cubicBezTo>
                  <a:cubicBezTo>
                    <a:pt x="5352" y="19620"/>
                    <a:pt x="5338" y="19618"/>
                    <a:pt x="5325" y="19618"/>
                  </a:cubicBezTo>
                  <a:close/>
                  <a:moveTo>
                    <a:pt x="8232" y="19560"/>
                  </a:moveTo>
                  <a:cubicBezTo>
                    <a:pt x="8151" y="19560"/>
                    <a:pt x="8051" y="19581"/>
                    <a:pt x="7952" y="19624"/>
                  </a:cubicBezTo>
                  <a:cubicBezTo>
                    <a:pt x="7867" y="19681"/>
                    <a:pt x="7781" y="19766"/>
                    <a:pt x="7696" y="19851"/>
                  </a:cubicBezTo>
                  <a:cubicBezTo>
                    <a:pt x="7554" y="20050"/>
                    <a:pt x="7668" y="20334"/>
                    <a:pt x="7923" y="20391"/>
                  </a:cubicBezTo>
                  <a:cubicBezTo>
                    <a:pt x="8122" y="20391"/>
                    <a:pt x="8321" y="20277"/>
                    <a:pt x="8406" y="20107"/>
                  </a:cubicBezTo>
                  <a:cubicBezTo>
                    <a:pt x="8491" y="19936"/>
                    <a:pt x="8491" y="19766"/>
                    <a:pt x="8406" y="19624"/>
                  </a:cubicBezTo>
                  <a:cubicBezTo>
                    <a:pt x="8378" y="19581"/>
                    <a:pt x="8314" y="19560"/>
                    <a:pt x="8232" y="19560"/>
                  </a:cubicBezTo>
                  <a:close/>
                  <a:moveTo>
                    <a:pt x="15115" y="19762"/>
                  </a:moveTo>
                  <a:cubicBezTo>
                    <a:pt x="14938" y="19762"/>
                    <a:pt x="14793" y="19897"/>
                    <a:pt x="14768" y="20078"/>
                  </a:cubicBezTo>
                  <a:cubicBezTo>
                    <a:pt x="14768" y="20249"/>
                    <a:pt x="14910" y="20419"/>
                    <a:pt x="15080" y="20419"/>
                  </a:cubicBezTo>
                  <a:cubicBezTo>
                    <a:pt x="15307" y="20419"/>
                    <a:pt x="15477" y="20249"/>
                    <a:pt x="15477" y="20022"/>
                  </a:cubicBezTo>
                  <a:cubicBezTo>
                    <a:pt x="15477" y="19908"/>
                    <a:pt x="15335" y="19766"/>
                    <a:pt x="15165" y="19766"/>
                  </a:cubicBezTo>
                  <a:cubicBezTo>
                    <a:pt x="15148" y="19764"/>
                    <a:pt x="15131" y="19762"/>
                    <a:pt x="15115" y="19762"/>
                  </a:cubicBezTo>
                  <a:close/>
                  <a:moveTo>
                    <a:pt x="23884" y="19851"/>
                  </a:moveTo>
                  <a:cubicBezTo>
                    <a:pt x="23713" y="19851"/>
                    <a:pt x="23571" y="19965"/>
                    <a:pt x="23543" y="20135"/>
                  </a:cubicBezTo>
                  <a:cubicBezTo>
                    <a:pt x="23543" y="20277"/>
                    <a:pt x="23628" y="20419"/>
                    <a:pt x="23770" y="20419"/>
                  </a:cubicBezTo>
                  <a:cubicBezTo>
                    <a:pt x="23788" y="20422"/>
                    <a:pt x="23805" y="20424"/>
                    <a:pt x="23822" y="20424"/>
                  </a:cubicBezTo>
                  <a:cubicBezTo>
                    <a:pt x="23968" y="20424"/>
                    <a:pt x="24085" y="20316"/>
                    <a:pt x="24111" y="20164"/>
                  </a:cubicBezTo>
                  <a:cubicBezTo>
                    <a:pt x="24111" y="20022"/>
                    <a:pt x="24026" y="19908"/>
                    <a:pt x="23884" y="19851"/>
                  </a:cubicBezTo>
                  <a:close/>
                  <a:moveTo>
                    <a:pt x="20391" y="19482"/>
                  </a:moveTo>
                  <a:cubicBezTo>
                    <a:pt x="20220" y="19482"/>
                    <a:pt x="19993" y="19596"/>
                    <a:pt x="19993" y="19709"/>
                  </a:cubicBezTo>
                  <a:cubicBezTo>
                    <a:pt x="19936" y="19936"/>
                    <a:pt x="19993" y="20192"/>
                    <a:pt x="20135" y="20362"/>
                  </a:cubicBezTo>
                  <a:cubicBezTo>
                    <a:pt x="20220" y="20419"/>
                    <a:pt x="20305" y="20448"/>
                    <a:pt x="20391" y="20448"/>
                  </a:cubicBezTo>
                  <a:cubicBezTo>
                    <a:pt x="20646" y="20419"/>
                    <a:pt x="20845" y="20192"/>
                    <a:pt x="20845" y="19908"/>
                  </a:cubicBezTo>
                  <a:cubicBezTo>
                    <a:pt x="20816" y="19681"/>
                    <a:pt x="20618" y="19482"/>
                    <a:pt x="20391" y="19482"/>
                  </a:cubicBezTo>
                  <a:close/>
                  <a:moveTo>
                    <a:pt x="12098" y="19851"/>
                  </a:moveTo>
                  <a:cubicBezTo>
                    <a:pt x="11899" y="19851"/>
                    <a:pt x="11729" y="19993"/>
                    <a:pt x="11700" y="20192"/>
                  </a:cubicBezTo>
                  <a:cubicBezTo>
                    <a:pt x="11700" y="20362"/>
                    <a:pt x="11814" y="20504"/>
                    <a:pt x="11984" y="20533"/>
                  </a:cubicBezTo>
                  <a:cubicBezTo>
                    <a:pt x="11999" y="20535"/>
                    <a:pt x="12014" y="20536"/>
                    <a:pt x="12028" y="20536"/>
                  </a:cubicBezTo>
                  <a:cubicBezTo>
                    <a:pt x="12208" y="20536"/>
                    <a:pt x="12356" y="20376"/>
                    <a:pt x="12382" y="20192"/>
                  </a:cubicBezTo>
                  <a:cubicBezTo>
                    <a:pt x="12382" y="20022"/>
                    <a:pt x="12268" y="19880"/>
                    <a:pt x="12098" y="19851"/>
                  </a:cubicBezTo>
                  <a:close/>
                  <a:moveTo>
                    <a:pt x="18090" y="20164"/>
                  </a:moveTo>
                  <a:cubicBezTo>
                    <a:pt x="17920" y="20164"/>
                    <a:pt x="17778" y="20277"/>
                    <a:pt x="17721" y="20448"/>
                  </a:cubicBezTo>
                  <a:cubicBezTo>
                    <a:pt x="17693" y="20703"/>
                    <a:pt x="17863" y="20959"/>
                    <a:pt x="18147" y="20987"/>
                  </a:cubicBezTo>
                  <a:cubicBezTo>
                    <a:pt x="18162" y="20990"/>
                    <a:pt x="18176" y="20991"/>
                    <a:pt x="18190" y="20991"/>
                  </a:cubicBezTo>
                  <a:cubicBezTo>
                    <a:pt x="18341" y="20991"/>
                    <a:pt x="18459" y="20859"/>
                    <a:pt x="18459" y="20703"/>
                  </a:cubicBezTo>
                  <a:lnTo>
                    <a:pt x="18488" y="20703"/>
                  </a:lnTo>
                  <a:cubicBezTo>
                    <a:pt x="18545" y="20448"/>
                    <a:pt x="18346" y="20192"/>
                    <a:pt x="18090" y="20164"/>
                  </a:cubicBezTo>
                  <a:close/>
                  <a:moveTo>
                    <a:pt x="6302" y="21652"/>
                  </a:moveTo>
                  <a:cubicBezTo>
                    <a:pt x="6261" y="21652"/>
                    <a:pt x="6222" y="21658"/>
                    <a:pt x="6191" y="21669"/>
                  </a:cubicBezTo>
                  <a:cubicBezTo>
                    <a:pt x="5992" y="21726"/>
                    <a:pt x="5850" y="21896"/>
                    <a:pt x="5850" y="22095"/>
                  </a:cubicBezTo>
                  <a:cubicBezTo>
                    <a:pt x="5850" y="22264"/>
                    <a:pt x="5994" y="22391"/>
                    <a:pt x="6158" y="22391"/>
                  </a:cubicBezTo>
                  <a:cubicBezTo>
                    <a:pt x="6188" y="22391"/>
                    <a:pt x="6218" y="22387"/>
                    <a:pt x="6248" y="22379"/>
                  </a:cubicBezTo>
                  <a:cubicBezTo>
                    <a:pt x="6361" y="22350"/>
                    <a:pt x="6475" y="22265"/>
                    <a:pt x="6560" y="22123"/>
                  </a:cubicBezTo>
                  <a:cubicBezTo>
                    <a:pt x="6617" y="22010"/>
                    <a:pt x="6589" y="21839"/>
                    <a:pt x="6503" y="21726"/>
                  </a:cubicBezTo>
                  <a:cubicBezTo>
                    <a:pt x="6449" y="21672"/>
                    <a:pt x="6373" y="21652"/>
                    <a:pt x="6302" y="21652"/>
                  </a:cubicBezTo>
                  <a:close/>
                  <a:moveTo>
                    <a:pt x="22350" y="21839"/>
                  </a:moveTo>
                  <a:cubicBezTo>
                    <a:pt x="22151" y="21839"/>
                    <a:pt x="22009" y="21981"/>
                    <a:pt x="22009" y="22180"/>
                  </a:cubicBezTo>
                  <a:cubicBezTo>
                    <a:pt x="21994" y="22432"/>
                    <a:pt x="22181" y="22561"/>
                    <a:pt x="22367" y="22561"/>
                  </a:cubicBezTo>
                  <a:cubicBezTo>
                    <a:pt x="22537" y="22561"/>
                    <a:pt x="22706" y="22454"/>
                    <a:pt x="22719" y="22237"/>
                  </a:cubicBezTo>
                  <a:cubicBezTo>
                    <a:pt x="22719" y="22010"/>
                    <a:pt x="22549" y="21839"/>
                    <a:pt x="22350" y="21839"/>
                  </a:cubicBezTo>
                  <a:close/>
                  <a:moveTo>
                    <a:pt x="9883" y="21924"/>
                  </a:moveTo>
                  <a:cubicBezTo>
                    <a:pt x="9571" y="21924"/>
                    <a:pt x="9400" y="22095"/>
                    <a:pt x="9429" y="22322"/>
                  </a:cubicBezTo>
                  <a:cubicBezTo>
                    <a:pt x="9429" y="22521"/>
                    <a:pt x="9571" y="22663"/>
                    <a:pt x="9769" y="22691"/>
                  </a:cubicBezTo>
                  <a:cubicBezTo>
                    <a:pt x="9996" y="22691"/>
                    <a:pt x="10138" y="22521"/>
                    <a:pt x="10138" y="22265"/>
                  </a:cubicBezTo>
                  <a:cubicBezTo>
                    <a:pt x="10138" y="22010"/>
                    <a:pt x="10053" y="21924"/>
                    <a:pt x="9883" y="21924"/>
                  </a:cubicBezTo>
                  <a:close/>
                  <a:moveTo>
                    <a:pt x="13319" y="22805"/>
                  </a:moveTo>
                  <a:cubicBezTo>
                    <a:pt x="13120" y="22805"/>
                    <a:pt x="12950" y="22975"/>
                    <a:pt x="12978" y="23202"/>
                  </a:cubicBezTo>
                  <a:lnTo>
                    <a:pt x="12978" y="23174"/>
                  </a:lnTo>
                  <a:cubicBezTo>
                    <a:pt x="12978" y="23373"/>
                    <a:pt x="13120" y="23543"/>
                    <a:pt x="13319" y="23543"/>
                  </a:cubicBezTo>
                  <a:cubicBezTo>
                    <a:pt x="13490" y="23543"/>
                    <a:pt x="13660" y="23429"/>
                    <a:pt x="13660" y="23259"/>
                  </a:cubicBezTo>
                  <a:cubicBezTo>
                    <a:pt x="13717" y="23032"/>
                    <a:pt x="13546" y="22805"/>
                    <a:pt x="13319" y="22805"/>
                  </a:cubicBezTo>
                  <a:close/>
                  <a:moveTo>
                    <a:pt x="19737" y="23117"/>
                  </a:moveTo>
                  <a:cubicBezTo>
                    <a:pt x="19425" y="23117"/>
                    <a:pt x="19226" y="23429"/>
                    <a:pt x="19340" y="23713"/>
                  </a:cubicBezTo>
                  <a:cubicBezTo>
                    <a:pt x="19368" y="23855"/>
                    <a:pt x="19510" y="23941"/>
                    <a:pt x="19652" y="23969"/>
                  </a:cubicBezTo>
                  <a:cubicBezTo>
                    <a:pt x="19766" y="23941"/>
                    <a:pt x="19879" y="23884"/>
                    <a:pt x="19936" y="23770"/>
                  </a:cubicBezTo>
                  <a:cubicBezTo>
                    <a:pt x="20021" y="23657"/>
                    <a:pt x="20050" y="23515"/>
                    <a:pt x="20021" y="23373"/>
                  </a:cubicBezTo>
                  <a:cubicBezTo>
                    <a:pt x="19993" y="23231"/>
                    <a:pt x="19879" y="23117"/>
                    <a:pt x="19737" y="23117"/>
                  </a:cubicBezTo>
                  <a:close/>
                  <a:moveTo>
                    <a:pt x="16017" y="23231"/>
                  </a:moveTo>
                  <a:cubicBezTo>
                    <a:pt x="15761" y="23231"/>
                    <a:pt x="15591" y="23458"/>
                    <a:pt x="15591" y="23685"/>
                  </a:cubicBezTo>
                  <a:cubicBezTo>
                    <a:pt x="15617" y="23841"/>
                    <a:pt x="15761" y="23973"/>
                    <a:pt x="15916" y="23973"/>
                  </a:cubicBezTo>
                  <a:cubicBezTo>
                    <a:pt x="15931" y="23973"/>
                    <a:pt x="15946" y="23972"/>
                    <a:pt x="15960" y="23969"/>
                  </a:cubicBezTo>
                  <a:cubicBezTo>
                    <a:pt x="16187" y="23969"/>
                    <a:pt x="16358" y="23770"/>
                    <a:pt x="16329" y="23543"/>
                  </a:cubicBezTo>
                  <a:lnTo>
                    <a:pt x="16329" y="23543"/>
                  </a:lnTo>
                  <a:lnTo>
                    <a:pt x="16329" y="23571"/>
                  </a:lnTo>
                  <a:cubicBezTo>
                    <a:pt x="16329" y="23373"/>
                    <a:pt x="16187" y="23231"/>
                    <a:pt x="16017" y="23231"/>
                  </a:cubicBezTo>
                  <a:close/>
                  <a:moveTo>
                    <a:pt x="23306" y="23907"/>
                  </a:moveTo>
                  <a:cubicBezTo>
                    <a:pt x="23231" y="23907"/>
                    <a:pt x="23156" y="23927"/>
                    <a:pt x="23088" y="23969"/>
                  </a:cubicBezTo>
                  <a:cubicBezTo>
                    <a:pt x="22918" y="24168"/>
                    <a:pt x="22861" y="24423"/>
                    <a:pt x="22918" y="24679"/>
                  </a:cubicBezTo>
                  <a:cubicBezTo>
                    <a:pt x="22975" y="24793"/>
                    <a:pt x="23088" y="24849"/>
                    <a:pt x="23230" y="24849"/>
                  </a:cubicBezTo>
                  <a:cubicBezTo>
                    <a:pt x="23514" y="24793"/>
                    <a:pt x="23742" y="24509"/>
                    <a:pt x="23685" y="24196"/>
                  </a:cubicBezTo>
                  <a:lnTo>
                    <a:pt x="23713" y="24196"/>
                  </a:lnTo>
                  <a:cubicBezTo>
                    <a:pt x="23653" y="24017"/>
                    <a:pt x="23481" y="23907"/>
                    <a:pt x="23306" y="23907"/>
                  </a:cubicBezTo>
                  <a:close/>
                  <a:moveTo>
                    <a:pt x="5112" y="23941"/>
                  </a:moveTo>
                  <a:cubicBezTo>
                    <a:pt x="4771" y="24026"/>
                    <a:pt x="4544" y="24367"/>
                    <a:pt x="4572" y="24736"/>
                  </a:cubicBezTo>
                  <a:cubicBezTo>
                    <a:pt x="4601" y="24849"/>
                    <a:pt x="4686" y="24935"/>
                    <a:pt x="4828" y="24935"/>
                  </a:cubicBezTo>
                  <a:lnTo>
                    <a:pt x="4941" y="24935"/>
                  </a:lnTo>
                  <a:cubicBezTo>
                    <a:pt x="5083" y="24821"/>
                    <a:pt x="5197" y="24707"/>
                    <a:pt x="5311" y="24594"/>
                  </a:cubicBezTo>
                  <a:cubicBezTo>
                    <a:pt x="5453" y="24423"/>
                    <a:pt x="5453" y="24196"/>
                    <a:pt x="5311" y="24026"/>
                  </a:cubicBezTo>
                  <a:cubicBezTo>
                    <a:pt x="5254" y="23969"/>
                    <a:pt x="5197" y="23941"/>
                    <a:pt x="5112" y="23941"/>
                  </a:cubicBezTo>
                  <a:close/>
                  <a:moveTo>
                    <a:pt x="7583" y="24878"/>
                  </a:moveTo>
                  <a:cubicBezTo>
                    <a:pt x="7355" y="24906"/>
                    <a:pt x="7185" y="25105"/>
                    <a:pt x="7213" y="25332"/>
                  </a:cubicBezTo>
                  <a:lnTo>
                    <a:pt x="7213" y="25304"/>
                  </a:lnTo>
                  <a:cubicBezTo>
                    <a:pt x="7242" y="25474"/>
                    <a:pt x="7355" y="25616"/>
                    <a:pt x="7497" y="25645"/>
                  </a:cubicBezTo>
                  <a:cubicBezTo>
                    <a:pt x="7753" y="25616"/>
                    <a:pt x="7923" y="25446"/>
                    <a:pt x="7952" y="25190"/>
                  </a:cubicBezTo>
                  <a:cubicBezTo>
                    <a:pt x="7952" y="25020"/>
                    <a:pt x="7781" y="24878"/>
                    <a:pt x="7583" y="24878"/>
                  </a:cubicBezTo>
                  <a:close/>
                  <a:moveTo>
                    <a:pt x="10438" y="25092"/>
                  </a:moveTo>
                  <a:cubicBezTo>
                    <a:pt x="10309" y="25092"/>
                    <a:pt x="10181" y="25136"/>
                    <a:pt x="10082" y="25219"/>
                  </a:cubicBezTo>
                  <a:cubicBezTo>
                    <a:pt x="9940" y="25332"/>
                    <a:pt x="9940" y="25531"/>
                    <a:pt x="10053" y="25645"/>
                  </a:cubicBezTo>
                  <a:cubicBezTo>
                    <a:pt x="10132" y="25762"/>
                    <a:pt x="10251" y="25826"/>
                    <a:pt x="10382" y="25826"/>
                  </a:cubicBezTo>
                  <a:cubicBezTo>
                    <a:pt x="10441" y="25826"/>
                    <a:pt x="10503" y="25813"/>
                    <a:pt x="10564" y="25787"/>
                  </a:cubicBezTo>
                  <a:cubicBezTo>
                    <a:pt x="10678" y="25645"/>
                    <a:pt x="10792" y="25474"/>
                    <a:pt x="10792" y="25304"/>
                  </a:cubicBezTo>
                  <a:cubicBezTo>
                    <a:pt x="10763" y="25247"/>
                    <a:pt x="10763" y="25219"/>
                    <a:pt x="10706" y="25162"/>
                  </a:cubicBezTo>
                  <a:cubicBezTo>
                    <a:pt x="10623" y="25114"/>
                    <a:pt x="10531" y="25092"/>
                    <a:pt x="10438" y="25092"/>
                  </a:cubicBezTo>
                  <a:close/>
                  <a:moveTo>
                    <a:pt x="14887" y="25385"/>
                  </a:moveTo>
                  <a:cubicBezTo>
                    <a:pt x="14711" y="25385"/>
                    <a:pt x="14566" y="25520"/>
                    <a:pt x="14540" y="25701"/>
                  </a:cubicBezTo>
                  <a:cubicBezTo>
                    <a:pt x="14512" y="25900"/>
                    <a:pt x="14682" y="26042"/>
                    <a:pt x="14853" y="26042"/>
                  </a:cubicBezTo>
                  <a:cubicBezTo>
                    <a:pt x="15052" y="26042"/>
                    <a:pt x="15194" y="25900"/>
                    <a:pt x="15222" y="25701"/>
                  </a:cubicBezTo>
                  <a:cubicBezTo>
                    <a:pt x="15222" y="25531"/>
                    <a:pt x="15080" y="25389"/>
                    <a:pt x="14938" y="25389"/>
                  </a:cubicBezTo>
                  <a:cubicBezTo>
                    <a:pt x="14921" y="25387"/>
                    <a:pt x="14904" y="25385"/>
                    <a:pt x="14887" y="25385"/>
                  </a:cubicBezTo>
                  <a:close/>
                  <a:moveTo>
                    <a:pt x="18090" y="26099"/>
                  </a:moveTo>
                  <a:cubicBezTo>
                    <a:pt x="17778" y="26099"/>
                    <a:pt x="17607" y="26213"/>
                    <a:pt x="17607" y="26440"/>
                  </a:cubicBezTo>
                  <a:cubicBezTo>
                    <a:pt x="17607" y="26639"/>
                    <a:pt x="17778" y="26809"/>
                    <a:pt x="17977" y="26809"/>
                  </a:cubicBezTo>
                  <a:cubicBezTo>
                    <a:pt x="18204" y="26809"/>
                    <a:pt x="18346" y="26639"/>
                    <a:pt x="18374" y="26326"/>
                  </a:cubicBezTo>
                  <a:cubicBezTo>
                    <a:pt x="18374" y="26184"/>
                    <a:pt x="18261" y="26099"/>
                    <a:pt x="18090" y="26099"/>
                  </a:cubicBezTo>
                  <a:close/>
                  <a:moveTo>
                    <a:pt x="20845" y="26269"/>
                  </a:moveTo>
                  <a:cubicBezTo>
                    <a:pt x="20646" y="26269"/>
                    <a:pt x="20476" y="26440"/>
                    <a:pt x="20476" y="26639"/>
                  </a:cubicBezTo>
                  <a:cubicBezTo>
                    <a:pt x="20476" y="26781"/>
                    <a:pt x="20618" y="26923"/>
                    <a:pt x="20788" y="26951"/>
                  </a:cubicBezTo>
                  <a:cubicBezTo>
                    <a:pt x="20805" y="26953"/>
                    <a:pt x="20822" y="26955"/>
                    <a:pt x="20839" y="26955"/>
                  </a:cubicBezTo>
                  <a:cubicBezTo>
                    <a:pt x="21015" y="26955"/>
                    <a:pt x="21157" y="26820"/>
                    <a:pt x="21157" y="26639"/>
                  </a:cubicBezTo>
                  <a:cubicBezTo>
                    <a:pt x="21157" y="26440"/>
                    <a:pt x="21015" y="26298"/>
                    <a:pt x="20845" y="26269"/>
                  </a:cubicBezTo>
                  <a:close/>
                  <a:moveTo>
                    <a:pt x="12694" y="26724"/>
                  </a:moveTo>
                  <a:cubicBezTo>
                    <a:pt x="12496" y="26724"/>
                    <a:pt x="12325" y="26894"/>
                    <a:pt x="12325" y="27121"/>
                  </a:cubicBezTo>
                  <a:cubicBezTo>
                    <a:pt x="12354" y="27263"/>
                    <a:pt x="12439" y="27405"/>
                    <a:pt x="12581" y="27462"/>
                  </a:cubicBezTo>
                  <a:cubicBezTo>
                    <a:pt x="12590" y="27463"/>
                    <a:pt x="12599" y="27464"/>
                    <a:pt x="12609" y="27464"/>
                  </a:cubicBezTo>
                  <a:cubicBezTo>
                    <a:pt x="12800" y="27464"/>
                    <a:pt x="13005" y="27196"/>
                    <a:pt x="12978" y="26979"/>
                  </a:cubicBezTo>
                  <a:cubicBezTo>
                    <a:pt x="12950" y="26837"/>
                    <a:pt x="12836" y="26724"/>
                    <a:pt x="12694" y="26724"/>
                  </a:cubicBezTo>
                  <a:close/>
                  <a:moveTo>
                    <a:pt x="23962" y="26919"/>
                  </a:moveTo>
                  <a:cubicBezTo>
                    <a:pt x="23946" y="26919"/>
                    <a:pt x="23929" y="26920"/>
                    <a:pt x="23912" y="26923"/>
                  </a:cubicBezTo>
                  <a:cubicBezTo>
                    <a:pt x="23713" y="26979"/>
                    <a:pt x="23571" y="27150"/>
                    <a:pt x="23600" y="27349"/>
                  </a:cubicBezTo>
                  <a:cubicBezTo>
                    <a:pt x="23600" y="27547"/>
                    <a:pt x="23742" y="27689"/>
                    <a:pt x="23940" y="27689"/>
                  </a:cubicBezTo>
                  <a:cubicBezTo>
                    <a:pt x="24168" y="27689"/>
                    <a:pt x="24338" y="27462"/>
                    <a:pt x="24281" y="27263"/>
                  </a:cubicBezTo>
                  <a:lnTo>
                    <a:pt x="24310" y="27235"/>
                  </a:lnTo>
                  <a:cubicBezTo>
                    <a:pt x="24284" y="27053"/>
                    <a:pt x="24139" y="26919"/>
                    <a:pt x="23962" y="26919"/>
                  </a:cubicBezTo>
                  <a:close/>
                  <a:moveTo>
                    <a:pt x="4004" y="26866"/>
                  </a:moveTo>
                  <a:cubicBezTo>
                    <a:pt x="3777" y="27008"/>
                    <a:pt x="3664" y="27263"/>
                    <a:pt x="3749" y="27519"/>
                  </a:cubicBezTo>
                  <a:cubicBezTo>
                    <a:pt x="3800" y="27672"/>
                    <a:pt x="3965" y="27779"/>
                    <a:pt x="4121" y="27779"/>
                  </a:cubicBezTo>
                  <a:cubicBezTo>
                    <a:pt x="4139" y="27779"/>
                    <a:pt x="4157" y="27777"/>
                    <a:pt x="4175" y="27775"/>
                  </a:cubicBezTo>
                  <a:cubicBezTo>
                    <a:pt x="4374" y="27746"/>
                    <a:pt x="4516" y="27576"/>
                    <a:pt x="4544" y="27405"/>
                  </a:cubicBezTo>
                  <a:cubicBezTo>
                    <a:pt x="4487" y="27178"/>
                    <a:pt x="4345" y="26979"/>
                    <a:pt x="4118" y="26866"/>
                  </a:cubicBezTo>
                  <a:close/>
                  <a:moveTo>
                    <a:pt x="6484" y="27913"/>
                  </a:moveTo>
                  <a:cubicBezTo>
                    <a:pt x="6471" y="27913"/>
                    <a:pt x="6459" y="27914"/>
                    <a:pt x="6447" y="27917"/>
                  </a:cubicBezTo>
                  <a:cubicBezTo>
                    <a:pt x="6219" y="27945"/>
                    <a:pt x="6077" y="28172"/>
                    <a:pt x="6134" y="28371"/>
                  </a:cubicBezTo>
                  <a:cubicBezTo>
                    <a:pt x="6160" y="28524"/>
                    <a:pt x="6277" y="28631"/>
                    <a:pt x="6423" y="28631"/>
                  </a:cubicBezTo>
                  <a:cubicBezTo>
                    <a:pt x="6440" y="28631"/>
                    <a:pt x="6457" y="28629"/>
                    <a:pt x="6475" y="28626"/>
                  </a:cubicBezTo>
                  <a:cubicBezTo>
                    <a:pt x="6645" y="28570"/>
                    <a:pt x="6759" y="28371"/>
                    <a:pt x="6759" y="28201"/>
                  </a:cubicBezTo>
                  <a:cubicBezTo>
                    <a:pt x="6759" y="28045"/>
                    <a:pt x="6617" y="27913"/>
                    <a:pt x="6484" y="27913"/>
                  </a:cubicBezTo>
                  <a:close/>
                  <a:moveTo>
                    <a:pt x="9542" y="28115"/>
                  </a:moveTo>
                  <a:cubicBezTo>
                    <a:pt x="9343" y="28115"/>
                    <a:pt x="9201" y="28286"/>
                    <a:pt x="9201" y="28484"/>
                  </a:cubicBezTo>
                  <a:cubicBezTo>
                    <a:pt x="9201" y="28740"/>
                    <a:pt x="9315" y="28910"/>
                    <a:pt x="9542" y="28910"/>
                  </a:cubicBezTo>
                  <a:cubicBezTo>
                    <a:pt x="9713" y="28910"/>
                    <a:pt x="9855" y="28768"/>
                    <a:pt x="9855" y="28598"/>
                  </a:cubicBezTo>
                  <a:cubicBezTo>
                    <a:pt x="9855" y="28371"/>
                    <a:pt x="9713" y="28144"/>
                    <a:pt x="9542" y="28144"/>
                  </a:cubicBezTo>
                  <a:lnTo>
                    <a:pt x="9542" y="28115"/>
                  </a:lnTo>
                  <a:close/>
                  <a:moveTo>
                    <a:pt x="15648" y="28655"/>
                  </a:moveTo>
                  <a:cubicBezTo>
                    <a:pt x="15449" y="28655"/>
                    <a:pt x="15279" y="28797"/>
                    <a:pt x="15250" y="28996"/>
                  </a:cubicBezTo>
                  <a:cubicBezTo>
                    <a:pt x="15279" y="29251"/>
                    <a:pt x="15477" y="29422"/>
                    <a:pt x="15733" y="29422"/>
                  </a:cubicBezTo>
                  <a:cubicBezTo>
                    <a:pt x="15932" y="29422"/>
                    <a:pt x="16045" y="29223"/>
                    <a:pt x="16045" y="28967"/>
                  </a:cubicBezTo>
                  <a:cubicBezTo>
                    <a:pt x="16074" y="28768"/>
                    <a:pt x="15818" y="28683"/>
                    <a:pt x="15648" y="28655"/>
                  </a:cubicBezTo>
                  <a:close/>
                  <a:moveTo>
                    <a:pt x="19731" y="28878"/>
                  </a:moveTo>
                  <a:cubicBezTo>
                    <a:pt x="19714" y="28878"/>
                    <a:pt x="19698" y="28880"/>
                    <a:pt x="19681" y="28882"/>
                  </a:cubicBezTo>
                  <a:cubicBezTo>
                    <a:pt x="19482" y="28882"/>
                    <a:pt x="19340" y="29024"/>
                    <a:pt x="19340" y="29223"/>
                  </a:cubicBezTo>
                  <a:cubicBezTo>
                    <a:pt x="19368" y="29422"/>
                    <a:pt x="19539" y="29564"/>
                    <a:pt x="19709" y="29592"/>
                  </a:cubicBezTo>
                  <a:cubicBezTo>
                    <a:pt x="19908" y="29564"/>
                    <a:pt x="20078" y="29422"/>
                    <a:pt x="20078" y="29194"/>
                  </a:cubicBezTo>
                  <a:cubicBezTo>
                    <a:pt x="20052" y="29013"/>
                    <a:pt x="19908" y="28878"/>
                    <a:pt x="19731" y="28878"/>
                  </a:cubicBezTo>
                  <a:close/>
                  <a:moveTo>
                    <a:pt x="23586" y="29220"/>
                  </a:moveTo>
                  <a:cubicBezTo>
                    <a:pt x="23572" y="29220"/>
                    <a:pt x="23557" y="29221"/>
                    <a:pt x="23543" y="29223"/>
                  </a:cubicBezTo>
                  <a:cubicBezTo>
                    <a:pt x="23316" y="29223"/>
                    <a:pt x="23174" y="29393"/>
                    <a:pt x="23202" y="29592"/>
                  </a:cubicBezTo>
                  <a:lnTo>
                    <a:pt x="23230" y="29592"/>
                  </a:lnTo>
                  <a:cubicBezTo>
                    <a:pt x="23257" y="29908"/>
                    <a:pt x="23405" y="30078"/>
                    <a:pt x="23654" y="30078"/>
                  </a:cubicBezTo>
                  <a:cubicBezTo>
                    <a:pt x="23673" y="30078"/>
                    <a:pt x="23693" y="30077"/>
                    <a:pt x="23713" y="30075"/>
                  </a:cubicBezTo>
                  <a:cubicBezTo>
                    <a:pt x="23884" y="30046"/>
                    <a:pt x="24026" y="29876"/>
                    <a:pt x="24026" y="29677"/>
                  </a:cubicBezTo>
                  <a:cubicBezTo>
                    <a:pt x="24026" y="29436"/>
                    <a:pt x="23824" y="29220"/>
                    <a:pt x="23586" y="29220"/>
                  </a:cubicBezTo>
                  <a:close/>
                  <a:moveTo>
                    <a:pt x="3862" y="29904"/>
                  </a:moveTo>
                  <a:cubicBezTo>
                    <a:pt x="3720" y="29904"/>
                    <a:pt x="3578" y="29990"/>
                    <a:pt x="3522" y="30103"/>
                  </a:cubicBezTo>
                  <a:cubicBezTo>
                    <a:pt x="3493" y="30160"/>
                    <a:pt x="3465" y="30188"/>
                    <a:pt x="3436" y="30245"/>
                  </a:cubicBezTo>
                  <a:cubicBezTo>
                    <a:pt x="3380" y="30387"/>
                    <a:pt x="3408" y="30558"/>
                    <a:pt x="3522" y="30671"/>
                  </a:cubicBezTo>
                  <a:cubicBezTo>
                    <a:pt x="3573" y="30740"/>
                    <a:pt x="3656" y="30778"/>
                    <a:pt x="3739" y="30778"/>
                  </a:cubicBezTo>
                  <a:cubicBezTo>
                    <a:pt x="3792" y="30778"/>
                    <a:pt x="3846" y="30762"/>
                    <a:pt x="3891" y="30728"/>
                  </a:cubicBezTo>
                  <a:cubicBezTo>
                    <a:pt x="4061" y="30671"/>
                    <a:pt x="4203" y="30501"/>
                    <a:pt x="4203" y="30330"/>
                  </a:cubicBezTo>
                  <a:cubicBezTo>
                    <a:pt x="4175" y="30132"/>
                    <a:pt x="4033" y="29990"/>
                    <a:pt x="3891" y="29904"/>
                  </a:cubicBezTo>
                  <a:close/>
                  <a:moveTo>
                    <a:pt x="12467" y="30160"/>
                  </a:moveTo>
                  <a:cubicBezTo>
                    <a:pt x="12268" y="30160"/>
                    <a:pt x="12098" y="30330"/>
                    <a:pt x="12098" y="30558"/>
                  </a:cubicBezTo>
                  <a:lnTo>
                    <a:pt x="12070" y="30558"/>
                  </a:lnTo>
                  <a:cubicBezTo>
                    <a:pt x="12098" y="30728"/>
                    <a:pt x="12212" y="30870"/>
                    <a:pt x="12382" y="30927"/>
                  </a:cubicBezTo>
                  <a:cubicBezTo>
                    <a:pt x="12609" y="30927"/>
                    <a:pt x="12808" y="30700"/>
                    <a:pt x="12780" y="30472"/>
                  </a:cubicBezTo>
                  <a:cubicBezTo>
                    <a:pt x="12780" y="30302"/>
                    <a:pt x="12638" y="30160"/>
                    <a:pt x="12467" y="30160"/>
                  </a:cubicBezTo>
                  <a:close/>
                  <a:moveTo>
                    <a:pt x="17295" y="30501"/>
                  </a:moveTo>
                  <a:cubicBezTo>
                    <a:pt x="17096" y="30501"/>
                    <a:pt x="16926" y="30643"/>
                    <a:pt x="16926" y="30842"/>
                  </a:cubicBezTo>
                  <a:cubicBezTo>
                    <a:pt x="16926" y="31083"/>
                    <a:pt x="17103" y="31204"/>
                    <a:pt x="17281" y="31204"/>
                  </a:cubicBezTo>
                  <a:cubicBezTo>
                    <a:pt x="17458" y="31204"/>
                    <a:pt x="17636" y="31083"/>
                    <a:pt x="17636" y="30842"/>
                  </a:cubicBezTo>
                  <a:cubicBezTo>
                    <a:pt x="17636" y="30643"/>
                    <a:pt x="17494" y="30501"/>
                    <a:pt x="17295" y="30501"/>
                  </a:cubicBezTo>
                  <a:close/>
                  <a:moveTo>
                    <a:pt x="6248" y="30785"/>
                  </a:moveTo>
                  <a:cubicBezTo>
                    <a:pt x="6049" y="30842"/>
                    <a:pt x="5935" y="31012"/>
                    <a:pt x="5907" y="31211"/>
                  </a:cubicBezTo>
                  <a:cubicBezTo>
                    <a:pt x="5879" y="31381"/>
                    <a:pt x="6049" y="31580"/>
                    <a:pt x="6248" y="31608"/>
                  </a:cubicBezTo>
                  <a:cubicBezTo>
                    <a:pt x="6418" y="31608"/>
                    <a:pt x="6532" y="31466"/>
                    <a:pt x="6589" y="31296"/>
                  </a:cubicBezTo>
                  <a:cubicBezTo>
                    <a:pt x="6589" y="31268"/>
                    <a:pt x="6617" y="31211"/>
                    <a:pt x="6617" y="31182"/>
                  </a:cubicBezTo>
                  <a:cubicBezTo>
                    <a:pt x="6643" y="30972"/>
                    <a:pt x="6475" y="30810"/>
                    <a:pt x="6291" y="30810"/>
                  </a:cubicBezTo>
                  <a:cubicBezTo>
                    <a:pt x="6277" y="30810"/>
                    <a:pt x="6262" y="30811"/>
                    <a:pt x="6248" y="30813"/>
                  </a:cubicBezTo>
                  <a:lnTo>
                    <a:pt x="6248" y="30785"/>
                  </a:lnTo>
                  <a:close/>
                  <a:moveTo>
                    <a:pt x="21133" y="31150"/>
                  </a:moveTo>
                  <a:cubicBezTo>
                    <a:pt x="20982" y="31150"/>
                    <a:pt x="20845" y="31257"/>
                    <a:pt x="20845" y="31410"/>
                  </a:cubicBezTo>
                  <a:cubicBezTo>
                    <a:pt x="20845" y="31580"/>
                    <a:pt x="20958" y="31722"/>
                    <a:pt x="21129" y="31750"/>
                  </a:cubicBezTo>
                  <a:cubicBezTo>
                    <a:pt x="21299" y="31750"/>
                    <a:pt x="21441" y="31637"/>
                    <a:pt x="21470" y="31466"/>
                  </a:cubicBezTo>
                  <a:cubicBezTo>
                    <a:pt x="21470" y="31296"/>
                    <a:pt x="21356" y="31154"/>
                    <a:pt x="21186" y="31154"/>
                  </a:cubicBezTo>
                  <a:cubicBezTo>
                    <a:pt x="21168" y="31151"/>
                    <a:pt x="21151" y="31150"/>
                    <a:pt x="21133" y="31150"/>
                  </a:cubicBezTo>
                  <a:close/>
                  <a:moveTo>
                    <a:pt x="9287" y="31807"/>
                  </a:moveTo>
                  <a:cubicBezTo>
                    <a:pt x="9088" y="31807"/>
                    <a:pt x="8889" y="31949"/>
                    <a:pt x="8832" y="32148"/>
                  </a:cubicBezTo>
                  <a:cubicBezTo>
                    <a:pt x="8832" y="32404"/>
                    <a:pt x="9003" y="32602"/>
                    <a:pt x="9258" y="32631"/>
                  </a:cubicBezTo>
                  <a:cubicBezTo>
                    <a:pt x="9457" y="32602"/>
                    <a:pt x="9627" y="32432"/>
                    <a:pt x="9627" y="32205"/>
                  </a:cubicBezTo>
                  <a:cubicBezTo>
                    <a:pt x="9599" y="32006"/>
                    <a:pt x="9485" y="31864"/>
                    <a:pt x="9287" y="31807"/>
                  </a:cubicBezTo>
                  <a:close/>
                  <a:moveTo>
                    <a:pt x="23548" y="31734"/>
                  </a:moveTo>
                  <a:cubicBezTo>
                    <a:pt x="23398" y="31734"/>
                    <a:pt x="23249" y="31840"/>
                    <a:pt x="23230" y="32006"/>
                  </a:cubicBezTo>
                  <a:cubicBezTo>
                    <a:pt x="23230" y="32091"/>
                    <a:pt x="23202" y="32176"/>
                    <a:pt x="23174" y="32262"/>
                  </a:cubicBezTo>
                  <a:cubicBezTo>
                    <a:pt x="23149" y="32462"/>
                    <a:pt x="23301" y="32641"/>
                    <a:pt x="23493" y="32641"/>
                  </a:cubicBezTo>
                  <a:cubicBezTo>
                    <a:pt x="23518" y="32641"/>
                    <a:pt x="23545" y="32637"/>
                    <a:pt x="23571" y="32631"/>
                  </a:cubicBezTo>
                  <a:cubicBezTo>
                    <a:pt x="23798" y="32574"/>
                    <a:pt x="23940" y="32404"/>
                    <a:pt x="23969" y="32176"/>
                  </a:cubicBezTo>
                  <a:cubicBezTo>
                    <a:pt x="23940" y="32034"/>
                    <a:pt x="23884" y="31892"/>
                    <a:pt x="23770" y="31807"/>
                  </a:cubicBezTo>
                  <a:lnTo>
                    <a:pt x="23770" y="31836"/>
                  </a:lnTo>
                  <a:cubicBezTo>
                    <a:pt x="23710" y="31766"/>
                    <a:pt x="23629" y="31734"/>
                    <a:pt x="23548" y="31734"/>
                  </a:cubicBezTo>
                  <a:close/>
                  <a:moveTo>
                    <a:pt x="14761" y="32449"/>
                  </a:moveTo>
                  <a:cubicBezTo>
                    <a:pt x="14735" y="32449"/>
                    <a:pt x="14709" y="32453"/>
                    <a:pt x="14682" y="32460"/>
                  </a:cubicBezTo>
                  <a:cubicBezTo>
                    <a:pt x="14512" y="32489"/>
                    <a:pt x="14398" y="32631"/>
                    <a:pt x="14398" y="32801"/>
                  </a:cubicBezTo>
                  <a:cubicBezTo>
                    <a:pt x="14424" y="32983"/>
                    <a:pt x="14569" y="33117"/>
                    <a:pt x="14745" y="33117"/>
                  </a:cubicBezTo>
                  <a:cubicBezTo>
                    <a:pt x="14762" y="33117"/>
                    <a:pt x="14779" y="33116"/>
                    <a:pt x="14796" y="33114"/>
                  </a:cubicBezTo>
                  <a:cubicBezTo>
                    <a:pt x="14966" y="33085"/>
                    <a:pt x="15080" y="32943"/>
                    <a:pt x="15080" y="32773"/>
                  </a:cubicBezTo>
                  <a:cubicBezTo>
                    <a:pt x="15080" y="32600"/>
                    <a:pt x="14930" y="32449"/>
                    <a:pt x="14761" y="32449"/>
                  </a:cubicBezTo>
                  <a:close/>
                  <a:moveTo>
                    <a:pt x="3883" y="32344"/>
                  </a:moveTo>
                  <a:cubicBezTo>
                    <a:pt x="3867" y="32344"/>
                    <a:pt x="3851" y="32345"/>
                    <a:pt x="3834" y="32347"/>
                  </a:cubicBezTo>
                  <a:cubicBezTo>
                    <a:pt x="3635" y="32347"/>
                    <a:pt x="3493" y="32517"/>
                    <a:pt x="3493" y="32716"/>
                  </a:cubicBezTo>
                  <a:cubicBezTo>
                    <a:pt x="3465" y="32943"/>
                    <a:pt x="3635" y="33114"/>
                    <a:pt x="3862" y="33142"/>
                  </a:cubicBezTo>
                  <a:cubicBezTo>
                    <a:pt x="4090" y="33114"/>
                    <a:pt x="4260" y="32943"/>
                    <a:pt x="4260" y="32716"/>
                  </a:cubicBezTo>
                  <a:cubicBezTo>
                    <a:pt x="4260" y="32505"/>
                    <a:pt x="4089" y="32344"/>
                    <a:pt x="3883" y="32344"/>
                  </a:cubicBezTo>
                  <a:close/>
                  <a:moveTo>
                    <a:pt x="18944" y="33056"/>
                  </a:moveTo>
                  <a:cubicBezTo>
                    <a:pt x="18515" y="33056"/>
                    <a:pt x="18497" y="33739"/>
                    <a:pt x="18942" y="33767"/>
                  </a:cubicBezTo>
                  <a:cubicBezTo>
                    <a:pt x="18957" y="33769"/>
                    <a:pt x="18971" y="33770"/>
                    <a:pt x="18986" y="33770"/>
                  </a:cubicBezTo>
                  <a:cubicBezTo>
                    <a:pt x="19165" y="33770"/>
                    <a:pt x="19311" y="33612"/>
                    <a:pt x="19311" y="33454"/>
                  </a:cubicBezTo>
                  <a:cubicBezTo>
                    <a:pt x="19340" y="33256"/>
                    <a:pt x="19169" y="33057"/>
                    <a:pt x="18971" y="33057"/>
                  </a:cubicBezTo>
                  <a:cubicBezTo>
                    <a:pt x="18962" y="33056"/>
                    <a:pt x="18953" y="33056"/>
                    <a:pt x="18944" y="33056"/>
                  </a:cubicBezTo>
                  <a:close/>
                  <a:moveTo>
                    <a:pt x="11593" y="33964"/>
                  </a:moveTo>
                  <a:cubicBezTo>
                    <a:pt x="11419" y="33964"/>
                    <a:pt x="11134" y="34259"/>
                    <a:pt x="11161" y="34477"/>
                  </a:cubicBezTo>
                  <a:cubicBezTo>
                    <a:pt x="11189" y="34675"/>
                    <a:pt x="11360" y="34817"/>
                    <a:pt x="11558" y="34817"/>
                  </a:cubicBezTo>
                  <a:cubicBezTo>
                    <a:pt x="11729" y="34817"/>
                    <a:pt x="11899" y="34647"/>
                    <a:pt x="11899" y="34448"/>
                  </a:cubicBezTo>
                  <a:cubicBezTo>
                    <a:pt x="11928" y="34278"/>
                    <a:pt x="11757" y="33994"/>
                    <a:pt x="11615" y="33965"/>
                  </a:cubicBezTo>
                  <a:cubicBezTo>
                    <a:pt x="11608" y="33964"/>
                    <a:pt x="11600" y="33964"/>
                    <a:pt x="11593" y="33964"/>
                  </a:cubicBezTo>
                  <a:close/>
                  <a:moveTo>
                    <a:pt x="6830" y="34095"/>
                  </a:moveTo>
                  <a:cubicBezTo>
                    <a:pt x="6798" y="34095"/>
                    <a:pt x="6765" y="34099"/>
                    <a:pt x="6731" y="34107"/>
                  </a:cubicBezTo>
                  <a:cubicBezTo>
                    <a:pt x="6617" y="34164"/>
                    <a:pt x="6475" y="34249"/>
                    <a:pt x="6390" y="34335"/>
                  </a:cubicBezTo>
                  <a:cubicBezTo>
                    <a:pt x="6248" y="34448"/>
                    <a:pt x="6248" y="34675"/>
                    <a:pt x="6390" y="34761"/>
                  </a:cubicBezTo>
                  <a:cubicBezTo>
                    <a:pt x="6473" y="34844"/>
                    <a:pt x="6571" y="34897"/>
                    <a:pt x="6674" y="34897"/>
                  </a:cubicBezTo>
                  <a:cubicBezTo>
                    <a:pt x="6711" y="34897"/>
                    <a:pt x="6749" y="34889"/>
                    <a:pt x="6787" y="34874"/>
                  </a:cubicBezTo>
                  <a:cubicBezTo>
                    <a:pt x="6986" y="34789"/>
                    <a:pt x="7128" y="34619"/>
                    <a:pt x="7185" y="34420"/>
                  </a:cubicBezTo>
                  <a:cubicBezTo>
                    <a:pt x="7161" y="34227"/>
                    <a:pt x="7013" y="34095"/>
                    <a:pt x="6830" y="34095"/>
                  </a:cubicBezTo>
                  <a:close/>
                  <a:moveTo>
                    <a:pt x="22854" y="34332"/>
                  </a:moveTo>
                  <a:cubicBezTo>
                    <a:pt x="22838" y="34332"/>
                    <a:pt x="22821" y="34333"/>
                    <a:pt x="22804" y="34335"/>
                  </a:cubicBezTo>
                  <a:lnTo>
                    <a:pt x="22833" y="34335"/>
                  </a:lnTo>
                  <a:cubicBezTo>
                    <a:pt x="22662" y="34363"/>
                    <a:pt x="22549" y="34533"/>
                    <a:pt x="22577" y="34761"/>
                  </a:cubicBezTo>
                  <a:cubicBezTo>
                    <a:pt x="22577" y="34959"/>
                    <a:pt x="22748" y="35101"/>
                    <a:pt x="22918" y="35101"/>
                  </a:cubicBezTo>
                  <a:cubicBezTo>
                    <a:pt x="23117" y="35045"/>
                    <a:pt x="23259" y="34874"/>
                    <a:pt x="23230" y="34704"/>
                  </a:cubicBezTo>
                  <a:cubicBezTo>
                    <a:pt x="23230" y="34493"/>
                    <a:pt x="23060" y="34332"/>
                    <a:pt x="22854" y="34332"/>
                  </a:cubicBezTo>
                  <a:close/>
                  <a:moveTo>
                    <a:pt x="16610" y="34814"/>
                  </a:moveTo>
                  <a:cubicBezTo>
                    <a:pt x="16593" y="34814"/>
                    <a:pt x="16575" y="34815"/>
                    <a:pt x="16557" y="34817"/>
                  </a:cubicBezTo>
                  <a:cubicBezTo>
                    <a:pt x="16358" y="34846"/>
                    <a:pt x="16216" y="34988"/>
                    <a:pt x="16216" y="35187"/>
                  </a:cubicBezTo>
                  <a:cubicBezTo>
                    <a:pt x="16216" y="35385"/>
                    <a:pt x="16415" y="35556"/>
                    <a:pt x="16613" y="35556"/>
                  </a:cubicBezTo>
                  <a:cubicBezTo>
                    <a:pt x="17106" y="35528"/>
                    <a:pt x="17071" y="34814"/>
                    <a:pt x="16610" y="34814"/>
                  </a:cubicBezTo>
                  <a:close/>
                  <a:moveTo>
                    <a:pt x="4118" y="35187"/>
                  </a:moveTo>
                  <a:cubicBezTo>
                    <a:pt x="3891" y="35187"/>
                    <a:pt x="3720" y="35385"/>
                    <a:pt x="3692" y="35669"/>
                  </a:cubicBezTo>
                  <a:cubicBezTo>
                    <a:pt x="3664" y="35868"/>
                    <a:pt x="3834" y="36067"/>
                    <a:pt x="4061" y="36067"/>
                  </a:cubicBezTo>
                  <a:cubicBezTo>
                    <a:pt x="4077" y="36069"/>
                    <a:pt x="4094" y="36070"/>
                    <a:pt x="4109" y="36070"/>
                  </a:cubicBezTo>
                  <a:cubicBezTo>
                    <a:pt x="4341" y="36070"/>
                    <a:pt x="4516" y="35880"/>
                    <a:pt x="4516" y="35641"/>
                  </a:cubicBezTo>
                  <a:cubicBezTo>
                    <a:pt x="4544" y="35414"/>
                    <a:pt x="4345" y="35187"/>
                    <a:pt x="4118" y="35187"/>
                  </a:cubicBezTo>
                  <a:close/>
                  <a:moveTo>
                    <a:pt x="20277" y="35698"/>
                  </a:moveTo>
                  <a:lnTo>
                    <a:pt x="20277" y="35726"/>
                  </a:lnTo>
                  <a:cubicBezTo>
                    <a:pt x="20259" y="35723"/>
                    <a:pt x="20242" y="35722"/>
                    <a:pt x="20225" y="35722"/>
                  </a:cubicBezTo>
                  <a:cubicBezTo>
                    <a:pt x="20078" y="35722"/>
                    <a:pt x="19962" y="35829"/>
                    <a:pt x="19936" y="35982"/>
                  </a:cubicBezTo>
                  <a:cubicBezTo>
                    <a:pt x="19910" y="36166"/>
                    <a:pt x="20054" y="36326"/>
                    <a:pt x="20233" y="36326"/>
                  </a:cubicBezTo>
                  <a:cubicBezTo>
                    <a:pt x="20248" y="36326"/>
                    <a:pt x="20262" y="36325"/>
                    <a:pt x="20277" y="36323"/>
                  </a:cubicBezTo>
                  <a:cubicBezTo>
                    <a:pt x="20292" y="36325"/>
                    <a:pt x="20306" y="36326"/>
                    <a:pt x="20320" y="36326"/>
                  </a:cubicBezTo>
                  <a:cubicBezTo>
                    <a:pt x="20471" y="36326"/>
                    <a:pt x="20589" y="36194"/>
                    <a:pt x="20589" y="36039"/>
                  </a:cubicBezTo>
                  <a:cubicBezTo>
                    <a:pt x="20618" y="35840"/>
                    <a:pt x="20447" y="35698"/>
                    <a:pt x="20277" y="35698"/>
                  </a:cubicBezTo>
                  <a:close/>
                  <a:moveTo>
                    <a:pt x="13675" y="35582"/>
                  </a:moveTo>
                  <a:cubicBezTo>
                    <a:pt x="13661" y="35582"/>
                    <a:pt x="13646" y="35582"/>
                    <a:pt x="13632" y="35584"/>
                  </a:cubicBezTo>
                  <a:cubicBezTo>
                    <a:pt x="13461" y="35584"/>
                    <a:pt x="13319" y="35698"/>
                    <a:pt x="13291" y="35868"/>
                  </a:cubicBezTo>
                  <a:cubicBezTo>
                    <a:pt x="13262" y="36124"/>
                    <a:pt x="13461" y="36351"/>
                    <a:pt x="13688" y="36351"/>
                  </a:cubicBezTo>
                  <a:cubicBezTo>
                    <a:pt x="13916" y="36351"/>
                    <a:pt x="14086" y="36181"/>
                    <a:pt x="14058" y="35982"/>
                  </a:cubicBezTo>
                  <a:cubicBezTo>
                    <a:pt x="14084" y="35769"/>
                    <a:pt x="13887" y="35582"/>
                    <a:pt x="13675" y="35582"/>
                  </a:cubicBezTo>
                  <a:close/>
                  <a:moveTo>
                    <a:pt x="9158" y="35582"/>
                  </a:moveTo>
                  <a:cubicBezTo>
                    <a:pt x="8946" y="35582"/>
                    <a:pt x="8745" y="35769"/>
                    <a:pt x="8719" y="35982"/>
                  </a:cubicBezTo>
                  <a:cubicBezTo>
                    <a:pt x="8719" y="36181"/>
                    <a:pt x="8861" y="36351"/>
                    <a:pt x="9059" y="36379"/>
                  </a:cubicBezTo>
                  <a:cubicBezTo>
                    <a:pt x="9315" y="36379"/>
                    <a:pt x="9514" y="36181"/>
                    <a:pt x="9542" y="35953"/>
                  </a:cubicBezTo>
                  <a:cubicBezTo>
                    <a:pt x="9542" y="35755"/>
                    <a:pt x="9400" y="35613"/>
                    <a:pt x="9201" y="35584"/>
                  </a:cubicBezTo>
                  <a:cubicBezTo>
                    <a:pt x="9187" y="35582"/>
                    <a:pt x="9172" y="35582"/>
                    <a:pt x="9158" y="35582"/>
                  </a:cubicBezTo>
                  <a:close/>
                  <a:moveTo>
                    <a:pt x="22464" y="36436"/>
                  </a:moveTo>
                  <a:cubicBezTo>
                    <a:pt x="22265" y="36436"/>
                    <a:pt x="22151" y="36550"/>
                    <a:pt x="22151" y="36777"/>
                  </a:cubicBezTo>
                  <a:cubicBezTo>
                    <a:pt x="22123" y="37033"/>
                    <a:pt x="22208" y="37175"/>
                    <a:pt x="22407" y="37175"/>
                  </a:cubicBezTo>
                  <a:cubicBezTo>
                    <a:pt x="22421" y="37176"/>
                    <a:pt x="22436" y="37177"/>
                    <a:pt x="22450" y="37177"/>
                  </a:cubicBezTo>
                  <a:cubicBezTo>
                    <a:pt x="22655" y="37177"/>
                    <a:pt x="22804" y="36990"/>
                    <a:pt x="22804" y="36777"/>
                  </a:cubicBezTo>
                  <a:cubicBezTo>
                    <a:pt x="22804" y="36607"/>
                    <a:pt x="22662" y="36436"/>
                    <a:pt x="22464" y="36436"/>
                  </a:cubicBezTo>
                  <a:close/>
                  <a:moveTo>
                    <a:pt x="17886" y="37171"/>
                  </a:moveTo>
                  <a:cubicBezTo>
                    <a:pt x="17869" y="37171"/>
                    <a:pt x="17852" y="37172"/>
                    <a:pt x="17835" y="37175"/>
                  </a:cubicBezTo>
                  <a:cubicBezTo>
                    <a:pt x="17664" y="37203"/>
                    <a:pt x="17551" y="37345"/>
                    <a:pt x="17551" y="37515"/>
                  </a:cubicBezTo>
                  <a:cubicBezTo>
                    <a:pt x="17579" y="37714"/>
                    <a:pt x="17721" y="37856"/>
                    <a:pt x="17920" y="37885"/>
                  </a:cubicBezTo>
                  <a:cubicBezTo>
                    <a:pt x="18119" y="37885"/>
                    <a:pt x="18289" y="37714"/>
                    <a:pt x="18289" y="37515"/>
                  </a:cubicBezTo>
                  <a:cubicBezTo>
                    <a:pt x="18263" y="37307"/>
                    <a:pt x="18071" y="37171"/>
                    <a:pt x="17886" y="37171"/>
                  </a:cubicBezTo>
                  <a:close/>
                  <a:moveTo>
                    <a:pt x="11421" y="37227"/>
                  </a:moveTo>
                  <a:cubicBezTo>
                    <a:pt x="11274" y="37227"/>
                    <a:pt x="11152" y="37331"/>
                    <a:pt x="11076" y="37459"/>
                  </a:cubicBezTo>
                  <a:cubicBezTo>
                    <a:pt x="11047" y="37686"/>
                    <a:pt x="11218" y="37885"/>
                    <a:pt x="11445" y="37913"/>
                  </a:cubicBezTo>
                  <a:cubicBezTo>
                    <a:pt x="11615" y="37913"/>
                    <a:pt x="11786" y="37799"/>
                    <a:pt x="11786" y="37629"/>
                  </a:cubicBezTo>
                  <a:cubicBezTo>
                    <a:pt x="11814" y="37430"/>
                    <a:pt x="11672" y="37260"/>
                    <a:pt x="11473" y="37231"/>
                  </a:cubicBezTo>
                  <a:cubicBezTo>
                    <a:pt x="11455" y="37228"/>
                    <a:pt x="11438" y="37227"/>
                    <a:pt x="11421" y="37227"/>
                  </a:cubicBezTo>
                  <a:close/>
                  <a:moveTo>
                    <a:pt x="6784" y="37436"/>
                  </a:moveTo>
                  <a:cubicBezTo>
                    <a:pt x="6616" y="37436"/>
                    <a:pt x="6445" y="37544"/>
                    <a:pt x="6418" y="37771"/>
                  </a:cubicBezTo>
                  <a:cubicBezTo>
                    <a:pt x="6447" y="37941"/>
                    <a:pt x="6589" y="38083"/>
                    <a:pt x="6787" y="38112"/>
                  </a:cubicBezTo>
                  <a:cubicBezTo>
                    <a:pt x="6929" y="38112"/>
                    <a:pt x="7071" y="37998"/>
                    <a:pt x="7128" y="37828"/>
                  </a:cubicBezTo>
                  <a:cubicBezTo>
                    <a:pt x="7158" y="37572"/>
                    <a:pt x="6974" y="37436"/>
                    <a:pt x="6784" y="37436"/>
                  </a:cubicBezTo>
                  <a:close/>
                  <a:moveTo>
                    <a:pt x="4374" y="37799"/>
                  </a:moveTo>
                  <a:cubicBezTo>
                    <a:pt x="4175" y="37828"/>
                    <a:pt x="4004" y="37970"/>
                    <a:pt x="3976" y="38169"/>
                  </a:cubicBezTo>
                  <a:cubicBezTo>
                    <a:pt x="3948" y="38424"/>
                    <a:pt x="4146" y="38680"/>
                    <a:pt x="4402" y="38708"/>
                  </a:cubicBezTo>
                  <a:cubicBezTo>
                    <a:pt x="4629" y="38680"/>
                    <a:pt x="4828" y="38481"/>
                    <a:pt x="4828" y="38225"/>
                  </a:cubicBezTo>
                  <a:cubicBezTo>
                    <a:pt x="4799" y="37998"/>
                    <a:pt x="4601" y="37799"/>
                    <a:pt x="4374" y="37799"/>
                  </a:cubicBezTo>
                  <a:close/>
                  <a:moveTo>
                    <a:pt x="15379" y="38052"/>
                  </a:moveTo>
                  <a:cubicBezTo>
                    <a:pt x="15365" y="38052"/>
                    <a:pt x="15350" y="38053"/>
                    <a:pt x="15335" y="38055"/>
                  </a:cubicBezTo>
                  <a:cubicBezTo>
                    <a:pt x="15165" y="38083"/>
                    <a:pt x="15023" y="38225"/>
                    <a:pt x="15023" y="38396"/>
                  </a:cubicBezTo>
                  <a:cubicBezTo>
                    <a:pt x="15023" y="38594"/>
                    <a:pt x="15165" y="38736"/>
                    <a:pt x="15364" y="38736"/>
                  </a:cubicBezTo>
                  <a:cubicBezTo>
                    <a:pt x="15381" y="38739"/>
                    <a:pt x="15398" y="38740"/>
                    <a:pt x="15414" y="38740"/>
                  </a:cubicBezTo>
                  <a:cubicBezTo>
                    <a:pt x="15591" y="38740"/>
                    <a:pt x="15736" y="38606"/>
                    <a:pt x="15761" y="38424"/>
                  </a:cubicBezTo>
                  <a:cubicBezTo>
                    <a:pt x="15735" y="38214"/>
                    <a:pt x="15563" y="38052"/>
                    <a:pt x="15379" y="38052"/>
                  </a:cubicBezTo>
                  <a:close/>
                  <a:moveTo>
                    <a:pt x="21498" y="38736"/>
                  </a:moveTo>
                  <a:cubicBezTo>
                    <a:pt x="21271" y="38736"/>
                    <a:pt x="21100" y="38907"/>
                    <a:pt x="21044" y="39106"/>
                  </a:cubicBezTo>
                  <a:cubicBezTo>
                    <a:pt x="21072" y="39333"/>
                    <a:pt x="21242" y="39503"/>
                    <a:pt x="21470" y="39503"/>
                  </a:cubicBezTo>
                  <a:cubicBezTo>
                    <a:pt x="21668" y="39475"/>
                    <a:pt x="21839" y="39304"/>
                    <a:pt x="21867" y="39077"/>
                  </a:cubicBezTo>
                  <a:cubicBezTo>
                    <a:pt x="21839" y="38907"/>
                    <a:pt x="21697" y="38736"/>
                    <a:pt x="21498" y="38736"/>
                  </a:cubicBezTo>
                  <a:close/>
                  <a:moveTo>
                    <a:pt x="9287" y="39020"/>
                  </a:moveTo>
                  <a:cubicBezTo>
                    <a:pt x="9088" y="39020"/>
                    <a:pt x="8946" y="39191"/>
                    <a:pt x="8946" y="39390"/>
                  </a:cubicBezTo>
                  <a:cubicBezTo>
                    <a:pt x="8946" y="39588"/>
                    <a:pt x="9116" y="39730"/>
                    <a:pt x="9315" y="39730"/>
                  </a:cubicBezTo>
                  <a:cubicBezTo>
                    <a:pt x="9514" y="39702"/>
                    <a:pt x="9656" y="39560"/>
                    <a:pt x="9656" y="39361"/>
                  </a:cubicBezTo>
                  <a:cubicBezTo>
                    <a:pt x="9656" y="39162"/>
                    <a:pt x="9485" y="39020"/>
                    <a:pt x="9315" y="39020"/>
                  </a:cubicBezTo>
                  <a:close/>
                  <a:moveTo>
                    <a:pt x="18857" y="39191"/>
                  </a:moveTo>
                  <a:cubicBezTo>
                    <a:pt x="18715" y="39191"/>
                    <a:pt x="18573" y="39333"/>
                    <a:pt x="18545" y="39475"/>
                  </a:cubicBezTo>
                  <a:cubicBezTo>
                    <a:pt x="18516" y="39674"/>
                    <a:pt x="18658" y="39844"/>
                    <a:pt x="18829" y="39872"/>
                  </a:cubicBezTo>
                  <a:cubicBezTo>
                    <a:pt x="18846" y="39875"/>
                    <a:pt x="18863" y="39876"/>
                    <a:pt x="18880" y="39876"/>
                  </a:cubicBezTo>
                  <a:cubicBezTo>
                    <a:pt x="19060" y="39876"/>
                    <a:pt x="19226" y="39742"/>
                    <a:pt x="19226" y="39560"/>
                  </a:cubicBezTo>
                  <a:cubicBezTo>
                    <a:pt x="19226" y="39361"/>
                    <a:pt x="19056" y="39191"/>
                    <a:pt x="18857" y="39191"/>
                  </a:cubicBezTo>
                  <a:close/>
                  <a:moveTo>
                    <a:pt x="13291" y="39532"/>
                  </a:moveTo>
                  <a:lnTo>
                    <a:pt x="13262" y="39560"/>
                  </a:lnTo>
                  <a:cubicBezTo>
                    <a:pt x="13064" y="39560"/>
                    <a:pt x="12922" y="39730"/>
                    <a:pt x="12950" y="39901"/>
                  </a:cubicBezTo>
                  <a:cubicBezTo>
                    <a:pt x="12974" y="40070"/>
                    <a:pt x="13101" y="40197"/>
                    <a:pt x="13260" y="40197"/>
                  </a:cubicBezTo>
                  <a:cubicBezTo>
                    <a:pt x="13288" y="40197"/>
                    <a:pt x="13318" y="40193"/>
                    <a:pt x="13348" y="40185"/>
                  </a:cubicBezTo>
                  <a:cubicBezTo>
                    <a:pt x="13518" y="40185"/>
                    <a:pt x="13632" y="40043"/>
                    <a:pt x="13632" y="39872"/>
                  </a:cubicBezTo>
                  <a:cubicBezTo>
                    <a:pt x="13603" y="39674"/>
                    <a:pt x="13461" y="39532"/>
                    <a:pt x="13291" y="39532"/>
                  </a:cubicBezTo>
                  <a:close/>
                  <a:moveTo>
                    <a:pt x="16797" y="39813"/>
                  </a:moveTo>
                  <a:cubicBezTo>
                    <a:pt x="16618" y="39813"/>
                    <a:pt x="16471" y="39970"/>
                    <a:pt x="16471" y="40128"/>
                  </a:cubicBezTo>
                  <a:cubicBezTo>
                    <a:pt x="16443" y="40327"/>
                    <a:pt x="16585" y="40440"/>
                    <a:pt x="16755" y="40440"/>
                  </a:cubicBezTo>
                  <a:cubicBezTo>
                    <a:pt x="16773" y="40443"/>
                    <a:pt x="16791" y="40445"/>
                    <a:pt x="16808" y="40445"/>
                  </a:cubicBezTo>
                  <a:cubicBezTo>
                    <a:pt x="16959" y="40445"/>
                    <a:pt x="17099" y="40338"/>
                    <a:pt x="17125" y="40185"/>
                  </a:cubicBezTo>
                  <a:cubicBezTo>
                    <a:pt x="17125" y="40014"/>
                    <a:pt x="17011" y="39872"/>
                    <a:pt x="16841" y="39844"/>
                  </a:cubicBezTo>
                  <a:lnTo>
                    <a:pt x="16841" y="39816"/>
                  </a:lnTo>
                  <a:cubicBezTo>
                    <a:pt x="16826" y="39814"/>
                    <a:pt x="16811" y="39813"/>
                    <a:pt x="16797" y="39813"/>
                  </a:cubicBezTo>
                  <a:close/>
                  <a:moveTo>
                    <a:pt x="4650" y="40294"/>
                  </a:moveTo>
                  <a:cubicBezTo>
                    <a:pt x="4562" y="40294"/>
                    <a:pt x="4478" y="40323"/>
                    <a:pt x="4402" y="40384"/>
                  </a:cubicBezTo>
                  <a:cubicBezTo>
                    <a:pt x="4232" y="40526"/>
                    <a:pt x="4260" y="40724"/>
                    <a:pt x="4288" y="40895"/>
                  </a:cubicBezTo>
                  <a:cubicBezTo>
                    <a:pt x="4315" y="41132"/>
                    <a:pt x="4512" y="41295"/>
                    <a:pt x="4744" y="41295"/>
                  </a:cubicBezTo>
                  <a:cubicBezTo>
                    <a:pt x="4762" y="41295"/>
                    <a:pt x="4781" y="41294"/>
                    <a:pt x="4799" y="41292"/>
                  </a:cubicBezTo>
                  <a:cubicBezTo>
                    <a:pt x="4998" y="41236"/>
                    <a:pt x="5169" y="41037"/>
                    <a:pt x="5140" y="40810"/>
                  </a:cubicBezTo>
                  <a:cubicBezTo>
                    <a:pt x="5169" y="40611"/>
                    <a:pt x="5055" y="40440"/>
                    <a:pt x="4885" y="40355"/>
                  </a:cubicBezTo>
                  <a:cubicBezTo>
                    <a:pt x="4806" y="40316"/>
                    <a:pt x="4727" y="40294"/>
                    <a:pt x="4650" y="40294"/>
                  </a:cubicBezTo>
                  <a:close/>
                  <a:moveTo>
                    <a:pt x="7327" y="40639"/>
                  </a:moveTo>
                  <a:cubicBezTo>
                    <a:pt x="7157" y="40668"/>
                    <a:pt x="7043" y="40810"/>
                    <a:pt x="7015" y="40980"/>
                  </a:cubicBezTo>
                  <a:cubicBezTo>
                    <a:pt x="7015" y="41164"/>
                    <a:pt x="7161" y="41324"/>
                    <a:pt x="7340" y="41324"/>
                  </a:cubicBezTo>
                  <a:cubicBezTo>
                    <a:pt x="7355" y="41324"/>
                    <a:pt x="7369" y="41323"/>
                    <a:pt x="7384" y="41321"/>
                  </a:cubicBezTo>
                  <a:cubicBezTo>
                    <a:pt x="7554" y="41321"/>
                    <a:pt x="7696" y="41179"/>
                    <a:pt x="7668" y="41008"/>
                  </a:cubicBezTo>
                  <a:cubicBezTo>
                    <a:pt x="7696" y="40810"/>
                    <a:pt x="7526" y="40639"/>
                    <a:pt x="7327" y="40639"/>
                  </a:cubicBezTo>
                  <a:close/>
                  <a:moveTo>
                    <a:pt x="20554" y="40674"/>
                  </a:moveTo>
                  <a:cubicBezTo>
                    <a:pt x="20319" y="40674"/>
                    <a:pt x="20102" y="40835"/>
                    <a:pt x="20078" y="41094"/>
                  </a:cubicBezTo>
                  <a:cubicBezTo>
                    <a:pt x="20106" y="41263"/>
                    <a:pt x="20247" y="41376"/>
                    <a:pt x="20416" y="41405"/>
                  </a:cubicBezTo>
                  <a:lnTo>
                    <a:pt x="20416" y="41405"/>
                  </a:lnTo>
                  <a:cubicBezTo>
                    <a:pt x="20632" y="41395"/>
                    <a:pt x="20819" y="41257"/>
                    <a:pt x="20873" y="41065"/>
                  </a:cubicBezTo>
                  <a:cubicBezTo>
                    <a:pt x="20902" y="40923"/>
                    <a:pt x="20845" y="40753"/>
                    <a:pt x="20703" y="40696"/>
                  </a:cubicBezTo>
                  <a:cubicBezTo>
                    <a:pt x="20654" y="40681"/>
                    <a:pt x="20604" y="40674"/>
                    <a:pt x="20554" y="40674"/>
                  </a:cubicBezTo>
                  <a:close/>
                  <a:moveTo>
                    <a:pt x="20416" y="41405"/>
                  </a:moveTo>
                  <a:cubicBezTo>
                    <a:pt x="20407" y="41406"/>
                    <a:pt x="20399" y="41406"/>
                    <a:pt x="20391" y="41406"/>
                  </a:cubicBezTo>
                  <a:lnTo>
                    <a:pt x="20419" y="41406"/>
                  </a:lnTo>
                  <a:cubicBezTo>
                    <a:pt x="20418" y="41406"/>
                    <a:pt x="20417" y="41406"/>
                    <a:pt x="20416" y="41405"/>
                  </a:cubicBezTo>
                  <a:close/>
                  <a:moveTo>
                    <a:pt x="11347" y="41261"/>
                  </a:moveTo>
                  <a:cubicBezTo>
                    <a:pt x="11332" y="41261"/>
                    <a:pt x="11318" y="41262"/>
                    <a:pt x="11303" y="41264"/>
                  </a:cubicBezTo>
                  <a:lnTo>
                    <a:pt x="11274" y="41264"/>
                  </a:lnTo>
                  <a:cubicBezTo>
                    <a:pt x="11104" y="41292"/>
                    <a:pt x="10990" y="41463"/>
                    <a:pt x="11019" y="41633"/>
                  </a:cubicBezTo>
                  <a:cubicBezTo>
                    <a:pt x="11047" y="41804"/>
                    <a:pt x="11189" y="41946"/>
                    <a:pt x="11360" y="41974"/>
                  </a:cubicBezTo>
                  <a:cubicBezTo>
                    <a:pt x="11558" y="41946"/>
                    <a:pt x="11700" y="41804"/>
                    <a:pt x="11729" y="41605"/>
                  </a:cubicBezTo>
                  <a:cubicBezTo>
                    <a:pt x="11703" y="41421"/>
                    <a:pt x="11530" y="41261"/>
                    <a:pt x="11347" y="41261"/>
                  </a:cubicBezTo>
                  <a:close/>
                  <a:moveTo>
                    <a:pt x="15989" y="41889"/>
                  </a:moveTo>
                  <a:cubicBezTo>
                    <a:pt x="15790" y="41917"/>
                    <a:pt x="15648" y="42059"/>
                    <a:pt x="15648" y="42258"/>
                  </a:cubicBezTo>
                  <a:cubicBezTo>
                    <a:pt x="15648" y="42457"/>
                    <a:pt x="15818" y="42599"/>
                    <a:pt x="16017" y="42599"/>
                  </a:cubicBezTo>
                  <a:cubicBezTo>
                    <a:pt x="16216" y="42599"/>
                    <a:pt x="16358" y="42428"/>
                    <a:pt x="16329" y="42258"/>
                  </a:cubicBezTo>
                  <a:cubicBezTo>
                    <a:pt x="16329" y="42059"/>
                    <a:pt x="16187" y="41889"/>
                    <a:pt x="15989" y="41889"/>
                  </a:cubicBezTo>
                  <a:close/>
                  <a:moveTo>
                    <a:pt x="19491" y="42255"/>
                  </a:moveTo>
                  <a:cubicBezTo>
                    <a:pt x="19479" y="42255"/>
                    <a:pt x="19466" y="42256"/>
                    <a:pt x="19453" y="42258"/>
                  </a:cubicBezTo>
                  <a:cubicBezTo>
                    <a:pt x="19198" y="42286"/>
                    <a:pt x="19027" y="42514"/>
                    <a:pt x="19056" y="42741"/>
                  </a:cubicBezTo>
                  <a:cubicBezTo>
                    <a:pt x="19084" y="42911"/>
                    <a:pt x="19226" y="43025"/>
                    <a:pt x="19397" y="43025"/>
                  </a:cubicBezTo>
                  <a:cubicBezTo>
                    <a:pt x="19624" y="43025"/>
                    <a:pt x="19823" y="42826"/>
                    <a:pt x="19794" y="42570"/>
                  </a:cubicBezTo>
                  <a:cubicBezTo>
                    <a:pt x="19794" y="42413"/>
                    <a:pt x="19648" y="42255"/>
                    <a:pt x="19491" y="422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7"/>
            <p:cNvSpPr/>
            <p:nvPr/>
          </p:nvSpPr>
          <p:spPr>
            <a:xfrm>
              <a:off x="4822400" y="2205000"/>
              <a:ext cx="616300" cy="569525"/>
            </a:xfrm>
            <a:custGeom>
              <a:rect b="b" l="l" r="r" t="t"/>
              <a:pathLst>
                <a:path extrusionOk="0" h="22781" w="24652">
                  <a:moveTo>
                    <a:pt x="21044" y="541"/>
                  </a:moveTo>
                  <a:cubicBezTo>
                    <a:pt x="21044" y="541"/>
                    <a:pt x="21044" y="542"/>
                    <a:pt x="21044" y="543"/>
                  </a:cubicBezTo>
                  <a:lnTo>
                    <a:pt x="21044" y="543"/>
                  </a:lnTo>
                  <a:lnTo>
                    <a:pt x="21073" y="541"/>
                  </a:lnTo>
                  <a:close/>
                  <a:moveTo>
                    <a:pt x="1" y="115"/>
                  </a:moveTo>
                  <a:cubicBezTo>
                    <a:pt x="285" y="1790"/>
                    <a:pt x="654" y="3466"/>
                    <a:pt x="1052" y="5141"/>
                  </a:cubicBezTo>
                  <a:cubicBezTo>
                    <a:pt x="1534" y="7243"/>
                    <a:pt x="2017" y="9344"/>
                    <a:pt x="2415" y="11446"/>
                  </a:cubicBezTo>
                  <a:cubicBezTo>
                    <a:pt x="2670" y="12809"/>
                    <a:pt x="2926" y="14200"/>
                    <a:pt x="3182" y="15564"/>
                  </a:cubicBezTo>
                  <a:cubicBezTo>
                    <a:pt x="3551" y="17438"/>
                    <a:pt x="3948" y="19341"/>
                    <a:pt x="4318" y="21243"/>
                  </a:cubicBezTo>
                  <a:cubicBezTo>
                    <a:pt x="4435" y="21337"/>
                    <a:pt x="4572" y="21393"/>
                    <a:pt x="4729" y="21393"/>
                  </a:cubicBezTo>
                  <a:cubicBezTo>
                    <a:pt x="4761" y="21393"/>
                    <a:pt x="4795" y="21390"/>
                    <a:pt x="4829" y="21385"/>
                  </a:cubicBezTo>
                  <a:cubicBezTo>
                    <a:pt x="4687" y="20675"/>
                    <a:pt x="4545" y="19994"/>
                    <a:pt x="4403" y="19312"/>
                  </a:cubicBezTo>
                  <a:cubicBezTo>
                    <a:pt x="4034" y="17438"/>
                    <a:pt x="3608" y="15564"/>
                    <a:pt x="3238" y="13689"/>
                  </a:cubicBezTo>
                  <a:cubicBezTo>
                    <a:pt x="2784" y="11105"/>
                    <a:pt x="2273" y="8549"/>
                    <a:pt x="1676" y="5993"/>
                  </a:cubicBezTo>
                  <a:cubicBezTo>
                    <a:pt x="1222" y="4062"/>
                    <a:pt x="796" y="2131"/>
                    <a:pt x="427" y="171"/>
                  </a:cubicBezTo>
                  <a:lnTo>
                    <a:pt x="1" y="115"/>
                  </a:lnTo>
                  <a:close/>
                  <a:moveTo>
                    <a:pt x="24651" y="1"/>
                  </a:moveTo>
                  <a:lnTo>
                    <a:pt x="24254" y="115"/>
                  </a:lnTo>
                  <a:cubicBezTo>
                    <a:pt x="24197" y="512"/>
                    <a:pt x="24140" y="881"/>
                    <a:pt x="24055" y="1279"/>
                  </a:cubicBezTo>
                  <a:cubicBezTo>
                    <a:pt x="23742" y="3096"/>
                    <a:pt x="23402" y="4886"/>
                    <a:pt x="23061" y="6703"/>
                  </a:cubicBezTo>
                  <a:cubicBezTo>
                    <a:pt x="22720" y="8322"/>
                    <a:pt x="22379" y="9912"/>
                    <a:pt x="22067" y="11502"/>
                  </a:cubicBezTo>
                  <a:cubicBezTo>
                    <a:pt x="21811" y="12837"/>
                    <a:pt x="21612" y="14200"/>
                    <a:pt x="21357" y="15564"/>
                  </a:cubicBezTo>
                  <a:cubicBezTo>
                    <a:pt x="21016" y="17551"/>
                    <a:pt x="20618" y="19539"/>
                    <a:pt x="20335" y="21556"/>
                  </a:cubicBezTo>
                  <a:cubicBezTo>
                    <a:pt x="20363" y="21560"/>
                    <a:pt x="20392" y="21563"/>
                    <a:pt x="20422" y="21563"/>
                  </a:cubicBezTo>
                  <a:cubicBezTo>
                    <a:pt x="20569" y="21563"/>
                    <a:pt x="20723" y="21504"/>
                    <a:pt x="20817" y="21385"/>
                  </a:cubicBezTo>
                  <a:cubicBezTo>
                    <a:pt x="20817" y="21272"/>
                    <a:pt x="20817" y="21130"/>
                    <a:pt x="20846" y="21016"/>
                  </a:cubicBezTo>
                  <a:cubicBezTo>
                    <a:pt x="21130" y="19341"/>
                    <a:pt x="21414" y="17665"/>
                    <a:pt x="21726" y="16018"/>
                  </a:cubicBezTo>
                  <a:cubicBezTo>
                    <a:pt x="21982" y="14598"/>
                    <a:pt x="22180" y="13178"/>
                    <a:pt x="22464" y="11758"/>
                  </a:cubicBezTo>
                  <a:cubicBezTo>
                    <a:pt x="23089" y="8663"/>
                    <a:pt x="23771" y="5596"/>
                    <a:pt x="24310" y="2528"/>
                  </a:cubicBezTo>
                  <a:cubicBezTo>
                    <a:pt x="24452" y="1676"/>
                    <a:pt x="24538" y="853"/>
                    <a:pt x="24651" y="1"/>
                  </a:cubicBezTo>
                  <a:close/>
                  <a:moveTo>
                    <a:pt x="4743" y="683"/>
                  </a:moveTo>
                  <a:cubicBezTo>
                    <a:pt x="4743" y="739"/>
                    <a:pt x="4743" y="796"/>
                    <a:pt x="4743" y="853"/>
                  </a:cubicBezTo>
                  <a:cubicBezTo>
                    <a:pt x="4829" y="1676"/>
                    <a:pt x="4885" y="2500"/>
                    <a:pt x="4971" y="3324"/>
                  </a:cubicBezTo>
                  <a:cubicBezTo>
                    <a:pt x="5198" y="5312"/>
                    <a:pt x="5453" y="7271"/>
                    <a:pt x="5681" y="9287"/>
                  </a:cubicBezTo>
                  <a:cubicBezTo>
                    <a:pt x="5908" y="11304"/>
                    <a:pt x="6107" y="13320"/>
                    <a:pt x="6334" y="15308"/>
                  </a:cubicBezTo>
                  <a:cubicBezTo>
                    <a:pt x="6533" y="16841"/>
                    <a:pt x="6703" y="18375"/>
                    <a:pt x="6873" y="19880"/>
                  </a:cubicBezTo>
                  <a:cubicBezTo>
                    <a:pt x="6959" y="20562"/>
                    <a:pt x="7044" y="21272"/>
                    <a:pt x="7101" y="21982"/>
                  </a:cubicBezTo>
                  <a:cubicBezTo>
                    <a:pt x="7198" y="22079"/>
                    <a:pt x="7321" y="22123"/>
                    <a:pt x="7444" y="22123"/>
                  </a:cubicBezTo>
                  <a:cubicBezTo>
                    <a:pt x="7501" y="22123"/>
                    <a:pt x="7558" y="22113"/>
                    <a:pt x="7612" y="22095"/>
                  </a:cubicBezTo>
                  <a:cubicBezTo>
                    <a:pt x="7498" y="21243"/>
                    <a:pt x="7385" y="20420"/>
                    <a:pt x="7271" y="19568"/>
                  </a:cubicBezTo>
                  <a:cubicBezTo>
                    <a:pt x="7157" y="18545"/>
                    <a:pt x="7044" y="17466"/>
                    <a:pt x="6930" y="16501"/>
                  </a:cubicBezTo>
                  <a:cubicBezTo>
                    <a:pt x="6817" y="15507"/>
                    <a:pt x="6703" y="14513"/>
                    <a:pt x="6589" y="13547"/>
                  </a:cubicBezTo>
                  <a:cubicBezTo>
                    <a:pt x="6476" y="12326"/>
                    <a:pt x="6334" y="11105"/>
                    <a:pt x="6220" y="9884"/>
                  </a:cubicBezTo>
                  <a:cubicBezTo>
                    <a:pt x="6107" y="8861"/>
                    <a:pt x="5965" y="7811"/>
                    <a:pt x="5851" y="6788"/>
                  </a:cubicBezTo>
                  <a:cubicBezTo>
                    <a:pt x="5737" y="5879"/>
                    <a:pt x="5595" y="4971"/>
                    <a:pt x="5510" y="4062"/>
                  </a:cubicBezTo>
                  <a:cubicBezTo>
                    <a:pt x="5368" y="2954"/>
                    <a:pt x="5255" y="1847"/>
                    <a:pt x="5141" y="739"/>
                  </a:cubicBezTo>
                  <a:lnTo>
                    <a:pt x="4743" y="683"/>
                  </a:lnTo>
                  <a:close/>
                  <a:moveTo>
                    <a:pt x="21044" y="543"/>
                  </a:moveTo>
                  <a:lnTo>
                    <a:pt x="20675" y="569"/>
                  </a:lnTo>
                  <a:cubicBezTo>
                    <a:pt x="20590" y="1080"/>
                    <a:pt x="20505" y="1563"/>
                    <a:pt x="20448" y="2074"/>
                  </a:cubicBezTo>
                  <a:cubicBezTo>
                    <a:pt x="20221" y="4005"/>
                    <a:pt x="20051" y="5965"/>
                    <a:pt x="19823" y="7924"/>
                  </a:cubicBezTo>
                  <a:cubicBezTo>
                    <a:pt x="19767" y="8492"/>
                    <a:pt x="19710" y="9060"/>
                    <a:pt x="19653" y="9600"/>
                  </a:cubicBezTo>
                  <a:cubicBezTo>
                    <a:pt x="19483" y="10849"/>
                    <a:pt x="19284" y="12099"/>
                    <a:pt x="19170" y="13348"/>
                  </a:cubicBezTo>
                  <a:cubicBezTo>
                    <a:pt x="19000" y="14768"/>
                    <a:pt x="18858" y="16160"/>
                    <a:pt x="18687" y="17580"/>
                  </a:cubicBezTo>
                  <a:cubicBezTo>
                    <a:pt x="18489" y="19113"/>
                    <a:pt x="18375" y="20675"/>
                    <a:pt x="18261" y="22237"/>
                  </a:cubicBezTo>
                  <a:cubicBezTo>
                    <a:pt x="18291" y="22242"/>
                    <a:pt x="18320" y="22244"/>
                    <a:pt x="18349" y="22244"/>
                  </a:cubicBezTo>
                  <a:cubicBezTo>
                    <a:pt x="18489" y="22244"/>
                    <a:pt x="18622" y="22189"/>
                    <a:pt x="18716" y="22095"/>
                  </a:cubicBezTo>
                  <a:cubicBezTo>
                    <a:pt x="18716" y="21868"/>
                    <a:pt x="18716" y="21612"/>
                    <a:pt x="18744" y="21385"/>
                  </a:cubicBezTo>
                  <a:cubicBezTo>
                    <a:pt x="18829" y="20590"/>
                    <a:pt x="18886" y="19795"/>
                    <a:pt x="18971" y="19000"/>
                  </a:cubicBezTo>
                  <a:cubicBezTo>
                    <a:pt x="19113" y="17466"/>
                    <a:pt x="19255" y="15933"/>
                    <a:pt x="19454" y="14428"/>
                  </a:cubicBezTo>
                  <a:cubicBezTo>
                    <a:pt x="19738" y="12070"/>
                    <a:pt x="20079" y="9742"/>
                    <a:pt x="20306" y="7385"/>
                  </a:cubicBezTo>
                  <a:cubicBezTo>
                    <a:pt x="20477" y="5454"/>
                    <a:pt x="20732" y="3494"/>
                    <a:pt x="20959" y="1563"/>
                  </a:cubicBezTo>
                  <a:cubicBezTo>
                    <a:pt x="20988" y="1223"/>
                    <a:pt x="21016" y="883"/>
                    <a:pt x="21044" y="543"/>
                  </a:cubicBezTo>
                  <a:close/>
                  <a:moveTo>
                    <a:pt x="8805" y="910"/>
                  </a:moveTo>
                  <a:lnTo>
                    <a:pt x="8805" y="1478"/>
                  </a:lnTo>
                  <a:cubicBezTo>
                    <a:pt x="8833" y="1960"/>
                    <a:pt x="8890" y="2472"/>
                    <a:pt x="8918" y="2954"/>
                  </a:cubicBezTo>
                  <a:cubicBezTo>
                    <a:pt x="8975" y="3863"/>
                    <a:pt x="9032" y="4800"/>
                    <a:pt x="9089" y="5709"/>
                  </a:cubicBezTo>
                  <a:cubicBezTo>
                    <a:pt x="9202" y="7385"/>
                    <a:pt x="9344" y="9060"/>
                    <a:pt x="9429" y="10736"/>
                  </a:cubicBezTo>
                  <a:cubicBezTo>
                    <a:pt x="9515" y="11985"/>
                    <a:pt x="9571" y="13235"/>
                    <a:pt x="9628" y="14484"/>
                  </a:cubicBezTo>
                  <a:cubicBezTo>
                    <a:pt x="9685" y="15422"/>
                    <a:pt x="9742" y="16359"/>
                    <a:pt x="9799" y="17324"/>
                  </a:cubicBezTo>
                  <a:cubicBezTo>
                    <a:pt x="9912" y="19057"/>
                    <a:pt x="9997" y="20817"/>
                    <a:pt x="10111" y="22550"/>
                  </a:cubicBezTo>
                  <a:cubicBezTo>
                    <a:pt x="10206" y="22625"/>
                    <a:pt x="10313" y="22676"/>
                    <a:pt x="10424" y="22676"/>
                  </a:cubicBezTo>
                  <a:cubicBezTo>
                    <a:pt x="10480" y="22676"/>
                    <a:pt x="10537" y="22663"/>
                    <a:pt x="10594" y="22635"/>
                  </a:cubicBezTo>
                  <a:cubicBezTo>
                    <a:pt x="10537" y="21726"/>
                    <a:pt x="10480" y="20817"/>
                    <a:pt x="10423" y="19880"/>
                  </a:cubicBezTo>
                  <a:lnTo>
                    <a:pt x="10395" y="19454"/>
                  </a:lnTo>
                  <a:cubicBezTo>
                    <a:pt x="10338" y="18489"/>
                    <a:pt x="10253" y="17523"/>
                    <a:pt x="10196" y="16557"/>
                  </a:cubicBezTo>
                  <a:cubicBezTo>
                    <a:pt x="10111" y="15223"/>
                    <a:pt x="10054" y="13888"/>
                    <a:pt x="9997" y="12582"/>
                  </a:cubicBezTo>
                  <a:cubicBezTo>
                    <a:pt x="9941" y="11730"/>
                    <a:pt x="9884" y="10878"/>
                    <a:pt x="9827" y="10026"/>
                  </a:cubicBezTo>
                  <a:cubicBezTo>
                    <a:pt x="9770" y="9032"/>
                    <a:pt x="9685" y="8038"/>
                    <a:pt x="9628" y="7044"/>
                  </a:cubicBezTo>
                  <a:cubicBezTo>
                    <a:pt x="9543" y="5908"/>
                    <a:pt x="9486" y="4744"/>
                    <a:pt x="9429" y="3579"/>
                  </a:cubicBezTo>
                  <a:cubicBezTo>
                    <a:pt x="9373" y="2983"/>
                    <a:pt x="9344" y="2415"/>
                    <a:pt x="9287" y="1818"/>
                  </a:cubicBezTo>
                  <a:cubicBezTo>
                    <a:pt x="9259" y="1506"/>
                    <a:pt x="9202" y="1222"/>
                    <a:pt x="9145" y="910"/>
                  </a:cubicBezTo>
                  <a:close/>
                  <a:moveTo>
                    <a:pt x="16756" y="853"/>
                  </a:moveTo>
                  <a:cubicBezTo>
                    <a:pt x="16728" y="2983"/>
                    <a:pt x="16586" y="5113"/>
                    <a:pt x="16472" y="7214"/>
                  </a:cubicBezTo>
                  <a:cubicBezTo>
                    <a:pt x="16387" y="8748"/>
                    <a:pt x="16245" y="10281"/>
                    <a:pt x="16103" y="11815"/>
                  </a:cubicBezTo>
                  <a:cubicBezTo>
                    <a:pt x="15961" y="13689"/>
                    <a:pt x="15876" y="15564"/>
                    <a:pt x="15762" y="17495"/>
                  </a:cubicBezTo>
                  <a:cubicBezTo>
                    <a:pt x="15677" y="19199"/>
                    <a:pt x="15620" y="20931"/>
                    <a:pt x="15563" y="22663"/>
                  </a:cubicBezTo>
                  <a:cubicBezTo>
                    <a:pt x="15622" y="22675"/>
                    <a:pt x="15686" y="22682"/>
                    <a:pt x="15751" y="22682"/>
                  </a:cubicBezTo>
                  <a:cubicBezTo>
                    <a:pt x="15842" y="22682"/>
                    <a:pt x="15935" y="22668"/>
                    <a:pt x="16018" y="22635"/>
                  </a:cubicBezTo>
                  <a:cubicBezTo>
                    <a:pt x="15989" y="21811"/>
                    <a:pt x="16103" y="20988"/>
                    <a:pt x="16131" y="20136"/>
                  </a:cubicBezTo>
                  <a:cubicBezTo>
                    <a:pt x="16188" y="18489"/>
                    <a:pt x="16245" y="16813"/>
                    <a:pt x="16330" y="15166"/>
                  </a:cubicBezTo>
                  <a:cubicBezTo>
                    <a:pt x="16359" y="14342"/>
                    <a:pt x="16415" y="13519"/>
                    <a:pt x="16472" y="12695"/>
                  </a:cubicBezTo>
                  <a:cubicBezTo>
                    <a:pt x="16614" y="11076"/>
                    <a:pt x="16756" y="9486"/>
                    <a:pt x="16870" y="7896"/>
                  </a:cubicBezTo>
                  <a:cubicBezTo>
                    <a:pt x="16955" y="6987"/>
                    <a:pt x="16983" y="6107"/>
                    <a:pt x="17069" y="5198"/>
                  </a:cubicBezTo>
                  <a:cubicBezTo>
                    <a:pt x="17182" y="3835"/>
                    <a:pt x="17154" y="2472"/>
                    <a:pt x="17154" y="1108"/>
                  </a:cubicBezTo>
                  <a:cubicBezTo>
                    <a:pt x="17154" y="910"/>
                    <a:pt x="17154" y="853"/>
                    <a:pt x="17012" y="853"/>
                  </a:cubicBezTo>
                  <a:close/>
                  <a:moveTo>
                    <a:pt x="12496" y="938"/>
                  </a:moveTo>
                  <a:cubicBezTo>
                    <a:pt x="12496" y="1392"/>
                    <a:pt x="12468" y="1847"/>
                    <a:pt x="12468" y="2301"/>
                  </a:cubicBezTo>
                  <a:lnTo>
                    <a:pt x="12468" y="6760"/>
                  </a:lnTo>
                  <a:lnTo>
                    <a:pt x="12468" y="18375"/>
                  </a:lnTo>
                  <a:cubicBezTo>
                    <a:pt x="12468" y="19823"/>
                    <a:pt x="12496" y="21272"/>
                    <a:pt x="12525" y="22692"/>
                  </a:cubicBezTo>
                  <a:cubicBezTo>
                    <a:pt x="12601" y="22753"/>
                    <a:pt x="12693" y="22781"/>
                    <a:pt x="12789" y="22781"/>
                  </a:cubicBezTo>
                  <a:cubicBezTo>
                    <a:pt x="12872" y="22781"/>
                    <a:pt x="12957" y="22760"/>
                    <a:pt x="13036" y="22720"/>
                  </a:cubicBezTo>
                  <a:cubicBezTo>
                    <a:pt x="13008" y="21669"/>
                    <a:pt x="12922" y="20590"/>
                    <a:pt x="12922" y="19539"/>
                  </a:cubicBezTo>
                  <a:cubicBezTo>
                    <a:pt x="12894" y="15620"/>
                    <a:pt x="12894" y="11730"/>
                    <a:pt x="12894" y="7839"/>
                  </a:cubicBezTo>
                  <a:cubicBezTo>
                    <a:pt x="12894" y="7044"/>
                    <a:pt x="12951" y="6277"/>
                    <a:pt x="12951" y="5482"/>
                  </a:cubicBezTo>
                  <a:cubicBezTo>
                    <a:pt x="13008" y="3977"/>
                    <a:pt x="12894" y="2472"/>
                    <a:pt x="12866" y="9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4" name="Google Shape;7274;p97"/>
          <p:cNvSpPr txBox="1"/>
          <p:nvPr/>
        </p:nvSpPr>
        <p:spPr>
          <a:xfrm>
            <a:off x="2845800" y="3843575"/>
            <a:ext cx="7551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2"/>
                </a:solidFill>
                <a:latin typeface="Balsamiq Sans"/>
                <a:ea typeface="Balsamiq Sans"/>
                <a:cs typeface="Balsamiq Sans"/>
                <a:sym typeface="Balsamiq Sans"/>
              </a:rPr>
              <a:t>30%</a:t>
            </a:r>
            <a:endParaRPr b="1" sz="1800">
              <a:solidFill>
                <a:schemeClr val="lt2"/>
              </a:solidFill>
              <a:latin typeface="Balsamiq Sans"/>
              <a:ea typeface="Balsamiq Sans"/>
              <a:cs typeface="Balsamiq Sans"/>
              <a:sym typeface="Balsamiq Sans"/>
            </a:endParaRPr>
          </a:p>
        </p:txBody>
      </p:sp>
      <p:sp>
        <p:nvSpPr>
          <p:cNvPr id="7275" name="Google Shape;7275;p97"/>
          <p:cNvSpPr txBox="1"/>
          <p:nvPr/>
        </p:nvSpPr>
        <p:spPr>
          <a:xfrm>
            <a:off x="3745075" y="3843575"/>
            <a:ext cx="7551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2"/>
                </a:solidFill>
                <a:latin typeface="Balsamiq Sans"/>
                <a:ea typeface="Balsamiq Sans"/>
                <a:cs typeface="Balsamiq Sans"/>
                <a:sym typeface="Balsamiq Sans"/>
              </a:rPr>
              <a:t>6</a:t>
            </a:r>
            <a:r>
              <a:rPr b="1" lang="en" sz="1800">
                <a:solidFill>
                  <a:schemeClr val="lt2"/>
                </a:solidFill>
                <a:latin typeface="Balsamiq Sans"/>
                <a:ea typeface="Balsamiq Sans"/>
                <a:cs typeface="Balsamiq Sans"/>
                <a:sym typeface="Balsamiq Sans"/>
              </a:rPr>
              <a:t>0%</a:t>
            </a:r>
            <a:endParaRPr b="1" sz="1800">
              <a:solidFill>
                <a:schemeClr val="lt2"/>
              </a:solidFill>
              <a:latin typeface="Balsamiq Sans"/>
              <a:ea typeface="Balsamiq Sans"/>
              <a:cs typeface="Balsamiq Sans"/>
              <a:sym typeface="Balsamiq Sans"/>
            </a:endParaRPr>
          </a:p>
        </p:txBody>
      </p:sp>
      <p:sp>
        <p:nvSpPr>
          <p:cNvPr id="7276" name="Google Shape;7276;p97"/>
          <p:cNvSpPr txBox="1"/>
          <p:nvPr/>
        </p:nvSpPr>
        <p:spPr>
          <a:xfrm>
            <a:off x="4644350" y="3843575"/>
            <a:ext cx="7551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2"/>
                </a:solidFill>
                <a:latin typeface="Balsamiq Sans"/>
                <a:ea typeface="Balsamiq Sans"/>
                <a:cs typeface="Balsamiq Sans"/>
                <a:sym typeface="Balsamiq Sans"/>
              </a:rPr>
              <a:t>8</a:t>
            </a:r>
            <a:r>
              <a:rPr b="1" lang="en" sz="1800">
                <a:solidFill>
                  <a:schemeClr val="lt2"/>
                </a:solidFill>
                <a:latin typeface="Balsamiq Sans"/>
                <a:ea typeface="Balsamiq Sans"/>
                <a:cs typeface="Balsamiq Sans"/>
                <a:sym typeface="Balsamiq Sans"/>
              </a:rPr>
              <a:t>0%</a:t>
            </a:r>
            <a:endParaRPr b="1" sz="1800">
              <a:solidFill>
                <a:schemeClr val="lt2"/>
              </a:solidFill>
              <a:latin typeface="Balsamiq Sans"/>
              <a:ea typeface="Balsamiq Sans"/>
              <a:cs typeface="Balsamiq Sans"/>
              <a:sym typeface="Balsamiq Sans"/>
            </a:endParaRPr>
          </a:p>
        </p:txBody>
      </p:sp>
      <p:sp>
        <p:nvSpPr>
          <p:cNvPr id="7277" name="Google Shape;7277;p97"/>
          <p:cNvSpPr txBox="1"/>
          <p:nvPr/>
        </p:nvSpPr>
        <p:spPr>
          <a:xfrm>
            <a:off x="5543025" y="3843575"/>
            <a:ext cx="755100" cy="31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2"/>
                </a:solidFill>
                <a:latin typeface="Balsamiq Sans"/>
                <a:ea typeface="Balsamiq Sans"/>
                <a:cs typeface="Balsamiq Sans"/>
                <a:sym typeface="Balsamiq Sans"/>
              </a:rPr>
              <a:t>2</a:t>
            </a:r>
            <a:r>
              <a:rPr b="1" lang="en" sz="1800">
                <a:solidFill>
                  <a:schemeClr val="lt2"/>
                </a:solidFill>
                <a:latin typeface="Balsamiq Sans"/>
                <a:ea typeface="Balsamiq Sans"/>
                <a:cs typeface="Balsamiq Sans"/>
                <a:sym typeface="Balsamiq Sans"/>
              </a:rPr>
              <a:t>0%</a:t>
            </a:r>
            <a:endParaRPr b="1" sz="1800">
              <a:solidFill>
                <a:schemeClr val="lt2"/>
              </a:solidFill>
              <a:latin typeface="Balsamiq Sans"/>
              <a:ea typeface="Balsamiq Sans"/>
              <a:cs typeface="Balsamiq Sans"/>
              <a:sym typeface="Balsamiq Sans"/>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1" name="Shape 7281"/>
        <p:cNvGrpSpPr/>
        <p:nvPr/>
      </p:nvGrpSpPr>
      <p:grpSpPr>
        <a:xfrm>
          <a:off x="0" y="0"/>
          <a:ext cx="0" cy="0"/>
          <a:chOff x="0" y="0"/>
          <a:chExt cx="0" cy="0"/>
        </a:xfrm>
      </p:grpSpPr>
      <p:sp>
        <p:nvSpPr>
          <p:cNvPr id="7282" name="Google Shape;7282;p98"/>
          <p:cNvSpPr/>
          <p:nvPr/>
        </p:nvSpPr>
        <p:spPr>
          <a:xfrm>
            <a:off x="4558763" y="14756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8"/>
          <p:cNvSpPr/>
          <p:nvPr/>
        </p:nvSpPr>
        <p:spPr>
          <a:xfrm>
            <a:off x="4558750" y="2967963"/>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8"/>
          <p:cNvSpPr txBox="1"/>
          <p:nvPr>
            <p:ph idx="1" type="subTitle"/>
          </p:nvPr>
        </p:nvSpPr>
        <p:spPr>
          <a:xfrm>
            <a:off x="4723988" y="1570525"/>
            <a:ext cx="1862700" cy="2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7285" name="Google Shape;7285;p98"/>
          <p:cNvSpPr txBox="1"/>
          <p:nvPr>
            <p:ph idx="2" type="subTitle"/>
          </p:nvPr>
        </p:nvSpPr>
        <p:spPr>
          <a:xfrm>
            <a:off x="4723913" y="3062813"/>
            <a:ext cx="1862700" cy="2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a:t>
            </a:r>
            <a:r>
              <a:rPr lang="en"/>
              <a:t>nswer</a:t>
            </a:r>
            <a:endParaRPr/>
          </a:p>
        </p:txBody>
      </p:sp>
      <p:sp>
        <p:nvSpPr>
          <p:cNvPr id="7286" name="Google Shape;7286;p98"/>
          <p:cNvSpPr txBox="1"/>
          <p:nvPr>
            <p:ph idx="3" type="subTitle"/>
          </p:nvPr>
        </p:nvSpPr>
        <p:spPr>
          <a:xfrm>
            <a:off x="4558775" y="1921875"/>
            <a:ext cx="2193000" cy="48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very cold</a:t>
            </a:r>
            <a:endParaRPr/>
          </a:p>
        </p:txBody>
      </p:sp>
      <p:sp>
        <p:nvSpPr>
          <p:cNvPr id="7287" name="Google Shape;7287;p98"/>
          <p:cNvSpPr txBox="1"/>
          <p:nvPr>
            <p:ph idx="4" type="subTitle"/>
          </p:nvPr>
        </p:nvSpPr>
        <p:spPr>
          <a:xfrm>
            <a:off x="4558775" y="3414213"/>
            <a:ext cx="2193000" cy="48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grpSp>
        <p:nvGrpSpPr>
          <p:cNvPr id="7288" name="Google Shape;7288;p98"/>
          <p:cNvGrpSpPr/>
          <p:nvPr/>
        </p:nvGrpSpPr>
        <p:grpSpPr>
          <a:xfrm>
            <a:off x="2007155" y="2793300"/>
            <a:ext cx="2136620" cy="1282778"/>
            <a:chOff x="743953" y="1296401"/>
            <a:chExt cx="2240818" cy="1345336"/>
          </a:xfrm>
        </p:grpSpPr>
        <p:sp>
          <p:nvSpPr>
            <p:cNvPr id="7289" name="Google Shape;7289;p98"/>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0" name="Google Shape;7290;p98"/>
            <p:cNvGrpSpPr/>
            <p:nvPr/>
          </p:nvGrpSpPr>
          <p:grpSpPr>
            <a:xfrm>
              <a:off x="743953" y="1296401"/>
              <a:ext cx="2240772" cy="1306811"/>
              <a:chOff x="743953" y="1296401"/>
              <a:chExt cx="2240772" cy="1306811"/>
            </a:xfrm>
          </p:grpSpPr>
          <p:grpSp>
            <p:nvGrpSpPr>
              <p:cNvPr id="7291" name="Google Shape;7291;p98"/>
              <p:cNvGrpSpPr/>
              <p:nvPr/>
            </p:nvGrpSpPr>
            <p:grpSpPr>
              <a:xfrm>
                <a:off x="743953" y="1296401"/>
                <a:ext cx="2240772" cy="1306811"/>
                <a:chOff x="743878" y="1560076"/>
                <a:chExt cx="2240772" cy="1306811"/>
              </a:xfrm>
            </p:grpSpPr>
            <p:grpSp>
              <p:nvGrpSpPr>
                <p:cNvPr id="7292" name="Google Shape;7292;p98"/>
                <p:cNvGrpSpPr/>
                <p:nvPr/>
              </p:nvGrpSpPr>
              <p:grpSpPr>
                <a:xfrm>
                  <a:off x="743878" y="1590850"/>
                  <a:ext cx="2240772" cy="1276037"/>
                  <a:chOff x="743878" y="1590850"/>
                  <a:chExt cx="2240772" cy="1276037"/>
                </a:xfrm>
              </p:grpSpPr>
              <p:sp>
                <p:nvSpPr>
                  <p:cNvPr id="7293" name="Google Shape;7293;p98"/>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8"/>
                  <p:cNvSpPr/>
                  <p:nvPr/>
                </p:nvSpPr>
                <p:spPr>
                  <a:xfrm rot="2696772">
                    <a:off x="725268" y="2752322"/>
                    <a:ext cx="225921"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5" name="Google Shape;7295;p98"/>
                <p:cNvSpPr/>
                <p:nvPr/>
              </p:nvSpPr>
              <p:spPr>
                <a:xfrm rot="-2706523">
                  <a:off x="736754" y="1633311"/>
                  <a:ext cx="223588"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6" name="Google Shape;7296;p98"/>
              <p:cNvSpPr/>
              <p:nvPr/>
            </p:nvSpPr>
            <p:spPr>
              <a:xfrm>
                <a:off x="1105069" y="155749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7" name="Google Shape;7297;p98"/>
          <p:cNvGrpSpPr/>
          <p:nvPr/>
        </p:nvGrpSpPr>
        <p:grpSpPr>
          <a:xfrm>
            <a:off x="2006875" y="1289843"/>
            <a:ext cx="2192892" cy="1305386"/>
            <a:chOff x="6114449" y="1274274"/>
            <a:chExt cx="2297425" cy="1367612"/>
          </a:xfrm>
        </p:grpSpPr>
        <p:sp>
          <p:nvSpPr>
            <p:cNvPr id="7298" name="Google Shape;7298;p98"/>
            <p:cNvSpPr/>
            <p:nvPr/>
          </p:nvSpPr>
          <p:spPr>
            <a:xfrm>
              <a:off x="6159212" y="252848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9" name="Google Shape;7299;p98"/>
            <p:cNvGrpSpPr/>
            <p:nvPr/>
          </p:nvGrpSpPr>
          <p:grpSpPr>
            <a:xfrm>
              <a:off x="6114449" y="1274274"/>
              <a:ext cx="2297425" cy="1321601"/>
              <a:chOff x="6114449" y="1274274"/>
              <a:chExt cx="2297425" cy="1321601"/>
            </a:xfrm>
          </p:grpSpPr>
          <p:grpSp>
            <p:nvGrpSpPr>
              <p:cNvPr id="7300" name="Google Shape;7300;p98"/>
              <p:cNvGrpSpPr/>
              <p:nvPr/>
            </p:nvGrpSpPr>
            <p:grpSpPr>
              <a:xfrm>
                <a:off x="6114449" y="1274274"/>
                <a:ext cx="2297425" cy="1321601"/>
                <a:chOff x="6114374" y="1537949"/>
                <a:chExt cx="2297425" cy="1321601"/>
              </a:xfrm>
            </p:grpSpPr>
            <p:sp>
              <p:nvSpPr>
                <p:cNvPr id="7301" name="Google Shape;7301;p98"/>
                <p:cNvSpPr/>
                <p:nvPr/>
              </p:nvSpPr>
              <p:spPr>
                <a:xfrm>
                  <a:off x="6159200" y="1590850"/>
                  <a:ext cx="21930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8"/>
                <p:cNvSpPr/>
                <p:nvPr/>
              </p:nvSpPr>
              <p:spPr>
                <a:xfrm rot="2687149">
                  <a:off x="8203357" y="1611935"/>
                  <a:ext cx="226983"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8"/>
                <p:cNvSpPr/>
                <p:nvPr/>
              </p:nvSpPr>
              <p:spPr>
                <a:xfrm rot="2686249">
                  <a:off x="6098007" y="2750085"/>
                  <a:ext cx="212134" cy="4072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4" name="Google Shape;7304;p98"/>
              <p:cNvSpPr/>
              <p:nvPr/>
            </p:nvSpPr>
            <p:spPr>
              <a:xfrm>
                <a:off x="6460007" y="155749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5" name="Google Shape;7305;p98"/>
          <p:cNvGrpSpPr/>
          <p:nvPr/>
        </p:nvGrpSpPr>
        <p:grpSpPr>
          <a:xfrm>
            <a:off x="2849043" y="1683462"/>
            <a:ext cx="509266" cy="487593"/>
            <a:chOff x="3943638" y="3815072"/>
            <a:chExt cx="357933" cy="342676"/>
          </a:xfrm>
        </p:grpSpPr>
        <p:sp>
          <p:nvSpPr>
            <p:cNvPr id="7306" name="Google Shape;7306;p9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98"/>
          <p:cNvGrpSpPr/>
          <p:nvPr/>
        </p:nvGrpSpPr>
        <p:grpSpPr>
          <a:xfrm>
            <a:off x="2778467" y="3216253"/>
            <a:ext cx="592621" cy="437183"/>
            <a:chOff x="5223609" y="3731112"/>
            <a:chExt cx="371782" cy="274285"/>
          </a:xfrm>
        </p:grpSpPr>
        <p:sp>
          <p:nvSpPr>
            <p:cNvPr id="7316" name="Google Shape;7316;p9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98"/>
          <p:cNvGrpSpPr/>
          <p:nvPr/>
        </p:nvGrpSpPr>
        <p:grpSpPr>
          <a:xfrm>
            <a:off x="8176331" y="3875402"/>
            <a:ext cx="776332" cy="864342"/>
            <a:chOff x="-102294" y="3740677"/>
            <a:chExt cx="776332" cy="864342"/>
          </a:xfrm>
        </p:grpSpPr>
        <p:sp>
          <p:nvSpPr>
            <p:cNvPr id="7319" name="Google Shape;7319;p98"/>
            <p:cNvSpPr/>
            <p:nvPr/>
          </p:nvSpPr>
          <p:spPr>
            <a:xfrm>
              <a:off x="112455" y="4509756"/>
              <a:ext cx="561583" cy="95263"/>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8"/>
            <p:cNvSpPr/>
            <p:nvPr/>
          </p:nvSpPr>
          <p:spPr>
            <a:xfrm>
              <a:off x="151090" y="3740677"/>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8"/>
            <p:cNvSpPr/>
            <p:nvPr/>
          </p:nvSpPr>
          <p:spPr>
            <a:xfrm>
              <a:off x="168153" y="3773036"/>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8"/>
            <p:cNvSpPr/>
            <p:nvPr/>
          </p:nvSpPr>
          <p:spPr>
            <a:xfrm>
              <a:off x="208602" y="3864673"/>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8"/>
            <p:cNvSpPr/>
            <p:nvPr/>
          </p:nvSpPr>
          <p:spPr>
            <a:xfrm>
              <a:off x="241844" y="3750580"/>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8"/>
            <p:cNvSpPr/>
            <p:nvPr/>
          </p:nvSpPr>
          <p:spPr>
            <a:xfrm>
              <a:off x="158250" y="3892522"/>
              <a:ext cx="26129" cy="18922"/>
            </a:xfrm>
            <a:custGeom>
              <a:rect b="b" l="l" r="r" t="t"/>
              <a:pathLst>
                <a:path extrusionOk="0" h="407" w="562">
                  <a:moveTo>
                    <a:pt x="156" y="1"/>
                  </a:moveTo>
                  <a:lnTo>
                    <a:pt x="271" y="252"/>
                  </a:lnTo>
                  <a:lnTo>
                    <a:pt x="1" y="406"/>
                  </a:lnTo>
                  <a:lnTo>
                    <a:pt x="1" y="406"/>
                  </a:lnTo>
                  <a:lnTo>
                    <a:pt x="561" y="368"/>
                  </a:lnTo>
                  <a:lnTo>
                    <a:pt x="484" y="213"/>
                  </a:lnTo>
                  <a:lnTo>
                    <a:pt x="156"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8"/>
            <p:cNvSpPr/>
            <p:nvPr/>
          </p:nvSpPr>
          <p:spPr>
            <a:xfrm>
              <a:off x="232824" y="3914978"/>
              <a:ext cx="106979" cy="43192"/>
            </a:xfrm>
            <a:custGeom>
              <a:rect b="b" l="l" r="r" t="t"/>
              <a:pathLst>
                <a:path extrusionOk="0" h="929" w="2301">
                  <a:moveTo>
                    <a:pt x="2300" y="1"/>
                  </a:moveTo>
                  <a:lnTo>
                    <a:pt x="1508" y="426"/>
                  </a:lnTo>
                  <a:lnTo>
                    <a:pt x="697" y="426"/>
                  </a:lnTo>
                  <a:lnTo>
                    <a:pt x="1" y="658"/>
                  </a:lnTo>
                  <a:lnTo>
                    <a:pt x="909" y="928"/>
                  </a:lnTo>
                  <a:lnTo>
                    <a:pt x="1354" y="754"/>
                  </a:lnTo>
                  <a:lnTo>
                    <a:pt x="2223" y="97"/>
                  </a:lnTo>
                  <a:lnTo>
                    <a:pt x="2300" y="1"/>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8"/>
            <p:cNvSpPr/>
            <p:nvPr/>
          </p:nvSpPr>
          <p:spPr>
            <a:xfrm>
              <a:off x="310095" y="3788286"/>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8"/>
            <p:cNvSpPr/>
            <p:nvPr/>
          </p:nvSpPr>
          <p:spPr>
            <a:xfrm>
              <a:off x="328087" y="3811671"/>
              <a:ext cx="58441" cy="35985"/>
            </a:xfrm>
            <a:custGeom>
              <a:rect b="b" l="l" r="r" t="t"/>
              <a:pathLst>
                <a:path extrusionOk="0" h="774" w="1257">
                  <a:moveTo>
                    <a:pt x="0" y="0"/>
                  </a:moveTo>
                  <a:lnTo>
                    <a:pt x="58" y="194"/>
                  </a:lnTo>
                  <a:lnTo>
                    <a:pt x="773" y="406"/>
                  </a:lnTo>
                  <a:lnTo>
                    <a:pt x="870" y="599"/>
                  </a:lnTo>
                  <a:lnTo>
                    <a:pt x="1102" y="773"/>
                  </a:lnTo>
                  <a:lnTo>
                    <a:pt x="1256" y="561"/>
                  </a:lnTo>
                  <a:lnTo>
                    <a:pt x="831" y="15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8"/>
            <p:cNvSpPr/>
            <p:nvPr/>
          </p:nvSpPr>
          <p:spPr>
            <a:xfrm>
              <a:off x="280479" y="3792795"/>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8"/>
            <p:cNvSpPr/>
            <p:nvPr/>
          </p:nvSpPr>
          <p:spPr>
            <a:xfrm>
              <a:off x="-47479" y="3751464"/>
              <a:ext cx="245341" cy="233625"/>
            </a:xfrm>
            <a:custGeom>
              <a:rect b="b" l="l" r="r" t="t"/>
              <a:pathLst>
                <a:path extrusionOk="0" h="5025" w="5277">
                  <a:moveTo>
                    <a:pt x="2049" y="1"/>
                  </a:moveTo>
                  <a:lnTo>
                    <a:pt x="1682" y="155"/>
                  </a:lnTo>
                  <a:lnTo>
                    <a:pt x="1469" y="561"/>
                  </a:lnTo>
                  <a:lnTo>
                    <a:pt x="233" y="774"/>
                  </a:lnTo>
                  <a:lnTo>
                    <a:pt x="97" y="1566"/>
                  </a:lnTo>
                  <a:lnTo>
                    <a:pt x="290" y="2146"/>
                  </a:lnTo>
                  <a:lnTo>
                    <a:pt x="1" y="2880"/>
                  </a:lnTo>
                  <a:lnTo>
                    <a:pt x="213" y="3150"/>
                  </a:lnTo>
                  <a:lnTo>
                    <a:pt x="155" y="3421"/>
                  </a:lnTo>
                  <a:lnTo>
                    <a:pt x="1" y="3692"/>
                  </a:lnTo>
                  <a:lnTo>
                    <a:pt x="542" y="4465"/>
                  </a:lnTo>
                  <a:lnTo>
                    <a:pt x="967" y="4349"/>
                  </a:lnTo>
                  <a:lnTo>
                    <a:pt x="1392" y="4503"/>
                  </a:lnTo>
                  <a:lnTo>
                    <a:pt x="1778" y="4948"/>
                  </a:lnTo>
                  <a:lnTo>
                    <a:pt x="3692" y="5025"/>
                  </a:lnTo>
                  <a:lnTo>
                    <a:pt x="4233" y="4426"/>
                  </a:lnTo>
                  <a:lnTo>
                    <a:pt x="4329" y="3981"/>
                  </a:lnTo>
                  <a:lnTo>
                    <a:pt x="4986" y="3556"/>
                  </a:lnTo>
                  <a:lnTo>
                    <a:pt x="5276" y="2590"/>
                  </a:lnTo>
                  <a:lnTo>
                    <a:pt x="5083" y="2378"/>
                  </a:lnTo>
                  <a:lnTo>
                    <a:pt x="5180" y="2107"/>
                  </a:lnTo>
                  <a:lnTo>
                    <a:pt x="4774" y="1566"/>
                  </a:lnTo>
                  <a:lnTo>
                    <a:pt x="4774" y="832"/>
                  </a:lnTo>
                  <a:lnTo>
                    <a:pt x="4291" y="542"/>
                  </a:lnTo>
                  <a:lnTo>
                    <a:pt x="3846" y="368"/>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8"/>
            <p:cNvSpPr/>
            <p:nvPr/>
          </p:nvSpPr>
          <p:spPr>
            <a:xfrm>
              <a:off x="-29486" y="3783822"/>
              <a:ext cx="104236" cy="84477"/>
            </a:xfrm>
            <a:custGeom>
              <a:rect b="b" l="l" r="r" t="t"/>
              <a:pathLst>
                <a:path extrusionOk="0" h="1817" w="2242">
                  <a:moveTo>
                    <a:pt x="1333" y="0"/>
                  </a:moveTo>
                  <a:lnTo>
                    <a:pt x="522" y="252"/>
                  </a:lnTo>
                  <a:lnTo>
                    <a:pt x="232" y="561"/>
                  </a:lnTo>
                  <a:lnTo>
                    <a:pt x="812" y="541"/>
                  </a:lnTo>
                  <a:lnTo>
                    <a:pt x="1237" y="677"/>
                  </a:lnTo>
                  <a:lnTo>
                    <a:pt x="1314" y="1372"/>
                  </a:lnTo>
                  <a:lnTo>
                    <a:pt x="1121" y="1160"/>
                  </a:lnTo>
                  <a:lnTo>
                    <a:pt x="406" y="677"/>
                  </a:lnTo>
                  <a:lnTo>
                    <a:pt x="135" y="812"/>
                  </a:lnTo>
                  <a:lnTo>
                    <a:pt x="0" y="1198"/>
                  </a:lnTo>
                  <a:lnTo>
                    <a:pt x="406" y="1817"/>
                  </a:lnTo>
                  <a:lnTo>
                    <a:pt x="1623" y="1546"/>
                  </a:lnTo>
                  <a:lnTo>
                    <a:pt x="2242" y="1566"/>
                  </a:lnTo>
                  <a:lnTo>
                    <a:pt x="2164" y="1430"/>
                  </a:lnTo>
                  <a:cubicBezTo>
                    <a:pt x="2164" y="1430"/>
                    <a:pt x="1623" y="1082"/>
                    <a:pt x="1604" y="1063"/>
                  </a:cubicBezTo>
                  <a:cubicBezTo>
                    <a:pt x="1585" y="1024"/>
                    <a:pt x="1411" y="368"/>
                    <a:pt x="1411" y="367"/>
                  </a:cubicBezTo>
                  <a:lnTo>
                    <a:pt x="1411" y="367"/>
                  </a:lnTo>
                  <a:lnTo>
                    <a:pt x="1778" y="561"/>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8"/>
            <p:cNvSpPr/>
            <p:nvPr/>
          </p:nvSpPr>
          <p:spPr>
            <a:xfrm>
              <a:off x="10916" y="3874576"/>
              <a:ext cx="118649" cy="55745"/>
            </a:xfrm>
            <a:custGeom>
              <a:rect b="b" l="l" r="r" t="t"/>
              <a:pathLst>
                <a:path extrusionOk="0" h="1199" w="2552">
                  <a:moveTo>
                    <a:pt x="1643" y="0"/>
                  </a:moveTo>
                  <a:lnTo>
                    <a:pt x="503" y="193"/>
                  </a:lnTo>
                  <a:lnTo>
                    <a:pt x="1" y="657"/>
                  </a:lnTo>
                  <a:lnTo>
                    <a:pt x="812" y="329"/>
                  </a:lnTo>
                  <a:lnTo>
                    <a:pt x="1392" y="348"/>
                  </a:lnTo>
                  <a:lnTo>
                    <a:pt x="1392" y="599"/>
                  </a:lnTo>
                  <a:lnTo>
                    <a:pt x="1199" y="1005"/>
                  </a:lnTo>
                  <a:lnTo>
                    <a:pt x="948" y="1198"/>
                  </a:lnTo>
                  <a:lnTo>
                    <a:pt x="1064" y="1198"/>
                  </a:lnTo>
                  <a:lnTo>
                    <a:pt x="2552" y="676"/>
                  </a:lnTo>
                  <a:lnTo>
                    <a:pt x="2436" y="618"/>
                  </a:lnTo>
                  <a:lnTo>
                    <a:pt x="1817" y="618"/>
                  </a:lnTo>
                  <a:lnTo>
                    <a:pt x="1585" y="367"/>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8"/>
            <p:cNvSpPr/>
            <p:nvPr/>
          </p:nvSpPr>
          <p:spPr>
            <a:xfrm>
              <a:off x="44158" y="3760437"/>
              <a:ext cx="53978" cy="37798"/>
            </a:xfrm>
            <a:custGeom>
              <a:rect b="b" l="l" r="r" t="t"/>
              <a:pathLst>
                <a:path extrusionOk="0" h="813" w="1161">
                  <a:moveTo>
                    <a:pt x="522" y="1"/>
                  </a:moveTo>
                  <a:lnTo>
                    <a:pt x="464" y="136"/>
                  </a:lnTo>
                  <a:lnTo>
                    <a:pt x="948" y="581"/>
                  </a:lnTo>
                  <a:lnTo>
                    <a:pt x="194" y="40"/>
                  </a:lnTo>
                  <a:lnTo>
                    <a:pt x="1" y="310"/>
                  </a:lnTo>
                  <a:lnTo>
                    <a:pt x="310" y="503"/>
                  </a:lnTo>
                  <a:lnTo>
                    <a:pt x="1102" y="812"/>
                  </a:lnTo>
                  <a:lnTo>
                    <a:pt x="1160" y="677"/>
                  </a:lnTo>
                  <a:lnTo>
                    <a:pt x="851" y="175"/>
                  </a:lnTo>
                  <a:lnTo>
                    <a:pt x="5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8"/>
            <p:cNvSpPr/>
            <p:nvPr/>
          </p:nvSpPr>
          <p:spPr>
            <a:xfrm>
              <a:off x="-39389" y="3902425"/>
              <a:ext cx="25199" cy="18876"/>
            </a:xfrm>
            <a:custGeom>
              <a:rect b="b" l="l" r="r" t="t"/>
              <a:pathLst>
                <a:path extrusionOk="0" h="406" w="542">
                  <a:moveTo>
                    <a:pt x="136" y="0"/>
                  </a:moveTo>
                  <a:lnTo>
                    <a:pt x="271" y="251"/>
                  </a:lnTo>
                  <a:lnTo>
                    <a:pt x="1" y="406"/>
                  </a:lnTo>
                  <a:lnTo>
                    <a:pt x="542" y="387"/>
                  </a:lnTo>
                  <a:lnTo>
                    <a:pt x="484" y="213"/>
                  </a:lnTo>
                  <a:lnTo>
                    <a:pt x="136"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8"/>
            <p:cNvSpPr/>
            <p:nvPr/>
          </p:nvSpPr>
          <p:spPr>
            <a:xfrm>
              <a:off x="35185" y="3924881"/>
              <a:ext cx="106979" cy="44075"/>
            </a:xfrm>
            <a:custGeom>
              <a:rect b="b" l="l" r="r" t="t"/>
              <a:pathLst>
                <a:path extrusionOk="0" h="948" w="2301">
                  <a:moveTo>
                    <a:pt x="2300" y="0"/>
                  </a:moveTo>
                  <a:lnTo>
                    <a:pt x="1508" y="425"/>
                  </a:lnTo>
                  <a:lnTo>
                    <a:pt x="696" y="425"/>
                  </a:lnTo>
                  <a:lnTo>
                    <a:pt x="0" y="677"/>
                  </a:lnTo>
                  <a:lnTo>
                    <a:pt x="909" y="947"/>
                  </a:lnTo>
                  <a:lnTo>
                    <a:pt x="1353" y="754"/>
                  </a:lnTo>
                  <a:lnTo>
                    <a:pt x="2223" y="116"/>
                  </a:lnTo>
                  <a:lnTo>
                    <a:pt x="2300" y="0"/>
                  </a:lnTo>
                  <a:close/>
                </a:path>
              </a:pathLst>
            </a:custGeom>
            <a:solidFill>
              <a:srgbClr val="C0C9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8"/>
            <p:cNvSpPr/>
            <p:nvPr/>
          </p:nvSpPr>
          <p:spPr>
            <a:xfrm>
              <a:off x="112455" y="3798189"/>
              <a:ext cx="40448" cy="18922"/>
            </a:xfrm>
            <a:custGeom>
              <a:rect b="b" l="l" r="r" t="t"/>
              <a:pathLst>
                <a:path extrusionOk="0" h="407" w="870">
                  <a:moveTo>
                    <a:pt x="174" y="0"/>
                  </a:moveTo>
                  <a:lnTo>
                    <a:pt x="0" y="155"/>
                  </a:lnTo>
                  <a:lnTo>
                    <a:pt x="174" y="329"/>
                  </a:lnTo>
                  <a:lnTo>
                    <a:pt x="870" y="406"/>
                  </a:lnTo>
                  <a:lnTo>
                    <a:pt x="870" y="406"/>
                  </a:lnTo>
                  <a:lnTo>
                    <a:pt x="1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8"/>
            <p:cNvSpPr/>
            <p:nvPr/>
          </p:nvSpPr>
          <p:spPr>
            <a:xfrm>
              <a:off x="129518" y="3821528"/>
              <a:ext cx="59324" cy="35985"/>
            </a:xfrm>
            <a:custGeom>
              <a:rect b="b" l="l" r="r" t="t"/>
              <a:pathLst>
                <a:path extrusionOk="0" h="774" w="1276">
                  <a:moveTo>
                    <a:pt x="1" y="1"/>
                  </a:moveTo>
                  <a:lnTo>
                    <a:pt x="78" y="194"/>
                  </a:lnTo>
                  <a:lnTo>
                    <a:pt x="793" y="407"/>
                  </a:lnTo>
                  <a:lnTo>
                    <a:pt x="889" y="600"/>
                  </a:lnTo>
                  <a:lnTo>
                    <a:pt x="1121" y="774"/>
                  </a:lnTo>
                  <a:lnTo>
                    <a:pt x="1276" y="581"/>
                  </a:lnTo>
                  <a:lnTo>
                    <a:pt x="851" y="15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8"/>
            <p:cNvSpPr/>
            <p:nvPr/>
          </p:nvSpPr>
          <p:spPr>
            <a:xfrm>
              <a:off x="82793" y="3802698"/>
              <a:ext cx="76434" cy="99773"/>
            </a:xfrm>
            <a:custGeom>
              <a:rect b="b" l="l" r="r" t="t"/>
              <a:pathLst>
                <a:path extrusionOk="0" h="2146" w="1644">
                  <a:moveTo>
                    <a:pt x="233" y="0"/>
                  </a:moveTo>
                  <a:lnTo>
                    <a:pt x="1" y="503"/>
                  </a:lnTo>
                  <a:lnTo>
                    <a:pt x="561" y="1449"/>
                  </a:lnTo>
                  <a:lnTo>
                    <a:pt x="561" y="1739"/>
                  </a:lnTo>
                  <a:lnTo>
                    <a:pt x="1315" y="2145"/>
                  </a:lnTo>
                  <a:lnTo>
                    <a:pt x="1643" y="1701"/>
                  </a:lnTo>
                  <a:lnTo>
                    <a:pt x="1547" y="1179"/>
                  </a:lnTo>
                  <a:lnTo>
                    <a:pt x="1373" y="1411"/>
                  </a:lnTo>
                  <a:lnTo>
                    <a:pt x="870" y="986"/>
                  </a:lnTo>
                  <a:lnTo>
                    <a:pt x="426" y="792"/>
                  </a:lnTo>
                  <a:lnTo>
                    <a:pt x="3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8"/>
            <p:cNvSpPr/>
            <p:nvPr/>
          </p:nvSpPr>
          <p:spPr>
            <a:xfrm>
              <a:off x="-102294" y="3884432"/>
              <a:ext cx="584969" cy="720587"/>
            </a:xfrm>
            <a:custGeom>
              <a:rect b="b" l="l" r="r" t="t"/>
              <a:pathLst>
                <a:path extrusionOk="0" h="15499" w="12582">
                  <a:moveTo>
                    <a:pt x="1" y="1"/>
                  </a:moveTo>
                  <a:lnTo>
                    <a:pt x="1991" y="15499"/>
                  </a:lnTo>
                  <a:lnTo>
                    <a:pt x="9740" y="15499"/>
                  </a:lnTo>
                  <a:lnTo>
                    <a:pt x="125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8"/>
            <p:cNvSpPr/>
            <p:nvPr/>
          </p:nvSpPr>
          <p:spPr>
            <a:xfrm>
              <a:off x="307398" y="3884432"/>
              <a:ext cx="175277" cy="720587"/>
            </a:xfrm>
            <a:custGeom>
              <a:rect b="b" l="l" r="r" t="t"/>
              <a:pathLst>
                <a:path extrusionOk="0" h="15499" w="3770">
                  <a:moveTo>
                    <a:pt x="580" y="1"/>
                  </a:moveTo>
                  <a:lnTo>
                    <a:pt x="1" y="15499"/>
                  </a:lnTo>
                  <a:lnTo>
                    <a:pt x="928" y="15499"/>
                  </a:lnTo>
                  <a:lnTo>
                    <a:pt x="37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0" name="Google Shape;7340;p98">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8">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8">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98">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9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and answer</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8" name="Shape 7348"/>
        <p:cNvGrpSpPr/>
        <p:nvPr/>
      </p:nvGrpSpPr>
      <p:grpSpPr>
        <a:xfrm>
          <a:off x="0" y="0"/>
          <a:ext cx="0" cy="0"/>
          <a:chOff x="0" y="0"/>
          <a:chExt cx="0" cy="0"/>
        </a:xfrm>
      </p:grpSpPr>
      <p:sp>
        <p:nvSpPr>
          <p:cNvPr id="7349" name="Google Shape;7349;p99"/>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Parts and whole</a:t>
            </a:r>
            <a:endParaRPr/>
          </a:p>
        </p:txBody>
      </p:sp>
      <p:sp>
        <p:nvSpPr>
          <p:cNvPr id="7350" name="Google Shape;7350;p99"/>
          <p:cNvSpPr/>
          <p:nvPr/>
        </p:nvSpPr>
        <p:spPr>
          <a:xfrm>
            <a:off x="720000" y="1137500"/>
            <a:ext cx="1548300" cy="716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Mercury</a:t>
            </a:r>
            <a:endParaRPr b="1" sz="1800">
              <a:solidFill>
                <a:schemeClr val="lt1"/>
              </a:solidFill>
              <a:latin typeface="Balsamiq Sans"/>
              <a:ea typeface="Balsamiq Sans"/>
              <a:cs typeface="Balsamiq Sans"/>
              <a:sym typeface="Balsamiq Sans"/>
            </a:endParaRPr>
          </a:p>
        </p:txBody>
      </p:sp>
      <p:sp>
        <p:nvSpPr>
          <p:cNvPr id="7351" name="Google Shape;7351;p99"/>
          <p:cNvSpPr/>
          <p:nvPr/>
        </p:nvSpPr>
        <p:spPr>
          <a:xfrm>
            <a:off x="720000" y="1930100"/>
            <a:ext cx="1548300" cy="2333100"/>
          </a:xfrm>
          <a:prstGeom prst="roundRect">
            <a:avLst>
              <a:gd fmla="val 1029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Mercury is the smallest planet of them all</a:t>
            </a:r>
            <a:endParaRPr>
              <a:solidFill>
                <a:schemeClr val="lt1"/>
              </a:solidFill>
              <a:latin typeface="Open Sans"/>
              <a:ea typeface="Open Sans"/>
              <a:cs typeface="Open Sans"/>
              <a:sym typeface="Open Sans"/>
            </a:endParaRPr>
          </a:p>
        </p:txBody>
      </p:sp>
      <p:cxnSp>
        <p:nvCxnSpPr>
          <p:cNvPr id="7352" name="Google Shape;7352;p99"/>
          <p:cNvCxnSpPr>
            <a:stCxn id="7350" idx="2"/>
            <a:endCxn id="7351" idx="0"/>
          </p:cNvCxnSpPr>
          <p:nvPr/>
        </p:nvCxnSpPr>
        <p:spPr>
          <a:xfrm flipH="1" rot="-5400000">
            <a:off x="1456350" y="1891700"/>
            <a:ext cx="76200" cy="600"/>
          </a:xfrm>
          <a:prstGeom prst="bentConnector3">
            <a:avLst>
              <a:gd fmla="val 50000" name="adj1"/>
            </a:avLst>
          </a:prstGeom>
          <a:noFill/>
          <a:ln cap="flat" cmpd="sng" w="19050">
            <a:solidFill>
              <a:schemeClr val="lt2"/>
            </a:solidFill>
            <a:prstDash val="solid"/>
            <a:round/>
            <a:headEnd len="med" w="med" type="none"/>
            <a:tailEnd len="med" w="med" type="none"/>
          </a:ln>
        </p:spPr>
      </p:cxnSp>
      <p:sp>
        <p:nvSpPr>
          <p:cNvPr id="7353" name="Google Shape;7353;p99"/>
          <p:cNvSpPr/>
          <p:nvPr/>
        </p:nvSpPr>
        <p:spPr>
          <a:xfrm>
            <a:off x="2455000" y="1137500"/>
            <a:ext cx="1548300" cy="716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Parts of the object</a:t>
            </a:r>
            <a:endParaRPr b="1" sz="1800">
              <a:solidFill>
                <a:schemeClr val="lt1"/>
              </a:solidFill>
              <a:latin typeface="Balsamiq Sans"/>
              <a:ea typeface="Balsamiq Sans"/>
              <a:cs typeface="Balsamiq Sans"/>
              <a:sym typeface="Balsamiq Sans"/>
            </a:endParaRPr>
          </a:p>
        </p:txBody>
      </p:sp>
      <p:sp>
        <p:nvSpPr>
          <p:cNvPr id="7354" name="Google Shape;7354;p99"/>
          <p:cNvSpPr/>
          <p:nvPr/>
        </p:nvSpPr>
        <p:spPr>
          <a:xfrm>
            <a:off x="2455000" y="1943177"/>
            <a:ext cx="1548300" cy="393300"/>
          </a:xfrm>
          <a:prstGeom prst="roundRect">
            <a:avLst>
              <a:gd fmla="val 16585"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Mercury</a:t>
            </a:r>
            <a:endParaRPr>
              <a:solidFill>
                <a:schemeClr val="lt1"/>
              </a:solidFill>
              <a:latin typeface="Open Sans"/>
              <a:ea typeface="Open Sans"/>
              <a:cs typeface="Open Sans"/>
              <a:sym typeface="Open Sans"/>
            </a:endParaRPr>
          </a:p>
        </p:txBody>
      </p:sp>
      <p:sp>
        <p:nvSpPr>
          <p:cNvPr id="7355" name="Google Shape;7355;p99"/>
          <p:cNvSpPr/>
          <p:nvPr/>
        </p:nvSpPr>
        <p:spPr>
          <a:xfrm>
            <a:off x="2455000" y="2425754"/>
            <a:ext cx="1548300" cy="392400"/>
          </a:xfrm>
          <a:prstGeom prst="roundRect">
            <a:avLst>
              <a:gd fmla="val 16585"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Venus</a:t>
            </a:r>
            <a:endParaRPr>
              <a:solidFill>
                <a:schemeClr val="lt1"/>
              </a:solidFill>
              <a:latin typeface="Open Sans"/>
              <a:ea typeface="Open Sans"/>
              <a:cs typeface="Open Sans"/>
              <a:sym typeface="Open Sans"/>
            </a:endParaRPr>
          </a:p>
        </p:txBody>
      </p:sp>
      <p:sp>
        <p:nvSpPr>
          <p:cNvPr id="7356" name="Google Shape;7356;p99"/>
          <p:cNvSpPr/>
          <p:nvPr/>
        </p:nvSpPr>
        <p:spPr>
          <a:xfrm>
            <a:off x="2455000" y="2907431"/>
            <a:ext cx="1548300" cy="392400"/>
          </a:xfrm>
          <a:prstGeom prst="roundRect">
            <a:avLst>
              <a:gd fmla="val 16585"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Mars</a:t>
            </a:r>
            <a:endParaRPr>
              <a:solidFill>
                <a:schemeClr val="lt1"/>
              </a:solidFill>
              <a:latin typeface="Open Sans"/>
              <a:ea typeface="Open Sans"/>
              <a:cs typeface="Open Sans"/>
              <a:sym typeface="Open Sans"/>
            </a:endParaRPr>
          </a:p>
        </p:txBody>
      </p:sp>
      <p:sp>
        <p:nvSpPr>
          <p:cNvPr id="7357" name="Google Shape;7357;p99"/>
          <p:cNvSpPr/>
          <p:nvPr/>
        </p:nvSpPr>
        <p:spPr>
          <a:xfrm>
            <a:off x="2455000" y="3389108"/>
            <a:ext cx="1548300" cy="392400"/>
          </a:xfrm>
          <a:prstGeom prst="roundRect">
            <a:avLst>
              <a:gd fmla="val 16585"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Saturn</a:t>
            </a:r>
            <a:endParaRPr>
              <a:solidFill>
                <a:schemeClr val="lt1"/>
              </a:solidFill>
              <a:latin typeface="Open Sans"/>
              <a:ea typeface="Open Sans"/>
              <a:cs typeface="Open Sans"/>
              <a:sym typeface="Open Sans"/>
            </a:endParaRPr>
          </a:p>
        </p:txBody>
      </p:sp>
      <p:sp>
        <p:nvSpPr>
          <p:cNvPr id="7358" name="Google Shape;7358;p99"/>
          <p:cNvSpPr/>
          <p:nvPr/>
        </p:nvSpPr>
        <p:spPr>
          <a:xfrm>
            <a:off x="2455000" y="3870800"/>
            <a:ext cx="1548300" cy="392400"/>
          </a:xfrm>
          <a:prstGeom prst="roundRect">
            <a:avLst>
              <a:gd fmla="val 16585"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Jupiter</a:t>
            </a:r>
            <a:endParaRPr>
              <a:solidFill>
                <a:schemeClr val="lt1"/>
              </a:solidFill>
              <a:latin typeface="Open Sans"/>
              <a:ea typeface="Open Sans"/>
              <a:cs typeface="Open Sans"/>
              <a:sym typeface="Open Sans"/>
            </a:endParaRPr>
          </a:p>
        </p:txBody>
      </p:sp>
      <p:cxnSp>
        <p:nvCxnSpPr>
          <p:cNvPr id="7359" name="Google Shape;7359;p99"/>
          <p:cNvCxnSpPr>
            <a:stCxn id="7353" idx="2"/>
            <a:endCxn id="7354" idx="0"/>
          </p:cNvCxnSpPr>
          <p:nvPr/>
        </p:nvCxnSpPr>
        <p:spPr>
          <a:xfrm>
            <a:off x="3229150" y="1853900"/>
            <a:ext cx="0" cy="89400"/>
          </a:xfrm>
          <a:prstGeom prst="straightConnector1">
            <a:avLst/>
          </a:prstGeom>
          <a:noFill/>
          <a:ln cap="flat" cmpd="sng" w="19050">
            <a:solidFill>
              <a:schemeClr val="lt2"/>
            </a:solidFill>
            <a:prstDash val="solid"/>
            <a:round/>
            <a:headEnd len="med" w="med" type="none"/>
            <a:tailEnd len="med" w="med" type="none"/>
          </a:ln>
        </p:spPr>
      </p:cxnSp>
      <p:cxnSp>
        <p:nvCxnSpPr>
          <p:cNvPr id="7360" name="Google Shape;7360;p99"/>
          <p:cNvCxnSpPr>
            <a:stCxn id="7354" idx="2"/>
            <a:endCxn id="7355" idx="0"/>
          </p:cNvCxnSpPr>
          <p:nvPr/>
        </p:nvCxnSpPr>
        <p:spPr>
          <a:xfrm>
            <a:off x="3229150" y="2336477"/>
            <a:ext cx="0" cy="89400"/>
          </a:xfrm>
          <a:prstGeom prst="straightConnector1">
            <a:avLst/>
          </a:prstGeom>
          <a:noFill/>
          <a:ln cap="flat" cmpd="sng" w="19050">
            <a:solidFill>
              <a:schemeClr val="lt2"/>
            </a:solidFill>
            <a:prstDash val="solid"/>
            <a:round/>
            <a:headEnd len="med" w="med" type="none"/>
            <a:tailEnd len="med" w="med" type="none"/>
          </a:ln>
        </p:spPr>
      </p:cxnSp>
      <p:cxnSp>
        <p:nvCxnSpPr>
          <p:cNvPr id="7361" name="Google Shape;7361;p99"/>
          <p:cNvCxnSpPr>
            <a:stCxn id="7355" idx="2"/>
            <a:endCxn id="7356" idx="0"/>
          </p:cNvCxnSpPr>
          <p:nvPr/>
        </p:nvCxnSpPr>
        <p:spPr>
          <a:xfrm>
            <a:off x="3229150" y="2818154"/>
            <a:ext cx="0" cy="89400"/>
          </a:xfrm>
          <a:prstGeom prst="straightConnector1">
            <a:avLst/>
          </a:prstGeom>
          <a:noFill/>
          <a:ln cap="flat" cmpd="sng" w="19050">
            <a:solidFill>
              <a:schemeClr val="lt2"/>
            </a:solidFill>
            <a:prstDash val="solid"/>
            <a:round/>
            <a:headEnd len="med" w="med" type="none"/>
            <a:tailEnd len="med" w="med" type="none"/>
          </a:ln>
        </p:spPr>
      </p:cxnSp>
      <p:cxnSp>
        <p:nvCxnSpPr>
          <p:cNvPr id="7362" name="Google Shape;7362;p99"/>
          <p:cNvCxnSpPr>
            <a:stCxn id="7356" idx="2"/>
            <a:endCxn id="7357" idx="0"/>
          </p:cNvCxnSpPr>
          <p:nvPr/>
        </p:nvCxnSpPr>
        <p:spPr>
          <a:xfrm>
            <a:off x="3229150" y="3299831"/>
            <a:ext cx="0" cy="89400"/>
          </a:xfrm>
          <a:prstGeom prst="straightConnector1">
            <a:avLst/>
          </a:prstGeom>
          <a:noFill/>
          <a:ln cap="flat" cmpd="sng" w="19050">
            <a:solidFill>
              <a:schemeClr val="lt2"/>
            </a:solidFill>
            <a:prstDash val="solid"/>
            <a:round/>
            <a:headEnd len="med" w="med" type="none"/>
            <a:tailEnd len="med" w="med" type="none"/>
          </a:ln>
        </p:spPr>
      </p:cxnSp>
      <p:cxnSp>
        <p:nvCxnSpPr>
          <p:cNvPr id="7363" name="Google Shape;7363;p99"/>
          <p:cNvCxnSpPr>
            <a:stCxn id="7357" idx="2"/>
            <a:endCxn id="7358" idx="0"/>
          </p:cNvCxnSpPr>
          <p:nvPr/>
        </p:nvCxnSpPr>
        <p:spPr>
          <a:xfrm>
            <a:off x="3229150" y="3781508"/>
            <a:ext cx="0" cy="89400"/>
          </a:xfrm>
          <a:prstGeom prst="straightConnector1">
            <a:avLst/>
          </a:prstGeom>
          <a:noFill/>
          <a:ln cap="flat" cmpd="sng" w="19050">
            <a:solidFill>
              <a:schemeClr val="lt2"/>
            </a:solidFill>
            <a:prstDash val="solid"/>
            <a:round/>
            <a:headEnd len="med" w="med" type="none"/>
            <a:tailEnd len="med" w="med" type="none"/>
          </a:ln>
        </p:spPr>
      </p:cxnSp>
      <p:cxnSp>
        <p:nvCxnSpPr>
          <p:cNvPr id="7364" name="Google Shape;7364;p99"/>
          <p:cNvCxnSpPr>
            <a:stCxn id="7350" idx="3"/>
            <a:endCxn id="7353" idx="1"/>
          </p:cNvCxnSpPr>
          <p:nvPr/>
        </p:nvCxnSpPr>
        <p:spPr>
          <a:xfrm>
            <a:off x="2268300" y="1495700"/>
            <a:ext cx="186600" cy="0"/>
          </a:xfrm>
          <a:prstGeom prst="straightConnector1">
            <a:avLst/>
          </a:prstGeom>
          <a:noFill/>
          <a:ln cap="flat" cmpd="sng" w="19050">
            <a:solidFill>
              <a:schemeClr val="lt2"/>
            </a:solidFill>
            <a:prstDash val="solid"/>
            <a:round/>
            <a:headEnd len="med" w="med" type="none"/>
            <a:tailEnd len="med" w="med" type="none"/>
          </a:ln>
        </p:spPr>
      </p:cxnSp>
      <p:sp>
        <p:nvSpPr>
          <p:cNvPr id="7365" name="Google Shape;7365;p99"/>
          <p:cNvSpPr/>
          <p:nvPr/>
        </p:nvSpPr>
        <p:spPr>
          <a:xfrm>
            <a:off x="4190000" y="1137500"/>
            <a:ext cx="4239000" cy="7164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What would happen if the part were missing</a:t>
            </a:r>
            <a:endParaRPr b="1" sz="1800">
              <a:solidFill>
                <a:schemeClr val="lt1"/>
              </a:solidFill>
              <a:latin typeface="Balsamiq Sans"/>
              <a:ea typeface="Balsamiq Sans"/>
              <a:cs typeface="Balsamiq Sans"/>
              <a:sym typeface="Balsamiq Sans"/>
            </a:endParaRPr>
          </a:p>
        </p:txBody>
      </p:sp>
      <p:sp>
        <p:nvSpPr>
          <p:cNvPr id="7366" name="Google Shape;7366;p99"/>
          <p:cNvSpPr/>
          <p:nvPr/>
        </p:nvSpPr>
        <p:spPr>
          <a:xfrm>
            <a:off x="4190000" y="1930103"/>
            <a:ext cx="4239000" cy="7407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Venus has a beautiful name, but it’s hot</a:t>
            </a:r>
            <a:endParaRPr>
              <a:solidFill>
                <a:schemeClr val="lt1"/>
              </a:solidFill>
              <a:latin typeface="Open Sans"/>
              <a:ea typeface="Open Sans"/>
              <a:cs typeface="Open Sans"/>
              <a:sym typeface="Open Sans"/>
            </a:endParaRPr>
          </a:p>
        </p:txBody>
      </p:sp>
      <p:sp>
        <p:nvSpPr>
          <p:cNvPr id="7367" name="Google Shape;7367;p99"/>
          <p:cNvSpPr/>
          <p:nvPr/>
        </p:nvSpPr>
        <p:spPr>
          <a:xfrm>
            <a:off x="4190000" y="2754225"/>
            <a:ext cx="4239000" cy="7164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What’s the function of the part?</a:t>
            </a:r>
            <a:endParaRPr b="1" sz="1800">
              <a:solidFill>
                <a:schemeClr val="lt1"/>
              </a:solidFill>
              <a:latin typeface="Balsamiq Sans"/>
              <a:ea typeface="Balsamiq Sans"/>
              <a:cs typeface="Balsamiq Sans"/>
              <a:sym typeface="Balsamiq Sans"/>
            </a:endParaRPr>
          </a:p>
        </p:txBody>
      </p:sp>
      <p:sp>
        <p:nvSpPr>
          <p:cNvPr id="7368" name="Google Shape;7368;p99"/>
          <p:cNvSpPr/>
          <p:nvPr/>
        </p:nvSpPr>
        <p:spPr>
          <a:xfrm>
            <a:off x="4190000" y="3546800"/>
            <a:ext cx="4239000" cy="716400"/>
          </a:xfrm>
          <a:prstGeom prst="roundRect">
            <a:avLst>
              <a:gd fmla="val 1029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Jupiter is the biggest planet of them all</a:t>
            </a:r>
            <a:endParaRPr>
              <a:solidFill>
                <a:schemeClr val="lt1"/>
              </a:solidFill>
              <a:latin typeface="Open Sans"/>
              <a:ea typeface="Open Sans"/>
              <a:cs typeface="Open Sans"/>
              <a:sym typeface="Open Sans"/>
            </a:endParaRPr>
          </a:p>
        </p:txBody>
      </p:sp>
      <p:cxnSp>
        <p:nvCxnSpPr>
          <p:cNvPr id="7369" name="Google Shape;7369;p99"/>
          <p:cNvCxnSpPr>
            <a:stCxn id="7367" idx="0"/>
            <a:endCxn id="7366" idx="2"/>
          </p:cNvCxnSpPr>
          <p:nvPr/>
        </p:nvCxnSpPr>
        <p:spPr>
          <a:xfrm rot="10800000">
            <a:off x="6309500" y="2670825"/>
            <a:ext cx="0" cy="83400"/>
          </a:xfrm>
          <a:prstGeom prst="straightConnector1">
            <a:avLst/>
          </a:prstGeom>
          <a:noFill/>
          <a:ln cap="flat" cmpd="sng" w="19050">
            <a:solidFill>
              <a:schemeClr val="lt2"/>
            </a:solidFill>
            <a:prstDash val="solid"/>
            <a:round/>
            <a:headEnd len="med" w="med" type="none"/>
            <a:tailEnd len="med" w="med" type="none"/>
          </a:ln>
        </p:spPr>
      </p:cxnSp>
      <p:sp>
        <p:nvSpPr>
          <p:cNvPr id="7370" name="Google Shape;7370;p99">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9">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9">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9">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74" name="Google Shape;7374;p99"/>
          <p:cNvCxnSpPr>
            <a:stCxn id="7353" idx="3"/>
            <a:endCxn id="7365" idx="1"/>
          </p:cNvCxnSpPr>
          <p:nvPr/>
        </p:nvCxnSpPr>
        <p:spPr>
          <a:xfrm>
            <a:off x="4003300" y="1495700"/>
            <a:ext cx="186600" cy="0"/>
          </a:xfrm>
          <a:prstGeom prst="straightConnector1">
            <a:avLst/>
          </a:prstGeom>
          <a:noFill/>
          <a:ln cap="flat" cmpd="sng" w="19050">
            <a:solidFill>
              <a:schemeClr val="lt2"/>
            </a:solidFill>
            <a:prstDash val="solid"/>
            <a:round/>
            <a:headEnd len="med" w="med" type="none"/>
            <a:tailEnd len="med" w="med" type="none"/>
          </a:ln>
        </p:spPr>
      </p:cxnSp>
      <p:cxnSp>
        <p:nvCxnSpPr>
          <p:cNvPr id="7375" name="Google Shape;7375;p99"/>
          <p:cNvCxnSpPr>
            <a:stCxn id="7366" idx="0"/>
            <a:endCxn id="7365" idx="2"/>
          </p:cNvCxnSpPr>
          <p:nvPr/>
        </p:nvCxnSpPr>
        <p:spPr>
          <a:xfrm rot="10800000">
            <a:off x="6309500" y="1853903"/>
            <a:ext cx="0" cy="76200"/>
          </a:xfrm>
          <a:prstGeom prst="straightConnector1">
            <a:avLst/>
          </a:prstGeom>
          <a:noFill/>
          <a:ln cap="flat" cmpd="sng" w="19050">
            <a:solidFill>
              <a:schemeClr val="lt2"/>
            </a:solidFill>
            <a:prstDash val="solid"/>
            <a:round/>
            <a:headEnd len="med" w="med" type="none"/>
            <a:tailEnd len="med" w="med" type="none"/>
          </a:ln>
        </p:spPr>
      </p:cxnSp>
      <p:cxnSp>
        <p:nvCxnSpPr>
          <p:cNvPr id="7376" name="Google Shape;7376;p99"/>
          <p:cNvCxnSpPr>
            <a:stCxn id="7368" idx="0"/>
            <a:endCxn id="7367" idx="2"/>
          </p:cNvCxnSpPr>
          <p:nvPr/>
        </p:nvCxnSpPr>
        <p:spPr>
          <a:xfrm rot="10800000">
            <a:off x="6309500" y="3470600"/>
            <a:ext cx="0" cy="76200"/>
          </a:xfrm>
          <a:prstGeom prst="straightConnector1">
            <a:avLst/>
          </a:prstGeom>
          <a:noFill/>
          <a:ln cap="flat" cmpd="sng" w="19050">
            <a:solidFill>
              <a:schemeClr val="lt2"/>
            </a:solidFill>
            <a:prstDash val="solid"/>
            <a:round/>
            <a:headEnd len="med" w="med" type="none"/>
            <a:tailEnd len="med" w="med" type="non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0" name="Shape 7380"/>
        <p:cNvGrpSpPr/>
        <p:nvPr/>
      </p:nvGrpSpPr>
      <p:grpSpPr>
        <a:xfrm>
          <a:off x="0" y="0"/>
          <a:ext cx="0" cy="0"/>
          <a:chOff x="0" y="0"/>
          <a:chExt cx="0" cy="0"/>
        </a:xfrm>
      </p:grpSpPr>
      <p:sp>
        <p:nvSpPr>
          <p:cNvPr id="7381" name="Google Shape;7381;p100"/>
          <p:cNvSpPr/>
          <p:nvPr/>
        </p:nvSpPr>
        <p:spPr>
          <a:xfrm>
            <a:off x="1198950" y="28766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dk1"/>
              </a:solidFill>
            </a:endParaRPr>
          </a:p>
        </p:txBody>
      </p:sp>
      <p:sp>
        <p:nvSpPr>
          <p:cNvPr id="7382" name="Google Shape;7382;p100"/>
          <p:cNvSpPr/>
          <p:nvPr/>
        </p:nvSpPr>
        <p:spPr>
          <a:xfrm>
            <a:off x="1198950" y="14457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Mercury</a:t>
            </a:r>
            <a:endParaRPr>
              <a:solidFill>
                <a:schemeClr val="dk1"/>
              </a:solidFill>
            </a:endParaRPr>
          </a:p>
        </p:txBody>
      </p:sp>
      <p:grpSp>
        <p:nvGrpSpPr>
          <p:cNvPr id="7383" name="Google Shape;7383;p100"/>
          <p:cNvGrpSpPr/>
          <p:nvPr/>
        </p:nvGrpSpPr>
        <p:grpSpPr>
          <a:xfrm>
            <a:off x="4114013" y="1366254"/>
            <a:ext cx="4310012" cy="2755424"/>
            <a:chOff x="2609018" y="535000"/>
            <a:chExt cx="3589284" cy="2294657"/>
          </a:xfrm>
        </p:grpSpPr>
        <p:sp>
          <p:nvSpPr>
            <p:cNvPr id="7384" name="Google Shape;7384;p100"/>
            <p:cNvSpPr/>
            <p:nvPr/>
          </p:nvSpPr>
          <p:spPr>
            <a:xfrm>
              <a:off x="2665714" y="2533067"/>
              <a:ext cx="3475891" cy="640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00"/>
            <p:cNvSpPr/>
            <p:nvPr/>
          </p:nvSpPr>
          <p:spPr>
            <a:xfrm>
              <a:off x="2665714" y="604477"/>
              <a:ext cx="22765" cy="199259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6" name="Google Shape;7386;p100"/>
            <p:cNvGrpSpPr/>
            <p:nvPr/>
          </p:nvGrpSpPr>
          <p:grpSpPr>
            <a:xfrm>
              <a:off x="2609018" y="535000"/>
              <a:ext cx="3589284" cy="2294657"/>
              <a:chOff x="2609018" y="535000"/>
              <a:chExt cx="3589284" cy="2294657"/>
            </a:xfrm>
          </p:grpSpPr>
          <p:sp>
            <p:nvSpPr>
              <p:cNvPr id="7387" name="Google Shape;7387;p100"/>
              <p:cNvSpPr/>
              <p:nvPr/>
            </p:nvSpPr>
            <p:spPr>
              <a:xfrm>
                <a:off x="2609018" y="2596959"/>
                <a:ext cx="3589284" cy="232698"/>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00"/>
              <p:cNvSpPr/>
              <p:nvPr/>
            </p:nvSpPr>
            <p:spPr>
              <a:xfrm>
                <a:off x="2609018" y="535000"/>
                <a:ext cx="3589284" cy="2155596"/>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00"/>
              <p:cNvSpPr/>
              <p:nvPr/>
            </p:nvSpPr>
            <p:spPr>
              <a:xfrm>
                <a:off x="2688372" y="621443"/>
                <a:ext cx="3430576" cy="1955757"/>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grpSp>
        <p:nvGrpSpPr>
          <p:cNvPr id="7390" name="Google Shape;7390;p100"/>
          <p:cNvGrpSpPr/>
          <p:nvPr/>
        </p:nvGrpSpPr>
        <p:grpSpPr>
          <a:xfrm>
            <a:off x="4441173" y="1661865"/>
            <a:ext cx="3655725" cy="1947538"/>
            <a:chOff x="233350" y="949250"/>
            <a:chExt cx="7137300" cy="3802300"/>
          </a:xfrm>
        </p:grpSpPr>
        <p:sp>
          <p:nvSpPr>
            <p:cNvPr id="7391" name="Google Shape;7391;p10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2" name="Google Shape;7392;p10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3" name="Google Shape;7393;p10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4" name="Google Shape;7394;p10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5" name="Google Shape;7395;p10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6" name="Google Shape;7396;p10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7" name="Google Shape;7397;p10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8" name="Google Shape;7398;p10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399" name="Google Shape;7399;p10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0" name="Google Shape;7400;p10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1" name="Google Shape;7401;p10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2" name="Google Shape;7402;p10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3" name="Google Shape;7403;p10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4" name="Google Shape;7404;p10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5" name="Google Shape;7405;p10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6" name="Google Shape;7406;p10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7" name="Google Shape;7407;p10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8" name="Google Shape;7408;p10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09" name="Google Shape;7409;p10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0" name="Google Shape;7410;p10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1" name="Google Shape;7411;p10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2" name="Google Shape;7412;p10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3" name="Google Shape;7413;p10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4" name="Google Shape;7414;p10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5" name="Google Shape;7415;p10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6" name="Google Shape;7416;p10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7" name="Google Shape;7417;p10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8" name="Google Shape;7418;p10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19" name="Google Shape;7419;p10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0" name="Google Shape;7420;p10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1" name="Google Shape;7421;p10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2" name="Google Shape;7422;p10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3" name="Google Shape;7423;p10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4" name="Google Shape;7424;p10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5" name="Google Shape;7425;p10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6" name="Google Shape;7426;p10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7" name="Google Shape;7427;p10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8" name="Google Shape;7428;p10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29" name="Google Shape;7429;p10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0" name="Google Shape;7430;p10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1" name="Google Shape;7431;p10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2" name="Google Shape;7432;p10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3" name="Google Shape;7433;p10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4" name="Google Shape;7434;p10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5" name="Google Shape;7435;p10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6" name="Google Shape;7436;p10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7" name="Google Shape;7437;p10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8" name="Google Shape;7438;p10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39" name="Google Shape;7439;p10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40" name="Google Shape;7440;p10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7441" name="Google Shape;7441;p10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7442" name="Google Shape;7442;p100"/>
          <p:cNvGrpSpPr/>
          <p:nvPr/>
        </p:nvGrpSpPr>
        <p:grpSpPr>
          <a:xfrm>
            <a:off x="6179776" y="1759721"/>
            <a:ext cx="178492" cy="275990"/>
            <a:chOff x="8615101" y="3738687"/>
            <a:chExt cx="207573" cy="320956"/>
          </a:xfrm>
        </p:grpSpPr>
        <p:sp>
          <p:nvSpPr>
            <p:cNvPr id="7443" name="Google Shape;7443;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6" name="Google Shape;7446;p10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Local science learning partnership</a:t>
            </a:r>
            <a:endParaRPr/>
          </a:p>
        </p:txBody>
      </p:sp>
      <p:sp>
        <p:nvSpPr>
          <p:cNvPr id="7447" name="Google Shape;7447;p100">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00">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00">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00">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1" name="Google Shape;7451;p100"/>
          <p:cNvGrpSpPr/>
          <p:nvPr/>
        </p:nvGrpSpPr>
        <p:grpSpPr>
          <a:xfrm>
            <a:off x="6071026" y="1996621"/>
            <a:ext cx="178492" cy="275990"/>
            <a:chOff x="8615101" y="3738687"/>
            <a:chExt cx="207573" cy="320956"/>
          </a:xfrm>
        </p:grpSpPr>
        <p:sp>
          <p:nvSpPr>
            <p:cNvPr id="7452" name="Google Shape;7452;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100"/>
          <p:cNvGrpSpPr/>
          <p:nvPr/>
        </p:nvGrpSpPr>
        <p:grpSpPr>
          <a:xfrm>
            <a:off x="6114101" y="2199771"/>
            <a:ext cx="178492" cy="275990"/>
            <a:chOff x="8615101" y="3738687"/>
            <a:chExt cx="207573" cy="320956"/>
          </a:xfrm>
        </p:grpSpPr>
        <p:sp>
          <p:nvSpPr>
            <p:cNvPr id="7456" name="Google Shape;7456;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100"/>
          <p:cNvGrpSpPr/>
          <p:nvPr/>
        </p:nvGrpSpPr>
        <p:grpSpPr>
          <a:xfrm>
            <a:off x="6415676" y="1958671"/>
            <a:ext cx="178492" cy="275990"/>
            <a:chOff x="8615101" y="3738687"/>
            <a:chExt cx="207573" cy="320956"/>
          </a:xfrm>
        </p:grpSpPr>
        <p:sp>
          <p:nvSpPr>
            <p:cNvPr id="7460" name="Google Shape;7460;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100"/>
          <p:cNvGrpSpPr/>
          <p:nvPr/>
        </p:nvGrpSpPr>
        <p:grpSpPr>
          <a:xfrm>
            <a:off x="5935601" y="1872446"/>
            <a:ext cx="178492" cy="275990"/>
            <a:chOff x="8615101" y="3738687"/>
            <a:chExt cx="207573" cy="320956"/>
          </a:xfrm>
        </p:grpSpPr>
        <p:sp>
          <p:nvSpPr>
            <p:cNvPr id="7464" name="Google Shape;7464;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100"/>
          <p:cNvGrpSpPr/>
          <p:nvPr/>
        </p:nvGrpSpPr>
        <p:grpSpPr>
          <a:xfrm>
            <a:off x="5956176" y="2097121"/>
            <a:ext cx="178492" cy="275990"/>
            <a:chOff x="8615101" y="3738687"/>
            <a:chExt cx="207573" cy="320956"/>
          </a:xfrm>
        </p:grpSpPr>
        <p:sp>
          <p:nvSpPr>
            <p:cNvPr id="7468" name="Google Shape;7468;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100"/>
          <p:cNvGrpSpPr/>
          <p:nvPr/>
        </p:nvGrpSpPr>
        <p:grpSpPr>
          <a:xfrm>
            <a:off x="6249526" y="1937271"/>
            <a:ext cx="178492" cy="275990"/>
            <a:chOff x="8615101" y="3738687"/>
            <a:chExt cx="207573" cy="320956"/>
          </a:xfrm>
        </p:grpSpPr>
        <p:sp>
          <p:nvSpPr>
            <p:cNvPr id="7472" name="Google Shape;7472;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100"/>
          <p:cNvGrpSpPr/>
          <p:nvPr/>
        </p:nvGrpSpPr>
        <p:grpSpPr>
          <a:xfrm>
            <a:off x="5864001" y="2344221"/>
            <a:ext cx="178492" cy="275990"/>
            <a:chOff x="8615101" y="3738687"/>
            <a:chExt cx="207573" cy="320956"/>
          </a:xfrm>
        </p:grpSpPr>
        <p:sp>
          <p:nvSpPr>
            <p:cNvPr id="7476" name="Google Shape;7476;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100"/>
          <p:cNvGrpSpPr/>
          <p:nvPr/>
        </p:nvGrpSpPr>
        <p:grpSpPr>
          <a:xfrm>
            <a:off x="6261776" y="2344221"/>
            <a:ext cx="178492" cy="275990"/>
            <a:chOff x="8615101" y="3738687"/>
            <a:chExt cx="207573" cy="320956"/>
          </a:xfrm>
        </p:grpSpPr>
        <p:sp>
          <p:nvSpPr>
            <p:cNvPr id="7480" name="Google Shape;7480;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3" name="Google Shape;7483;p100"/>
          <p:cNvSpPr txBox="1"/>
          <p:nvPr>
            <p:ph idx="4294967295" type="subTitle"/>
          </p:nvPr>
        </p:nvSpPr>
        <p:spPr>
          <a:xfrm>
            <a:off x="1203875" y="1855275"/>
            <a:ext cx="2338200" cy="7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closest planet to the Sun and the smallest one in the Solar System</a:t>
            </a:r>
            <a:endParaRPr/>
          </a:p>
        </p:txBody>
      </p:sp>
      <p:grpSp>
        <p:nvGrpSpPr>
          <p:cNvPr id="7484" name="Google Shape;7484;p100"/>
          <p:cNvGrpSpPr/>
          <p:nvPr/>
        </p:nvGrpSpPr>
        <p:grpSpPr>
          <a:xfrm>
            <a:off x="715107" y="1475172"/>
            <a:ext cx="314099" cy="485639"/>
            <a:chOff x="8615101" y="3738687"/>
            <a:chExt cx="207573" cy="320956"/>
          </a:xfrm>
        </p:grpSpPr>
        <p:sp>
          <p:nvSpPr>
            <p:cNvPr id="7485" name="Google Shape;7485;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100"/>
          <p:cNvGrpSpPr/>
          <p:nvPr/>
        </p:nvGrpSpPr>
        <p:grpSpPr>
          <a:xfrm>
            <a:off x="715107" y="2906022"/>
            <a:ext cx="314099" cy="485639"/>
            <a:chOff x="8615101" y="3738687"/>
            <a:chExt cx="207573" cy="320956"/>
          </a:xfrm>
        </p:grpSpPr>
        <p:sp>
          <p:nvSpPr>
            <p:cNvPr id="7489" name="Google Shape;7489;p10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0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0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2" name="Google Shape;7492;p100"/>
          <p:cNvSpPr txBox="1"/>
          <p:nvPr>
            <p:ph idx="4294967295" type="subTitle"/>
          </p:nvPr>
        </p:nvSpPr>
        <p:spPr>
          <a:xfrm>
            <a:off x="1203875" y="3286125"/>
            <a:ext cx="2338200" cy="7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6" name="Shape 7496"/>
        <p:cNvGrpSpPr/>
        <p:nvPr/>
      </p:nvGrpSpPr>
      <p:grpSpPr>
        <a:xfrm>
          <a:off x="0" y="0"/>
          <a:ext cx="0" cy="0"/>
          <a:chOff x="0" y="0"/>
          <a:chExt cx="0" cy="0"/>
        </a:xfrm>
      </p:grpSpPr>
      <p:grpSp>
        <p:nvGrpSpPr>
          <p:cNvPr id="7497" name="Google Shape;7497;p101"/>
          <p:cNvGrpSpPr/>
          <p:nvPr/>
        </p:nvGrpSpPr>
        <p:grpSpPr>
          <a:xfrm>
            <a:off x="510741" y="696062"/>
            <a:ext cx="4497118" cy="2621472"/>
            <a:chOff x="2491250" y="2454825"/>
            <a:chExt cx="509600" cy="673675"/>
          </a:xfrm>
        </p:grpSpPr>
        <p:sp>
          <p:nvSpPr>
            <p:cNvPr id="7498" name="Google Shape;7498;p101"/>
            <p:cNvSpPr/>
            <p:nvPr/>
          </p:nvSpPr>
          <p:spPr>
            <a:xfrm>
              <a:off x="2491250" y="2477750"/>
              <a:ext cx="486700" cy="650750"/>
            </a:xfrm>
            <a:custGeom>
              <a:rect b="b" l="l" r="r" t="t"/>
              <a:pathLst>
                <a:path extrusionOk="0" h="26030" w="19468">
                  <a:moveTo>
                    <a:pt x="1" y="0"/>
                  </a:moveTo>
                  <a:lnTo>
                    <a:pt x="1" y="26029"/>
                  </a:lnTo>
                  <a:lnTo>
                    <a:pt x="19467" y="26029"/>
                  </a:lnTo>
                  <a:lnTo>
                    <a:pt x="19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01"/>
            <p:cNvSpPr/>
            <p:nvPr/>
          </p:nvSpPr>
          <p:spPr>
            <a:xfrm>
              <a:off x="2514175" y="2454825"/>
              <a:ext cx="486675" cy="650750"/>
            </a:xfrm>
            <a:custGeom>
              <a:rect b="b" l="l" r="r" t="t"/>
              <a:pathLst>
                <a:path extrusionOk="0" h="26030" w="19467">
                  <a:moveTo>
                    <a:pt x="0" y="1"/>
                  </a:moveTo>
                  <a:lnTo>
                    <a:pt x="0" y="26030"/>
                  </a:lnTo>
                  <a:lnTo>
                    <a:pt x="19467" y="26030"/>
                  </a:lnTo>
                  <a:lnTo>
                    <a:pt x="194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01"/>
            <p:cNvSpPr/>
            <p:nvPr/>
          </p:nvSpPr>
          <p:spPr>
            <a:xfrm>
              <a:off x="2563650" y="2505250"/>
              <a:ext cx="387725" cy="550825"/>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01"/>
            <p:cNvSpPr/>
            <p:nvPr/>
          </p:nvSpPr>
          <p:spPr>
            <a:xfrm>
              <a:off x="2538925" y="2479575"/>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2" name="Google Shape;7502;p101"/>
          <p:cNvSpPr/>
          <p:nvPr/>
        </p:nvSpPr>
        <p:spPr>
          <a:xfrm>
            <a:off x="1263175" y="2079050"/>
            <a:ext cx="31926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01"/>
          <p:cNvSpPr txBox="1"/>
          <p:nvPr>
            <p:ph type="title"/>
          </p:nvPr>
        </p:nvSpPr>
        <p:spPr>
          <a:xfrm>
            <a:off x="1325652" y="2175505"/>
            <a:ext cx="3067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Opportunities</a:t>
            </a:r>
            <a:endParaRPr/>
          </a:p>
        </p:txBody>
      </p:sp>
      <p:sp>
        <p:nvSpPr>
          <p:cNvPr id="7504" name="Google Shape;7504;p101"/>
          <p:cNvSpPr txBox="1"/>
          <p:nvPr>
            <p:ph idx="2" type="title"/>
          </p:nvPr>
        </p:nvSpPr>
        <p:spPr>
          <a:xfrm>
            <a:off x="1325652" y="1261350"/>
            <a:ext cx="30675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505" name="Google Shape;7505;p101"/>
          <p:cNvSpPr txBox="1"/>
          <p:nvPr>
            <p:ph idx="1" type="subTitle"/>
          </p:nvPr>
        </p:nvSpPr>
        <p:spPr>
          <a:xfrm>
            <a:off x="1325652" y="3380898"/>
            <a:ext cx="30675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7506" name="Google Shape;7506;p101"/>
          <p:cNvGrpSpPr/>
          <p:nvPr/>
        </p:nvGrpSpPr>
        <p:grpSpPr>
          <a:xfrm>
            <a:off x="5160315" y="1557323"/>
            <a:ext cx="1298270" cy="3167524"/>
            <a:chOff x="6291140" y="1353498"/>
            <a:chExt cx="1298270" cy="3167524"/>
          </a:xfrm>
        </p:grpSpPr>
        <p:grpSp>
          <p:nvGrpSpPr>
            <p:cNvPr id="7507" name="Google Shape;7507;p101"/>
            <p:cNvGrpSpPr/>
            <p:nvPr/>
          </p:nvGrpSpPr>
          <p:grpSpPr>
            <a:xfrm>
              <a:off x="6291140" y="1353498"/>
              <a:ext cx="1298270" cy="3167524"/>
              <a:chOff x="5619603" y="1386523"/>
              <a:chExt cx="1298270" cy="3167524"/>
            </a:xfrm>
          </p:grpSpPr>
          <p:grpSp>
            <p:nvGrpSpPr>
              <p:cNvPr id="7508" name="Google Shape;7508;p101"/>
              <p:cNvGrpSpPr/>
              <p:nvPr/>
            </p:nvGrpSpPr>
            <p:grpSpPr>
              <a:xfrm>
                <a:off x="5619603" y="1386523"/>
                <a:ext cx="1298270" cy="3167524"/>
                <a:chOff x="6096478" y="1164423"/>
                <a:chExt cx="1298270" cy="3167524"/>
              </a:xfrm>
            </p:grpSpPr>
            <p:sp>
              <p:nvSpPr>
                <p:cNvPr id="7509" name="Google Shape;7509;p101"/>
                <p:cNvSpPr/>
                <p:nvPr/>
              </p:nvSpPr>
              <p:spPr>
                <a:xfrm>
                  <a:off x="6159150" y="4075747"/>
                  <a:ext cx="1078800" cy="25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01"/>
                <p:cNvSpPr/>
                <p:nvPr/>
              </p:nvSpPr>
              <p:spPr>
                <a:xfrm>
                  <a:off x="6808752" y="1706603"/>
                  <a:ext cx="95524" cy="186166"/>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01"/>
                <p:cNvSpPr/>
                <p:nvPr/>
              </p:nvSpPr>
              <p:spPr>
                <a:xfrm>
                  <a:off x="6805103" y="1675585"/>
                  <a:ext cx="100390" cy="17278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01"/>
                <p:cNvSpPr/>
                <p:nvPr/>
              </p:nvSpPr>
              <p:spPr>
                <a:xfrm>
                  <a:off x="6417065" y="2064420"/>
                  <a:ext cx="556640" cy="1020796"/>
                </a:xfrm>
                <a:custGeom>
                  <a:rect b="b" l="l" r="r" t="t"/>
                  <a:pathLst>
                    <a:path extrusionOk="0" h="60420" w="32947">
                      <a:moveTo>
                        <a:pt x="29598" y="10694"/>
                      </a:moveTo>
                      <a:cubicBezTo>
                        <a:pt x="31686" y="25421"/>
                        <a:pt x="32802" y="40256"/>
                        <a:pt x="32946" y="55127"/>
                      </a:cubicBezTo>
                      <a:cubicBezTo>
                        <a:pt x="32910" y="55487"/>
                        <a:pt x="32622" y="55811"/>
                        <a:pt x="32262" y="55847"/>
                      </a:cubicBezTo>
                      <a:cubicBezTo>
                        <a:pt x="31614" y="55991"/>
                        <a:pt x="17211" y="60420"/>
                        <a:pt x="1728" y="55595"/>
                      </a:cubicBezTo>
                      <a:cubicBezTo>
                        <a:pt x="1728" y="55595"/>
                        <a:pt x="1188" y="55451"/>
                        <a:pt x="1116" y="54298"/>
                      </a:cubicBezTo>
                      <a:cubicBezTo>
                        <a:pt x="1008" y="53182"/>
                        <a:pt x="1584" y="48429"/>
                        <a:pt x="1476" y="43640"/>
                      </a:cubicBezTo>
                      <a:cubicBezTo>
                        <a:pt x="1332" y="38888"/>
                        <a:pt x="0" y="22108"/>
                        <a:pt x="5473" y="11054"/>
                      </a:cubicBezTo>
                      <a:cubicBezTo>
                        <a:pt x="10982" y="0"/>
                        <a:pt x="29598" y="10694"/>
                        <a:pt x="29598" y="106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01"/>
                <p:cNvSpPr/>
                <p:nvPr/>
              </p:nvSpPr>
              <p:spPr>
                <a:xfrm>
                  <a:off x="7223686" y="1611837"/>
                  <a:ext cx="158779" cy="234215"/>
                </a:xfrm>
                <a:custGeom>
                  <a:rect b="b" l="l" r="r" t="t"/>
                  <a:pathLst>
                    <a:path extrusionOk="0" h="13863" w="9398">
                      <a:moveTo>
                        <a:pt x="3673" y="0"/>
                      </a:moveTo>
                      <a:cubicBezTo>
                        <a:pt x="3385" y="0"/>
                        <a:pt x="3313" y="1477"/>
                        <a:pt x="2845" y="2593"/>
                      </a:cubicBezTo>
                      <a:cubicBezTo>
                        <a:pt x="2341" y="3817"/>
                        <a:pt x="1440" y="4645"/>
                        <a:pt x="1332" y="5221"/>
                      </a:cubicBezTo>
                      <a:cubicBezTo>
                        <a:pt x="1044" y="6770"/>
                        <a:pt x="720" y="8282"/>
                        <a:pt x="288" y="9758"/>
                      </a:cubicBezTo>
                      <a:cubicBezTo>
                        <a:pt x="0" y="10478"/>
                        <a:pt x="1764" y="11991"/>
                        <a:pt x="2701" y="12315"/>
                      </a:cubicBezTo>
                      <a:cubicBezTo>
                        <a:pt x="2737" y="12783"/>
                        <a:pt x="2809" y="13323"/>
                        <a:pt x="2917" y="13863"/>
                      </a:cubicBezTo>
                      <a:cubicBezTo>
                        <a:pt x="5149" y="11523"/>
                        <a:pt x="8498" y="9938"/>
                        <a:pt x="8930" y="8462"/>
                      </a:cubicBezTo>
                      <a:cubicBezTo>
                        <a:pt x="9398" y="7022"/>
                        <a:pt x="7850" y="6013"/>
                        <a:pt x="7850" y="6013"/>
                      </a:cubicBezTo>
                      <a:cubicBezTo>
                        <a:pt x="6877" y="5725"/>
                        <a:pt x="5833" y="5761"/>
                        <a:pt x="4861" y="6158"/>
                      </a:cubicBezTo>
                      <a:cubicBezTo>
                        <a:pt x="4825" y="5761"/>
                        <a:pt x="4753" y="5401"/>
                        <a:pt x="4645" y="5041"/>
                      </a:cubicBezTo>
                      <a:lnTo>
                        <a:pt x="4501" y="4681"/>
                      </a:lnTo>
                      <a:cubicBezTo>
                        <a:pt x="4537" y="4681"/>
                        <a:pt x="5005" y="0"/>
                        <a:pt x="3673"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01"/>
                <p:cNvSpPr/>
                <p:nvPr/>
              </p:nvSpPr>
              <p:spPr>
                <a:xfrm>
                  <a:off x="6207186" y="1467052"/>
                  <a:ext cx="107689" cy="104039"/>
                </a:xfrm>
                <a:custGeom>
                  <a:rect b="b" l="l" r="r" t="t"/>
                  <a:pathLst>
                    <a:path extrusionOk="0" h="6158" w="6374">
                      <a:moveTo>
                        <a:pt x="3601" y="1"/>
                      </a:moveTo>
                      <a:lnTo>
                        <a:pt x="577" y="973"/>
                      </a:lnTo>
                      <a:lnTo>
                        <a:pt x="1" y="5726"/>
                      </a:lnTo>
                      <a:lnTo>
                        <a:pt x="5762" y="6158"/>
                      </a:lnTo>
                      <a:lnTo>
                        <a:pt x="6302" y="5474"/>
                      </a:lnTo>
                      <a:cubicBezTo>
                        <a:pt x="6050" y="4322"/>
                        <a:pt x="6014" y="3133"/>
                        <a:pt x="6122" y="1945"/>
                      </a:cubicBezTo>
                      <a:cubicBezTo>
                        <a:pt x="6374" y="361"/>
                        <a:pt x="3601" y="1"/>
                        <a:pt x="3601"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01"/>
                <p:cNvSpPr/>
                <p:nvPr/>
              </p:nvSpPr>
              <p:spPr>
                <a:xfrm>
                  <a:off x="6799688" y="1610012"/>
                  <a:ext cx="523796" cy="500058"/>
                </a:xfrm>
                <a:custGeom>
                  <a:rect b="b" l="l" r="r" t="t"/>
                  <a:pathLst>
                    <a:path extrusionOk="0" h="29598" w="31003">
                      <a:moveTo>
                        <a:pt x="25529" y="8498"/>
                      </a:moveTo>
                      <a:cubicBezTo>
                        <a:pt x="25529" y="8498"/>
                        <a:pt x="28698" y="9866"/>
                        <a:pt x="30966" y="14655"/>
                      </a:cubicBezTo>
                      <a:cubicBezTo>
                        <a:pt x="31002" y="14943"/>
                        <a:pt x="30930" y="15231"/>
                        <a:pt x="30750" y="15447"/>
                      </a:cubicBezTo>
                      <a:cubicBezTo>
                        <a:pt x="30426" y="15879"/>
                        <a:pt x="17680" y="26825"/>
                        <a:pt x="17680" y="26825"/>
                      </a:cubicBezTo>
                      <a:cubicBezTo>
                        <a:pt x="12675" y="29598"/>
                        <a:pt x="7850" y="21928"/>
                        <a:pt x="6085" y="18112"/>
                      </a:cubicBezTo>
                      <a:cubicBezTo>
                        <a:pt x="4537" y="14763"/>
                        <a:pt x="3097" y="6698"/>
                        <a:pt x="0" y="0"/>
                      </a:cubicBezTo>
                      <a:cubicBezTo>
                        <a:pt x="8210" y="1909"/>
                        <a:pt x="6770" y="360"/>
                        <a:pt x="10622" y="7742"/>
                      </a:cubicBezTo>
                      <a:lnTo>
                        <a:pt x="15915" y="1789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01"/>
                <p:cNvSpPr/>
                <p:nvPr/>
              </p:nvSpPr>
              <p:spPr>
                <a:xfrm>
                  <a:off x="6523927" y="1169083"/>
                  <a:ext cx="329907" cy="210978"/>
                </a:xfrm>
                <a:custGeom>
                  <a:rect b="b" l="l" r="r" t="t"/>
                  <a:pathLst>
                    <a:path extrusionOk="0" h="17104" w="22974">
                      <a:moveTo>
                        <a:pt x="1693" y="14943"/>
                      </a:moveTo>
                      <a:lnTo>
                        <a:pt x="1117" y="13647"/>
                      </a:lnTo>
                      <a:cubicBezTo>
                        <a:pt x="1117" y="13647"/>
                        <a:pt x="1" y="8606"/>
                        <a:pt x="2449" y="5005"/>
                      </a:cubicBezTo>
                      <a:cubicBezTo>
                        <a:pt x="4934" y="1405"/>
                        <a:pt x="11163" y="1"/>
                        <a:pt x="14332" y="1"/>
                      </a:cubicBezTo>
                      <a:cubicBezTo>
                        <a:pt x="17464" y="1"/>
                        <a:pt x="18652" y="3205"/>
                        <a:pt x="18941" y="3997"/>
                      </a:cubicBezTo>
                      <a:cubicBezTo>
                        <a:pt x="19265" y="4753"/>
                        <a:pt x="21965" y="5330"/>
                        <a:pt x="22469" y="7526"/>
                      </a:cubicBezTo>
                      <a:cubicBezTo>
                        <a:pt x="22973" y="9722"/>
                        <a:pt x="20705" y="17104"/>
                        <a:pt x="20705" y="171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01"/>
                <p:cNvSpPr/>
                <p:nvPr/>
              </p:nvSpPr>
              <p:spPr>
                <a:xfrm>
                  <a:off x="6481523" y="1397111"/>
                  <a:ext cx="338681" cy="267340"/>
                </a:xfrm>
                <a:custGeom>
                  <a:rect b="b" l="l" r="r" t="t"/>
                  <a:pathLst>
                    <a:path extrusionOk="0" h="18617" w="23585">
                      <a:moveTo>
                        <a:pt x="4105" y="1"/>
                      </a:moveTo>
                      <a:cubicBezTo>
                        <a:pt x="4105" y="1"/>
                        <a:pt x="5401" y="2413"/>
                        <a:pt x="2701" y="7706"/>
                      </a:cubicBezTo>
                      <a:cubicBezTo>
                        <a:pt x="0" y="13035"/>
                        <a:pt x="973" y="16024"/>
                        <a:pt x="6482" y="17320"/>
                      </a:cubicBezTo>
                      <a:cubicBezTo>
                        <a:pt x="11991" y="18616"/>
                        <a:pt x="17968" y="17068"/>
                        <a:pt x="20128" y="14764"/>
                      </a:cubicBezTo>
                      <a:cubicBezTo>
                        <a:pt x="22289" y="12459"/>
                        <a:pt x="23585" y="8102"/>
                        <a:pt x="19732" y="4574"/>
                      </a:cubicBezTo>
                      <a:cubicBezTo>
                        <a:pt x="15879" y="1045"/>
                        <a:pt x="4105" y="1"/>
                        <a:pt x="41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01"/>
                <p:cNvSpPr/>
                <p:nvPr/>
              </p:nvSpPr>
              <p:spPr>
                <a:xfrm>
                  <a:off x="6429229" y="2976276"/>
                  <a:ext cx="254287" cy="1188090"/>
                </a:xfrm>
                <a:custGeom>
                  <a:rect b="b" l="l" r="r" t="t"/>
                  <a:pathLst>
                    <a:path extrusionOk="0" h="70322" w="15051">
                      <a:moveTo>
                        <a:pt x="13935" y="7742"/>
                      </a:moveTo>
                      <a:cubicBezTo>
                        <a:pt x="14259" y="5761"/>
                        <a:pt x="14655" y="2989"/>
                        <a:pt x="15051" y="0"/>
                      </a:cubicBezTo>
                      <a:lnTo>
                        <a:pt x="3493" y="0"/>
                      </a:lnTo>
                      <a:cubicBezTo>
                        <a:pt x="3889" y="3313"/>
                        <a:pt x="4177" y="6086"/>
                        <a:pt x="4105" y="6590"/>
                      </a:cubicBezTo>
                      <a:cubicBezTo>
                        <a:pt x="684" y="25565"/>
                        <a:pt x="2773" y="49258"/>
                        <a:pt x="2053" y="58079"/>
                      </a:cubicBezTo>
                      <a:cubicBezTo>
                        <a:pt x="1981" y="58907"/>
                        <a:pt x="684" y="65713"/>
                        <a:pt x="684" y="65713"/>
                      </a:cubicBezTo>
                      <a:lnTo>
                        <a:pt x="0" y="68485"/>
                      </a:lnTo>
                      <a:lnTo>
                        <a:pt x="108" y="69601"/>
                      </a:lnTo>
                      <a:lnTo>
                        <a:pt x="3205" y="70322"/>
                      </a:lnTo>
                      <a:lnTo>
                        <a:pt x="6121" y="68233"/>
                      </a:lnTo>
                      <a:cubicBezTo>
                        <a:pt x="6121" y="68233"/>
                        <a:pt x="6769" y="60996"/>
                        <a:pt x="6625" y="59628"/>
                      </a:cubicBezTo>
                      <a:cubicBezTo>
                        <a:pt x="6553" y="58907"/>
                        <a:pt x="6409" y="58187"/>
                        <a:pt x="6229" y="57467"/>
                      </a:cubicBezTo>
                      <a:lnTo>
                        <a:pt x="6013" y="57107"/>
                      </a:lnTo>
                      <a:cubicBezTo>
                        <a:pt x="8498" y="40796"/>
                        <a:pt x="11306" y="24197"/>
                        <a:pt x="13935" y="7742"/>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01"/>
                <p:cNvSpPr/>
                <p:nvPr/>
              </p:nvSpPr>
              <p:spPr>
                <a:xfrm>
                  <a:off x="6483355" y="2976268"/>
                  <a:ext cx="208698" cy="59633"/>
                </a:xfrm>
                <a:custGeom>
                  <a:rect b="b" l="l" r="r" t="t"/>
                  <a:pathLst>
                    <a:path extrusionOk="0" h="6914" w="11559">
                      <a:moveTo>
                        <a:pt x="10623" y="6770"/>
                      </a:moveTo>
                      <a:cubicBezTo>
                        <a:pt x="10911" y="4897"/>
                        <a:pt x="11235" y="2521"/>
                        <a:pt x="11559" y="0"/>
                      </a:cubicBezTo>
                      <a:lnTo>
                        <a:pt x="1" y="0"/>
                      </a:lnTo>
                      <a:cubicBezTo>
                        <a:pt x="361" y="3025"/>
                        <a:pt x="649" y="5545"/>
                        <a:pt x="613" y="6374"/>
                      </a:cubicBezTo>
                      <a:cubicBezTo>
                        <a:pt x="3926" y="6806"/>
                        <a:pt x="7274" y="6914"/>
                        <a:pt x="10623" y="677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01"/>
                <p:cNvSpPr/>
                <p:nvPr/>
              </p:nvSpPr>
              <p:spPr>
                <a:xfrm>
                  <a:off x="6723039" y="2976276"/>
                  <a:ext cx="218402" cy="1177142"/>
                </a:xfrm>
                <a:custGeom>
                  <a:rect b="b" l="l" r="r" t="t"/>
                  <a:pathLst>
                    <a:path extrusionOk="0" h="69674" w="12927">
                      <a:moveTo>
                        <a:pt x="11811" y="8390"/>
                      </a:moveTo>
                      <a:cubicBezTo>
                        <a:pt x="11955" y="6302"/>
                        <a:pt x="12099" y="3241"/>
                        <a:pt x="12243" y="0"/>
                      </a:cubicBezTo>
                      <a:lnTo>
                        <a:pt x="1693" y="0"/>
                      </a:lnTo>
                      <a:cubicBezTo>
                        <a:pt x="2449" y="3853"/>
                        <a:pt x="3025" y="7274"/>
                        <a:pt x="2917" y="7850"/>
                      </a:cubicBezTo>
                      <a:cubicBezTo>
                        <a:pt x="0" y="23693"/>
                        <a:pt x="4105" y="42344"/>
                        <a:pt x="4393" y="55379"/>
                      </a:cubicBezTo>
                      <a:cubicBezTo>
                        <a:pt x="4321" y="55631"/>
                        <a:pt x="4249" y="55883"/>
                        <a:pt x="4177" y="56171"/>
                      </a:cubicBezTo>
                      <a:lnTo>
                        <a:pt x="3385" y="60564"/>
                      </a:lnTo>
                      <a:lnTo>
                        <a:pt x="9146" y="69385"/>
                      </a:lnTo>
                      <a:lnTo>
                        <a:pt x="11631" y="69673"/>
                      </a:lnTo>
                      <a:lnTo>
                        <a:pt x="12819" y="68449"/>
                      </a:lnTo>
                      <a:cubicBezTo>
                        <a:pt x="12819" y="68449"/>
                        <a:pt x="12927" y="67909"/>
                        <a:pt x="12099" y="67873"/>
                      </a:cubicBezTo>
                      <a:lnTo>
                        <a:pt x="11199" y="67585"/>
                      </a:lnTo>
                      <a:cubicBezTo>
                        <a:pt x="11199" y="67585"/>
                        <a:pt x="10442" y="67405"/>
                        <a:pt x="9686" y="65137"/>
                      </a:cubicBezTo>
                      <a:cubicBezTo>
                        <a:pt x="9218" y="63804"/>
                        <a:pt x="9470" y="59051"/>
                        <a:pt x="9470" y="55343"/>
                      </a:cubicBezTo>
                      <a:cubicBezTo>
                        <a:pt x="9542" y="39968"/>
                        <a:pt x="10766" y="23765"/>
                        <a:pt x="11811" y="839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01"/>
                <p:cNvSpPr/>
                <p:nvPr/>
              </p:nvSpPr>
              <p:spPr>
                <a:xfrm>
                  <a:off x="6741915" y="2976268"/>
                  <a:ext cx="190024" cy="55963"/>
                </a:xfrm>
                <a:custGeom>
                  <a:rect b="b" l="l" r="r" t="t"/>
                  <a:pathLst>
                    <a:path extrusionOk="0" h="6194" w="10551">
                      <a:moveTo>
                        <a:pt x="10371" y="4213"/>
                      </a:moveTo>
                      <a:cubicBezTo>
                        <a:pt x="10407" y="2881"/>
                        <a:pt x="10479" y="1477"/>
                        <a:pt x="10551" y="0"/>
                      </a:cubicBezTo>
                      <a:lnTo>
                        <a:pt x="1" y="0"/>
                      </a:lnTo>
                      <a:cubicBezTo>
                        <a:pt x="469" y="2449"/>
                        <a:pt x="865" y="4717"/>
                        <a:pt x="1081" y="6194"/>
                      </a:cubicBezTo>
                      <a:cubicBezTo>
                        <a:pt x="4214" y="5725"/>
                        <a:pt x="7310" y="5077"/>
                        <a:pt x="10371" y="4213"/>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01"/>
                <p:cNvSpPr/>
                <p:nvPr/>
              </p:nvSpPr>
              <p:spPr>
                <a:xfrm>
                  <a:off x="6745542" y="3973297"/>
                  <a:ext cx="57815" cy="215969"/>
                </a:xfrm>
                <a:custGeom>
                  <a:rect b="b" l="l" r="r" t="t"/>
                  <a:pathLst>
                    <a:path extrusionOk="0" h="12783" w="3422">
                      <a:moveTo>
                        <a:pt x="685" y="0"/>
                      </a:moveTo>
                      <a:cubicBezTo>
                        <a:pt x="685" y="0"/>
                        <a:pt x="1" y="216"/>
                        <a:pt x="217" y="1657"/>
                      </a:cubicBezTo>
                      <a:cubicBezTo>
                        <a:pt x="469" y="3061"/>
                        <a:pt x="1513" y="3997"/>
                        <a:pt x="1513" y="6806"/>
                      </a:cubicBezTo>
                      <a:lnTo>
                        <a:pt x="1513" y="12171"/>
                      </a:lnTo>
                      <a:cubicBezTo>
                        <a:pt x="1513" y="12171"/>
                        <a:pt x="1477" y="12783"/>
                        <a:pt x="1873" y="12783"/>
                      </a:cubicBezTo>
                      <a:lnTo>
                        <a:pt x="2089" y="12783"/>
                      </a:lnTo>
                      <a:cubicBezTo>
                        <a:pt x="2269" y="12783"/>
                        <a:pt x="2377" y="12639"/>
                        <a:pt x="2377" y="12171"/>
                      </a:cubicBezTo>
                      <a:lnTo>
                        <a:pt x="2377" y="6194"/>
                      </a:lnTo>
                      <a:cubicBezTo>
                        <a:pt x="2377" y="5293"/>
                        <a:pt x="2737" y="3565"/>
                        <a:pt x="3097" y="3241"/>
                      </a:cubicBezTo>
                      <a:cubicBezTo>
                        <a:pt x="3421" y="2917"/>
                        <a:pt x="685" y="0"/>
                        <a:pt x="6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01"/>
                <p:cNvSpPr/>
                <p:nvPr/>
              </p:nvSpPr>
              <p:spPr>
                <a:xfrm>
                  <a:off x="6744326" y="3925232"/>
                  <a:ext cx="266468" cy="264035"/>
                </a:xfrm>
                <a:custGeom>
                  <a:rect b="b" l="l" r="r" t="t"/>
                  <a:pathLst>
                    <a:path extrusionOk="0" h="15628" w="15772">
                      <a:moveTo>
                        <a:pt x="2917" y="1"/>
                      </a:moveTo>
                      <a:cubicBezTo>
                        <a:pt x="1693" y="685"/>
                        <a:pt x="721" y="1729"/>
                        <a:pt x="73" y="2989"/>
                      </a:cubicBezTo>
                      <a:cubicBezTo>
                        <a:pt x="1" y="3278"/>
                        <a:pt x="109" y="3566"/>
                        <a:pt x="325" y="3710"/>
                      </a:cubicBezTo>
                      <a:cubicBezTo>
                        <a:pt x="721" y="3998"/>
                        <a:pt x="3277" y="6302"/>
                        <a:pt x="3781" y="7814"/>
                      </a:cubicBezTo>
                      <a:cubicBezTo>
                        <a:pt x="4286" y="9291"/>
                        <a:pt x="5078" y="12243"/>
                        <a:pt x="5438" y="13395"/>
                      </a:cubicBezTo>
                      <a:cubicBezTo>
                        <a:pt x="5762" y="14548"/>
                        <a:pt x="6518" y="15628"/>
                        <a:pt x="7814" y="15628"/>
                      </a:cubicBezTo>
                      <a:lnTo>
                        <a:pt x="14475" y="15628"/>
                      </a:lnTo>
                      <a:cubicBezTo>
                        <a:pt x="15772" y="15628"/>
                        <a:pt x="15340" y="14476"/>
                        <a:pt x="14403" y="13863"/>
                      </a:cubicBezTo>
                      <a:cubicBezTo>
                        <a:pt x="13503" y="13287"/>
                        <a:pt x="11487" y="11811"/>
                        <a:pt x="11199" y="11703"/>
                      </a:cubicBezTo>
                      <a:cubicBezTo>
                        <a:pt x="10947" y="11595"/>
                        <a:pt x="10839" y="11703"/>
                        <a:pt x="10839" y="11703"/>
                      </a:cubicBezTo>
                      <a:cubicBezTo>
                        <a:pt x="10839" y="11703"/>
                        <a:pt x="11127" y="11847"/>
                        <a:pt x="11019" y="12099"/>
                      </a:cubicBezTo>
                      <a:cubicBezTo>
                        <a:pt x="10947" y="12315"/>
                        <a:pt x="10263" y="12207"/>
                        <a:pt x="9579" y="12207"/>
                      </a:cubicBezTo>
                      <a:cubicBezTo>
                        <a:pt x="8606" y="12171"/>
                        <a:pt x="7742" y="11559"/>
                        <a:pt x="7382" y="10695"/>
                      </a:cubicBezTo>
                      <a:cubicBezTo>
                        <a:pt x="6878" y="9543"/>
                        <a:pt x="4898" y="3566"/>
                        <a:pt x="4718" y="3025"/>
                      </a:cubicBezTo>
                      <a:cubicBezTo>
                        <a:pt x="4502" y="2521"/>
                        <a:pt x="3205" y="1297"/>
                        <a:pt x="2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01"/>
                <p:cNvSpPr/>
                <p:nvPr/>
              </p:nvSpPr>
              <p:spPr>
                <a:xfrm>
                  <a:off x="6387246" y="3941062"/>
                  <a:ext cx="172177" cy="248204"/>
                </a:xfrm>
                <a:custGeom>
                  <a:rect b="b" l="l" r="r" t="t"/>
                  <a:pathLst>
                    <a:path extrusionOk="0" h="14691" w="10191">
                      <a:moveTo>
                        <a:pt x="3205" y="8606"/>
                      </a:moveTo>
                      <a:cubicBezTo>
                        <a:pt x="2917" y="9326"/>
                        <a:pt x="2629" y="10046"/>
                        <a:pt x="2269" y="10730"/>
                      </a:cubicBezTo>
                      <a:cubicBezTo>
                        <a:pt x="1945" y="11126"/>
                        <a:pt x="757" y="12494"/>
                        <a:pt x="541" y="12926"/>
                      </a:cubicBezTo>
                      <a:cubicBezTo>
                        <a:pt x="361" y="13359"/>
                        <a:pt x="1" y="14691"/>
                        <a:pt x="1441" y="14691"/>
                      </a:cubicBezTo>
                      <a:lnTo>
                        <a:pt x="6626" y="14691"/>
                      </a:lnTo>
                      <a:cubicBezTo>
                        <a:pt x="8030" y="14691"/>
                        <a:pt x="9182" y="14259"/>
                        <a:pt x="9218" y="12962"/>
                      </a:cubicBezTo>
                      <a:cubicBezTo>
                        <a:pt x="9218" y="11702"/>
                        <a:pt x="9326" y="7129"/>
                        <a:pt x="9506" y="6121"/>
                      </a:cubicBezTo>
                      <a:cubicBezTo>
                        <a:pt x="9687" y="5149"/>
                        <a:pt x="10191" y="4033"/>
                        <a:pt x="9939" y="3061"/>
                      </a:cubicBezTo>
                      <a:cubicBezTo>
                        <a:pt x="9687" y="2088"/>
                        <a:pt x="9290" y="1116"/>
                        <a:pt x="8786" y="216"/>
                      </a:cubicBezTo>
                      <a:cubicBezTo>
                        <a:pt x="8714" y="144"/>
                        <a:pt x="8606" y="72"/>
                        <a:pt x="8498" y="0"/>
                      </a:cubicBezTo>
                      <a:lnTo>
                        <a:pt x="8642" y="864"/>
                      </a:lnTo>
                      <a:cubicBezTo>
                        <a:pt x="8714" y="1080"/>
                        <a:pt x="8750" y="1260"/>
                        <a:pt x="8750" y="1476"/>
                      </a:cubicBezTo>
                      <a:cubicBezTo>
                        <a:pt x="8894" y="2917"/>
                        <a:pt x="8354" y="9326"/>
                        <a:pt x="8354" y="9866"/>
                      </a:cubicBezTo>
                      <a:cubicBezTo>
                        <a:pt x="8354" y="10406"/>
                        <a:pt x="7778" y="10766"/>
                        <a:pt x="6770" y="11018"/>
                      </a:cubicBezTo>
                      <a:cubicBezTo>
                        <a:pt x="5726" y="11306"/>
                        <a:pt x="3601" y="11558"/>
                        <a:pt x="2809" y="10802"/>
                      </a:cubicBezTo>
                      <a:cubicBezTo>
                        <a:pt x="2737" y="10694"/>
                        <a:pt x="2701" y="10550"/>
                        <a:pt x="2773" y="10406"/>
                      </a:cubicBezTo>
                      <a:cubicBezTo>
                        <a:pt x="2809" y="10118"/>
                        <a:pt x="3205" y="8606"/>
                        <a:pt x="320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01"/>
                <p:cNvSpPr/>
                <p:nvPr/>
              </p:nvSpPr>
              <p:spPr>
                <a:xfrm>
                  <a:off x="6454165" y="1600889"/>
                  <a:ext cx="501292" cy="705079"/>
                </a:xfrm>
                <a:custGeom>
                  <a:rect b="b" l="l" r="r" t="t"/>
                  <a:pathLst>
                    <a:path extrusionOk="0" h="41733" w="29671">
                      <a:moveTo>
                        <a:pt x="22145" y="1332"/>
                      </a:moveTo>
                      <a:cubicBezTo>
                        <a:pt x="22145" y="1332"/>
                        <a:pt x="26249" y="7382"/>
                        <a:pt x="26718" y="8246"/>
                      </a:cubicBezTo>
                      <a:cubicBezTo>
                        <a:pt x="27150" y="9110"/>
                        <a:pt x="28914" y="12891"/>
                        <a:pt x="29274" y="14799"/>
                      </a:cubicBezTo>
                      <a:cubicBezTo>
                        <a:pt x="29670" y="16707"/>
                        <a:pt x="28914" y="19408"/>
                        <a:pt x="28194" y="20848"/>
                      </a:cubicBezTo>
                      <a:lnTo>
                        <a:pt x="28194" y="39752"/>
                      </a:lnTo>
                      <a:cubicBezTo>
                        <a:pt x="20992" y="41732"/>
                        <a:pt x="12027" y="41048"/>
                        <a:pt x="4789" y="39752"/>
                      </a:cubicBezTo>
                      <a:lnTo>
                        <a:pt x="5978" y="31866"/>
                      </a:lnTo>
                      <a:lnTo>
                        <a:pt x="0" y="2917"/>
                      </a:lnTo>
                      <a:lnTo>
                        <a:pt x="8786" y="72"/>
                      </a:lnTo>
                      <a:lnTo>
                        <a:pt x="14655" y="1585"/>
                      </a:lnTo>
                      <a:lnTo>
                        <a:pt x="170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01"/>
                <p:cNvSpPr/>
                <p:nvPr/>
              </p:nvSpPr>
              <p:spPr>
                <a:xfrm>
                  <a:off x="6612349" y="1479350"/>
                  <a:ext cx="125360" cy="165108"/>
                </a:xfrm>
                <a:custGeom>
                  <a:rect b="b" l="l" r="r" t="t"/>
                  <a:pathLst>
                    <a:path extrusionOk="0" h="9146" w="8246">
                      <a:moveTo>
                        <a:pt x="0" y="0"/>
                      </a:moveTo>
                      <a:lnTo>
                        <a:pt x="8246" y="0"/>
                      </a:lnTo>
                      <a:lnTo>
                        <a:pt x="8246" y="9146"/>
                      </a:lnTo>
                      <a:lnTo>
                        <a:pt x="4969" y="9146"/>
                      </a:lnTo>
                      <a:lnTo>
                        <a:pt x="0" y="7201"/>
                      </a:ln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01"/>
                <p:cNvSpPr/>
                <p:nvPr/>
              </p:nvSpPr>
              <p:spPr>
                <a:xfrm>
                  <a:off x="6587985" y="1579602"/>
                  <a:ext cx="115004" cy="129585"/>
                </a:xfrm>
                <a:custGeom>
                  <a:rect b="b" l="l" r="r" t="t"/>
                  <a:pathLst>
                    <a:path extrusionOk="0" h="7670" w="6807">
                      <a:moveTo>
                        <a:pt x="829" y="0"/>
                      </a:moveTo>
                      <a:lnTo>
                        <a:pt x="6806" y="3889"/>
                      </a:lnTo>
                      <a:lnTo>
                        <a:pt x="3962" y="7669"/>
                      </a:lnTo>
                      <a:lnTo>
                        <a:pt x="1" y="162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01"/>
                <p:cNvSpPr/>
                <p:nvPr/>
              </p:nvSpPr>
              <p:spPr>
                <a:xfrm>
                  <a:off x="6702968" y="1580819"/>
                  <a:ext cx="65096" cy="128976"/>
                </a:xfrm>
                <a:custGeom>
                  <a:rect b="b" l="l" r="r" t="t"/>
                  <a:pathLst>
                    <a:path extrusionOk="0" h="7634" w="3853">
                      <a:moveTo>
                        <a:pt x="0" y="3817"/>
                      </a:moveTo>
                      <a:lnTo>
                        <a:pt x="2305" y="0"/>
                      </a:lnTo>
                      <a:lnTo>
                        <a:pt x="3457" y="1476"/>
                      </a:lnTo>
                      <a:lnTo>
                        <a:pt x="3853" y="763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01"/>
                <p:cNvSpPr/>
                <p:nvPr/>
              </p:nvSpPr>
              <p:spPr>
                <a:xfrm>
                  <a:off x="6742659" y="1357303"/>
                  <a:ext cx="99816" cy="81191"/>
                </a:xfrm>
                <a:custGeom>
                  <a:rect b="b" l="l" r="r" t="t"/>
                  <a:pathLst>
                    <a:path extrusionOk="0" h="5654" w="6951">
                      <a:moveTo>
                        <a:pt x="4070" y="36"/>
                      </a:moveTo>
                      <a:lnTo>
                        <a:pt x="4250" y="72"/>
                      </a:lnTo>
                      <a:lnTo>
                        <a:pt x="4250" y="72"/>
                      </a:lnTo>
                      <a:cubicBezTo>
                        <a:pt x="6914" y="649"/>
                        <a:pt x="6950" y="4429"/>
                        <a:pt x="4286" y="5041"/>
                      </a:cubicBezTo>
                      <a:cubicBezTo>
                        <a:pt x="1621" y="5653"/>
                        <a:pt x="1" y="2269"/>
                        <a:pt x="2125" y="541"/>
                      </a:cubicBezTo>
                      <a:cubicBezTo>
                        <a:pt x="2053" y="1297"/>
                        <a:pt x="2161" y="2233"/>
                        <a:pt x="3133" y="2341"/>
                      </a:cubicBezTo>
                      <a:lnTo>
                        <a:pt x="3133" y="901"/>
                      </a:lnTo>
                      <a:cubicBezTo>
                        <a:pt x="3133" y="397"/>
                        <a:pt x="3565" y="0"/>
                        <a:pt x="4070" y="3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01"/>
                <p:cNvSpPr/>
                <p:nvPr/>
              </p:nvSpPr>
              <p:spPr>
                <a:xfrm>
                  <a:off x="6516680" y="1356786"/>
                  <a:ext cx="100333" cy="82225"/>
                </a:xfrm>
                <a:custGeom>
                  <a:rect b="b" l="l" r="r" t="t"/>
                  <a:pathLst>
                    <a:path extrusionOk="0" h="5726" w="6987">
                      <a:moveTo>
                        <a:pt x="2953" y="72"/>
                      </a:moveTo>
                      <a:lnTo>
                        <a:pt x="2773" y="72"/>
                      </a:lnTo>
                      <a:lnTo>
                        <a:pt x="2773" y="72"/>
                      </a:lnTo>
                      <a:cubicBezTo>
                        <a:pt x="109" y="613"/>
                        <a:pt x="1" y="4429"/>
                        <a:pt x="2665" y="5077"/>
                      </a:cubicBezTo>
                      <a:cubicBezTo>
                        <a:pt x="5294" y="5726"/>
                        <a:pt x="6986" y="2341"/>
                        <a:pt x="4898" y="613"/>
                      </a:cubicBezTo>
                      <a:cubicBezTo>
                        <a:pt x="4970" y="1369"/>
                        <a:pt x="4826" y="2305"/>
                        <a:pt x="3854" y="2377"/>
                      </a:cubicBezTo>
                      <a:lnTo>
                        <a:pt x="3890" y="901"/>
                      </a:lnTo>
                      <a:cubicBezTo>
                        <a:pt x="3890" y="397"/>
                        <a:pt x="3458" y="0"/>
                        <a:pt x="2953" y="7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01"/>
                <p:cNvSpPr/>
                <p:nvPr/>
              </p:nvSpPr>
              <p:spPr>
                <a:xfrm>
                  <a:off x="6554436" y="1175811"/>
                  <a:ext cx="250783" cy="365563"/>
                </a:xfrm>
                <a:custGeom>
                  <a:rect b="b" l="l" r="r" t="t"/>
                  <a:pathLst>
                    <a:path extrusionOk="0" h="25457" w="17464">
                      <a:moveTo>
                        <a:pt x="8714" y="25457"/>
                      </a:moveTo>
                      <a:cubicBezTo>
                        <a:pt x="3961" y="25457"/>
                        <a:pt x="0" y="19588"/>
                        <a:pt x="0" y="14943"/>
                      </a:cubicBezTo>
                      <a:lnTo>
                        <a:pt x="0" y="8750"/>
                      </a:lnTo>
                      <a:cubicBezTo>
                        <a:pt x="0" y="3925"/>
                        <a:pt x="3925" y="36"/>
                        <a:pt x="8714" y="0"/>
                      </a:cubicBezTo>
                      <a:lnTo>
                        <a:pt x="8714" y="0"/>
                      </a:lnTo>
                      <a:cubicBezTo>
                        <a:pt x="13539" y="36"/>
                        <a:pt x="17464" y="3925"/>
                        <a:pt x="17464" y="8750"/>
                      </a:cubicBezTo>
                      <a:lnTo>
                        <a:pt x="17464" y="14799"/>
                      </a:lnTo>
                      <a:cubicBezTo>
                        <a:pt x="17464" y="19876"/>
                        <a:pt x="14007" y="25457"/>
                        <a:pt x="8714" y="25457"/>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01"/>
                <p:cNvSpPr/>
                <p:nvPr/>
              </p:nvSpPr>
              <p:spPr>
                <a:xfrm>
                  <a:off x="6591139" y="1317994"/>
                  <a:ext cx="50700" cy="32917"/>
                </a:xfrm>
                <a:custGeom>
                  <a:rect b="b" l="l" r="r" t="t"/>
                  <a:pathLst>
                    <a:path extrusionOk="0" h="1442" w="3530">
                      <a:moveTo>
                        <a:pt x="3277" y="397"/>
                      </a:moveTo>
                      <a:cubicBezTo>
                        <a:pt x="3457" y="469"/>
                        <a:pt x="3529" y="685"/>
                        <a:pt x="3457" y="901"/>
                      </a:cubicBezTo>
                      <a:cubicBezTo>
                        <a:pt x="3385" y="1081"/>
                        <a:pt x="3169" y="1153"/>
                        <a:pt x="2953" y="1081"/>
                      </a:cubicBezTo>
                      <a:cubicBezTo>
                        <a:pt x="2269" y="757"/>
                        <a:pt x="1477" y="829"/>
                        <a:pt x="793" y="1225"/>
                      </a:cubicBezTo>
                      <a:cubicBezTo>
                        <a:pt x="397" y="1441"/>
                        <a:pt x="1" y="829"/>
                        <a:pt x="433" y="577"/>
                      </a:cubicBezTo>
                      <a:cubicBezTo>
                        <a:pt x="1297" y="73"/>
                        <a:pt x="2341" y="1"/>
                        <a:pt x="3277" y="39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01"/>
                <p:cNvSpPr/>
                <p:nvPr/>
              </p:nvSpPr>
              <p:spPr>
                <a:xfrm>
                  <a:off x="6715258" y="1319637"/>
                  <a:ext cx="53285" cy="31274"/>
                </a:xfrm>
                <a:custGeom>
                  <a:rect b="b" l="l" r="r" t="t"/>
                  <a:pathLst>
                    <a:path extrusionOk="0" h="1370" w="3710">
                      <a:moveTo>
                        <a:pt x="3277" y="505"/>
                      </a:moveTo>
                      <a:cubicBezTo>
                        <a:pt x="3709" y="721"/>
                        <a:pt x="3349" y="1369"/>
                        <a:pt x="2917" y="1117"/>
                      </a:cubicBezTo>
                      <a:cubicBezTo>
                        <a:pt x="2233" y="793"/>
                        <a:pt x="1441" y="757"/>
                        <a:pt x="757" y="1081"/>
                      </a:cubicBezTo>
                      <a:cubicBezTo>
                        <a:pt x="325" y="1297"/>
                        <a:pt x="0" y="685"/>
                        <a:pt x="433" y="433"/>
                      </a:cubicBezTo>
                      <a:cubicBezTo>
                        <a:pt x="1333" y="1"/>
                        <a:pt x="2377" y="1"/>
                        <a:pt x="3277" y="50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01"/>
                <p:cNvSpPr/>
                <p:nvPr/>
              </p:nvSpPr>
              <p:spPr>
                <a:xfrm>
                  <a:off x="6398194" y="1605147"/>
                  <a:ext cx="336430" cy="970905"/>
                </a:xfrm>
                <a:custGeom>
                  <a:rect b="b" l="l" r="r" t="t"/>
                  <a:pathLst>
                    <a:path extrusionOk="0" h="57467" w="19913">
                      <a:moveTo>
                        <a:pt x="2197" y="1909"/>
                      </a:moveTo>
                      <a:cubicBezTo>
                        <a:pt x="2197" y="1909"/>
                        <a:pt x="9327" y="0"/>
                        <a:pt x="9543" y="0"/>
                      </a:cubicBezTo>
                      <a:cubicBezTo>
                        <a:pt x="9831" y="108"/>
                        <a:pt x="10083" y="216"/>
                        <a:pt x="10299" y="396"/>
                      </a:cubicBezTo>
                      <a:cubicBezTo>
                        <a:pt x="19913" y="26141"/>
                        <a:pt x="18976" y="25637"/>
                        <a:pt x="14079" y="53110"/>
                      </a:cubicBezTo>
                      <a:cubicBezTo>
                        <a:pt x="14079" y="53110"/>
                        <a:pt x="13971" y="53866"/>
                        <a:pt x="12819" y="54226"/>
                      </a:cubicBezTo>
                      <a:cubicBezTo>
                        <a:pt x="11703" y="54550"/>
                        <a:pt x="721" y="57215"/>
                        <a:pt x="721" y="57215"/>
                      </a:cubicBezTo>
                      <a:cubicBezTo>
                        <a:pt x="721" y="57215"/>
                        <a:pt x="1" y="57467"/>
                        <a:pt x="217" y="56243"/>
                      </a:cubicBezTo>
                      <a:cubicBezTo>
                        <a:pt x="433" y="55019"/>
                        <a:pt x="6158" y="28950"/>
                        <a:pt x="6158" y="28950"/>
                      </a:cubicBezTo>
                      <a:lnTo>
                        <a:pt x="3746" y="1440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01"/>
                <p:cNvSpPr/>
                <p:nvPr/>
              </p:nvSpPr>
              <p:spPr>
                <a:xfrm>
                  <a:off x="6791174" y="1609404"/>
                  <a:ext cx="194681" cy="928330"/>
                </a:xfrm>
                <a:custGeom>
                  <a:rect b="b" l="l" r="r" t="t"/>
                  <a:pathLst>
                    <a:path extrusionOk="0" h="54947" w="11523">
                      <a:moveTo>
                        <a:pt x="0" y="180"/>
                      </a:moveTo>
                      <a:cubicBezTo>
                        <a:pt x="0" y="180"/>
                        <a:pt x="4573" y="13359"/>
                        <a:pt x="4933" y="14547"/>
                      </a:cubicBezTo>
                      <a:cubicBezTo>
                        <a:pt x="5329" y="15735"/>
                        <a:pt x="5545" y="16743"/>
                        <a:pt x="5077" y="19408"/>
                      </a:cubicBezTo>
                      <a:cubicBezTo>
                        <a:pt x="4969" y="19840"/>
                        <a:pt x="4933" y="20272"/>
                        <a:pt x="4933" y="20740"/>
                      </a:cubicBezTo>
                      <a:cubicBezTo>
                        <a:pt x="4933" y="21712"/>
                        <a:pt x="5041" y="26933"/>
                        <a:pt x="5041" y="26933"/>
                      </a:cubicBezTo>
                      <a:lnTo>
                        <a:pt x="5581" y="51634"/>
                      </a:lnTo>
                      <a:cubicBezTo>
                        <a:pt x="5689" y="52174"/>
                        <a:pt x="6049" y="52678"/>
                        <a:pt x="6589" y="52894"/>
                      </a:cubicBezTo>
                      <a:cubicBezTo>
                        <a:pt x="7454" y="53218"/>
                        <a:pt x="10982" y="54839"/>
                        <a:pt x="10982" y="54839"/>
                      </a:cubicBezTo>
                      <a:cubicBezTo>
                        <a:pt x="10982" y="54839"/>
                        <a:pt x="11522" y="54947"/>
                        <a:pt x="11522" y="54298"/>
                      </a:cubicBezTo>
                      <a:cubicBezTo>
                        <a:pt x="11522" y="53614"/>
                        <a:pt x="9002" y="29814"/>
                        <a:pt x="9002" y="29814"/>
                      </a:cubicBezTo>
                      <a:lnTo>
                        <a:pt x="8534" y="21136"/>
                      </a:lnTo>
                      <a:cubicBezTo>
                        <a:pt x="9974" y="15627"/>
                        <a:pt x="11522" y="14115"/>
                        <a:pt x="8390" y="8894"/>
                      </a:cubicBezTo>
                      <a:cubicBezTo>
                        <a:pt x="7886" y="8066"/>
                        <a:pt x="7202" y="6878"/>
                        <a:pt x="6517" y="5689"/>
                      </a:cubicBezTo>
                      <a:cubicBezTo>
                        <a:pt x="4537" y="2161"/>
                        <a:pt x="5905" y="1297"/>
                        <a:pt x="3709" y="612"/>
                      </a:cubicBezTo>
                      <a:lnTo>
                        <a:pt x="360" y="0"/>
                      </a:lnTo>
                      <a:cubicBezTo>
                        <a:pt x="216" y="0"/>
                        <a:pt x="72" y="72"/>
                        <a:pt x="0" y="18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01"/>
                <p:cNvSpPr/>
                <p:nvPr/>
              </p:nvSpPr>
              <p:spPr>
                <a:xfrm>
                  <a:off x="6747829" y="1209932"/>
                  <a:ext cx="93096" cy="178394"/>
                </a:xfrm>
                <a:custGeom>
                  <a:rect b="b" l="l" r="r" t="t"/>
                  <a:pathLst>
                    <a:path extrusionOk="0" h="12423" w="6483">
                      <a:moveTo>
                        <a:pt x="3998" y="12423"/>
                      </a:moveTo>
                      <a:lnTo>
                        <a:pt x="3061" y="8570"/>
                      </a:lnTo>
                      <a:cubicBezTo>
                        <a:pt x="3061" y="8570"/>
                        <a:pt x="1" y="6302"/>
                        <a:pt x="1081" y="3169"/>
                      </a:cubicBezTo>
                      <a:cubicBezTo>
                        <a:pt x="2161" y="1"/>
                        <a:pt x="2377" y="325"/>
                        <a:pt x="2377" y="325"/>
                      </a:cubicBezTo>
                      <a:cubicBezTo>
                        <a:pt x="2377" y="325"/>
                        <a:pt x="6482" y="2197"/>
                        <a:pt x="4646" y="1047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01"/>
                <p:cNvSpPr/>
                <p:nvPr/>
              </p:nvSpPr>
              <p:spPr>
                <a:xfrm>
                  <a:off x="6518748" y="1209932"/>
                  <a:ext cx="93096" cy="178394"/>
                </a:xfrm>
                <a:custGeom>
                  <a:rect b="b" l="l" r="r" t="t"/>
                  <a:pathLst>
                    <a:path extrusionOk="0" h="12423" w="6483">
                      <a:moveTo>
                        <a:pt x="2485" y="12423"/>
                      </a:moveTo>
                      <a:lnTo>
                        <a:pt x="3422" y="8570"/>
                      </a:lnTo>
                      <a:cubicBezTo>
                        <a:pt x="3422" y="8570"/>
                        <a:pt x="6482" y="6302"/>
                        <a:pt x="5402" y="3169"/>
                      </a:cubicBezTo>
                      <a:cubicBezTo>
                        <a:pt x="4322" y="1"/>
                        <a:pt x="4106" y="325"/>
                        <a:pt x="4106" y="325"/>
                      </a:cubicBezTo>
                      <a:cubicBezTo>
                        <a:pt x="4106" y="325"/>
                        <a:pt x="1" y="2197"/>
                        <a:pt x="1837" y="1047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01"/>
                <p:cNvSpPr/>
                <p:nvPr/>
              </p:nvSpPr>
              <p:spPr>
                <a:xfrm>
                  <a:off x="6510993" y="1164423"/>
                  <a:ext cx="281298" cy="170654"/>
                </a:xfrm>
                <a:custGeom>
                  <a:rect b="b" l="l" r="r" t="t"/>
                  <a:pathLst>
                    <a:path extrusionOk="0" h="11884" w="19589">
                      <a:moveTo>
                        <a:pt x="19588" y="11883"/>
                      </a:moveTo>
                      <a:cubicBezTo>
                        <a:pt x="19588" y="11883"/>
                        <a:pt x="17284" y="11163"/>
                        <a:pt x="15484" y="6626"/>
                      </a:cubicBezTo>
                      <a:cubicBezTo>
                        <a:pt x="13647" y="2089"/>
                        <a:pt x="9831" y="10263"/>
                        <a:pt x="4898" y="9615"/>
                      </a:cubicBezTo>
                      <a:cubicBezTo>
                        <a:pt x="1" y="8967"/>
                        <a:pt x="3926" y="1801"/>
                        <a:pt x="9723" y="685"/>
                      </a:cubicBezTo>
                      <a:cubicBezTo>
                        <a:pt x="13143" y="1"/>
                        <a:pt x="16636" y="1117"/>
                        <a:pt x="19048" y="36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01"/>
                <p:cNvSpPr/>
                <p:nvPr/>
              </p:nvSpPr>
              <p:spPr>
                <a:xfrm>
                  <a:off x="6096478" y="1530321"/>
                  <a:ext cx="402118" cy="507374"/>
                </a:xfrm>
                <a:custGeom>
                  <a:rect b="b" l="l" r="r" t="t"/>
                  <a:pathLst>
                    <a:path extrusionOk="0" h="30031" w="23801">
                      <a:moveTo>
                        <a:pt x="20056" y="6374"/>
                      </a:moveTo>
                      <a:cubicBezTo>
                        <a:pt x="19660" y="6482"/>
                        <a:pt x="19264" y="6662"/>
                        <a:pt x="18940" y="6878"/>
                      </a:cubicBezTo>
                      <a:cubicBezTo>
                        <a:pt x="17212" y="8066"/>
                        <a:pt x="12243" y="15663"/>
                        <a:pt x="12243" y="15663"/>
                      </a:cubicBezTo>
                      <a:cubicBezTo>
                        <a:pt x="12279" y="14331"/>
                        <a:pt x="14115" y="973"/>
                        <a:pt x="13035" y="613"/>
                      </a:cubicBezTo>
                      <a:cubicBezTo>
                        <a:pt x="13035" y="613"/>
                        <a:pt x="8822" y="1153"/>
                        <a:pt x="6194" y="0"/>
                      </a:cubicBezTo>
                      <a:cubicBezTo>
                        <a:pt x="5762" y="289"/>
                        <a:pt x="5473" y="793"/>
                        <a:pt x="5401" y="1297"/>
                      </a:cubicBezTo>
                      <a:cubicBezTo>
                        <a:pt x="4609" y="5654"/>
                        <a:pt x="0" y="26969"/>
                        <a:pt x="6302" y="28662"/>
                      </a:cubicBezTo>
                      <a:cubicBezTo>
                        <a:pt x="11343" y="30030"/>
                        <a:pt x="20056" y="21100"/>
                        <a:pt x="22613" y="18904"/>
                      </a:cubicBezTo>
                      <a:cubicBezTo>
                        <a:pt x="23801" y="16672"/>
                        <a:pt x="22433" y="5618"/>
                        <a:pt x="20056" y="63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01"/>
                <p:cNvSpPr/>
                <p:nvPr/>
              </p:nvSpPr>
              <p:spPr>
                <a:xfrm>
                  <a:off x="6173735" y="1238336"/>
                  <a:ext cx="221443" cy="288972"/>
                </a:xfrm>
                <a:custGeom>
                  <a:rect b="b" l="l" r="r" t="t"/>
                  <a:pathLst>
                    <a:path extrusionOk="0" h="17104" w="13107">
                      <a:moveTo>
                        <a:pt x="10154" y="13215"/>
                      </a:moveTo>
                      <a:cubicBezTo>
                        <a:pt x="10730" y="12279"/>
                        <a:pt x="11522" y="11522"/>
                        <a:pt x="12531" y="11054"/>
                      </a:cubicBezTo>
                      <a:cubicBezTo>
                        <a:pt x="13107" y="10766"/>
                        <a:pt x="11739" y="8606"/>
                        <a:pt x="10154" y="10406"/>
                      </a:cubicBezTo>
                      <a:cubicBezTo>
                        <a:pt x="10154" y="10406"/>
                        <a:pt x="9146" y="10910"/>
                        <a:pt x="8894" y="10478"/>
                      </a:cubicBezTo>
                      <a:cubicBezTo>
                        <a:pt x="8606" y="10082"/>
                        <a:pt x="10586" y="3421"/>
                        <a:pt x="10802" y="2701"/>
                      </a:cubicBezTo>
                      <a:cubicBezTo>
                        <a:pt x="10982" y="2161"/>
                        <a:pt x="10586" y="1621"/>
                        <a:pt x="10046" y="1657"/>
                      </a:cubicBezTo>
                      <a:cubicBezTo>
                        <a:pt x="9758" y="1765"/>
                        <a:pt x="9470" y="2809"/>
                        <a:pt x="9002" y="4105"/>
                      </a:cubicBezTo>
                      <a:cubicBezTo>
                        <a:pt x="8534" y="5437"/>
                        <a:pt x="7994" y="6878"/>
                        <a:pt x="7850" y="6986"/>
                      </a:cubicBezTo>
                      <a:cubicBezTo>
                        <a:pt x="7706" y="7058"/>
                        <a:pt x="7418" y="6914"/>
                        <a:pt x="7418" y="6085"/>
                      </a:cubicBezTo>
                      <a:cubicBezTo>
                        <a:pt x="7418" y="5221"/>
                        <a:pt x="7598" y="684"/>
                        <a:pt x="7382" y="324"/>
                      </a:cubicBezTo>
                      <a:cubicBezTo>
                        <a:pt x="7130" y="0"/>
                        <a:pt x="6410" y="72"/>
                        <a:pt x="6229" y="756"/>
                      </a:cubicBezTo>
                      <a:cubicBezTo>
                        <a:pt x="6013" y="1404"/>
                        <a:pt x="5977" y="6013"/>
                        <a:pt x="5833" y="6589"/>
                      </a:cubicBezTo>
                      <a:cubicBezTo>
                        <a:pt x="5653" y="7166"/>
                        <a:pt x="5149" y="6914"/>
                        <a:pt x="5041" y="6481"/>
                      </a:cubicBezTo>
                      <a:cubicBezTo>
                        <a:pt x="4969" y="6085"/>
                        <a:pt x="4321" y="1080"/>
                        <a:pt x="4141" y="756"/>
                      </a:cubicBezTo>
                      <a:cubicBezTo>
                        <a:pt x="3925" y="396"/>
                        <a:pt x="3205" y="504"/>
                        <a:pt x="3133" y="1260"/>
                      </a:cubicBezTo>
                      <a:cubicBezTo>
                        <a:pt x="3097" y="2017"/>
                        <a:pt x="3493" y="6842"/>
                        <a:pt x="3349" y="7166"/>
                      </a:cubicBezTo>
                      <a:cubicBezTo>
                        <a:pt x="3205" y="7490"/>
                        <a:pt x="2737" y="7526"/>
                        <a:pt x="2305" y="6697"/>
                      </a:cubicBezTo>
                      <a:cubicBezTo>
                        <a:pt x="1873" y="5905"/>
                        <a:pt x="1117" y="4069"/>
                        <a:pt x="900" y="3961"/>
                      </a:cubicBezTo>
                      <a:cubicBezTo>
                        <a:pt x="648" y="3817"/>
                        <a:pt x="0" y="4465"/>
                        <a:pt x="324" y="5401"/>
                      </a:cubicBezTo>
                      <a:cubicBezTo>
                        <a:pt x="648" y="6337"/>
                        <a:pt x="1333" y="8678"/>
                        <a:pt x="1405" y="9002"/>
                      </a:cubicBezTo>
                      <a:cubicBezTo>
                        <a:pt x="1729" y="10910"/>
                        <a:pt x="1549" y="12747"/>
                        <a:pt x="2017" y="14187"/>
                      </a:cubicBezTo>
                      <a:cubicBezTo>
                        <a:pt x="2161" y="14691"/>
                        <a:pt x="2449" y="15195"/>
                        <a:pt x="2845" y="15591"/>
                      </a:cubicBezTo>
                      <a:cubicBezTo>
                        <a:pt x="3745" y="16563"/>
                        <a:pt x="5041" y="17103"/>
                        <a:pt x="6410" y="17067"/>
                      </a:cubicBezTo>
                      <a:cubicBezTo>
                        <a:pt x="8642" y="16923"/>
                        <a:pt x="9002" y="15051"/>
                        <a:pt x="10154" y="13215"/>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01"/>
                <p:cNvSpPr/>
                <p:nvPr/>
              </p:nvSpPr>
              <p:spPr>
                <a:xfrm>
                  <a:off x="6313638" y="1387361"/>
                  <a:ext cx="31661" cy="59639"/>
                </a:xfrm>
                <a:custGeom>
                  <a:rect b="b" l="l" r="r" t="t"/>
                  <a:pathLst>
                    <a:path extrusionOk="0" h="3530" w="1874">
                      <a:moveTo>
                        <a:pt x="1873" y="1585"/>
                      </a:moveTo>
                      <a:cubicBezTo>
                        <a:pt x="1873" y="1585"/>
                        <a:pt x="865" y="2089"/>
                        <a:pt x="613" y="1657"/>
                      </a:cubicBezTo>
                      <a:cubicBezTo>
                        <a:pt x="505" y="1549"/>
                        <a:pt x="613" y="865"/>
                        <a:pt x="829" y="1"/>
                      </a:cubicBezTo>
                      <a:lnTo>
                        <a:pt x="1" y="353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01"/>
                <p:cNvSpPr/>
                <p:nvPr/>
              </p:nvSpPr>
              <p:spPr>
                <a:xfrm>
                  <a:off x="6729121" y="1732885"/>
                  <a:ext cx="23129" cy="21305"/>
                </a:xfrm>
                <a:custGeom>
                  <a:rect b="b" l="l" r="r" t="t"/>
                  <a:pathLst>
                    <a:path extrusionOk="0" h="1261" w="1369">
                      <a:moveTo>
                        <a:pt x="613" y="1"/>
                      </a:moveTo>
                      <a:cubicBezTo>
                        <a:pt x="973" y="1"/>
                        <a:pt x="1261" y="289"/>
                        <a:pt x="1333" y="649"/>
                      </a:cubicBezTo>
                      <a:cubicBezTo>
                        <a:pt x="1369" y="973"/>
                        <a:pt x="1117" y="1261"/>
                        <a:pt x="757" y="1261"/>
                      </a:cubicBezTo>
                      <a:cubicBezTo>
                        <a:pt x="397" y="1261"/>
                        <a:pt x="109" y="973"/>
                        <a:pt x="37" y="649"/>
                      </a:cubicBezTo>
                      <a:cubicBezTo>
                        <a:pt x="1" y="289"/>
                        <a:pt x="253" y="1"/>
                        <a:pt x="6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01"/>
                <p:cNvSpPr/>
                <p:nvPr/>
              </p:nvSpPr>
              <p:spPr>
                <a:xfrm>
                  <a:off x="6772320" y="1845418"/>
                  <a:ext cx="23129" cy="21930"/>
                </a:xfrm>
                <a:custGeom>
                  <a:rect b="b" l="l" r="r" t="t"/>
                  <a:pathLst>
                    <a:path extrusionOk="0" h="1298" w="1369">
                      <a:moveTo>
                        <a:pt x="612" y="1"/>
                      </a:moveTo>
                      <a:cubicBezTo>
                        <a:pt x="972" y="37"/>
                        <a:pt x="1260" y="289"/>
                        <a:pt x="1296" y="649"/>
                      </a:cubicBezTo>
                      <a:cubicBezTo>
                        <a:pt x="1368" y="973"/>
                        <a:pt x="1080" y="1297"/>
                        <a:pt x="756" y="1297"/>
                      </a:cubicBezTo>
                      <a:cubicBezTo>
                        <a:pt x="396" y="1261"/>
                        <a:pt x="72" y="1009"/>
                        <a:pt x="36" y="649"/>
                      </a:cubicBezTo>
                      <a:cubicBezTo>
                        <a:pt x="0" y="325"/>
                        <a:pt x="252"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01"/>
                <p:cNvSpPr/>
                <p:nvPr/>
              </p:nvSpPr>
              <p:spPr>
                <a:xfrm>
                  <a:off x="6783875" y="2041916"/>
                  <a:ext cx="23129" cy="21913"/>
                </a:xfrm>
                <a:custGeom>
                  <a:rect b="b" l="l" r="r" t="t"/>
                  <a:pathLst>
                    <a:path extrusionOk="0" h="1297" w="1369">
                      <a:moveTo>
                        <a:pt x="612" y="1296"/>
                      </a:moveTo>
                      <a:cubicBezTo>
                        <a:pt x="972" y="1296"/>
                        <a:pt x="1260" y="1008"/>
                        <a:pt x="1296" y="648"/>
                      </a:cubicBezTo>
                      <a:cubicBezTo>
                        <a:pt x="1368" y="324"/>
                        <a:pt x="1080" y="0"/>
                        <a:pt x="756" y="36"/>
                      </a:cubicBezTo>
                      <a:cubicBezTo>
                        <a:pt x="396" y="36"/>
                        <a:pt x="72" y="288"/>
                        <a:pt x="36" y="648"/>
                      </a:cubicBezTo>
                      <a:cubicBezTo>
                        <a:pt x="0" y="1008"/>
                        <a:pt x="252" y="1296"/>
                        <a:pt x="612"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01"/>
                <p:cNvSpPr/>
                <p:nvPr/>
              </p:nvSpPr>
              <p:spPr>
                <a:xfrm>
                  <a:off x="6769262" y="2231708"/>
                  <a:ext cx="23146" cy="21913"/>
                </a:xfrm>
                <a:custGeom>
                  <a:rect b="b" l="l" r="r" t="t"/>
                  <a:pathLst>
                    <a:path extrusionOk="0" h="1297" w="1370">
                      <a:moveTo>
                        <a:pt x="613" y="1296"/>
                      </a:moveTo>
                      <a:cubicBezTo>
                        <a:pt x="973" y="1296"/>
                        <a:pt x="1297" y="1008"/>
                        <a:pt x="1333" y="648"/>
                      </a:cubicBezTo>
                      <a:cubicBezTo>
                        <a:pt x="1369" y="324"/>
                        <a:pt x="1117" y="0"/>
                        <a:pt x="757" y="36"/>
                      </a:cubicBezTo>
                      <a:cubicBezTo>
                        <a:pt x="397" y="36"/>
                        <a:pt x="109" y="288"/>
                        <a:pt x="73" y="648"/>
                      </a:cubicBezTo>
                      <a:cubicBezTo>
                        <a:pt x="1" y="1008"/>
                        <a:pt x="289" y="1296"/>
                        <a:pt x="613"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01"/>
                <p:cNvSpPr/>
                <p:nvPr/>
              </p:nvSpPr>
              <p:spPr>
                <a:xfrm>
                  <a:off x="6621426" y="1372816"/>
                  <a:ext cx="18018" cy="3291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01"/>
                <p:cNvSpPr/>
                <p:nvPr/>
              </p:nvSpPr>
              <p:spPr>
                <a:xfrm>
                  <a:off x="6719667" y="1372773"/>
                  <a:ext cx="18035" cy="32945"/>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01"/>
                <p:cNvSpPr/>
                <p:nvPr/>
              </p:nvSpPr>
              <p:spPr>
                <a:xfrm>
                  <a:off x="6720946"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01"/>
                <p:cNvSpPr/>
                <p:nvPr/>
              </p:nvSpPr>
              <p:spPr>
                <a:xfrm>
                  <a:off x="6591847"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01"/>
                <p:cNvSpPr/>
                <p:nvPr/>
              </p:nvSpPr>
              <p:spPr>
                <a:xfrm>
                  <a:off x="6648989" y="1455382"/>
                  <a:ext cx="61155" cy="2341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01"/>
                <p:cNvSpPr/>
                <p:nvPr/>
              </p:nvSpPr>
              <p:spPr>
                <a:xfrm>
                  <a:off x="6667352" y="1385533"/>
                  <a:ext cx="28005" cy="4139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01"/>
                <p:cNvSpPr/>
                <p:nvPr/>
              </p:nvSpPr>
              <p:spPr>
                <a:xfrm>
                  <a:off x="6553919" y="1336106"/>
                  <a:ext cx="251300" cy="95666"/>
                </a:xfrm>
                <a:custGeom>
                  <a:rect b="b" l="l" r="r" t="t"/>
                  <a:pathLst>
                    <a:path extrusionOk="0" h="6662" w="17500">
                      <a:moveTo>
                        <a:pt x="16635" y="1260"/>
                      </a:moveTo>
                      <a:cubicBezTo>
                        <a:pt x="16527" y="1224"/>
                        <a:pt x="16419" y="1188"/>
                        <a:pt x="16311" y="1116"/>
                      </a:cubicBezTo>
                      <a:cubicBezTo>
                        <a:pt x="15267" y="360"/>
                        <a:pt x="12819" y="0"/>
                        <a:pt x="9002" y="36"/>
                      </a:cubicBezTo>
                      <a:lnTo>
                        <a:pt x="8606" y="36"/>
                      </a:lnTo>
                      <a:cubicBezTo>
                        <a:pt x="4789" y="36"/>
                        <a:pt x="2305" y="360"/>
                        <a:pt x="1297" y="1116"/>
                      </a:cubicBezTo>
                      <a:cubicBezTo>
                        <a:pt x="1153" y="1188"/>
                        <a:pt x="1045" y="1224"/>
                        <a:pt x="901" y="1260"/>
                      </a:cubicBezTo>
                      <a:cubicBezTo>
                        <a:pt x="540" y="1296"/>
                        <a:pt x="0" y="1440"/>
                        <a:pt x="0" y="1440"/>
                      </a:cubicBezTo>
                      <a:lnTo>
                        <a:pt x="0" y="2269"/>
                      </a:lnTo>
                      <a:cubicBezTo>
                        <a:pt x="0" y="2269"/>
                        <a:pt x="468" y="2233"/>
                        <a:pt x="612" y="2521"/>
                      </a:cubicBezTo>
                      <a:cubicBezTo>
                        <a:pt x="756" y="2773"/>
                        <a:pt x="828" y="3961"/>
                        <a:pt x="1153" y="4645"/>
                      </a:cubicBezTo>
                      <a:cubicBezTo>
                        <a:pt x="1621" y="5653"/>
                        <a:pt x="2557" y="6337"/>
                        <a:pt x="3673" y="6481"/>
                      </a:cubicBezTo>
                      <a:cubicBezTo>
                        <a:pt x="4861" y="6661"/>
                        <a:pt x="6085" y="6337"/>
                        <a:pt x="6986" y="5581"/>
                      </a:cubicBezTo>
                      <a:cubicBezTo>
                        <a:pt x="7994" y="4681"/>
                        <a:pt x="8030" y="3421"/>
                        <a:pt x="7922" y="2341"/>
                      </a:cubicBezTo>
                      <a:cubicBezTo>
                        <a:pt x="8462" y="2125"/>
                        <a:pt x="9074" y="2125"/>
                        <a:pt x="9650" y="2341"/>
                      </a:cubicBezTo>
                      <a:cubicBezTo>
                        <a:pt x="9506" y="3421"/>
                        <a:pt x="9578" y="4681"/>
                        <a:pt x="10586" y="5581"/>
                      </a:cubicBezTo>
                      <a:cubicBezTo>
                        <a:pt x="11487" y="6337"/>
                        <a:pt x="12711" y="6661"/>
                        <a:pt x="13899" y="6481"/>
                      </a:cubicBezTo>
                      <a:cubicBezTo>
                        <a:pt x="14979" y="6337"/>
                        <a:pt x="15951" y="5653"/>
                        <a:pt x="16383" y="4645"/>
                      </a:cubicBezTo>
                      <a:cubicBezTo>
                        <a:pt x="16707" y="3961"/>
                        <a:pt x="16816" y="2773"/>
                        <a:pt x="16924" y="2521"/>
                      </a:cubicBezTo>
                      <a:cubicBezTo>
                        <a:pt x="17068" y="2233"/>
                        <a:pt x="17500" y="2269"/>
                        <a:pt x="17500" y="2269"/>
                      </a:cubicBezTo>
                      <a:lnTo>
                        <a:pt x="17500" y="1440"/>
                      </a:lnTo>
                      <a:cubicBezTo>
                        <a:pt x="17500" y="1440"/>
                        <a:pt x="16996" y="1296"/>
                        <a:pt x="16635" y="1260"/>
                      </a:cubicBezTo>
                      <a:close/>
                      <a:moveTo>
                        <a:pt x="7130" y="4861"/>
                      </a:moveTo>
                      <a:lnTo>
                        <a:pt x="7130" y="4861"/>
                      </a:lnTo>
                      <a:cubicBezTo>
                        <a:pt x="6446" y="5725"/>
                        <a:pt x="5365" y="6229"/>
                        <a:pt x="4249" y="6157"/>
                      </a:cubicBezTo>
                      <a:cubicBezTo>
                        <a:pt x="2773" y="6121"/>
                        <a:pt x="2089" y="5509"/>
                        <a:pt x="1657" y="4717"/>
                      </a:cubicBezTo>
                      <a:cubicBezTo>
                        <a:pt x="1189" y="3925"/>
                        <a:pt x="1009" y="2629"/>
                        <a:pt x="1333" y="1945"/>
                      </a:cubicBezTo>
                      <a:cubicBezTo>
                        <a:pt x="1657" y="1296"/>
                        <a:pt x="2737" y="792"/>
                        <a:pt x="4321" y="792"/>
                      </a:cubicBezTo>
                      <a:cubicBezTo>
                        <a:pt x="5905" y="828"/>
                        <a:pt x="6806" y="1512"/>
                        <a:pt x="7130" y="1981"/>
                      </a:cubicBezTo>
                      <a:cubicBezTo>
                        <a:pt x="7706" y="2881"/>
                        <a:pt x="7670" y="3997"/>
                        <a:pt x="7094" y="4861"/>
                      </a:cubicBezTo>
                      <a:close/>
                      <a:moveTo>
                        <a:pt x="8786" y="1764"/>
                      </a:moveTo>
                      <a:lnTo>
                        <a:pt x="8786" y="1764"/>
                      </a:lnTo>
                      <a:cubicBezTo>
                        <a:pt x="8462" y="1728"/>
                        <a:pt x="8102" y="1764"/>
                        <a:pt x="7778" y="1873"/>
                      </a:cubicBezTo>
                      <a:cubicBezTo>
                        <a:pt x="7778" y="1873"/>
                        <a:pt x="7382" y="1008"/>
                        <a:pt x="5905" y="648"/>
                      </a:cubicBezTo>
                      <a:cubicBezTo>
                        <a:pt x="5257" y="504"/>
                        <a:pt x="4609" y="432"/>
                        <a:pt x="3961" y="432"/>
                      </a:cubicBezTo>
                      <a:cubicBezTo>
                        <a:pt x="5509" y="252"/>
                        <a:pt x="7058" y="180"/>
                        <a:pt x="8606" y="216"/>
                      </a:cubicBezTo>
                      <a:lnTo>
                        <a:pt x="9002" y="216"/>
                      </a:lnTo>
                      <a:cubicBezTo>
                        <a:pt x="10550" y="180"/>
                        <a:pt x="12099" y="252"/>
                        <a:pt x="13611" y="432"/>
                      </a:cubicBezTo>
                      <a:cubicBezTo>
                        <a:pt x="12963" y="432"/>
                        <a:pt x="12315" y="504"/>
                        <a:pt x="11667" y="648"/>
                      </a:cubicBezTo>
                      <a:cubicBezTo>
                        <a:pt x="10190" y="1008"/>
                        <a:pt x="9830" y="1873"/>
                        <a:pt x="9830" y="1873"/>
                      </a:cubicBezTo>
                      <a:cubicBezTo>
                        <a:pt x="9470" y="1764"/>
                        <a:pt x="9146" y="1728"/>
                        <a:pt x="8786" y="1764"/>
                      </a:cubicBezTo>
                      <a:close/>
                      <a:moveTo>
                        <a:pt x="15951" y="4717"/>
                      </a:moveTo>
                      <a:lnTo>
                        <a:pt x="15951" y="4717"/>
                      </a:lnTo>
                      <a:cubicBezTo>
                        <a:pt x="15483" y="5509"/>
                        <a:pt x="14799" y="6121"/>
                        <a:pt x="13359" y="6121"/>
                      </a:cubicBezTo>
                      <a:cubicBezTo>
                        <a:pt x="12243" y="6229"/>
                        <a:pt x="11162" y="5725"/>
                        <a:pt x="10478" y="4861"/>
                      </a:cubicBezTo>
                      <a:cubicBezTo>
                        <a:pt x="9902" y="3961"/>
                        <a:pt x="9902" y="2845"/>
                        <a:pt x="10442" y="1981"/>
                      </a:cubicBezTo>
                      <a:cubicBezTo>
                        <a:pt x="10766" y="1512"/>
                        <a:pt x="11667" y="828"/>
                        <a:pt x="13251" y="792"/>
                      </a:cubicBezTo>
                      <a:cubicBezTo>
                        <a:pt x="14835" y="792"/>
                        <a:pt x="15951" y="1296"/>
                        <a:pt x="16275" y="1945"/>
                      </a:cubicBezTo>
                      <a:cubicBezTo>
                        <a:pt x="16563" y="2593"/>
                        <a:pt x="16419" y="3889"/>
                        <a:pt x="15951" y="47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01"/>
                <p:cNvSpPr/>
                <p:nvPr/>
              </p:nvSpPr>
              <p:spPr>
                <a:xfrm>
                  <a:off x="6836057" y="3136476"/>
                  <a:ext cx="84841" cy="32538"/>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01"/>
                <p:cNvSpPr/>
                <p:nvPr/>
              </p:nvSpPr>
              <p:spPr>
                <a:xfrm rot="439363">
                  <a:off x="6572352" y="31364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01"/>
                <p:cNvSpPr/>
                <p:nvPr/>
              </p:nvSpPr>
              <p:spPr>
                <a:xfrm rot="-626035">
                  <a:off x="6689062" y="1954672"/>
                  <a:ext cx="172932" cy="32541"/>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6" name="Google Shape;7556;p101"/>
                <p:cNvGrpSpPr/>
                <p:nvPr/>
              </p:nvGrpSpPr>
              <p:grpSpPr>
                <a:xfrm flipH="1" rot="6429777">
                  <a:off x="7046530" y="1926569"/>
                  <a:ext cx="45923" cy="19885"/>
                  <a:chOff x="284000" y="2200125"/>
                  <a:chExt cx="36675" cy="15875"/>
                </a:xfrm>
              </p:grpSpPr>
              <p:sp>
                <p:nvSpPr>
                  <p:cNvPr id="7557" name="Google Shape;7557;p101"/>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01"/>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101"/>
                <p:cNvGrpSpPr/>
                <p:nvPr/>
              </p:nvGrpSpPr>
              <p:grpSpPr>
                <a:xfrm rot="-4370230">
                  <a:off x="6266131" y="1804291"/>
                  <a:ext cx="51665" cy="22375"/>
                  <a:chOff x="284000" y="2200125"/>
                  <a:chExt cx="36675" cy="15875"/>
                </a:xfrm>
              </p:grpSpPr>
              <p:sp>
                <p:nvSpPr>
                  <p:cNvPr id="7560" name="Google Shape;7560;p101"/>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01"/>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101"/>
                <p:cNvGrpSpPr/>
                <p:nvPr/>
              </p:nvGrpSpPr>
              <p:grpSpPr>
                <a:xfrm>
                  <a:off x="7287449" y="1453608"/>
                  <a:ext cx="107298" cy="367476"/>
                  <a:chOff x="7717000" y="1203400"/>
                  <a:chExt cx="148550" cy="497800"/>
                </a:xfrm>
              </p:grpSpPr>
              <p:sp>
                <p:nvSpPr>
                  <p:cNvPr id="7563" name="Google Shape;7563;p101"/>
                  <p:cNvSpPr/>
                  <p:nvPr/>
                </p:nvSpPr>
                <p:spPr>
                  <a:xfrm>
                    <a:off x="7722400" y="1425725"/>
                    <a:ext cx="141350" cy="275475"/>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01"/>
                  <p:cNvSpPr/>
                  <p:nvPr/>
                </p:nvSpPr>
                <p:spPr>
                  <a:xfrm>
                    <a:off x="7735900" y="1203400"/>
                    <a:ext cx="41450" cy="82825"/>
                  </a:xfrm>
                  <a:custGeom>
                    <a:rect b="b" l="l" r="r" t="t"/>
                    <a:pathLst>
                      <a:path extrusionOk="0" h="3313" w="1658">
                        <a:moveTo>
                          <a:pt x="469" y="0"/>
                        </a:moveTo>
                        <a:cubicBezTo>
                          <a:pt x="217" y="0"/>
                          <a:pt x="1" y="216"/>
                          <a:pt x="1" y="432"/>
                        </a:cubicBezTo>
                        <a:lnTo>
                          <a:pt x="37" y="2881"/>
                        </a:lnTo>
                        <a:cubicBezTo>
                          <a:pt x="37" y="3097"/>
                          <a:pt x="217" y="3313"/>
                          <a:pt x="469" y="3313"/>
                        </a:cubicBezTo>
                        <a:lnTo>
                          <a:pt x="1189" y="3313"/>
                        </a:lnTo>
                        <a:cubicBezTo>
                          <a:pt x="1441" y="3313"/>
                          <a:pt x="1657" y="3097"/>
                          <a:pt x="1657" y="2845"/>
                        </a:cubicBezTo>
                        <a:lnTo>
                          <a:pt x="1621" y="432"/>
                        </a:lnTo>
                        <a:cubicBezTo>
                          <a:pt x="1621" y="180"/>
                          <a:pt x="1441" y="0"/>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01"/>
                  <p:cNvSpPr/>
                  <p:nvPr/>
                </p:nvSpPr>
                <p:spPr>
                  <a:xfrm>
                    <a:off x="7736800" y="1287100"/>
                    <a:ext cx="41450" cy="408700"/>
                  </a:xfrm>
                  <a:custGeom>
                    <a:rect b="b" l="l" r="r" t="t"/>
                    <a:pathLst>
                      <a:path extrusionOk="0" h="16348" w="1658">
                        <a:moveTo>
                          <a:pt x="1225" y="16348"/>
                        </a:moveTo>
                        <a:lnTo>
                          <a:pt x="505" y="16348"/>
                        </a:lnTo>
                        <a:cubicBezTo>
                          <a:pt x="253" y="16348"/>
                          <a:pt x="73" y="16132"/>
                          <a:pt x="73" y="15880"/>
                        </a:cubicBezTo>
                        <a:lnTo>
                          <a:pt x="1" y="433"/>
                        </a:lnTo>
                        <a:cubicBezTo>
                          <a:pt x="1" y="181"/>
                          <a:pt x="181" y="1"/>
                          <a:pt x="433" y="1"/>
                        </a:cubicBezTo>
                        <a:lnTo>
                          <a:pt x="1153" y="1"/>
                        </a:lnTo>
                        <a:cubicBezTo>
                          <a:pt x="1405" y="1"/>
                          <a:pt x="1621" y="181"/>
                          <a:pt x="1621" y="433"/>
                        </a:cubicBezTo>
                        <a:lnTo>
                          <a:pt x="1657" y="15880"/>
                        </a:lnTo>
                        <a:cubicBezTo>
                          <a:pt x="1657" y="16132"/>
                          <a:pt x="1477" y="16312"/>
                          <a:pt x="1225" y="163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01"/>
                  <p:cNvSpPr/>
                  <p:nvPr/>
                </p:nvSpPr>
                <p:spPr>
                  <a:xfrm>
                    <a:off x="7717000" y="1379825"/>
                    <a:ext cx="148550" cy="25567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67" name="Google Shape;7567;p101"/>
              <p:cNvSpPr/>
              <p:nvPr/>
            </p:nvSpPr>
            <p:spPr>
              <a:xfrm rot="514881">
                <a:off x="5990569" y="2517899"/>
                <a:ext cx="161340" cy="62598"/>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01"/>
              <p:cNvSpPr/>
              <p:nvPr/>
            </p:nvSpPr>
            <p:spPr>
              <a:xfrm rot="2699792">
                <a:off x="6422756" y="2523097"/>
                <a:ext cx="87009" cy="52180"/>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9" name="Google Shape;7569;p101"/>
            <p:cNvSpPr/>
            <p:nvPr/>
          </p:nvSpPr>
          <p:spPr>
            <a:xfrm rot="10562100">
              <a:off x="6658205" y="3107372"/>
              <a:ext cx="498124" cy="43896"/>
            </a:xfrm>
            <a:custGeom>
              <a:rect b="b" l="l" r="r" t="t"/>
              <a:pathLst>
                <a:path extrusionOk="0" h="2765" w="20656">
                  <a:moveTo>
                    <a:pt x="119" y="0"/>
                  </a:moveTo>
                  <a:cubicBezTo>
                    <a:pt x="79" y="132"/>
                    <a:pt x="40" y="251"/>
                    <a:pt x="0" y="357"/>
                  </a:cubicBezTo>
                  <a:cubicBezTo>
                    <a:pt x="1783" y="1162"/>
                    <a:pt x="3658" y="1743"/>
                    <a:pt x="5586" y="2100"/>
                  </a:cubicBezTo>
                  <a:cubicBezTo>
                    <a:pt x="7620" y="2496"/>
                    <a:pt x="9694" y="2708"/>
                    <a:pt x="11767" y="2747"/>
                  </a:cubicBezTo>
                  <a:cubicBezTo>
                    <a:pt x="12194" y="2758"/>
                    <a:pt x="12625" y="2765"/>
                    <a:pt x="13061" y="2765"/>
                  </a:cubicBezTo>
                  <a:cubicBezTo>
                    <a:pt x="13677" y="2765"/>
                    <a:pt x="14302" y="2752"/>
                    <a:pt x="14937" y="2721"/>
                  </a:cubicBezTo>
                  <a:cubicBezTo>
                    <a:pt x="16852" y="2642"/>
                    <a:pt x="18767" y="2470"/>
                    <a:pt x="20655" y="2193"/>
                  </a:cubicBezTo>
                  <a:cubicBezTo>
                    <a:pt x="20655" y="2074"/>
                    <a:pt x="20642" y="1955"/>
                    <a:pt x="20629" y="1823"/>
                  </a:cubicBezTo>
                  <a:cubicBezTo>
                    <a:pt x="18740" y="2100"/>
                    <a:pt x="16825" y="2272"/>
                    <a:pt x="14923" y="2351"/>
                  </a:cubicBezTo>
                  <a:cubicBezTo>
                    <a:pt x="14307" y="2376"/>
                    <a:pt x="13662" y="2390"/>
                    <a:pt x="12995" y="2390"/>
                  </a:cubicBezTo>
                  <a:cubicBezTo>
                    <a:pt x="9006" y="2390"/>
                    <a:pt x="4237" y="1878"/>
                    <a:pt x="11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0" name="Google Shape;7570;p10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0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0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0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4" name="Google Shape;7574;p101"/>
          <p:cNvGrpSpPr/>
          <p:nvPr/>
        </p:nvGrpSpPr>
        <p:grpSpPr>
          <a:xfrm>
            <a:off x="6544622" y="2685722"/>
            <a:ext cx="2060943" cy="1868114"/>
            <a:chOff x="6255900" y="2561651"/>
            <a:chExt cx="2349724" cy="2129876"/>
          </a:xfrm>
        </p:grpSpPr>
        <p:sp>
          <p:nvSpPr>
            <p:cNvPr id="7575" name="Google Shape;7575;p101"/>
            <p:cNvSpPr/>
            <p:nvPr/>
          </p:nvSpPr>
          <p:spPr>
            <a:xfrm>
              <a:off x="6255900" y="4456850"/>
              <a:ext cx="2349724" cy="234677"/>
            </a:xfrm>
            <a:custGeom>
              <a:rect b="b" l="l" r="r" t="t"/>
              <a:pathLst>
                <a:path extrusionOk="0" h="7385" w="32660">
                  <a:moveTo>
                    <a:pt x="16330" y="1"/>
                  </a:moveTo>
                  <a:cubicBezTo>
                    <a:pt x="7299" y="1"/>
                    <a:pt x="1" y="1648"/>
                    <a:pt x="1" y="3693"/>
                  </a:cubicBezTo>
                  <a:cubicBezTo>
                    <a:pt x="1" y="5738"/>
                    <a:pt x="7299" y="7385"/>
                    <a:pt x="16330" y="7385"/>
                  </a:cubicBezTo>
                  <a:cubicBezTo>
                    <a:pt x="25332" y="7385"/>
                    <a:pt x="32659" y="5738"/>
                    <a:pt x="32659" y="3693"/>
                  </a:cubicBezTo>
                  <a:cubicBezTo>
                    <a:pt x="32659" y="1648"/>
                    <a:pt x="25332"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6" name="Google Shape;7576;p101"/>
            <p:cNvGrpSpPr/>
            <p:nvPr/>
          </p:nvGrpSpPr>
          <p:grpSpPr>
            <a:xfrm>
              <a:off x="6445178" y="2561651"/>
              <a:ext cx="1983776" cy="1992251"/>
              <a:chOff x="5227825" y="238125"/>
              <a:chExt cx="1504000" cy="1510425"/>
            </a:xfrm>
          </p:grpSpPr>
          <p:sp>
            <p:nvSpPr>
              <p:cNvPr id="7577" name="Google Shape;7577;p101"/>
              <p:cNvSpPr/>
              <p:nvPr/>
            </p:nvSpPr>
            <p:spPr>
              <a:xfrm>
                <a:off x="5742900" y="238125"/>
                <a:ext cx="988025" cy="924775"/>
              </a:xfrm>
              <a:custGeom>
                <a:rect b="b" l="l" r="r" t="t"/>
                <a:pathLst>
                  <a:path extrusionOk="0" h="36991" w="39521">
                    <a:moveTo>
                      <a:pt x="4143" y="0"/>
                    </a:moveTo>
                    <a:cubicBezTo>
                      <a:pt x="1870" y="0"/>
                      <a:pt x="0" y="1833"/>
                      <a:pt x="0" y="4143"/>
                    </a:cubicBezTo>
                    <a:lnTo>
                      <a:pt x="0" y="18990"/>
                    </a:lnTo>
                    <a:lnTo>
                      <a:pt x="10998" y="36990"/>
                    </a:lnTo>
                    <a:lnTo>
                      <a:pt x="13418" y="36990"/>
                    </a:lnTo>
                    <a:lnTo>
                      <a:pt x="39520" y="18990"/>
                    </a:lnTo>
                    <a:lnTo>
                      <a:pt x="39520" y="4143"/>
                    </a:lnTo>
                    <a:cubicBezTo>
                      <a:pt x="39520" y="1833"/>
                      <a:pt x="37687" y="0"/>
                      <a:pt x="354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01"/>
              <p:cNvSpPr/>
              <p:nvPr/>
            </p:nvSpPr>
            <p:spPr>
              <a:xfrm>
                <a:off x="5596250" y="238125"/>
                <a:ext cx="988025" cy="924775"/>
              </a:xfrm>
              <a:custGeom>
                <a:rect b="b" l="l" r="r" t="t"/>
                <a:pathLst>
                  <a:path extrusionOk="0" h="36991" w="39521">
                    <a:moveTo>
                      <a:pt x="4107" y="0"/>
                    </a:moveTo>
                    <a:cubicBezTo>
                      <a:pt x="1834" y="0"/>
                      <a:pt x="1" y="1833"/>
                      <a:pt x="1" y="4143"/>
                    </a:cubicBezTo>
                    <a:lnTo>
                      <a:pt x="1" y="18990"/>
                    </a:lnTo>
                    <a:lnTo>
                      <a:pt x="10999" y="36990"/>
                    </a:lnTo>
                    <a:lnTo>
                      <a:pt x="26469" y="36990"/>
                    </a:lnTo>
                    <a:lnTo>
                      <a:pt x="39520" y="18990"/>
                    </a:lnTo>
                    <a:lnTo>
                      <a:pt x="39520" y="4143"/>
                    </a:lnTo>
                    <a:cubicBezTo>
                      <a:pt x="39520" y="1833"/>
                      <a:pt x="37651" y="0"/>
                      <a:pt x="35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01"/>
              <p:cNvSpPr/>
              <p:nvPr/>
            </p:nvSpPr>
            <p:spPr>
              <a:xfrm>
                <a:off x="6215825" y="712875"/>
                <a:ext cx="516000" cy="1003575"/>
              </a:xfrm>
              <a:custGeom>
                <a:rect b="b" l="l" r="r" t="t"/>
                <a:pathLst>
                  <a:path extrusionOk="0" h="40143" w="20640">
                    <a:moveTo>
                      <a:pt x="0" y="0"/>
                    </a:moveTo>
                    <a:lnTo>
                      <a:pt x="1063" y="40143"/>
                    </a:lnTo>
                    <a:lnTo>
                      <a:pt x="19247" y="40143"/>
                    </a:lnTo>
                    <a:cubicBezTo>
                      <a:pt x="20017" y="40143"/>
                      <a:pt x="20640" y="39520"/>
                      <a:pt x="20640" y="38750"/>
                    </a:cubicBezTo>
                    <a:lnTo>
                      <a:pt x="2064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01"/>
              <p:cNvSpPr/>
              <p:nvPr/>
            </p:nvSpPr>
            <p:spPr>
              <a:xfrm>
                <a:off x="5365300" y="712875"/>
                <a:ext cx="515100" cy="1003575"/>
              </a:xfrm>
              <a:custGeom>
                <a:rect b="b" l="l" r="r" t="t"/>
                <a:pathLst>
                  <a:path extrusionOk="0" h="40143" w="20604">
                    <a:moveTo>
                      <a:pt x="0" y="0"/>
                    </a:moveTo>
                    <a:lnTo>
                      <a:pt x="5499" y="18000"/>
                    </a:lnTo>
                    <a:lnTo>
                      <a:pt x="9605" y="18000"/>
                    </a:lnTo>
                    <a:lnTo>
                      <a:pt x="9605" y="40143"/>
                    </a:lnTo>
                    <a:lnTo>
                      <a:pt x="20603" y="40143"/>
                    </a:lnTo>
                    <a:lnTo>
                      <a:pt x="20603" y="5499"/>
                    </a:lnTo>
                    <a:cubicBezTo>
                      <a:pt x="20603" y="2456"/>
                      <a:pt x="18147" y="0"/>
                      <a:pt x="151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01"/>
              <p:cNvSpPr/>
              <p:nvPr/>
            </p:nvSpPr>
            <p:spPr>
              <a:xfrm>
                <a:off x="6078350" y="712875"/>
                <a:ext cx="274975" cy="1003575"/>
              </a:xfrm>
              <a:custGeom>
                <a:rect b="b" l="l" r="r" t="t"/>
                <a:pathLst>
                  <a:path extrusionOk="0" h="40143" w="10999">
                    <a:moveTo>
                      <a:pt x="5499" y="0"/>
                    </a:moveTo>
                    <a:cubicBezTo>
                      <a:pt x="2456" y="0"/>
                      <a:pt x="0" y="2456"/>
                      <a:pt x="0" y="5499"/>
                    </a:cubicBezTo>
                    <a:lnTo>
                      <a:pt x="0" y="40143"/>
                    </a:lnTo>
                    <a:lnTo>
                      <a:pt x="10998" y="40143"/>
                    </a:lnTo>
                    <a:lnTo>
                      <a:pt x="10998" y="5499"/>
                    </a:lnTo>
                    <a:cubicBezTo>
                      <a:pt x="10998" y="2456"/>
                      <a:pt x="8542" y="0"/>
                      <a:pt x="5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01"/>
              <p:cNvSpPr/>
              <p:nvPr/>
            </p:nvSpPr>
            <p:spPr>
              <a:xfrm>
                <a:off x="5502775" y="1162875"/>
                <a:ext cx="575600" cy="552675"/>
              </a:xfrm>
              <a:custGeom>
                <a:rect b="b" l="l" r="r" t="t"/>
                <a:pathLst>
                  <a:path extrusionOk="0" h="22107" w="23024">
                    <a:moveTo>
                      <a:pt x="0" y="0"/>
                    </a:moveTo>
                    <a:lnTo>
                      <a:pt x="0" y="22106"/>
                    </a:lnTo>
                    <a:lnTo>
                      <a:pt x="23023" y="22106"/>
                    </a:lnTo>
                    <a:lnTo>
                      <a:pt x="230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01"/>
              <p:cNvSpPr/>
              <p:nvPr/>
            </p:nvSpPr>
            <p:spPr>
              <a:xfrm>
                <a:off x="5502775" y="1130739"/>
                <a:ext cx="575600" cy="253942"/>
              </a:xfrm>
              <a:custGeom>
                <a:rect b="b" l="l" r="r" t="t"/>
                <a:pathLst>
                  <a:path extrusionOk="0" h="9349" w="23024">
                    <a:moveTo>
                      <a:pt x="1357" y="1"/>
                    </a:moveTo>
                    <a:cubicBezTo>
                      <a:pt x="587" y="1"/>
                      <a:pt x="0" y="624"/>
                      <a:pt x="0" y="1394"/>
                    </a:cubicBezTo>
                    <a:lnTo>
                      <a:pt x="0" y="7956"/>
                    </a:lnTo>
                    <a:cubicBezTo>
                      <a:pt x="0" y="8726"/>
                      <a:pt x="587" y="9349"/>
                      <a:pt x="1357" y="9349"/>
                    </a:cubicBezTo>
                    <a:lnTo>
                      <a:pt x="21667" y="9349"/>
                    </a:lnTo>
                    <a:cubicBezTo>
                      <a:pt x="22436" y="9349"/>
                      <a:pt x="23023" y="8726"/>
                      <a:pt x="23023" y="7956"/>
                    </a:cubicBezTo>
                    <a:lnTo>
                      <a:pt x="23023" y="1394"/>
                    </a:lnTo>
                    <a:cubicBezTo>
                      <a:pt x="23023" y="624"/>
                      <a:pt x="22436" y="1"/>
                      <a:pt x="216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01"/>
              <p:cNvSpPr/>
              <p:nvPr/>
            </p:nvSpPr>
            <p:spPr>
              <a:xfrm>
                <a:off x="5227825" y="712875"/>
                <a:ext cx="274975" cy="1003575"/>
              </a:xfrm>
              <a:custGeom>
                <a:rect b="b" l="l" r="r" t="t"/>
                <a:pathLst>
                  <a:path extrusionOk="0" h="40143" w="10999">
                    <a:moveTo>
                      <a:pt x="5499" y="0"/>
                    </a:moveTo>
                    <a:cubicBezTo>
                      <a:pt x="2457" y="0"/>
                      <a:pt x="0" y="2456"/>
                      <a:pt x="0" y="5499"/>
                    </a:cubicBezTo>
                    <a:lnTo>
                      <a:pt x="0" y="38750"/>
                    </a:lnTo>
                    <a:cubicBezTo>
                      <a:pt x="0" y="39520"/>
                      <a:pt x="624" y="40143"/>
                      <a:pt x="1357" y="40143"/>
                    </a:cubicBezTo>
                    <a:lnTo>
                      <a:pt x="10998" y="40143"/>
                    </a:lnTo>
                    <a:lnTo>
                      <a:pt x="10998" y="5499"/>
                    </a:lnTo>
                    <a:cubicBezTo>
                      <a:pt x="10998" y="2456"/>
                      <a:pt x="8542" y="0"/>
                      <a:pt x="5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01"/>
              <p:cNvSpPr/>
              <p:nvPr/>
            </p:nvSpPr>
            <p:spPr>
              <a:xfrm>
                <a:off x="5365300" y="1716425"/>
                <a:ext cx="137500" cy="32125"/>
              </a:xfrm>
              <a:custGeom>
                <a:rect b="b" l="l" r="r" t="t"/>
                <a:pathLst>
                  <a:path extrusionOk="0" h="1285" w="5500">
                    <a:moveTo>
                      <a:pt x="0" y="1"/>
                    </a:moveTo>
                    <a:lnTo>
                      <a:pt x="0" y="1284"/>
                    </a:lnTo>
                    <a:lnTo>
                      <a:pt x="5499" y="1284"/>
                    </a:lnTo>
                    <a:lnTo>
                      <a:pt x="54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01"/>
              <p:cNvSpPr/>
              <p:nvPr/>
            </p:nvSpPr>
            <p:spPr>
              <a:xfrm>
                <a:off x="6215825" y="1716425"/>
                <a:ext cx="137500" cy="32125"/>
              </a:xfrm>
              <a:custGeom>
                <a:rect b="b" l="l" r="r" t="t"/>
                <a:pathLst>
                  <a:path extrusionOk="0" h="1285" w="5500">
                    <a:moveTo>
                      <a:pt x="0" y="1"/>
                    </a:moveTo>
                    <a:lnTo>
                      <a:pt x="0" y="1284"/>
                    </a:lnTo>
                    <a:lnTo>
                      <a:pt x="5499" y="1284"/>
                    </a:lnTo>
                    <a:lnTo>
                      <a:pt x="54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01"/>
              <p:cNvSpPr/>
              <p:nvPr/>
            </p:nvSpPr>
            <p:spPr>
              <a:xfrm>
                <a:off x="5638425" y="1716425"/>
                <a:ext cx="136575" cy="32125"/>
              </a:xfrm>
              <a:custGeom>
                <a:rect b="b" l="l" r="r" t="t"/>
                <a:pathLst>
                  <a:path extrusionOk="0" h="1285" w="5463">
                    <a:moveTo>
                      <a:pt x="0" y="1"/>
                    </a:moveTo>
                    <a:lnTo>
                      <a:pt x="0" y="1284"/>
                    </a:lnTo>
                    <a:lnTo>
                      <a:pt x="5462" y="1284"/>
                    </a:lnTo>
                    <a:lnTo>
                      <a:pt x="546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01"/>
              <p:cNvSpPr/>
              <p:nvPr/>
            </p:nvSpPr>
            <p:spPr>
              <a:xfrm>
                <a:off x="6488925" y="1716425"/>
                <a:ext cx="136600" cy="32125"/>
              </a:xfrm>
              <a:custGeom>
                <a:rect b="b" l="l" r="r" t="t"/>
                <a:pathLst>
                  <a:path extrusionOk="0" h="1285" w="5464">
                    <a:moveTo>
                      <a:pt x="1" y="1"/>
                    </a:moveTo>
                    <a:lnTo>
                      <a:pt x="1" y="1284"/>
                    </a:lnTo>
                    <a:lnTo>
                      <a:pt x="5463" y="1284"/>
                    </a:lnTo>
                    <a:lnTo>
                      <a:pt x="54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9" name="Google Shape;7589;p101"/>
          <p:cNvGrpSpPr/>
          <p:nvPr/>
        </p:nvGrpSpPr>
        <p:grpSpPr>
          <a:xfrm>
            <a:off x="7010819" y="1185022"/>
            <a:ext cx="1418029" cy="537582"/>
            <a:chOff x="6526100" y="2651025"/>
            <a:chExt cx="959100" cy="363600"/>
          </a:xfrm>
        </p:grpSpPr>
        <p:sp>
          <p:nvSpPr>
            <p:cNvPr id="7590" name="Google Shape;7590;p101"/>
            <p:cNvSpPr/>
            <p:nvPr/>
          </p:nvSpPr>
          <p:spPr>
            <a:xfrm>
              <a:off x="7127325" y="2803150"/>
              <a:ext cx="191600" cy="162075"/>
            </a:xfrm>
            <a:custGeom>
              <a:rect b="b" l="l" r="r" t="t"/>
              <a:pathLst>
                <a:path extrusionOk="0" h="6483" w="7664">
                  <a:moveTo>
                    <a:pt x="3832" y="0"/>
                  </a:moveTo>
                  <a:cubicBezTo>
                    <a:pt x="1712" y="0"/>
                    <a:pt x="1" y="1325"/>
                    <a:pt x="25" y="3350"/>
                  </a:cubicBezTo>
                  <a:cubicBezTo>
                    <a:pt x="25" y="4651"/>
                    <a:pt x="748" y="5856"/>
                    <a:pt x="1881" y="6482"/>
                  </a:cubicBezTo>
                  <a:lnTo>
                    <a:pt x="5857" y="6482"/>
                  </a:lnTo>
                  <a:cubicBezTo>
                    <a:pt x="6965" y="5832"/>
                    <a:pt x="7664" y="4627"/>
                    <a:pt x="7664" y="3350"/>
                  </a:cubicBezTo>
                  <a:cubicBezTo>
                    <a:pt x="7664" y="1301"/>
                    <a:pt x="5953" y="0"/>
                    <a:pt x="3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01"/>
            <p:cNvSpPr/>
            <p:nvPr/>
          </p:nvSpPr>
          <p:spPr>
            <a:xfrm>
              <a:off x="6526100" y="2963375"/>
              <a:ext cx="959100" cy="51250"/>
            </a:xfrm>
            <a:custGeom>
              <a:rect b="b" l="l" r="r" t="t"/>
              <a:pathLst>
                <a:path extrusionOk="0" h="2050" w="38364">
                  <a:moveTo>
                    <a:pt x="38340" y="1"/>
                  </a:moveTo>
                  <a:lnTo>
                    <a:pt x="0" y="97"/>
                  </a:lnTo>
                  <a:lnTo>
                    <a:pt x="0" y="2049"/>
                  </a:lnTo>
                  <a:lnTo>
                    <a:pt x="38364" y="1953"/>
                  </a:lnTo>
                  <a:lnTo>
                    <a:pt x="38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01"/>
            <p:cNvSpPr/>
            <p:nvPr/>
          </p:nvSpPr>
          <p:spPr>
            <a:xfrm>
              <a:off x="6686354" y="2651333"/>
              <a:ext cx="62675" cy="313888"/>
            </a:xfrm>
            <a:custGeom>
              <a:rect b="b" l="l" r="r" t="t"/>
              <a:pathLst>
                <a:path extrusionOk="0" h="12508" w="2507">
                  <a:moveTo>
                    <a:pt x="362" y="1"/>
                  </a:moveTo>
                  <a:cubicBezTo>
                    <a:pt x="169" y="1"/>
                    <a:pt x="0" y="169"/>
                    <a:pt x="0" y="386"/>
                  </a:cubicBezTo>
                  <a:lnTo>
                    <a:pt x="25" y="12122"/>
                  </a:lnTo>
                  <a:cubicBezTo>
                    <a:pt x="25" y="12338"/>
                    <a:pt x="193" y="12507"/>
                    <a:pt x="410" y="12507"/>
                  </a:cubicBezTo>
                  <a:lnTo>
                    <a:pt x="2121" y="12507"/>
                  </a:lnTo>
                  <a:cubicBezTo>
                    <a:pt x="2338" y="12507"/>
                    <a:pt x="2507" y="12338"/>
                    <a:pt x="2507" y="12122"/>
                  </a:cubicBezTo>
                  <a:lnTo>
                    <a:pt x="2482" y="386"/>
                  </a:lnTo>
                  <a:cubicBezTo>
                    <a:pt x="2482" y="169"/>
                    <a:pt x="2314" y="1"/>
                    <a:pt x="2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01"/>
            <p:cNvSpPr/>
            <p:nvPr/>
          </p:nvSpPr>
          <p:spPr>
            <a:xfrm>
              <a:off x="6758033" y="2651025"/>
              <a:ext cx="62075" cy="314201"/>
            </a:xfrm>
            <a:custGeom>
              <a:rect b="b" l="l" r="r" t="t"/>
              <a:pathLst>
                <a:path extrusionOk="0" h="12508" w="2483">
                  <a:moveTo>
                    <a:pt x="386" y="1"/>
                  </a:moveTo>
                  <a:cubicBezTo>
                    <a:pt x="170" y="1"/>
                    <a:pt x="1" y="169"/>
                    <a:pt x="1" y="362"/>
                  </a:cubicBezTo>
                  <a:lnTo>
                    <a:pt x="1" y="12122"/>
                  </a:lnTo>
                  <a:cubicBezTo>
                    <a:pt x="1" y="12338"/>
                    <a:pt x="170" y="12507"/>
                    <a:pt x="386" y="12507"/>
                  </a:cubicBezTo>
                  <a:lnTo>
                    <a:pt x="2122" y="12507"/>
                  </a:lnTo>
                  <a:cubicBezTo>
                    <a:pt x="2314" y="12507"/>
                    <a:pt x="2483" y="12338"/>
                    <a:pt x="2483" y="12122"/>
                  </a:cubicBezTo>
                  <a:lnTo>
                    <a:pt x="2483" y="362"/>
                  </a:lnTo>
                  <a:cubicBezTo>
                    <a:pt x="2483" y="169"/>
                    <a:pt x="2314" y="1"/>
                    <a:pt x="21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01"/>
            <p:cNvSpPr/>
            <p:nvPr/>
          </p:nvSpPr>
          <p:spPr>
            <a:xfrm>
              <a:off x="6826943" y="2668325"/>
              <a:ext cx="195225" cy="296900"/>
            </a:xfrm>
            <a:custGeom>
              <a:rect b="b" l="l" r="r" t="t"/>
              <a:pathLst>
                <a:path extrusionOk="0" h="11876" w="7809">
                  <a:moveTo>
                    <a:pt x="1938" y="1"/>
                  </a:moveTo>
                  <a:cubicBezTo>
                    <a:pt x="1877" y="1"/>
                    <a:pt x="1816" y="17"/>
                    <a:pt x="1760" y="49"/>
                  </a:cubicBezTo>
                  <a:lnTo>
                    <a:pt x="217" y="1013"/>
                  </a:lnTo>
                  <a:cubicBezTo>
                    <a:pt x="49" y="1133"/>
                    <a:pt x="1" y="1350"/>
                    <a:pt x="97" y="1519"/>
                  </a:cubicBezTo>
                  <a:lnTo>
                    <a:pt x="5567" y="11688"/>
                  </a:lnTo>
                  <a:cubicBezTo>
                    <a:pt x="5617" y="11805"/>
                    <a:pt x="5737" y="11876"/>
                    <a:pt x="5862" y="11876"/>
                  </a:cubicBezTo>
                  <a:cubicBezTo>
                    <a:pt x="5917" y="11876"/>
                    <a:pt x="5973" y="11862"/>
                    <a:pt x="6025" y="11833"/>
                  </a:cubicBezTo>
                  <a:lnTo>
                    <a:pt x="7567" y="10869"/>
                  </a:lnTo>
                  <a:cubicBezTo>
                    <a:pt x="7736" y="10748"/>
                    <a:pt x="7808" y="10531"/>
                    <a:pt x="7712" y="10339"/>
                  </a:cubicBezTo>
                  <a:lnTo>
                    <a:pt x="2242" y="194"/>
                  </a:lnTo>
                  <a:cubicBezTo>
                    <a:pt x="2177" y="65"/>
                    <a:pt x="2060" y="1"/>
                    <a:pt x="1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01"/>
            <p:cNvSpPr/>
            <p:nvPr/>
          </p:nvSpPr>
          <p:spPr>
            <a:xfrm>
              <a:off x="6914906" y="2668273"/>
              <a:ext cx="195225" cy="297000"/>
            </a:xfrm>
            <a:custGeom>
              <a:rect b="b" l="l" r="r" t="t"/>
              <a:pathLst>
                <a:path extrusionOk="0" h="11880" w="7809">
                  <a:moveTo>
                    <a:pt x="1943" y="0"/>
                  </a:moveTo>
                  <a:cubicBezTo>
                    <a:pt x="1881" y="0"/>
                    <a:pt x="1817" y="19"/>
                    <a:pt x="1760" y="60"/>
                  </a:cubicBezTo>
                  <a:lnTo>
                    <a:pt x="217" y="1024"/>
                  </a:lnTo>
                  <a:cubicBezTo>
                    <a:pt x="49" y="1120"/>
                    <a:pt x="1" y="1361"/>
                    <a:pt x="97" y="1530"/>
                  </a:cubicBezTo>
                  <a:lnTo>
                    <a:pt x="5543" y="11699"/>
                  </a:lnTo>
                  <a:cubicBezTo>
                    <a:pt x="5606" y="11810"/>
                    <a:pt x="5722" y="11879"/>
                    <a:pt x="5842" y="11879"/>
                  </a:cubicBezTo>
                  <a:cubicBezTo>
                    <a:pt x="5904" y="11879"/>
                    <a:pt x="5967" y="11861"/>
                    <a:pt x="6025" y="11820"/>
                  </a:cubicBezTo>
                  <a:lnTo>
                    <a:pt x="7567" y="10856"/>
                  </a:lnTo>
                  <a:cubicBezTo>
                    <a:pt x="7736" y="10759"/>
                    <a:pt x="7808" y="10518"/>
                    <a:pt x="7712" y="10350"/>
                  </a:cubicBezTo>
                  <a:lnTo>
                    <a:pt x="2242" y="180"/>
                  </a:lnTo>
                  <a:cubicBezTo>
                    <a:pt x="2178" y="69"/>
                    <a:pt x="2062" y="0"/>
                    <a:pt x="19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101"/>
          <p:cNvGrpSpPr/>
          <p:nvPr/>
        </p:nvGrpSpPr>
        <p:grpSpPr>
          <a:xfrm>
            <a:off x="-224542" y="3440947"/>
            <a:ext cx="1694780" cy="1702546"/>
            <a:chOff x="2324025" y="922550"/>
            <a:chExt cx="2073125" cy="2082625"/>
          </a:xfrm>
        </p:grpSpPr>
        <p:sp>
          <p:nvSpPr>
            <p:cNvPr id="7597" name="Google Shape;7597;p101"/>
            <p:cNvSpPr/>
            <p:nvPr/>
          </p:nvSpPr>
          <p:spPr>
            <a:xfrm>
              <a:off x="2960850" y="2738900"/>
              <a:ext cx="953525" cy="266275"/>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01"/>
            <p:cNvSpPr/>
            <p:nvPr/>
          </p:nvSpPr>
          <p:spPr>
            <a:xfrm>
              <a:off x="2972925" y="2191525"/>
              <a:ext cx="913775" cy="717000"/>
            </a:xfrm>
            <a:custGeom>
              <a:rect b="b" l="l" r="r" t="t"/>
              <a:pathLst>
                <a:path extrusionOk="0" h="28680" w="36551">
                  <a:moveTo>
                    <a:pt x="36550" y="0"/>
                  </a:moveTo>
                  <a:cubicBezTo>
                    <a:pt x="35301" y="1222"/>
                    <a:pt x="28116" y="2159"/>
                    <a:pt x="19255" y="2244"/>
                  </a:cubicBezTo>
                  <a:lnTo>
                    <a:pt x="18261" y="2244"/>
                  </a:lnTo>
                  <a:cubicBezTo>
                    <a:pt x="9032" y="2244"/>
                    <a:pt x="1392" y="1278"/>
                    <a:pt x="1" y="29"/>
                  </a:cubicBezTo>
                  <a:lnTo>
                    <a:pt x="1" y="29"/>
                  </a:lnTo>
                  <a:cubicBezTo>
                    <a:pt x="1" y="86"/>
                    <a:pt x="1" y="171"/>
                    <a:pt x="29" y="228"/>
                  </a:cubicBezTo>
                  <a:cubicBezTo>
                    <a:pt x="171" y="796"/>
                    <a:pt x="256" y="1335"/>
                    <a:pt x="398" y="1903"/>
                  </a:cubicBezTo>
                  <a:cubicBezTo>
                    <a:pt x="1250" y="5226"/>
                    <a:pt x="2074" y="8577"/>
                    <a:pt x="2926" y="11899"/>
                  </a:cubicBezTo>
                  <a:cubicBezTo>
                    <a:pt x="3863" y="15563"/>
                    <a:pt x="4828" y="19226"/>
                    <a:pt x="5794" y="22861"/>
                  </a:cubicBezTo>
                  <a:cubicBezTo>
                    <a:pt x="6021" y="23685"/>
                    <a:pt x="6163" y="24537"/>
                    <a:pt x="6476" y="25361"/>
                  </a:cubicBezTo>
                  <a:cubicBezTo>
                    <a:pt x="6561" y="25645"/>
                    <a:pt x="6760" y="25900"/>
                    <a:pt x="7015" y="26071"/>
                  </a:cubicBezTo>
                  <a:cubicBezTo>
                    <a:pt x="7583" y="26411"/>
                    <a:pt x="8180" y="26667"/>
                    <a:pt x="8833" y="26809"/>
                  </a:cubicBezTo>
                  <a:cubicBezTo>
                    <a:pt x="8956" y="26933"/>
                    <a:pt x="9145" y="27013"/>
                    <a:pt x="9341" y="27013"/>
                  </a:cubicBezTo>
                  <a:cubicBezTo>
                    <a:pt x="9370" y="27013"/>
                    <a:pt x="9400" y="27011"/>
                    <a:pt x="9429" y="27008"/>
                  </a:cubicBezTo>
                  <a:cubicBezTo>
                    <a:pt x="10309" y="27348"/>
                    <a:pt x="11247" y="27604"/>
                    <a:pt x="12212" y="27718"/>
                  </a:cubicBezTo>
                  <a:cubicBezTo>
                    <a:pt x="12328" y="27814"/>
                    <a:pt x="12470" y="27871"/>
                    <a:pt x="12611" y="27871"/>
                  </a:cubicBezTo>
                  <a:cubicBezTo>
                    <a:pt x="12678" y="27871"/>
                    <a:pt x="12745" y="27859"/>
                    <a:pt x="12809" y="27831"/>
                  </a:cubicBezTo>
                  <a:cubicBezTo>
                    <a:pt x="13803" y="28172"/>
                    <a:pt x="14825" y="28371"/>
                    <a:pt x="15876" y="28371"/>
                  </a:cubicBezTo>
                  <a:cubicBezTo>
                    <a:pt x="15972" y="28467"/>
                    <a:pt x="16108" y="28524"/>
                    <a:pt x="16247" y="28524"/>
                  </a:cubicBezTo>
                  <a:cubicBezTo>
                    <a:pt x="16313" y="28524"/>
                    <a:pt x="16380" y="28512"/>
                    <a:pt x="16444" y="28484"/>
                  </a:cubicBezTo>
                  <a:cubicBezTo>
                    <a:pt x="17019" y="28548"/>
                    <a:pt x="17594" y="28580"/>
                    <a:pt x="18169" y="28580"/>
                  </a:cubicBezTo>
                  <a:cubicBezTo>
                    <a:pt x="18361" y="28580"/>
                    <a:pt x="18552" y="28577"/>
                    <a:pt x="18744" y="28570"/>
                  </a:cubicBezTo>
                  <a:cubicBezTo>
                    <a:pt x="18834" y="28645"/>
                    <a:pt x="18948" y="28680"/>
                    <a:pt x="19064" y="28680"/>
                  </a:cubicBezTo>
                  <a:cubicBezTo>
                    <a:pt x="19168" y="28680"/>
                    <a:pt x="19275" y="28652"/>
                    <a:pt x="19369" y="28598"/>
                  </a:cubicBezTo>
                  <a:cubicBezTo>
                    <a:pt x="19568" y="28626"/>
                    <a:pt x="19738" y="28655"/>
                    <a:pt x="19937" y="28655"/>
                  </a:cubicBezTo>
                  <a:cubicBezTo>
                    <a:pt x="20083" y="28660"/>
                    <a:pt x="20228" y="28662"/>
                    <a:pt x="20373" y="28662"/>
                  </a:cubicBezTo>
                  <a:cubicBezTo>
                    <a:pt x="21072" y="28662"/>
                    <a:pt x="21758" y="28607"/>
                    <a:pt x="22464" y="28513"/>
                  </a:cubicBezTo>
                  <a:cubicBezTo>
                    <a:pt x="22529" y="28535"/>
                    <a:pt x="22599" y="28544"/>
                    <a:pt x="22669" y="28544"/>
                  </a:cubicBezTo>
                  <a:cubicBezTo>
                    <a:pt x="22782" y="28544"/>
                    <a:pt x="22898" y="28520"/>
                    <a:pt x="23004" y="28484"/>
                  </a:cubicBezTo>
                  <a:cubicBezTo>
                    <a:pt x="23515" y="28428"/>
                    <a:pt x="24026" y="28399"/>
                    <a:pt x="24509" y="28314"/>
                  </a:cubicBezTo>
                  <a:cubicBezTo>
                    <a:pt x="24935" y="28286"/>
                    <a:pt x="25333" y="28172"/>
                    <a:pt x="25730" y="28002"/>
                  </a:cubicBezTo>
                  <a:cubicBezTo>
                    <a:pt x="25773" y="28014"/>
                    <a:pt x="25815" y="28019"/>
                    <a:pt x="25857" y="28019"/>
                  </a:cubicBezTo>
                  <a:cubicBezTo>
                    <a:pt x="26011" y="28019"/>
                    <a:pt x="26158" y="27943"/>
                    <a:pt x="26270" y="27831"/>
                  </a:cubicBezTo>
                  <a:cubicBezTo>
                    <a:pt x="26980" y="27746"/>
                    <a:pt x="27633" y="27547"/>
                    <a:pt x="28229" y="27178"/>
                  </a:cubicBezTo>
                  <a:cubicBezTo>
                    <a:pt x="28258" y="27182"/>
                    <a:pt x="28287" y="27183"/>
                    <a:pt x="28316" y="27183"/>
                  </a:cubicBezTo>
                  <a:cubicBezTo>
                    <a:pt x="28513" y="27183"/>
                    <a:pt x="28702" y="27100"/>
                    <a:pt x="28826" y="26951"/>
                  </a:cubicBezTo>
                  <a:cubicBezTo>
                    <a:pt x="29621" y="26667"/>
                    <a:pt x="30388" y="26241"/>
                    <a:pt x="31012" y="25673"/>
                  </a:cubicBezTo>
                  <a:cubicBezTo>
                    <a:pt x="31325" y="25389"/>
                    <a:pt x="31552" y="24991"/>
                    <a:pt x="31609" y="24565"/>
                  </a:cubicBezTo>
                  <a:cubicBezTo>
                    <a:pt x="31978" y="22663"/>
                    <a:pt x="32375" y="20760"/>
                    <a:pt x="32773" y="18857"/>
                  </a:cubicBezTo>
                  <a:cubicBezTo>
                    <a:pt x="33227" y="16756"/>
                    <a:pt x="33653" y="14654"/>
                    <a:pt x="34108" y="12553"/>
                  </a:cubicBezTo>
                  <a:cubicBezTo>
                    <a:pt x="34704" y="9656"/>
                    <a:pt x="35329" y="6788"/>
                    <a:pt x="35925" y="3891"/>
                  </a:cubicBezTo>
                  <a:cubicBezTo>
                    <a:pt x="36124" y="2954"/>
                    <a:pt x="36323" y="1988"/>
                    <a:pt x="36493" y="1023"/>
                  </a:cubicBezTo>
                  <a:cubicBezTo>
                    <a:pt x="36522" y="682"/>
                    <a:pt x="36550" y="341"/>
                    <a:pt x="36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01"/>
            <p:cNvSpPr/>
            <p:nvPr/>
          </p:nvSpPr>
          <p:spPr>
            <a:xfrm>
              <a:off x="3052450" y="2508875"/>
              <a:ext cx="772475" cy="399850"/>
            </a:xfrm>
            <a:custGeom>
              <a:rect b="b" l="l" r="r" t="t"/>
              <a:pathLst>
                <a:path extrusionOk="0" h="15994" w="30899">
                  <a:moveTo>
                    <a:pt x="30898" y="1"/>
                  </a:moveTo>
                  <a:cubicBezTo>
                    <a:pt x="29961" y="995"/>
                    <a:pt x="24736" y="3721"/>
                    <a:pt x="15109" y="3721"/>
                  </a:cubicBezTo>
                  <a:cubicBezTo>
                    <a:pt x="6646" y="3721"/>
                    <a:pt x="796" y="881"/>
                    <a:pt x="0" y="171"/>
                  </a:cubicBezTo>
                  <a:lnTo>
                    <a:pt x="0" y="171"/>
                  </a:lnTo>
                  <a:cubicBezTo>
                    <a:pt x="852" y="3494"/>
                    <a:pt x="1733" y="6845"/>
                    <a:pt x="2613" y="10196"/>
                  </a:cubicBezTo>
                  <a:cubicBezTo>
                    <a:pt x="2840" y="11019"/>
                    <a:pt x="2982" y="11871"/>
                    <a:pt x="3295" y="12667"/>
                  </a:cubicBezTo>
                  <a:cubicBezTo>
                    <a:pt x="3380" y="12951"/>
                    <a:pt x="3579" y="13206"/>
                    <a:pt x="3834" y="13377"/>
                  </a:cubicBezTo>
                  <a:cubicBezTo>
                    <a:pt x="4402" y="13746"/>
                    <a:pt x="4999" y="14001"/>
                    <a:pt x="5652" y="14115"/>
                  </a:cubicBezTo>
                  <a:cubicBezTo>
                    <a:pt x="5771" y="14258"/>
                    <a:pt x="5949" y="14321"/>
                    <a:pt x="6138" y="14321"/>
                  </a:cubicBezTo>
                  <a:cubicBezTo>
                    <a:pt x="6174" y="14321"/>
                    <a:pt x="6211" y="14318"/>
                    <a:pt x="6248" y="14314"/>
                  </a:cubicBezTo>
                  <a:cubicBezTo>
                    <a:pt x="7128" y="14683"/>
                    <a:pt x="8066" y="14910"/>
                    <a:pt x="9031" y="15024"/>
                  </a:cubicBezTo>
                  <a:cubicBezTo>
                    <a:pt x="9150" y="15142"/>
                    <a:pt x="9296" y="15192"/>
                    <a:pt x="9442" y="15192"/>
                  </a:cubicBezTo>
                  <a:cubicBezTo>
                    <a:pt x="9505" y="15192"/>
                    <a:pt x="9567" y="15183"/>
                    <a:pt x="9628" y="15166"/>
                  </a:cubicBezTo>
                  <a:cubicBezTo>
                    <a:pt x="10622" y="15506"/>
                    <a:pt x="11644" y="15677"/>
                    <a:pt x="12695" y="15705"/>
                  </a:cubicBezTo>
                  <a:cubicBezTo>
                    <a:pt x="13110" y="15788"/>
                    <a:pt x="13100" y="15841"/>
                    <a:pt x="13154" y="15841"/>
                  </a:cubicBezTo>
                  <a:cubicBezTo>
                    <a:pt x="13174" y="15841"/>
                    <a:pt x="13202" y="15834"/>
                    <a:pt x="13263" y="15819"/>
                  </a:cubicBezTo>
                  <a:cubicBezTo>
                    <a:pt x="13838" y="15883"/>
                    <a:pt x="14413" y="15915"/>
                    <a:pt x="14988" y="15915"/>
                  </a:cubicBezTo>
                  <a:cubicBezTo>
                    <a:pt x="15180" y="15915"/>
                    <a:pt x="15371" y="15911"/>
                    <a:pt x="15563" y="15904"/>
                  </a:cubicBezTo>
                  <a:cubicBezTo>
                    <a:pt x="15654" y="15965"/>
                    <a:pt x="15770" y="15993"/>
                    <a:pt x="15888" y="15993"/>
                  </a:cubicBezTo>
                  <a:cubicBezTo>
                    <a:pt x="15991" y="15993"/>
                    <a:pt x="16095" y="15972"/>
                    <a:pt x="16188" y="15932"/>
                  </a:cubicBezTo>
                  <a:cubicBezTo>
                    <a:pt x="16387" y="15932"/>
                    <a:pt x="16557" y="15989"/>
                    <a:pt x="16756" y="15989"/>
                  </a:cubicBezTo>
                  <a:cubicBezTo>
                    <a:pt x="17608" y="15989"/>
                    <a:pt x="18431" y="15932"/>
                    <a:pt x="19283" y="15819"/>
                  </a:cubicBezTo>
                  <a:cubicBezTo>
                    <a:pt x="19360" y="15844"/>
                    <a:pt x="19442" y="15858"/>
                    <a:pt x="19525" y="15858"/>
                  </a:cubicBezTo>
                  <a:cubicBezTo>
                    <a:pt x="19627" y="15858"/>
                    <a:pt x="19729" y="15837"/>
                    <a:pt x="19823" y="15790"/>
                  </a:cubicBezTo>
                  <a:cubicBezTo>
                    <a:pt x="20334" y="15734"/>
                    <a:pt x="20845" y="15705"/>
                    <a:pt x="21328" y="15648"/>
                  </a:cubicBezTo>
                  <a:cubicBezTo>
                    <a:pt x="21754" y="15592"/>
                    <a:pt x="22152" y="15478"/>
                    <a:pt x="22549" y="15336"/>
                  </a:cubicBezTo>
                  <a:cubicBezTo>
                    <a:pt x="22947" y="15308"/>
                    <a:pt x="22947" y="15308"/>
                    <a:pt x="23089" y="15166"/>
                  </a:cubicBezTo>
                  <a:cubicBezTo>
                    <a:pt x="23770" y="15052"/>
                    <a:pt x="24452" y="14825"/>
                    <a:pt x="25048" y="14512"/>
                  </a:cubicBezTo>
                  <a:cubicBezTo>
                    <a:pt x="25077" y="14516"/>
                    <a:pt x="25106" y="14518"/>
                    <a:pt x="25135" y="14518"/>
                  </a:cubicBezTo>
                  <a:cubicBezTo>
                    <a:pt x="25332" y="14518"/>
                    <a:pt x="25521" y="14434"/>
                    <a:pt x="25645" y="14285"/>
                  </a:cubicBezTo>
                  <a:cubicBezTo>
                    <a:pt x="26440" y="14001"/>
                    <a:pt x="27207" y="13547"/>
                    <a:pt x="27831" y="12979"/>
                  </a:cubicBezTo>
                  <a:cubicBezTo>
                    <a:pt x="28144" y="12695"/>
                    <a:pt x="28371" y="12326"/>
                    <a:pt x="28428" y="11900"/>
                  </a:cubicBezTo>
                  <a:cubicBezTo>
                    <a:pt x="28797" y="9969"/>
                    <a:pt x="29194" y="8066"/>
                    <a:pt x="29592" y="6163"/>
                  </a:cubicBezTo>
                  <a:cubicBezTo>
                    <a:pt x="30018" y="4118"/>
                    <a:pt x="30472" y="2045"/>
                    <a:pt x="308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01"/>
            <p:cNvSpPr/>
            <p:nvPr/>
          </p:nvSpPr>
          <p:spPr>
            <a:xfrm>
              <a:off x="2967250" y="2116975"/>
              <a:ext cx="925125" cy="130650"/>
            </a:xfrm>
            <a:custGeom>
              <a:rect b="b" l="l" r="r" t="t"/>
              <a:pathLst>
                <a:path extrusionOk="0" h="5226" w="37005">
                  <a:moveTo>
                    <a:pt x="18488" y="0"/>
                  </a:moveTo>
                  <a:cubicBezTo>
                    <a:pt x="8265" y="0"/>
                    <a:pt x="0" y="1165"/>
                    <a:pt x="0" y="2613"/>
                  </a:cubicBezTo>
                  <a:cubicBezTo>
                    <a:pt x="0" y="4062"/>
                    <a:pt x="8265" y="5226"/>
                    <a:pt x="18488" y="5226"/>
                  </a:cubicBezTo>
                  <a:cubicBezTo>
                    <a:pt x="28712" y="5226"/>
                    <a:pt x="37004" y="4062"/>
                    <a:pt x="37004" y="2613"/>
                  </a:cubicBezTo>
                  <a:cubicBezTo>
                    <a:pt x="37004" y="1165"/>
                    <a:pt x="28712" y="0"/>
                    <a:pt x="18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01"/>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01"/>
            <p:cNvSpPr/>
            <p:nvPr/>
          </p:nvSpPr>
          <p:spPr>
            <a:xfrm>
              <a:off x="3359875" y="2795000"/>
              <a:ext cx="6400" cy="106525"/>
            </a:xfrm>
            <a:custGeom>
              <a:rect b="b" l="l" r="r" t="t"/>
              <a:pathLst>
                <a:path extrusionOk="0" h="4261" w="256">
                  <a:moveTo>
                    <a:pt x="0" y="0"/>
                  </a:moveTo>
                  <a:cubicBezTo>
                    <a:pt x="85" y="1420"/>
                    <a:pt x="170" y="2840"/>
                    <a:pt x="256" y="4260"/>
                  </a:cubicBezTo>
                  <a:lnTo>
                    <a:pt x="256" y="4260"/>
                  </a:lnTo>
                  <a:cubicBezTo>
                    <a:pt x="170" y="2840"/>
                    <a:pt x="85" y="1420"/>
                    <a:pt x="0"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01"/>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01"/>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01"/>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01"/>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01"/>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01"/>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01"/>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01"/>
            <p:cNvSpPr/>
            <p:nvPr/>
          </p:nvSpPr>
          <p:spPr>
            <a:xfrm>
              <a:off x="3115625" y="2748150"/>
              <a:ext cx="659600" cy="113625"/>
            </a:xfrm>
            <a:custGeom>
              <a:rect b="b" l="l" r="r" t="t"/>
              <a:pathLst>
                <a:path extrusionOk="0" h="4545" w="26384">
                  <a:moveTo>
                    <a:pt x="26383" y="0"/>
                  </a:moveTo>
                  <a:lnTo>
                    <a:pt x="26383" y="0"/>
                  </a:lnTo>
                  <a:cubicBezTo>
                    <a:pt x="23913" y="1136"/>
                    <a:pt x="19312" y="2471"/>
                    <a:pt x="12582" y="2471"/>
                  </a:cubicBezTo>
                  <a:cubicBezTo>
                    <a:pt x="11673" y="2471"/>
                    <a:pt x="10821" y="2442"/>
                    <a:pt x="9969" y="2386"/>
                  </a:cubicBezTo>
                  <a:cubicBezTo>
                    <a:pt x="6561" y="2158"/>
                    <a:pt x="3182" y="1420"/>
                    <a:pt x="1" y="199"/>
                  </a:cubicBezTo>
                  <a:lnTo>
                    <a:pt x="1" y="199"/>
                  </a:lnTo>
                  <a:lnTo>
                    <a:pt x="86" y="596"/>
                  </a:lnTo>
                  <a:cubicBezTo>
                    <a:pt x="285" y="1250"/>
                    <a:pt x="398" y="1874"/>
                    <a:pt x="569" y="2499"/>
                  </a:cubicBezTo>
                  <a:cubicBezTo>
                    <a:pt x="4354" y="3863"/>
                    <a:pt x="8330" y="4545"/>
                    <a:pt x="12336" y="4545"/>
                  </a:cubicBezTo>
                  <a:cubicBezTo>
                    <a:pt x="12418" y="4545"/>
                    <a:pt x="12500" y="4544"/>
                    <a:pt x="12582" y="4544"/>
                  </a:cubicBezTo>
                  <a:cubicBezTo>
                    <a:pt x="14087" y="4544"/>
                    <a:pt x="15507" y="4487"/>
                    <a:pt x="16813" y="4374"/>
                  </a:cubicBezTo>
                  <a:cubicBezTo>
                    <a:pt x="18006" y="4260"/>
                    <a:pt x="19142" y="4090"/>
                    <a:pt x="20164" y="3919"/>
                  </a:cubicBezTo>
                  <a:cubicBezTo>
                    <a:pt x="21101" y="3749"/>
                    <a:pt x="21982" y="3578"/>
                    <a:pt x="22777" y="3351"/>
                  </a:cubicBezTo>
                  <a:cubicBezTo>
                    <a:pt x="22890" y="2670"/>
                    <a:pt x="23004" y="1988"/>
                    <a:pt x="23146" y="1306"/>
                  </a:cubicBezTo>
                  <a:lnTo>
                    <a:pt x="23146" y="1306"/>
                  </a:lnTo>
                  <a:lnTo>
                    <a:pt x="22777" y="3351"/>
                  </a:lnTo>
                  <a:cubicBezTo>
                    <a:pt x="23856" y="3067"/>
                    <a:pt x="24907" y="2698"/>
                    <a:pt x="25901" y="2272"/>
                  </a:cubicBezTo>
                  <a:cubicBezTo>
                    <a:pt x="26071" y="1505"/>
                    <a:pt x="26213" y="767"/>
                    <a:pt x="26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01"/>
            <p:cNvSpPr/>
            <p:nvPr/>
          </p:nvSpPr>
          <p:spPr>
            <a:xfrm>
              <a:off x="3005600" y="2169500"/>
              <a:ext cx="847725" cy="78125"/>
            </a:xfrm>
            <a:custGeom>
              <a:rect b="b" l="l" r="r" t="t"/>
              <a:pathLst>
                <a:path extrusionOk="0" h="3125" w="33909">
                  <a:moveTo>
                    <a:pt x="16954" y="1"/>
                  </a:moveTo>
                  <a:cubicBezTo>
                    <a:pt x="9372" y="1"/>
                    <a:pt x="2868" y="626"/>
                    <a:pt x="0" y="1563"/>
                  </a:cubicBezTo>
                  <a:cubicBezTo>
                    <a:pt x="2868" y="2472"/>
                    <a:pt x="9372" y="3125"/>
                    <a:pt x="16954" y="3125"/>
                  </a:cubicBezTo>
                  <a:cubicBezTo>
                    <a:pt x="24537" y="3125"/>
                    <a:pt x="31040" y="2472"/>
                    <a:pt x="33908" y="1563"/>
                  </a:cubicBezTo>
                  <a:cubicBezTo>
                    <a:pt x="31040" y="626"/>
                    <a:pt x="24537" y="1"/>
                    <a:pt x="169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01"/>
            <p:cNvSpPr/>
            <p:nvPr/>
          </p:nvSpPr>
          <p:spPr>
            <a:xfrm>
              <a:off x="2914000" y="1192475"/>
              <a:ext cx="874000" cy="1053025"/>
            </a:xfrm>
            <a:custGeom>
              <a:rect b="b" l="l" r="r" t="t"/>
              <a:pathLst>
                <a:path extrusionOk="0" h="42121" w="34960">
                  <a:moveTo>
                    <a:pt x="12245" y="1"/>
                  </a:moveTo>
                  <a:cubicBezTo>
                    <a:pt x="12207" y="1"/>
                    <a:pt x="12172" y="17"/>
                    <a:pt x="12155" y="34"/>
                  </a:cubicBezTo>
                  <a:cubicBezTo>
                    <a:pt x="12099" y="90"/>
                    <a:pt x="12042" y="147"/>
                    <a:pt x="12042" y="204"/>
                  </a:cubicBezTo>
                  <a:cubicBezTo>
                    <a:pt x="12042" y="318"/>
                    <a:pt x="12070" y="403"/>
                    <a:pt x="12127" y="488"/>
                  </a:cubicBezTo>
                  <a:cubicBezTo>
                    <a:pt x="12240" y="687"/>
                    <a:pt x="12382" y="857"/>
                    <a:pt x="12524" y="1056"/>
                  </a:cubicBezTo>
                  <a:cubicBezTo>
                    <a:pt x="13320" y="2107"/>
                    <a:pt x="14030" y="3214"/>
                    <a:pt x="14626" y="4350"/>
                  </a:cubicBezTo>
                  <a:cubicBezTo>
                    <a:pt x="16472" y="7815"/>
                    <a:pt x="17892" y="11450"/>
                    <a:pt x="18886" y="15227"/>
                  </a:cubicBezTo>
                  <a:cubicBezTo>
                    <a:pt x="19539" y="17698"/>
                    <a:pt x="20079" y="20197"/>
                    <a:pt x="20448" y="22696"/>
                  </a:cubicBezTo>
                  <a:cubicBezTo>
                    <a:pt x="20675" y="24286"/>
                    <a:pt x="20817" y="25877"/>
                    <a:pt x="20874" y="27467"/>
                  </a:cubicBezTo>
                  <a:cubicBezTo>
                    <a:pt x="21044" y="30420"/>
                    <a:pt x="21129" y="33402"/>
                    <a:pt x="21101" y="36356"/>
                  </a:cubicBezTo>
                  <a:cubicBezTo>
                    <a:pt x="21101" y="36498"/>
                    <a:pt x="21073" y="36640"/>
                    <a:pt x="21073" y="36782"/>
                  </a:cubicBezTo>
                  <a:cubicBezTo>
                    <a:pt x="21044" y="36838"/>
                    <a:pt x="21016" y="36867"/>
                    <a:pt x="20987" y="36867"/>
                  </a:cubicBezTo>
                  <a:cubicBezTo>
                    <a:pt x="20931" y="36867"/>
                    <a:pt x="20874" y="36838"/>
                    <a:pt x="20874" y="36782"/>
                  </a:cubicBezTo>
                  <a:cubicBezTo>
                    <a:pt x="20817" y="36611"/>
                    <a:pt x="20760" y="36441"/>
                    <a:pt x="20732" y="36242"/>
                  </a:cubicBezTo>
                  <a:cubicBezTo>
                    <a:pt x="20391" y="34311"/>
                    <a:pt x="19937" y="32408"/>
                    <a:pt x="19425" y="30506"/>
                  </a:cubicBezTo>
                  <a:cubicBezTo>
                    <a:pt x="18545" y="27069"/>
                    <a:pt x="16955" y="23832"/>
                    <a:pt x="14796" y="20992"/>
                  </a:cubicBezTo>
                  <a:cubicBezTo>
                    <a:pt x="13291" y="19061"/>
                    <a:pt x="11389" y="17499"/>
                    <a:pt x="9173" y="16448"/>
                  </a:cubicBezTo>
                  <a:cubicBezTo>
                    <a:pt x="7276" y="15461"/>
                    <a:pt x="5176" y="14948"/>
                    <a:pt x="3054" y="14948"/>
                  </a:cubicBezTo>
                  <a:cubicBezTo>
                    <a:pt x="2794" y="14948"/>
                    <a:pt x="2533" y="14956"/>
                    <a:pt x="2272" y="14971"/>
                  </a:cubicBezTo>
                  <a:cubicBezTo>
                    <a:pt x="1676" y="15000"/>
                    <a:pt x="1108" y="15085"/>
                    <a:pt x="540" y="15227"/>
                  </a:cubicBezTo>
                  <a:cubicBezTo>
                    <a:pt x="370" y="15284"/>
                    <a:pt x="228" y="15341"/>
                    <a:pt x="86" y="15426"/>
                  </a:cubicBezTo>
                  <a:cubicBezTo>
                    <a:pt x="29" y="15454"/>
                    <a:pt x="1" y="15511"/>
                    <a:pt x="1" y="15596"/>
                  </a:cubicBezTo>
                  <a:cubicBezTo>
                    <a:pt x="1" y="15681"/>
                    <a:pt x="86" y="15767"/>
                    <a:pt x="171" y="15767"/>
                  </a:cubicBezTo>
                  <a:lnTo>
                    <a:pt x="398" y="15767"/>
                  </a:lnTo>
                  <a:cubicBezTo>
                    <a:pt x="995" y="15681"/>
                    <a:pt x="1591" y="15625"/>
                    <a:pt x="2216" y="15625"/>
                  </a:cubicBezTo>
                  <a:cubicBezTo>
                    <a:pt x="2478" y="15603"/>
                    <a:pt x="2743" y="15593"/>
                    <a:pt x="3008" y="15593"/>
                  </a:cubicBezTo>
                  <a:cubicBezTo>
                    <a:pt x="3804" y="15593"/>
                    <a:pt x="4608" y="15688"/>
                    <a:pt x="5396" y="15880"/>
                  </a:cubicBezTo>
                  <a:cubicBezTo>
                    <a:pt x="8804" y="16618"/>
                    <a:pt x="11871" y="18521"/>
                    <a:pt x="14030" y="21276"/>
                  </a:cubicBezTo>
                  <a:cubicBezTo>
                    <a:pt x="15762" y="23434"/>
                    <a:pt x="17125" y="25905"/>
                    <a:pt x="18005" y="28546"/>
                  </a:cubicBezTo>
                  <a:cubicBezTo>
                    <a:pt x="19141" y="31812"/>
                    <a:pt x="19795" y="35191"/>
                    <a:pt x="20391" y="38571"/>
                  </a:cubicBezTo>
                  <a:cubicBezTo>
                    <a:pt x="20561" y="39451"/>
                    <a:pt x="20675" y="40332"/>
                    <a:pt x="20817" y="41212"/>
                  </a:cubicBezTo>
                  <a:cubicBezTo>
                    <a:pt x="20845" y="41439"/>
                    <a:pt x="20902" y="41695"/>
                    <a:pt x="20987" y="41950"/>
                  </a:cubicBezTo>
                  <a:cubicBezTo>
                    <a:pt x="21044" y="42064"/>
                    <a:pt x="21158" y="42121"/>
                    <a:pt x="21271" y="42121"/>
                  </a:cubicBezTo>
                  <a:cubicBezTo>
                    <a:pt x="21385" y="42121"/>
                    <a:pt x="21499" y="42035"/>
                    <a:pt x="21555" y="41950"/>
                  </a:cubicBezTo>
                  <a:cubicBezTo>
                    <a:pt x="21641" y="41780"/>
                    <a:pt x="21669" y="41581"/>
                    <a:pt x="21669" y="41382"/>
                  </a:cubicBezTo>
                  <a:cubicBezTo>
                    <a:pt x="21754" y="40076"/>
                    <a:pt x="21925" y="38770"/>
                    <a:pt x="22180" y="37492"/>
                  </a:cubicBezTo>
                  <a:cubicBezTo>
                    <a:pt x="22407" y="36185"/>
                    <a:pt x="22691" y="34879"/>
                    <a:pt x="22947" y="33573"/>
                  </a:cubicBezTo>
                  <a:cubicBezTo>
                    <a:pt x="23430" y="31074"/>
                    <a:pt x="23884" y="28546"/>
                    <a:pt x="24367" y="26047"/>
                  </a:cubicBezTo>
                  <a:cubicBezTo>
                    <a:pt x="24793" y="23775"/>
                    <a:pt x="25361" y="21531"/>
                    <a:pt x="26042" y="19345"/>
                  </a:cubicBezTo>
                  <a:cubicBezTo>
                    <a:pt x="26696" y="17300"/>
                    <a:pt x="27604" y="15369"/>
                    <a:pt x="28769" y="13580"/>
                  </a:cubicBezTo>
                  <a:cubicBezTo>
                    <a:pt x="29166" y="12983"/>
                    <a:pt x="29621" y="12415"/>
                    <a:pt x="30103" y="11876"/>
                  </a:cubicBezTo>
                  <a:cubicBezTo>
                    <a:pt x="30700" y="11223"/>
                    <a:pt x="31410" y="10655"/>
                    <a:pt x="32205" y="10257"/>
                  </a:cubicBezTo>
                  <a:cubicBezTo>
                    <a:pt x="32605" y="10031"/>
                    <a:pt x="33048" y="9911"/>
                    <a:pt x="33487" y="9911"/>
                  </a:cubicBezTo>
                  <a:cubicBezTo>
                    <a:pt x="33765" y="9911"/>
                    <a:pt x="34042" y="9959"/>
                    <a:pt x="34306" y="10058"/>
                  </a:cubicBezTo>
                  <a:cubicBezTo>
                    <a:pt x="34448" y="10087"/>
                    <a:pt x="34590" y="10144"/>
                    <a:pt x="34732" y="10144"/>
                  </a:cubicBezTo>
                  <a:cubicBezTo>
                    <a:pt x="34789" y="10144"/>
                    <a:pt x="34846" y="10115"/>
                    <a:pt x="34903" y="10058"/>
                  </a:cubicBezTo>
                  <a:cubicBezTo>
                    <a:pt x="34960" y="9973"/>
                    <a:pt x="34931" y="9860"/>
                    <a:pt x="34846" y="9803"/>
                  </a:cubicBezTo>
                  <a:cubicBezTo>
                    <a:pt x="34505" y="9519"/>
                    <a:pt x="34079" y="9348"/>
                    <a:pt x="33653" y="9320"/>
                  </a:cubicBezTo>
                  <a:cubicBezTo>
                    <a:pt x="33564" y="9313"/>
                    <a:pt x="33474" y="9309"/>
                    <a:pt x="33385" y="9309"/>
                  </a:cubicBezTo>
                  <a:cubicBezTo>
                    <a:pt x="32766" y="9309"/>
                    <a:pt x="32158" y="9480"/>
                    <a:pt x="31637" y="9803"/>
                  </a:cubicBezTo>
                  <a:cubicBezTo>
                    <a:pt x="30529" y="10399"/>
                    <a:pt x="29592" y="11223"/>
                    <a:pt x="28854" y="12245"/>
                  </a:cubicBezTo>
                  <a:cubicBezTo>
                    <a:pt x="27690" y="13722"/>
                    <a:pt x="26752" y="15397"/>
                    <a:pt x="26042" y="17158"/>
                  </a:cubicBezTo>
                  <a:cubicBezTo>
                    <a:pt x="25276" y="19089"/>
                    <a:pt x="24679" y="21077"/>
                    <a:pt x="24225" y="23093"/>
                  </a:cubicBezTo>
                  <a:cubicBezTo>
                    <a:pt x="23600" y="25735"/>
                    <a:pt x="23174" y="28376"/>
                    <a:pt x="22663" y="31017"/>
                  </a:cubicBezTo>
                  <a:cubicBezTo>
                    <a:pt x="22464" y="32039"/>
                    <a:pt x="22294" y="33090"/>
                    <a:pt x="22095" y="34112"/>
                  </a:cubicBezTo>
                  <a:cubicBezTo>
                    <a:pt x="22067" y="34254"/>
                    <a:pt x="22038" y="34396"/>
                    <a:pt x="21839" y="34453"/>
                  </a:cubicBezTo>
                  <a:cubicBezTo>
                    <a:pt x="21839" y="34339"/>
                    <a:pt x="21839" y="34226"/>
                    <a:pt x="21811" y="34112"/>
                  </a:cubicBezTo>
                  <a:cubicBezTo>
                    <a:pt x="21783" y="31528"/>
                    <a:pt x="21697" y="28972"/>
                    <a:pt x="21555" y="26388"/>
                  </a:cubicBezTo>
                  <a:cubicBezTo>
                    <a:pt x="21470" y="24883"/>
                    <a:pt x="21328" y="23349"/>
                    <a:pt x="21073" y="21844"/>
                  </a:cubicBezTo>
                  <a:cubicBezTo>
                    <a:pt x="20618" y="19004"/>
                    <a:pt x="19993" y="16221"/>
                    <a:pt x="19170" y="13466"/>
                  </a:cubicBezTo>
                  <a:cubicBezTo>
                    <a:pt x="18119" y="9916"/>
                    <a:pt x="16671" y="6508"/>
                    <a:pt x="14825" y="3299"/>
                  </a:cubicBezTo>
                  <a:cubicBezTo>
                    <a:pt x="14200" y="2192"/>
                    <a:pt x="13433" y="1141"/>
                    <a:pt x="12524" y="204"/>
                  </a:cubicBezTo>
                  <a:cubicBezTo>
                    <a:pt x="12468" y="147"/>
                    <a:pt x="12411" y="90"/>
                    <a:pt x="12326" y="34"/>
                  </a:cubicBezTo>
                  <a:cubicBezTo>
                    <a:pt x="12302" y="10"/>
                    <a:pt x="12273" y="1"/>
                    <a:pt x="12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01"/>
            <p:cNvSpPr/>
            <p:nvPr/>
          </p:nvSpPr>
          <p:spPr>
            <a:xfrm>
              <a:off x="2324025" y="1335600"/>
              <a:ext cx="926525" cy="1083000"/>
            </a:xfrm>
            <a:custGeom>
              <a:rect b="b" l="l" r="r" t="t"/>
              <a:pathLst>
                <a:path extrusionOk="0" h="43320" w="37061">
                  <a:moveTo>
                    <a:pt x="12337" y="10412"/>
                  </a:moveTo>
                  <a:cubicBezTo>
                    <a:pt x="12796" y="10412"/>
                    <a:pt x="13258" y="10459"/>
                    <a:pt x="13717" y="10553"/>
                  </a:cubicBezTo>
                  <a:cubicBezTo>
                    <a:pt x="14058" y="10638"/>
                    <a:pt x="14370" y="10780"/>
                    <a:pt x="14682" y="10950"/>
                  </a:cubicBezTo>
                  <a:cubicBezTo>
                    <a:pt x="14966" y="11121"/>
                    <a:pt x="15193" y="11376"/>
                    <a:pt x="15335" y="11660"/>
                  </a:cubicBezTo>
                  <a:cubicBezTo>
                    <a:pt x="15506" y="11973"/>
                    <a:pt x="15534" y="12313"/>
                    <a:pt x="15392" y="12626"/>
                  </a:cubicBezTo>
                  <a:cubicBezTo>
                    <a:pt x="15165" y="13194"/>
                    <a:pt x="14654" y="13620"/>
                    <a:pt x="14029" y="13648"/>
                  </a:cubicBezTo>
                  <a:cubicBezTo>
                    <a:pt x="13291" y="13733"/>
                    <a:pt x="12581" y="13790"/>
                    <a:pt x="11871" y="13790"/>
                  </a:cubicBezTo>
                  <a:cubicBezTo>
                    <a:pt x="11274" y="13819"/>
                    <a:pt x="10706" y="13904"/>
                    <a:pt x="10252" y="13932"/>
                  </a:cubicBezTo>
                  <a:cubicBezTo>
                    <a:pt x="10044" y="13932"/>
                    <a:pt x="9873" y="13945"/>
                    <a:pt x="9716" y="13945"/>
                  </a:cubicBezTo>
                  <a:cubicBezTo>
                    <a:pt x="9637" y="13945"/>
                    <a:pt x="9561" y="13942"/>
                    <a:pt x="9485" y="13932"/>
                  </a:cubicBezTo>
                  <a:cubicBezTo>
                    <a:pt x="8520" y="13819"/>
                    <a:pt x="8037" y="12711"/>
                    <a:pt x="8577" y="11916"/>
                  </a:cubicBezTo>
                  <a:cubicBezTo>
                    <a:pt x="8832" y="11518"/>
                    <a:pt x="9201" y="11206"/>
                    <a:pt x="9627" y="11007"/>
                  </a:cubicBezTo>
                  <a:cubicBezTo>
                    <a:pt x="10484" y="10607"/>
                    <a:pt x="11404" y="10412"/>
                    <a:pt x="12337" y="10412"/>
                  </a:cubicBezTo>
                  <a:close/>
                  <a:moveTo>
                    <a:pt x="23344" y="13468"/>
                  </a:moveTo>
                  <a:cubicBezTo>
                    <a:pt x="23677" y="13468"/>
                    <a:pt x="24010" y="13491"/>
                    <a:pt x="24338" y="13535"/>
                  </a:cubicBezTo>
                  <a:cubicBezTo>
                    <a:pt x="24963" y="13620"/>
                    <a:pt x="25559" y="13790"/>
                    <a:pt x="26127" y="14074"/>
                  </a:cubicBezTo>
                  <a:cubicBezTo>
                    <a:pt x="26411" y="14159"/>
                    <a:pt x="26638" y="14330"/>
                    <a:pt x="26809" y="14557"/>
                  </a:cubicBezTo>
                  <a:cubicBezTo>
                    <a:pt x="27036" y="14756"/>
                    <a:pt x="27121" y="15097"/>
                    <a:pt x="27036" y="15380"/>
                  </a:cubicBezTo>
                  <a:cubicBezTo>
                    <a:pt x="26922" y="15693"/>
                    <a:pt x="26667" y="15892"/>
                    <a:pt x="26326" y="15892"/>
                  </a:cubicBezTo>
                  <a:cubicBezTo>
                    <a:pt x="26241" y="15920"/>
                    <a:pt x="26155" y="15920"/>
                    <a:pt x="26070" y="15920"/>
                  </a:cubicBezTo>
                  <a:cubicBezTo>
                    <a:pt x="25587" y="15920"/>
                    <a:pt x="25105" y="15835"/>
                    <a:pt x="24622" y="15693"/>
                  </a:cubicBezTo>
                  <a:cubicBezTo>
                    <a:pt x="23656" y="15409"/>
                    <a:pt x="22662" y="15239"/>
                    <a:pt x="21668" y="15153"/>
                  </a:cubicBezTo>
                  <a:cubicBezTo>
                    <a:pt x="21470" y="15153"/>
                    <a:pt x="21242" y="15125"/>
                    <a:pt x="21044" y="15040"/>
                  </a:cubicBezTo>
                  <a:cubicBezTo>
                    <a:pt x="20646" y="14926"/>
                    <a:pt x="20532" y="14415"/>
                    <a:pt x="20845" y="14131"/>
                  </a:cubicBezTo>
                  <a:cubicBezTo>
                    <a:pt x="21100" y="13875"/>
                    <a:pt x="21413" y="13705"/>
                    <a:pt x="21754" y="13648"/>
                  </a:cubicBezTo>
                  <a:cubicBezTo>
                    <a:pt x="22277" y="13526"/>
                    <a:pt x="22812" y="13468"/>
                    <a:pt x="23344" y="13468"/>
                  </a:cubicBezTo>
                  <a:close/>
                  <a:moveTo>
                    <a:pt x="5751" y="17638"/>
                  </a:moveTo>
                  <a:cubicBezTo>
                    <a:pt x="5843" y="17638"/>
                    <a:pt x="5935" y="17652"/>
                    <a:pt x="6021" y="17681"/>
                  </a:cubicBezTo>
                  <a:cubicBezTo>
                    <a:pt x="6390" y="17794"/>
                    <a:pt x="6560" y="18164"/>
                    <a:pt x="6447" y="18504"/>
                  </a:cubicBezTo>
                  <a:cubicBezTo>
                    <a:pt x="6390" y="18646"/>
                    <a:pt x="6333" y="18760"/>
                    <a:pt x="6248" y="18874"/>
                  </a:cubicBezTo>
                  <a:cubicBezTo>
                    <a:pt x="5822" y="19413"/>
                    <a:pt x="5197" y="19782"/>
                    <a:pt x="4515" y="19924"/>
                  </a:cubicBezTo>
                  <a:cubicBezTo>
                    <a:pt x="4459" y="19953"/>
                    <a:pt x="4402" y="19953"/>
                    <a:pt x="4345" y="19953"/>
                  </a:cubicBezTo>
                  <a:cubicBezTo>
                    <a:pt x="4332" y="19954"/>
                    <a:pt x="4318" y="19954"/>
                    <a:pt x="4305" y="19954"/>
                  </a:cubicBezTo>
                  <a:cubicBezTo>
                    <a:pt x="3869" y="19954"/>
                    <a:pt x="3527" y="19514"/>
                    <a:pt x="3692" y="19101"/>
                  </a:cubicBezTo>
                  <a:cubicBezTo>
                    <a:pt x="3720" y="19016"/>
                    <a:pt x="3749" y="18930"/>
                    <a:pt x="3806" y="18845"/>
                  </a:cubicBezTo>
                  <a:cubicBezTo>
                    <a:pt x="4231" y="18277"/>
                    <a:pt x="4799" y="17880"/>
                    <a:pt x="5481" y="17681"/>
                  </a:cubicBezTo>
                  <a:cubicBezTo>
                    <a:pt x="5566" y="17652"/>
                    <a:pt x="5659" y="17638"/>
                    <a:pt x="5751" y="17638"/>
                  </a:cubicBezTo>
                  <a:close/>
                  <a:moveTo>
                    <a:pt x="17210" y="22480"/>
                  </a:moveTo>
                  <a:cubicBezTo>
                    <a:pt x="17522" y="22480"/>
                    <a:pt x="17863" y="22565"/>
                    <a:pt x="18147" y="22707"/>
                  </a:cubicBezTo>
                  <a:cubicBezTo>
                    <a:pt x="18289" y="22764"/>
                    <a:pt x="18403" y="22849"/>
                    <a:pt x="18516" y="22906"/>
                  </a:cubicBezTo>
                  <a:cubicBezTo>
                    <a:pt x="20277" y="24099"/>
                    <a:pt x="21754" y="25519"/>
                    <a:pt x="22634" y="27507"/>
                  </a:cubicBezTo>
                  <a:cubicBezTo>
                    <a:pt x="22890" y="28046"/>
                    <a:pt x="23060" y="28643"/>
                    <a:pt x="23174" y="29239"/>
                  </a:cubicBezTo>
                  <a:cubicBezTo>
                    <a:pt x="23259" y="29665"/>
                    <a:pt x="23202" y="30091"/>
                    <a:pt x="23032" y="30460"/>
                  </a:cubicBezTo>
                  <a:cubicBezTo>
                    <a:pt x="22930" y="30786"/>
                    <a:pt x="22623" y="30981"/>
                    <a:pt x="22311" y="30981"/>
                  </a:cubicBezTo>
                  <a:cubicBezTo>
                    <a:pt x="22189" y="30981"/>
                    <a:pt x="22065" y="30950"/>
                    <a:pt x="21952" y="30886"/>
                  </a:cubicBezTo>
                  <a:cubicBezTo>
                    <a:pt x="21725" y="30773"/>
                    <a:pt x="21555" y="30631"/>
                    <a:pt x="21413" y="30432"/>
                  </a:cubicBezTo>
                  <a:cubicBezTo>
                    <a:pt x="21129" y="30120"/>
                    <a:pt x="20902" y="29779"/>
                    <a:pt x="20703" y="29381"/>
                  </a:cubicBezTo>
                  <a:cubicBezTo>
                    <a:pt x="20106" y="28330"/>
                    <a:pt x="19340" y="27365"/>
                    <a:pt x="18488" y="26513"/>
                  </a:cubicBezTo>
                  <a:cubicBezTo>
                    <a:pt x="18033" y="26058"/>
                    <a:pt x="17551" y="25576"/>
                    <a:pt x="17096" y="25121"/>
                  </a:cubicBezTo>
                  <a:cubicBezTo>
                    <a:pt x="16812" y="24809"/>
                    <a:pt x="16528" y="24497"/>
                    <a:pt x="16301" y="24127"/>
                  </a:cubicBezTo>
                  <a:cubicBezTo>
                    <a:pt x="16187" y="23929"/>
                    <a:pt x="16102" y="23701"/>
                    <a:pt x="16102" y="23474"/>
                  </a:cubicBezTo>
                  <a:cubicBezTo>
                    <a:pt x="16074" y="22878"/>
                    <a:pt x="16528" y="22480"/>
                    <a:pt x="17210" y="22480"/>
                  </a:cubicBezTo>
                  <a:close/>
                  <a:moveTo>
                    <a:pt x="12747" y="34444"/>
                  </a:moveTo>
                  <a:cubicBezTo>
                    <a:pt x="12809" y="34444"/>
                    <a:pt x="12877" y="34460"/>
                    <a:pt x="12950" y="34493"/>
                  </a:cubicBezTo>
                  <a:cubicBezTo>
                    <a:pt x="13456" y="34718"/>
                    <a:pt x="13545" y="35165"/>
                    <a:pt x="13601" y="35725"/>
                  </a:cubicBezTo>
                  <a:lnTo>
                    <a:pt x="13601" y="35725"/>
                  </a:lnTo>
                  <a:cubicBezTo>
                    <a:pt x="13574" y="35890"/>
                    <a:pt x="13545" y="36030"/>
                    <a:pt x="13490" y="36197"/>
                  </a:cubicBezTo>
                  <a:cubicBezTo>
                    <a:pt x="13461" y="36367"/>
                    <a:pt x="13291" y="36509"/>
                    <a:pt x="13092" y="36538"/>
                  </a:cubicBezTo>
                  <a:cubicBezTo>
                    <a:pt x="13074" y="36541"/>
                    <a:pt x="13056" y="36542"/>
                    <a:pt x="13038" y="36542"/>
                  </a:cubicBezTo>
                  <a:cubicBezTo>
                    <a:pt x="12881" y="36542"/>
                    <a:pt x="12714" y="36438"/>
                    <a:pt x="12638" y="36310"/>
                  </a:cubicBezTo>
                  <a:cubicBezTo>
                    <a:pt x="12552" y="36197"/>
                    <a:pt x="12524" y="36083"/>
                    <a:pt x="12467" y="35998"/>
                  </a:cubicBezTo>
                  <a:cubicBezTo>
                    <a:pt x="12325" y="35600"/>
                    <a:pt x="12325" y="35146"/>
                    <a:pt x="12439" y="34749"/>
                  </a:cubicBezTo>
                  <a:cubicBezTo>
                    <a:pt x="12479" y="34546"/>
                    <a:pt x="12592" y="34444"/>
                    <a:pt x="12747" y="34444"/>
                  </a:cubicBezTo>
                  <a:close/>
                  <a:moveTo>
                    <a:pt x="20887" y="9566"/>
                  </a:moveTo>
                  <a:cubicBezTo>
                    <a:pt x="20923" y="9566"/>
                    <a:pt x="20958" y="9573"/>
                    <a:pt x="20987" y="9587"/>
                  </a:cubicBezTo>
                  <a:cubicBezTo>
                    <a:pt x="21044" y="9616"/>
                    <a:pt x="21072" y="9701"/>
                    <a:pt x="21072" y="9758"/>
                  </a:cubicBezTo>
                  <a:cubicBezTo>
                    <a:pt x="20987" y="9928"/>
                    <a:pt x="20902" y="10098"/>
                    <a:pt x="20788" y="10240"/>
                  </a:cubicBezTo>
                  <a:cubicBezTo>
                    <a:pt x="20248" y="11064"/>
                    <a:pt x="19709" y="11887"/>
                    <a:pt x="19169" y="12711"/>
                  </a:cubicBezTo>
                  <a:cubicBezTo>
                    <a:pt x="18516" y="13733"/>
                    <a:pt x="17863" y="14727"/>
                    <a:pt x="17210" y="15778"/>
                  </a:cubicBezTo>
                  <a:cubicBezTo>
                    <a:pt x="16897" y="16261"/>
                    <a:pt x="16642" y="16800"/>
                    <a:pt x="16358" y="17283"/>
                  </a:cubicBezTo>
                  <a:cubicBezTo>
                    <a:pt x="14966" y="19726"/>
                    <a:pt x="13774" y="22281"/>
                    <a:pt x="12780" y="24894"/>
                  </a:cubicBezTo>
                  <a:cubicBezTo>
                    <a:pt x="12240" y="26257"/>
                    <a:pt x="11842" y="27649"/>
                    <a:pt x="11445" y="29040"/>
                  </a:cubicBezTo>
                  <a:cubicBezTo>
                    <a:pt x="10990" y="30545"/>
                    <a:pt x="10621" y="32107"/>
                    <a:pt x="10280" y="33641"/>
                  </a:cubicBezTo>
                  <a:cubicBezTo>
                    <a:pt x="9940" y="35004"/>
                    <a:pt x="9656" y="36367"/>
                    <a:pt x="9457" y="37759"/>
                  </a:cubicBezTo>
                  <a:cubicBezTo>
                    <a:pt x="9286" y="38810"/>
                    <a:pt x="9145" y="39889"/>
                    <a:pt x="9031" y="40939"/>
                  </a:cubicBezTo>
                  <a:cubicBezTo>
                    <a:pt x="9031" y="41138"/>
                    <a:pt x="8974" y="41309"/>
                    <a:pt x="8861" y="41479"/>
                  </a:cubicBezTo>
                  <a:cubicBezTo>
                    <a:pt x="8832" y="41536"/>
                    <a:pt x="8775" y="41564"/>
                    <a:pt x="8690" y="41564"/>
                  </a:cubicBezTo>
                  <a:cubicBezTo>
                    <a:pt x="8605" y="41564"/>
                    <a:pt x="8520" y="41479"/>
                    <a:pt x="8520" y="41394"/>
                  </a:cubicBezTo>
                  <a:cubicBezTo>
                    <a:pt x="8491" y="41280"/>
                    <a:pt x="8491" y="41110"/>
                    <a:pt x="8491" y="40911"/>
                  </a:cubicBezTo>
                  <a:lnTo>
                    <a:pt x="8520" y="40911"/>
                  </a:lnTo>
                  <a:cubicBezTo>
                    <a:pt x="8605" y="40457"/>
                    <a:pt x="8605" y="39889"/>
                    <a:pt x="8662" y="39378"/>
                  </a:cubicBezTo>
                  <a:cubicBezTo>
                    <a:pt x="8861" y="38100"/>
                    <a:pt x="9059" y="36793"/>
                    <a:pt x="9315" y="35515"/>
                  </a:cubicBezTo>
                  <a:cubicBezTo>
                    <a:pt x="9741" y="33499"/>
                    <a:pt x="10195" y="31511"/>
                    <a:pt x="10735" y="29523"/>
                  </a:cubicBezTo>
                  <a:cubicBezTo>
                    <a:pt x="11132" y="28046"/>
                    <a:pt x="11615" y="26570"/>
                    <a:pt x="12126" y="25121"/>
                  </a:cubicBezTo>
                  <a:cubicBezTo>
                    <a:pt x="12524" y="23985"/>
                    <a:pt x="12978" y="22849"/>
                    <a:pt x="13490" y="21742"/>
                  </a:cubicBezTo>
                  <a:cubicBezTo>
                    <a:pt x="14086" y="20492"/>
                    <a:pt x="14682" y="19271"/>
                    <a:pt x="15335" y="18050"/>
                  </a:cubicBezTo>
                  <a:cubicBezTo>
                    <a:pt x="16045" y="16658"/>
                    <a:pt x="16841" y="15295"/>
                    <a:pt x="17721" y="13989"/>
                  </a:cubicBezTo>
                  <a:cubicBezTo>
                    <a:pt x="18658" y="12654"/>
                    <a:pt x="19510" y="11206"/>
                    <a:pt x="20532" y="9900"/>
                  </a:cubicBezTo>
                  <a:cubicBezTo>
                    <a:pt x="20618" y="9786"/>
                    <a:pt x="20646" y="9644"/>
                    <a:pt x="20788" y="9587"/>
                  </a:cubicBezTo>
                  <a:cubicBezTo>
                    <a:pt x="20816" y="9573"/>
                    <a:pt x="20852" y="9566"/>
                    <a:pt x="20887" y="9566"/>
                  </a:cubicBezTo>
                  <a:close/>
                  <a:moveTo>
                    <a:pt x="11592" y="0"/>
                  </a:moveTo>
                  <a:cubicBezTo>
                    <a:pt x="10313" y="0"/>
                    <a:pt x="9063" y="388"/>
                    <a:pt x="8009" y="1124"/>
                  </a:cubicBezTo>
                  <a:cubicBezTo>
                    <a:pt x="6418" y="2118"/>
                    <a:pt x="5027" y="3396"/>
                    <a:pt x="3862" y="4873"/>
                  </a:cubicBezTo>
                  <a:cubicBezTo>
                    <a:pt x="3806" y="4930"/>
                    <a:pt x="3664" y="5015"/>
                    <a:pt x="3749" y="5157"/>
                  </a:cubicBezTo>
                  <a:cubicBezTo>
                    <a:pt x="4856" y="4731"/>
                    <a:pt x="6021" y="4390"/>
                    <a:pt x="7185" y="4163"/>
                  </a:cubicBezTo>
                  <a:cubicBezTo>
                    <a:pt x="7989" y="3982"/>
                    <a:pt x="8808" y="3886"/>
                    <a:pt x="9641" y="3886"/>
                  </a:cubicBezTo>
                  <a:cubicBezTo>
                    <a:pt x="9984" y="3886"/>
                    <a:pt x="10330" y="3903"/>
                    <a:pt x="10678" y="3936"/>
                  </a:cubicBezTo>
                  <a:cubicBezTo>
                    <a:pt x="11757" y="3993"/>
                    <a:pt x="12780" y="4504"/>
                    <a:pt x="13518" y="5299"/>
                  </a:cubicBezTo>
                  <a:cubicBezTo>
                    <a:pt x="13859" y="5668"/>
                    <a:pt x="14114" y="6151"/>
                    <a:pt x="14228" y="6662"/>
                  </a:cubicBezTo>
                  <a:cubicBezTo>
                    <a:pt x="14370" y="7344"/>
                    <a:pt x="14228" y="7855"/>
                    <a:pt x="13291" y="8224"/>
                  </a:cubicBezTo>
                  <a:cubicBezTo>
                    <a:pt x="13165" y="8278"/>
                    <a:pt x="13016" y="8298"/>
                    <a:pt x="12866" y="8298"/>
                  </a:cubicBezTo>
                  <a:cubicBezTo>
                    <a:pt x="12779" y="8298"/>
                    <a:pt x="12692" y="8291"/>
                    <a:pt x="12609" y="8281"/>
                  </a:cubicBezTo>
                  <a:cubicBezTo>
                    <a:pt x="12183" y="8252"/>
                    <a:pt x="11786" y="8196"/>
                    <a:pt x="11360" y="8139"/>
                  </a:cubicBezTo>
                  <a:cubicBezTo>
                    <a:pt x="10337" y="7914"/>
                    <a:pt x="9300" y="7807"/>
                    <a:pt x="8259" y="7807"/>
                  </a:cubicBezTo>
                  <a:cubicBezTo>
                    <a:pt x="7854" y="7807"/>
                    <a:pt x="7449" y="7823"/>
                    <a:pt x="7043" y="7855"/>
                  </a:cubicBezTo>
                  <a:cubicBezTo>
                    <a:pt x="4572" y="7968"/>
                    <a:pt x="2300" y="9133"/>
                    <a:pt x="795" y="11064"/>
                  </a:cubicBezTo>
                  <a:cubicBezTo>
                    <a:pt x="625" y="11291"/>
                    <a:pt x="511" y="11547"/>
                    <a:pt x="454" y="11802"/>
                  </a:cubicBezTo>
                  <a:cubicBezTo>
                    <a:pt x="312" y="12796"/>
                    <a:pt x="227" y="13762"/>
                    <a:pt x="170" y="14756"/>
                  </a:cubicBezTo>
                  <a:cubicBezTo>
                    <a:pt x="0" y="16744"/>
                    <a:pt x="170" y="18760"/>
                    <a:pt x="596" y="20748"/>
                  </a:cubicBezTo>
                  <a:cubicBezTo>
                    <a:pt x="1051" y="22963"/>
                    <a:pt x="1761" y="25121"/>
                    <a:pt x="2357" y="27308"/>
                  </a:cubicBezTo>
                  <a:lnTo>
                    <a:pt x="2386" y="27365"/>
                  </a:lnTo>
                  <a:cubicBezTo>
                    <a:pt x="2404" y="27441"/>
                    <a:pt x="2461" y="27478"/>
                    <a:pt x="2522" y="27478"/>
                  </a:cubicBezTo>
                  <a:cubicBezTo>
                    <a:pt x="2553" y="27478"/>
                    <a:pt x="2584" y="27469"/>
                    <a:pt x="2613" y="27450"/>
                  </a:cubicBezTo>
                  <a:cubicBezTo>
                    <a:pt x="2726" y="27308"/>
                    <a:pt x="2868" y="27166"/>
                    <a:pt x="2982" y="27024"/>
                  </a:cubicBezTo>
                  <a:cubicBezTo>
                    <a:pt x="3607" y="26342"/>
                    <a:pt x="4260" y="25661"/>
                    <a:pt x="4885" y="24979"/>
                  </a:cubicBezTo>
                  <a:cubicBezTo>
                    <a:pt x="5424" y="24383"/>
                    <a:pt x="6021" y="23843"/>
                    <a:pt x="6674" y="23389"/>
                  </a:cubicBezTo>
                  <a:cubicBezTo>
                    <a:pt x="6986" y="23190"/>
                    <a:pt x="7299" y="22991"/>
                    <a:pt x="7639" y="22849"/>
                  </a:cubicBezTo>
                  <a:cubicBezTo>
                    <a:pt x="7923" y="22736"/>
                    <a:pt x="8236" y="22679"/>
                    <a:pt x="8548" y="22679"/>
                  </a:cubicBezTo>
                  <a:cubicBezTo>
                    <a:pt x="8561" y="22678"/>
                    <a:pt x="8574" y="22678"/>
                    <a:pt x="8587" y="22678"/>
                  </a:cubicBezTo>
                  <a:cubicBezTo>
                    <a:pt x="9164" y="22678"/>
                    <a:pt x="9594" y="23288"/>
                    <a:pt x="9372" y="23843"/>
                  </a:cubicBezTo>
                  <a:cubicBezTo>
                    <a:pt x="9286" y="24156"/>
                    <a:pt x="9145" y="24411"/>
                    <a:pt x="8946" y="24639"/>
                  </a:cubicBezTo>
                  <a:cubicBezTo>
                    <a:pt x="8548" y="25121"/>
                    <a:pt x="8122" y="25519"/>
                    <a:pt x="7639" y="25888"/>
                  </a:cubicBezTo>
                  <a:cubicBezTo>
                    <a:pt x="6958" y="26399"/>
                    <a:pt x="6276" y="26910"/>
                    <a:pt x="5595" y="27393"/>
                  </a:cubicBezTo>
                  <a:cubicBezTo>
                    <a:pt x="4771" y="28018"/>
                    <a:pt x="4004" y="28728"/>
                    <a:pt x="3380" y="29523"/>
                  </a:cubicBezTo>
                  <a:cubicBezTo>
                    <a:pt x="3152" y="29750"/>
                    <a:pt x="3096" y="30063"/>
                    <a:pt x="3181" y="30375"/>
                  </a:cubicBezTo>
                  <a:cubicBezTo>
                    <a:pt x="3607" y="31738"/>
                    <a:pt x="4004" y="33101"/>
                    <a:pt x="4487" y="34493"/>
                  </a:cubicBezTo>
                  <a:cubicBezTo>
                    <a:pt x="4714" y="34323"/>
                    <a:pt x="4856" y="34124"/>
                    <a:pt x="4970" y="33868"/>
                  </a:cubicBezTo>
                  <a:cubicBezTo>
                    <a:pt x="5623" y="32931"/>
                    <a:pt x="6361" y="32051"/>
                    <a:pt x="7157" y="31227"/>
                  </a:cubicBezTo>
                  <a:cubicBezTo>
                    <a:pt x="7327" y="31057"/>
                    <a:pt x="7497" y="30915"/>
                    <a:pt x="7725" y="30829"/>
                  </a:cubicBezTo>
                  <a:cubicBezTo>
                    <a:pt x="7776" y="30804"/>
                    <a:pt x="7827" y="30790"/>
                    <a:pt x="7875" y="30790"/>
                  </a:cubicBezTo>
                  <a:cubicBezTo>
                    <a:pt x="7935" y="30790"/>
                    <a:pt x="7990" y="30811"/>
                    <a:pt x="8037" y="30858"/>
                  </a:cubicBezTo>
                  <a:cubicBezTo>
                    <a:pt x="8151" y="30943"/>
                    <a:pt x="8179" y="31085"/>
                    <a:pt x="8122" y="31199"/>
                  </a:cubicBezTo>
                  <a:cubicBezTo>
                    <a:pt x="8094" y="31312"/>
                    <a:pt x="8037" y="31454"/>
                    <a:pt x="7952" y="31568"/>
                  </a:cubicBezTo>
                  <a:cubicBezTo>
                    <a:pt x="7696" y="32079"/>
                    <a:pt x="7441" y="32562"/>
                    <a:pt x="7157" y="33045"/>
                  </a:cubicBezTo>
                  <a:cubicBezTo>
                    <a:pt x="6532" y="34124"/>
                    <a:pt x="6021" y="35260"/>
                    <a:pt x="5509" y="36367"/>
                  </a:cubicBezTo>
                  <a:cubicBezTo>
                    <a:pt x="5339" y="36651"/>
                    <a:pt x="5339" y="37020"/>
                    <a:pt x="5481" y="37304"/>
                  </a:cubicBezTo>
                  <a:cubicBezTo>
                    <a:pt x="5822" y="38128"/>
                    <a:pt x="6106" y="38980"/>
                    <a:pt x="6447" y="39804"/>
                  </a:cubicBezTo>
                  <a:cubicBezTo>
                    <a:pt x="6787" y="40684"/>
                    <a:pt x="7213" y="41564"/>
                    <a:pt x="7668" y="42388"/>
                  </a:cubicBezTo>
                  <a:cubicBezTo>
                    <a:pt x="7781" y="42615"/>
                    <a:pt x="7923" y="42842"/>
                    <a:pt x="8094" y="43041"/>
                  </a:cubicBezTo>
                  <a:cubicBezTo>
                    <a:pt x="8233" y="43227"/>
                    <a:pt x="8356" y="43320"/>
                    <a:pt x="8498" y="43320"/>
                  </a:cubicBezTo>
                  <a:cubicBezTo>
                    <a:pt x="8617" y="43320"/>
                    <a:pt x="8750" y="43255"/>
                    <a:pt x="8917" y="43126"/>
                  </a:cubicBezTo>
                  <a:cubicBezTo>
                    <a:pt x="9230" y="42927"/>
                    <a:pt x="9485" y="42643"/>
                    <a:pt x="9712" y="42359"/>
                  </a:cubicBezTo>
                  <a:cubicBezTo>
                    <a:pt x="10110" y="41820"/>
                    <a:pt x="10564" y="41365"/>
                    <a:pt x="11104" y="40968"/>
                  </a:cubicBezTo>
                  <a:cubicBezTo>
                    <a:pt x="11445" y="40712"/>
                    <a:pt x="11757" y="40457"/>
                    <a:pt x="12070" y="40173"/>
                  </a:cubicBezTo>
                  <a:cubicBezTo>
                    <a:pt x="12893" y="39491"/>
                    <a:pt x="13745" y="38866"/>
                    <a:pt x="14654" y="38355"/>
                  </a:cubicBezTo>
                  <a:cubicBezTo>
                    <a:pt x="15250" y="37986"/>
                    <a:pt x="15847" y="37645"/>
                    <a:pt x="16471" y="37276"/>
                  </a:cubicBezTo>
                  <a:cubicBezTo>
                    <a:pt x="16670" y="37191"/>
                    <a:pt x="16784" y="36992"/>
                    <a:pt x="16784" y="36793"/>
                  </a:cubicBezTo>
                  <a:cubicBezTo>
                    <a:pt x="16755" y="35913"/>
                    <a:pt x="16699" y="35061"/>
                    <a:pt x="16585" y="34209"/>
                  </a:cubicBezTo>
                  <a:cubicBezTo>
                    <a:pt x="16358" y="32789"/>
                    <a:pt x="15847" y="31426"/>
                    <a:pt x="15080" y="30205"/>
                  </a:cubicBezTo>
                  <a:cubicBezTo>
                    <a:pt x="14796" y="29779"/>
                    <a:pt x="14569" y="29324"/>
                    <a:pt x="14370" y="28842"/>
                  </a:cubicBezTo>
                  <a:cubicBezTo>
                    <a:pt x="14285" y="28671"/>
                    <a:pt x="14228" y="28444"/>
                    <a:pt x="14228" y="28245"/>
                  </a:cubicBezTo>
                  <a:cubicBezTo>
                    <a:pt x="14200" y="27848"/>
                    <a:pt x="14512" y="27507"/>
                    <a:pt x="14909" y="27507"/>
                  </a:cubicBezTo>
                  <a:cubicBezTo>
                    <a:pt x="14948" y="27502"/>
                    <a:pt x="14988" y="27500"/>
                    <a:pt x="15029" y="27500"/>
                  </a:cubicBezTo>
                  <a:cubicBezTo>
                    <a:pt x="15223" y="27500"/>
                    <a:pt x="15426" y="27555"/>
                    <a:pt x="15591" y="27649"/>
                  </a:cubicBezTo>
                  <a:cubicBezTo>
                    <a:pt x="16159" y="27933"/>
                    <a:pt x="16670" y="28330"/>
                    <a:pt x="17039" y="28842"/>
                  </a:cubicBezTo>
                  <a:cubicBezTo>
                    <a:pt x="17352" y="29239"/>
                    <a:pt x="17636" y="29665"/>
                    <a:pt x="17863" y="30148"/>
                  </a:cubicBezTo>
                  <a:cubicBezTo>
                    <a:pt x="18658" y="31710"/>
                    <a:pt x="19255" y="33357"/>
                    <a:pt x="19652" y="35089"/>
                  </a:cubicBezTo>
                  <a:cubicBezTo>
                    <a:pt x="19681" y="35231"/>
                    <a:pt x="19652" y="35402"/>
                    <a:pt x="19851" y="35515"/>
                  </a:cubicBezTo>
                  <a:cubicBezTo>
                    <a:pt x="21697" y="34692"/>
                    <a:pt x="23628" y="34010"/>
                    <a:pt x="25502" y="33272"/>
                  </a:cubicBezTo>
                  <a:cubicBezTo>
                    <a:pt x="26496" y="32874"/>
                    <a:pt x="27490" y="32391"/>
                    <a:pt x="28456" y="31965"/>
                  </a:cubicBezTo>
                  <a:cubicBezTo>
                    <a:pt x="28711" y="31880"/>
                    <a:pt x="28882" y="31653"/>
                    <a:pt x="28853" y="31397"/>
                  </a:cubicBezTo>
                  <a:cubicBezTo>
                    <a:pt x="28882" y="30915"/>
                    <a:pt x="28939" y="30460"/>
                    <a:pt x="28967" y="29978"/>
                  </a:cubicBezTo>
                  <a:cubicBezTo>
                    <a:pt x="28995" y="29324"/>
                    <a:pt x="28939" y="28671"/>
                    <a:pt x="28768" y="28046"/>
                  </a:cubicBezTo>
                  <a:cubicBezTo>
                    <a:pt x="28427" y="26626"/>
                    <a:pt x="27604" y="25349"/>
                    <a:pt x="26468" y="24440"/>
                  </a:cubicBezTo>
                  <a:cubicBezTo>
                    <a:pt x="25815" y="23900"/>
                    <a:pt x="25133" y="23417"/>
                    <a:pt x="24395" y="22991"/>
                  </a:cubicBezTo>
                  <a:cubicBezTo>
                    <a:pt x="23855" y="22707"/>
                    <a:pt x="23287" y="22395"/>
                    <a:pt x="22748" y="22054"/>
                  </a:cubicBezTo>
                  <a:cubicBezTo>
                    <a:pt x="22435" y="21884"/>
                    <a:pt x="22180" y="21657"/>
                    <a:pt x="21924" y="21401"/>
                  </a:cubicBezTo>
                  <a:cubicBezTo>
                    <a:pt x="21612" y="21060"/>
                    <a:pt x="21555" y="20577"/>
                    <a:pt x="21754" y="20152"/>
                  </a:cubicBezTo>
                  <a:cubicBezTo>
                    <a:pt x="21867" y="19896"/>
                    <a:pt x="22009" y="19669"/>
                    <a:pt x="22236" y="19470"/>
                  </a:cubicBezTo>
                  <a:cubicBezTo>
                    <a:pt x="22492" y="19214"/>
                    <a:pt x="22804" y="19016"/>
                    <a:pt x="23174" y="18874"/>
                  </a:cubicBezTo>
                  <a:cubicBezTo>
                    <a:pt x="24058" y="18515"/>
                    <a:pt x="24942" y="18324"/>
                    <a:pt x="25818" y="18324"/>
                  </a:cubicBezTo>
                  <a:cubicBezTo>
                    <a:pt x="26884" y="18324"/>
                    <a:pt x="27938" y="18606"/>
                    <a:pt x="28967" y="19214"/>
                  </a:cubicBezTo>
                  <a:cubicBezTo>
                    <a:pt x="29677" y="19640"/>
                    <a:pt x="30330" y="20208"/>
                    <a:pt x="30898" y="20833"/>
                  </a:cubicBezTo>
                  <a:cubicBezTo>
                    <a:pt x="31835" y="21912"/>
                    <a:pt x="32574" y="23162"/>
                    <a:pt x="33056" y="24497"/>
                  </a:cubicBezTo>
                  <a:cubicBezTo>
                    <a:pt x="33397" y="25320"/>
                    <a:pt x="33653" y="26172"/>
                    <a:pt x="33823" y="27052"/>
                  </a:cubicBezTo>
                  <a:cubicBezTo>
                    <a:pt x="33823" y="27109"/>
                    <a:pt x="33823" y="27194"/>
                    <a:pt x="33908" y="27194"/>
                  </a:cubicBezTo>
                  <a:cubicBezTo>
                    <a:pt x="33965" y="27166"/>
                    <a:pt x="34050" y="27138"/>
                    <a:pt x="34079" y="27109"/>
                  </a:cubicBezTo>
                  <a:cubicBezTo>
                    <a:pt x="34136" y="27052"/>
                    <a:pt x="34164" y="26996"/>
                    <a:pt x="34221" y="26939"/>
                  </a:cubicBezTo>
                  <a:cubicBezTo>
                    <a:pt x="35754" y="24894"/>
                    <a:pt x="36549" y="22537"/>
                    <a:pt x="37004" y="20038"/>
                  </a:cubicBezTo>
                  <a:cubicBezTo>
                    <a:pt x="37061" y="19754"/>
                    <a:pt x="37004" y="19470"/>
                    <a:pt x="36862" y="19243"/>
                  </a:cubicBezTo>
                  <a:cubicBezTo>
                    <a:pt x="36578" y="18732"/>
                    <a:pt x="36322" y="18192"/>
                    <a:pt x="36010" y="17709"/>
                  </a:cubicBezTo>
                  <a:cubicBezTo>
                    <a:pt x="35101" y="16261"/>
                    <a:pt x="33738" y="15097"/>
                    <a:pt x="32176" y="14443"/>
                  </a:cubicBezTo>
                  <a:cubicBezTo>
                    <a:pt x="31296" y="14074"/>
                    <a:pt x="30415" y="13790"/>
                    <a:pt x="29535" y="13506"/>
                  </a:cubicBezTo>
                  <a:cubicBezTo>
                    <a:pt x="29052" y="13364"/>
                    <a:pt x="28598" y="13194"/>
                    <a:pt x="28143" y="13023"/>
                  </a:cubicBezTo>
                  <a:cubicBezTo>
                    <a:pt x="27888" y="12938"/>
                    <a:pt x="27661" y="12796"/>
                    <a:pt x="27462" y="12626"/>
                  </a:cubicBezTo>
                  <a:cubicBezTo>
                    <a:pt x="27007" y="12200"/>
                    <a:pt x="27093" y="11717"/>
                    <a:pt x="27689" y="11490"/>
                  </a:cubicBezTo>
                  <a:cubicBezTo>
                    <a:pt x="28030" y="11348"/>
                    <a:pt x="28427" y="11263"/>
                    <a:pt x="28825" y="11263"/>
                  </a:cubicBezTo>
                  <a:cubicBezTo>
                    <a:pt x="28904" y="11259"/>
                    <a:pt x="28984" y="11257"/>
                    <a:pt x="29063" y="11257"/>
                  </a:cubicBezTo>
                  <a:cubicBezTo>
                    <a:pt x="29608" y="11257"/>
                    <a:pt x="30154" y="11341"/>
                    <a:pt x="30699" y="11490"/>
                  </a:cubicBezTo>
                  <a:cubicBezTo>
                    <a:pt x="32744" y="11973"/>
                    <a:pt x="34675" y="12881"/>
                    <a:pt x="36322" y="14216"/>
                  </a:cubicBezTo>
                  <a:cubicBezTo>
                    <a:pt x="36493" y="14387"/>
                    <a:pt x="36720" y="14557"/>
                    <a:pt x="36947" y="14671"/>
                  </a:cubicBezTo>
                  <a:cubicBezTo>
                    <a:pt x="36890" y="14301"/>
                    <a:pt x="36805" y="13961"/>
                    <a:pt x="36663" y="13620"/>
                  </a:cubicBezTo>
                  <a:cubicBezTo>
                    <a:pt x="36180" y="12427"/>
                    <a:pt x="35556" y="11291"/>
                    <a:pt x="34817" y="10240"/>
                  </a:cubicBezTo>
                  <a:cubicBezTo>
                    <a:pt x="34505" y="9814"/>
                    <a:pt x="34164" y="9445"/>
                    <a:pt x="33766" y="9133"/>
                  </a:cubicBezTo>
                  <a:cubicBezTo>
                    <a:pt x="33170" y="8650"/>
                    <a:pt x="32545" y="8252"/>
                    <a:pt x="31864" y="7940"/>
                  </a:cubicBezTo>
                  <a:cubicBezTo>
                    <a:pt x="30675" y="7368"/>
                    <a:pt x="29384" y="7068"/>
                    <a:pt x="28084" y="7068"/>
                  </a:cubicBezTo>
                  <a:cubicBezTo>
                    <a:pt x="27706" y="7068"/>
                    <a:pt x="27328" y="7094"/>
                    <a:pt x="26951" y="7145"/>
                  </a:cubicBezTo>
                  <a:cubicBezTo>
                    <a:pt x="25985" y="7258"/>
                    <a:pt x="25048" y="7457"/>
                    <a:pt x="24111" y="7656"/>
                  </a:cubicBezTo>
                  <a:cubicBezTo>
                    <a:pt x="23287" y="7855"/>
                    <a:pt x="22464" y="8082"/>
                    <a:pt x="21697" y="8394"/>
                  </a:cubicBezTo>
                  <a:cubicBezTo>
                    <a:pt x="21562" y="8436"/>
                    <a:pt x="21472" y="8462"/>
                    <a:pt x="21408" y="8462"/>
                  </a:cubicBezTo>
                  <a:cubicBezTo>
                    <a:pt x="21295" y="8462"/>
                    <a:pt x="21258" y="8383"/>
                    <a:pt x="21186" y="8167"/>
                  </a:cubicBezTo>
                  <a:cubicBezTo>
                    <a:pt x="21015" y="7542"/>
                    <a:pt x="20760" y="6974"/>
                    <a:pt x="20447" y="6435"/>
                  </a:cubicBezTo>
                  <a:cubicBezTo>
                    <a:pt x="19169" y="4475"/>
                    <a:pt x="17749" y="2658"/>
                    <a:pt x="15761" y="1351"/>
                  </a:cubicBezTo>
                  <a:cubicBezTo>
                    <a:pt x="14995" y="840"/>
                    <a:pt x="14114" y="443"/>
                    <a:pt x="13234" y="215"/>
                  </a:cubicBezTo>
                  <a:cubicBezTo>
                    <a:pt x="12690" y="71"/>
                    <a:pt x="12138" y="0"/>
                    <a:pt x="115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01"/>
            <p:cNvSpPr/>
            <p:nvPr/>
          </p:nvSpPr>
          <p:spPr>
            <a:xfrm>
              <a:off x="2537000" y="1574725"/>
              <a:ext cx="314550" cy="800000"/>
            </a:xfrm>
            <a:custGeom>
              <a:rect b="b" l="l" r="r" t="t"/>
              <a:pathLst>
                <a:path extrusionOk="0" h="32000" w="12582">
                  <a:moveTo>
                    <a:pt x="12397" y="1"/>
                  </a:moveTo>
                  <a:cubicBezTo>
                    <a:pt x="12361" y="1"/>
                    <a:pt x="12326" y="8"/>
                    <a:pt x="12297" y="22"/>
                  </a:cubicBezTo>
                  <a:cubicBezTo>
                    <a:pt x="12155" y="79"/>
                    <a:pt x="12127" y="221"/>
                    <a:pt x="12042" y="335"/>
                  </a:cubicBezTo>
                  <a:cubicBezTo>
                    <a:pt x="11020" y="1641"/>
                    <a:pt x="10168" y="3061"/>
                    <a:pt x="9230" y="4424"/>
                  </a:cubicBezTo>
                  <a:cubicBezTo>
                    <a:pt x="8350" y="5730"/>
                    <a:pt x="7555" y="7093"/>
                    <a:pt x="6845" y="8485"/>
                  </a:cubicBezTo>
                  <a:cubicBezTo>
                    <a:pt x="6192" y="9706"/>
                    <a:pt x="5595" y="10927"/>
                    <a:pt x="4999" y="12177"/>
                  </a:cubicBezTo>
                  <a:cubicBezTo>
                    <a:pt x="4488" y="13284"/>
                    <a:pt x="4005" y="14392"/>
                    <a:pt x="3607" y="15556"/>
                  </a:cubicBezTo>
                  <a:cubicBezTo>
                    <a:pt x="3096" y="17005"/>
                    <a:pt x="2642" y="18481"/>
                    <a:pt x="2244" y="19958"/>
                  </a:cubicBezTo>
                  <a:cubicBezTo>
                    <a:pt x="1705" y="21946"/>
                    <a:pt x="1250" y="23934"/>
                    <a:pt x="824" y="25950"/>
                  </a:cubicBezTo>
                  <a:cubicBezTo>
                    <a:pt x="540" y="27228"/>
                    <a:pt x="342" y="28506"/>
                    <a:pt x="171" y="29813"/>
                  </a:cubicBezTo>
                  <a:cubicBezTo>
                    <a:pt x="86" y="30324"/>
                    <a:pt x="86" y="30892"/>
                    <a:pt x="1" y="31346"/>
                  </a:cubicBezTo>
                  <a:cubicBezTo>
                    <a:pt x="1" y="31545"/>
                    <a:pt x="1" y="31687"/>
                    <a:pt x="29" y="31829"/>
                  </a:cubicBezTo>
                  <a:cubicBezTo>
                    <a:pt x="29" y="31914"/>
                    <a:pt x="114" y="31999"/>
                    <a:pt x="200" y="31999"/>
                  </a:cubicBezTo>
                  <a:cubicBezTo>
                    <a:pt x="285" y="31999"/>
                    <a:pt x="342" y="31971"/>
                    <a:pt x="370" y="31914"/>
                  </a:cubicBezTo>
                  <a:cubicBezTo>
                    <a:pt x="484" y="31744"/>
                    <a:pt x="540" y="31573"/>
                    <a:pt x="540" y="31374"/>
                  </a:cubicBezTo>
                  <a:cubicBezTo>
                    <a:pt x="654" y="30324"/>
                    <a:pt x="796" y="29245"/>
                    <a:pt x="966" y="28194"/>
                  </a:cubicBezTo>
                  <a:cubicBezTo>
                    <a:pt x="1165" y="26802"/>
                    <a:pt x="1449" y="25439"/>
                    <a:pt x="1790" y="24076"/>
                  </a:cubicBezTo>
                  <a:cubicBezTo>
                    <a:pt x="2131" y="22514"/>
                    <a:pt x="2500" y="20980"/>
                    <a:pt x="2954" y="19475"/>
                  </a:cubicBezTo>
                  <a:cubicBezTo>
                    <a:pt x="3352" y="18084"/>
                    <a:pt x="3749" y="16692"/>
                    <a:pt x="4289" y="15329"/>
                  </a:cubicBezTo>
                  <a:cubicBezTo>
                    <a:pt x="5283" y="12716"/>
                    <a:pt x="6476" y="10161"/>
                    <a:pt x="7867" y="7718"/>
                  </a:cubicBezTo>
                  <a:cubicBezTo>
                    <a:pt x="8151" y="7207"/>
                    <a:pt x="8407" y="6696"/>
                    <a:pt x="8719" y="6213"/>
                  </a:cubicBezTo>
                  <a:cubicBezTo>
                    <a:pt x="9372" y="5162"/>
                    <a:pt x="10026" y="4168"/>
                    <a:pt x="10679" y="3146"/>
                  </a:cubicBezTo>
                  <a:cubicBezTo>
                    <a:pt x="11218" y="2322"/>
                    <a:pt x="11758" y="1499"/>
                    <a:pt x="12297" y="675"/>
                  </a:cubicBezTo>
                  <a:cubicBezTo>
                    <a:pt x="12411" y="533"/>
                    <a:pt x="12496" y="363"/>
                    <a:pt x="12581" y="193"/>
                  </a:cubicBezTo>
                  <a:cubicBezTo>
                    <a:pt x="12581" y="136"/>
                    <a:pt x="12553" y="51"/>
                    <a:pt x="12496" y="22"/>
                  </a:cubicBezTo>
                  <a:cubicBezTo>
                    <a:pt x="12468" y="8"/>
                    <a:pt x="12432" y="1"/>
                    <a:pt x="12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01"/>
            <p:cNvSpPr/>
            <p:nvPr/>
          </p:nvSpPr>
          <p:spPr>
            <a:xfrm>
              <a:off x="2537000" y="1512575"/>
              <a:ext cx="712850" cy="906150"/>
            </a:xfrm>
            <a:custGeom>
              <a:rect b="b" l="l" r="r" t="t"/>
              <a:pathLst>
                <a:path extrusionOk="0" h="36246" w="28514">
                  <a:moveTo>
                    <a:pt x="14743" y="6395"/>
                  </a:moveTo>
                  <a:cubicBezTo>
                    <a:pt x="15104" y="6395"/>
                    <a:pt x="15464" y="6425"/>
                    <a:pt x="15819" y="6484"/>
                  </a:cubicBezTo>
                  <a:cubicBezTo>
                    <a:pt x="16444" y="6569"/>
                    <a:pt x="17040" y="6740"/>
                    <a:pt x="17636" y="6995"/>
                  </a:cubicBezTo>
                  <a:cubicBezTo>
                    <a:pt x="17892" y="7109"/>
                    <a:pt x="18119" y="7279"/>
                    <a:pt x="18290" y="7478"/>
                  </a:cubicBezTo>
                  <a:cubicBezTo>
                    <a:pt x="18517" y="7705"/>
                    <a:pt x="18602" y="8018"/>
                    <a:pt x="18517" y="8330"/>
                  </a:cubicBezTo>
                  <a:cubicBezTo>
                    <a:pt x="18403" y="8614"/>
                    <a:pt x="18148" y="8813"/>
                    <a:pt x="17835" y="8841"/>
                  </a:cubicBezTo>
                  <a:cubicBezTo>
                    <a:pt x="17722" y="8841"/>
                    <a:pt x="17636" y="8869"/>
                    <a:pt x="17551" y="8869"/>
                  </a:cubicBezTo>
                  <a:cubicBezTo>
                    <a:pt x="17068" y="8841"/>
                    <a:pt x="16586" y="8756"/>
                    <a:pt x="16103" y="8614"/>
                  </a:cubicBezTo>
                  <a:cubicBezTo>
                    <a:pt x="15137" y="8330"/>
                    <a:pt x="14143" y="8160"/>
                    <a:pt x="13149" y="8103"/>
                  </a:cubicBezTo>
                  <a:cubicBezTo>
                    <a:pt x="12951" y="8103"/>
                    <a:pt x="12723" y="8046"/>
                    <a:pt x="12525" y="7989"/>
                  </a:cubicBezTo>
                  <a:cubicBezTo>
                    <a:pt x="12127" y="7876"/>
                    <a:pt x="12013" y="7364"/>
                    <a:pt x="12354" y="7080"/>
                  </a:cubicBezTo>
                  <a:cubicBezTo>
                    <a:pt x="12581" y="6825"/>
                    <a:pt x="12894" y="6626"/>
                    <a:pt x="13235" y="6569"/>
                  </a:cubicBezTo>
                  <a:cubicBezTo>
                    <a:pt x="13732" y="6453"/>
                    <a:pt x="14238" y="6395"/>
                    <a:pt x="14743" y="6395"/>
                  </a:cubicBezTo>
                  <a:close/>
                  <a:moveTo>
                    <a:pt x="8662" y="15401"/>
                  </a:moveTo>
                  <a:cubicBezTo>
                    <a:pt x="9003" y="15401"/>
                    <a:pt x="9316" y="15486"/>
                    <a:pt x="9628" y="15628"/>
                  </a:cubicBezTo>
                  <a:cubicBezTo>
                    <a:pt x="9742" y="15685"/>
                    <a:pt x="9855" y="15770"/>
                    <a:pt x="9997" y="15827"/>
                  </a:cubicBezTo>
                  <a:cubicBezTo>
                    <a:pt x="11729" y="17020"/>
                    <a:pt x="13235" y="18440"/>
                    <a:pt x="14115" y="20428"/>
                  </a:cubicBezTo>
                  <a:cubicBezTo>
                    <a:pt x="14371" y="20967"/>
                    <a:pt x="14541" y="21564"/>
                    <a:pt x="14655" y="22160"/>
                  </a:cubicBezTo>
                  <a:cubicBezTo>
                    <a:pt x="14740" y="22558"/>
                    <a:pt x="14683" y="23012"/>
                    <a:pt x="14513" y="23381"/>
                  </a:cubicBezTo>
                  <a:cubicBezTo>
                    <a:pt x="14411" y="23707"/>
                    <a:pt x="14104" y="23902"/>
                    <a:pt x="13782" y="23902"/>
                  </a:cubicBezTo>
                  <a:cubicBezTo>
                    <a:pt x="13655" y="23902"/>
                    <a:pt x="13525" y="23871"/>
                    <a:pt x="13405" y="23807"/>
                  </a:cubicBezTo>
                  <a:cubicBezTo>
                    <a:pt x="13206" y="23694"/>
                    <a:pt x="13007" y="23552"/>
                    <a:pt x="12865" y="23353"/>
                  </a:cubicBezTo>
                  <a:cubicBezTo>
                    <a:pt x="12610" y="23041"/>
                    <a:pt x="12354" y="22671"/>
                    <a:pt x="12155" y="22302"/>
                  </a:cubicBezTo>
                  <a:cubicBezTo>
                    <a:pt x="11559" y="21251"/>
                    <a:pt x="10821" y="20286"/>
                    <a:pt x="9940" y="19434"/>
                  </a:cubicBezTo>
                  <a:cubicBezTo>
                    <a:pt x="9486" y="18951"/>
                    <a:pt x="9032" y="18497"/>
                    <a:pt x="8577" y="18042"/>
                  </a:cubicBezTo>
                  <a:cubicBezTo>
                    <a:pt x="8265" y="17730"/>
                    <a:pt x="8009" y="17389"/>
                    <a:pt x="7782" y="17048"/>
                  </a:cubicBezTo>
                  <a:cubicBezTo>
                    <a:pt x="7640" y="16850"/>
                    <a:pt x="7583" y="16622"/>
                    <a:pt x="7555" y="16395"/>
                  </a:cubicBezTo>
                  <a:cubicBezTo>
                    <a:pt x="7555" y="15799"/>
                    <a:pt x="8009" y="15401"/>
                    <a:pt x="8662" y="15401"/>
                  </a:cubicBezTo>
                  <a:close/>
                  <a:moveTo>
                    <a:pt x="4214" y="27387"/>
                  </a:moveTo>
                  <a:cubicBezTo>
                    <a:pt x="4278" y="27387"/>
                    <a:pt x="4350" y="27406"/>
                    <a:pt x="4431" y="27442"/>
                  </a:cubicBezTo>
                  <a:cubicBezTo>
                    <a:pt x="4942" y="27670"/>
                    <a:pt x="5056" y="28096"/>
                    <a:pt x="5084" y="28663"/>
                  </a:cubicBezTo>
                  <a:cubicBezTo>
                    <a:pt x="5056" y="28805"/>
                    <a:pt x="5027" y="28976"/>
                    <a:pt x="4999" y="29118"/>
                  </a:cubicBezTo>
                  <a:cubicBezTo>
                    <a:pt x="4942" y="29317"/>
                    <a:pt x="4800" y="29459"/>
                    <a:pt x="4601" y="29487"/>
                  </a:cubicBezTo>
                  <a:cubicBezTo>
                    <a:pt x="4403" y="29487"/>
                    <a:pt x="4204" y="29402"/>
                    <a:pt x="4119" y="29231"/>
                  </a:cubicBezTo>
                  <a:cubicBezTo>
                    <a:pt x="4062" y="29146"/>
                    <a:pt x="4005" y="29033"/>
                    <a:pt x="3977" y="28919"/>
                  </a:cubicBezTo>
                  <a:cubicBezTo>
                    <a:pt x="3835" y="28521"/>
                    <a:pt x="3806" y="28096"/>
                    <a:pt x="3920" y="27670"/>
                  </a:cubicBezTo>
                  <a:cubicBezTo>
                    <a:pt x="3978" y="27475"/>
                    <a:pt x="4076" y="27387"/>
                    <a:pt x="4214" y="27387"/>
                  </a:cubicBezTo>
                  <a:close/>
                  <a:moveTo>
                    <a:pt x="19554" y="1"/>
                  </a:moveTo>
                  <a:cubicBezTo>
                    <a:pt x="19189" y="1"/>
                    <a:pt x="18824" y="23"/>
                    <a:pt x="18460" y="66"/>
                  </a:cubicBezTo>
                  <a:cubicBezTo>
                    <a:pt x="17494" y="208"/>
                    <a:pt x="16557" y="378"/>
                    <a:pt x="15620" y="605"/>
                  </a:cubicBezTo>
                  <a:cubicBezTo>
                    <a:pt x="14797" y="776"/>
                    <a:pt x="13973" y="1031"/>
                    <a:pt x="13206" y="1315"/>
                  </a:cubicBezTo>
                  <a:cubicBezTo>
                    <a:pt x="13073" y="1367"/>
                    <a:pt x="12984" y="1396"/>
                    <a:pt x="12919" y="1396"/>
                  </a:cubicBezTo>
                  <a:cubicBezTo>
                    <a:pt x="12805" y="1396"/>
                    <a:pt x="12768" y="1306"/>
                    <a:pt x="12695" y="1088"/>
                  </a:cubicBezTo>
                  <a:lnTo>
                    <a:pt x="12297" y="2508"/>
                  </a:lnTo>
                  <a:cubicBezTo>
                    <a:pt x="12326" y="2494"/>
                    <a:pt x="12354" y="2487"/>
                    <a:pt x="12386" y="2487"/>
                  </a:cubicBezTo>
                  <a:cubicBezTo>
                    <a:pt x="12418" y="2487"/>
                    <a:pt x="12454" y="2494"/>
                    <a:pt x="12496" y="2508"/>
                  </a:cubicBezTo>
                  <a:cubicBezTo>
                    <a:pt x="12525" y="2565"/>
                    <a:pt x="12553" y="2622"/>
                    <a:pt x="12553" y="2679"/>
                  </a:cubicBezTo>
                  <a:cubicBezTo>
                    <a:pt x="12496" y="2849"/>
                    <a:pt x="12383" y="3019"/>
                    <a:pt x="12297" y="3161"/>
                  </a:cubicBezTo>
                  <a:cubicBezTo>
                    <a:pt x="11758" y="3985"/>
                    <a:pt x="11190" y="4808"/>
                    <a:pt x="10679" y="5632"/>
                  </a:cubicBezTo>
                  <a:cubicBezTo>
                    <a:pt x="9997" y="6654"/>
                    <a:pt x="9344" y="7677"/>
                    <a:pt x="8719" y="8699"/>
                  </a:cubicBezTo>
                  <a:cubicBezTo>
                    <a:pt x="8407" y="9182"/>
                    <a:pt x="8123" y="9721"/>
                    <a:pt x="7839" y="10233"/>
                  </a:cubicBezTo>
                  <a:cubicBezTo>
                    <a:pt x="6476" y="12675"/>
                    <a:pt x="5283" y="15202"/>
                    <a:pt x="4261" y="17815"/>
                  </a:cubicBezTo>
                  <a:cubicBezTo>
                    <a:pt x="3749" y="19178"/>
                    <a:pt x="3352" y="20570"/>
                    <a:pt x="2926" y="21961"/>
                  </a:cubicBezTo>
                  <a:cubicBezTo>
                    <a:pt x="2500" y="23466"/>
                    <a:pt x="2131" y="25028"/>
                    <a:pt x="1761" y="26562"/>
                  </a:cubicBezTo>
                  <a:cubicBezTo>
                    <a:pt x="1449" y="27925"/>
                    <a:pt x="1165" y="29288"/>
                    <a:pt x="938" y="30680"/>
                  </a:cubicBezTo>
                  <a:cubicBezTo>
                    <a:pt x="767" y="31759"/>
                    <a:pt x="626" y="32810"/>
                    <a:pt x="540" y="33889"/>
                  </a:cubicBezTo>
                  <a:cubicBezTo>
                    <a:pt x="512" y="34059"/>
                    <a:pt x="455" y="34230"/>
                    <a:pt x="370" y="34400"/>
                  </a:cubicBezTo>
                  <a:cubicBezTo>
                    <a:pt x="313" y="34457"/>
                    <a:pt x="256" y="34485"/>
                    <a:pt x="200" y="34485"/>
                  </a:cubicBezTo>
                  <a:lnTo>
                    <a:pt x="171" y="34485"/>
                  </a:lnTo>
                  <a:cubicBezTo>
                    <a:pt x="114" y="35053"/>
                    <a:pt x="58" y="35650"/>
                    <a:pt x="1" y="36246"/>
                  </a:cubicBezTo>
                  <a:cubicBezTo>
                    <a:pt x="143" y="36218"/>
                    <a:pt x="285" y="36161"/>
                    <a:pt x="398" y="36076"/>
                  </a:cubicBezTo>
                  <a:cubicBezTo>
                    <a:pt x="711" y="35848"/>
                    <a:pt x="966" y="35564"/>
                    <a:pt x="1193" y="35280"/>
                  </a:cubicBezTo>
                  <a:cubicBezTo>
                    <a:pt x="1591" y="34741"/>
                    <a:pt x="2045" y="34286"/>
                    <a:pt x="2585" y="33889"/>
                  </a:cubicBezTo>
                  <a:cubicBezTo>
                    <a:pt x="2926" y="33633"/>
                    <a:pt x="3238" y="33378"/>
                    <a:pt x="3551" y="33094"/>
                  </a:cubicBezTo>
                  <a:cubicBezTo>
                    <a:pt x="4374" y="32412"/>
                    <a:pt x="5226" y="31816"/>
                    <a:pt x="6135" y="31276"/>
                  </a:cubicBezTo>
                  <a:cubicBezTo>
                    <a:pt x="6731" y="30907"/>
                    <a:pt x="7328" y="30566"/>
                    <a:pt x="7952" y="30197"/>
                  </a:cubicBezTo>
                  <a:cubicBezTo>
                    <a:pt x="8151" y="30112"/>
                    <a:pt x="8265" y="29913"/>
                    <a:pt x="8265" y="29714"/>
                  </a:cubicBezTo>
                  <a:cubicBezTo>
                    <a:pt x="8236" y="28834"/>
                    <a:pt x="8180" y="27982"/>
                    <a:pt x="8066" y="27130"/>
                  </a:cubicBezTo>
                  <a:cubicBezTo>
                    <a:pt x="7839" y="25710"/>
                    <a:pt x="7328" y="24347"/>
                    <a:pt x="6561" y="23154"/>
                  </a:cubicBezTo>
                  <a:cubicBezTo>
                    <a:pt x="6277" y="22728"/>
                    <a:pt x="6021" y="22274"/>
                    <a:pt x="5851" y="21791"/>
                  </a:cubicBezTo>
                  <a:cubicBezTo>
                    <a:pt x="5766" y="21592"/>
                    <a:pt x="5709" y="21393"/>
                    <a:pt x="5709" y="21166"/>
                  </a:cubicBezTo>
                  <a:cubicBezTo>
                    <a:pt x="5681" y="20769"/>
                    <a:pt x="5993" y="20456"/>
                    <a:pt x="6390" y="20428"/>
                  </a:cubicBezTo>
                  <a:cubicBezTo>
                    <a:pt x="6618" y="20428"/>
                    <a:pt x="6845" y="20485"/>
                    <a:pt x="7072" y="20598"/>
                  </a:cubicBezTo>
                  <a:cubicBezTo>
                    <a:pt x="7640" y="20854"/>
                    <a:pt x="8123" y="21251"/>
                    <a:pt x="8520" y="21763"/>
                  </a:cubicBezTo>
                  <a:cubicBezTo>
                    <a:pt x="8833" y="22189"/>
                    <a:pt x="9088" y="22615"/>
                    <a:pt x="9344" y="23069"/>
                  </a:cubicBezTo>
                  <a:cubicBezTo>
                    <a:pt x="10139" y="24631"/>
                    <a:pt x="10736" y="26306"/>
                    <a:pt x="11105" y="28010"/>
                  </a:cubicBezTo>
                  <a:cubicBezTo>
                    <a:pt x="11133" y="28152"/>
                    <a:pt x="11133" y="28351"/>
                    <a:pt x="11332" y="28436"/>
                  </a:cubicBezTo>
                  <a:cubicBezTo>
                    <a:pt x="13178" y="27613"/>
                    <a:pt x="15081" y="26931"/>
                    <a:pt x="16983" y="26193"/>
                  </a:cubicBezTo>
                  <a:cubicBezTo>
                    <a:pt x="17977" y="25795"/>
                    <a:pt x="18943" y="25341"/>
                    <a:pt x="19937" y="24915"/>
                  </a:cubicBezTo>
                  <a:cubicBezTo>
                    <a:pt x="20192" y="24830"/>
                    <a:pt x="20334" y="24574"/>
                    <a:pt x="20334" y="24318"/>
                  </a:cubicBezTo>
                  <a:cubicBezTo>
                    <a:pt x="20334" y="23864"/>
                    <a:pt x="20391" y="23381"/>
                    <a:pt x="20420" y="22927"/>
                  </a:cubicBezTo>
                  <a:cubicBezTo>
                    <a:pt x="20476" y="22274"/>
                    <a:pt x="20420" y="21621"/>
                    <a:pt x="20249" y="20967"/>
                  </a:cubicBezTo>
                  <a:cubicBezTo>
                    <a:pt x="19880" y="19547"/>
                    <a:pt x="19085" y="18298"/>
                    <a:pt x="17949" y="17389"/>
                  </a:cubicBezTo>
                  <a:cubicBezTo>
                    <a:pt x="17296" y="16821"/>
                    <a:pt x="16586" y="16338"/>
                    <a:pt x="15876" y="15941"/>
                  </a:cubicBezTo>
                  <a:cubicBezTo>
                    <a:pt x="15308" y="15628"/>
                    <a:pt x="14768" y="15316"/>
                    <a:pt x="14229" y="15004"/>
                  </a:cubicBezTo>
                  <a:cubicBezTo>
                    <a:pt x="13916" y="14833"/>
                    <a:pt x="13632" y="14606"/>
                    <a:pt x="13405" y="14350"/>
                  </a:cubicBezTo>
                  <a:cubicBezTo>
                    <a:pt x="13093" y="14010"/>
                    <a:pt x="13007" y="13498"/>
                    <a:pt x="13206" y="13101"/>
                  </a:cubicBezTo>
                  <a:cubicBezTo>
                    <a:pt x="13320" y="12845"/>
                    <a:pt x="13490" y="12590"/>
                    <a:pt x="13689" y="12419"/>
                  </a:cubicBezTo>
                  <a:cubicBezTo>
                    <a:pt x="13973" y="12164"/>
                    <a:pt x="14285" y="11937"/>
                    <a:pt x="14626" y="11795"/>
                  </a:cubicBezTo>
                  <a:cubicBezTo>
                    <a:pt x="15523" y="11449"/>
                    <a:pt x="16408" y="11259"/>
                    <a:pt x="17281" y="11259"/>
                  </a:cubicBezTo>
                  <a:cubicBezTo>
                    <a:pt x="18345" y="11259"/>
                    <a:pt x="19391" y="11540"/>
                    <a:pt x="20420" y="12164"/>
                  </a:cubicBezTo>
                  <a:cubicBezTo>
                    <a:pt x="21158" y="12590"/>
                    <a:pt x="21811" y="13129"/>
                    <a:pt x="22351" y="13782"/>
                  </a:cubicBezTo>
                  <a:cubicBezTo>
                    <a:pt x="23288" y="14833"/>
                    <a:pt x="24026" y="16083"/>
                    <a:pt x="24537" y="17418"/>
                  </a:cubicBezTo>
                  <a:cubicBezTo>
                    <a:pt x="24850" y="18241"/>
                    <a:pt x="25105" y="19121"/>
                    <a:pt x="25276" y="19973"/>
                  </a:cubicBezTo>
                  <a:cubicBezTo>
                    <a:pt x="25276" y="20059"/>
                    <a:pt x="25276" y="20144"/>
                    <a:pt x="25389" y="20144"/>
                  </a:cubicBezTo>
                  <a:cubicBezTo>
                    <a:pt x="25446" y="20115"/>
                    <a:pt x="25503" y="20059"/>
                    <a:pt x="25560" y="20030"/>
                  </a:cubicBezTo>
                  <a:cubicBezTo>
                    <a:pt x="25588" y="19973"/>
                    <a:pt x="25645" y="19917"/>
                    <a:pt x="25673" y="19860"/>
                  </a:cubicBezTo>
                  <a:cubicBezTo>
                    <a:pt x="27207" y="17787"/>
                    <a:pt x="28002" y="15458"/>
                    <a:pt x="28456" y="12959"/>
                  </a:cubicBezTo>
                  <a:cubicBezTo>
                    <a:pt x="28513" y="12675"/>
                    <a:pt x="28485" y="12391"/>
                    <a:pt x="28343" y="12135"/>
                  </a:cubicBezTo>
                  <a:cubicBezTo>
                    <a:pt x="28059" y="11624"/>
                    <a:pt x="27803" y="11113"/>
                    <a:pt x="27462" y="10630"/>
                  </a:cubicBezTo>
                  <a:cubicBezTo>
                    <a:pt x="26554" y="9153"/>
                    <a:pt x="25219" y="8018"/>
                    <a:pt x="23629" y="7364"/>
                  </a:cubicBezTo>
                  <a:cubicBezTo>
                    <a:pt x="22748" y="6995"/>
                    <a:pt x="21868" y="6683"/>
                    <a:pt x="20988" y="6427"/>
                  </a:cubicBezTo>
                  <a:cubicBezTo>
                    <a:pt x="20505" y="6257"/>
                    <a:pt x="20050" y="6115"/>
                    <a:pt x="19596" y="5944"/>
                  </a:cubicBezTo>
                  <a:cubicBezTo>
                    <a:pt x="19340" y="5859"/>
                    <a:pt x="19113" y="5717"/>
                    <a:pt x="18943" y="5547"/>
                  </a:cubicBezTo>
                  <a:cubicBezTo>
                    <a:pt x="18488" y="5121"/>
                    <a:pt x="18574" y="4638"/>
                    <a:pt x="19170" y="4411"/>
                  </a:cubicBezTo>
                  <a:cubicBezTo>
                    <a:pt x="19539" y="4269"/>
                    <a:pt x="19908" y="4184"/>
                    <a:pt x="20306" y="4155"/>
                  </a:cubicBezTo>
                  <a:cubicBezTo>
                    <a:pt x="20959" y="4155"/>
                    <a:pt x="21584" y="4212"/>
                    <a:pt x="22209" y="4382"/>
                  </a:cubicBezTo>
                  <a:cubicBezTo>
                    <a:pt x="24253" y="4865"/>
                    <a:pt x="26185" y="5802"/>
                    <a:pt x="27832" y="7137"/>
                  </a:cubicBezTo>
                  <a:cubicBezTo>
                    <a:pt x="28002" y="7336"/>
                    <a:pt x="28201" y="7478"/>
                    <a:pt x="28456" y="7592"/>
                  </a:cubicBezTo>
                  <a:cubicBezTo>
                    <a:pt x="28400" y="7251"/>
                    <a:pt x="28286" y="6882"/>
                    <a:pt x="28144" y="6569"/>
                  </a:cubicBezTo>
                  <a:cubicBezTo>
                    <a:pt x="27690" y="5348"/>
                    <a:pt x="27065" y="4212"/>
                    <a:pt x="26327" y="3161"/>
                  </a:cubicBezTo>
                  <a:cubicBezTo>
                    <a:pt x="26014" y="2764"/>
                    <a:pt x="25645" y="2395"/>
                    <a:pt x="25247" y="2054"/>
                  </a:cubicBezTo>
                  <a:cubicBezTo>
                    <a:pt x="24679" y="1571"/>
                    <a:pt x="24026" y="1173"/>
                    <a:pt x="23345" y="861"/>
                  </a:cubicBezTo>
                  <a:cubicBezTo>
                    <a:pt x="22167" y="283"/>
                    <a:pt x="20867" y="1"/>
                    <a:pt x="195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01"/>
            <p:cNvSpPr/>
            <p:nvPr/>
          </p:nvSpPr>
          <p:spPr>
            <a:xfrm>
              <a:off x="2784075" y="1613600"/>
              <a:ext cx="31275" cy="46875"/>
            </a:xfrm>
            <a:custGeom>
              <a:rect b="b" l="l" r="r" t="t"/>
              <a:pathLst>
                <a:path extrusionOk="0" h="1875" w="1251">
                  <a:moveTo>
                    <a:pt x="1250" y="1"/>
                  </a:moveTo>
                  <a:lnTo>
                    <a:pt x="1250" y="1"/>
                  </a:lnTo>
                  <a:cubicBezTo>
                    <a:pt x="1117" y="195"/>
                    <a:pt x="987" y="390"/>
                    <a:pt x="858" y="585"/>
                  </a:cubicBezTo>
                  <a:lnTo>
                    <a:pt x="858" y="585"/>
                  </a:lnTo>
                  <a:cubicBezTo>
                    <a:pt x="999" y="376"/>
                    <a:pt x="1130" y="181"/>
                    <a:pt x="1250" y="1"/>
                  </a:cubicBezTo>
                  <a:close/>
                  <a:moveTo>
                    <a:pt x="858" y="585"/>
                  </a:moveTo>
                  <a:cubicBezTo>
                    <a:pt x="601" y="968"/>
                    <a:pt x="313" y="1398"/>
                    <a:pt x="1" y="1875"/>
                  </a:cubicBezTo>
                  <a:cubicBezTo>
                    <a:pt x="294" y="1445"/>
                    <a:pt x="573" y="1015"/>
                    <a:pt x="858" y="585"/>
                  </a:cubicBezTo>
                  <a:close/>
                </a:path>
              </a:pathLst>
            </a:custGeom>
            <a:solidFill>
              <a:srgbClr val="578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01"/>
            <p:cNvSpPr/>
            <p:nvPr/>
          </p:nvSpPr>
          <p:spPr>
            <a:xfrm>
              <a:off x="3592025" y="1198950"/>
              <a:ext cx="805125" cy="796950"/>
            </a:xfrm>
            <a:custGeom>
              <a:rect b="b" l="l" r="r" t="t"/>
              <a:pathLst>
                <a:path extrusionOk="0" h="31878" w="32205">
                  <a:moveTo>
                    <a:pt x="13973" y="5284"/>
                  </a:moveTo>
                  <a:cubicBezTo>
                    <a:pt x="14172" y="5312"/>
                    <a:pt x="14342" y="5511"/>
                    <a:pt x="14342" y="5710"/>
                  </a:cubicBezTo>
                  <a:cubicBezTo>
                    <a:pt x="14370" y="5965"/>
                    <a:pt x="14200" y="6164"/>
                    <a:pt x="13944" y="6193"/>
                  </a:cubicBezTo>
                  <a:cubicBezTo>
                    <a:pt x="13717" y="6164"/>
                    <a:pt x="13575" y="5994"/>
                    <a:pt x="13575" y="5767"/>
                  </a:cubicBezTo>
                  <a:cubicBezTo>
                    <a:pt x="13547" y="5539"/>
                    <a:pt x="13717" y="5312"/>
                    <a:pt x="13973" y="5284"/>
                  </a:cubicBezTo>
                  <a:close/>
                  <a:moveTo>
                    <a:pt x="19114" y="8755"/>
                  </a:moveTo>
                  <a:cubicBezTo>
                    <a:pt x="19269" y="8755"/>
                    <a:pt x="19426" y="8791"/>
                    <a:pt x="19567" y="8862"/>
                  </a:cubicBezTo>
                  <a:cubicBezTo>
                    <a:pt x="19766" y="8947"/>
                    <a:pt x="19908" y="9175"/>
                    <a:pt x="19880" y="9430"/>
                  </a:cubicBezTo>
                  <a:cubicBezTo>
                    <a:pt x="19851" y="9657"/>
                    <a:pt x="19653" y="9856"/>
                    <a:pt x="19425" y="9885"/>
                  </a:cubicBezTo>
                  <a:cubicBezTo>
                    <a:pt x="19312" y="9913"/>
                    <a:pt x="19227" y="9913"/>
                    <a:pt x="19170" y="9913"/>
                  </a:cubicBezTo>
                  <a:cubicBezTo>
                    <a:pt x="18801" y="9913"/>
                    <a:pt x="18488" y="9657"/>
                    <a:pt x="18403" y="9288"/>
                  </a:cubicBezTo>
                  <a:cubicBezTo>
                    <a:pt x="18375" y="9175"/>
                    <a:pt x="18431" y="9061"/>
                    <a:pt x="18517" y="8976"/>
                  </a:cubicBezTo>
                  <a:cubicBezTo>
                    <a:pt x="18682" y="8827"/>
                    <a:pt x="18897" y="8755"/>
                    <a:pt x="19114" y="8755"/>
                  </a:cubicBezTo>
                  <a:close/>
                  <a:moveTo>
                    <a:pt x="10403" y="8920"/>
                  </a:moveTo>
                  <a:cubicBezTo>
                    <a:pt x="10579" y="8920"/>
                    <a:pt x="10707" y="9075"/>
                    <a:pt x="10707" y="9317"/>
                  </a:cubicBezTo>
                  <a:cubicBezTo>
                    <a:pt x="10650" y="9941"/>
                    <a:pt x="10309" y="10481"/>
                    <a:pt x="9770" y="10793"/>
                  </a:cubicBezTo>
                  <a:cubicBezTo>
                    <a:pt x="9714" y="10814"/>
                    <a:pt x="9658" y="10823"/>
                    <a:pt x="9604" y="10823"/>
                  </a:cubicBezTo>
                  <a:cubicBezTo>
                    <a:pt x="9356" y="10823"/>
                    <a:pt x="9145" y="10624"/>
                    <a:pt x="9145" y="10367"/>
                  </a:cubicBezTo>
                  <a:cubicBezTo>
                    <a:pt x="9145" y="10254"/>
                    <a:pt x="9173" y="10169"/>
                    <a:pt x="9202" y="10083"/>
                  </a:cubicBezTo>
                  <a:cubicBezTo>
                    <a:pt x="9429" y="9629"/>
                    <a:pt x="9741" y="9260"/>
                    <a:pt x="10167" y="9004"/>
                  </a:cubicBezTo>
                  <a:cubicBezTo>
                    <a:pt x="10250" y="8946"/>
                    <a:pt x="10331" y="8920"/>
                    <a:pt x="10403" y="8920"/>
                  </a:cubicBezTo>
                  <a:close/>
                  <a:moveTo>
                    <a:pt x="24452" y="13633"/>
                  </a:moveTo>
                  <a:cubicBezTo>
                    <a:pt x="25304" y="13662"/>
                    <a:pt x="26156" y="13974"/>
                    <a:pt x="26809" y="14542"/>
                  </a:cubicBezTo>
                  <a:cubicBezTo>
                    <a:pt x="26951" y="14656"/>
                    <a:pt x="27093" y="14798"/>
                    <a:pt x="27178" y="14968"/>
                  </a:cubicBezTo>
                  <a:cubicBezTo>
                    <a:pt x="27377" y="15337"/>
                    <a:pt x="27122" y="15791"/>
                    <a:pt x="26724" y="15791"/>
                  </a:cubicBezTo>
                  <a:cubicBezTo>
                    <a:pt x="26582" y="15791"/>
                    <a:pt x="26440" y="15791"/>
                    <a:pt x="26298" y="15763"/>
                  </a:cubicBezTo>
                  <a:cubicBezTo>
                    <a:pt x="25588" y="15621"/>
                    <a:pt x="24878" y="15366"/>
                    <a:pt x="24253" y="14996"/>
                  </a:cubicBezTo>
                  <a:cubicBezTo>
                    <a:pt x="24054" y="14883"/>
                    <a:pt x="23884" y="14712"/>
                    <a:pt x="23742" y="14542"/>
                  </a:cubicBezTo>
                  <a:cubicBezTo>
                    <a:pt x="23515" y="14201"/>
                    <a:pt x="23685" y="13718"/>
                    <a:pt x="24111" y="13662"/>
                  </a:cubicBezTo>
                  <a:cubicBezTo>
                    <a:pt x="24225" y="13633"/>
                    <a:pt x="24338" y="13633"/>
                    <a:pt x="24452" y="13633"/>
                  </a:cubicBezTo>
                  <a:close/>
                  <a:moveTo>
                    <a:pt x="15374" y="13555"/>
                  </a:moveTo>
                  <a:cubicBezTo>
                    <a:pt x="15595" y="13555"/>
                    <a:pt x="15817" y="13674"/>
                    <a:pt x="15932" y="13889"/>
                  </a:cubicBezTo>
                  <a:cubicBezTo>
                    <a:pt x="16074" y="14116"/>
                    <a:pt x="16131" y="14400"/>
                    <a:pt x="16103" y="14684"/>
                  </a:cubicBezTo>
                  <a:cubicBezTo>
                    <a:pt x="16074" y="14940"/>
                    <a:pt x="16018" y="15195"/>
                    <a:pt x="15961" y="15451"/>
                  </a:cubicBezTo>
                  <a:cubicBezTo>
                    <a:pt x="15790" y="16104"/>
                    <a:pt x="15620" y="16757"/>
                    <a:pt x="15450" y="17410"/>
                  </a:cubicBezTo>
                  <a:cubicBezTo>
                    <a:pt x="15364" y="17666"/>
                    <a:pt x="15279" y="17921"/>
                    <a:pt x="15166" y="18177"/>
                  </a:cubicBezTo>
                  <a:cubicBezTo>
                    <a:pt x="15088" y="18359"/>
                    <a:pt x="14915" y="18493"/>
                    <a:pt x="14712" y="18493"/>
                  </a:cubicBezTo>
                  <a:cubicBezTo>
                    <a:pt x="14693" y="18493"/>
                    <a:pt x="14674" y="18492"/>
                    <a:pt x="14654" y="18489"/>
                  </a:cubicBezTo>
                  <a:cubicBezTo>
                    <a:pt x="14456" y="18489"/>
                    <a:pt x="14257" y="18347"/>
                    <a:pt x="14200" y="18149"/>
                  </a:cubicBezTo>
                  <a:cubicBezTo>
                    <a:pt x="14115" y="17978"/>
                    <a:pt x="14086" y="17836"/>
                    <a:pt x="14058" y="17666"/>
                  </a:cubicBezTo>
                  <a:cubicBezTo>
                    <a:pt x="14001" y="17353"/>
                    <a:pt x="14001" y="17041"/>
                    <a:pt x="13973" y="16814"/>
                  </a:cubicBezTo>
                  <a:lnTo>
                    <a:pt x="13944" y="16814"/>
                  </a:lnTo>
                  <a:cubicBezTo>
                    <a:pt x="13888" y="15905"/>
                    <a:pt x="14086" y="15025"/>
                    <a:pt x="14541" y="14230"/>
                  </a:cubicBezTo>
                  <a:cubicBezTo>
                    <a:pt x="14654" y="14059"/>
                    <a:pt x="14796" y="13889"/>
                    <a:pt x="14938" y="13747"/>
                  </a:cubicBezTo>
                  <a:cubicBezTo>
                    <a:pt x="15057" y="13616"/>
                    <a:pt x="15215" y="13555"/>
                    <a:pt x="15374" y="13555"/>
                  </a:cubicBezTo>
                  <a:close/>
                  <a:moveTo>
                    <a:pt x="18899" y="15354"/>
                  </a:moveTo>
                  <a:cubicBezTo>
                    <a:pt x="19146" y="15354"/>
                    <a:pt x="19385" y="15530"/>
                    <a:pt x="19425" y="15791"/>
                  </a:cubicBezTo>
                  <a:cubicBezTo>
                    <a:pt x="19454" y="15990"/>
                    <a:pt x="19454" y="16161"/>
                    <a:pt x="19425" y="16359"/>
                  </a:cubicBezTo>
                  <a:cubicBezTo>
                    <a:pt x="19369" y="17013"/>
                    <a:pt x="19227" y="17694"/>
                    <a:pt x="19056" y="18347"/>
                  </a:cubicBezTo>
                  <a:cubicBezTo>
                    <a:pt x="18801" y="19228"/>
                    <a:pt x="18687" y="20137"/>
                    <a:pt x="18687" y="21045"/>
                  </a:cubicBezTo>
                  <a:cubicBezTo>
                    <a:pt x="18715" y="21500"/>
                    <a:pt x="18659" y="21954"/>
                    <a:pt x="18573" y="22437"/>
                  </a:cubicBezTo>
                  <a:cubicBezTo>
                    <a:pt x="18488" y="22806"/>
                    <a:pt x="18346" y="22976"/>
                    <a:pt x="18119" y="22976"/>
                  </a:cubicBezTo>
                  <a:cubicBezTo>
                    <a:pt x="17807" y="22976"/>
                    <a:pt x="17665" y="22749"/>
                    <a:pt x="17551" y="22522"/>
                  </a:cubicBezTo>
                  <a:cubicBezTo>
                    <a:pt x="17324" y="22011"/>
                    <a:pt x="17182" y="21471"/>
                    <a:pt x="17153" y="20903"/>
                  </a:cubicBezTo>
                  <a:cubicBezTo>
                    <a:pt x="17153" y="20648"/>
                    <a:pt x="17153" y="20392"/>
                    <a:pt x="17153" y="20137"/>
                  </a:cubicBezTo>
                  <a:cubicBezTo>
                    <a:pt x="17153" y="18887"/>
                    <a:pt x="17381" y="17666"/>
                    <a:pt x="17863" y="16501"/>
                  </a:cubicBezTo>
                  <a:cubicBezTo>
                    <a:pt x="17949" y="16274"/>
                    <a:pt x="18091" y="16047"/>
                    <a:pt x="18204" y="15848"/>
                  </a:cubicBezTo>
                  <a:cubicBezTo>
                    <a:pt x="18318" y="15678"/>
                    <a:pt x="18431" y="15536"/>
                    <a:pt x="18602" y="15451"/>
                  </a:cubicBezTo>
                  <a:cubicBezTo>
                    <a:pt x="18693" y="15384"/>
                    <a:pt x="18797" y="15354"/>
                    <a:pt x="18899" y="15354"/>
                  </a:cubicBezTo>
                  <a:close/>
                  <a:moveTo>
                    <a:pt x="10490" y="5681"/>
                  </a:moveTo>
                  <a:cubicBezTo>
                    <a:pt x="10542" y="5681"/>
                    <a:pt x="10596" y="5690"/>
                    <a:pt x="10650" y="5710"/>
                  </a:cubicBezTo>
                  <a:cubicBezTo>
                    <a:pt x="11218" y="5880"/>
                    <a:pt x="11786" y="6136"/>
                    <a:pt x="12326" y="6420"/>
                  </a:cubicBezTo>
                  <a:cubicBezTo>
                    <a:pt x="13206" y="6959"/>
                    <a:pt x="14086" y="7527"/>
                    <a:pt x="14938" y="8181"/>
                  </a:cubicBezTo>
                  <a:cubicBezTo>
                    <a:pt x="15734" y="8749"/>
                    <a:pt x="16500" y="9345"/>
                    <a:pt x="17267" y="9941"/>
                  </a:cubicBezTo>
                  <a:cubicBezTo>
                    <a:pt x="17636" y="10225"/>
                    <a:pt x="17977" y="10566"/>
                    <a:pt x="18318" y="10878"/>
                  </a:cubicBezTo>
                  <a:cubicBezTo>
                    <a:pt x="19653" y="11986"/>
                    <a:pt x="20902" y="13179"/>
                    <a:pt x="22067" y="14457"/>
                  </a:cubicBezTo>
                  <a:cubicBezTo>
                    <a:pt x="23259" y="15763"/>
                    <a:pt x="24338" y="17183"/>
                    <a:pt x="25276" y="18688"/>
                  </a:cubicBezTo>
                  <a:cubicBezTo>
                    <a:pt x="26355" y="20364"/>
                    <a:pt x="27406" y="22039"/>
                    <a:pt x="28343" y="23800"/>
                  </a:cubicBezTo>
                  <a:cubicBezTo>
                    <a:pt x="28740" y="24510"/>
                    <a:pt x="29138" y="25220"/>
                    <a:pt x="29479" y="25958"/>
                  </a:cubicBezTo>
                  <a:cubicBezTo>
                    <a:pt x="29564" y="26072"/>
                    <a:pt x="29621" y="26214"/>
                    <a:pt x="29621" y="26356"/>
                  </a:cubicBezTo>
                  <a:cubicBezTo>
                    <a:pt x="29597" y="26499"/>
                    <a:pt x="29533" y="26562"/>
                    <a:pt x="29446" y="26562"/>
                  </a:cubicBezTo>
                  <a:cubicBezTo>
                    <a:pt x="29430" y="26562"/>
                    <a:pt x="29412" y="26559"/>
                    <a:pt x="29393" y="26555"/>
                  </a:cubicBezTo>
                  <a:cubicBezTo>
                    <a:pt x="29308" y="26526"/>
                    <a:pt x="29223" y="26469"/>
                    <a:pt x="29166" y="26413"/>
                  </a:cubicBezTo>
                  <a:cubicBezTo>
                    <a:pt x="29024" y="26242"/>
                    <a:pt x="28911" y="26072"/>
                    <a:pt x="28797" y="25901"/>
                  </a:cubicBezTo>
                  <a:cubicBezTo>
                    <a:pt x="28513" y="25362"/>
                    <a:pt x="28229" y="24822"/>
                    <a:pt x="27945" y="24283"/>
                  </a:cubicBezTo>
                  <a:cubicBezTo>
                    <a:pt x="27406" y="23204"/>
                    <a:pt x="26724" y="22181"/>
                    <a:pt x="26099" y="21159"/>
                  </a:cubicBezTo>
                  <a:cubicBezTo>
                    <a:pt x="25702" y="20477"/>
                    <a:pt x="25276" y="19796"/>
                    <a:pt x="24850" y="19114"/>
                  </a:cubicBezTo>
                  <a:cubicBezTo>
                    <a:pt x="24225" y="18149"/>
                    <a:pt x="23543" y="17240"/>
                    <a:pt x="22833" y="16331"/>
                  </a:cubicBezTo>
                  <a:cubicBezTo>
                    <a:pt x="21896" y="15138"/>
                    <a:pt x="20845" y="14002"/>
                    <a:pt x="19709" y="12952"/>
                  </a:cubicBezTo>
                  <a:cubicBezTo>
                    <a:pt x="18687" y="11986"/>
                    <a:pt x="17693" y="11077"/>
                    <a:pt x="16557" y="10169"/>
                  </a:cubicBezTo>
                  <a:cubicBezTo>
                    <a:pt x="15450" y="9231"/>
                    <a:pt x="14257" y="8408"/>
                    <a:pt x="13092" y="7584"/>
                  </a:cubicBezTo>
                  <a:cubicBezTo>
                    <a:pt x="12269" y="6988"/>
                    <a:pt x="11389" y="6505"/>
                    <a:pt x="10451" y="6164"/>
                  </a:cubicBezTo>
                  <a:cubicBezTo>
                    <a:pt x="10309" y="6136"/>
                    <a:pt x="10167" y="6051"/>
                    <a:pt x="10167" y="5880"/>
                  </a:cubicBezTo>
                  <a:cubicBezTo>
                    <a:pt x="10189" y="5772"/>
                    <a:pt x="10326" y="5681"/>
                    <a:pt x="10490" y="5681"/>
                  </a:cubicBezTo>
                  <a:close/>
                  <a:moveTo>
                    <a:pt x="16250" y="0"/>
                  </a:moveTo>
                  <a:cubicBezTo>
                    <a:pt x="15965" y="0"/>
                    <a:pt x="15679" y="30"/>
                    <a:pt x="15393" y="87"/>
                  </a:cubicBezTo>
                  <a:cubicBezTo>
                    <a:pt x="13007" y="428"/>
                    <a:pt x="10963" y="1904"/>
                    <a:pt x="9827" y="4006"/>
                  </a:cubicBezTo>
                  <a:cubicBezTo>
                    <a:pt x="9543" y="4602"/>
                    <a:pt x="9031" y="5000"/>
                    <a:pt x="8407" y="5142"/>
                  </a:cubicBezTo>
                  <a:cubicBezTo>
                    <a:pt x="7981" y="5256"/>
                    <a:pt x="7555" y="5369"/>
                    <a:pt x="7129" y="5511"/>
                  </a:cubicBezTo>
                  <a:cubicBezTo>
                    <a:pt x="6021" y="5823"/>
                    <a:pt x="4999" y="6335"/>
                    <a:pt x="4090" y="7016"/>
                  </a:cubicBezTo>
                  <a:cubicBezTo>
                    <a:pt x="2358" y="8379"/>
                    <a:pt x="1023" y="10169"/>
                    <a:pt x="256" y="12213"/>
                  </a:cubicBezTo>
                  <a:cubicBezTo>
                    <a:pt x="199" y="12270"/>
                    <a:pt x="199" y="12384"/>
                    <a:pt x="256" y="12469"/>
                  </a:cubicBezTo>
                  <a:lnTo>
                    <a:pt x="313" y="12469"/>
                  </a:lnTo>
                  <a:cubicBezTo>
                    <a:pt x="427" y="12355"/>
                    <a:pt x="540" y="12242"/>
                    <a:pt x="654" y="12128"/>
                  </a:cubicBezTo>
                  <a:cubicBezTo>
                    <a:pt x="1676" y="11191"/>
                    <a:pt x="2784" y="10367"/>
                    <a:pt x="4005" y="9686"/>
                  </a:cubicBezTo>
                  <a:cubicBezTo>
                    <a:pt x="4601" y="9345"/>
                    <a:pt x="5226" y="9033"/>
                    <a:pt x="5908" y="8834"/>
                  </a:cubicBezTo>
                  <a:cubicBezTo>
                    <a:pt x="6121" y="8737"/>
                    <a:pt x="6334" y="8693"/>
                    <a:pt x="6557" y="8693"/>
                  </a:cubicBezTo>
                  <a:cubicBezTo>
                    <a:pt x="6660" y="8693"/>
                    <a:pt x="6765" y="8702"/>
                    <a:pt x="6873" y="8720"/>
                  </a:cubicBezTo>
                  <a:cubicBezTo>
                    <a:pt x="7157" y="8720"/>
                    <a:pt x="7384" y="9004"/>
                    <a:pt x="7327" y="9288"/>
                  </a:cubicBezTo>
                  <a:cubicBezTo>
                    <a:pt x="7327" y="9601"/>
                    <a:pt x="7185" y="9913"/>
                    <a:pt x="6987" y="10112"/>
                  </a:cubicBezTo>
                  <a:cubicBezTo>
                    <a:pt x="6703" y="10424"/>
                    <a:pt x="6447" y="10708"/>
                    <a:pt x="6135" y="10964"/>
                  </a:cubicBezTo>
                  <a:cubicBezTo>
                    <a:pt x="5538" y="11475"/>
                    <a:pt x="4885" y="12014"/>
                    <a:pt x="4260" y="12554"/>
                  </a:cubicBezTo>
                  <a:cubicBezTo>
                    <a:pt x="3550" y="13150"/>
                    <a:pt x="2869" y="13804"/>
                    <a:pt x="2244" y="14485"/>
                  </a:cubicBezTo>
                  <a:cubicBezTo>
                    <a:pt x="1335" y="15479"/>
                    <a:pt x="625" y="16615"/>
                    <a:pt x="114" y="17865"/>
                  </a:cubicBezTo>
                  <a:cubicBezTo>
                    <a:pt x="1" y="18120"/>
                    <a:pt x="1" y="18461"/>
                    <a:pt x="114" y="18717"/>
                  </a:cubicBezTo>
                  <a:cubicBezTo>
                    <a:pt x="427" y="19483"/>
                    <a:pt x="881" y="20193"/>
                    <a:pt x="1449" y="20790"/>
                  </a:cubicBezTo>
                  <a:cubicBezTo>
                    <a:pt x="2187" y="21528"/>
                    <a:pt x="3039" y="22153"/>
                    <a:pt x="3976" y="22607"/>
                  </a:cubicBezTo>
                  <a:cubicBezTo>
                    <a:pt x="4942" y="23118"/>
                    <a:pt x="5964" y="23516"/>
                    <a:pt x="7043" y="23800"/>
                  </a:cubicBezTo>
                  <a:cubicBezTo>
                    <a:pt x="7111" y="23834"/>
                    <a:pt x="7179" y="23878"/>
                    <a:pt x="7264" y="23878"/>
                  </a:cubicBezTo>
                  <a:cubicBezTo>
                    <a:pt x="7323" y="23878"/>
                    <a:pt x="7389" y="23857"/>
                    <a:pt x="7469" y="23800"/>
                  </a:cubicBezTo>
                  <a:lnTo>
                    <a:pt x="7469" y="23147"/>
                  </a:lnTo>
                  <a:cubicBezTo>
                    <a:pt x="7469" y="22096"/>
                    <a:pt x="7469" y="21074"/>
                    <a:pt x="7498" y="20051"/>
                  </a:cubicBezTo>
                  <a:cubicBezTo>
                    <a:pt x="7498" y="18830"/>
                    <a:pt x="7697" y="17609"/>
                    <a:pt x="8037" y="16445"/>
                  </a:cubicBezTo>
                  <a:cubicBezTo>
                    <a:pt x="8236" y="15735"/>
                    <a:pt x="8492" y="15053"/>
                    <a:pt x="8833" y="14400"/>
                  </a:cubicBezTo>
                  <a:cubicBezTo>
                    <a:pt x="9060" y="13974"/>
                    <a:pt x="9344" y="13576"/>
                    <a:pt x="9685" y="13207"/>
                  </a:cubicBezTo>
                  <a:cubicBezTo>
                    <a:pt x="9912" y="12980"/>
                    <a:pt x="10196" y="12810"/>
                    <a:pt x="10508" y="12724"/>
                  </a:cubicBezTo>
                  <a:cubicBezTo>
                    <a:pt x="10589" y="12692"/>
                    <a:pt x="10670" y="12677"/>
                    <a:pt x="10750" y="12677"/>
                  </a:cubicBezTo>
                  <a:cubicBezTo>
                    <a:pt x="11091" y="12677"/>
                    <a:pt x="11394" y="12952"/>
                    <a:pt x="11417" y="13321"/>
                  </a:cubicBezTo>
                  <a:cubicBezTo>
                    <a:pt x="11445" y="13662"/>
                    <a:pt x="11417" y="13974"/>
                    <a:pt x="11332" y="14286"/>
                  </a:cubicBezTo>
                  <a:cubicBezTo>
                    <a:pt x="11247" y="14684"/>
                    <a:pt x="11161" y="15082"/>
                    <a:pt x="11048" y="15451"/>
                  </a:cubicBezTo>
                  <a:cubicBezTo>
                    <a:pt x="10480" y="17495"/>
                    <a:pt x="10423" y="19625"/>
                    <a:pt x="10849" y="21698"/>
                  </a:cubicBezTo>
                  <a:cubicBezTo>
                    <a:pt x="11019" y="22579"/>
                    <a:pt x="11275" y="23431"/>
                    <a:pt x="11531" y="24283"/>
                  </a:cubicBezTo>
                  <a:cubicBezTo>
                    <a:pt x="11557" y="24522"/>
                    <a:pt x="11783" y="24711"/>
                    <a:pt x="12021" y="24711"/>
                  </a:cubicBezTo>
                  <a:cubicBezTo>
                    <a:pt x="12037" y="24711"/>
                    <a:pt x="12054" y="24711"/>
                    <a:pt x="12070" y="24709"/>
                  </a:cubicBezTo>
                  <a:lnTo>
                    <a:pt x="12212" y="24709"/>
                  </a:lnTo>
                  <a:lnTo>
                    <a:pt x="15137" y="24993"/>
                  </a:lnTo>
                  <a:cubicBezTo>
                    <a:pt x="17324" y="25192"/>
                    <a:pt x="19482" y="25618"/>
                    <a:pt x="21612" y="26214"/>
                  </a:cubicBezTo>
                  <a:cubicBezTo>
                    <a:pt x="21680" y="26248"/>
                    <a:pt x="21757" y="26292"/>
                    <a:pt x="21839" y="26292"/>
                  </a:cubicBezTo>
                  <a:cubicBezTo>
                    <a:pt x="21895" y="26292"/>
                    <a:pt x="21952" y="26271"/>
                    <a:pt x="22010" y="26214"/>
                  </a:cubicBezTo>
                  <a:cubicBezTo>
                    <a:pt x="21811" y="24624"/>
                    <a:pt x="21499" y="23033"/>
                    <a:pt x="21016" y="21500"/>
                  </a:cubicBezTo>
                  <a:cubicBezTo>
                    <a:pt x="20931" y="21216"/>
                    <a:pt x="20874" y="20903"/>
                    <a:pt x="20817" y="20619"/>
                  </a:cubicBezTo>
                  <a:cubicBezTo>
                    <a:pt x="20760" y="20392"/>
                    <a:pt x="20789" y="20137"/>
                    <a:pt x="20845" y="19909"/>
                  </a:cubicBezTo>
                  <a:cubicBezTo>
                    <a:pt x="20919" y="19689"/>
                    <a:pt x="21123" y="19551"/>
                    <a:pt x="21328" y="19551"/>
                  </a:cubicBezTo>
                  <a:cubicBezTo>
                    <a:pt x="21439" y="19551"/>
                    <a:pt x="21550" y="19592"/>
                    <a:pt x="21641" y="19682"/>
                  </a:cubicBezTo>
                  <a:cubicBezTo>
                    <a:pt x="21783" y="19796"/>
                    <a:pt x="21896" y="19938"/>
                    <a:pt x="22010" y="20108"/>
                  </a:cubicBezTo>
                  <a:cubicBezTo>
                    <a:pt x="22180" y="20421"/>
                    <a:pt x="22322" y="20733"/>
                    <a:pt x="22464" y="21045"/>
                  </a:cubicBezTo>
                  <a:cubicBezTo>
                    <a:pt x="23231" y="22863"/>
                    <a:pt x="23742" y="24766"/>
                    <a:pt x="24026" y="26725"/>
                  </a:cubicBezTo>
                  <a:cubicBezTo>
                    <a:pt x="24026" y="26952"/>
                    <a:pt x="24168" y="27179"/>
                    <a:pt x="24395" y="27236"/>
                  </a:cubicBezTo>
                  <a:cubicBezTo>
                    <a:pt x="25276" y="27549"/>
                    <a:pt x="26099" y="27918"/>
                    <a:pt x="26894" y="28372"/>
                  </a:cubicBezTo>
                  <a:lnTo>
                    <a:pt x="27036" y="28372"/>
                  </a:lnTo>
                  <a:cubicBezTo>
                    <a:pt x="27150" y="28202"/>
                    <a:pt x="27093" y="28003"/>
                    <a:pt x="27065" y="27833"/>
                  </a:cubicBezTo>
                  <a:cubicBezTo>
                    <a:pt x="27036" y="27435"/>
                    <a:pt x="26980" y="27009"/>
                    <a:pt x="26923" y="26583"/>
                  </a:cubicBezTo>
                  <a:cubicBezTo>
                    <a:pt x="26894" y="26413"/>
                    <a:pt x="26923" y="26271"/>
                    <a:pt x="26980" y="26100"/>
                  </a:cubicBezTo>
                  <a:cubicBezTo>
                    <a:pt x="27018" y="26004"/>
                    <a:pt x="27122" y="25947"/>
                    <a:pt x="27230" y="25947"/>
                  </a:cubicBezTo>
                  <a:cubicBezTo>
                    <a:pt x="27280" y="25947"/>
                    <a:pt x="27332" y="25959"/>
                    <a:pt x="27377" y="25987"/>
                  </a:cubicBezTo>
                  <a:cubicBezTo>
                    <a:pt x="27519" y="26043"/>
                    <a:pt x="27604" y="26157"/>
                    <a:pt x="27661" y="26299"/>
                  </a:cubicBezTo>
                  <a:cubicBezTo>
                    <a:pt x="27775" y="26583"/>
                    <a:pt x="27888" y="26867"/>
                    <a:pt x="27973" y="27151"/>
                  </a:cubicBezTo>
                  <a:cubicBezTo>
                    <a:pt x="28144" y="27747"/>
                    <a:pt x="28257" y="28344"/>
                    <a:pt x="28428" y="28912"/>
                  </a:cubicBezTo>
                  <a:cubicBezTo>
                    <a:pt x="28485" y="29196"/>
                    <a:pt x="28627" y="29423"/>
                    <a:pt x="28882" y="29593"/>
                  </a:cubicBezTo>
                  <a:cubicBezTo>
                    <a:pt x="29706" y="30133"/>
                    <a:pt x="30444" y="30758"/>
                    <a:pt x="31154" y="31468"/>
                  </a:cubicBezTo>
                  <a:cubicBezTo>
                    <a:pt x="31268" y="31581"/>
                    <a:pt x="31410" y="31695"/>
                    <a:pt x="31580" y="31808"/>
                  </a:cubicBezTo>
                  <a:cubicBezTo>
                    <a:pt x="31646" y="31856"/>
                    <a:pt x="31722" y="31878"/>
                    <a:pt x="31797" y="31878"/>
                  </a:cubicBezTo>
                  <a:cubicBezTo>
                    <a:pt x="31946" y="31878"/>
                    <a:pt x="32091" y="31790"/>
                    <a:pt x="32148" y="31638"/>
                  </a:cubicBezTo>
                  <a:cubicBezTo>
                    <a:pt x="32177" y="31553"/>
                    <a:pt x="32205" y="31496"/>
                    <a:pt x="32205" y="31411"/>
                  </a:cubicBezTo>
                  <a:lnTo>
                    <a:pt x="32205" y="30786"/>
                  </a:lnTo>
                  <a:cubicBezTo>
                    <a:pt x="32177" y="30076"/>
                    <a:pt x="31978" y="29423"/>
                    <a:pt x="31921" y="28713"/>
                  </a:cubicBezTo>
                  <a:cubicBezTo>
                    <a:pt x="31722" y="26867"/>
                    <a:pt x="31467" y="25050"/>
                    <a:pt x="31211" y="23232"/>
                  </a:cubicBezTo>
                  <a:cubicBezTo>
                    <a:pt x="31183" y="22891"/>
                    <a:pt x="31012" y="22579"/>
                    <a:pt x="30757" y="22380"/>
                  </a:cubicBezTo>
                  <a:cubicBezTo>
                    <a:pt x="30132" y="21926"/>
                    <a:pt x="29535" y="21443"/>
                    <a:pt x="28939" y="20932"/>
                  </a:cubicBezTo>
                  <a:cubicBezTo>
                    <a:pt x="28627" y="20705"/>
                    <a:pt x="28314" y="20449"/>
                    <a:pt x="28030" y="20165"/>
                  </a:cubicBezTo>
                  <a:cubicBezTo>
                    <a:pt x="27860" y="20023"/>
                    <a:pt x="27718" y="19824"/>
                    <a:pt x="27604" y="19625"/>
                  </a:cubicBezTo>
                  <a:cubicBezTo>
                    <a:pt x="27434" y="19370"/>
                    <a:pt x="27576" y="19029"/>
                    <a:pt x="27888" y="19001"/>
                  </a:cubicBezTo>
                  <a:cubicBezTo>
                    <a:pt x="28059" y="18944"/>
                    <a:pt x="28201" y="18944"/>
                    <a:pt x="28371" y="18944"/>
                  </a:cubicBezTo>
                  <a:cubicBezTo>
                    <a:pt x="28712" y="18972"/>
                    <a:pt x="29053" y="19029"/>
                    <a:pt x="29365" y="19057"/>
                  </a:cubicBezTo>
                  <a:cubicBezTo>
                    <a:pt x="29649" y="19114"/>
                    <a:pt x="29961" y="19171"/>
                    <a:pt x="30245" y="19228"/>
                  </a:cubicBezTo>
                  <a:cubicBezTo>
                    <a:pt x="30331" y="19228"/>
                    <a:pt x="30387" y="19171"/>
                    <a:pt x="30387" y="19086"/>
                  </a:cubicBezTo>
                  <a:cubicBezTo>
                    <a:pt x="30359" y="18915"/>
                    <a:pt x="30331" y="18773"/>
                    <a:pt x="30302" y="18603"/>
                  </a:cubicBezTo>
                  <a:cubicBezTo>
                    <a:pt x="29791" y="16672"/>
                    <a:pt x="29166" y="14741"/>
                    <a:pt x="28428" y="12895"/>
                  </a:cubicBezTo>
                  <a:cubicBezTo>
                    <a:pt x="28314" y="12582"/>
                    <a:pt x="28059" y="12327"/>
                    <a:pt x="27746" y="12242"/>
                  </a:cubicBezTo>
                  <a:cubicBezTo>
                    <a:pt x="26355" y="11844"/>
                    <a:pt x="24963" y="11503"/>
                    <a:pt x="23515" y="11248"/>
                  </a:cubicBezTo>
                  <a:cubicBezTo>
                    <a:pt x="23089" y="11191"/>
                    <a:pt x="22663" y="11077"/>
                    <a:pt x="22237" y="10907"/>
                  </a:cubicBezTo>
                  <a:cubicBezTo>
                    <a:pt x="22010" y="10822"/>
                    <a:pt x="21868" y="10623"/>
                    <a:pt x="21868" y="10367"/>
                  </a:cubicBezTo>
                  <a:cubicBezTo>
                    <a:pt x="21896" y="10140"/>
                    <a:pt x="22067" y="9941"/>
                    <a:pt x="22322" y="9885"/>
                  </a:cubicBezTo>
                  <a:cubicBezTo>
                    <a:pt x="22350" y="9856"/>
                    <a:pt x="22407" y="9856"/>
                    <a:pt x="22436" y="9828"/>
                  </a:cubicBezTo>
                  <a:cubicBezTo>
                    <a:pt x="22918" y="9743"/>
                    <a:pt x="23401" y="9657"/>
                    <a:pt x="23884" y="9572"/>
                  </a:cubicBezTo>
                  <a:cubicBezTo>
                    <a:pt x="24249" y="9511"/>
                    <a:pt x="24615" y="9483"/>
                    <a:pt x="24980" y="9483"/>
                  </a:cubicBezTo>
                  <a:cubicBezTo>
                    <a:pt x="25296" y="9483"/>
                    <a:pt x="25612" y="9504"/>
                    <a:pt x="25929" y="9544"/>
                  </a:cubicBezTo>
                  <a:cubicBezTo>
                    <a:pt x="26130" y="9564"/>
                    <a:pt x="26330" y="9584"/>
                    <a:pt x="26531" y="9584"/>
                  </a:cubicBezTo>
                  <a:cubicBezTo>
                    <a:pt x="26614" y="9584"/>
                    <a:pt x="26698" y="9580"/>
                    <a:pt x="26781" y="9572"/>
                  </a:cubicBezTo>
                  <a:cubicBezTo>
                    <a:pt x="26838" y="9430"/>
                    <a:pt x="26781" y="9345"/>
                    <a:pt x="26724" y="9288"/>
                  </a:cubicBezTo>
                  <a:cubicBezTo>
                    <a:pt x="26184" y="8323"/>
                    <a:pt x="25588" y="7414"/>
                    <a:pt x="24963" y="6505"/>
                  </a:cubicBezTo>
                  <a:cubicBezTo>
                    <a:pt x="24807" y="6297"/>
                    <a:pt x="24580" y="6161"/>
                    <a:pt x="24325" y="6161"/>
                  </a:cubicBezTo>
                  <a:cubicBezTo>
                    <a:pt x="24301" y="6161"/>
                    <a:pt x="24277" y="6162"/>
                    <a:pt x="24253" y="6164"/>
                  </a:cubicBezTo>
                  <a:cubicBezTo>
                    <a:pt x="24144" y="6162"/>
                    <a:pt x="24034" y="6161"/>
                    <a:pt x="23925" y="6161"/>
                  </a:cubicBezTo>
                  <a:cubicBezTo>
                    <a:pt x="22505" y="6161"/>
                    <a:pt x="21109" y="6333"/>
                    <a:pt x="19738" y="6675"/>
                  </a:cubicBezTo>
                  <a:cubicBezTo>
                    <a:pt x="19141" y="6846"/>
                    <a:pt x="18545" y="6988"/>
                    <a:pt x="17949" y="7101"/>
                  </a:cubicBezTo>
                  <a:cubicBezTo>
                    <a:pt x="17782" y="7143"/>
                    <a:pt x="17616" y="7169"/>
                    <a:pt x="17439" y="7169"/>
                  </a:cubicBezTo>
                  <a:cubicBezTo>
                    <a:pt x="17374" y="7169"/>
                    <a:pt x="17307" y="7166"/>
                    <a:pt x="17239" y="7158"/>
                  </a:cubicBezTo>
                  <a:cubicBezTo>
                    <a:pt x="17216" y="7160"/>
                    <a:pt x="17193" y="7161"/>
                    <a:pt x="17171" y="7161"/>
                  </a:cubicBezTo>
                  <a:cubicBezTo>
                    <a:pt x="16885" y="7161"/>
                    <a:pt x="16630" y="6998"/>
                    <a:pt x="16472" y="6761"/>
                  </a:cubicBezTo>
                  <a:cubicBezTo>
                    <a:pt x="16358" y="6448"/>
                    <a:pt x="16444" y="6136"/>
                    <a:pt x="16671" y="5909"/>
                  </a:cubicBezTo>
                  <a:cubicBezTo>
                    <a:pt x="16841" y="5653"/>
                    <a:pt x="17068" y="5454"/>
                    <a:pt x="17324" y="5284"/>
                  </a:cubicBezTo>
                  <a:cubicBezTo>
                    <a:pt x="18034" y="4858"/>
                    <a:pt x="18801" y="4546"/>
                    <a:pt x="19596" y="4375"/>
                  </a:cubicBezTo>
                  <a:cubicBezTo>
                    <a:pt x="20302" y="4257"/>
                    <a:pt x="21008" y="4194"/>
                    <a:pt x="21713" y="4194"/>
                  </a:cubicBezTo>
                  <a:cubicBezTo>
                    <a:pt x="22030" y="4194"/>
                    <a:pt x="22346" y="4207"/>
                    <a:pt x="22663" y="4233"/>
                  </a:cubicBezTo>
                  <a:cubicBezTo>
                    <a:pt x="22724" y="4248"/>
                    <a:pt x="22800" y="4280"/>
                    <a:pt x="22876" y="4280"/>
                  </a:cubicBezTo>
                  <a:cubicBezTo>
                    <a:pt x="22942" y="4280"/>
                    <a:pt x="23008" y="4256"/>
                    <a:pt x="23060" y="4176"/>
                  </a:cubicBezTo>
                  <a:cubicBezTo>
                    <a:pt x="22265" y="3239"/>
                    <a:pt x="21385" y="2387"/>
                    <a:pt x="20448" y="1620"/>
                  </a:cubicBezTo>
                  <a:cubicBezTo>
                    <a:pt x="20238" y="1432"/>
                    <a:pt x="19952" y="1321"/>
                    <a:pt x="19668" y="1321"/>
                  </a:cubicBezTo>
                  <a:cubicBezTo>
                    <a:pt x="19567" y="1321"/>
                    <a:pt x="19466" y="1335"/>
                    <a:pt x="19369" y="1365"/>
                  </a:cubicBezTo>
                  <a:cubicBezTo>
                    <a:pt x="17835" y="1706"/>
                    <a:pt x="16330" y="2330"/>
                    <a:pt x="14995" y="3211"/>
                  </a:cubicBezTo>
                  <a:cubicBezTo>
                    <a:pt x="14740" y="3381"/>
                    <a:pt x="14456" y="3552"/>
                    <a:pt x="14172" y="3694"/>
                  </a:cubicBezTo>
                  <a:cubicBezTo>
                    <a:pt x="14001" y="3779"/>
                    <a:pt x="13831" y="3864"/>
                    <a:pt x="13632" y="3892"/>
                  </a:cubicBezTo>
                  <a:cubicBezTo>
                    <a:pt x="13617" y="3894"/>
                    <a:pt x="13603" y="3895"/>
                    <a:pt x="13588" y="3895"/>
                  </a:cubicBezTo>
                  <a:cubicBezTo>
                    <a:pt x="13377" y="3895"/>
                    <a:pt x="13178" y="3707"/>
                    <a:pt x="13178" y="3495"/>
                  </a:cubicBezTo>
                  <a:cubicBezTo>
                    <a:pt x="13178" y="3296"/>
                    <a:pt x="13263" y="3126"/>
                    <a:pt x="13376" y="2955"/>
                  </a:cubicBezTo>
                  <a:cubicBezTo>
                    <a:pt x="13547" y="2671"/>
                    <a:pt x="13802" y="2416"/>
                    <a:pt x="14086" y="2217"/>
                  </a:cubicBezTo>
                  <a:cubicBezTo>
                    <a:pt x="14967" y="1478"/>
                    <a:pt x="15961" y="882"/>
                    <a:pt x="17011" y="456"/>
                  </a:cubicBezTo>
                  <a:cubicBezTo>
                    <a:pt x="17210" y="428"/>
                    <a:pt x="17381" y="314"/>
                    <a:pt x="17494" y="201"/>
                  </a:cubicBezTo>
                  <a:cubicBezTo>
                    <a:pt x="17087" y="65"/>
                    <a:pt x="16671" y="0"/>
                    <a:pt x="162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01"/>
            <p:cNvSpPr/>
            <p:nvPr/>
          </p:nvSpPr>
          <p:spPr>
            <a:xfrm>
              <a:off x="3846200" y="1341175"/>
              <a:ext cx="486350" cy="521825"/>
            </a:xfrm>
            <a:custGeom>
              <a:rect b="b" l="l" r="r" t="t"/>
              <a:pathLst>
                <a:path extrusionOk="0" h="20873" w="19454">
                  <a:moveTo>
                    <a:pt x="321" y="0"/>
                  </a:moveTo>
                  <a:cubicBezTo>
                    <a:pt x="159" y="0"/>
                    <a:pt x="29" y="69"/>
                    <a:pt x="29" y="220"/>
                  </a:cubicBezTo>
                  <a:cubicBezTo>
                    <a:pt x="0" y="390"/>
                    <a:pt x="142" y="447"/>
                    <a:pt x="284" y="475"/>
                  </a:cubicBezTo>
                  <a:cubicBezTo>
                    <a:pt x="1222" y="844"/>
                    <a:pt x="2102" y="1299"/>
                    <a:pt x="2925" y="1895"/>
                  </a:cubicBezTo>
                  <a:cubicBezTo>
                    <a:pt x="4118" y="2719"/>
                    <a:pt x="5339" y="3599"/>
                    <a:pt x="6419" y="4480"/>
                  </a:cubicBezTo>
                  <a:cubicBezTo>
                    <a:pt x="7498" y="5388"/>
                    <a:pt x="8548" y="6297"/>
                    <a:pt x="9571" y="7263"/>
                  </a:cubicBezTo>
                  <a:cubicBezTo>
                    <a:pt x="10678" y="8313"/>
                    <a:pt x="11729" y="9449"/>
                    <a:pt x="12695" y="10670"/>
                  </a:cubicBezTo>
                  <a:cubicBezTo>
                    <a:pt x="13376" y="11551"/>
                    <a:pt x="14058" y="12488"/>
                    <a:pt x="14683" y="13454"/>
                  </a:cubicBezTo>
                  <a:cubicBezTo>
                    <a:pt x="15109" y="14107"/>
                    <a:pt x="15535" y="14788"/>
                    <a:pt x="15932" y="15470"/>
                  </a:cubicBezTo>
                  <a:cubicBezTo>
                    <a:pt x="16557" y="16492"/>
                    <a:pt x="17239" y="17515"/>
                    <a:pt x="17778" y="18622"/>
                  </a:cubicBezTo>
                  <a:cubicBezTo>
                    <a:pt x="18062" y="19162"/>
                    <a:pt x="18346" y="19673"/>
                    <a:pt x="18658" y="20212"/>
                  </a:cubicBezTo>
                  <a:cubicBezTo>
                    <a:pt x="18744" y="20383"/>
                    <a:pt x="18886" y="20582"/>
                    <a:pt x="18999" y="20724"/>
                  </a:cubicBezTo>
                  <a:cubicBezTo>
                    <a:pt x="19056" y="20809"/>
                    <a:pt x="19141" y="20837"/>
                    <a:pt x="19226" y="20866"/>
                  </a:cubicBezTo>
                  <a:cubicBezTo>
                    <a:pt x="19245" y="20870"/>
                    <a:pt x="19263" y="20873"/>
                    <a:pt x="19279" y="20873"/>
                  </a:cubicBezTo>
                  <a:cubicBezTo>
                    <a:pt x="19366" y="20873"/>
                    <a:pt x="19430" y="20810"/>
                    <a:pt x="19454" y="20667"/>
                  </a:cubicBezTo>
                  <a:cubicBezTo>
                    <a:pt x="19454" y="20525"/>
                    <a:pt x="19397" y="20383"/>
                    <a:pt x="19312" y="20269"/>
                  </a:cubicBezTo>
                  <a:cubicBezTo>
                    <a:pt x="18942" y="19531"/>
                    <a:pt x="18573" y="18821"/>
                    <a:pt x="18176" y="18111"/>
                  </a:cubicBezTo>
                  <a:cubicBezTo>
                    <a:pt x="17239" y="16350"/>
                    <a:pt x="16188" y="14675"/>
                    <a:pt x="15109" y="12999"/>
                  </a:cubicBezTo>
                  <a:cubicBezTo>
                    <a:pt x="14171" y="11494"/>
                    <a:pt x="13092" y="10074"/>
                    <a:pt x="11900" y="8768"/>
                  </a:cubicBezTo>
                  <a:cubicBezTo>
                    <a:pt x="10735" y="7490"/>
                    <a:pt x="9486" y="6269"/>
                    <a:pt x="8179" y="5161"/>
                  </a:cubicBezTo>
                  <a:cubicBezTo>
                    <a:pt x="7810" y="4877"/>
                    <a:pt x="7469" y="4536"/>
                    <a:pt x="7100" y="4252"/>
                  </a:cubicBezTo>
                  <a:cubicBezTo>
                    <a:pt x="6333" y="3656"/>
                    <a:pt x="5567" y="3031"/>
                    <a:pt x="4771" y="2463"/>
                  </a:cubicBezTo>
                  <a:cubicBezTo>
                    <a:pt x="3919" y="1838"/>
                    <a:pt x="3067" y="1270"/>
                    <a:pt x="2159" y="731"/>
                  </a:cubicBezTo>
                  <a:cubicBezTo>
                    <a:pt x="1619" y="447"/>
                    <a:pt x="1051" y="220"/>
                    <a:pt x="483" y="21"/>
                  </a:cubicBezTo>
                  <a:cubicBezTo>
                    <a:pt x="428" y="7"/>
                    <a:pt x="373"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01"/>
            <p:cNvSpPr/>
            <p:nvPr/>
          </p:nvSpPr>
          <p:spPr>
            <a:xfrm>
              <a:off x="3802175" y="1198950"/>
              <a:ext cx="594975" cy="795925"/>
            </a:xfrm>
            <a:custGeom>
              <a:rect b="b" l="l" r="r" t="t"/>
              <a:pathLst>
                <a:path extrusionOk="0" h="31837" w="23799">
                  <a:moveTo>
                    <a:pt x="5567" y="5284"/>
                  </a:moveTo>
                  <a:lnTo>
                    <a:pt x="5567" y="5284"/>
                  </a:lnTo>
                  <a:cubicBezTo>
                    <a:pt x="6078" y="5369"/>
                    <a:pt x="6078" y="6136"/>
                    <a:pt x="5538" y="6193"/>
                  </a:cubicBezTo>
                  <a:cubicBezTo>
                    <a:pt x="5311" y="6164"/>
                    <a:pt x="5169" y="5994"/>
                    <a:pt x="5169" y="5767"/>
                  </a:cubicBezTo>
                  <a:cubicBezTo>
                    <a:pt x="5141" y="5511"/>
                    <a:pt x="5311" y="5312"/>
                    <a:pt x="5567" y="5284"/>
                  </a:cubicBezTo>
                  <a:close/>
                  <a:moveTo>
                    <a:pt x="10708" y="8755"/>
                  </a:moveTo>
                  <a:cubicBezTo>
                    <a:pt x="10863" y="8755"/>
                    <a:pt x="11020" y="8791"/>
                    <a:pt x="11161" y="8862"/>
                  </a:cubicBezTo>
                  <a:cubicBezTo>
                    <a:pt x="11360" y="8947"/>
                    <a:pt x="11502" y="9175"/>
                    <a:pt x="11474" y="9430"/>
                  </a:cubicBezTo>
                  <a:cubicBezTo>
                    <a:pt x="11445" y="9657"/>
                    <a:pt x="11247" y="9856"/>
                    <a:pt x="11019" y="9885"/>
                  </a:cubicBezTo>
                  <a:cubicBezTo>
                    <a:pt x="10906" y="9885"/>
                    <a:pt x="10821" y="9913"/>
                    <a:pt x="10764" y="9913"/>
                  </a:cubicBezTo>
                  <a:cubicBezTo>
                    <a:pt x="10395" y="9913"/>
                    <a:pt x="10082" y="9657"/>
                    <a:pt x="9997" y="9288"/>
                  </a:cubicBezTo>
                  <a:cubicBezTo>
                    <a:pt x="9969" y="9175"/>
                    <a:pt x="10025" y="9061"/>
                    <a:pt x="10111" y="8976"/>
                  </a:cubicBezTo>
                  <a:cubicBezTo>
                    <a:pt x="10276" y="8827"/>
                    <a:pt x="10491" y="8755"/>
                    <a:pt x="10708" y="8755"/>
                  </a:cubicBezTo>
                  <a:close/>
                  <a:moveTo>
                    <a:pt x="16074" y="13633"/>
                  </a:moveTo>
                  <a:cubicBezTo>
                    <a:pt x="16926" y="13662"/>
                    <a:pt x="17778" y="13974"/>
                    <a:pt x="18432" y="14542"/>
                  </a:cubicBezTo>
                  <a:cubicBezTo>
                    <a:pt x="18574" y="14656"/>
                    <a:pt x="18687" y="14798"/>
                    <a:pt x="18772" y="14968"/>
                  </a:cubicBezTo>
                  <a:cubicBezTo>
                    <a:pt x="18993" y="15327"/>
                    <a:pt x="18731" y="15793"/>
                    <a:pt x="18325" y="15793"/>
                  </a:cubicBezTo>
                  <a:cubicBezTo>
                    <a:pt x="18313" y="15793"/>
                    <a:pt x="18302" y="15792"/>
                    <a:pt x="18290" y="15791"/>
                  </a:cubicBezTo>
                  <a:cubicBezTo>
                    <a:pt x="18148" y="15791"/>
                    <a:pt x="18006" y="15791"/>
                    <a:pt x="17864" y="15763"/>
                  </a:cubicBezTo>
                  <a:cubicBezTo>
                    <a:pt x="17154" y="15621"/>
                    <a:pt x="16500" y="15366"/>
                    <a:pt x="15876" y="14996"/>
                  </a:cubicBezTo>
                  <a:cubicBezTo>
                    <a:pt x="15677" y="14883"/>
                    <a:pt x="15478" y="14712"/>
                    <a:pt x="15364" y="14542"/>
                  </a:cubicBezTo>
                  <a:cubicBezTo>
                    <a:pt x="15109" y="14201"/>
                    <a:pt x="15308" y="13718"/>
                    <a:pt x="15705" y="13662"/>
                  </a:cubicBezTo>
                  <a:cubicBezTo>
                    <a:pt x="15819" y="13633"/>
                    <a:pt x="15961" y="13633"/>
                    <a:pt x="16074" y="13633"/>
                  </a:cubicBezTo>
                  <a:close/>
                  <a:moveTo>
                    <a:pt x="7831" y="0"/>
                  </a:moveTo>
                  <a:cubicBezTo>
                    <a:pt x="7546" y="0"/>
                    <a:pt x="7262" y="30"/>
                    <a:pt x="6987" y="87"/>
                  </a:cubicBezTo>
                  <a:cubicBezTo>
                    <a:pt x="4601" y="428"/>
                    <a:pt x="2528" y="1904"/>
                    <a:pt x="1421" y="4034"/>
                  </a:cubicBezTo>
                  <a:cubicBezTo>
                    <a:pt x="1137" y="4602"/>
                    <a:pt x="597" y="5000"/>
                    <a:pt x="1" y="5142"/>
                  </a:cubicBezTo>
                  <a:cubicBezTo>
                    <a:pt x="597" y="5341"/>
                    <a:pt x="1193" y="5568"/>
                    <a:pt x="1790" y="5852"/>
                  </a:cubicBezTo>
                  <a:cubicBezTo>
                    <a:pt x="1849" y="5734"/>
                    <a:pt x="1962" y="5671"/>
                    <a:pt x="2082" y="5671"/>
                  </a:cubicBezTo>
                  <a:cubicBezTo>
                    <a:pt x="2136" y="5671"/>
                    <a:pt x="2191" y="5684"/>
                    <a:pt x="2244" y="5710"/>
                  </a:cubicBezTo>
                  <a:cubicBezTo>
                    <a:pt x="2812" y="5880"/>
                    <a:pt x="3380" y="6136"/>
                    <a:pt x="3920" y="6420"/>
                  </a:cubicBezTo>
                  <a:cubicBezTo>
                    <a:pt x="4828" y="6959"/>
                    <a:pt x="5680" y="7527"/>
                    <a:pt x="6532" y="8152"/>
                  </a:cubicBezTo>
                  <a:cubicBezTo>
                    <a:pt x="7328" y="8720"/>
                    <a:pt x="8094" y="9345"/>
                    <a:pt x="8861" y="9941"/>
                  </a:cubicBezTo>
                  <a:cubicBezTo>
                    <a:pt x="9230" y="10225"/>
                    <a:pt x="9571" y="10566"/>
                    <a:pt x="9940" y="10850"/>
                  </a:cubicBezTo>
                  <a:cubicBezTo>
                    <a:pt x="11247" y="11958"/>
                    <a:pt x="12496" y="13179"/>
                    <a:pt x="13661" y="14457"/>
                  </a:cubicBezTo>
                  <a:cubicBezTo>
                    <a:pt x="14853" y="15763"/>
                    <a:pt x="15932" y="17183"/>
                    <a:pt x="16870" y="18688"/>
                  </a:cubicBezTo>
                  <a:cubicBezTo>
                    <a:pt x="17949" y="20364"/>
                    <a:pt x="19000" y="22039"/>
                    <a:pt x="19937" y="23800"/>
                  </a:cubicBezTo>
                  <a:cubicBezTo>
                    <a:pt x="20334" y="24510"/>
                    <a:pt x="20703" y="25220"/>
                    <a:pt x="21073" y="25958"/>
                  </a:cubicBezTo>
                  <a:cubicBezTo>
                    <a:pt x="21158" y="26072"/>
                    <a:pt x="21215" y="26214"/>
                    <a:pt x="21215" y="26356"/>
                  </a:cubicBezTo>
                  <a:cubicBezTo>
                    <a:pt x="21215" y="26384"/>
                    <a:pt x="21215" y="26413"/>
                    <a:pt x="21186" y="26441"/>
                  </a:cubicBezTo>
                  <a:cubicBezTo>
                    <a:pt x="22010" y="28088"/>
                    <a:pt x="22805" y="29906"/>
                    <a:pt x="23572" y="31837"/>
                  </a:cubicBezTo>
                  <a:cubicBezTo>
                    <a:pt x="23629" y="31780"/>
                    <a:pt x="23685" y="31723"/>
                    <a:pt x="23742" y="31638"/>
                  </a:cubicBezTo>
                  <a:cubicBezTo>
                    <a:pt x="23771" y="31553"/>
                    <a:pt x="23771" y="31496"/>
                    <a:pt x="23799" y="31439"/>
                  </a:cubicBezTo>
                  <a:cubicBezTo>
                    <a:pt x="23799" y="31212"/>
                    <a:pt x="23799" y="31013"/>
                    <a:pt x="23799" y="30786"/>
                  </a:cubicBezTo>
                  <a:cubicBezTo>
                    <a:pt x="23771" y="30076"/>
                    <a:pt x="23572" y="29423"/>
                    <a:pt x="23487" y="28713"/>
                  </a:cubicBezTo>
                  <a:cubicBezTo>
                    <a:pt x="23316" y="26867"/>
                    <a:pt x="23089" y="25050"/>
                    <a:pt x="22805" y="23232"/>
                  </a:cubicBezTo>
                  <a:cubicBezTo>
                    <a:pt x="22777" y="22891"/>
                    <a:pt x="22606" y="22579"/>
                    <a:pt x="22351" y="22380"/>
                  </a:cubicBezTo>
                  <a:cubicBezTo>
                    <a:pt x="21726" y="21926"/>
                    <a:pt x="21129" y="21443"/>
                    <a:pt x="20533" y="20960"/>
                  </a:cubicBezTo>
                  <a:cubicBezTo>
                    <a:pt x="20221" y="20705"/>
                    <a:pt x="19908" y="20449"/>
                    <a:pt x="19624" y="20165"/>
                  </a:cubicBezTo>
                  <a:cubicBezTo>
                    <a:pt x="19454" y="19995"/>
                    <a:pt x="19312" y="19824"/>
                    <a:pt x="19198" y="19625"/>
                  </a:cubicBezTo>
                  <a:cubicBezTo>
                    <a:pt x="19000" y="19370"/>
                    <a:pt x="19170" y="19029"/>
                    <a:pt x="19482" y="19001"/>
                  </a:cubicBezTo>
                  <a:cubicBezTo>
                    <a:pt x="19653" y="18944"/>
                    <a:pt x="19795" y="18944"/>
                    <a:pt x="19965" y="18944"/>
                  </a:cubicBezTo>
                  <a:cubicBezTo>
                    <a:pt x="20306" y="18972"/>
                    <a:pt x="20618" y="19029"/>
                    <a:pt x="20931" y="19057"/>
                  </a:cubicBezTo>
                  <a:cubicBezTo>
                    <a:pt x="21271" y="19114"/>
                    <a:pt x="21555" y="19171"/>
                    <a:pt x="21839" y="19228"/>
                  </a:cubicBezTo>
                  <a:cubicBezTo>
                    <a:pt x="21925" y="19228"/>
                    <a:pt x="21981" y="19171"/>
                    <a:pt x="21981" y="19086"/>
                  </a:cubicBezTo>
                  <a:cubicBezTo>
                    <a:pt x="21953" y="18915"/>
                    <a:pt x="21925" y="18773"/>
                    <a:pt x="21896" y="18603"/>
                  </a:cubicBezTo>
                  <a:cubicBezTo>
                    <a:pt x="21385" y="16672"/>
                    <a:pt x="20760" y="14741"/>
                    <a:pt x="20022" y="12895"/>
                  </a:cubicBezTo>
                  <a:cubicBezTo>
                    <a:pt x="19908" y="12582"/>
                    <a:pt x="19653" y="12355"/>
                    <a:pt x="19340" y="12270"/>
                  </a:cubicBezTo>
                  <a:cubicBezTo>
                    <a:pt x="17949" y="11844"/>
                    <a:pt x="16529" y="11503"/>
                    <a:pt x="15109" y="11276"/>
                  </a:cubicBezTo>
                  <a:cubicBezTo>
                    <a:pt x="14654" y="11191"/>
                    <a:pt x="14228" y="11077"/>
                    <a:pt x="13831" y="10907"/>
                  </a:cubicBezTo>
                  <a:cubicBezTo>
                    <a:pt x="13604" y="10822"/>
                    <a:pt x="13433" y="10623"/>
                    <a:pt x="13433" y="10367"/>
                  </a:cubicBezTo>
                  <a:cubicBezTo>
                    <a:pt x="13490" y="10140"/>
                    <a:pt x="13661" y="9941"/>
                    <a:pt x="13888" y="9885"/>
                  </a:cubicBezTo>
                  <a:cubicBezTo>
                    <a:pt x="13944" y="9856"/>
                    <a:pt x="13973" y="9856"/>
                    <a:pt x="14030" y="9856"/>
                  </a:cubicBezTo>
                  <a:cubicBezTo>
                    <a:pt x="14512" y="9743"/>
                    <a:pt x="14995" y="9657"/>
                    <a:pt x="15478" y="9572"/>
                  </a:cubicBezTo>
                  <a:cubicBezTo>
                    <a:pt x="15874" y="9523"/>
                    <a:pt x="16270" y="9492"/>
                    <a:pt x="16661" y="9492"/>
                  </a:cubicBezTo>
                  <a:cubicBezTo>
                    <a:pt x="16942" y="9492"/>
                    <a:pt x="17221" y="9508"/>
                    <a:pt x="17494" y="9544"/>
                  </a:cubicBezTo>
                  <a:cubicBezTo>
                    <a:pt x="17661" y="9577"/>
                    <a:pt x="17837" y="9591"/>
                    <a:pt x="18011" y="9591"/>
                  </a:cubicBezTo>
                  <a:cubicBezTo>
                    <a:pt x="18135" y="9591"/>
                    <a:pt x="18257" y="9584"/>
                    <a:pt x="18375" y="9572"/>
                  </a:cubicBezTo>
                  <a:cubicBezTo>
                    <a:pt x="18432" y="9430"/>
                    <a:pt x="18346" y="9373"/>
                    <a:pt x="18318" y="9288"/>
                  </a:cubicBezTo>
                  <a:cubicBezTo>
                    <a:pt x="17778" y="8323"/>
                    <a:pt x="17182" y="7414"/>
                    <a:pt x="16529" y="6533"/>
                  </a:cubicBezTo>
                  <a:cubicBezTo>
                    <a:pt x="16399" y="6299"/>
                    <a:pt x="16150" y="6161"/>
                    <a:pt x="15891" y="6161"/>
                  </a:cubicBezTo>
                  <a:cubicBezTo>
                    <a:pt x="15867" y="6161"/>
                    <a:pt x="15843" y="6162"/>
                    <a:pt x="15819" y="6164"/>
                  </a:cubicBezTo>
                  <a:cubicBezTo>
                    <a:pt x="15724" y="6162"/>
                    <a:pt x="15629" y="6162"/>
                    <a:pt x="15534" y="6162"/>
                  </a:cubicBezTo>
                  <a:cubicBezTo>
                    <a:pt x="14121" y="6162"/>
                    <a:pt x="12687" y="6358"/>
                    <a:pt x="11303" y="6704"/>
                  </a:cubicBezTo>
                  <a:cubicBezTo>
                    <a:pt x="10707" y="6846"/>
                    <a:pt x="10139" y="6988"/>
                    <a:pt x="9543" y="7101"/>
                  </a:cubicBezTo>
                  <a:cubicBezTo>
                    <a:pt x="9356" y="7143"/>
                    <a:pt x="9184" y="7169"/>
                    <a:pt x="9016" y="7169"/>
                  </a:cubicBezTo>
                  <a:cubicBezTo>
                    <a:pt x="8954" y="7169"/>
                    <a:pt x="8894" y="7166"/>
                    <a:pt x="8833" y="7158"/>
                  </a:cubicBezTo>
                  <a:cubicBezTo>
                    <a:pt x="8806" y="7161"/>
                    <a:pt x="8780" y="7162"/>
                    <a:pt x="8754" y="7162"/>
                  </a:cubicBezTo>
                  <a:cubicBezTo>
                    <a:pt x="8469" y="7162"/>
                    <a:pt x="8196" y="7021"/>
                    <a:pt x="8066" y="6761"/>
                  </a:cubicBezTo>
                  <a:cubicBezTo>
                    <a:pt x="7952" y="6477"/>
                    <a:pt x="8009" y="6136"/>
                    <a:pt x="8236" y="5909"/>
                  </a:cubicBezTo>
                  <a:cubicBezTo>
                    <a:pt x="8435" y="5681"/>
                    <a:pt x="8662" y="5454"/>
                    <a:pt x="8918" y="5312"/>
                  </a:cubicBezTo>
                  <a:cubicBezTo>
                    <a:pt x="9599" y="4858"/>
                    <a:pt x="10366" y="4546"/>
                    <a:pt x="11161" y="4375"/>
                  </a:cubicBezTo>
                  <a:cubicBezTo>
                    <a:pt x="11817" y="4266"/>
                    <a:pt x="12472" y="4215"/>
                    <a:pt x="13135" y="4215"/>
                  </a:cubicBezTo>
                  <a:cubicBezTo>
                    <a:pt x="13506" y="4215"/>
                    <a:pt x="13880" y="4231"/>
                    <a:pt x="14257" y="4262"/>
                  </a:cubicBezTo>
                  <a:cubicBezTo>
                    <a:pt x="14314" y="4262"/>
                    <a:pt x="14378" y="4283"/>
                    <a:pt x="14441" y="4283"/>
                  </a:cubicBezTo>
                  <a:cubicBezTo>
                    <a:pt x="14505" y="4283"/>
                    <a:pt x="14569" y="4262"/>
                    <a:pt x="14626" y="4176"/>
                  </a:cubicBezTo>
                  <a:cubicBezTo>
                    <a:pt x="13831" y="3239"/>
                    <a:pt x="12979" y="2387"/>
                    <a:pt x="12013" y="1620"/>
                  </a:cubicBezTo>
                  <a:cubicBezTo>
                    <a:pt x="11804" y="1432"/>
                    <a:pt x="11533" y="1321"/>
                    <a:pt x="11257" y="1321"/>
                  </a:cubicBezTo>
                  <a:cubicBezTo>
                    <a:pt x="11159" y="1321"/>
                    <a:pt x="11060" y="1335"/>
                    <a:pt x="10963" y="1365"/>
                  </a:cubicBezTo>
                  <a:cubicBezTo>
                    <a:pt x="9401" y="1706"/>
                    <a:pt x="7924" y="2330"/>
                    <a:pt x="6589" y="3211"/>
                  </a:cubicBezTo>
                  <a:cubicBezTo>
                    <a:pt x="6305" y="3381"/>
                    <a:pt x="6021" y="3552"/>
                    <a:pt x="5737" y="3694"/>
                  </a:cubicBezTo>
                  <a:cubicBezTo>
                    <a:pt x="5595" y="3779"/>
                    <a:pt x="5396" y="3864"/>
                    <a:pt x="5226" y="3892"/>
                  </a:cubicBezTo>
                  <a:cubicBezTo>
                    <a:pt x="5196" y="3899"/>
                    <a:pt x="5167" y="3902"/>
                    <a:pt x="5138" y="3902"/>
                  </a:cubicBezTo>
                  <a:cubicBezTo>
                    <a:pt x="4921" y="3902"/>
                    <a:pt x="4747" y="3721"/>
                    <a:pt x="4772" y="3495"/>
                  </a:cubicBezTo>
                  <a:cubicBezTo>
                    <a:pt x="4772" y="3296"/>
                    <a:pt x="4828" y="3126"/>
                    <a:pt x="4942" y="2955"/>
                  </a:cubicBezTo>
                  <a:cubicBezTo>
                    <a:pt x="5141" y="2671"/>
                    <a:pt x="5368" y="2416"/>
                    <a:pt x="5652" y="2217"/>
                  </a:cubicBezTo>
                  <a:cubicBezTo>
                    <a:pt x="6532" y="1478"/>
                    <a:pt x="7526" y="882"/>
                    <a:pt x="8605" y="456"/>
                  </a:cubicBezTo>
                  <a:cubicBezTo>
                    <a:pt x="8776" y="428"/>
                    <a:pt x="8946" y="314"/>
                    <a:pt x="9088" y="201"/>
                  </a:cubicBezTo>
                  <a:cubicBezTo>
                    <a:pt x="8681" y="65"/>
                    <a:pt x="8254" y="0"/>
                    <a:pt x="78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01"/>
            <p:cNvSpPr/>
            <p:nvPr/>
          </p:nvSpPr>
          <p:spPr>
            <a:xfrm>
              <a:off x="2657000" y="922550"/>
              <a:ext cx="818625" cy="540575"/>
            </a:xfrm>
            <a:custGeom>
              <a:rect b="b" l="l" r="r" t="t"/>
              <a:pathLst>
                <a:path extrusionOk="0" h="21623" w="32745">
                  <a:moveTo>
                    <a:pt x="8832" y="1516"/>
                  </a:moveTo>
                  <a:cubicBezTo>
                    <a:pt x="9031" y="1516"/>
                    <a:pt x="9201" y="1686"/>
                    <a:pt x="9201" y="1885"/>
                  </a:cubicBezTo>
                  <a:cubicBezTo>
                    <a:pt x="9201" y="2084"/>
                    <a:pt x="9031" y="2226"/>
                    <a:pt x="8832" y="2226"/>
                  </a:cubicBezTo>
                  <a:lnTo>
                    <a:pt x="8832" y="2254"/>
                  </a:lnTo>
                  <a:cubicBezTo>
                    <a:pt x="8633" y="2226"/>
                    <a:pt x="8463" y="2027"/>
                    <a:pt x="8520" y="1828"/>
                  </a:cubicBezTo>
                  <a:cubicBezTo>
                    <a:pt x="8520" y="1658"/>
                    <a:pt x="8662" y="1516"/>
                    <a:pt x="8832" y="1516"/>
                  </a:cubicBezTo>
                  <a:close/>
                  <a:moveTo>
                    <a:pt x="13998" y="2391"/>
                  </a:moveTo>
                  <a:cubicBezTo>
                    <a:pt x="14120" y="2391"/>
                    <a:pt x="14232" y="2474"/>
                    <a:pt x="14256" y="2623"/>
                  </a:cubicBezTo>
                  <a:cubicBezTo>
                    <a:pt x="14256" y="2765"/>
                    <a:pt x="14143" y="2879"/>
                    <a:pt x="14001" y="2907"/>
                  </a:cubicBezTo>
                  <a:cubicBezTo>
                    <a:pt x="13887" y="2907"/>
                    <a:pt x="13774" y="2822"/>
                    <a:pt x="13745" y="2708"/>
                  </a:cubicBezTo>
                  <a:cubicBezTo>
                    <a:pt x="13717" y="2566"/>
                    <a:pt x="13802" y="2424"/>
                    <a:pt x="13944" y="2396"/>
                  </a:cubicBezTo>
                  <a:cubicBezTo>
                    <a:pt x="13962" y="2392"/>
                    <a:pt x="13980" y="2391"/>
                    <a:pt x="13998" y="2391"/>
                  </a:cubicBezTo>
                  <a:close/>
                  <a:moveTo>
                    <a:pt x="18019" y="3246"/>
                  </a:moveTo>
                  <a:cubicBezTo>
                    <a:pt x="18033" y="3246"/>
                    <a:pt x="18047" y="3246"/>
                    <a:pt x="18062" y="3248"/>
                  </a:cubicBezTo>
                  <a:cubicBezTo>
                    <a:pt x="18346" y="3248"/>
                    <a:pt x="18545" y="3475"/>
                    <a:pt x="18545" y="3731"/>
                  </a:cubicBezTo>
                  <a:lnTo>
                    <a:pt x="18545" y="3759"/>
                  </a:lnTo>
                  <a:cubicBezTo>
                    <a:pt x="18516" y="4015"/>
                    <a:pt x="18289" y="4214"/>
                    <a:pt x="18033" y="4214"/>
                  </a:cubicBezTo>
                  <a:cubicBezTo>
                    <a:pt x="17778" y="4214"/>
                    <a:pt x="17551" y="3986"/>
                    <a:pt x="17551" y="3731"/>
                  </a:cubicBezTo>
                  <a:cubicBezTo>
                    <a:pt x="17577" y="3463"/>
                    <a:pt x="17781" y="3246"/>
                    <a:pt x="18019" y="3246"/>
                  </a:cubicBezTo>
                  <a:close/>
                  <a:moveTo>
                    <a:pt x="27065" y="4904"/>
                  </a:moveTo>
                  <a:cubicBezTo>
                    <a:pt x="27131" y="4904"/>
                    <a:pt x="27199" y="4920"/>
                    <a:pt x="27263" y="4952"/>
                  </a:cubicBezTo>
                  <a:cubicBezTo>
                    <a:pt x="27434" y="5037"/>
                    <a:pt x="27519" y="5236"/>
                    <a:pt x="27490" y="5406"/>
                  </a:cubicBezTo>
                  <a:cubicBezTo>
                    <a:pt x="27434" y="5634"/>
                    <a:pt x="27320" y="5832"/>
                    <a:pt x="27150" y="6003"/>
                  </a:cubicBezTo>
                  <a:cubicBezTo>
                    <a:pt x="27074" y="6048"/>
                    <a:pt x="26981" y="6078"/>
                    <a:pt x="26890" y="6078"/>
                  </a:cubicBezTo>
                  <a:cubicBezTo>
                    <a:pt x="26811" y="6078"/>
                    <a:pt x="26733" y="6056"/>
                    <a:pt x="26667" y="6003"/>
                  </a:cubicBezTo>
                  <a:cubicBezTo>
                    <a:pt x="26556" y="5947"/>
                    <a:pt x="26499" y="5838"/>
                    <a:pt x="26523" y="5700"/>
                  </a:cubicBezTo>
                  <a:lnTo>
                    <a:pt x="26523" y="5700"/>
                  </a:lnTo>
                  <a:cubicBezTo>
                    <a:pt x="26523" y="5706"/>
                    <a:pt x="26524" y="5713"/>
                    <a:pt x="26525" y="5719"/>
                  </a:cubicBezTo>
                  <a:lnTo>
                    <a:pt x="26525" y="5690"/>
                  </a:lnTo>
                  <a:lnTo>
                    <a:pt x="26525" y="5690"/>
                  </a:lnTo>
                  <a:cubicBezTo>
                    <a:pt x="26524" y="5694"/>
                    <a:pt x="26523" y="5697"/>
                    <a:pt x="26523" y="5700"/>
                  </a:cubicBezTo>
                  <a:lnTo>
                    <a:pt x="26523" y="5700"/>
                  </a:lnTo>
                  <a:cubicBezTo>
                    <a:pt x="26501" y="5451"/>
                    <a:pt x="26586" y="5203"/>
                    <a:pt x="26780" y="5037"/>
                  </a:cubicBezTo>
                  <a:cubicBezTo>
                    <a:pt x="26851" y="4948"/>
                    <a:pt x="26956" y="4904"/>
                    <a:pt x="27065" y="4904"/>
                  </a:cubicBezTo>
                  <a:close/>
                  <a:moveTo>
                    <a:pt x="12158" y="6054"/>
                  </a:moveTo>
                  <a:cubicBezTo>
                    <a:pt x="12205" y="6054"/>
                    <a:pt x="12251" y="6056"/>
                    <a:pt x="12297" y="6060"/>
                  </a:cubicBezTo>
                  <a:lnTo>
                    <a:pt x="12382" y="6060"/>
                  </a:lnTo>
                  <a:cubicBezTo>
                    <a:pt x="12422" y="6060"/>
                    <a:pt x="12463" y="6058"/>
                    <a:pt x="12503" y="6058"/>
                  </a:cubicBezTo>
                  <a:cubicBezTo>
                    <a:pt x="12665" y="6058"/>
                    <a:pt x="12819" y="6077"/>
                    <a:pt x="12865" y="6258"/>
                  </a:cubicBezTo>
                  <a:cubicBezTo>
                    <a:pt x="12950" y="6514"/>
                    <a:pt x="12865" y="6798"/>
                    <a:pt x="12694" y="6968"/>
                  </a:cubicBezTo>
                  <a:cubicBezTo>
                    <a:pt x="12442" y="7153"/>
                    <a:pt x="12141" y="7248"/>
                    <a:pt x="11836" y="7248"/>
                  </a:cubicBezTo>
                  <a:cubicBezTo>
                    <a:pt x="11626" y="7248"/>
                    <a:pt x="11415" y="7203"/>
                    <a:pt x="11218" y="7110"/>
                  </a:cubicBezTo>
                  <a:cubicBezTo>
                    <a:pt x="10905" y="6940"/>
                    <a:pt x="10905" y="6485"/>
                    <a:pt x="11218" y="6315"/>
                  </a:cubicBezTo>
                  <a:cubicBezTo>
                    <a:pt x="11516" y="6141"/>
                    <a:pt x="11836" y="6054"/>
                    <a:pt x="12158" y="6054"/>
                  </a:cubicBezTo>
                  <a:close/>
                  <a:moveTo>
                    <a:pt x="24477" y="3323"/>
                  </a:moveTo>
                  <a:cubicBezTo>
                    <a:pt x="24640" y="3323"/>
                    <a:pt x="24799" y="3421"/>
                    <a:pt x="24849" y="3589"/>
                  </a:cubicBezTo>
                  <a:cubicBezTo>
                    <a:pt x="24934" y="3873"/>
                    <a:pt x="24991" y="4185"/>
                    <a:pt x="25020" y="4469"/>
                  </a:cubicBezTo>
                  <a:cubicBezTo>
                    <a:pt x="24934" y="5548"/>
                    <a:pt x="24452" y="6571"/>
                    <a:pt x="23685" y="7366"/>
                  </a:cubicBezTo>
                  <a:cubicBezTo>
                    <a:pt x="23543" y="7508"/>
                    <a:pt x="23344" y="7593"/>
                    <a:pt x="23145" y="7650"/>
                  </a:cubicBezTo>
                  <a:cubicBezTo>
                    <a:pt x="23096" y="7662"/>
                    <a:pt x="23047" y="7668"/>
                    <a:pt x="22999" y="7668"/>
                  </a:cubicBezTo>
                  <a:cubicBezTo>
                    <a:pt x="22712" y="7668"/>
                    <a:pt x="22451" y="7463"/>
                    <a:pt x="22379" y="7195"/>
                  </a:cubicBezTo>
                  <a:cubicBezTo>
                    <a:pt x="22322" y="6883"/>
                    <a:pt x="22350" y="6571"/>
                    <a:pt x="22492" y="6287"/>
                  </a:cubicBezTo>
                  <a:cubicBezTo>
                    <a:pt x="22606" y="6060"/>
                    <a:pt x="22719" y="5832"/>
                    <a:pt x="22890" y="5634"/>
                  </a:cubicBezTo>
                  <a:cubicBezTo>
                    <a:pt x="23259" y="5094"/>
                    <a:pt x="23628" y="4498"/>
                    <a:pt x="23912" y="3901"/>
                  </a:cubicBezTo>
                  <a:cubicBezTo>
                    <a:pt x="23997" y="3731"/>
                    <a:pt x="24082" y="3589"/>
                    <a:pt x="24168" y="3475"/>
                  </a:cubicBezTo>
                  <a:cubicBezTo>
                    <a:pt x="24249" y="3370"/>
                    <a:pt x="24364" y="3323"/>
                    <a:pt x="24477" y="3323"/>
                  </a:cubicBezTo>
                  <a:close/>
                  <a:moveTo>
                    <a:pt x="5545" y="3087"/>
                  </a:moveTo>
                  <a:cubicBezTo>
                    <a:pt x="5704" y="3087"/>
                    <a:pt x="5862" y="3092"/>
                    <a:pt x="6021" y="3106"/>
                  </a:cubicBezTo>
                  <a:cubicBezTo>
                    <a:pt x="6153" y="3102"/>
                    <a:pt x="6284" y="3101"/>
                    <a:pt x="6416" y="3101"/>
                  </a:cubicBezTo>
                  <a:cubicBezTo>
                    <a:pt x="7300" y="3101"/>
                    <a:pt x="8169" y="3181"/>
                    <a:pt x="9059" y="3305"/>
                  </a:cubicBezTo>
                  <a:cubicBezTo>
                    <a:pt x="10195" y="3418"/>
                    <a:pt x="11303" y="3617"/>
                    <a:pt x="12410" y="3873"/>
                  </a:cubicBezTo>
                  <a:cubicBezTo>
                    <a:pt x="14029" y="4242"/>
                    <a:pt x="15620" y="4782"/>
                    <a:pt x="17125" y="5463"/>
                  </a:cubicBezTo>
                  <a:cubicBezTo>
                    <a:pt x="18346" y="6088"/>
                    <a:pt x="19510" y="6826"/>
                    <a:pt x="20589" y="7678"/>
                  </a:cubicBezTo>
                  <a:cubicBezTo>
                    <a:pt x="21413" y="8331"/>
                    <a:pt x="22180" y="9041"/>
                    <a:pt x="22918" y="9808"/>
                  </a:cubicBezTo>
                  <a:cubicBezTo>
                    <a:pt x="23145" y="10007"/>
                    <a:pt x="23316" y="10263"/>
                    <a:pt x="23429" y="10547"/>
                  </a:cubicBezTo>
                  <a:cubicBezTo>
                    <a:pt x="23458" y="10660"/>
                    <a:pt x="23401" y="10745"/>
                    <a:pt x="23316" y="10802"/>
                  </a:cubicBezTo>
                  <a:cubicBezTo>
                    <a:pt x="23259" y="10802"/>
                    <a:pt x="23174" y="10802"/>
                    <a:pt x="23117" y="10774"/>
                  </a:cubicBezTo>
                  <a:cubicBezTo>
                    <a:pt x="23003" y="10660"/>
                    <a:pt x="22890" y="10518"/>
                    <a:pt x="22776" y="10405"/>
                  </a:cubicBezTo>
                  <a:cubicBezTo>
                    <a:pt x="21413" y="8928"/>
                    <a:pt x="19851" y="7621"/>
                    <a:pt x="18119" y="6599"/>
                  </a:cubicBezTo>
                  <a:cubicBezTo>
                    <a:pt x="16926" y="5918"/>
                    <a:pt x="15676" y="5350"/>
                    <a:pt x="14370" y="4924"/>
                  </a:cubicBezTo>
                  <a:cubicBezTo>
                    <a:pt x="12893" y="4469"/>
                    <a:pt x="11360" y="4128"/>
                    <a:pt x="9826" y="3930"/>
                  </a:cubicBezTo>
                  <a:cubicBezTo>
                    <a:pt x="8889" y="3788"/>
                    <a:pt x="7952" y="3702"/>
                    <a:pt x="6986" y="3702"/>
                  </a:cubicBezTo>
                  <a:lnTo>
                    <a:pt x="4203" y="3702"/>
                  </a:lnTo>
                  <a:cubicBezTo>
                    <a:pt x="4119" y="3695"/>
                    <a:pt x="4036" y="3691"/>
                    <a:pt x="3953" y="3691"/>
                  </a:cubicBezTo>
                  <a:cubicBezTo>
                    <a:pt x="3725" y="3691"/>
                    <a:pt x="3502" y="3718"/>
                    <a:pt x="3294" y="3759"/>
                  </a:cubicBezTo>
                  <a:lnTo>
                    <a:pt x="3010" y="3759"/>
                  </a:lnTo>
                  <a:cubicBezTo>
                    <a:pt x="2783" y="3731"/>
                    <a:pt x="2584" y="3560"/>
                    <a:pt x="2613" y="3418"/>
                  </a:cubicBezTo>
                  <a:cubicBezTo>
                    <a:pt x="2698" y="3220"/>
                    <a:pt x="2868" y="3220"/>
                    <a:pt x="3039" y="3220"/>
                  </a:cubicBezTo>
                  <a:cubicBezTo>
                    <a:pt x="3098" y="3221"/>
                    <a:pt x="3157" y="3222"/>
                    <a:pt x="3216" y="3222"/>
                  </a:cubicBezTo>
                  <a:cubicBezTo>
                    <a:pt x="3993" y="3222"/>
                    <a:pt x="4769" y="3087"/>
                    <a:pt x="5545" y="3087"/>
                  </a:cubicBezTo>
                  <a:close/>
                  <a:moveTo>
                    <a:pt x="17397" y="8622"/>
                  </a:moveTo>
                  <a:cubicBezTo>
                    <a:pt x="17551" y="8622"/>
                    <a:pt x="17708" y="8680"/>
                    <a:pt x="17835" y="8786"/>
                  </a:cubicBezTo>
                  <a:cubicBezTo>
                    <a:pt x="18005" y="8928"/>
                    <a:pt x="18062" y="9155"/>
                    <a:pt x="18005" y="9354"/>
                  </a:cubicBezTo>
                  <a:cubicBezTo>
                    <a:pt x="17891" y="9780"/>
                    <a:pt x="17693" y="10149"/>
                    <a:pt x="17409" y="10461"/>
                  </a:cubicBezTo>
                  <a:cubicBezTo>
                    <a:pt x="16131" y="11853"/>
                    <a:pt x="14427" y="12818"/>
                    <a:pt x="12552" y="13188"/>
                  </a:cubicBezTo>
                  <a:cubicBezTo>
                    <a:pt x="12439" y="13216"/>
                    <a:pt x="12354" y="13216"/>
                    <a:pt x="12268" y="13216"/>
                  </a:cubicBezTo>
                  <a:cubicBezTo>
                    <a:pt x="12183" y="13216"/>
                    <a:pt x="12126" y="13216"/>
                    <a:pt x="12070" y="13188"/>
                  </a:cubicBezTo>
                  <a:cubicBezTo>
                    <a:pt x="11842" y="13131"/>
                    <a:pt x="11757" y="12875"/>
                    <a:pt x="11842" y="12676"/>
                  </a:cubicBezTo>
                  <a:cubicBezTo>
                    <a:pt x="11956" y="12534"/>
                    <a:pt x="12098" y="12421"/>
                    <a:pt x="12268" y="12336"/>
                  </a:cubicBezTo>
                  <a:cubicBezTo>
                    <a:pt x="13064" y="11853"/>
                    <a:pt x="13774" y="11285"/>
                    <a:pt x="14398" y="10632"/>
                  </a:cubicBezTo>
                  <a:cubicBezTo>
                    <a:pt x="14938" y="10092"/>
                    <a:pt x="15534" y="9581"/>
                    <a:pt x="16188" y="9155"/>
                  </a:cubicBezTo>
                  <a:cubicBezTo>
                    <a:pt x="16500" y="8899"/>
                    <a:pt x="16841" y="8729"/>
                    <a:pt x="17238" y="8644"/>
                  </a:cubicBezTo>
                  <a:cubicBezTo>
                    <a:pt x="17290" y="8629"/>
                    <a:pt x="17343" y="8622"/>
                    <a:pt x="17397" y="8622"/>
                  </a:cubicBezTo>
                  <a:close/>
                  <a:moveTo>
                    <a:pt x="14393" y="0"/>
                  </a:moveTo>
                  <a:cubicBezTo>
                    <a:pt x="13590" y="0"/>
                    <a:pt x="12787" y="37"/>
                    <a:pt x="11984" y="124"/>
                  </a:cubicBezTo>
                  <a:cubicBezTo>
                    <a:pt x="11814" y="153"/>
                    <a:pt x="11757" y="238"/>
                    <a:pt x="11786" y="408"/>
                  </a:cubicBezTo>
                  <a:cubicBezTo>
                    <a:pt x="11842" y="891"/>
                    <a:pt x="11928" y="1345"/>
                    <a:pt x="12013" y="1800"/>
                  </a:cubicBezTo>
                  <a:cubicBezTo>
                    <a:pt x="12041" y="1970"/>
                    <a:pt x="12041" y="2112"/>
                    <a:pt x="12070" y="2282"/>
                  </a:cubicBezTo>
                  <a:cubicBezTo>
                    <a:pt x="12041" y="2396"/>
                    <a:pt x="11984" y="2510"/>
                    <a:pt x="11871" y="2538"/>
                  </a:cubicBezTo>
                  <a:cubicBezTo>
                    <a:pt x="11828" y="2560"/>
                    <a:pt x="11780" y="2569"/>
                    <a:pt x="11733" y="2569"/>
                  </a:cubicBezTo>
                  <a:cubicBezTo>
                    <a:pt x="11657" y="2569"/>
                    <a:pt x="11583" y="2545"/>
                    <a:pt x="11530" y="2510"/>
                  </a:cubicBezTo>
                  <a:cubicBezTo>
                    <a:pt x="11417" y="2396"/>
                    <a:pt x="11331" y="2282"/>
                    <a:pt x="11275" y="2169"/>
                  </a:cubicBezTo>
                  <a:cubicBezTo>
                    <a:pt x="10905" y="1629"/>
                    <a:pt x="10479" y="1118"/>
                    <a:pt x="9997" y="692"/>
                  </a:cubicBezTo>
                  <a:cubicBezTo>
                    <a:pt x="9866" y="519"/>
                    <a:pt x="9670" y="444"/>
                    <a:pt x="9470" y="444"/>
                  </a:cubicBezTo>
                  <a:cubicBezTo>
                    <a:pt x="9409" y="444"/>
                    <a:pt x="9347" y="452"/>
                    <a:pt x="9287" y="465"/>
                  </a:cubicBezTo>
                  <a:cubicBezTo>
                    <a:pt x="8435" y="664"/>
                    <a:pt x="7554" y="834"/>
                    <a:pt x="6702" y="1061"/>
                  </a:cubicBezTo>
                  <a:cubicBezTo>
                    <a:pt x="4658" y="1629"/>
                    <a:pt x="2698" y="2396"/>
                    <a:pt x="682" y="3021"/>
                  </a:cubicBezTo>
                  <a:cubicBezTo>
                    <a:pt x="597" y="3049"/>
                    <a:pt x="511" y="3078"/>
                    <a:pt x="426" y="3106"/>
                  </a:cubicBezTo>
                  <a:cubicBezTo>
                    <a:pt x="57" y="3305"/>
                    <a:pt x="0" y="3617"/>
                    <a:pt x="369" y="3873"/>
                  </a:cubicBezTo>
                  <a:cubicBezTo>
                    <a:pt x="483" y="3958"/>
                    <a:pt x="597" y="4015"/>
                    <a:pt x="710" y="4100"/>
                  </a:cubicBezTo>
                  <a:cubicBezTo>
                    <a:pt x="994" y="4242"/>
                    <a:pt x="1221" y="4441"/>
                    <a:pt x="1420" y="4668"/>
                  </a:cubicBezTo>
                  <a:cubicBezTo>
                    <a:pt x="1704" y="4952"/>
                    <a:pt x="1931" y="5264"/>
                    <a:pt x="2187" y="5577"/>
                  </a:cubicBezTo>
                  <a:cubicBezTo>
                    <a:pt x="2300" y="5804"/>
                    <a:pt x="2556" y="5946"/>
                    <a:pt x="2812" y="5974"/>
                  </a:cubicBezTo>
                  <a:cubicBezTo>
                    <a:pt x="3352" y="6016"/>
                    <a:pt x="3893" y="6042"/>
                    <a:pt x="4444" y="6042"/>
                  </a:cubicBezTo>
                  <a:cubicBezTo>
                    <a:pt x="4646" y="6042"/>
                    <a:pt x="4850" y="6039"/>
                    <a:pt x="5055" y="6031"/>
                  </a:cubicBezTo>
                  <a:lnTo>
                    <a:pt x="7015" y="6031"/>
                  </a:lnTo>
                  <a:cubicBezTo>
                    <a:pt x="7185" y="6031"/>
                    <a:pt x="7384" y="6060"/>
                    <a:pt x="7554" y="6145"/>
                  </a:cubicBezTo>
                  <a:cubicBezTo>
                    <a:pt x="7810" y="6258"/>
                    <a:pt x="7895" y="6571"/>
                    <a:pt x="7725" y="6798"/>
                  </a:cubicBezTo>
                  <a:cubicBezTo>
                    <a:pt x="7554" y="7025"/>
                    <a:pt x="7327" y="7195"/>
                    <a:pt x="7071" y="7309"/>
                  </a:cubicBezTo>
                  <a:cubicBezTo>
                    <a:pt x="6532" y="7508"/>
                    <a:pt x="5992" y="7678"/>
                    <a:pt x="5453" y="7735"/>
                  </a:cubicBezTo>
                  <a:cubicBezTo>
                    <a:pt x="4771" y="7820"/>
                    <a:pt x="4090" y="7905"/>
                    <a:pt x="3351" y="7991"/>
                  </a:cubicBezTo>
                  <a:cubicBezTo>
                    <a:pt x="3522" y="8672"/>
                    <a:pt x="3664" y="9240"/>
                    <a:pt x="3806" y="9837"/>
                  </a:cubicBezTo>
                  <a:cubicBezTo>
                    <a:pt x="3891" y="10149"/>
                    <a:pt x="3976" y="10518"/>
                    <a:pt x="4033" y="10802"/>
                  </a:cubicBezTo>
                  <a:cubicBezTo>
                    <a:pt x="4102" y="11033"/>
                    <a:pt x="4152" y="11095"/>
                    <a:pt x="4336" y="11095"/>
                  </a:cubicBezTo>
                  <a:cubicBezTo>
                    <a:pt x="4379" y="11095"/>
                    <a:pt x="4428" y="11091"/>
                    <a:pt x="4487" y="11086"/>
                  </a:cubicBezTo>
                  <a:lnTo>
                    <a:pt x="4771" y="11029"/>
                  </a:lnTo>
                  <a:cubicBezTo>
                    <a:pt x="6447" y="10717"/>
                    <a:pt x="8065" y="10263"/>
                    <a:pt x="9656" y="9638"/>
                  </a:cubicBezTo>
                  <a:cubicBezTo>
                    <a:pt x="10025" y="9496"/>
                    <a:pt x="10394" y="9382"/>
                    <a:pt x="10763" y="9269"/>
                  </a:cubicBezTo>
                  <a:cubicBezTo>
                    <a:pt x="10877" y="9212"/>
                    <a:pt x="11019" y="9183"/>
                    <a:pt x="11133" y="9183"/>
                  </a:cubicBezTo>
                  <a:cubicBezTo>
                    <a:pt x="11186" y="9161"/>
                    <a:pt x="11241" y="9150"/>
                    <a:pt x="11296" y="9150"/>
                  </a:cubicBezTo>
                  <a:cubicBezTo>
                    <a:pt x="11447" y="9150"/>
                    <a:pt x="11597" y="9229"/>
                    <a:pt x="11701" y="9354"/>
                  </a:cubicBezTo>
                  <a:cubicBezTo>
                    <a:pt x="11814" y="9553"/>
                    <a:pt x="11814" y="9780"/>
                    <a:pt x="11701" y="9950"/>
                  </a:cubicBezTo>
                  <a:cubicBezTo>
                    <a:pt x="11559" y="10177"/>
                    <a:pt x="11388" y="10376"/>
                    <a:pt x="11218" y="10575"/>
                  </a:cubicBezTo>
                  <a:cubicBezTo>
                    <a:pt x="10792" y="11029"/>
                    <a:pt x="10337" y="11455"/>
                    <a:pt x="9798" y="11824"/>
                  </a:cubicBezTo>
                  <a:cubicBezTo>
                    <a:pt x="8406" y="12875"/>
                    <a:pt x="6873" y="13670"/>
                    <a:pt x="5226" y="14182"/>
                  </a:cubicBezTo>
                  <a:cubicBezTo>
                    <a:pt x="4885" y="14295"/>
                    <a:pt x="4885" y="14324"/>
                    <a:pt x="4970" y="14636"/>
                  </a:cubicBezTo>
                  <a:cubicBezTo>
                    <a:pt x="5396" y="16084"/>
                    <a:pt x="5936" y="17476"/>
                    <a:pt x="6560" y="18839"/>
                  </a:cubicBezTo>
                  <a:cubicBezTo>
                    <a:pt x="6645" y="19009"/>
                    <a:pt x="6731" y="19151"/>
                    <a:pt x="6816" y="19322"/>
                  </a:cubicBezTo>
                  <a:cubicBezTo>
                    <a:pt x="6863" y="19416"/>
                    <a:pt x="6968" y="19471"/>
                    <a:pt x="7068" y="19471"/>
                  </a:cubicBezTo>
                  <a:cubicBezTo>
                    <a:pt x="7088" y="19471"/>
                    <a:pt x="7109" y="19469"/>
                    <a:pt x="7128" y="19464"/>
                  </a:cubicBezTo>
                  <a:cubicBezTo>
                    <a:pt x="7242" y="19435"/>
                    <a:pt x="7355" y="19407"/>
                    <a:pt x="7469" y="19379"/>
                  </a:cubicBezTo>
                  <a:cubicBezTo>
                    <a:pt x="9230" y="18896"/>
                    <a:pt x="10905" y="18101"/>
                    <a:pt x="12410" y="17050"/>
                  </a:cubicBezTo>
                  <a:cubicBezTo>
                    <a:pt x="13149" y="16510"/>
                    <a:pt x="13859" y="15942"/>
                    <a:pt x="14569" y="15374"/>
                  </a:cubicBezTo>
                  <a:cubicBezTo>
                    <a:pt x="14966" y="15062"/>
                    <a:pt x="15392" y="14750"/>
                    <a:pt x="15790" y="14466"/>
                  </a:cubicBezTo>
                  <a:cubicBezTo>
                    <a:pt x="15989" y="14324"/>
                    <a:pt x="16216" y="14210"/>
                    <a:pt x="16443" y="14153"/>
                  </a:cubicBezTo>
                  <a:cubicBezTo>
                    <a:pt x="16518" y="14126"/>
                    <a:pt x="16593" y="14114"/>
                    <a:pt x="16666" y="14114"/>
                  </a:cubicBezTo>
                  <a:cubicBezTo>
                    <a:pt x="16979" y="14114"/>
                    <a:pt x="17249" y="14347"/>
                    <a:pt x="17295" y="14693"/>
                  </a:cubicBezTo>
                  <a:cubicBezTo>
                    <a:pt x="17323" y="14863"/>
                    <a:pt x="17323" y="15034"/>
                    <a:pt x="17295" y="15176"/>
                  </a:cubicBezTo>
                  <a:cubicBezTo>
                    <a:pt x="17210" y="15744"/>
                    <a:pt x="16983" y="16255"/>
                    <a:pt x="16670" y="16737"/>
                  </a:cubicBezTo>
                  <a:cubicBezTo>
                    <a:pt x="16244" y="17419"/>
                    <a:pt x="15733" y="18072"/>
                    <a:pt x="15165" y="18669"/>
                  </a:cubicBezTo>
                  <a:cubicBezTo>
                    <a:pt x="14256" y="19577"/>
                    <a:pt x="13291" y="20429"/>
                    <a:pt x="12297" y="21253"/>
                  </a:cubicBezTo>
                  <a:cubicBezTo>
                    <a:pt x="12155" y="21338"/>
                    <a:pt x="11984" y="21395"/>
                    <a:pt x="12013" y="21622"/>
                  </a:cubicBezTo>
                  <a:cubicBezTo>
                    <a:pt x="12751" y="21565"/>
                    <a:pt x="13490" y="21423"/>
                    <a:pt x="14200" y="21139"/>
                  </a:cubicBezTo>
                  <a:cubicBezTo>
                    <a:pt x="16017" y="20458"/>
                    <a:pt x="17693" y="19464"/>
                    <a:pt x="19169" y="18186"/>
                  </a:cubicBezTo>
                  <a:cubicBezTo>
                    <a:pt x="20476" y="17078"/>
                    <a:pt x="21612" y="15800"/>
                    <a:pt x="22606" y="14409"/>
                  </a:cubicBezTo>
                  <a:cubicBezTo>
                    <a:pt x="22946" y="13869"/>
                    <a:pt x="23344" y="13358"/>
                    <a:pt x="23656" y="12818"/>
                  </a:cubicBezTo>
                  <a:cubicBezTo>
                    <a:pt x="23789" y="12526"/>
                    <a:pt x="24097" y="12333"/>
                    <a:pt x="24438" y="12333"/>
                  </a:cubicBezTo>
                  <a:cubicBezTo>
                    <a:pt x="24462" y="12333"/>
                    <a:pt x="24485" y="12334"/>
                    <a:pt x="24508" y="12336"/>
                  </a:cubicBezTo>
                  <a:cubicBezTo>
                    <a:pt x="25644" y="12307"/>
                    <a:pt x="26780" y="12137"/>
                    <a:pt x="27888" y="11796"/>
                  </a:cubicBezTo>
                  <a:cubicBezTo>
                    <a:pt x="28768" y="11540"/>
                    <a:pt x="29592" y="11143"/>
                    <a:pt x="30330" y="10603"/>
                  </a:cubicBezTo>
                  <a:cubicBezTo>
                    <a:pt x="31125" y="10035"/>
                    <a:pt x="31779" y="9269"/>
                    <a:pt x="32205" y="8417"/>
                  </a:cubicBezTo>
                  <a:cubicBezTo>
                    <a:pt x="32744" y="7309"/>
                    <a:pt x="32602" y="5747"/>
                    <a:pt x="31892" y="5037"/>
                  </a:cubicBezTo>
                  <a:cubicBezTo>
                    <a:pt x="31722" y="5066"/>
                    <a:pt x="31665" y="5293"/>
                    <a:pt x="31551" y="5435"/>
                  </a:cubicBezTo>
                  <a:cubicBezTo>
                    <a:pt x="30955" y="6230"/>
                    <a:pt x="30245" y="6911"/>
                    <a:pt x="29450" y="7479"/>
                  </a:cubicBezTo>
                  <a:cubicBezTo>
                    <a:pt x="29137" y="7735"/>
                    <a:pt x="28768" y="7877"/>
                    <a:pt x="28371" y="7934"/>
                  </a:cubicBezTo>
                  <a:cubicBezTo>
                    <a:pt x="28359" y="7935"/>
                    <a:pt x="28347" y="7936"/>
                    <a:pt x="28335" y="7936"/>
                  </a:cubicBezTo>
                  <a:cubicBezTo>
                    <a:pt x="28070" y="7936"/>
                    <a:pt x="27893" y="7640"/>
                    <a:pt x="28001" y="7423"/>
                  </a:cubicBezTo>
                  <a:cubicBezTo>
                    <a:pt x="28115" y="7167"/>
                    <a:pt x="28285" y="6940"/>
                    <a:pt x="28484" y="6769"/>
                  </a:cubicBezTo>
                  <a:cubicBezTo>
                    <a:pt x="29251" y="5804"/>
                    <a:pt x="29847" y="4753"/>
                    <a:pt x="30245" y="3617"/>
                  </a:cubicBezTo>
                  <a:cubicBezTo>
                    <a:pt x="30217" y="3560"/>
                    <a:pt x="30188" y="3532"/>
                    <a:pt x="30160" y="3504"/>
                  </a:cubicBezTo>
                  <a:cubicBezTo>
                    <a:pt x="30046" y="3418"/>
                    <a:pt x="29933" y="3333"/>
                    <a:pt x="29791" y="3276"/>
                  </a:cubicBezTo>
                  <a:cubicBezTo>
                    <a:pt x="27718" y="2112"/>
                    <a:pt x="25446" y="1288"/>
                    <a:pt x="23088" y="891"/>
                  </a:cubicBezTo>
                  <a:cubicBezTo>
                    <a:pt x="22855" y="849"/>
                    <a:pt x="22607" y="727"/>
                    <a:pt x="22342" y="727"/>
                  </a:cubicBezTo>
                  <a:cubicBezTo>
                    <a:pt x="22252" y="727"/>
                    <a:pt x="22160" y="741"/>
                    <a:pt x="22066" y="777"/>
                  </a:cubicBezTo>
                  <a:cubicBezTo>
                    <a:pt x="22009" y="1090"/>
                    <a:pt x="21981" y="1430"/>
                    <a:pt x="22038" y="1743"/>
                  </a:cubicBezTo>
                  <a:cubicBezTo>
                    <a:pt x="22038" y="2311"/>
                    <a:pt x="21924" y="2879"/>
                    <a:pt x="21697" y="3390"/>
                  </a:cubicBezTo>
                  <a:cubicBezTo>
                    <a:pt x="21640" y="3589"/>
                    <a:pt x="21498" y="3759"/>
                    <a:pt x="21356" y="3901"/>
                  </a:cubicBezTo>
                  <a:cubicBezTo>
                    <a:pt x="21246" y="4034"/>
                    <a:pt x="21101" y="4093"/>
                    <a:pt x="20961" y="4093"/>
                  </a:cubicBezTo>
                  <a:cubicBezTo>
                    <a:pt x="20739" y="4093"/>
                    <a:pt x="20528" y="3946"/>
                    <a:pt x="20476" y="3702"/>
                  </a:cubicBezTo>
                  <a:cubicBezTo>
                    <a:pt x="20362" y="3418"/>
                    <a:pt x="20334" y="3163"/>
                    <a:pt x="20334" y="2879"/>
                  </a:cubicBezTo>
                  <a:cubicBezTo>
                    <a:pt x="20277" y="2112"/>
                    <a:pt x="20135" y="1374"/>
                    <a:pt x="19851" y="692"/>
                  </a:cubicBezTo>
                  <a:cubicBezTo>
                    <a:pt x="19766" y="493"/>
                    <a:pt x="19595" y="351"/>
                    <a:pt x="19368" y="323"/>
                  </a:cubicBezTo>
                  <a:cubicBezTo>
                    <a:pt x="18573" y="238"/>
                    <a:pt x="17749" y="153"/>
                    <a:pt x="16926" y="96"/>
                  </a:cubicBezTo>
                  <a:cubicBezTo>
                    <a:pt x="16904" y="92"/>
                    <a:pt x="16884" y="90"/>
                    <a:pt x="16866" y="90"/>
                  </a:cubicBezTo>
                  <a:cubicBezTo>
                    <a:pt x="16742" y="90"/>
                    <a:pt x="16699" y="174"/>
                    <a:pt x="16699" y="323"/>
                  </a:cubicBezTo>
                  <a:cubicBezTo>
                    <a:pt x="16727" y="863"/>
                    <a:pt x="16670" y="1402"/>
                    <a:pt x="16528" y="1913"/>
                  </a:cubicBezTo>
                  <a:cubicBezTo>
                    <a:pt x="16472" y="2055"/>
                    <a:pt x="16415" y="2169"/>
                    <a:pt x="16330" y="2311"/>
                  </a:cubicBezTo>
                  <a:cubicBezTo>
                    <a:pt x="16267" y="2394"/>
                    <a:pt x="16174" y="2447"/>
                    <a:pt x="16073" y="2447"/>
                  </a:cubicBezTo>
                  <a:cubicBezTo>
                    <a:pt x="16036" y="2447"/>
                    <a:pt x="15998" y="2440"/>
                    <a:pt x="15960" y="2424"/>
                  </a:cubicBezTo>
                  <a:cubicBezTo>
                    <a:pt x="15847" y="2424"/>
                    <a:pt x="15762" y="2339"/>
                    <a:pt x="15705" y="2226"/>
                  </a:cubicBezTo>
                  <a:cubicBezTo>
                    <a:pt x="15676" y="2055"/>
                    <a:pt x="15648" y="1885"/>
                    <a:pt x="15620" y="1743"/>
                  </a:cubicBezTo>
                  <a:cubicBezTo>
                    <a:pt x="15563" y="1260"/>
                    <a:pt x="15478" y="749"/>
                    <a:pt x="15421" y="266"/>
                  </a:cubicBezTo>
                  <a:cubicBezTo>
                    <a:pt x="15421" y="124"/>
                    <a:pt x="15279" y="11"/>
                    <a:pt x="15137" y="11"/>
                  </a:cubicBezTo>
                  <a:cubicBezTo>
                    <a:pt x="14889" y="4"/>
                    <a:pt x="14641" y="0"/>
                    <a:pt x="143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01"/>
            <p:cNvSpPr/>
            <p:nvPr/>
          </p:nvSpPr>
          <p:spPr>
            <a:xfrm>
              <a:off x="2722300" y="999700"/>
              <a:ext cx="520450" cy="191800"/>
            </a:xfrm>
            <a:custGeom>
              <a:rect b="b" l="l" r="r" t="t"/>
              <a:pathLst>
                <a:path extrusionOk="0" h="7672" w="20818">
                  <a:moveTo>
                    <a:pt x="2933" y="1"/>
                  </a:moveTo>
                  <a:cubicBezTo>
                    <a:pt x="2157" y="1"/>
                    <a:pt x="1381" y="136"/>
                    <a:pt x="604" y="136"/>
                  </a:cubicBezTo>
                  <a:cubicBezTo>
                    <a:pt x="545" y="136"/>
                    <a:pt x="486" y="135"/>
                    <a:pt x="427" y="134"/>
                  </a:cubicBezTo>
                  <a:cubicBezTo>
                    <a:pt x="285" y="134"/>
                    <a:pt x="114" y="134"/>
                    <a:pt x="29" y="332"/>
                  </a:cubicBezTo>
                  <a:cubicBezTo>
                    <a:pt x="1" y="474"/>
                    <a:pt x="171" y="616"/>
                    <a:pt x="427" y="645"/>
                  </a:cubicBezTo>
                  <a:cubicBezTo>
                    <a:pt x="469" y="659"/>
                    <a:pt x="512" y="666"/>
                    <a:pt x="555" y="666"/>
                  </a:cubicBezTo>
                  <a:cubicBezTo>
                    <a:pt x="597" y="666"/>
                    <a:pt x="640" y="659"/>
                    <a:pt x="682" y="645"/>
                  </a:cubicBezTo>
                  <a:cubicBezTo>
                    <a:pt x="995" y="588"/>
                    <a:pt x="1307" y="588"/>
                    <a:pt x="1591" y="588"/>
                  </a:cubicBezTo>
                  <a:lnTo>
                    <a:pt x="4403" y="588"/>
                  </a:lnTo>
                  <a:cubicBezTo>
                    <a:pt x="5368" y="616"/>
                    <a:pt x="6305" y="702"/>
                    <a:pt x="7243" y="844"/>
                  </a:cubicBezTo>
                  <a:cubicBezTo>
                    <a:pt x="8776" y="1042"/>
                    <a:pt x="10281" y="1383"/>
                    <a:pt x="11758" y="1838"/>
                  </a:cubicBezTo>
                  <a:cubicBezTo>
                    <a:pt x="13064" y="2235"/>
                    <a:pt x="14314" y="2803"/>
                    <a:pt x="15507" y="3485"/>
                  </a:cubicBezTo>
                  <a:cubicBezTo>
                    <a:pt x="17211" y="4507"/>
                    <a:pt x="18801" y="5785"/>
                    <a:pt x="20136" y="7290"/>
                  </a:cubicBezTo>
                  <a:cubicBezTo>
                    <a:pt x="20249" y="7404"/>
                    <a:pt x="20363" y="7517"/>
                    <a:pt x="20505" y="7631"/>
                  </a:cubicBezTo>
                  <a:cubicBezTo>
                    <a:pt x="20545" y="7651"/>
                    <a:pt x="20585" y="7671"/>
                    <a:pt x="20635" y="7671"/>
                  </a:cubicBezTo>
                  <a:cubicBezTo>
                    <a:pt x="20656" y="7671"/>
                    <a:pt x="20679" y="7668"/>
                    <a:pt x="20704" y="7659"/>
                  </a:cubicBezTo>
                  <a:cubicBezTo>
                    <a:pt x="20789" y="7631"/>
                    <a:pt x="20817" y="7517"/>
                    <a:pt x="20789" y="7432"/>
                  </a:cubicBezTo>
                  <a:cubicBezTo>
                    <a:pt x="20675" y="7148"/>
                    <a:pt x="20505" y="6893"/>
                    <a:pt x="20278" y="6694"/>
                  </a:cubicBezTo>
                  <a:cubicBezTo>
                    <a:pt x="19568" y="5927"/>
                    <a:pt x="18801" y="5217"/>
                    <a:pt x="17977" y="4564"/>
                  </a:cubicBezTo>
                  <a:cubicBezTo>
                    <a:pt x="16898" y="3683"/>
                    <a:pt x="15734" y="2945"/>
                    <a:pt x="14484" y="2349"/>
                  </a:cubicBezTo>
                  <a:cubicBezTo>
                    <a:pt x="12979" y="1639"/>
                    <a:pt x="11417" y="1099"/>
                    <a:pt x="9798" y="758"/>
                  </a:cubicBezTo>
                  <a:cubicBezTo>
                    <a:pt x="8691" y="503"/>
                    <a:pt x="7555" y="304"/>
                    <a:pt x="6419" y="190"/>
                  </a:cubicBezTo>
                  <a:cubicBezTo>
                    <a:pt x="5591" y="72"/>
                    <a:pt x="4743" y="13"/>
                    <a:pt x="3908" y="13"/>
                  </a:cubicBezTo>
                  <a:cubicBezTo>
                    <a:pt x="3741" y="13"/>
                    <a:pt x="3574" y="15"/>
                    <a:pt x="3409" y="20"/>
                  </a:cubicBezTo>
                  <a:cubicBezTo>
                    <a:pt x="3250" y="6"/>
                    <a:pt x="3092" y="1"/>
                    <a:pt x="2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01"/>
            <p:cNvSpPr/>
            <p:nvPr/>
          </p:nvSpPr>
          <p:spPr>
            <a:xfrm>
              <a:off x="3084400" y="2508875"/>
              <a:ext cx="740525" cy="249225"/>
            </a:xfrm>
            <a:custGeom>
              <a:rect b="b" l="l" r="r" t="t"/>
              <a:pathLst>
                <a:path extrusionOk="0" h="9969" w="29621">
                  <a:moveTo>
                    <a:pt x="29620" y="1"/>
                  </a:moveTo>
                  <a:lnTo>
                    <a:pt x="29620" y="1"/>
                  </a:lnTo>
                  <a:cubicBezTo>
                    <a:pt x="29566" y="265"/>
                    <a:pt x="29511" y="529"/>
                    <a:pt x="29456" y="793"/>
                  </a:cubicBezTo>
                  <a:lnTo>
                    <a:pt x="29456" y="793"/>
                  </a:lnTo>
                  <a:cubicBezTo>
                    <a:pt x="29511" y="529"/>
                    <a:pt x="29566" y="265"/>
                    <a:pt x="29620" y="1"/>
                  </a:cubicBezTo>
                  <a:close/>
                  <a:moveTo>
                    <a:pt x="29456" y="793"/>
                  </a:moveTo>
                  <a:lnTo>
                    <a:pt x="29456" y="793"/>
                  </a:lnTo>
                  <a:cubicBezTo>
                    <a:pt x="29167" y="2174"/>
                    <a:pt x="28869" y="3546"/>
                    <a:pt x="28578" y="4925"/>
                  </a:cubicBezTo>
                  <a:lnTo>
                    <a:pt x="28578" y="4925"/>
                  </a:lnTo>
                  <a:cubicBezTo>
                    <a:pt x="28585" y="4921"/>
                    <a:pt x="28591" y="4917"/>
                    <a:pt x="28598" y="4914"/>
                  </a:cubicBezTo>
                  <a:cubicBezTo>
                    <a:pt x="28884" y="3531"/>
                    <a:pt x="29170" y="2169"/>
                    <a:pt x="29456" y="793"/>
                  </a:cubicBezTo>
                  <a:close/>
                  <a:moveTo>
                    <a:pt x="28578" y="4925"/>
                  </a:moveTo>
                  <a:lnTo>
                    <a:pt x="28578" y="4925"/>
                  </a:lnTo>
                  <a:cubicBezTo>
                    <a:pt x="26465" y="6118"/>
                    <a:pt x="21559" y="7867"/>
                    <a:pt x="13831" y="7867"/>
                  </a:cubicBezTo>
                  <a:cubicBezTo>
                    <a:pt x="7270" y="7867"/>
                    <a:pt x="2272" y="6163"/>
                    <a:pt x="0" y="5056"/>
                  </a:cubicBezTo>
                  <a:lnTo>
                    <a:pt x="0" y="5056"/>
                  </a:lnTo>
                  <a:cubicBezTo>
                    <a:pt x="199" y="5851"/>
                    <a:pt x="398" y="6646"/>
                    <a:pt x="625" y="7441"/>
                  </a:cubicBezTo>
                  <a:cubicBezTo>
                    <a:pt x="3948" y="8804"/>
                    <a:pt x="7469" y="9628"/>
                    <a:pt x="11047" y="9855"/>
                  </a:cubicBezTo>
                  <a:cubicBezTo>
                    <a:pt x="11928" y="9912"/>
                    <a:pt x="12865" y="9969"/>
                    <a:pt x="13831" y="9969"/>
                  </a:cubicBezTo>
                  <a:cubicBezTo>
                    <a:pt x="21044" y="9969"/>
                    <a:pt x="25758" y="8435"/>
                    <a:pt x="28087" y="7242"/>
                  </a:cubicBezTo>
                  <a:cubicBezTo>
                    <a:pt x="28172" y="6902"/>
                    <a:pt x="28229" y="6532"/>
                    <a:pt x="28314" y="6192"/>
                  </a:cubicBezTo>
                  <a:cubicBezTo>
                    <a:pt x="28401" y="5768"/>
                    <a:pt x="28489" y="5346"/>
                    <a:pt x="28578" y="49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01"/>
            <p:cNvSpPr/>
            <p:nvPr/>
          </p:nvSpPr>
          <p:spPr>
            <a:xfrm>
              <a:off x="2660550" y="1012425"/>
              <a:ext cx="609175" cy="450700"/>
            </a:xfrm>
            <a:custGeom>
              <a:rect b="b" l="l" r="r" t="t"/>
              <a:pathLst>
                <a:path extrusionOk="0" h="18028" w="24367">
                  <a:moveTo>
                    <a:pt x="12016" y="2459"/>
                  </a:moveTo>
                  <a:cubicBezTo>
                    <a:pt x="12063" y="2459"/>
                    <a:pt x="12109" y="2461"/>
                    <a:pt x="12155" y="2465"/>
                  </a:cubicBezTo>
                  <a:lnTo>
                    <a:pt x="12240" y="2465"/>
                  </a:lnTo>
                  <a:cubicBezTo>
                    <a:pt x="12439" y="2465"/>
                    <a:pt x="12666" y="2465"/>
                    <a:pt x="12723" y="2663"/>
                  </a:cubicBezTo>
                  <a:cubicBezTo>
                    <a:pt x="12808" y="2919"/>
                    <a:pt x="12751" y="3203"/>
                    <a:pt x="12552" y="3373"/>
                  </a:cubicBezTo>
                  <a:cubicBezTo>
                    <a:pt x="12300" y="3558"/>
                    <a:pt x="11999" y="3653"/>
                    <a:pt x="11694" y="3653"/>
                  </a:cubicBezTo>
                  <a:cubicBezTo>
                    <a:pt x="11484" y="3653"/>
                    <a:pt x="11273" y="3608"/>
                    <a:pt x="11076" y="3515"/>
                  </a:cubicBezTo>
                  <a:cubicBezTo>
                    <a:pt x="10763" y="3345"/>
                    <a:pt x="10763" y="2890"/>
                    <a:pt x="11076" y="2720"/>
                  </a:cubicBezTo>
                  <a:cubicBezTo>
                    <a:pt x="11374" y="2546"/>
                    <a:pt x="11694" y="2459"/>
                    <a:pt x="12016" y="2459"/>
                  </a:cubicBezTo>
                  <a:close/>
                  <a:moveTo>
                    <a:pt x="17255" y="5027"/>
                  </a:moveTo>
                  <a:cubicBezTo>
                    <a:pt x="17409" y="5027"/>
                    <a:pt x="17566" y="5085"/>
                    <a:pt x="17693" y="5191"/>
                  </a:cubicBezTo>
                  <a:cubicBezTo>
                    <a:pt x="17835" y="5333"/>
                    <a:pt x="17920" y="5560"/>
                    <a:pt x="17863" y="5759"/>
                  </a:cubicBezTo>
                  <a:cubicBezTo>
                    <a:pt x="17749" y="6185"/>
                    <a:pt x="17551" y="6554"/>
                    <a:pt x="17267" y="6866"/>
                  </a:cubicBezTo>
                  <a:cubicBezTo>
                    <a:pt x="15989" y="8258"/>
                    <a:pt x="14285" y="9223"/>
                    <a:pt x="12410" y="9593"/>
                  </a:cubicBezTo>
                  <a:cubicBezTo>
                    <a:pt x="12297" y="9621"/>
                    <a:pt x="12212" y="9621"/>
                    <a:pt x="12126" y="9621"/>
                  </a:cubicBezTo>
                  <a:lnTo>
                    <a:pt x="11928" y="9621"/>
                  </a:lnTo>
                  <a:cubicBezTo>
                    <a:pt x="11700" y="9536"/>
                    <a:pt x="11615" y="9309"/>
                    <a:pt x="11700" y="9110"/>
                  </a:cubicBezTo>
                  <a:cubicBezTo>
                    <a:pt x="11814" y="8939"/>
                    <a:pt x="11956" y="8826"/>
                    <a:pt x="12126" y="8741"/>
                  </a:cubicBezTo>
                  <a:cubicBezTo>
                    <a:pt x="12893" y="8286"/>
                    <a:pt x="13632" y="7690"/>
                    <a:pt x="14256" y="7037"/>
                  </a:cubicBezTo>
                  <a:cubicBezTo>
                    <a:pt x="14796" y="6497"/>
                    <a:pt x="15392" y="5986"/>
                    <a:pt x="16017" y="5560"/>
                  </a:cubicBezTo>
                  <a:cubicBezTo>
                    <a:pt x="16358" y="5304"/>
                    <a:pt x="16699" y="5134"/>
                    <a:pt x="17096" y="5049"/>
                  </a:cubicBezTo>
                  <a:cubicBezTo>
                    <a:pt x="17148" y="5034"/>
                    <a:pt x="17201" y="5027"/>
                    <a:pt x="17255" y="5027"/>
                  </a:cubicBezTo>
                  <a:close/>
                  <a:moveTo>
                    <a:pt x="1118" y="1"/>
                  </a:moveTo>
                  <a:cubicBezTo>
                    <a:pt x="696" y="1"/>
                    <a:pt x="327" y="8"/>
                    <a:pt x="0" y="22"/>
                  </a:cubicBezTo>
                  <a:cubicBezTo>
                    <a:pt x="57" y="136"/>
                    <a:pt x="114" y="221"/>
                    <a:pt x="227" y="278"/>
                  </a:cubicBezTo>
                  <a:cubicBezTo>
                    <a:pt x="341" y="363"/>
                    <a:pt x="455" y="420"/>
                    <a:pt x="568" y="505"/>
                  </a:cubicBezTo>
                  <a:cubicBezTo>
                    <a:pt x="852" y="647"/>
                    <a:pt x="1079" y="846"/>
                    <a:pt x="1278" y="1073"/>
                  </a:cubicBezTo>
                  <a:cubicBezTo>
                    <a:pt x="1562" y="1357"/>
                    <a:pt x="1818" y="1669"/>
                    <a:pt x="2045" y="2010"/>
                  </a:cubicBezTo>
                  <a:cubicBezTo>
                    <a:pt x="2158" y="2209"/>
                    <a:pt x="2414" y="2351"/>
                    <a:pt x="2670" y="2379"/>
                  </a:cubicBezTo>
                  <a:cubicBezTo>
                    <a:pt x="3408" y="2436"/>
                    <a:pt x="4146" y="2465"/>
                    <a:pt x="4913" y="2465"/>
                  </a:cubicBezTo>
                  <a:lnTo>
                    <a:pt x="6873" y="2465"/>
                  </a:lnTo>
                  <a:cubicBezTo>
                    <a:pt x="6922" y="2457"/>
                    <a:pt x="6970" y="2454"/>
                    <a:pt x="7017" y="2454"/>
                  </a:cubicBezTo>
                  <a:cubicBezTo>
                    <a:pt x="7157" y="2454"/>
                    <a:pt x="7284" y="2486"/>
                    <a:pt x="7412" y="2550"/>
                  </a:cubicBezTo>
                  <a:cubicBezTo>
                    <a:pt x="7668" y="2663"/>
                    <a:pt x="7753" y="2976"/>
                    <a:pt x="7583" y="3203"/>
                  </a:cubicBezTo>
                  <a:cubicBezTo>
                    <a:pt x="7412" y="3430"/>
                    <a:pt x="7185" y="3600"/>
                    <a:pt x="6929" y="3714"/>
                  </a:cubicBezTo>
                  <a:cubicBezTo>
                    <a:pt x="6418" y="3941"/>
                    <a:pt x="5850" y="4083"/>
                    <a:pt x="5311" y="4140"/>
                  </a:cubicBezTo>
                  <a:cubicBezTo>
                    <a:pt x="4629" y="4225"/>
                    <a:pt x="3976" y="4310"/>
                    <a:pt x="3209" y="4396"/>
                  </a:cubicBezTo>
                  <a:cubicBezTo>
                    <a:pt x="3380" y="5077"/>
                    <a:pt x="3522" y="5674"/>
                    <a:pt x="3664" y="6242"/>
                  </a:cubicBezTo>
                  <a:cubicBezTo>
                    <a:pt x="3749" y="6554"/>
                    <a:pt x="3834" y="6895"/>
                    <a:pt x="3919" y="7207"/>
                  </a:cubicBezTo>
                  <a:cubicBezTo>
                    <a:pt x="3963" y="7447"/>
                    <a:pt x="4006" y="7503"/>
                    <a:pt x="4166" y="7503"/>
                  </a:cubicBezTo>
                  <a:cubicBezTo>
                    <a:pt x="4214" y="7503"/>
                    <a:pt x="4273" y="7498"/>
                    <a:pt x="4345" y="7491"/>
                  </a:cubicBezTo>
                  <a:lnTo>
                    <a:pt x="4629" y="7434"/>
                  </a:lnTo>
                  <a:cubicBezTo>
                    <a:pt x="6305" y="7150"/>
                    <a:pt x="7952" y="6668"/>
                    <a:pt x="9542" y="6043"/>
                  </a:cubicBezTo>
                  <a:cubicBezTo>
                    <a:pt x="9911" y="5901"/>
                    <a:pt x="10309" y="5787"/>
                    <a:pt x="10678" y="5645"/>
                  </a:cubicBezTo>
                  <a:cubicBezTo>
                    <a:pt x="10792" y="5617"/>
                    <a:pt x="10905" y="5588"/>
                    <a:pt x="11019" y="5560"/>
                  </a:cubicBezTo>
                  <a:cubicBezTo>
                    <a:pt x="11066" y="5548"/>
                    <a:pt x="11114" y="5542"/>
                    <a:pt x="11160" y="5542"/>
                  </a:cubicBezTo>
                  <a:cubicBezTo>
                    <a:pt x="11336" y="5542"/>
                    <a:pt x="11497" y="5624"/>
                    <a:pt x="11587" y="5759"/>
                  </a:cubicBezTo>
                  <a:cubicBezTo>
                    <a:pt x="11700" y="5929"/>
                    <a:pt x="11700" y="6185"/>
                    <a:pt x="11587" y="6355"/>
                  </a:cubicBezTo>
                  <a:cubicBezTo>
                    <a:pt x="11445" y="6582"/>
                    <a:pt x="11303" y="6781"/>
                    <a:pt x="11133" y="6980"/>
                  </a:cubicBezTo>
                  <a:cubicBezTo>
                    <a:pt x="10707" y="7434"/>
                    <a:pt x="10224" y="7860"/>
                    <a:pt x="9713" y="8229"/>
                  </a:cubicBezTo>
                  <a:cubicBezTo>
                    <a:pt x="8321" y="9252"/>
                    <a:pt x="6759" y="10047"/>
                    <a:pt x="5112" y="10587"/>
                  </a:cubicBezTo>
                  <a:cubicBezTo>
                    <a:pt x="4800" y="10700"/>
                    <a:pt x="4800" y="10729"/>
                    <a:pt x="4885" y="11041"/>
                  </a:cubicBezTo>
                  <a:cubicBezTo>
                    <a:pt x="5311" y="12461"/>
                    <a:pt x="5822" y="13881"/>
                    <a:pt x="6475" y="15216"/>
                  </a:cubicBezTo>
                  <a:cubicBezTo>
                    <a:pt x="6532" y="15386"/>
                    <a:pt x="6645" y="15556"/>
                    <a:pt x="6731" y="15727"/>
                  </a:cubicBezTo>
                  <a:cubicBezTo>
                    <a:pt x="6774" y="15814"/>
                    <a:pt x="6851" y="15851"/>
                    <a:pt x="6935" y="15851"/>
                  </a:cubicBezTo>
                  <a:cubicBezTo>
                    <a:pt x="6961" y="15851"/>
                    <a:pt x="6988" y="15847"/>
                    <a:pt x="7015" y="15840"/>
                  </a:cubicBezTo>
                  <a:cubicBezTo>
                    <a:pt x="7128" y="15812"/>
                    <a:pt x="7242" y="15784"/>
                    <a:pt x="7384" y="15755"/>
                  </a:cubicBezTo>
                  <a:cubicBezTo>
                    <a:pt x="9145" y="15272"/>
                    <a:pt x="10820" y="14506"/>
                    <a:pt x="12297" y="13455"/>
                  </a:cubicBezTo>
                  <a:cubicBezTo>
                    <a:pt x="13035" y="12915"/>
                    <a:pt x="13774" y="12347"/>
                    <a:pt x="14484" y="11779"/>
                  </a:cubicBezTo>
                  <a:cubicBezTo>
                    <a:pt x="14881" y="11439"/>
                    <a:pt x="15279" y="11155"/>
                    <a:pt x="15705" y="10842"/>
                  </a:cubicBezTo>
                  <a:cubicBezTo>
                    <a:pt x="15904" y="10700"/>
                    <a:pt x="16102" y="10615"/>
                    <a:pt x="16330" y="10558"/>
                  </a:cubicBezTo>
                  <a:cubicBezTo>
                    <a:pt x="16404" y="10532"/>
                    <a:pt x="16480" y="10519"/>
                    <a:pt x="16556" y="10519"/>
                  </a:cubicBezTo>
                  <a:cubicBezTo>
                    <a:pt x="16882" y="10519"/>
                    <a:pt x="17187" y="10757"/>
                    <a:pt x="17210" y="11126"/>
                  </a:cubicBezTo>
                  <a:cubicBezTo>
                    <a:pt x="17210" y="11268"/>
                    <a:pt x="17210" y="11439"/>
                    <a:pt x="17210" y="11609"/>
                  </a:cubicBezTo>
                  <a:cubicBezTo>
                    <a:pt x="17096" y="12149"/>
                    <a:pt x="16898" y="12688"/>
                    <a:pt x="16585" y="13142"/>
                  </a:cubicBezTo>
                  <a:cubicBezTo>
                    <a:pt x="16159" y="13852"/>
                    <a:pt x="15648" y="14506"/>
                    <a:pt x="15052" y="15074"/>
                  </a:cubicBezTo>
                  <a:cubicBezTo>
                    <a:pt x="14143" y="15982"/>
                    <a:pt x="13149" y="16863"/>
                    <a:pt x="12126" y="17658"/>
                  </a:cubicBezTo>
                  <a:cubicBezTo>
                    <a:pt x="12013" y="17743"/>
                    <a:pt x="11814" y="17800"/>
                    <a:pt x="11871" y="18027"/>
                  </a:cubicBezTo>
                  <a:cubicBezTo>
                    <a:pt x="12609" y="17999"/>
                    <a:pt x="13348" y="17828"/>
                    <a:pt x="14029" y="17544"/>
                  </a:cubicBezTo>
                  <a:cubicBezTo>
                    <a:pt x="15847" y="16863"/>
                    <a:pt x="17551" y="15869"/>
                    <a:pt x="18999" y="14591"/>
                  </a:cubicBezTo>
                  <a:cubicBezTo>
                    <a:pt x="20334" y="13512"/>
                    <a:pt x="21470" y="12234"/>
                    <a:pt x="22464" y="10814"/>
                  </a:cubicBezTo>
                  <a:cubicBezTo>
                    <a:pt x="22804" y="10274"/>
                    <a:pt x="23174" y="9791"/>
                    <a:pt x="23514" y="9252"/>
                  </a:cubicBezTo>
                  <a:cubicBezTo>
                    <a:pt x="23656" y="8911"/>
                    <a:pt x="23997" y="8741"/>
                    <a:pt x="24366" y="8741"/>
                  </a:cubicBezTo>
                  <a:cubicBezTo>
                    <a:pt x="23912" y="8201"/>
                    <a:pt x="23486" y="7662"/>
                    <a:pt x="23032" y="7179"/>
                  </a:cubicBezTo>
                  <a:cubicBezTo>
                    <a:pt x="23003" y="7150"/>
                    <a:pt x="23003" y="7150"/>
                    <a:pt x="22975" y="7150"/>
                  </a:cubicBezTo>
                  <a:cubicBezTo>
                    <a:pt x="22833" y="7037"/>
                    <a:pt x="22719" y="6923"/>
                    <a:pt x="22606" y="6781"/>
                  </a:cubicBezTo>
                  <a:cubicBezTo>
                    <a:pt x="21271" y="5304"/>
                    <a:pt x="19681" y="4026"/>
                    <a:pt x="17977" y="2976"/>
                  </a:cubicBezTo>
                  <a:cubicBezTo>
                    <a:pt x="16784" y="2294"/>
                    <a:pt x="15534" y="1755"/>
                    <a:pt x="14228" y="1329"/>
                  </a:cubicBezTo>
                  <a:cubicBezTo>
                    <a:pt x="13007" y="959"/>
                    <a:pt x="11757" y="647"/>
                    <a:pt x="10508" y="477"/>
                  </a:cubicBezTo>
                  <a:cubicBezTo>
                    <a:pt x="8321" y="221"/>
                    <a:pt x="6163" y="221"/>
                    <a:pt x="4061" y="107"/>
                  </a:cubicBezTo>
                  <a:cubicBezTo>
                    <a:pt x="3977" y="100"/>
                    <a:pt x="3894" y="96"/>
                    <a:pt x="3811" y="96"/>
                  </a:cubicBezTo>
                  <a:cubicBezTo>
                    <a:pt x="3583" y="96"/>
                    <a:pt x="3360" y="123"/>
                    <a:pt x="3152" y="164"/>
                  </a:cubicBezTo>
                  <a:cubicBezTo>
                    <a:pt x="3110" y="178"/>
                    <a:pt x="3060" y="185"/>
                    <a:pt x="3010" y="185"/>
                  </a:cubicBezTo>
                  <a:cubicBezTo>
                    <a:pt x="2961" y="185"/>
                    <a:pt x="2911" y="178"/>
                    <a:pt x="2868" y="164"/>
                  </a:cubicBezTo>
                  <a:cubicBezTo>
                    <a:pt x="2755" y="164"/>
                    <a:pt x="2641" y="107"/>
                    <a:pt x="2556" y="22"/>
                  </a:cubicBezTo>
                  <a:cubicBezTo>
                    <a:pt x="2016" y="8"/>
                    <a:pt x="1541"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7504"/>
                                        </p:tgtEl>
                                        <p:attrNameLst>
                                          <p:attrName>style.visibility</p:attrName>
                                        </p:attrNameLst>
                                      </p:cBhvr>
                                      <p:to>
                                        <p:strVal val="visible"/>
                                      </p:to>
                                    </p:set>
                                    <p:animEffect filter="fade" transition="in">
                                      <p:cBhvr>
                                        <p:cTn dur="1000"/>
                                        <p:tgtEl>
                                          <p:spTgt spid="750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7503"/>
                                        </p:tgtEl>
                                        <p:attrNameLst>
                                          <p:attrName>style.visibility</p:attrName>
                                        </p:attrNameLst>
                                      </p:cBhvr>
                                      <p:to>
                                        <p:strVal val="visible"/>
                                      </p:to>
                                    </p:set>
                                    <p:animEffect filter="fade" transition="in">
                                      <p:cBhvr>
                                        <p:cTn dur="1000"/>
                                        <p:tgtEl>
                                          <p:spTgt spid="750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7589"/>
                                        </p:tgtEl>
                                        <p:attrNameLst>
                                          <p:attrName>style.visibility</p:attrName>
                                        </p:attrNameLst>
                                      </p:cBhvr>
                                      <p:to>
                                        <p:strVal val="visible"/>
                                      </p:to>
                                    </p:set>
                                    <p:animEffect filter="fade" transition="in">
                                      <p:cBhvr>
                                        <p:cTn dur="1000"/>
                                        <p:tgtEl>
                                          <p:spTgt spid="758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7506"/>
                                        </p:tgtEl>
                                        <p:attrNameLst>
                                          <p:attrName>style.visibility</p:attrName>
                                        </p:attrNameLst>
                                      </p:cBhvr>
                                      <p:to>
                                        <p:strVal val="visible"/>
                                      </p:to>
                                    </p:set>
                                    <p:animEffect filter="fade" transition="in">
                                      <p:cBhvr>
                                        <p:cTn dur="1000"/>
                                        <p:tgtEl>
                                          <p:spTgt spid="7506"/>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7596"/>
                                        </p:tgtEl>
                                        <p:attrNameLst>
                                          <p:attrName>style.visibility</p:attrName>
                                        </p:attrNameLst>
                                      </p:cBhvr>
                                      <p:to>
                                        <p:strVal val="visible"/>
                                      </p:to>
                                    </p:set>
                                    <p:animEffect filter="fade" transition="in">
                                      <p:cBhvr>
                                        <p:cTn dur="1000"/>
                                        <p:tgtEl>
                                          <p:spTgt spid="759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7" name="Shape 7627"/>
        <p:cNvGrpSpPr/>
        <p:nvPr/>
      </p:nvGrpSpPr>
      <p:grpSpPr>
        <a:xfrm>
          <a:off x="0" y="0"/>
          <a:ext cx="0" cy="0"/>
          <a:chOff x="0" y="0"/>
          <a:chExt cx="0" cy="0"/>
        </a:xfrm>
      </p:grpSpPr>
      <p:grpSp>
        <p:nvGrpSpPr>
          <p:cNvPr id="7628" name="Google Shape;7628;p102"/>
          <p:cNvGrpSpPr/>
          <p:nvPr/>
        </p:nvGrpSpPr>
        <p:grpSpPr>
          <a:xfrm>
            <a:off x="4302922" y="1085270"/>
            <a:ext cx="4125928" cy="2864286"/>
            <a:chOff x="2038756" y="1050839"/>
            <a:chExt cx="5176174" cy="2954700"/>
          </a:xfrm>
        </p:grpSpPr>
        <p:grpSp>
          <p:nvGrpSpPr>
            <p:cNvPr id="7629" name="Google Shape;7629;p102"/>
            <p:cNvGrpSpPr/>
            <p:nvPr/>
          </p:nvGrpSpPr>
          <p:grpSpPr>
            <a:xfrm>
              <a:off x="2038756" y="1050839"/>
              <a:ext cx="5066497" cy="2954700"/>
              <a:chOff x="743953" y="1296401"/>
              <a:chExt cx="2240821" cy="1306811"/>
            </a:xfrm>
          </p:grpSpPr>
          <p:sp>
            <p:nvSpPr>
              <p:cNvPr id="7630" name="Google Shape;7630;p102"/>
              <p:cNvSpPr/>
              <p:nvPr/>
            </p:nvSpPr>
            <p:spPr>
              <a:xfrm>
                <a:off x="791778" y="2528340"/>
                <a:ext cx="2192996" cy="74870"/>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1" name="Google Shape;7631;p102"/>
              <p:cNvGrpSpPr/>
              <p:nvPr/>
            </p:nvGrpSpPr>
            <p:grpSpPr>
              <a:xfrm>
                <a:off x="743953" y="1296401"/>
                <a:ext cx="2240772" cy="1306811"/>
                <a:chOff x="743878" y="1560076"/>
                <a:chExt cx="2240772" cy="1306811"/>
              </a:xfrm>
            </p:grpSpPr>
            <p:grpSp>
              <p:nvGrpSpPr>
                <p:cNvPr id="7632" name="Google Shape;7632;p102"/>
                <p:cNvGrpSpPr/>
                <p:nvPr/>
              </p:nvGrpSpPr>
              <p:grpSpPr>
                <a:xfrm>
                  <a:off x="743878" y="1590850"/>
                  <a:ext cx="2240772" cy="1276037"/>
                  <a:chOff x="743878" y="1590850"/>
                  <a:chExt cx="2240772" cy="1276037"/>
                </a:xfrm>
              </p:grpSpPr>
              <p:sp>
                <p:nvSpPr>
                  <p:cNvPr id="7633" name="Google Shape;7633;p102"/>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02"/>
                  <p:cNvSpPr/>
                  <p:nvPr/>
                </p:nvSpPr>
                <p:spPr>
                  <a:xfrm rot="2696772">
                    <a:off x="725268" y="2752322"/>
                    <a:ext cx="225921" cy="4072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102"/>
                <p:cNvSpPr/>
                <p:nvPr/>
              </p:nvSpPr>
              <p:spPr>
                <a:xfrm rot="-2706523">
                  <a:off x="736754" y="1633311"/>
                  <a:ext cx="223588" cy="4072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36" name="Google Shape;7636;p102"/>
            <p:cNvSpPr/>
            <p:nvPr/>
          </p:nvSpPr>
          <p:spPr>
            <a:xfrm rot="2440061">
              <a:off x="6740494" y="1204431"/>
              <a:ext cx="505470" cy="9212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7" name="Google Shape;7637;p102"/>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Opportunities</a:t>
            </a:r>
            <a:endParaRPr/>
          </a:p>
        </p:txBody>
      </p:sp>
      <p:sp>
        <p:nvSpPr>
          <p:cNvPr id="7638" name="Google Shape;7638;p102"/>
          <p:cNvSpPr/>
          <p:nvPr/>
        </p:nvSpPr>
        <p:spPr>
          <a:xfrm>
            <a:off x="1753500" y="1137488"/>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dk1"/>
              </a:solidFill>
            </a:endParaRPr>
          </a:p>
        </p:txBody>
      </p:sp>
      <p:sp>
        <p:nvSpPr>
          <p:cNvPr id="7639" name="Google Shape;7639;p102"/>
          <p:cNvSpPr txBox="1"/>
          <p:nvPr/>
        </p:nvSpPr>
        <p:spPr>
          <a:xfrm>
            <a:off x="1753500" y="1546550"/>
            <a:ext cx="2193000" cy="51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7640" name="Google Shape;7640;p102"/>
          <p:cNvSpPr txBox="1"/>
          <p:nvPr>
            <p:ph idx="4294967295" type="title"/>
          </p:nvPr>
        </p:nvSpPr>
        <p:spPr>
          <a:xfrm>
            <a:off x="720000" y="1137500"/>
            <a:ext cx="10335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50%</a:t>
            </a:r>
            <a:endParaRPr/>
          </a:p>
        </p:txBody>
      </p:sp>
      <p:sp>
        <p:nvSpPr>
          <p:cNvPr id="7641" name="Google Shape;7641;p102"/>
          <p:cNvSpPr/>
          <p:nvPr/>
        </p:nvSpPr>
        <p:spPr>
          <a:xfrm>
            <a:off x="1753500" y="2248713"/>
            <a:ext cx="2193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dk1"/>
              </a:solidFill>
            </a:endParaRPr>
          </a:p>
        </p:txBody>
      </p:sp>
      <p:sp>
        <p:nvSpPr>
          <p:cNvPr id="7642" name="Google Shape;7642;p102"/>
          <p:cNvSpPr txBox="1"/>
          <p:nvPr/>
        </p:nvSpPr>
        <p:spPr>
          <a:xfrm>
            <a:off x="1753500" y="2657775"/>
            <a:ext cx="2193000" cy="51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Despite being red, Mars is a very cold place</a:t>
            </a:r>
            <a:endParaRPr>
              <a:solidFill>
                <a:schemeClr val="dk1"/>
              </a:solidFill>
              <a:latin typeface="Open Sans"/>
              <a:ea typeface="Open Sans"/>
              <a:cs typeface="Open Sans"/>
              <a:sym typeface="Open Sans"/>
            </a:endParaRPr>
          </a:p>
        </p:txBody>
      </p:sp>
      <p:sp>
        <p:nvSpPr>
          <p:cNvPr id="7643" name="Google Shape;7643;p102"/>
          <p:cNvSpPr txBox="1"/>
          <p:nvPr>
            <p:ph idx="4294967295" type="title"/>
          </p:nvPr>
        </p:nvSpPr>
        <p:spPr>
          <a:xfrm>
            <a:off x="720000" y="2248725"/>
            <a:ext cx="10335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30</a:t>
            </a:r>
            <a:r>
              <a:rPr lang="en"/>
              <a:t>%</a:t>
            </a:r>
            <a:endParaRPr/>
          </a:p>
        </p:txBody>
      </p:sp>
      <p:sp>
        <p:nvSpPr>
          <p:cNvPr id="7644" name="Google Shape;7644;p102"/>
          <p:cNvSpPr/>
          <p:nvPr/>
        </p:nvSpPr>
        <p:spPr>
          <a:xfrm>
            <a:off x="1753500" y="3359938"/>
            <a:ext cx="2193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Jupiter</a:t>
            </a:r>
            <a:endParaRPr>
              <a:solidFill>
                <a:schemeClr val="dk1"/>
              </a:solidFill>
            </a:endParaRPr>
          </a:p>
        </p:txBody>
      </p:sp>
      <p:sp>
        <p:nvSpPr>
          <p:cNvPr id="7645" name="Google Shape;7645;p102"/>
          <p:cNvSpPr txBox="1"/>
          <p:nvPr/>
        </p:nvSpPr>
        <p:spPr>
          <a:xfrm>
            <a:off x="1753500" y="3769000"/>
            <a:ext cx="2193000" cy="51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Jupiter is a gas giant and the biggest planet</a:t>
            </a:r>
            <a:endParaRPr>
              <a:solidFill>
                <a:schemeClr val="dk1"/>
              </a:solidFill>
              <a:latin typeface="Open Sans"/>
              <a:ea typeface="Open Sans"/>
              <a:cs typeface="Open Sans"/>
              <a:sym typeface="Open Sans"/>
            </a:endParaRPr>
          </a:p>
        </p:txBody>
      </p:sp>
      <p:sp>
        <p:nvSpPr>
          <p:cNvPr id="7646" name="Google Shape;7646;p102"/>
          <p:cNvSpPr txBox="1"/>
          <p:nvPr>
            <p:ph idx="4294967295" type="title"/>
          </p:nvPr>
        </p:nvSpPr>
        <p:spPr>
          <a:xfrm>
            <a:off x="720000" y="3359950"/>
            <a:ext cx="10335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a:t>
            </a:r>
            <a:r>
              <a:rPr lang="en"/>
              <a:t>%</a:t>
            </a:r>
            <a:endParaRPr/>
          </a:p>
        </p:txBody>
      </p:sp>
      <p:sp>
        <p:nvSpPr>
          <p:cNvPr id="7647" name="Google Shape;7647;p102">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02">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02">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02">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651" name="Google Shape;7651;p102" title="Gráfico">
            <a:hlinkClick r:id="rId3"/>
          </p:cNvPr>
          <p:cNvPicPr preferRelativeResize="0"/>
          <p:nvPr/>
        </p:nvPicPr>
        <p:blipFill>
          <a:blip r:embed="rId4">
            <a:alphaModFix/>
          </a:blip>
          <a:stretch>
            <a:fillRect/>
          </a:stretch>
        </p:blipFill>
        <p:spPr>
          <a:xfrm>
            <a:off x="4563137" y="1337875"/>
            <a:ext cx="3608952" cy="2383550"/>
          </a:xfrm>
          <a:prstGeom prst="rect">
            <a:avLst/>
          </a:prstGeom>
          <a:noFill/>
          <a:ln>
            <a:noFill/>
          </a:ln>
        </p:spPr>
      </p:pic>
      <p:sp>
        <p:nvSpPr>
          <p:cNvPr id="7652" name="Google Shape;7652;p102"/>
          <p:cNvSpPr txBox="1"/>
          <p:nvPr/>
        </p:nvSpPr>
        <p:spPr>
          <a:xfrm>
            <a:off x="4380600" y="4026375"/>
            <a:ext cx="4043400" cy="27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Follow the link in the graph to modify its data and then paste the new one here. </a:t>
            </a:r>
            <a:r>
              <a:rPr b="1" lang="en" sz="1000">
                <a:solidFill>
                  <a:schemeClr val="dk1"/>
                </a:solidFill>
                <a:uFill>
                  <a:noFill/>
                </a:uFill>
                <a:latin typeface="Open Sans"/>
                <a:ea typeface="Open Sans"/>
                <a:cs typeface="Open Sans"/>
                <a:sym typeface="Open Sans"/>
                <a:hlinkClick r:id="rId5">
                  <a:extLst>
                    <a:ext uri="{A12FA001-AC4F-418D-AE19-62706E023703}">
                      <ahyp:hlinkClr val="tx"/>
                    </a:ext>
                  </a:extLst>
                </a:hlinkClick>
              </a:rPr>
              <a:t>For more info, click here</a:t>
            </a:r>
            <a:endParaRPr sz="1000">
              <a:solidFill>
                <a:schemeClr val="dk1"/>
              </a:solidFill>
              <a:latin typeface="Open Sans"/>
              <a:ea typeface="Open Sans"/>
              <a:cs typeface="Open Sans"/>
              <a:sym typeface="Open Sans"/>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6" name="Shape 7656"/>
        <p:cNvGrpSpPr/>
        <p:nvPr/>
      </p:nvGrpSpPr>
      <p:grpSpPr>
        <a:xfrm>
          <a:off x="0" y="0"/>
          <a:ext cx="0" cy="0"/>
          <a:chOff x="0" y="0"/>
          <a:chExt cx="0" cy="0"/>
        </a:xfrm>
      </p:grpSpPr>
      <p:grpSp>
        <p:nvGrpSpPr>
          <p:cNvPr id="7657" name="Google Shape;7657;p103"/>
          <p:cNvGrpSpPr/>
          <p:nvPr/>
        </p:nvGrpSpPr>
        <p:grpSpPr>
          <a:xfrm>
            <a:off x="3789150" y="803839"/>
            <a:ext cx="4639788" cy="3173083"/>
            <a:chOff x="2500134" y="2454825"/>
            <a:chExt cx="500716" cy="673676"/>
          </a:xfrm>
        </p:grpSpPr>
        <p:sp>
          <p:nvSpPr>
            <p:cNvPr id="7658" name="Google Shape;7658;p103"/>
            <p:cNvSpPr/>
            <p:nvPr/>
          </p:nvSpPr>
          <p:spPr>
            <a:xfrm>
              <a:off x="2500134" y="2477751"/>
              <a:ext cx="477793" cy="650750"/>
            </a:xfrm>
            <a:custGeom>
              <a:rect b="b" l="l" r="r" t="t"/>
              <a:pathLst>
                <a:path extrusionOk="0" h="26030" w="19468">
                  <a:moveTo>
                    <a:pt x="1" y="0"/>
                  </a:moveTo>
                  <a:lnTo>
                    <a:pt x="1" y="26029"/>
                  </a:lnTo>
                  <a:lnTo>
                    <a:pt x="19467" y="26029"/>
                  </a:lnTo>
                  <a:lnTo>
                    <a:pt x="19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03"/>
            <p:cNvSpPr/>
            <p:nvPr/>
          </p:nvSpPr>
          <p:spPr>
            <a:xfrm>
              <a:off x="2514175" y="2454825"/>
              <a:ext cx="486675" cy="650750"/>
            </a:xfrm>
            <a:custGeom>
              <a:rect b="b" l="l" r="r" t="t"/>
              <a:pathLst>
                <a:path extrusionOk="0" h="26030" w="19467">
                  <a:moveTo>
                    <a:pt x="0" y="1"/>
                  </a:moveTo>
                  <a:lnTo>
                    <a:pt x="0" y="26030"/>
                  </a:lnTo>
                  <a:lnTo>
                    <a:pt x="19467" y="26030"/>
                  </a:lnTo>
                  <a:lnTo>
                    <a:pt x="194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03"/>
            <p:cNvSpPr/>
            <p:nvPr/>
          </p:nvSpPr>
          <p:spPr>
            <a:xfrm>
              <a:off x="2526591" y="2477751"/>
              <a:ext cx="461858" cy="605852"/>
            </a:xfrm>
            <a:custGeom>
              <a:rect b="b" l="l" r="r" t="t"/>
              <a:pathLst>
                <a:path extrusionOk="0" h="22033" w="15509">
                  <a:moveTo>
                    <a:pt x="1" y="0"/>
                  </a:moveTo>
                  <a:lnTo>
                    <a:pt x="1" y="22033"/>
                  </a:lnTo>
                  <a:lnTo>
                    <a:pt x="15508" y="22033"/>
                  </a:lnTo>
                  <a:lnTo>
                    <a:pt x="1550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1" name="Google Shape;7661;p103"/>
          <p:cNvSpPr txBox="1"/>
          <p:nvPr>
            <p:ph type="title"/>
          </p:nvPr>
        </p:nvSpPr>
        <p:spPr>
          <a:xfrm>
            <a:off x="4314550" y="4081400"/>
            <a:ext cx="3677100" cy="42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7662" name="Google Shape;7662;p103"/>
          <p:cNvSpPr txBox="1"/>
          <p:nvPr>
            <p:ph idx="1" type="subTitle"/>
          </p:nvPr>
        </p:nvSpPr>
        <p:spPr>
          <a:xfrm>
            <a:off x="4314550" y="1362650"/>
            <a:ext cx="3677100" cy="197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7663" name="Google Shape;7663;p103"/>
          <p:cNvGrpSpPr/>
          <p:nvPr/>
        </p:nvGrpSpPr>
        <p:grpSpPr>
          <a:xfrm flipH="1">
            <a:off x="2163275" y="1845214"/>
            <a:ext cx="1270324" cy="3118845"/>
            <a:chOff x="4641700" y="1190407"/>
            <a:chExt cx="1268928" cy="3115418"/>
          </a:xfrm>
        </p:grpSpPr>
        <p:sp>
          <p:nvSpPr>
            <p:cNvPr id="7664" name="Google Shape;7664;p103"/>
            <p:cNvSpPr/>
            <p:nvPr/>
          </p:nvSpPr>
          <p:spPr>
            <a:xfrm>
              <a:off x="4641700" y="4037025"/>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03"/>
            <p:cNvSpPr/>
            <p:nvPr/>
          </p:nvSpPr>
          <p:spPr>
            <a:xfrm>
              <a:off x="4814985" y="3787550"/>
              <a:ext cx="175864" cy="336811"/>
            </a:xfrm>
            <a:custGeom>
              <a:rect b="b" l="l" r="r" t="t"/>
              <a:pathLst>
                <a:path extrusionOk="0" h="20345" w="10623">
                  <a:moveTo>
                    <a:pt x="829" y="17788"/>
                  </a:moveTo>
                  <a:cubicBezTo>
                    <a:pt x="829" y="17788"/>
                    <a:pt x="2269" y="17392"/>
                    <a:pt x="2737" y="15484"/>
                  </a:cubicBezTo>
                  <a:cubicBezTo>
                    <a:pt x="3205" y="13575"/>
                    <a:pt x="3494" y="7886"/>
                    <a:pt x="3674" y="6014"/>
                  </a:cubicBezTo>
                  <a:cubicBezTo>
                    <a:pt x="3818" y="4142"/>
                    <a:pt x="5258" y="1"/>
                    <a:pt x="5258" y="1"/>
                  </a:cubicBezTo>
                  <a:lnTo>
                    <a:pt x="9975" y="2089"/>
                  </a:lnTo>
                  <a:lnTo>
                    <a:pt x="10623" y="3169"/>
                  </a:lnTo>
                  <a:lnTo>
                    <a:pt x="9363" y="6086"/>
                  </a:lnTo>
                  <a:cubicBezTo>
                    <a:pt x="9831" y="6986"/>
                    <a:pt x="9831" y="8066"/>
                    <a:pt x="9363" y="8966"/>
                  </a:cubicBezTo>
                  <a:cubicBezTo>
                    <a:pt x="8642" y="10659"/>
                    <a:pt x="5330" y="19552"/>
                    <a:pt x="4106" y="19948"/>
                  </a:cubicBezTo>
                  <a:cubicBezTo>
                    <a:pt x="2881" y="20345"/>
                    <a:pt x="1" y="19516"/>
                    <a:pt x="1" y="19516"/>
                  </a:cubicBezTo>
                  <a:cubicBezTo>
                    <a:pt x="37" y="19084"/>
                    <a:pt x="73" y="18616"/>
                    <a:pt x="181" y="18184"/>
                  </a:cubicBezTo>
                  <a:cubicBezTo>
                    <a:pt x="289" y="17932"/>
                    <a:pt x="541" y="17788"/>
                    <a:pt x="829"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03"/>
            <p:cNvSpPr/>
            <p:nvPr/>
          </p:nvSpPr>
          <p:spPr>
            <a:xfrm>
              <a:off x="5470695" y="3812002"/>
              <a:ext cx="113269" cy="310572"/>
            </a:xfrm>
            <a:custGeom>
              <a:rect b="b" l="l" r="r" t="t"/>
              <a:pathLst>
                <a:path extrusionOk="0" h="18760" w="6842">
                  <a:moveTo>
                    <a:pt x="4645" y="0"/>
                  </a:moveTo>
                  <a:cubicBezTo>
                    <a:pt x="4645" y="2629"/>
                    <a:pt x="4645" y="4861"/>
                    <a:pt x="4789" y="6517"/>
                  </a:cubicBezTo>
                  <a:cubicBezTo>
                    <a:pt x="4861" y="7345"/>
                    <a:pt x="6157" y="14151"/>
                    <a:pt x="6157" y="14151"/>
                  </a:cubicBezTo>
                  <a:lnTo>
                    <a:pt x="6842" y="16887"/>
                  </a:lnTo>
                  <a:lnTo>
                    <a:pt x="6734" y="18039"/>
                  </a:lnTo>
                  <a:lnTo>
                    <a:pt x="3673" y="18760"/>
                  </a:lnTo>
                  <a:lnTo>
                    <a:pt x="756" y="16671"/>
                  </a:lnTo>
                  <a:cubicBezTo>
                    <a:pt x="756" y="16671"/>
                    <a:pt x="108" y="9434"/>
                    <a:pt x="252" y="8066"/>
                  </a:cubicBezTo>
                  <a:cubicBezTo>
                    <a:pt x="324" y="7309"/>
                    <a:pt x="432" y="6589"/>
                    <a:pt x="612" y="5905"/>
                  </a:cubicBezTo>
                  <a:lnTo>
                    <a:pt x="864" y="5545"/>
                  </a:lnTo>
                  <a:cubicBezTo>
                    <a:pt x="576" y="3709"/>
                    <a:pt x="288" y="1836"/>
                    <a:pt x="0"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03"/>
            <p:cNvSpPr/>
            <p:nvPr/>
          </p:nvSpPr>
          <p:spPr>
            <a:xfrm>
              <a:off x="5456988" y="3903799"/>
              <a:ext cx="168116" cy="243210"/>
            </a:xfrm>
            <a:custGeom>
              <a:rect b="b" l="l" r="r" t="t"/>
              <a:pathLst>
                <a:path extrusionOk="0" h="14691" w="10155">
                  <a:moveTo>
                    <a:pt x="6985" y="8606"/>
                  </a:moveTo>
                  <a:cubicBezTo>
                    <a:pt x="7238" y="9326"/>
                    <a:pt x="7562" y="10046"/>
                    <a:pt x="7922" y="10730"/>
                  </a:cubicBezTo>
                  <a:cubicBezTo>
                    <a:pt x="8210" y="11126"/>
                    <a:pt x="9434" y="12494"/>
                    <a:pt x="9614" y="12926"/>
                  </a:cubicBezTo>
                  <a:cubicBezTo>
                    <a:pt x="9794" y="13359"/>
                    <a:pt x="10154" y="14691"/>
                    <a:pt x="8714" y="14691"/>
                  </a:cubicBezTo>
                  <a:lnTo>
                    <a:pt x="3529" y="14691"/>
                  </a:lnTo>
                  <a:cubicBezTo>
                    <a:pt x="2161" y="14691"/>
                    <a:pt x="972" y="14259"/>
                    <a:pt x="972" y="12962"/>
                  </a:cubicBezTo>
                  <a:cubicBezTo>
                    <a:pt x="936" y="11702"/>
                    <a:pt x="864" y="7129"/>
                    <a:pt x="648" y="6121"/>
                  </a:cubicBezTo>
                  <a:cubicBezTo>
                    <a:pt x="468" y="5149"/>
                    <a:pt x="0" y="4033"/>
                    <a:pt x="216" y="3061"/>
                  </a:cubicBezTo>
                  <a:cubicBezTo>
                    <a:pt x="504" y="2088"/>
                    <a:pt x="864" y="1116"/>
                    <a:pt x="1368" y="216"/>
                  </a:cubicBezTo>
                  <a:cubicBezTo>
                    <a:pt x="1440" y="144"/>
                    <a:pt x="1548" y="72"/>
                    <a:pt x="1656" y="0"/>
                  </a:cubicBezTo>
                  <a:lnTo>
                    <a:pt x="1512" y="864"/>
                  </a:lnTo>
                  <a:cubicBezTo>
                    <a:pt x="1476" y="1080"/>
                    <a:pt x="1440" y="1260"/>
                    <a:pt x="1404" y="1476"/>
                  </a:cubicBezTo>
                  <a:cubicBezTo>
                    <a:pt x="1296" y="2917"/>
                    <a:pt x="1801" y="9326"/>
                    <a:pt x="1801" y="9866"/>
                  </a:cubicBezTo>
                  <a:cubicBezTo>
                    <a:pt x="1801" y="10406"/>
                    <a:pt x="2377" y="10766"/>
                    <a:pt x="3385" y="11018"/>
                  </a:cubicBezTo>
                  <a:cubicBezTo>
                    <a:pt x="4429" y="11306"/>
                    <a:pt x="6553" y="11558"/>
                    <a:pt x="7346" y="10802"/>
                  </a:cubicBezTo>
                  <a:cubicBezTo>
                    <a:pt x="7418" y="10694"/>
                    <a:pt x="7454" y="10550"/>
                    <a:pt x="7382" y="10406"/>
                  </a:cubicBezTo>
                  <a:cubicBezTo>
                    <a:pt x="7346" y="10118"/>
                    <a:pt x="6985" y="8606"/>
                    <a:pt x="698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03"/>
            <p:cNvSpPr/>
            <p:nvPr/>
          </p:nvSpPr>
          <p:spPr>
            <a:xfrm>
              <a:off x="4853740" y="2103592"/>
              <a:ext cx="556165" cy="1761469"/>
            </a:xfrm>
            <a:custGeom>
              <a:rect b="b" l="l" r="r" t="t"/>
              <a:pathLst>
                <a:path extrusionOk="0" h="106401" w="33595">
                  <a:moveTo>
                    <a:pt x="17536" y="15412"/>
                  </a:moveTo>
                  <a:cubicBezTo>
                    <a:pt x="14115" y="38600"/>
                    <a:pt x="3601" y="85697"/>
                    <a:pt x="108" y="102116"/>
                  </a:cubicBezTo>
                  <a:cubicBezTo>
                    <a:pt x="0" y="102620"/>
                    <a:pt x="180" y="103160"/>
                    <a:pt x="576" y="103520"/>
                  </a:cubicBezTo>
                  <a:cubicBezTo>
                    <a:pt x="1225" y="104060"/>
                    <a:pt x="4897" y="106041"/>
                    <a:pt x="7238" y="106113"/>
                  </a:cubicBezTo>
                  <a:cubicBezTo>
                    <a:pt x="7238" y="106113"/>
                    <a:pt x="8498" y="106401"/>
                    <a:pt x="9038" y="105536"/>
                  </a:cubicBezTo>
                  <a:cubicBezTo>
                    <a:pt x="10802" y="102728"/>
                    <a:pt x="26105" y="43101"/>
                    <a:pt x="31758" y="29490"/>
                  </a:cubicBezTo>
                  <a:cubicBezTo>
                    <a:pt x="31758" y="29490"/>
                    <a:pt x="33595" y="10371"/>
                    <a:pt x="30174" y="5186"/>
                  </a:cubicBezTo>
                  <a:cubicBezTo>
                    <a:pt x="26717" y="1"/>
                    <a:pt x="18112" y="7238"/>
                    <a:pt x="18112" y="723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03"/>
            <p:cNvSpPr/>
            <p:nvPr/>
          </p:nvSpPr>
          <p:spPr>
            <a:xfrm>
              <a:off x="5247749" y="2157843"/>
              <a:ext cx="456620" cy="1730461"/>
            </a:xfrm>
            <a:custGeom>
              <a:rect b="b" l="l" r="r" t="t"/>
              <a:pathLst>
                <a:path extrusionOk="0" h="104528" w="27582">
                  <a:moveTo>
                    <a:pt x="1" y="3745"/>
                  </a:moveTo>
                  <a:cubicBezTo>
                    <a:pt x="1" y="3745"/>
                    <a:pt x="4934" y="4897"/>
                    <a:pt x="5582" y="13359"/>
                  </a:cubicBezTo>
                  <a:cubicBezTo>
                    <a:pt x="8498" y="50086"/>
                    <a:pt x="12027" y="64524"/>
                    <a:pt x="12423" y="103196"/>
                  </a:cubicBezTo>
                  <a:cubicBezTo>
                    <a:pt x="13575" y="104528"/>
                    <a:pt x="18112" y="104384"/>
                    <a:pt x="19408" y="103196"/>
                  </a:cubicBezTo>
                  <a:cubicBezTo>
                    <a:pt x="21029" y="85516"/>
                    <a:pt x="27582" y="25961"/>
                    <a:pt x="24197" y="11991"/>
                  </a:cubicBezTo>
                  <a:cubicBezTo>
                    <a:pt x="21929" y="2665"/>
                    <a:pt x="18832" y="0"/>
                    <a:pt x="1" y="37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03"/>
            <p:cNvSpPr/>
            <p:nvPr/>
          </p:nvSpPr>
          <p:spPr>
            <a:xfrm>
              <a:off x="4959245" y="3935386"/>
              <a:ext cx="60823" cy="211623"/>
            </a:xfrm>
            <a:custGeom>
              <a:rect b="b" l="l" r="r" t="t"/>
              <a:pathLst>
                <a:path extrusionOk="0" h="12783" w="3674">
                  <a:moveTo>
                    <a:pt x="2953" y="0"/>
                  </a:moveTo>
                  <a:cubicBezTo>
                    <a:pt x="2953" y="0"/>
                    <a:pt x="3673" y="216"/>
                    <a:pt x="3457" y="1657"/>
                  </a:cubicBezTo>
                  <a:cubicBezTo>
                    <a:pt x="3241" y="3061"/>
                    <a:pt x="2089" y="3997"/>
                    <a:pt x="2089" y="6806"/>
                  </a:cubicBezTo>
                  <a:lnTo>
                    <a:pt x="2089" y="12171"/>
                  </a:lnTo>
                  <a:cubicBezTo>
                    <a:pt x="2089" y="12171"/>
                    <a:pt x="2125" y="12783"/>
                    <a:pt x="1729" y="12783"/>
                  </a:cubicBezTo>
                  <a:lnTo>
                    <a:pt x="1441" y="12783"/>
                  </a:lnTo>
                  <a:cubicBezTo>
                    <a:pt x="1297" y="12783"/>
                    <a:pt x="1153" y="12639"/>
                    <a:pt x="1153" y="12171"/>
                  </a:cubicBezTo>
                  <a:lnTo>
                    <a:pt x="1153" y="6194"/>
                  </a:lnTo>
                  <a:cubicBezTo>
                    <a:pt x="1153" y="5293"/>
                    <a:pt x="757" y="3565"/>
                    <a:pt x="397" y="3241"/>
                  </a:cubicBezTo>
                  <a:cubicBezTo>
                    <a:pt x="0" y="2917"/>
                    <a:pt x="2953"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03"/>
            <p:cNvSpPr/>
            <p:nvPr/>
          </p:nvSpPr>
          <p:spPr>
            <a:xfrm>
              <a:off x="4741679" y="3888287"/>
              <a:ext cx="279581" cy="258722"/>
            </a:xfrm>
            <a:custGeom>
              <a:rect b="b" l="l" r="r" t="t"/>
              <a:pathLst>
                <a:path extrusionOk="0" h="15628" w="16888">
                  <a:moveTo>
                    <a:pt x="13791" y="1"/>
                  </a:moveTo>
                  <a:cubicBezTo>
                    <a:pt x="15051" y="685"/>
                    <a:pt x="16095" y="1729"/>
                    <a:pt x="16815" y="2989"/>
                  </a:cubicBezTo>
                  <a:cubicBezTo>
                    <a:pt x="16887" y="3278"/>
                    <a:pt x="16779" y="3566"/>
                    <a:pt x="16527" y="3710"/>
                  </a:cubicBezTo>
                  <a:cubicBezTo>
                    <a:pt x="16131" y="3998"/>
                    <a:pt x="13395" y="6302"/>
                    <a:pt x="12854" y="7814"/>
                  </a:cubicBezTo>
                  <a:cubicBezTo>
                    <a:pt x="12314" y="9291"/>
                    <a:pt x="11450" y="12243"/>
                    <a:pt x="11054" y="13395"/>
                  </a:cubicBezTo>
                  <a:cubicBezTo>
                    <a:pt x="10694" y="14548"/>
                    <a:pt x="9902" y="15628"/>
                    <a:pt x="8570" y="15628"/>
                  </a:cubicBezTo>
                  <a:lnTo>
                    <a:pt x="1368" y="15628"/>
                  </a:lnTo>
                  <a:cubicBezTo>
                    <a:pt x="0" y="15628"/>
                    <a:pt x="468" y="14476"/>
                    <a:pt x="1440" y="13863"/>
                  </a:cubicBezTo>
                  <a:cubicBezTo>
                    <a:pt x="2412" y="13287"/>
                    <a:pt x="4573" y="11811"/>
                    <a:pt x="4861" y="11703"/>
                  </a:cubicBezTo>
                  <a:cubicBezTo>
                    <a:pt x="5185" y="11595"/>
                    <a:pt x="5293" y="11703"/>
                    <a:pt x="5293" y="11703"/>
                  </a:cubicBezTo>
                  <a:cubicBezTo>
                    <a:pt x="5293" y="11703"/>
                    <a:pt x="4969" y="11847"/>
                    <a:pt x="5077" y="12099"/>
                  </a:cubicBezTo>
                  <a:cubicBezTo>
                    <a:pt x="5185" y="12315"/>
                    <a:pt x="5905" y="12207"/>
                    <a:pt x="6625" y="12207"/>
                  </a:cubicBezTo>
                  <a:cubicBezTo>
                    <a:pt x="7633" y="12171"/>
                    <a:pt x="8570" y="11595"/>
                    <a:pt x="9002" y="10695"/>
                  </a:cubicBezTo>
                  <a:cubicBezTo>
                    <a:pt x="9542" y="9543"/>
                    <a:pt x="11666" y="3566"/>
                    <a:pt x="11882" y="3025"/>
                  </a:cubicBezTo>
                  <a:cubicBezTo>
                    <a:pt x="12062" y="2521"/>
                    <a:pt x="13431" y="1297"/>
                    <a:pt x="13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03"/>
            <p:cNvSpPr/>
            <p:nvPr/>
          </p:nvSpPr>
          <p:spPr>
            <a:xfrm>
              <a:off x="5315111" y="2228781"/>
              <a:ext cx="22664" cy="21472"/>
            </a:xfrm>
            <a:custGeom>
              <a:rect b="b" l="l" r="r" t="t"/>
              <a:pathLst>
                <a:path extrusionOk="0" h="1297" w="1369">
                  <a:moveTo>
                    <a:pt x="757" y="1296"/>
                  </a:moveTo>
                  <a:cubicBezTo>
                    <a:pt x="397" y="1296"/>
                    <a:pt x="73" y="1008"/>
                    <a:pt x="37" y="648"/>
                  </a:cubicBezTo>
                  <a:cubicBezTo>
                    <a:pt x="1" y="324"/>
                    <a:pt x="253" y="0"/>
                    <a:pt x="613" y="36"/>
                  </a:cubicBezTo>
                  <a:cubicBezTo>
                    <a:pt x="973" y="36"/>
                    <a:pt x="1261" y="288"/>
                    <a:pt x="1297" y="648"/>
                  </a:cubicBezTo>
                  <a:cubicBezTo>
                    <a:pt x="1369" y="1008"/>
                    <a:pt x="1081" y="1296"/>
                    <a:pt x="757"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3" name="Google Shape;7673;p103"/>
            <p:cNvGrpSpPr/>
            <p:nvPr/>
          </p:nvGrpSpPr>
          <p:grpSpPr>
            <a:xfrm rot="140772">
              <a:off x="5320756" y="2310946"/>
              <a:ext cx="90096" cy="271875"/>
              <a:chOff x="490700" y="2360275"/>
              <a:chExt cx="38300" cy="115575"/>
            </a:xfrm>
          </p:grpSpPr>
          <p:sp>
            <p:nvSpPr>
              <p:cNvPr id="7674" name="Google Shape;7674;p103"/>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03"/>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103"/>
            <p:cNvGrpSpPr/>
            <p:nvPr/>
          </p:nvGrpSpPr>
          <p:grpSpPr>
            <a:xfrm>
              <a:off x="4947921" y="1190407"/>
              <a:ext cx="962706" cy="1381742"/>
              <a:chOff x="4947921" y="1190407"/>
              <a:chExt cx="962706" cy="1381742"/>
            </a:xfrm>
          </p:grpSpPr>
          <p:sp>
            <p:nvSpPr>
              <p:cNvPr id="7677" name="Google Shape;7677;p103"/>
              <p:cNvSpPr/>
              <p:nvPr/>
            </p:nvSpPr>
            <p:spPr>
              <a:xfrm>
                <a:off x="5062375" y="1655325"/>
                <a:ext cx="180270" cy="268257"/>
              </a:xfrm>
              <a:custGeom>
                <a:rect b="b" l="l" r="r" t="t"/>
                <a:pathLst>
                  <a:path extrusionOk="0" h="16204" w="10587">
                    <a:moveTo>
                      <a:pt x="10587" y="1"/>
                    </a:moveTo>
                    <a:cubicBezTo>
                      <a:pt x="10587" y="1"/>
                      <a:pt x="7130" y="1225"/>
                      <a:pt x="5762" y="2737"/>
                    </a:cubicBezTo>
                    <a:cubicBezTo>
                      <a:pt x="4430" y="4250"/>
                      <a:pt x="1" y="14331"/>
                      <a:pt x="1" y="14331"/>
                    </a:cubicBezTo>
                    <a:lnTo>
                      <a:pt x="9795" y="162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03"/>
              <p:cNvSpPr/>
              <p:nvPr/>
            </p:nvSpPr>
            <p:spPr>
              <a:xfrm>
                <a:off x="5229949" y="1277592"/>
                <a:ext cx="421875" cy="489618"/>
              </a:xfrm>
              <a:custGeom>
                <a:rect b="b" l="l" r="r" t="t"/>
                <a:pathLst>
                  <a:path extrusionOk="0" h="35180" w="30318">
                    <a:moveTo>
                      <a:pt x="22504" y="13107"/>
                    </a:moveTo>
                    <a:cubicBezTo>
                      <a:pt x="22504" y="13107"/>
                      <a:pt x="30318" y="21461"/>
                      <a:pt x="23405" y="28302"/>
                    </a:cubicBezTo>
                    <a:cubicBezTo>
                      <a:pt x="16491" y="35179"/>
                      <a:pt x="0" y="27798"/>
                      <a:pt x="6949" y="13899"/>
                    </a:cubicBezTo>
                    <a:cubicBezTo>
                      <a:pt x="13935" y="1"/>
                      <a:pt x="22504" y="13107"/>
                      <a:pt x="22504" y="131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03"/>
              <p:cNvSpPr/>
              <p:nvPr/>
            </p:nvSpPr>
            <p:spPr>
              <a:xfrm>
                <a:off x="5279045" y="1190407"/>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03"/>
              <p:cNvSpPr/>
              <p:nvPr/>
            </p:nvSpPr>
            <p:spPr>
              <a:xfrm>
                <a:off x="5160640" y="1629700"/>
                <a:ext cx="491203" cy="691486"/>
              </a:xfrm>
              <a:custGeom>
                <a:rect b="b" l="l" r="r" t="t"/>
                <a:pathLst>
                  <a:path extrusionOk="0" h="41769" w="29671">
                    <a:moveTo>
                      <a:pt x="5618" y="1729"/>
                    </a:moveTo>
                    <a:cubicBezTo>
                      <a:pt x="5618" y="1729"/>
                      <a:pt x="3385" y="7418"/>
                      <a:pt x="2953" y="8282"/>
                    </a:cubicBezTo>
                    <a:cubicBezTo>
                      <a:pt x="2521" y="9146"/>
                      <a:pt x="721" y="12927"/>
                      <a:pt x="361" y="14835"/>
                    </a:cubicBezTo>
                    <a:cubicBezTo>
                      <a:pt x="1" y="16744"/>
                      <a:pt x="721" y="19444"/>
                      <a:pt x="1477" y="20884"/>
                    </a:cubicBezTo>
                    <a:lnTo>
                      <a:pt x="1477" y="39788"/>
                    </a:lnTo>
                    <a:cubicBezTo>
                      <a:pt x="8678" y="41768"/>
                      <a:pt x="17644" y="41084"/>
                      <a:pt x="24881" y="39788"/>
                    </a:cubicBezTo>
                    <a:lnTo>
                      <a:pt x="23693" y="31902"/>
                    </a:lnTo>
                    <a:lnTo>
                      <a:pt x="29670" y="2953"/>
                    </a:lnTo>
                    <a:lnTo>
                      <a:pt x="20885" y="108"/>
                    </a:lnTo>
                    <a:lnTo>
                      <a:pt x="15015" y="1621"/>
                    </a:lnTo>
                    <a:lnTo>
                      <a:pt x="126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03"/>
              <p:cNvSpPr/>
              <p:nvPr/>
            </p:nvSpPr>
            <p:spPr>
              <a:xfrm>
                <a:off x="5367750" y="1526651"/>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03"/>
              <p:cNvSpPr/>
              <p:nvPr/>
            </p:nvSpPr>
            <p:spPr>
              <a:xfrm>
                <a:off x="5259006" y="1408377"/>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03"/>
              <p:cNvSpPr/>
              <p:nvPr/>
            </p:nvSpPr>
            <p:spPr>
              <a:xfrm>
                <a:off x="5477470" y="1407876"/>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03"/>
              <p:cNvSpPr/>
              <p:nvPr/>
            </p:nvSpPr>
            <p:spPr>
              <a:xfrm>
                <a:off x="5295089" y="1232503"/>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03"/>
              <p:cNvSpPr/>
              <p:nvPr/>
            </p:nvSpPr>
            <p:spPr>
              <a:xfrm>
                <a:off x="5367574" y="1630897"/>
                <a:ext cx="355883" cy="941251"/>
              </a:xfrm>
              <a:custGeom>
                <a:rect b="b" l="l" r="r" t="t"/>
                <a:pathLst>
                  <a:path extrusionOk="0" h="56856" w="21497">
                    <a:moveTo>
                      <a:pt x="16203" y="2701"/>
                    </a:moveTo>
                    <a:cubicBezTo>
                      <a:pt x="16203" y="2701"/>
                      <a:pt x="10154" y="0"/>
                      <a:pt x="9938" y="36"/>
                    </a:cubicBezTo>
                    <a:cubicBezTo>
                      <a:pt x="9650" y="108"/>
                      <a:pt x="9398" y="253"/>
                      <a:pt x="9182" y="433"/>
                    </a:cubicBezTo>
                    <a:lnTo>
                      <a:pt x="1296" y="15699"/>
                    </a:lnTo>
                    <a:cubicBezTo>
                      <a:pt x="360" y="17176"/>
                      <a:pt x="0" y="18976"/>
                      <a:pt x="288" y="20704"/>
                    </a:cubicBezTo>
                    <a:cubicBezTo>
                      <a:pt x="756" y="23693"/>
                      <a:pt x="1945" y="29238"/>
                      <a:pt x="1945" y="29238"/>
                    </a:cubicBezTo>
                    <a:cubicBezTo>
                      <a:pt x="2737" y="35503"/>
                      <a:pt x="3745" y="45297"/>
                      <a:pt x="5041" y="52354"/>
                    </a:cubicBezTo>
                    <a:cubicBezTo>
                      <a:pt x="5041" y="52354"/>
                      <a:pt x="5113" y="53110"/>
                      <a:pt x="6265" y="53434"/>
                    </a:cubicBezTo>
                    <a:cubicBezTo>
                      <a:pt x="7382" y="53758"/>
                      <a:pt x="20776" y="56603"/>
                      <a:pt x="20776" y="56603"/>
                    </a:cubicBezTo>
                    <a:cubicBezTo>
                      <a:pt x="20776" y="56603"/>
                      <a:pt x="21496" y="56855"/>
                      <a:pt x="21280" y="55631"/>
                    </a:cubicBezTo>
                    <a:cubicBezTo>
                      <a:pt x="21136" y="54803"/>
                      <a:pt x="16851" y="42236"/>
                      <a:pt x="14259" y="33523"/>
                    </a:cubicBezTo>
                    <a:cubicBezTo>
                      <a:pt x="13791" y="32046"/>
                      <a:pt x="13431" y="30714"/>
                      <a:pt x="13107" y="29526"/>
                    </a:cubicBezTo>
                    <a:cubicBezTo>
                      <a:pt x="12711" y="28014"/>
                      <a:pt x="12711" y="26429"/>
                      <a:pt x="13107" y="24917"/>
                    </a:cubicBezTo>
                    <a:lnTo>
                      <a:pt x="16203" y="159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03"/>
              <p:cNvSpPr/>
              <p:nvPr/>
            </p:nvSpPr>
            <p:spPr>
              <a:xfrm>
                <a:off x="5083225" y="1629700"/>
                <a:ext cx="249454" cy="904880"/>
              </a:xfrm>
              <a:custGeom>
                <a:rect b="b" l="l" r="r" t="t"/>
                <a:pathLst>
                  <a:path extrusionOk="0" h="54659" w="14800">
                    <a:moveTo>
                      <a:pt x="14800" y="216"/>
                    </a:moveTo>
                    <a:cubicBezTo>
                      <a:pt x="14800" y="216"/>
                      <a:pt x="8859" y="13719"/>
                      <a:pt x="8463" y="14907"/>
                    </a:cubicBezTo>
                    <a:cubicBezTo>
                      <a:pt x="8066" y="16095"/>
                      <a:pt x="8607" y="17896"/>
                      <a:pt x="9075" y="20560"/>
                    </a:cubicBezTo>
                    <a:cubicBezTo>
                      <a:pt x="9147" y="20992"/>
                      <a:pt x="9219" y="21460"/>
                      <a:pt x="9183" y="21893"/>
                    </a:cubicBezTo>
                    <a:cubicBezTo>
                      <a:pt x="9183" y="22865"/>
                      <a:pt x="9075" y="28086"/>
                      <a:pt x="9075" y="28086"/>
                    </a:cubicBezTo>
                    <a:lnTo>
                      <a:pt x="10803" y="51526"/>
                    </a:lnTo>
                    <a:cubicBezTo>
                      <a:pt x="10695" y="52066"/>
                      <a:pt x="10335" y="52534"/>
                      <a:pt x="9795" y="52786"/>
                    </a:cubicBezTo>
                    <a:cubicBezTo>
                      <a:pt x="8931" y="53110"/>
                      <a:pt x="541" y="54515"/>
                      <a:pt x="541" y="54515"/>
                    </a:cubicBezTo>
                    <a:cubicBezTo>
                      <a:pt x="541" y="54515"/>
                      <a:pt x="1" y="54659"/>
                      <a:pt x="1" y="53975"/>
                    </a:cubicBezTo>
                    <a:cubicBezTo>
                      <a:pt x="1" y="53290"/>
                      <a:pt x="4394" y="30138"/>
                      <a:pt x="4394" y="30138"/>
                    </a:cubicBezTo>
                    <a:lnTo>
                      <a:pt x="4862" y="21496"/>
                    </a:lnTo>
                    <a:cubicBezTo>
                      <a:pt x="4862" y="21496"/>
                      <a:pt x="3674" y="17032"/>
                      <a:pt x="3206" y="15339"/>
                    </a:cubicBezTo>
                    <a:cubicBezTo>
                      <a:pt x="2737" y="13647"/>
                      <a:pt x="3602" y="11595"/>
                      <a:pt x="5006" y="9254"/>
                    </a:cubicBezTo>
                    <a:cubicBezTo>
                      <a:pt x="6410" y="6914"/>
                      <a:pt x="9327" y="1549"/>
                      <a:pt x="9327" y="1549"/>
                    </a:cubicBezTo>
                    <a:lnTo>
                      <a:pt x="14368" y="36"/>
                    </a:lnTo>
                    <a:cubicBezTo>
                      <a:pt x="14548" y="0"/>
                      <a:pt x="14692" y="72"/>
                      <a:pt x="14800" y="2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03"/>
              <p:cNvSpPr/>
              <p:nvPr/>
            </p:nvSpPr>
            <p:spPr>
              <a:xfrm>
                <a:off x="5572624" y="1675596"/>
                <a:ext cx="338003" cy="627716"/>
              </a:xfrm>
              <a:custGeom>
                <a:rect b="b" l="l" r="r" t="t"/>
                <a:pathLst>
                  <a:path extrusionOk="0" h="37917" w="20417">
                    <a:moveTo>
                      <a:pt x="3817" y="1"/>
                    </a:moveTo>
                    <a:cubicBezTo>
                      <a:pt x="4717" y="397"/>
                      <a:pt x="5582" y="865"/>
                      <a:pt x="6410" y="1405"/>
                    </a:cubicBezTo>
                    <a:cubicBezTo>
                      <a:pt x="7058" y="1909"/>
                      <a:pt x="15303" y="13035"/>
                      <a:pt x="18004" y="17644"/>
                    </a:cubicBezTo>
                    <a:cubicBezTo>
                      <a:pt x="20416" y="21749"/>
                      <a:pt x="18256" y="24342"/>
                      <a:pt x="15087" y="28302"/>
                    </a:cubicBezTo>
                    <a:cubicBezTo>
                      <a:pt x="12711" y="31291"/>
                      <a:pt x="7346" y="37592"/>
                      <a:pt x="7346" y="37592"/>
                    </a:cubicBezTo>
                    <a:cubicBezTo>
                      <a:pt x="7166" y="37808"/>
                      <a:pt x="6878" y="37916"/>
                      <a:pt x="6590" y="37808"/>
                    </a:cubicBezTo>
                    <a:cubicBezTo>
                      <a:pt x="6158" y="37592"/>
                      <a:pt x="3061" y="31111"/>
                      <a:pt x="3061" y="31111"/>
                    </a:cubicBezTo>
                    <a:cubicBezTo>
                      <a:pt x="3061" y="31111"/>
                      <a:pt x="2773" y="30751"/>
                      <a:pt x="3277" y="30067"/>
                    </a:cubicBezTo>
                    <a:cubicBezTo>
                      <a:pt x="3817" y="29382"/>
                      <a:pt x="9038" y="21425"/>
                      <a:pt x="9038" y="21425"/>
                    </a:cubicBezTo>
                    <a:lnTo>
                      <a:pt x="3133" y="12387"/>
                    </a:lnTo>
                    <a:cubicBezTo>
                      <a:pt x="3133" y="12387"/>
                      <a:pt x="0" y="6302"/>
                      <a:pt x="3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03"/>
              <p:cNvSpPr/>
              <p:nvPr/>
            </p:nvSpPr>
            <p:spPr>
              <a:xfrm>
                <a:off x="5482480" y="1267572"/>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03"/>
              <p:cNvSpPr/>
              <p:nvPr/>
            </p:nvSpPr>
            <p:spPr>
              <a:xfrm>
                <a:off x="5261010" y="1267572"/>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03"/>
              <p:cNvSpPr/>
              <p:nvPr/>
            </p:nvSpPr>
            <p:spPr>
              <a:xfrm>
                <a:off x="5305617" y="1198918"/>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03"/>
              <p:cNvSpPr/>
              <p:nvPr/>
            </p:nvSpPr>
            <p:spPr>
              <a:xfrm>
                <a:off x="4947921" y="1848463"/>
                <a:ext cx="552589" cy="346347"/>
              </a:xfrm>
              <a:custGeom>
                <a:rect b="b" l="l" r="r" t="t"/>
                <a:pathLst>
                  <a:path extrusionOk="0" h="20921" w="33379">
                    <a:moveTo>
                      <a:pt x="1081" y="1657"/>
                    </a:moveTo>
                    <a:cubicBezTo>
                      <a:pt x="1081" y="1657"/>
                      <a:pt x="9974" y="15376"/>
                      <a:pt x="10442" y="16384"/>
                    </a:cubicBezTo>
                    <a:cubicBezTo>
                      <a:pt x="10766" y="17032"/>
                      <a:pt x="11234" y="17536"/>
                      <a:pt x="11847" y="17896"/>
                    </a:cubicBezTo>
                    <a:cubicBezTo>
                      <a:pt x="11847" y="17896"/>
                      <a:pt x="28986" y="20669"/>
                      <a:pt x="31182" y="20777"/>
                    </a:cubicBezTo>
                    <a:cubicBezTo>
                      <a:pt x="33379" y="20921"/>
                      <a:pt x="32551" y="19409"/>
                      <a:pt x="32551" y="19409"/>
                    </a:cubicBezTo>
                    <a:cubicBezTo>
                      <a:pt x="32551" y="19409"/>
                      <a:pt x="23873" y="4466"/>
                      <a:pt x="23117" y="3097"/>
                    </a:cubicBezTo>
                    <a:cubicBezTo>
                      <a:pt x="22325" y="1729"/>
                      <a:pt x="20488" y="1801"/>
                      <a:pt x="20488" y="1801"/>
                    </a:cubicBezTo>
                    <a:lnTo>
                      <a:pt x="1873" y="1"/>
                    </a:lnTo>
                    <a:cubicBezTo>
                      <a:pt x="1873" y="1"/>
                      <a:pt x="0" y="1"/>
                      <a:pt x="1081" y="16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03"/>
              <p:cNvSpPr/>
              <p:nvPr/>
            </p:nvSpPr>
            <p:spPr>
              <a:xfrm>
                <a:off x="4961033" y="1865167"/>
                <a:ext cx="516831" cy="327855"/>
              </a:xfrm>
              <a:custGeom>
                <a:rect b="b" l="l" r="r" t="t"/>
                <a:pathLst>
                  <a:path extrusionOk="0" h="19804" w="31219">
                    <a:moveTo>
                      <a:pt x="289" y="648"/>
                    </a:moveTo>
                    <a:cubicBezTo>
                      <a:pt x="289" y="648"/>
                      <a:pt x="9182" y="14367"/>
                      <a:pt x="9650" y="15375"/>
                    </a:cubicBezTo>
                    <a:cubicBezTo>
                      <a:pt x="9974" y="16023"/>
                      <a:pt x="10442" y="16527"/>
                      <a:pt x="11055" y="16887"/>
                    </a:cubicBezTo>
                    <a:cubicBezTo>
                      <a:pt x="11055" y="16887"/>
                      <a:pt x="28194" y="19660"/>
                      <a:pt x="30390" y="19768"/>
                    </a:cubicBezTo>
                    <a:cubicBezTo>
                      <a:pt x="30678" y="19804"/>
                      <a:pt x="30966" y="19804"/>
                      <a:pt x="31218" y="19732"/>
                    </a:cubicBezTo>
                    <a:cubicBezTo>
                      <a:pt x="31182" y="19624"/>
                      <a:pt x="31146" y="19516"/>
                      <a:pt x="31110" y="19408"/>
                    </a:cubicBezTo>
                    <a:cubicBezTo>
                      <a:pt x="31110" y="19408"/>
                      <a:pt x="22433" y="4465"/>
                      <a:pt x="21677" y="3097"/>
                    </a:cubicBezTo>
                    <a:cubicBezTo>
                      <a:pt x="20920" y="1764"/>
                      <a:pt x="19084" y="1800"/>
                      <a:pt x="19084" y="1800"/>
                    </a:cubicBezTo>
                    <a:lnTo>
                      <a:pt x="433" y="0"/>
                    </a:lnTo>
                    <a:cubicBezTo>
                      <a:pt x="289" y="0"/>
                      <a:pt x="145" y="0"/>
                      <a:pt x="1" y="36"/>
                    </a:cubicBezTo>
                    <a:cubicBezTo>
                      <a:pt x="73" y="252"/>
                      <a:pt x="181" y="468"/>
                      <a:pt x="289" y="6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03"/>
              <p:cNvSpPr/>
              <p:nvPr/>
            </p:nvSpPr>
            <p:spPr>
              <a:xfrm>
                <a:off x="5489767" y="2095248"/>
                <a:ext cx="161560" cy="154408"/>
              </a:xfrm>
              <a:custGeom>
                <a:rect b="b" l="l" r="r" t="t"/>
                <a:pathLst>
                  <a:path extrusionOk="0" h="9327" w="9759">
                    <a:moveTo>
                      <a:pt x="6662" y="3385"/>
                    </a:moveTo>
                    <a:cubicBezTo>
                      <a:pt x="6050" y="2629"/>
                      <a:pt x="5510" y="1837"/>
                      <a:pt x="5005" y="1009"/>
                    </a:cubicBezTo>
                    <a:lnTo>
                      <a:pt x="2269" y="1"/>
                    </a:lnTo>
                    <a:cubicBezTo>
                      <a:pt x="1297" y="901"/>
                      <a:pt x="3169" y="1477"/>
                      <a:pt x="3709" y="1801"/>
                    </a:cubicBezTo>
                    <a:cubicBezTo>
                      <a:pt x="3997" y="1945"/>
                      <a:pt x="3637" y="2053"/>
                      <a:pt x="4285" y="3169"/>
                    </a:cubicBezTo>
                    <a:cubicBezTo>
                      <a:pt x="4285" y="3169"/>
                      <a:pt x="3241" y="2341"/>
                      <a:pt x="2125" y="2737"/>
                    </a:cubicBezTo>
                    <a:cubicBezTo>
                      <a:pt x="1045" y="3097"/>
                      <a:pt x="253" y="3421"/>
                      <a:pt x="253" y="3421"/>
                    </a:cubicBezTo>
                    <a:cubicBezTo>
                      <a:pt x="253" y="3961"/>
                      <a:pt x="1" y="4213"/>
                      <a:pt x="469" y="4358"/>
                    </a:cubicBezTo>
                    <a:cubicBezTo>
                      <a:pt x="901" y="4538"/>
                      <a:pt x="2341" y="3889"/>
                      <a:pt x="2629" y="4069"/>
                    </a:cubicBezTo>
                    <a:lnTo>
                      <a:pt x="4033" y="4898"/>
                    </a:lnTo>
                    <a:cubicBezTo>
                      <a:pt x="2773" y="4826"/>
                      <a:pt x="2809" y="4790"/>
                      <a:pt x="1837" y="5150"/>
                    </a:cubicBezTo>
                    <a:cubicBezTo>
                      <a:pt x="1369" y="5294"/>
                      <a:pt x="937" y="5474"/>
                      <a:pt x="505" y="5726"/>
                    </a:cubicBezTo>
                    <a:cubicBezTo>
                      <a:pt x="217" y="6122"/>
                      <a:pt x="649" y="6662"/>
                      <a:pt x="1189" y="6734"/>
                    </a:cubicBezTo>
                    <a:cubicBezTo>
                      <a:pt x="1765" y="6806"/>
                      <a:pt x="2809" y="6374"/>
                      <a:pt x="3313" y="6374"/>
                    </a:cubicBezTo>
                    <a:cubicBezTo>
                      <a:pt x="3709" y="6374"/>
                      <a:pt x="3997" y="6374"/>
                      <a:pt x="3493" y="6554"/>
                    </a:cubicBezTo>
                    <a:cubicBezTo>
                      <a:pt x="3169" y="6698"/>
                      <a:pt x="2017" y="7022"/>
                      <a:pt x="1729" y="7238"/>
                    </a:cubicBezTo>
                    <a:cubicBezTo>
                      <a:pt x="1333" y="7634"/>
                      <a:pt x="1837" y="8354"/>
                      <a:pt x="2413" y="8246"/>
                    </a:cubicBezTo>
                    <a:cubicBezTo>
                      <a:pt x="2989" y="8102"/>
                      <a:pt x="4537" y="7490"/>
                      <a:pt x="4969" y="7778"/>
                    </a:cubicBezTo>
                    <a:cubicBezTo>
                      <a:pt x="5366" y="8102"/>
                      <a:pt x="6482" y="9326"/>
                      <a:pt x="7634" y="8966"/>
                    </a:cubicBezTo>
                    <a:cubicBezTo>
                      <a:pt x="8930" y="8534"/>
                      <a:pt x="9506" y="8858"/>
                      <a:pt x="9578" y="8570"/>
                    </a:cubicBezTo>
                    <a:cubicBezTo>
                      <a:pt x="9758" y="7994"/>
                      <a:pt x="8750" y="6050"/>
                      <a:pt x="8246" y="5006"/>
                    </a:cubicBezTo>
                    <a:cubicBezTo>
                      <a:pt x="7994" y="4538"/>
                      <a:pt x="7598" y="4646"/>
                      <a:pt x="6662" y="3385"/>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03"/>
              <p:cNvSpPr/>
              <p:nvPr/>
            </p:nvSpPr>
            <p:spPr>
              <a:xfrm>
                <a:off x="5275777" y="1965904"/>
                <a:ext cx="170500" cy="170500"/>
              </a:xfrm>
              <a:custGeom>
                <a:rect b="b" l="l" r="r" t="t"/>
                <a:pathLst>
                  <a:path extrusionOk="0" h="10299" w="10299">
                    <a:moveTo>
                      <a:pt x="0" y="5653"/>
                    </a:moveTo>
                    <a:cubicBezTo>
                      <a:pt x="108" y="4537"/>
                      <a:pt x="1008" y="3781"/>
                      <a:pt x="1980" y="2197"/>
                    </a:cubicBezTo>
                    <a:cubicBezTo>
                      <a:pt x="2917" y="612"/>
                      <a:pt x="2629" y="468"/>
                      <a:pt x="2629" y="468"/>
                    </a:cubicBezTo>
                    <a:cubicBezTo>
                      <a:pt x="2629" y="468"/>
                      <a:pt x="3889" y="0"/>
                      <a:pt x="3925" y="1693"/>
                    </a:cubicBezTo>
                    <a:cubicBezTo>
                      <a:pt x="3961" y="3385"/>
                      <a:pt x="4177" y="3493"/>
                      <a:pt x="4177" y="3493"/>
                    </a:cubicBezTo>
                    <a:lnTo>
                      <a:pt x="7021" y="2413"/>
                    </a:lnTo>
                    <a:lnTo>
                      <a:pt x="6445" y="1368"/>
                    </a:lnTo>
                    <a:cubicBezTo>
                      <a:pt x="6445" y="1368"/>
                      <a:pt x="8498" y="1116"/>
                      <a:pt x="8858" y="2269"/>
                    </a:cubicBezTo>
                    <a:cubicBezTo>
                      <a:pt x="9218" y="3385"/>
                      <a:pt x="8966" y="3601"/>
                      <a:pt x="8966" y="3601"/>
                    </a:cubicBezTo>
                    <a:cubicBezTo>
                      <a:pt x="9326" y="3817"/>
                      <a:pt x="9542" y="4213"/>
                      <a:pt x="9578" y="4609"/>
                    </a:cubicBezTo>
                    <a:cubicBezTo>
                      <a:pt x="9650" y="5041"/>
                      <a:pt x="9578" y="5473"/>
                      <a:pt x="9434" y="5905"/>
                    </a:cubicBezTo>
                    <a:cubicBezTo>
                      <a:pt x="9830" y="6229"/>
                      <a:pt x="10082" y="6733"/>
                      <a:pt x="10118" y="7238"/>
                    </a:cubicBezTo>
                    <a:cubicBezTo>
                      <a:pt x="10298" y="8210"/>
                      <a:pt x="7886" y="9542"/>
                      <a:pt x="5761" y="10010"/>
                    </a:cubicBezTo>
                    <a:cubicBezTo>
                      <a:pt x="4393" y="10298"/>
                      <a:pt x="2953" y="10298"/>
                      <a:pt x="1584" y="10010"/>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03"/>
              <p:cNvSpPr/>
              <p:nvPr/>
            </p:nvSpPr>
            <p:spPr>
              <a:xfrm>
                <a:off x="5004556" y="1983187"/>
                <a:ext cx="309976" cy="296268"/>
              </a:xfrm>
              <a:custGeom>
                <a:rect b="b" l="l" r="r" t="t"/>
                <a:pathLst>
                  <a:path extrusionOk="0" h="17896" w="18724">
                    <a:moveTo>
                      <a:pt x="16599" y="4069"/>
                    </a:moveTo>
                    <a:cubicBezTo>
                      <a:pt x="16599" y="4069"/>
                      <a:pt x="18147" y="8030"/>
                      <a:pt x="18724" y="8822"/>
                    </a:cubicBezTo>
                    <a:cubicBezTo>
                      <a:pt x="18724" y="9002"/>
                      <a:pt x="18688" y="9146"/>
                      <a:pt x="18652" y="9326"/>
                    </a:cubicBezTo>
                    <a:cubicBezTo>
                      <a:pt x="18363" y="9938"/>
                      <a:pt x="0" y="17896"/>
                      <a:pt x="540" y="8678"/>
                    </a:cubicBezTo>
                    <a:cubicBezTo>
                      <a:pt x="828" y="5762"/>
                      <a:pt x="1260" y="2881"/>
                      <a:pt x="1836" y="0"/>
                    </a:cubicBezTo>
                    <a:lnTo>
                      <a:pt x="5329" y="5473"/>
                    </a:lnTo>
                    <a:lnTo>
                      <a:pt x="15519" y="4069"/>
                    </a:lnTo>
                    <a:cubicBezTo>
                      <a:pt x="15519" y="4069"/>
                      <a:pt x="16419" y="3889"/>
                      <a:pt x="16599" y="40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6" name="Google Shape;7696;p103"/>
              <p:cNvGrpSpPr/>
              <p:nvPr/>
            </p:nvGrpSpPr>
            <p:grpSpPr>
              <a:xfrm>
                <a:off x="5321786" y="1406664"/>
                <a:ext cx="182684" cy="113939"/>
                <a:chOff x="6478625" y="1323824"/>
                <a:chExt cx="217325" cy="135545"/>
              </a:xfrm>
            </p:grpSpPr>
            <p:sp>
              <p:nvSpPr>
                <p:cNvPr id="7697" name="Google Shape;7697;p103"/>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03"/>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03"/>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03"/>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03"/>
                <p:cNvSpPr/>
                <p:nvPr/>
              </p:nvSpPr>
              <p:spPr>
                <a:xfrm>
                  <a:off x="6549186" y="1428023"/>
                  <a:ext cx="75509" cy="31346"/>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03"/>
                <p:cNvSpPr/>
                <p:nvPr/>
              </p:nvSpPr>
              <p:spPr>
                <a:xfrm>
                  <a:off x="6571578" y="1339570"/>
                  <a:ext cx="35124" cy="51125"/>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3" name="Google Shape;7703;p103"/>
              <p:cNvSpPr/>
              <p:nvPr/>
            </p:nvSpPr>
            <p:spPr>
              <a:xfrm rot="785631">
                <a:off x="5335314" y="1372834"/>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03"/>
              <p:cNvSpPr/>
              <p:nvPr/>
            </p:nvSpPr>
            <p:spPr>
              <a:xfrm flipH="1" rot="-722579">
                <a:off x="5442645" y="1372295"/>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103"/>
              <p:cNvGrpSpPr/>
              <p:nvPr/>
            </p:nvGrpSpPr>
            <p:grpSpPr>
              <a:xfrm flipH="1">
                <a:off x="5548792" y="1802903"/>
                <a:ext cx="122777" cy="143008"/>
                <a:chOff x="341450" y="2082850"/>
                <a:chExt cx="72675" cy="84625"/>
              </a:xfrm>
            </p:grpSpPr>
            <p:sp>
              <p:nvSpPr>
                <p:cNvPr id="7706" name="Google Shape;7706;p103"/>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03"/>
                <p:cNvSpPr/>
                <p:nvPr/>
              </p:nvSpPr>
              <p:spPr>
                <a:xfrm>
                  <a:off x="390975" y="2093150"/>
                  <a:ext cx="23150" cy="6975"/>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103"/>
              <p:cNvGrpSpPr/>
              <p:nvPr/>
            </p:nvGrpSpPr>
            <p:grpSpPr>
              <a:xfrm flipH="1">
                <a:off x="5718290" y="2016211"/>
                <a:ext cx="48206" cy="20876"/>
                <a:chOff x="284000" y="2200125"/>
                <a:chExt cx="36675" cy="15875"/>
              </a:xfrm>
            </p:grpSpPr>
            <p:sp>
              <p:nvSpPr>
                <p:cNvPr id="7709" name="Google Shape;7709;p103"/>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03"/>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1" name="Google Shape;7711;p103"/>
          <p:cNvGrpSpPr/>
          <p:nvPr/>
        </p:nvGrpSpPr>
        <p:grpSpPr>
          <a:xfrm flipH="1">
            <a:off x="-1631664" y="1194915"/>
            <a:ext cx="3439390" cy="3644934"/>
            <a:chOff x="7079785" y="908822"/>
            <a:chExt cx="3491058" cy="3699690"/>
          </a:xfrm>
        </p:grpSpPr>
        <p:sp>
          <p:nvSpPr>
            <p:cNvPr id="7712" name="Google Shape;7712;p103"/>
            <p:cNvSpPr/>
            <p:nvPr/>
          </p:nvSpPr>
          <p:spPr>
            <a:xfrm>
              <a:off x="7079785" y="4349880"/>
              <a:ext cx="3491058" cy="258632"/>
            </a:xfrm>
            <a:custGeom>
              <a:rect b="b" l="l" r="r" t="t"/>
              <a:pathLst>
                <a:path extrusionOk="0" h="2933" w="37132">
                  <a:moveTo>
                    <a:pt x="37086" y="2096"/>
                  </a:moveTo>
                  <a:cubicBezTo>
                    <a:pt x="37109" y="2102"/>
                    <a:pt x="37123" y="2105"/>
                    <a:pt x="37128" y="2105"/>
                  </a:cubicBezTo>
                  <a:cubicBezTo>
                    <a:pt x="37131" y="2105"/>
                    <a:pt x="37130" y="2103"/>
                    <a:pt x="37124" y="2100"/>
                  </a:cubicBezTo>
                  <a:cubicBezTo>
                    <a:pt x="37121" y="2098"/>
                    <a:pt x="37108" y="2097"/>
                    <a:pt x="37086" y="2096"/>
                  </a:cubicBezTo>
                  <a:close/>
                  <a:moveTo>
                    <a:pt x="29993" y="0"/>
                  </a:moveTo>
                  <a:cubicBezTo>
                    <a:pt x="29372" y="0"/>
                    <a:pt x="1" y="529"/>
                    <a:pt x="1" y="529"/>
                  </a:cubicBezTo>
                  <a:lnTo>
                    <a:pt x="6802" y="2932"/>
                  </a:lnTo>
                  <a:cubicBezTo>
                    <a:pt x="6802" y="2932"/>
                    <a:pt x="33787" y="2092"/>
                    <a:pt x="36845" y="2092"/>
                  </a:cubicBezTo>
                  <a:cubicBezTo>
                    <a:pt x="36960" y="2092"/>
                    <a:pt x="37041" y="2093"/>
                    <a:pt x="37086" y="2096"/>
                  </a:cubicBezTo>
                  <a:lnTo>
                    <a:pt x="37086" y="2096"/>
                  </a:lnTo>
                  <a:cubicBezTo>
                    <a:pt x="36514" y="1945"/>
                    <a:pt x="30574" y="0"/>
                    <a:pt x="299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03"/>
            <p:cNvSpPr/>
            <p:nvPr/>
          </p:nvSpPr>
          <p:spPr>
            <a:xfrm flipH="1">
              <a:off x="7451909" y="908822"/>
              <a:ext cx="1478916" cy="3430361"/>
            </a:xfrm>
            <a:custGeom>
              <a:rect b="b" l="l" r="r" t="t"/>
              <a:pathLst>
                <a:path extrusionOk="0" h="123217" w="53122">
                  <a:moveTo>
                    <a:pt x="6049" y="1"/>
                  </a:moveTo>
                  <a:cubicBezTo>
                    <a:pt x="2713" y="1"/>
                    <a:pt x="1" y="2677"/>
                    <a:pt x="1" y="6013"/>
                  </a:cubicBezTo>
                  <a:lnTo>
                    <a:pt x="1" y="117204"/>
                  </a:lnTo>
                  <a:cubicBezTo>
                    <a:pt x="1" y="120540"/>
                    <a:pt x="2713" y="123216"/>
                    <a:pt x="6049" y="123216"/>
                  </a:cubicBezTo>
                  <a:lnTo>
                    <a:pt x="47109" y="123216"/>
                  </a:lnTo>
                  <a:cubicBezTo>
                    <a:pt x="50445" y="123216"/>
                    <a:pt x="53121" y="120540"/>
                    <a:pt x="53121" y="117204"/>
                  </a:cubicBezTo>
                  <a:lnTo>
                    <a:pt x="53121" y="6013"/>
                  </a:lnTo>
                  <a:cubicBezTo>
                    <a:pt x="53121" y="2677"/>
                    <a:pt x="50445" y="1"/>
                    <a:pt x="47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03"/>
            <p:cNvSpPr/>
            <p:nvPr/>
          </p:nvSpPr>
          <p:spPr>
            <a:xfrm flipH="1">
              <a:off x="7162067" y="908822"/>
              <a:ext cx="1478889" cy="3430361"/>
            </a:xfrm>
            <a:custGeom>
              <a:rect b="b" l="l" r="r" t="t"/>
              <a:pathLst>
                <a:path extrusionOk="0" h="123217" w="53121">
                  <a:moveTo>
                    <a:pt x="6012" y="1"/>
                  </a:moveTo>
                  <a:cubicBezTo>
                    <a:pt x="2676" y="1"/>
                    <a:pt x="0" y="2677"/>
                    <a:pt x="0" y="6013"/>
                  </a:cubicBezTo>
                  <a:lnTo>
                    <a:pt x="0" y="117204"/>
                  </a:lnTo>
                  <a:cubicBezTo>
                    <a:pt x="0" y="120540"/>
                    <a:pt x="2676" y="123216"/>
                    <a:pt x="6012" y="123216"/>
                  </a:cubicBezTo>
                  <a:lnTo>
                    <a:pt x="47072" y="123216"/>
                  </a:lnTo>
                  <a:cubicBezTo>
                    <a:pt x="50408" y="123216"/>
                    <a:pt x="53121" y="120540"/>
                    <a:pt x="53121" y="117204"/>
                  </a:cubicBezTo>
                  <a:lnTo>
                    <a:pt x="53121" y="6013"/>
                  </a:lnTo>
                  <a:cubicBezTo>
                    <a:pt x="53121" y="2677"/>
                    <a:pt x="50408" y="1"/>
                    <a:pt x="47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03"/>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rgbClr val="D6CC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03"/>
            <p:cNvSpPr/>
            <p:nvPr/>
          </p:nvSpPr>
          <p:spPr>
            <a:xfrm flipH="1">
              <a:off x="7213098" y="959852"/>
              <a:ext cx="1376827" cy="3328300"/>
            </a:xfrm>
            <a:custGeom>
              <a:rect b="b" l="l" r="r" t="t"/>
              <a:pathLst>
                <a:path extrusionOk="0" h="119551" w="49455">
                  <a:moveTo>
                    <a:pt x="4179" y="1"/>
                  </a:moveTo>
                  <a:cubicBezTo>
                    <a:pt x="1870" y="1"/>
                    <a:pt x="0" y="1871"/>
                    <a:pt x="0" y="4180"/>
                  </a:cubicBezTo>
                  <a:lnTo>
                    <a:pt x="0" y="115371"/>
                  </a:lnTo>
                  <a:cubicBezTo>
                    <a:pt x="0" y="117680"/>
                    <a:pt x="1870" y="119550"/>
                    <a:pt x="4179" y="119550"/>
                  </a:cubicBezTo>
                  <a:lnTo>
                    <a:pt x="45239" y="119550"/>
                  </a:lnTo>
                  <a:cubicBezTo>
                    <a:pt x="47585" y="119550"/>
                    <a:pt x="49455" y="117680"/>
                    <a:pt x="49455" y="115371"/>
                  </a:cubicBezTo>
                  <a:lnTo>
                    <a:pt x="49455" y="4180"/>
                  </a:lnTo>
                  <a:cubicBezTo>
                    <a:pt x="49455" y="1871"/>
                    <a:pt x="47585" y="1"/>
                    <a:pt x="45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03"/>
            <p:cNvSpPr/>
            <p:nvPr/>
          </p:nvSpPr>
          <p:spPr>
            <a:xfrm flipH="1">
              <a:off x="7213098" y="959852"/>
              <a:ext cx="406241" cy="3328300"/>
            </a:xfrm>
            <a:custGeom>
              <a:rect b="b" l="l" r="r" t="t"/>
              <a:pathLst>
                <a:path extrusionOk="0" h="119551" w="14592">
                  <a:moveTo>
                    <a:pt x="1" y="1"/>
                  </a:moveTo>
                  <a:cubicBezTo>
                    <a:pt x="2310" y="1"/>
                    <a:pt x="4180" y="1871"/>
                    <a:pt x="4180" y="4180"/>
                  </a:cubicBezTo>
                  <a:lnTo>
                    <a:pt x="4180" y="115371"/>
                  </a:lnTo>
                  <a:cubicBezTo>
                    <a:pt x="4180" y="117680"/>
                    <a:pt x="2310" y="119550"/>
                    <a:pt x="1" y="119550"/>
                  </a:cubicBezTo>
                  <a:lnTo>
                    <a:pt x="10376" y="119550"/>
                  </a:lnTo>
                  <a:cubicBezTo>
                    <a:pt x="12685" y="119550"/>
                    <a:pt x="14592" y="117680"/>
                    <a:pt x="14592" y="115371"/>
                  </a:cubicBezTo>
                  <a:lnTo>
                    <a:pt x="14592" y="4180"/>
                  </a:lnTo>
                  <a:cubicBezTo>
                    <a:pt x="14592" y="1871"/>
                    <a:pt x="12685" y="1"/>
                    <a:pt x="10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03"/>
            <p:cNvSpPr/>
            <p:nvPr/>
          </p:nvSpPr>
          <p:spPr>
            <a:xfrm flipH="1">
              <a:off x="7246784" y="1525283"/>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03"/>
            <p:cNvSpPr/>
            <p:nvPr/>
          </p:nvSpPr>
          <p:spPr>
            <a:xfrm flipH="1">
              <a:off x="7246784" y="1563062"/>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03"/>
            <p:cNvSpPr/>
            <p:nvPr/>
          </p:nvSpPr>
          <p:spPr>
            <a:xfrm flipH="1">
              <a:off x="7502940" y="1563062"/>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03"/>
            <p:cNvSpPr/>
            <p:nvPr/>
          </p:nvSpPr>
          <p:spPr>
            <a:xfrm flipH="1">
              <a:off x="7246784" y="2936799"/>
              <a:ext cx="1343141" cy="3780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03"/>
            <p:cNvSpPr/>
            <p:nvPr/>
          </p:nvSpPr>
          <p:spPr>
            <a:xfrm flipH="1">
              <a:off x="7246784" y="2975580"/>
              <a:ext cx="256184" cy="153120"/>
            </a:xfrm>
            <a:custGeom>
              <a:rect b="b" l="l" r="r" t="t"/>
              <a:pathLst>
                <a:path extrusionOk="0" h="5500" w="9202">
                  <a:moveTo>
                    <a:pt x="0" y="1"/>
                  </a:moveTo>
                  <a:lnTo>
                    <a:pt x="0" y="5500"/>
                  </a:lnTo>
                  <a:lnTo>
                    <a:pt x="92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03"/>
            <p:cNvSpPr/>
            <p:nvPr/>
          </p:nvSpPr>
          <p:spPr>
            <a:xfrm flipH="1">
              <a:off x="7502940" y="2974578"/>
              <a:ext cx="1086985" cy="153120"/>
            </a:xfrm>
            <a:custGeom>
              <a:rect b="b" l="l" r="r" t="t"/>
              <a:pathLst>
                <a:path extrusionOk="0" h="5500" w="39044">
                  <a:moveTo>
                    <a:pt x="0" y="0"/>
                  </a:moveTo>
                  <a:lnTo>
                    <a:pt x="0" y="5499"/>
                  </a:lnTo>
                  <a:lnTo>
                    <a:pt x="39043" y="5499"/>
                  </a:lnTo>
                  <a:lnTo>
                    <a:pt x="390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03"/>
            <p:cNvSpPr/>
            <p:nvPr/>
          </p:nvSpPr>
          <p:spPr>
            <a:xfrm flipH="1">
              <a:off x="7246784" y="3457323"/>
              <a:ext cx="1343141" cy="830829"/>
            </a:xfrm>
            <a:custGeom>
              <a:rect b="b" l="l" r="r" t="t"/>
              <a:pathLst>
                <a:path extrusionOk="0" h="29843" w="48245">
                  <a:moveTo>
                    <a:pt x="0" y="1"/>
                  </a:moveTo>
                  <a:lnTo>
                    <a:pt x="0" y="25736"/>
                  </a:lnTo>
                  <a:cubicBezTo>
                    <a:pt x="0" y="28009"/>
                    <a:pt x="1833" y="29842"/>
                    <a:pt x="4106" y="29842"/>
                  </a:cubicBezTo>
                  <a:lnTo>
                    <a:pt x="44139" y="29842"/>
                  </a:lnTo>
                  <a:cubicBezTo>
                    <a:pt x="46412" y="29842"/>
                    <a:pt x="48245" y="28009"/>
                    <a:pt x="48245" y="25736"/>
                  </a:cubicBez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03"/>
            <p:cNvSpPr/>
            <p:nvPr/>
          </p:nvSpPr>
          <p:spPr>
            <a:xfrm flipH="1">
              <a:off x="7246784" y="3457323"/>
              <a:ext cx="1343141" cy="38809"/>
            </a:xfrm>
            <a:custGeom>
              <a:rect b="b" l="l" r="r" t="t"/>
              <a:pathLst>
                <a:path extrusionOk="0" h="1394" w="48245">
                  <a:moveTo>
                    <a:pt x="0" y="1"/>
                  </a:moveTo>
                  <a:lnTo>
                    <a:pt x="0" y="1394"/>
                  </a:lnTo>
                  <a:lnTo>
                    <a:pt x="48245" y="1394"/>
                  </a:lnTo>
                  <a:lnTo>
                    <a:pt x="482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03"/>
            <p:cNvSpPr/>
            <p:nvPr/>
          </p:nvSpPr>
          <p:spPr>
            <a:xfrm flipH="1">
              <a:off x="7246784" y="3496104"/>
              <a:ext cx="1343141" cy="17372"/>
            </a:xfrm>
            <a:custGeom>
              <a:rect b="b" l="l" r="r" t="t"/>
              <a:pathLst>
                <a:path extrusionOk="0" h="624" w="48245">
                  <a:moveTo>
                    <a:pt x="0" y="1"/>
                  </a:moveTo>
                  <a:lnTo>
                    <a:pt x="0" y="624"/>
                  </a:lnTo>
                  <a:lnTo>
                    <a:pt x="48245" y="624"/>
                  </a:lnTo>
                  <a:lnTo>
                    <a:pt x="482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03"/>
            <p:cNvSpPr/>
            <p:nvPr/>
          </p:nvSpPr>
          <p:spPr>
            <a:xfrm flipH="1">
              <a:off x="7918341" y="3496132"/>
              <a:ext cx="1141" cy="785938"/>
            </a:xfrm>
            <a:custGeom>
              <a:rect b="b" l="l" r="r" t="t"/>
              <a:pathLst>
                <a:path extrusionOk="0" fill="none" h="27937" w="1">
                  <a:moveTo>
                    <a:pt x="0" y="27936"/>
                  </a:moveTo>
                  <a:lnTo>
                    <a:pt x="0" y="1"/>
                  </a:lnTo>
                </a:path>
              </a:pathLst>
            </a:custGeom>
            <a:noFill/>
            <a:ln cap="flat" cmpd="sng" w="11925">
              <a:solidFill>
                <a:schemeClr val="accent5"/>
              </a:solidFill>
              <a:prstDash val="solid"/>
              <a:miter lim="3666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03"/>
            <p:cNvSpPr/>
            <p:nvPr/>
          </p:nvSpPr>
          <p:spPr>
            <a:xfrm flipH="1">
              <a:off x="7855060" y="3768602"/>
              <a:ext cx="25557" cy="233772"/>
            </a:xfrm>
            <a:custGeom>
              <a:rect b="b" l="l" r="r" t="t"/>
              <a:pathLst>
                <a:path extrusionOk="0" h="8397" w="918">
                  <a:moveTo>
                    <a:pt x="441" y="1"/>
                  </a:moveTo>
                  <a:cubicBezTo>
                    <a:pt x="184" y="1"/>
                    <a:pt x="1" y="221"/>
                    <a:pt x="1" y="478"/>
                  </a:cubicBezTo>
                  <a:lnTo>
                    <a:pt x="1" y="7956"/>
                  </a:lnTo>
                  <a:cubicBezTo>
                    <a:pt x="1" y="8213"/>
                    <a:pt x="184" y="8396"/>
                    <a:pt x="441" y="8396"/>
                  </a:cubicBezTo>
                  <a:cubicBezTo>
                    <a:pt x="697" y="8396"/>
                    <a:pt x="917" y="8213"/>
                    <a:pt x="917" y="7956"/>
                  </a:cubicBezTo>
                  <a:lnTo>
                    <a:pt x="917" y="478"/>
                  </a:lnTo>
                  <a:cubicBezTo>
                    <a:pt x="917" y="221"/>
                    <a:pt x="697" y="1"/>
                    <a:pt x="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03"/>
            <p:cNvSpPr/>
            <p:nvPr/>
          </p:nvSpPr>
          <p:spPr>
            <a:xfrm flipH="1">
              <a:off x="7981621" y="3768602"/>
              <a:ext cx="25529" cy="233772"/>
            </a:xfrm>
            <a:custGeom>
              <a:rect b="b" l="l" r="r" t="t"/>
              <a:pathLst>
                <a:path extrusionOk="0" h="8397" w="917">
                  <a:moveTo>
                    <a:pt x="477" y="1"/>
                  </a:moveTo>
                  <a:cubicBezTo>
                    <a:pt x="220" y="1"/>
                    <a:pt x="0" y="221"/>
                    <a:pt x="0" y="478"/>
                  </a:cubicBezTo>
                  <a:lnTo>
                    <a:pt x="0" y="7956"/>
                  </a:lnTo>
                  <a:cubicBezTo>
                    <a:pt x="0" y="8213"/>
                    <a:pt x="220" y="8396"/>
                    <a:pt x="477" y="8396"/>
                  </a:cubicBezTo>
                  <a:cubicBezTo>
                    <a:pt x="733" y="8396"/>
                    <a:pt x="917" y="8213"/>
                    <a:pt x="917" y="7956"/>
                  </a:cubicBezTo>
                  <a:lnTo>
                    <a:pt x="917" y="478"/>
                  </a:lnTo>
                  <a:cubicBezTo>
                    <a:pt x="917" y="221"/>
                    <a:pt x="733" y="1"/>
                    <a:pt x="4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03"/>
            <p:cNvSpPr/>
            <p:nvPr/>
          </p:nvSpPr>
          <p:spPr>
            <a:xfrm flipH="1">
              <a:off x="7842811" y="3756380"/>
              <a:ext cx="25557" cy="233745"/>
            </a:xfrm>
            <a:custGeom>
              <a:rect b="b" l="l" r="r" t="t"/>
              <a:pathLst>
                <a:path extrusionOk="0" h="8396" w="918">
                  <a:moveTo>
                    <a:pt x="477" y="0"/>
                  </a:moveTo>
                  <a:cubicBezTo>
                    <a:pt x="221" y="0"/>
                    <a:pt x="1" y="183"/>
                    <a:pt x="1" y="440"/>
                  </a:cubicBezTo>
                  <a:lnTo>
                    <a:pt x="1" y="7919"/>
                  </a:lnTo>
                  <a:cubicBezTo>
                    <a:pt x="1" y="8175"/>
                    <a:pt x="221" y="8395"/>
                    <a:pt x="477" y="8395"/>
                  </a:cubicBezTo>
                  <a:cubicBezTo>
                    <a:pt x="697" y="8395"/>
                    <a:pt x="917" y="8175"/>
                    <a:pt x="917" y="7919"/>
                  </a:cubicBezTo>
                  <a:lnTo>
                    <a:pt x="917" y="440"/>
                  </a:lnTo>
                  <a:cubicBezTo>
                    <a:pt x="917" y="183"/>
                    <a:pt x="697"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03"/>
            <p:cNvSpPr/>
            <p:nvPr/>
          </p:nvSpPr>
          <p:spPr>
            <a:xfrm flipH="1">
              <a:off x="7968341" y="3756380"/>
              <a:ext cx="25557" cy="233745"/>
            </a:xfrm>
            <a:custGeom>
              <a:rect b="b" l="l" r="r" t="t"/>
              <a:pathLst>
                <a:path extrusionOk="0" h="8396" w="918">
                  <a:moveTo>
                    <a:pt x="441" y="0"/>
                  </a:moveTo>
                  <a:cubicBezTo>
                    <a:pt x="184" y="0"/>
                    <a:pt x="1" y="183"/>
                    <a:pt x="1" y="440"/>
                  </a:cubicBezTo>
                  <a:lnTo>
                    <a:pt x="1" y="7919"/>
                  </a:lnTo>
                  <a:cubicBezTo>
                    <a:pt x="1" y="8175"/>
                    <a:pt x="184" y="8395"/>
                    <a:pt x="441" y="8395"/>
                  </a:cubicBezTo>
                  <a:cubicBezTo>
                    <a:pt x="697" y="8395"/>
                    <a:pt x="917" y="8175"/>
                    <a:pt x="917" y="7919"/>
                  </a:cubicBezTo>
                  <a:lnTo>
                    <a:pt x="917" y="440"/>
                  </a:lnTo>
                  <a:cubicBezTo>
                    <a:pt x="917" y="183"/>
                    <a:pt x="697" y="0"/>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03"/>
            <p:cNvSpPr/>
            <p:nvPr/>
          </p:nvSpPr>
          <p:spPr>
            <a:xfrm flipH="1">
              <a:off x="7312097" y="4339155"/>
              <a:ext cx="169434" cy="139840"/>
            </a:xfrm>
            <a:custGeom>
              <a:rect b="b" l="l" r="r" t="t"/>
              <a:pathLst>
                <a:path extrusionOk="0" h="5023" w="6086">
                  <a:moveTo>
                    <a:pt x="0" y="0"/>
                  </a:moveTo>
                  <a:lnTo>
                    <a:pt x="3079" y="5022"/>
                  </a:lnTo>
                  <a:lnTo>
                    <a:pt x="6086" y="5022"/>
                  </a:lnTo>
                  <a:lnTo>
                    <a:pt x="44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03"/>
            <p:cNvSpPr/>
            <p:nvPr/>
          </p:nvSpPr>
          <p:spPr>
            <a:xfrm flipH="1">
              <a:off x="7600937" y="4339155"/>
              <a:ext cx="169434" cy="139840"/>
            </a:xfrm>
            <a:custGeom>
              <a:rect b="b" l="l" r="r" t="t"/>
              <a:pathLst>
                <a:path extrusionOk="0" h="5023" w="6086">
                  <a:moveTo>
                    <a:pt x="0" y="0"/>
                  </a:moveTo>
                  <a:lnTo>
                    <a:pt x="3043" y="5022"/>
                  </a:lnTo>
                  <a:lnTo>
                    <a:pt x="6086" y="5022"/>
                  </a:lnTo>
                  <a:lnTo>
                    <a:pt x="44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03"/>
            <p:cNvSpPr/>
            <p:nvPr/>
          </p:nvSpPr>
          <p:spPr>
            <a:xfrm flipH="1">
              <a:off x="7340661" y="4339155"/>
              <a:ext cx="140870" cy="51059"/>
            </a:xfrm>
            <a:custGeom>
              <a:rect b="b" l="l" r="r" t="t"/>
              <a:pathLst>
                <a:path extrusionOk="0" h="1834" w="5060">
                  <a:moveTo>
                    <a:pt x="0" y="0"/>
                  </a:moveTo>
                  <a:lnTo>
                    <a:pt x="1100" y="1833"/>
                  </a:lnTo>
                  <a:lnTo>
                    <a:pt x="5059" y="1833"/>
                  </a:lnTo>
                  <a:lnTo>
                    <a:pt x="44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03"/>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rgbClr val="EEC4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03"/>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03"/>
            <p:cNvSpPr/>
            <p:nvPr/>
          </p:nvSpPr>
          <p:spPr>
            <a:xfrm flipH="1">
              <a:off x="8322522" y="4339155"/>
              <a:ext cx="169434" cy="139840"/>
            </a:xfrm>
            <a:custGeom>
              <a:rect b="b" l="l" r="r" t="t"/>
              <a:pathLst>
                <a:path extrusionOk="0" h="5023" w="6086">
                  <a:moveTo>
                    <a:pt x="1650" y="0"/>
                  </a:moveTo>
                  <a:lnTo>
                    <a:pt x="0" y="5022"/>
                  </a:lnTo>
                  <a:lnTo>
                    <a:pt x="3043" y="5022"/>
                  </a:lnTo>
                  <a:lnTo>
                    <a:pt x="60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03"/>
            <p:cNvSpPr/>
            <p:nvPr/>
          </p:nvSpPr>
          <p:spPr>
            <a:xfrm flipH="1">
              <a:off x="8322522" y="4339155"/>
              <a:ext cx="140870" cy="51059"/>
            </a:xfrm>
            <a:custGeom>
              <a:rect b="b" l="l" r="r" t="t"/>
              <a:pathLst>
                <a:path extrusionOk="0" h="1834" w="5060">
                  <a:moveTo>
                    <a:pt x="624" y="0"/>
                  </a:moveTo>
                  <a:lnTo>
                    <a:pt x="1" y="1833"/>
                  </a:lnTo>
                  <a:lnTo>
                    <a:pt x="3960" y="1833"/>
                  </a:lnTo>
                  <a:lnTo>
                    <a:pt x="5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03"/>
            <p:cNvSpPr/>
            <p:nvPr/>
          </p:nvSpPr>
          <p:spPr>
            <a:xfrm flipH="1">
              <a:off x="8611334" y="4339155"/>
              <a:ext cx="169462" cy="139840"/>
            </a:xfrm>
            <a:custGeom>
              <a:rect b="b" l="l" r="r" t="t"/>
              <a:pathLst>
                <a:path extrusionOk="0" h="5023" w="6087">
                  <a:moveTo>
                    <a:pt x="1614" y="0"/>
                  </a:moveTo>
                  <a:lnTo>
                    <a:pt x="1" y="5022"/>
                  </a:lnTo>
                  <a:lnTo>
                    <a:pt x="3007" y="5022"/>
                  </a:lnTo>
                  <a:lnTo>
                    <a:pt x="60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0" name="Google Shape;7740;p103"/>
            <p:cNvGrpSpPr/>
            <p:nvPr/>
          </p:nvGrpSpPr>
          <p:grpSpPr>
            <a:xfrm flipH="1">
              <a:off x="7399420" y="1088976"/>
              <a:ext cx="1190312" cy="437061"/>
              <a:chOff x="7183950" y="745675"/>
              <a:chExt cx="836775" cy="450950"/>
            </a:xfrm>
          </p:grpSpPr>
          <p:sp>
            <p:nvSpPr>
              <p:cNvPr id="7741" name="Google Shape;7741;p103"/>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03"/>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03"/>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03"/>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03"/>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03"/>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03"/>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03"/>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03"/>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03"/>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03"/>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03"/>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03"/>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03"/>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03"/>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03"/>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03"/>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03"/>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03"/>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03"/>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03"/>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03"/>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03"/>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4" name="Google Shape;7764;p103"/>
            <p:cNvSpPr/>
            <p:nvPr/>
          </p:nvSpPr>
          <p:spPr>
            <a:xfrm flipH="1">
              <a:off x="8248005" y="2189524"/>
              <a:ext cx="82185" cy="194567"/>
            </a:xfrm>
            <a:custGeom>
              <a:rect b="b" l="l" r="r" t="t"/>
              <a:pathLst>
                <a:path extrusionOk="0" h="8030" w="2311">
                  <a:moveTo>
                    <a:pt x="1" y="1"/>
                  </a:moveTo>
                  <a:lnTo>
                    <a:pt x="1" y="8029"/>
                  </a:lnTo>
                  <a:lnTo>
                    <a:pt x="2310" y="8029"/>
                  </a:lnTo>
                  <a:lnTo>
                    <a:pt x="23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03"/>
            <p:cNvSpPr/>
            <p:nvPr/>
          </p:nvSpPr>
          <p:spPr>
            <a:xfrm flipH="1">
              <a:off x="8121545" y="2360079"/>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03"/>
            <p:cNvSpPr/>
            <p:nvPr/>
          </p:nvSpPr>
          <p:spPr>
            <a:xfrm flipH="1">
              <a:off x="7507487" y="2022531"/>
              <a:ext cx="143459" cy="43541"/>
            </a:xfrm>
            <a:custGeom>
              <a:rect b="b" l="l" r="r" t="t"/>
              <a:pathLst>
                <a:path extrusionOk="0" h="1797" w="4034">
                  <a:moveTo>
                    <a:pt x="3813" y="1"/>
                  </a:moveTo>
                  <a:lnTo>
                    <a:pt x="1" y="770"/>
                  </a:lnTo>
                  <a:lnTo>
                    <a:pt x="184" y="1797"/>
                  </a:lnTo>
                  <a:lnTo>
                    <a:pt x="4033" y="990"/>
                  </a:lnTo>
                  <a:lnTo>
                    <a:pt x="38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7" name="Google Shape;7767;p103"/>
            <p:cNvGrpSpPr/>
            <p:nvPr/>
          </p:nvGrpSpPr>
          <p:grpSpPr>
            <a:xfrm>
              <a:off x="7430969" y="2591991"/>
              <a:ext cx="984368" cy="344707"/>
              <a:chOff x="937650" y="3222250"/>
              <a:chExt cx="895450" cy="355625"/>
            </a:xfrm>
          </p:grpSpPr>
          <p:sp>
            <p:nvSpPr>
              <p:cNvPr id="7768" name="Google Shape;7768;p103"/>
              <p:cNvSpPr/>
              <p:nvPr/>
            </p:nvSpPr>
            <p:spPr>
              <a:xfrm>
                <a:off x="1077875" y="3235100"/>
                <a:ext cx="220000" cy="342775"/>
              </a:xfrm>
              <a:custGeom>
                <a:rect b="b" l="l" r="r" t="t"/>
                <a:pathLst>
                  <a:path extrusionOk="0" h="13711" w="8800">
                    <a:moveTo>
                      <a:pt x="4363" y="0"/>
                    </a:moveTo>
                    <a:lnTo>
                      <a:pt x="1541" y="37"/>
                    </a:lnTo>
                    <a:cubicBezTo>
                      <a:pt x="1467" y="37"/>
                      <a:pt x="1431" y="110"/>
                      <a:pt x="1431" y="183"/>
                    </a:cubicBezTo>
                    <a:lnTo>
                      <a:pt x="1431" y="293"/>
                    </a:lnTo>
                    <a:cubicBezTo>
                      <a:pt x="1101" y="477"/>
                      <a:pt x="1467" y="697"/>
                      <a:pt x="1467" y="697"/>
                    </a:cubicBezTo>
                    <a:lnTo>
                      <a:pt x="1467" y="1173"/>
                    </a:lnTo>
                    <a:cubicBezTo>
                      <a:pt x="1137" y="1320"/>
                      <a:pt x="1137" y="1796"/>
                      <a:pt x="1467" y="1980"/>
                    </a:cubicBezTo>
                    <a:cubicBezTo>
                      <a:pt x="551" y="2713"/>
                      <a:pt x="1" y="3849"/>
                      <a:pt x="38" y="5059"/>
                    </a:cubicBezTo>
                    <a:cubicBezTo>
                      <a:pt x="38" y="6929"/>
                      <a:pt x="258" y="12208"/>
                      <a:pt x="441" y="13711"/>
                    </a:cubicBezTo>
                    <a:lnTo>
                      <a:pt x="8506" y="13711"/>
                    </a:lnTo>
                    <a:cubicBezTo>
                      <a:pt x="8653" y="12355"/>
                      <a:pt x="8799" y="6892"/>
                      <a:pt x="8763" y="4986"/>
                    </a:cubicBezTo>
                    <a:cubicBezTo>
                      <a:pt x="8763" y="3776"/>
                      <a:pt x="8249" y="2640"/>
                      <a:pt x="7296" y="1906"/>
                    </a:cubicBezTo>
                    <a:cubicBezTo>
                      <a:pt x="7626" y="1760"/>
                      <a:pt x="7626" y="1283"/>
                      <a:pt x="7296" y="1100"/>
                    </a:cubicBezTo>
                    <a:lnTo>
                      <a:pt x="7296" y="660"/>
                    </a:lnTo>
                    <a:cubicBezTo>
                      <a:pt x="7296" y="660"/>
                      <a:pt x="7626" y="440"/>
                      <a:pt x="7333" y="220"/>
                    </a:cubicBezTo>
                    <a:lnTo>
                      <a:pt x="7333" y="110"/>
                    </a:lnTo>
                    <a:cubicBezTo>
                      <a:pt x="7333" y="37"/>
                      <a:pt x="7260" y="0"/>
                      <a:pt x="7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03"/>
              <p:cNvSpPr/>
              <p:nvPr/>
            </p:nvSpPr>
            <p:spPr>
              <a:xfrm>
                <a:off x="1098975" y="3222250"/>
                <a:ext cx="176900" cy="33025"/>
              </a:xfrm>
              <a:custGeom>
                <a:rect b="b" l="l" r="r" t="t"/>
                <a:pathLst>
                  <a:path extrusionOk="0" h="1321" w="7076">
                    <a:moveTo>
                      <a:pt x="257" y="1"/>
                    </a:moveTo>
                    <a:lnTo>
                      <a:pt x="0" y="1321"/>
                    </a:lnTo>
                    <a:lnTo>
                      <a:pt x="7076" y="1321"/>
                    </a:lnTo>
                    <a:lnTo>
                      <a:pt x="6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03"/>
              <p:cNvSpPr/>
              <p:nvPr/>
            </p:nvSpPr>
            <p:spPr>
              <a:xfrm>
                <a:off x="937650" y="3313000"/>
                <a:ext cx="219075" cy="264875"/>
              </a:xfrm>
              <a:custGeom>
                <a:rect b="b" l="l" r="r" t="t"/>
                <a:pathLst>
                  <a:path extrusionOk="0" h="10595" w="8763">
                    <a:moveTo>
                      <a:pt x="7150" y="0"/>
                    </a:moveTo>
                    <a:lnTo>
                      <a:pt x="4363" y="37"/>
                    </a:lnTo>
                    <a:lnTo>
                      <a:pt x="1541" y="37"/>
                    </a:lnTo>
                    <a:cubicBezTo>
                      <a:pt x="1467" y="37"/>
                      <a:pt x="1394" y="110"/>
                      <a:pt x="1394" y="183"/>
                    </a:cubicBezTo>
                    <a:lnTo>
                      <a:pt x="1394" y="293"/>
                    </a:lnTo>
                    <a:cubicBezTo>
                      <a:pt x="1101" y="477"/>
                      <a:pt x="1431" y="697"/>
                      <a:pt x="1431" y="697"/>
                    </a:cubicBezTo>
                    <a:lnTo>
                      <a:pt x="1431" y="1137"/>
                    </a:lnTo>
                    <a:cubicBezTo>
                      <a:pt x="1101" y="1320"/>
                      <a:pt x="1101" y="1797"/>
                      <a:pt x="1431" y="1980"/>
                    </a:cubicBezTo>
                    <a:cubicBezTo>
                      <a:pt x="514" y="2713"/>
                      <a:pt x="1" y="3849"/>
                      <a:pt x="1" y="5059"/>
                    </a:cubicBezTo>
                    <a:cubicBezTo>
                      <a:pt x="1" y="6929"/>
                      <a:pt x="1504" y="9092"/>
                      <a:pt x="1651" y="10595"/>
                    </a:cubicBezTo>
                    <a:lnTo>
                      <a:pt x="6930" y="10595"/>
                    </a:lnTo>
                    <a:cubicBezTo>
                      <a:pt x="7076" y="9239"/>
                      <a:pt x="8763" y="6892"/>
                      <a:pt x="8726" y="4986"/>
                    </a:cubicBezTo>
                    <a:cubicBezTo>
                      <a:pt x="8763" y="3776"/>
                      <a:pt x="8213" y="2676"/>
                      <a:pt x="7260" y="1906"/>
                    </a:cubicBezTo>
                    <a:cubicBezTo>
                      <a:pt x="7590" y="1760"/>
                      <a:pt x="7590" y="1283"/>
                      <a:pt x="7260" y="1100"/>
                    </a:cubicBezTo>
                    <a:lnTo>
                      <a:pt x="7260" y="660"/>
                    </a:lnTo>
                    <a:cubicBezTo>
                      <a:pt x="7260" y="660"/>
                      <a:pt x="7626" y="440"/>
                      <a:pt x="7296" y="257"/>
                    </a:cubicBezTo>
                    <a:lnTo>
                      <a:pt x="7296" y="110"/>
                    </a:lnTo>
                    <a:cubicBezTo>
                      <a:pt x="7296" y="37"/>
                      <a:pt x="7223" y="0"/>
                      <a:pt x="7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03"/>
              <p:cNvSpPr/>
              <p:nvPr/>
            </p:nvSpPr>
            <p:spPr>
              <a:xfrm>
                <a:off x="957825" y="3300150"/>
                <a:ext cx="176900" cy="33950"/>
              </a:xfrm>
              <a:custGeom>
                <a:rect b="b" l="l" r="r" t="t"/>
                <a:pathLst>
                  <a:path extrusionOk="0" h="1358" w="7076">
                    <a:moveTo>
                      <a:pt x="257" y="1"/>
                    </a:moveTo>
                    <a:lnTo>
                      <a:pt x="0" y="1357"/>
                    </a:lnTo>
                    <a:lnTo>
                      <a:pt x="7076" y="1357"/>
                    </a:lnTo>
                    <a:lnTo>
                      <a:pt x="68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03"/>
              <p:cNvSpPr/>
              <p:nvPr/>
            </p:nvSpPr>
            <p:spPr>
              <a:xfrm>
                <a:off x="1390425" y="3280000"/>
                <a:ext cx="191575" cy="297875"/>
              </a:xfrm>
              <a:custGeom>
                <a:rect b="b" l="l" r="r" t="t"/>
                <a:pathLst>
                  <a:path extrusionOk="0" h="11915" w="7663">
                    <a:moveTo>
                      <a:pt x="6232" y="0"/>
                    </a:moveTo>
                    <a:lnTo>
                      <a:pt x="3776" y="37"/>
                    </a:lnTo>
                    <a:lnTo>
                      <a:pt x="1320" y="37"/>
                    </a:lnTo>
                    <a:cubicBezTo>
                      <a:pt x="1283" y="37"/>
                      <a:pt x="1210" y="74"/>
                      <a:pt x="1210" y="147"/>
                    </a:cubicBezTo>
                    <a:lnTo>
                      <a:pt x="1210" y="257"/>
                    </a:lnTo>
                    <a:cubicBezTo>
                      <a:pt x="953" y="440"/>
                      <a:pt x="1246" y="624"/>
                      <a:pt x="1246" y="624"/>
                    </a:cubicBezTo>
                    <a:lnTo>
                      <a:pt x="1246" y="990"/>
                    </a:lnTo>
                    <a:cubicBezTo>
                      <a:pt x="953" y="1100"/>
                      <a:pt x="953" y="1577"/>
                      <a:pt x="1246" y="1687"/>
                    </a:cubicBezTo>
                    <a:cubicBezTo>
                      <a:pt x="440" y="2347"/>
                      <a:pt x="0" y="3373"/>
                      <a:pt x="37" y="4400"/>
                    </a:cubicBezTo>
                    <a:cubicBezTo>
                      <a:pt x="37" y="6013"/>
                      <a:pt x="257" y="10632"/>
                      <a:pt x="403" y="11915"/>
                    </a:cubicBezTo>
                    <a:lnTo>
                      <a:pt x="7405" y="11915"/>
                    </a:lnTo>
                    <a:cubicBezTo>
                      <a:pt x="7515" y="10705"/>
                      <a:pt x="7662" y="5976"/>
                      <a:pt x="7625" y="4326"/>
                    </a:cubicBezTo>
                    <a:cubicBezTo>
                      <a:pt x="7625" y="3300"/>
                      <a:pt x="7149" y="2310"/>
                      <a:pt x="6342" y="1687"/>
                    </a:cubicBezTo>
                    <a:cubicBezTo>
                      <a:pt x="6636" y="1540"/>
                      <a:pt x="6636" y="1100"/>
                      <a:pt x="6342" y="954"/>
                    </a:cubicBezTo>
                    <a:lnTo>
                      <a:pt x="6342" y="587"/>
                    </a:lnTo>
                    <a:cubicBezTo>
                      <a:pt x="6342" y="587"/>
                      <a:pt x="6636" y="404"/>
                      <a:pt x="6342" y="220"/>
                    </a:cubicBezTo>
                    <a:lnTo>
                      <a:pt x="6342" y="110"/>
                    </a:lnTo>
                    <a:cubicBezTo>
                      <a:pt x="6342" y="74"/>
                      <a:pt x="6306" y="0"/>
                      <a:pt x="6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03"/>
              <p:cNvSpPr/>
              <p:nvPr/>
            </p:nvSpPr>
            <p:spPr>
              <a:xfrm>
                <a:off x="1408750" y="3269000"/>
                <a:ext cx="153075" cy="29350"/>
              </a:xfrm>
              <a:custGeom>
                <a:rect b="b" l="l" r="r" t="t"/>
                <a:pathLst>
                  <a:path extrusionOk="0" h="1174" w="6123">
                    <a:moveTo>
                      <a:pt x="220" y="0"/>
                    </a:moveTo>
                    <a:lnTo>
                      <a:pt x="0" y="1174"/>
                    </a:lnTo>
                    <a:lnTo>
                      <a:pt x="6123" y="1174"/>
                    </a:lnTo>
                    <a:lnTo>
                      <a:pt x="59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03"/>
              <p:cNvSpPr/>
              <p:nvPr/>
            </p:nvSpPr>
            <p:spPr>
              <a:xfrm>
                <a:off x="1250200" y="3390900"/>
                <a:ext cx="220900" cy="186975"/>
              </a:xfrm>
              <a:custGeom>
                <a:rect b="b" l="l" r="r" t="t"/>
                <a:pathLst>
                  <a:path extrusionOk="0" h="7479" w="8836">
                    <a:moveTo>
                      <a:pt x="7185" y="0"/>
                    </a:moveTo>
                    <a:lnTo>
                      <a:pt x="4363" y="37"/>
                    </a:lnTo>
                    <a:lnTo>
                      <a:pt x="1540" y="37"/>
                    </a:lnTo>
                    <a:cubicBezTo>
                      <a:pt x="1466" y="74"/>
                      <a:pt x="1430" y="110"/>
                      <a:pt x="1430" y="184"/>
                    </a:cubicBezTo>
                    <a:lnTo>
                      <a:pt x="1430" y="294"/>
                    </a:lnTo>
                    <a:cubicBezTo>
                      <a:pt x="1100" y="514"/>
                      <a:pt x="1466" y="697"/>
                      <a:pt x="1466" y="697"/>
                    </a:cubicBezTo>
                    <a:lnTo>
                      <a:pt x="1466" y="1173"/>
                    </a:lnTo>
                    <a:cubicBezTo>
                      <a:pt x="1137" y="1357"/>
                      <a:pt x="1137" y="1797"/>
                      <a:pt x="1466" y="1980"/>
                    </a:cubicBezTo>
                    <a:cubicBezTo>
                      <a:pt x="513" y="2750"/>
                      <a:pt x="0" y="3886"/>
                      <a:pt x="37" y="5059"/>
                    </a:cubicBezTo>
                    <a:cubicBezTo>
                      <a:pt x="37" y="6929"/>
                      <a:pt x="257" y="5976"/>
                      <a:pt x="440" y="7479"/>
                    </a:cubicBezTo>
                    <a:lnTo>
                      <a:pt x="8542" y="7479"/>
                    </a:lnTo>
                    <a:cubicBezTo>
                      <a:pt x="8652" y="6123"/>
                      <a:pt x="8835" y="6892"/>
                      <a:pt x="8762" y="4986"/>
                    </a:cubicBezTo>
                    <a:cubicBezTo>
                      <a:pt x="8762" y="3813"/>
                      <a:pt x="8249" y="2676"/>
                      <a:pt x="7295" y="1943"/>
                    </a:cubicBezTo>
                    <a:cubicBezTo>
                      <a:pt x="7625" y="1760"/>
                      <a:pt x="7625" y="1283"/>
                      <a:pt x="7295" y="1137"/>
                    </a:cubicBezTo>
                    <a:lnTo>
                      <a:pt x="7295" y="660"/>
                    </a:lnTo>
                    <a:cubicBezTo>
                      <a:pt x="7295" y="660"/>
                      <a:pt x="7662" y="440"/>
                      <a:pt x="7332" y="257"/>
                    </a:cubicBezTo>
                    <a:lnTo>
                      <a:pt x="7332" y="147"/>
                    </a:lnTo>
                    <a:cubicBezTo>
                      <a:pt x="7332" y="74"/>
                      <a:pt x="7259" y="0"/>
                      <a:pt x="7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03"/>
              <p:cNvSpPr/>
              <p:nvPr/>
            </p:nvSpPr>
            <p:spPr>
              <a:xfrm>
                <a:off x="1271275" y="3378075"/>
                <a:ext cx="176900" cy="33925"/>
              </a:xfrm>
              <a:custGeom>
                <a:rect b="b" l="l" r="r" t="t"/>
                <a:pathLst>
                  <a:path extrusionOk="0" h="1357" w="7076">
                    <a:moveTo>
                      <a:pt x="257" y="0"/>
                    </a:moveTo>
                    <a:lnTo>
                      <a:pt x="0" y="1356"/>
                    </a:lnTo>
                    <a:lnTo>
                      <a:pt x="7076"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03"/>
              <p:cNvSpPr/>
              <p:nvPr/>
            </p:nvSpPr>
            <p:spPr>
              <a:xfrm>
                <a:off x="1613125" y="3390900"/>
                <a:ext cx="219975" cy="186975"/>
              </a:xfrm>
              <a:custGeom>
                <a:rect b="b" l="l" r="r" t="t"/>
                <a:pathLst>
                  <a:path extrusionOk="0" h="7479" w="8799">
                    <a:moveTo>
                      <a:pt x="7149" y="0"/>
                    </a:moveTo>
                    <a:lnTo>
                      <a:pt x="4363" y="37"/>
                    </a:lnTo>
                    <a:lnTo>
                      <a:pt x="1540" y="37"/>
                    </a:lnTo>
                    <a:cubicBezTo>
                      <a:pt x="1467" y="74"/>
                      <a:pt x="1394" y="110"/>
                      <a:pt x="1394" y="184"/>
                    </a:cubicBezTo>
                    <a:lnTo>
                      <a:pt x="1394" y="294"/>
                    </a:lnTo>
                    <a:cubicBezTo>
                      <a:pt x="1064" y="514"/>
                      <a:pt x="1430" y="697"/>
                      <a:pt x="1430" y="697"/>
                    </a:cubicBezTo>
                    <a:lnTo>
                      <a:pt x="1430" y="1173"/>
                    </a:lnTo>
                    <a:cubicBezTo>
                      <a:pt x="1100" y="1357"/>
                      <a:pt x="1100" y="1797"/>
                      <a:pt x="1430" y="1980"/>
                    </a:cubicBezTo>
                    <a:cubicBezTo>
                      <a:pt x="514" y="2750"/>
                      <a:pt x="0" y="3886"/>
                      <a:pt x="37" y="5059"/>
                    </a:cubicBezTo>
                    <a:cubicBezTo>
                      <a:pt x="37" y="6929"/>
                      <a:pt x="257" y="5976"/>
                      <a:pt x="404" y="7479"/>
                    </a:cubicBezTo>
                    <a:lnTo>
                      <a:pt x="8506" y="7479"/>
                    </a:lnTo>
                    <a:cubicBezTo>
                      <a:pt x="8652" y="6123"/>
                      <a:pt x="8799" y="6892"/>
                      <a:pt x="8726" y="4986"/>
                    </a:cubicBezTo>
                    <a:cubicBezTo>
                      <a:pt x="8762" y="3813"/>
                      <a:pt x="8212" y="2676"/>
                      <a:pt x="7259" y="1943"/>
                    </a:cubicBezTo>
                    <a:cubicBezTo>
                      <a:pt x="7589" y="1760"/>
                      <a:pt x="7589" y="1283"/>
                      <a:pt x="7259" y="1137"/>
                    </a:cubicBezTo>
                    <a:lnTo>
                      <a:pt x="7259" y="660"/>
                    </a:lnTo>
                    <a:cubicBezTo>
                      <a:pt x="7259" y="660"/>
                      <a:pt x="7626" y="440"/>
                      <a:pt x="7296" y="257"/>
                    </a:cubicBezTo>
                    <a:lnTo>
                      <a:pt x="7296" y="147"/>
                    </a:lnTo>
                    <a:cubicBezTo>
                      <a:pt x="7296" y="74"/>
                      <a:pt x="7223" y="0"/>
                      <a:pt x="7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03"/>
              <p:cNvSpPr/>
              <p:nvPr/>
            </p:nvSpPr>
            <p:spPr>
              <a:xfrm>
                <a:off x="1633300" y="3378075"/>
                <a:ext cx="176900" cy="33925"/>
              </a:xfrm>
              <a:custGeom>
                <a:rect b="b" l="l" r="r" t="t"/>
                <a:pathLst>
                  <a:path extrusionOk="0" h="1357" w="7076">
                    <a:moveTo>
                      <a:pt x="257" y="0"/>
                    </a:moveTo>
                    <a:lnTo>
                      <a:pt x="0" y="1356"/>
                    </a:lnTo>
                    <a:lnTo>
                      <a:pt x="7075" y="1356"/>
                    </a:lnTo>
                    <a:lnTo>
                      <a:pt x="68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03"/>
              <p:cNvSpPr/>
              <p:nvPr/>
            </p:nvSpPr>
            <p:spPr>
              <a:xfrm>
                <a:off x="1503150" y="3337725"/>
                <a:ext cx="199825" cy="240150"/>
              </a:xfrm>
              <a:custGeom>
                <a:rect b="b" l="l" r="r" t="t"/>
                <a:pathLst>
                  <a:path extrusionOk="0" h="9606" w="7993">
                    <a:moveTo>
                      <a:pt x="6489" y="1"/>
                    </a:moveTo>
                    <a:lnTo>
                      <a:pt x="3960" y="38"/>
                    </a:lnTo>
                    <a:lnTo>
                      <a:pt x="1393" y="74"/>
                    </a:lnTo>
                    <a:cubicBezTo>
                      <a:pt x="1320" y="74"/>
                      <a:pt x="1283" y="111"/>
                      <a:pt x="1283" y="184"/>
                    </a:cubicBezTo>
                    <a:lnTo>
                      <a:pt x="1283" y="294"/>
                    </a:lnTo>
                    <a:cubicBezTo>
                      <a:pt x="990" y="441"/>
                      <a:pt x="1320" y="661"/>
                      <a:pt x="1320" y="661"/>
                    </a:cubicBezTo>
                    <a:lnTo>
                      <a:pt x="1320" y="1064"/>
                    </a:lnTo>
                    <a:cubicBezTo>
                      <a:pt x="953" y="1174"/>
                      <a:pt x="953" y="1651"/>
                      <a:pt x="1320" y="1797"/>
                    </a:cubicBezTo>
                    <a:cubicBezTo>
                      <a:pt x="477" y="2494"/>
                      <a:pt x="0" y="3520"/>
                      <a:pt x="37" y="4584"/>
                    </a:cubicBezTo>
                    <a:cubicBezTo>
                      <a:pt x="37" y="6270"/>
                      <a:pt x="1357" y="8250"/>
                      <a:pt x="1503" y="9606"/>
                    </a:cubicBezTo>
                    <a:lnTo>
                      <a:pt x="6306" y="9606"/>
                    </a:lnTo>
                    <a:cubicBezTo>
                      <a:pt x="6452" y="8360"/>
                      <a:pt x="7992" y="6233"/>
                      <a:pt x="7956" y="4510"/>
                    </a:cubicBezTo>
                    <a:cubicBezTo>
                      <a:pt x="7956" y="3447"/>
                      <a:pt x="7479" y="2421"/>
                      <a:pt x="6636" y="1761"/>
                    </a:cubicBezTo>
                    <a:cubicBezTo>
                      <a:pt x="6966" y="1614"/>
                      <a:pt x="6966" y="1137"/>
                      <a:pt x="6636" y="991"/>
                    </a:cubicBezTo>
                    <a:lnTo>
                      <a:pt x="6636" y="588"/>
                    </a:lnTo>
                    <a:cubicBezTo>
                      <a:pt x="6636" y="588"/>
                      <a:pt x="6929" y="404"/>
                      <a:pt x="6636" y="221"/>
                    </a:cubicBezTo>
                    <a:lnTo>
                      <a:pt x="6636" y="111"/>
                    </a:lnTo>
                    <a:cubicBezTo>
                      <a:pt x="6636" y="74"/>
                      <a:pt x="6562" y="1"/>
                      <a:pt x="6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03"/>
              <p:cNvSpPr/>
              <p:nvPr/>
            </p:nvSpPr>
            <p:spPr>
              <a:xfrm>
                <a:off x="1522400" y="3325825"/>
                <a:ext cx="160400" cy="30275"/>
              </a:xfrm>
              <a:custGeom>
                <a:rect b="b" l="l" r="r" t="t"/>
                <a:pathLst>
                  <a:path extrusionOk="0" h="1211" w="6416">
                    <a:moveTo>
                      <a:pt x="257" y="0"/>
                    </a:moveTo>
                    <a:lnTo>
                      <a:pt x="0" y="1210"/>
                    </a:lnTo>
                    <a:lnTo>
                      <a:pt x="6416" y="1210"/>
                    </a:lnTo>
                    <a:lnTo>
                      <a:pt x="61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103"/>
            <p:cNvGrpSpPr/>
            <p:nvPr/>
          </p:nvGrpSpPr>
          <p:grpSpPr>
            <a:xfrm>
              <a:off x="7620410" y="3258750"/>
              <a:ext cx="605526" cy="208200"/>
              <a:chOff x="7138068" y="2592629"/>
              <a:chExt cx="701246" cy="232678"/>
            </a:xfrm>
          </p:grpSpPr>
          <p:sp>
            <p:nvSpPr>
              <p:cNvPr id="7781" name="Google Shape;7781;p103"/>
              <p:cNvSpPr/>
              <p:nvPr/>
            </p:nvSpPr>
            <p:spPr>
              <a:xfrm>
                <a:off x="7185238" y="2709332"/>
                <a:ext cx="653262" cy="115975"/>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03"/>
              <p:cNvSpPr/>
              <p:nvPr/>
            </p:nvSpPr>
            <p:spPr>
              <a:xfrm>
                <a:off x="7185238" y="2702734"/>
                <a:ext cx="351094" cy="122572"/>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03"/>
              <p:cNvSpPr/>
              <p:nvPr/>
            </p:nvSpPr>
            <p:spPr>
              <a:xfrm>
                <a:off x="7565251" y="2721756"/>
                <a:ext cx="273249" cy="92797"/>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03"/>
              <p:cNvSpPr/>
              <p:nvPr/>
            </p:nvSpPr>
            <p:spPr>
              <a:xfrm>
                <a:off x="7599182" y="2737480"/>
                <a:ext cx="239318" cy="10839"/>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03"/>
              <p:cNvSpPr/>
              <p:nvPr/>
            </p:nvSpPr>
            <p:spPr>
              <a:xfrm>
                <a:off x="7675356" y="2776423"/>
                <a:ext cx="163958" cy="9982"/>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03"/>
              <p:cNvSpPr/>
              <p:nvPr/>
            </p:nvSpPr>
            <p:spPr>
              <a:xfrm>
                <a:off x="7138068" y="2592629"/>
                <a:ext cx="653220" cy="116746"/>
              </a:xfrm>
              <a:custGeom>
                <a:rect b="b" l="l" r="r" t="t"/>
                <a:pathLst>
                  <a:path extrusionOk="0" h="2725" w="15247">
                    <a:moveTo>
                      <a:pt x="0" y="0"/>
                    </a:moveTo>
                    <a:lnTo>
                      <a:pt x="0" y="2416"/>
                    </a:lnTo>
                    <a:lnTo>
                      <a:pt x="8194" y="2725"/>
                    </a:lnTo>
                    <a:lnTo>
                      <a:pt x="15247" y="2725"/>
                    </a:lnTo>
                    <a:lnTo>
                      <a:pt x="152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03"/>
              <p:cNvSpPr/>
              <p:nvPr/>
            </p:nvSpPr>
            <p:spPr>
              <a:xfrm>
                <a:off x="7138068" y="2592629"/>
                <a:ext cx="351051" cy="116746"/>
              </a:xfrm>
              <a:custGeom>
                <a:rect b="b" l="l" r="r" t="t"/>
                <a:pathLst>
                  <a:path extrusionOk="0" h="2725" w="8194">
                    <a:moveTo>
                      <a:pt x="0" y="0"/>
                    </a:moveTo>
                    <a:lnTo>
                      <a:pt x="0" y="2570"/>
                    </a:lnTo>
                    <a:lnTo>
                      <a:pt x="8194" y="2725"/>
                    </a:lnTo>
                    <a:lnTo>
                      <a:pt x="819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03"/>
              <p:cNvSpPr/>
              <p:nvPr/>
            </p:nvSpPr>
            <p:spPr>
              <a:xfrm>
                <a:off x="7518038" y="2605053"/>
                <a:ext cx="273249" cy="92754"/>
              </a:xfrm>
              <a:custGeom>
                <a:rect b="b" l="l" r="r" t="t"/>
                <a:pathLst>
                  <a:path extrusionOk="0" h="2165" w="6378">
                    <a:moveTo>
                      <a:pt x="1" y="0"/>
                    </a:moveTo>
                    <a:lnTo>
                      <a:pt x="1" y="2048"/>
                    </a:lnTo>
                    <a:lnTo>
                      <a:pt x="6378" y="2164"/>
                    </a:lnTo>
                    <a:lnTo>
                      <a:pt x="6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03"/>
              <p:cNvSpPr/>
              <p:nvPr/>
            </p:nvSpPr>
            <p:spPr>
              <a:xfrm>
                <a:off x="7551155" y="2621591"/>
                <a:ext cx="240132" cy="9982"/>
              </a:xfrm>
              <a:custGeom>
                <a:rect b="b" l="l" r="r" t="t"/>
                <a:pathLst>
                  <a:path extrusionOk="0" h="233" w="5605">
                    <a:moveTo>
                      <a:pt x="5605" y="1"/>
                    </a:moveTo>
                    <a:lnTo>
                      <a:pt x="1" y="116"/>
                    </a:lnTo>
                    <a:lnTo>
                      <a:pt x="5605" y="232"/>
                    </a:lnTo>
                    <a:lnTo>
                      <a:pt x="56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03"/>
              <p:cNvSpPr/>
              <p:nvPr/>
            </p:nvSpPr>
            <p:spPr>
              <a:xfrm>
                <a:off x="7627329" y="2659678"/>
                <a:ext cx="164815" cy="10796"/>
              </a:xfrm>
              <a:custGeom>
                <a:rect b="b" l="l" r="r" t="t"/>
                <a:pathLst>
                  <a:path extrusionOk="0" h="252" w="3847">
                    <a:moveTo>
                      <a:pt x="3846" y="0"/>
                    </a:moveTo>
                    <a:lnTo>
                      <a:pt x="1" y="20"/>
                    </a:lnTo>
                    <a:lnTo>
                      <a:pt x="3827" y="252"/>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103"/>
            <p:cNvGrpSpPr/>
            <p:nvPr/>
          </p:nvGrpSpPr>
          <p:grpSpPr>
            <a:xfrm>
              <a:off x="7246784" y="1909017"/>
              <a:ext cx="1343141" cy="628234"/>
              <a:chOff x="7246784" y="1909017"/>
              <a:chExt cx="1343141" cy="628234"/>
            </a:xfrm>
          </p:grpSpPr>
          <p:sp>
            <p:nvSpPr>
              <p:cNvPr id="7792" name="Google Shape;7792;p103"/>
              <p:cNvSpPr/>
              <p:nvPr/>
            </p:nvSpPr>
            <p:spPr>
              <a:xfrm flipH="1">
                <a:off x="7246784" y="2346227"/>
                <a:ext cx="1343141" cy="37779"/>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03"/>
              <p:cNvSpPr/>
              <p:nvPr/>
            </p:nvSpPr>
            <p:spPr>
              <a:xfrm flipH="1">
                <a:off x="7502940" y="2383978"/>
                <a:ext cx="1086985" cy="153120"/>
              </a:xfrm>
              <a:custGeom>
                <a:rect b="b" l="l" r="r" t="t"/>
                <a:pathLst>
                  <a:path extrusionOk="0" h="5500" w="39044">
                    <a:moveTo>
                      <a:pt x="0" y="1"/>
                    </a:moveTo>
                    <a:lnTo>
                      <a:pt x="0" y="5500"/>
                    </a:lnTo>
                    <a:lnTo>
                      <a:pt x="39043" y="5500"/>
                    </a:lnTo>
                    <a:lnTo>
                      <a:pt x="39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03"/>
              <p:cNvSpPr/>
              <p:nvPr/>
            </p:nvSpPr>
            <p:spPr>
              <a:xfrm flipH="1">
                <a:off x="7246784" y="2384131"/>
                <a:ext cx="256184" cy="153120"/>
              </a:xfrm>
              <a:custGeom>
                <a:rect b="b" l="l" r="r" t="t"/>
                <a:pathLst>
                  <a:path extrusionOk="0" h="5500" w="9202">
                    <a:moveTo>
                      <a:pt x="0" y="0"/>
                    </a:moveTo>
                    <a:lnTo>
                      <a:pt x="0" y="5499"/>
                    </a:lnTo>
                    <a:lnTo>
                      <a:pt x="92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03"/>
              <p:cNvSpPr/>
              <p:nvPr/>
            </p:nvSpPr>
            <p:spPr>
              <a:xfrm flipH="1">
                <a:off x="7527046" y="1909017"/>
                <a:ext cx="406799" cy="437061"/>
              </a:xfrm>
              <a:custGeom>
                <a:rect b="b" l="l" r="r" t="t"/>
                <a:pathLst>
                  <a:path extrusionOk="0" h="18038" w="11439">
                    <a:moveTo>
                      <a:pt x="3813" y="1"/>
                    </a:moveTo>
                    <a:lnTo>
                      <a:pt x="0" y="807"/>
                    </a:lnTo>
                    <a:lnTo>
                      <a:pt x="3630" y="18038"/>
                    </a:lnTo>
                    <a:lnTo>
                      <a:pt x="11218" y="18038"/>
                    </a:lnTo>
                    <a:lnTo>
                      <a:pt x="114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03"/>
              <p:cNvSpPr/>
              <p:nvPr/>
            </p:nvSpPr>
            <p:spPr>
              <a:xfrm flipH="1">
                <a:off x="7766951" y="1919678"/>
                <a:ext cx="260780" cy="426400"/>
              </a:xfrm>
              <a:custGeom>
                <a:rect b="b" l="l" r="r" t="t"/>
                <a:pathLst>
                  <a:path extrusionOk="0" h="17598" w="7333">
                    <a:moveTo>
                      <a:pt x="37" y="1"/>
                    </a:moveTo>
                    <a:lnTo>
                      <a:pt x="1" y="17598"/>
                    </a:lnTo>
                    <a:lnTo>
                      <a:pt x="6380" y="17598"/>
                    </a:lnTo>
                    <a:lnTo>
                      <a:pt x="7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03"/>
              <p:cNvSpPr/>
              <p:nvPr/>
            </p:nvSpPr>
            <p:spPr>
              <a:xfrm flipH="1">
                <a:off x="8214114" y="1919678"/>
                <a:ext cx="260780" cy="426400"/>
              </a:xfrm>
              <a:custGeom>
                <a:rect b="b" l="l" r="r" t="t"/>
                <a:pathLst>
                  <a:path extrusionOk="0" h="17598" w="7333">
                    <a:moveTo>
                      <a:pt x="0" y="1"/>
                    </a:moveTo>
                    <a:lnTo>
                      <a:pt x="0" y="17598"/>
                    </a:lnTo>
                    <a:lnTo>
                      <a:pt x="6379" y="17598"/>
                    </a:lnTo>
                    <a:lnTo>
                      <a:pt x="73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03"/>
              <p:cNvSpPr/>
              <p:nvPr/>
            </p:nvSpPr>
            <p:spPr>
              <a:xfrm flipH="1">
                <a:off x="8314507" y="1981852"/>
                <a:ext cx="275112" cy="364225"/>
              </a:xfrm>
              <a:custGeom>
                <a:rect b="b" l="l" r="r" t="t"/>
                <a:pathLst>
                  <a:path extrusionOk="0" h="15032" w="7736">
                    <a:moveTo>
                      <a:pt x="0" y="1"/>
                    </a:moveTo>
                    <a:lnTo>
                      <a:pt x="0" y="15032"/>
                    </a:lnTo>
                    <a:lnTo>
                      <a:pt x="7296" y="15032"/>
                    </a:lnTo>
                    <a:lnTo>
                      <a:pt x="7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03"/>
              <p:cNvSpPr/>
              <p:nvPr/>
            </p:nvSpPr>
            <p:spPr>
              <a:xfrm flipH="1">
                <a:off x="8248005" y="1981852"/>
                <a:ext cx="82185" cy="364225"/>
              </a:xfrm>
              <a:custGeom>
                <a:rect b="b" l="l" r="r" t="t"/>
                <a:pathLst>
                  <a:path extrusionOk="0" h="15032" w="2311">
                    <a:moveTo>
                      <a:pt x="1" y="1"/>
                    </a:moveTo>
                    <a:lnTo>
                      <a:pt x="1" y="15032"/>
                    </a:lnTo>
                    <a:lnTo>
                      <a:pt x="2310" y="15032"/>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03"/>
              <p:cNvSpPr/>
              <p:nvPr/>
            </p:nvSpPr>
            <p:spPr>
              <a:xfrm flipH="1">
                <a:off x="8121545" y="1919678"/>
                <a:ext cx="126496" cy="42640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03"/>
              <p:cNvSpPr/>
              <p:nvPr/>
            </p:nvSpPr>
            <p:spPr>
              <a:xfrm flipH="1">
                <a:off x="8121545" y="1956992"/>
                <a:ext cx="126496" cy="24884"/>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03"/>
              <p:cNvSpPr/>
              <p:nvPr/>
            </p:nvSpPr>
            <p:spPr>
              <a:xfrm flipH="1">
                <a:off x="8154155" y="2036055"/>
                <a:ext cx="61310" cy="194543"/>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03"/>
              <p:cNvSpPr/>
              <p:nvPr/>
            </p:nvSpPr>
            <p:spPr>
              <a:xfrm flipH="1">
                <a:off x="7897323" y="1965885"/>
                <a:ext cx="88693" cy="380193"/>
              </a:xfrm>
              <a:custGeom>
                <a:rect b="b" l="l" r="r" t="t"/>
                <a:pathLst>
                  <a:path extrusionOk="0" h="15691" w="2494">
                    <a:moveTo>
                      <a:pt x="1" y="0"/>
                    </a:moveTo>
                    <a:lnTo>
                      <a:pt x="1" y="15691"/>
                    </a:lnTo>
                    <a:lnTo>
                      <a:pt x="2494" y="15691"/>
                    </a:lnTo>
                    <a:lnTo>
                      <a:pt x="24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03"/>
              <p:cNvSpPr/>
              <p:nvPr/>
            </p:nvSpPr>
            <p:spPr>
              <a:xfrm flipH="1">
                <a:off x="7897323" y="2068038"/>
                <a:ext cx="88693" cy="171451"/>
              </a:xfrm>
              <a:custGeom>
                <a:rect b="b" l="l" r="r" t="t"/>
                <a:pathLst>
                  <a:path extrusionOk="0" h="7076" w="2494">
                    <a:moveTo>
                      <a:pt x="1" y="0"/>
                    </a:moveTo>
                    <a:lnTo>
                      <a:pt x="1" y="7075"/>
                    </a:lnTo>
                    <a:lnTo>
                      <a:pt x="2494" y="7075"/>
                    </a:lnTo>
                    <a:lnTo>
                      <a:pt x="24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03"/>
              <p:cNvSpPr/>
              <p:nvPr/>
            </p:nvSpPr>
            <p:spPr>
              <a:xfrm flipH="1">
                <a:off x="7982068" y="1945435"/>
                <a:ext cx="139512" cy="400643"/>
              </a:xfrm>
              <a:custGeom>
                <a:rect b="b" l="l" r="r" t="t"/>
                <a:pathLst>
                  <a:path extrusionOk="0" h="16535" w="3923">
                    <a:moveTo>
                      <a:pt x="0" y="1"/>
                    </a:moveTo>
                    <a:lnTo>
                      <a:pt x="0" y="16535"/>
                    </a:lnTo>
                    <a:lnTo>
                      <a:pt x="3923" y="16535"/>
                    </a:lnTo>
                    <a:lnTo>
                      <a:pt x="39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03"/>
              <p:cNvSpPr/>
              <p:nvPr/>
            </p:nvSpPr>
            <p:spPr>
              <a:xfrm flipH="1">
                <a:off x="7982068" y="1997844"/>
                <a:ext cx="139512" cy="24908"/>
              </a:xfrm>
              <a:custGeom>
                <a:rect b="b" l="l" r="r" t="t"/>
                <a:pathLst>
                  <a:path extrusionOk="0" h="1028" w="3923">
                    <a:moveTo>
                      <a:pt x="0" y="1"/>
                    </a:moveTo>
                    <a:lnTo>
                      <a:pt x="0" y="1027"/>
                    </a:lnTo>
                    <a:lnTo>
                      <a:pt x="3923" y="1027"/>
                    </a:lnTo>
                    <a:lnTo>
                      <a:pt x="3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03"/>
              <p:cNvSpPr/>
              <p:nvPr/>
            </p:nvSpPr>
            <p:spPr>
              <a:xfrm flipH="1">
                <a:off x="7662646" y="1919678"/>
                <a:ext cx="139547" cy="426400"/>
              </a:xfrm>
              <a:custGeom>
                <a:rect b="b" l="l" r="r" t="t"/>
                <a:pathLst>
                  <a:path extrusionOk="0" h="17598" w="3924">
                    <a:moveTo>
                      <a:pt x="1" y="1"/>
                    </a:moveTo>
                    <a:lnTo>
                      <a:pt x="1" y="17598"/>
                    </a:lnTo>
                    <a:lnTo>
                      <a:pt x="3924" y="17598"/>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03"/>
              <p:cNvSpPr/>
              <p:nvPr/>
            </p:nvSpPr>
            <p:spPr>
              <a:xfrm flipH="1">
                <a:off x="7662646" y="1956992"/>
                <a:ext cx="138231" cy="24884"/>
              </a:xfrm>
              <a:custGeom>
                <a:rect b="b" l="l" r="r" t="t"/>
                <a:pathLst>
                  <a:path extrusionOk="0" h="1027" w="3887">
                    <a:moveTo>
                      <a:pt x="1" y="0"/>
                    </a:moveTo>
                    <a:lnTo>
                      <a:pt x="1" y="1027"/>
                    </a:lnTo>
                    <a:lnTo>
                      <a:pt x="3887" y="1027"/>
                    </a:lnTo>
                    <a:lnTo>
                      <a:pt x="3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03"/>
              <p:cNvSpPr/>
              <p:nvPr/>
            </p:nvSpPr>
            <p:spPr>
              <a:xfrm flipH="1">
                <a:off x="7662646" y="2283879"/>
                <a:ext cx="139547" cy="24884"/>
              </a:xfrm>
              <a:custGeom>
                <a:rect b="b" l="l" r="r" t="t"/>
                <a:pathLst>
                  <a:path extrusionOk="0" h="1027" w="3924">
                    <a:moveTo>
                      <a:pt x="1" y="0"/>
                    </a:moveTo>
                    <a:lnTo>
                      <a:pt x="1" y="1027"/>
                    </a:lnTo>
                    <a:lnTo>
                      <a:pt x="3924" y="1027"/>
                    </a:lnTo>
                    <a:lnTo>
                      <a:pt x="39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03"/>
              <p:cNvSpPr/>
              <p:nvPr/>
            </p:nvSpPr>
            <p:spPr>
              <a:xfrm flipH="1">
                <a:off x="7695221" y="2036055"/>
                <a:ext cx="73045" cy="194543"/>
              </a:xfrm>
              <a:custGeom>
                <a:rect b="b" l="l" r="r" t="t"/>
                <a:pathLst>
                  <a:path extrusionOk="0" h="8029" w="2054">
                    <a:moveTo>
                      <a:pt x="0" y="0"/>
                    </a:moveTo>
                    <a:lnTo>
                      <a:pt x="0" y="8029"/>
                    </a:lnTo>
                    <a:lnTo>
                      <a:pt x="2053" y="8029"/>
                    </a:lnTo>
                    <a:lnTo>
                      <a:pt x="2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03"/>
              <p:cNvSpPr/>
              <p:nvPr/>
            </p:nvSpPr>
            <p:spPr>
              <a:xfrm flipH="1">
                <a:off x="7399306" y="1909017"/>
                <a:ext cx="263376" cy="437061"/>
              </a:xfrm>
              <a:custGeom>
                <a:rect b="b" l="l" r="r" t="t"/>
                <a:pathLst>
                  <a:path extrusionOk="0" h="18038" w="7406">
                    <a:moveTo>
                      <a:pt x="3813" y="1"/>
                    </a:moveTo>
                    <a:lnTo>
                      <a:pt x="1" y="807"/>
                    </a:lnTo>
                    <a:lnTo>
                      <a:pt x="3593" y="18038"/>
                    </a:lnTo>
                    <a:lnTo>
                      <a:pt x="7406" y="17231"/>
                    </a:lnTo>
                    <a:lnTo>
                      <a:pt x="3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03"/>
              <p:cNvSpPr/>
              <p:nvPr/>
            </p:nvSpPr>
            <p:spPr>
              <a:xfrm flipH="1">
                <a:off x="7409726" y="2266119"/>
                <a:ext cx="143424" cy="43541"/>
              </a:xfrm>
              <a:custGeom>
                <a:rect b="b" l="l" r="r" t="t"/>
                <a:pathLst>
                  <a:path extrusionOk="0" h="1797" w="4033">
                    <a:moveTo>
                      <a:pt x="3813" y="0"/>
                    </a:moveTo>
                    <a:lnTo>
                      <a:pt x="0" y="807"/>
                    </a:lnTo>
                    <a:lnTo>
                      <a:pt x="220" y="1797"/>
                    </a:lnTo>
                    <a:lnTo>
                      <a:pt x="4033" y="990"/>
                    </a:lnTo>
                    <a:lnTo>
                      <a:pt x="38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03"/>
              <p:cNvSpPr/>
              <p:nvPr/>
            </p:nvSpPr>
            <p:spPr>
              <a:xfrm flipH="1">
                <a:off x="7465772" y="2028059"/>
                <a:ext cx="130408" cy="200770"/>
              </a:xfrm>
              <a:custGeom>
                <a:rect b="b" l="l" r="r" t="t"/>
                <a:pathLst>
                  <a:path extrusionOk="0" h="8286" w="3667">
                    <a:moveTo>
                      <a:pt x="2017" y="0"/>
                    </a:moveTo>
                    <a:lnTo>
                      <a:pt x="0" y="404"/>
                    </a:lnTo>
                    <a:lnTo>
                      <a:pt x="1650" y="8286"/>
                    </a:lnTo>
                    <a:lnTo>
                      <a:pt x="3666" y="7846"/>
                    </a:lnTo>
                    <a:lnTo>
                      <a:pt x="2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03"/>
              <p:cNvSpPr/>
              <p:nvPr/>
            </p:nvSpPr>
            <p:spPr>
              <a:xfrm flipH="1">
                <a:off x="7789089" y="2041385"/>
                <a:ext cx="96517" cy="304692"/>
              </a:xfrm>
              <a:custGeom>
                <a:rect b="b" l="l" r="r" t="t"/>
                <a:pathLst>
                  <a:path extrusionOk="0" h="12575" w="2714">
                    <a:moveTo>
                      <a:pt x="1" y="0"/>
                    </a:moveTo>
                    <a:lnTo>
                      <a:pt x="1" y="12575"/>
                    </a:lnTo>
                    <a:lnTo>
                      <a:pt x="2714" y="12575"/>
                    </a:lnTo>
                    <a:lnTo>
                      <a:pt x="27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7662"/>
                                        </p:tgtEl>
                                        <p:attrNameLst>
                                          <p:attrName>style.visibility</p:attrName>
                                        </p:attrNameLst>
                                      </p:cBhvr>
                                      <p:to>
                                        <p:strVal val="visible"/>
                                      </p:to>
                                    </p:set>
                                    <p:animEffect filter="fade" transition="in">
                                      <p:cBhvr>
                                        <p:cTn dur="1000"/>
                                        <p:tgtEl>
                                          <p:spTgt spid="766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7661"/>
                                        </p:tgtEl>
                                        <p:attrNameLst>
                                          <p:attrName>style.visibility</p:attrName>
                                        </p:attrNameLst>
                                      </p:cBhvr>
                                      <p:to>
                                        <p:strVal val="visible"/>
                                      </p:to>
                                    </p:set>
                                    <p:animEffect filter="fade" transition="in">
                                      <p:cBhvr>
                                        <p:cTn dur="1000"/>
                                        <p:tgtEl>
                                          <p:spTgt spid="766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7711"/>
                                        </p:tgtEl>
                                        <p:attrNameLst>
                                          <p:attrName>style.visibility</p:attrName>
                                        </p:attrNameLst>
                                      </p:cBhvr>
                                      <p:to>
                                        <p:strVal val="visible"/>
                                      </p:to>
                                    </p:set>
                                    <p:animEffect filter="fade" transition="in">
                                      <p:cBhvr>
                                        <p:cTn dur="1000"/>
                                        <p:tgtEl>
                                          <p:spTgt spid="771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7663"/>
                                        </p:tgtEl>
                                        <p:attrNameLst>
                                          <p:attrName>style.visibility</p:attrName>
                                        </p:attrNameLst>
                                      </p:cBhvr>
                                      <p:to>
                                        <p:strVal val="visible"/>
                                      </p:to>
                                    </p:set>
                                    <p:animEffect filter="fade" transition="in">
                                      <p:cBhvr>
                                        <p:cTn dur="1000"/>
                                        <p:tgtEl>
                                          <p:spTgt spid="76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8" name="Shape 7818"/>
        <p:cNvGrpSpPr/>
        <p:nvPr/>
      </p:nvGrpSpPr>
      <p:grpSpPr>
        <a:xfrm>
          <a:off x="0" y="0"/>
          <a:ext cx="0" cy="0"/>
          <a:chOff x="0" y="0"/>
          <a:chExt cx="0" cy="0"/>
        </a:xfrm>
      </p:grpSpPr>
      <p:sp>
        <p:nvSpPr>
          <p:cNvPr id="7819" name="Google Shape;7819;p104"/>
          <p:cNvSpPr/>
          <p:nvPr/>
        </p:nvSpPr>
        <p:spPr>
          <a:xfrm>
            <a:off x="831837" y="1256482"/>
            <a:ext cx="661500" cy="6615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04"/>
          <p:cNvSpPr/>
          <p:nvPr/>
        </p:nvSpPr>
        <p:spPr>
          <a:xfrm>
            <a:off x="7650680" y="1256482"/>
            <a:ext cx="661500" cy="661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04"/>
          <p:cNvSpPr/>
          <p:nvPr/>
        </p:nvSpPr>
        <p:spPr>
          <a:xfrm>
            <a:off x="831837" y="2334032"/>
            <a:ext cx="661500" cy="661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04"/>
          <p:cNvSpPr/>
          <p:nvPr/>
        </p:nvSpPr>
        <p:spPr>
          <a:xfrm>
            <a:off x="7650680" y="2334032"/>
            <a:ext cx="661500" cy="661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04"/>
          <p:cNvSpPr/>
          <p:nvPr/>
        </p:nvSpPr>
        <p:spPr>
          <a:xfrm>
            <a:off x="831837" y="3411582"/>
            <a:ext cx="661500" cy="661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04"/>
          <p:cNvSpPr/>
          <p:nvPr/>
        </p:nvSpPr>
        <p:spPr>
          <a:xfrm>
            <a:off x="7650680" y="3411582"/>
            <a:ext cx="661500" cy="661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04"/>
          <p:cNvSpPr/>
          <p:nvPr/>
        </p:nvSpPr>
        <p:spPr>
          <a:xfrm>
            <a:off x="4775806" y="233402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04"/>
          <p:cNvSpPr/>
          <p:nvPr/>
        </p:nvSpPr>
        <p:spPr>
          <a:xfrm>
            <a:off x="4775806" y="1256475"/>
            <a:ext cx="2193000" cy="409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04"/>
          <p:cNvSpPr/>
          <p:nvPr/>
        </p:nvSpPr>
        <p:spPr>
          <a:xfrm>
            <a:off x="4775806" y="3411575"/>
            <a:ext cx="2193000" cy="409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04"/>
          <p:cNvSpPr/>
          <p:nvPr/>
        </p:nvSpPr>
        <p:spPr>
          <a:xfrm>
            <a:off x="2175194" y="2334025"/>
            <a:ext cx="2193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04"/>
          <p:cNvSpPr/>
          <p:nvPr/>
        </p:nvSpPr>
        <p:spPr>
          <a:xfrm>
            <a:off x="2175194" y="1256475"/>
            <a:ext cx="2193000" cy="4095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04"/>
          <p:cNvSpPr/>
          <p:nvPr/>
        </p:nvSpPr>
        <p:spPr>
          <a:xfrm>
            <a:off x="2175194" y="3411575"/>
            <a:ext cx="2193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04"/>
          <p:cNvSpPr txBox="1"/>
          <p:nvPr>
            <p:ph idx="1" type="subTitle"/>
          </p:nvPr>
        </p:nvSpPr>
        <p:spPr>
          <a:xfrm>
            <a:off x="2175194" y="1751050"/>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7832" name="Google Shape;7832;p104"/>
          <p:cNvSpPr txBox="1"/>
          <p:nvPr>
            <p:ph idx="2" type="subTitle"/>
          </p:nvPr>
        </p:nvSpPr>
        <p:spPr>
          <a:xfrm>
            <a:off x="4775806" y="1751050"/>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7833" name="Google Shape;7833;p104"/>
          <p:cNvSpPr txBox="1"/>
          <p:nvPr>
            <p:ph idx="3" type="subTitle"/>
          </p:nvPr>
        </p:nvSpPr>
        <p:spPr>
          <a:xfrm>
            <a:off x="4775806" y="38988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7834" name="Google Shape;7834;p104"/>
          <p:cNvSpPr txBox="1"/>
          <p:nvPr>
            <p:ph idx="4" type="subTitle"/>
          </p:nvPr>
        </p:nvSpPr>
        <p:spPr>
          <a:xfrm>
            <a:off x="2175194" y="2819063"/>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7835" name="Google Shape;7835;p104"/>
          <p:cNvSpPr txBox="1"/>
          <p:nvPr>
            <p:ph idx="5" type="subTitle"/>
          </p:nvPr>
        </p:nvSpPr>
        <p:spPr>
          <a:xfrm>
            <a:off x="4775806" y="2819063"/>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7836" name="Google Shape;7836;p104"/>
          <p:cNvSpPr txBox="1"/>
          <p:nvPr>
            <p:ph idx="6" type="subTitle"/>
          </p:nvPr>
        </p:nvSpPr>
        <p:spPr>
          <a:xfrm>
            <a:off x="2318894" y="1298925"/>
            <a:ext cx="19056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837" name="Google Shape;7837;p10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Application</a:t>
            </a:r>
            <a:endParaRPr/>
          </a:p>
        </p:txBody>
      </p:sp>
      <p:sp>
        <p:nvSpPr>
          <p:cNvPr id="7838" name="Google Shape;7838;p104"/>
          <p:cNvSpPr txBox="1"/>
          <p:nvPr>
            <p:ph idx="7" type="subTitle"/>
          </p:nvPr>
        </p:nvSpPr>
        <p:spPr>
          <a:xfrm>
            <a:off x="4919506" y="1298925"/>
            <a:ext cx="19056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839" name="Google Shape;7839;p104"/>
          <p:cNvSpPr txBox="1"/>
          <p:nvPr>
            <p:ph idx="8" type="subTitle"/>
          </p:nvPr>
        </p:nvSpPr>
        <p:spPr>
          <a:xfrm>
            <a:off x="4919506" y="3454025"/>
            <a:ext cx="19056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840" name="Google Shape;7840;p104"/>
          <p:cNvSpPr txBox="1"/>
          <p:nvPr>
            <p:ph idx="9" type="subTitle"/>
          </p:nvPr>
        </p:nvSpPr>
        <p:spPr>
          <a:xfrm>
            <a:off x="2318894" y="2374238"/>
            <a:ext cx="19056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41" name="Google Shape;7841;p104"/>
          <p:cNvSpPr txBox="1"/>
          <p:nvPr>
            <p:ph idx="13" type="subTitle"/>
          </p:nvPr>
        </p:nvSpPr>
        <p:spPr>
          <a:xfrm>
            <a:off x="2318894" y="3454025"/>
            <a:ext cx="19056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842" name="Google Shape;7842;p104"/>
          <p:cNvSpPr txBox="1"/>
          <p:nvPr>
            <p:ph idx="14" type="subTitle"/>
          </p:nvPr>
        </p:nvSpPr>
        <p:spPr>
          <a:xfrm>
            <a:off x="4919506" y="2374238"/>
            <a:ext cx="1905600" cy="32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843" name="Google Shape;7843;p104"/>
          <p:cNvSpPr txBox="1"/>
          <p:nvPr>
            <p:ph idx="15" type="subTitle"/>
          </p:nvPr>
        </p:nvSpPr>
        <p:spPr>
          <a:xfrm>
            <a:off x="2175194" y="3898875"/>
            <a:ext cx="2193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grpSp>
        <p:nvGrpSpPr>
          <p:cNvPr id="7844" name="Google Shape;7844;p104"/>
          <p:cNvGrpSpPr/>
          <p:nvPr/>
        </p:nvGrpSpPr>
        <p:grpSpPr>
          <a:xfrm>
            <a:off x="7778668" y="1369990"/>
            <a:ext cx="405509" cy="434453"/>
            <a:chOff x="1648693" y="3138315"/>
            <a:chExt cx="405509" cy="434453"/>
          </a:xfrm>
        </p:grpSpPr>
        <p:sp>
          <p:nvSpPr>
            <p:cNvPr id="7845" name="Google Shape;7845;p104"/>
            <p:cNvSpPr/>
            <p:nvPr/>
          </p:nvSpPr>
          <p:spPr>
            <a:xfrm>
              <a:off x="1750051" y="3138315"/>
              <a:ext cx="202793" cy="159325"/>
            </a:xfrm>
            <a:custGeom>
              <a:rect b="b" l="l" r="r" t="t"/>
              <a:pathLst>
                <a:path extrusionOk="0" h="6132" w="7805">
                  <a:moveTo>
                    <a:pt x="3345" y="0"/>
                  </a:moveTo>
                  <a:cubicBezTo>
                    <a:pt x="1498" y="0"/>
                    <a:pt x="0" y="1497"/>
                    <a:pt x="0" y="3344"/>
                  </a:cubicBezTo>
                  <a:lnTo>
                    <a:pt x="0" y="6132"/>
                  </a:lnTo>
                  <a:lnTo>
                    <a:pt x="7804" y="6132"/>
                  </a:lnTo>
                  <a:lnTo>
                    <a:pt x="7804" y="3344"/>
                  </a:lnTo>
                  <a:cubicBezTo>
                    <a:pt x="7804" y="1497"/>
                    <a:pt x="6307" y="0"/>
                    <a:pt x="4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04"/>
            <p:cNvSpPr/>
            <p:nvPr/>
          </p:nvSpPr>
          <p:spPr>
            <a:xfrm>
              <a:off x="1845978" y="3138315"/>
              <a:ext cx="106866" cy="159325"/>
            </a:xfrm>
            <a:custGeom>
              <a:rect b="b" l="l" r="r" t="t"/>
              <a:pathLst>
                <a:path extrusionOk="0" h="6132" w="4113">
                  <a:moveTo>
                    <a:pt x="0" y="0"/>
                  </a:moveTo>
                  <a:cubicBezTo>
                    <a:pt x="1847" y="0"/>
                    <a:pt x="3344" y="1497"/>
                    <a:pt x="3344" y="3344"/>
                  </a:cubicBezTo>
                  <a:lnTo>
                    <a:pt x="3344" y="6132"/>
                  </a:lnTo>
                  <a:lnTo>
                    <a:pt x="4112" y="6132"/>
                  </a:lnTo>
                  <a:lnTo>
                    <a:pt x="4112" y="3344"/>
                  </a:lnTo>
                  <a:cubicBezTo>
                    <a:pt x="4112" y="1497"/>
                    <a:pt x="2615" y="0"/>
                    <a:pt x="7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7" name="Google Shape;7847;p104"/>
            <p:cNvGrpSpPr/>
            <p:nvPr/>
          </p:nvGrpSpPr>
          <p:grpSpPr>
            <a:xfrm>
              <a:off x="1648693" y="3202128"/>
              <a:ext cx="405509" cy="370640"/>
              <a:chOff x="1648693" y="3202128"/>
              <a:chExt cx="405509" cy="370640"/>
            </a:xfrm>
          </p:grpSpPr>
          <p:sp>
            <p:nvSpPr>
              <p:cNvPr id="7848" name="Google Shape;7848;p104"/>
              <p:cNvSpPr/>
              <p:nvPr/>
            </p:nvSpPr>
            <p:spPr>
              <a:xfrm>
                <a:off x="1706608" y="3297613"/>
                <a:ext cx="289679" cy="86937"/>
              </a:xfrm>
              <a:custGeom>
                <a:rect b="b" l="l" r="r" t="t"/>
                <a:pathLst>
                  <a:path extrusionOk="0" h="3346" w="11149">
                    <a:moveTo>
                      <a:pt x="1672" y="1"/>
                    </a:moveTo>
                    <a:cubicBezTo>
                      <a:pt x="750" y="1"/>
                      <a:pt x="0" y="748"/>
                      <a:pt x="0" y="1673"/>
                    </a:cubicBezTo>
                    <a:cubicBezTo>
                      <a:pt x="0" y="2595"/>
                      <a:pt x="750" y="3345"/>
                      <a:pt x="1672" y="3345"/>
                    </a:cubicBezTo>
                    <a:lnTo>
                      <a:pt x="9476" y="3345"/>
                    </a:lnTo>
                    <a:cubicBezTo>
                      <a:pt x="10401" y="3345"/>
                      <a:pt x="11149" y="2595"/>
                      <a:pt x="11149" y="1673"/>
                    </a:cubicBezTo>
                    <a:cubicBezTo>
                      <a:pt x="11149" y="748"/>
                      <a:pt x="10401" y="1"/>
                      <a:pt x="94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04"/>
              <p:cNvSpPr/>
              <p:nvPr/>
            </p:nvSpPr>
            <p:spPr>
              <a:xfrm>
                <a:off x="1932734" y="3297613"/>
                <a:ext cx="63553" cy="86937"/>
              </a:xfrm>
              <a:custGeom>
                <a:rect b="b" l="l" r="r" t="t"/>
                <a:pathLst>
                  <a:path extrusionOk="0" h="3346" w="2446">
                    <a:moveTo>
                      <a:pt x="0" y="1"/>
                    </a:moveTo>
                    <a:cubicBezTo>
                      <a:pt x="922" y="1"/>
                      <a:pt x="1672" y="748"/>
                      <a:pt x="1672" y="1673"/>
                    </a:cubicBezTo>
                    <a:cubicBezTo>
                      <a:pt x="1672" y="2595"/>
                      <a:pt x="922" y="3345"/>
                      <a:pt x="0" y="3345"/>
                    </a:cubicBezTo>
                    <a:lnTo>
                      <a:pt x="773" y="3345"/>
                    </a:lnTo>
                    <a:cubicBezTo>
                      <a:pt x="1698" y="3345"/>
                      <a:pt x="2446" y="2595"/>
                      <a:pt x="2446" y="1673"/>
                    </a:cubicBezTo>
                    <a:cubicBezTo>
                      <a:pt x="2446" y="748"/>
                      <a:pt x="1698" y="1"/>
                      <a:pt x="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04"/>
              <p:cNvSpPr/>
              <p:nvPr/>
            </p:nvSpPr>
            <p:spPr>
              <a:xfrm>
                <a:off x="1706608" y="3413443"/>
                <a:ext cx="289679" cy="159325"/>
              </a:xfrm>
              <a:custGeom>
                <a:rect b="b" l="l" r="r" t="t"/>
                <a:pathLst>
                  <a:path extrusionOk="0" h="6132" w="11149">
                    <a:moveTo>
                      <a:pt x="2239" y="0"/>
                    </a:moveTo>
                    <a:cubicBezTo>
                      <a:pt x="1009" y="0"/>
                      <a:pt x="0" y="998"/>
                      <a:pt x="0" y="2231"/>
                    </a:cubicBezTo>
                    <a:lnTo>
                      <a:pt x="0" y="3702"/>
                    </a:lnTo>
                    <a:lnTo>
                      <a:pt x="4149" y="6132"/>
                    </a:lnTo>
                    <a:lnTo>
                      <a:pt x="11149" y="6132"/>
                    </a:lnTo>
                    <a:lnTo>
                      <a:pt x="11149" y="2231"/>
                    </a:lnTo>
                    <a:cubicBezTo>
                      <a:pt x="11149" y="998"/>
                      <a:pt x="9881" y="0"/>
                      <a:pt x="86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04"/>
              <p:cNvSpPr/>
              <p:nvPr/>
            </p:nvSpPr>
            <p:spPr>
              <a:xfrm>
                <a:off x="1782503" y="3413443"/>
                <a:ext cx="137889" cy="86911"/>
              </a:xfrm>
              <a:custGeom>
                <a:rect b="b" l="l" r="r" t="t"/>
                <a:pathLst>
                  <a:path extrusionOk="0" h="3345" w="5307">
                    <a:moveTo>
                      <a:pt x="983" y="0"/>
                    </a:moveTo>
                    <a:lnTo>
                      <a:pt x="168" y="1223"/>
                    </a:lnTo>
                    <a:cubicBezTo>
                      <a:pt x="0" y="1474"/>
                      <a:pt x="63" y="1813"/>
                      <a:pt x="311" y="1986"/>
                    </a:cubicBezTo>
                    <a:lnTo>
                      <a:pt x="2237" y="3344"/>
                    </a:lnTo>
                    <a:lnTo>
                      <a:pt x="3073" y="3344"/>
                    </a:lnTo>
                    <a:lnTo>
                      <a:pt x="4998" y="1986"/>
                    </a:lnTo>
                    <a:cubicBezTo>
                      <a:pt x="5244" y="1811"/>
                      <a:pt x="5307" y="1474"/>
                      <a:pt x="5139" y="1223"/>
                    </a:cubicBezTo>
                    <a:lnTo>
                      <a:pt x="43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04"/>
              <p:cNvSpPr/>
              <p:nvPr/>
            </p:nvSpPr>
            <p:spPr>
              <a:xfrm>
                <a:off x="1824309" y="3442752"/>
                <a:ext cx="54407" cy="73219"/>
              </a:xfrm>
              <a:custGeom>
                <a:rect b="b" l="l" r="r" t="t"/>
                <a:pathLst>
                  <a:path extrusionOk="0" h="2818" w="2094">
                    <a:moveTo>
                      <a:pt x="1046" y="1"/>
                    </a:moveTo>
                    <a:lnTo>
                      <a:pt x="1" y="544"/>
                    </a:lnTo>
                    <a:lnTo>
                      <a:pt x="784" y="2637"/>
                    </a:lnTo>
                    <a:cubicBezTo>
                      <a:pt x="829" y="2757"/>
                      <a:pt x="937" y="2817"/>
                      <a:pt x="1045" y="2817"/>
                    </a:cubicBezTo>
                    <a:cubicBezTo>
                      <a:pt x="1153" y="2817"/>
                      <a:pt x="1261" y="2757"/>
                      <a:pt x="1307" y="2637"/>
                    </a:cubicBezTo>
                    <a:lnTo>
                      <a:pt x="2093" y="536"/>
                    </a:lnTo>
                    <a:lnTo>
                      <a:pt x="10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04"/>
              <p:cNvSpPr/>
              <p:nvPr/>
            </p:nvSpPr>
            <p:spPr>
              <a:xfrm>
                <a:off x="1808018" y="3370001"/>
                <a:ext cx="86911" cy="86911"/>
              </a:xfrm>
              <a:custGeom>
                <a:rect b="b" l="l" r="r" t="t"/>
                <a:pathLst>
                  <a:path extrusionOk="0" h="3345" w="3345">
                    <a:moveTo>
                      <a:pt x="1" y="0"/>
                    </a:moveTo>
                    <a:lnTo>
                      <a:pt x="1" y="1672"/>
                    </a:lnTo>
                    <a:lnTo>
                      <a:pt x="628" y="3344"/>
                    </a:lnTo>
                    <a:lnTo>
                      <a:pt x="2718" y="3344"/>
                    </a:lnTo>
                    <a:lnTo>
                      <a:pt x="3345" y="1672"/>
                    </a:lnTo>
                    <a:lnTo>
                      <a:pt x="3345" y="3"/>
                    </a:lnTo>
                    <a:lnTo>
                      <a:pt x="1"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04"/>
              <p:cNvSpPr/>
              <p:nvPr/>
            </p:nvSpPr>
            <p:spPr>
              <a:xfrm>
                <a:off x="1750051" y="3254171"/>
                <a:ext cx="202793" cy="57941"/>
              </a:xfrm>
              <a:custGeom>
                <a:rect b="b" l="l" r="r" t="t"/>
                <a:pathLst>
                  <a:path extrusionOk="0" h="2230" w="7805">
                    <a:moveTo>
                      <a:pt x="560" y="1"/>
                    </a:moveTo>
                    <a:cubicBezTo>
                      <a:pt x="251" y="1"/>
                      <a:pt x="0" y="249"/>
                      <a:pt x="0" y="557"/>
                    </a:cubicBezTo>
                    <a:lnTo>
                      <a:pt x="0" y="1673"/>
                    </a:lnTo>
                    <a:cubicBezTo>
                      <a:pt x="0" y="1981"/>
                      <a:pt x="251" y="2229"/>
                      <a:pt x="560" y="2229"/>
                    </a:cubicBezTo>
                    <a:lnTo>
                      <a:pt x="7248" y="2229"/>
                    </a:lnTo>
                    <a:cubicBezTo>
                      <a:pt x="7556" y="2229"/>
                      <a:pt x="7804" y="1981"/>
                      <a:pt x="7804" y="1673"/>
                    </a:cubicBezTo>
                    <a:lnTo>
                      <a:pt x="7804" y="557"/>
                    </a:lnTo>
                    <a:cubicBezTo>
                      <a:pt x="7804" y="249"/>
                      <a:pt x="7556" y="1"/>
                      <a:pt x="7248"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04"/>
              <p:cNvSpPr/>
              <p:nvPr/>
            </p:nvSpPr>
            <p:spPr>
              <a:xfrm>
                <a:off x="1918262" y="3254171"/>
                <a:ext cx="34583" cy="57941"/>
              </a:xfrm>
              <a:custGeom>
                <a:rect b="b" l="l" r="r" t="t"/>
                <a:pathLst>
                  <a:path extrusionOk="0" h="2230" w="1331">
                    <a:moveTo>
                      <a:pt x="1" y="1"/>
                    </a:moveTo>
                    <a:cubicBezTo>
                      <a:pt x="306" y="1"/>
                      <a:pt x="557" y="249"/>
                      <a:pt x="557" y="557"/>
                    </a:cubicBezTo>
                    <a:lnTo>
                      <a:pt x="557" y="1673"/>
                    </a:lnTo>
                    <a:cubicBezTo>
                      <a:pt x="557" y="1981"/>
                      <a:pt x="306" y="2229"/>
                      <a:pt x="1" y="2229"/>
                    </a:cubicBezTo>
                    <a:lnTo>
                      <a:pt x="774" y="2229"/>
                    </a:lnTo>
                    <a:cubicBezTo>
                      <a:pt x="1082" y="2229"/>
                      <a:pt x="1330" y="1981"/>
                      <a:pt x="1330" y="1673"/>
                    </a:cubicBezTo>
                    <a:lnTo>
                      <a:pt x="1330" y="557"/>
                    </a:lnTo>
                    <a:cubicBezTo>
                      <a:pt x="1330" y="249"/>
                      <a:pt x="1082" y="1"/>
                      <a:pt x="774" y="1"/>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04"/>
              <p:cNvSpPr/>
              <p:nvPr/>
            </p:nvSpPr>
            <p:spPr>
              <a:xfrm>
                <a:off x="1779047" y="3216236"/>
                <a:ext cx="144800" cy="168315"/>
              </a:xfrm>
              <a:custGeom>
                <a:rect b="b" l="l" r="r" t="t"/>
                <a:pathLst>
                  <a:path extrusionOk="0" h="6478" w="5573">
                    <a:moveTo>
                      <a:pt x="2788" y="0"/>
                    </a:moveTo>
                    <a:lnTo>
                      <a:pt x="0" y="842"/>
                    </a:lnTo>
                    <a:lnTo>
                      <a:pt x="0" y="3689"/>
                    </a:lnTo>
                    <a:cubicBezTo>
                      <a:pt x="0" y="5228"/>
                      <a:pt x="1249" y="6477"/>
                      <a:pt x="2788" y="6477"/>
                    </a:cubicBezTo>
                    <a:cubicBezTo>
                      <a:pt x="4327" y="6477"/>
                      <a:pt x="5573" y="5228"/>
                      <a:pt x="5573" y="3689"/>
                    </a:cubicBezTo>
                    <a:lnTo>
                      <a:pt x="5573" y="842"/>
                    </a:lnTo>
                    <a:lnTo>
                      <a:pt x="2788"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04"/>
              <p:cNvSpPr/>
              <p:nvPr/>
            </p:nvSpPr>
            <p:spPr>
              <a:xfrm>
                <a:off x="1831454" y="3312761"/>
                <a:ext cx="40065" cy="20396"/>
              </a:xfrm>
              <a:custGeom>
                <a:rect b="b" l="l" r="r" t="t"/>
                <a:pathLst>
                  <a:path extrusionOk="0" h="785" w="1542">
                    <a:moveTo>
                      <a:pt x="288" y="0"/>
                    </a:moveTo>
                    <a:cubicBezTo>
                      <a:pt x="245" y="0"/>
                      <a:pt x="202" y="11"/>
                      <a:pt x="162" y="35"/>
                    </a:cubicBezTo>
                    <a:cubicBezTo>
                      <a:pt x="39" y="105"/>
                      <a:pt x="0" y="259"/>
                      <a:pt x="68" y="379"/>
                    </a:cubicBezTo>
                    <a:cubicBezTo>
                      <a:pt x="214" y="630"/>
                      <a:pt x="483" y="784"/>
                      <a:pt x="771" y="784"/>
                    </a:cubicBezTo>
                    <a:cubicBezTo>
                      <a:pt x="1058" y="784"/>
                      <a:pt x="1327" y="630"/>
                      <a:pt x="1471" y="379"/>
                    </a:cubicBezTo>
                    <a:cubicBezTo>
                      <a:pt x="1541" y="259"/>
                      <a:pt x="1500" y="105"/>
                      <a:pt x="1379" y="35"/>
                    </a:cubicBezTo>
                    <a:cubicBezTo>
                      <a:pt x="1340" y="11"/>
                      <a:pt x="1296" y="0"/>
                      <a:pt x="1253" y="0"/>
                    </a:cubicBezTo>
                    <a:cubicBezTo>
                      <a:pt x="1167" y="0"/>
                      <a:pt x="1082" y="46"/>
                      <a:pt x="1035" y="126"/>
                    </a:cubicBezTo>
                    <a:cubicBezTo>
                      <a:pt x="980" y="220"/>
                      <a:pt x="878" y="280"/>
                      <a:pt x="771" y="280"/>
                    </a:cubicBezTo>
                    <a:cubicBezTo>
                      <a:pt x="661" y="280"/>
                      <a:pt x="562" y="220"/>
                      <a:pt x="507" y="126"/>
                    </a:cubicBezTo>
                    <a:cubicBezTo>
                      <a:pt x="460" y="46"/>
                      <a:pt x="375" y="0"/>
                      <a:pt x="2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04"/>
              <p:cNvSpPr/>
              <p:nvPr/>
            </p:nvSpPr>
            <p:spPr>
              <a:xfrm>
                <a:off x="1815969" y="3276593"/>
                <a:ext cx="13121" cy="20370"/>
              </a:xfrm>
              <a:custGeom>
                <a:rect b="b" l="l" r="r" t="t"/>
                <a:pathLst>
                  <a:path extrusionOk="0" h="784" w="505">
                    <a:moveTo>
                      <a:pt x="251" y="0"/>
                    </a:moveTo>
                    <a:cubicBezTo>
                      <a:pt x="113" y="0"/>
                      <a:pt x="0" y="112"/>
                      <a:pt x="0" y="251"/>
                    </a:cubicBezTo>
                    <a:lnTo>
                      <a:pt x="0" y="530"/>
                    </a:lnTo>
                    <a:cubicBezTo>
                      <a:pt x="0" y="669"/>
                      <a:pt x="113" y="784"/>
                      <a:pt x="251" y="784"/>
                    </a:cubicBezTo>
                    <a:cubicBezTo>
                      <a:pt x="390" y="784"/>
                      <a:pt x="505" y="669"/>
                      <a:pt x="505" y="530"/>
                    </a:cubicBezTo>
                    <a:lnTo>
                      <a:pt x="505" y="251"/>
                    </a:lnTo>
                    <a:cubicBezTo>
                      <a:pt x="505" y="112"/>
                      <a:pt x="390"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04"/>
              <p:cNvSpPr/>
              <p:nvPr/>
            </p:nvSpPr>
            <p:spPr>
              <a:xfrm>
                <a:off x="1873858" y="3276593"/>
                <a:ext cx="13147" cy="20370"/>
              </a:xfrm>
              <a:custGeom>
                <a:rect b="b" l="l" r="r" t="t"/>
                <a:pathLst>
                  <a:path extrusionOk="0" h="784" w="506">
                    <a:moveTo>
                      <a:pt x="252" y="0"/>
                    </a:moveTo>
                    <a:cubicBezTo>
                      <a:pt x="113" y="0"/>
                      <a:pt x="1" y="112"/>
                      <a:pt x="1" y="251"/>
                    </a:cubicBezTo>
                    <a:lnTo>
                      <a:pt x="1" y="530"/>
                    </a:lnTo>
                    <a:cubicBezTo>
                      <a:pt x="1" y="669"/>
                      <a:pt x="113" y="784"/>
                      <a:pt x="252" y="784"/>
                    </a:cubicBezTo>
                    <a:cubicBezTo>
                      <a:pt x="393" y="784"/>
                      <a:pt x="505" y="669"/>
                      <a:pt x="505" y="530"/>
                    </a:cubicBezTo>
                    <a:lnTo>
                      <a:pt x="505" y="251"/>
                    </a:lnTo>
                    <a:cubicBezTo>
                      <a:pt x="505" y="112"/>
                      <a:pt x="393"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04"/>
              <p:cNvSpPr/>
              <p:nvPr/>
            </p:nvSpPr>
            <p:spPr>
              <a:xfrm>
                <a:off x="1775514" y="3202128"/>
                <a:ext cx="107334" cy="52069"/>
              </a:xfrm>
              <a:custGeom>
                <a:rect b="b" l="l" r="r" t="t"/>
                <a:pathLst>
                  <a:path extrusionOk="0" h="2004" w="4131">
                    <a:moveTo>
                      <a:pt x="0" y="0"/>
                    </a:moveTo>
                    <a:lnTo>
                      <a:pt x="0" y="2004"/>
                    </a:lnTo>
                    <a:lnTo>
                      <a:pt x="2459" y="2004"/>
                    </a:lnTo>
                    <a:cubicBezTo>
                      <a:pt x="3381" y="2004"/>
                      <a:pt x="4131" y="1254"/>
                      <a:pt x="4131" y="332"/>
                    </a:cubicBezTo>
                    <a:lnTo>
                      <a:pt x="41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04"/>
              <p:cNvSpPr/>
              <p:nvPr/>
            </p:nvSpPr>
            <p:spPr>
              <a:xfrm>
                <a:off x="1880379" y="3213924"/>
                <a:ext cx="43469" cy="40273"/>
              </a:xfrm>
              <a:custGeom>
                <a:rect b="b" l="l" r="r" t="t"/>
                <a:pathLst>
                  <a:path extrusionOk="0" h="1550" w="1673">
                    <a:moveTo>
                      <a:pt x="1" y="1"/>
                    </a:moveTo>
                    <a:lnTo>
                      <a:pt x="1" y="434"/>
                    </a:lnTo>
                    <a:cubicBezTo>
                      <a:pt x="1" y="1051"/>
                      <a:pt x="500" y="1550"/>
                      <a:pt x="1116" y="1550"/>
                    </a:cubicBezTo>
                    <a:lnTo>
                      <a:pt x="1673" y="1550"/>
                    </a:lnTo>
                    <a:lnTo>
                      <a:pt x="1673" y="93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04"/>
              <p:cNvSpPr/>
              <p:nvPr/>
            </p:nvSpPr>
            <p:spPr>
              <a:xfrm>
                <a:off x="1656774" y="3502355"/>
                <a:ext cx="157662" cy="59708"/>
              </a:xfrm>
              <a:custGeom>
                <a:rect b="b" l="l" r="r" t="t"/>
                <a:pathLst>
                  <a:path extrusionOk="0" h="2298" w="6068">
                    <a:moveTo>
                      <a:pt x="312" y="1"/>
                    </a:moveTo>
                    <a:cubicBezTo>
                      <a:pt x="145" y="1"/>
                      <a:pt x="1" y="123"/>
                      <a:pt x="1" y="280"/>
                    </a:cubicBezTo>
                    <a:lnTo>
                      <a:pt x="1" y="1038"/>
                    </a:lnTo>
                    <a:lnTo>
                      <a:pt x="3034" y="2297"/>
                    </a:lnTo>
                    <a:lnTo>
                      <a:pt x="6067" y="1038"/>
                    </a:lnTo>
                    <a:lnTo>
                      <a:pt x="6067" y="280"/>
                    </a:lnTo>
                    <a:cubicBezTo>
                      <a:pt x="6067" y="123"/>
                      <a:pt x="5923" y="1"/>
                      <a:pt x="5756" y="1"/>
                    </a:cubicBezTo>
                    <a:cubicBezTo>
                      <a:pt x="5732" y="1"/>
                      <a:pt x="5708" y="3"/>
                      <a:pt x="5683" y="9"/>
                    </a:cubicBezTo>
                    <a:lnTo>
                      <a:pt x="3110" y="463"/>
                    </a:lnTo>
                    <a:cubicBezTo>
                      <a:pt x="3085" y="468"/>
                      <a:pt x="3059" y="471"/>
                      <a:pt x="3034" y="471"/>
                    </a:cubicBezTo>
                    <a:cubicBezTo>
                      <a:pt x="3008" y="471"/>
                      <a:pt x="2983" y="468"/>
                      <a:pt x="2958" y="463"/>
                    </a:cubicBezTo>
                    <a:lnTo>
                      <a:pt x="385" y="9"/>
                    </a:lnTo>
                    <a:cubicBezTo>
                      <a:pt x="360" y="3"/>
                      <a:pt x="336"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04"/>
              <p:cNvSpPr/>
              <p:nvPr/>
            </p:nvSpPr>
            <p:spPr>
              <a:xfrm>
                <a:off x="1792272" y="3502355"/>
                <a:ext cx="22163" cy="35336"/>
              </a:xfrm>
              <a:custGeom>
                <a:rect b="b" l="l" r="r" t="t"/>
                <a:pathLst>
                  <a:path extrusionOk="0" h="1360" w="853">
                    <a:moveTo>
                      <a:pt x="541" y="1"/>
                    </a:moveTo>
                    <a:cubicBezTo>
                      <a:pt x="517" y="1"/>
                      <a:pt x="493" y="3"/>
                      <a:pt x="468" y="9"/>
                    </a:cubicBezTo>
                    <a:lnTo>
                      <a:pt x="1" y="92"/>
                    </a:lnTo>
                    <a:cubicBezTo>
                      <a:pt x="50" y="142"/>
                      <a:pt x="82" y="207"/>
                      <a:pt x="82" y="280"/>
                    </a:cubicBezTo>
                    <a:lnTo>
                      <a:pt x="82" y="1359"/>
                    </a:lnTo>
                    <a:lnTo>
                      <a:pt x="852" y="1038"/>
                    </a:lnTo>
                    <a:lnTo>
                      <a:pt x="852" y="280"/>
                    </a:lnTo>
                    <a:cubicBezTo>
                      <a:pt x="852" y="123"/>
                      <a:pt x="708"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04"/>
              <p:cNvSpPr/>
              <p:nvPr/>
            </p:nvSpPr>
            <p:spPr>
              <a:xfrm>
                <a:off x="1648693" y="3529507"/>
                <a:ext cx="173823" cy="43261"/>
              </a:xfrm>
              <a:custGeom>
                <a:rect b="b" l="l" r="r" t="t"/>
                <a:pathLst>
                  <a:path extrusionOk="0" h="1665" w="6690">
                    <a:moveTo>
                      <a:pt x="312" y="1"/>
                    </a:moveTo>
                    <a:cubicBezTo>
                      <a:pt x="145" y="1"/>
                      <a:pt x="1" y="123"/>
                      <a:pt x="1" y="280"/>
                    </a:cubicBezTo>
                    <a:lnTo>
                      <a:pt x="1" y="1385"/>
                    </a:lnTo>
                    <a:cubicBezTo>
                      <a:pt x="1" y="1540"/>
                      <a:pt x="139" y="1665"/>
                      <a:pt x="312" y="1665"/>
                    </a:cubicBezTo>
                    <a:lnTo>
                      <a:pt x="6378" y="1665"/>
                    </a:lnTo>
                    <a:cubicBezTo>
                      <a:pt x="6551" y="1665"/>
                      <a:pt x="6689" y="1540"/>
                      <a:pt x="6689" y="1385"/>
                    </a:cubicBezTo>
                    <a:lnTo>
                      <a:pt x="6689" y="280"/>
                    </a:lnTo>
                    <a:cubicBezTo>
                      <a:pt x="6689" y="123"/>
                      <a:pt x="6545" y="1"/>
                      <a:pt x="6378" y="1"/>
                    </a:cubicBezTo>
                    <a:cubicBezTo>
                      <a:pt x="6354" y="1"/>
                      <a:pt x="6330" y="3"/>
                      <a:pt x="6305" y="9"/>
                    </a:cubicBezTo>
                    <a:lnTo>
                      <a:pt x="3421" y="534"/>
                    </a:lnTo>
                    <a:cubicBezTo>
                      <a:pt x="3396" y="539"/>
                      <a:pt x="3370" y="542"/>
                      <a:pt x="3345" y="542"/>
                    </a:cubicBezTo>
                    <a:cubicBezTo>
                      <a:pt x="3319" y="542"/>
                      <a:pt x="3294" y="539"/>
                      <a:pt x="3269" y="534"/>
                    </a:cubicBezTo>
                    <a:lnTo>
                      <a:pt x="385" y="9"/>
                    </a:lnTo>
                    <a:cubicBezTo>
                      <a:pt x="360" y="3"/>
                      <a:pt x="336"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04"/>
              <p:cNvSpPr/>
              <p:nvPr/>
            </p:nvSpPr>
            <p:spPr>
              <a:xfrm>
                <a:off x="1794377" y="3529507"/>
                <a:ext cx="28139" cy="43261"/>
              </a:xfrm>
              <a:custGeom>
                <a:rect b="b" l="l" r="r" t="t"/>
                <a:pathLst>
                  <a:path extrusionOk="0" h="1665" w="1083">
                    <a:moveTo>
                      <a:pt x="771" y="1"/>
                    </a:moveTo>
                    <a:cubicBezTo>
                      <a:pt x="747" y="1"/>
                      <a:pt x="723" y="3"/>
                      <a:pt x="698" y="9"/>
                    </a:cubicBezTo>
                    <a:lnTo>
                      <a:pt x="233" y="95"/>
                    </a:lnTo>
                    <a:cubicBezTo>
                      <a:pt x="280" y="144"/>
                      <a:pt x="311" y="207"/>
                      <a:pt x="311" y="280"/>
                    </a:cubicBezTo>
                    <a:lnTo>
                      <a:pt x="311" y="1385"/>
                    </a:lnTo>
                    <a:cubicBezTo>
                      <a:pt x="311" y="1540"/>
                      <a:pt x="173" y="1665"/>
                      <a:pt x="1" y="1665"/>
                    </a:cubicBezTo>
                    <a:lnTo>
                      <a:pt x="771" y="1665"/>
                    </a:lnTo>
                    <a:cubicBezTo>
                      <a:pt x="944" y="1665"/>
                      <a:pt x="1082" y="1540"/>
                      <a:pt x="1082" y="1385"/>
                    </a:cubicBezTo>
                    <a:lnTo>
                      <a:pt x="1082" y="280"/>
                    </a:lnTo>
                    <a:cubicBezTo>
                      <a:pt x="1082" y="123"/>
                      <a:pt x="93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04"/>
              <p:cNvSpPr/>
              <p:nvPr/>
            </p:nvSpPr>
            <p:spPr>
              <a:xfrm>
                <a:off x="1729005" y="3513554"/>
                <a:ext cx="13199" cy="48509"/>
              </a:xfrm>
              <a:custGeom>
                <a:rect b="b" l="l" r="r" t="t"/>
                <a:pathLst>
                  <a:path extrusionOk="0" h="1867" w="508">
                    <a:moveTo>
                      <a:pt x="1" y="1"/>
                    </a:moveTo>
                    <a:lnTo>
                      <a:pt x="1" y="1762"/>
                    </a:lnTo>
                    <a:lnTo>
                      <a:pt x="254" y="1866"/>
                    </a:lnTo>
                    <a:lnTo>
                      <a:pt x="507" y="1762"/>
                    </a:lnTo>
                    <a:lnTo>
                      <a:pt x="507" y="1"/>
                    </a:lnTo>
                    <a:lnTo>
                      <a:pt x="330" y="32"/>
                    </a:lnTo>
                    <a:cubicBezTo>
                      <a:pt x="305" y="37"/>
                      <a:pt x="279" y="40"/>
                      <a:pt x="254" y="40"/>
                    </a:cubicBezTo>
                    <a:cubicBezTo>
                      <a:pt x="228" y="40"/>
                      <a:pt x="203" y="37"/>
                      <a:pt x="178" y="3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04"/>
              <p:cNvSpPr/>
              <p:nvPr/>
            </p:nvSpPr>
            <p:spPr>
              <a:xfrm>
                <a:off x="1729005" y="3542550"/>
                <a:ext cx="13199" cy="30218"/>
              </a:xfrm>
              <a:custGeom>
                <a:rect b="b" l="l" r="r" t="t"/>
                <a:pathLst>
                  <a:path extrusionOk="0" h="1163" w="508">
                    <a:moveTo>
                      <a:pt x="1" y="0"/>
                    </a:moveTo>
                    <a:lnTo>
                      <a:pt x="1" y="1163"/>
                    </a:lnTo>
                    <a:lnTo>
                      <a:pt x="507" y="1163"/>
                    </a:lnTo>
                    <a:lnTo>
                      <a:pt x="507" y="0"/>
                    </a:lnTo>
                    <a:lnTo>
                      <a:pt x="330" y="32"/>
                    </a:lnTo>
                    <a:cubicBezTo>
                      <a:pt x="305" y="37"/>
                      <a:pt x="279" y="40"/>
                      <a:pt x="254" y="40"/>
                    </a:cubicBezTo>
                    <a:cubicBezTo>
                      <a:pt x="228" y="40"/>
                      <a:pt x="203" y="37"/>
                      <a:pt x="178" y="3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04"/>
              <p:cNvSpPr/>
              <p:nvPr/>
            </p:nvSpPr>
            <p:spPr>
              <a:xfrm>
                <a:off x="1989740" y="3261913"/>
                <a:ext cx="13121" cy="129003"/>
              </a:xfrm>
              <a:custGeom>
                <a:rect b="b" l="l" r="r" t="t"/>
                <a:pathLst>
                  <a:path extrusionOk="0" h="4965" w="505">
                    <a:moveTo>
                      <a:pt x="252" y="1"/>
                    </a:moveTo>
                    <a:cubicBezTo>
                      <a:pt x="113" y="1"/>
                      <a:pt x="1" y="116"/>
                      <a:pt x="1" y="254"/>
                    </a:cubicBezTo>
                    <a:lnTo>
                      <a:pt x="1" y="4714"/>
                    </a:lnTo>
                    <a:cubicBezTo>
                      <a:pt x="1" y="4852"/>
                      <a:pt x="113" y="4965"/>
                      <a:pt x="252" y="4965"/>
                    </a:cubicBezTo>
                    <a:cubicBezTo>
                      <a:pt x="390" y="4965"/>
                      <a:pt x="505" y="4852"/>
                      <a:pt x="505" y="4714"/>
                    </a:cubicBezTo>
                    <a:lnTo>
                      <a:pt x="505" y="254"/>
                    </a:lnTo>
                    <a:cubicBezTo>
                      <a:pt x="505" y="116"/>
                      <a:pt x="390"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04"/>
              <p:cNvSpPr/>
              <p:nvPr/>
            </p:nvSpPr>
            <p:spPr>
              <a:xfrm>
                <a:off x="1981815" y="3495444"/>
                <a:ext cx="43469" cy="38844"/>
              </a:xfrm>
              <a:custGeom>
                <a:rect b="b" l="l" r="r" t="t"/>
                <a:pathLst>
                  <a:path extrusionOk="0" h="1495" w="1673">
                    <a:moveTo>
                      <a:pt x="0" y="0"/>
                    </a:moveTo>
                    <a:lnTo>
                      <a:pt x="0" y="1495"/>
                    </a:lnTo>
                    <a:lnTo>
                      <a:pt x="1672" y="1495"/>
                    </a:lnTo>
                    <a:lnTo>
                      <a:pt x="1672"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04"/>
              <p:cNvSpPr/>
              <p:nvPr/>
            </p:nvSpPr>
            <p:spPr>
              <a:xfrm>
                <a:off x="1960067" y="3439842"/>
                <a:ext cx="54355" cy="60383"/>
              </a:xfrm>
              <a:custGeom>
                <a:rect b="b" l="l" r="r" t="t"/>
                <a:pathLst>
                  <a:path extrusionOk="0" h="2324" w="2092">
                    <a:moveTo>
                      <a:pt x="1" y="0"/>
                    </a:moveTo>
                    <a:lnTo>
                      <a:pt x="1" y="1487"/>
                    </a:lnTo>
                    <a:cubicBezTo>
                      <a:pt x="1" y="1949"/>
                      <a:pt x="375" y="2323"/>
                      <a:pt x="837" y="2323"/>
                    </a:cubicBezTo>
                    <a:lnTo>
                      <a:pt x="1689" y="2323"/>
                    </a:lnTo>
                    <a:lnTo>
                      <a:pt x="2091"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04"/>
              <p:cNvSpPr/>
              <p:nvPr/>
            </p:nvSpPr>
            <p:spPr>
              <a:xfrm>
                <a:off x="1952818" y="3384369"/>
                <a:ext cx="39727" cy="72465"/>
              </a:xfrm>
              <a:custGeom>
                <a:rect b="b" l="l" r="r" t="t"/>
                <a:pathLst>
                  <a:path extrusionOk="0" h="2789" w="1529">
                    <a:moveTo>
                      <a:pt x="836" y="1"/>
                    </a:moveTo>
                    <a:cubicBezTo>
                      <a:pt x="374" y="1"/>
                      <a:pt x="0" y="375"/>
                      <a:pt x="0" y="837"/>
                    </a:cubicBezTo>
                    <a:lnTo>
                      <a:pt x="0" y="1953"/>
                    </a:lnTo>
                    <a:cubicBezTo>
                      <a:pt x="0" y="2412"/>
                      <a:pt x="374" y="2789"/>
                      <a:pt x="836" y="2789"/>
                    </a:cubicBezTo>
                    <a:cubicBezTo>
                      <a:pt x="936" y="2789"/>
                      <a:pt x="1030" y="2770"/>
                      <a:pt x="1119" y="2739"/>
                    </a:cubicBezTo>
                    <a:lnTo>
                      <a:pt x="1529" y="2710"/>
                    </a:lnTo>
                    <a:lnTo>
                      <a:pt x="1529" y="142"/>
                    </a:lnTo>
                    <a:lnTo>
                      <a:pt x="1302" y="142"/>
                    </a:lnTo>
                    <a:cubicBezTo>
                      <a:pt x="1168" y="53"/>
                      <a:pt x="1009" y="1"/>
                      <a:pt x="836"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04"/>
              <p:cNvSpPr/>
              <p:nvPr/>
            </p:nvSpPr>
            <p:spPr>
              <a:xfrm>
                <a:off x="1981659" y="3384369"/>
                <a:ext cx="72543" cy="115908"/>
              </a:xfrm>
              <a:custGeom>
                <a:rect b="b" l="l" r="r" t="t"/>
                <a:pathLst>
                  <a:path extrusionOk="0" h="4461" w="2792">
                    <a:moveTo>
                      <a:pt x="578" y="1"/>
                    </a:moveTo>
                    <a:cubicBezTo>
                      <a:pt x="278" y="1"/>
                      <a:pt x="11" y="247"/>
                      <a:pt x="6" y="547"/>
                    </a:cubicBezTo>
                    <a:cubicBezTo>
                      <a:pt x="1" y="795"/>
                      <a:pt x="158" y="1007"/>
                      <a:pt x="377" y="1083"/>
                    </a:cubicBezTo>
                    <a:cubicBezTo>
                      <a:pt x="408" y="1096"/>
                      <a:pt x="406" y="1137"/>
                      <a:pt x="377" y="1148"/>
                    </a:cubicBezTo>
                    <a:cubicBezTo>
                      <a:pt x="160" y="1224"/>
                      <a:pt x="6" y="1430"/>
                      <a:pt x="6" y="1673"/>
                    </a:cubicBezTo>
                    <a:cubicBezTo>
                      <a:pt x="6" y="1916"/>
                      <a:pt x="160" y="2122"/>
                      <a:pt x="377" y="2198"/>
                    </a:cubicBezTo>
                    <a:cubicBezTo>
                      <a:pt x="406" y="2209"/>
                      <a:pt x="408" y="2250"/>
                      <a:pt x="377" y="2261"/>
                    </a:cubicBezTo>
                    <a:cubicBezTo>
                      <a:pt x="158" y="2339"/>
                      <a:pt x="1" y="2551"/>
                      <a:pt x="6" y="2796"/>
                    </a:cubicBezTo>
                    <a:cubicBezTo>
                      <a:pt x="11" y="3105"/>
                      <a:pt x="273" y="3345"/>
                      <a:pt x="578" y="3345"/>
                    </a:cubicBezTo>
                    <a:lnTo>
                      <a:pt x="581" y="3345"/>
                    </a:lnTo>
                    <a:cubicBezTo>
                      <a:pt x="596" y="3345"/>
                      <a:pt x="612" y="3358"/>
                      <a:pt x="612" y="3376"/>
                    </a:cubicBezTo>
                    <a:cubicBezTo>
                      <a:pt x="612" y="3387"/>
                      <a:pt x="604" y="3397"/>
                      <a:pt x="594" y="3403"/>
                    </a:cubicBezTo>
                    <a:cubicBezTo>
                      <a:pt x="401" y="3499"/>
                      <a:pt x="273" y="3700"/>
                      <a:pt x="286" y="3933"/>
                    </a:cubicBezTo>
                    <a:cubicBezTo>
                      <a:pt x="301" y="4231"/>
                      <a:pt x="557" y="4461"/>
                      <a:pt x="855" y="4461"/>
                    </a:cubicBezTo>
                    <a:lnTo>
                      <a:pt x="1678" y="4461"/>
                    </a:lnTo>
                    <a:cubicBezTo>
                      <a:pt x="2292" y="4461"/>
                      <a:pt x="2791" y="3962"/>
                      <a:pt x="2791" y="3345"/>
                    </a:cubicBezTo>
                    <a:lnTo>
                      <a:pt x="2791" y="1117"/>
                    </a:lnTo>
                    <a:cubicBezTo>
                      <a:pt x="2791" y="500"/>
                      <a:pt x="2292" y="1"/>
                      <a:pt x="1678" y="1"/>
                    </a:cubicBezTo>
                    <a:close/>
                  </a:path>
                </a:pathLst>
              </a:custGeom>
              <a:solidFill>
                <a:srgbClr val="FF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04"/>
              <p:cNvSpPr/>
              <p:nvPr/>
            </p:nvSpPr>
            <p:spPr>
              <a:xfrm>
                <a:off x="1981659" y="3384369"/>
                <a:ext cx="72543" cy="115908"/>
              </a:xfrm>
              <a:custGeom>
                <a:rect b="b" l="l" r="r" t="t"/>
                <a:pathLst>
                  <a:path extrusionOk="0" h="4461" w="2792">
                    <a:moveTo>
                      <a:pt x="578" y="1"/>
                    </a:moveTo>
                    <a:cubicBezTo>
                      <a:pt x="278" y="1"/>
                      <a:pt x="11" y="247"/>
                      <a:pt x="6" y="547"/>
                    </a:cubicBezTo>
                    <a:cubicBezTo>
                      <a:pt x="1" y="795"/>
                      <a:pt x="158" y="1007"/>
                      <a:pt x="377" y="1083"/>
                    </a:cubicBezTo>
                    <a:cubicBezTo>
                      <a:pt x="408" y="1096"/>
                      <a:pt x="406" y="1137"/>
                      <a:pt x="377" y="1148"/>
                    </a:cubicBezTo>
                    <a:cubicBezTo>
                      <a:pt x="160" y="1224"/>
                      <a:pt x="6" y="1430"/>
                      <a:pt x="6" y="1673"/>
                    </a:cubicBezTo>
                    <a:cubicBezTo>
                      <a:pt x="6" y="1916"/>
                      <a:pt x="160" y="2122"/>
                      <a:pt x="377" y="2198"/>
                    </a:cubicBezTo>
                    <a:cubicBezTo>
                      <a:pt x="406" y="2209"/>
                      <a:pt x="408" y="2250"/>
                      <a:pt x="377" y="2261"/>
                    </a:cubicBezTo>
                    <a:cubicBezTo>
                      <a:pt x="158" y="2339"/>
                      <a:pt x="1" y="2551"/>
                      <a:pt x="6" y="2796"/>
                    </a:cubicBezTo>
                    <a:cubicBezTo>
                      <a:pt x="11" y="3105"/>
                      <a:pt x="273" y="3345"/>
                      <a:pt x="578" y="3345"/>
                    </a:cubicBezTo>
                    <a:lnTo>
                      <a:pt x="581" y="3345"/>
                    </a:lnTo>
                    <a:cubicBezTo>
                      <a:pt x="596" y="3345"/>
                      <a:pt x="612" y="3358"/>
                      <a:pt x="612" y="3376"/>
                    </a:cubicBezTo>
                    <a:cubicBezTo>
                      <a:pt x="612" y="3387"/>
                      <a:pt x="604" y="3397"/>
                      <a:pt x="594" y="3403"/>
                    </a:cubicBezTo>
                    <a:cubicBezTo>
                      <a:pt x="401" y="3499"/>
                      <a:pt x="273" y="3700"/>
                      <a:pt x="286" y="3933"/>
                    </a:cubicBezTo>
                    <a:cubicBezTo>
                      <a:pt x="301" y="4231"/>
                      <a:pt x="557" y="4461"/>
                      <a:pt x="855" y="4461"/>
                    </a:cubicBezTo>
                    <a:lnTo>
                      <a:pt x="1678" y="4461"/>
                    </a:lnTo>
                    <a:cubicBezTo>
                      <a:pt x="2292" y="4461"/>
                      <a:pt x="2791" y="3962"/>
                      <a:pt x="2791" y="3345"/>
                    </a:cubicBezTo>
                    <a:lnTo>
                      <a:pt x="2791" y="1117"/>
                    </a:lnTo>
                    <a:cubicBezTo>
                      <a:pt x="2791" y="500"/>
                      <a:pt x="2292" y="1"/>
                      <a:pt x="1678"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04"/>
              <p:cNvSpPr/>
              <p:nvPr/>
            </p:nvSpPr>
            <p:spPr>
              <a:xfrm>
                <a:off x="2005147" y="3384369"/>
                <a:ext cx="49055" cy="115908"/>
              </a:xfrm>
              <a:custGeom>
                <a:rect b="b" l="l" r="r" t="t"/>
                <a:pathLst>
                  <a:path extrusionOk="0" h="4461" w="1888">
                    <a:moveTo>
                      <a:pt x="1" y="1"/>
                    </a:moveTo>
                    <a:cubicBezTo>
                      <a:pt x="615" y="1"/>
                      <a:pt x="1114" y="500"/>
                      <a:pt x="1114" y="1117"/>
                    </a:cubicBezTo>
                    <a:lnTo>
                      <a:pt x="1114" y="3345"/>
                    </a:lnTo>
                    <a:cubicBezTo>
                      <a:pt x="1114" y="3962"/>
                      <a:pt x="615" y="4461"/>
                      <a:pt x="1" y="4461"/>
                    </a:cubicBezTo>
                    <a:lnTo>
                      <a:pt x="774" y="4461"/>
                    </a:lnTo>
                    <a:cubicBezTo>
                      <a:pt x="1388" y="4461"/>
                      <a:pt x="1887" y="3962"/>
                      <a:pt x="1887" y="3345"/>
                    </a:cubicBezTo>
                    <a:lnTo>
                      <a:pt x="1887" y="1117"/>
                    </a:lnTo>
                    <a:cubicBezTo>
                      <a:pt x="1887" y="500"/>
                      <a:pt x="1388" y="1"/>
                      <a:pt x="774"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04"/>
              <p:cNvSpPr/>
              <p:nvPr/>
            </p:nvSpPr>
            <p:spPr>
              <a:xfrm>
                <a:off x="1984179" y="3406792"/>
                <a:ext cx="40403" cy="13121"/>
              </a:xfrm>
              <a:custGeom>
                <a:rect b="b" l="l" r="r" t="t"/>
                <a:pathLst>
                  <a:path extrusionOk="0" h="505" w="1555">
                    <a:moveTo>
                      <a:pt x="0" y="0"/>
                    </a:moveTo>
                    <a:cubicBezTo>
                      <a:pt x="66" y="102"/>
                      <a:pt x="165" y="180"/>
                      <a:pt x="280" y="220"/>
                    </a:cubicBezTo>
                    <a:cubicBezTo>
                      <a:pt x="311" y="233"/>
                      <a:pt x="309" y="274"/>
                      <a:pt x="280" y="285"/>
                    </a:cubicBezTo>
                    <a:cubicBezTo>
                      <a:pt x="162" y="324"/>
                      <a:pt x="66" y="402"/>
                      <a:pt x="0" y="504"/>
                    </a:cubicBezTo>
                    <a:lnTo>
                      <a:pt x="1302" y="504"/>
                    </a:lnTo>
                    <a:cubicBezTo>
                      <a:pt x="1440" y="504"/>
                      <a:pt x="1555" y="392"/>
                      <a:pt x="1555" y="254"/>
                    </a:cubicBezTo>
                    <a:cubicBezTo>
                      <a:pt x="1555" y="112"/>
                      <a:pt x="1440" y="0"/>
                      <a:pt x="130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04"/>
              <p:cNvSpPr/>
              <p:nvPr/>
            </p:nvSpPr>
            <p:spPr>
              <a:xfrm>
                <a:off x="1984179" y="3435762"/>
                <a:ext cx="40403" cy="13121"/>
              </a:xfrm>
              <a:custGeom>
                <a:rect b="b" l="l" r="r" t="t"/>
                <a:pathLst>
                  <a:path extrusionOk="0" h="505" w="1555">
                    <a:moveTo>
                      <a:pt x="0" y="1"/>
                    </a:moveTo>
                    <a:cubicBezTo>
                      <a:pt x="66" y="100"/>
                      <a:pt x="162" y="178"/>
                      <a:pt x="280" y="220"/>
                    </a:cubicBezTo>
                    <a:cubicBezTo>
                      <a:pt x="309" y="231"/>
                      <a:pt x="311" y="272"/>
                      <a:pt x="280" y="283"/>
                    </a:cubicBezTo>
                    <a:cubicBezTo>
                      <a:pt x="165" y="325"/>
                      <a:pt x="66" y="403"/>
                      <a:pt x="0" y="505"/>
                    </a:cubicBezTo>
                    <a:lnTo>
                      <a:pt x="1302" y="505"/>
                    </a:lnTo>
                    <a:cubicBezTo>
                      <a:pt x="1440" y="505"/>
                      <a:pt x="1555" y="393"/>
                      <a:pt x="1555" y="251"/>
                    </a:cubicBezTo>
                    <a:cubicBezTo>
                      <a:pt x="1555" y="113"/>
                      <a:pt x="1440" y="1"/>
                      <a:pt x="1302"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04"/>
              <p:cNvSpPr/>
              <p:nvPr/>
            </p:nvSpPr>
            <p:spPr>
              <a:xfrm>
                <a:off x="1984257" y="3464681"/>
                <a:ext cx="40325" cy="13199"/>
              </a:xfrm>
              <a:custGeom>
                <a:rect b="b" l="l" r="r" t="t"/>
                <a:pathLst>
                  <a:path extrusionOk="0" h="508" w="1552">
                    <a:moveTo>
                      <a:pt x="0" y="1"/>
                    </a:moveTo>
                    <a:cubicBezTo>
                      <a:pt x="105" y="155"/>
                      <a:pt x="282" y="254"/>
                      <a:pt x="478" y="254"/>
                    </a:cubicBezTo>
                    <a:lnTo>
                      <a:pt x="481" y="254"/>
                    </a:lnTo>
                    <a:cubicBezTo>
                      <a:pt x="496" y="254"/>
                      <a:pt x="512" y="267"/>
                      <a:pt x="512" y="285"/>
                    </a:cubicBezTo>
                    <a:cubicBezTo>
                      <a:pt x="512" y="296"/>
                      <a:pt x="504" y="306"/>
                      <a:pt x="494" y="312"/>
                    </a:cubicBezTo>
                    <a:cubicBezTo>
                      <a:pt x="405" y="356"/>
                      <a:pt x="329" y="424"/>
                      <a:pt x="274" y="508"/>
                    </a:cubicBezTo>
                    <a:lnTo>
                      <a:pt x="1299" y="508"/>
                    </a:lnTo>
                    <a:cubicBezTo>
                      <a:pt x="1437" y="508"/>
                      <a:pt x="1552" y="393"/>
                      <a:pt x="1552" y="254"/>
                    </a:cubicBezTo>
                    <a:cubicBezTo>
                      <a:pt x="1552" y="116"/>
                      <a:pt x="1437" y="1"/>
                      <a:pt x="1299"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04"/>
              <p:cNvSpPr/>
              <p:nvPr/>
            </p:nvSpPr>
            <p:spPr>
              <a:xfrm>
                <a:off x="1952818" y="3529299"/>
                <a:ext cx="101384" cy="43339"/>
              </a:xfrm>
              <a:custGeom>
                <a:rect b="b" l="l" r="r" t="t"/>
                <a:pathLst>
                  <a:path extrusionOk="0" h="1668" w="3902">
                    <a:moveTo>
                      <a:pt x="262" y="1"/>
                    </a:moveTo>
                    <a:cubicBezTo>
                      <a:pt x="118" y="1"/>
                      <a:pt x="0" y="118"/>
                      <a:pt x="0" y="262"/>
                    </a:cubicBezTo>
                    <a:lnTo>
                      <a:pt x="0" y="1145"/>
                    </a:lnTo>
                    <a:cubicBezTo>
                      <a:pt x="0" y="1435"/>
                      <a:pt x="233" y="1668"/>
                      <a:pt x="523" y="1668"/>
                    </a:cubicBezTo>
                    <a:lnTo>
                      <a:pt x="3379" y="1668"/>
                    </a:lnTo>
                    <a:cubicBezTo>
                      <a:pt x="3669" y="1668"/>
                      <a:pt x="3901" y="1435"/>
                      <a:pt x="3901" y="1145"/>
                    </a:cubicBezTo>
                    <a:lnTo>
                      <a:pt x="3901" y="262"/>
                    </a:lnTo>
                    <a:cubicBezTo>
                      <a:pt x="3901" y="118"/>
                      <a:pt x="3786" y="1"/>
                      <a:pt x="3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04"/>
              <p:cNvSpPr/>
              <p:nvPr/>
            </p:nvSpPr>
            <p:spPr>
              <a:xfrm>
                <a:off x="2020087" y="3529299"/>
                <a:ext cx="34115" cy="43339"/>
              </a:xfrm>
              <a:custGeom>
                <a:rect b="b" l="l" r="r" t="t"/>
                <a:pathLst>
                  <a:path extrusionOk="0" h="1668" w="1313">
                    <a:moveTo>
                      <a:pt x="270" y="1"/>
                    </a:moveTo>
                    <a:cubicBezTo>
                      <a:pt x="419" y="1"/>
                      <a:pt x="539" y="121"/>
                      <a:pt x="539" y="270"/>
                    </a:cubicBezTo>
                    <a:lnTo>
                      <a:pt x="539" y="1130"/>
                    </a:lnTo>
                    <a:cubicBezTo>
                      <a:pt x="539" y="1427"/>
                      <a:pt x="298" y="1668"/>
                      <a:pt x="1" y="1668"/>
                    </a:cubicBezTo>
                    <a:lnTo>
                      <a:pt x="774" y="1668"/>
                    </a:lnTo>
                    <a:cubicBezTo>
                      <a:pt x="1072" y="1668"/>
                      <a:pt x="1312" y="1427"/>
                      <a:pt x="1312" y="1130"/>
                    </a:cubicBezTo>
                    <a:lnTo>
                      <a:pt x="1312" y="270"/>
                    </a:lnTo>
                    <a:cubicBezTo>
                      <a:pt x="1312" y="121"/>
                      <a:pt x="1192" y="1"/>
                      <a:pt x="10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0" name="Google Shape;7880;p104"/>
          <p:cNvGrpSpPr/>
          <p:nvPr/>
        </p:nvGrpSpPr>
        <p:grpSpPr>
          <a:xfrm>
            <a:off x="959836" y="1369987"/>
            <a:ext cx="405483" cy="434479"/>
            <a:chOff x="3982311" y="3133950"/>
            <a:chExt cx="405483" cy="434479"/>
          </a:xfrm>
        </p:grpSpPr>
        <p:sp>
          <p:nvSpPr>
            <p:cNvPr id="7881" name="Google Shape;7881;p104"/>
            <p:cNvSpPr/>
            <p:nvPr/>
          </p:nvSpPr>
          <p:spPr>
            <a:xfrm>
              <a:off x="3996784" y="3510514"/>
              <a:ext cx="376564" cy="57915"/>
            </a:xfrm>
            <a:custGeom>
              <a:rect b="b" l="l" r="r" t="t"/>
              <a:pathLst>
                <a:path extrusionOk="0" h="2229" w="14493">
                  <a:moveTo>
                    <a:pt x="0" y="0"/>
                  </a:moveTo>
                  <a:lnTo>
                    <a:pt x="0" y="1116"/>
                  </a:lnTo>
                  <a:cubicBezTo>
                    <a:pt x="0" y="1730"/>
                    <a:pt x="499" y="2229"/>
                    <a:pt x="1116" y="2229"/>
                  </a:cubicBezTo>
                  <a:lnTo>
                    <a:pt x="13377" y="2229"/>
                  </a:lnTo>
                  <a:cubicBezTo>
                    <a:pt x="13993" y="2229"/>
                    <a:pt x="14492" y="1730"/>
                    <a:pt x="14492" y="1116"/>
                  </a:cubicBezTo>
                  <a:lnTo>
                    <a:pt x="144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04"/>
            <p:cNvSpPr/>
            <p:nvPr/>
          </p:nvSpPr>
          <p:spPr>
            <a:xfrm>
              <a:off x="4324579" y="3510514"/>
              <a:ext cx="48769" cy="57915"/>
            </a:xfrm>
            <a:custGeom>
              <a:rect b="b" l="l" r="r" t="t"/>
              <a:pathLst>
                <a:path extrusionOk="0" h="2229" w="1877">
                  <a:moveTo>
                    <a:pt x="1116" y="0"/>
                  </a:moveTo>
                  <a:lnTo>
                    <a:pt x="1116" y="1116"/>
                  </a:lnTo>
                  <a:cubicBezTo>
                    <a:pt x="1116" y="1730"/>
                    <a:pt x="617" y="2229"/>
                    <a:pt x="1" y="2229"/>
                  </a:cubicBezTo>
                  <a:lnTo>
                    <a:pt x="761" y="2229"/>
                  </a:lnTo>
                  <a:cubicBezTo>
                    <a:pt x="1377" y="2229"/>
                    <a:pt x="1876" y="1730"/>
                    <a:pt x="1876" y="1116"/>
                  </a:cubicBezTo>
                  <a:lnTo>
                    <a:pt x="18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04"/>
            <p:cNvSpPr/>
            <p:nvPr/>
          </p:nvSpPr>
          <p:spPr>
            <a:xfrm>
              <a:off x="3996784" y="3239594"/>
              <a:ext cx="376564" cy="299916"/>
            </a:xfrm>
            <a:custGeom>
              <a:rect b="b" l="l" r="r" t="t"/>
              <a:pathLst>
                <a:path extrusionOk="0" h="11543" w="14493">
                  <a:moveTo>
                    <a:pt x="0" y="0"/>
                  </a:moveTo>
                  <a:lnTo>
                    <a:pt x="0" y="10427"/>
                  </a:lnTo>
                  <a:cubicBezTo>
                    <a:pt x="0" y="11044"/>
                    <a:pt x="499" y="11543"/>
                    <a:pt x="1116" y="11543"/>
                  </a:cubicBezTo>
                  <a:lnTo>
                    <a:pt x="13377" y="11543"/>
                  </a:lnTo>
                  <a:cubicBezTo>
                    <a:pt x="13993" y="11543"/>
                    <a:pt x="14492" y="11044"/>
                    <a:pt x="14492" y="10427"/>
                  </a:cubicBezTo>
                  <a:lnTo>
                    <a:pt x="144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04"/>
            <p:cNvSpPr/>
            <p:nvPr/>
          </p:nvSpPr>
          <p:spPr>
            <a:xfrm>
              <a:off x="4324579" y="3239594"/>
              <a:ext cx="48769" cy="299916"/>
            </a:xfrm>
            <a:custGeom>
              <a:rect b="b" l="l" r="r" t="t"/>
              <a:pathLst>
                <a:path extrusionOk="0" h="11543" w="1877">
                  <a:moveTo>
                    <a:pt x="1116" y="0"/>
                  </a:moveTo>
                  <a:lnTo>
                    <a:pt x="1116" y="10427"/>
                  </a:lnTo>
                  <a:cubicBezTo>
                    <a:pt x="1116" y="11044"/>
                    <a:pt x="617" y="11543"/>
                    <a:pt x="1" y="11543"/>
                  </a:cubicBezTo>
                  <a:lnTo>
                    <a:pt x="761" y="11543"/>
                  </a:lnTo>
                  <a:cubicBezTo>
                    <a:pt x="1377" y="11543"/>
                    <a:pt x="1876" y="11044"/>
                    <a:pt x="1876" y="10427"/>
                  </a:cubicBezTo>
                  <a:lnTo>
                    <a:pt x="18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04"/>
            <p:cNvSpPr/>
            <p:nvPr/>
          </p:nvSpPr>
          <p:spPr>
            <a:xfrm>
              <a:off x="3996784" y="3272228"/>
              <a:ext cx="376564" cy="13147"/>
            </a:xfrm>
            <a:custGeom>
              <a:rect b="b" l="l" r="r" t="t"/>
              <a:pathLst>
                <a:path extrusionOk="0" h="506" w="14493">
                  <a:moveTo>
                    <a:pt x="0" y="1"/>
                  </a:moveTo>
                  <a:lnTo>
                    <a:pt x="0" y="505"/>
                  </a:lnTo>
                  <a:lnTo>
                    <a:pt x="14492" y="505"/>
                  </a:lnTo>
                  <a:lnTo>
                    <a:pt x="144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04"/>
            <p:cNvSpPr/>
            <p:nvPr/>
          </p:nvSpPr>
          <p:spPr>
            <a:xfrm>
              <a:off x="3982311" y="3162946"/>
              <a:ext cx="405483" cy="86911"/>
            </a:xfrm>
            <a:custGeom>
              <a:rect b="b" l="l" r="r" t="t"/>
              <a:pathLst>
                <a:path extrusionOk="0" h="3345" w="15606">
                  <a:moveTo>
                    <a:pt x="557" y="1"/>
                  </a:moveTo>
                  <a:cubicBezTo>
                    <a:pt x="249" y="1"/>
                    <a:pt x="1" y="249"/>
                    <a:pt x="1" y="557"/>
                  </a:cubicBezTo>
                  <a:lnTo>
                    <a:pt x="1" y="2788"/>
                  </a:lnTo>
                  <a:cubicBezTo>
                    <a:pt x="1" y="3094"/>
                    <a:pt x="249" y="3345"/>
                    <a:pt x="557" y="3345"/>
                  </a:cubicBezTo>
                  <a:lnTo>
                    <a:pt x="15049" y="3345"/>
                  </a:lnTo>
                  <a:cubicBezTo>
                    <a:pt x="15358" y="3345"/>
                    <a:pt x="15606" y="3094"/>
                    <a:pt x="15606" y="2788"/>
                  </a:cubicBezTo>
                  <a:lnTo>
                    <a:pt x="15606" y="557"/>
                  </a:lnTo>
                  <a:cubicBezTo>
                    <a:pt x="15606" y="249"/>
                    <a:pt x="15358" y="1"/>
                    <a:pt x="150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04"/>
            <p:cNvSpPr/>
            <p:nvPr/>
          </p:nvSpPr>
          <p:spPr>
            <a:xfrm>
              <a:off x="4353238" y="3162946"/>
              <a:ext cx="34557" cy="86911"/>
            </a:xfrm>
            <a:custGeom>
              <a:rect b="b" l="l" r="r" t="t"/>
              <a:pathLst>
                <a:path extrusionOk="0" h="3345" w="1330">
                  <a:moveTo>
                    <a:pt x="0" y="1"/>
                  </a:moveTo>
                  <a:cubicBezTo>
                    <a:pt x="306" y="1"/>
                    <a:pt x="557" y="249"/>
                    <a:pt x="557" y="557"/>
                  </a:cubicBezTo>
                  <a:lnTo>
                    <a:pt x="557" y="2788"/>
                  </a:lnTo>
                  <a:cubicBezTo>
                    <a:pt x="557" y="3094"/>
                    <a:pt x="306" y="3345"/>
                    <a:pt x="0" y="3345"/>
                  </a:cubicBezTo>
                  <a:lnTo>
                    <a:pt x="773" y="3345"/>
                  </a:lnTo>
                  <a:cubicBezTo>
                    <a:pt x="1082" y="3345"/>
                    <a:pt x="1330" y="3094"/>
                    <a:pt x="1330" y="2788"/>
                  </a:cubicBezTo>
                  <a:lnTo>
                    <a:pt x="1330" y="557"/>
                  </a:lnTo>
                  <a:cubicBezTo>
                    <a:pt x="1330" y="249"/>
                    <a:pt x="1082" y="1"/>
                    <a:pt x="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04"/>
            <p:cNvSpPr/>
            <p:nvPr/>
          </p:nvSpPr>
          <p:spPr>
            <a:xfrm>
              <a:off x="4025754" y="3133950"/>
              <a:ext cx="84417" cy="72465"/>
            </a:xfrm>
            <a:custGeom>
              <a:rect b="b" l="l" r="r" t="t"/>
              <a:pathLst>
                <a:path extrusionOk="0" h="2789" w="3249">
                  <a:moveTo>
                    <a:pt x="1673" y="1"/>
                  </a:moveTo>
                  <a:cubicBezTo>
                    <a:pt x="751" y="1"/>
                    <a:pt x="1" y="751"/>
                    <a:pt x="1" y="1673"/>
                  </a:cubicBezTo>
                  <a:lnTo>
                    <a:pt x="1" y="2789"/>
                  </a:lnTo>
                  <a:lnTo>
                    <a:pt x="1116" y="2789"/>
                  </a:lnTo>
                  <a:lnTo>
                    <a:pt x="1116" y="1673"/>
                  </a:lnTo>
                  <a:cubicBezTo>
                    <a:pt x="1116" y="1367"/>
                    <a:pt x="1365" y="1117"/>
                    <a:pt x="1673" y="1117"/>
                  </a:cubicBezTo>
                  <a:lnTo>
                    <a:pt x="2391" y="1242"/>
                  </a:lnTo>
                  <a:lnTo>
                    <a:pt x="3248" y="1117"/>
                  </a:lnTo>
                  <a:cubicBezTo>
                    <a:pt x="3018" y="469"/>
                    <a:pt x="2399" y="1"/>
                    <a:pt x="1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04"/>
            <p:cNvSpPr/>
            <p:nvPr/>
          </p:nvSpPr>
          <p:spPr>
            <a:xfrm>
              <a:off x="4259960" y="3133950"/>
              <a:ext cx="84391" cy="72465"/>
            </a:xfrm>
            <a:custGeom>
              <a:rect b="b" l="l" r="r" t="t"/>
              <a:pathLst>
                <a:path extrusionOk="0" h="2789" w="3248">
                  <a:moveTo>
                    <a:pt x="1576" y="1"/>
                  </a:moveTo>
                  <a:cubicBezTo>
                    <a:pt x="849" y="1"/>
                    <a:pt x="230" y="469"/>
                    <a:pt x="0" y="1117"/>
                  </a:cubicBezTo>
                  <a:lnTo>
                    <a:pt x="857" y="1242"/>
                  </a:lnTo>
                  <a:lnTo>
                    <a:pt x="1576" y="1117"/>
                  </a:lnTo>
                  <a:cubicBezTo>
                    <a:pt x="1884" y="1117"/>
                    <a:pt x="2135" y="1367"/>
                    <a:pt x="2135" y="1673"/>
                  </a:cubicBezTo>
                  <a:lnTo>
                    <a:pt x="2135" y="2789"/>
                  </a:lnTo>
                  <a:lnTo>
                    <a:pt x="3248" y="2789"/>
                  </a:lnTo>
                  <a:lnTo>
                    <a:pt x="3248" y="1673"/>
                  </a:lnTo>
                  <a:cubicBezTo>
                    <a:pt x="3248" y="751"/>
                    <a:pt x="249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04"/>
            <p:cNvSpPr/>
            <p:nvPr/>
          </p:nvSpPr>
          <p:spPr>
            <a:xfrm>
              <a:off x="4059168" y="3133950"/>
              <a:ext cx="51004" cy="32270"/>
            </a:xfrm>
            <a:custGeom>
              <a:rect b="b" l="l" r="r" t="t"/>
              <a:pathLst>
                <a:path extrusionOk="0" h="1242" w="1963">
                  <a:moveTo>
                    <a:pt x="387" y="1"/>
                  </a:moveTo>
                  <a:cubicBezTo>
                    <a:pt x="254" y="1"/>
                    <a:pt x="126" y="17"/>
                    <a:pt x="0" y="48"/>
                  </a:cubicBezTo>
                  <a:cubicBezTo>
                    <a:pt x="554" y="179"/>
                    <a:pt x="1001" y="586"/>
                    <a:pt x="1189" y="1117"/>
                  </a:cubicBezTo>
                  <a:lnTo>
                    <a:pt x="753" y="1179"/>
                  </a:lnTo>
                  <a:lnTo>
                    <a:pt x="1105" y="1242"/>
                  </a:lnTo>
                  <a:lnTo>
                    <a:pt x="1962" y="1117"/>
                  </a:lnTo>
                  <a:cubicBezTo>
                    <a:pt x="1732" y="469"/>
                    <a:pt x="1113"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04"/>
            <p:cNvSpPr/>
            <p:nvPr/>
          </p:nvSpPr>
          <p:spPr>
            <a:xfrm>
              <a:off x="4290854" y="3133950"/>
              <a:ext cx="53498" cy="72465"/>
            </a:xfrm>
            <a:custGeom>
              <a:rect b="b" l="l" r="r" t="t"/>
              <a:pathLst>
                <a:path extrusionOk="0" h="2789" w="2059">
                  <a:moveTo>
                    <a:pt x="387" y="1"/>
                  </a:moveTo>
                  <a:cubicBezTo>
                    <a:pt x="254" y="1"/>
                    <a:pt x="123" y="17"/>
                    <a:pt x="0" y="48"/>
                  </a:cubicBezTo>
                  <a:cubicBezTo>
                    <a:pt x="737" y="223"/>
                    <a:pt x="1286" y="884"/>
                    <a:pt x="1286" y="1673"/>
                  </a:cubicBezTo>
                  <a:lnTo>
                    <a:pt x="1286" y="2789"/>
                  </a:lnTo>
                  <a:lnTo>
                    <a:pt x="2059" y="2789"/>
                  </a:lnTo>
                  <a:lnTo>
                    <a:pt x="2059" y="1673"/>
                  </a:lnTo>
                  <a:cubicBezTo>
                    <a:pt x="2059" y="751"/>
                    <a:pt x="1309"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04"/>
            <p:cNvSpPr/>
            <p:nvPr/>
          </p:nvSpPr>
          <p:spPr>
            <a:xfrm>
              <a:off x="4069197" y="3162946"/>
              <a:ext cx="40974" cy="12576"/>
            </a:xfrm>
            <a:custGeom>
              <a:rect b="b" l="l" r="r" t="t"/>
              <a:pathLst>
                <a:path extrusionOk="0" h="484" w="1577">
                  <a:moveTo>
                    <a:pt x="1" y="1"/>
                  </a:moveTo>
                  <a:lnTo>
                    <a:pt x="1" y="484"/>
                  </a:lnTo>
                  <a:lnTo>
                    <a:pt x="1576" y="484"/>
                  </a:lnTo>
                  <a:lnTo>
                    <a:pt x="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04"/>
            <p:cNvSpPr/>
            <p:nvPr/>
          </p:nvSpPr>
          <p:spPr>
            <a:xfrm>
              <a:off x="4259960" y="3162946"/>
              <a:ext cx="40948" cy="12576"/>
            </a:xfrm>
            <a:custGeom>
              <a:rect b="b" l="l" r="r" t="t"/>
              <a:pathLst>
                <a:path extrusionOk="0" h="484" w="1576">
                  <a:moveTo>
                    <a:pt x="0" y="1"/>
                  </a:moveTo>
                  <a:lnTo>
                    <a:pt x="0" y="484"/>
                  </a:lnTo>
                  <a:lnTo>
                    <a:pt x="1576" y="484"/>
                  </a:lnTo>
                  <a:lnTo>
                    <a:pt x="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04"/>
            <p:cNvSpPr/>
            <p:nvPr/>
          </p:nvSpPr>
          <p:spPr>
            <a:xfrm>
              <a:off x="4004708" y="3199815"/>
              <a:ext cx="360689" cy="13199"/>
            </a:xfrm>
            <a:custGeom>
              <a:rect b="b" l="l" r="r" t="t"/>
              <a:pathLst>
                <a:path extrusionOk="0" h="508" w="13882">
                  <a:moveTo>
                    <a:pt x="254" y="0"/>
                  </a:moveTo>
                  <a:cubicBezTo>
                    <a:pt x="113" y="0"/>
                    <a:pt x="1" y="115"/>
                    <a:pt x="1" y="254"/>
                  </a:cubicBezTo>
                  <a:cubicBezTo>
                    <a:pt x="1" y="392"/>
                    <a:pt x="113" y="507"/>
                    <a:pt x="254" y="507"/>
                  </a:cubicBezTo>
                  <a:lnTo>
                    <a:pt x="13631" y="507"/>
                  </a:lnTo>
                  <a:cubicBezTo>
                    <a:pt x="13769" y="507"/>
                    <a:pt x="13882" y="392"/>
                    <a:pt x="13882" y="254"/>
                  </a:cubicBezTo>
                  <a:cubicBezTo>
                    <a:pt x="13882" y="115"/>
                    <a:pt x="13769" y="0"/>
                    <a:pt x="136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04"/>
            <p:cNvSpPr/>
            <p:nvPr/>
          </p:nvSpPr>
          <p:spPr>
            <a:xfrm>
              <a:off x="4083669" y="3307747"/>
              <a:ext cx="260682" cy="28996"/>
            </a:xfrm>
            <a:custGeom>
              <a:rect b="b" l="l" r="r" t="t"/>
              <a:pathLst>
                <a:path extrusionOk="0" h="1116" w="10033">
                  <a:moveTo>
                    <a:pt x="262" y="0"/>
                  </a:moveTo>
                  <a:cubicBezTo>
                    <a:pt x="118" y="0"/>
                    <a:pt x="0" y="118"/>
                    <a:pt x="0" y="262"/>
                  </a:cubicBezTo>
                  <a:lnTo>
                    <a:pt x="0" y="855"/>
                  </a:lnTo>
                  <a:cubicBezTo>
                    <a:pt x="0" y="998"/>
                    <a:pt x="118" y="1116"/>
                    <a:pt x="262" y="1116"/>
                  </a:cubicBezTo>
                  <a:lnTo>
                    <a:pt x="9772" y="1116"/>
                  </a:lnTo>
                  <a:cubicBezTo>
                    <a:pt x="9915" y="1116"/>
                    <a:pt x="10033" y="998"/>
                    <a:pt x="10033" y="855"/>
                  </a:cubicBezTo>
                  <a:lnTo>
                    <a:pt x="10033" y="262"/>
                  </a:lnTo>
                  <a:cubicBezTo>
                    <a:pt x="10033" y="118"/>
                    <a:pt x="9915" y="0"/>
                    <a:pt x="9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04"/>
            <p:cNvSpPr/>
            <p:nvPr/>
          </p:nvSpPr>
          <p:spPr>
            <a:xfrm>
              <a:off x="4019181" y="3301225"/>
              <a:ext cx="42118" cy="42118"/>
            </a:xfrm>
            <a:custGeom>
              <a:rect b="b" l="l" r="r" t="t"/>
              <a:pathLst>
                <a:path extrusionOk="0" h="1621" w="1621">
                  <a:moveTo>
                    <a:pt x="1098" y="505"/>
                  </a:moveTo>
                  <a:cubicBezTo>
                    <a:pt x="1108" y="505"/>
                    <a:pt x="1116" y="513"/>
                    <a:pt x="1116" y="520"/>
                  </a:cubicBezTo>
                  <a:lnTo>
                    <a:pt x="1116" y="1098"/>
                  </a:lnTo>
                  <a:cubicBezTo>
                    <a:pt x="1116" y="1106"/>
                    <a:pt x="1108" y="1113"/>
                    <a:pt x="1098" y="1113"/>
                  </a:cubicBezTo>
                  <a:lnTo>
                    <a:pt x="523" y="1113"/>
                  </a:lnTo>
                  <a:cubicBezTo>
                    <a:pt x="512" y="1113"/>
                    <a:pt x="505" y="1106"/>
                    <a:pt x="505" y="1098"/>
                  </a:cubicBezTo>
                  <a:lnTo>
                    <a:pt x="505" y="520"/>
                  </a:lnTo>
                  <a:cubicBezTo>
                    <a:pt x="505" y="513"/>
                    <a:pt x="512" y="505"/>
                    <a:pt x="523" y="505"/>
                  </a:cubicBezTo>
                  <a:close/>
                  <a:moveTo>
                    <a:pt x="523" y="0"/>
                  </a:moveTo>
                  <a:cubicBezTo>
                    <a:pt x="235" y="0"/>
                    <a:pt x="0" y="233"/>
                    <a:pt x="0" y="520"/>
                  </a:cubicBezTo>
                  <a:lnTo>
                    <a:pt x="0" y="1098"/>
                  </a:lnTo>
                  <a:cubicBezTo>
                    <a:pt x="0" y="1385"/>
                    <a:pt x="235" y="1620"/>
                    <a:pt x="523" y="1620"/>
                  </a:cubicBezTo>
                  <a:lnTo>
                    <a:pt x="1098" y="1620"/>
                  </a:lnTo>
                  <a:cubicBezTo>
                    <a:pt x="1388" y="1620"/>
                    <a:pt x="1620" y="1385"/>
                    <a:pt x="1620" y="1098"/>
                  </a:cubicBezTo>
                  <a:lnTo>
                    <a:pt x="1620" y="520"/>
                  </a:lnTo>
                  <a:cubicBezTo>
                    <a:pt x="1620" y="233"/>
                    <a:pt x="1388"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04"/>
            <p:cNvSpPr/>
            <p:nvPr/>
          </p:nvSpPr>
          <p:spPr>
            <a:xfrm>
              <a:off x="4083669" y="3365713"/>
              <a:ext cx="260682" cy="28945"/>
            </a:xfrm>
            <a:custGeom>
              <a:rect b="b" l="l" r="r" t="t"/>
              <a:pathLst>
                <a:path extrusionOk="0" h="1114" w="10033">
                  <a:moveTo>
                    <a:pt x="262" y="0"/>
                  </a:moveTo>
                  <a:cubicBezTo>
                    <a:pt x="118" y="0"/>
                    <a:pt x="0" y="115"/>
                    <a:pt x="0" y="262"/>
                  </a:cubicBezTo>
                  <a:lnTo>
                    <a:pt x="0" y="852"/>
                  </a:lnTo>
                  <a:cubicBezTo>
                    <a:pt x="0" y="998"/>
                    <a:pt x="118" y="1113"/>
                    <a:pt x="262" y="1113"/>
                  </a:cubicBezTo>
                  <a:lnTo>
                    <a:pt x="9772" y="1113"/>
                  </a:lnTo>
                  <a:cubicBezTo>
                    <a:pt x="9915" y="1113"/>
                    <a:pt x="10033" y="998"/>
                    <a:pt x="10033" y="852"/>
                  </a:cubicBezTo>
                  <a:lnTo>
                    <a:pt x="10033" y="262"/>
                  </a:lnTo>
                  <a:cubicBezTo>
                    <a:pt x="10033" y="115"/>
                    <a:pt x="9915" y="0"/>
                    <a:pt x="9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04"/>
            <p:cNvSpPr/>
            <p:nvPr/>
          </p:nvSpPr>
          <p:spPr>
            <a:xfrm>
              <a:off x="4019181" y="3359140"/>
              <a:ext cx="42118" cy="42092"/>
            </a:xfrm>
            <a:custGeom>
              <a:rect b="b" l="l" r="r" t="t"/>
              <a:pathLst>
                <a:path extrusionOk="0" h="1620" w="1621">
                  <a:moveTo>
                    <a:pt x="1098" y="504"/>
                  </a:moveTo>
                  <a:cubicBezTo>
                    <a:pt x="1108" y="504"/>
                    <a:pt x="1116" y="512"/>
                    <a:pt x="1116" y="523"/>
                  </a:cubicBezTo>
                  <a:lnTo>
                    <a:pt x="1116" y="1097"/>
                  </a:lnTo>
                  <a:cubicBezTo>
                    <a:pt x="1116" y="1108"/>
                    <a:pt x="1108" y="1116"/>
                    <a:pt x="1098" y="1116"/>
                  </a:cubicBezTo>
                  <a:lnTo>
                    <a:pt x="523" y="1116"/>
                  </a:lnTo>
                  <a:cubicBezTo>
                    <a:pt x="512" y="1116"/>
                    <a:pt x="505" y="1108"/>
                    <a:pt x="505" y="1097"/>
                  </a:cubicBezTo>
                  <a:lnTo>
                    <a:pt x="505" y="523"/>
                  </a:lnTo>
                  <a:cubicBezTo>
                    <a:pt x="505" y="512"/>
                    <a:pt x="512" y="504"/>
                    <a:pt x="523" y="504"/>
                  </a:cubicBezTo>
                  <a:close/>
                  <a:moveTo>
                    <a:pt x="523" y="0"/>
                  </a:moveTo>
                  <a:cubicBezTo>
                    <a:pt x="235" y="0"/>
                    <a:pt x="0" y="235"/>
                    <a:pt x="0" y="523"/>
                  </a:cubicBezTo>
                  <a:lnTo>
                    <a:pt x="0" y="1097"/>
                  </a:lnTo>
                  <a:cubicBezTo>
                    <a:pt x="0" y="1385"/>
                    <a:pt x="235" y="1620"/>
                    <a:pt x="523" y="1620"/>
                  </a:cubicBezTo>
                  <a:lnTo>
                    <a:pt x="1098" y="1620"/>
                  </a:lnTo>
                  <a:cubicBezTo>
                    <a:pt x="1388" y="1620"/>
                    <a:pt x="1620" y="1385"/>
                    <a:pt x="1620" y="1097"/>
                  </a:cubicBezTo>
                  <a:lnTo>
                    <a:pt x="1620" y="523"/>
                  </a:lnTo>
                  <a:cubicBezTo>
                    <a:pt x="1620" y="235"/>
                    <a:pt x="1388"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04"/>
            <p:cNvSpPr/>
            <p:nvPr/>
          </p:nvSpPr>
          <p:spPr>
            <a:xfrm>
              <a:off x="4083669" y="3423628"/>
              <a:ext cx="260682" cy="28996"/>
            </a:xfrm>
            <a:custGeom>
              <a:rect b="b" l="l" r="r" t="t"/>
              <a:pathLst>
                <a:path extrusionOk="0" h="1116" w="10033">
                  <a:moveTo>
                    <a:pt x="262" y="0"/>
                  </a:moveTo>
                  <a:cubicBezTo>
                    <a:pt x="118" y="0"/>
                    <a:pt x="0" y="118"/>
                    <a:pt x="0" y="261"/>
                  </a:cubicBezTo>
                  <a:lnTo>
                    <a:pt x="0" y="854"/>
                  </a:lnTo>
                  <a:cubicBezTo>
                    <a:pt x="0" y="998"/>
                    <a:pt x="118" y="1116"/>
                    <a:pt x="262" y="1116"/>
                  </a:cubicBezTo>
                  <a:lnTo>
                    <a:pt x="9772" y="1116"/>
                  </a:lnTo>
                  <a:cubicBezTo>
                    <a:pt x="9915" y="1116"/>
                    <a:pt x="10033" y="998"/>
                    <a:pt x="10033" y="854"/>
                  </a:cubicBezTo>
                  <a:lnTo>
                    <a:pt x="10033" y="261"/>
                  </a:lnTo>
                  <a:cubicBezTo>
                    <a:pt x="10033" y="118"/>
                    <a:pt x="9915" y="0"/>
                    <a:pt x="9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04"/>
            <p:cNvSpPr/>
            <p:nvPr/>
          </p:nvSpPr>
          <p:spPr>
            <a:xfrm>
              <a:off x="4019181" y="3417029"/>
              <a:ext cx="42118" cy="42118"/>
            </a:xfrm>
            <a:custGeom>
              <a:rect b="b" l="l" r="r" t="t"/>
              <a:pathLst>
                <a:path extrusionOk="0" h="1621" w="1621">
                  <a:moveTo>
                    <a:pt x="1098" y="507"/>
                  </a:moveTo>
                  <a:cubicBezTo>
                    <a:pt x="1108" y="507"/>
                    <a:pt x="1116" y="513"/>
                    <a:pt x="1116" y="523"/>
                  </a:cubicBezTo>
                  <a:lnTo>
                    <a:pt x="1116" y="1101"/>
                  </a:lnTo>
                  <a:cubicBezTo>
                    <a:pt x="1116" y="1108"/>
                    <a:pt x="1108" y="1116"/>
                    <a:pt x="1098" y="1116"/>
                  </a:cubicBezTo>
                  <a:lnTo>
                    <a:pt x="523" y="1116"/>
                  </a:lnTo>
                  <a:cubicBezTo>
                    <a:pt x="512" y="1116"/>
                    <a:pt x="505" y="1108"/>
                    <a:pt x="505" y="1101"/>
                  </a:cubicBezTo>
                  <a:lnTo>
                    <a:pt x="505" y="523"/>
                  </a:lnTo>
                  <a:cubicBezTo>
                    <a:pt x="505" y="513"/>
                    <a:pt x="512" y="507"/>
                    <a:pt x="523" y="507"/>
                  </a:cubicBezTo>
                  <a:close/>
                  <a:moveTo>
                    <a:pt x="523" y="1"/>
                  </a:moveTo>
                  <a:cubicBezTo>
                    <a:pt x="235" y="1"/>
                    <a:pt x="0" y="236"/>
                    <a:pt x="0" y="523"/>
                  </a:cubicBezTo>
                  <a:lnTo>
                    <a:pt x="0" y="1101"/>
                  </a:lnTo>
                  <a:cubicBezTo>
                    <a:pt x="0" y="1388"/>
                    <a:pt x="235" y="1620"/>
                    <a:pt x="523" y="1620"/>
                  </a:cubicBezTo>
                  <a:lnTo>
                    <a:pt x="1098" y="1620"/>
                  </a:lnTo>
                  <a:cubicBezTo>
                    <a:pt x="1388" y="1620"/>
                    <a:pt x="1620" y="1388"/>
                    <a:pt x="1620" y="1101"/>
                  </a:cubicBezTo>
                  <a:lnTo>
                    <a:pt x="1620" y="523"/>
                  </a:lnTo>
                  <a:cubicBezTo>
                    <a:pt x="1620" y="236"/>
                    <a:pt x="1388"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04"/>
            <p:cNvSpPr/>
            <p:nvPr/>
          </p:nvSpPr>
          <p:spPr>
            <a:xfrm>
              <a:off x="4083669" y="3481517"/>
              <a:ext cx="260682" cy="29022"/>
            </a:xfrm>
            <a:custGeom>
              <a:rect b="b" l="l" r="r" t="t"/>
              <a:pathLst>
                <a:path extrusionOk="0" h="1117" w="10033">
                  <a:moveTo>
                    <a:pt x="262" y="1"/>
                  </a:moveTo>
                  <a:cubicBezTo>
                    <a:pt x="118" y="1"/>
                    <a:pt x="0" y="118"/>
                    <a:pt x="0" y="262"/>
                  </a:cubicBezTo>
                  <a:lnTo>
                    <a:pt x="0" y="855"/>
                  </a:lnTo>
                  <a:cubicBezTo>
                    <a:pt x="0" y="999"/>
                    <a:pt x="118" y="1116"/>
                    <a:pt x="262" y="1116"/>
                  </a:cubicBezTo>
                  <a:lnTo>
                    <a:pt x="9772" y="1116"/>
                  </a:lnTo>
                  <a:cubicBezTo>
                    <a:pt x="9915" y="1116"/>
                    <a:pt x="10033" y="999"/>
                    <a:pt x="10033" y="855"/>
                  </a:cubicBezTo>
                  <a:lnTo>
                    <a:pt x="10033" y="262"/>
                  </a:lnTo>
                  <a:cubicBezTo>
                    <a:pt x="10033" y="118"/>
                    <a:pt x="9915" y="1"/>
                    <a:pt x="9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04"/>
            <p:cNvSpPr/>
            <p:nvPr/>
          </p:nvSpPr>
          <p:spPr>
            <a:xfrm>
              <a:off x="4019181" y="3474996"/>
              <a:ext cx="42118" cy="42118"/>
            </a:xfrm>
            <a:custGeom>
              <a:rect b="b" l="l" r="r" t="t"/>
              <a:pathLst>
                <a:path extrusionOk="0" h="1621" w="1621">
                  <a:moveTo>
                    <a:pt x="1098" y="505"/>
                  </a:moveTo>
                  <a:cubicBezTo>
                    <a:pt x="1108" y="505"/>
                    <a:pt x="1116" y="513"/>
                    <a:pt x="1116" y="521"/>
                  </a:cubicBezTo>
                  <a:lnTo>
                    <a:pt x="1116" y="1098"/>
                  </a:lnTo>
                  <a:cubicBezTo>
                    <a:pt x="1116" y="1109"/>
                    <a:pt x="1108" y="1114"/>
                    <a:pt x="1098" y="1114"/>
                  </a:cubicBezTo>
                  <a:lnTo>
                    <a:pt x="523" y="1114"/>
                  </a:lnTo>
                  <a:cubicBezTo>
                    <a:pt x="512" y="1114"/>
                    <a:pt x="505" y="1109"/>
                    <a:pt x="505" y="1098"/>
                  </a:cubicBezTo>
                  <a:lnTo>
                    <a:pt x="505" y="521"/>
                  </a:lnTo>
                  <a:cubicBezTo>
                    <a:pt x="505" y="513"/>
                    <a:pt x="512" y="505"/>
                    <a:pt x="523" y="505"/>
                  </a:cubicBezTo>
                  <a:close/>
                  <a:moveTo>
                    <a:pt x="523" y="1"/>
                  </a:moveTo>
                  <a:cubicBezTo>
                    <a:pt x="235" y="1"/>
                    <a:pt x="0" y="233"/>
                    <a:pt x="0" y="521"/>
                  </a:cubicBezTo>
                  <a:lnTo>
                    <a:pt x="0" y="1098"/>
                  </a:lnTo>
                  <a:cubicBezTo>
                    <a:pt x="0" y="1385"/>
                    <a:pt x="235" y="1621"/>
                    <a:pt x="523" y="1621"/>
                  </a:cubicBezTo>
                  <a:lnTo>
                    <a:pt x="1098" y="1621"/>
                  </a:lnTo>
                  <a:cubicBezTo>
                    <a:pt x="1388" y="1621"/>
                    <a:pt x="1620" y="1385"/>
                    <a:pt x="1620" y="1098"/>
                  </a:cubicBezTo>
                  <a:lnTo>
                    <a:pt x="1620" y="521"/>
                  </a:lnTo>
                  <a:cubicBezTo>
                    <a:pt x="1620" y="233"/>
                    <a:pt x="1388"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04"/>
            <p:cNvSpPr/>
            <p:nvPr/>
          </p:nvSpPr>
          <p:spPr>
            <a:xfrm>
              <a:off x="4317252" y="3307747"/>
              <a:ext cx="27100" cy="28996"/>
            </a:xfrm>
            <a:custGeom>
              <a:rect b="b" l="l" r="r" t="t"/>
              <a:pathLst>
                <a:path extrusionOk="0" h="1116" w="1043">
                  <a:moveTo>
                    <a:pt x="0" y="0"/>
                  </a:moveTo>
                  <a:cubicBezTo>
                    <a:pt x="149" y="0"/>
                    <a:pt x="270" y="120"/>
                    <a:pt x="270" y="269"/>
                  </a:cubicBezTo>
                  <a:lnTo>
                    <a:pt x="270" y="847"/>
                  </a:lnTo>
                  <a:cubicBezTo>
                    <a:pt x="270" y="996"/>
                    <a:pt x="149" y="1116"/>
                    <a:pt x="0" y="1116"/>
                  </a:cubicBezTo>
                  <a:lnTo>
                    <a:pt x="774" y="1116"/>
                  </a:lnTo>
                  <a:cubicBezTo>
                    <a:pt x="923" y="1116"/>
                    <a:pt x="1043" y="996"/>
                    <a:pt x="1043" y="847"/>
                  </a:cubicBezTo>
                  <a:lnTo>
                    <a:pt x="1043" y="269"/>
                  </a:lnTo>
                  <a:cubicBezTo>
                    <a:pt x="1043" y="120"/>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04"/>
            <p:cNvSpPr/>
            <p:nvPr/>
          </p:nvSpPr>
          <p:spPr>
            <a:xfrm>
              <a:off x="4317252" y="3365713"/>
              <a:ext cx="27100" cy="28945"/>
            </a:xfrm>
            <a:custGeom>
              <a:rect b="b" l="l" r="r" t="t"/>
              <a:pathLst>
                <a:path extrusionOk="0" h="1114" w="1043">
                  <a:moveTo>
                    <a:pt x="0" y="0"/>
                  </a:moveTo>
                  <a:cubicBezTo>
                    <a:pt x="149" y="0"/>
                    <a:pt x="270" y="121"/>
                    <a:pt x="270" y="270"/>
                  </a:cubicBezTo>
                  <a:lnTo>
                    <a:pt x="270" y="844"/>
                  </a:lnTo>
                  <a:cubicBezTo>
                    <a:pt x="270" y="993"/>
                    <a:pt x="149" y="1113"/>
                    <a:pt x="0" y="1113"/>
                  </a:cubicBezTo>
                  <a:lnTo>
                    <a:pt x="774" y="1113"/>
                  </a:lnTo>
                  <a:cubicBezTo>
                    <a:pt x="923" y="1113"/>
                    <a:pt x="1043" y="993"/>
                    <a:pt x="1043" y="844"/>
                  </a:cubicBezTo>
                  <a:lnTo>
                    <a:pt x="1043" y="270"/>
                  </a:lnTo>
                  <a:cubicBezTo>
                    <a:pt x="1043" y="121"/>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04"/>
            <p:cNvSpPr/>
            <p:nvPr/>
          </p:nvSpPr>
          <p:spPr>
            <a:xfrm>
              <a:off x="4317252" y="3423628"/>
              <a:ext cx="27100" cy="28996"/>
            </a:xfrm>
            <a:custGeom>
              <a:rect b="b" l="l" r="r" t="t"/>
              <a:pathLst>
                <a:path extrusionOk="0" h="1116" w="1043">
                  <a:moveTo>
                    <a:pt x="0" y="0"/>
                  </a:moveTo>
                  <a:cubicBezTo>
                    <a:pt x="149" y="0"/>
                    <a:pt x="270" y="120"/>
                    <a:pt x="270" y="269"/>
                  </a:cubicBezTo>
                  <a:lnTo>
                    <a:pt x="270" y="847"/>
                  </a:lnTo>
                  <a:cubicBezTo>
                    <a:pt x="270" y="993"/>
                    <a:pt x="149" y="1116"/>
                    <a:pt x="0" y="1116"/>
                  </a:cubicBezTo>
                  <a:lnTo>
                    <a:pt x="774" y="1116"/>
                  </a:lnTo>
                  <a:cubicBezTo>
                    <a:pt x="923" y="1116"/>
                    <a:pt x="1043" y="993"/>
                    <a:pt x="1043" y="847"/>
                  </a:cubicBezTo>
                  <a:lnTo>
                    <a:pt x="1043" y="269"/>
                  </a:lnTo>
                  <a:cubicBezTo>
                    <a:pt x="1043" y="120"/>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04"/>
            <p:cNvSpPr/>
            <p:nvPr/>
          </p:nvSpPr>
          <p:spPr>
            <a:xfrm>
              <a:off x="4317252" y="3481517"/>
              <a:ext cx="27100" cy="29022"/>
            </a:xfrm>
            <a:custGeom>
              <a:rect b="b" l="l" r="r" t="t"/>
              <a:pathLst>
                <a:path extrusionOk="0" h="1117" w="1043">
                  <a:moveTo>
                    <a:pt x="0" y="1"/>
                  </a:moveTo>
                  <a:cubicBezTo>
                    <a:pt x="149" y="1"/>
                    <a:pt x="270" y="121"/>
                    <a:pt x="270" y="270"/>
                  </a:cubicBezTo>
                  <a:lnTo>
                    <a:pt x="270" y="847"/>
                  </a:lnTo>
                  <a:cubicBezTo>
                    <a:pt x="270" y="996"/>
                    <a:pt x="149" y="1116"/>
                    <a:pt x="0" y="1116"/>
                  </a:cubicBezTo>
                  <a:lnTo>
                    <a:pt x="774" y="1116"/>
                  </a:lnTo>
                  <a:cubicBezTo>
                    <a:pt x="923" y="1116"/>
                    <a:pt x="1043" y="996"/>
                    <a:pt x="1043" y="847"/>
                  </a:cubicBezTo>
                  <a:lnTo>
                    <a:pt x="1043" y="270"/>
                  </a:lnTo>
                  <a:cubicBezTo>
                    <a:pt x="1043" y="121"/>
                    <a:pt x="923"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104"/>
          <p:cNvGrpSpPr/>
          <p:nvPr/>
        </p:nvGrpSpPr>
        <p:grpSpPr>
          <a:xfrm>
            <a:off x="945342" y="2462025"/>
            <a:ext cx="434453" cy="405483"/>
            <a:chOff x="860592" y="3782863"/>
            <a:chExt cx="434453" cy="405483"/>
          </a:xfrm>
        </p:grpSpPr>
        <p:sp>
          <p:nvSpPr>
            <p:cNvPr id="7908" name="Google Shape;7908;p104"/>
            <p:cNvSpPr/>
            <p:nvPr/>
          </p:nvSpPr>
          <p:spPr>
            <a:xfrm>
              <a:off x="894525" y="3855276"/>
              <a:ext cx="366587" cy="28945"/>
            </a:xfrm>
            <a:custGeom>
              <a:rect b="b" l="l" r="r" t="t"/>
              <a:pathLst>
                <a:path extrusionOk="0" h="1114" w="14109">
                  <a:moveTo>
                    <a:pt x="0" y="1"/>
                  </a:moveTo>
                  <a:lnTo>
                    <a:pt x="0" y="1114"/>
                  </a:lnTo>
                  <a:lnTo>
                    <a:pt x="14109" y="1114"/>
                  </a:lnTo>
                  <a:lnTo>
                    <a:pt x="14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04"/>
            <p:cNvSpPr/>
            <p:nvPr/>
          </p:nvSpPr>
          <p:spPr>
            <a:xfrm>
              <a:off x="860592" y="3821940"/>
              <a:ext cx="43469" cy="190919"/>
            </a:xfrm>
            <a:custGeom>
              <a:rect b="b" l="l" r="r" t="t"/>
              <a:pathLst>
                <a:path extrusionOk="0" h="7348" w="1673">
                  <a:moveTo>
                    <a:pt x="836" y="1"/>
                  </a:moveTo>
                  <a:lnTo>
                    <a:pt x="0" y="168"/>
                  </a:lnTo>
                  <a:lnTo>
                    <a:pt x="0" y="7178"/>
                  </a:lnTo>
                  <a:lnTo>
                    <a:pt x="836" y="7348"/>
                  </a:lnTo>
                  <a:lnTo>
                    <a:pt x="1672" y="7178"/>
                  </a:lnTo>
                  <a:lnTo>
                    <a:pt x="1672" y="168"/>
                  </a:lnTo>
                  <a:lnTo>
                    <a:pt x="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04"/>
            <p:cNvSpPr/>
            <p:nvPr/>
          </p:nvSpPr>
          <p:spPr>
            <a:xfrm>
              <a:off x="883924" y="3822226"/>
              <a:ext cx="20136" cy="190296"/>
            </a:xfrm>
            <a:custGeom>
              <a:rect b="b" l="l" r="r" t="t"/>
              <a:pathLst>
                <a:path extrusionOk="0" h="7324" w="775">
                  <a:moveTo>
                    <a:pt x="1" y="0"/>
                  </a:moveTo>
                  <a:lnTo>
                    <a:pt x="1" y="7324"/>
                  </a:lnTo>
                  <a:lnTo>
                    <a:pt x="774" y="7167"/>
                  </a:lnTo>
                  <a:lnTo>
                    <a:pt x="774" y="15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04"/>
            <p:cNvSpPr/>
            <p:nvPr/>
          </p:nvSpPr>
          <p:spPr>
            <a:xfrm>
              <a:off x="860592" y="4008417"/>
              <a:ext cx="43469" cy="43469"/>
            </a:xfrm>
            <a:custGeom>
              <a:rect b="b" l="l" r="r" t="t"/>
              <a:pathLst>
                <a:path extrusionOk="0" h="1673" w="1673">
                  <a:moveTo>
                    <a:pt x="0" y="1"/>
                  </a:moveTo>
                  <a:lnTo>
                    <a:pt x="0" y="1135"/>
                  </a:lnTo>
                  <a:cubicBezTo>
                    <a:pt x="0" y="1433"/>
                    <a:pt x="240" y="1673"/>
                    <a:pt x="538" y="1673"/>
                  </a:cubicBezTo>
                  <a:lnTo>
                    <a:pt x="1403" y="1673"/>
                  </a:lnTo>
                  <a:cubicBezTo>
                    <a:pt x="1552" y="1673"/>
                    <a:pt x="1672" y="1553"/>
                    <a:pt x="1672" y="1404"/>
                  </a:cubicBezTo>
                  <a:lnTo>
                    <a:pt x="16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04"/>
            <p:cNvSpPr/>
            <p:nvPr/>
          </p:nvSpPr>
          <p:spPr>
            <a:xfrm>
              <a:off x="860592" y="3782863"/>
              <a:ext cx="43469" cy="43469"/>
            </a:xfrm>
            <a:custGeom>
              <a:rect b="b" l="l" r="r" t="t"/>
              <a:pathLst>
                <a:path extrusionOk="0" h="1673" w="1673">
                  <a:moveTo>
                    <a:pt x="538" y="0"/>
                  </a:moveTo>
                  <a:cubicBezTo>
                    <a:pt x="240" y="0"/>
                    <a:pt x="0" y="240"/>
                    <a:pt x="0" y="538"/>
                  </a:cubicBezTo>
                  <a:lnTo>
                    <a:pt x="0" y="1672"/>
                  </a:lnTo>
                  <a:lnTo>
                    <a:pt x="1672" y="1672"/>
                  </a:lnTo>
                  <a:lnTo>
                    <a:pt x="1672" y="269"/>
                  </a:lnTo>
                  <a:cubicBezTo>
                    <a:pt x="1672" y="120"/>
                    <a:pt x="1552" y="0"/>
                    <a:pt x="14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04"/>
            <p:cNvSpPr/>
            <p:nvPr/>
          </p:nvSpPr>
          <p:spPr>
            <a:xfrm>
              <a:off x="932980" y="3797309"/>
              <a:ext cx="50666" cy="238961"/>
            </a:xfrm>
            <a:custGeom>
              <a:rect b="b" l="l" r="r" t="t"/>
              <a:pathLst>
                <a:path extrusionOk="0" h="9197" w="1950">
                  <a:moveTo>
                    <a:pt x="262" y="1"/>
                  </a:moveTo>
                  <a:cubicBezTo>
                    <a:pt x="116" y="1"/>
                    <a:pt x="1" y="118"/>
                    <a:pt x="1" y="262"/>
                  </a:cubicBezTo>
                  <a:lnTo>
                    <a:pt x="1" y="8936"/>
                  </a:lnTo>
                  <a:cubicBezTo>
                    <a:pt x="1" y="9079"/>
                    <a:pt x="116" y="9197"/>
                    <a:pt x="262" y="9197"/>
                  </a:cubicBezTo>
                  <a:lnTo>
                    <a:pt x="1688" y="9197"/>
                  </a:lnTo>
                  <a:cubicBezTo>
                    <a:pt x="1835" y="9197"/>
                    <a:pt x="1950" y="9082"/>
                    <a:pt x="1950" y="8936"/>
                  </a:cubicBezTo>
                  <a:lnTo>
                    <a:pt x="1950" y="262"/>
                  </a:lnTo>
                  <a:cubicBezTo>
                    <a:pt x="1950" y="118"/>
                    <a:pt x="1835" y="1"/>
                    <a:pt x="1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04"/>
            <p:cNvSpPr/>
            <p:nvPr/>
          </p:nvSpPr>
          <p:spPr>
            <a:xfrm>
              <a:off x="1012617" y="3797309"/>
              <a:ext cx="50718" cy="210043"/>
            </a:xfrm>
            <a:custGeom>
              <a:rect b="b" l="l" r="r" t="t"/>
              <a:pathLst>
                <a:path extrusionOk="0" h="8084" w="1952">
                  <a:moveTo>
                    <a:pt x="262" y="1"/>
                  </a:moveTo>
                  <a:cubicBezTo>
                    <a:pt x="118" y="1"/>
                    <a:pt x="0" y="118"/>
                    <a:pt x="0" y="262"/>
                  </a:cubicBezTo>
                  <a:lnTo>
                    <a:pt x="0" y="7823"/>
                  </a:lnTo>
                  <a:cubicBezTo>
                    <a:pt x="0" y="7966"/>
                    <a:pt x="118" y="8084"/>
                    <a:pt x="262" y="8084"/>
                  </a:cubicBezTo>
                  <a:lnTo>
                    <a:pt x="1691" y="8084"/>
                  </a:lnTo>
                  <a:cubicBezTo>
                    <a:pt x="1834" y="8084"/>
                    <a:pt x="1952" y="7966"/>
                    <a:pt x="1952" y="7823"/>
                  </a:cubicBezTo>
                  <a:lnTo>
                    <a:pt x="1952" y="262"/>
                  </a:lnTo>
                  <a:cubicBezTo>
                    <a:pt x="1952" y="118"/>
                    <a:pt x="1834" y="1"/>
                    <a:pt x="1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04"/>
            <p:cNvSpPr/>
            <p:nvPr/>
          </p:nvSpPr>
          <p:spPr>
            <a:xfrm>
              <a:off x="1092252" y="3797309"/>
              <a:ext cx="50744" cy="181072"/>
            </a:xfrm>
            <a:custGeom>
              <a:rect b="b" l="l" r="r" t="t"/>
              <a:pathLst>
                <a:path extrusionOk="0" h="6969" w="1953">
                  <a:moveTo>
                    <a:pt x="262" y="1"/>
                  </a:moveTo>
                  <a:cubicBezTo>
                    <a:pt x="119" y="1"/>
                    <a:pt x="1" y="118"/>
                    <a:pt x="1" y="262"/>
                  </a:cubicBezTo>
                  <a:lnTo>
                    <a:pt x="1" y="6707"/>
                  </a:lnTo>
                  <a:cubicBezTo>
                    <a:pt x="1" y="6851"/>
                    <a:pt x="119" y="6968"/>
                    <a:pt x="262" y="6968"/>
                  </a:cubicBezTo>
                  <a:lnTo>
                    <a:pt x="1691" y="6968"/>
                  </a:lnTo>
                  <a:cubicBezTo>
                    <a:pt x="1835" y="6968"/>
                    <a:pt x="1953" y="6851"/>
                    <a:pt x="1953" y="6707"/>
                  </a:cubicBezTo>
                  <a:lnTo>
                    <a:pt x="1953" y="262"/>
                  </a:lnTo>
                  <a:cubicBezTo>
                    <a:pt x="1953" y="118"/>
                    <a:pt x="1835" y="1"/>
                    <a:pt x="1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04"/>
            <p:cNvSpPr/>
            <p:nvPr/>
          </p:nvSpPr>
          <p:spPr>
            <a:xfrm>
              <a:off x="1171966" y="3797309"/>
              <a:ext cx="50666" cy="152076"/>
            </a:xfrm>
            <a:custGeom>
              <a:rect b="b" l="l" r="r" t="t"/>
              <a:pathLst>
                <a:path extrusionOk="0" h="5853" w="1950">
                  <a:moveTo>
                    <a:pt x="261" y="1"/>
                  </a:moveTo>
                  <a:cubicBezTo>
                    <a:pt x="115" y="1"/>
                    <a:pt x="0" y="118"/>
                    <a:pt x="0" y="262"/>
                  </a:cubicBezTo>
                  <a:lnTo>
                    <a:pt x="0" y="5592"/>
                  </a:lnTo>
                  <a:cubicBezTo>
                    <a:pt x="0" y="5735"/>
                    <a:pt x="115" y="5853"/>
                    <a:pt x="261" y="5853"/>
                  </a:cubicBezTo>
                  <a:lnTo>
                    <a:pt x="1688" y="5853"/>
                  </a:lnTo>
                  <a:cubicBezTo>
                    <a:pt x="1834" y="5853"/>
                    <a:pt x="1949" y="5738"/>
                    <a:pt x="1949" y="5592"/>
                  </a:cubicBezTo>
                  <a:lnTo>
                    <a:pt x="1949" y="262"/>
                  </a:lnTo>
                  <a:cubicBezTo>
                    <a:pt x="1949" y="118"/>
                    <a:pt x="1834" y="1"/>
                    <a:pt x="1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04"/>
            <p:cNvSpPr/>
            <p:nvPr/>
          </p:nvSpPr>
          <p:spPr>
            <a:xfrm>
              <a:off x="1195506" y="3797309"/>
              <a:ext cx="27126" cy="152076"/>
            </a:xfrm>
            <a:custGeom>
              <a:rect b="b" l="l" r="r" t="t"/>
              <a:pathLst>
                <a:path extrusionOk="0" h="5853" w="1044">
                  <a:moveTo>
                    <a:pt x="1" y="1"/>
                  </a:moveTo>
                  <a:cubicBezTo>
                    <a:pt x="150" y="1"/>
                    <a:pt x="270" y="121"/>
                    <a:pt x="270" y="270"/>
                  </a:cubicBezTo>
                  <a:lnTo>
                    <a:pt x="270" y="5584"/>
                  </a:lnTo>
                  <a:cubicBezTo>
                    <a:pt x="270" y="5733"/>
                    <a:pt x="150" y="5853"/>
                    <a:pt x="1" y="5853"/>
                  </a:cubicBezTo>
                  <a:lnTo>
                    <a:pt x="774" y="5853"/>
                  </a:lnTo>
                  <a:cubicBezTo>
                    <a:pt x="923" y="5853"/>
                    <a:pt x="1043" y="5733"/>
                    <a:pt x="1043" y="5584"/>
                  </a:cubicBezTo>
                  <a:lnTo>
                    <a:pt x="1043" y="270"/>
                  </a:lnTo>
                  <a:cubicBezTo>
                    <a:pt x="1043" y="121"/>
                    <a:pt x="923"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04"/>
            <p:cNvSpPr/>
            <p:nvPr/>
          </p:nvSpPr>
          <p:spPr>
            <a:xfrm>
              <a:off x="1115896" y="3797309"/>
              <a:ext cx="27100" cy="181072"/>
            </a:xfrm>
            <a:custGeom>
              <a:rect b="b" l="l" r="r" t="t"/>
              <a:pathLst>
                <a:path extrusionOk="0" h="6969" w="1043">
                  <a:moveTo>
                    <a:pt x="0" y="1"/>
                  </a:moveTo>
                  <a:cubicBezTo>
                    <a:pt x="149" y="1"/>
                    <a:pt x="269" y="121"/>
                    <a:pt x="269" y="270"/>
                  </a:cubicBezTo>
                  <a:lnTo>
                    <a:pt x="269" y="6699"/>
                  </a:lnTo>
                  <a:cubicBezTo>
                    <a:pt x="269" y="6848"/>
                    <a:pt x="149" y="6968"/>
                    <a:pt x="0" y="6968"/>
                  </a:cubicBezTo>
                  <a:lnTo>
                    <a:pt x="773" y="6968"/>
                  </a:lnTo>
                  <a:cubicBezTo>
                    <a:pt x="922" y="6968"/>
                    <a:pt x="1043" y="6848"/>
                    <a:pt x="1043" y="6699"/>
                  </a:cubicBezTo>
                  <a:lnTo>
                    <a:pt x="1043" y="270"/>
                  </a:lnTo>
                  <a:cubicBezTo>
                    <a:pt x="1043" y="121"/>
                    <a:pt x="922" y="1"/>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04"/>
            <p:cNvSpPr/>
            <p:nvPr/>
          </p:nvSpPr>
          <p:spPr>
            <a:xfrm>
              <a:off x="1036182" y="3797309"/>
              <a:ext cx="27126" cy="210043"/>
            </a:xfrm>
            <a:custGeom>
              <a:rect b="b" l="l" r="r" t="t"/>
              <a:pathLst>
                <a:path extrusionOk="0" h="8084" w="1044">
                  <a:moveTo>
                    <a:pt x="1" y="1"/>
                  </a:moveTo>
                  <a:cubicBezTo>
                    <a:pt x="150" y="1"/>
                    <a:pt x="270" y="121"/>
                    <a:pt x="270" y="270"/>
                  </a:cubicBezTo>
                  <a:lnTo>
                    <a:pt x="270" y="7815"/>
                  </a:lnTo>
                  <a:cubicBezTo>
                    <a:pt x="270" y="7961"/>
                    <a:pt x="150" y="8084"/>
                    <a:pt x="1" y="8084"/>
                  </a:cubicBezTo>
                  <a:lnTo>
                    <a:pt x="774" y="8084"/>
                  </a:lnTo>
                  <a:cubicBezTo>
                    <a:pt x="923" y="8084"/>
                    <a:pt x="1043" y="7961"/>
                    <a:pt x="1043" y="7815"/>
                  </a:cubicBezTo>
                  <a:lnTo>
                    <a:pt x="1043" y="270"/>
                  </a:lnTo>
                  <a:cubicBezTo>
                    <a:pt x="1043" y="121"/>
                    <a:pt x="923"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04"/>
            <p:cNvSpPr/>
            <p:nvPr/>
          </p:nvSpPr>
          <p:spPr>
            <a:xfrm>
              <a:off x="956493" y="3797309"/>
              <a:ext cx="27178" cy="238961"/>
            </a:xfrm>
            <a:custGeom>
              <a:rect b="b" l="l" r="r" t="t"/>
              <a:pathLst>
                <a:path extrusionOk="0" h="9197" w="1046">
                  <a:moveTo>
                    <a:pt x="1" y="1"/>
                  </a:moveTo>
                  <a:cubicBezTo>
                    <a:pt x="150" y="1"/>
                    <a:pt x="270" y="121"/>
                    <a:pt x="270" y="270"/>
                  </a:cubicBezTo>
                  <a:lnTo>
                    <a:pt x="270" y="8928"/>
                  </a:lnTo>
                  <a:cubicBezTo>
                    <a:pt x="270" y="9077"/>
                    <a:pt x="150" y="9197"/>
                    <a:pt x="1" y="9197"/>
                  </a:cubicBezTo>
                  <a:lnTo>
                    <a:pt x="777" y="9197"/>
                  </a:lnTo>
                  <a:cubicBezTo>
                    <a:pt x="923" y="9197"/>
                    <a:pt x="1046" y="9077"/>
                    <a:pt x="1046" y="8928"/>
                  </a:cubicBezTo>
                  <a:lnTo>
                    <a:pt x="1046" y="270"/>
                  </a:lnTo>
                  <a:cubicBezTo>
                    <a:pt x="1046" y="121"/>
                    <a:pt x="923" y="1"/>
                    <a:pt x="7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04"/>
            <p:cNvSpPr/>
            <p:nvPr/>
          </p:nvSpPr>
          <p:spPr>
            <a:xfrm>
              <a:off x="949972" y="3863148"/>
              <a:ext cx="16733" cy="13199"/>
            </a:xfrm>
            <a:custGeom>
              <a:rect b="b" l="l" r="r" t="t"/>
              <a:pathLst>
                <a:path extrusionOk="0" h="508" w="644">
                  <a:moveTo>
                    <a:pt x="252" y="1"/>
                  </a:moveTo>
                  <a:cubicBezTo>
                    <a:pt x="113" y="1"/>
                    <a:pt x="1" y="116"/>
                    <a:pt x="1" y="254"/>
                  </a:cubicBezTo>
                  <a:cubicBezTo>
                    <a:pt x="1" y="393"/>
                    <a:pt x="113" y="508"/>
                    <a:pt x="252" y="508"/>
                  </a:cubicBezTo>
                  <a:lnTo>
                    <a:pt x="393" y="508"/>
                  </a:lnTo>
                  <a:cubicBezTo>
                    <a:pt x="531" y="508"/>
                    <a:pt x="644" y="393"/>
                    <a:pt x="644" y="254"/>
                  </a:cubicBezTo>
                  <a:cubicBezTo>
                    <a:pt x="644" y="116"/>
                    <a:pt x="531"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04"/>
            <p:cNvSpPr/>
            <p:nvPr/>
          </p:nvSpPr>
          <p:spPr>
            <a:xfrm>
              <a:off x="1029608" y="3863148"/>
              <a:ext cx="16785" cy="13199"/>
            </a:xfrm>
            <a:custGeom>
              <a:rect b="b" l="l" r="r" t="t"/>
              <a:pathLst>
                <a:path extrusionOk="0" h="508" w="646">
                  <a:moveTo>
                    <a:pt x="254" y="1"/>
                  </a:moveTo>
                  <a:cubicBezTo>
                    <a:pt x="113" y="1"/>
                    <a:pt x="0" y="116"/>
                    <a:pt x="0" y="254"/>
                  </a:cubicBezTo>
                  <a:cubicBezTo>
                    <a:pt x="0" y="393"/>
                    <a:pt x="113" y="508"/>
                    <a:pt x="254" y="508"/>
                  </a:cubicBezTo>
                  <a:lnTo>
                    <a:pt x="392" y="508"/>
                  </a:lnTo>
                  <a:cubicBezTo>
                    <a:pt x="531" y="508"/>
                    <a:pt x="646" y="393"/>
                    <a:pt x="646" y="254"/>
                  </a:cubicBezTo>
                  <a:cubicBezTo>
                    <a:pt x="646" y="116"/>
                    <a:pt x="531"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04"/>
            <p:cNvSpPr/>
            <p:nvPr/>
          </p:nvSpPr>
          <p:spPr>
            <a:xfrm>
              <a:off x="1109245" y="3863148"/>
              <a:ext cx="16785" cy="13199"/>
            </a:xfrm>
            <a:custGeom>
              <a:rect b="b" l="l" r="r" t="t"/>
              <a:pathLst>
                <a:path extrusionOk="0" h="508" w="646">
                  <a:moveTo>
                    <a:pt x="254" y="1"/>
                  </a:moveTo>
                  <a:cubicBezTo>
                    <a:pt x="115" y="1"/>
                    <a:pt x="0" y="116"/>
                    <a:pt x="0" y="254"/>
                  </a:cubicBezTo>
                  <a:cubicBezTo>
                    <a:pt x="0" y="393"/>
                    <a:pt x="115" y="508"/>
                    <a:pt x="254" y="508"/>
                  </a:cubicBezTo>
                  <a:lnTo>
                    <a:pt x="392" y="508"/>
                  </a:lnTo>
                  <a:cubicBezTo>
                    <a:pt x="533" y="508"/>
                    <a:pt x="645" y="393"/>
                    <a:pt x="645" y="254"/>
                  </a:cubicBezTo>
                  <a:cubicBezTo>
                    <a:pt x="645" y="116"/>
                    <a:pt x="533"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04"/>
            <p:cNvSpPr/>
            <p:nvPr/>
          </p:nvSpPr>
          <p:spPr>
            <a:xfrm>
              <a:off x="1188309" y="3863148"/>
              <a:ext cx="16811" cy="13199"/>
            </a:xfrm>
            <a:custGeom>
              <a:rect b="b" l="l" r="r" t="t"/>
              <a:pathLst>
                <a:path extrusionOk="0" h="508" w="647">
                  <a:moveTo>
                    <a:pt x="254" y="1"/>
                  </a:moveTo>
                  <a:cubicBezTo>
                    <a:pt x="116" y="1"/>
                    <a:pt x="1" y="116"/>
                    <a:pt x="1" y="254"/>
                  </a:cubicBezTo>
                  <a:cubicBezTo>
                    <a:pt x="1" y="393"/>
                    <a:pt x="116" y="508"/>
                    <a:pt x="254" y="508"/>
                  </a:cubicBezTo>
                  <a:lnTo>
                    <a:pt x="393" y="508"/>
                  </a:lnTo>
                  <a:cubicBezTo>
                    <a:pt x="534" y="508"/>
                    <a:pt x="646" y="393"/>
                    <a:pt x="646" y="254"/>
                  </a:cubicBezTo>
                  <a:cubicBezTo>
                    <a:pt x="646" y="116"/>
                    <a:pt x="534"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04"/>
            <p:cNvSpPr/>
            <p:nvPr/>
          </p:nvSpPr>
          <p:spPr>
            <a:xfrm>
              <a:off x="933005" y="4086962"/>
              <a:ext cx="318597" cy="29022"/>
            </a:xfrm>
            <a:custGeom>
              <a:rect b="b" l="l" r="r" t="t"/>
              <a:pathLst>
                <a:path extrusionOk="0" h="1117" w="12262">
                  <a:moveTo>
                    <a:pt x="1" y="1"/>
                  </a:moveTo>
                  <a:lnTo>
                    <a:pt x="1" y="1116"/>
                  </a:lnTo>
                  <a:lnTo>
                    <a:pt x="11982" y="1116"/>
                  </a:lnTo>
                  <a:cubicBezTo>
                    <a:pt x="12136" y="1116"/>
                    <a:pt x="12262" y="991"/>
                    <a:pt x="12262" y="837"/>
                  </a:cubicBezTo>
                  <a:lnTo>
                    <a:pt x="12262" y="280"/>
                  </a:lnTo>
                  <a:cubicBezTo>
                    <a:pt x="12262" y="126"/>
                    <a:pt x="12136" y="1"/>
                    <a:pt x="119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04"/>
            <p:cNvSpPr/>
            <p:nvPr/>
          </p:nvSpPr>
          <p:spPr>
            <a:xfrm>
              <a:off x="1201560" y="4086962"/>
              <a:ext cx="13199" cy="29022"/>
            </a:xfrm>
            <a:custGeom>
              <a:rect b="b" l="l" r="r" t="t"/>
              <a:pathLst>
                <a:path extrusionOk="0" h="1117" w="508">
                  <a:moveTo>
                    <a:pt x="0" y="1"/>
                  </a:moveTo>
                  <a:lnTo>
                    <a:pt x="0" y="1116"/>
                  </a:lnTo>
                  <a:lnTo>
                    <a:pt x="507" y="1116"/>
                  </a:lnTo>
                  <a:lnTo>
                    <a:pt x="5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04"/>
            <p:cNvSpPr/>
            <p:nvPr/>
          </p:nvSpPr>
          <p:spPr>
            <a:xfrm>
              <a:off x="1224217" y="4086962"/>
              <a:ext cx="27386" cy="29022"/>
            </a:xfrm>
            <a:custGeom>
              <a:rect b="b" l="l" r="r" t="t"/>
              <a:pathLst>
                <a:path extrusionOk="0" h="1117" w="1054">
                  <a:moveTo>
                    <a:pt x="1" y="1"/>
                  </a:moveTo>
                  <a:cubicBezTo>
                    <a:pt x="155" y="1"/>
                    <a:pt x="280" y="126"/>
                    <a:pt x="280" y="280"/>
                  </a:cubicBezTo>
                  <a:lnTo>
                    <a:pt x="280" y="837"/>
                  </a:lnTo>
                  <a:cubicBezTo>
                    <a:pt x="280" y="991"/>
                    <a:pt x="155" y="1116"/>
                    <a:pt x="1" y="1116"/>
                  </a:cubicBezTo>
                  <a:lnTo>
                    <a:pt x="774" y="1116"/>
                  </a:lnTo>
                  <a:cubicBezTo>
                    <a:pt x="928" y="1116"/>
                    <a:pt x="1054" y="991"/>
                    <a:pt x="1054" y="837"/>
                  </a:cubicBezTo>
                  <a:lnTo>
                    <a:pt x="1054" y="280"/>
                  </a:lnTo>
                  <a:cubicBezTo>
                    <a:pt x="1054" y="126"/>
                    <a:pt x="928"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04"/>
            <p:cNvSpPr/>
            <p:nvPr/>
          </p:nvSpPr>
          <p:spPr>
            <a:xfrm>
              <a:off x="901177" y="4079609"/>
              <a:ext cx="49315" cy="43469"/>
            </a:xfrm>
            <a:custGeom>
              <a:rect b="b" l="l" r="r" t="t"/>
              <a:pathLst>
                <a:path extrusionOk="0" h="1673" w="1898">
                  <a:moveTo>
                    <a:pt x="950" y="0"/>
                  </a:moveTo>
                  <a:cubicBezTo>
                    <a:pt x="841" y="0"/>
                    <a:pt x="731" y="22"/>
                    <a:pt x="625" y="67"/>
                  </a:cubicBezTo>
                  <a:cubicBezTo>
                    <a:pt x="199" y="244"/>
                    <a:pt x="0" y="736"/>
                    <a:pt x="178" y="1161"/>
                  </a:cubicBezTo>
                  <a:cubicBezTo>
                    <a:pt x="313" y="1481"/>
                    <a:pt x="623" y="1672"/>
                    <a:pt x="948" y="1672"/>
                  </a:cubicBezTo>
                  <a:cubicBezTo>
                    <a:pt x="1056" y="1672"/>
                    <a:pt x="1167" y="1651"/>
                    <a:pt x="1273" y="1606"/>
                  </a:cubicBezTo>
                  <a:cubicBezTo>
                    <a:pt x="1699" y="1425"/>
                    <a:pt x="1897" y="937"/>
                    <a:pt x="1719" y="511"/>
                  </a:cubicBezTo>
                  <a:cubicBezTo>
                    <a:pt x="1584" y="192"/>
                    <a:pt x="1275" y="0"/>
                    <a:pt x="9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04"/>
            <p:cNvSpPr/>
            <p:nvPr/>
          </p:nvSpPr>
          <p:spPr>
            <a:xfrm>
              <a:off x="915701" y="4079713"/>
              <a:ext cx="31803" cy="43469"/>
            </a:xfrm>
            <a:custGeom>
              <a:rect b="b" l="l" r="r" t="t"/>
              <a:pathLst>
                <a:path extrusionOk="0" h="1673" w="1224">
                  <a:moveTo>
                    <a:pt x="387" y="0"/>
                  </a:moveTo>
                  <a:cubicBezTo>
                    <a:pt x="249" y="0"/>
                    <a:pt x="115" y="34"/>
                    <a:pt x="0" y="97"/>
                  </a:cubicBezTo>
                  <a:cubicBezTo>
                    <a:pt x="267" y="235"/>
                    <a:pt x="450" y="515"/>
                    <a:pt x="450" y="836"/>
                  </a:cubicBezTo>
                  <a:cubicBezTo>
                    <a:pt x="450" y="1160"/>
                    <a:pt x="267" y="1440"/>
                    <a:pt x="0" y="1578"/>
                  </a:cubicBezTo>
                  <a:cubicBezTo>
                    <a:pt x="115" y="1638"/>
                    <a:pt x="249" y="1672"/>
                    <a:pt x="387" y="1672"/>
                  </a:cubicBezTo>
                  <a:cubicBezTo>
                    <a:pt x="850" y="1672"/>
                    <a:pt x="1223" y="1299"/>
                    <a:pt x="1223" y="836"/>
                  </a:cubicBezTo>
                  <a:cubicBezTo>
                    <a:pt x="1223" y="376"/>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04"/>
            <p:cNvSpPr/>
            <p:nvPr/>
          </p:nvSpPr>
          <p:spPr>
            <a:xfrm>
              <a:off x="904035" y="4152126"/>
              <a:ext cx="318597" cy="29022"/>
            </a:xfrm>
            <a:custGeom>
              <a:rect b="b" l="l" r="r" t="t"/>
              <a:pathLst>
                <a:path extrusionOk="0" h="1117" w="12262">
                  <a:moveTo>
                    <a:pt x="280" y="1"/>
                  </a:moveTo>
                  <a:cubicBezTo>
                    <a:pt x="125" y="1"/>
                    <a:pt x="0" y="126"/>
                    <a:pt x="0" y="280"/>
                  </a:cubicBezTo>
                  <a:lnTo>
                    <a:pt x="0" y="837"/>
                  </a:lnTo>
                  <a:cubicBezTo>
                    <a:pt x="0" y="991"/>
                    <a:pt x="125" y="1116"/>
                    <a:pt x="280" y="1116"/>
                  </a:cubicBezTo>
                  <a:lnTo>
                    <a:pt x="12261" y="1116"/>
                  </a:lnTo>
                  <a:lnTo>
                    <a:pt x="1226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04"/>
            <p:cNvSpPr/>
            <p:nvPr/>
          </p:nvSpPr>
          <p:spPr>
            <a:xfrm>
              <a:off x="940878" y="4152126"/>
              <a:ext cx="13199" cy="29022"/>
            </a:xfrm>
            <a:custGeom>
              <a:rect b="b" l="l" r="r" t="t"/>
              <a:pathLst>
                <a:path extrusionOk="0" h="1117" w="508">
                  <a:moveTo>
                    <a:pt x="1" y="1"/>
                  </a:moveTo>
                  <a:lnTo>
                    <a:pt x="1" y="1116"/>
                  </a:lnTo>
                  <a:lnTo>
                    <a:pt x="508" y="1116"/>
                  </a:lnTo>
                  <a:lnTo>
                    <a:pt x="50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04"/>
            <p:cNvSpPr/>
            <p:nvPr/>
          </p:nvSpPr>
          <p:spPr>
            <a:xfrm>
              <a:off x="1208134" y="4144877"/>
              <a:ext cx="43469" cy="43469"/>
            </a:xfrm>
            <a:custGeom>
              <a:rect b="b" l="l" r="r" t="t"/>
              <a:pathLst>
                <a:path extrusionOk="0" h="1673" w="1673">
                  <a:moveTo>
                    <a:pt x="837" y="0"/>
                  </a:moveTo>
                  <a:cubicBezTo>
                    <a:pt x="374" y="0"/>
                    <a:pt x="1" y="376"/>
                    <a:pt x="1" y="836"/>
                  </a:cubicBezTo>
                  <a:cubicBezTo>
                    <a:pt x="1" y="1299"/>
                    <a:pt x="374" y="1672"/>
                    <a:pt x="837" y="1672"/>
                  </a:cubicBezTo>
                  <a:cubicBezTo>
                    <a:pt x="1299" y="1672"/>
                    <a:pt x="1673" y="1299"/>
                    <a:pt x="1673" y="836"/>
                  </a:cubicBezTo>
                  <a:cubicBezTo>
                    <a:pt x="1673" y="376"/>
                    <a:pt x="1299" y="0"/>
                    <a:pt x="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04"/>
            <p:cNvSpPr/>
            <p:nvPr/>
          </p:nvSpPr>
          <p:spPr>
            <a:xfrm>
              <a:off x="1219826" y="4144877"/>
              <a:ext cx="31777" cy="43469"/>
            </a:xfrm>
            <a:custGeom>
              <a:rect b="b" l="l" r="r" t="t"/>
              <a:pathLst>
                <a:path extrusionOk="0" h="1673" w="1223">
                  <a:moveTo>
                    <a:pt x="387" y="0"/>
                  </a:moveTo>
                  <a:cubicBezTo>
                    <a:pt x="248" y="0"/>
                    <a:pt x="115" y="37"/>
                    <a:pt x="0" y="97"/>
                  </a:cubicBezTo>
                  <a:cubicBezTo>
                    <a:pt x="267" y="235"/>
                    <a:pt x="449" y="515"/>
                    <a:pt x="449" y="836"/>
                  </a:cubicBezTo>
                  <a:cubicBezTo>
                    <a:pt x="449" y="1160"/>
                    <a:pt x="267" y="1440"/>
                    <a:pt x="0" y="1578"/>
                  </a:cubicBezTo>
                  <a:cubicBezTo>
                    <a:pt x="115" y="1638"/>
                    <a:pt x="248" y="1672"/>
                    <a:pt x="387" y="1672"/>
                  </a:cubicBezTo>
                  <a:cubicBezTo>
                    <a:pt x="849" y="1672"/>
                    <a:pt x="1223" y="1299"/>
                    <a:pt x="1223" y="836"/>
                  </a:cubicBezTo>
                  <a:cubicBezTo>
                    <a:pt x="1223" y="376"/>
                    <a:pt x="849"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04"/>
            <p:cNvSpPr/>
            <p:nvPr/>
          </p:nvSpPr>
          <p:spPr>
            <a:xfrm>
              <a:off x="1251577" y="3821940"/>
              <a:ext cx="43469" cy="190919"/>
            </a:xfrm>
            <a:custGeom>
              <a:rect b="b" l="l" r="r" t="t"/>
              <a:pathLst>
                <a:path extrusionOk="0" h="7348" w="1673">
                  <a:moveTo>
                    <a:pt x="837" y="1"/>
                  </a:moveTo>
                  <a:lnTo>
                    <a:pt x="1" y="168"/>
                  </a:lnTo>
                  <a:lnTo>
                    <a:pt x="1" y="7178"/>
                  </a:lnTo>
                  <a:lnTo>
                    <a:pt x="837" y="7348"/>
                  </a:lnTo>
                  <a:lnTo>
                    <a:pt x="1673" y="7178"/>
                  </a:lnTo>
                  <a:lnTo>
                    <a:pt x="1673" y="168"/>
                  </a:lnTo>
                  <a:lnTo>
                    <a:pt x="8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04"/>
            <p:cNvSpPr/>
            <p:nvPr/>
          </p:nvSpPr>
          <p:spPr>
            <a:xfrm>
              <a:off x="1274935" y="3822226"/>
              <a:ext cx="20110" cy="190296"/>
            </a:xfrm>
            <a:custGeom>
              <a:rect b="b" l="l" r="r" t="t"/>
              <a:pathLst>
                <a:path extrusionOk="0" h="7324" w="774">
                  <a:moveTo>
                    <a:pt x="1" y="0"/>
                  </a:moveTo>
                  <a:lnTo>
                    <a:pt x="1" y="7324"/>
                  </a:lnTo>
                  <a:lnTo>
                    <a:pt x="774" y="7167"/>
                  </a:lnTo>
                  <a:lnTo>
                    <a:pt x="774" y="15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04"/>
            <p:cNvSpPr/>
            <p:nvPr/>
          </p:nvSpPr>
          <p:spPr>
            <a:xfrm>
              <a:off x="1251577" y="4008417"/>
              <a:ext cx="43469" cy="43469"/>
            </a:xfrm>
            <a:custGeom>
              <a:rect b="b" l="l" r="r" t="t"/>
              <a:pathLst>
                <a:path extrusionOk="0" h="1673" w="1673">
                  <a:moveTo>
                    <a:pt x="1" y="1"/>
                  </a:moveTo>
                  <a:lnTo>
                    <a:pt x="1" y="1404"/>
                  </a:lnTo>
                  <a:cubicBezTo>
                    <a:pt x="1" y="1553"/>
                    <a:pt x="121" y="1673"/>
                    <a:pt x="270" y="1673"/>
                  </a:cubicBezTo>
                  <a:lnTo>
                    <a:pt x="1135" y="1673"/>
                  </a:lnTo>
                  <a:cubicBezTo>
                    <a:pt x="1433" y="1673"/>
                    <a:pt x="1673" y="1433"/>
                    <a:pt x="1673" y="1135"/>
                  </a:cubicBezTo>
                  <a:lnTo>
                    <a:pt x="16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04"/>
            <p:cNvSpPr/>
            <p:nvPr/>
          </p:nvSpPr>
          <p:spPr>
            <a:xfrm>
              <a:off x="1260956" y="4008417"/>
              <a:ext cx="34089" cy="43469"/>
            </a:xfrm>
            <a:custGeom>
              <a:rect b="b" l="l" r="r" t="t"/>
              <a:pathLst>
                <a:path extrusionOk="0" h="1673" w="1312">
                  <a:moveTo>
                    <a:pt x="539" y="1"/>
                  </a:moveTo>
                  <a:lnTo>
                    <a:pt x="539" y="1135"/>
                  </a:lnTo>
                  <a:cubicBezTo>
                    <a:pt x="539" y="1433"/>
                    <a:pt x="298" y="1673"/>
                    <a:pt x="0" y="1673"/>
                  </a:cubicBezTo>
                  <a:lnTo>
                    <a:pt x="774" y="1673"/>
                  </a:lnTo>
                  <a:cubicBezTo>
                    <a:pt x="1072" y="1673"/>
                    <a:pt x="1312" y="1433"/>
                    <a:pt x="1312" y="1135"/>
                  </a:cubicBezTo>
                  <a:lnTo>
                    <a:pt x="13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04"/>
            <p:cNvSpPr/>
            <p:nvPr/>
          </p:nvSpPr>
          <p:spPr>
            <a:xfrm>
              <a:off x="1251577" y="3782863"/>
              <a:ext cx="43469" cy="43469"/>
            </a:xfrm>
            <a:custGeom>
              <a:rect b="b" l="l" r="r" t="t"/>
              <a:pathLst>
                <a:path extrusionOk="0" h="1673" w="1673">
                  <a:moveTo>
                    <a:pt x="270" y="0"/>
                  </a:moveTo>
                  <a:cubicBezTo>
                    <a:pt x="121" y="0"/>
                    <a:pt x="1" y="120"/>
                    <a:pt x="1" y="269"/>
                  </a:cubicBezTo>
                  <a:lnTo>
                    <a:pt x="1" y="1672"/>
                  </a:lnTo>
                  <a:lnTo>
                    <a:pt x="1673" y="1672"/>
                  </a:lnTo>
                  <a:lnTo>
                    <a:pt x="1673" y="538"/>
                  </a:lnTo>
                  <a:cubicBezTo>
                    <a:pt x="1673" y="240"/>
                    <a:pt x="1433" y="0"/>
                    <a:pt x="11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04"/>
            <p:cNvSpPr/>
            <p:nvPr/>
          </p:nvSpPr>
          <p:spPr>
            <a:xfrm>
              <a:off x="1260956" y="3782863"/>
              <a:ext cx="34089" cy="43469"/>
            </a:xfrm>
            <a:custGeom>
              <a:rect b="b" l="l" r="r" t="t"/>
              <a:pathLst>
                <a:path extrusionOk="0" h="1673" w="1312">
                  <a:moveTo>
                    <a:pt x="0" y="0"/>
                  </a:moveTo>
                  <a:cubicBezTo>
                    <a:pt x="298" y="0"/>
                    <a:pt x="539" y="240"/>
                    <a:pt x="539" y="538"/>
                  </a:cubicBezTo>
                  <a:lnTo>
                    <a:pt x="539" y="1672"/>
                  </a:lnTo>
                  <a:lnTo>
                    <a:pt x="1312" y="1672"/>
                  </a:lnTo>
                  <a:lnTo>
                    <a:pt x="1312" y="538"/>
                  </a:lnTo>
                  <a:cubicBezTo>
                    <a:pt x="1312" y="240"/>
                    <a:pt x="107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04"/>
            <p:cNvSpPr/>
            <p:nvPr/>
          </p:nvSpPr>
          <p:spPr>
            <a:xfrm>
              <a:off x="876935" y="3782863"/>
              <a:ext cx="27126" cy="43469"/>
            </a:xfrm>
            <a:custGeom>
              <a:rect b="b" l="l" r="r" t="t"/>
              <a:pathLst>
                <a:path extrusionOk="0" h="1673" w="1044">
                  <a:moveTo>
                    <a:pt x="1" y="0"/>
                  </a:moveTo>
                  <a:cubicBezTo>
                    <a:pt x="150" y="0"/>
                    <a:pt x="270" y="120"/>
                    <a:pt x="270" y="269"/>
                  </a:cubicBezTo>
                  <a:lnTo>
                    <a:pt x="270" y="1672"/>
                  </a:lnTo>
                  <a:lnTo>
                    <a:pt x="1043" y="1672"/>
                  </a:ln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04"/>
            <p:cNvSpPr/>
            <p:nvPr/>
          </p:nvSpPr>
          <p:spPr>
            <a:xfrm>
              <a:off x="876935" y="4008417"/>
              <a:ext cx="27126" cy="43469"/>
            </a:xfrm>
            <a:custGeom>
              <a:rect b="b" l="l" r="r" t="t"/>
              <a:pathLst>
                <a:path extrusionOk="0" h="1673" w="1044">
                  <a:moveTo>
                    <a:pt x="270" y="1"/>
                  </a:moveTo>
                  <a:lnTo>
                    <a:pt x="270" y="1404"/>
                  </a:lnTo>
                  <a:cubicBezTo>
                    <a:pt x="270" y="1553"/>
                    <a:pt x="150" y="1673"/>
                    <a:pt x="1" y="1673"/>
                  </a:cubicBezTo>
                  <a:lnTo>
                    <a:pt x="774" y="1673"/>
                  </a:lnTo>
                  <a:cubicBezTo>
                    <a:pt x="923" y="1673"/>
                    <a:pt x="1043" y="1553"/>
                    <a:pt x="1043" y="1404"/>
                  </a:cubicBezTo>
                  <a:lnTo>
                    <a:pt x="10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104"/>
          <p:cNvGrpSpPr/>
          <p:nvPr/>
        </p:nvGrpSpPr>
        <p:grpSpPr>
          <a:xfrm>
            <a:off x="7836596" y="3495709"/>
            <a:ext cx="289679" cy="434479"/>
            <a:chOff x="1706608" y="3805259"/>
            <a:chExt cx="289679" cy="434479"/>
          </a:xfrm>
        </p:grpSpPr>
        <p:sp>
          <p:nvSpPr>
            <p:cNvPr id="7943" name="Google Shape;7943;p104"/>
            <p:cNvSpPr/>
            <p:nvPr/>
          </p:nvSpPr>
          <p:spPr>
            <a:xfrm>
              <a:off x="1844887" y="4151112"/>
              <a:ext cx="13121" cy="37233"/>
            </a:xfrm>
            <a:custGeom>
              <a:rect b="b" l="l" r="r" t="t"/>
              <a:pathLst>
                <a:path extrusionOk="0" h="1433" w="505">
                  <a:moveTo>
                    <a:pt x="254" y="1"/>
                  </a:moveTo>
                  <a:cubicBezTo>
                    <a:pt x="113" y="1"/>
                    <a:pt x="0" y="113"/>
                    <a:pt x="0" y="251"/>
                  </a:cubicBezTo>
                  <a:lnTo>
                    <a:pt x="0" y="1181"/>
                  </a:lnTo>
                  <a:cubicBezTo>
                    <a:pt x="0" y="1320"/>
                    <a:pt x="113" y="1432"/>
                    <a:pt x="254" y="1432"/>
                  </a:cubicBezTo>
                  <a:cubicBezTo>
                    <a:pt x="392" y="1432"/>
                    <a:pt x="505" y="1320"/>
                    <a:pt x="505" y="1181"/>
                  </a:cubicBezTo>
                  <a:lnTo>
                    <a:pt x="505" y="251"/>
                  </a:lnTo>
                  <a:cubicBezTo>
                    <a:pt x="505" y="113"/>
                    <a:pt x="392"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04"/>
            <p:cNvSpPr/>
            <p:nvPr/>
          </p:nvSpPr>
          <p:spPr>
            <a:xfrm>
              <a:off x="1808018" y="4181798"/>
              <a:ext cx="86911" cy="35518"/>
            </a:xfrm>
            <a:custGeom>
              <a:rect b="b" l="l" r="r" t="t"/>
              <a:pathLst>
                <a:path extrusionOk="0" h="1367" w="3345">
                  <a:moveTo>
                    <a:pt x="262" y="0"/>
                  </a:moveTo>
                  <a:cubicBezTo>
                    <a:pt x="116" y="0"/>
                    <a:pt x="1" y="118"/>
                    <a:pt x="1" y="262"/>
                  </a:cubicBezTo>
                  <a:lnTo>
                    <a:pt x="1" y="1367"/>
                  </a:lnTo>
                  <a:lnTo>
                    <a:pt x="3345" y="1367"/>
                  </a:lnTo>
                  <a:lnTo>
                    <a:pt x="3345" y="262"/>
                  </a:lnTo>
                  <a:cubicBezTo>
                    <a:pt x="3345" y="118"/>
                    <a:pt x="3227" y="0"/>
                    <a:pt x="30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04"/>
            <p:cNvSpPr/>
            <p:nvPr/>
          </p:nvSpPr>
          <p:spPr>
            <a:xfrm>
              <a:off x="1867830" y="4181798"/>
              <a:ext cx="27100" cy="35518"/>
            </a:xfrm>
            <a:custGeom>
              <a:rect b="b" l="l" r="r" t="t"/>
              <a:pathLst>
                <a:path extrusionOk="0" h="1367" w="1043">
                  <a:moveTo>
                    <a:pt x="0" y="0"/>
                  </a:moveTo>
                  <a:cubicBezTo>
                    <a:pt x="147" y="0"/>
                    <a:pt x="270" y="121"/>
                    <a:pt x="270" y="270"/>
                  </a:cubicBezTo>
                  <a:lnTo>
                    <a:pt x="270" y="1367"/>
                  </a:lnTo>
                  <a:lnTo>
                    <a:pt x="1043" y="1367"/>
                  </a:lnTo>
                  <a:lnTo>
                    <a:pt x="1043" y="270"/>
                  </a:lnTo>
                  <a:cubicBezTo>
                    <a:pt x="1043" y="121"/>
                    <a:pt x="923"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04"/>
            <p:cNvSpPr/>
            <p:nvPr/>
          </p:nvSpPr>
          <p:spPr>
            <a:xfrm>
              <a:off x="1923822" y="4052353"/>
              <a:ext cx="71374" cy="187386"/>
            </a:xfrm>
            <a:custGeom>
              <a:rect b="b" l="l" r="r" t="t"/>
              <a:pathLst>
                <a:path extrusionOk="0" h="7212" w="2747">
                  <a:moveTo>
                    <a:pt x="1" y="0"/>
                  </a:moveTo>
                  <a:lnTo>
                    <a:pt x="1" y="523"/>
                  </a:lnTo>
                  <a:lnTo>
                    <a:pt x="1333" y="5847"/>
                  </a:lnTo>
                  <a:lnTo>
                    <a:pt x="1558" y="6095"/>
                  </a:lnTo>
                  <a:lnTo>
                    <a:pt x="1459" y="6349"/>
                  </a:lnTo>
                  <a:lnTo>
                    <a:pt x="1621" y="6999"/>
                  </a:lnTo>
                  <a:cubicBezTo>
                    <a:pt x="1652" y="7125"/>
                    <a:pt x="1764" y="7211"/>
                    <a:pt x="1892" y="7211"/>
                  </a:cubicBezTo>
                  <a:lnTo>
                    <a:pt x="2431" y="7211"/>
                  </a:lnTo>
                  <a:cubicBezTo>
                    <a:pt x="2613" y="7211"/>
                    <a:pt x="2747" y="7041"/>
                    <a:pt x="2702" y="6866"/>
                  </a:cubicBezTo>
                  <a:lnTo>
                    <a:pt x="2574" y="6349"/>
                  </a:lnTo>
                  <a:lnTo>
                    <a:pt x="2347" y="6095"/>
                  </a:lnTo>
                  <a:lnTo>
                    <a:pt x="2446" y="5845"/>
                  </a:lnTo>
                  <a:lnTo>
                    <a:pt x="1116" y="523"/>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04"/>
            <p:cNvSpPr/>
            <p:nvPr/>
          </p:nvSpPr>
          <p:spPr>
            <a:xfrm>
              <a:off x="1932734" y="4052353"/>
              <a:ext cx="62462" cy="187386"/>
            </a:xfrm>
            <a:custGeom>
              <a:rect b="b" l="l" r="r" t="t"/>
              <a:pathLst>
                <a:path extrusionOk="0" h="7212" w="2404">
                  <a:moveTo>
                    <a:pt x="0" y="0"/>
                  </a:moveTo>
                  <a:lnTo>
                    <a:pt x="0" y="523"/>
                  </a:lnTo>
                  <a:lnTo>
                    <a:pt x="1586" y="6864"/>
                  </a:lnTo>
                  <a:cubicBezTo>
                    <a:pt x="1620" y="6999"/>
                    <a:pt x="1549" y="7133"/>
                    <a:pt x="1432" y="7185"/>
                  </a:cubicBezTo>
                  <a:cubicBezTo>
                    <a:pt x="1468" y="7203"/>
                    <a:pt x="1508" y="7211"/>
                    <a:pt x="1549" y="7211"/>
                  </a:cubicBezTo>
                  <a:lnTo>
                    <a:pt x="2088" y="7211"/>
                  </a:lnTo>
                  <a:cubicBezTo>
                    <a:pt x="2270" y="7211"/>
                    <a:pt x="2404" y="7041"/>
                    <a:pt x="2359" y="6864"/>
                  </a:cubicBezTo>
                  <a:lnTo>
                    <a:pt x="2231" y="6349"/>
                  </a:lnTo>
                  <a:lnTo>
                    <a:pt x="2004" y="6095"/>
                  </a:lnTo>
                  <a:lnTo>
                    <a:pt x="2103" y="5845"/>
                  </a:lnTo>
                  <a:lnTo>
                    <a:pt x="773" y="523"/>
                  </a:lnTo>
                  <a:lnTo>
                    <a:pt x="77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04"/>
            <p:cNvSpPr/>
            <p:nvPr/>
          </p:nvSpPr>
          <p:spPr>
            <a:xfrm>
              <a:off x="1958457" y="4204195"/>
              <a:ext cx="32270" cy="13121"/>
            </a:xfrm>
            <a:custGeom>
              <a:rect b="b" l="l" r="r" t="t"/>
              <a:pathLst>
                <a:path extrusionOk="0" h="505" w="1242">
                  <a:moveTo>
                    <a:pt x="0" y="1"/>
                  </a:moveTo>
                  <a:lnTo>
                    <a:pt x="126" y="505"/>
                  </a:lnTo>
                  <a:lnTo>
                    <a:pt x="1241" y="505"/>
                  </a:lnTo>
                  <a:lnTo>
                    <a:pt x="11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04"/>
            <p:cNvSpPr/>
            <p:nvPr/>
          </p:nvSpPr>
          <p:spPr>
            <a:xfrm>
              <a:off x="1707751" y="4052353"/>
              <a:ext cx="71322" cy="187386"/>
            </a:xfrm>
            <a:custGeom>
              <a:rect b="b" l="l" r="r" t="t"/>
              <a:pathLst>
                <a:path extrusionOk="0" h="7212" w="2745">
                  <a:moveTo>
                    <a:pt x="1628" y="0"/>
                  </a:moveTo>
                  <a:lnTo>
                    <a:pt x="1628" y="523"/>
                  </a:lnTo>
                  <a:lnTo>
                    <a:pt x="299" y="5845"/>
                  </a:lnTo>
                  <a:lnTo>
                    <a:pt x="432" y="6095"/>
                  </a:lnTo>
                  <a:lnTo>
                    <a:pt x="173" y="6349"/>
                  </a:lnTo>
                  <a:lnTo>
                    <a:pt x="43" y="6864"/>
                  </a:lnTo>
                  <a:cubicBezTo>
                    <a:pt x="1" y="7041"/>
                    <a:pt x="134" y="7211"/>
                    <a:pt x="314" y="7211"/>
                  </a:cubicBezTo>
                  <a:lnTo>
                    <a:pt x="855" y="7211"/>
                  </a:lnTo>
                  <a:cubicBezTo>
                    <a:pt x="983" y="7211"/>
                    <a:pt x="1093" y="7125"/>
                    <a:pt x="1124" y="6999"/>
                  </a:cubicBezTo>
                  <a:lnTo>
                    <a:pt x="1289" y="6349"/>
                  </a:lnTo>
                  <a:lnTo>
                    <a:pt x="1187" y="6095"/>
                  </a:lnTo>
                  <a:lnTo>
                    <a:pt x="1414" y="5845"/>
                  </a:lnTo>
                  <a:lnTo>
                    <a:pt x="2744" y="523"/>
                  </a:lnTo>
                  <a:lnTo>
                    <a:pt x="27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04"/>
            <p:cNvSpPr/>
            <p:nvPr/>
          </p:nvSpPr>
          <p:spPr>
            <a:xfrm>
              <a:off x="1712844" y="4052353"/>
              <a:ext cx="66229" cy="187386"/>
            </a:xfrm>
            <a:custGeom>
              <a:rect b="b" l="l" r="r" t="t"/>
              <a:pathLst>
                <a:path extrusionOk="0" h="7212" w="2549">
                  <a:moveTo>
                    <a:pt x="1775" y="0"/>
                  </a:moveTo>
                  <a:lnTo>
                    <a:pt x="1775" y="523"/>
                  </a:lnTo>
                  <a:lnTo>
                    <a:pt x="155" y="6999"/>
                  </a:lnTo>
                  <a:cubicBezTo>
                    <a:pt x="134" y="7083"/>
                    <a:pt x="77" y="7151"/>
                    <a:pt x="1" y="7185"/>
                  </a:cubicBezTo>
                  <a:cubicBezTo>
                    <a:pt x="37" y="7201"/>
                    <a:pt x="77" y="7211"/>
                    <a:pt x="118" y="7211"/>
                  </a:cubicBezTo>
                  <a:lnTo>
                    <a:pt x="659" y="7211"/>
                  </a:lnTo>
                  <a:cubicBezTo>
                    <a:pt x="787" y="7211"/>
                    <a:pt x="897" y="7125"/>
                    <a:pt x="928" y="6999"/>
                  </a:cubicBezTo>
                  <a:lnTo>
                    <a:pt x="1093" y="6349"/>
                  </a:lnTo>
                  <a:lnTo>
                    <a:pt x="991" y="6095"/>
                  </a:lnTo>
                  <a:lnTo>
                    <a:pt x="1218" y="5845"/>
                  </a:lnTo>
                  <a:lnTo>
                    <a:pt x="2548" y="523"/>
                  </a:lnTo>
                  <a:lnTo>
                    <a:pt x="25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04"/>
            <p:cNvSpPr/>
            <p:nvPr/>
          </p:nvSpPr>
          <p:spPr>
            <a:xfrm>
              <a:off x="1712246" y="4204195"/>
              <a:ext cx="32270" cy="13121"/>
            </a:xfrm>
            <a:custGeom>
              <a:rect b="b" l="l" r="r" t="t"/>
              <a:pathLst>
                <a:path extrusionOk="0" h="505" w="1242">
                  <a:moveTo>
                    <a:pt x="126" y="1"/>
                  </a:moveTo>
                  <a:lnTo>
                    <a:pt x="0" y="505"/>
                  </a:lnTo>
                  <a:lnTo>
                    <a:pt x="1116" y="505"/>
                  </a:lnTo>
                  <a:lnTo>
                    <a:pt x="124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04"/>
            <p:cNvSpPr/>
            <p:nvPr/>
          </p:nvSpPr>
          <p:spPr>
            <a:xfrm>
              <a:off x="1755481" y="3826981"/>
              <a:ext cx="192011" cy="220565"/>
            </a:xfrm>
            <a:custGeom>
              <a:rect b="b" l="l" r="r" t="t"/>
              <a:pathLst>
                <a:path extrusionOk="0" h="8489" w="7390">
                  <a:moveTo>
                    <a:pt x="2493" y="0"/>
                  </a:moveTo>
                  <a:lnTo>
                    <a:pt x="2493" y="2370"/>
                  </a:lnTo>
                  <a:cubicBezTo>
                    <a:pt x="2493" y="2574"/>
                    <a:pt x="2441" y="2775"/>
                    <a:pt x="2341" y="2953"/>
                  </a:cubicBezTo>
                  <a:lnTo>
                    <a:pt x="413" y="6427"/>
                  </a:lnTo>
                  <a:cubicBezTo>
                    <a:pt x="0" y="7169"/>
                    <a:pt x="536" y="8081"/>
                    <a:pt x="1388" y="8081"/>
                  </a:cubicBezTo>
                  <a:lnTo>
                    <a:pt x="1388" y="8489"/>
                  </a:lnTo>
                  <a:lnTo>
                    <a:pt x="6002" y="8489"/>
                  </a:lnTo>
                  <a:lnTo>
                    <a:pt x="6002" y="8081"/>
                  </a:lnTo>
                  <a:cubicBezTo>
                    <a:pt x="6851" y="8081"/>
                    <a:pt x="7389" y="7169"/>
                    <a:pt x="6976" y="6427"/>
                  </a:cubicBezTo>
                  <a:lnTo>
                    <a:pt x="5045" y="2953"/>
                  </a:lnTo>
                  <a:cubicBezTo>
                    <a:pt x="4946" y="2775"/>
                    <a:pt x="4894" y="2574"/>
                    <a:pt x="4894" y="2370"/>
                  </a:cubicBezTo>
                  <a:lnTo>
                    <a:pt x="48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04"/>
            <p:cNvSpPr/>
            <p:nvPr/>
          </p:nvSpPr>
          <p:spPr>
            <a:xfrm>
              <a:off x="1801912" y="3958998"/>
              <a:ext cx="99123" cy="46794"/>
            </a:xfrm>
            <a:custGeom>
              <a:rect b="b" l="l" r="r" t="t"/>
              <a:pathLst>
                <a:path extrusionOk="0" h="1801" w="3815">
                  <a:moveTo>
                    <a:pt x="923" y="1"/>
                  </a:moveTo>
                  <a:cubicBezTo>
                    <a:pt x="813" y="1"/>
                    <a:pt x="714" y="58"/>
                    <a:pt x="662" y="155"/>
                  </a:cubicBezTo>
                  <a:lnTo>
                    <a:pt x="207" y="973"/>
                  </a:lnTo>
                  <a:cubicBezTo>
                    <a:pt x="1" y="1344"/>
                    <a:pt x="267" y="1801"/>
                    <a:pt x="693" y="1801"/>
                  </a:cubicBezTo>
                  <a:lnTo>
                    <a:pt x="3120" y="1801"/>
                  </a:lnTo>
                  <a:cubicBezTo>
                    <a:pt x="3546" y="1801"/>
                    <a:pt x="3815" y="1344"/>
                    <a:pt x="3609" y="973"/>
                  </a:cubicBezTo>
                  <a:lnTo>
                    <a:pt x="3154" y="155"/>
                  </a:lnTo>
                  <a:cubicBezTo>
                    <a:pt x="3102" y="58"/>
                    <a:pt x="3000" y="1"/>
                    <a:pt x="28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04"/>
            <p:cNvSpPr/>
            <p:nvPr/>
          </p:nvSpPr>
          <p:spPr>
            <a:xfrm>
              <a:off x="1862529" y="3826981"/>
              <a:ext cx="84963" cy="220565"/>
            </a:xfrm>
            <a:custGeom>
              <a:rect b="b" l="l" r="r" t="t"/>
              <a:pathLst>
                <a:path extrusionOk="0" h="8489" w="3270">
                  <a:moveTo>
                    <a:pt x="1" y="0"/>
                  </a:moveTo>
                  <a:lnTo>
                    <a:pt x="1" y="2370"/>
                  </a:lnTo>
                  <a:cubicBezTo>
                    <a:pt x="1" y="2574"/>
                    <a:pt x="53" y="2775"/>
                    <a:pt x="152" y="2953"/>
                  </a:cubicBezTo>
                  <a:lnTo>
                    <a:pt x="2083" y="6427"/>
                  </a:lnTo>
                  <a:cubicBezTo>
                    <a:pt x="2496" y="7169"/>
                    <a:pt x="1957" y="8081"/>
                    <a:pt x="1108" y="8081"/>
                  </a:cubicBezTo>
                  <a:lnTo>
                    <a:pt x="1108" y="8489"/>
                  </a:lnTo>
                  <a:lnTo>
                    <a:pt x="1882" y="8489"/>
                  </a:lnTo>
                  <a:lnTo>
                    <a:pt x="1882" y="8081"/>
                  </a:lnTo>
                  <a:cubicBezTo>
                    <a:pt x="2731" y="8081"/>
                    <a:pt x="3269" y="7169"/>
                    <a:pt x="2856" y="6427"/>
                  </a:cubicBezTo>
                  <a:lnTo>
                    <a:pt x="925" y="2953"/>
                  </a:lnTo>
                  <a:cubicBezTo>
                    <a:pt x="826" y="2775"/>
                    <a:pt x="774" y="2574"/>
                    <a:pt x="774" y="2370"/>
                  </a:cubicBezTo>
                  <a:lnTo>
                    <a:pt x="7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04"/>
            <p:cNvSpPr/>
            <p:nvPr/>
          </p:nvSpPr>
          <p:spPr>
            <a:xfrm>
              <a:off x="1856891" y="3958998"/>
              <a:ext cx="44144" cy="46794"/>
            </a:xfrm>
            <a:custGeom>
              <a:rect b="b" l="l" r="r" t="t"/>
              <a:pathLst>
                <a:path extrusionOk="0" h="1801" w="1699">
                  <a:moveTo>
                    <a:pt x="1" y="1"/>
                  </a:moveTo>
                  <a:cubicBezTo>
                    <a:pt x="110" y="1"/>
                    <a:pt x="210" y="58"/>
                    <a:pt x="265" y="155"/>
                  </a:cubicBezTo>
                  <a:lnTo>
                    <a:pt x="719" y="973"/>
                  </a:lnTo>
                  <a:cubicBezTo>
                    <a:pt x="926" y="1344"/>
                    <a:pt x="657" y="1801"/>
                    <a:pt x="231" y="1801"/>
                  </a:cubicBezTo>
                  <a:lnTo>
                    <a:pt x="1004" y="1801"/>
                  </a:lnTo>
                  <a:cubicBezTo>
                    <a:pt x="1430" y="1801"/>
                    <a:pt x="1699" y="1344"/>
                    <a:pt x="1493" y="973"/>
                  </a:cubicBezTo>
                  <a:lnTo>
                    <a:pt x="1038" y="155"/>
                  </a:lnTo>
                  <a:cubicBezTo>
                    <a:pt x="986" y="58"/>
                    <a:pt x="884" y="1"/>
                    <a:pt x="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04"/>
            <p:cNvSpPr/>
            <p:nvPr/>
          </p:nvSpPr>
          <p:spPr>
            <a:xfrm>
              <a:off x="1779047" y="4210716"/>
              <a:ext cx="144800" cy="29022"/>
            </a:xfrm>
            <a:custGeom>
              <a:rect b="b" l="l" r="r" t="t"/>
              <a:pathLst>
                <a:path extrusionOk="0" h="1117" w="5573">
                  <a:moveTo>
                    <a:pt x="523" y="0"/>
                  </a:moveTo>
                  <a:cubicBezTo>
                    <a:pt x="235" y="0"/>
                    <a:pt x="0" y="236"/>
                    <a:pt x="0" y="523"/>
                  </a:cubicBezTo>
                  <a:lnTo>
                    <a:pt x="0" y="855"/>
                  </a:lnTo>
                  <a:cubicBezTo>
                    <a:pt x="0" y="998"/>
                    <a:pt x="118" y="1116"/>
                    <a:pt x="261" y="1116"/>
                  </a:cubicBezTo>
                  <a:lnTo>
                    <a:pt x="5312" y="1116"/>
                  </a:lnTo>
                  <a:cubicBezTo>
                    <a:pt x="5458" y="1116"/>
                    <a:pt x="5573" y="998"/>
                    <a:pt x="5573" y="855"/>
                  </a:cubicBezTo>
                  <a:lnTo>
                    <a:pt x="5573" y="523"/>
                  </a:lnTo>
                  <a:cubicBezTo>
                    <a:pt x="5573" y="236"/>
                    <a:pt x="5340" y="0"/>
                    <a:pt x="50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04"/>
            <p:cNvSpPr/>
            <p:nvPr/>
          </p:nvSpPr>
          <p:spPr>
            <a:xfrm>
              <a:off x="1829531" y="4094860"/>
              <a:ext cx="43677" cy="62826"/>
            </a:xfrm>
            <a:custGeom>
              <a:rect b="b" l="l" r="r" t="t"/>
              <a:pathLst>
                <a:path extrusionOk="0" h="2418" w="1681">
                  <a:moveTo>
                    <a:pt x="843" y="1"/>
                  </a:moveTo>
                  <a:cubicBezTo>
                    <a:pt x="743" y="1"/>
                    <a:pt x="642" y="55"/>
                    <a:pt x="591" y="162"/>
                  </a:cubicBezTo>
                  <a:lnTo>
                    <a:pt x="92" y="1217"/>
                  </a:lnTo>
                  <a:cubicBezTo>
                    <a:pt x="30" y="1343"/>
                    <a:pt x="1" y="1486"/>
                    <a:pt x="9" y="1638"/>
                  </a:cubicBezTo>
                  <a:cubicBezTo>
                    <a:pt x="37" y="2053"/>
                    <a:pt x="377" y="2390"/>
                    <a:pt x="790" y="2416"/>
                  </a:cubicBezTo>
                  <a:cubicBezTo>
                    <a:pt x="807" y="2417"/>
                    <a:pt x="824" y="2418"/>
                    <a:pt x="841" y="2418"/>
                  </a:cubicBezTo>
                  <a:cubicBezTo>
                    <a:pt x="1304" y="2418"/>
                    <a:pt x="1681" y="2044"/>
                    <a:pt x="1681" y="1580"/>
                  </a:cubicBezTo>
                  <a:cubicBezTo>
                    <a:pt x="1681" y="1450"/>
                    <a:pt x="1649" y="1327"/>
                    <a:pt x="1597" y="1217"/>
                  </a:cubicBezTo>
                  <a:lnTo>
                    <a:pt x="1096" y="162"/>
                  </a:lnTo>
                  <a:cubicBezTo>
                    <a:pt x="1045" y="55"/>
                    <a:pt x="944" y="1"/>
                    <a:pt x="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04"/>
            <p:cNvSpPr/>
            <p:nvPr/>
          </p:nvSpPr>
          <p:spPr>
            <a:xfrm>
              <a:off x="1808018" y="3805259"/>
              <a:ext cx="86911" cy="28996"/>
            </a:xfrm>
            <a:custGeom>
              <a:rect b="b" l="l" r="r" t="t"/>
              <a:pathLst>
                <a:path extrusionOk="0" h="1116" w="3345">
                  <a:moveTo>
                    <a:pt x="523" y="0"/>
                  </a:moveTo>
                  <a:cubicBezTo>
                    <a:pt x="233" y="0"/>
                    <a:pt x="1" y="235"/>
                    <a:pt x="1" y="523"/>
                  </a:cubicBezTo>
                  <a:lnTo>
                    <a:pt x="1" y="855"/>
                  </a:lnTo>
                  <a:cubicBezTo>
                    <a:pt x="1" y="998"/>
                    <a:pt x="116" y="1116"/>
                    <a:pt x="262" y="1116"/>
                  </a:cubicBezTo>
                  <a:lnTo>
                    <a:pt x="3084" y="1116"/>
                  </a:lnTo>
                  <a:cubicBezTo>
                    <a:pt x="3227" y="1116"/>
                    <a:pt x="3345" y="998"/>
                    <a:pt x="3345" y="855"/>
                  </a:cubicBezTo>
                  <a:lnTo>
                    <a:pt x="3345" y="523"/>
                  </a:lnTo>
                  <a:cubicBezTo>
                    <a:pt x="3345" y="235"/>
                    <a:pt x="3110" y="0"/>
                    <a:pt x="2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04"/>
            <p:cNvSpPr/>
            <p:nvPr/>
          </p:nvSpPr>
          <p:spPr>
            <a:xfrm>
              <a:off x="1860840" y="3805259"/>
              <a:ext cx="34089" cy="28996"/>
            </a:xfrm>
            <a:custGeom>
              <a:rect b="b" l="l" r="r" t="t"/>
              <a:pathLst>
                <a:path extrusionOk="0" h="1116" w="1312">
                  <a:moveTo>
                    <a:pt x="0" y="0"/>
                  </a:moveTo>
                  <a:cubicBezTo>
                    <a:pt x="296" y="0"/>
                    <a:pt x="539" y="241"/>
                    <a:pt x="539" y="538"/>
                  </a:cubicBezTo>
                  <a:lnTo>
                    <a:pt x="539" y="847"/>
                  </a:lnTo>
                  <a:cubicBezTo>
                    <a:pt x="539" y="996"/>
                    <a:pt x="416" y="1116"/>
                    <a:pt x="269" y="1116"/>
                  </a:cubicBezTo>
                  <a:lnTo>
                    <a:pt x="1043" y="1116"/>
                  </a:lnTo>
                  <a:cubicBezTo>
                    <a:pt x="1192" y="1116"/>
                    <a:pt x="1312" y="996"/>
                    <a:pt x="1312" y="847"/>
                  </a:cubicBezTo>
                  <a:lnTo>
                    <a:pt x="1312" y="538"/>
                  </a:lnTo>
                  <a:cubicBezTo>
                    <a:pt x="1312" y="241"/>
                    <a:pt x="1069"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04"/>
            <p:cNvSpPr/>
            <p:nvPr/>
          </p:nvSpPr>
          <p:spPr>
            <a:xfrm>
              <a:off x="1706608" y="4036945"/>
              <a:ext cx="289679" cy="28996"/>
            </a:xfrm>
            <a:custGeom>
              <a:rect b="b" l="l" r="r" t="t"/>
              <a:pathLst>
                <a:path extrusionOk="0" h="1116" w="11149">
                  <a:moveTo>
                    <a:pt x="262" y="0"/>
                  </a:moveTo>
                  <a:cubicBezTo>
                    <a:pt x="118" y="0"/>
                    <a:pt x="0" y="118"/>
                    <a:pt x="0" y="261"/>
                  </a:cubicBezTo>
                  <a:lnTo>
                    <a:pt x="0" y="854"/>
                  </a:lnTo>
                  <a:cubicBezTo>
                    <a:pt x="0" y="998"/>
                    <a:pt x="118" y="1116"/>
                    <a:pt x="262" y="1116"/>
                  </a:cubicBezTo>
                  <a:lnTo>
                    <a:pt x="10887" y="1116"/>
                  </a:lnTo>
                  <a:cubicBezTo>
                    <a:pt x="11031" y="1116"/>
                    <a:pt x="11149" y="998"/>
                    <a:pt x="11149" y="854"/>
                  </a:cubicBezTo>
                  <a:lnTo>
                    <a:pt x="11149" y="261"/>
                  </a:lnTo>
                  <a:cubicBezTo>
                    <a:pt x="11149" y="118"/>
                    <a:pt x="11031" y="0"/>
                    <a:pt x="108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04"/>
            <p:cNvSpPr/>
            <p:nvPr/>
          </p:nvSpPr>
          <p:spPr>
            <a:xfrm>
              <a:off x="1969187" y="4036945"/>
              <a:ext cx="27100" cy="28996"/>
            </a:xfrm>
            <a:custGeom>
              <a:rect b="b" l="l" r="r" t="t"/>
              <a:pathLst>
                <a:path extrusionOk="0" h="1116" w="1043">
                  <a:moveTo>
                    <a:pt x="0" y="0"/>
                  </a:moveTo>
                  <a:cubicBezTo>
                    <a:pt x="149" y="0"/>
                    <a:pt x="269" y="123"/>
                    <a:pt x="269" y="269"/>
                  </a:cubicBezTo>
                  <a:lnTo>
                    <a:pt x="269" y="847"/>
                  </a:lnTo>
                  <a:cubicBezTo>
                    <a:pt x="269" y="996"/>
                    <a:pt x="149" y="1116"/>
                    <a:pt x="0" y="1116"/>
                  </a:cubicBezTo>
                  <a:lnTo>
                    <a:pt x="773" y="1116"/>
                  </a:lnTo>
                  <a:cubicBezTo>
                    <a:pt x="922" y="1116"/>
                    <a:pt x="1043" y="996"/>
                    <a:pt x="1043" y="847"/>
                  </a:cubicBezTo>
                  <a:lnTo>
                    <a:pt x="1043" y="269"/>
                  </a:lnTo>
                  <a:cubicBezTo>
                    <a:pt x="1043" y="123"/>
                    <a:pt x="922" y="0"/>
                    <a:pt x="7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04"/>
            <p:cNvSpPr/>
            <p:nvPr/>
          </p:nvSpPr>
          <p:spPr>
            <a:xfrm>
              <a:off x="1841431" y="4094860"/>
              <a:ext cx="31777" cy="62826"/>
            </a:xfrm>
            <a:custGeom>
              <a:rect b="b" l="l" r="r" t="t"/>
              <a:pathLst>
                <a:path extrusionOk="0" h="2418" w="1223">
                  <a:moveTo>
                    <a:pt x="385" y="1"/>
                  </a:moveTo>
                  <a:cubicBezTo>
                    <a:pt x="285" y="1"/>
                    <a:pt x="184" y="55"/>
                    <a:pt x="133" y="162"/>
                  </a:cubicBezTo>
                  <a:lnTo>
                    <a:pt x="0" y="446"/>
                  </a:lnTo>
                  <a:lnTo>
                    <a:pt x="366" y="1217"/>
                  </a:lnTo>
                  <a:cubicBezTo>
                    <a:pt x="418" y="1327"/>
                    <a:pt x="449" y="1450"/>
                    <a:pt x="449" y="1580"/>
                  </a:cubicBezTo>
                  <a:cubicBezTo>
                    <a:pt x="449" y="1902"/>
                    <a:pt x="267" y="2181"/>
                    <a:pt x="0" y="2322"/>
                  </a:cubicBezTo>
                  <a:cubicBezTo>
                    <a:pt x="102" y="2375"/>
                    <a:pt x="214" y="2409"/>
                    <a:pt x="332" y="2416"/>
                  </a:cubicBezTo>
                  <a:cubicBezTo>
                    <a:pt x="349" y="2417"/>
                    <a:pt x="366" y="2418"/>
                    <a:pt x="383" y="2418"/>
                  </a:cubicBezTo>
                  <a:cubicBezTo>
                    <a:pt x="846" y="2418"/>
                    <a:pt x="1223" y="2044"/>
                    <a:pt x="1223" y="1580"/>
                  </a:cubicBezTo>
                  <a:cubicBezTo>
                    <a:pt x="1223" y="1450"/>
                    <a:pt x="1191" y="1327"/>
                    <a:pt x="1139" y="1217"/>
                  </a:cubicBezTo>
                  <a:lnTo>
                    <a:pt x="638" y="162"/>
                  </a:lnTo>
                  <a:cubicBezTo>
                    <a:pt x="587" y="55"/>
                    <a:pt x="486" y="1"/>
                    <a:pt x="3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04"/>
            <p:cNvSpPr/>
            <p:nvPr/>
          </p:nvSpPr>
          <p:spPr>
            <a:xfrm>
              <a:off x="1889759" y="4210716"/>
              <a:ext cx="34089" cy="29022"/>
            </a:xfrm>
            <a:custGeom>
              <a:rect b="b" l="l" r="r" t="t"/>
              <a:pathLst>
                <a:path extrusionOk="0" h="1117" w="1312">
                  <a:moveTo>
                    <a:pt x="0" y="0"/>
                  </a:moveTo>
                  <a:cubicBezTo>
                    <a:pt x="298" y="0"/>
                    <a:pt x="538" y="243"/>
                    <a:pt x="538" y="539"/>
                  </a:cubicBezTo>
                  <a:lnTo>
                    <a:pt x="538" y="847"/>
                  </a:lnTo>
                  <a:cubicBezTo>
                    <a:pt x="538" y="996"/>
                    <a:pt x="418" y="1116"/>
                    <a:pt x="269" y="1116"/>
                  </a:cubicBezTo>
                  <a:lnTo>
                    <a:pt x="1043" y="1116"/>
                  </a:lnTo>
                  <a:cubicBezTo>
                    <a:pt x="1192" y="1116"/>
                    <a:pt x="1312" y="996"/>
                    <a:pt x="1312" y="847"/>
                  </a:cubicBezTo>
                  <a:lnTo>
                    <a:pt x="1312" y="539"/>
                  </a:lnTo>
                  <a:cubicBezTo>
                    <a:pt x="1312" y="243"/>
                    <a:pt x="1071"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104"/>
          <p:cNvGrpSpPr/>
          <p:nvPr/>
        </p:nvGrpSpPr>
        <p:grpSpPr>
          <a:xfrm>
            <a:off x="981558" y="3495709"/>
            <a:ext cx="362040" cy="434479"/>
            <a:chOff x="2444095" y="3805259"/>
            <a:chExt cx="362040" cy="434479"/>
          </a:xfrm>
        </p:grpSpPr>
        <p:sp>
          <p:nvSpPr>
            <p:cNvPr id="7965" name="Google Shape;7965;p104"/>
            <p:cNvSpPr/>
            <p:nvPr/>
          </p:nvSpPr>
          <p:spPr>
            <a:xfrm>
              <a:off x="2444095" y="3805259"/>
              <a:ext cx="260682" cy="434479"/>
            </a:xfrm>
            <a:custGeom>
              <a:rect b="b" l="l" r="r" t="t"/>
              <a:pathLst>
                <a:path extrusionOk="0" h="16722" w="10033">
                  <a:moveTo>
                    <a:pt x="1113" y="0"/>
                  </a:moveTo>
                  <a:cubicBezTo>
                    <a:pt x="499" y="0"/>
                    <a:pt x="0" y="499"/>
                    <a:pt x="0" y="1116"/>
                  </a:cubicBezTo>
                  <a:lnTo>
                    <a:pt x="0" y="15605"/>
                  </a:lnTo>
                  <a:cubicBezTo>
                    <a:pt x="0" y="16222"/>
                    <a:pt x="499" y="16721"/>
                    <a:pt x="1113" y="16721"/>
                  </a:cubicBezTo>
                  <a:lnTo>
                    <a:pt x="4457" y="16721"/>
                  </a:lnTo>
                  <a:lnTo>
                    <a:pt x="5016" y="16165"/>
                  </a:lnTo>
                  <a:lnTo>
                    <a:pt x="5573" y="16721"/>
                  </a:lnTo>
                  <a:lnTo>
                    <a:pt x="8917" y="16721"/>
                  </a:lnTo>
                  <a:cubicBezTo>
                    <a:pt x="9534" y="16721"/>
                    <a:pt x="10033" y="16222"/>
                    <a:pt x="10033" y="15605"/>
                  </a:cubicBezTo>
                  <a:lnTo>
                    <a:pt x="10033" y="1116"/>
                  </a:lnTo>
                  <a:cubicBezTo>
                    <a:pt x="10033" y="499"/>
                    <a:pt x="9534" y="0"/>
                    <a:pt x="8917" y="0"/>
                  </a:cubicBezTo>
                  <a:lnTo>
                    <a:pt x="5573" y="0"/>
                  </a:lnTo>
                  <a:lnTo>
                    <a:pt x="5016" y="557"/>
                  </a:lnTo>
                  <a:lnTo>
                    <a:pt x="44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04"/>
            <p:cNvSpPr/>
            <p:nvPr/>
          </p:nvSpPr>
          <p:spPr>
            <a:xfrm>
              <a:off x="2598509" y="3834126"/>
              <a:ext cx="82235" cy="72491"/>
            </a:xfrm>
            <a:custGeom>
              <a:rect b="b" l="l" r="r" t="t"/>
              <a:pathLst>
                <a:path extrusionOk="0" h="2790" w="3165">
                  <a:moveTo>
                    <a:pt x="1580" y="0"/>
                  </a:moveTo>
                  <a:cubicBezTo>
                    <a:pt x="1403" y="0"/>
                    <a:pt x="1223" y="34"/>
                    <a:pt x="1049" y="107"/>
                  </a:cubicBezTo>
                  <a:cubicBezTo>
                    <a:pt x="338" y="402"/>
                    <a:pt x="1" y="1217"/>
                    <a:pt x="296" y="1928"/>
                  </a:cubicBezTo>
                  <a:cubicBezTo>
                    <a:pt x="517" y="2466"/>
                    <a:pt x="1036" y="2790"/>
                    <a:pt x="1583" y="2790"/>
                  </a:cubicBezTo>
                  <a:cubicBezTo>
                    <a:pt x="1761" y="2790"/>
                    <a:pt x="1943" y="2755"/>
                    <a:pt x="2117" y="2683"/>
                  </a:cubicBezTo>
                  <a:cubicBezTo>
                    <a:pt x="2828" y="2388"/>
                    <a:pt x="3165" y="1572"/>
                    <a:pt x="2870" y="862"/>
                  </a:cubicBezTo>
                  <a:cubicBezTo>
                    <a:pt x="2647" y="325"/>
                    <a:pt x="2127" y="0"/>
                    <a:pt x="1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04"/>
            <p:cNvSpPr/>
            <p:nvPr/>
          </p:nvSpPr>
          <p:spPr>
            <a:xfrm>
              <a:off x="2469402" y="3834282"/>
              <a:ext cx="79714" cy="72413"/>
            </a:xfrm>
            <a:custGeom>
              <a:rect b="b" l="l" r="r" t="t"/>
              <a:pathLst>
                <a:path extrusionOk="0" h="2787" w="3068">
                  <a:moveTo>
                    <a:pt x="1532" y="0"/>
                  </a:moveTo>
                  <a:cubicBezTo>
                    <a:pt x="901" y="0"/>
                    <a:pt x="330" y="431"/>
                    <a:pt x="178" y="1073"/>
                  </a:cubicBezTo>
                  <a:cubicBezTo>
                    <a:pt x="1" y="1822"/>
                    <a:pt x="466" y="2572"/>
                    <a:pt x="1213" y="2750"/>
                  </a:cubicBezTo>
                  <a:cubicBezTo>
                    <a:pt x="1320" y="2775"/>
                    <a:pt x="1427" y="2787"/>
                    <a:pt x="1533" y="2787"/>
                  </a:cubicBezTo>
                  <a:cubicBezTo>
                    <a:pt x="2165" y="2787"/>
                    <a:pt x="2738" y="2355"/>
                    <a:pt x="2890" y="1713"/>
                  </a:cubicBezTo>
                  <a:cubicBezTo>
                    <a:pt x="3068" y="965"/>
                    <a:pt x="2603" y="216"/>
                    <a:pt x="1856" y="38"/>
                  </a:cubicBezTo>
                  <a:cubicBezTo>
                    <a:pt x="1747" y="12"/>
                    <a:pt x="1639"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04"/>
            <p:cNvSpPr/>
            <p:nvPr/>
          </p:nvSpPr>
          <p:spPr>
            <a:xfrm>
              <a:off x="2599731" y="3935692"/>
              <a:ext cx="79740" cy="72439"/>
            </a:xfrm>
            <a:custGeom>
              <a:rect b="b" l="l" r="r" t="t"/>
              <a:pathLst>
                <a:path extrusionOk="0" h="2788" w="3069">
                  <a:moveTo>
                    <a:pt x="1534" y="0"/>
                  </a:moveTo>
                  <a:cubicBezTo>
                    <a:pt x="902" y="0"/>
                    <a:pt x="331" y="433"/>
                    <a:pt x="179" y="1073"/>
                  </a:cubicBezTo>
                  <a:cubicBezTo>
                    <a:pt x="1" y="1823"/>
                    <a:pt x="466" y="2573"/>
                    <a:pt x="1213" y="2750"/>
                  </a:cubicBezTo>
                  <a:cubicBezTo>
                    <a:pt x="1321" y="2776"/>
                    <a:pt x="1429" y="2788"/>
                    <a:pt x="1535" y="2788"/>
                  </a:cubicBezTo>
                  <a:cubicBezTo>
                    <a:pt x="2167" y="2788"/>
                    <a:pt x="2738" y="2355"/>
                    <a:pt x="2891" y="1716"/>
                  </a:cubicBezTo>
                  <a:cubicBezTo>
                    <a:pt x="3068" y="966"/>
                    <a:pt x="2603" y="216"/>
                    <a:pt x="1856" y="38"/>
                  </a:cubicBezTo>
                  <a:cubicBezTo>
                    <a:pt x="1748" y="13"/>
                    <a:pt x="1640" y="0"/>
                    <a:pt x="1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04"/>
            <p:cNvSpPr/>
            <p:nvPr/>
          </p:nvSpPr>
          <p:spPr>
            <a:xfrm>
              <a:off x="2470286" y="3935588"/>
              <a:ext cx="77896" cy="72439"/>
            </a:xfrm>
            <a:custGeom>
              <a:rect b="b" l="l" r="r" t="t"/>
              <a:pathLst>
                <a:path extrusionOk="0" h="2788" w="2998">
                  <a:moveTo>
                    <a:pt x="1498" y="1"/>
                  </a:moveTo>
                  <a:cubicBezTo>
                    <a:pt x="826" y="1"/>
                    <a:pt x="234" y="486"/>
                    <a:pt x="123" y="1171"/>
                  </a:cubicBezTo>
                  <a:cubicBezTo>
                    <a:pt x="1" y="1931"/>
                    <a:pt x="515" y="2644"/>
                    <a:pt x="1276" y="2770"/>
                  </a:cubicBezTo>
                  <a:cubicBezTo>
                    <a:pt x="1351" y="2782"/>
                    <a:pt x="1426" y="2788"/>
                    <a:pt x="1499" y="2788"/>
                  </a:cubicBezTo>
                  <a:cubicBezTo>
                    <a:pt x="2171" y="2788"/>
                    <a:pt x="2762" y="2300"/>
                    <a:pt x="2875" y="1615"/>
                  </a:cubicBezTo>
                  <a:cubicBezTo>
                    <a:pt x="2997" y="857"/>
                    <a:pt x="2480" y="142"/>
                    <a:pt x="1722" y="19"/>
                  </a:cubicBezTo>
                  <a:cubicBezTo>
                    <a:pt x="1647" y="7"/>
                    <a:pt x="1572" y="1"/>
                    <a:pt x="1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04"/>
            <p:cNvSpPr/>
            <p:nvPr/>
          </p:nvSpPr>
          <p:spPr>
            <a:xfrm>
              <a:off x="2600562" y="4036997"/>
              <a:ext cx="77870" cy="72413"/>
            </a:xfrm>
            <a:custGeom>
              <a:rect b="b" l="l" r="r" t="t"/>
              <a:pathLst>
                <a:path extrusionOk="0" h="2787" w="2997">
                  <a:moveTo>
                    <a:pt x="1500" y="1"/>
                  </a:moveTo>
                  <a:cubicBezTo>
                    <a:pt x="1426" y="1"/>
                    <a:pt x="1351" y="7"/>
                    <a:pt x="1275" y="19"/>
                  </a:cubicBezTo>
                  <a:cubicBezTo>
                    <a:pt x="518" y="142"/>
                    <a:pt x="0" y="858"/>
                    <a:pt x="123" y="1615"/>
                  </a:cubicBezTo>
                  <a:cubicBezTo>
                    <a:pt x="233" y="2299"/>
                    <a:pt x="824" y="2786"/>
                    <a:pt x="1494" y="2786"/>
                  </a:cubicBezTo>
                  <a:cubicBezTo>
                    <a:pt x="1569" y="2786"/>
                    <a:pt x="1645" y="2780"/>
                    <a:pt x="1722" y="2767"/>
                  </a:cubicBezTo>
                  <a:cubicBezTo>
                    <a:pt x="2482" y="2645"/>
                    <a:pt x="2997" y="1929"/>
                    <a:pt x="2874" y="1171"/>
                  </a:cubicBezTo>
                  <a:cubicBezTo>
                    <a:pt x="2764" y="486"/>
                    <a:pt x="2172" y="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04"/>
            <p:cNvSpPr/>
            <p:nvPr/>
          </p:nvSpPr>
          <p:spPr>
            <a:xfrm>
              <a:off x="2470286" y="4036945"/>
              <a:ext cx="77896" cy="72439"/>
            </a:xfrm>
            <a:custGeom>
              <a:rect b="b" l="l" r="r" t="t"/>
              <a:pathLst>
                <a:path extrusionOk="0" h="2788" w="2998">
                  <a:moveTo>
                    <a:pt x="1496" y="0"/>
                  </a:moveTo>
                  <a:cubicBezTo>
                    <a:pt x="826" y="0"/>
                    <a:pt x="234" y="486"/>
                    <a:pt x="123" y="1171"/>
                  </a:cubicBezTo>
                  <a:cubicBezTo>
                    <a:pt x="1" y="1931"/>
                    <a:pt x="515" y="2644"/>
                    <a:pt x="1276" y="2769"/>
                  </a:cubicBezTo>
                  <a:cubicBezTo>
                    <a:pt x="1351" y="2782"/>
                    <a:pt x="1425" y="2788"/>
                    <a:pt x="1499" y="2788"/>
                  </a:cubicBezTo>
                  <a:cubicBezTo>
                    <a:pt x="2169" y="2788"/>
                    <a:pt x="2761" y="2300"/>
                    <a:pt x="2872" y="1617"/>
                  </a:cubicBezTo>
                  <a:cubicBezTo>
                    <a:pt x="2997" y="857"/>
                    <a:pt x="2480" y="141"/>
                    <a:pt x="1720" y="18"/>
                  </a:cubicBezTo>
                  <a:cubicBezTo>
                    <a:pt x="1644" y="6"/>
                    <a:pt x="1570" y="0"/>
                    <a:pt x="1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04"/>
            <p:cNvSpPr/>
            <p:nvPr/>
          </p:nvSpPr>
          <p:spPr>
            <a:xfrm>
              <a:off x="2598587" y="4138277"/>
              <a:ext cx="82235" cy="72491"/>
            </a:xfrm>
            <a:custGeom>
              <a:rect b="b" l="l" r="r" t="t"/>
              <a:pathLst>
                <a:path extrusionOk="0" h="2790" w="3165">
                  <a:moveTo>
                    <a:pt x="1585" y="1"/>
                  </a:moveTo>
                  <a:cubicBezTo>
                    <a:pt x="1406" y="1"/>
                    <a:pt x="1225" y="35"/>
                    <a:pt x="1051" y="108"/>
                  </a:cubicBezTo>
                  <a:cubicBezTo>
                    <a:pt x="338" y="403"/>
                    <a:pt x="1" y="1218"/>
                    <a:pt x="296" y="1929"/>
                  </a:cubicBezTo>
                  <a:cubicBezTo>
                    <a:pt x="519" y="2466"/>
                    <a:pt x="1039" y="2789"/>
                    <a:pt x="1586" y="2789"/>
                  </a:cubicBezTo>
                  <a:cubicBezTo>
                    <a:pt x="1763" y="2789"/>
                    <a:pt x="1943" y="2755"/>
                    <a:pt x="2117" y="2684"/>
                  </a:cubicBezTo>
                  <a:cubicBezTo>
                    <a:pt x="2827" y="2389"/>
                    <a:pt x="3164" y="1574"/>
                    <a:pt x="2872" y="860"/>
                  </a:cubicBezTo>
                  <a:cubicBezTo>
                    <a:pt x="2649" y="324"/>
                    <a:pt x="2131" y="1"/>
                    <a:pt x="1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04"/>
            <p:cNvSpPr/>
            <p:nvPr/>
          </p:nvSpPr>
          <p:spPr>
            <a:xfrm>
              <a:off x="2469480" y="4138303"/>
              <a:ext cx="79454" cy="72439"/>
            </a:xfrm>
            <a:custGeom>
              <a:rect b="b" l="l" r="r" t="t"/>
              <a:pathLst>
                <a:path extrusionOk="0" h="2788" w="3058">
                  <a:moveTo>
                    <a:pt x="1529" y="0"/>
                  </a:moveTo>
                  <a:cubicBezTo>
                    <a:pt x="1172" y="0"/>
                    <a:pt x="815" y="137"/>
                    <a:pt x="544" y="410"/>
                  </a:cubicBezTo>
                  <a:cubicBezTo>
                    <a:pt x="0" y="953"/>
                    <a:pt x="0" y="1836"/>
                    <a:pt x="544" y="2380"/>
                  </a:cubicBezTo>
                  <a:cubicBezTo>
                    <a:pt x="815" y="2652"/>
                    <a:pt x="1172" y="2787"/>
                    <a:pt x="1529" y="2787"/>
                  </a:cubicBezTo>
                  <a:cubicBezTo>
                    <a:pt x="1885" y="2787"/>
                    <a:pt x="2242" y="2652"/>
                    <a:pt x="2514" y="2380"/>
                  </a:cubicBezTo>
                  <a:cubicBezTo>
                    <a:pt x="3057" y="1836"/>
                    <a:pt x="3057" y="953"/>
                    <a:pt x="2514" y="410"/>
                  </a:cubicBezTo>
                  <a:cubicBezTo>
                    <a:pt x="2242" y="137"/>
                    <a:pt x="1885" y="0"/>
                    <a:pt x="1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04"/>
            <p:cNvSpPr/>
            <p:nvPr/>
          </p:nvSpPr>
          <p:spPr>
            <a:xfrm>
              <a:off x="2556963" y="3903681"/>
              <a:ext cx="34869" cy="34843"/>
            </a:xfrm>
            <a:custGeom>
              <a:rect b="b" l="l" r="r" t="t"/>
              <a:pathLst>
                <a:path extrusionOk="0" h="1341" w="1342">
                  <a:moveTo>
                    <a:pt x="672" y="1"/>
                  </a:moveTo>
                  <a:cubicBezTo>
                    <a:pt x="531" y="1"/>
                    <a:pt x="419" y="113"/>
                    <a:pt x="419" y="254"/>
                  </a:cubicBezTo>
                  <a:lnTo>
                    <a:pt x="419" y="419"/>
                  </a:lnTo>
                  <a:lnTo>
                    <a:pt x="254" y="419"/>
                  </a:lnTo>
                  <a:cubicBezTo>
                    <a:pt x="113" y="419"/>
                    <a:pt x="1" y="531"/>
                    <a:pt x="1" y="672"/>
                  </a:cubicBezTo>
                  <a:cubicBezTo>
                    <a:pt x="1" y="810"/>
                    <a:pt x="113" y="923"/>
                    <a:pt x="254" y="923"/>
                  </a:cubicBezTo>
                  <a:lnTo>
                    <a:pt x="419" y="923"/>
                  </a:lnTo>
                  <a:lnTo>
                    <a:pt x="419" y="1090"/>
                  </a:lnTo>
                  <a:cubicBezTo>
                    <a:pt x="419" y="1228"/>
                    <a:pt x="531" y="1341"/>
                    <a:pt x="672" y="1341"/>
                  </a:cubicBezTo>
                  <a:cubicBezTo>
                    <a:pt x="811" y="1341"/>
                    <a:pt x="923" y="1228"/>
                    <a:pt x="923" y="1090"/>
                  </a:cubicBezTo>
                  <a:lnTo>
                    <a:pt x="923" y="923"/>
                  </a:lnTo>
                  <a:lnTo>
                    <a:pt x="1090" y="923"/>
                  </a:lnTo>
                  <a:cubicBezTo>
                    <a:pt x="1229" y="923"/>
                    <a:pt x="1341" y="810"/>
                    <a:pt x="1341" y="672"/>
                  </a:cubicBezTo>
                  <a:cubicBezTo>
                    <a:pt x="1341" y="531"/>
                    <a:pt x="1229" y="419"/>
                    <a:pt x="1090" y="419"/>
                  </a:cubicBezTo>
                  <a:lnTo>
                    <a:pt x="923" y="419"/>
                  </a:lnTo>
                  <a:lnTo>
                    <a:pt x="923" y="254"/>
                  </a:lnTo>
                  <a:cubicBezTo>
                    <a:pt x="923" y="113"/>
                    <a:pt x="811"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04"/>
            <p:cNvSpPr/>
            <p:nvPr/>
          </p:nvSpPr>
          <p:spPr>
            <a:xfrm>
              <a:off x="2556963" y="4005091"/>
              <a:ext cx="34869" cy="34869"/>
            </a:xfrm>
            <a:custGeom>
              <a:rect b="b" l="l" r="r" t="t"/>
              <a:pathLst>
                <a:path extrusionOk="0" h="1342" w="1342">
                  <a:moveTo>
                    <a:pt x="672" y="1"/>
                  </a:moveTo>
                  <a:cubicBezTo>
                    <a:pt x="531" y="1"/>
                    <a:pt x="419" y="113"/>
                    <a:pt x="419" y="252"/>
                  </a:cubicBezTo>
                  <a:lnTo>
                    <a:pt x="419" y="419"/>
                  </a:lnTo>
                  <a:lnTo>
                    <a:pt x="254" y="419"/>
                  </a:lnTo>
                  <a:cubicBezTo>
                    <a:pt x="113" y="419"/>
                    <a:pt x="1" y="531"/>
                    <a:pt x="1" y="670"/>
                  </a:cubicBezTo>
                  <a:cubicBezTo>
                    <a:pt x="1" y="808"/>
                    <a:pt x="113" y="923"/>
                    <a:pt x="254" y="923"/>
                  </a:cubicBezTo>
                  <a:lnTo>
                    <a:pt x="419" y="923"/>
                  </a:lnTo>
                  <a:lnTo>
                    <a:pt x="419" y="1088"/>
                  </a:lnTo>
                  <a:cubicBezTo>
                    <a:pt x="419" y="1226"/>
                    <a:pt x="531" y="1341"/>
                    <a:pt x="672" y="1341"/>
                  </a:cubicBezTo>
                  <a:cubicBezTo>
                    <a:pt x="811" y="1341"/>
                    <a:pt x="923" y="1226"/>
                    <a:pt x="923" y="1088"/>
                  </a:cubicBezTo>
                  <a:lnTo>
                    <a:pt x="923" y="923"/>
                  </a:lnTo>
                  <a:lnTo>
                    <a:pt x="1090" y="923"/>
                  </a:lnTo>
                  <a:cubicBezTo>
                    <a:pt x="1229" y="923"/>
                    <a:pt x="1341" y="808"/>
                    <a:pt x="1341" y="670"/>
                  </a:cubicBezTo>
                  <a:cubicBezTo>
                    <a:pt x="1341" y="531"/>
                    <a:pt x="1229" y="419"/>
                    <a:pt x="1090" y="419"/>
                  </a:cubicBezTo>
                  <a:lnTo>
                    <a:pt x="923" y="419"/>
                  </a:lnTo>
                  <a:lnTo>
                    <a:pt x="923" y="252"/>
                  </a:lnTo>
                  <a:cubicBezTo>
                    <a:pt x="923" y="113"/>
                    <a:pt x="811"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04"/>
            <p:cNvSpPr/>
            <p:nvPr/>
          </p:nvSpPr>
          <p:spPr>
            <a:xfrm>
              <a:off x="2556963" y="4106449"/>
              <a:ext cx="34869" cy="34843"/>
            </a:xfrm>
            <a:custGeom>
              <a:rect b="b" l="l" r="r" t="t"/>
              <a:pathLst>
                <a:path extrusionOk="0" h="1341" w="1342">
                  <a:moveTo>
                    <a:pt x="672" y="0"/>
                  </a:moveTo>
                  <a:cubicBezTo>
                    <a:pt x="531" y="0"/>
                    <a:pt x="419" y="113"/>
                    <a:pt x="419" y="251"/>
                  </a:cubicBezTo>
                  <a:lnTo>
                    <a:pt x="419" y="418"/>
                  </a:lnTo>
                  <a:lnTo>
                    <a:pt x="254" y="418"/>
                  </a:lnTo>
                  <a:cubicBezTo>
                    <a:pt x="113" y="418"/>
                    <a:pt x="1" y="531"/>
                    <a:pt x="1" y="669"/>
                  </a:cubicBezTo>
                  <a:cubicBezTo>
                    <a:pt x="1" y="810"/>
                    <a:pt x="113" y="923"/>
                    <a:pt x="254" y="923"/>
                  </a:cubicBezTo>
                  <a:lnTo>
                    <a:pt x="419" y="923"/>
                  </a:lnTo>
                  <a:lnTo>
                    <a:pt x="419" y="1087"/>
                  </a:lnTo>
                  <a:cubicBezTo>
                    <a:pt x="419" y="1228"/>
                    <a:pt x="531" y="1341"/>
                    <a:pt x="672" y="1341"/>
                  </a:cubicBezTo>
                  <a:cubicBezTo>
                    <a:pt x="811" y="1341"/>
                    <a:pt x="923" y="1228"/>
                    <a:pt x="923" y="1087"/>
                  </a:cubicBezTo>
                  <a:lnTo>
                    <a:pt x="923" y="923"/>
                  </a:lnTo>
                  <a:lnTo>
                    <a:pt x="1090" y="923"/>
                  </a:lnTo>
                  <a:cubicBezTo>
                    <a:pt x="1229" y="923"/>
                    <a:pt x="1341" y="810"/>
                    <a:pt x="1341" y="669"/>
                  </a:cubicBezTo>
                  <a:cubicBezTo>
                    <a:pt x="1341" y="531"/>
                    <a:pt x="1229" y="418"/>
                    <a:pt x="1090" y="418"/>
                  </a:cubicBezTo>
                  <a:lnTo>
                    <a:pt x="923" y="418"/>
                  </a:lnTo>
                  <a:lnTo>
                    <a:pt x="923" y="251"/>
                  </a:lnTo>
                  <a:cubicBezTo>
                    <a:pt x="923" y="113"/>
                    <a:pt x="811"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04"/>
            <p:cNvSpPr/>
            <p:nvPr/>
          </p:nvSpPr>
          <p:spPr>
            <a:xfrm>
              <a:off x="2755392" y="3944889"/>
              <a:ext cx="29022" cy="294849"/>
            </a:xfrm>
            <a:custGeom>
              <a:rect b="b" l="l" r="r" t="t"/>
              <a:pathLst>
                <a:path extrusionOk="0" h="11348" w="1117">
                  <a:moveTo>
                    <a:pt x="1" y="0"/>
                  </a:moveTo>
                  <a:lnTo>
                    <a:pt x="1" y="9422"/>
                  </a:lnTo>
                  <a:lnTo>
                    <a:pt x="131" y="9675"/>
                  </a:lnTo>
                  <a:lnTo>
                    <a:pt x="1" y="9928"/>
                  </a:lnTo>
                  <a:lnTo>
                    <a:pt x="1" y="10791"/>
                  </a:lnTo>
                  <a:cubicBezTo>
                    <a:pt x="1" y="11099"/>
                    <a:pt x="252" y="11347"/>
                    <a:pt x="560" y="11347"/>
                  </a:cubicBezTo>
                  <a:cubicBezTo>
                    <a:pt x="868" y="11347"/>
                    <a:pt x="1116" y="11099"/>
                    <a:pt x="1116" y="10791"/>
                  </a:cubicBezTo>
                  <a:lnTo>
                    <a:pt x="1116" y="9928"/>
                  </a:lnTo>
                  <a:lnTo>
                    <a:pt x="952" y="9675"/>
                  </a:lnTo>
                  <a:lnTo>
                    <a:pt x="1116" y="9422"/>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04"/>
            <p:cNvSpPr/>
            <p:nvPr/>
          </p:nvSpPr>
          <p:spPr>
            <a:xfrm>
              <a:off x="2759887" y="3944889"/>
              <a:ext cx="24527" cy="294849"/>
            </a:xfrm>
            <a:custGeom>
              <a:rect b="b" l="l" r="r" t="t"/>
              <a:pathLst>
                <a:path extrusionOk="0" h="11348" w="944">
                  <a:moveTo>
                    <a:pt x="170" y="0"/>
                  </a:moveTo>
                  <a:lnTo>
                    <a:pt x="170" y="10791"/>
                  </a:lnTo>
                  <a:cubicBezTo>
                    <a:pt x="170" y="10947"/>
                    <a:pt x="105" y="11088"/>
                    <a:pt x="0" y="11190"/>
                  </a:cubicBezTo>
                  <a:cubicBezTo>
                    <a:pt x="99" y="11287"/>
                    <a:pt x="235" y="11347"/>
                    <a:pt x="387" y="11347"/>
                  </a:cubicBezTo>
                  <a:cubicBezTo>
                    <a:pt x="695" y="11347"/>
                    <a:pt x="943" y="11099"/>
                    <a:pt x="943" y="10791"/>
                  </a:cubicBezTo>
                  <a:lnTo>
                    <a:pt x="943" y="9928"/>
                  </a:lnTo>
                  <a:lnTo>
                    <a:pt x="779" y="9675"/>
                  </a:lnTo>
                  <a:lnTo>
                    <a:pt x="943" y="9422"/>
                  </a:lnTo>
                  <a:lnTo>
                    <a:pt x="9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04"/>
            <p:cNvSpPr/>
            <p:nvPr/>
          </p:nvSpPr>
          <p:spPr>
            <a:xfrm>
              <a:off x="2755392" y="4189671"/>
              <a:ext cx="29022" cy="13199"/>
            </a:xfrm>
            <a:custGeom>
              <a:rect b="b" l="l" r="r" t="t"/>
              <a:pathLst>
                <a:path extrusionOk="0" h="508" w="1117">
                  <a:moveTo>
                    <a:pt x="1" y="1"/>
                  </a:moveTo>
                  <a:lnTo>
                    <a:pt x="1" y="507"/>
                  </a:lnTo>
                  <a:lnTo>
                    <a:pt x="1116" y="507"/>
                  </a:ln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04"/>
            <p:cNvSpPr/>
            <p:nvPr/>
          </p:nvSpPr>
          <p:spPr>
            <a:xfrm>
              <a:off x="2748195" y="3915633"/>
              <a:ext cx="43469" cy="38116"/>
            </a:xfrm>
            <a:custGeom>
              <a:rect b="b" l="l" r="r" t="t"/>
              <a:pathLst>
                <a:path extrusionOk="0" h="1467" w="1673">
                  <a:moveTo>
                    <a:pt x="1" y="0"/>
                  </a:moveTo>
                  <a:lnTo>
                    <a:pt x="1" y="1205"/>
                  </a:lnTo>
                  <a:cubicBezTo>
                    <a:pt x="1" y="1348"/>
                    <a:pt x="116" y="1466"/>
                    <a:pt x="262" y="1466"/>
                  </a:cubicBezTo>
                  <a:lnTo>
                    <a:pt x="1412" y="1466"/>
                  </a:lnTo>
                  <a:cubicBezTo>
                    <a:pt x="1555" y="1466"/>
                    <a:pt x="1673" y="1348"/>
                    <a:pt x="1673" y="1205"/>
                  </a:cubicBezTo>
                  <a:lnTo>
                    <a:pt x="16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04"/>
            <p:cNvSpPr/>
            <p:nvPr/>
          </p:nvSpPr>
          <p:spPr>
            <a:xfrm>
              <a:off x="2764564" y="3915633"/>
              <a:ext cx="27100" cy="38116"/>
            </a:xfrm>
            <a:custGeom>
              <a:rect b="b" l="l" r="r" t="t"/>
              <a:pathLst>
                <a:path extrusionOk="0" h="1467" w="1043">
                  <a:moveTo>
                    <a:pt x="270" y="0"/>
                  </a:moveTo>
                  <a:lnTo>
                    <a:pt x="270" y="1197"/>
                  </a:lnTo>
                  <a:cubicBezTo>
                    <a:pt x="270" y="1346"/>
                    <a:pt x="147" y="1466"/>
                    <a:pt x="0" y="1466"/>
                  </a:cubicBezTo>
                  <a:lnTo>
                    <a:pt x="774" y="1466"/>
                  </a:lnTo>
                  <a:cubicBezTo>
                    <a:pt x="923" y="1466"/>
                    <a:pt x="1043" y="1346"/>
                    <a:pt x="1043" y="1197"/>
                  </a:cubicBezTo>
                  <a:lnTo>
                    <a:pt x="10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04"/>
            <p:cNvSpPr/>
            <p:nvPr/>
          </p:nvSpPr>
          <p:spPr>
            <a:xfrm>
              <a:off x="2740608" y="3805259"/>
              <a:ext cx="58253" cy="90497"/>
            </a:xfrm>
            <a:custGeom>
              <a:rect b="b" l="l" r="r" t="t"/>
              <a:pathLst>
                <a:path extrusionOk="0" h="3483" w="2242">
                  <a:moveTo>
                    <a:pt x="1128" y="1"/>
                  </a:moveTo>
                  <a:cubicBezTo>
                    <a:pt x="1024" y="1"/>
                    <a:pt x="921" y="56"/>
                    <a:pt x="873" y="167"/>
                  </a:cubicBezTo>
                  <a:lnTo>
                    <a:pt x="112" y="1907"/>
                  </a:lnTo>
                  <a:cubicBezTo>
                    <a:pt x="37" y="2075"/>
                    <a:pt x="0" y="2265"/>
                    <a:pt x="18" y="2467"/>
                  </a:cubicBezTo>
                  <a:cubicBezTo>
                    <a:pt x="63" y="3010"/>
                    <a:pt x="510" y="3446"/>
                    <a:pt x="1053" y="3480"/>
                  </a:cubicBezTo>
                  <a:cubicBezTo>
                    <a:pt x="1079" y="3482"/>
                    <a:pt x="1105" y="3483"/>
                    <a:pt x="1131" y="3483"/>
                  </a:cubicBezTo>
                  <a:cubicBezTo>
                    <a:pt x="1746" y="3483"/>
                    <a:pt x="2242" y="2984"/>
                    <a:pt x="2242" y="2370"/>
                  </a:cubicBezTo>
                  <a:cubicBezTo>
                    <a:pt x="2242" y="2205"/>
                    <a:pt x="2208" y="2049"/>
                    <a:pt x="2143" y="1907"/>
                  </a:cubicBezTo>
                  <a:lnTo>
                    <a:pt x="1382" y="167"/>
                  </a:lnTo>
                  <a:cubicBezTo>
                    <a:pt x="1334" y="56"/>
                    <a:pt x="1231" y="1"/>
                    <a:pt x="1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04"/>
            <p:cNvSpPr/>
            <p:nvPr/>
          </p:nvSpPr>
          <p:spPr>
            <a:xfrm>
              <a:off x="2733670" y="3895730"/>
              <a:ext cx="72465" cy="29022"/>
            </a:xfrm>
            <a:custGeom>
              <a:rect b="b" l="l" r="r" t="t"/>
              <a:pathLst>
                <a:path extrusionOk="0" h="1117" w="2789">
                  <a:moveTo>
                    <a:pt x="560" y="1"/>
                  </a:moveTo>
                  <a:cubicBezTo>
                    <a:pt x="251" y="1"/>
                    <a:pt x="1" y="252"/>
                    <a:pt x="1" y="560"/>
                  </a:cubicBezTo>
                  <a:cubicBezTo>
                    <a:pt x="1" y="868"/>
                    <a:pt x="251" y="1116"/>
                    <a:pt x="560" y="1116"/>
                  </a:cubicBezTo>
                  <a:lnTo>
                    <a:pt x="2232" y="1116"/>
                  </a:lnTo>
                  <a:cubicBezTo>
                    <a:pt x="2540" y="1116"/>
                    <a:pt x="2788" y="868"/>
                    <a:pt x="2788" y="560"/>
                  </a:cubicBezTo>
                  <a:cubicBezTo>
                    <a:pt x="2788" y="252"/>
                    <a:pt x="2540"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04"/>
            <p:cNvSpPr/>
            <p:nvPr/>
          </p:nvSpPr>
          <p:spPr>
            <a:xfrm>
              <a:off x="2771553" y="3895730"/>
              <a:ext cx="34583" cy="29022"/>
            </a:xfrm>
            <a:custGeom>
              <a:rect b="b" l="l" r="r" t="t"/>
              <a:pathLst>
                <a:path extrusionOk="0" h="1117" w="1331">
                  <a:moveTo>
                    <a:pt x="1" y="1"/>
                  </a:moveTo>
                  <a:cubicBezTo>
                    <a:pt x="306" y="1"/>
                    <a:pt x="557" y="252"/>
                    <a:pt x="557" y="560"/>
                  </a:cubicBezTo>
                  <a:cubicBezTo>
                    <a:pt x="557" y="868"/>
                    <a:pt x="306" y="1116"/>
                    <a:pt x="1" y="1116"/>
                  </a:cubicBezTo>
                  <a:lnTo>
                    <a:pt x="774" y="1116"/>
                  </a:lnTo>
                  <a:cubicBezTo>
                    <a:pt x="1082" y="1116"/>
                    <a:pt x="1330" y="868"/>
                    <a:pt x="1330" y="560"/>
                  </a:cubicBezTo>
                  <a:cubicBezTo>
                    <a:pt x="1330" y="252"/>
                    <a:pt x="1082"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04"/>
            <p:cNvSpPr/>
            <p:nvPr/>
          </p:nvSpPr>
          <p:spPr>
            <a:xfrm>
              <a:off x="2759887" y="3805259"/>
              <a:ext cx="38974" cy="90497"/>
            </a:xfrm>
            <a:custGeom>
              <a:rect b="b" l="l" r="r" t="t"/>
              <a:pathLst>
                <a:path extrusionOk="0" h="3483" w="1500">
                  <a:moveTo>
                    <a:pt x="386" y="1"/>
                  </a:moveTo>
                  <a:cubicBezTo>
                    <a:pt x="282" y="1"/>
                    <a:pt x="179" y="56"/>
                    <a:pt x="131" y="167"/>
                  </a:cubicBezTo>
                  <a:lnTo>
                    <a:pt x="0" y="468"/>
                  </a:lnTo>
                  <a:lnTo>
                    <a:pt x="627" y="1907"/>
                  </a:lnTo>
                  <a:cubicBezTo>
                    <a:pt x="690" y="2049"/>
                    <a:pt x="726" y="2205"/>
                    <a:pt x="726" y="2370"/>
                  </a:cubicBezTo>
                  <a:cubicBezTo>
                    <a:pt x="726" y="2848"/>
                    <a:pt x="423" y="3258"/>
                    <a:pt x="0" y="3415"/>
                  </a:cubicBezTo>
                  <a:cubicBezTo>
                    <a:pt x="99" y="3451"/>
                    <a:pt x="204" y="3475"/>
                    <a:pt x="311" y="3480"/>
                  </a:cubicBezTo>
                  <a:cubicBezTo>
                    <a:pt x="337" y="3482"/>
                    <a:pt x="363" y="3483"/>
                    <a:pt x="389" y="3483"/>
                  </a:cubicBezTo>
                  <a:cubicBezTo>
                    <a:pt x="1004" y="3483"/>
                    <a:pt x="1500" y="2984"/>
                    <a:pt x="1500" y="2370"/>
                  </a:cubicBezTo>
                  <a:cubicBezTo>
                    <a:pt x="1500" y="2205"/>
                    <a:pt x="1466" y="2049"/>
                    <a:pt x="1401" y="1907"/>
                  </a:cubicBezTo>
                  <a:lnTo>
                    <a:pt x="640" y="167"/>
                  </a:lnTo>
                  <a:cubicBezTo>
                    <a:pt x="592" y="56"/>
                    <a:pt x="489" y="1"/>
                    <a:pt x="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04"/>
            <p:cNvSpPr/>
            <p:nvPr/>
          </p:nvSpPr>
          <p:spPr>
            <a:xfrm>
              <a:off x="2756067" y="3860238"/>
              <a:ext cx="30451" cy="35518"/>
            </a:xfrm>
            <a:custGeom>
              <a:rect b="b" l="l" r="r" t="t"/>
              <a:pathLst>
                <a:path extrusionOk="0" h="1367" w="1172">
                  <a:moveTo>
                    <a:pt x="254" y="0"/>
                  </a:moveTo>
                  <a:cubicBezTo>
                    <a:pt x="116" y="0"/>
                    <a:pt x="1" y="113"/>
                    <a:pt x="1" y="254"/>
                  </a:cubicBezTo>
                  <a:cubicBezTo>
                    <a:pt x="1" y="703"/>
                    <a:pt x="220" y="1113"/>
                    <a:pt x="576" y="1367"/>
                  </a:cubicBezTo>
                  <a:cubicBezTo>
                    <a:pt x="798" y="1359"/>
                    <a:pt x="1001" y="1286"/>
                    <a:pt x="1171" y="1166"/>
                  </a:cubicBezTo>
                  <a:cubicBezTo>
                    <a:pt x="1145" y="1116"/>
                    <a:pt x="1101" y="1077"/>
                    <a:pt x="1046" y="1053"/>
                  </a:cubicBezTo>
                  <a:cubicBezTo>
                    <a:pt x="719" y="920"/>
                    <a:pt x="508" y="607"/>
                    <a:pt x="508" y="254"/>
                  </a:cubicBezTo>
                  <a:cubicBezTo>
                    <a:pt x="508" y="113"/>
                    <a:pt x="393"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04"/>
            <p:cNvSpPr/>
            <p:nvPr/>
          </p:nvSpPr>
          <p:spPr>
            <a:xfrm>
              <a:off x="2559899" y="3805259"/>
              <a:ext cx="28996" cy="28996"/>
            </a:xfrm>
            <a:custGeom>
              <a:rect b="b" l="l" r="r" t="t"/>
              <a:pathLst>
                <a:path extrusionOk="0" h="1116" w="1116">
                  <a:moveTo>
                    <a:pt x="0" y="0"/>
                  </a:moveTo>
                  <a:lnTo>
                    <a:pt x="0" y="855"/>
                  </a:lnTo>
                  <a:cubicBezTo>
                    <a:pt x="0" y="998"/>
                    <a:pt x="118" y="1116"/>
                    <a:pt x="262" y="1116"/>
                  </a:cubicBezTo>
                  <a:lnTo>
                    <a:pt x="855" y="1116"/>
                  </a:lnTo>
                  <a:cubicBezTo>
                    <a:pt x="998" y="1116"/>
                    <a:pt x="1116" y="998"/>
                    <a:pt x="1116" y="855"/>
                  </a:cubicBezTo>
                  <a:lnTo>
                    <a:pt x="11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04"/>
            <p:cNvSpPr/>
            <p:nvPr/>
          </p:nvSpPr>
          <p:spPr>
            <a:xfrm>
              <a:off x="2559899" y="4210716"/>
              <a:ext cx="28996" cy="29022"/>
            </a:xfrm>
            <a:custGeom>
              <a:rect b="b" l="l" r="r" t="t"/>
              <a:pathLst>
                <a:path extrusionOk="0" h="1117" w="1116">
                  <a:moveTo>
                    <a:pt x="262" y="0"/>
                  </a:moveTo>
                  <a:cubicBezTo>
                    <a:pt x="118" y="0"/>
                    <a:pt x="0" y="118"/>
                    <a:pt x="0" y="262"/>
                  </a:cubicBezTo>
                  <a:lnTo>
                    <a:pt x="0" y="1116"/>
                  </a:lnTo>
                  <a:lnTo>
                    <a:pt x="1116" y="1116"/>
                  </a:lnTo>
                  <a:lnTo>
                    <a:pt x="1116" y="262"/>
                  </a:lnTo>
                  <a:cubicBezTo>
                    <a:pt x="1116" y="118"/>
                    <a:pt x="998" y="0"/>
                    <a:pt x="8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04"/>
            <p:cNvSpPr/>
            <p:nvPr/>
          </p:nvSpPr>
          <p:spPr>
            <a:xfrm>
              <a:off x="2655671" y="3805259"/>
              <a:ext cx="49107" cy="434479"/>
            </a:xfrm>
            <a:custGeom>
              <a:rect b="b" l="l" r="r" t="t"/>
              <a:pathLst>
                <a:path extrusionOk="0" h="16722" w="1890">
                  <a:moveTo>
                    <a:pt x="1" y="0"/>
                  </a:moveTo>
                  <a:cubicBezTo>
                    <a:pt x="615" y="0"/>
                    <a:pt x="1116" y="499"/>
                    <a:pt x="1116" y="1116"/>
                  </a:cubicBezTo>
                  <a:lnTo>
                    <a:pt x="1116" y="15605"/>
                  </a:lnTo>
                  <a:cubicBezTo>
                    <a:pt x="1116" y="16222"/>
                    <a:pt x="615" y="16721"/>
                    <a:pt x="1" y="16721"/>
                  </a:cubicBezTo>
                  <a:lnTo>
                    <a:pt x="774" y="16721"/>
                  </a:lnTo>
                  <a:cubicBezTo>
                    <a:pt x="1391" y="16721"/>
                    <a:pt x="1890" y="16222"/>
                    <a:pt x="1890" y="15605"/>
                  </a:cubicBezTo>
                  <a:lnTo>
                    <a:pt x="1890" y="1116"/>
                  </a:lnTo>
                  <a:cubicBezTo>
                    <a:pt x="1890" y="499"/>
                    <a:pt x="1391"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04"/>
            <p:cNvSpPr/>
            <p:nvPr/>
          </p:nvSpPr>
          <p:spPr>
            <a:xfrm>
              <a:off x="2629481" y="3834230"/>
              <a:ext cx="46327" cy="72387"/>
            </a:xfrm>
            <a:custGeom>
              <a:rect b="b" l="l" r="r" t="t"/>
              <a:pathLst>
                <a:path extrusionOk="0" h="2786" w="1783">
                  <a:moveTo>
                    <a:pt x="390" y="1"/>
                  </a:moveTo>
                  <a:cubicBezTo>
                    <a:pt x="254" y="1"/>
                    <a:pt x="126" y="19"/>
                    <a:pt x="0" y="56"/>
                  </a:cubicBezTo>
                  <a:cubicBezTo>
                    <a:pt x="583" y="223"/>
                    <a:pt x="1009" y="758"/>
                    <a:pt x="1009" y="1393"/>
                  </a:cubicBezTo>
                  <a:cubicBezTo>
                    <a:pt x="1009" y="2028"/>
                    <a:pt x="583" y="2564"/>
                    <a:pt x="0" y="2731"/>
                  </a:cubicBezTo>
                  <a:cubicBezTo>
                    <a:pt x="126" y="2768"/>
                    <a:pt x="254" y="2786"/>
                    <a:pt x="390" y="2786"/>
                  </a:cubicBezTo>
                  <a:cubicBezTo>
                    <a:pt x="1158" y="2786"/>
                    <a:pt x="1782" y="2164"/>
                    <a:pt x="1782" y="1393"/>
                  </a:cubicBezTo>
                  <a:cubicBezTo>
                    <a:pt x="1782" y="623"/>
                    <a:pt x="1158" y="1"/>
                    <a:pt x="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04"/>
            <p:cNvSpPr/>
            <p:nvPr/>
          </p:nvSpPr>
          <p:spPr>
            <a:xfrm>
              <a:off x="2499204" y="3834230"/>
              <a:ext cx="46249" cy="72387"/>
            </a:xfrm>
            <a:custGeom>
              <a:rect b="b" l="l" r="r" t="t"/>
              <a:pathLst>
                <a:path extrusionOk="0" h="2786" w="1780">
                  <a:moveTo>
                    <a:pt x="387" y="1"/>
                  </a:moveTo>
                  <a:cubicBezTo>
                    <a:pt x="251" y="1"/>
                    <a:pt x="123" y="19"/>
                    <a:pt x="1" y="56"/>
                  </a:cubicBezTo>
                  <a:cubicBezTo>
                    <a:pt x="581" y="223"/>
                    <a:pt x="1006" y="758"/>
                    <a:pt x="1006" y="1393"/>
                  </a:cubicBezTo>
                  <a:cubicBezTo>
                    <a:pt x="1006" y="2028"/>
                    <a:pt x="581" y="2564"/>
                    <a:pt x="1" y="2731"/>
                  </a:cubicBezTo>
                  <a:cubicBezTo>
                    <a:pt x="123" y="2768"/>
                    <a:pt x="251" y="2786"/>
                    <a:pt x="387" y="2786"/>
                  </a:cubicBezTo>
                  <a:cubicBezTo>
                    <a:pt x="1155" y="2786"/>
                    <a:pt x="1780" y="2164"/>
                    <a:pt x="1780" y="1393"/>
                  </a:cubicBezTo>
                  <a:cubicBezTo>
                    <a:pt x="1780" y="623"/>
                    <a:pt x="1155"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04"/>
            <p:cNvSpPr/>
            <p:nvPr/>
          </p:nvSpPr>
          <p:spPr>
            <a:xfrm>
              <a:off x="2629481" y="3935588"/>
              <a:ext cx="46327" cy="72465"/>
            </a:xfrm>
            <a:custGeom>
              <a:rect b="b" l="l" r="r" t="t"/>
              <a:pathLst>
                <a:path extrusionOk="0" h="2789" w="1783">
                  <a:moveTo>
                    <a:pt x="390" y="0"/>
                  </a:moveTo>
                  <a:cubicBezTo>
                    <a:pt x="254" y="0"/>
                    <a:pt x="126" y="21"/>
                    <a:pt x="0" y="55"/>
                  </a:cubicBezTo>
                  <a:cubicBezTo>
                    <a:pt x="583" y="223"/>
                    <a:pt x="1009" y="758"/>
                    <a:pt x="1009" y="1393"/>
                  </a:cubicBezTo>
                  <a:cubicBezTo>
                    <a:pt x="1009" y="2030"/>
                    <a:pt x="583" y="2566"/>
                    <a:pt x="0" y="2733"/>
                  </a:cubicBezTo>
                  <a:cubicBezTo>
                    <a:pt x="126" y="2767"/>
                    <a:pt x="254" y="2788"/>
                    <a:pt x="390" y="2788"/>
                  </a:cubicBezTo>
                  <a:cubicBezTo>
                    <a:pt x="1158" y="2788"/>
                    <a:pt x="1782" y="2164"/>
                    <a:pt x="1782" y="1393"/>
                  </a:cubicBezTo>
                  <a:cubicBezTo>
                    <a:pt x="1782" y="625"/>
                    <a:pt x="1158"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04"/>
            <p:cNvSpPr/>
            <p:nvPr/>
          </p:nvSpPr>
          <p:spPr>
            <a:xfrm>
              <a:off x="2499204" y="3935588"/>
              <a:ext cx="46249" cy="72465"/>
            </a:xfrm>
            <a:custGeom>
              <a:rect b="b" l="l" r="r" t="t"/>
              <a:pathLst>
                <a:path extrusionOk="0" h="2789" w="1780">
                  <a:moveTo>
                    <a:pt x="387" y="0"/>
                  </a:moveTo>
                  <a:cubicBezTo>
                    <a:pt x="251" y="0"/>
                    <a:pt x="123" y="21"/>
                    <a:pt x="1" y="55"/>
                  </a:cubicBezTo>
                  <a:cubicBezTo>
                    <a:pt x="581" y="223"/>
                    <a:pt x="1006" y="758"/>
                    <a:pt x="1006" y="1393"/>
                  </a:cubicBezTo>
                  <a:cubicBezTo>
                    <a:pt x="1006" y="2030"/>
                    <a:pt x="581" y="2566"/>
                    <a:pt x="1" y="2733"/>
                  </a:cubicBezTo>
                  <a:cubicBezTo>
                    <a:pt x="123" y="2767"/>
                    <a:pt x="251" y="2788"/>
                    <a:pt x="387" y="2788"/>
                  </a:cubicBezTo>
                  <a:cubicBezTo>
                    <a:pt x="1155" y="2788"/>
                    <a:pt x="1780" y="2164"/>
                    <a:pt x="1780" y="1393"/>
                  </a:cubicBezTo>
                  <a:cubicBezTo>
                    <a:pt x="1780" y="625"/>
                    <a:pt x="115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04"/>
            <p:cNvSpPr/>
            <p:nvPr/>
          </p:nvSpPr>
          <p:spPr>
            <a:xfrm>
              <a:off x="2629481" y="4036945"/>
              <a:ext cx="46327" cy="72439"/>
            </a:xfrm>
            <a:custGeom>
              <a:rect b="b" l="l" r="r" t="t"/>
              <a:pathLst>
                <a:path extrusionOk="0" h="2788" w="1783">
                  <a:moveTo>
                    <a:pt x="390" y="0"/>
                  </a:moveTo>
                  <a:cubicBezTo>
                    <a:pt x="254" y="0"/>
                    <a:pt x="126" y="21"/>
                    <a:pt x="0" y="55"/>
                  </a:cubicBezTo>
                  <a:cubicBezTo>
                    <a:pt x="583" y="225"/>
                    <a:pt x="1009" y="760"/>
                    <a:pt x="1009" y="1395"/>
                  </a:cubicBezTo>
                  <a:cubicBezTo>
                    <a:pt x="1009" y="2030"/>
                    <a:pt x="583" y="2566"/>
                    <a:pt x="0" y="2733"/>
                  </a:cubicBezTo>
                  <a:cubicBezTo>
                    <a:pt x="126" y="2769"/>
                    <a:pt x="254" y="2788"/>
                    <a:pt x="390" y="2788"/>
                  </a:cubicBezTo>
                  <a:cubicBezTo>
                    <a:pt x="1158" y="2788"/>
                    <a:pt x="1782" y="2163"/>
                    <a:pt x="1782" y="1395"/>
                  </a:cubicBezTo>
                  <a:cubicBezTo>
                    <a:pt x="1782" y="625"/>
                    <a:pt x="1158"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04"/>
            <p:cNvSpPr/>
            <p:nvPr/>
          </p:nvSpPr>
          <p:spPr>
            <a:xfrm>
              <a:off x="2499204" y="4036945"/>
              <a:ext cx="46249" cy="72439"/>
            </a:xfrm>
            <a:custGeom>
              <a:rect b="b" l="l" r="r" t="t"/>
              <a:pathLst>
                <a:path extrusionOk="0" h="2788" w="1780">
                  <a:moveTo>
                    <a:pt x="387" y="0"/>
                  </a:moveTo>
                  <a:cubicBezTo>
                    <a:pt x="251" y="0"/>
                    <a:pt x="123" y="21"/>
                    <a:pt x="1" y="55"/>
                  </a:cubicBezTo>
                  <a:cubicBezTo>
                    <a:pt x="581" y="225"/>
                    <a:pt x="1006" y="760"/>
                    <a:pt x="1006" y="1395"/>
                  </a:cubicBezTo>
                  <a:cubicBezTo>
                    <a:pt x="1006" y="2030"/>
                    <a:pt x="581" y="2566"/>
                    <a:pt x="1" y="2733"/>
                  </a:cubicBezTo>
                  <a:cubicBezTo>
                    <a:pt x="123" y="2769"/>
                    <a:pt x="251" y="2788"/>
                    <a:pt x="387" y="2788"/>
                  </a:cubicBezTo>
                  <a:cubicBezTo>
                    <a:pt x="1155" y="2788"/>
                    <a:pt x="1780" y="2163"/>
                    <a:pt x="1780" y="1395"/>
                  </a:cubicBezTo>
                  <a:cubicBezTo>
                    <a:pt x="1780" y="625"/>
                    <a:pt x="115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04"/>
            <p:cNvSpPr/>
            <p:nvPr/>
          </p:nvSpPr>
          <p:spPr>
            <a:xfrm>
              <a:off x="2629481" y="4138355"/>
              <a:ext cx="46327" cy="72387"/>
            </a:xfrm>
            <a:custGeom>
              <a:rect b="b" l="l" r="r" t="t"/>
              <a:pathLst>
                <a:path extrusionOk="0" h="2786" w="1783">
                  <a:moveTo>
                    <a:pt x="390" y="0"/>
                  </a:moveTo>
                  <a:cubicBezTo>
                    <a:pt x="254" y="0"/>
                    <a:pt x="126" y="19"/>
                    <a:pt x="0" y="55"/>
                  </a:cubicBezTo>
                  <a:cubicBezTo>
                    <a:pt x="583" y="222"/>
                    <a:pt x="1009" y="758"/>
                    <a:pt x="1009" y="1393"/>
                  </a:cubicBezTo>
                  <a:cubicBezTo>
                    <a:pt x="1009" y="2028"/>
                    <a:pt x="583" y="2563"/>
                    <a:pt x="0" y="2731"/>
                  </a:cubicBezTo>
                  <a:cubicBezTo>
                    <a:pt x="126" y="2767"/>
                    <a:pt x="254" y="2785"/>
                    <a:pt x="390" y="2785"/>
                  </a:cubicBezTo>
                  <a:cubicBezTo>
                    <a:pt x="1158" y="2785"/>
                    <a:pt x="1782" y="2164"/>
                    <a:pt x="1782" y="1393"/>
                  </a:cubicBezTo>
                  <a:cubicBezTo>
                    <a:pt x="1782" y="625"/>
                    <a:pt x="1158"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04"/>
            <p:cNvSpPr/>
            <p:nvPr/>
          </p:nvSpPr>
          <p:spPr>
            <a:xfrm>
              <a:off x="2499204" y="4138355"/>
              <a:ext cx="46249" cy="72387"/>
            </a:xfrm>
            <a:custGeom>
              <a:rect b="b" l="l" r="r" t="t"/>
              <a:pathLst>
                <a:path extrusionOk="0" h="2786" w="1780">
                  <a:moveTo>
                    <a:pt x="387" y="0"/>
                  </a:moveTo>
                  <a:cubicBezTo>
                    <a:pt x="251" y="0"/>
                    <a:pt x="123" y="19"/>
                    <a:pt x="1" y="55"/>
                  </a:cubicBezTo>
                  <a:cubicBezTo>
                    <a:pt x="581" y="222"/>
                    <a:pt x="1006" y="758"/>
                    <a:pt x="1006" y="1393"/>
                  </a:cubicBezTo>
                  <a:cubicBezTo>
                    <a:pt x="1006" y="2028"/>
                    <a:pt x="581" y="2563"/>
                    <a:pt x="1" y="2731"/>
                  </a:cubicBezTo>
                  <a:cubicBezTo>
                    <a:pt x="123" y="2767"/>
                    <a:pt x="251" y="2785"/>
                    <a:pt x="387" y="2785"/>
                  </a:cubicBezTo>
                  <a:cubicBezTo>
                    <a:pt x="1155" y="2785"/>
                    <a:pt x="1780" y="2164"/>
                    <a:pt x="1780" y="1393"/>
                  </a:cubicBezTo>
                  <a:cubicBezTo>
                    <a:pt x="1780" y="625"/>
                    <a:pt x="115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104"/>
          <p:cNvGrpSpPr/>
          <p:nvPr/>
        </p:nvGrpSpPr>
        <p:grpSpPr>
          <a:xfrm>
            <a:off x="7785693" y="2447534"/>
            <a:ext cx="391452" cy="434479"/>
            <a:chOff x="4782443" y="3805259"/>
            <a:chExt cx="391452" cy="434479"/>
          </a:xfrm>
        </p:grpSpPr>
        <p:sp>
          <p:nvSpPr>
            <p:cNvPr id="7999" name="Google Shape;7999;p104"/>
            <p:cNvSpPr/>
            <p:nvPr/>
          </p:nvSpPr>
          <p:spPr>
            <a:xfrm>
              <a:off x="4816869" y="4070125"/>
              <a:ext cx="284171" cy="49575"/>
            </a:xfrm>
            <a:custGeom>
              <a:rect b="b" l="l" r="r" t="t"/>
              <a:pathLst>
                <a:path extrusionOk="0" h="1908" w="10937">
                  <a:moveTo>
                    <a:pt x="0" y="1"/>
                  </a:moveTo>
                  <a:lnTo>
                    <a:pt x="0" y="1908"/>
                  </a:lnTo>
                  <a:lnTo>
                    <a:pt x="10937" y="1908"/>
                  </a:lnTo>
                  <a:lnTo>
                    <a:pt x="109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04"/>
            <p:cNvSpPr/>
            <p:nvPr/>
          </p:nvSpPr>
          <p:spPr>
            <a:xfrm>
              <a:off x="5080929" y="4070125"/>
              <a:ext cx="20110" cy="49575"/>
            </a:xfrm>
            <a:custGeom>
              <a:rect b="b" l="l" r="r" t="t"/>
              <a:pathLst>
                <a:path extrusionOk="0" h="1908" w="774">
                  <a:moveTo>
                    <a:pt x="1" y="1"/>
                  </a:moveTo>
                  <a:lnTo>
                    <a:pt x="1" y="1908"/>
                  </a:lnTo>
                  <a:lnTo>
                    <a:pt x="774" y="1908"/>
                  </a:lnTo>
                  <a:lnTo>
                    <a:pt x="7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04"/>
            <p:cNvSpPr/>
            <p:nvPr/>
          </p:nvSpPr>
          <p:spPr>
            <a:xfrm>
              <a:off x="4842462" y="4109359"/>
              <a:ext cx="273050" cy="38584"/>
            </a:xfrm>
            <a:custGeom>
              <a:rect b="b" l="l" r="r" t="t"/>
              <a:pathLst>
                <a:path extrusionOk="0" h="1485" w="10509">
                  <a:moveTo>
                    <a:pt x="476" y="1"/>
                  </a:moveTo>
                  <a:lnTo>
                    <a:pt x="0" y="636"/>
                  </a:lnTo>
                  <a:lnTo>
                    <a:pt x="476" y="1116"/>
                  </a:lnTo>
                  <a:lnTo>
                    <a:pt x="476" y="1485"/>
                  </a:lnTo>
                  <a:lnTo>
                    <a:pt x="10232" y="1485"/>
                  </a:lnTo>
                  <a:lnTo>
                    <a:pt x="10232" y="1116"/>
                  </a:lnTo>
                  <a:cubicBezTo>
                    <a:pt x="10386" y="1116"/>
                    <a:pt x="10508" y="991"/>
                    <a:pt x="10508" y="837"/>
                  </a:cubicBezTo>
                  <a:lnTo>
                    <a:pt x="10508" y="280"/>
                  </a:lnTo>
                  <a:cubicBezTo>
                    <a:pt x="10508" y="126"/>
                    <a:pt x="10386" y="1"/>
                    <a:pt x="10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04"/>
            <p:cNvSpPr/>
            <p:nvPr/>
          </p:nvSpPr>
          <p:spPr>
            <a:xfrm>
              <a:off x="4883800" y="4075348"/>
              <a:ext cx="57941" cy="63034"/>
            </a:xfrm>
            <a:custGeom>
              <a:rect b="b" l="l" r="r" t="t"/>
              <a:pathLst>
                <a:path extrusionOk="0" h="2426" w="2230">
                  <a:moveTo>
                    <a:pt x="1" y="1"/>
                  </a:moveTo>
                  <a:lnTo>
                    <a:pt x="1" y="2146"/>
                  </a:lnTo>
                  <a:cubicBezTo>
                    <a:pt x="1" y="2313"/>
                    <a:pt x="138" y="2425"/>
                    <a:pt x="281" y="2425"/>
                  </a:cubicBezTo>
                  <a:cubicBezTo>
                    <a:pt x="349" y="2425"/>
                    <a:pt x="419" y="2399"/>
                    <a:pt x="476" y="2342"/>
                  </a:cubicBezTo>
                  <a:lnTo>
                    <a:pt x="918" y="1900"/>
                  </a:lnTo>
                  <a:cubicBezTo>
                    <a:pt x="972" y="1847"/>
                    <a:pt x="1044" y="1820"/>
                    <a:pt x="1115" y="1820"/>
                  </a:cubicBezTo>
                  <a:cubicBezTo>
                    <a:pt x="1186" y="1820"/>
                    <a:pt x="1257" y="1847"/>
                    <a:pt x="1312" y="1900"/>
                  </a:cubicBezTo>
                  <a:lnTo>
                    <a:pt x="1754" y="2342"/>
                  </a:lnTo>
                  <a:cubicBezTo>
                    <a:pt x="1810" y="2399"/>
                    <a:pt x="1880" y="2425"/>
                    <a:pt x="1949" y="2425"/>
                  </a:cubicBezTo>
                  <a:cubicBezTo>
                    <a:pt x="2092" y="2425"/>
                    <a:pt x="2229" y="2313"/>
                    <a:pt x="2229" y="2146"/>
                  </a:cubicBezTo>
                  <a:lnTo>
                    <a:pt x="22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04"/>
            <p:cNvSpPr/>
            <p:nvPr/>
          </p:nvSpPr>
          <p:spPr>
            <a:xfrm>
              <a:off x="5088127" y="4109359"/>
              <a:ext cx="27386" cy="29022"/>
            </a:xfrm>
            <a:custGeom>
              <a:rect b="b" l="l" r="r" t="t"/>
              <a:pathLst>
                <a:path extrusionOk="0" h="1117" w="1054">
                  <a:moveTo>
                    <a:pt x="1" y="1"/>
                  </a:moveTo>
                  <a:cubicBezTo>
                    <a:pt x="155" y="1"/>
                    <a:pt x="280" y="126"/>
                    <a:pt x="280" y="280"/>
                  </a:cubicBezTo>
                  <a:lnTo>
                    <a:pt x="280" y="837"/>
                  </a:lnTo>
                  <a:cubicBezTo>
                    <a:pt x="280" y="991"/>
                    <a:pt x="155" y="1116"/>
                    <a:pt x="1" y="1116"/>
                  </a:cubicBezTo>
                  <a:lnTo>
                    <a:pt x="777" y="1116"/>
                  </a:lnTo>
                  <a:cubicBezTo>
                    <a:pt x="931" y="1116"/>
                    <a:pt x="1053" y="991"/>
                    <a:pt x="1053" y="837"/>
                  </a:cubicBezTo>
                  <a:lnTo>
                    <a:pt x="1053" y="280"/>
                  </a:lnTo>
                  <a:cubicBezTo>
                    <a:pt x="1053" y="126"/>
                    <a:pt x="931" y="1"/>
                    <a:pt x="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04"/>
            <p:cNvSpPr/>
            <p:nvPr/>
          </p:nvSpPr>
          <p:spPr>
            <a:xfrm>
              <a:off x="4921683" y="4075348"/>
              <a:ext cx="20058" cy="63034"/>
            </a:xfrm>
            <a:custGeom>
              <a:rect b="b" l="l" r="r" t="t"/>
              <a:pathLst>
                <a:path extrusionOk="0" h="2426" w="772">
                  <a:moveTo>
                    <a:pt x="0" y="1"/>
                  </a:moveTo>
                  <a:lnTo>
                    <a:pt x="0" y="2047"/>
                  </a:lnTo>
                  <a:lnTo>
                    <a:pt x="296" y="2342"/>
                  </a:lnTo>
                  <a:cubicBezTo>
                    <a:pt x="352" y="2399"/>
                    <a:pt x="422" y="2425"/>
                    <a:pt x="491" y="2425"/>
                  </a:cubicBezTo>
                  <a:cubicBezTo>
                    <a:pt x="634" y="2425"/>
                    <a:pt x="771" y="2313"/>
                    <a:pt x="771" y="2146"/>
                  </a:cubicBezTo>
                  <a:lnTo>
                    <a:pt x="77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04"/>
            <p:cNvSpPr/>
            <p:nvPr/>
          </p:nvSpPr>
          <p:spPr>
            <a:xfrm>
              <a:off x="4842462" y="4051470"/>
              <a:ext cx="273050" cy="28945"/>
            </a:xfrm>
            <a:custGeom>
              <a:rect b="b" l="l" r="r" t="t"/>
              <a:pathLst>
                <a:path extrusionOk="0" h="1114" w="10509">
                  <a:moveTo>
                    <a:pt x="476" y="0"/>
                  </a:moveTo>
                  <a:lnTo>
                    <a:pt x="0" y="557"/>
                  </a:lnTo>
                  <a:lnTo>
                    <a:pt x="476" y="1113"/>
                  </a:lnTo>
                  <a:lnTo>
                    <a:pt x="10232" y="1113"/>
                  </a:lnTo>
                  <a:cubicBezTo>
                    <a:pt x="10386" y="1113"/>
                    <a:pt x="10508" y="990"/>
                    <a:pt x="10508" y="836"/>
                  </a:cubicBezTo>
                  <a:lnTo>
                    <a:pt x="10508" y="277"/>
                  </a:lnTo>
                  <a:cubicBezTo>
                    <a:pt x="10508" y="123"/>
                    <a:pt x="10386" y="0"/>
                    <a:pt x="10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04"/>
            <p:cNvSpPr/>
            <p:nvPr/>
          </p:nvSpPr>
          <p:spPr>
            <a:xfrm>
              <a:off x="4796915" y="4051470"/>
              <a:ext cx="57915" cy="86911"/>
            </a:xfrm>
            <a:custGeom>
              <a:rect b="b" l="l" r="r" t="t"/>
              <a:pathLst>
                <a:path extrusionOk="0" h="3345" w="2229">
                  <a:moveTo>
                    <a:pt x="1119" y="0"/>
                  </a:moveTo>
                  <a:cubicBezTo>
                    <a:pt x="499" y="0"/>
                    <a:pt x="0" y="499"/>
                    <a:pt x="0" y="1116"/>
                  </a:cubicBezTo>
                  <a:lnTo>
                    <a:pt x="0" y="2226"/>
                  </a:lnTo>
                  <a:cubicBezTo>
                    <a:pt x="0" y="2843"/>
                    <a:pt x="499" y="3344"/>
                    <a:pt x="1119" y="3344"/>
                  </a:cubicBezTo>
                  <a:lnTo>
                    <a:pt x="2229" y="3344"/>
                  </a:lnTo>
                  <a:lnTo>
                    <a:pt x="2229" y="2229"/>
                  </a:lnTo>
                  <a:lnTo>
                    <a:pt x="1393" y="2229"/>
                  </a:lnTo>
                  <a:cubicBezTo>
                    <a:pt x="1239" y="2229"/>
                    <a:pt x="1116" y="2103"/>
                    <a:pt x="1116" y="1949"/>
                  </a:cubicBezTo>
                  <a:lnTo>
                    <a:pt x="1116" y="1393"/>
                  </a:lnTo>
                  <a:cubicBezTo>
                    <a:pt x="1116" y="1239"/>
                    <a:pt x="1239" y="1113"/>
                    <a:pt x="1393" y="1113"/>
                  </a:cubicBezTo>
                  <a:lnTo>
                    <a:pt x="2229" y="1113"/>
                  </a:lnTo>
                  <a:lnTo>
                    <a:pt x="22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04"/>
            <p:cNvSpPr/>
            <p:nvPr/>
          </p:nvSpPr>
          <p:spPr>
            <a:xfrm>
              <a:off x="5088127" y="4051470"/>
              <a:ext cx="27386" cy="28945"/>
            </a:xfrm>
            <a:custGeom>
              <a:rect b="b" l="l" r="r" t="t"/>
              <a:pathLst>
                <a:path extrusionOk="0" h="1114" w="1054">
                  <a:moveTo>
                    <a:pt x="1" y="0"/>
                  </a:moveTo>
                  <a:cubicBezTo>
                    <a:pt x="155" y="0"/>
                    <a:pt x="280" y="123"/>
                    <a:pt x="280" y="277"/>
                  </a:cubicBezTo>
                  <a:lnTo>
                    <a:pt x="280" y="836"/>
                  </a:lnTo>
                  <a:cubicBezTo>
                    <a:pt x="280" y="990"/>
                    <a:pt x="155" y="1113"/>
                    <a:pt x="1" y="1113"/>
                  </a:cubicBezTo>
                  <a:lnTo>
                    <a:pt x="777" y="1113"/>
                  </a:lnTo>
                  <a:cubicBezTo>
                    <a:pt x="931" y="1113"/>
                    <a:pt x="1053" y="990"/>
                    <a:pt x="1053" y="836"/>
                  </a:cubicBezTo>
                  <a:lnTo>
                    <a:pt x="1053" y="277"/>
                  </a:lnTo>
                  <a:cubicBezTo>
                    <a:pt x="1053" y="123"/>
                    <a:pt x="931"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04"/>
            <p:cNvSpPr/>
            <p:nvPr/>
          </p:nvSpPr>
          <p:spPr>
            <a:xfrm>
              <a:off x="4782443" y="4157166"/>
              <a:ext cx="366535" cy="63683"/>
            </a:xfrm>
            <a:custGeom>
              <a:rect b="b" l="l" r="r" t="t"/>
              <a:pathLst>
                <a:path extrusionOk="0" h="2451" w="14107">
                  <a:moveTo>
                    <a:pt x="1" y="0"/>
                  </a:moveTo>
                  <a:lnTo>
                    <a:pt x="1" y="389"/>
                  </a:lnTo>
                  <a:cubicBezTo>
                    <a:pt x="461" y="389"/>
                    <a:pt x="837" y="766"/>
                    <a:pt x="837" y="1225"/>
                  </a:cubicBezTo>
                  <a:cubicBezTo>
                    <a:pt x="837" y="1688"/>
                    <a:pt x="461" y="2061"/>
                    <a:pt x="1" y="2061"/>
                  </a:cubicBezTo>
                  <a:lnTo>
                    <a:pt x="1" y="2451"/>
                  </a:lnTo>
                  <a:lnTo>
                    <a:pt x="14107" y="2451"/>
                  </a:lnTo>
                  <a:lnTo>
                    <a:pt x="141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04"/>
            <p:cNvSpPr/>
            <p:nvPr/>
          </p:nvSpPr>
          <p:spPr>
            <a:xfrm>
              <a:off x="5093427" y="4138355"/>
              <a:ext cx="80468" cy="101384"/>
            </a:xfrm>
            <a:custGeom>
              <a:rect b="b" l="l" r="r" t="t"/>
              <a:pathLst>
                <a:path extrusionOk="0" h="3902" w="3097">
                  <a:moveTo>
                    <a:pt x="293" y="0"/>
                  </a:moveTo>
                  <a:lnTo>
                    <a:pt x="34" y="557"/>
                  </a:lnTo>
                  <a:lnTo>
                    <a:pt x="293" y="1113"/>
                  </a:lnTo>
                  <a:lnTo>
                    <a:pt x="1129" y="1113"/>
                  </a:lnTo>
                  <a:cubicBezTo>
                    <a:pt x="1586" y="1113"/>
                    <a:pt x="1957" y="1482"/>
                    <a:pt x="1965" y="1936"/>
                  </a:cubicBezTo>
                  <a:cubicBezTo>
                    <a:pt x="1973" y="2404"/>
                    <a:pt x="1578" y="2785"/>
                    <a:pt x="1111" y="2785"/>
                  </a:cubicBezTo>
                  <a:lnTo>
                    <a:pt x="293" y="2785"/>
                  </a:lnTo>
                  <a:lnTo>
                    <a:pt x="0" y="3345"/>
                  </a:lnTo>
                  <a:lnTo>
                    <a:pt x="293" y="3901"/>
                  </a:lnTo>
                  <a:lnTo>
                    <a:pt x="1129" y="3901"/>
                  </a:lnTo>
                  <a:cubicBezTo>
                    <a:pt x="2216" y="3901"/>
                    <a:pt x="3096" y="3010"/>
                    <a:pt x="3081" y="1921"/>
                  </a:cubicBezTo>
                  <a:cubicBezTo>
                    <a:pt x="3062" y="849"/>
                    <a:pt x="2169" y="0"/>
                    <a:pt x="11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04"/>
            <p:cNvSpPr/>
            <p:nvPr/>
          </p:nvSpPr>
          <p:spPr>
            <a:xfrm>
              <a:off x="5101845" y="4138355"/>
              <a:ext cx="72049" cy="101384"/>
            </a:xfrm>
            <a:custGeom>
              <a:rect b="b" l="l" r="r" t="t"/>
              <a:pathLst>
                <a:path extrusionOk="0" h="3902" w="2773">
                  <a:moveTo>
                    <a:pt x="0" y="0"/>
                  </a:moveTo>
                  <a:cubicBezTo>
                    <a:pt x="1072" y="0"/>
                    <a:pt x="1965" y="849"/>
                    <a:pt x="1981" y="1921"/>
                  </a:cubicBezTo>
                  <a:cubicBezTo>
                    <a:pt x="1999" y="3010"/>
                    <a:pt x="1116" y="3901"/>
                    <a:pt x="32" y="3901"/>
                  </a:cubicBezTo>
                  <a:lnTo>
                    <a:pt x="805" y="3901"/>
                  </a:lnTo>
                  <a:cubicBezTo>
                    <a:pt x="1892" y="3901"/>
                    <a:pt x="2772" y="3010"/>
                    <a:pt x="2757" y="1921"/>
                  </a:cubicBezTo>
                  <a:cubicBezTo>
                    <a:pt x="2738" y="849"/>
                    <a:pt x="1845"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04"/>
            <p:cNvSpPr/>
            <p:nvPr/>
          </p:nvSpPr>
          <p:spPr>
            <a:xfrm>
              <a:off x="5065522" y="4138355"/>
              <a:ext cx="13121" cy="28945"/>
            </a:xfrm>
            <a:custGeom>
              <a:rect b="b" l="l" r="r" t="t"/>
              <a:pathLst>
                <a:path extrusionOk="0" h="1114" w="505">
                  <a:moveTo>
                    <a:pt x="1" y="0"/>
                  </a:moveTo>
                  <a:lnTo>
                    <a:pt x="1" y="1113"/>
                  </a:lnTo>
                  <a:lnTo>
                    <a:pt x="505" y="1113"/>
                  </a:lnTo>
                  <a:lnTo>
                    <a:pt x="5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04"/>
            <p:cNvSpPr/>
            <p:nvPr/>
          </p:nvSpPr>
          <p:spPr>
            <a:xfrm>
              <a:off x="5065522" y="4210716"/>
              <a:ext cx="13121" cy="29022"/>
            </a:xfrm>
            <a:custGeom>
              <a:rect b="b" l="l" r="r" t="t"/>
              <a:pathLst>
                <a:path extrusionOk="0" h="1117" w="505">
                  <a:moveTo>
                    <a:pt x="1" y="0"/>
                  </a:moveTo>
                  <a:lnTo>
                    <a:pt x="1" y="1116"/>
                  </a:lnTo>
                  <a:lnTo>
                    <a:pt x="505" y="1116"/>
                  </a:lnTo>
                  <a:lnTo>
                    <a:pt x="5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04"/>
            <p:cNvSpPr/>
            <p:nvPr/>
          </p:nvSpPr>
          <p:spPr>
            <a:xfrm>
              <a:off x="4868652" y="3848702"/>
              <a:ext cx="204300" cy="202793"/>
            </a:xfrm>
            <a:custGeom>
              <a:rect b="b" l="l" r="r" t="t"/>
              <a:pathLst>
                <a:path extrusionOk="0" h="7805" w="7863">
                  <a:moveTo>
                    <a:pt x="5163" y="0"/>
                  </a:moveTo>
                  <a:cubicBezTo>
                    <a:pt x="5038" y="0"/>
                    <a:pt x="4915" y="8"/>
                    <a:pt x="4795" y="24"/>
                  </a:cubicBezTo>
                  <a:cubicBezTo>
                    <a:pt x="4712" y="37"/>
                    <a:pt x="4628" y="47"/>
                    <a:pt x="4542" y="55"/>
                  </a:cubicBezTo>
                  <a:lnTo>
                    <a:pt x="1584" y="264"/>
                  </a:lnTo>
                  <a:cubicBezTo>
                    <a:pt x="649" y="732"/>
                    <a:pt x="1" y="1759"/>
                    <a:pt x="27" y="2929"/>
                  </a:cubicBezTo>
                  <a:cubicBezTo>
                    <a:pt x="37" y="3457"/>
                    <a:pt x="184" y="3948"/>
                    <a:pt x="429" y="4369"/>
                  </a:cubicBezTo>
                  <a:cubicBezTo>
                    <a:pt x="651" y="4753"/>
                    <a:pt x="769" y="5202"/>
                    <a:pt x="759" y="5654"/>
                  </a:cubicBezTo>
                  <a:cubicBezTo>
                    <a:pt x="759" y="5678"/>
                    <a:pt x="759" y="5701"/>
                    <a:pt x="759" y="5722"/>
                  </a:cubicBezTo>
                  <a:cubicBezTo>
                    <a:pt x="759" y="6871"/>
                    <a:pt x="1467" y="7804"/>
                    <a:pt x="2342" y="7804"/>
                  </a:cubicBezTo>
                  <a:cubicBezTo>
                    <a:pt x="2614" y="7804"/>
                    <a:pt x="2867" y="7715"/>
                    <a:pt x="3092" y="7556"/>
                  </a:cubicBezTo>
                  <a:cubicBezTo>
                    <a:pt x="3340" y="7381"/>
                    <a:pt x="3630" y="7284"/>
                    <a:pt x="3928" y="7284"/>
                  </a:cubicBezTo>
                  <a:cubicBezTo>
                    <a:pt x="4226" y="7284"/>
                    <a:pt x="4516" y="7381"/>
                    <a:pt x="4764" y="7556"/>
                  </a:cubicBezTo>
                  <a:cubicBezTo>
                    <a:pt x="4988" y="7715"/>
                    <a:pt x="5242" y="7804"/>
                    <a:pt x="5514" y="7804"/>
                  </a:cubicBezTo>
                  <a:cubicBezTo>
                    <a:pt x="6389" y="7804"/>
                    <a:pt x="7097" y="6871"/>
                    <a:pt x="7097" y="5722"/>
                  </a:cubicBezTo>
                  <a:cubicBezTo>
                    <a:pt x="7097" y="5701"/>
                    <a:pt x="7097" y="5678"/>
                    <a:pt x="7097" y="5654"/>
                  </a:cubicBezTo>
                  <a:cubicBezTo>
                    <a:pt x="7086" y="5202"/>
                    <a:pt x="7204" y="4753"/>
                    <a:pt x="7426" y="4369"/>
                  </a:cubicBezTo>
                  <a:cubicBezTo>
                    <a:pt x="7672" y="3948"/>
                    <a:pt x="7818" y="3457"/>
                    <a:pt x="7828" y="2929"/>
                  </a:cubicBezTo>
                  <a:cubicBezTo>
                    <a:pt x="7862" y="1338"/>
                    <a:pt x="6655" y="11"/>
                    <a:pt x="5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04"/>
            <p:cNvSpPr/>
            <p:nvPr/>
          </p:nvSpPr>
          <p:spPr>
            <a:xfrm>
              <a:off x="4992199" y="3848702"/>
              <a:ext cx="80754" cy="202793"/>
            </a:xfrm>
            <a:custGeom>
              <a:rect b="b" l="l" r="r" t="t"/>
              <a:pathLst>
                <a:path extrusionOk="0" h="7805" w="3108">
                  <a:moveTo>
                    <a:pt x="408" y="0"/>
                  </a:moveTo>
                  <a:cubicBezTo>
                    <a:pt x="283" y="0"/>
                    <a:pt x="160" y="8"/>
                    <a:pt x="40" y="24"/>
                  </a:cubicBezTo>
                  <a:lnTo>
                    <a:pt x="1" y="29"/>
                  </a:lnTo>
                  <a:cubicBezTo>
                    <a:pt x="1318" y="233"/>
                    <a:pt x="2331" y="1469"/>
                    <a:pt x="2300" y="2929"/>
                  </a:cubicBezTo>
                  <a:cubicBezTo>
                    <a:pt x="2290" y="3457"/>
                    <a:pt x="2143" y="3948"/>
                    <a:pt x="1898" y="4369"/>
                  </a:cubicBezTo>
                  <a:cubicBezTo>
                    <a:pt x="1673" y="4755"/>
                    <a:pt x="1558" y="5202"/>
                    <a:pt x="1569" y="5654"/>
                  </a:cubicBezTo>
                  <a:cubicBezTo>
                    <a:pt x="1569" y="5678"/>
                    <a:pt x="1569" y="5701"/>
                    <a:pt x="1569" y="5722"/>
                  </a:cubicBezTo>
                  <a:cubicBezTo>
                    <a:pt x="1569" y="6696"/>
                    <a:pt x="1059" y="7514"/>
                    <a:pt x="369" y="7742"/>
                  </a:cubicBezTo>
                  <a:cubicBezTo>
                    <a:pt x="495" y="7781"/>
                    <a:pt x="625" y="7804"/>
                    <a:pt x="759" y="7804"/>
                  </a:cubicBezTo>
                  <a:cubicBezTo>
                    <a:pt x="1634" y="7804"/>
                    <a:pt x="2342" y="6871"/>
                    <a:pt x="2342" y="5722"/>
                  </a:cubicBezTo>
                  <a:cubicBezTo>
                    <a:pt x="2342" y="5701"/>
                    <a:pt x="2342" y="5678"/>
                    <a:pt x="2342" y="5654"/>
                  </a:cubicBezTo>
                  <a:cubicBezTo>
                    <a:pt x="2331" y="5202"/>
                    <a:pt x="2449" y="4755"/>
                    <a:pt x="2671" y="4369"/>
                  </a:cubicBezTo>
                  <a:cubicBezTo>
                    <a:pt x="2917" y="3948"/>
                    <a:pt x="3063" y="3457"/>
                    <a:pt x="3073" y="2929"/>
                  </a:cubicBezTo>
                  <a:cubicBezTo>
                    <a:pt x="3107" y="1338"/>
                    <a:pt x="1900" y="11"/>
                    <a:pt x="4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04"/>
            <p:cNvSpPr/>
            <p:nvPr/>
          </p:nvSpPr>
          <p:spPr>
            <a:xfrm>
              <a:off x="4883203" y="3810586"/>
              <a:ext cx="77818" cy="52615"/>
            </a:xfrm>
            <a:custGeom>
              <a:rect b="b" l="l" r="r" t="t"/>
              <a:pathLst>
                <a:path extrusionOk="0" h="2025" w="2995">
                  <a:moveTo>
                    <a:pt x="808" y="0"/>
                  </a:moveTo>
                  <a:cubicBezTo>
                    <a:pt x="601" y="0"/>
                    <a:pt x="399" y="33"/>
                    <a:pt x="212" y="96"/>
                  </a:cubicBezTo>
                  <a:cubicBezTo>
                    <a:pt x="78" y="140"/>
                    <a:pt x="0" y="279"/>
                    <a:pt x="29" y="417"/>
                  </a:cubicBezTo>
                  <a:cubicBezTo>
                    <a:pt x="141" y="937"/>
                    <a:pt x="496" y="1431"/>
                    <a:pt x="1037" y="1739"/>
                  </a:cubicBezTo>
                  <a:cubicBezTo>
                    <a:pt x="1377" y="1932"/>
                    <a:pt x="1742" y="2024"/>
                    <a:pt x="2092" y="2024"/>
                  </a:cubicBezTo>
                  <a:cubicBezTo>
                    <a:pt x="2348" y="2024"/>
                    <a:pt x="2595" y="1975"/>
                    <a:pt x="2816" y="1880"/>
                  </a:cubicBezTo>
                  <a:lnTo>
                    <a:pt x="2994" y="1885"/>
                  </a:lnTo>
                  <a:lnTo>
                    <a:pt x="2994" y="1530"/>
                  </a:lnTo>
                  <a:lnTo>
                    <a:pt x="2850" y="1530"/>
                  </a:lnTo>
                  <a:cubicBezTo>
                    <a:pt x="2722" y="1039"/>
                    <a:pt x="2378" y="579"/>
                    <a:pt x="1863" y="286"/>
                  </a:cubicBezTo>
                  <a:cubicBezTo>
                    <a:pt x="1523" y="93"/>
                    <a:pt x="1158" y="0"/>
                    <a:pt x="808" y="0"/>
                  </a:cubicBezTo>
                  <a:close/>
                </a:path>
              </a:pathLst>
            </a:custGeom>
            <a:solidFill>
              <a:srgbClr val="68D9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04"/>
            <p:cNvSpPr/>
            <p:nvPr/>
          </p:nvSpPr>
          <p:spPr>
            <a:xfrm>
              <a:off x="4883203" y="3810586"/>
              <a:ext cx="77818" cy="52615"/>
            </a:xfrm>
            <a:custGeom>
              <a:rect b="b" l="l" r="r" t="t"/>
              <a:pathLst>
                <a:path extrusionOk="0" h="2025" w="2995">
                  <a:moveTo>
                    <a:pt x="808" y="0"/>
                  </a:moveTo>
                  <a:cubicBezTo>
                    <a:pt x="601" y="0"/>
                    <a:pt x="399" y="33"/>
                    <a:pt x="212" y="96"/>
                  </a:cubicBezTo>
                  <a:cubicBezTo>
                    <a:pt x="78" y="140"/>
                    <a:pt x="0" y="279"/>
                    <a:pt x="29" y="417"/>
                  </a:cubicBezTo>
                  <a:cubicBezTo>
                    <a:pt x="141" y="937"/>
                    <a:pt x="496" y="1431"/>
                    <a:pt x="1037" y="1739"/>
                  </a:cubicBezTo>
                  <a:cubicBezTo>
                    <a:pt x="1377" y="1932"/>
                    <a:pt x="1742" y="2024"/>
                    <a:pt x="2092" y="2024"/>
                  </a:cubicBezTo>
                  <a:cubicBezTo>
                    <a:pt x="2348" y="2024"/>
                    <a:pt x="2595" y="1975"/>
                    <a:pt x="2816" y="1880"/>
                  </a:cubicBezTo>
                  <a:lnTo>
                    <a:pt x="2994" y="1885"/>
                  </a:lnTo>
                  <a:lnTo>
                    <a:pt x="2994" y="1530"/>
                  </a:lnTo>
                  <a:lnTo>
                    <a:pt x="2850" y="1530"/>
                  </a:lnTo>
                  <a:cubicBezTo>
                    <a:pt x="2722" y="1039"/>
                    <a:pt x="2378" y="579"/>
                    <a:pt x="1863" y="286"/>
                  </a:cubicBezTo>
                  <a:cubicBezTo>
                    <a:pt x="1523" y="93"/>
                    <a:pt x="1158" y="0"/>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04"/>
            <p:cNvSpPr/>
            <p:nvPr/>
          </p:nvSpPr>
          <p:spPr>
            <a:xfrm>
              <a:off x="4894323" y="3810586"/>
              <a:ext cx="66697" cy="52641"/>
            </a:xfrm>
            <a:custGeom>
              <a:rect b="b" l="l" r="r" t="t"/>
              <a:pathLst>
                <a:path extrusionOk="0" h="2026" w="2567">
                  <a:moveTo>
                    <a:pt x="382" y="1"/>
                  </a:moveTo>
                  <a:cubicBezTo>
                    <a:pt x="252" y="1"/>
                    <a:pt x="124" y="13"/>
                    <a:pt x="0" y="38"/>
                  </a:cubicBezTo>
                  <a:cubicBezTo>
                    <a:pt x="225" y="83"/>
                    <a:pt x="450" y="164"/>
                    <a:pt x="667" y="286"/>
                  </a:cubicBezTo>
                  <a:cubicBezTo>
                    <a:pt x="1147" y="561"/>
                    <a:pt x="1482" y="984"/>
                    <a:pt x="1628" y="1441"/>
                  </a:cubicBezTo>
                  <a:cubicBezTo>
                    <a:pt x="1646" y="1496"/>
                    <a:pt x="1652" y="1554"/>
                    <a:pt x="1646" y="1611"/>
                  </a:cubicBezTo>
                  <a:cubicBezTo>
                    <a:pt x="1628" y="1786"/>
                    <a:pt x="1503" y="1935"/>
                    <a:pt x="1330" y="1974"/>
                  </a:cubicBezTo>
                  <a:cubicBezTo>
                    <a:pt x="1312" y="1979"/>
                    <a:pt x="1294" y="1982"/>
                    <a:pt x="1273" y="1987"/>
                  </a:cubicBezTo>
                  <a:cubicBezTo>
                    <a:pt x="1404" y="2013"/>
                    <a:pt x="1535" y="2025"/>
                    <a:pt x="1663" y="2025"/>
                  </a:cubicBezTo>
                  <a:cubicBezTo>
                    <a:pt x="1919" y="2025"/>
                    <a:pt x="2166" y="1976"/>
                    <a:pt x="2388" y="1880"/>
                  </a:cubicBezTo>
                  <a:lnTo>
                    <a:pt x="2566" y="1885"/>
                  </a:lnTo>
                  <a:lnTo>
                    <a:pt x="2566" y="1530"/>
                  </a:lnTo>
                  <a:lnTo>
                    <a:pt x="2422" y="1530"/>
                  </a:lnTo>
                  <a:cubicBezTo>
                    <a:pt x="2294" y="1039"/>
                    <a:pt x="1950" y="579"/>
                    <a:pt x="1435" y="286"/>
                  </a:cubicBezTo>
                  <a:cubicBezTo>
                    <a:pt x="1096" y="92"/>
                    <a:pt x="731"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04"/>
            <p:cNvSpPr/>
            <p:nvPr/>
          </p:nvSpPr>
          <p:spPr>
            <a:xfrm>
              <a:off x="4953979" y="3805285"/>
              <a:ext cx="41390" cy="85041"/>
            </a:xfrm>
            <a:custGeom>
              <a:rect b="b" l="l" r="r" t="t"/>
              <a:pathLst>
                <a:path extrusionOk="0" h="3273" w="1593">
                  <a:moveTo>
                    <a:pt x="979" y="0"/>
                  </a:moveTo>
                  <a:cubicBezTo>
                    <a:pt x="753" y="0"/>
                    <a:pt x="536" y="139"/>
                    <a:pt x="453" y="370"/>
                  </a:cubicBezTo>
                  <a:cubicBezTo>
                    <a:pt x="244" y="961"/>
                    <a:pt x="1" y="1917"/>
                    <a:pt x="79" y="3273"/>
                  </a:cubicBezTo>
                  <a:lnTo>
                    <a:pt x="1198" y="3273"/>
                  </a:lnTo>
                  <a:cubicBezTo>
                    <a:pt x="1117" y="2055"/>
                    <a:pt x="1336" y="1219"/>
                    <a:pt x="1503" y="741"/>
                  </a:cubicBezTo>
                  <a:cubicBezTo>
                    <a:pt x="1592" y="490"/>
                    <a:pt x="1490" y="211"/>
                    <a:pt x="1260" y="78"/>
                  </a:cubicBezTo>
                  <a:cubicBezTo>
                    <a:pt x="1171" y="25"/>
                    <a:pt x="1074" y="0"/>
                    <a:pt x="9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04"/>
            <p:cNvSpPr/>
            <p:nvPr/>
          </p:nvSpPr>
          <p:spPr>
            <a:xfrm>
              <a:off x="4962891" y="3805259"/>
              <a:ext cx="32478" cy="85067"/>
            </a:xfrm>
            <a:custGeom>
              <a:rect b="b" l="l" r="r" t="t"/>
              <a:pathLst>
                <a:path extrusionOk="0" h="3274" w="1250">
                  <a:moveTo>
                    <a:pt x="635" y="0"/>
                  </a:moveTo>
                  <a:cubicBezTo>
                    <a:pt x="491" y="0"/>
                    <a:pt x="352" y="57"/>
                    <a:pt x="248" y="157"/>
                  </a:cubicBezTo>
                  <a:cubicBezTo>
                    <a:pt x="403" y="306"/>
                    <a:pt x="463" y="533"/>
                    <a:pt x="387" y="742"/>
                  </a:cubicBezTo>
                  <a:cubicBezTo>
                    <a:pt x="217" y="1220"/>
                    <a:pt x="0" y="2056"/>
                    <a:pt x="81" y="3274"/>
                  </a:cubicBezTo>
                  <a:lnTo>
                    <a:pt x="855" y="3274"/>
                  </a:lnTo>
                  <a:cubicBezTo>
                    <a:pt x="774" y="2056"/>
                    <a:pt x="993" y="1220"/>
                    <a:pt x="1160" y="742"/>
                  </a:cubicBezTo>
                  <a:cubicBezTo>
                    <a:pt x="1249" y="491"/>
                    <a:pt x="1147" y="212"/>
                    <a:pt x="917" y="79"/>
                  </a:cubicBezTo>
                  <a:cubicBezTo>
                    <a:pt x="827" y="25"/>
                    <a:pt x="730" y="0"/>
                    <a:pt x="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04"/>
            <p:cNvSpPr/>
            <p:nvPr/>
          </p:nvSpPr>
          <p:spPr>
            <a:xfrm>
              <a:off x="4934440" y="3877803"/>
              <a:ext cx="72725" cy="20942"/>
            </a:xfrm>
            <a:custGeom>
              <a:rect b="b" l="l" r="r" t="t"/>
              <a:pathLst>
                <a:path extrusionOk="0" h="806" w="2799">
                  <a:moveTo>
                    <a:pt x="2509" y="1"/>
                  </a:moveTo>
                  <a:cubicBezTo>
                    <a:pt x="2466" y="1"/>
                    <a:pt x="2423" y="12"/>
                    <a:pt x="2383" y="35"/>
                  </a:cubicBezTo>
                  <a:cubicBezTo>
                    <a:pt x="2085" y="208"/>
                    <a:pt x="1741" y="299"/>
                    <a:pt x="1393" y="299"/>
                  </a:cubicBezTo>
                  <a:cubicBezTo>
                    <a:pt x="1048" y="299"/>
                    <a:pt x="711" y="210"/>
                    <a:pt x="413" y="40"/>
                  </a:cubicBezTo>
                  <a:cubicBezTo>
                    <a:pt x="374" y="18"/>
                    <a:pt x="332" y="8"/>
                    <a:pt x="290" y="8"/>
                  </a:cubicBezTo>
                  <a:cubicBezTo>
                    <a:pt x="202" y="8"/>
                    <a:pt x="117" y="53"/>
                    <a:pt x="71" y="134"/>
                  </a:cubicBezTo>
                  <a:cubicBezTo>
                    <a:pt x="1" y="257"/>
                    <a:pt x="42" y="411"/>
                    <a:pt x="163" y="479"/>
                  </a:cubicBezTo>
                  <a:cubicBezTo>
                    <a:pt x="536" y="693"/>
                    <a:pt x="962" y="806"/>
                    <a:pt x="1393" y="806"/>
                  </a:cubicBezTo>
                  <a:cubicBezTo>
                    <a:pt x="1832" y="806"/>
                    <a:pt x="2260" y="688"/>
                    <a:pt x="2637" y="471"/>
                  </a:cubicBezTo>
                  <a:cubicBezTo>
                    <a:pt x="2757" y="401"/>
                    <a:pt x="2799" y="247"/>
                    <a:pt x="2728" y="127"/>
                  </a:cubicBezTo>
                  <a:cubicBezTo>
                    <a:pt x="2681" y="46"/>
                    <a:pt x="2596" y="1"/>
                    <a:pt x="25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021" name="Google Shape;8021;p104"/>
          <p:cNvCxnSpPr>
            <a:stCxn id="7819" idx="3"/>
            <a:endCxn id="7829" idx="1"/>
          </p:cNvCxnSpPr>
          <p:nvPr/>
        </p:nvCxnSpPr>
        <p:spPr>
          <a:xfrm flipH="1" rot="10800000">
            <a:off x="1493337" y="1461232"/>
            <a:ext cx="681900" cy="126000"/>
          </a:xfrm>
          <a:prstGeom prst="bentConnector3">
            <a:avLst>
              <a:gd fmla="val 49997" name="adj1"/>
            </a:avLst>
          </a:prstGeom>
          <a:noFill/>
          <a:ln cap="flat" cmpd="sng" w="19050">
            <a:solidFill>
              <a:schemeClr val="lt2"/>
            </a:solidFill>
            <a:prstDash val="solid"/>
            <a:round/>
            <a:headEnd len="med" w="med" type="none"/>
            <a:tailEnd len="med" w="med" type="none"/>
          </a:ln>
        </p:spPr>
      </p:cxnSp>
      <p:cxnSp>
        <p:nvCxnSpPr>
          <p:cNvPr id="8022" name="Google Shape;8022;p104"/>
          <p:cNvCxnSpPr>
            <a:stCxn id="7828" idx="1"/>
            <a:endCxn id="7821" idx="3"/>
          </p:cNvCxnSpPr>
          <p:nvPr/>
        </p:nvCxnSpPr>
        <p:spPr>
          <a:xfrm flipH="1">
            <a:off x="1493294" y="2538775"/>
            <a:ext cx="681900" cy="126000"/>
          </a:xfrm>
          <a:prstGeom prst="bentConnector3">
            <a:avLst>
              <a:gd fmla="val 49997" name="adj1"/>
            </a:avLst>
          </a:prstGeom>
          <a:noFill/>
          <a:ln cap="flat" cmpd="sng" w="19050">
            <a:solidFill>
              <a:schemeClr val="lt2"/>
            </a:solidFill>
            <a:prstDash val="solid"/>
            <a:round/>
            <a:headEnd len="med" w="med" type="none"/>
            <a:tailEnd len="med" w="med" type="none"/>
          </a:ln>
        </p:spPr>
      </p:cxnSp>
      <p:cxnSp>
        <p:nvCxnSpPr>
          <p:cNvPr id="8023" name="Google Shape;8023;p104"/>
          <p:cNvCxnSpPr>
            <a:stCxn id="7830" idx="1"/>
            <a:endCxn id="7823" idx="3"/>
          </p:cNvCxnSpPr>
          <p:nvPr/>
        </p:nvCxnSpPr>
        <p:spPr>
          <a:xfrm flipH="1">
            <a:off x="1493294" y="3616325"/>
            <a:ext cx="681900" cy="126000"/>
          </a:xfrm>
          <a:prstGeom prst="bentConnector3">
            <a:avLst>
              <a:gd fmla="val 49997" name="adj1"/>
            </a:avLst>
          </a:prstGeom>
          <a:noFill/>
          <a:ln cap="flat" cmpd="sng" w="19050">
            <a:solidFill>
              <a:schemeClr val="lt2"/>
            </a:solidFill>
            <a:prstDash val="solid"/>
            <a:round/>
            <a:headEnd len="med" w="med" type="none"/>
            <a:tailEnd len="med" w="med" type="none"/>
          </a:ln>
        </p:spPr>
      </p:cxnSp>
      <p:cxnSp>
        <p:nvCxnSpPr>
          <p:cNvPr id="8024" name="Google Shape;8024;p104"/>
          <p:cNvCxnSpPr>
            <a:stCxn id="7820" idx="1"/>
            <a:endCxn id="7826" idx="3"/>
          </p:cNvCxnSpPr>
          <p:nvPr/>
        </p:nvCxnSpPr>
        <p:spPr>
          <a:xfrm rot="10800000">
            <a:off x="6968780" y="1461232"/>
            <a:ext cx="681900" cy="126000"/>
          </a:xfrm>
          <a:prstGeom prst="bentConnector3">
            <a:avLst>
              <a:gd fmla="val 49998" name="adj1"/>
            </a:avLst>
          </a:prstGeom>
          <a:noFill/>
          <a:ln cap="flat" cmpd="sng" w="19050">
            <a:solidFill>
              <a:schemeClr val="lt2"/>
            </a:solidFill>
            <a:prstDash val="solid"/>
            <a:round/>
            <a:headEnd len="med" w="med" type="none"/>
            <a:tailEnd len="med" w="med" type="none"/>
          </a:ln>
        </p:spPr>
      </p:cxnSp>
      <p:cxnSp>
        <p:nvCxnSpPr>
          <p:cNvPr id="8025" name="Google Shape;8025;p104"/>
          <p:cNvCxnSpPr>
            <a:stCxn id="7822" idx="1"/>
            <a:endCxn id="7825" idx="3"/>
          </p:cNvCxnSpPr>
          <p:nvPr/>
        </p:nvCxnSpPr>
        <p:spPr>
          <a:xfrm rot="10800000">
            <a:off x="6968780" y="2538782"/>
            <a:ext cx="681900" cy="126000"/>
          </a:xfrm>
          <a:prstGeom prst="bentConnector3">
            <a:avLst>
              <a:gd fmla="val 49998" name="adj1"/>
            </a:avLst>
          </a:prstGeom>
          <a:noFill/>
          <a:ln cap="flat" cmpd="sng" w="19050">
            <a:solidFill>
              <a:schemeClr val="lt2"/>
            </a:solidFill>
            <a:prstDash val="solid"/>
            <a:round/>
            <a:headEnd len="med" w="med" type="none"/>
            <a:tailEnd len="med" w="med" type="none"/>
          </a:ln>
        </p:spPr>
      </p:cxnSp>
      <p:cxnSp>
        <p:nvCxnSpPr>
          <p:cNvPr id="8026" name="Google Shape;8026;p104"/>
          <p:cNvCxnSpPr>
            <a:stCxn id="7824" idx="1"/>
            <a:endCxn id="7827" idx="3"/>
          </p:cNvCxnSpPr>
          <p:nvPr/>
        </p:nvCxnSpPr>
        <p:spPr>
          <a:xfrm rot="10800000">
            <a:off x="6968780" y="3616332"/>
            <a:ext cx="681900" cy="126000"/>
          </a:xfrm>
          <a:prstGeom prst="bentConnector3">
            <a:avLst>
              <a:gd fmla="val 49998" name="adj1"/>
            </a:avLst>
          </a:prstGeom>
          <a:noFill/>
          <a:ln cap="flat" cmpd="sng" w="19050">
            <a:solidFill>
              <a:schemeClr val="lt2"/>
            </a:solidFill>
            <a:prstDash val="solid"/>
            <a:round/>
            <a:headEnd len="med" w="med" type="none"/>
            <a:tailEnd len="med" w="med" type="none"/>
          </a:ln>
        </p:spPr>
      </p:cxnSp>
      <p:sp>
        <p:nvSpPr>
          <p:cNvPr id="8027" name="Google Shape;8027;p104">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04">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04">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04">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4" name="Shape 8034"/>
        <p:cNvGrpSpPr/>
        <p:nvPr/>
      </p:nvGrpSpPr>
      <p:grpSpPr>
        <a:xfrm>
          <a:off x="0" y="0"/>
          <a:ext cx="0" cy="0"/>
          <a:chOff x="0" y="0"/>
          <a:chExt cx="0" cy="0"/>
        </a:xfrm>
      </p:grpSpPr>
      <p:grpSp>
        <p:nvGrpSpPr>
          <p:cNvPr id="8035" name="Google Shape;8035;p105"/>
          <p:cNvGrpSpPr/>
          <p:nvPr/>
        </p:nvGrpSpPr>
        <p:grpSpPr>
          <a:xfrm>
            <a:off x="2777168" y="903075"/>
            <a:ext cx="3589284" cy="2294657"/>
            <a:chOff x="2609018" y="535000"/>
            <a:chExt cx="3589284" cy="2294657"/>
          </a:xfrm>
        </p:grpSpPr>
        <p:sp>
          <p:nvSpPr>
            <p:cNvPr id="8036" name="Google Shape;8036;p105"/>
            <p:cNvSpPr/>
            <p:nvPr/>
          </p:nvSpPr>
          <p:spPr>
            <a:xfrm>
              <a:off x="2665714" y="2533067"/>
              <a:ext cx="3475891" cy="640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05"/>
            <p:cNvSpPr/>
            <p:nvPr/>
          </p:nvSpPr>
          <p:spPr>
            <a:xfrm>
              <a:off x="2665714" y="604477"/>
              <a:ext cx="22765" cy="199259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8" name="Google Shape;8038;p105"/>
            <p:cNvGrpSpPr/>
            <p:nvPr/>
          </p:nvGrpSpPr>
          <p:grpSpPr>
            <a:xfrm>
              <a:off x="2609018" y="535000"/>
              <a:ext cx="3589284" cy="2294657"/>
              <a:chOff x="2609018" y="535000"/>
              <a:chExt cx="3589284" cy="2294657"/>
            </a:xfrm>
          </p:grpSpPr>
          <p:sp>
            <p:nvSpPr>
              <p:cNvPr id="8039" name="Google Shape;8039;p105"/>
              <p:cNvSpPr/>
              <p:nvPr/>
            </p:nvSpPr>
            <p:spPr>
              <a:xfrm>
                <a:off x="2609018" y="2596959"/>
                <a:ext cx="3589284" cy="232698"/>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05"/>
              <p:cNvSpPr/>
              <p:nvPr/>
            </p:nvSpPr>
            <p:spPr>
              <a:xfrm>
                <a:off x="2609018" y="535000"/>
                <a:ext cx="3589284" cy="2155596"/>
              </a:xfrm>
              <a:custGeom>
                <a:rect b="b" l="l" r="r" t="t"/>
                <a:pathLst>
                  <a:path extrusionOk="0" h="20074" w="33426">
                    <a:moveTo>
                      <a:pt x="0" y="0"/>
                    </a:moveTo>
                    <a:lnTo>
                      <a:pt x="0" y="19625"/>
                    </a:lnTo>
                    <a:lnTo>
                      <a:pt x="33426" y="20074"/>
                    </a:lnTo>
                    <a:lnTo>
                      <a:pt x="334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05"/>
              <p:cNvSpPr/>
              <p:nvPr/>
            </p:nvSpPr>
            <p:spPr>
              <a:xfrm>
                <a:off x="2688372" y="621443"/>
                <a:ext cx="3430576" cy="1955757"/>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sp>
        <p:nvSpPr>
          <p:cNvPr id="8042" name="Google Shape;8042;p105"/>
          <p:cNvSpPr/>
          <p:nvPr/>
        </p:nvSpPr>
        <p:spPr>
          <a:xfrm>
            <a:off x="3147313" y="2079038"/>
            <a:ext cx="28494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05"/>
          <p:cNvSpPr txBox="1"/>
          <p:nvPr>
            <p:ph type="title"/>
          </p:nvPr>
        </p:nvSpPr>
        <p:spPr>
          <a:xfrm>
            <a:off x="3038279" y="2175505"/>
            <a:ext cx="3067500" cy="3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Host</a:t>
            </a:r>
            <a:endParaRPr/>
          </a:p>
        </p:txBody>
      </p:sp>
      <p:sp>
        <p:nvSpPr>
          <p:cNvPr id="8044" name="Google Shape;8044;p105"/>
          <p:cNvSpPr txBox="1"/>
          <p:nvPr>
            <p:ph idx="2" type="title"/>
          </p:nvPr>
        </p:nvSpPr>
        <p:spPr>
          <a:xfrm>
            <a:off x="3038225" y="1261350"/>
            <a:ext cx="30675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8045" name="Google Shape;8045;p105"/>
          <p:cNvSpPr txBox="1"/>
          <p:nvPr>
            <p:ph idx="1" type="subTitle"/>
          </p:nvPr>
        </p:nvSpPr>
        <p:spPr>
          <a:xfrm>
            <a:off x="3038252" y="3380898"/>
            <a:ext cx="30675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8046" name="Google Shape;8046;p105">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05">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05">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05">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0" name="Google Shape;8050;p105"/>
          <p:cNvGrpSpPr/>
          <p:nvPr/>
        </p:nvGrpSpPr>
        <p:grpSpPr>
          <a:xfrm>
            <a:off x="6723158" y="903082"/>
            <a:ext cx="1803472" cy="1338733"/>
            <a:chOff x="6720325" y="842850"/>
            <a:chExt cx="1369275" cy="1016425"/>
          </a:xfrm>
        </p:grpSpPr>
        <p:sp>
          <p:nvSpPr>
            <p:cNvPr id="8051" name="Google Shape;8051;p105"/>
            <p:cNvSpPr/>
            <p:nvPr/>
          </p:nvSpPr>
          <p:spPr>
            <a:xfrm>
              <a:off x="7115325" y="865775"/>
              <a:ext cx="486700" cy="650750"/>
            </a:xfrm>
            <a:custGeom>
              <a:rect b="b" l="l" r="r" t="t"/>
              <a:pathLst>
                <a:path extrusionOk="0" h="26030" w="19468">
                  <a:moveTo>
                    <a:pt x="1" y="0"/>
                  </a:moveTo>
                  <a:lnTo>
                    <a:pt x="1" y="26029"/>
                  </a:lnTo>
                  <a:lnTo>
                    <a:pt x="19467" y="26029"/>
                  </a:lnTo>
                  <a:lnTo>
                    <a:pt x="19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05"/>
            <p:cNvSpPr/>
            <p:nvPr/>
          </p:nvSpPr>
          <p:spPr>
            <a:xfrm>
              <a:off x="6720325" y="1601725"/>
              <a:ext cx="395025" cy="257550"/>
            </a:xfrm>
            <a:custGeom>
              <a:rect b="b" l="l" r="r" t="t"/>
              <a:pathLst>
                <a:path extrusionOk="0" h="10302" w="15801">
                  <a:moveTo>
                    <a:pt x="0" y="0"/>
                  </a:moveTo>
                  <a:lnTo>
                    <a:pt x="0" y="10302"/>
                  </a:lnTo>
                  <a:lnTo>
                    <a:pt x="15801" y="10302"/>
                  </a:lnTo>
                  <a:lnTo>
                    <a:pt x="158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05"/>
            <p:cNvSpPr/>
            <p:nvPr/>
          </p:nvSpPr>
          <p:spPr>
            <a:xfrm>
              <a:off x="6720325" y="865775"/>
              <a:ext cx="256650" cy="342800"/>
            </a:xfrm>
            <a:custGeom>
              <a:rect b="b" l="l" r="r" t="t"/>
              <a:pathLst>
                <a:path extrusionOk="0" h="13712" w="10266">
                  <a:moveTo>
                    <a:pt x="0" y="0"/>
                  </a:moveTo>
                  <a:lnTo>
                    <a:pt x="0" y="13711"/>
                  </a:lnTo>
                  <a:lnTo>
                    <a:pt x="10265" y="13711"/>
                  </a:lnTo>
                  <a:lnTo>
                    <a:pt x="102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05"/>
            <p:cNvSpPr/>
            <p:nvPr/>
          </p:nvSpPr>
          <p:spPr>
            <a:xfrm>
              <a:off x="7452600" y="1576050"/>
              <a:ext cx="207150" cy="281400"/>
            </a:xfrm>
            <a:custGeom>
              <a:rect b="b" l="l" r="r" t="t"/>
              <a:pathLst>
                <a:path extrusionOk="0" h="11256" w="8286">
                  <a:moveTo>
                    <a:pt x="1" y="1"/>
                  </a:moveTo>
                  <a:lnTo>
                    <a:pt x="1" y="11256"/>
                  </a:lnTo>
                  <a:lnTo>
                    <a:pt x="8286" y="11256"/>
                  </a:lnTo>
                  <a:lnTo>
                    <a:pt x="82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05"/>
            <p:cNvSpPr/>
            <p:nvPr/>
          </p:nvSpPr>
          <p:spPr>
            <a:xfrm>
              <a:off x="7691825" y="1357025"/>
              <a:ext cx="374875" cy="500425"/>
            </a:xfrm>
            <a:custGeom>
              <a:rect b="b" l="l" r="r" t="t"/>
              <a:pathLst>
                <a:path extrusionOk="0" h="20017" w="14995">
                  <a:moveTo>
                    <a:pt x="0" y="0"/>
                  </a:moveTo>
                  <a:lnTo>
                    <a:pt x="0" y="20017"/>
                  </a:lnTo>
                  <a:lnTo>
                    <a:pt x="14994" y="20017"/>
                  </a:lnTo>
                  <a:lnTo>
                    <a:pt x="149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05"/>
            <p:cNvSpPr/>
            <p:nvPr/>
          </p:nvSpPr>
          <p:spPr>
            <a:xfrm>
              <a:off x="7771550" y="865775"/>
              <a:ext cx="295150" cy="394125"/>
            </a:xfrm>
            <a:custGeom>
              <a:rect b="b" l="l" r="r" t="t"/>
              <a:pathLst>
                <a:path extrusionOk="0" h="15765" w="11806">
                  <a:moveTo>
                    <a:pt x="0" y="0"/>
                  </a:moveTo>
                  <a:lnTo>
                    <a:pt x="0" y="15764"/>
                  </a:lnTo>
                  <a:lnTo>
                    <a:pt x="11805" y="15764"/>
                  </a:lnTo>
                  <a:lnTo>
                    <a:pt x="118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05"/>
            <p:cNvSpPr/>
            <p:nvPr/>
          </p:nvSpPr>
          <p:spPr>
            <a:xfrm>
              <a:off x="7138250" y="842850"/>
              <a:ext cx="486675" cy="650750"/>
            </a:xfrm>
            <a:custGeom>
              <a:rect b="b" l="l" r="r" t="t"/>
              <a:pathLst>
                <a:path extrusionOk="0" h="26030" w="19467">
                  <a:moveTo>
                    <a:pt x="0" y="1"/>
                  </a:moveTo>
                  <a:lnTo>
                    <a:pt x="0" y="26030"/>
                  </a:lnTo>
                  <a:lnTo>
                    <a:pt x="19467" y="26030"/>
                  </a:lnTo>
                  <a:lnTo>
                    <a:pt x="194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05"/>
            <p:cNvSpPr/>
            <p:nvPr/>
          </p:nvSpPr>
          <p:spPr>
            <a:xfrm>
              <a:off x="7187725" y="893275"/>
              <a:ext cx="387725" cy="550825"/>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05"/>
            <p:cNvSpPr/>
            <p:nvPr/>
          </p:nvSpPr>
          <p:spPr>
            <a:xfrm>
              <a:off x="7163000" y="867600"/>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05"/>
            <p:cNvSpPr/>
            <p:nvPr/>
          </p:nvSpPr>
          <p:spPr>
            <a:xfrm>
              <a:off x="6743225" y="1578800"/>
              <a:ext cx="395050" cy="257575"/>
            </a:xfrm>
            <a:custGeom>
              <a:rect b="b" l="l" r="r" t="t"/>
              <a:pathLst>
                <a:path extrusionOk="0" h="10303" w="15802">
                  <a:moveTo>
                    <a:pt x="1" y="1"/>
                  </a:moveTo>
                  <a:lnTo>
                    <a:pt x="1" y="10302"/>
                  </a:lnTo>
                  <a:lnTo>
                    <a:pt x="15801" y="10302"/>
                  </a:lnTo>
                  <a:lnTo>
                    <a:pt x="158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05"/>
            <p:cNvSpPr/>
            <p:nvPr/>
          </p:nvSpPr>
          <p:spPr>
            <a:xfrm>
              <a:off x="6796400" y="1631975"/>
              <a:ext cx="288700" cy="152150"/>
            </a:xfrm>
            <a:custGeom>
              <a:rect b="b" l="l" r="r" t="t"/>
              <a:pathLst>
                <a:path extrusionOk="0" h="6086" w="11548">
                  <a:moveTo>
                    <a:pt x="0" y="0"/>
                  </a:moveTo>
                  <a:lnTo>
                    <a:pt x="0" y="6086"/>
                  </a:lnTo>
                  <a:lnTo>
                    <a:pt x="11548" y="6086"/>
                  </a:lnTo>
                  <a:lnTo>
                    <a:pt x="115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05"/>
            <p:cNvSpPr/>
            <p:nvPr/>
          </p:nvSpPr>
          <p:spPr>
            <a:xfrm>
              <a:off x="6769800" y="1605400"/>
              <a:ext cx="341900" cy="204400"/>
            </a:xfrm>
            <a:custGeom>
              <a:rect b="b" l="l" r="r" t="t"/>
              <a:pathLst>
                <a:path extrusionOk="0" h="8176" w="13676">
                  <a:moveTo>
                    <a:pt x="12612" y="1063"/>
                  </a:moveTo>
                  <a:lnTo>
                    <a:pt x="12612" y="7112"/>
                  </a:lnTo>
                  <a:lnTo>
                    <a:pt x="1064" y="7112"/>
                  </a:lnTo>
                  <a:lnTo>
                    <a:pt x="1064" y="1063"/>
                  </a:lnTo>
                  <a:close/>
                  <a:moveTo>
                    <a:pt x="1" y="0"/>
                  </a:moveTo>
                  <a:lnTo>
                    <a:pt x="1" y="8175"/>
                  </a:lnTo>
                  <a:lnTo>
                    <a:pt x="13675" y="8175"/>
                  </a:lnTo>
                  <a:lnTo>
                    <a:pt x="136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05"/>
            <p:cNvSpPr/>
            <p:nvPr/>
          </p:nvSpPr>
          <p:spPr>
            <a:xfrm>
              <a:off x="6743225" y="842850"/>
              <a:ext cx="256650" cy="342800"/>
            </a:xfrm>
            <a:custGeom>
              <a:rect b="b" l="l" r="r" t="t"/>
              <a:pathLst>
                <a:path extrusionOk="0" h="13712" w="10266">
                  <a:moveTo>
                    <a:pt x="1" y="1"/>
                  </a:moveTo>
                  <a:lnTo>
                    <a:pt x="1" y="13712"/>
                  </a:lnTo>
                  <a:lnTo>
                    <a:pt x="10266" y="13712"/>
                  </a:lnTo>
                  <a:lnTo>
                    <a:pt x="10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05"/>
            <p:cNvSpPr/>
            <p:nvPr/>
          </p:nvSpPr>
          <p:spPr>
            <a:xfrm>
              <a:off x="6769800" y="869425"/>
              <a:ext cx="203500" cy="289650"/>
            </a:xfrm>
            <a:custGeom>
              <a:rect b="b" l="l" r="r" t="t"/>
              <a:pathLst>
                <a:path extrusionOk="0" h="11586" w="8140">
                  <a:moveTo>
                    <a:pt x="1" y="1"/>
                  </a:moveTo>
                  <a:lnTo>
                    <a:pt x="1" y="11586"/>
                  </a:lnTo>
                  <a:lnTo>
                    <a:pt x="8139" y="11586"/>
                  </a:lnTo>
                  <a:lnTo>
                    <a:pt x="81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05"/>
            <p:cNvSpPr/>
            <p:nvPr/>
          </p:nvSpPr>
          <p:spPr>
            <a:xfrm>
              <a:off x="6796400" y="896025"/>
              <a:ext cx="151225" cy="236475"/>
            </a:xfrm>
            <a:custGeom>
              <a:rect b="b" l="l" r="r" t="t"/>
              <a:pathLst>
                <a:path extrusionOk="0" h="9459" w="6049">
                  <a:moveTo>
                    <a:pt x="0" y="0"/>
                  </a:moveTo>
                  <a:lnTo>
                    <a:pt x="0" y="9458"/>
                  </a:lnTo>
                  <a:lnTo>
                    <a:pt x="6049" y="9458"/>
                  </a:lnTo>
                  <a:lnTo>
                    <a:pt x="60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05"/>
            <p:cNvSpPr/>
            <p:nvPr/>
          </p:nvSpPr>
          <p:spPr>
            <a:xfrm>
              <a:off x="7475525" y="1553150"/>
              <a:ext cx="207150" cy="281400"/>
            </a:xfrm>
            <a:custGeom>
              <a:rect b="b" l="l" r="r" t="t"/>
              <a:pathLst>
                <a:path extrusionOk="0" h="11256" w="8286">
                  <a:moveTo>
                    <a:pt x="0" y="0"/>
                  </a:moveTo>
                  <a:lnTo>
                    <a:pt x="0" y="11255"/>
                  </a:lnTo>
                  <a:lnTo>
                    <a:pt x="8285" y="11255"/>
                  </a:lnTo>
                  <a:lnTo>
                    <a:pt x="82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05"/>
            <p:cNvSpPr/>
            <p:nvPr/>
          </p:nvSpPr>
          <p:spPr>
            <a:xfrm>
              <a:off x="7533250" y="1611800"/>
              <a:ext cx="91675" cy="164075"/>
            </a:xfrm>
            <a:custGeom>
              <a:rect b="b" l="l" r="r" t="t"/>
              <a:pathLst>
                <a:path extrusionOk="0" h="6563" w="3667">
                  <a:moveTo>
                    <a:pt x="1" y="1"/>
                  </a:moveTo>
                  <a:lnTo>
                    <a:pt x="1" y="6563"/>
                  </a:lnTo>
                  <a:lnTo>
                    <a:pt x="3667" y="6563"/>
                  </a:lnTo>
                  <a:lnTo>
                    <a:pt x="36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05"/>
            <p:cNvSpPr/>
            <p:nvPr/>
          </p:nvSpPr>
          <p:spPr>
            <a:xfrm>
              <a:off x="7504850" y="1582475"/>
              <a:ext cx="148500" cy="222725"/>
            </a:xfrm>
            <a:custGeom>
              <a:rect b="b" l="l" r="r" t="t"/>
              <a:pathLst>
                <a:path extrusionOk="0" h="8909" w="5940">
                  <a:moveTo>
                    <a:pt x="4803" y="1174"/>
                  </a:moveTo>
                  <a:lnTo>
                    <a:pt x="4803" y="7736"/>
                  </a:lnTo>
                  <a:lnTo>
                    <a:pt x="1137" y="7736"/>
                  </a:lnTo>
                  <a:lnTo>
                    <a:pt x="1137" y="1174"/>
                  </a:lnTo>
                  <a:close/>
                  <a:moveTo>
                    <a:pt x="0" y="1"/>
                  </a:moveTo>
                  <a:lnTo>
                    <a:pt x="0" y="8909"/>
                  </a:lnTo>
                  <a:lnTo>
                    <a:pt x="5939" y="8909"/>
                  </a:lnTo>
                  <a:lnTo>
                    <a:pt x="59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05"/>
            <p:cNvSpPr/>
            <p:nvPr/>
          </p:nvSpPr>
          <p:spPr>
            <a:xfrm>
              <a:off x="7714725" y="1334100"/>
              <a:ext cx="374875" cy="500450"/>
            </a:xfrm>
            <a:custGeom>
              <a:rect b="b" l="l" r="r" t="t"/>
              <a:pathLst>
                <a:path extrusionOk="0" h="20018" w="14995">
                  <a:moveTo>
                    <a:pt x="1" y="1"/>
                  </a:moveTo>
                  <a:lnTo>
                    <a:pt x="1" y="20017"/>
                  </a:lnTo>
                  <a:lnTo>
                    <a:pt x="14995" y="20017"/>
                  </a:lnTo>
                  <a:lnTo>
                    <a:pt x="149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05"/>
            <p:cNvSpPr/>
            <p:nvPr/>
          </p:nvSpPr>
          <p:spPr>
            <a:xfrm>
              <a:off x="7745875" y="1365275"/>
              <a:ext cx="311650" cy="438100"/>
            </a:xfrm>
            <a:custGeom>
              <a:rect b="b" l="l" r="r" t="t"/>
              <a:pathLst>
                <a:path extrusionOk="0" h="17524" w="12466">
                  <a:moveTo>
                    <a:pt x="1" y="0"/>
                  </a:moveTo>
                  <a:lnTo>
                    <a:pt x="1" y="17524"/>
                  </a:lnTo>
                  <a:lnTo>
                    <a:pt x="12465" y="17524"/>
                  </a:lnTo>
                  <a:lnTo>
                    <a:pt x="12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05"/>
            <p:cNvSpPr/>
            <p:nvPr/>
          </p:nvSpPr>
          <p:spPr>
            <a:xfrm>
              <a:off x="7794450" y="842850"/>
              <a:ext cx="295150" cy="394125"/>
            </a:xfrm>
            <a:custGeom>
              <a:rect b="b" l="l" r="r" t="t"/>
              <a:pathLst>
                <a:path extrusionOk="0" h="15765" w="11806">
                  <a:moveTo>
                    <a:pt x="1" y="1"/>
                  </a:moveTo>
                  <a:lnTo>
                    <a:pt x="1" y="15765"/>
                  </a:lnTo>
                  <a:lnTo>
                    <a:pt x="11806" y="15765"/>
                  </a:lnTo>
                  <a:lnTo>
                    <a:pt x="118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05"/>
            <p:cNvSpPr/>
            <p:nvPr/>
          </p:nvSpPr>
          <p:spPr>
            <a:xfrm>
              <a:off x="7854950" y="903350"/>
              <a:ext cx="173250" cy="273150"/>
            </a:xfrm>
            <a:custGeom>
              <a:rect b="b" l="l" r="r" t="t"/>
              <a:pathLst>
                <a:path extrusionOk="0" h="10926" w="6930">
                  <a:moveTo>
                    <a:pt x="1" y="0"/>
                  </a:moveTo>
                  <a:lnTo>
                    <a:pt x="1" y="10925"/>
                  </a:lnTo>
                  <a:lnTo>
                    <a:pt x="6929" y="10925"/>
                  </a:lnTo>
                  <a:lnTo>
                    <a:pt x="69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05"/>
            <p:cNvSpPr/>
            <p:nvPr/>
          </p:nvSpPr>
          <p:spPr>
            <a:xfrm>
              <a:off x="7824700" y="873100"/>
              <a:ext cx="234650" cy="333625"/>
            </a:xfrm>
            <a:custGeom>
              <a:rect b="b" l="l" r="r" t="t"/>
              <a:pathLst>
                <a:path extrusionOk="0" h="13345" w="9386">
                  <a:moveTo>
                    <a:pt x="8176" y="1210"/>
                  </a:moveTo>
                  <a:lnTo>
                    <a:pt x="8176" y="12135"/>
                  </a:lnTo>
                  <a:lnTo>
                    <a:pt x="1211" y="12135"/>
                  </a:lnTo>
                  <a:lnTo>
                    <a:pt x="1211" y="1210"/>
                  </a:lnTo>
                  <a:close/>
                  <a:moveTo>
                    <a:pt x="1" y="1"/>
                  </a:moveTo>
                  <a:lnTo>
                    <a:pt x="1" y="13345"/>
                  </a:lnTo>
                  <a:lnTo>
                    <a:pt x="9386" y="13345"/>
                  </a:lnTo>
                  <a:lnTo>
                    <a:pt x="93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05"/>
            <p:cNvSpPr/>
            <p:nvPr/>
          </p:nvSpPr>
          <p:spPr>
            <a:xfrm>
              <a:off x="7777975" y="1397350"/>
              <a:ext cx="248400" cy="373950"/>
            </a:xfrm>
            <a:custGeom>
              <a:rect b="b" l="l" r="r" t="t"/>
              <a:pathLst>
                <a:path extrusionOk="0" h="14958" w="9936">
                  <a:moveTo>
                    <a:pt x="0" y="0"/>
                  </a:moveTo>
                  <a:lnTo>
                    <a:pt x="0" y="14958"/>
                  </a:lnTo>
                  <a:lnTo>
                    <a:pt x="9935" y="14958"/>
                  </a:lnTo>
                  <a:lnTo>
                    <a:pt x="99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105"/>
          <p:cNvGrpSpPr/>
          <p:nvPr/>
        </p:nvGrpSpPr>
        <p:grpSpPr>
          <a:xfrm>
            <a:off x="878287" y="903070"/>
            <a:ext cx="1299693" cy="843332"/>
            <a:chOff x="2935048" y="1209070"/>
            <a:chExt cx="1299693" cy="843332"/>
          </a:xfrm>
        </p:grpSpPr>
        <p:grpSp>
          <p:nvGrpSpPr>
            <p:cNvPr id="8076" name="Google Shape;8076;p105"/>
            <p:cNvGrpSpPr/>
            <p:nvPr/>
          </p:nvGrpSpPr>
          <p:grpSpPr>
            <a:xfrm>
              <a:off x="2947550" y="1844275"/>
              <a:ext cx="1274701" cy="208127"/>
              <a:chOff x="7154175" y="1055075"/>
              <a:chExt cx="1274701" cy="208127"/>
            </a:xfrm>
          </p:grpSpPr>
          <p:sp>
            <p:nvSpPr>
              <p:cNvPr id="8077" name="Google Shape;8077;p105"/>
              <p:cNvSpPr/>
              <p:nvPr/>
            </p:nvSpPr>
            <p:spPr>
              <a:xfrm>
                <a:off x="7154175" y="1137500"/>
                <a:ext cx="1274701" cy="125702"/>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05"/>
              <p:cNvSpPr/>
              <p:nvPr/>
            </p:nvSpPr>
            <p:spPr>
              <a:xfrm>
                <a:off x="7154175" y="1055075"/>
                <a:ext cx="1274700" cy="8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105"/>
            <p:cNvGrpSpPr/>
            <p:nvPr/>
          </p:nvGrpSpPr>
          <p:grpSpPr>
            <a:xfrm>
              <a:off x="2935048" y="1209070"/>
              <a:ext cx="650143" cy="635200"/>
              <a:chOff x="791550" y="2156375"/>
              <a:chExt cx="1145425" cy="1118900"/>
            </a:xfrm>
          </p:grpSpPr>
          <p:sp>
            <p:nvSpPr>
              <p:cNvPr id="8080" name="Google Shape;8080;p105"/>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05"/>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05"/>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05"/>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05"/>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05"/>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05"/>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05"/>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05"/>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05"/>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05"/>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05"/>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05"/>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05"/>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105"/>
            <p:cNvGrpSpPr/>
            <p:nvPr/>
          </p:nvGrpSpPr>
          <p:grpSpPr>
            <a:xfrm>
              <a:off x="3584598" y="1209070"/>
              <a:ext cx="650143" cy="635200"/>
              <a:chOff x="8817561" y="3596620"/>
              <a:chExt cx="650143" cy="635200"/>
            </a:xfrm>
          </p:grpSpPr>
          <p:grpSp>
            <p:nvGrpSpPr>
              <p:cNvPr id="8095" name="Google Shape;8095;p105"/>
              <p:cNvGrpSpPr/>
              <p:nvPr/>
            </p:nvGrpSpPr>
            <p:grpSpPr>
              <a:xfrm>
                <a:off x="8817561" y="3596620"/>
                <a:ext cx="650143" cy="635200"/>
                <a:chOff x="791550" y="2156375"/>
                <a:chExt cx="1145425" cy="1118900"/>
              </a:xfrm>
            </p:grpSpPr>
            <p:sp>
              <p:nvSpPr>
                <p:cNvPr id="8096" name="Google Shape;8096;p105"/>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05"/>
                <p:cNvSpPr/>
                <p:nvPr/>
              </p:nvSpPr>
              <p:spPr>
                <a:xfrm>
                  <a:off x="791550" y="2428875"/>
                  <a:ext cx="242350" cy="645050"/>
                </a:xfrm>
                <a:custGeom>
                  <a:rect b="b" l="l" r="r" t="t"/>
                  <a:pathLst>
                    <a:path extrusionOk="0" h="25802" w="9694">
                      <a:moveTo>
                        <a:pt x="0" y="0"/>
                      </a:moveTo>
                      <a:lnTo>
                        <a:pt x="0" y="25802"/>
                      </a:lnTo>
                      <a:lnTo>
                        <a:pt x="9694" y="25802"/>
                      </a:lnTo>
                      <a:lnTo>
                        <a:pt x="9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05"/>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05"/>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05"/>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05"/>
                <p:cNvSpPr/>
                <p:nvPr/>
              </p:nvSpPr>
              <p:spPr>
                <a:xfrm>
                  <a:off x="1395600" y="3113700"/>
                  <a:ext cx="114550" cy="41025"/>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05"/>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05"/>
                <p:cNvSpPr/>
                <p:nvPr/>
              </p:nvSpPr>
              <p:spPr>
                <a:xfrm>
                  <a:off x="1152050" y="2715825"/>
                  <a:ext cx="184475" cy="358100"/>
                </a:xfrm>
                <a:custGeom>
                  <a:rect b="b" l="l" r="r" t="t"/>
                  <a:pathLst>
                    <a:path extrusionOk="0" h="14324" w="7379">
                      <a:moveTo>
                        <a:pt x="0" y="0"/>
                      </a:moveTo>
                      <a:lnTo>
                        <a:pt x="0" y="14324"/>
                      </a:lnTo>
                      <a:lnTo>
                        <a:pt x="7379" y="14324"/>
                      </a:lnTo>
                      <a:lnTo>
                        <a:pt x="73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05"/>
                <p:cNvSpPr/>
                <p:nvPr/>
              </p:nvSpPr>
              <p:spPr>
                <a:xfrm>
                  <a:off x="1033875" y="2398708"/>
                  <a:ext cx="118200" cy="123025"/>
                </a:xfrm>
                <a:custGeom>
                  <a:rect b="b" l="l" r="r" t="t"/>
                  <a:pathLst>
                    <a:path extrusionOk="0" h="4921" w="4728">
                      <a:moveTo>
                        <a:pt x="1" y="1"/>
                      </a:moveTo>
                      <a:lnTo>
                        <a:pt x="1" y="4920"/>
                      </a:lnTo>
                      <a:lnTo>
                        <a:pt x="4727" y="4920"/>
                      </a:lnTo>
                      <a:lnTo>
                        <a:pt x="47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05"/>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05"/>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05"/>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05"/>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105"/>
              <p:cNvSpPr/>
              <p:nvPr/>
            </p:nvSpPr>
            <p:spPr>
              <a:xfrm>
                <a:off x="9160419" y="3691769"/>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05"/>
              <p:cNvSpPr/>
              <p:nvPr/>
            </p:nvSpPr>
            <p:spPr>
              <a:xfrm>
                <a:off x="9160419" y="3749744"/>
                <a:ext cx="65019" cy="23290"/>
              </a:xfrm>
              <a:custGeom>
                <a:rect b="b" l="l" r="r" t="t"/>
                <a:pathLst>
                  <a:path extrusionOk="0" h="1641" w="4582">
                    <a:moveTo>
                      <a:pt x="0" y="0"/>
                    </a:moveTo>
                    <a:lnTo>
                      <a:pt x="0" y="1640"/>
                    </a:lnTo>
                    <a:lnTo>
                      <a:pt x="4582" y="1640"/>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1" name="Google Shape;8111;p105"/>
          <p:cNvGrpSpPr/>
          <p:nvPr/>
        </p:nvGrpSpPr>
        <p:grpSpPr>
          <a:xfrm>
            <a:off x="616114" y="2241776"/>
            <a:ext cx="881987" cy="2190440"/>
            <a:chOff x="7280950" y="1859275"/>
            <a:chExt cx="1123200" cy="2789500"/>
          </a:xfrm>
        </p:grpSpPr>
        <p:sp>
          <p:nvSpPr>
            <p:cNvPr id="8112" name="Google Shape;8112;p105"/>
            <p:cNvSpPr/>
            <p:nvPr/>
          </p:nvSpPr>
          <p:spPr>
            <a:xfrm>
              <a:off x="7426500" y="4427250"/>
              <a:ext cx="793050" cy="221525"/>
            </a:xfrm>
            <a:custGeom>
              <a:rect b="b" l="l" r="r" t="t"/>
              <a:pathLst>
                <a:path extrusionOk="0" h="8861" w="31722">
                  <a:moveTo>
                    <a:pt x="15875" y="0"/>
                  </a:moveTo>
                  <a:cubicBezTo>
                    <a:pt x="7100" y="0"/>
                    <a:pt x="0" y="1988"/>
                    <a:pt x="0" y="4431"/>
                  </a:cubicBezTo>
                  <a:cubicBezTo>
                    <a:pt x="0" y="6873"/>
                    <a:pt x="7100" y="8861"/>
                    <a:pt x="15875" y="8861"/>
                  </a:cubicBezTo>
                  <a:cubicBezTo>
                    <a:pt x="24622" y="8861"/>
                    <a:pt x="31722" y="6873"/>
                    <a:pt x="31722" y="4431"/>
                  </a:cubicBezTo>
                  <a:cubicBezTo>
                    <a:pt x="31722" y="1988"/>
                    <a:pt x="24622" y="0"/>
                    <a:pt x="15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05"/>
            <p:cNvSpPr/>
            <p:nvPr/>
          </p:nvSpPr>
          <p:spPr>
            <a:xfrm>
              <a:off x="7448500" y="3988375"/>
              <a:ext cx="719225" cy="576900"/>
            </a:xfrm>
            <a:custGeom>
              <a:rect b="b" l="l" r="r" t="t"/>
              <a:pathLst>
                <a:path extrusionOk="0" h="23076" w="28769">
                  <a:moveTo>
                    <a:pt x="401" y="1"/>
                  </a:moveTo>
                  <a:cubicBezTo>
                    <a:pt x="382" y="1"/>
                    <a:pt x="362" y="2"/>
                    <a:pt x="341" y="5"/>
                  </a:cubicBezTo>
                  <a:cubicBezTo>
                    <a:pt x="114" y="62"/>
                    <a:pt x="1" y="260"/>
                    <a:pt x="57" y="544"/>
                  </a:cubicBezTo>
                  <a:cubicBezTo>
                    <a:pt x="86" y="885"/>
                    <a:pt x="143" y="1254"/>
                    <a:pt x="228" y="1595"/>
                  </a:cubicBezTo>
                  <a:cubicBezTo>
                    <a:pt x="512" y="2703"/>
                    <a:pt x="796" y="3810"/>
                    <a:pt x="1080" y="4946"/>
                  </a:cubicBezTo>
                  <a:cubicBezTo>
                    <a:pt x="2358" y="9944"/>
                    <a:pt x="3664" y="14943"/>
                    <a:pt x="4942" y="19941"/>
                  </a:cubicBezTo>
                  <a:cubicBezTo>
                    <a:pt x="4999" y="20140"/>
                    <a:pt x="5084" y="20310"/>
                    <a:pt x="5141" y="20480"/>
                  </a:cubicBezTo>
                  <a:cubicBezTo>
                    <a:pt x="5226" y="20764"/>
                    <a:pt x="5396" y="20963"/>
                    <a:pt x="5652" y="21105"/>
                  </a:cubicBezTo>
                  <a:cubicBezTo>
                    <a:pt x="6050" y="21332"/>
                    <a:pt x="6476" y="21531"/>
                    <a:pt x="6930" y="21645"/>
                  </a:cubicBezTo>
                  <a:cubicBezTo>
                    <a:pt x="9563" y="22486"/>
                    <a:pt x="12223" y="23068"/>
                    <a:pt x="14834" y="23068"/>
                  </a:cubicBezTo>
                  <a:cubicBezTo>
                    <a:pt x="14954" y="23068"/>
                    <a:pt x="15074" y="23067"/>
                    <a:pt x="15194" y="23065"/>
                  </a:cubicBezTo>
                  <a:cubicBezTo>
                    <a:pt x="15420" y="23072"/>
                    <a:pt x="15645" y="23075"/>
                    <a:pt x="15870" y="23075"/>
                  </a:cubicBezTo>
                  <a:cubicBezTo>
                    <a:pt x="17462" y="23075"/>
                    <a:pt x="19048" y="22898"/>
                    <a:pt x="20590" y="22525"/>
                  </a:cubicBezTo>
                  <a:cubicBezTo>
                    <a:pt x="21726" y="22241"/>
                    <a:pt x="22833" y="21787"/>
                    <a:pt x="23827" y="21190"/>
                  </a:cubicBezTo>
                  <a:cubicBezTo>
                    <a:pt x="24395" y="20821"/>
                    <a:pt x="24850" y="20367"/>
                    <a:pt x="24907" y="19628"/>
                  </a:cubicBezTo>
                  <a:cubicBezTo>
                    <a:pt x="24907" y="19572"/>
                    <a:pt x="24907" y="19515"/>
                    <a:pt x="24935" y="19458"/>
                  </a:cubicBezTo>
                  <a:cubicBezTo>
                    <a:pt x="25730" y="15624"/>
                    <a:pt x="26525" y="11762"/>
                    <a:pt x="27349" y="7900"/>
                  </a:cubicBezTo>
                  <a:cubicBezTo>
                    <a:pt x="27803" y="5741"/>
                    <a:pt x="28258" y="3555"/>
                    <a:pt x="28684" y="1368"/>
                  </a:cubicBezTo>
                  <a:cubicBezTo>
                    <a:pt x="28740" y="1084"/>
                    <a:pt x="28769" y="772"/>
                    <a:pt x="28740" y="488"/>
                  </a:cubicBezTo>
                  <a:cubicBezTo>
                    <a:pt x="28769" y="346"/>
                    <a:pt x="28655" y="204"/>
                    <a:pt x="28513" y="204"/>
                  </a:cubicBezTo>
                  <a:cubicBezTo>
                    <a:pt x="28494" y="199"/>
                    <a:pt x="28474" y="196"/>
                    <a:pt x="28455" y="196"/>
                  </a:cubicBezTo>
                  <a:cubicBezTo>
                    <a:pt x="28362" y="196"/>
                    <a:pt x="28276" y="252"/>
                    <a:pt x="28229" y="346"/>
                  </a:cubicBezTo>
                  <a:cubicBezTo>
                    <a:pt x="28030" y="715"/>
                    <a:pt x="27661" y="970"/>
                    <a:pt x="27235" y="970"/>
                  </a:cubicBezTo>
                  <a:cubicBezTo>
                    <a:pt x="27036" y="999"/>
                    <a:pt x="26866" y="1056"/>
                    <a:pt x="26696" y="1141"/>
                  </a:cubicBezTo>
                  <a:cubicBezTo>
                    <a:pt x="25333" y="1595"/>
                    <a:pt x="23941" y="1879"/>
                    <a:pt x="22521" y="1993"/>
                  </a:cubicBezTo>
                  <a:cubicBezTo>
                    <a:pt x="21328" y="2106"/>
                    <a:pt x="20164" y="2248"/>
                    <a:pt x="18943" y="2362"/>
                  </a:cubicBezTo>
                  <a:cubicBezTo>
                    <a:pt x="17693" y="2504"/>
                    <a:pt x="16472" y="2646"/>
                    <a:pt x="15251" y="2646"/>
                  </a:cubicBezTo>
                  <a:lnTo>
                    <a:pt x="12695" y="2646"/>
                  </a:lnTo>
                  <a:cubicBezTo>
                    <a:pt x="11502" y="2646"/>
                    <a:pt x="10309" y="2532"/>
                    <a:pt x="9117" y="2334"/>
                  </a:cubicBezTo>
                  <a:cubicBezTo>
                    <a:pt x="8350" y="2248"/>
                    <a:pt x="7612" y="2106"/>
                    <a:pt x="6845" y="1993"/>
                  </a:cubicBezTo>
                  <a:cubicBezTo>
                    <a:pt x="5851" y="1851"/>
                    <a:pt x="4828" y="1709"/>
                    <a:pt x="3835" y="1567"/>
                  </a:cubicBezTo>
                  <a:cubicBezTo>
                    <a:pt x="3636" y="1510"/>
                    <a:pt x="3430" y="1482"/>
                    <a:pt x="3227" y="1482"/>
                  </a:cubicBezTo>
                  <a:cubicBezTo>
                    <a:pt x="3025" y="1482"/>
                    <a:pt x="2826" y="1510"/>
                    <a:pt x="2642" y="1567"/>
                  </a:cubicBezTo>
                  <a:cubicBezTo>
                    <a:pt x="2557" y="1609"/>
                    <a:pt x="2471" y="1631"/>
                    <a:pt x="2390" y="1631"/>
                  </a:cubicBezTo>
                  <a:cubicBezTo>
                    <a:pt x="2308" y="1631"/>
                    <a:pt x="2230" y="1609"/>
                    <a:pt x="2159" y="1567"/>
                  </a:cubicBezTo>
                  <a:cubicBezTo>
                    <a:pt x="1903" y="1510"/>
                    <a:pt x="1676" y="1425"/>
                    <a:pt x="1449" y="1340"/>
                  </a:cubicBezTo>
                  <a:cubicBezTo>
                    <a:pt x="1222" y="1283"/>
                    <a:pt x="1051" y="1112"/>
                    <a:pt x="995" y="914"/>
                  </a:cubicBezTo>
                  <a:cubicBezTo>
                    <a:pt x="938" y="686"/>
                    <a:pt x="881" y="488"/>
                    <a:pt x="796" y="289"/>
                  </a:cubicBezTo>
                  <a:cubicBezTo>
                    <a:pt x="719" y="110"/>
                    <a:pt x="574" y="1"/>
                    <a:pt x="4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05"/>
            <p:cNvSpPr/>
            <p:nvPr/>
          </p:nvSpPr>
          <p:spPr>
            <a:xfrm>
              <a:off x="7368975" y="3711475"/>
              <a:ext cx="881125" cy="367325"/>
            </a:xfrm>
            <a:custGeom>
              <a:rect b="b" l="l" r="r" t="t"/>
              <a:pathLst>
                <a:path extrusionOk="0" h="14693" w="35245">
                  <a:moveTo>
                    <a:pt x="15437" y="655"/>
                  </a:moveTo>
                  <a:cubicBezTo>
                    <a:pt x="17070" y="655"/>
                    <a:pt x="18702" y="698"/>
                    <a:pt x="20335" y="772"/>
                  </a:cubicBezTo>
                  <a:cubicBezTo>
                    <a:pt x="22209" y="857"/>
                    <a:pt x="24112" y="999"/>
                    <a:pt x="25986" y="1198"/>
                  </a:cubicBezTo>
                  <a:cubicBezTo>
                    <a:pt x="27548" y="1368"/>
                    <a:pt x="29138" y="1596"/>
                    <a:pt x="30672" y="1908"/>
                  </a:cubicBezTo>
                  <a:cubicBezTo>
                    <a:pt x="31637" y="2078"/>
                    <a:pt x="32546" y="2362"/>
                    <a:pt x="33427" y="2703"/>
                  </a:cubicBezTo>
                  <a:cubicBezTo>
                    <a:pt x="33767" y="2817"/>
                    <a:pt x="34080" y="3016"/>
                    <a:pt x="34335" y="3271"/>
                  </a:cubicBezTo>
                  <a:cubicBezTo>
                    <a:pt x="34449" y="3356"/>
                    <a:pt x="34449" y="3527"/>
                    <a:pt x="34335" y="3640"/>
                  </a:cubicBezTo>
                  <a:cubicBezTo>
                    <a:pt x="34137" y="3811"/>
                    <a:pt x="33909" y="3953"/>
                    <a:pt x="33654" y="4066"/>
                  </a:cubicBezTo>
                  <a:cubicBezTo>
                    <a:pt x="32972" y="4322"/>
                    <a:pt x="32291" y="4521"/>
                    <a:pt x="31609" y="4634"/>
                  </a:cubicBezTo>
                  <a:cubicBezTo>
                    <a:pt x="30246" y="4890"/>
                    <a:pt x="28883" y="5089"/>
                    <a:pt x="27520" y="5202"/>
                  </a:cubicBezTo>
                  <a:cubicBezTo>
                    <a:pt x="24935" y="5401"/>
                    <a:pt x="22294" y="5515"/>
                    <a:pt x="19710" y="5515"/>
                  </a:cubicBezTo>
                  <a:cubicBezTo>
                    <a:pt x="16842" y="5515"/>
                    <a:pt x="14030" y="5373"/>
                    <a:pt x="11219" y="5174"/>
                  </a:cubicBezTo>
                  <a:cubicBezTo>
                    <a:pt x="9429" y="5060"/>
                    <a:pt x="7669" y="4833"/>
                    <a:pt x="5908" y="4521"/>
                  </a:cubicBezTo>
                  <a:cubicBezTo>
                    <a:pt x="4630" y="4294"/>
                    <a:pt x="3352" y="3981"/>
                    <a:pt x="2103" y="3555"/>
                  </a:cubicBezTo>
                  <a:cubicBezTo>
                    <a:pt x="1677" y="3442"/>
                    <a:pt x="1279" y="3214"/>
                    <a:pt x="967" y="2959"/>
                  </a:cubicBezTo>
                  <a:cubicBezTo>
                    <a:pt x="825" y="2845"/>
                    <a:pt x="825" y="2618"/>
                    <a:pt x="967" y="2504"/>
                  </a:cubicBezTo>
                  <a:cubicBezTo>
                    <a:pt x="1194" y="2334"/>
                    <a:pt x="1449" y="2164"/>
                    <a:pt x="1733" y="2078"/>
                  </a:cubicBezTo>
                  <a:cubicBezTo>
                    <a:pt x="2500" y="1794"/>
                    <a:pt x="3295" y="1567"/>
                    <a:pt x="4119" y="1454"/>
                  </a:cubicBezTo>
                  <a:cubicBezTo>
                    <a:pt x="6391" y="1084"/>
                    <a:pt x="8663" y="857"/>
                    <a:pt x="10963" y="772"/>
                  </a:cubicBezTo>
                  <a:cubicBezTo>
                    <a:pt x="12454" y="691"/>
                    <a:pt x="13946" y="655"/>
                    <a:pt x="15437" y="655"/>
                  </a:cubicBezTo>
                  <a:close/>
                  <a:moveTo>
                    <a:pt x="15256" y="0"/>
                  </a:moveTo>
                  <a:cubicBezTo>
                    <a:pt x="11962" y="0"/>
                    <a:pt x="8661" y="191"/>
                    <a:pt x="5397" y="602"/>
                  </a:cubicBezTo>
                  <a:cubicBezTo>
                    <a:pt x="4147" y="744"/>
                    <a:pt x="2954" y="999"/>
                    <a:pt x="1790" y="1397"/>
                  </a:cubicBezTo>
                  <a:cubicBezTo>
                    <a:pt x="1393" y="1510"/>
                    <a:pt x="1023" y="1681"/>
                    <a:pt x="683" y="1908"/>
                  </a:cubicBezTo>
                  <a:cubicBezTo>
                    <a:pt x="228" y="2220"/>
                    <a:pt x="1" y="2788"/>
                    <a:pt x="115" y="3328"/>
                  </a:cubicBezTo>
                  <a:cubicBezTo>
                    <a:pt x="143" y="3555"/>
                    <a:pt x="171" y="3726"/>
                    <a:pt x="228" y="3896"/>
                  </a:cubicBezTo>
                  <a:cubicBezTo>
                    <a:pt x="626" y="5515"/>
                    <a:pt x="995" y="7162"/>
                    <a:pt x="1393" y="8781"/>
                  </a:cubicBezTo>
                  <a:cubicBezTo>
                    <a:pt x="1449" y="8923"/>
                    <a:pt x="1478" y="9093"/>
                    <a:pt x="1478" y="9263"/>
                  </a:cubicBezTo>
                  <a:cubicBezTo>
                    <a:pt x="1506" y="9831"/>
                    <a:pt x="1648" y="10399"/>
                    <a:pt x="1932" y="10910"/>
                  </a:cubicBezTo>
                  <a:cubicBezTo>
                    <a:pt x="2131" y="11507"/>
                    <a:pt x="2642" y="11961"/>
                    <a:pt x="3238" y="12160"/>
                  </a:cubicBezTo>
                  <a:cubicBezTo>
                    <a:pt x="4062" y="12416"/>
                    <a:pt x="4857" y="12700"/>
                    <a:pt x="5681" y="12927"/>
                  </a:cubicBezTo>
                  <a:cubicBezTo>
                    <a:pt x="7669" y="13438"/>
                    <a:pt x="9713" y="13836"/>
                    <a:pt x="11787" y="14120"/>
                  </a:cubicBezTo>
                  <a:cubicBezTo>
                    <a:pt x="14257" y="14489"/>
                    <a:pt x="16728" y="14602"/>
                    <a:pt x="18517" y="14688"/>
                  </a:cubicBezTo>
                  <a:cubicBezTo>
                    <a:pt x="18751" y="14691"/>
                    <a:pt x="18986" y="14693"/>
                    <a:pt x="19220" y="14693"/>
                  </a:cubicBezTo>
                  <a:cubicBezTo>
                    <a:pt x="20860" y="14693"/>
                    <a:pt x="22500" y="14606"/>
                    <a:pt x="24140" y="14432"/>
                  </a:cubicBezTo>
                  <a:cubicBezTo>
                    <a:pt x="26327" y="14176"/>
                    <a:pt x="28514" y="13665"/>
                    <a:pt x="30587" y="12927"/>
                  </a:cubicBezTo>
                  <a:cubicBezTo>
                    <a:pt x="31240" y="12671"/>
                    <a:pt x="31836" y="12387"/>
                    <a:pt x="32433" y="12046"/>
                  </a:cubicBezTo>
                  <a:cubicBezTo>
                    <a:pt x="33029" y="11677"/>
                    <a:pt x="33455" y="11109"/>
                    <a:pt x="33625" y="10456"/>
                  </a:cubicBezTo>
                  <a:cubicBezTo>
                    <a:pt x="33995" y="9093"/>
                    <a:pt x="34392" y="7758"/>
                    <a:pt x="34733" y="6395"/>
                  </a:cubicBezTo>
                  <a:cubicBezTo>
                    <a:pt x="34960" y="5628"/>
                    <a:pt x="35074" y="4805"/>
                    <a:pt x="35159" y="3981"/>
                  </a:cubicBezTo>
                  <a:cubicBezTo>
                    <a:pt x="35244" y="3300"/>
                    <a:pt x="34875" y="2646"/>
                    <a:pt x="34250" y="2391"/>
                  </a:cubicBezTo>
                  <a:cubicBezTo>
                    <a:pt x="34023" y="2277"/>
                    <a:pt x="33796" y="2164"/>
                    <a:pt x="33569" y="2078"/>
                  </a:cubicBezTo>
                  <a:cubicBezTo>
                    <a:pt x="33057" y="1908"/>
                    <a:pt x="32546" y="1738"/>
                    <a:pt x="32007" y="1596"/>
                  </a:cubicBezTo>
                  <a:cubicBezTo>
                    <a:pt x="29678" y="1028"/>
                    <a:pt x="27292" y="658"/>
                    <a:pt x="24878" y="460"/>
                  </a:cubicBezTo>
                  <a:cubicBezTo>
                    <a:pt x="22493" y="204"/>
                    <a:pt x="20079" y="90"/>
                    <a:pt x="17665" y="34"/>
                  </a:cubicBezTo>
                  <a:cubicBezTo>
                    <a:pt x="16863" y="11"/>
                    <a:pt x="16060" y="0"/>
                    <a:pt x="152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05"/>
            <p:cNvSpPr/>
            <p:nvPr/>
          </p:nvSpPr>
          <p:spPr>
            <a:xfrm>
              <a:off x="7389575" y="3727650"/>
              <a:ext cx="840625" cy="121700"/>
            </a:xfrm>
            <a:custGeom>
              <a:rect b="b" l="l" r="r" t="t"/>
              <a:pathLst>
                <a:path extrusionOk="0" h="4868" w="33625">
                  <a:moveTo>
                    <a:pt x="14595" y="1"/>
                  </a:moveTo>
                  <a:cubicBezTo>
                    <a:pt x="13119" y="1"/>
                    <a:pt x="11643" y="30"/>
                    <a:pt x="10167" y="97"/>
                  </a:cubicBezTo>
                  <a:cubicBezTo>
                    <a:pt x="7867" y="182"/>
                    <a:pt x="5567" y="409"/>
                    <a:pt x="3295" y="778"/>
                  </a:cubicBezTo>
                  <a:cubicBezTo>
                    <a:pt x="2500" y="920"/>
                    <a:pt x="1704" y="1119"/>
                    <a:pt x="938" y="1403"/>
                  </a:cubicBezTo>
                  <a:cubicBezTo>
                    <a:pt x="625" y="1517"/>
                    <a:pt x="370" y="1659"/>
                    <a:pt x="143" y="1857"/>
                  </a:cubicBezTo>
                  <a:cubicBezTo>
                    <a:pt x="1" y="1971"/>
                    <a:pt x="1" y="2170"/>
                    <a:pt x="143" y="2283"/>
                  </a:cubicBezTo>
                  <a:cubicBezTo>
                    <a:pt x="483" y="2567"/>
                    <a:pt x="881" y="2766"/>
                    <a:pt x="1307" y="2908"/>
                  </a:cubicBezTo>
                  <a:cubicBezTo>
                    <a:pt x="2528" y="3306"/>
                    <a:pt x="3806" y="3618"/>
                    <a:pt x="5084" y="3845"/>
                  </a:cubicBezTo>
                  <a:cubicBezTo>
                    <a:pt x="6845" y="4158"/>
                    <a:pt x="8605" y="4385"/>
                    <a:pt x="10366" y="4498"/>
                  </a:cubicBezTo>
                  <a:cubicBezTo>
                    <a:pt x="13206" y="4726"/>
                    <a:pt x="16018" y="4868"/>
                    <a:pt x="18886" y="4868"/>
                  </a:cubicBezTo>
                  <a:cubicBezTo>
                    <a:pt x="21470" y="4868"/>
                    <a:pt x="24111" y="4754"/>
                    <a:pt x="26724" y="4527"/>
                  </a:cubicBezTo>
                  <a:cubicBezTo>
                    <a:pt x="28087" y="4413"/>
                    <a:pt x="29450" y="4243"/>
                    <a:pt x="30785" y="3987"/>
                  </a:cubicBezTo>
                  <a:cubicBezTo>
                    <a:pt x="31495" y="3845"/>
                    <a:pt x="32177" y="3647"/>
                    <a:pt x="32830" y="3391"/>
                  </a:cubicBezTo>
                  <a:cubicBezTo>
                    <a:pt x="33114" y="3306"/>
                    <a:pt x="33341" y="3164"/>
                    <a:pt x="33540" y="2965"/>
                  </a:cubicBezTo>
                  <a:cubicBezTo>
                    <a:pt x="33625" y="2880"/>
                    <a:pt x="33625" y="2709"/>
                    <a:pt x="33540" y="2596"/>
                  </a:cubicBezTo>
                  <a:cubicBezTo>
                    <a:pt x="33284" y="2369"/>
                    <a:pt x="32972" y="2170"/>
                    <a:pt x="32631" y="2056"/>
                  </a:cubicBezTo>
                  <a:cubicBezTo>
                    <a:pt x="31751" y="1687"/>
                    <a:pt x="30813" y="1431"/>
                    <a:pt x="29876" y="1261"/>
                  </a:cubicBezTo>
                  <a:cubicBezTo>
                    <a:pt x="28314" y="920"/>
                    <a:pt x="26752" y="721"/>
                    <a:pt x="25190" y="551"/>
                  </a:cubicBezTo>
                  <a:cubicBezTo>
                    <a:pt x="23288" y="324"/>
                    <a:pt x="21413" y="182"/>
                    <a:pt x="19539" y="97"/>
                  </a:cubicBezTo>
                  <a:cubicBezTo>
                    <a:pt x="17891" y="37"/>
                    <a:pt x="16243" y="1"/>
                    <a:pt x="145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05"/>
            <p:cNvSpPr/>
            <p:nvPr/>
          </p:nvSpPr>
          <p:spPr>
            <a:xfrm>
              <a:off x="7443525" y="3781775"/>
              <a:ext cx="734150" cy="67575"/>
            </a:xfrm>
            <a:custGeom>
              <a:rect b="b" l="l" r="r" t="t"/>
              <a:pathLst>
                <a:path extrusionOk="0" h="2703" w="29366">
                  <a:moveTo>
                    <a:pt x="12484" y="1"/>
                  </a:moveTo>
                  <a:cubicBezTo>
                    <a:pt x="10992" y="1"/>
                    <a:pt x="9501" y="37"/>
                    <a:pt x="8009" y="118"/>
                  </a:cubicBezTo>
                  <a:cubicBezTo>
                    <a:pt x="5709" y="175"/>
                    <a:pt x="3409" y="431"/>
                    <a:pt x="1137" y="800"/>
                  </a:cubicBezTo>
                  <a:cubicBezTo>
                    <a:pt x="768" y="857"/>
                    <a:pt x="370" y="942"/>
                    <a:pt x="1" y="1027"/>
                  </a:cubicBezTo>
                  <a:cubicBezTo>
                    <a:pt x="966" y="1311"/>
                    <a:pt x="1960" y="1510"/>
                    <a:pt x="2954" y="1709"/>
                  </a:cubicBezTo>
                  <a:cubicBezTo>
                    <a:pt x="4687" y="2021"/>
                    <a:pt x="6476" y="2220"/>
                    <a:pt x="8237" y="2333"/>
                  </a:cubicBezTo>
                  <a:cubicBezTo>
                    <a:pt x="11048" y="2561"/>
                    <a:pt x="13860" y="2703"/>
                    <a:pt x="16756" y="2703"/>
                  </a:cubicBezTo>
                  <a:cubicBezTo>
                    <a:pt x="19341" y="2703"/>
                    <a:pt x="21953" y="2589"/>
                    <a:pt x="24566" y="2390"/>
                  </a:cubicBezTo>
                  <a:cubicBezTo>
                    <a:pt x="25929" y="2277"/>
                    <a:pt x="27292" y="2078"/>
                    <a:pt x="28627" y="1822"/>
                  </a:cubicBezTo>
                  <a:cubicBezTo>
                    <a:pt x="28883" y="1766"/>
                    <a:pt x="29138" y="1709"/>
                    <a:pt x="29365" y="1652"/>
                  </a:cubicBezTo>
                  <a:cubicBezTo>
                    <a:pt x="28826" y="1510"/>
                    <a:pt x="28286" y="1368"/>
                    <a:pt x="27718" y="1254"/>
                  </a:cubicBezTo>
                  <a:cubicBezTo>
                    <a:pt x="26156" y="942"/>
                    <a:pt x="24594" y="715"/>
                    <a:pt x="23004" y="544"/>
                  </a:cubicBezTo>
                  <a:cubicBezTo>
                    <a:pt x="21130" y="346"/>
                    <a:pt x="19255" y="175"/>
                    <a:pt x="17381" y="118"/>
                  </a:cubicBezTo>
                  <a:cubicBezTo>
                    <a:pt x="15749" y="44"/>
                    <a:pt x="14116" y="1"/>
                    <a:pt x="12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05"/>
            <p:cNvSpPr/>
            <p:nvPr/>
          </p:nvSpPr>
          <p:spPr>
            <a:xfrm>
              <a:off x="7280950" y="2061108"/>
              <a:ext cx="415350" cy="1746802"/>
            </a:xfrm>
            <a:custGeom>
              <a:rect b="b" l="l" r="r" t="t"/>
              <a:pathLst>
                <a:path extrusionOk="0" h="72943" w="16614">
                  <a:moveTo>
                    <a:pt x="4277" y="1"/>
                  </a:moveTo>
                  <a:cubicBezTo>
                    <a:pt x="4253" y="1"/>
                    <a:pt x="4228" y="3"/>
                    <a:pt x="4204" y="6"/>
                  </a:cubicBezTo>
                  <a:cubicBezTo>
                    <a:pt x="4005" y="6"/>
                    <a:pt x="3834" y="148"/>
                    <a:pt x="3778" y="318"/>
                  </a:cubicBezTo>
                  <a:cubicBezTo>
                    <a:pt x="3721" y="517"/>
                    <a:pt x="3664" y="688"/>
                    <a:pt x="3664" y="886"/>
                  </a:cubicBezTo>
                  <a:cubicBezTo>
                    <a:pt x="3607" y="1369"/>
                    <a:pt x="3607" y="1880"/>
                    <a:pt x="3550" y="2363"/>
                  </a:cubicBezTo>
                  <a:cubicBezTo>
                    <a:pt x="3323" y="4550"/>
                    <a:pt x="3011" y="6765"/>
                    <a:pt x="2613" y="8923"/>
                  </a:cubicBezTo>
                  <a:cubicBezTo>
                    <a:pt x="2159" y="11224"/>
                    <a:pt x="1676" y="13496"/>
                    <a:pt x="1307" y="15796"/>
                  </a:cubicBezTo>
                  <a:cubicBezTo>
                    <a:pt x="625" y="19999"/>
                    <a:pt x="199" y="24259"/>
                    <a:pt x="86" y="28519"/>
                  </a:cubicBezTo>
                  <a:cubicBezTo>
                    <a:pt x="1" y="31216"/>
                    <a:pt x="285" y="33886"/>
                    <a:pt x="938" y="36499"/>
                  </a:cubicBezTo>
                  <a:cubicBezTo>
                    <a:pt x="1676" y="39651"/>
                    <a:pt x="2613" y="42775"/>
                    <a:pt x="3749" y="45842"/>
                  </a:cubicBezTo>
                  <a:cubicBezTo>
                    <a:pt x="5254" y="49960"/>
                    <a:pt x="6277" y="54220"/>
                    <a:pt x="7299" y="58479"/>
                  </a:cubicBezTo>
                  <a:cubicBezTo>
                    <a:pt x="7924" y="61546"/>
                    <a:pt x="8776" y="64585"/>
                    <a:pt x="9770" y="67567"/>
                  </a:cubicBezTo>
                  <a:cubicBezTo>
                    <a:pt x="10054" y="68334"/>
                    <a:pt x="10281" y="69129"/>
                    <a:pt x="10451" y="69924"/>
                  </a:cubicBezTo>
                  <a:cubicBezTo>
                    <a:pt x="10537" y="70379"/>
                    <a:pt x="10622" y="70833"/>
                    <a:pt x="10735" y="71287"/>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878"/>
                  </a:cubicBezTo>
                  <a:cubicBezTo>
                    <a:pt x="12491" y="72887"/>
                    <a:pt x="12657" y="72892"/>
                    <a:pt x="12822" y="72892"/>
                  </a:cubicBezTo>
                  <a:cubicBezTo>
                    <a:pt x="13649" y="72892"/>
                    <a:pt x="14470" y="72773"/>
                    <a:pt x="15251" y="72537"/>
                  </a:cubicBezTo>
                  <a:lnTo>
                    <a:pt x="15080" y="71188"/>
                  </a:lnTo>
                  <a:lnTo>
                    <a:pt x="15080" y="71188"/>
                  </a:lnTo>
                  <a:cubicBezTo>
                    <a:pt x="15137" y="71635"/>
                    <a:pt x="15194" y="72082"/>
                    <a:pt x="15251" y="72537"/>
                  </a:cubicBezTo>
                  <a:cubicBezTo>
                    <a:pt x="16160" y="72224"/>
                    <a:pt x="16330" y="72054"/>
                    <a:pt x="16330" y="71145"/>
                  </a:cubicBezTo>
                  <a:lnTo>
                    <a:pt x="16330" y="69243"/>
                  </a:lnTo>
                  <a:cubicBezTo>
                    <a:pt x="16273" y="67652"/>
                    <a:pt x="16245" y="66033"/>
                    <a:pt x="16330" y="64415"/>
                  </a:cubicBezTo>
                  <a:cubicBezTo>
                    <a:pt x="16358" y="63023"/>
                    <a:pt x="16387" y="61603"/>
                    <a:pt x="16415" y="60212"/>
                  </a:cubicBezTo>
                  <a:lnTo>
                    <a:pt x="16415" y="56605"/>
                  </a:lnTo>
                  <a:cubicBezTo>
                    <a:pt x="16415" y="54134"/>
                    <a:pt x="16529" y="51692"/>
                    <a:pt x="16444" y="49221"/>
                  </a:cubicBezTo>
                  <a:cubicBezTo>
                    <a:pt x="16415" y="48199"/>
                    <a:pt x="16415" y="47205"/>
                    <a:pt x="16444" y="46183"/>
                  </a:cubicBezTo>
                  <a:cubicBezTo>
                    <a:pt x="16444" y="44195"/>
                    <a:pt x="16500" y="42178"/>
                    <a:pt x="16500" y="40190"/>
                  </a:cubicBezTo>
                  <a:cubicBezTo>
                    <a:pt x="16500" y="39168"/>
                    <a:pt x="16500" y="38174"/>
                    <a:pt x="16529" y="37152"/>
                  </a:cubicBezTo>
                  <a:cubicBezTo>
                    <a:pt x="16614" y="34426"/>
                    <a:pt x="16415" y="31671"/>
                    <a:pt x="15989" y="28973"/>
                  </a:cubicBezTo>
                  <a:cubicBezTo>
                    <a:pt x="15506" y="26303"/>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05"/>
            <p:cNvSpPr/>
            <p:nvPr/>
          </p:nvSpPr>
          <p:spPr>
            <a:xfrm>
              <a:off x="7280950" y="2061108"/>
              <a:ext cx="414650" cy="1746802"/>
            </a:xfrm>
            <a:custGeom>
              <a:rect b="b" l="l" r="r" t="t"/>
              <a:pathLst>
                <a:path extrusionOk="0" h="72943" w="16586">
                  <a:moveTo>
                    <a:pt x="4277" y="1"/>
                  </a:moveTo>
                  <a:cubicBezTo>
                    <a:pt x="4253" y="1"/>
                    <a:pt x="4228" y="3"/>
                    <a:pt x="4204" y="6"/>
                  </a:cubicBezTo>
                  <a:cubicBezTo>
                    <a:pt x="4005" y="6"/>
                    <a:pt x="3834" y="120"/>
                    <a:pt x="3778" y="318"/>
                  </a:cubicBezTo>
                  <a:cubicBezTo>
                    <a:pt x="3721" y="489"/>
                    <a:pt x="3664" y="688"/>
                    <a:pt x="3664" y="886"/>
                  </a:cubicBezTo>
                  <a:cubicBezTo>
                    <a:pt x="3607" y="1369"/>
                    <a:pt x="3607" y="1852"/>
                    <a:pt x="3550" y="2363"/>
                  </a:cubicBezTo>
                  <a:cubicBezTo>
                    <a:pt x="3323" y="4550"/>
                    <a:pt x="3039" y="6765"/>
                    <a:pt x="2613" y="8923"/>
                  </a:cubicBezTo>
                  <a:cubicBezTo>
                    <a:pt x="2159" y="11224"/>
                    <a:pt x="1676" y="13496"/>
                    <a:pt x="1307" y="15796"/>
                  </a:cubicBezTo>
                  <a:cubicBezTo>
                    <a:pt x="625" y="19999"/>
                    <a:pt x="199" y="24259"/>
                    <a:pt x="86" y="28519"/>
                  </a:cubicBezTo>
                  <a:cubicBezTo>
                    <a:pt x="1" y="31216"/>
                    <a:pt x="285" y="33886"/>
                    <a:pt x="909" y="36499"/>
                  </a:cubicBezTo>
                  <a:cubicBezTo>
                    <a:pt x="1676" y="39651"/>
                    <a:pt x="2613" y="42775"/>
                    <a:pt x="3749" y="45842"/>
                  </a:cubicBezTo>
                  <a:cubicBezTo>
                    <a:pt x="5254" y="49960"/>
                    <a:pt x="6277" y="54220"/>
                    <a:pt x="7271" y="58479"/>
                  </a:cubicBezTo>
                  <a:cubicBezTo>
                    <a:pt x="7924" y="61546"/>
                    <a:pt x="8747" y="64585"/>
                    <a:pt x="9770" y="67567"/>
                  </a:cubicBezTo>
                  <a:cubicBezTo>
                    <a:pt x="10054" y="68334"/>
                    <a:pt x="10281" y="69129"/>
                    <a:pt x="10451" y="69924"/>
                  </a:cubicBezTo>
                  <a:cubicBezTo>
                    <a:pt x="10537" y="70379"/>
                    <a:pt x="10622" y="70861"/>
                    <a:pt x="10735" y="71316"/>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906"/>
                  </a:cubicBezTo>
                  <a:cubicBezTo>
                    <a:pt x="12240" y="72196"/>
                    <a:pt x="12127" y="71514"/>
                    <a:pt x="11928" y="70833"/>
                  </a:cubicBezTo>
                  <a:cubicBezTo>
                    <a:pt x="11843" y="70577"/>
                    <a:pt x="11814" y="70293"/>
                    <a:pt x="11786" y="70038"/>
                  </a:cubicBezTo>
                  <a:cubicBezTo>
                    <a:pt x="11616" y="69669"/>
                    <a:pt x="11530" y="69299"/>
                    <a:pt x="11474" y="68902"/>
                  </a:cubicBezTo>
                  <a:cubicBezTo>
                    <a:pt x="11246" y="68305"/>
                    <a:pt x="11105" y="67709"/>
                    <a:pt x="10991" y="67113"/>
                  </a:cubicBezTo>
                  <a:cubicBezTo>
                    <a:pt x="10821" y="66743"/>
                    <a:pt x="10707" y="66374"/>
                    <a:pt x="10707" y="65977"/>
                  </a:cubicBezTo>
                  <a:cubicBezTo>
                    <a:pt x="10451" y="65352"/>
                    <a:pt x="10281" y="64699"/>
                    <a:pt x="10196" y="64046"/>
                  </a:cubicBezTo>
                  <a:cubicBezTo>
                    <a:pt x="10054" y="63733"/>
                    <a:pt x="9969" y="63421"/>
                    <a:pt x="9940" y="63080"/>
                  </a:cubicBezTo>
                  <a:cubicBezTo>
                    <a:pt x="9685" y="62171"/>
                    <a:pt x="9457" y="61234"/>
                    <a:pt x="9287" y="60297"/>
                  </a:cubicBezTo>
                  <a:cubicBezTo>
                    <a:pt x="9117" y="59956"/>
                    <a:pt x="9031" y="59559"/>
                    <a:pt x="9003" y="59161"/>
                  </a:cubicBezTo>
                  <a:cubicBezTo>
                    <a:pt x="8719" y="58309"/>
                    <a:pt x="8520" y="57457"/>
                    <a:pt x="8350" y="56577"/>
                  </a:cubicBezTo>
                  <a:cubicBezTo>
                    <a:pt x="8208" y="56207"/>
                    <a:pt x="8094" y="55838"/>
                    <a:pt x="8066" y="55441"/>
                  </a:cubicBezTo>
                  <a:cubicBezTo>
                    <a:pt x="7924" y="55157"/>
                    <a:pt x="7810" y="54844"/>
                    <a:pt x="7782" y="54504"/>
                  </a:cubicBezTo>
                  <a:cubicBezTo>
                    <a:pt x="7555" y="53595"/>
                    <a:pt x="7356" y="52686"/>
                    <a:pt x="7129" y="51777"/>
                  </a:cubicBezTo>
                  <a:cubicBezTo>
                    <a:pt x="6930" y="51380"/>
                    <a:pt x="6816" y="50982"/>
                    <a:pt x="6788" y="50556"/>
                  </a:cubicBezTo>
                  <a:cubicBezTo>
                    <a:pt x="6617" y="50300"/>
                    <a:pt x="6532" y="50017"/>
                    <a:pt x="6504" y="49733"/>
                  </a:cubicBezTo>
                  <a:cubicBezTo>
                    <a:pt x="6277" y="48881"/>
                    <a:pt x="6021" y="48029"/>
                    <a:pt x="5794" y="47177"/>
                  </a:cubicBezTo>
                  <a:cubicBezTo>
                    <a:pt x="5624" y="46836"/>
                    <a:pt x="5510" y="46467"/>
                    <a:pt x="5425" y="46069"/>
                  </a:cubicBezTo>
                  <a:cubicBezTo>
                    <a:pt x="5056" y="44990"/>
                    <a:pt x="4686" y="43854"/>
                    <a:pt x="4402" y="42718"/>
                  </a:cubicBezTo>
                  <a:cubicBezTo>
                    <a:pt x="4175" y="42320"/>
                    <a:pt x="4062" y="41866"/>
                    <a:pt x="4005" y="41412"/>
                  </a:cubicBezTo>
                  <a:cubicBezTo>
                    <a:pt x="3749" y="40673"/>
                    <a:pt x="3522" y="39907"/>
                    <a:pt x="3380" y="39140"/>
                  </a:cubicBezTo>
                  <a:cubicBezTo>
                    <a:pt x="3068" y="38345"/>
                    <a:pt x="2869" y="37521"/>
                    <a:pt x="2755" y="36669"/>
                  </a:cubicBezTo>
                  <a:cubicBezTo>
                    <a:pt x="2500" y="36243"/>
                    <a:pt x="2528" y="35732"/>
                    <a:pt x="2386" y="35277"/>
                  </a:cubicBezTo>
                  <a:cubicBezTo>
                    <a:pt x="2301" y="34937"/>
                    <a:pt x="2244" y="34596"/>
                    <a:pt x="2216" y="34255"/>
                  </a:cubicBezTo>
                  <a:cubicBezTo>
                    <a:pt x="2102" y="33858"/>
                    <a:pt x="2045" y="33460"/>
                    <a:pt x="2045" y="33062"/>
                  </a:cubicBezTo>
                  <a:cubicBezTo>
                    <a:pt x="2017" y="33062"/>
                    <a:pt x="2017" y="33034"/>
                    <a:pt x="1988" y="33006"/>
                  </a:cubicBezTo>
                  <a:cubicBezTo>
                    <a:pt x="1790" y="32125"/>
                    <a:pt x="1676" y="31216"/>
                    <a:pt x="1619" y="30308"/>
                  </a:cubicBezTo>
                  <a:cubicBezTo>
                    <a:pt x="1506" y="29938"/>
                    <a:pt x="1477" y="29541"/>
                    <a:pt x="1534" y="29143"/>
                  </a:cubicBezTo>
                  <a:cubicBezTo>
                    <a:pt x="1392" y="28178"/>
                    <a:pt x="1364" y="27212"/>
                    <a:pt x="1477" y="26218"/>
                  </a:cubicBezTo>
                  <a:cubicBezTo>
                    <a:pt x="1392" y="25735"/>
                    <a:pt x="1392" y="25224"/>
                    <a:pt x="1506" y="24741"/>
                  </a:cubicBezTo>
                  <a:cubicBezTo>
                    <a:pt x="1477" y="24145"/>
                    <a:pt x="1506" y="23520"/>
                    <a:pt x="1619" y="22924"/>
                  </a:cubicBezTo>
                  <a:cubicBezTo>
                    <a:pt x="1591" y="22498"/>
                    <a:pt x="1648" y="22044"/>
                    <a:pt x="1733" y="21589"/>
                  </a:cubicBezTo>
                  <a:cubicBezTo>
                    <a:pt x="1761" y="20538"/>
                    <a:pt x="1903" y="19488"/>
                    <a:pt x="2130" y="18465"/>
                  </a:cubicBezTo>
                  <a:cubicBezTo>
                    <a:pt x="2102" y="18039"/>
                    <a:pt x="2187" y="17642"/>
                    <a:pt x="2329" y="17273"/>
                  </a:cubicBezTo>
                  <a:cubicBezTo>
                    <a:pt x="2414" y="16222"/>
                    <a:pt x="2585" y="15228"/>
                    <a:pt x="2869" y="14234"/>
                  </a:cubicBezTo>
                  <a:cubicBezTo>
                    <a:pt x="2869" y="13865"/>
                    <a:pt x="2954" y="13524"/>
                    <a:pt x="3096" y="13212"/>
                  </a:cubicBezTo>
                  <a:cubicBezTo>
                    <a:pt x="3096" y="12700"/>
                    <a:pt x="3181" y="12218"/>
                    <a:pt x="3352" y="11735"/>
                  </a:cubicBezTo>
                  <a:cubicBezTo>
                    <a:pt x="3352" y="11252"/>
                    <a:pt x="3437" y="10741"/>
                    <a:pt x="3607" y="10286"/>
                  </a:cubicBezTo>
                  <a:cubicBezTo>
                    <a:pt x="3692" y="9491"/>
                    <a:pt x="3806" y="8696"/>
                    <a:pt x="3976" y="7929"/>
                  </a:cubicBezTo>
                  <a:cubicBezTo>
                    <a:pt x="3976" y="7532"/>
                    <a:pt x="4062" y="7134"/>
                    <a:pt x="4204" y="6765"/>
                  </a:cubicBezTo>
                  <a:cubicBezTo>
                    <a:pt x="4204" y="6169"/>
                    <a:pt x="4289" y="5601"/>
                    <a:pt x="4402" y="5033"/>
                  </a:cubicBezTo>
                  <a:cubicBezTo>
                    <a:pt x="4772" y="5544"/>
                    <a:pt x="5112" y="6083"/>
                    <a:pt x="5368" y="6680"/>
                  </a:cubicBezTo>
                  <a:cubicBezTo>
                    <a:pt x="5652" y="6992"/>
                    <a:pt x="5879" y="7361"/>
                    <a:pt x="6021" y="7787"/>
                  </a:cubicBezTo>
                  <a:cubicBezTo>
                    <a:pt x="6362" y="8270"/>
                    <a:pt x="6646" y="8781"/>
                    <a:pt x="6845" y="9349"/>
                  </a:cubicBezTo>
                  <a:cubicBezTo>
                    <a:pt x="7100" y="9690"/>
                    <a:pt x="7299" y="10059"/>
                    <a:pt x="7413" y="10485"/>
                  </a:cubicBezTo>
                  <a:cubicBezTo>
                    <a:pt x="7782" y="11025"/>
                    <a:pt x="8066" y="11621"/>
                    <a:pt x="8293" y="12246"/>
                  </a:cubicBezTo>
                  <a:cubicBezTo>
                    <a:pt x="8549" y="12558"/>
                    <a:pt x="8747" y="12928"/>
                    <a:pt x="8861" y="13354"/>
                  </a:cubicBezTo>
                  <a:cubicBezTo>
                    <a:pt x="9315" y="14149"/>
                    <a:pt x="9713" y="14972"/>
                    <a:pt x="9997" y="15853"/>
                  </a:cubicBezTo>
                  <a:cubicBezTo>
                    <a:pt x="10224" y="16165"/>
                    <a:pt x="10395" y="16477"/>
                    <a:pt x="10480" y="16847"/>
                  </a:cubicBezTo>
                  <a:cubicBezTo>
                    <a:pt x="10707" y="17187"/>
                    <a:pt x="10877" y="17585"/>
                    <a:pt x="10963" y="17983"/>
                  </a:cubicBezTo>
                  <a:cubicBezTo>
                    <a:pt x="11190" y="18323"/>
                    <a:pt x="11360" y="18693"/>
                    <a:pt x="11474" y="19090"/>
                  </a:cubicBezTo>
                  <a:cubicBezTo>
                    <a:pt x="11900" y="19970"/>
                    <a:pt x="12240" y="20908"/>
                    <a:pt x="12496" y="21845"/>
                  </a:cubicBezTo>
                  <a:cubicBezTo>
                    <a:pt x="12752" y="22356"/>
                    <a:pt x="12922" y="22896"/>
                    <a:pt x="13007" y="23464"/>
                  </a:cubicBezTo>
                  <a:cubicBezTo>
                    <a:pt x="13320" y="24514"/>
                    <a:pt x="13604" y="25593"/>
                    <a:pt x="13802" y="26701"/>
                  </a:cubicBezTo>
                  <a:cubicBezTo>
                    <a:pt x="13973" y="27042"/>
                    <a:pt x="14058" y="27439"/>
                    <a:pt x="14058" y="27837"/>
                  </a:cubicBezTo>
                  <a:cubicBezTo>
                    <a:pt x="14342" y="28661"/>
                    <a:pt x="14484" y="29541"/>
                    <a:pt x="14484" y="30421"/>
                  </a:cubicBezTo>
                  <a:cubicBezTo>
                    <a:pt x="14569" y="30819"/>
                    <a:pt x="14598" y="31216"/>
                    <a:pt x="14569" y="31614"/>
                  </a:cubicBezTo>
                  <a:cubicBezTo>
                    <a:pt x="14683" y="32523"/>
                    <a:pt x="14740" y="33460"/>
                    <a:pt x="14740" y="34397"/>
                  </a:cubicBezTo>
                  <a:cubicBezTo>
                    <a:pt x="14853" y="35135"/>
                    <a:pt x="14853" y="35902"/>
                    <a:pt x="14768" y="36669"/>
                  </a:cubicBezTo>
                  <a:cubicBezTo>
                    <a:pt x="14882" y="37379"/>
                    <a:pt x="14910" y="38089"/>
                    <a:pt x="14853" y="38799"/>
                  </a:cubicBezTo>
                  <a:cubicBezTo>
                    <a:pt x="14938" y="39168"/>
                    <a:pt x="14967" y="39566"/>
                    <a:pt x="14910" y="39963"/>
                  </a:cubicBezTo>
                  <a:cubicBezTo>
                    <a:pt x="14967" y="40531"/>
                    <a:pt x="15052" y="41042"/>
                    <a:pt x="15052" y="41582"/>
                  </a:cubicBezTo>
                  <a:cubicBezTo>
                    <a:pt x="15080" y="42576"/>
                    <a:pt x="15080" y="43570"/>
                    <a:pt x="15080" y="44592"/>
                  </a:cubicBezTo>
                  <a:cubicBezTo>
                    <a:pt x="15137" y="44962"/>
                    <a:pt x="15137" y="45359"/>
                    <a:pt x="15109" y="45728"/>
                  </a:cubicBezTo>
                  <a:cubicBezTo>
                    <a:pt x="15137" y="46893"/>
                    <a:pt x="15109" y="48057"/>
                    <a:pt x="14995" y="49193"/>
                  </a:cubicBezTo>
                  <a:cubicBezTo>
                    <a:pt x="15024" y="49619"/>
                    <a:pt x="14995" y="50073"/>
                    <a:pt x="14910" y="50499"/>
                  </a:cubicBezTo>
                  <a:cubicBezTo>
                    <a:pt x="14882" y="51522"/>
                    <a:pt x="14825" y="52544"/>
                    <a:pt x="14796" y="53566"/>
                  </a:cubicBezTo>
                  <a:cubicBezTo>
                    <a:pt x="14768" y="53652"/>
                    <a:pt x="14740" y="53708"/>
                    <a:pt x="14711" y="53794"/>
                  </a:cubicBezTo>
                  <a:cubicBezTo>
                    <a:pt x="14768" y="54191"/>
                    <a:pt x="14768" y="54589"/>
                    <a:pt x="14711" y="54986"/>
                  </a:cubicBezTo>
                  <a:cubicBezTo>
                    <a:pt x="14683" y="55923"/>
                    <a:pt x="14711" y="56861"/>
                    <a:pt x="14598" y="57798"/>
                  </a:cubicBezTo>
                  <a:cubicBezTo>
                    <a:pt x="14683" y="58224"/>
                    <a:pt x="14654" y="58650"/>
                    <a:pt x="14569" y="59076"/>
                  </a:cubicBezTo>
                  <a:cubicBezTo>
                    <a:pt x="14598" y="59899"/>
                    <a:pt x="14626" y="60751"/>
                    <a:pt x="14654" y="61575"/>
                  </a:cubicBezTo>
                  <a:cubicBezTo>
                    <a:pt x="14626" y="61745"/>
                    <a:pt x="14626" y="61887"/>
                    <a:pt x="14569" y="62058"/>
                  </a:cubicBezTo>
                  <a:cubicBezTo>
                    <a:pt x="14626" y="62484"/>
                    <a:pt x="14654" y="62910"/>
                    <a:pt x="14598" y="63364"/>
                  </a:cubicBezTo>
                  <a:cubicBezTo>
                    <a:pt x="14683" y="63733"/>
                    <a:pt x="14683" y="64131"/>
                    <a:pt x="14626" y="64500"/>
                  </a:cubicBezTo>
                  <a:cubicBezTo>
                    <a:pt x="14711" y="64898"/>
                    <a:pt x="14711" y="65295"/>
                    <a:pt x="14626" y="65693"/>
                  </a:cubicBezTo>
                  <a:cubicBezTo>
                    <a:pt x="14683" y="66658"/>
                    <a:pt x="14740" y="67652"/>
                    <a:pt x="14796" y="68618"/>
                  </a:cubicBezTo>
                  <a:cubicBezTo>
                    <a:pt x="14853" y="69015"/>
                    <a:pt x="14882" y="69413"/>
                    <a:pt x="14882" y="69811"/>
                  </a:cubicBezTo>
                  <a:cubicBezTo>
                    <a:pt x="14995" y="70691"/>
                    <a:pt x="15109" y="71600"/>
                    <a:pt x="15222" y="72508"/>
                  </a:cubicBezTo>
                  <a:cubicBezTo>
                    <a:pt x="16131" y="72168"/>
                    <a:pt x="16302" y="72026"/>
                    <a:pt x="16302" y="71117"/>
                  </a:cubicBezTo>
                  <a:lnTo>
                    <a:pt x="16302" y="69214"/>
                  </a:lnTo>
                  <a:cubicBezTo>
                    <a:pt x="16245" y="67595"/>
                    <a:pt x="16245" y="66005"/>
                    <a:pt x="16302" y="64386"/>
                  </a:cubicBezTo>
                  <a:cubicBezTo>
                    <a:pt x="16330" y="62966"/>
                    <a:pt x="16358" y="61575"/>
                    <a:pt x="16387" y="60183"/>
                  </a:cubicBezTo>
                  <a:lnTo>
                    <a:pt x="16387" y="56577"/>
                  </a:lnTo>
                  <a:cubicBezTo>
                    <a:pt x="16387" y="54106"/>
                    <a:pt x="16500" y="51664"/>
                    <a:pt x="16415" y="49193"/>
                  </a:cubicBezTo>
                  <a:lnTo>
                    <a:pt x="16415" y="46154"/>
                  </a:lnTo>
                  <a:cubicBezTo>
                    <a:pt x="16444" y="44166"/>
                    <a:pt x="16472" y="42150"/>
                    <a:pt x="16500" y="40162"/>
                  </a:cubicBezTo>
                  <a:cubicBezTo>
                    <a:pt x="16500" y="39140"/>
                    <a:pt x="16500" y="38146"/>
                    <a:pt x="16500" y="37123"/>
                  </a:cubicBezTo>
                  <a:cubicBezTo>
                    <a:pt x="16586" y="34397"/>
                    <a:pt x="16415" y="31642"/>
                    <a:pt x="15989" y="28945"/>
                  </a:cubicBezTo>
                  <a:cubicBezTo>
                    <a:pt x="15506" y="26275"/>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05"/>
            <p:cNvSpPr/>
            <p:nvPr/>
          </p:nvSpPr>
          <p:spPr>
            <a:xfrm>
              <a:off x="7315025" y="2221037"/>
              <a:ext cx="345775" cy="1517290"/>
            </a:xfrm>
            <a:custGeom>
              <a:rect b="b" l="l" r="r" t="t"/>
              <a:pathLst>
                <a:path extrusionOk="0" h="63359" w="13831">
                  <a:moveTo>
                    <a:pt x="4005" y="1"/>
                  </a:moveTo>
                  <a:lnTo>
                    <a:pt x="2841" y="86"/>
                  </a:lnTo>
                  <a:cubicBezTo>
                    <a:pt x="2699" y="455"/>
                    <a:pt x="2613" y="853"/>
                    <a:pt x="2613" y="1279"/>
                  </a:cubicBezTo>
                  <a:lnTo>
                    <a:pt x="4658" y="1108"/>
                  </a:lnTo>
                  <a:cubicBezTo>
                    <a:pt x="4516" y="711"/>
                    <a:pt x="4289" y="313"/>
                    <a:pt x="4005" y="1"/>
                  </a:cubicBezTo>
                  <a:close/>
                  <a:moveTo>
                    <a:pt x="5482" y="2670"/>
                  </a:moveTo>
                  <a:cubicBezTo>
                    <a:pt x="5254" y="2727"/>
                    <a:pt x="5056" y="2755"/>
                    <a:pt x="4857" y="2812"/>
                  </a:cubicBezTo>
                  <a:cubicBezTo>
                    <a:pt x="3977" y="3039"/>
                    <a:pt x="3096" y="3295"/>
                    <a:pt x="2244" y="3607"/>
                  </a:cubicBezTo>
                  <a:cubicBezTo>
                    <a:pt x="2074" y="4062"/>
                    <a:pt x="1989" y="4573"/>
                    <a:pt x="1989" y="5084"/>
                  </a:cubicBezTo>
                  <a:cubicBezTo>
                    <a:pt x="2386" y="4885"/>
                    <a:pt x="2784" y="4715"/>
                    <a:pt x="3210" y="4573"/>
                  </a:cubicBezTo>
                  <a:cubicBezTo>
                    <a:pt x="4147" y="4289"/>
                    <a:pt x="5112" y="4062"/>
                    <a:pt x="6050" y="3806"/>
                  </a:cubicBezTo>
                  <a:cubicBezTo>
                    <a:pt x="5936" y="3380"/>
                    <a:pt x="5737" y="3011"/>
                    <a:pt x="5482" y="2670"/>
                  </a:cubicBezTo>
                  <a:close/>
                  <a:moveTo>
                    <a:pt x="6958" y="5595"/>
                  </a:moveTo>
                  <a:cubicBezTo>
                    <a:pt x="6305" y="5823"/>
                    <a:pt x="5680" y="6107"/>
                    <a:pt x="5056" y="6476"/>
                  </a:cubicBezTo>
                  <a:cubicBezTo>
                    <a:pt x="4658" y="6675"/>
                    <a:pt x="4232" y="6788"/>
                    <a:pt x="3806" y="6788"/>
                  </a:cubicBezTo>
                  <a:cubicBezTo>
                    <a:pt x="3735" y="6795"/>
                    <a:pt x="3662" y="6799"/>
                    <a:pt x="3589" y="6799"/>
                  </a:cubicBezTo>
                  <a:cubicBezTo>
                    <a:pt x="3368" y="6799"/>
                    <a:pt x="3139" y="6767"/>
                    <a:pt x="2926" y="6703"/>
                  </a:cubicBezTo>
                  <a:cubicBezTo>
                    <a:pt x="2594" y="6585"/>
                    <a:pt x="2263" y="6525"/>
                    <a:pt x="1932" y="6525"/>
                  </a:cubicBezTo>
                  <a:cubicBezTo>
                    <a:pt x="1866" y="6525"/>
                    <a:pt x="1799" y="6528"/>
                    <a:pt x="1733" y="6533"/>
                  </a:cubicBezTo>
                  <a:cubicBezTo>
                    <a:pt x="1591" y="6845"/>
                    <a:pt x="1506" y="7214"/>
                    <a:pt x="1506" y="7555"/>
                  </a:cubicBezTo>
                  <a:cubicBezTo>
                    <a:pt x="1903" y="7555"/>
                    <a:pt x="2301" y="7640"/>
                    <a:pt x="2699" y="7782"/>
                  </a:cubicBezTo>
                  <a:cubicBezTo>
                    <a:pt x="3068" y="7867"/>
                    <a:pt x="3437" y="7924"/>
                    <a:pt x="3806" y="7952"/>
                  </a:cubicBezTo>
                  <a:cubicBezTo>
                    <a:pt x="4516" y="7924"/>
                    <a:pt x="5198" y="7725"/>
                    <a:pt x="5794" y="7385"/>
                  </a:cubicBezTo>
                  <a:cubicBezTo>
                    <a:pt x="6334" y="7044"/>
                    <a:pt x="6930" y="6817"/>
                    <a:pt x="7526" y="6703"/>
                  </a:cubicBezTo>
                  <a:cubicBezTo>
                    <a:pt x="7413" y="6305"/>
                    <a:pt x="7242" y="5908"/>
                    <a:pt x="6958" y="5595"/>
                  </a:cubicBezTo>
                  <a:close/>
                  <a:moveTo>
                    <a:pt x="8691" y="9202"/>
                  </a:moveTo>
                  <a:cubicBezTo>
                    <a:pt x="8350" y="9316"/>
                    <a:pt x="8009" y="9401"/>
                    <a:pt x="7668" y="9514"/>
                  </a:cubicBezTo>
                  <a:cubicBezTo>
                    <a:pt x="6873" y="9827"/>
                    <a:pt x="6021" y="10054"/>
                    <a:pt x="5169" y="10139"/>
                  </a:cubicBezTo>
                  <a:cubicBezTo>
                    <a:pt x="3778" y="10281"/>
                    <a:pt x="2329" y="10224"/>
                    <a:pt x="966" y="10594"/>
                  </a:cubicBezTo>
                  <a:cubicBezTo>
                    <a:pt x="824" y="10963"/>
                    <a:pt x="739" y="11360"/>
                    <a:pt x="767" y="11786"/>
                  </a:cubicBezTo>
                  <a:cubicBezTo>
                    <a:pt x="1847" y="11531"/>
                    <a:pt x="2983" y="11389"/>
                    <a:pt x="4090" y="11360"/>
                  </a:cubicBezTo>
                  <a:cubicBezTo>
                    <a:pt x="4346" y="11360"/>
                    <a:pt x="4573" y="11332"/>
                    <a:pt x="4828" y="11304"/>
                  </a:cubicBezTo>
                  <a:cubicBezTo>
                    <a:pt x="5964" y="11247"/>
                    <a:pt x="7100" y="10991"/>
                    <a:pt x="8151" y="10565"/>
                  </a:cubicBezTo>
                  <a:lnTo>
                    <a:pt x="9145" y="10196"/>
                  </a:lnTo>
                  <a:cubicBezTo>
                    <a:pt x="9060" y="9855"/>
                    <a:pt x="8890" y="9514"/>
                    <a:pt x="8691" y="9202"/>
                  </a:cubicBezTo>
                  <a:close/>
                  <a:moveTo>
                    <a:pt x="9685" y="11332"/>
                  </a:moveTo>
                  <a:cubicBezTo>
                    <a:pt x="9316" y="11616"/>
                    <a:pt x="8975" y="11928"/>
                    <a:pt x="8606" y="12212"/>
                  </a:cubicBezTo>
                  <a:cubicBezTo>
                    <a:pt x="8350" y="12440"/>
                    <a:pt x="8038" y="12582"/>
                    <a:pt x="7697" y="12610"/>
                  </a:cubicBezTo>
                  <a:cubicBezTo>
                    <a:pt x="7322" y="12657"/>
                    <a:pt x="6946" y="12678"/>
                    <a:pt x="6571" y="12678"/>
                  </a:cubicBezTo>
                  <a:cubicBezTo>
                    <a:pt x="6265" y="12678"/>
                    <a:pt x="5958" y="12664"/>
                    <a:pt x="5652" y="12638"/>
                  </a:cubicBezTo>
                  <a:cubicBezTo>
                    <a:pt x="5474" y="12615"/>
                    <a:pt x="5294" y="12604"/>
                    <a:pt x="5113" y="12604"/>
                  </a:cubicBezTo>
                  <a:cubicBezTo>
                    <a:pt x="4399" y="12604"/>
                    <a:pt x="3674" y="12781"/>
                    <a:pt x="3039" y="13121"/>
                  </a:cubicBezTo>
                  <a:cubicBezTo>
                    <a:pt x="2415" y="13462"/>
                    <a:pt x="1847" y="13859"/>
                    <a:pt x="1307" y="14342"/>
                  </a:cubicBezTo>
                  <a:cubicBezTo>
                    <a:pt x="1080" y="14626"/>
                    <a:pt x="739" y="14825"/>
                    <a:pt x="370" y="14910"/>
                  </a:cubicBezTo>
                  <a:cubicBezTo>
                    <a:pt x="256" y="15365"/>
                    <a:pt x="228" y="15819"/>
                    <a:pt x="256" y="16245"/>
                  </a:cubicBezTo>
                  <a:cubicBezTo>
                    <a:pt x="909" y="16131"/>
                    <a:pt x="1534" y="15819"/>
                    <a:pt x="2017" y="15308"/>
                  </a:cubicBezTo>
                  <a:cubicBezTo>
                    <a:pt x="2500" y="14853"/>
                    <a:pt x="3068" y="14456"/>
                    <a:pt x="3664" y="14143"/>
                  </a:cubicBezTo>
                  <a:cubicBezTo>
                    <a:pt x="4068" y="13882"/>
                    <a:pt x="4511" y="13760"/>
                    <a:pt x="4977" y="13760"/>
                  </a:cubicBezTo>
                  <a:cubicBezTo>
                    <a:pt x="5068" y="13760"/>
                    <a:pt x="5161" y="13765"/>
                    <a:pt x="5254" y="13774"/>
                  </a:cubicBezTo>
                  <a:cubicBezTo>
                    <a:pt x="5529" y="13822"/>
                    <a:pt x="5800" y="13837"/>
                    <a:pt x="6071" y="13837"/>
                  </a:cubicBezTo>
                  <a:cubicBezTo>
                    <a:pt x="6611" y="13837"/>
                    <a:pt x="7148" y="13774"/>
                    <a:pt x="7697" y="13774"/>
                  </a:cubicBezTo>
                  <a:cubicBezTo>
                    <a:pt x="8180" y="13746"/>
                    <a:pt x="8662" y="13575"/>
                    <a:pt x="9060" y="13291"/>
                  </a:cubicBezTo>
                  <a:cubicBezTo>
                    <a:pt x="9287" y="13093"/>
                    <a:pt x="9543" y="12922"/>
                    <a:pt x="9770" y="12724"/>
                  </a:cubicBezTo>
                  <a:cubicBezTo>
                    <a:pt x="9883" y="12582"/>
                    <a:pt x="10025" y="12496"/>
                    <a:pt x="10167" y="12468"/>
                  </a:cubicBezTo>
                  <a:cubicBezTo>
                    <a:pt x="10082" y="12042"/>
                    <a:pt x="9912" y="11673"/>
                    <a:pt x="9685" y="11332"/>
                  </a:cubicBezTo>
                  <a:close/>
                  <a:moveTo>
                    <a:pt x="11161" y="15194"/>
                  </a:moveTo>
                  <a:cubicBezTo>
                    <a:pt x="10338" y="15365"/>
                    <a:pt x="9514" y="15592"/>
                    <a:pt x="8691" y="15734"/>
                  </a:cubicBezTo>
                  <a:cubicBezTo>
                    <a:pt x="8236" y="15791"/>
                    <a:pt x="7782" y="15876"/>
                    <a:pt x="7328" y="15989"/>
                  </a:cubicBezTo>
                  <a:cubicBezTo>
                    <a:pt x="6731" y="16131"/>
                    <a:pt x="6163" y="16245"/>
                    <a:pt x="5567" y="16387"/>
                  </a:cubicBezTo>
                  <a:cubicBezTo>
                    <a:pt x="4999" y="16501"/>
                    <a:pt x="4516" y="16586"/>
                    <a:pt x="3977" y="16728"/>
                  </a:cubicBezTo>
                  <a:cubicBezTo>
                    <a:pt x="2897" y="17012"/>
                    <a:pt x="1847" y="17381"/>
                    <a:pt x="824" y="17835"/>
                  </a:cubicBezTo>
                  <a:cubicBezTo>
                    <a:pt x="597" y="17949"/>
                    <a:pt x="341" y="18006"/>
                    <a:pt x="114" y="18034"/>
                  </a:cubicBezTo>
                  <a:cubicBezTo>
                    <a:pt x="1" y="18545"/>
                    <a:pt x="1" y="19056"/>
                    <a:pt x="86" y="19539"/>
                  </a:cubicBezTo>
                  <a:cubicBezTo>
                    <a:pt x="171" y="19539"/>
                    <a:pt x="256" y="19511"/>
                    <a:pt x="341" y="19511"/>
                  </a:cubicBezTo>
                  <a:cubicBezTo>
                    <a:pt x="1108" y="19170"/>
                    <a:pt x="1932" y="18914"/>
                    <a:pt x="2755" y="18744"/>
                  </a:cubicBezTo>
                  <a:cubicBezTo>
                    <a:pt x="3238" y="18630"/>
                    <a:pt x="3693" y="18545"/>
                    <a:pt x="4175" y="18432"/>
                  </a:cubicBezTo>
                  <a:cubicBezTo>
                    <a:pt x="4772" y="18318"/>
                    <a:pt x="5368" y="18233"/>
                    <a:pt x="5936" y="18119"/>
                  </a:cubicBezTo>
                  <a:cubicBezTo>
                    <a:pt x="6958" y="17921"/>
                    <a:pt x="7981" y="17693"/>
                    <a:pt x="8975" y="17466"/>
                  </a:cubicBezTo>
                  <a:cubicBezTo>
                    <a:pt x="9401" y="17381"/>
                    <a:pt x="9855" y="17324"/>
                    <a:pt x="10253" y="17182"/>
                  </a:cubicBezTo>
                  <a:cubicBezTo>
                    <a:pt x="10735" y="17040"/>
                    <a:pt x="11247" y="17069"/>
                    <a:pt x="11673" y="16813"/>
                  </a:cubicBezTo>
                  <a:cubicBezTo>
                    <a:pt x="11587" y="16245"/>
                    <a:pt x="11417" y="15705"/>
                    <a:pt x="11161" y="15194"/>
                  </a:cubicBezTo>
                  <a:close/>
                  <a:moveTo>
                    <a:pt x="7121" y="19870"/>
                  </a:moveTo>
                  <a:cubicBezTo>
                    <a:pt x="6645" y="19870"/>
                    <a:pt x="6172" y="20016"/>
                    <a:pt x="5766" y="20306"/>
                  </a:cubicBezTo>
                  <a:cubicBezTo>
                    <a:pt x="5482" y="20505"/>
                    <a:pt x="5198" y="20732"/>
                    <a:pt x="4942" y="20959"/>
                  </a:cubicBezTo>
                  <a:cubicBezTo>
                    <a:pt x="4544" y="21272"/>
                    <a:pt x="4147" y="21612"/>
                    <a:pt x="3749" y="21953"/>
                  </a:cubicBezTo>
                  <a:cubicBezTo>
                    <a:pt x="3310" y="22324"/>
                    <a:pt x="2775" y="22524"/>
                    <a:pt x="2224" y="22524"/>
                  </a:cubicBezTo>
                  <a:cubicBezTo>
                    <a:pt x="2099" y="22524"/>
                    <a:pt x="1973" y="22514"/>
                    <a:pt x="1847" y="22493"/>
                  </a:cubicBezTo>
                  <a:cubicBezTo>
                    <a:pt x="1496" y="22458"/>
                    <a:pt x="1145" y="22433"/>
                    <a:pt x="794" y="22433"/>
                  </a:cubicBezTo>
                  <a:cubicBezTo>
                    <a:pt x="577" y="22433"/>
                    <a:pt x="360" y="22443"/>
                    <a:pt x="143" y="22464"/>
                  </a:cubicBezTo>
                  <a:cubicBezTo>
                    <a:pt x="114" y="22862"/>
                    <a:pt x="143" y="23259"/>
                    <a:pt x="228" y="23629"/>
                  </a:cubicBezTo>
                  <a:cubicBezTo>
                    <a:pt x="449" y="23609"/>
                    <a:pt x="655" y="23589"/>
                    <a:pt x="868" y="23589"/>
                  </a:cubicBezTo>
                  <a:cubicBezTo>
                    <a:pt x="956" y="23589"/>
                    <a:pt x="1045" y="23592"/>
                    <a:pt x="1137" y="23600"/>
                  </a:cubicBezTo>
                  <a:cubicBezTo>
                    <a:pt x="1485" y="23655"/>
                    <a:pt x="1833" y="23687"/>
                    <a:pt x="2182" y="23687"/>
                  </a:cubicBezTo>
                  <a:cubicBezTo>
                    <a:pt x="2373" y="23687"/>
                    <a:pt x="2564" y="23677"/>
                    <a:pt x="2755" y="23657"/>
                  </a:cubicBezTo>
                  <a:cubicBezTo>
                    <a:pt x="3323" y="23629"/>
                    <a:pt x="3891" y="23401"/>
                    <a:pt x="4346" y="23061"/>
                  </a:cubicBezTo>
                  <a:cubicBezTo>
                    <a:pt x="4743" y="22720"/>
                    <a:pt x="5141" y="22408"/>
                    <a:pt x="5510" y="22067"/>
                  </a:cubicBezTo>
                  <a:cubicBezTo>
                    <a:pt x="5879" y="21726"/>
                    <a:pt x="6277" y="21442"/>
                    <a:pt x="6703" y="21186"/>
                  </a:cubicBezTo>
                  <a:cubicBezTo>
                    <a:pt x="6854" y="21111"/>
                    <a:pt x="7018" y="21073"/>
                    <a:pt x="7178" y="21073"/>
                  </a:cubicBezTo>
                  <a:cubicBezTo>
                    <a:pt x="7258" y="21073"/>
                    <a:pt x="7337" y="21082"/>
                    <a:pt x="7413" y="21101"/>
                  </a:cubicBezTo>
                  <a:cubicBezTo>
                    <a:pt x="7754" y="21215"/>
                    <a:pt x="8094" y="21328"/>
                    <a:pt x="8435" y="21470"/>
                  </a:cubicBezTo>
                  <a:cubicBezTo>
                    <a:pt x="8989" y="21712"/>
                    <a:pt x="9592" y="21832"/>
                    <a:pt x="10199" y="21832"/>
                  </a:cubicBezTo>
                  <a:cubicBezTo>
                    <a:pt x="10806" y="21832"/>
                    <a:pt x="11417" y="21712"/>
                    <a:pt x="11985" y="21470"/>
                  </a:cubicBezTo>
                  <a:cubicBezTo>
                    <a:pt x="12212" y="21357"/>
                    <a:pt x="12496" y="21272"/>
                    <a:pt x="12752" y="21186"/>
                  </a:cubicBezTo>
                  <a:cubicBezTo>
                    <a:pt x="12752" y="20789"/>
                    <a:pt x="12638" y="20391"/>
                    <a:pt x="12468" y="20050"/>
                  </a:cubicBezTo>
                  <a:cubicBezTo>
                    <a:pt x="12184" y="20079"/>
                    <a:pt x="11900" y="20164"/>
                    <a:pt x="11616" y="20334"/>
                  </a:cubicBezTo>
                  <a:cubicBezTo>
                    <a:pt x="11176" y="20547"/>
                    <a:pt x="10693" y="20654"/>
                    <a:pt x="10207" y="20654"/>
                  </a:cubicBezTo>
                  <a:cubicBezTo>
                    <a:pt x="9720" y="20654"/>
                    <a:pt x="9230" y="20547"/>
                    <a:pt x="8776" y="20334"/>
                  </a:cubicBezTo>
                  <a:cubicBezTo>
                    <a:pt x="8662" y="20278"/>
                    <a:pt x="8549" y="20221"/>
                    <a:pt x="8407" y="20164"/>
                  </a:cubicBezTo>
                  <a:cubicBezTo>
                    <a:pt x="8208" y="20107"/>
                    <a:pt x="8009" y="20022"/>
                    <a:pt x="7782" y="19965"/>
                  </a:cubicBezTo>
                  <a:cubicBezTo>
                    <a:pt x="7565" y="19902"/>
                    <a:pt x="7342" y="19870"/>
                    <a:pt x="7121" y="19870"/>
                  </a:cubicBezTo>
                  <a:close/>
                  <a:moveTo>
                    <a:pt x="13178" y="23771"/>
                  </a:moveTo>
                  <a:cubicBezTo>
                    <a:pt x="12667" y="23827"/>
                    <a:pt x="12155" y="23969"/>
                    <a:pt x="11644" y="24055"/>
                  </a:cubicBezTo>
                  <a:cubicBezTo>
                    <a:pt x="11048" y="24140"/>
                    <a:pt x="10423" y="24282"/>
                    <a:pt x="9827" y="24452"/>
                  </a:cubicBezTo>
                  <a:cubicBezTo>
                    <a:pt x="8776" y="24736"/>
                    <a:pt x="7782" y="25219"/>
                    <a:pt x="6760" y="25531"/>
                  </a:cubicBezTo>
                  <a:cubicBezTo>
                    <a:pt x="6106" y="25759"/>
                    <a:pt x="5425" y="25901"/>
                    <a:pt x="4772" y="25957"/>
                  </a:cubicBezTo>
                  <a:cubicBezTo>
                    <a:pt x="4474" y="25986"/>
                    <a:pt x="4182" y="26000"/>
                    <a:pt x="3895" y="26000"/>
                  </a:cubicBezTo>
                  <a:cubicBezTo>
                    <a:pt x="3607" y="26000"/>
                    <a:pt x="3323" y="25986"/>
                    <a:pt x="3039" y="25957"/>
                  </a:cubicBezTo>
                  <a:cubicBezTo>
                    <a:pt x="2920" y="25941"/>
                    <a:pt x="2801" y="25933"/>
                    <a:pt x="2682" y="25933"/>
                  </a:cubicBezTo>
                  <a:cubicBezTo>
                    <a:pt x="1985" y="25933"/>
                    <a:pt x="1309" y="26193"/>
                    <a:pt x="654" y="26412"/>
                  </a:cubicBezTo>
                  <a:cubicBezTo>
                    <a:pt x="654" y="26781"/>
                    <a:pt x="711" y="27179"/>
                    <a:pt x="824" y="27576"/>
                  </a:cubicBezTo>
                  <a:cubicBezTo>
                    <a:pt x="1421" y="27377"/>
                    <a:pt x="1983" y="27144"/>
                    <a:pt x="2592" y="27144"/>
                  </a:cubicBezTo>
                  <a:cubicBezTo>
                    <a:pt x="2765" y="27144"/>
                    <a:pt x="2942" y="27163"/>
                    <a:pt x="3125" y="27207"/>
                  </a:cubicBezTo>
                  <a:cubicBezTo>
                    <a:pt x="3181" y="27221"/>
                    <a:pt x="3238" y="27228"/>
                    <a:pt x="3295" y="27228"/>
                  </a:cubicBezTo>
                  <a:cubicBezTo>
                    <a:pt x="3352" y="27228"/>
                    <a:pt x="3409" y="27221"/>
                    <a:pt x="3465" y="27207"/>
                  </a:cubicBezTo>
                  <a:cubicBezTo>
                    <a:pt x="4033" y="27179"/>
                    <a:pt x="4601" y="27150"/>
                    <a:pt x="5169" y="27122"/>
                  </a:cubicBezTo>
                  <a:cubicBezTo>
                    <a:pt x="5453" y="27122"/>
                    <a:pt x="5709" y="27093"/>
                    <a:pt x="5993" y="27037"/>
                  </a:cubicBezTo>
                  <a:cubicBezTo>
                    <a:pt x="6731" y="26809"/>
                    <a:pt x="7498" y="26582"/>
                    <a:pt x="8236" y="26327"/>
                  </a:cubicBezTo>
                  <a:cubicBezTo>
                    <a:pt x="9259" y="25872"/>
                    <a:pt x="10338" y="25588"/>
                    <a:pt x="11417" y="25389"/>
                  </a:cubicBezTo>
                  <a:cubicBezTo>
                    <a:pt x="12042" y="25304"/>
                    <a:pt x="12638" y="25105"/>
                    <a:pt x="13235" y="24963"/>
                  </a:cubicBezTo>
                  <a:cubicBezTo>
                    <a:pt x="13263" y="24566"/>
                    <a:pt x="13263" y="24168"/>
                    <a:pt x="13178" y="23771"/>
                  </a:cubicBezTo>
                  <a:close/>
                  <a:moveTo>
                    <a:pt x="13405" y="27747"/>
                  </a:moveTo>
                  <a:cubicBezTo>
                    <a:pt x="12155" y="28059"/>
                    <a:pt x="10906" y="28258"/>
                    <a:pt x="9628" y="28314"/>
                  </a:cubicBezTo>
                  <a:cubicBezTo>
                    <a:pt x="9287" y="28343"/>
                    <a:pt x="8918" y="28400"/>
                    <a:pt x="8577" y="28485"/>
                  </a:cubicBezTo>
                  <a:cubicBezTo>
                    <a:pt x="8123" y="28570"/>
                    <a:pt x="7668" y="28598"/>
                    <a:pt x="7214" y="28627"/>
                  </a:cubicBezTo>
                  <a:cubicBezTo>
                    <a:pt x="6731" y="28627"/>
                    <a:pt x="6220" y="28684"/>
                    <a:pt x="5766" y="28854"/>
                  </a:cubicBezTo>
                  <a:cubicBezTo>
                    <a:pt x="5680" y="28882"/>
                    <a:pt x="5595" y="28882"/>
                    <a:pt x="5538" y="28882"/>
                  </a:cubicBezTo>
                  <a:cubicBezTo>
                    <a:pt x="4317" y="28996"/>
                    <a:pt x="3125" y="29308"/>
                    <a:pt x="2017" y="29820"/>
                  </a:cubicBezTo>
                  <a:cubicBezTo>
                    <a:pt x="1818" y="29905"/>
                    <a:pt x="1591" y="29962"/>
                    <a:pt x="1392" y="29990"/>
                  </a:cubicBezTo>
                  <a:cubicBezTo>
                    <a:pt x="1506" y="30842"/>
                    <a:pt x="1705" y="31666"/>
                    <a:pt x="2017" y="32461"/>
                  </a:cubicBezTo>
                  <a:cubicBezTo>
                    <a:pt x="2983" y="32148"/>
                    <a:pt x="3920" y="31808"/>
                    <a:pt x="4885" y="31524"/>
                  </a:cubicBezTo>
                  <a:cubicBezTo>
                    <a:pt x="5908" y="31154"/>
                    <a:pt x="6987" y="30927"/>
                    <a:pt x="8066" y="30870"/>
                  </a:cubicBezTo>
                  <a:cubicBezTo>
                    <a:pt x="8606" y="30842"/>
                    <a:pt x="9117" y="30586"/>
                    <a:pt x="9685" y="30586"/>
                  </a:cubicBezTo>
                  <a:cubicBezTo>
                    <a:pt x="10196" y="30586"/>
                    <a:pt x="10707" y="30501"/>
                    <a:pt x="11218" y="30388"/>
                  </a:cubicBezTo>
                  <a:cubicBezTo>
                    <a:pt x="11957" y="30217"/>
                    <a:pt x="12695" y="30132"/>
                    <a:pt x="13462" y="30018"/>
                  </a:cubicBezTo>
                  <a:cubicBezTo>
                    <a:pt x="13547" y="29252"/>
                    <a:pt x="13519" y="28485"/>
                    <a:pt x="13405" y="27747"/>
                  </a:cubicBezTo>
                  <a:close/>
                  <a:moveTo>
                    <a:pt x="13547" y="32148"/>
                  </a:moveTo>
                  <a:cubicBezTo>
                    <a:pt x="13206" y="32177"/>
                    <a:pt x="12894" y="32205"/>
                    <a:pt x="12581" y="32290"/>
                  </a:cubicBezTo>
                  <a:cubicBezTo>
                    <a:pt x="11758" y="32518"/>
                    <a:pt x="10963" y="32773"/>
                    <a:pt x="10167" y="33057"/>
                  </a:cubicBezTo>
                  <a:cubicBezTo>
                    <a:pt x="9202" y="33483"/>
                    <a:pt x="8151" y="33710"/>
                    <a:pt x="7072" y="33739"/>
                  </a:cubicBezTo>
                  <a:cubicBezTo>
                    <a:pt x="6788" y="33739"/>
                    <a:pt x="6476" y="33795"/>
                    <a:pt x="6192" y="33795"/>
                  </a:cubicBezTo>
                  <a:cubicBezTo>
                    <a:pt x="5112" y="33824"/>
                    <a:pt x="4062" y="34079"/>
                    <a:pt x="3125" y="34562"/>
                  </a:cubicBezTo>
                  <a:cubicBezTo>
                    <a:pt x="2954" y="34647"/>
                    <a:pt x="2812" y="34676"/>
                    <a:pt x="2642" y="34704"/>
                  </a:cubicBezTo>
                  <a:cubicBezTo>
                    <a:pt x="2699" y="35187"/>
                    <a:pt x="2812" y="35641"/>
                    <a:pt x="3039" y="36039"/>
                  </a:cubicBezTo>
                  <a:cubicBezTo>
                    <a:pt x="3096" y="35954"/>
                    <a:pt x="3181" y="35869"/>
                    <a:pt x="3267" y="35812"/>
                  </a:cubicBezTo>
                  <a:cubicBezTo>
                    <a:pt x="3778" y="35443"/>
                    <a:pt x="4374" y="35215"/>
                    <a:pt x="4999" y="35187"/>
                  </a:cubicBezTo>
                  <a:cubicBezTo>
                    <a:pt x="5680" y="35130"/>
                    <a:pt x="6390" y="35102"/>
                    <a:pt x="7072" y="35045"/>
                  </a:cubicBezTo>
                  <a:cubicBezTo>
                    <a:pt x="8009" y="34960"/>
                    <a:pt x="8946" y="34789"/>
                    <a:pt x="9855" y="34477"/>
                  </a:cubicBezTo>
                  <a:cubicBezTo>
                    <a:pt x="10508" y="34278"/>
                    <a:pt x="11133" y="33994"/>
                    <a:pt x="11786" y="33824"/>
                  </a:cubicBezTo>
                  <a:cubicBezTo>
                    <a:pt x="12383" y="33597"/>
                    <a:pt x="12979" y="33426"/>
                    <a:pt x="13604" y="33313"/>
                  </a:cubicBezTo>
                  <a:cubicBezTo>
                    <a:pt x="13632" y="32915"/>
                    <a:pt x="13604" y="32518"/>
                    <a:pt x="13547" y="32148"/>
                  </a:cubicBezTo>
                  <a:close/>
                  <a:moveTo>
                    <a:pt x="9912" y="37374"/>
                  </a:moveTo>
                  <a:cubicBezTo>
                    <a:pt x="9145" y="37374"/>
                    <a:pt x="8378" y="37487"/>
                    <a:pt x="7668" y="37715"/>
                  </a:cubicBezTo>
                  <a:cubicBezTo>
                    <a:pt x="6390" y="38055"/>
                    <a:pt x="5169" y="38652"/>
                    <a:pt x="4090" y="39418"/>
                  </a:cubicBezTo>
                  <a:cubicBezTo>
                    <a:pt x="4147" y="39788"/>
                    <a:pt x="4232" y="40157"/>
                    <a:pt x="4403" y="40498"/>
                  </a:cubicBezTo>
                  <a:cubicBezTo>
                    <a:pt x="4715" y="40327"/>
                    <a:pt x="5056" y="40185"/>
                    <a:pt x="5340" y="40015"/>
                  </a:cubicBezTo>
                  <a:cubicBezTo>
                    <a:pt x="6731" y="39220"/>
                    <a:pt x="8180" y="38652"/>
                    <a:pt x="9827" y="38652"/>
                  </a:cubicBezTo>
                  <a:cubicBezTo>
                    <a:pt x="10168" y="38632"/>
                    <a:pt x="10524" y="38612"/>
                    <a:pt x="10873" y="38612"/>
                  </a:cubicBezTo>
                  <a:cubicBezTo>
                    <a:pt x="11018" y="38612"/>
                    <a:pt x="11162" y="38615"/>
                    <a:pt x="11303" y="38623"/>
                  </a:cubicBezTo>
                  <a:cubicBezTo>
                    <a:pt x="12155" y="38680"/>
                    <a:pt x="12979" y="38850"/>
                    <a:pt x="13774" y="39078"/>
                  </a:cubicBezTo>
                  <a:cubicBezTo>
                    <a:pt x="13831" y="38708"/>
                    <a:pt x="13831" y="38311"/>
                    <a:pt x="13746" y="37942"/>
                  </a:cubicBezTo>
                  <a:cubicBezTo>
                    <a:pt x="13689" y="37942"/>
                    <a:pt x="13632" y="37913"/>
                    <a:pt x="13575" y="37913"/>
                  </a:cubicBezTo>
                  <a:cubicBezTo>
                    <a:pt x="12411" y="37431"/>
                    <a:pt x="11161" y="37431"/>
                    <a:pt x="9912" y="37374"/>
                  </a:cubicBezTo>
                  <a:close/>
                  <a:moveTo>
                    <a:pt x="13689" y="42542"/>
                  </a:moveTo>
                  <a:lnTo>
                    <a:pt x="13689" y="42542"/>
                  </a:lnTo>
                  <a:cubicBezTo>
                    <a:pt x="12809" y="42656"/>
                    <a:pt x="11957" y="42912"/>
                    <a:pt x="11190" y="43338"/>
                  </a:cubicBezTo>
                  <a:cubicBezTo>
                    <a:pt x="10963" y="43451"/>
                    <a:pt x="10707" y="43565"/>
                    <a:pt x="10451" y="43678"/>
                  </a:cubicBezTo>
                  <a:cubicBezTo>
                    <a:pt x="10239" y="43761"/>
                    <a:pt x="10012" y="43804"/>
                    <a:pt x="9786" y="43804"/>
                  </a:cubicBezTo>
                  <a:cubicBezTo>
                    <a:pt x="9469" y="43804"/>
                    <a:pt x="9155" y="43719"/>
                    <a:pt x="8890" y="43536"/>
                  </a:cubicBezTo>
                  <a:cubicBezTo>
                    <a:pt x="8634" y="43366"/>
                    <a:pt x="8378" y="43252"/>
                    <a:pt x="8123" y="43082"/>
                  </a:cubicBezTo>
                  <a:cubicBezTo>
                    <a:pt x="7858" y="42906"/>
                    <a:pt x="7554" y="42819"/>
                    <a:pt x="7254" y="42819"/>
                  </a:cubicBezTo>
                  <a:cubicBezTo>
                    <a:pt x="6877" y="42819"/>
                    <a:pt x="6504" y="42955"/>
                    <a:pt x="6220" y="43224"/>
                  </a:cubicBezTo>
                  <a:cubicBezTo>
                    <a:pt x="5936" y="43423"/>
                    <a:pt x="5680" y="43650"/>
                    <a:pt x="5396" y="43877"/>
                  </a:cubicBezTo>
                  <a:cubicBezTo>
                    <a:pt x="5453" y="44303"/>
                    <a:pt x="5567" y="44701"/>
                    <a:pt x="5766" y="45098"/>
                  </a:cubicBezTo>
                  <a:cubicBezTo>
                    <a:pt x="5964" y="44615"/>
                    <a:pt x="6419" y="44388"/>
                    <a:pt x="6816" y="44076"/>
                  </a:cubicBezTo>
                  <a:cubicBezTo>
                    <a:pt x="6944" y="43986"/>
                    <a:pt x="7089" y="43943"/>
                    <a:pt x="7234" y="43943"/>
                  </a:cubicBezTo>
                  <a:cubicBezTo>
                    <a:pt x="7410" y="43943"/>
                    <a:pt x="7585" y="44008"/>
                    <a:pt x="7725" y="44133"/>
                  </a:cubicBezTo>
                  <a:cubicBezTo>
                    <a:pt x="7952" y="44303"/>
                    <a:pt x="8208" y="44473"/>
                    <a:pt x="8464" y="44615"/>
                  </a:cubicBezTo>
                  <a:cubicBezTo>
                    <a:pt x="8841" y="44828"/>
                    <a:pt x="9278" y="44942"/>
                    <a:pt x="9708" y="44942"/>
                  </a:cubicBezTo>
                  <a:cubicBezTo>
                    <a:pt x="9795" y="44942"/>
                    <a:pt x="9882" y="44937"/>
                    <a:pt x="9969" y="44928"/>
                  </a:cubicBezTo>
                  <a:cubicBezTo>
                    <a:pt x="10508" y="44899"/>
                    <a:pt x="11019" y="44757"/>
                    <a:pt x="11531" y="44502"/>
                  </a:cubicBezTo>
                  <a:cubicBezTo>
                    <a:pt x="12155" y="44133"/>
                    <a:pt x="12865" y="43934"/>
                    <a:pt x="13604" y="43849"/>
                  </a:cubicBezTo>
                  <a:cubicBezTo>
                    <a:pt x="13689" y="43423"/>
                    <a:pt x="13689" y="42968"/>
                    <a:pt x="13689" y="42542"/>
                  </a:cubicBezTo>
                  <a:close/>
                  <a:moveTo>
                    <a:pt x="13377" y="47143"/>
                  </a:moveTo>
                  <a:cubicBezTo>
                    <a:pt x="13036" y="47200"/>
                    <a:pt x="12695" y="47257"/>
                    <a:pt x="12354" y="47370"/>
                  </a:cubicBezTo>
                  <a:cubicBezTo>
                    <a:pt x="11531" y="47626"/>
                    <a:pt x="10707" y="47853"/>
                    <a:pt x="9883" y="48052"/>
                  </a:cubicBezTo>
                  <a:cubicBezTo>
                    <a:pt x="9003" y="48194"/>
                    <a:pt x="8123" y="48393"/>
                    <a:pt x="7271" y="48648"/>
                  </a:cubicBezTo>
                  <a:cubicBezTo>
                    <a:pt x="7100" y="48705"/>
                    <a:pt x="6902" y="48733"/>
                    <a:pt x="6731" y="48762"/>
                  </a:cubicBezTo>
                  <a:cubicBezTo>
                    <a:pt x="6760" y="49159"/>
                    <a:pt x="6845" y="49528"/>
                    <a:pt x="6987" y="49898"/>
                  </a:cubicBezTo>
                  <a:cubicBezTo>
                    <a:pt x="7981" y="49756"/>
                    <a:pt x="8890" y="49443"/>
                    <a:pt x="9855" y="49301"/>
                  </a:cubicBezTo>
                  <a:cubicBezTo>
                    <a:pt x="11076" y="49102"/>
                    <a:pt x="12241" y="48762"/>
                    <a:pt x="13377" y="48336"/>
                  </a:cubicBezTo>
                  <a:cubicBezTo>
                    <a:pt x="13433" y="47938"/>
                    <a:pt x="13433" y="47541"/>
                    <a:pt x="13377" y="47143"/>
                  </a:cubicBezTo>
                  <a:close/>
                  <a:moveTo>
                    <a:pt x="13263" y="51147"/>
                  </a:moveTo>
                  <a:cubicBezTo>
                    <a:pt x="12894" y="51176"/>
                    <a:pt x="12525" y="51261"/>
                    <a:pt x="12155" y="51403"/>
                  </a:cubicBezTo>
                  <a:cubicBezTo>
                    <a:pt x="11360" y="51573"/>
                    <a:pt x="10537" y="51687"/>
                    <a:pt x="9770" y="51942"/>
                  </a:cubicBezTo>
                  <a:cubicBezTo>
                    <a:pt x="9060" y="52170"/>
                    <a:pt x="8350" y="52312"/>
                    <a:pt x="7640" y="52482"/>
                  </a:cubicBezTo>
                  <a:cubicBezTo>
                    <a:pt x="7668" y="52880"/>
                    <a:pt x="7754" y="53277"/>
                    <a:pt x="7924" y="53618"/>
                  </a:cubicBezTo>
                  <a:lnTo>
                    <a:pt x="8861" y="53391"/>
                  </a:lnTo>
                  <a:cubicBezTo>
                    <a:pt x="9742" y="53164"/>
                    <a:pt x="10593" y="52936"/>
                    <a:pt x="11474" y="52738"/>
                  </a:cubicBezTo>
                  <a:cubicBezTo>
                    <a:pt x="12042" y="52567"/>
                    <a:pt x="12638" y="52454"/>
                    <a:pt x="13235" y="52425"/>
                  </a:cubicBezTo>
                  <a:cubicBezTo>
                    <a:pt x="13348" y="51999"/>
                    <a:pt x="13348" y="51573"/>
                    <a:pt x="13263" y="51147"/>
                  </a:cubicBezTo>
                  <a:close/>
                  <a:moveTo>
                    <a:pt x="13235" y="55407"/>
                  </a:moveTo>
                  <a:cubicBezTo>
                    <a:pt x="12027" y="55764"/>
                    <a:pt x="10847" y="56147"/>
                    <a:pt x="9539" y="56147"/>
                  </a:cubicBezTo>
                  <a:cubicBezTo>
                    <a:pt x="9493" y="56147"/>
                    <a:pt x="9447" y="56146"/>
                    <a:pt x="9401" y="56145"/>
                  </a:cubicBezTo>
                  <a:cubicBezTo>
                    <a:pt x="9230" y="56145"/>
                    <a:pt x="9088" y="56174"/>
                    <a:pt x="8918" y="56202"/>
                  </a:cubicBezTo>
                  <a:cubicBezTo>
                    <a:pt x="8776" y="56231"/>
                    <a:pt x="8634" y="56287"/>
                    <a:pt x="8549" y="56401"/>
                  </a:cubicBezTo>
                  <a:cubicBezTo>
                    <a:pt x="8577" y="56742"/>
                    <a:pt x="8662" y="57054"/>
                    <a:pt x="8804" y="57367"/>
                  </a:cubicBezTo>
                  <a:cubicBezTo>
                    <a:pt x="9401" y="57310"/>
                    <a:pt x="9969" y="57253"/>
                    <a:pt x="10565" y="57225"/>
                  </a:cubicBezTo>
                  <a:cubicBezTo>
                    <a:pt x="11190" y="57225"/>
                    <a:pt x="11815" y="57083"/>
                    <a:pt x="12383" y="56884"/>
                  </a:cubicBezTo>
                  <a:cubicBezTo>
                    <a:pt x="12667" y="56770"/>
                    <a:pt x="12951" y="56713"/>
                    <a:pt x="13235" y="56685"/>
                  </a:cubicBezTo>
                  <a:cubicBezTo>
                    <a:pt x="13291" y="56259"/>
                    <a:pt x="13291" y="55833"/>
                    <a:pt x="13235" y="55407"/>
                  </a:cubicBezTo>
                  <a:close/>
                  <a:moveTo>
                    <a:pt x="13263" y="57849"/>
                  </a:moveTo>
                  <a:cubicBezTo>
                    <a:pt x="12951" y="57878"/>
                    <a:pt x="12638" y="57963"/>
                    <a:pt x="12326" y="58077"/>
                  </a:cubicBezTo>
                  <a:cubicBezTo>
                    <a:pt x="11616" y="58417"/>
                    <a:pt x="10906" y="58645"/>
                    <a:pt x="10224" y="58985"/>
                  </a:cubicBezTo>
                  <a:cubicBezTo>
                    <a:pt x="9940" y="59156"/>
                    <a:pt x="9628" y="59269"/>
                    <a:pt x="9316" y="59298"/>
                  </a:cubicBezTo>
                  <a:cubicBezTo>
                    <a:pt x="9344" y="59695"/>
                    <a:pt x="9429" y="60064"/>
                    <a:pt x="9600" y="60434"/>
                  </a:cubicBezTo>
                  <a:cubicBezTo>
                    <a:pt x="10451" y="60178"/>
                    <a:pt x="11275" y="59866"/>
                    <a:pt x="12099" y="59525"/>
                  </a:cubicBezTo>
                  <a:cubicBezTo>
                    <a:pt x="12468" y="59383"/>
                    <a:pt x="12865" y="59212"/>
                    <a:pt x="13263" y="59042"/>
                  </a:cubicBezTo>
                  <a:cubicBezTo>
                    <a:pt x="13348" y="58645"/>
                    <a:pt x="13348" y="58247"/>
                    <a:pt x="13263" y="57849"/>
                  </a:cubicBezTo>
                  <a:close/>
                  <a:moveTo>
                    <a:pt x="13433" y="61967"/>
                  </a:moveTo>
                  <a:lnTo>
                    <a:pt x="10111" y="62223"/>
                  </a:lnTo>
                  <a:cubicBezTo>
                    <a:pt x="10139" y="62620"/>
                    <a:pt x="10253" y="62990"/>
                    <a:pt x="10423" y="63359"/>
                  </a:cubicBezTo>
                  <a:lnTo>
                    <a:pt x="13519" y="63160"/>
                  </a:lnTo>
                  <a:cubicBezTo>
                    <a:pt x="13547" y="62762"/>
                    <a:pt x="13519" y="62365"/>
                    <a:pt x="13433" y="61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5"/>
            <p:cNvSpPr/>
            <p:nvPr/>
          </p:nvSpPr>
          <p:spPr>
            <a:xfrm>
              <a:off x="7950450" y="2098510"/>
              <a:ext cx="453700" cy="1738157"/>
            </a:xfrm>
            <a:custGeom>
              <a:rect b="b" l="l" r="r" t="t"/>
              <a:pathLst>
                <a:path extrusionOk="0" h="72582" w="18148">
                  <a:moveTo>
                    <a:pt x="15147" y="1"/>
                  </a:moveTo>
                  <a:cubicBezTo>
                    <a:pt x="14975" y="1"/>
                    <a:pt x="14811" y="84"/>
                    <a:pt x="14711" y="233"/>
                  </a:cubicBezTo>
                  <a:cubicBezTo>
                    <a:pt x="14655" y="375"/>
                    <a:pt x="14569" y="546"/>
                    <a:pt x="14541" y="688"/>
                  </a:cubicBezTo>
                  <a:cubicBezTo>
                    <a:pt x="13348" y="3953"/>
                    <a:pt x="11758" y="7077"/>
                    <a:pt x="9770" y="9917"/>
                  </a:cubicBezTo>
                  <a:cubicBezTo>
                    <a:pt x="7583" y="13268"/>
                    <a:pt x="5794" y="16875"/>
                    <a:pt x="4459" y="20624"/>
                  </a:cubicBezTo>
                  <a:cubicBezTo>
                    <a:pt x="3522" y="23179"/>
                    <a:pt x="2755" y="25792"/>
                    <a:pt x="2187" y="28433"/>
                  </a:cubicBezTo>
                  <a:cubicBezTo>
                    <a:pt x="1648" y="31131"/>
                    <a:pt x="1335" y="33886"/>
                    <a:pt x="1307" y="36641"/>
                  </a:cubicBezTo>
                  <a:cubicBezTo>
                    <a:pt x="1250" y="37635"/>
                    <a:pt x="1222" y="38657"/>
                    <a:pt x="1193" y="39651"/>
                  </a:cubicBezTo>
                  <a:cubicBezTo>
                    <a:pt x="1137" y="41667"/>
                    <a:pt x="1080" y="43655"/>
                    <a:pt x="995" y="45643"/>
                  </a:cubicBezTo>
                  <a:cubicBezTo>
                    <a:pt x="966" y="46665"/>
                    <a:pt x="938" y="47688"/>
                    <a:pt x="853" y="48682"/>
                  </a:cubicBezTo>
                  <a:cubicBezTo>
                    <a:pt x="654" y="51152"/>
                    <a:pt x="654" y="53623"/>
                    <a:pt x="569" y="56065"/>
                  </a:cubicBezTo>
                  <a:cubicBezTo>
                    <a:pt x="512" y="57287"/>
                    <a:pt x="455" y="58479"/>
                    <a:pt x="398" y="59672"/>
                  </a:cubicBezTo>
                  <a:cubicBezTo>
                    <a:pt x="370" y="61092"/>
                    <a:pt x="313" y="62484"/>
                    <a:pt x="313" y="63875"/>
                  </a:cubicBezTo>
                  <a:cubicBezTo>
                    <a:pt x="313" y="65494"/>
                    <a:pt x="228" y="67113"/>
                    <a:pt x="86" y="68703"/>
                  </a:cubicBezTo>
                  <a:cubicBezTo>
                    <a:pt x="58" y="69328"/>
                    <a:pt x="29" y="69981"/>
                    <a:pt x="29" y="70606"/>
                  </a:cubicBezTo>
                  <a:cubicBezTo>
                    <a:pt x="1" y="71486"/>
                    <a:pt x="114" y="71656"/>
                    <a:pt x="1023" y="72026"/>
                  </a:cubicBezTo>
                  <a:cubicBezTo>
                    <a:pt x="1960" y="72338"/>
                    <a:pt x="2926" y="72508"/>
                    <a:pt x="3920" y="72508"/>
                  </a:cubicBezTo>
                  <a:cubicBezTo>
                    <a:pt x="4033" y="72537"/>
                    <a:pt x="4147" y="72565"/>
                    <a:pt x="4261" y="72565"/>
                  </a:cubicBezTo>
                  <a:cubicBezTo>
                    <a:pt x="4312" y="72576"/>
                    <a:pt x="4364" y="72582"/>
                    <a:pt x="4416" y="72582"/>
                  </a:cubicBezTo>
                  <a:cubicBezTo>
                    <a:pt x="4764" y="72582"/>
                    <a:pt x="5103" y="72343"/>
                    <a:pt x="5226" y="71997"/>
                  </a:cubicBezTo>
                  <a:cubicBezTo>
                    <a:pt x="5368" y="71656"/>
                    <a:pt x="5482" y="71344"/>
                    <a:pt x="5595" y="71003"/>
                  </a:cubicBezTo>
                  <a:cubicBezTo>
                    <a:pt x="5709" y="70549"/>
                    <a:pt x="5822" y="70094"/>
                    <a:pt x="5936" y="69640"/>
                  </a:cubicBezTo>
                  <a:cubicBezTo>
                    <a:pt x="6135" y="68845"/>
                    <a:pt x="6390" y="68078"/>
                    <a:pt x="6703" y="67311"/>
                  </a:cubicBezTo>
                  <a:cubicBezTo>
                    <a:pt x="7839" y="64386"/>
                    <a:pt x="8833" y="61376"/>
                    <a:pt x="9600" y="58337"/>
                  </a:cubicBezTo>
                  <a:cubicBezTo>
                    <a:pt x="10764" y="54106"/>
                    <a:pt x="11985" y="49903"/>
                    <a:pt x="13689" y="45870"/>
                  </a:cubicBezTo>
                  <a:cubicBezTo>
                    <a:pt x="14939" y="42832"/>
                    <a:pt x="15989" y="39764"/>
                    <a:pt x="16898" y="36641"/>
                  </a:cubicBezTo>
                  <a:cubicBezTo>
                    <a:pt x="17636" y="34056"/>
                    <a:pt x="18034" y="31387"/>
                    <a:pt x="18062" y="28689"/>
                  </a:cubicBezTo>
                  <a:cubicBezTo>
                    <a:pt x="18148" y="24429"/>
                    <a:pt x="17920" y="20169"/>
                    <a:pt x="17409" y="15909"/>
                  </a:cubicBezTo>
                  <a:cubicBezTo>
                    <a:pt x="17125" y="13609"/>
                    <a:pt x="16784" y="11309"/>
                    <a:pt x="16415" y="9008"/>
                  </a:cubicBezTo>
                  <a:cubicBezTo>
                    <a:pt x="16103" y="6822"/>
                    <a:pt x="15904" y="4607"/>
                    <a:pt x="15762" y="2392"/>
                  </a:cubicBezTo>
                  <a:cubicBezTo>
                    <a:pt x="15705" y="1909"/>
                    <a:pt x="15734" y="1426"/>
                    <a:pt x="15705" y="915"/>
                  </a:cubicBezTo>
                  <a:cubicBezTo>
                    <a:pt x="15705" y="744"/>
                    <a:pt x="15677" y="546"/>
                    <a:pt x="15620" y="375"/>
                  </a:cubicBezTo>
                  <a:cubicBezTo>
                    <a:pt x="15592" y="176"/>
                    <a:pt x="15421" y="6"/>
                    <a:pt x="15223" y="6"/>
                  </a:cubicBezTo>
                  <a:cubicBezTo>
                    <a:pt x="15197" y="2"/>
                    <a:pt x="15172" y="1"/>
                    <a:pt x="15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05"/>
            <p:cNvSpPr/>
            <p:nvPr/>
          </p:nvSpPr>
          <p:spPr>
            <a:xfrm>
              <a:off x="7950450" y="2097840"/>
              <a:ext cx="453700" cy="1738157"/>
            </a:xfrm>
            <a:custGeom>
              <a:rect b="b" l="l" r="r" t="t"/>
              <a:pathLst>
                <a:path extrusionOk="0" h="72582" w="18148">
                  <a:moveTo>
                    <a:pt x="15147" y="0"/>
                  </a:moveTo>
                  <a:cubicBezTo>
                    <a:pt x="14975" y="0"/>
                    <a:pt x="14811" y="84"/>
                    <a:pt x="14711" y="233"/>
                  </a:cubicBezTo>
                  <a:cubicBezTo>
                    <a:pt x="14655" y="375"/>
                    <a:pt x="14569" y="545"/>
                    <a:pt x="14541" y="687"/>
                  </a:cubicBezTo>
                  <a:cubicBezTo>
                    <a:pt x="13348" y="3953"/>
                    <a:pt x="11758" y="7077"/>
                    <a:pt x="9798" y="9945"/>
                  </a:cubicBezTo>
                  <a:cubicBezTo>
                    <a:pt x="7583" y="13268"/>
                    <a:pt x="5794" y="16875"/>
                    <a:pt x="4459" y="20652"/>
                  </a:cubicBezTo>
                  <a:cubicBezTo>
                    <a:pt x="3522" y="23179"/>
                    <a:pt x="2784" y="25792"/>
                    <a:pt x="2187" y="28461"/>
                  </a:cubicBezTo>
                  <a:cubicBezTo>
                    <a:pt x="1648" y="31131"/>
                    <a:pt x="1364" y="33857"/>
                    <a:pt x="1307" y="36612"/>
                  </a:cubicBezTo>
                  <a:cubicBezTo>
                    <a:pt x="1279" y="37634"/>
                    <a:pt x="1222" y="38628"/>
                    <a:pt x="1193" y="39650"/>
                  </a:cubicBezTo>
                  <a:cubicBezTo>
                    <a:pt x="1137" y="41638"/>
                    <a:pt x="1080" y="43655"/>
                    <a:pt x="1023" y="45643"/>
                  </a:cubicBezTo>
                  <a:cubicBezTo>
                    <a:pt x="966" y="46665"/>
                    <a:pt x="938" y="47659"/>
                    <a:pt x="853" y="48681"/>
                  </a:cubicBezTo>
                  <a:cubicBezTo>
                    <a:pt x="682" y="51124"/>
                    <a:pt x="682" y="53594"/>
                    <a:pt x="569" y="56065"/>
                  </a:cubicBezTo>
                  <a:cubicBezTo>
                    <a:pt x="540" y="57258"/>
                    <a:pt x="455" y="58451"/>
                    <a:pt x="427" y="59672"/>
                  </a:cubicBezTo>
                  <a:cubicBezTo>
                    <a:pt x="370" y="61063"/>
                    <a:pt x="342" y="62455"/>
                    <a:pt x="342" y="63846"/>
                  </a:cubicBezTo>
                  <a:cubicBezTo>
                    <a:pt x="342" y="65465"/>
                    <a:pt x="228" y="67084"/>
                    <a:pt x="114" y="68703"/>
                  </a:cubicBezTo>
                  <a:cubicBezTo>
                    <a:pt x="58" y="69327"/>
                    <a:pt x="58" y="69952"/>
                    <a:pt x="29" y="70577"/>
                  </a:cubicBezTo>
                  <a:cubicBezTo>
                    <a:pt x="1" y="71486"/>
                    <a:pt x="143" y="71656"/>
                    <a:pt x="1023" y="71997"/>
                  </a:cubicBezTo>
                  <a:cubicBezTo>
                    <a:pt x="1193" y="71116"/>
                    <a:pt x="1364" y="70236"/>
                    <a:pt x="1506" y="69327"/>
                  </a:cubicBezTo>
                  <a:cubicBezTo>
                    <a:pt x="1506" y="68930"/>
                    <a:pt x="1563" y="68532"/>
                    <a:pt x="1648" y="68163"/>
                  </a:cubicBezTo>
                  <a:lnTo>
                    <a:pt x="1932" y="65209"/>
                  </a:lnTo>
                  <a:cubicBezTo>
                    <a:pt x="1875" y="64812"/>
                    <a:pt x="1875" y="64414"/>
                    <a:pt x="1989" y="64017"/>
                  </a:cubicBezTo>
                  <a:cubicBezTo>
                    <a:pt x="1932" y="63648"/>
                    <a:pt x="1960" y="63250"/>
                    <a:pt x="2045" y="62881"/>
                  </a:cubicBezTo>
                  <a:cubicBezTo>
                    <a:pt x="2017" y="62455"/>
                    <a:pt x="2045" y="62029"/>
                    <a:pt x="2131" y="61603"/>
                  </a:cubicBezTo>
                  <a:cubicBezTo>
                    <a:pt x="2102" y="61432"/>
                    <a:pt x="2102" y="61262"/>
                    <a:pt x="2102" y="61120"/>
                  </a:cubicBezTo>
                  <a:cubicBezTo>
                    <a:pt x="2159" y="60268"/>
                    <a:pt x="2216" y="59444"/>
                    <a:pt x="2273" y="58621"/>
                  </a:cubicBezTo>
                  <a:cubicBezTo>
                    <a:pt x="2187" y="58195"/>
                    <a:pt x="2216" y="57741"/>
                    <a:pt x="2301" y="57315"/>
                  </a:cubicBezTo>
                  <a:cubicBezTo>
                    <a:pt x="2216" y="56377"/>
                    <a:pt x="2301" y="55469"/>
                    <a:pt x="2301" y="54531"/>
                  </a:cubicBezTo>
                  <a:cubicBezTo>
                    <a:pt x="2244" y="54105"/>
                    <a:pt x="2273" y="53708"/>
                    <a:pt x="2329" y="53310"/>
                  </a:cubicBezTo>
                  <a:cubicBezTo>
                    <a:pt x="2301" y="53254"/>
                    <a:pt x="2273" y="53168"/>
                    <a:pt x="2273" y="53083"/>
                  </a:cubicBezTo>
                  <a:lnTo>
                    <a:pt x="2273" y="50044"/>
                  </a:lnTo>
                  <a:cubicBezTo>
                    <a:pt x="2216" y="49590"/>
                    <a:pt x="2216" y="49164"/>
                    <a:pt x="2244" y="48710"/>
                  </a:cubicBezTo>
                  <a:cubicBezTo>
                    <a:pt x="2187" y="47574"/>
                    <a:pt x="2187" y="46409"/>
                    <a:pt x="2301" y="45273"/>
                  </a:cubicBezTo>
                  <a:cubicBezTo>
                    <a:pt x="2273" y="44876"/>
                    <a:pt x="2301" y="44478"/>
                    <a:pt x="2386" y="44109"/>
                  </a:cubicBezTo>
                  <a:cubicBezTo>
                    <a:pt x="2443" y="43115"/>
                    <a:pt x="2471" y="42121"/>
                    <a:pt x="2528" y="41127"/>
                  </a:cubicBezTo>
                  <a:cubicBezTo>
                    <a:pt x="2585" y="40588"/>
                    <a:pt x="2670" y="40048"/>
                    <a:pt x="2727" y="39508"/>
                  </a:cubicBezTo>
                  <a:cubicBezTo>
                    <a:pt x="2699" y="39111"/>
                    <a:pt x="2755" y="38713"/>
                    <a:pt x="2841" y="38344"/>
                  </a:cubicBezTo>
                  <a:cubicBezTo>
                    <a:pt x="2841" y="37634"/>
                    <a:pt x="2897" y="36924"/>
                    <a:pt x="3011" y="36214"/>
                  </a:cubicBezTo>
                  <a:cubicBezTo>
                    <a:pt x="2954" y="35447"/>
                    <a:pt x="3011" y="34681"/>
                    <a:pt x="3153" y="33942"/>
                  </a:cubicBezTo>
                  <a:cubicBezTo>
                    <a:pt x="3181" y="33005"/>
                    <a:pt x="3295" y="32068"/>
                    <a:pt x="3437" y="31159"/>
                  </a:cubicBezTo>
                  <a:cubicBezTo>
                    <a:pt x="3437" y="30762"/>
                    <a:pt x="3465" y="30364"/>
                    <a:pt x="3551" y="29995"/>
                  </a:cubicBezTo>
                  <a:cubicBezTo>
                    <a:pt x="3607" y="29114"/>
                    <a:pt x="3778" y="28234"/>
                    <a:pt x="4090" y="27439"/>
                  </a:cubicBezTo>
                  <a:cubicBezTo>
                    <a:pt x="4119" y="27013"/>
                    <a:pt x="4232" y="26644"/>
                    <a:pt x="4403" y="26275"/>
                  </a:cubicBezTo>
                  <a:cubicBezTo>
                    <a:pt x="4658" y="25195"/>
                    <a:pt x="4971" y="24145"/>
                    <a:pt x="5340" y="23094"/>
                  </a:cubicBezTo>
                  <a:cubicBezTo>
                    <a:pt x="5453" y="22526"/>
                    <a:pt x="5652" y="21986"/>
                    <a:pt x="5936" y="21504"/>
                  </a:cubicBezTo>
                  <a:cubicBezTo>
                    <a:pt x="6220" y="20566"/>
                    <a:pt x="6618" y="19686"/>
                    <a:pt x="7072" y="18834"/>
                  </a:cubicBezTo>
                  <a:cubicBezTo>
                    <a:pt x="7186" y="18436"/>
                    <a:pt x="7384" y="18067"/>
                    <a:pt x="7612" y="17755"/>
                  </a:cubicBezTo>
                  <a:cubicBezTo>
                    <a:pt x="7725" y="17357"/>
                    <a:pt x="7896" y="16960"/>
                    <a:pt x="8151" y="16647"/>
                  </a:cubicBezTo>
                  <a:cubicBezTo>
                    <a:pt x="8265" y="16278"/>
                    <a:pt x="8435" y="15966"/>
                    <a:pt x="8662" y="15682"/>
                  </a:cubicBezTo>
                  <a:cubicBezTo>
                    <a:pt x="9003" y="14801"/>
                    <a:pt x="9429" y="13978"/>
                    <a:pt x="9940" y="13211"/>
                  </a:cubicBezTo>
                  <a:cubicBezTo>
                    <a:pt x="10054" y="12814"/>
                    <a:pt x="10253" y="12444"/>
                    <a:pt x="10537" y="12132"/>
                  </a:cubicBezTo>
                  <a:cubicBezTo>
                    <a:pt x="10792" y="11507"/>
                    <a:pt x="11133" y="10911"/>
                    <a:pt x="11559" y="10343"/>
                  </a:cubicBezTo>
                  <a:cubicBezTo>
                    <a:pt x="11673" y="9945"/>
                    <a:pt x="11871" y="9576"/>
                    <a:pt x="12155" y="9264"/>
                  </a:cubicBezTo>
                  <a:cubicBezTo>
                    <a:pt x="12383" y="8724"/>
                    <a:pt x="12667" y="8213"/>
                    <a:pt x="13036" y="7730"/>
                  </a:cubicBezTo>
                  <a:cubicBezTo>
                    <a:pt x="13206" y="7333"/>
                    <a:pt x="13462" y="6963"/>
                    <a:pt x="13746" y="6651"/>
                  </a:cubicBezTo>
                  <a:cubicBezTo>
                    <a:pt x="14030" y="6083"/>
                    <a:pt x="14371" y="5543"/>
                    <a:pt x="14768" y="5061"/>
                  </a:cubicBezTo>
                  <a:cubicBezTo>
                    <a:pt x="14882" y="5629"/>
                    <a:pt x="14910" y="6197"/>
                    <a:pt x="14910" y="6793"/>
                  </a:cubicBezTo>
                  <a:cubicBezTo>
                    <a:pt x="15024" y="7162"/>
                    <a:pt x="15081" y="7560"/>
                    <a:pt x="15052" y="7986"/>
                  </a:cubicBezTo>
                  <a:cubicBezTo>
                    <a:pt x="15194" y="8752"/>
                    <a:pt x="15308" y="9548"/>
                    <a:pt x="15336" y="10343"/>
                  </a:cubicBezTo>
                  <a:cubicBezTo>
                    <a:pt x="15478" y="10826"/>
                    <a:pt x="15535" y="11308"/>
                    <a:pt x="15535" y="11820"/>
                  </a:cubicBezTo>
                  <a:cubicBezTo>
                    <a:pt x="15677" y="12274"/>
                    <a:pt x="15734" y="12785"/>
                    <a:pt x="15734" y="13268"/>
                  </a:cubicBezTo>
                  <a:cubicBezTo>
                    <a:pt x="15876" y="13609"/>
                    <a:pt x="15933" y="13949"/>
                    <a:pt x="15904" y="14319"/>
                  </a:cubicBezTo>
                  <a:cubicBezTo>
                    <a:pt x="16131" y="15313"/>
                    <a:pt x="16273" y="16335"/>
                    <a:pt x="16330" y="17357"/>
                  </a:cubicBezTo>
                  <a:cubicBezTo>
                    <a:pt x="16444" y="17755"/>
                    <a:pt x="16500" y="18152"/>
                    <a:pt x="16472" y="18578"/>
                  </a:cubicBezTo>
                  <a:cubicBezTo>
                    <a:pt x="16642" y="19601"/>
                    <a:pt x="16756" y="20652"/>
                    <a:pt x="16728" y="21731"/>
                  </a:cubicBezTo>
                  <a:cubicBezTo>
                    <a:pt x="16813" y="22157"/>
                    <a:pt x="16841" y="22611"/>
                    <a:pt x="16784" y="23066"/>
                  </a:cubicBezTo>
                  <a:cubicBezTo>
                    <a:pt x="16870" y="23662"/>
                    <a:pt x="16898" y="24258"/>
                    <a:pt x="16841" y="24855"/>
                  </a:cubicBezTo>
                  <a:cubicBezTo>
                    <a:pt x="16926" y="25337"/>
                    <a:pt x="16926" y="25849"/>
                    <a:pt x="16813" y="26360"/>
                  </a:cubicBezTo>
                  <a:cubicBezTo>
                    <a:pt x="16870" y="27325"/>
                    <a:pt x="16813" y="28319"/>
                    <a:pt x="16642" y="29285"/>
                  </a:cubicBezTo>
                  <a:cubicBezTo>
                    <a:pt x="16642" y="29654"/>
                    <a:pt x="16614" y="30052"/>
                    <a:pt x="16500" y="30421"/>
                  </a:cubicBezTo>
                  <a:cubicBezTo>
                    <a:pt x="16415" y="31330"/>
                    <a:pt x="16245" y="32210"/>
                    <a:pt x="15989" y="33090"/>
                  </a:cubicBezTo>
                  <a:cubicBezTo>
                    <a:pt x="15989" y="33119"/>
                    <a:pt x="15989" y="33147"/>
                    <a:pt x="15961" y="33176"/>
                  </a:cubicBezTo>
                  <a:cubicBezTo>
                    <a:pt x="15933" y="33573"/>
                    <a:pt x="15876" y="33942"/>
                    <a:pt x="15734" y="34340"/>
                  </a:cubicBezTo>
                  <a:cubicBezTo>
                    <a:pt x="15677" y="34681"/>
                    <a:pt x="15592" y="35021"/>
                    <a:pt x="15507" y="35362"/>
                  </a:cubicBezTo>
                  <a:cubicBezTo>
                    <a:pt x="15336" y="35817"/>
                    <a:pt x="15336" y="36328"/>
                    <a:pt x="15081" y="36725"/>
                  </a:cubicBezTo>
                  <a:cubicBezTo>
                    <a:pt x="14939" y="37577"/>
                    <a:pt x="14683" y="38373"/>
                    <a:pt x="14342" y="39168"/>
                  </a:cubicBezTo>
                  <a:cubicBezTo>
                    <a:pt x="14172" y="39934"/>
                    <a:pt x="13916" y="40673"/>
                    <a:pt x="13604" y="41383"/>
                  </a:cubicBezTo>
                  <a:cubicBezTo>
                    <a:pt x="13547" y="41866"/>
                    <a:pt x="13405" y="42292"/>
                    <a:pt x="13178" y="42689"/>
                  </a:cubicBezTo>
                  <a:cubicBezTo>
                    <a:pt x="12837" y="43825"/>
                    <a:pt x="12411" y="44933"/>
                    <a:pt x="11985" y="46012"/>
                  </a:cubicBezTo>
                  <a:cubicBezTo>
                    <a:pt x="11900" y="46381"/>
                    <a:pt x="11786" y="46750"/>
                    <a:pt x="11587" y="47063"/>
                  </a:cubicBezTo>
                  <a:cubicBezTo>
                    <a:pt x="11332" y="47915"/>
                    <a:pt x="11048" y="48766"/>
                    <a:pt x="10764" y="49590"/>
                  </a:cubicBezTo>
                  <a:cubicBezTo>
                    <a:pt x="10707" y="49874"/>
                    <a:pt x="10622" y="50158"/>
                    <a:pt x="10452" y="50414"/>
                  </a:cubicBezTo>
                  <a:cubicBezTo>
                    <a:pt x="10395" y="50840"/>
                    <a:pt x="10253" y="51237"/>
                    <a:pt x="10054" y="51606"/>
                  </a:cubicBezTo>
                  <a:cubicBezTo>
                    <a:pt x="9798" y="52515"/>
                    <a:pt x="9543" y="53424"/>
                    <a:pt x="9287" y="54304"/>
                  </a:cubicBezTo>
                  <a:cubicBezTo>
                    <a:pt x="9230" y="54645"/>
                    <a:pt x="9117" y="54957"/>
                    <a:pt x="8946" y="55213"/>
                  </a:cubicBezTo>
                  <a:cubicBezTo>
                    <a:pt x="8890" y="55611"/>
                    <a:pt x="8776" y="56008"/>
                    <a:pt x="8634" y="56349"/>
                  </a:cubicBezTo>
                  <a:cubicBezTo>
                    <a:pt x="8435" y="57229"/>
                    <a:pt x="8180" y="58081"/>
                    <a:pt x="7867" y="58933"/>
                  </a:cubicBezTo>
                  <a:cubicBezTo>
                    <a:pt x="7810" y="59331"/>
                    <a:pt x="7697" y="59700"/>
                    <a:pt x="7526" y="60069"/>
                  </a:cubicBezTo>
                  <a:cubicBezTo>
                    <a:pt x="7328" y="61006"/>
                    <a:pt x="7044" y="61915"/>
                    <a:pt x="6731" y="62824"/>
                  </a:cubicBezTo>
                  <a:cubicBezTo>
                    <a:pt x="6703" y="63165"/>
                    <a:pt x="6589" y="63477"/>
                    <a:pt x="6447" y="63761"/>
                  </a:cubicBezTo>
                  <a:cubicBezTo>
                    <a:pt x="6334" y="64414"/>
                    <a:pt x="6135" y="65067"/>
                    <a:pt x="5851" y="65664"/>
                  </a:cubicBezTo>
                  <a:cubicBezTo>
                    <a:pt x="5822" y="66061"/>
                    <a:pt x="5709" y="66431"/>
                    <a:pt x="5539" y="66771"/>
                  </a:cubicBezTo>
                  <a:cubicBezTo>
                    <a:pt x="5397" y="67396"/>
                    <a:pt x="5198" y="67993"/>
                    <a:pt x="4942" y="68561"/>
                  </a:cubicBezTo>
                  <a:cubicBezTo>
                    <a:pt x="4885" y="68958"/>
                    <a:pt x="4772" y="69327"/>
                    <a:pt x="4601" y="69668"/>
                  </a:cubicBezTo>
                  <a:cubicBezTo>
                    <a:pt x="4573" y="69952"/>
                    <a:pt x="4516" y="70208"/>
                    <a:pt x="4431" y="70463"/>
                  </a:cubicBezTo>
                  <a:cubicBezTo>
                    <a:pt x="4204" y="71145"/>
                    <a:pt x="4033" y="71826"/>
                    <a:pt x="3920" y="72508"/>
                  </a:cubicBezTo>
                  <a:cubicBezTo>
                    <a:pt x="4033" y="72536"/>
                    <a:pt x="4147" y="72565"/>
                    <a:pt x="4261" y="72565"/>
                  </a:cubicBezTo>
                  <a:cubicBezTo>
                    <a:pt x="4312" y="72576"/>
                    <a:pt x="4364" y="72581"/>
                    <a:pt x="4416" y="72581"/>
                  </a:cubicBezTo>
                  <a:cubicBezTo>
                    <a:pt x="4764" y="72581"/>
                    <a:pt x="5103" y="72343"/>
                    <a:pt x="5226" y="71997"/>
                  </a:cubicBezTo>
                  <a:cubicBezTo>
                    <a:pt x="5368" y="71656"/>
                    <a:pt x="5482" y="71344"/>
                    <a:pt x="5595" y="71003"/>
                  </a:cubicBezTo>
                  <a:cubicBezTo>
                    <a:pt x="5709" y="70548"/>
                    <a:pt x="5822" y="70094"/>
                    <a:pt x="5936" y="69640"/>
                  </a:cubicBezTo>
                  <a:cubicBezTo>
                    <a:pt x="6135" y="68845"/>
                    <a:pt x="6390" y="68078"/>
                    <a:pt x="6703" y="67311"/>
                  </a:cubicBezTo>
                  <a:cubicBezTo>
                    <a:pt x="7839" y="64386"/>
                    <a:pt x="8833" y="61376"/>
                    <a:pt x="9600" y="58337"/>
                  </a:cubicBezTo>
                  <a:cubicBezTo>
                    <a:pt x="10764" y="54105"/>
                    <a:pt x="11985" y="49902"/>
                    <a:pt x="13689" y="45870"/>
                  </a:cubicBezTo>
                  <a:cubicBezTo>
                    <a:pt x="14939" y="42831"/>
                    <a:pt x="15989" y="39764"/>
                    <a:pt x="16898" y="36640"/>
                  </a:cubicBezTo>
                  <a:cubicBezTo>
                    <a:pt x="17636" y="34056"/>
                    <a:pt x="18034" y="31386"/>
                    <a:pt x="18062" y="28688"/>
                  </a:cubicBezTo>
                  <a:cubicBezTo>
                    <a:pt x="18148" y="24429"/>
                    <a:pt x="17920" y="20169"/>
                    <a:pt x="17409" y="15909"/>
                  </a:cubicBezTo>
                  <a:cubicBezTo>
                    <a:pt x="17125" y="13609"/>
                    <a:pt x="16756" y="11308"/>
                    <a:pt x="16415" y="9008"/>
                  </a:cubicBezTo>
                  <a:cubicBezTo>
                    <a:pt x="16103" y="6821"/>
                    <a:pt x="15904" y="4606"/>
                    <a:pt x="15762" y="2391"/>
                  </a:cubicBezTo>
                  <a:cubicBezTo>
                    <a:pt x="15734" y="1908"/>
                    <a:pt x="15734" y="1426"/>
                    <a:pt x="15705" y="914"/>
                  </a:cubicBezTo>
                  <a:cubicBezTo>
                    <a:pt x="15705" y="744"/>
                    <a:pt x="15677" y="545"/>
                    <a:pt x="15620" y="375"/>
                  </a:cubicBezTo>
                  <a:cubicBezTo>
                    <a:pt x="15592" y="176"/>
                    <a:pt x="15421" y="6"/>
                    <a:pt x="15223" y="6"/>
                  </a:cubicBezTo>
                  <a:cubicBezTo>
                    <a:pt x="15197" y="2"/>
                    <a:pt x="15172" y="0"/>
                    <a:pt x="15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05"/>
            <p:cNvSpPr/>
            <p:nvPr/>
          </p:nvSpPr>
          <p:spPr>
            <a:xfrm>
              <a:off x="7988075" y="2257074"/>
              <a:ext cx="385550" cy="1509148"/>
            </a:xfrm>
            <a:custGeom>
              <a:rect b="b" l="l" r="r" t="t"/>
              <a:pathLst>
                <a:path extrusionOk="0" h="63019" w="15422">
                  <a:moveTo>
                    <a:pt x="12269" y="1"/>
                  </a:moveTo>
                  <a:cubicBezTo>
                    <a:pt x="11957" y="313"/>
                    <a:pt x="11730" y="683"/>
                    <a:pt x="11559" y="1080"/>
                  </a:cubicBezTo>
                  <a:lnTo>
                    <a:pt x="13576" y="1336"/>
                  </a:lnTo>
                  <a:cubicBezTo>
                    <a:pt x="13576" y="910"/>
                    <a:pt x="13547" y="512"/>
                    <a:pt x="13405" y="143"/>
                  </a:cubicBezTo>
                  <a:lnTo>
                    <a:pt x="12269" y="1"/>
                  </a:lnTo>
                  <a:close/>
                  <a:moveTo>
                    <a:pt x="10679" y="2614"/>
                  </a:moveTo>
                  <a:cubicBezTo>
                    <a:pt x="10395" y="2926"/>
                    <a:pt x="10196" y="3295"/>
                    <a:pt x="10054" y="3693"/>
                  </a:cubicBezTo>
                  <a:cubicBezTo>
                    <a:pt x="10991" y="4005"/>
                    <a:pt x="11928" y="4289"/>
                    <a:pt x="12866" y="4602"/>
                  </a:cubicBezTo>
                  <a:cubicBezTo>
                    <a:pt x="13263" y="4772"/>
                    <a:pt x="13661" y="4942"/>
                    <a:pt x="14030" y="5170"/>
                  </a:cubicBezTo>
                  <a:cubicBezTo>
                    <a:pt x="14058" y="4658"/>
                    <a:pt x="13973" y="4176"/>
                    <a:pt x="13860" y="3693"/>
                  </a:cubicBezTo>
                  <a:cubicBezTo>
                    <a:pt x="13008" y="3324"/>
                    <a:pt x="12156" y="3040"/>
                    <a:pt x="11275" y="2784"/>
                  </a:cubicBezTo>
                  <a:lnTo>
                    <a:pt x="10679" y="2614"/>
                  </a:lnTo>
                  <a:close/>
                  <a:moveTo>
                    <a:pt x="9032" y="5454"/>
                  </a:moveTo>
                  <a:cubicBezTo>
                    <a:pt x="8776" y="5766"/>
                    <a:pt x="8549" y="6135"/>
                    <a:pt x="8435" y="6533"/>
                  </a:cubicBezTo>
                  <a:cubicBezTo>
                    <a:pt x="9032" y="6703"/>
                    <a:pt x="9600" y="6930"/>
                    <a:pt x="10139" y="7299"/>
                  </a:cubicBezTo>
                  <a:cubicBezTo>
                    <a:pt x="10754" y="7716"/>
                    <a:pt x="11492" y="7938"/>
                    <a:pt x="12250" y="7938"/>
                  </a:cubicBezTo>
                  <a:cubicBezTo>
                    <a:pt x="12577" y="7938"/>
                    <a:pt x="12909" y="7896"/>
                    <a:pt x="13235" y="7811"/>
                  </a:cubicBezTo>
                  <a:cubicBezTo>
                    <a:pt x="13541" y="7717"/>
                    <a:pt x="13866" y="7661"/>
                    <a:pt x="14211" y="7661"/>
                  </a:cubicBezTo>
                  <a:cubicBezTo>
                    <a:pt x="14282" y="7661"/>
                    <a:pt x="14354" y="7664"/>
                    <a:pt x="14428" y="7669"/>
                  </a:cubicBezTo>
                  <a:cubicBezTo>
                    <a:pt x="14428" y="7299"/>
                    <a:pt x="14371" y="6959"/>
                    <a:pt x="14229" y="6618"/>
                  </a:cubicBezTo>
                  <a:cubicBezTo>
                    <a:pt x="14158" y="6613"/>
                    <a:pt x="14088" y="6611"/>
                    <a:pt x="14017" y="6611"/>
                  </a:cubicBezTo>
                  <a:cubicBezTo>
                    <a:pt x="13690" y="6611"/>
                    <a:pt x="13363" y="6661"/>
                    <a:pt x="13036" y="6731"/>
                  </a:cubicBezTo>
                  <a:cubicBezTo>
                    <a:pt x="12853" y="6787"/>
                    <a:pt x="12657" y="6818"/>
                    <a:pt x="12466" y="6818"/>
                  </a:cubicBezTo>
                  <a:cubicBezTo>
                    <a:pt x="12360" y="6818"/>
                    <a:pt x="12256" y="6808"/>
                    <a:pt x="12156" y="6788"/>
                  </a:cubicBezTo>
                  <a:cubicBezTo>
                    <a:pt x="11701" y="6760"/>
                    <a:pt x="11304" y="6646"/>
                    <a:pt x="10906" y="6419"/>
                  </a:cubicBezTo>
                  <a:cubicBezTo>
                    <a:pt x="10310" y="6050"/>
                    <a:pt x="9685" y="5738"/>
                    <a:pt x="9032" y="5454"/>
                  </a:cubicBezTo>
                  <a:close/>
                  <a:moveTo>
                    <a:pt x="7186" y="9003"/>
                  </a:moveTo>
                  <a:cubicBezTo>
                    <a:pt x="6959" y="9287"/>
                    <a:pt x="6760" y="9628"/>
                    <a:pt x="6675" y="9969"/>
                  </a:cubicBezTo>
                  <a:lnTo>
                    <a:pt x="7640" y="10395"/>
                  </a:lnTo>
                  <a:cubicBezTo>
                    <a:pt x="8691" y="10849"/>
                    <a:pt x="9798" y="11162"/>
                    <a:pt x="10934" y="11275"/>
                  </a:cubicBezTo>
                  <a:cubicBezTo>
                    <a:pt x="11190" y="11304"/>
                    <a:pt x="11417" y="11332"/>
                    <a:pt x="11673" y="11361"/>
                  </a:cubicBezTo>
                  <a:cubicBezTo>
                    <a:pt x="12780" y="11446"/>
                    <a:pt x="13888" y="11616"/>
                    <a:pt x="14967" y="11928"/>
                  </a:cubicBezTo>
                  <a:cubicBezTo>
                    <a:pt x="14995" y="11502"/>
                    <a:pt x="14967" y="11105"/>
                    <a:pt x="14825" y="10707"/>
                  </a:cubicBezTo>
                  <a:cubicBezTo>
                    <a:pt x="13462" y="10310"/>
                    <a:pt x="12042" y="10281"/>
                    <a:pt x="10650" y="10083"/>
                  </a:cubicBezTo>
                  <a:cubicBezTo>
                    <a:pt x="9798" y="9969"/>
                    <a:pt x="8947" y="9713"/>
                    <a:pt x="8180" y="9373"/>
                  </a:cubicBezTo>
                  <a:cubicBezTo>
                    <a:pt x="7839" y="9231"/>
                    <a:pt x="7498" y="9117"/>
                    <a:pt x="7186" y="9003"/>
                  </a:cubicBezTo>
                  <a:close/>
                  <a:moveTo>
                    <a:pt x="6135" y="11077"/>
                  </a:moveTo>
                  <a:cubicBezTo>
                    <a:pt x="5879" y="11417"/>
                    <a:pt x="5681" y="11786"/>
                    <a:pt x="5567" y="12184"/>
                  </a:cubicBezTo>
                  <a:cubicBezTo>
                    <a:pt x="5737" y="12212"/>
                    <a:pt x="5851" y="12326"/>
                    <a:pt x="5965" y="12440"/>
                  </a:cubicBezTo>
                  <a:cubicBezTo>
                    <a:pt x="6192" y="12667"/>
                    <a:pt x="6391" y="12866"/>
                    <a:pt x="6646" y="13036"/>
                  </a:cubicBezTo>
                  <a:cubicBezTo>
                    <a:pt x="7015" y="13348"/>
                    <a:pt x="7498" y="13547"/>
                    <a:pt x="7981" y="13604"/>
                  </a:cubicBezTo>
                  <a:cubicBezTo>
                    <a:pt x="8606" y="13647"/>
                    <a:pt x="9216" y="13756"/>
                    <a:pt x="9833" y="13756"/>
                  </a:cubicBezTo>
                  <a:cubicBezTo>
                    <a:pt x="10029" y="13756"/>
                    <a:pt x="10225" y="13745"/>
                    <a:pt x="10423" y="13718"/>
                  </a:cubicBezTo>
                  <a:cubicBezTo>
                    <a:pt x="10468" y="13715"/>
                    <a:pt x="10513" y="13714"/>
                    <a:pt x="10558" y="13714"/>
                  </a:cubicBezTo>
                  <a:cubicBezTo>
                    <a:pt x="11052" y="13714"/>
                    <a:pt x="11543" y="13857"/>
                    <a:pt x="11985" y="14144"/>
                  </a:cubicBezTo>
                  <a:cubicBezTo>
                    <a:pt x="12553" y="14456"/>
                    <a:pt x="13093" y="14882"/>
                    <a:pt x="13576" y="15393"/>
                  </a:cubicBezTo>
                  <a:cubicBezTo>
                    <a:pt x="14002" y="15904"/>
                    <a:pt x="14626" y="16274"/>
                    <a:pt x="15279" y="16416"/>
                  </a:cubicBezTo>
                  <a:cubicBezTo>
                    <a:pt x="15336" y="15961"/>
                    <a:pt x="15308" y="15507"/>
                    <a:pt x="15251" y="15081"/>
                  </a:cubicBezTo>
                  <a:lnTo>
                    <a:pt x="15251" y="15052"/>
                  </a:lnTo>
                  <a:cubicBezTo>
                    <a:pt x="14882" y="14967"/>
                    <a:pt x="14541" y="14740"/>
                    <a:pt x="14314" y="14428"/>
                  </a:cubicBezTo>
                  <a:cubicBezTo>
                    <a:pt x="13803" y="13945"/>
                    <a:pt x="13263" y="13519"/>
                    <a:pt x="12638" y="13150"/>
                  </a:cubicBezTo>
                  <a:cubicBezTo>
                    <a:pt x="11987" y="12739"/>
                    <a:pt x="11232" y="12534"/>
                    <a:pt x="10463" y="12534"/>
                  </a:cubicBezTo>
                  <a:cubicBezTo>
                    <a:pt x="10327" y="12534"/>
                    <a:pt x="10190" y="12540"/>
                    <a:pt x="10054" y="12553"/>
                  </a:cubicBezTo>
                  <a:cubicBezTo>
                    <a:pt x="9893" y="12560"/>
                    <a:pt x="9732" y="12563"/>
                    <a:pt x="9572" y="12563"/>
                  </a:cubicBezTo>
                  <a:cubicBezTo>
                    <a:pt x="9052" y="12563"/>
                    <a:pt x="8537" y="12526"/>
                    <a:pt x="8038" y="12440"/>
                  </a:cubicBezTo>
                  <a:cubicBezTo>
                    <a:pt x="7697" y="12383"/>
                    <a:pt x="7413" y="12212"/>
                    <a:pt x="7186" y="11985"/>
                  </a:cubicBezTo>
                  <a:cubicBezTo>
                    <a:pt x="6817" y="11730"/>
                    <a:pt x="6476" y="11389"/>
                    <a:pt x="6135" y="11077"/>
                  </a:cubicBezTo>
                  <a:close/>
                  <a:moveTo>
                    <a:pt x="4431" y="14882"/>
                  </a:moveTo>
                  <a:cubicBezTo>
                    <a:pt x="4176" y="15365"/>
                    <a:pt x="3977" y="15904"/>
                    <a:pt x="3863" y="16444"/>
                  </a:cubicBezTo>
                  <a:cubicBezTo>
                    <a:pt x="4289" y="16728"/>
                    <a:pt x="4800" y="16728"/>
                    <a:pt x="5255" y="16898"/>
                  </a:cubicBezTo>
                  <a:cubicBezTo>
                    <a:pt x="5652" y="17040"/>
                    <a:pt x="6107" y="17097"/>
                    <a:pt x="6504" y="17239"/>
                  </a:cubicBezTo>
                  <a:cubicBezTo>
                    <a:pt x="7498" y="17523"/>
                    <a:pt x="8521" y="17779"/>
                    <a:pt x="9515" y="18006"/>
                  </a:cubicBezTo>
                  <a:cubicBezTo>
                    <a:pt x="10082" y="18176"/>
                    <a:pt x="10679" y="18261"/>
                    <a:pt x="11275" y="18403"/>
                  </a:cubicBezTo>
                  <a:cubicBezTo>
                    <a:pt x="11758" y="18517"/>
                    <a:pt x="12212" y="18659"/>
                    <a:pt x="12695" y="18773"/>
                  </a:cubicBezTo>
                  <a:cubicBezTo>
                    <a:pt x="13519" y="18971"/>
                    <a:pt x="14314" y="19255"/>
                    <a:pt x="15081" y="19625"/>
                  </a:cubicBezTo>
                  <a:cubicBezTo>
                    <a:pt x="15137" y="19653"/>
                    <a:pt x="15223" y="19681"/>
                    <a:pt x="15308" y="19681"/>
                  </a:cubicBezTo>
                  <a:cubicBezTo>
                    <a:pt x="15421" y="19199"/>
                    <a:pt x="15421" y="18687"/>
                    <a:pt x="15336" y="18205"/>
                  </a:cubicBezTo>
                  <a:cubicBezTo>
                    <a:pt x="15081" y="18176"/>
                    <a:pt x="14854" y="18091"/>
                    <a:pt x="14655" y="17949"/>
                  </a:cubicBezTo>
                  <a:cubicBezTo>
                    <a:pt x="13632" y="17466"/>
                    <a:pt x="12610" y="17069"/>
                    <a:pt x="11531" y="16728"/>
                  </a:cubicBezTo>
                  <a:cubicBezTo>
                    <a:pt x="11020" y="16557"/>
                    <a:pt x="10480" y="16444"/>
                    <a:pt x="9969" y="16302"/>
                  </a:cubicBezTo>
                  <a:cubicBezTo>
                    <a:pt x="9429" y="16132"/>
                    <a:pt x="8805" y="15990"/>
                    <a:pt x="8237" y="15819"/>
                  </a:cubicBezTo>
                  <a:cubicBezTo>
                    <a:pt x="7782" y="15706"/>
                    <a:pt x="7328" y="15592"/>
                    <a:pt x="6873" y="15507"/>
                  </a:cubicBezTo>
                  <a:cubicBezTo>
                    <a:pt x="6050" y="15336"/>
                    <a:pt x="5255" y="15081"/>
                    <a:pt x="4431" y="14882"/>
                  </a:cubicBezTo>
                  <a:close/>
                  <a:moveTo>
                    <a:pt x="2898" y="19625"/>
                  </a:moveTo>
                  <a:cubicBezTo>
                    <a:pt x="2727" y="19994"/>
                    <a:pt x="2614" y="20363"/>
                    <a:pt x="2585" y="20789"/>
                  </a:cubicBezTo>
                  <a:cubicBezTo>
                    <a:pt x="2841" y="20874"/>
                    <a:pt x="3125" y="20959"/>
                    <a:pt x="3352" y="21073"/>
                  </a:cubicBezTo>
                  <a:cubicBezTo>
                    <a:pt x="3961" y="21370"/>
                    <a:pt x="4622" y="21520"/>
                    <a:pt x="5287" y="21520"/>
                  </a:cubicBezTo>
                  <a:cubicBezTo>
                    <a:pt x="5831" y="21520"/>
                    <a:pt x="6378" y="21419"/>
                    <a:pt x="6902" y="21215"/>
                  </a:cubicBezTo>
                  <a:cubicBezTo>
                    <a:pt x="7243" y="21101"/>
                    <a:pt x="7583" y="21016"/>
                    <a:pt x="7924" y="20931"/>
                  </a:cubicBezTo>
                  <a:cubicBezTo>
                    <a:pt x="7997" y="20904"/>
                    <a:pt x="8073" y="20891"/>
                    <a:pt x="8150" y="20891"/>
                  </a:cubicBezTo>
                  <a:cubicBezTo>
                    <a:pt x="8312" y="20891"/>
                    <a:pt x="8480" y="20948"/>
                    <a:pt x="8634" y="21045"/>
                  </a:cubicBezTo>
                  <a:cubicBezTo>
                    <a:pt x="9032" y="21300"/>
                    <a:pt x="9429" y="21613"/>
                    <a:pt x="9770" y="21953"/>
                  </a:cubicBezTo>
                  <a:cubicBezTo>
                    <a:pt x="10168" y="22294"/>
                    <a:pt x="10537" y="22663"/>
                    <a:pt x="10934" y="23004"/>
                  </a:cubicBezTo>
                  <a:cubicBezTo>
                    <a:pt x="11360" y="23373"/>
                    <a:pt x="11900" y="23600"/>
                    <a:pt x="12468" y="23657"/>
                  </a:cubicBezTo>
                  <a:cubicBezTo>
                    <a:pt x="12765" y="23704"/>
                    <a:pt x="13062" y="23725"/>
                    <a:pt x="13359" y="23725"/>
                  </a:cubicBezTo>
                  <a:cubicBezTo>
                    <a:pt x="13602" y="23725"/>
                    <a:pt x="13844" y="23711"/>
                    <a:pt x="14087" y="23686"/>
                  </a:cubicBezTo>
                  <a:cubicBezTo>
                    <a:pt x="14399" y="23686"/>
                    <a:pt x="14712" y="23686"/>
                    <a:pt x="14995" y="23742"/>
                  </a:cubicBezTo>
                  <a:cubicBezTo>
                    <a:pt x="15081" y="23373"/>
                    <a:pt x="15137" y="23004"/>
                    <a:pt x="15137" y="22635"/>
                  </a:cubicBezTo>
                  <a:cubicBezTo>
                    <a:pt x="14771" y="22580"/>
                    <a:pt x="14404" y="22549"/>
                    <a:pt x="14037" y="22549"/>
                  </a:cubicBezTo>
                  <a:cubicBezTo>
                    <a:pt x="13836" y="22549"/>
                    <a:pt x="13635" y="22558"/>
                    <a:pt x="13434" y="22578"/>
                  </a:cubicBezTo>
                  <a:cubicBezTo>
                    <a:pt x="13339" y="22590"/>
                    <a:pt x="13245" y="22596"/>
                    <a:pt x="13150" y="22596"/>
                  </a:cubicBezTo>
                  <a:cubicBezTo>
                    <a:pt x="12560" y="22596"/>
                    <a:pt x="11975" y="22369"/>
                    <a:pt x="11559" y="21953"/>
                  </a:cubicBezTo>
                  <a:cubicBezTo>
                    <a:pt x="11190" y="21584"/>
                    <a:pt x="10792" y="21243"/>
                    <a:pt x="10423" y="20874"/>
                  </a:cubicBezTo>
                  <a:cubicBezTo>
                    <a:pt x="10139" y="20647"/>
                    <a:pt x="9884" y="20420"/>
                    <a:pt x="9600" y="20193"/>
                  </a:cubicBezTo>
                  <a:cubicBezTo>
                    <a:pt x="9178" y="19877"/>
                    <a:pt x="8663" y="19701"/>
                    <a:pt x="8147" y="19701"/>
                  </a:cubicBezTo>
                  <a:cubicBezTo>
                    <a:pt x="7968" y="19701"/>
                    <a:pt x="7788" y="19723"/>
                    <a:pt x="7612" y="19767"/>
                  </a:cubicBezTo>
                  <a:cubicBezTo>
                    <a:pt x="7385" y="19823"/>
                    <a:pt x="7186" y="19880"/>
                    <a:pt x="6959" y="19937"/>
                  </a:cubicBezTo>
                  <a:cubicBezTo>
                    <a:pt x="6845" y="19994"/>
                    <a:pt x="6703" y="20051"/>
                    <a:pt x="6589" y="20079"/>
                  </a:cubicBezTo>
                  <a:cubicBezTo>
                    <a:pt x="6168" y="20258"/>
                    <a:pt x="5728" y="20345"/>
                    <a:pt x="5293" y="20345"/>
                  </a:cubicBezTo>
                  <a:cubicBezTo>
                    <a:pt x="4761" y="20345"/>
                    <a:pt x="4234" y="20215"/>
                    <a:pt x="3750" y="19965"/>
                  </a:cubicBezTo>
                  <a:cubicBezTo>
                    <a:pt x="3494" y="19795"/>
                    <a:pt x="3210" y="19681"/>
                    <a:pt x="2898" y="19625"/>
                  </a:cubicBezTo>
                  <a:close/>
                  <a:moveTo>
                    <a:pt x="2074" y="23345"/>
                  </a:moveTo>
                  <a:cubicBezTo>
                    <a:pt x="1960" y="23742"/>
                    <a:pt x="1932" y="24140"/>
                    <a:pt x="1932" y="24538"/>
                  </a:cubicBezTo>
                  <a:cubicBezTo>
                    <a:pt x="2528" y="24708"/>
                    <a:pt x="3125" y="24907"/>
                    <a:pt x="3750" y="25020"/>
                  </a:cubicBezTo>
                  <a:cubicBezTo>
                    <a:pt x="4829" y="25276"/>
                    <a:pt x="5879" y="25617"/>
                    <a:pt x="6902" y="26100"/>
                  </a:cubicBezTo>
                  <a:cubicBezTo>
                    <a:pt x="7612" y="26412"/>
                    <a:pt x="8379" y="26668"/>
                    <a:pt x="9117" y="26923"/>
                  </a:cubicBezTo>
                  <a:cubicBezTo>
                    <a:pt x="9373" y="26980"/>
                    <a:pt x="9628" y="27008"/>
                    <a:pt x="9912" y="27037"/>
                  </a:cubicBezTo>
                  <a:cubicBezTo>
                    <a:pt x="10480" y="27093"/>
                    <a:pt x="11048" y="27150"/>
                    <a:pt x="11616" y="27207"/>
                  </a:cubicBezTo>
                  <a:cubicBezTo>
                    <a:pt x="11730" y="27235"/>
                    <a:pt x="11843" y="27235"/>
                    <a:pt x="11957" y="27235"/>
                  </a:cubicBezTo>
                  <a:cubicBezTo>
                    <a:pt x="12119" y="27196"/>
                    <a:pt x="12278" y="27179"/>
                    <a:pt x="12432" y="27179"/>
                  </a:cubicBezTo>
                  <a:cubicBezTo>
                    <a:pt x="13062" y="27179"/>
                    <a:pt x="13636" y="27462"/>
                    <a:pt x="14229" y="27690"/>
                  </a:cubicBezTo>
                  <a:cubicBezTo>
                    <a:pt x="14371" y="27321"/>
                    <a:pt x="14428" y="26923"/>
                    <a:pt x="14456" y="26526"/>
                  </a:cubicBezTo>
                  <a:cubicBezTo>
                    <a:pt x="13771" y="26272"/>
                    <a:pt x="13086" y="25973"/>
                    <a:pt x="12360" y="25973"/>
                  </a:cubicBezTo>
                  <a:cubicBezTo>
                    <a:pt x="12273" y="25973"/>
                    <a:pt x="12186" y="25977"/>
                    <a:pt x="12099" y="25986"/>
                  </a:cubicBezTo>
                  <a:cubicBezTo>
                    <a:pt x="11950" y="25993"/>
                    <a:pt x="11802" y="25997"/>
                    <a:pt x="11656" y="25997"/>
                  </a:cubicBezTo>
                  <a:cubicBezTo>
                    <a:pt x="11218" y="25997"/>
                    <a:pt x="10792" y="25965"/>
                    <a:pt x="10366" y="25901"/>
                  </a:cubicBezTo>
                  <a:cubicBezTo>
                    <a:pt x="9713" y="25816"/>
                    <a:pt x="9032" y="25645"/>
                    <a:pt x="8407" y="25390"/>
                  </a:cubicBezTo>
                  <a:cubicBezTo>
                    <a:pt x="7385" y="25049"/>
                    <a:pt x="6419" y="24509"/>
                    <a:pt x="5368" y="24197"/>
                  </a:cubicBezTo>
                  <a:cubicBezTo>
                    <a:pt x="4772" y="23998"/>
                    <a:pt x="4176" y="23828"/>
                    <a:pt x="3579" y="23686"/>
                  </a:cubicBezTo>
                  <a:cubicBezTo>
                    <a:pt x="3068" y="23600"/>
                    <a:pt x="2585" y="23430"/>
                    <a:pt x="2074" y="23345"/>
                  </a:cubicBezTo>
                  <a:close/>
                  <a:moveTo>
                    <a:pt x="1648" y="27321"/>
                  </a:moveTo>
                  <a:cubicBezTo>
                    <a:pt x="1506" y="28059"/>
                    <a:pt x="1449" y="28826"/>
                    <a:pt x="1506" y="29593"/>
                  </a:cubicBezTo>
                  <a:cubicBezTo>
                    <a:pt x="2244" y="29735"/>
                    <a:pt x="3011" y="29848"/>
                    <a:pt x="3750" y="30047"/>
                  </a:cubicBezTo>
                  <a:cubicBezTo>
                    <a:pt x="4232" y="30217"/>
                    <a:pt x="4743" y="30303"/>
                    <a:pt x="5255" y="30331"/>
                  </a:cubicBezTo>
                  <a:cubicBezTo>
                    <a:pt x="5823" y="30359"/>
                    <a:pt x="6305" y="30615"/>
                    <a:pt x="6873" y="30672"/>
                  </a:cubicBezTo>
                  <a:cubicBezTo>
                    <a:pt x="7953" y="30785"/>
                    <a:pt x="9003" y="31069"/>
                    <a:pt x="10026" y="31467"/>
                  </a:cubicBezTo>
                  <a:cubicBezTo>
                    <a:pt x="10963" y="31779"/>
                    <a:pt x="11900" y="32148"/>
                    <a:pt x="12809" y="32489"/>
                  </a:cubicBezTo>
                  <a:cubicBezTo>
                    <a:pt x="13150" y="31723"/>
                    <a:pt x="13405" y="30899"/>
                    <a:pt x="13547" y="30075"/>
                  </a:cubicBezTo>
                  <a:cubicBezTo>
                    <a:pt x="13348" y="30019"/>
                    <a:pt x="13121" y="29962"/>
                    <a:pt x="12951" y="29848"/>
                  </a:cubicBezTo>
                  <a:cubicBezTo>
                    <a:pt x="11843" y="29309"/>
                    <a:pt x="10679" y="28939"/>
                    <a:pt x="9458" y="28797"/>
                  </a:cubicBezTo>
                  <a:cubicBezTo>
                    <a:pt x="9373" y="28797"/>
                    <a:pt x="9287" y="28769"/>
                    <a:pt x="9231" y="28741"/>
                  </a:cubicBezTo>
                  <a:cubicBezTo>
                    <a:pt x="8776" y="28570"/>
                    <a:pt x="8293" y="28485"/>
                    <a:pt x="7811" y="28457"/>
                  </a:cubicBezTo>
                  <a:cubicBezTo>
                    <a:pt x="7328" y="28428"/>
                    <a:pt x="6873" y="28343"/>
                    <a:pt x="6447" y="28258"/>
                  </a:cubicBezTo>
                  <a:cubicBezTo>
                    <a:pt x="6107" y="28144"/>
                    <a:pt x="5737" y="28087"/>
                    <a:pt x="5397" y="28059"/>
                  </a:cubicBezTo>
                  <a:cubicBezTo>
                    <a:pt x="4119" y="27917"/>
                    <a:pt x="2869" y="27690"/>
                    <a:pt x="1648" y="27321"/>
                  </a:cubicBezTo>
                  <a:close/>
                  <a:moveTo>
                    <a:pt x="1336" y="31694"/>
                  </a:moveTo>
                  <a:cubicBezTo>
                    <a:pt x="1250" y="32092"/>
                    <a:pt x="1194" y="32461"/>
                    <a:pt x="1222" y="32858"/>
                  </a:cubicBezTo>
                  <a:cubicBezTo>
                    <a:pt x="1818" y="33000"/>
                    <a:pt x="2415" y="33199"/>
                    <a:pt x="3011" y="33455"/>
                  </a:cubicBezTo>
                  <a:cubicBezTo>
                    <a:pt x="3636" y="33654"/>
                    <a:pt x="4261" y="33966"/>
                    <a:pt x="4914" y="34193"/>
                  </a:cubicBezTo>
                  <a:cubicBezTo>
                    <a:pt x="5794" y="34534"/>
                    <a:pt x="6731" y="34761"/>
                    <a:pt x="7669" y="34875"/>
                  </a:cubicBezTo>
                  <a:cubicBezTo>
                    <a:pt x="8350" y="34960"/>
                    <a:pt x="9032" y="35017"/>
                    <a:pt x="9713" y="35102"/>
                  </a:cubicBezTo>
                  <a:cubicBezTo>
                    <a:pt x="10338" y="35187"/>
                    <a:pt x="10934" y="35414"/>
                    <a:pt x="11446" y="35812"/>
                  </a:cubicBezTo>
                  <a:cubicBezTo>
                    <a:pt x="11531" y="35897"/>
                    <a:pt x="11588" y="35982"/>
                    <a:pt x="11644" y="36068"/>
                  </a:cubicBezTo>
                  <a:cubicBezTo>
                    <a:pt x="11900" y="35670"/>
                    <a:pt x="12042" y="35216"/>
                    <a:pt x="12099" y="34761"/>
                  </a:cubicBezTo>
                  <a:lnTo>
                    <a:pt x="12099" y="34733"/>
                  </a:lnTo>
                  <a:cubicBezTo>
                    <a:pt x="11928" y="34704"/>
                    <a:pt x="11786" y="34648"/>
                    <a:pt x="11644" y="34591"/>
                  </a:cubicBezTo>
                  <a:cubicBezTo>
                    <a:pt x="10707" y="34051"/>
                    <a:pt x="9685" y="33739"/>
                    <a:pt x="8606" y="33682"/>
                  </a:cubicBezTo>
                  <a:cubicBezTo>
                    <a:pt x="8322" y="33654"/>
                    <a:pt x="8009" y="33597"/>
                    <a:pt x="7725" y="33597"/>
                  </a:cubicBezTo>
                  <a:cubicBezTo>
                    <a:pt x="6675" y="33512"/>
                    <a:pt x="5624" y="33228"/>
                    <a:pt x="4658" y="32773"/>
                  </a:cubicBezTo>
                  <a:cubicBezTo>
                    <a:pt x="3892" y="32461"/>
                    <a:pt x="3096" y="32148"/>
                    <a:pt x="2301" y="31893"/>
                  </a:cubicBezTo>
                  <a:cubicBezTo>
                    <a:pt x="1989" y="31808"/>
                    <a:pt x="1648" y="31723"/>
                    <a:pt x="1336" y="31694"/>
                  </a:cubicBezTo>
                  <a:close/>
                  <a:moveTo>
                    <a:pt x="4743" y="37061"/>
                  </a:moveTo>
                  <a:cubicBezTo>
                    <a:pt x="3494" y="37090"/>
                    <a:pt x="2244" y="37033"/>
                    <a:pt x="1052" y="37459"/>
                  </a:cubicBezTo>
                  <a:lnTo>
                    <a:pt x="881" y="37459"/>
                  </a:lnTo>
                  <a:cubicBezTo>
                    <a:pt x="796" y="37828"/>
                    <a:pt x="768" y="38226"/>
                    <a:pt x="796" y="38623"/>
                  </a:cubicBezTo>
                  <a:cubicBezTo>
                    <a:pt x="1620" y="38396"/>
                    <a:pt x="2443" y="38283"/>
                    <a:pt x="3295" y="38226"/>
                  </a:cubicBezTo>
                  <a:cubicBezTo>
                    <a:pt x="3778" y="38254"/>
                    <a:pt x="4261" y="38283"/>
                    <a:pt x="4743" y="38339"/>
                  </a:cubicBezTo>
                  <a:cubicBezTo>
                    <a:pt x="6391" y="38396"/>
                    <a:pt x="7811" y="39049"/>
                    <a:pt x="9174" y="39901"/>
                  </a:cubicBezTo>
                  <a:cubicBezTo>
                    <a:pt x="9458" y="40072"/>
                    <a:pt x="9770" y="40242"/>
                    <a:pt x="10082" y="40441"/>
                  </a:cubicBezTo>
                  <a:cubicBezTo>
                    <a:pt x="10253" y="40100"/>
                    <a:pt x="10395" y="39731"/>
                    <a:pt x="10480" y="39362"/>
                  </a:cubicBezTo>
                  <a:cubicBezTo>
                    <a:pt x="9429" y="38538"/>
                    <a:pt x="8237" y="37913"/>
                    <a:pt x="6959" y="37516"/>
                  </a:cubicBezTo>
                  <a:cubicBezTo>
                    <a:pt x="6249" y="37260"/>
                    <a:pt x="5510" y="37090"/>
                    <a:pt x="4743" y="37061"/>
                  </a:cubicBezTo>
                  <a:close/>
                  <a:moveTo>
                    <a:pt x="768" y="42116"/>
                  </a:moveTo>
                  <a:lnTo>
                    <a:pt x="768" y="42116"/>
                  </a:lnTo>
                  <a:cubicBezTo>
                    <a:pt x="739" y="42542"/>
                    <a:pt x="739" y="42968"/>
                    <a:pt x="796" y="43423"/>
                  </a:cubicBezTo>
                  <a:cubicBezTo>
                    <a:pt x="1506" y="43508"/>
                    <a:pt x="2216" y="43764"/>
                    <a:pt x="2841" y="44161"/>
                  </a:cubicBezTo>
                  <a:cubicBezTo>
                    <a:pt x="3295" y="44417"/>
                    <a:pt x="3835" y="44587"/>
                    <a:pt x="4374" y="44644"/>
                  </a:cubicBezTo>
                  <a:cubicBezTo>
                    <a:pt x="4477" y="44655"/>
                    <a:pt x="4579" y="44661"/>
                    <a:pt x="4681" y="44661"/>
                  </a:cubicBezTo>
                  <a:cubicBezTo>
                    <a:pt x="5089" y="44661"/>
                    <a:pt x="5493" y="44570"/>
                    <a:pt x="5879" y="44388"/>
                  </a:cubicBezTo>
                  <a:cubicBezTo>
                    <a:pt x="6135" y="44246"/>
                    <a:pt x="6391" y="44104"/>
                    <a:pt x="6646" y="43934"/>
                  </a:cubicBezTo>
                  <a:cubicBezTo>
                    <a:pt x="6774" y="43820"/>
                    <a:pt x="6930" y="43764"/>
                    <a:pt x="7090" y="43764"/>
                  </a:cubicBezTo>
                  <a:cubicBezTo>
                    <a:pt x="7250" y="43764"/>
                    <a:pt x="7413" y="43820"/>
                    <a:pt x="7555" y="43934"/>
                  </a:cubicBezTo>
                  <a:cubicBezTo>
                    <a:pt x="7924" y="44246"/>
                    <a:pt x="8350" y="44502"/>
                    <a:pt x="8549" y="44985"/>
                  </a:cubicBezTo>
                  <a:cubicBezTo>
                    <a:pt x="8776" y="44616"/>
                    <a:pt x="8890" y="44218"/>
                    <a:pt x="8975" y="43792"/>
                  </a:cubicBezTo>
                  <a:cubicBezTo>
                    <a:pt x="8691" y="43565"/>
                    <a:pt x="8435" y="43309"/>
                    <a:pt x="8180" y="43082"/>
                  </a:cubicBezTo>
                  <a:cubicBezTo>
                    <a:pt x="7882" y="42801"/>
                    <a:pt x="7497" y="42654"/>
                    <a:pt x="7104" y="42654"/>
                  </a:cubicBezTo>
                  <a:cubicBezTo>
                    <a:pt x="6823" y="42654"/>
                    <a:pt x="6538" y="42729"/>
                    <a:pt x="6277" y="42883"/>
                  </a:cubicBezTo>
                  <a:cubicBezTo>
                    <a:pt x="6021" y="43025"/>
                    <a:pt x="5737" y="43139"/>
                    <a:pt x="5482" y="43281"/>
                  </a:cubicBezTo>
                  <a:cubicBezTo>
                    <a:pt x="5221" y="43434"/>
                    <a:pt x="4936" y="43513"/>
                    <a:pt x="4649" y="43513"/>
                  </a:cubicBezTo>
                  <a:cubicBezTo>
                    <a:pt x="4403" y="43513"/>
                    <a:pt x="4155" y="43455"/>
                    <a:pt x="3920" y="43338"/>
                  </a:cubicBezTo>
                  <a:cubicBezTo>
                    <a:pt x="3693" y="43252"/>
                    <a:pt x="3437" y="43110"/>
                    <a:pt x="3210" y="42997"/>
                  </a:cubicBezTo>
                  <a:cubicBezTo>
                    <a:pt x="2472" y="42542"/>
                    <a:pt x="1620" y="42258"/>
                    <a:pt x="768" y="42116"/>
                  </a:cubicBezTo>
                  <a:close/>
                  <a:moveTo>
                    <a:pt x="796" y="46717"/>
                  </a:moveTo>
                  <a:cubicBezTo>
                    <a:pt x="739" y="47086"/>
                    <a:pt x="739" y="47484"/>
                    <a:pt x="796" y="47881"/>
                  </a:cubicBezTo>
                  <a:cubicBezTo>
                    <a:pt x="1904" y="48364"/>
                    <a:pt x="3068" y="48762"/>
                    <a:pt x="4261" y="49017"/>
                  </a:cubicBezTo>
                  <a:cubicBezTo>
                    <a:pt x="5226" y="49216"/>
                    <a:pt x="6135" y="49557"/>
                    <a:pt x="7101" y="49727"/>
                  </a:cubicBezTo>
                  <a:cubicBezTo>
                    <a:pt x="7271" y="49358"/>
                    <a:pt x="7385" y="48989"/>
                    <a:pt x="7413" y="48591"/>
                  </a:cubicBezTo>
                  <a:cubicBezTo>
                    <a:pt x="7243" y="48563"/>
                    <a:pt x="7044" y="48535"/>
                    <a:pt x="6873" y="48478"/>
                  </a:cubicBezTo>
                  <a:cubicBezTo>
                    <a:pt x="6021" y="48165"/>
                    <a:pt x="5169" y="47938"/>
                    <a:pt x="4317" y="47768"/>
                  </a:cubicBezTo>
                  <a:cubicBezTo>
                    <a:pt x="3466" y="47541"/>
                    <a:pt x="2642" y="47285"/>
                    <a:pt x="1818" y="46973"/>
                  </a:cubicBezTo>
                  <a:cubicBezTo>
                    <a:pt x="1478" y="46859"/>
                    <a:pt x="1137" y="46774"/>
                    <a:pt x="796" y="46717"/>
                  </a:cubicBezTo>
                  <a:close/>
                  <a:moveTo>
                    <a:pt x="768" y="50693"/>
                  </a:moveTo>
                  <a:cubicBezTo>
                    <a:pt x="682" y="51119"/>
                    <a:pt x="682" y="51545"/>
                    <a:pt x="768" y="51971"/>
                  </a:cubicBezTo>
                  <a:lnTo>
                    <a:pt x="739" y="51971"/>
                  </a:lnTo>
                  <a:cubicBezTo>
                    <a:pt x="1336" y="52056"/>
                    <a:pt x="1932" y="52170"/>
                    <a:pt x="2500" y="52368"/>
                  </a:cubicBezTo>
                  <a:cubicBezTo>
                    <a:pt x="3352" y="52624"/>
                    <a:pt x="4204" y="52880"/>
                    <a:pt x="5084" y="53135"/>
                  </a:cubicBezTo>
                  <a:cubicBezTo>
                    <a:pt x="5397" y="53220"/>
                    <a:pt x="5709" y="53334"/>
                    <a:pt x="6021" y="53419"/>
                  </a:cubicBezTo>
                  <a:cubicBezTo>
                    <a:pt x="6192" y="53050"/>
                    <a:pt x="6277" y="52681"/>
                    <a:pt x="6334" y="52283"/>
                  </a:cubicBezTo>
                  <a:cubicBezTo>
                    <a:pt x="5624" y="52085"/>
                    <a:pt x="4914" y="51914"/>
                    <a:pt x="4204" y="51659"/>
                  </a:cubicBezTo>
                  <a:cubicBezTo>
                    <a:pt x="3437" y="51375"/>
                    <a:pt x="2642" y="51204"/>
                    <a:pt x="1847" y="51005"/>
                  </a:cubicBezTo>
                  <a:cubicBezTo>
                    <a:pt x="1506" y="50863"/>
                    <a:pt x="1137" y="50750"/>
                    <a:pt x="768" y="50693"/>
                  </a:cubicBezTo>
                  <a:close/>
                  <a:moveTo>
                    <a:pt x="597" y="54953"/>
                  </a:moveTo>
                  <a:cubicBezTo>
                    <a:pt x="540" y="55379"/>
                    <a:pt x="512" y="55805"/>
                    <a:pt x="540" y="56259"/>
                  </a:cubicBezTo>
                  <a:lnTo>
                    <a:pt x="540" y="56231"/>
                  </a:lnTo>
                  <a:cubicBezTo>
                    <a:pt x="824" y="56288"/>
                    <a:pt x="1108" y="56344"/>
                    <a:pt x="1392" y="56458"/>
                  </a:cubicBezTo>
                  <a:cubicBezTo>
                    <a:pt x="1960" y="56714"/>
                    <a:pt x="2557" y="56856"/>
                    <a:pt x="3153" y="56884"/>
                  </a:cubicBezTo>
                  <a:cubicBezTo>
                    <a:pt x="3750" y="56941"/>
                    <a:pt x="4346" y="57026"/>
                    <a:pt x="4942" y="57083"/>
                  </a:cubicBezTo>
                  <a:cubicBezTo>
                    <a:pt x="5084" y="56799"/>
                    <a:pt x="5169" y="56486"/>
                    <a:pt x="5226" y="56146"/>
                  </a:cubicBezTo>
                  <a:cubicBezTo>
                    <a:pt x="5141" y="56032"/>
                    <a:pt x="5027" y="55975"/>
                    <a:pt x="4885" y="55918"/>
                  </a:cubicBezTo>
                  <a:cubicBezTo>
                    <a:pt x="4715" y="55890"/>
                    <a:pt x="4573" y="55862"/>
                    <a:pt x="4403" y="55862"/>
                  </a:cubicBezTo>
                  <a:cubicBezTo>
                    <a:pt x="3068" y="55833"/>
                    <a:pt x="1847" y="55379"/>
                    <a:pt x="597" y="54953"/>
                  </a:cubicBezTo>
                  <a:close/>
                  <a:moveTo>
                    <a:pt x="455" y="57423"/>
                  </a:moveTo>
                  <a:cubicBezTo>
                    <a:pt x="370" y="57793"/>
                    <a:pt x="342" y="58190"/>
                    <a:pt x="427" y="58588"/>
                  </a:cubicBezTo>
                  <a:cubicBezTo>
                    <a:pt x="796" y="58787"/>
                    <a:pt x="1194" y="58957"/>
                    <a:pt x="1591" y="59156"/>
                  </a:cubicBezTo>
                  <a:cubicBezTo>
                    <a:pt x="2386" y="59525"/>
                    <a:pt x="3182" y="59866"/>
                    <a:pt x="4034" y="60150"/>
                  </a:cubicBezTo>
                  <a:cubicBezTo>
                    <a:pt x="4204" y="59809"/>
                    <a:pt x="4317" y="59411"/>
                    <a:pt x="4346" y="59042"/>
                  </a:cubicBezTo>
                  <a:cubicBezTo>
                    <a:pt x="4034" y="58985"/>
                    <a:pt x="3721" y="58843"/>
                    <a:pt x="3437" y="58673"/>
                  </a:cubicBezTo>
                  <a:cubicBezTo>
                    <a:pt x="2784" y="58304"/>
                    <a:pt x="2074" y="58048"/>
                    <a:pt x="1392" y="57679"/>
                  </a:cubicBezTo>
                  <a:cubicBezTo>
                    <a:pt x="1108" y="57565"/>
                    <a:pt x="796" y="57452"/>
                    <a:pt x="455" y="57423"/>
                  </a:cubicBezTo>
                  <a:close/>
                  <a:moveTo>
                    <a:pt x="143" y="61513"/>
                  </a:moveTo>
                  <a:cubicBezTo>
                    <a:pt x="29" y="61882"/>
                    <a:pt x="1" y="62280"/>
                    <a:pt x="1" y="62677"/>
                  </a:cubicBezTo>
                  <a:lnTo>
                    <a:pt x="3096" y="63018"/>
                  </a:lnTo>
                  <a:cubicBezTo>
                    <a:pt x="3267" y="62677"/>
                    <a:pt x="3380" y="62280"/>
                    <a:pt x="3437" y="61911"/>
                  </a:cubicBezTo>
                  <a:lnTo>
                    <a:pt x="143" y="6151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05"/>
            <p:cNvSpPr/>
            <p:nvPr/>
          </p:nvSpPr>
          <p:spPr>
            <a:xfrm>
              <a:off x="7674275" y="1859969"/>
              <a:ext cx="382000" cy="1989463"/>
            </a:xfrm>
            <a:custGeom>
              <a:rect b="b" l="l" r="r" t="t"/>
              <a:pathLst>
                <a:path extrusionOk="0" h="83076" w="15280">
                  <a:moveTo>
                    <a:pt x="8630" y="0"/>
                  </a:moveTo>
                  <a:cubicBezTo>
                    <a:pt x="8442" y="0"/>
                    <a:pt x="8250" y="85"/>
                    <a:pt x="8123" y="256"/>
                  </a:cubicBezTo>
                  <a:cubicBezTo>
                    <a:pt x="8037" y="426"/>
                    <a:pt x="7952" y="568"/>
                    <a:pt x="7895" y="738"/>
                  </a:cubicBezTo>
                  <a:cubicBezTo>
                    <a:pt x="7583" y="1477"/>
                    <a:pt x="7327" y="2244"/>
                    <a:pt x="7129" y="3010"/>
                  </a:cubicBezTo>
                  <a:cubicBezTo>
                    <a:pt x="6419" y="5424"/>
                    <a:pt x="5709" y="7810"/>
                    <a:pt x="4885" y="10195"/>
                  </a:cubicBezTo>
                  <a:cubicBezTo>
                    <a:pt x="4090" y="12581"/>
                    <a:pt x="3380" y="14995"/>
                    <a:pt x="2812" y="17437"/>
                  </a:cubicBezTo>
                  <a:cubicBezTo>
                    <a:pt x="2187" y="20078"/>
                    <a:pt x="1676" y="22748"/>
                    <a:pt x="938" y="25389"/>
                  </a:cubicBezTo>
                  <a:cubicBezTo>
                    <a:pt x="114" y="28257"/>
                    <a:pt x="86" y="31125"/>
                    <a:pt x="370" y="34022"/>
                  </a:cubicBezTo>
                  <a:cubicBezTo>
                    <a:pt x="540" y="35925"/>
                    <a:pt x="796" y="37827"/>
                    <a:pt x="994" y="39758"/>
                  </a:cubicBezTo>
                  <a:cubicBezTo>
                    <a:pt x="1108" y="41292"/>
                    <a:pt x="1136" y="42826"/>
                    <a:pt x="1051" y="44387"/>
                  </a:cubicBezTo>
                  <a:cubicBezTo>
                    <a:pt x="938" y="46290"/>
                    <a:pt x="625" y="48193"/>
                    <a:pt x="370" y="50067"/>
                  </a:cubicBezTo>
                  <a:cubicBezTo>
                    <a:pt x="86" y="52055"/>
                    <a:pt x="1" y="54043"/>
                    <a:pt x="143" y="56031"/>
                  </a:cubicBezTo>
                  <a:cubicBezTo>
                    <a:pt x="285" y="57849"/>
                    <a:pt x="569" y="59638"/>
                    <a:pt x="853" y="61427"/>
                  </a:cubicBezTo>
                  <a:cubicBezTo>
                    <a:pt x="1108" y="63188"/>
                    <a:pt x="1307" y="64920"/>
                    <a:pt x="1506" y="66681"/>
                  </a:cubicBezTo>
                  <a:cubicBezTo>
                    <a:pt x="1676" y="68101"/>
                    <a:pt x="1790" y="69520"/>
                    <a:pt x="1903" y="70940"/>
                  </a:cubicBezTo>
                  <a:cubicBezTo>
                    <a:pt x="2017" y="72247"/>
                    <a:pt x="2187" y="73553"/>
                    <a:pt x="2045" y="74859"/>
                  </a:cubicBezTo>
                  <a:cubicBezTo>
                    <a:pt x="1903" y="76251"/>
                    <a:pt x="1846" y="77671"/>
                    <a:pt x="1903" y="79062"/>
                  </a:cubicBezTo>
                  <a:cubicBezTo>
                    <a:pt x="1903" y="80028"/>
                    <a:pt x="2045" y="80965"/>
                    <a:pt x="2301" y="81874"/>
                  </a:cubicBezTo>
                  <a:cubicBezTo>
                    <a:pt x="2443" y="82385"/>
                    <a:pt x="2642" y="82840"/>
                    <a:pt x="3323" y="82953"/>
                  </a:cubicBezTo>
                  <a:cubicBezTo>
                    <a:pt x="3408" y="82982"/>
                    <a:pt x="3494" y="83038"/>
                    <a:pt x="3579" y="83038"/>
                  </a:cubicBezTo>
                  <a:cubicBezTo>
                    <a:pt x="3885" y="83063"/>
                    <a:pt x="4191" y="83076"/>
                    <a:pt x="4498" y="83076"/>
                  </a:cubicBezTo>
                  <a:cubicBezTo>
                    <a:pt x="5242" y="83076"/>
                    <a:pt x="5987" y="83001"/>
                    <a:pt x="6731" y="82840"/>
                  </a:cubicBezTo>
                  <a:cubicBezTo>
                    <a:pt x="7441" y="82811"/>
                    <a:pt x="8037" y="82272"/>
                    <a:pt x="8151" y="81562"/>
                  </a:cubicBezTo>
                  <a:cubicBezTo>
                    <a:pt x="8179" y="81420"/>
                    <a:pt x="8208" y="81278"/>
                    <a:pt x="8208" y="81136"/>
                  </a:cubicBezTo>
                  <a:cubicBezTo>
                    <a:pt x="8492" y="79204"/>
                    <a:pt x="8719" y="77273"/>
                    <a:pt x="9003" y="75371"/>
                  </a:cubicBezTo>
                  <a:cubicBezTo>
                    <a:pt x="9173" y="73752"/>
                    <a:pt x="9457" y="72162"/>
                    <a:pt x="9798" y="70571"/>
                  </a:cubicBezTo>
                  <a:cubicBezTo>
                    <a:pt x="10111" y="69236"/>
                    <a:pt x="10423" y="67930"/>
                    <a:pt x="10764" y="66595"/>
                  </a:cubicBezTo>
                  <a:cubicBezTo>
                    <a:pt x="11190" y="64948"/>
                    <a:pt x="11531" y="63273"/>
                    <a:pt x="11814" y="61597"/>
                  </a:cubicBezTo>
                  <a:cubicBezTo>
                    <a:pt x="12269" y="58984"/>
                    <a:pt x="12752" y="56372"/>
                    <a:pt x="13462" y="53787"/>
                  </a:cubicBezTo>
                  <a:cubicBezTo>
                    <a:pt x="14314" y="50777"/>
                    <a:pt x="14882" y="47682"/>
                    <a:pt x="15080" y="44558"/>
                  </a:cubicBezTo>
                  <a:cubicBezTo>
                    <a:pt x="15279" y="42144"/>
                    <a:pt x="15137" y="39730"/>
                    <a:pt x="14711" y="37373"/>
                  </a:cubicBezTo>
                  <a:cubicBezTo>
                    <a:pt x="14427" y="36038"/>
                    <a:pt x="14200" y="34732"/>
                    <a:pt x="13944" y="33397"/>
                  </a:cubicBezTo>
                  <a:cubicBezTo>
                    <a:pt x="13234" y="29762"/>
                    <a:pt x="13149" y="26013"/>
                    <a:pt x="13121" y="22293"/>
                  </a:cubicBezTo>
                  <a:cubicBezTo>
                    <a:pt x="13121" y="19538"/>
                    <a:pt x="12865" y="16755"/>
                    <a:pt x="12354" y="14029"/>
                  </a:cubicBezTo>
                  <a:cubicBezTo>
                    <a:pt x="11985" y="12070"/>
                    <a:pt x="11474" y="10138"/>
                    <a:pt x="10934" y="8179"/>
                  </a:cubicBezTo>
                  <a:cubicBezTo>
                    <a:pt x="10537" y="6702"/>
                    <a:pt x="10139" y="5225"/>
                    <a:pt x="9883" y="3692"/>
                  </a:cubicBezTo>
                  <a:cubicBezTo>
                    <a:pt x="9741" y="2811"/>
                    <a:pt x="9571" y="1931"/>
                    <a:pt x="9401" y="1051"/>
                  </a:cubicBezTo>
                  <a:cubicBezTo>
                    <a:pt x="9372" y="767"/>
                    <a:pt x="9259" y="511"/>
                    <a:pt x="9117" y="256"/>
                  </a:cubicBezTo>
                  <a:cubicBezTo>
                    <a:pt x="9003" y="85"/>
                    <a:pt x="8818" y="0"/>
                    <a:pt x="8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05"/>
            <p:cNvSpPr/>
            <p:nvPr/>
          </p:nvSpPr>
          <p:spPr>
            <a:xfrm>
              <a:off x="7673575" y="1859275"/>
              <a:ext cx="381275" cy="1986541"/>
            </a:xfrm>
            <a:custGeom>
              <a:rect b="b" l="l" r="r" t="t"/>
              <a:pathLst>
                <a:path extrusionOk="0" h="82954" w="15251">
                  <a:moveTo>
                    <a:pt x="8630" y="1"/>
                  </a:moveTo>
                  <a:cubicBezTo>
                    <a:pt x="8442" y="1"/>
                    <a:pt x="8250" y="86"/>
                    <a:pt x="8122" y="256"/>
                  </a:cubicBezTo>
                  <a:cubicBezTo>
                    <a:pt x="8037" y="427"/>
                    <a:pt x="7952" y="569"/>
                    <a:pt x="7895" y="739"/>
                  </a:cubicBezTo>
                  <a:cubicBezTo>
                    <a:pt x="7583" y="1477"/>
                    <a:pt x="7327" y="2244"/>
                    <a:pt x="7128" y="3011"/>
                  </a:cubicBezTo>
                  <a:cubicBezTo>
                    <a:pt x="6418" y="5425"/>
                    <a:pt x="5708" y="7810"/>
                    <a:pt x="4885" y="10196"/>
                  </a:cubicBezTo>
                  <a:cubicBezTo>
                    <a:pt x="4090" y="12581"/>
                    <a:pt x="3380" y="14995"/>
                    <a:pt x="2812" y="17438"/>
                  </a:cubicBezTo>
                  <a:cubicBezTo>
                    <a:pt x="2187" y="20079"/>
                    <a:pt x="1676" y="22748"/>
                    <a:pt x="937" y="25389"/>
                  </a:cubicBezTo>
                  <a:cubicBezTo>
                    <a:pt x="114" y="28257"/>
                    <a:pt x="85" y="31126"/>
                    <a:pt x="369" y="34022"/>
                  </a:cubicBezTo>
                  <a:cubicBezTo>
                    <a:pt x="540" y="35925"/>
                    <a:pt x="767" y="37828"/>
                    <a:pt x="966" y="39759"/>
                  </a:cubicBezTo>
                  <a:cubicBezTo>
                    <a:pt x="1108" y="41293"/>
                    <a:pt x="1136" y="42826"/>
                    <a:pt x="1051" y="44388"/>
                  </a:cubicBezTo>
                  <a:cubicBezTo>
                    <a:pt x="937" y="46291"/>
                    <a:pt x="625" y="48194"/>
                    <a:pt x="369" y="50068"/>
                  </a:cubicBezTo>
                  <a:cubicBezTo>
                    <a:pt x="85" y="52056"/>
                    <a:pt x="0" y="54044"/>
                    <a:pt x="142" y="56032"/>
                  </a:cubicBezTo>
                  <a:cubicBezTo>
                    <a:pt x="284" y="57849"/>
                    <a:pt x="568" y="59638"/>
                    <a:pt x="852" y="61427"/>
                  </a:cubicBezTo>
                  <a:cubicBezTo>
                    <a:pt x="1108" y="63188"/>
                    <a:pt x="1306" y="64920"/>
                    <a:pt x="1505" y="66681"/>
                  </a:cubicBezTo>
                  <a:cubicBezTo>
                    <a:pt x="1676" y="68101"/>
                    <a:pt x="1789" y="69521"/>
                    <a:pt x="1903" y="70941"/>
                  </a:cubicBezTo>
                  <a:cubicBezTo>
                    <a:pt x="2016" y="72247"/>
                    <a:pt x="2187" y="73554"/>
                    <a:pt x="2045" y="74860"/>
                  </a:cubicBezTo>
                  <a:cubicBezTo>
                    <a:pt x="1903" y="76280"/>
                    <a:pt x="1846" y="77672"/>
                    <a:pt x="1903" y="79063"/>
                  </a:cubicBezTo>
                  <a:cubicBezTo>
                    <a:pt x="1903" y="80029"/>
                    <a:pt x="2045" y="80966"/>
                    <a:pt x="2300" y="81875"/>
                  </a:cubicBezTo>
                  <a:cubicBezTo>
                    <a:pt x="2442" y="82386"/>
                    <a:pt x="2641" y="82869"/>
                    <a:pt x="3323" y="82954"/>
                  </a:cubicBezTo>
                  <a:cubicBezTo>
                    <a:pt x="3294" y="82528"/>
                    <a:pt x="3238" y="82130"/>
                    <a:pt x="3209" y="81733"/>
                  </a:cubicBezTo>
                  <a:cubicBezTo>
                    <a:pt x="3152" y="81449"/>
                    <a:pt x="3152" y="81193"/>
                    <a:pt x="3209" y="80909"/>
                  </a:cubicBezTo>
                  <a:cubicBezTo>
                    <a:pt x="3124" y="80597"/>
                    <a:pt x="3096" y="80256"/>
                    <a:pt x="3124" y="79915"/>
                  </a:cubicBezTo>
                  <a:cubicBezTo>
                    <a:pt x="3067" y="79404"/>
                    <a:pt x="3067" y="78893"/>
                    <a:pt x="3152" y="78410"/>
                  </a:cubicBezTo>
                  <a:cubicBezTo>
                    <a:pt x="3067" y="78012"/>
                    <a:pt x="3067" y="77615"/>
                    <a:pt x="3152" y="77217"/>
                  </a:cubicBezTo>
                  <a:cubicBezTo>
                    <a:pt x="3067" y="76536"/>
                    <a:pt x="3067" y="75854"/>
                    <a:pt x="3181" y="75172"/>
                  </a:cubicBezTo>
                  <a:cubicBezTo>
                    <a:pt x="3096" y="74775"/>
                    <a:pt x="3096" y="74377"/>
                    <a:pt x="3209" y="73980"/>
                  </a:cubicBezTo>
                  <a:cubicBezTo>
                    <a:pt x="3124" y="73525"/>
                    <a:pt x="3124" y="73071"/>
                    <a:pt x="3152" y="72617"/>
                  </a:cubicBezTo>
                  <a:cubicBezTo>
                    <a:pt x="3039" y="72105"/>
                    <a:pt x="3039" y="71594"/>
                    <a:pt x="3096" y="71083"/>
                  </a:cubicBezTo>
                  <a:cubicBezTo>
                    <a:pt x="2954" y="70259"/>
                    <a:pt x="2868" y="69407"/>
                    <a:pt x="2868" y="68556"/>
                  </a:cubicBezTo>
                  <a:cubicBezTo>
                    <a:pt x="2726" y="68130"/>
                    <a:pt x="2670" y="67675"/>
                    <a:pt x="2726" y="67249"/>
                  </a:cubicBezTo>
                  <a:cubicBezTo>
                    <a:pt x="2613" y="66454"/>
                    <a:pt x="2499" y="65687"/>
                    <a:pt x="2386" y="64892"/>
                  </a:cubicBezTo>
                  <a:cubicBezTo>
                    <a:pt x="2244" y="64523"/>
                    <a:pt x="2187" y="64154"/>
                    <a:pt x="2187" y="63756"/>
                  </a:cubicBezTo>
                  <a:cubicBezTo>
                    <a:pt x="1960" y="62734"/>
                    <a:pt x="1846" y="61683"/>
                    <a:pt x="1846" y="60632"/>
                  </a:cubicBezTo>
                  <a:cubicBezTo>
                    <a:pt x="1732" y="60235"/>
                    <a:pt x="1676" y="59837"/>
                    <a:pt x="1704" y="59439"/>
                  </a:cubicBezTo>
                  <a:cubicBezTo>
                    <a:pt x="1505" y="58389"/>
                    <a:pt x="1448" y="57310"/>
                    <a:pt x="1505" y="56230"/>
                  </a:cubicBezTo>
                  <a:cubicBezTo>
                    <a:pt x="1448" y="55776"/>
                    <a:pt x="1420" y="55322"/>
                    <a:pt x="1477" y="54867"/>
                  </a:cubicBezTo>
                  <a:cubicBezTo>
                    <a:pt x="1420" y="53731"/>
                    <a:pt x="1505" y="52567"/>
                    <a:pt x="1761" y="51431"/>
                  </a:cubicBezTo>
                  <a:cubicBezTo>
                    <a:pt x="1704" y="50948"/>
                    <a:pt x="1789" y="50465"/>
                    <a:pt x="1931" y="50011"/>
                  </a:cubicBezTo>
                  <a:cubicBezTo>
                    <a:pt x="1931" y="49528"/>
                    <a:pt x="1988" y="49045"/>
                    <a:pt x="2102" y="48591"/>
                  </a:cubicBezTo>
                  <a:cubicBezTo>
                    <a:pt x="2215" y="47938"/>
                    <a:pt x="2329" y="47313"/>
                    <a:pt x="2471" y="46688"/>
                  </a:cubicBezTo>
                  <a:cubicBezTo>
                    <a:pt x="2442" y="46035"/>
                    <a:pt x="2528" y="45410"/>
                    <a:pt x="2726" y="44786"/>
                  </a:cubicBezTo>
                  <a:cubicBezTo>
                    <a:pt x="2755" y="44189"/>
                    <a:pt x="2783" y="43593"/>
                    <a:pt x="2868" y="42997"/>
                  </a:cubicBezTo>
                  <a:cubicBezTo>
                    <a:pt x="2925" y="42627"/>
                    <a:pt x="2840" y="42201"/>
                    <a:pt x="2982" y="41861"/>
                  </a:cubicBezTo>
                  <a:cubicBezTo>
                    <a:pt x="2897" y="41463"/>
                    <a:pt x="2897" y="41037"/>
                    <a:pt x="2982" y="40639"/>
                  </a:cubicBezTo>
                  <a:cubicBezTo>
                    <a:pt x="2925" y="39702"/>
                    <a:pt x="2868" y="38737"/>
                    <a:pt x="2783" y="37800"/>
                  </a:cubicBezTo>
                  <a:lnTo>
                    <a:pt x="2698" y="36436"/>
                  </a:lnTo>
                  <a:cubicBezTo>
                    <a:pt x="2528" y="35556"/>
                    <a:pt x="2414" y="34647"/>
                    <a:pt x="2414" y="33767"/>
                  </a:cubicBezTo>
                  <a:cubicBezTo>
                    <a:pt x="2300" y="33199"/>
                    <a:pt x="2272" y="32631"/>
                    <a:pt x="2357" y="32063"/>
                  </a:cubicBezTo>
                  <a:cubicBezTo>
                    <a:pt x="2300" y="31154"/>
                    <a:pt x="2329" y="30217"/>
                    <a:pt x="2471" y="29308"/>
                  </a:cubicBezTo>
                  <a:cubicBezTo>
                    <a:pt x="2442" y="28797"/>
                    <a:pt x="2528" y="28257"/>
                    <a:pt x="2670" y="27775"/>
                  </a:cubicBezTo>
                  <a:cubicBezTo>
                    <a:pt x="2641" y="27320"/>
                    <a:pt x="2698" y="26894"/>
                    <a:pt x="2812" y="26468"/>
                  </a:cubicBezTo>
                  <a:cubicBezTo>
                    <a:pt x="2954" y="25645"/>
                    <a:pt x="3096" y="24850"/>
                    <a:pt x="3238" y="24054"/>
                  </a:cubicBezTo>
                  <a:cubicBezTo>
                    <a:pt x="3266" y="23543"/>
                    <a:pt x="3380" y="23004"/>
                    <a:pt x="3550" y="22521"/>
                  </a:cubicBezTo>
                  <a:cubicBezTo>
                    <a:pt x="3578" y="22067"/>
                    <a:pt x="3692" y="21641"/>
                    <a:pt x="3862" y="21243"/>
                  </a:cubicBezTo>
                  <a:cubicBezTo>
                    <a:pt x="3862" y="20760"/>
                    <a:pt x="4004" y="20277"/>
                    <a:pt x="4203" y="19823"/>
                  </a:cubicBezTo>
                  <a:cubicBezTo>
                    <a:pt x="4288" y="19227"/>
                    <a:pt x="4430" y="18630"/>
                    <a:pt x="4658" y="18062"/>
                  </a:cubicBezTo>
                  <a:cubicBezTo>
                    <a:pt x="4800" y="17210"/>
                    <a:pt x="5027" y="16387"/>
                    <a:pt x="5339" y="15592"/>
                  </a:cubicBezTo>
                  <a:cubicBezTo>
                    <a:pt x="5538" y="14598"/>
                    <a:pt x="5822" y="13632"/>
                    <a:pt x="6220" y="12695"/>
                  </a:cubicBezTo>
                  <a:cubicBezTo>
                    <a:pt x="6276" y="12184"/>
                    <a:pt x="6447" y="11701"/>
                    <a:pt x="6645" y="11275"/>
                  </a:cubicBezTo>
                  <a:cubicBezTo>
                    <a:pt x="6787" y="10593"/>
                    <a:pt x="7015" y="9912"/>
                    <a:pt x="7299" y="9287"/>
                  </a:cubicBezTo>
                  <a:cubicBezTo>
                    <a:pt x="7355" y="8833"/>
                    <a:pt x="7497" y="8407"/>
                    <a:pt x="7725" y="8009"/>
                  </a:cubicBezTo>
                  <a:cubicBezTo>
                    <a:pt x="7895" y="7157"/>
                    <a:pt x="8179" y="6334"/>
                    <a:pt x="8491" y="5538"/>
                  </a:cubicBezTo>
                  <a:cubicBezTo>
                    <a:pt x="8520" y="5482"/>
                    <a:pt x="8577" y="5453"/>
                    <a:pt x="8633" y="5453"/>
                  </a:cubicBezTo>
                  <a:cubicBezTo>
                    <a:pt x="8690" y="5453"/>
                    <a:pt x="8747" y="5482"/>
                    <a:pt x="8747" y="5538"/>
                  </a:cubicBezTo>
                  <a:cubicBezTo>
                    <a:pt x="8974" y="6277"/>
                    <a:pt x="9145" y="7015"/>
                    <a:pt x="9315" y="7753"/>
                  </a:cubicBezTo>
                  <a:cubicBezTo>
                    <a:pt x="9485" y="8179"/>
                    <a:pt x="9599" y="8605"/>
                    <a:pt x="9627" y="9060"/>
                  </a:cubicBezTo>
                  <a:cubicBezTo>
                    <a:pt x="9997" y="9997"/>
                    <a:pt x="10224" y="11019"/>
                    <a:pt x="10337" y="12042"/>
                  </a:cubicBezTo>
                  <a:cubicBezTo>
                    <a:pt x="10479" y="12383"/>
                    <a:pt x="10565" y="12780"/>
                    <a:pt x="10565" y="13178"/>
                  </a:cubicBezTo>
                  <a:cubicBezTo>
                    <a:pt x="10792" y="14200"/>
                    <a:pt x="10991" y="15251"/>
                    <a:pt x="11104" y="16302"/>
                  </a:cubicBezTo>
                  <a:cubicBezTo>
                    <a:pt x="11246" y="16756"/>
                    <a:pt x="11303" y="17210"/>
                    <a:pt x="11275" y="17665"/>
                  </a:cubicBezTo>
                  <a:cubicBezTo>
                    <a:pt x="11360" y="18204"/>
                    <a:pt x="11360" y="18801"/>
                    <a:pt x="11275" y="19369"/>
                  </a:cubicBezTo>
                  <a:cubicBezTo>
                    <a:pt x="11388" y="19766"/>
                    <a:pt x="11388" y="20192"/>
                    <a:pt x="11303" y="20590"/>
                  </a:cubicBezTo>
                  <a:cubicBezTo>
                    <a:pt x="11360" y="21186"/>
                    <a:pt x="11388" y="21811"/>
                    <a:pt x="11303" y="22407"/>
                  </a:cubicBezTo>
                  <a:cubicBezTo>
                    <a:pt x="11360" y="22919"/>
                    <a:pt x="11360" y="23430"/>
                    <a:pt x="11246" y="23941"/>
                  </a:cubicBezTo>
                  <a:cubicBezTo>
                    <a:pt x="11331" y="24310"/>
                    <a:pt x="11246" y="24708"/>
                    <a:pt x="11246" y="25077"/>
                  </a:cubicBezTo>
                  <a:cubicBezTo>
                    <a:pt x="11275" y="26014"/>
                    <a:pt x="11303" y="26923"/>
                    <a:pt x="11303" y="27832"/>
                  </a:cubicBezTo>
                  <a:cubicBezTo>
                    <a:pt x="11303" y="27917"/>
                    <a:pt x="11303" y="28002"/>
                    <a:pt x="11275" y="28087"/>
                  </a:cubicBezTo>
                  <a:cubicBezTo>
                    <a:pt x="11303" y="28570"/>
                    <a:pt x="11331" y="29053"/>
                    <a:pt x="11360" y="29535"/>
                  </a:cubicBezTo>
                  <a:cubicBezTo>
                    <a:pt x="11388" y="30387"/>
                    <a:pt x="11615" y="31211"/>
                    <a:pt x="11530" y="32063"/>
                  </a:cubicBezTo>
                  <a:cubicBezTo>
                    <a:pt x="11672" y="32546"/>
                    <a:pt x="11729" y="33057"/>
                    <a:pt x="11729" y="33568"/>
                  </a:cubicBezTo>
                  <a:cubicBezTo>
                    <a:pt x="11899" y="34505"/>
                    <a:pt x="12041" y="35442"/>
                    <a:pt x="12126" y="36380"/>
                  </a:cubicBezTo>
                  <a:cubicBezTo>
                    <a:pt x="12297" y="36777"/>
                    <a:pt x="12382" y="37232"/>
                    <a:pt x="12382" y="37686"/>
                  </a:cubicBezTo>
                  <a:cubicBezTo>
                    <a:pt x="12609" y="38509"/>
                    <a:pt x="12751" y="39361"/>
                    <a:pt x="12780" y="40213"/>
                  </a:cubicBezTo>
                  <a:cubicBezTo>
                    <a:pt x="12893" y="40639"/>
                    <a:pt x="12950" y="41094"/>
                    <a:pt x="12950" y="41520"/>
                  </a:cubicBezTo>
                  <a:cubicBezTo>
                    <a:pt x="13064" y="42230"/>
                    <a:pt x="13149" y="42940"/>
                    <a:pt x="13262" y="43650"/>
                  </a:cubicBezTo>
                  <a:cubicBezTo>
                    <a:pt x="13404" y="44047"/>
                    <a:pt x="13461" y="44445"/>
                    <a:pt x="13461" y="44842"/>
                  </a:cubicBezTo>
                  <a:cubicBezTo>
                    <a:pt x="13490" y="45524"/>
                    <a:pt x="13433" y="46234"/>
                    <a:pt x="13291" y="46916"/>
                  </a:cubicBezTo>
                  <a:cubicBezTo>
                    <a:pt x="13206" y="47853"/>
                    <a:pt x="13035" y="48790"/>
                    <a:pt x="12780" y="49699"/>
                  </a:cubicBezTo>
                  <a:cubicBezTo>
                    <a:pt x="12751" y="50238"/>
                    <a:pt x="12666" y="50778"/>
                    <a:pt x="12467" y="51289"/>
                  </a:cubicBezTo>
                  <a:cubicBezTo>
                    <a:pt x="12183" y="52595"/>
                    <a:pt x="11842" y="53902"/>
                    <a:pt x="11445" y="55208"/>
                  </a:cubicBezTo>
                  <a:cubicBezTo>
                    <a:pt x="11388" y="55691"/>
                    <a:pt x="11246" y="56202"/>
                    <a:pt x="11019" y="56656"/>
                  </a:cubicBezTo>
                  <a:cubicBezTo>
                    <a:pt x="10792" y="57679"/>
                    <a:pt x="10508" y="58673"/>
                    <a:pt x="10167" y="59667"/>
                  </a:cubicBezTo>
                  <a:cubicBezTo>
                    <a:pt x="10110" y="60064"/>
                    <a:pt x="10025" y="60433"/>
                    <a:pt x="9855" y="60774"/>
                  </a:cubicBezTo>
                  <a:lnTo>
                    <a:pt x="9145" y="63472"/>
                  </a:lnTo>
                  <a:cubicBezTo>
                    <a:pt x="9116" y="63870"/>
                    <a:pt x="9003" y="64296"/>
                    <a:pt x="8861" y="64665"/>
                  </a:cubicBezTo>
                  <a:cubicBezTo>
                    <a:pt x="8747" y="65488"/>
                    <a:pt x="8577" y="66340"/>
                    <a:pt x="8349" y="67136"/>
                  </a:cubicBezTo>
                  <a:cubicBezTo>
                    <a:pt x="8349" y="67562"/>
                    <a:pt x="8293" y="67988"/>
                    <a:pt x="8122" y="68385"/>
                  </a:cubicBezTo>
                  <a:cubicBezTo>
                    <a:pt x="8037" y="69265"/>
                    <a:pt x="7895" y="70146"/>
                    <a:pt x="7668" y="70998"/>
                  </a:cubicBezTo>
                  <a:cubicBezTo>
                    <a:pt x="7725" y="71424"/>
                    <a:pt x="7668" y="71821"/>
                    <a:pt x="7497" y="72219"/>
                  </a:cubicBezTo>
                  <a:cubicBezTo>
                    <a:pt x="7526" y="72503"/>
                    <a:pt x="7497" y="72815"/>
                    <a:pt x="7384" y="73099"/>
                  </a:cubicBezTo>
                  <a:cubicBezTo>
                    <a:pt x="7384" y="73525"/>
                    <a:pt x="7327" y="73923"/>
                    <a:pt x="7213" y="74320"/>
                  </a:cubicBezTo>
                  <a:cubicBezTo>
                    <a:pt x="7185" y="75201"/>
                    <a:pt x="7071" y="76053"/>
                    <a:pt x="6929" y="76933"/>
                  </a:cubicBezTo>
                  <a:cubicBezTo>
                    <a:pt x="6958" y="77388"/>
                    <a:pt x="6929" y="77842"/>
                    <a:pt x="6816" y="78296"/>
                  </a:cubicBezTo>
                  <a:cubicBezTo>
                    <a:pt x="6873" y="78637"/>
                    <a:pt x="6844" y="78978"/>
                    <a:pt x="6759" y="79319"/>
                  </a:cubicBezTo>
                  <a:cubicBezTo>
                    <a:pt x="6816" y="79716"/>
                    <a:pt x="6759" y="80142"/>
                    <a:pt x="6674" y="80540"/>
                  </a:cubicBezTo>
                  <a:lnTo>
                    <a:pt x="6674" y="82357"/>
                  </a:lnTo>
                  <a:cubicBezTo>
                    <a:pt x="6674" y="82528"/>
                    <a:pt x="6702" y="82670"/>
                    <a:pt x="6702" y="82840"/>
                  </a:cubicBezTo>
                  <a:cubicBezTo>
                    <a:pt x="7412" y="82812"/>
                    <a:pt x="8009" y="82272"/>
                    <a:pt x="8122" y="81562"/>
                  </a:cubicBezTo>
                  <a:cubicBezTo>
                    <a:pt x="8151" y="81420"/>
                    <a:pt x="8207" y="81278"/>
                    <a:pt x="8207" y="81136"/>
                  </a:cubicBezTo>
                  <a:cubicBezTo>
                    <a:pt x="8463" y="79233"/>
                    <a:pt x="8719" y="77302"/>
                    <a:pt x="8974" y="75371"/>
                  </a:cubicBezTo>
                  <a:cubicBezTo>
                    <a:pt x="9173" y="73753"/>
                    <a:pt x="9429" y="72162"/>
                    <a:pt x="9769" y="70600"/>
                  </a:cubicBezTo>
                  <a:cubicBezTo>
                    <a:pt x="10110" y="69294"/>
                    <a:pt x="10394" y="67959"/>
                    <a:pt x="10763" y="66624"/>
                  </a:cubicBezTo>
                  <a:cubicBezTo>
                    <a:pt x="11189" y="64977"/>
                    <a:pt x="11502" y="63302"/>
                    <a:pt x="11814" y="61655"/>
                  </a:cubicBezTo>
                  <a:cubicBezTo>
                    <a:pt x="12268" y="59042"/>
                    <a:pt x="12723" y="56429"/>
                    <a:pt x="13433" y="53845"/>
                  </a:cubicBezTo>
                  <a:cubicBezTo>
                    <a:pt x="14313" y="50806"/>
                    <a:pt x="14853" y="47711"/>
                    <a:pt x="15080" y="44587"/>
                  </a:cubicBezTo>
                  <a:cubicBezTo>
                    <a:pt x="15250" y="42173"/>
                    <a:pt x="15137" y="39759"/>
                    <a:pt x="14682" y="37402"/>
                  </a:cubicBezTo>
                  <a:cubicBezTo>
                    <a:pt x="14427" y="36067"/>
                    <a:pt x="14200" y="34761"/>
                    <a:pt x="13944" y="33454"/>
                  </a:cubicBezTo>
                  <a:cubicBezTo>
                    <a:pt x="13206" y="29791"/>
                    <a:pt x="13149" y="26071"/>
                    <a:pt x="13120" y="22322"/>
                  </a:cubicBezTo>
                  <a:cubicBezTo>
                    <a:pt x="13092" y="19567"/>
                    <a:pt x="12865" y="16813"/>
                    <a:pt x="12354" y="14086"/>
                  </a:cubicBezTo>
                  <a:cubicBezTo>
                    <a:pt x="12013" y="12099"/>
                    <a:pt x="11473" y="10167"/>
                    <a:pt x="10934" y="8208"/>
                  </a:cubicBezTo>
                  <a:cubicBezTo>
                    <a:pt x="10536" y="6731"/>
                    <a:pt x="10139" y="5254"/>
                    <a:pt x="9883" y="3749"/>
                  </a:cubicBezTo>
                  <a:cubicBezTo>
                    <a:pt x="9741" y="2840"/>
                    <a:pt x="9571" y="1989"/>
                    <a:pt x="9400" y="1108"/>
                  </a:cubicBezTo>
                  <a:cubicBezTo>
                    <a:pt x="9372" y="796"/>
                    <a:pt x="9258" y="512"/>
                    <a:pt x="9116" y="256"/>
                  </a:cubicBezTo>
                  <a:cubicBezTo>
                    <a:pt x="9003" y="86"/>
                    <a:pt x="8818" y="1"/>
                    <a:pt x="86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05"/>
            <p:cNvSpPr/>
            <p:nvPr/>
          </p:nvSpPr>
          <p:spPr>
            <a:xfrm>
              <a:off x="7709775" y="2045592"/>
              <a:ext cx="299625" cy="1751927"/>
            </a:xfrm>
            <a:custGeom>
              <a:rect b="b" l="l" r="r" t="t"/>
              <a:pathLst>
                <a:path extrusionOk="0" h="73157" w="11985">
                  <a:moveTo>
                    <a:pt x="7867" y="1"/>
                  </a:moveTo>
                  <a:lnTo>
                    <a:pt x="7867" y="29"/>
                  </a:lnTo>
                  <a:lnTo>
                    <a:pt x="6277" y="285"/>
                  </a:lnTo>
                  <a:cubicBezTo>
                    <a:pt x="6049" y="682"/>
                    <a:pt x="5907" y="1108"/>
                    <a:pt x="5851" y="1563"/>
                  </a:cubicBezTo>
                  <a:cubicBezTo>
                    <a:pt x="6617" y="1478"/>
                    <a:pt x="7413" y="1534"/>
                    <a:pt x="8179" y="1336"/>
                  </a:cubicBezTo>
                  <a:cubicBezTo>
                    <a:pt x="8151" y="853"/>
                    <a:pt x="8066" y="427"/>
                    <a:pt x="7867" y="1"/>
                  </a:cubicBezTo>
                  <a:close/>
                  <a:moveTo>
                    <a:pt x="6063" y="3399"/>
                  </a:moveTo>
                  <a:cubicBezTo>
                    <a:pt x="5772" y="3399"/>
                    <a:pt x="5480" y="3440"/>
                    <a:pt x="5197" y="3522"/>
                  </a:cubicBezTo>
                  <a:cubicBezTo>
                    <a:pt x="4999" y="3977"/>
                    <a:pt x="4857" y="4431"/>
                    <a:pt x="4772" y="4942"/>
                  </a:cubicBezTo>
                  <a:lnTo>
                    <a:pt x="4772" y="4971"/>
                  </a:lnTo>
                  <a:cubicBezTo>
                    <a:pt x="4942" y="4942"/>
                    <a:pt x="5084" y="4914"/>
                    <a:pt x="5226" y="4886"/>
                  </a:cubicBezTo>
                  <a:cubicBezTo>
                    <a:pt x="5489" y="4795"/>
                    <a:pt x="5759" y="4750"/>
                    <a:pt x="6027" y="4750"/>
                  </a:cubicBezTo>
                  <a:cubicBezTo>
                    <a:pt x="6512" y="4750"/>
                    <a:pt x="6992" y="4895"/>
                    <a:pt x="7413" y="5169"/>
                  </a:cubicBezTo>
                  <a:cubicBezTo>
                    <a:pt x="7764" y="5384"/>
                    <a:pt x="8156" y="5492"/>
                    <a:pt x="8560" y="5492"/>
                  </a:cubicBezTo>
                  <a:cubicBezTo>
                    <a:pt x="8744" y="5492"/>
                    <a:pt x="8930" y="5469"/>
                    <a:pt x="9117" y="5425"/>
                  </a:cubicBezTo>
                  <a:cubicBezTo>
                    <a:pt x="9117" y="5027"/>
                    <a:pt x="9031" y="4658"/>
                    <a:pt x="8889" y="4289"/>
                  </a:cubicBezTo>
                  <a:cubicBezTo>
                    <a:pt x="8821" y="4304"/>
                    <a:pt x="8754" y="4311"/>
                    <a:pt x="8689" y="4311"/>
                  </a:cubicBezTo>
                  <a:cubicBezTo>
                    <a:pt x="8512" y="4311"/>
                    <a:pt x="8346" y="4259"/>
                    <a:pt x="8179" y="4176"/>
                  </a:cubicBezTo>
                  <a:cubicBezTo>
                    <a:pt x="8066" y="4090"/>
                    <a:pt x="7924" y="4034"/>
                    <a:pt x="7810" y="3948"/>
                  </a:cubicBezTo>
                  <a:cubicBezTo>
                    <a:pt x="7290" y="3582"/>
                    <a:pt x="6678" y="3399"/>
                    <a:pt x="6063" y="3399"/>
                  </a:cubicBezTo>
                  <a:close/>
                  <a:moveTo>
                    <a:pt x="5251" y="7527"/>
                  </a:moveTo>
                  <a:cubicBezTo>
                    <a:pt x="4877" y="7527"/>
                    <a:pt x="4492" y="7609"/>
                    <a:pt x="4090" y="7811"/>
                  </a:cubicBezTo>
                  <a:cubicBezTo>
                    <a:pt x="4033" y="7839"/>
                    <a:pt x="3976" y="7867"/>
                    <a:pt x="3891" y="7867"/>
                  </a:cubicBezTo>
                  <a:cubicBezTo>
                    <a:pt x="3579" y="8663"/>
                    <a:pt x="3352" y="9515"/>
                    <a:pt x="3210" y="10366"/>
                  </a:cubicBezTo>
                  <a:cubicBezTo>
                    <a:pt x="3494" y="10253"/>
                    <a:pt x="3749" y="10054"/>
                    <a:pt x="3891" y="9770"/>
                  </a:cubicBezTo>
                  <a:cubicBezTo>
                    <a:pt x="4147" y="9429"/>
                    <a:pt x="4488" y="9145"/>
                    <a:pt x="4857" y="8947"/>
                  </a:cubicBezTo>
                  <a:cubicBezTo>
                    <a:pt x="4992" y="8850"/>
                    <a:pt x="5153" y="8793"/>
                    <a:pt x="5323" y="8793"/>
                  </a:cubicBezTo>
                  <a:cubicBezTo>
                    <a:pt x="5403" y="8793"/>
                    <a:pt x="5485" y="8806"/>
                    <a:pt x="5567" y="8833"/>
                  </a:cubicBezTo>
                  <a:cubicBezTo>
                    <a:pt x="5879" y="8947"/>
                    <a:pt x="6163" y="9089"/>
                    <a:pt x="6447" y="9259"/>
                  </a:cubicBezTo>
                  <a:cubicBezTo>
                    <a:pt x="7209" y="9640"/>
                    <a:pt x="8002" y="9942"/>
                    <a:pt x="8874" y="9942"/>
                  </a:cubicBezTo>
                  <a:cubicBezTo>
                    <a:pt x="9172" y="9942"/>
                    <a:pt x="9480" y="9907"/>
                    <a:pt x="9798" y="9827"/>
                  </a:cubicBezTo>
                  <a:cubicBezTo>
                    <a:pt x="9827" y="9401"/>
                    <a:pt x="9770" y="8947"/>
                    <a:pt x="9628" y="8521"/>
                  </a:cubicBezTo>
                  <a:lnTo>
                    <a:pt x="9628" y="8549"/>
                  </a:lnTo>
                  <a:cubicBezTo>
                    <a:pt x="9415" y="8608"/>
                    <a:pt x="9197" y="8638"/>
                    <a:pt x="8978" y="8638"/>
                  </a:cubicBezTo>
                  <a:cubicBezTo>
                    <a:pt x="8672" y="8638"/>
                    <a:pt x="8364" y="8580"/>
                    <a:pt x="8066" y="8464"/>
                  </a:cubicBezTo>
                  <a:cubicBezTo>
                    <a:pt x="7668" y="8322"/>
                    <a:pt x="7299" y="8151"/>
                    <a:pt x="6930" y="7981"/>
                  </a:cubicBezTo>
                  <a:cubicBezTo>
                    <a:pt x="6379" y="7723"/>
                    <a:pt x="5828" y="7527"/>
                    <a:pt x="5251" y="7527"/>
                  </a:cubicBezTo>
                  <a:close/>
                  <a:moveTo>
                    <a:pt x="6518" y="11258"/>
                  </a:moveTo>
                  <a:cubicBezTo>
                    <a:pt x="6287" y="11258"/>
                    <a:pt x="6055" y="11264"/>
                    <a:pt x="5822" y="11275"/>
                  </a:cubicBezTo>
                  <a:cubicBezTo>
                    <a:pt x="5538" y="11304"/>
                    <a:pt x="5283" y="11360"/>
                    <a:pt x="4999" y="11446"/>
                  </a:cubicBezTo>
                  <a:cubicBezTo>
                    <a:pt x="4289" y="11701"/>
                    <a:pt x="3522" y="11928"/>
                    <a:pt x="2784" y="12127"/>
                  </a:cubicBezTo>
                  <a:cubicBezTo>
                    <a:pt x="2556" y="12553"/>
                    <a:pt x="2443" y="13008"/>
                    <a:pt x="2443" y="13490"/>
                  </a:cubicBezTo>
                  <a:lnTo>
                    <a:pt x="2443" y="13519"/>
                  </a:lnTo>
                  <a:cubicBezTo>
                    <a:pt x="3323" y="13377"/>
                    <a:pt x="4204" y="13150"/>
                    <a:pt x="5027" y="12809"/>
                  </a:cubicBezTo>
                  <a:cubicBezTo>
                    <a:pt x="5368" y="12667"/>
                    <a:pt x="5709" y="12610"/>
                    <a:pt x="6049" y="12582"/>
                  </a:cubicBezTo>
                  <a:cubicBezTo>
                    <a:pt x="6182" y="12577"/>
                    <a:pt x="6315" y="12575"/>
                    <a:pt x="6447" y="12575"/>
                  </a:cubicBezTo>
                  <a:cubicBezTo>
                    <a:pt x="7110" y="12575"/>
                    <a:pt x="7772" y="12634"/>
                    <a:pt x="8435" y="12752"/>
                  </a:cubicBezTo>
                  <a:cubicBezTo>
                    <a:pt x="8701" y="12819"/>
                    <a:pt x="8977" y="12846"/>
                    <a:pt x="9251" y="12846"/>
                  </a:cubicBezTo>
                  <a:cubicBezTo>
                    <a:pt x="9445" y="12846"/>
                    <a:pt x="9638" y="12832"/>
                    <a:pt x="9827" y="12809"/>
                  </a:cubicBezTo>
                  <a:cubicBezTo>
                    <a:pt x="9912" y="12411"/>
                    <a:pt x="9912" y="11985"/>
                    <a:pt x="9798" y="11588"/>
                  </a:cubicBezTo>
                  <a:cubicBezTo>
                    <a:pt x="9628" y="11588"/>
                    <a:pt x="9457" y="11559"/>
                    <a:pt x="9259" y="11531"/>
                  </a:cubicBezTo>
                  <a:cubicBezTo>
                    <a:pt x="8350" y="11349"/>
                    <a:pt x="7441" y="11258"/>
                    <a:pt x="6518" y="11258"/>
                  </a:cubicBezTo>
                  <a:close/>
                  <a:moveTo>
                    <a:pt x="5192" y="14081"/>
                  </a:moveTo>
                  <a:cubicBezTo>
                    <a:pt x="5146" y="14081"/>
                    <a:pt x="5101" y="14083"/>
                    <a:pt x="5055" y="14087"/>
                  </a:cubicBezTo>
                  <a:cubicBezTo>
                    <a:pt x="4459" y="14115"/>
                    <a:pt x="3863" y="14257"/>
                    <a:pt x="3323" y="14456"/>
                  </a:cubicBezTo>
                  <a:cubicBezTo>
                    <a:pt x="2926" y="14598"/>
                    <a:pt x="2556" y="14712"/>
                    <a:pt x="2159" y="14768"/>
                  </a:cubicBezTo>
                  <a:cubicBezTo>
                    <a:pt x="1960" y="15279"/>
                    <a:pt x="1846" y="15791"/>
                    <a:pt x="1818" y="16330"/>
                  </a:cubicBezTo>
                  <a:cubicBezTo>
                    <a:pt x="2556" y="16075"/>
                    <a:pt x="3323" y="15876"/>
                    <a:pt x="4033" y="15563"/>
                  </a:cubicBezTo>
                  <a:cubicBezTo>
                    <a:pt x="4246" y="15457"/>
                    <a:pt x="4474" y="15405"/>
                    <a:pt x="4701" y="15405"/>
                  </a:cubicBezTo>
                  <a:cubicBezTo>
                    <a:pt x="5017" y="15405"/>
                    <a:pt x="5330" y="15507"/>
                    <a:pt x="5595" y="15705"/>
                  </a:cubicBezTo>
                  <a:cubicBezTo>
                    <a:pt x="5851" y="15847"/>
                    <a:pt x="6106" y="15989"/>
                    <a:pt x="6362" y="16160"/>
                  </a:cubicBezTo>
                  <a:cubicBezTo>
                    <a:pt x="6706" y="16403"/>
                    <a:pt x="7107" y="16544"/>
                    <a:pt x="7515" y="16544"/>
                  </a:cubicBezTo>
                  <a:cubicBezTo>
                    <a:pt x="7680" y="16544"/>
                    <a:pt x="7846" y="16521"/>
                    <a:pt x="8009" y="16472"/>
                  </a:cubicBezTo>
                  <a:cubicBezTo>
                    <a:pt x="8605" y="16359"/>
                    <a:pt x="9202" y="16245"/>
                    <a:pt x="9798" y="16131"/>
                  </a:cubicBezTo>
                  <a:cubicBezTo>
                    <a:pt x="9912" y="15649"/>
                    <a:pt x="9912" y="15138"/>
                    <a:pt x="9855" y="14626"/>
                  </a:cubicBezTo>
                  <a:lnTo>
                    <a:pt x="9855" y="14626"/>
                  </a:lnTo>
                  <a:cubicBezTo>
                    <a:pt x="9457" y="14854"/>
                    <a:pt x="8946" y="14882"/>
                    <a:pt x="8549" y="15081"/>
                  </a:cubicBezTo>
                  <a:cubicBezTo>
                    <a:pt x="8343" y="15189"/>
                    <a:pt x="8122" y="15242"/>
                    <a:pt x="7903" y="15242"/>
                  </a:cubicBezTo>
                  <a:cubicBezTo>
                    <a:pt x="7608" y="15242"/>
                    <a:pt x="7317" y="15147"/>
                    <a:pt x="7072" y="14967"/>
                  </a:cubicBezTo>
                  <a:cubicBezTo>
                    <a:pt x="6731" y="14768"/>
                    <a:pt x="6419" y="14570"/>
                    <a:pt x="6106" y="14371"/>
                  </a:cubicBezTo>
                  <a:cubicBezTo>
                    <a:pt x="5832" y="14172"/>
                    <a:pt x="5515" y="14081"/>
                    <a:pt x="5192" y="14081"/>
                  </a:cubicBezTo>
                  <a:close/>
                  <a:moveTo>
                    <a:pt x="7998" y="18681"/>
                  </a:moveTo>
                  <a:cubicBezTo>
                    <a:pt x="7866" y="18681"/>
                    <a:pt x="7720" y="18703"/>
                    <a:pt x="7555" y="18744"/>
                  </a:cubicBezTo>
                  <a:cubicBezTo>
                    <a:pt x="7327" y="18801"/>
                    <a:pt x="7100" y="18943"/>
                    <a:pt x="6930" y="19113"/>
                  </a:cubicBezTo>
                  <a:cubicBezTo>
                    <a:pt x="6617" y="19369"/>
                    <a:pt x="6333" y="19625"/>
                    <a:pt x="6078" y="19909"/>
                  </a:cubicBezTo>
                  <a:cubicBezTo>
                    <a:pt x="5694" y="20306"/>
                    <a:pt x="5496" y="20448"/>
                    <a:pt x="5318" y="20448"/>
                  </a:cubicBezTo>
                  <a:cubicBezTo>
                    <a:pt x="5141" y="20448"/>
                    <a:pt x="4984" y="20306"/>
                    <a:pt x="4686" y="20136"/>
                  </a:cubicBezTo>
                  <a:cubicBezTo>
                    <a:pt x="4601" y="20107"/>
                    <a:pt x="4544" y="20051"/>
                    <a:pt x="4459" y="19994"/>
                  </a:cubicBezTo>
                  <a:cubicBezTo>
                    <a:pt x="3957" y="19760"/>
                    <a:pt x="3456" y="19585"/>
                    <a:pt x="2931" y="19585"/>
                  </a:cubicBezTo>
                  <a:cubicBezTo>
                    <a:pt x="2564" y="19585"/>
                    <a:pt x="2187" y="19670"/>
                    <a:pt x="1790" y="19880"/>
                  </a:cubicBezTo>
                  <a:cubicBezTo>
                    <a:pt x="1619" y="19937"/>
                    <a:pt x="1449" y="19994"/>
                    <a:pt x="1250" y="20022"/>
                  </a:cubicBezTo>
                  <a:cubicBezTo>
                    <a:pt x="1080" y="20533"/>
                    <a:pt x="1023" y="21044"/>
                    <a:pt x="1051" y="21556"/>
                  </a:cubicBezTo>
                  <a:cubicBezTo>
                    <a:pt x="1392" y="21527"/>
                    <a:pt x="1704" y="21414"/>
                    <a:pt x="1988" y="21215"/>
                  </a:cubicBezTo>
                  <a:cubicBezTo>
                    <a:pt x="2258" y="21026"/>
                    <a:pt x="2572" y="20934"/>
                    <a:pt x="2888" y="20934"/>
                  </a:cubicBezTo>
                  <a:cubicBezTo>
                    <a:pt x="3239" y="20934"/>
                    <a:pt x="3592" y="21048"/>
                    <a:pt x="3891" y="21272"/>
                  </a:cubicBezTo>
                  <a:cubicBezTo>
                    <a:pt x="4260" y="21527"/>
                    <a:pt x="4686" y="21698"/>
                    <a:pt x="5141" y="21754"/>
                  </a:cubicBezTo>
                  <a:cubicBezTo>
                    <a:pt x="5257" y="21788"/>
                    <a:pt x="5375" y="21804"/>
                    <a:pt x="5492" y="21804"/>
                  </a:cubicBezTo>
                  <a:cubicBezTo>
                    <a:pt x="5777" y="21804"/>
                    <a:pt x="6055" y="21708"/>
                    <a:pt x="6277" y="21527"/>
                  </a:cubicBezTo>
                  <a:cubicBezTo>
                    <a:pt x="6589" y="21272"/>
                    <a:pt x="6873" y="21016"/>
                    <a:pt x="7157" y="20732"/>
                  </a:cubicBezTo>
                  <a:cubicBezTo>
                    <a:pt x="7327" y="20533"/>
                    <a:pt x="7555" y="20391"/>
                    <a:pt x="7810" y="20363"/>
                  </a:cubicBezTo>
                  <a:cubicBezTo>
                    <a:pt x="8321" y="21016"/>
                    <a:pt x="8861" y="21669"/>
                    <a:pt x="9940" y="21726"/>
                  </a:cubicBezTo>
                  <a:cubicBezTo>
                    <a:pt x="9883" y="21243"/>
                    <a:pt x="9855" y="20760"/>
                    <a:pt x="9827" y="20306"/>
                  </a:cubicBezTo>
                  <a:cubicBezTo>
                    <a:pt x="9599" y="20249"/>
                    <a:pt x="9372" y="20107"/>
                    <a:pt x="9287" y="19880"/>
                  </a:cubicBezTo>
                  <a:cubicBezTo>
                    <a:pt x="9145" y="19625"/>
                    <a:pt x="8975" y="19341"/>
                    <a:pt x="8776" y="19113"/>
                  </a:cubicBezTo>
                  <a:cubicBezTo>
                    <a:pt x="8554" y="18811"/>
                    <a:pt x="8319" y="18681"/>
                    <a:pt x="7998" y="18681"/>
                  </a:cubicBezTo>
                  <a:close/>
                  <a:moveTo>
                    <a:pt x="3873" y="23369"/>
                  </a:moveTo>
                  <a:cubicBezTo>
                    <a:pt x="3822" y="23369"/>
                    <a:pt x="3771" y="23370"/>
                    <a:pt x="3721" y="23373"/>
                  </a:cubicBezTo>
                  <a:cubicBezTo>
                    <a:pt x="2869" y="23402"/>
                    <a:pt x="2045" y="23657"/>
                    <a:pt x="1335" y="24140"/>
                  </a:cubicBezTo>
                  <a:cubicBezTo>
                    <a:pt x="1193" y="24225"/>
                    <a:pt x="1051" y="24282"/>
                    <a:pt x="909" y="24367"/>
                  </a:cubicBezTo>
                  <a:cubicBezTo>
                    <a:pt x="852" y="24907"/>
                    <a:pt x="852" y="25475"/>
                    <a:pt x="966" y="26043"/>
                  </a:cubicBezTo>
                  <a:cubicBezTo>
                    <a:pt x="1449" y="25759"/>
                    <a:pt x="1818" y="25333"/>
                    <a:pt x="2329" y="25077"/>
                  </a:cubicBezTo>
                  <a:cubicBezTo>
                    <a:pt x="2825" y="24848"/>
                    <a:pt x="3246" y="24728"/>
                    <a:pt x="3642" y="24728"/>
                  </a:cubicBezTo>
                  <a:cubicBezTo>
                    <a:pt x="4131" y="24728"/>
                    <a:pt x="4582" y="24912"/>
                    <a:pt x="5084" y="25304"/>
                  </a:cubicBezTo>
                  <a:cubicBezTo>
                    <a:pt x="5396" y="25560"/>
                    <a:pt x="5709" y="25815"/>
                    <a:pt x="5993" y="26099"/>
                  </a:cubicBezTo>
                  <a:cubicBezTo>
                    <a:pt x="6390" y="26440"/>
                    <a:pt x="6873" y="26667"/>
                    <a:pt x="7356" y="26753"/>
                  </a:cubicBezTo>
                  <a:cubicBezTo>
                    <a:pt x="7549" y="26803"/>
                    <a:pt x="7741" y="26829"/>
                    <a:pt x="7931" y="26829"/>
                  </a:cubicBezTo>
                  <a:cubicBezTo>
                    <a:pt x="8274" y="26829"/>
                    <a:pt x="8607" y="26747"/>
                    <a:pt x="8918" y="26582"/>
                  </a:cubicBezTo>
                  <a:cubicBezTo>
                    <a:pt x="9372" y="26355"/>
                    <a:pt x="9827" y="26071"/>
                    <a:pt x="10281" y="25787"/>
                  </a:cubicBezTo>
                  <a:cubicBezTo>
                    <a:pt x="10281" y="25276"/>
                    <a:pt x="10224" y="24765"/>
                    <a:pt x="10082" y="24254"/>
                  </a:cubicBezTo>
                  <a:lnTo>
                    <a:pt x="10082" y="24282"/>
                  </a:lnTo>
                  <a:cubicBezTo>
                    <a:pt x="9912" y="24310"/>
                    <a:pt x="9741" y="24424"/>
                    <a:pt x="9599" y="24538"/>
                  </a:cubicBezTo>
                  <a:cubicBezTo>
                    <a:pt x="9287" y="24765"/>
                    <a:pt x="8946" y="24992"/>
                    <a:pt x="8634" y="25248"/>
                  </a:cubicBezTo>
                  <a:cubicBezTo>
                    <a:pt x="8435" y="25401"/>
                    <a:pt x="8186" y="25480"/>
                    <a:pt x="7937" y="25480"/>
                  </a:cubicBezTo>
                  <a:cubicBezTo>
                    <a:pt x="7724" y="25480"/>
                    <a:pt x="7511" y="25422"/>
                    <a:pt x="7327" y="25304"/>
                  </a:cubicBezTo>
                  <a:cubicBezTo>
                    <a:pt x="7157" y="25219"/>
                    <a:pt x="7043" y="25106"/>
                    <a:pt x="6901" y="24992"/>
                  </a:cubicBezTo>
                  <a:cubicBezTo>
                    <a:pt x="6390" y="24509"/>
                    <a:pt x="5822" y="24112"/>
                    <a:pt x="5197" y="23742"/>
                  </a:cubicBezTo>
                  <a:cubicBezTo>
                    <a:pt x="4788" y="23486"/>
                    <a:pt x="4333" y="23369"/>
                    <a:pt x="3873" y="23369"/>
                  </a:cubicBezTo>
                  <a:close/>
                  <a:moveTo>
                    <a:pt x="3341" y="28072"/>
                  </a:moveTo>
                  <a:cubicBezTo>
                    <a:pt x="2656" y="28072"/>
                    <a:pt x="1985" y="28239"/>
                    <a:pt x="1335" y="28684"/>
                  </a:cubicBezTo>
                  <a:cubicBezTo>
                    <a:pt x="1307" y="28684"/>
                    <a:pt x="1278" y="28712"/>
                    <a:pt x="1250" y="28712"/>
                  </a:cubicBezTo>
                  <a:lnTo>
                    <a:pt x="1364" y="30075"/>
                  </a:lnTo>
                  <a:cubicBezTo>
                    <a:pt x="1591" y="30019"/>
                    <a:pt x="1818" y="29905"/>
                    <a:pt x="2017" y="29735"/>
                  </a:cubicBezTo>
                  <a:cubicBezTo>
                    <a:pt x="2406" y="29506"/>
                    <a:pt x="2850" y="29369"/>
                    <a:pt x="3290" y="29369"/>
                  </a:cubicBezTo>
                  <a:cubicBezTo>
                    <a:pt x="3396" y="29369"/>
                    <a:pt x="3502" y="29377"/>
                    <a:pt x="3607" y="29394"/>
                  </a:cubicBezTo>
                  <a:cubicBezTo>
                    <a:pt x="3976" y="29422"/>
                    <a:pt x="4346" y="29507"/>
                    <a:pt x="4686" y="29593"/>
                  </a:cubicBezTo>
                  <a:cubicBezTo>
                    <a:pt x="5425" y="29763"/>
                    <a:pt x="6163" y="29962"/>
                    <a:pt x="6901" y="30132"/>
                  </a:cubicBezTo>
                  <a:cubicBezTo>
                    <a:pt x="7519" y="30264"/>
                    <a:pt x="8129" y="30374"/>
                    <a:pt x="8739" y="30374"/>
                  </a:cubicBezTo>
                  <a:cubicBezTo>
                    <a:pt x="9307" y="30374"/>
                    <a:pt x="9876" y="30279"/>
                    <a:pt x="10451" y="30019"/>
                  </a:cubicBezTo>
                  <a:cubicBezTo>
                    <a:pt x="10593" y="29962"/>
                    <a:pt x="10764" y="29933"/>
                    <a:pt x="10906" y="29905"/>
                  </a:cubicBezTo>
                  <a:cubicBezTo>
                    <a:pt x="10934" y="29451"/>
                    <a:pt x="10849" y="29025"/>
                    <a:pt x="10650" y="28599"/>
                  </a:cubicBezTo>
                  <a:cubicBezTo>
                    <a:pt x="10508" y="28627"/>
                    <a:pt x="10366" y="28684"/>
                    <a:pt x="10224" y="28712"/>
                  </a:cubicBezTo>
                  <a:cubicBezTo>
                    <a:pt x="9750" y="28959"/>
                    <a:pt x="9232" y="29072"/>
                    <a:pt x="8712" y="29072"/>
                  </a:cubicBezTo>
                  <a:cubicBezTo>
                    <a:pt x="8515" y="29072"/>
                    <a:pt x="8318" y="29056"/>
                    <a:pt x="8123" y="29025"/>
                  </a:cubicBezTo>
                  <a:cubicBezTo>
                    <a:pt x="7668" y="28939"/>
                    <a:pt x="7214" y="28854"/>
                    <a:pt x="6759" y="28769"/>
                  </a:cubicBezTo>
                  <a:cubicBezTo>
                    <a:pt x="6078" y="28599"/>
                    <a:pt x="5396" y="28400"/>
                    <a:pt x="4715" y="28258"/>
                  </a:cubicBezTo>
                  <a:cubicBezTo>
                    <a:pt x="4252" y="28145"/>
                    <a:pt x="3793" y="28072"/>
                    <a:pt x="3341" y="28072"/>
                  </a:cubicBezTo>
                  <a:close/>
                  <a:moveTo>
                    <a:pt x="11332" y="32404"/>
                  </a:moveTo>
                  <a:lnTo>
                    <a:pt x="11332" y="32432"/>
                  </a:lnTo>
                  <a:cubicBezTo>
                    <a:pt x="10622" y="32546"/>
                    <a:pt x="9912" y="32546"/>
                    <a:pt x="9202" y="32631"/>
                  </a:cubicBezTo>
                  <a:cubicBezTo>
                    <a:pt x="8453" y="32709"/>
                    <a:pt x="7704" y="32753"/>
                    <a:pt x="6955" y="32753"/>
                  </a:cubicBezTo>
                  <a:cubicBezTo>
                    <a:pt x="6340" y="32753"/>
                    <a:pt x="5726" y="32724"/>
                    <a:pt x="5112" y="32660"/>
                  </a:cubicBezTo>
                  <a:cubicBezTo>
                    <a:pt x="4761" y="32621"/>
                    <a:pt x="4407" y="32602"/>
                    <a:pt x="4053" y="32602"/>
                  </a:cubicBezTo>
                  <a:cubicBezTo>
                    <a:pt x="3375" y="32602"/>
                    <a:pt x="2698" y="32671"/>
                    <a:pt x="2045" y="32802"/>
                  </a:cubicBezTo>
                  <a:cubicBezTo>
                    <a:pt x="1903" y="32830"/>
                    <a:pt x="1733" y="32858"/>
                    <a:pt x="1591" y="32887"/>
                  </a:cubicBezTo>
                  <a:cubicBezTo>
                    <a:pt x="1477" y="33284"/>
                    <a:pt x="1477" y="33710"/>
                    <a:pt x="1591" y="34108"/>
                  </a:cubicBezTo>
                  <a:cubicBezTo>
                    <a:pt x="2239" y="33916"/>
                    <a:pt x="2928" y="33846"/>
                    <a:pt x="3623" y="33846"/>
                  </a:cubicBezTo>
                  <a:cubicBezTo>
                    <a:pt x="3750" y="33846"/>
                    <a:pt x="3877" y="33848"/>
                    <a:pt x="4005" y="33852"/>
                  </a:cubicBezTo>
                  <a:cubicBezTo>
                    <a:pt x="4937" y="33983"/>
                    <a:pt x="5895" y="34052"/>
                    <a:pt x="6852" y="34052"/>
                  </a:cubicBezTo>
                  <a:cubicBezTo>
                    <a:pt x="7352" y="34052"/>
                    <a:pt x="7853" y="34033"/>
                    <a:pt x="8350" y="33994"/>
                  </a:cubicBezTo>
                  <a:cubicBezTo>
                    <a:pt x="9429" y="33909"/>
                    <a:pt x="10480" y="33938"/>
                    <a:pt x="11530" y="33739"/>
                  </a:cubicBezTo>
                  <a:cubicBezTo>
                    <a:pt x="11502" y="33284"/>
                    <a:pt x="11445" y="32858"/>
                    <a:pt x="11332" y="32404"/>
                  </a:cubicBezTo>
                  <a:close/>
                  <a:moveTo>
                    <a:pt x="3926" y="35762"/>
                  </a:moveTo>
                  <a:cubicBezTo>
                    <a:pt x="3420" y="35762"/>
                    <a:pt x="2921" y="35913"/>
                    <a:pt x="2500" y="36209"/>
                  </a:cubicBezTo>
                  <a:lnTo>
                    <a:pt x="1278" y="37033"/>
                  </a:lnTo>
                  <a:cubicBezTo>
                    <a:pt x="1080" y="37629"/>
                    <a:pt x="1023" y="38283"/>
                    <a:pt x="1023" y="38907"/>
                  </a:cubicBezTo>
                  <a:cubicBezTo>
                    <a:pt x="1222" y="38851"/>
                    <a:pt x="1307" y="38680"/>
                    <a:pt x="1449" y="38567"/>
                  </a:cubicBezTo>
                  <a:cubicBezTo>
                    <a:pt x="1988" y="38027"/>
                    <a:pt x="2585" y="37544"/>
                    <a:pt x="3210" y="37147"/>
                  </a:cubicBezTo>
                  <a:cubicBezTo>
                    <a:pt x="3406" y="37026"/>
                    <a:pt x="3634" y="36961"/>
                    <a:pt x="3864" y="36961"/>
                  </a:cubicBezTo>
                  <a:cubicBezTo>
                    <a:pt x="4068" y="36961"/>
                    <a:pt x="4273" y="37012"/>
                    <a:pt x="4459" y="37118"/>
                  </a:cubicBezTo>
                  <a:cubicBezTo>
                    <a:pt x="4772" y="37260"/>
                    <a:pt x="5055" y="37459"/>
                    <a:pt x="5368" y="37658"/>
                  </a:cubicBezTo>
                  <a:cubicBezTo>
                    <a:pt x="5907" y="37999"/>
                    <a:pt x="6532" y="38197"/>
                    <a:pt x="7185" y="38254"/>
                  </a:cubicBezTo>
                  <a:cubicBezTo>
                    <a:pt x="7226" y="38259"/>
                    <a:pt x="7267" y="38262"/>
                    <a:pt x="7308" y="38262"/>
                  </a:cubicBezTo>
                  <a:cubicBezTo>
                    <a:pt x="7502" y="38262"/>
                    <a:pt x="7708" y="38211"/>
                    <a:pt x="7895" y="38141"/>
                  </a:cubicBezTo>
                  <a:cubicBezTo>
                    <a:pt x="8265" y="37999"/>
                    <a:pt x="8605" y="37828"/>
                    <a:pt x="8946" y="37601"/>
                  </a:cubicBezTo>
                  <a:cubicBezTo>
                    <a:pt x="9456" y="37207"/>
                    <a:pt x="10080" y="37002"/>
                    <a:pt x="10709" y="37002"/>
                  </a:cubicBezTo>
                  <a:cubicBezTo>
                    <a:pt x="10851" y="37002"/>
                    <a:pt x="10992" y="37012"/>
                    <a:pt x="11133" y="37033"/>
                  </a:cubicBezTo>
                  <a:cubicBezTo>
                    <a:pt x="11275" y="37061"/>
                    <a:pt x="11417" y="37076"/>
                    <a:pt x="11559" y="37076"/>
                  </a:cubicBezTo>
                  <a:cubicBezTo>
                    <a:pt x="11701" y="37076"/>
                    <a:pt x="11843" y="37061"/>
                    <a:pt x="11985" y="37033"/>
                  </a:cubicBezTo>
                  <a:cubicBezTo>
                    <a:pt x="11985" y="36635"/>
                    <a:pt x="11928" y="36238"/>
                    <a:pt x="11786" y="35869"/>
                  </a:cubicBezTo>
                  <a:lnTo>
                    <a:pt x="11530" y="35869"/>
                  </a:lnTo>
                  <a:cubicBezTo>
                    <a:pt x="11256" y="35811"/>
                    <a:pt x="10978" y="35783"/>
                    <a:pt x="10702" y="35783"/>
                  </a:cubicBezTo>
                  <a:cubicBezTo>
                    <a:pt x="9889" y="35783"/>
                    <a:pt x="9084" y="36027"/>
                    <a:pt x="8407" y="36493"/>
                  </a:cubicBezTo>
                  <a:cubicBezTo>
                    <a:pt x="8208" y="36607"/>
                    <a:pt x="7981" y="36721"/>
                    <a:pt x="7753" y="36834"/>
                  </a:cubicBezTo>
                  <a:cubicBezTo>
                    <a:pt x="7574" y="36945"/>
                    <a:pt x="7368" y="37001"/>
                    <a:pt x="7165" y="37001"/>
                  </a:cubicBezTo>
                  <a:cubicBezTo>
                    <a:pt x="6949" y="37001"/>
                    <a:pt x="6736" y="36937"/>
                    <a:pt x="6561" y="36806"/>
                  </a:cubicBezTo>
                  <a:cubicBezTo>
                    <a:pt x="6106" y="36522"/>
                    <a:pt x="5623" y="36266"/>
                    <a:pt x="5141" y="36067"/>
                  </a:cubicBezTo>
                  <a:cubicBezTo>
                    <a:pt x="4757" y="35863"/>
                    <a:pt x="4339" y="35762"/>
                    <a:pt x="3926" y="35762"/>
                  </a:cubicBezTo>
                  <a:close/>
                  <a:moveTo>
                    <a:pt x="9989" y="41436"/>
                  </a:moveTo>
                  <a:cubicBezTo>
                    <a:pt x="9830" y="41436"/>
                    <a:pt x="9671" y="41455"/>
                    <a:pt x="9514" y="41492"/>
                  </a:cubicBezTo>
                  <a:cubicBezTo>
                    <a:pt x="9003" y="41605"/>
                    <a:pt x="8520" y="41832"/>
                    <a:pt x="8151" y="42202"/>
                  </a:cubicBezTo>
                  <a:cubicBezTo>
                    <a:pt x="7668" y="42628"/>
                    <a:pt x="7214" y="43054"/>
                    <a:pt x="6759" y="43508"/>
                  </a:cubicBezTo>
                  <a:cubicBezTo>
                    <a:pt x="6674" y="43610"/>
                    <a:pt x="6548" y="43661"/>
                    <a:pt x="6424" y="43661"/>
                  </a:cubicBezTo>
                  <a:cubicBezTo>
                    <a:pt x="6341" y="43661"/>
                    <a:pt x="6260" y="43639"/>
                    <a:pt x="6191" y="43593"/>
                  </a:cubicBezTo>
                  <a:cubicBezTo>
                    <a:pt x="5538" y="43281"/>
                    <a:pt x="4885" y="42997"/>
                    <a:pt x="4232" y="42684"/>
                  </a:cubicBezTo>
                  <a:cubicBezTo>
                    <a:pt x="3475" y="42286"/>
                    <a:pt x="2676" y="42013"/>
                    <a:pt x="1816" y="42013"/>
                  </a:cubicBezTo>
                  <a:cubicBezTo>
                    <a:pt x="1450" y="42013"/>
                    <a:pt x="1072" y="42063"/>
                    <a:pt x="682" y="42173"/>
                  </a:cubicBezTo>
                  <a:cubicBezTo>
                    <a:pt x="625" y="42173"/>
                    <a:pt x="568" y="42173"/>
                    <a:pt x="512" y="42202"/>
                  </a:cubicBezTo>
                  <a:cubicBezTo>
                    <a:pt x="341" y="42656"/>
                    <a:pt x="284" y="43139"/>
                    <a:pt x="313" y="43622"/>
                  </a:cubicBezTo>
                  <a:cubicBezTo>
                    <a:pt x="512" y="43593"/>
                    <a:pt x="682" y="43536"/>
                    <a:pt x="881" y="43480"/>
                  </a:cubicBezTo>
                  <a:cubicBezTo>
                    <a:pt x="1151" y="43380"/>
                    <a:pt x="1435" y="43330"/>
                    <a:pt x="1722" y="43330"/>
                  </a:cubicBezTo>
                  <a:cubicBezTo>
                    <a:pt x="2010" y="43330"/>
                    <a:pt x="2301" y="43380"/>
                    <a:pt x="2585" y="43480"/>
                  </a:cubicBezTo>
                  <a:cubicBezTo>
                    <a:pt x="2869" y="43593"/>
                    <a:pt x="3153" y="43707"/>
                    <a:pt x="3408" y="43849"/>
                  </a:cubicBezTo>
                  <a:cubicBezTo>
                    <a:pt x="4090" y="44161"/>
                    <a:pt x="4772" y="44474"/>
                    <a:pt x="5453" y="44786"/>
                  </a:cubicBezTo>
                  <a:cubicBezTo>
                    <a:pt x="5821" y="44959"/>
                    <a:pt x="6143" y="45046"/>
                    <a:pt x="6446" y="45046"/>
                  </a:cubicBezTo>
                  <a:cubicBezTo>
                    <a:pt x="6937" y="45046"/>
                    <a:pt x="7375" y="44817"/>
                    <a:pt x="7867" y="44360"/>
                  </a:cubicBezTo>
                  <a:cubicBezTo>
                    <a:pt x="7924" y="44303"/>
                    <a:pt x="7981" y="44218"/>
                    <a:pt x="8037" y="44161"/>
                  </a:cubicBezTo>
                  <a:cubicBezTo>
                    <a:pt x="8520" y="43707"/>
                    <a:pt x="9003" y="43281"/>
                    <a:pt x="9543" y="42855"/>
                  </a:cubicBezTo>
                  <a:cubicBezTo>
                    <a:pt x="9632" y="42780"/>
                    <a:pt x="9738" y="42744"/>
                    <a:pt x="9847" y="42744"/>
                  </a:cubicBezTo>
                  <a:cubicBezTo>
                    <a:pt x="9945" y="42744"/>
                    <a:pt x="10045" y="42773"/>
                    <a:pt x="10139" y="42826"/>
                  </a:cubicBezTo>
                  <a:cubicBezTo>
                    <a:pt x="10508" y="42968"/>
                    <a:pt x="10678" y="43366"/>
                    <a:pt x="11019" y="43508"/>
                  </a:cubicBezTo>
                  <a:cubicBezTo>
                    <a:pt x="11218" y="42997"/>
                    <a:pt x="11303" y="42429"/>
                    <a:pt x="11332" y="41889"/>
                  </a:cubicBezTo>
                  <a:cubicBezTo>
                    <a:pt x="11190" y="41804"/>
                    <a:pt x="11048" y="41776"/>
                    <a:pt x="10934" y="41690"/>
                  </a:cubicBezTo>
                  <a:cubicBezTo>
                    <a:pt x="10646" y="41518"/>
                    <a:pt x="10320" y="41436"/>
                    <a:pt x="9989" y="41436"/>
                  </a:cubicBezTo>
                  <a:close/>
                  <a:moveTo>
                    <a:pt x="1914" y="46698"/>
                  </a:moveTo>
                  <a:cubicBezTo>
                    <a:pt x="1453" y="46698"/>
                    <a:pt x="985" y="46789"/>
                    <a:pt x="512" y="47001"/>
                  </a:cubicBezTo>
                  <a:cubicBezTo>
                    <a:pt x="370" y="47058"/>
                    <a:pt x="199" y="47086"/>
                    <a:pt x="57" y="47115"/>
                  </a:cubicBezTo>
                  <a:cubicBezTo>
                    <a:pt x="0" y="47569"/>
                    <a:pt x="0" y="48023"/>
                    <a:pt x="86" y="48449"/>
                  </a:cubicBezTo>
                  <a:cubicBezTo>
                    <a:pt x="540" y="48222"/>
                    <a:pt x="1080" y="48080"/>
                    <a:pt x="1591" y="48023"/>
                  </a:cubicBezTo>
                  <a:cubicBezTo>
                    <a:pt x="1710" y="47998"/>
                    <a:pt x="1832" y="47985"/>
                    <a:pt x="1953" y="47985"/>
                  </a:cubicBezTo>
                  <a:cubicBezTo>
                    <a:pt x="2236" y="47985"/>
                    <a:pt x="2517" y="48055"/>
                    <a:pt x="2755" y="48194"/>
                  </a:cubicBezTo>
                  <a:cubicBezTo>
                    <a:pt x="3437" y="48478"/>
                    <a:pt x="4090" y="48762"/>
                    <a:pt x="4772" y="48989"/>
                  </a:cubicBezTo>
                  <a:cubicBezTo>
                    <a:pt x="5339" y="49216"/>
                    <a:pt x="5933" y="49330"/>
                    <a:pt x="6526" y="49330"/>
                  </a:cubicBezTo>
                  <a:cubicBezTo>
                    <a:pt x="6823" y="49330"/>
                    <a:pt x="7119" y="49301"/>
                    <a:pt x="7413" y="49245"/>
                  </a:cubicBezTo>
                  <a:cubicBezTo>
                    <a:pt x="8123" y="49103"/>
                    <a:pt x="8833" y="48989"/>
                    <a:pt x="9543" y="48904"/>
                  </a:cubicBezTo>
                  <a:cubicBezTo>
                    <a:pt x="9798" y="48421"/>
                    <a:pt x="9940" y="47938"/>
                    <a:pt x="9997" y="47427"/>
                  </a:cubicBezTo>
                  <a:lnTo>
                    <a:pt x="9997" y="47427"/>
                  </a:lnTo>
                  <a:cubicBezTo>
                    <a:pt x="9486" y="47484"/>
                    <a:pt x="9003" y="47597"/>
                    <a:pt x="8520" y="47739"/>
                  </a:cubicBezTo>
                  <a:cubicBezTo>
                    <a:pt x="8062" y="47938"/>
                    <a:pt x="7603" y="47989"/>
                    <a:pt x="7141" y="47989"/>
                  </a:cubicBezTo>
                  <a:cubicBezTo>
                    <a:pt x="6743" y="47989"/>
                    <a:pt x="6343" y="47951"/>
                    <a:pt x="5936" y="47938"/>
                  </a:cubicBezTo>
                  <a:cubicBezTo>
                    <a:pt x="5822" y="47938"/>
                    <a:pt x="5709" y="47910"/>
                    <a:pt x="5595" y="47853"/>
                  </a:cubicBezTo>
                  <a:cubicBezTo>
                    <a:pt x="4942" y="47597"/>
                    <a:pt x="4289" y="47370"/>
                    <a:pt x="3636" y="47086"/>
                  </a:cubicBezTo>
                  <a:cubicBezTo>
                    <a:pt x="3078" y="46847"/>
                    <a:pt x="2502" y="46698"/>
                    <a:pt x="1914" y="46698"/>
                  </a:cubicBezTo>
                  <a:close/>
                  <a:moveTo>
                    <a:pt x="2481" y="50628"/>
                  </a:moveTo>
                  <a:cubicBezTo>
                    <a:pt x="2139" y="50628"/>
                    <a:pt x="1794" y="50723"/>
                    <a:pt x="1449" y="50948"/>
                  </a:cubicBezTo>
                  <a:cubicBezTo>
                    <a:pt x="1051" y="51176"/>
                    <a:pt x="654" y="51403"/>
                    <a:pt x="256" y="51658"/>
                  </a:cubicBezTo>
                  <a:cubicBezTo>
                    <a:pt x="256" y="52056"/>
                    <a:pt x="284" y="52454"/>
                    <a:pt x="398" y="52851"/>
                  </a:cubicBezTo>
                  <a:cubicBezTo>
                    <a:pt x="796" y="52738"/>
                    <a:pt x="1165" y="52567"/>
                    <a:pt x="1477" y="52312"/>
                  </a:cubicBezTo>
                  <a:cubicBezTo>
                    <a:pt x="1856" y="52085"/>
                    <a:pt x="2129" y="51962"/>
                    <a:pt x="2401" y="51962"/>
                  </a:cubicBezTo>
                  <a:cubicBezTo>
                    <a:pt x="2639" y="51962"/>
                    <a:pt x="2876" y="52056"/>
                    <a:pt x="3181" y="52255"/>
                  </a:cubicBezTo>
                  <a:cubicBezTo>
                    <a:pt x="3891" y="52709"/>
                    <a:pt x="4743" y="52965"/>
                    <a:pt x="5595" y="52965"/>
                  </a:cubicBezTo>
                  <a:cubicBezTo>
                    <a:pt x="6532" y="52965"/>
                    <a:pt x="7469" y="52993"/>
                    <a:pt x="8407" y="52993"/>
                  </a:cubicBezTo>
                  <a:cubicBezTo>
                    <a:pt x="8577" y="52652"/>
                    <a:pt x="8691" y="52283"/>
                    <a:pt x="8719" y="51886"/>
                  </a:cubicBezTo>
                  <a:cubicBezTo>
                    <a:pt x="8570" y="51737"/>
                    <a:pt x="8357" y="51653"/>
                    <a:pt x="8153" y="51653"/>
                  </a:cubicBezTo>
                  <a:cubicBezTo>
                    <a:pt x="8124" y="51653"/>
                    <a:pt x="8095" y="51655"/>
                    <a:pt x="8066" y="51658"/>
                  </a:cubicBezTo>
                  <a:cubicBezTo>
                    <a:pt x="7524" y="51679"/>
                    <a:pt x="6996" y="51699"/>
                    <a:pt x="6472" y="51699"/>
                  </a:cubicBezTo>
                  <a:cubicBezTo>
                    <a:pt x="6255" y="51699"/>
                    <a:pt x="6039" y="51695"/>
                    <a:pt x="5822" y="51687"/>
                  </a:cubicBezTo>
                  <a:cubicBezTo>
                    <a:pt x="5777" y="51689"/>
                    <a:pt x="5733" y="51690"/>
                    <a:pt x="5688" y="51690"/>
                  </a:cubicBezTo>
                  <a:cubicBezTo>
                    <a:pt x="5112" y="51690"/>
                    <a:pt x="4564" y="51520"/>
                    <a:pt x="4090" y="51204"/>
                  </a:cubicBezTo>
                  <a:cubicBezTo>
                    <a:pt x="3948" y="51119"/>
                    <a:pt x="3806" y="51005"/>
                    <a:pt x="3636" y="50948"/>
                  </a:cubicBezTo>
                  <a:cubicBezTo>
                    <a:pt x="3257" y="50752"/>
                    <a:pt x="2871" y="50628"/>
                    <a:pt x="2481" y="50628"/>
                  </a:cubicBezTo>
                  <a:close/>
                  <a:moveTo>
                    <a:pt x="6546" y="55389"/>
                  </a:moveTo>
                  <a:cubicBezTo>
                    <a:pt x="6170" y="55389"/>
                    <a:pt x="5786" y="55481"/>
                    <a:pt x="5396" y="55634"/>
                  </a:cubicBezTo>
                  <a:cubicBezTo>
                    <a:pt x="5254" y="55663"/>
                    <a:pt x="5141" y="55720"/>
                    <a:pt x="5027" y="55776"/>
                  </a:cubicBezTo>
                  <a:cubicBezTo>
                    <a:pt x="4494" y="56043"/>
                    <a:pt x="3886" y="56176"/>
                    <a:pt x="3280" y="56176"/>
                  </a:cubicBezTo>
                  <a:cubicBezTo>
                    <a:pt x="3047" y="56176"/>
                    <a:pt x="2814" y="56157"/>
                    <a:pt x="2585" y="56117"/>
                  </a:cubicBezTo>
                  <a:cubicBezTo>
                    <a:pt x="2202" y="56008"/>
                    <a:pt x="1808" y="55957"/>
                    <a:pt x="1410" y="55957"/>
                  </a:cubicBezTo>
                  <a:cubicBezTo>
                    <a:pt x="1187" y="55957"/>
                    <a:pt x="963" y="55973"/>
                    <a:pt x="739" y="56003"/>
                  </a:cubicBezTo>
                  <a:cubicBezTo>
                    <a:pt x="739" y="56401"/>
                    <a:pt x="796" y="56770"/>
                    <a:pt x="938" y="57139"/>
                  </a:cubicBezTo>
                  <a:lnTo>
                    <a:pt x="1477" y="57139"/>
                  </a:lnTo>
                  <a:cubicBezTo>
                    <a:pt x="1903" y="57225"/>
                    <a:pt x="2329" y="57310"/>
                    <a:pt x="2727" y="57367"/>
                  </a:cubicBezTo>
                  <a:cubicBezTo>
                    <a:pt x="2963" y="57420"/>
                    <a:pt x="3198" y="57446"/>
                    <a:pt x="3431" y="57446"/>
                  </a:cubicBezTo>
                  <a:cubicBezTo>
                    <a:pt x="3815" y="57446"/>
                    <a:pt x="4191" y="57377"/>
                    <a:pt x="4544" y="57253"/>
                  </a:cubicBezTo>
                  <a:cubicBezTo>
                    <a:pt x="5027" y="57083"/>
                    <a:pt x="5538" y="56912"/>
                    <a:pt x="6021" y="56713"/>
                  </a:cubicBezTo>
                  <a:cubicBezTo>
                    <a:pt x="6176" y="56645"/>
                    <a:pt x="6341" y="56607"/>
                    <a:pt x="6504" y="56607"/>
                  </a:cubicBezTo>
                  <a:cubicBezTo>
                    <a:pt x="6610" y="56607"/>
                    <a:pt x="6715" y="56623"/>
                    <a:pt x="6816" y="56657"/>
                  </a:cubicBezTo>
                  <a:cubicBezTo>
                    <a:pt x="7015" y="56713"/>
                    <a:pt x="7214" y="56827"/>
                    <a:pt x="7413" y="56884"/>
                  </a:cubicBezTo>
                  <a:cubicBezTo>
                    <a:pt x="7552" y="56523"/>
                    <a:pt x="7663" y="56134"/>
                    <a:pt x="7695" y="55718"/>
                  </a:cubicBezTo>
                  <a:lnTo>
                    <a:pt x="7695" y="55718"/>
                  </a:lnTo>
                  <a:cubicBezTo>
                    <a:pt x="7695" y="55719"/>
                    <a:pt x="7696" y="55719"/>
                    <a:pt x="7697" y="55720"/>
                  </a:cubicBezTo>
                  <a:lnTo>
                    <a:pt x="7697" y="55691"/>
                  </a:lnTo>
                  <a:cubicBezTo>
                    <a:pt x="7696" y="55700"/>
                    <a:pt x="7695" y="55709"/>
                    <a:pt x="7695" y="55718"/>
                  </a:cubicBezTo>
                  <a:lnTo>
                    <a:pt x="7695" y="55718"/>
                  </a:lnTo>
                  <a:cubicBezTo>
                    <a:pt x="7319" y="55488"/>
                    <a:pt x="6936" y="55389"/>
                    <a:pt x="6546" y="55389"/>
                  </a:cubicBezTo>
                  <a:close/>
                  <a:moveTo>
                    <a:pt x="6901" y="59355"/>
                  </a:moveTo>
                  <a:lnTo>
                    <a:pt x="6901" y="59383"/>
                  </a:lnTo>
                  <a:cubicBezTo>
                    <a:pt x="6504" y="59440"/>
                    <a:pt x="6106" y="59525"/>
                    <a:pt x="5737" y="59695"/>
                  </a:cubicBezTo>
                  <a:cubicBezTo>
                    <a:pt x="5463" y="59801"/>
                    <a:pt x="5189" y="59859"/>
                    <a:pt x="4916" y="59859"/>
                  </a:cubicBezTo>
                  <a:cubicBezTo>
                    <a:pt x="4820" y="59859"/>
                    <a:pt x="4725" y="59852"/>
                    <a:pt x="4630" y="59837"/>
                  </a:cubicBezTo>
                  <a:cubicBezTo>
                    <a:pt x="3522" y="59809"/>
                    <a:pt x="2414" y="59695"/>
                    <a:pt x="1307" y="59497"/>
                  </a:cubicBezTo>
                  <a:lnTo>
                    <a:pt x="1307" y="59497"/>
                  </a:lnTo>
                  <a:cubicBezTo>
                    <a:pt x="1250" y="59923"/>
                    <a:pt x="1307" y="60377"/>
                    <a:pt x="1449" y="60803"/>
                  </a:cubicBezTo>
                  <a:cubicBezTo>
                    <a:pt x="1733" y="60803"/>
                    <a:pt x="2045" y="60831"/>
                    <a:pt x="2358" y="60917"/>
                  </a:cubicBezTo>
                  <a:cubicBezTo>
                    <a:pt x="3018" y="61006"/>
                    <a:pt x="3691" y="61118"/>
                    <a:pt x="4360" y="61118"/>
                  </a:cubicBezTo>
                  <a:cubicBezTo>
                    <a:pt x="4755" y="61118"/>
                    <a:pt x="5148" y="61079"/>
                    <a:pt x="5538" y="60973"/>
                  </a:cubicBezTo>
                  <a:cubicBezTo>
                    <a:pt x="5936" y="60888"/>
                    <a:pt x="6305" y="60746"/>
                    <a:pt x="6674" y="60633"/>
                  </a:cubicBezTo>
                  <a:cubicBezTo>
                    <a:pt x="6845" y="60207"/>
                    <a:pt x="6930" y="59781"/>
                    <a:pt x="6901" y="59355"/>
                  </a:cubicBezTo>
                  <a:close/>
                  <a:moveTo>
                    <a:pt x="3036" y="62854"/>
                  </a:moveTo>
                  <a:cubicBezTo>
                    <a:pt x="2556" y="62854"/>
                    <a:pt x="2101" y="62990"/>
                    <a:pt x="1676" y="63330"/>
                  </a:cubicBezTo>
                  <a:cubicBezTo>
                    <a:pt x="1591" y="63842"/>
                    <a:pt x="1619" y="64353"/>
                    <a:pt x="1733" y="64836"/>
                  </a:cubicBezTo>
                  <a:lnTo>
                    <a:pt x="1733" y="64864"/>
                  </a:lnTo>
                  <a:cubicBezTo>
                    <a:pt x="1818" y="64807"/>
                    <a:pt x="1875" y="64750"/>
                    <a:pt x="1932" y="64694"/>
                  </a:cubicBezTo>
                  <a:cubicBezTo>
                    <a:pt x="2232" y="64333"/>
                    <a:pt x="2674" y="64128"/>
                    <a:pt x="3127" y="64128"/>
                  </a:cubicBezTo>
                  <a:cubicBezTo>
                    <a:pt x="3317" y="64128"/>
                    <a:pt x="3508" y="64164"/>
                    <a:pt x="3692" y="64239"/>
                  </a:cubicBezTo>
                  <a:cubicBezTo>
                    <a:pt x="4459" y="64523"/>
                    <a:pt x="5254" y="64410"/>
                    <a:pt x="6049" y="64466"/>
                  </a:cubicBezTo>
                  <a:cubicBezTo>
                    <a:pt x="6220" y="64069"/>
                    <a:pt x="6277" y="63671"/>
                    <a:pt x="6248" y="63245"/>
                  </a:cubicBezTo>
                  <a:lnTo>
                    <a:pt x="6248" y="63245"/>
                  </a:lnTo>
                  <a:cubicBezTo>
                    <a:pt x="6154" y="63249"/>
                    <a:pt x="6060" y="63251"/>
                    <a:pt x="5966" y="63251"/>
                  </a:cubicBezTo>
                  <a:cubicBezTo>
                    <a:pt x="5316" y="63251"/>
                    <a:pt x="4653" y="63167"/>
                    <a:pt x="4033" y="63018"/>
                  </a:cubicBezTo>
                  <a:cubicBezTo>
                    <a:pt x="3691" y="62915"/>
                    <a:pt x="3358" y="62854"/>
                    <a:pt x="3036" y="62854"/>
                  </a:cubicBezTo>
                  <a:close/>
                  <a:moveTo>
                    <a:pt x="5936" y="65347"/>
                  </a:moveTo>
                  <a:lnTo>
                    <a:pt x="5936" y="65347"/>
                  </a:lnTo>
                  <a:cubicBezTo>
                    <a:pt x="5254" y="65432"/>
                    <a:pt x="4601" y="65546"/>
                    <a:pt x="3948" y="65716"/>
                  </a:cubicBezTo>
                  <a:cubicBezTo>
                    <a:pt x="3238" y="65915"/>
                    <a:pt x="2500" y="66085"/>
                    <a:pt x="1790" y="66227"/>
                  </a:cubicBezTo>
                  <a:cubicBezTo>
                    <a:pt x="1676" y="66596"/>
                    <a:pt x="1676" y="66994"/>
                    <a:pt x="1761" y="67363"/>
                  </a:cubicBezTo>
                  <a:lnTo>
                    <a:pt x="1761" y="67420"/>
                  </a:lnTo>
                  <a:cubicBezTo>
                    <a:pt x="2556" y="67306"/>
                    <a:pt x="3352" y="67136"/>
                    <a:pt x="4147" y="66937"/>
                  </a:cubicBezTo>
                  <a:cubicBezTo>
                    <a:pt x="4686" y="66767"/>
                    <a:pt x="5226" y="66653"/>
                    <a:pt x="5794" y="66568"/>
                  </a:cubicBezTo>
                  <a:cubicBezTo>
                    <a:pt x="5879" y="66170"/>
                    <a:pt x="5936" y="65773"/>
                    <a:pt x="5936" y="65347"/>
                  </a:cubicBezTo>
                  <a:close/>
                  <a:moveTo>
                    <a:pt x="5481" y="69181"/>
                  </a:moveTo>
                  <a:lnTo>
                    <a:pt x="5481" y="69181"/>
                  </a:lnTo>
                  <a:cubicBezTo>
                    <a:pt x="4531" y="69380"/>
                    <a:pt x="3545" y="69493"/>
                    <a:pt x="2566" y="69493"/>
                  </a:cubicBezTo>
                  <a:cubicBezTo>
                    <a:pt x="2287" y="69493"/>
                    <a:pt x="2009" y="69483"/>
                    <a:pt x="1733" y="69465"/>
                  </a:cubicBezTo>
                  <a:cubicBezTo>
                    <a:pt x="1648" y="69834"/>
                    <a:pt x="1648" y="70231"/>
                    <a:pt x="1733" y="70629"/>
                  </a:cubicBezTo>
                  <a:lnTo>
                    <a:pt x="1733" y="70657"/>
                  </a:lnTo>
                  <a:cubicBezTo>
                    <a:pt x="2241" y="70728"/>
                    <a:pt x="2749" y="70765"/>
                    <a:pt x="3255" y="70765"/>
                  </a:cubicBezTo>
                  <a:cubicBezTo>
                    <a:pt x="3966" y="70765"/>
                    <a:pt x="4672" y="70693"/>
                    <a:pt x="5368" y="70544"/>
                  </a:cubicBezTo>
                  <a:cubicBezTo>
                    <a:pt x="5481" y="70089"/>
                    <a:pt x="5510" y="69635"/>
                    <a:pt x="5481" y="69181"/>
                  </a:cubicBezTo>
                  <a:close/>
                  <a:moveTo>
                    <a:pt x="5311" y="71566"/>
                  </a:moveTo>
                  <a:lnTo>
                    <a:pt x="1704" y="72134"/>
                  </a:lnTo>
                  <a:cubicBezTo>
                    <a:pt x="1648" y="72446"/>
                    <a:pt x="1676" y="72816"/>
                    <a:pt x="1790" y="73128"/>
                  </a:cubicBezTo>
                  <a:lnTo>
                    <a:pt x="1790" y="73156"/>
                  </a:lnTo>
                  <a:cubicBezTo>
                    <a:pt x="2926" y="73128"/>
                    <a:pt x="4090" y="72986"/>
                    <a:pt x="5226" y="72787"/>
                  </a:cubicBezTo>
                  <a:cubicBezTo>
                    <a:pt x="5339" y="72390"/>
                    <a:pt x="5368" y="71964"/>
                    <a:pt x="5311" y="715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105"/>
          <p:cNvGrpSpPr/>
          <p:nvPr/>
        </p:nvGrpSpPr>
        <p:grpSpPr>
          <a:xfrm>
            <a:off x="1647942" y="3415773"/>
            <a:ext cx="771614" cy="1240771"/>
            <a:chOff x="4304125" y="3580575"/>
            <a:chExt cx="837800" cy="1347200"/>
          </a:xfrm>
        </p:grpSpPr>
        <p:sp>
          <p:nvSpPr>
            <p:cNvPr id="8127" name="Google Shape;8127;p105"/>
            <p:cNvSpPr/>
            <p:nvPr/>
          </p:nvSpPr>
          <p:spPr>
            <a:xfrm>
              <a:off x="4325425" y="4743150"/>
              <a:ext cx="816500" cy="184625"/>
            </a:xfrm>
            <a:custGeom>
              <a:rect b="b" l="l" r="r" t="t"/>
              <a:pathLst>
                <a:path extrusionOk="0" h="7385" w="32660">
                  <a:moveTo>
                    <a:pt x="16330" y="1"/>
                  </a:moveTo>
                  <a:cubicBezTo>
                    <a:pt x="7299" y="1"/>
                    <a:pt x="1" y="1648"/>
                    <a:pt x="1" y="3693"/>
                  </a:cubicBezTo>
                  <a:cubicBezTo>
                    <a:pt x="1" y="5738"/>
                    <a:pt x="7299" y="7385"/>
                    <a:pt x="16330" y="7385"/>
                  </a:cubicBezTo>
                  <a:cubicBezTo>
                    <a:pt x="25332" y="7385"/>
                    <a:pt x="32659" y="5738"/>
                    <a:pt x="32659" y="3693"/>
                  </a:cubicBezTo>
                  <a:cubicBezTo>
                    <a:pt x="32659" y="1648"/>
                    <a:pt x="25332"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05"/>
            <p:cNvSpPr/>
            <p:nvPr/>
          </p:nvSpPr>
          <p:spPr>
            <a:xfrm>
              <a:off x="4304125" y="4168075"/>
              <a:ext cx="834250" cy="117175"/>
            </a:xfrm>
            <a:custGeom>
              <a:rect b="b" l="l" r="r" t="t"/>
              <a:pathLst>
                <a:path extrusionOk="0" h="4687" w="33370">
                  <a:moveTo>
                    <a:pt x="16671" y="1"/>
                  </a:moveTo>
                  <a:cubicBezTo>
                    <a:pt x="7441" y="1"/>
                    <a:pt x="1" y="1052"/>
                    <a:pt x="1" y="2330"/>
                  </a:cubicBezTo>
                  <a:cubicBezTo>
                    <a:pt x="1" y="3608"/>
                    <a:pt x="7441" y="4687"/>
                    <a:pt x="16671" y="4687"/>
                  </a:cubicBezTo>
                  <a:cubicBezTo>
                    <a:pt x="25900" y="4687"/>
                    <a:pt x="33369" y="3636"/>
                    <a:pt x="33369" y="2330"/>
                  </a:cubicBezTo>
                  <a:cubicBezTo>
                    <a:pt x="33369" y="1052"/>
                    <a:pt x="25900" y="1"/>
                    <a:pt x="166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05"/>
            <p:cNvSpPr/>
            <p:nvPr/>
          </p:nvSpPr>
          <p:spPr>
            <a:xfrm>
              <a:off x="4338925" y="4214225"/>
              <a:ext cx="763950" cy="71025"/>
            </a:xfrm>
            <a:custGeom>
              <a:rect b="b" l="l" r="r" t="t"/>
              <a:pathLst>
                <a:path extrusionOk="0" h="2841" w="30558">
                  <a:moveTo>
                    <a:pt x="15279" y="1"/>
                  </a:moveTo>
                  <a:cubicBezTo>
                    <a:pt x="8463" y="1"/>
                    <a:pt x="2585" y="597"/>
                    <a:pt x="0" y="1421"/>
                  </a:cubicBezTo>
                  <a:cubicBezTo>
                    <a:pt x="2585" y="2273"/>
                    <a:pt x="8463" y="2841"/>
                    <a:pt x="15279" y="2841"/>
                  </a:cubicBezTo>
                  <a:cubicBezTo>
                    <a:pt x="22123" y="2841"/>
                    <a:pt x="28002" y="2273"/>
                    <a:pt x="30557" y="1421"/>
                  </a:cubicBezTo>
                  <a:cubicBezTo>
                    <a:pt x="28002" y="597"/>
                    <a:pt x="22123" y="1"/>
                    <a:pt x="15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05"/>
            <p:cNvSpPr/>
            <p:nvPr/>
          </p:nvSpPr>
          <p:spPr>
            <a:xfrm>
              <a:off x="4654850" y="3580575"/>
              <a:ext cx="192425" cy="291575"/>
            </a:xfrm>
            <a:custGeom>
              <a:rect b="b" l="l" r="r" t="t"/>
              <a:pathLst>
                <a:path extrusionOk="0" h="11663" w="7697">
                  <a:moveTo>
                    <a:pt x="4278" y="0"/>
                  </a:moveTo>
                  <a:cubicBezTo>
                    <a:pt x="4154" y="0"/>
                    <a:pt x="4029" y="41"/>
                    <a:pt x="3920" y="129"/>
                  </a:cubicBezTo>
                  <a:cubicBezTo>
                    <a:pt x="3778" y="271"/>
                    <a:pt x="3636" y="441"/>
                    <a:pt x="3551" y="640"/>
                  </a:cubicBezTo>
                  <a:cubicBezTo>
                    <a:pt x="3323" y="1123"/>
                    <a:pt x="3153" y="1662"/>
                    <a:pt x="3039" y="2173"/>
                  </a:cubicBezTo>
                  <a:cubicBezTo>
                    <a:pt x="2841" y="3110"/>
                    <a:pt x="2699" y="4048"/>
                    <a:pt x="2500" y="4985"/>
                  </a:cubicBezTo>
                  <a:cubicBezTo>
                    <a:pt x="2443" y="4701"/>
                    <a:pt x="2386" y="4388"/>
                    <a:pt x="2301" y="4104"/>
                  </a:cubicBezTo>
                  <a:cubicBezTo>
                    <a:pt x="2187" y="3366"/>
                    <a:pt x="2017" y="2656"/>
                    <a:pt x="1761" y="1974"/>
                  </a:cubicBezTo>
                  <a:cubicBezTo>
                    <a:pt x="1676" y="1719"/>
                    <a:pt x="1563" y="1492"/>
                    <a:pt x="1392" y="1293"/>
                  </a:cubicBezTo>
                  <a:cubicBezTo>
                    <a:pt x="1265" y="1090"/>
                    <a:pt x="1059" y="994"/>
                    <a:pt x="854" y="994"/>
                  </a:cubicBezTo>
                  <a:cubicBezTo>
                    <a:pt x="601" y="994"/>
                    <a:pt x="350" y="1140"/>
                    <a:pt x="256" y="1407"/>
                  </a:cubicBezTo>
                  <a:cubicBezTo>
                    <a:pt x="86" y="1719"/>
                    <a:pt x="29" y="2031"/>
                    <a:pt x="29" y="2372"/>
                  </a:cubicBezTo>
                  <a:cubicBezTo>
                    <a:pt x="1" y="3252"/>
                    <a:pt x="86" y="4133"/>
                    <a:pt x="256" y="4985"/>
                  </a:cubicBezTo>
                  <a:cubicBezTo>
                    <a:pt x="626" y="6831"/>
                    <a:pt x="1193" y="8591"/>
                    <a:pt x="1960" y="10295"/>
                  </a:cubicBezTo>
                  <a:cubicBezTo>
                    <a:pt x="2131" y="10693"/>
                    <a:pt x="2301" y="11034"/>
                    <a:pt x="2471" y="11403"/>
                  </a:cubicBezTo>
                  <a:cubicBezTo>
                    <a:pt x="2548" y="11556"/>
                    <a:pt x="2716" y="11663"/>
                    <a:pt x="2893" y="11663"/>
                  </a:cubicBezTo>
                  <a:cubicBezTo>
                    <a:pt x="2913" y="11663"/>
                    <a:pt x="2934" y="11661"/>
                    <a:pt x="2954" y="11659"/>
                  </a:cubicBezTo>
                  <a:cubicBezTo>
                    <a:pt x="3267" y="11659"/>
                    <a:pt x="3551" y="11488"/>
                    <a:pt x="3693" y="11204"/>
                  </a:cubicBezTo>
                  <a:cubicBezTo>
                    <a:pt x="4147" y="10551"/>
                    <a:pt x="4630" y="9898"/>
                    <a:pt x="5027" y="9216"/>
                  </a:cubicBezTo>
                  <a:cubicBezTo>
                    <a:pt x="5879" y="7825"/>
                    <a:pt x="6589" y="6376"/>
                    <a:pt x="7157" y="4871"/>
                  </a:cubicBezTo>
                  <a:cubicBezTo>
                    <a:pt x="7384" y="4218"/>
                    <a:pt x="7555" y="3565"/>
                    <a:pt x="7668" y="2883"/>
                  </a:cubicBezTo>
                  <a:cubicBezTo>
                    <a:pt x="7697" y="2684"/>
                    <a:pt x="7668" y="2457"/>
                    <a:pt x="7612" y="2258"/>
                  </a:cubicBezTo>
                  <a:cubicBezTo>
                    <a:pt x="7583" y="2088"/>
                    <a:pt x="7441" y="1974"/>
                    <a:pt x="7271" y="1946"/>
                  </a:cubicBezTo>
                  <a:cubicBezTo>
                    <a:pt x="7210" y="1923"/>
                    <a:pt x="7147" y="1913"/>
                    <a:pt x="7084" y="1913"/>
                  </a:cubicBezTo>
                  <a:cubicBezTo>
                    <a:pt x="6913" y="1913"/>
                    <a:pt x="6742" y="1992"/>
                    <a:pt x="6618" y="2116"/>
                  </a:cubicBezTo>
                  <a:cubicBezTo>
                    <a:pt x="6362" y="2372"/>
                    <a:pt x="6163" y="2656"/>
                    <a:pt x="5965" y="2968"/>
                  </a:cubicBezTo>
                  <a:cubicBezTo>
                    <a:pt x="5510" y="3707"/>
                    <a:pt x="5084" y="4474"/>
                    <a:pt x="4630" y="5212"/>
                  </a:cubicBezTo>
                  <a:cubicBezTo>
                    <a:pt x="4573" y="5297"/>
                    <a:pt x="4516" y="5382"/>
                    <a:pt x="4459" y="5439"/>
                  </a:cubicBezTo>
                  <a:cubicBezTo>
                    <a:pt x="4439" y="5459"/>
                    <a:pt x="4405" y="5479"/>
                    <a:pt x="4377" y="5479"/>
                  </a:cubicBezTo>
                  <a:cubicBezTo>
                    <a:pt x="4365" y="5479"/>
                    <a:pt x="4354" y="5476"/>
                    <a:pt x="4346" y="5468"/>
                  </a:cubicBezTo>
                  <a:cubicBezTo>
                    <a:pt x="4317" y="5439"/>
                    <a:pt x="4289" y="5411"/>
                    <a:pt x="4289" y="5354"/>
                  </a:cubicBezTo>
                  <a:cubicBezTo>
                    <a:pt x="4289" y="5212"/>
                    <a:pt x="4317" y="5042"/>
                    <a:pt x="4346" y="4871"/>
                  </a:cubicBezTo>
                  <a:cubicBezTo>
                    <a:pt x="4431" y="4417"/>
                    <a:pt x="4545" y="3962"/>
                    <a:pt x="4630" y="3480"/>
                  </a:cubicBezTo>
                  <a:cubicBezTo>
                    <a:pt x="4829" y="2741"/>
                    <a:pt x="4942" y="2003"/>
                    <a:pt x="4971" y="1236"/>
                  </a:cubicBezTo>
                  <a:cubicBezTo>
                    <a:pt x="4999" y="924"/>
                    <a:pt x="4914" y="583"/>
                    <a:pt x="4772" y="299"/>
                  </a:cubicBezTo>
                  <a:cubicBezTo>
                    <a:pt x="4667" y="106"/>
                    <a:pt x="4475" y="0"/>
                    <a:pt x="42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05"/>
            <p:cNvSpPr/>
            <p:nvPr/>
          </p:nvSpPr>
          <p:spPr>
            <a:xfrm>
              <a:off x="4442575" y="3801350"/>
              <a:ext cx="566575" cy="550725"/>
            </a:xfrm>
            <a:custGeom>
              <a:rect b="b" l="l" r="r" t="t"/>
              <a:pathLst>
                <a:path extrusionOk="0" h="22029" w="22663">
                  <a:moveTo>
                    <a:pt x="15855" y="1"/>
                  </a:moveTo>
                  <a:cubicBezTo>
                    <a:pt x="15722" y="1"/>
                    <a:pt x="15587" y="6"/>
                    <a:pt x="15449" y="16"/>
                  </a:cubicBezTo>
                  <a:cubicBezTo>
                    <a:pt x="15080" y="44"/>
                    <a:pt x="14711" y="101"/>
                    <a:pt x="14342" y="215"/>
                  </a:cubicBezTo>
                  <a:cubicBezTo>
                    <a:pt x="13092" y="442"/>
                    <a:pt x="11985" y="1209"/>
                    <a:pt x="11360" y="2316"/>
                  </a:cubicBezTo>
                  <a:cubicBezTo>
                    <a:pt x="11332" y="2402"/>
                    <a:pt x="11246" y="2458"/>
                    <a:pt x="11161" y="2487"/>
                  </a:cubicBezTo>
                  <a:cubicBezTo>
                    <a:pt x="11019" y="2174"/>
                    <a:pt x="10906" y="1890"/>
                    <a:pt x="10764" y="1578"/>
                  </a:cubicBezTo>
                  <a:cubicBezTo>
                    <a:pt x="10423" y="811"/>
                    <a:pt x="9713" y="272"/>
                    <a:pt x="8889" y="130"/>
                  </a:cubicBezTo>
                  <a:cubicBezTo>
                    <a:pt x="8628" y="86"/>
                    <a:pt x="8367" y="64"/>
                    <a:pt x="8107" y="64"/>
                  </a:cubicBezTo>
                  <a:cubicBezTo>
                    <a:pt x="7520" y="64"/>
                    <a:pt x="6942" y="177"/>
                    <a:pt x="6390" y="414"/>
                  </a:cubicBezTo>
                  <a:cubicBezTo>
                    <a:pt x="4970" y="982"/>
                    <a:pt x="3806" y="2004"/>
                    <a:pt x="3011" y="3282"/>
                  </a:cubicBezTo>
                  <a:cubicBezTo>
                    <a:pt x="2528" y="4077"/>
                    <a:pt x="2102" y="4901"/>
                    <a:pt x="1761" y="5753"/>
                  </a:cubicBezTo>
                  <a:cubicBezTo>
                    <a:pt x="1023" y="7513"/>
                    <a:pt x="512" y="9331"/>
                    <a:pt x="228" y="11205"/>
                  </a:cubicBezTo>
                  <a:cubicBezTo>
                    <a:pt x="29" y="12426"/>
                    <a:pt x="0" y="13704"/>
                    <a:pt x="142" y="14954"/>
                  </a:cubicBezTo>
                  <a:cubicBezTo>
                    <a:pt x="313" y="16544"/>
                    <a:pt x="1165" y="17993"/>
                    <a:pt x="2443" y="18958"/>
                  </a:cubicBezTo>
                  <a:cubicBezTo>
                    <a:pt x="3011" y="19441"/>
                    <a:pt x="3749" y="19753"/>
                    <a:pt x="4487" y="19838"/>
                  </a:cubicBezTo>
                  <a:cubicBezTo>
                    <a:pt x="4771" y="19838"/>
                    <a:pt x="5055" y="19952"/>
                    <a:pt x="5197" y="20179"/>
                  </a:cubicBezTo>
                  <a:cubicBezTo>
                    <a:pt x="5680" y="20776"/>
                    <a:pt x="6305" y="21202"/>
                    <a:pt x="6987" y="21400"/>
                  </a:cubicBezTo>
                  <a:cubicBezTo>
                    <a:pt x="8151" y="21770"/>
                    <a:pt x="9344" y="21968"/>
                    <a:pt x="10536" y="22025"/>
                  </a:cubicBezTo>
                  <a:cubicBezTo>
                    <a:pt x="10632" y="22027"/>
                    <a:pt x="10728" y="22028"/>
                    <a:pt x="10824" y="22028"/>
                  </a:cubicBezTo>
                  <a:cubicBezTo>
                    <a:pt x="12059" y="22028"/>
                    <a:pt x="13269" y="21859"/>
                    <a:pt x="14456" y="21542"/>
                  </a:cubicBezTo>
                  <a:cubicBezTo>
                    <a:pt x="15109" y="21372"/>
                    <a:pt x="15705" y="21116"/>
                    <a:pt x="16245" y="20719"/>
                  </a:cubicBezTo>
                  <a:cubicBezTo>
                    <a:pt x="16472" y="20577"/>
                    <a:pt x="16699" y="20463"/>
                    <a:pt x="16898" y="20293"/>
                  </a:cubicBezTo>
                  <a:cubicBezTo>
                    <a:pt x="17032" y="20181"/>
                    <a:pt x="17218" y="20105"/>
                    <a:pt x="17403" y="20105"/>
                  </a:cubicBezTo>
                  <a:cubicBezTo>
                    <a:pt x="17453" y="20105"/>
                    <a:pt x="17502" y="20110"/>
                    <a:pt x="17551" y="20122"/>
                  </a:cubicBezTo>
                  <a:cubicBezTo>
                    <a:pt x="17892" y="20179"/>
                    <a:pt x="18261" y="20179"/>
                    <a:pt x="18602" y="20179"/>
                  </a:cubicBezTo>
                  <a:cubicBezTo>
                    <a:pt x="19056" y="20179"/>
                    <a:pt x="19454" y="20037"/>
                    <a:pt x="19795" y="19782"/>
                  </a:cubicBezTo>
                  <a:cubicBezTo>
                    <a:pt x="20135" y="19498"/>
                    <a:pt x="20476" y="19185"/>
                    <a:pt x="20760" y="18844"/>
                  </a:cubicBezTo>
                  <a:cubicBezTo>
                    <a:pt x="21214" y="18305"/>
                    <a:pt x="21555" y="17737"/>
                    <a:pt x="21839" y="17112"/>
                  </a:cubicBezTo>
                  <a:cubicBezTo>
                    <a:pt x="22294" y="16147"/>
                    <a:pt x="22549" y="15096"/>
                    <a:pt x="22578" y="14017"/>
                  </a:cubicBezTo>
                  <a:cubicBezTo>
                    <a:pt x="22663" y="12455"/>
                    <a:pt x="22606" y="10893"/>
                    <a:pt x="22407" y="9359"/>
                  </a:cubicBezTo>
                  <a:cubicBezTo>
                    <a:pt x="22208" y="7769"/>
                    <a:pt x="21811" y="6235"/>
                    <a:pt x="21214" y="4759"/>
                  </a:cubicBezTo>
                  <a:cubicBezTo>
                    <a:pt x="20874" y="3850"/>
                    <a:pt x="20419" y="2998"/>
                    <a:pt x="19851" y="2203"/>
                  </a:cubicBezTo>
                  <a:cubicBezTo>
                    <a:pt x="18850" y="833"/>
                    <a:pt x="17556" y="1"/>
                    <a:pt x="15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05"/>
            <p:cNvSpPr/>
            <p:nvPr/>
          </p:nvSpPr>
          <p:spPr>
            <a:xfrm>
              <a:off x="4627875" y="3951550"/>
              <a:ext cx="188175" cy="247075"/>
            </a:xfrm>
            <a:custGeom>
              <a:rect b="b" l="l" r="r" t="t"/>
              <a:pathLst>
                <a:path extrusionOk="0" h="9883" w="7527">
                  <a:moveTo>
                    <a:pt x="6958" y="0"/>
                  </a:moveTo>
                  <a:cubicBezTo>
                    <a:pt x="6760" y="142"/>
                    <a:pt x="6618" y="171"/>
                    <a:pt x="6561" y="284"/>
                  </a:cubicBezTo>
                  <a:cubicBezTo>
                    <a:pt x="5737" y="1449"/>
                    <a:pt x="4914" y="2641"/>
                    <a:pt x="4090" y="3834"/>
                  </a:cubicBezTo>
                  <a:cubicBezTo>
                    <a:pt x="4050" y="3874"/>
                    <a:pt x="4011" y="3927"/>
                    <a:pt x="3943" y="3927"/>
                  </a:cubicBezTo>
                  <a:cubicBezTo>
                    <a:pt x="3913" y="3927"/>
                    <a:pt x="3878" y="3917"/>
                    <a:pt x="3834" y="3891"/>
                  </a:cubicBezTo>
                  <a:cubicBezTo>
                    <a:pt x="3834" y="3351"/>
                    <a:pt x="3834" y="2783"/>
                    <a:pt x="3834" y="2215"/>
                  </a:cubicBezTo>
                  <a:cubicBezTo>
                    <a:pt x="3834" y="1647"/>
                    <a:pt x="3806" y="1079"/>
                    <a:pt x="3778" y="511"/>
                  </a:cubicBezTo>
                  <a:cubicBezTo>
                    <a:pt x="3778" y="426"/>
                    <a:pt x="3692" y="341"/>
                    <a:pt x="3636" y="227"/>
                  </a:cubicBezTo>
                  <a:cubicBezTo>
                    <a:pt x="3494" y="369"/>
                    <a:pt x="3408" y="568"/>
                    <a:pt x="3437" y="795"/>
                  </a:cubicBezTo>
                  <a:cubicBezTo>
                    <a:pt x="3408" y="1221"/>
                    <a:pt x="3408" y="1676"/>
                    <a:pt x="3408" y="2130"/>
                  </a:cubicBezTo>
                  <a:lnTo>
                    <a:pt x="3408" y="4317"/>
                  </a:lnTo>
                  <a:lnTo>
                    <a:pt x="3295" y="4345"/>
                  </a:lnTo>
                  <a:cubicBezTo>
                    <a:pt x="3181" y="4203"/>
                    <a:pt x="3096" y="4033"/>
                    <a:pt x="3011" y="3891"/>
                  </a:cubicBezTo>
                  <a:cubicBezTo>
                    <a:pt x="2642" y="3266"/>
                    <a:pt x="2272" y="2613"/>
                    <a:pt x="1903" y="1988"/>
                  </a:cubicBezTo>
                  <a:cubicBezTo>
                    <a:pt x="1761" y="1761"/>
                    <a:pt x="1619" y="1534"/>
                    <a:pt x="1477" y="1335"/>
                  </a:cubicBezTo>
                  <a:cubicBezTo>
                    <a:pt x="1441" y="1280"/>
                    <a:pt x="1380" y="1249"/>
                    <a:pt x="1319" y="1249"/>
                  </a:cubicBezTo>
                  <a:cubicBezTo>
                    <a:pt x="1286" y="1249"/>
                    <a:pt x="1252" y="1258"/>
                    <a:pt x="1222" y="1278"/>
                  </a:cubicBezTo>
                  <a:cubicBezTo>
                    <a:pt x="1193" y="1335"/>
                    <a:pt x="1165" y="1392"/>
                    <a:pt x="1193" y="1477"/>
                  </a:cubicBezTo>
                  <a:cubicBezTo>
                    <a:pt x="1335" y="1789"/>
                    <a:pt x="1506" y="2102"/>
                    <a:pt x="1676" y="2414"/>
                  </a:cubicBezTo>
                  <a:cubicBezTo>
                    <a:pt x="1960" y="2868"/>
                    <a:pt x="2244" y="3323"/>
                    <a:pt x="2528" y="3806"/>
                  </a:cubicBezTo>
                  <a:cubicBezTo>
                    <a:pt x="2585" y="3891"/>
                    <a:pt x="2698" y="3976"/>
                    <a:pt x="2585" y="4146"/>
                  </a:cubicBezTo>
                  <a:cubicBezTo>
                    <a:pt x="2471" y="4061"/>
                    <a:pt x="2358" y="3976"/>
                    <a:pt x="2244" y="3891"/>
                  </a:cubicBezTo>
                  <a:cubicBezTo>
                    <a:pt x="1733" y="3578"/>
                    <a:pt x="1193" y="3238"/>
                    <a:pt x="682" y="2925"/>
                  </a:cubicBezTo>
                  <a:cubicBezTo>
                    <a:pt x="635" y="2887"/>
                    <a:pt x="587" y="2868"/>
                    <a:pt x="542" y="2868"/>
                  </a:cubicBezTo>
                  <a:cubicBezTo>
                    <a:pt x="452" y="2868"/>
                    <a:pt x="370" y="2944"/>
                    <a:pt x="313" y="3096"/>
                  </a:cubicBezTo>
                  <a:cubicBezTo>
                    <a:pt x="966" y="3834"/>
                    <a:pt x="1960" y="4175"/>
                    <a:pt x="2698" y="4856"/>
                  </a:cubicBezTo>
                  <a:cubicBezTo>
                    <a:pt x="2613" y="4913"/>
                    <a:pt x="2556" y="4998"/>
                    <a:pt x="2500" y="4998"/>
                  </a:cubicBezTo>
                  <a:cubicBezTo>
                    <a:pt x="1818" y="5169"/>
                    <a:pt x="1137" y="5339"/>
                    <a:pt x="455" y="5510"/>
                  </a:cubicBezTo>
                  <a:cubicBezTo>
                    <a:pt x="313" y="5538"/>
                    <a:pt x="171" y="5595"/>
                    <a:pt x="57" y="5652"/>
                  </a:cubicBezTo>
                  <a:cubicBezTo>
                    <a:pt x="29" y="5680"/>
                    <a:pt x="29" y="5765"/>
                    <a:pt x="1" y="5879"/>
                  </a:cubicBezTo>
                  <a:cubicBezTo>
                    <a:pt x="133" y="5914"/>
                    <a:pt x="263" y="5928"/>
                    <a:pt x="390" y="5928"/>
                  </a:cubicBezTo>
                  <a:cubicBezTo>
                    <a:pt x="780" y="5928"/>
                    <a:pt x="1149" y="5794"/>
                    <a:pt x="1534" y="5708"/>
                  </a:cubicBezTo>
                  <a:cubicBezTo>
                    <a:pt x="2017" y="5595"/>
                    <a:pt x="2528" y="5424"/>
                    <a:pt x="3011" y="5282"/>
                  </a:cubicBezTo>
                  <a:lnTo>
                    <a:pt x="3011" y="5282"/>
                  </a:lnTo>
                  <a:cubicBezTo>
                    <a:pt x="2670" y="5850"/>
                    <a:pt x="2272" y="6390"/>
                    <a:pt x="1875" y="6901"/>
                  </a:cubicBezTo>
                  <a:cubicBezTo>
                    <a:pt x="1449" y="7412"/>
                    <a:pt x="1080" y="7980"/>
                    <a:pt x="767" y="8548"/>
                  </a:cubicBezTo>
                  <a:cubicBezTo>
                    <a:pt x="848" y="8602"/>
                    <a:pt x="916" y="8630"/>
                    <a:pt x="977" y="8630"/>
                  </a:cubicBezTo>
                  <a:cubicBezTo>
                    <a:pt x="1045" y="8630"/>
                    <a:pt x="1105" y="8595"/>
                    <a:pt x="1165" y="8520"/>
                  </a:cubicBezTo>
                  <a:cubicBezTo>
                    <a:pt x="1619" y="7895"/>
                    <a:pt x="2102" y="7299"/>
                    <a:pt x="2585" y="6674"/>
                  </a:cubicBezTo>
                  <a:cubicBezTo>
                    <a:pt x="2755" y="6418"/>
                    <a:pt x="2954" y="6191"/>
                    <a:pt x="3181" y="6021"/>
                  </a:cubicBezTo>
                  <a:cubicBezTo>
                    <a:pt x="3210" y="6191"/>
                    <a:pt x="3210" y="6276"/>
                    <a:pt x="3210" y="6362"/>
                  </a:cubicBezTo>
                  <a:cubicBezTo>
                    <a:pt x="3210" y="7270"/>
                    <a:pt x="3295" y="8179"/>
                    <a:pt x="3408" y="9059"/>
                  </a:cubicBezTo>
                  <a:cubicBezTo>
                    <a:pt x="3437" y="9287"/>
                    <a:pt x="3494" y="9514"/>
                    <a:pt x="3579" y="9741"/>
                  </a:cubicBezTo>
                  <a:cubicBezTo>
                    <a:pt x="3579" y="9798"/>
                    <a:pt x="3692" y="9826"/>
                    <a:pt x="3778" y="9883"/>
                  </a:cubicBezTo>
                  <a:cubicBezTo>
                    <a:pt x="3920" y="9627"/>
                    <a:pt x="3834" y="9400"/>
                    <a:pt x="3806" y="9145"/>
                  </a:cubicBezTo>
                  <a:cubicBezTo>
                    <a:pt x="3806" y="8889"/>
                    <a:pt x="3778" y="8605"/>
                    <a:pt x="3778" y="8378"/>
                  </a:cubicBezTo>
                  <a:cubicBezTo>
                    <a:pt x="3749" y="8122"/>
                    <a:pt x="3721" y="7923"/>
                    <a:pt x="3721" y="7668"/>
                  </a:cubicBezTo>
                  <a:cubicBezTo>
                    <a:pt x="3692" y="7412"/>
                    <a:pt x="3692" y="7128"/>
                    <a:pt x="3692" y="6873"/>
                  </a:cubicBezTo>
                  <a:cubicBezTo>
                    <a:pt x="3664" y="6646"/>
                    <a:pt x="3664" y="6390"/>
                    <a:pt x="3664" y="6163"/>
                  </a:cubicBezTo>
                  <a:cubicBezTo>
                    <a:pt x="3607" y="5879"/>
                    <a:pt x="3607" y="5595"/>
                    <a:pt x="3692" y="5339"/>
                  </a:cubicBezTo>
                  <a:lnTo>
                    <a:pt x="4118" y="5964"/>
                  </a:lnTo>
                  <a:cubicBezTo>
                    <a:pt x="4686" y="6731"/>
                    <a:pt x="5254" y="7526"/>
                    <a:pt x="5851" y="8293"/>
                  </a:cubicBezTo>
                  <a:cubicBezTo>
                    <a:pt x="5936" y="8463"/>
                    <a:pt x="6078" y="8605"/>
                    <a:pt x="6220" y="8719"/>
                  </a:cubicBezTo>
                  <a:cubicBezTo>
                    <a:pt x="6267" y="8754"/>
                    <a:pt x="6318" y="8779"/>
                    <a:pt x="6369" y="8779"/>
                  </a:cubicBezTo>
                  <a:cubicBezTo>
                    <a:pt x="6441" y="8779"/>
                    <a:pt x="6511" y="8727"/>
                    <a:pt x="6561" y="8577"/>
                  </a:cubicBezTo>
                  <a:lnTo>
                    <a:pt x="6163" y="7980"/>
                  </a:lnTo>
                  <a:cubicBezTo>
                    <a:pt x="5993" y="7781"/>
                    <a:pt x="5851" y="7583"/>
                    <a:pt x="5709" y="7355"/>
                  </a:cubicBezTo>
                  <a:cubicBezTo>
                    <a:pt x="5538" y="7128"/>
                    <a:pt x="5340" y="6873"/>
                    <a:pt x="5198" y="6646"/>
                  </a:cubicBezTo>
                  <a:cubicBezTo>
                    <a:pt x="5056" y="6447"/>
                    <a:pt x="4885" y="6248"/>
                    <a:pt x="4743" y="6021"/>
                  </a:cubicBezTo>
                  <a:cubicBezTo>
                    <a:pt x="4544" y="5822"/>
                    <a:pt x="4402" y="5595"/>
                    <a:pt x="4317" y="5339"/>
                  </a:cubicBezTo>
                  <a:lnTo>
                    <a:pt x="4317" y="5339"/>
                  </a:lnTo>
                  <a:cubicBezTo>
                    <a:pt x="4516" y="5396"/>
                    <a:pt x="4601" y="5424"/>
                    <a:pt x="4715" y="5453"/>
                  </a:cubicBezTo>
                  <a:cubicBezTo>
                    <a:pt x="5311" y="5680"/>
                    <a:pt x="5908" y="5907"/>
                    <a:pt x="6504" y="6106"/>
                  </a:cubicBezTo>
                  <a:cubicBezTo>
                    <a:pt x="6731" y="6163"/>
                    <a:pt x="6958" y="6220"/>
                    <a:pt x="7214" y="6220"/>
                  </a:cubicBezTo>
                  <a:cubicBezTo>
                    <a:pt x="7327" y="6220"/>
                    <a:pt x="7441" y="6163"/>
                    <a:pt x="7413" y="5964"/>
                  </a:cubicBezTo>
                  <a:cubicBezTo>
                    <a:pt x="6958" y="5794"/>
                    <a:pt x="6532" y="5623"/>
                    <a:pt x="6050" y="5424"/>
                  </a:cubicBezTo>
                  <a:cubicBezTo>
                    <a:pt x="5567" y="5226"/>
                    <a:pt x="5084" y="5084"/>
                    <a:pt x="4544" y="4885"/>
                  </a:cubicBezTo>
                  <a:cubicBezTo>
                    <a:pt x="4715" y="4771"/>
                    <a:pt x="4828" y="4714"/>
                    <a:pt x="4942" y="4629"/>
                  </a:cubicBezTo>
                  <a:cubicBezTo>
                    <a:pt x="5624" y="4288"/>
                    <a:pt x="6305" y="3976"/>
                    <a:pt x="6958" y="3607"/>
                  </a:cubicBezTo>
                  <a:cubicBezTo>
                    <a:pt x="7129" y="3522"/>
                    <a:pt x="7242" y="3436"/>
                    <a:pt x="7384" y="3351"/>
                  </a:cubicBezTo>
                  <a:cubicBezTo>
                    <a:pt x="7526" y="3266"/>
                    <a:pt x="7498" y="3152"/>
                    <a:pt x="7271" y="2954"/>
                  </a:cubicBezTo>
                  <a:cubicBezTo>
                    <a:pt x="7157" y="3039"/>
                    <a:pt x="7044" y="3124"/>
                    <a:pt x="6930" y="3209"/>
                  </a:cubicBezTo>
                  <a:cubicBezTo>
                    <a:pt x="6050" y="3635"/>
                    <a:pt x="5198" y="4033"/>
                    <a:pt x="4317" y="4459"/>
                  </a:cubicBezTo>
                  <a:cubicBezTo>
                    <a:pt x="4308" y="4468"/>
                    <a:pt x="4298" y="4471"/>
                    <a:pt x="4290" y="4471"/>
                  </a:cubicBezTo>
                  <a:cubicBezTo>
                    <a:pt x="4273" y="4471"/>
                    <a:pt x="4260" y="4459"/>
                    <a:pt x="4260" y="4459"/>
                  </a:cubicBezTo>
                  <a:cubicBezTo>
                    <a:pt x="4232" y="4459"/>
                    <a:pt x="4232" y="4430"/>
                    <a:pt x="4204" y="4402"/>
                  </a:cubicBezTo>
                  <a:lnTo>
                    <a:pt x="4488" y="4004"/>
                  </a:lnTo>
                  <a:cubicBezTo>
                    <a:pt x="5141" y="3067"/>
                    <a:pt x="5794" y="2159"/>
                    <a:pt x="6447" y="1221"/>
                  </a:cubicBezTo>
                  <a:cubicBezTo>
                    <a:pt x="6618" y="966"/>
                    <a:pt x="6788" y="710"/>
                    <a:pt x="6930" y="426"/>
                  </a:cubicBezTo>
                  <a:cubicBezTo>
                    <a:pt x="6958" y="284"/>
                    <a:pt x="6958" y="142"/>
                    <a:pt x="6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05"/>
            <p:cNvSpPr/>
            <p:nvPr/>
          </p:nvSpPr>
          <p:spPr>
            <a:xfrm>
              <a:off x="4537700" y="3840300"/>
              <a:ext cx="177525" cy="446375"/>
            </a:xfrm>
            <a:custGeom>
              <a:rect b="b" l="l" r="r" t="t"/>
              <a:pathLst>
                <a:path extrusionOk="0" h="17855" w="7101">
                  <a:moveTo>
                    <a:pt x="5066" y="1"/>
                  </a:moveTo>
                  <a:cubicBezTo>
                    <a:pt x="4558" y="1"/>
                    <a:pt x="4058" y="198"/>
                    <a:pt x="3721" y="560"/>
                  </a:cubicBezTo>
                  <a:cubicBezTo>
                    <a:pt x="3409" y="872"/>
                    <a:pt x="3125" y="1213"/>
                    <a:pt x="2898" y="1553"/>
                  </a:cubicBezTo>
                  <a:cubicBezTo>
                    <a:pt x="2415" y="2263"/>
                    <a:pt x="2046" y="3030"/>
                    <a:pt x="1790" y="3825"/>
                  </a:cubicBezTo>
                  <a:cubicBezTo>
                    <a:pt x="1023" y="5984"/>
                    <a:pt x="512" y="8199"/>
                    <a:pt x="256" y="10442"/>
                  </a:cubicBezTo>
                  <a:cubicBezTo>
                    <a:pt x="1" y="12771"/>
                    <a:pt x="171" y="15128"/>
                    <a:pt x="768" y="17400"/>
                  </a:cubicBezTo>
                  <a:cubicBezTo>
                    <a:pt x="796" y="17542"/>
                    <a:pt x="853" y="17684"/>
                    <a:pt x="938" y="17798"/>
                  </a:cubicBezTo>
                  <a:cubicBezTo>
                    <a:pt x="966" y="17826"/>
                    <a:pt x="995" y="17854"/>
                    <a:pt x="1052" y="17854"/>
                  </a:cubicBezTo>
                  <a:cubicBezTo>
                    <a:pt x="1108" y="17826"/>
                    <a:pt x="1194" y="17769"/>
                    <a:pt x="1194" y="17712"/>
                  </a:cubicBezTo>
                  <a:cubicBezTo>
                    <a:pt x="1194" y="17428"/>
                    <a:pt x="1165" y="17173"/>
                    <a:pt x="1108" y="16889"/>
                  </a:cubicBezTo>
                  <a:cubicBezTo>
                    <a:pt x="540" y="14418"/>
                    <a:pt x="654" y="11947"/>
                    <a:pt x="966" y="9477"/>
                  </a:cubicBezTo>
                  <a:cubicBezTo>
                    <a:pt x="1222" y="7631"/>
                    <a:pt x="1676" y="5813"/>
                    <a:pt x="2330" y="4053"/>
                  </a:cubicBezTo>
                  <a:cubicBezTo>
                    <a:pt x="2642" y="3144"/>
                    <a:pt x="3096" y="2263"/>
                    <a:pt x="3664" y="1497"/>
                  </a:cubicBezTo>
                  <a:cubicBezTo>
                    <a:pt x="3892" y="1213"/>
                    <a:pt x="4147" y="957"/>
                    <a:pt x="4403" y="730"/>
                  </a:cubicBezTo>
                  <a:cubicBezTo>
                    <a:pt x="4637" y="538"/>
                    <a:pt x="4919" y="442"/>
                    <a:pt x="5201" y="442"/>
                  </a:cubicBezTo>
                  <a:cubicBezTo>
                    <a:pt x="5296" y="442"/>
                    <a:pt x="5390" y="453"/>
                    <a:pt x="5482" y="474"/>
                  </a:cubicBezTo>
                  <a:cubicBezTo>
                    <a:pt x="5908" y="531"/>
                    <a:pt x="6334" y="730"/>
                    <a:pt x="6675" y="1014"/>
                  </a:cubicBezTo>
                  <a:cubicBezTo>
                    <a:pt x="6788" y="1128"/>
                    <a:pt x="6902" y="1213"/>
                    <a:pt x="7015" y="1298"/>
                  </a:cubicBezTo>
                  <a:lnTo>
                    <a:pt x="7101" y="1213"/>
                  </a:lnTo>
                  <a:cubicBezTo>
                    <a:pt x="7101" y="1128"/>
                    <a:pt x="7072" y="1071"/>
                    <a:pt x="7044" y="1014"/>
                  </a:cubicBezTo>
                  <a:cubicBezTo>
                    <a:pt x="6646" y="446"/>
                    <a:pt x="6021" y="77"/>
                    <a:pt x="5340" y="20"/>
                  </a:cubicBezTo>
                  <a:cubicBezTo>
                    <a:pt x="5249" y="7"/>
                    <a:pt x="5158" y="1"/>
                    <a:pt x="50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05"/>
            <p:cNvSpPr/>
            <p:nvPr/>
          </p:nvSpPr>
          <p:spPr>
            <a:xfrm>
              <a:off x="4757800" y="3836775"/>
              <a:ext cx="163325" cy="464100"/>
            </a:xfrm>
            <a:custGeom>
              <a:rect b="b" l="l" r="r" t="t"/>
              <a:pathLst>
                <a:path extrusionOk="0" h="18564" w="6533">
                  <a:moveTo>
                    <a:pt x="1801" y="1"/>
                  </a:moveTo>
                  <a:cubicBezTo>
                    <a:pt x="1230" y="1"/>
                    <a:pt x="664" y="187"/>
                    <a:pt x="199" y="559"/>
                  </a:cubicBezTo>
                  <a:cubicBezTo>
                    <a:pt x="114" y="615"/>
                    <a:pt x="1" y="701"/>
                    <a:pt x="114" y="871"/>
                  </a:cubicBezTo>
                  <a:lnTo>
                    <a:pt x="682" y="615"/>
                  </a:lnTo>
                  <a:cubicBezTo>
                    <a:pt x="944" y="473"/>
                    <a:pt x="1245" y="410"/>
                    <a:pt x="1537" y="410"/>
                  </a:cubicBezTo>
                  <a:cubicBezTo>
                    <a:pt x="1593" y="410"/>
                    <a:pt x="1649" y="412"/>
                    <a:pt x="1705" y="417"/>
                  </a:cubicBezTo>
                  <a:cubicBezTo>
                    <a:pt x="2443" y="445"/>
                    <a:pt x="3096" y="814"/>
                    <a:pt x="3522" y="1411"/>
                  </a:cubicBezTo>
                  <a:cubicBezTo>
                    <a:pt x="4118" y="2177"/>
                    <a:pt x="4601" y="3029"/>
                    <a:pt x="4914" y="3938"/>
                  </a:cubicBezTo>
                  <a:cubicBezTo>
                    <a:pt x="5311" y="5188"/>
                    <a:pt x="5567" y="6466"/>
                    <a:pt x="5709" y="7743"/>
                  </a:cubicBezTo>
                  <a:cubicBezTo>
                    <a:pt x="5908" y="9561"/>
                    <a:pt x="5908" y="11379"/>
                    <a:pt x="5737" y="13196"/>
                  </a:cubicBezTo>
                  <a:cubicBezTo>
                    <a:pt x="5595" y="14900"/>
                    <a:pt x="5198" y="16576"/>
                    <a:pt x="4544" y="18137"/>
                  </a:cubicBezTo>
                  <a:cubicBezTo>
                    <a:pt x="4488" y="18251"/>
                    <a:pt x="4459" y="18365"/>
                    <a:pt x="4402" y="18563"/>
                  </a:cubicBezTo>
                  <a:cubicBezTo>
                    <a:pt x="4715" y="18478"/>
                    <a:pt x="4970" y="18251"/>
                    <a:pt x="5056" y="17939"/>
                  </a:cubicBezTo>
                  <a:cubicBezTo>
                    <a:pt x="5425" y="17143"/>
                    <a:pt x="5680" y="16348"/>
                    <a:pt x="5879" y="15525"/>
                  </a:cubicBezTo>
                  <a:cubicBezTo>
                    <a:pt x="6135" y="14332"/>
                    <a:pt x="6277" y="13139"/>
                    <a:pt x="6334" y="11946"/>
                  </a:cubicBezTo>
                  <a:cubicBezTo>
                    <a:pt x="6532" y="9334"/>
                    <a:pt x="6277" y="6721"/>
                    <a:pt x="5595" y="4222"/>
                  </a:cubicBezTo>
                  <a:cubicBezTo>
                    <a:pt x="5283" y="3114"/>
                    <a:pt x="4743" y="2092"/>
                    <a:pt x="4033" y="1212"/>
                  </a:cubicBezTo>
                  <a:cubicBezTo>
                    <a:pt x="3806" y="899"/>
                    <a:pt x="3494" y="615"/>
                    <a:pt x="3181" y="388"/>
                  </a:cubicBezTo>
                  <a:cubicBezTo>
                    <a:pt x="2755" y="130"/>
                    <a:pt x="2276" y="1"/>
                    <a:pt x="1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05"/>
            <p:cNvSpPr/>
            <p:nvPr/>
          </p:nvSpPr>
          <p:spPr>
            <a:xfrm>
              <a:off x="4380100" y="4112675"/>
              <a:ext cx="110775" cy="164775"/>
            </a:xfrm>
            <a:custGeom>
              <a:rect b="b" l="l" r="r" t="t"/>
              <a:pathLst>
                <a:path extrusionOk="0" h="6591" w="4431">
                  <a:moveTo>
                    <a:pt x="4093" y="0"/>
                  </a:moveTo>
                  <a:cubicBezTo>
                    <a:pt x="3957" y="0"/>
                    <a:pt x="3820" y="35"/>
                    <a:pt x="3692" y="115"/>
                  </a:cubicBezTo>
                  <a:cubicBezTo>
                    <a:pt x="2499" y="513"/>
                    <a:pt x="1307" y="939"/>
                    <a:pt x="114" y="1393"/>
                  </a:cubicBezTo>
                  <a:cubicBezTo>
                    <a:pt x="57" y="1393"/>
                    <a:pt x="29" y="1478"/>
                    <a:pt x="0" y="1564"/>
                  </a:cubicBezTo>
                  <a:cubicBezTo>
                    <a:pt x="57" y="1592"/>
                    <a:pt x="142" y="1620"/>
                    <a:pt x="228" y="1620"/>
                  </a:cubicBezTo>
                  <a:cubicBezTo>
                    <a:pt x="1165" y="1507"/>
                    <a:pt x="2017" y="1109"/>
                    <a:pt x="2982" y="797"/>
                  </a:cubicBezTo>
                  <a:lnTo>
                    <a:pt x="2982" y="797"/>
                  </a:lnTo>
                  <a:cubicBezTo>
                    <a:pt x="2755" y="1109"/>
                    <a:pt x="2499" y="1393"/>
                    <a:pt x="2187" y="1620"/>
                  </a:cubicBezTo>
                  <a:cubicBezTo>
                    <a:pt x="1960" y="1848"/>
                    <a:pt x="1704" y="2075"/>
                    <a:pt x="1477" y="2330"/>
                  </a:cubicBezTo>
                  <a:cubicBezTo>
                    <a:pt x="1221" y="2558"/>
                    <a:pt x="994" y="2813"/>
                    <a:pt x="796" y="3126"/>
                  </a:cubicBezTo>
                  <a:cubicBezTo>
                    <a:pt x="862" y="3173"/>
                    <a:pt x="922" y="3192"/>
                    <a:pt x="976" y="3192"/>
                  </a:cubicBezTo>
                  <a:cubicBezTo>
                    <a:pt x="1086" y="3192"/>
                    <a:pt x="1174" y="3116"/>
                    <a:pt x="1250" y="3040"/>
                  </a:cubicBezTo>
                  <a:cubicBezTo>
                    <a:pt x="1875" y="2472"/>
                    <a:pt x="2528" y="1876"/>
                    <a:pt x="3181" y="1280"/>
                  </a:cubicBezTo>
                  <a:cubicBezTo>
                    <a:pt x="3250" y="1234"/>
                    <a:pt x="3282" y="1151"/>
                    <a:pt x="3397" y="1151"/>
                  </a:cubicBezTo>
                  <a:cubicBezTo>
                    <a:pt x="3424" y="1151"/>
                    <a:pt x="3455" y="1155"/>
                    <a:pt x="3493" y="1166"/>
                  </a:cubicBezTo>
                  <a:cubicBezTo>
                    <a:pt x="3380" y="1393"/>
                    <a:pt x="3238" y="1592"/>
                    <a:pt x="3124" y="1791"/>
                  </a:cubicBezTo>
                  <a:cubicBezTo>
                    <a:pt x="2727" y="2529"/>
                    <a:pt x="2301" y="3268"/>
                    <a:pt x="1903" y="4006"/>
                  </a:cubicBezTo>
                  <a:cubicBezTo>
                    <a:pt x="1846" y="4120"/>
                    <a:pt x="1789" y="4205"/>
                    <a:pt x="1903" y="4347"/>
                  </a:cubicBezTo>
                  <a:cubicBezTo>
                    <a:pt x="1918" y="4350"/>
                    <a:pt x="1932" y="4351"/>
                    <a:pt x="1946" y="4351"/>
                  </a:cubicBezTo>
                  <a:cubicBezTo>
                    <a:pt x="2063" y="4351"/>
                    <a:pt x="2139" y="4250"/>
                    <a:pt x="2215" y="4148"/>
                  </a:cubicBezTo>
                  <a:cubicBezTo>
                    <a:pt x="2641" y="3410"/>
                    <a:pt x="3096" y="2671"/>
                    <a:pt x="3522" y="1961"/>
                  </a:cubicBezTo>
                  <a:cubicBezTo>
                    <a:pt x="3607" y="1819"/>
                    <a:pt x="3721" y="1706"/>
                    <a:pt x="3806" y="1564"/>
                  </a:cubicBezTo>
                  <a:lnTo>
                    <a:pt x="3863" y="1592"/>
                  </a:lnTo>
                  <a:cubicBezTo>
                    <a:pt x="3749" y="2501"/>
                    <a:pt x="3635" y="3381"/>
                    <a:pt x="3550" y="4262"/>
                  </a:cubicBezTo>
                  <a:cubicBezTo>
                    <a:pt x="3465" y="4886"/>
                    <a:pt x="3408" y="5540"/>
                    <a:pt x="3351" y="6164"/>
                  </a:cubicBezTo>
                  <a:cubicBezTo>
                    <a:pt x="3351" y="6278"/>
                    <a:pt x="3380" y="6391"/>
                    <a:pt x="3408" y="6533"/>
                  </a:cubicBezTo>
                  <a:cubicBezTo>
                    <a:pt x="3408" y="6562"/>
                    <a:pt x="3493" y="6562"/>
                    <a:pt x="3522" y="6590"/>
                  </a:cubicBezTo>
                  <a:cubicBezTo>
                    <a:pt x="3579" y="6590"/>
                    <a:pt x="3664" y="6562"/>
                    <a:pt x="3664" y="6562"/>
                  </a:cubicBezTo>
                  <a:cubicBezTo>
                    <a:pt x="3692" y="6448"/>
                    <a:pt x="3721" y="6335"/>
                    <a:pt x="3749" y="6221"/>
                  </a:cubicBezTo>
                  <a:cubicBezTo>
                    <a:pt x="3834" y="5596"/>
                    <a:pt x="3891" y="4943"/>
                    <a:pt x="3948" y="4318"/>
                  </a:cubicBezTo>
                  <a:cubicBezTo>
                    <a:pt x="4118" y="3069"/>
                    <a:pt x="4260" y="1819"/>
                    <a:pt x="4402" y="598"/>
                  </a:cubicBezTo>
                  <a:cubicBezTo>
                    <a:pt x="4431" y="399"/>
                    <a:pt x="4431" y="229"/>
                    <a:pt x="4402" y="59"/>
                  </a:cubicBezTo>
                  <a:cubicBezTo>
                    <a:pt x="4303" y="21"/>
                    <a:pt x="4198" y="0"/>
                    <a:pt x="4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05"/>
            <p:cNvSpPr/>
            <p:nvPr/>
          </p:nvSpPr>
          <p:spPr>
            <a:xfrm>
              <a:off x="4972925" y="4075075"/>
              <a:ext cx="95150" cy="155500"/>
            </a:xfrm>
            <a:custGeom>
              <a:rect b="b" l="l" r="r" t="t"/>
              <a:pathLst>
                <a:path extrusionOk="0" h="6220" w="3806">
                  <a:moveTo>
                    <a:pt x="3607" y="1"/>
                  </a:moveTo>
                  <a:lnTo>
                    <a:pt x="3607" y="1"/>
                  </a:lnTo>
                  <a:cubicBezTo>
                    <a:pt x="3408" y="29"/>
                    <a:pt x="3266" y="1"/>
                    <a:pt x="3181" y="57"/>
                  </a:cubicBezTo>
                  <a:cubicBezTo>
                    <a:pt x="2698" y="370"/>
                    <a:pt x="2216" y="654"/>
                    <a:pt x="1733" y="1023"/>
                  </a:cubicBezTo>
                  <a:cubicBezTo>
                    <a:pt x="1108" y="1392"/>
                    <a:pt x="512" y="1818"/>
                    <a:pt x="0" y="2329"/>
                  </a:cubicBezTo>
                  <a:cubicBezTo>
                    <a:pt x="86" y="3380"/>
                    <a:pt x="852" y="5624"/>
                    <a:pt x="1335" y="6220"/>
                  </a:cubicBezTo>
                  <a:cubicBezTo>
                    <a:pt x="1420" y="6135"/>
                    <a:pt x="1477" y="6050"/>
                    <a:pt x="1506" y="5936"/>
                  </a:cubicBezTo>
                  <a:cubicBezTo>
                    <a:pt x="1506" y="5851"/>
                    <a:pt x="1449" y="5766"/>
                    <a:pt x="1420" y="5680"/>
                  </a:cubicBezTo>
                  <a:cubicBezTo>
                    <a:pt x="1165" y="4885"/>
                    <a:pt x="881" y="4118"/>
                    <a:pt x="625" y="3323"/>
                  </a:cubicBezTo>
                  <a:cubicBezTo>
                    <a:pt x="597" y="3181"/>
                    <a:pt x="568" y="3011"/>
                    <a:pt x="540" y="2812"/>
                  </a:cubicBezTo>
                  <a:lnTo>
                    <a:pt x="540" y="2812"/>
                  </a:lnTo>
                  <a:cubicBezTo>
                    <a:pt x="625" y="2840"/>
                    <a:pt x="710" y="2869"/>
                    <a:pt x="767" y="2926"/>
                  </a:cubicBezTo>
                  <a:cubicBezTo>
                    <a:pt x="1420" y="3352"/>
                    <a:pt x="2074" y="3778"/>
                    <a:pt x="2727" y="4232"/>
                  </a:cubicBezTo>
                  <a:cubicBezTo>
                    <a:pt x="2784" y="4289"/>
                    <a:pt x="2869" y="4317"/>
                    <a:pt x="2954" y="4346"/>
                  </a:cubicBezTo>
                  <a:cubicBezTo>
                    <a:pt x="3039" y="4346"/>
                    <a:pt x="3124" y="4289"/>
                    <a:pt x="3238" y="4232"/>
                  </a:cubicBezTo>
                  <a:cubicBezTo>
                    <a:pt x="3124" y="4118"/>
                    <a:pt x="2982" y="4005"/>
                    <a:pt x="2869" y="3920"/>
                  </a:cubicBezTo>
                  <a:lnTo>
                    <a:pt x="1449" y="2840"/>
                  </a:lnTo>
                  <a:cubicBezTo>
                    <a:pt x="1364" y="2784"/>
                    <a:pt x="1250" y="2727"/>
                    <a:pt x="1307" y="2556"/>
                  </a:cubicBezTo>
                  <a:cubicBezTo>
                    <a:pt x="1676" y="2556"/>
                    <a:pt x="2074" y="2556"/>
                    <a:pt x="2414" y="2585"/>
                  </a:cubicBezTo>
                  <a:cubicBezTo>
                    <a:pt x="2784" y="2642"/>
                    <a:pt x="3124" y="2642"/>
                    <a:pt x="3494" y="2642"/>
                  </a:cubicBezTo>
                  <a:cubicBezTo>
                    <a:pt x="3579" y="2642"/>
                    <a:pt x="3664" y="2528"/>
                    <a:pt x="3806" y="2443"/>
                  </a:cubicBezTo>
                  <a:cubicBezTo>
                    <a:pt x="3607" y="2358"/>
                    <a:pt x="3494" y="2329"/>
                    <a:pt x="3323" y="2301"/>
                  </a:cubicBezTo>
                  <a:cubicBezTo>
                    <a:pt x="3153" y="2273"/>
                    <a:pt x="3011" y="2244"/>
                    <a:pt x="2840" y="2244"/>
                  </a:cubicBezTo>
                  <a:lnTo>
                    <a:pt x="2414" y="2187"/>
                  </a:lnTo>
                  <a:cubicBezTo>
                    <a:pt x="2244" y="2187"/>
                    <a:pt x="2074" y="2159"/>
                    <a:pt x="1932" y="2131"/>
                  </a:cubicBezTo>
                  <a:cubicBezTo>
                    <a:pt x="1861" y="2116"/>
                    <a:pt x="1790" y="2116"/>
                    <a:pt x="1719" y="2116"/>
                  </a:cubicBezTo>
                  <a:cubicBezTo>
                    <a:pt x="1648" y="2116"/>
                    <a:pt x="1577" y="2116"/>
                    <a:pt x="1506" y="2102"/>
                  </a:cubicBezTo>
                  <a:cubicBezTo>
                    <a:pt x="1437" y="2102"/>
                    <a:pt x="1369" y="2111"/>
                    <a:pt x="1303" y="2111"/>
                  </a:cubicBezTo>
                  <a:cubicBezTo>
                    <a:pt x="1203" y="2111"/>
                    <a:pt x="1108" y="2091"/>
                    <a:pt x="1023" y="1989"/>
                  </a:cubicBezTo>
                  <a:cubicBezTo>
                    <a:pt x="1307" y="1790"/>
                    <a:pt x="1562" y="1648"/>
                    <a:pt x="1790" y="1477"/>
                  </a:cubicBezTo>
                  <a:cubicBezTo>
                    <a:pt x="2301" y="1108"/>
                    <a:pt x="2812" y="767"/>
                    <a:pt x="3295" y="398"/>
                  </a:cubicBezTo>
                  <a:cubicBezTo>
                    <a:pt x="3408" y="285"/>
                    <a:pt x="3522" y="143"/>
                    <a:pt x="3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05"/>
            <p:cNvSpPr/>
            <p:nvPr/>
          </p:nvSpPr>
          <p:spPr>
            <a:xfrm>
              <a:off x="4867850" y="3719375"/>
              <a:ext cx="89475" cy="89775"/>
            </a:xfrm>
            <a:custGeom>
              <a:rect b="b" l="l" r="r" t="t"/>
              <a:pathLst>
                <a:path extrusionOk="0" h="3591" w="3579">
                  <a:moveTo>
                    <a:pt x="852" y="1"/>
                  </a:moveTo>
                  <a:cubicBezTo>
                    <a:pt x="568" y="1"/>
                    <a:pt x="540" y="171"/>
                    <a:pt x="512" y="342"/>
                  </a:cubicBezTo>
                  <a:cubicBezTo>
                    <a:pt x="341" y="1080"/>
                    <a:pt x="199" y="1847"/>
                    <a:pt x="57" y="2613"/>
                  </a:cubicBezTo>
                  <a:cubicBezTo>
                    <a:pt x="29" y="2784"/>
                    <a:pt x="0" y="2954"/>
                    <a:pt x="29" y="3125"/>
                  </a:cubicBezTo>
                  <a:cubicBezTo>
                    <a:pt x="6" y="3376"/>
                    <a:pt x="222" y="3591"/>
                    <a:pt x="471" y="3591"/>
                  </a:cubicBezTo>
                  <a:cubicBezTo>
                    <a:pt x="531" y="3591"/>
                    <a:pt x="593" y="3578"/>
                    <a:pt x="654" y="3551"/>
                  </a:cubicBezTo>
                  <a:cubicBezTo>
                    <a:pt x="1392" y="3267"/>
                    <a:pt x="2102" y="2954"/>
                    <a:pt x="2812" y="2642"/>
                  </a:cubicBezTo>
                  <a:cubicBezTo>
                    <a:pt x="3039" y="2528"/>
                    <a:pt x="3238" y="2358"/>
                    <a:pt x="3437" y="2187"/>
                  </a:cubicBezTo>
                  <a:cubicBezTo>
                    <a:pt x="3493" y="2131"/>
                    <a:pt x="3522" y="2045"/>
                    <a:pt x="3579" y="1875"/>
                  </a:cubicBezTo>
                  <a:cubicBezTo>
                    <a:pt x="3437" y="1875"/>
                    <a:pt x="3266" y="1903"/>
                    <a:pt x="3124" y="1960"/>
                  </a:cubicBezTo>
                  <a:cubicBezTo>
                    <a:pt x="2528" y="2244"/>
                    <a:pt x="1903" y="2528"/>
                    <a:pt x="1307" y="2841"/>
                  </a:cubicBezTo>
                  <a:lnTo>
                    <a:pt x="966" y="2841"/>
                  </a:lnTo>
                  <a:lnTo>
                    <a:pt x="1562" y="2045"/>
                  </a:lnTo>
                  <a:cubicBezTo>
                    <a:pt x="1875" y="1591"/>
                    <a:pt x="2216" y="1165"/>
                    <a:pt x="2528" y="739"/>
                  </a:cubicBezTo>
                  <a:cubicBezTo>
                    <a:pt x="2556" y="682"/>
                    <a:pt x="2556" y="569"/>
                    <a:pt x="2556" y="484"/>
                  </a:cubicBezTo>
                  <a:cubicBezTo>
                    <a:pt x="2535" y="481"/>
                    <a:pt x="2515" y="480"/>
                    <a:pt x="2496" y="480"/>
                  </a:cubicBezTo>
                  <a:cubicBezTo>
                    <a:pt x="2259" y="480"/>
                    <a:pt x="2177" y="636"/>
                    <a:pt x="2045" y="768"/>
                  </a:cubicBezTo>
                  <a:cubicBezTo>
                    <a:pt x="1619" y="1279"/>
                    <a:pt x="1222" y="1790"/>
                    <a:pt x="796" y="2301"/>
                  </a:cubicBezTo>
                  <a:cubicBezTo>
                    <a:pt x="733" y="2342"/>
                    <a:pt x="686" y="2429"/>
                    <a:pt x="600" y="2429"/>
                  </a:cubicBezTo>
                  <a:cubicBezTo>
                    <a:pt x="567" y="2429"/>
                    <a:pt x="529" y="2417"/>
                    <a:pt x="483" y="2386"/>
                  </a:cubicBezTo>
                  <a:cubicBezTo>
                    <a:pt x="540" y="2017"/>
                    <a:pt x="654" y="1619"/>
                    <a:pt x="682" y="1222"/>
                  </a:cubicBezTo>
                  <a:cubicBezTo>
                    <a:pt x="739" y="824"/>
                    <a:pt x="909" y="427"/>
                    <a:pt x="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05"/>
            <p:cNvSpPr/>
            <p:nvPr/>
          </p:nvSpPr>
          <p:spPr>
            <a:xfrm>
              <a:off x="4495825" y="3744225"/>
              <a:ext cx="88775" cy="80525"/>
            </a:xfrm>
            <a:custGeom>
              <a:rect b="b" l="l" r="r" t="t"/>
              <a:pathLst>
                <a:path extrusionOk="0" h="3221" w="3551">
                  <a:moveTo>
                    <a:pt x="3039" y="1"/>
                  </a:moveTo>
                  <a:lnTo>
                    <a:pt x="3039" y="1"/>
                  </a:lnTo>
                  <a:cubicBezTo>
                    <a:pt x="2954" y="767"/>
                    <a:pt x="3209" y="1477"/>
                    <a:pt x="3067" y="2187"/>
                  </a:cubicBezTo>
                  <a:lnTo>
                    <a:pt x="2954" y="2187"/>
                  </a:lnTo>
                  <a:lnTo>
                    <a:pt x="1790" y="654"/>
                  </a:lnTo>
                  <a:cubicBezTo>
                    <a:pt x="1591" y="711"/>
                    <a:pt x="1562" y="853"/>
                    <a:pt x="1648" y="938"/>
                  </a:cubicBezTo>
                  <a:cubicBezTo>
                    <a:pt x="1931" y="1392"/>
                    <a:pt x="2215" y="1847"/>
                    <a:pt x="2499" y="2329"/>
                  </a:cubicBezTo>
                  <a:cubicBezTo>
                    <a:pt x="2528" y="2415"/>
                    <a:pt x="2641" y="2528"/>
                    <a:pt x="2528" y="2670"/>
                  </a:cubicBezTo>
                  <a:lnTo>
                    <a:pt x="398" y="2187"/>
                  </a:lnTo>
                  <a:cubicBezTo>
                    <a:pt x="332" y="2168"/>
                    <a:pt x="275" y="2159"/>
                    <a:pt x="228" y="2159"/>
                  </a:cubicBezTo>
                  <a:cubicBezTo>
                    <a:pt x="133" y="2159"/>
                    <a:pt x="76" y="2197"/>
                    <a:pt x="57" y="2273"/>
                  </a:cubicBezTo>
                  <a:cubicBezTo>
                    <a:pt x="0" y="2471"/>
                    <a:pt x="142" y="2528"/>
                    <a:pt x="284" y="2585"/>
                  </a:cubicBezTo>
                  <a:cubicBezTo>
                    <a:pt x="313" y="2613"/>
                    <a:pt x="341" y="2642"/>
                    <a:pt x="398" y="2642"/>
                  </a:cubicBezTo>
                  <a:cubicBezTo>
                    <a:pt x="1222" y="2841"/>
                    <a:pt x="2045" y="3039"/>
                    <a:pt x="2897" y="3210"/>
                  </a:cubicBezTo>
                  <a:cubicBezTo>
                    <a:pt x="2930" y="3217"/>
                    <a:pt x="2964" y="3221"/>
                    <a:pt x="2997" y="3221"/>
                  </a:cubicBezTo>
                  <a:cubicBezTo>
                    <a:pt x="3216" y="3221"/>
                    <a:pt x="3419" y="3063"/>
                    <a:pt x="3493" y="2841"/>
                  </a:cubicBezTo>
                  <a:cubicBezTo>
                    <a:pt x="3522" y="2670"/>
                    <a:pt x="3550" y="2500"/>
                    <a:pt x="3550" y="2329"/>
                  </a:cubicBezTo>
                  <a:cubicBezTo>
                    <a:pt x="3522" y="1676"/>
                    <a:pt x="3465" y="1023"/>
                    <a:pt x="3380" y="370"/>
                  </a:cubicBezTo>
                  <a:cubicBezTo>
                    <a:pt x="3380" y="256"/>
                    <a:pt x="3323" y="143"/>
                    <a:pt x="3266" y="58"/>
                  </a:cubicBezTo>
                  <a:cubicBezTo>
                    <a:pt x="3238" y="1"/>
                    <a:pt x="3124" y="29"/>
                    <a:pt x="30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05"/>
            <p:cNvSpPr/>
            <p:nvPr/>
          </p:nvSpPr>
          <p:spPr>
            <a:xfrm>
              <a:off x="4309100" y="4234825"/>
              <a:ext cx="825000" cy="646475"/>
            </a:xfrm>
            <a:custGeom>
              <a:rect b="b" l="l" r="r" t="t"/>
              <a:pathLst>
                <a:path extrusionOk="0" h="25859" w="33000">
                  <a:moveTo>
                    <a:pt x="33000" y="0"/>
                  </a:moveTo>
                  <a:lnTo>
                    <a:pt x="33000" y="0"/>
                  </a:lnTo>
                  <a:cubicBezTo>
                    <a:pt x="31836" y="1108"/>
                    <a:pt x="25361" y="1960"/>
                    <a:pt x="17381" y="2017"/>
                  </a:cubicBezTo>
                  <a:lnTo>
                    <a:pt x="16472" y="2017"/>
                  </a:lnTo>
                  <a:cubicBezTo>
                    <a:pt x="8151" y="2017"/>
                    <a:pt x="1278" y="1136"/>
                    <a:pt x="0" y="29"/>
                  </a:cubicBezTo>
                  <a:lnTo>
                    <a:pt x="0" y="29"/>
                  </a:lnTo>
                  <a:cubicBezTo>
                    <a:pt x="0" y="86"/>
                    <a:pt x="29" y="142"/>
                    <a:pt x="57" y="199"/>
                  </a:cubicBezTo>
                  <a:cubicBezTo>
                    <a:pt x="171" y="710"/>
                    <a:pt x="256" y="1193"/>
                    <a:pt x="398" y="1704"/>
                  </a:cubicBezTo>
                  <a:cubicBezTo>
                    <a:pt x="1165" y="4715"/>
                    <a:pt x="1903" y="7725"/>
                    <a:pt x="2670" y="10707"/>
                  </a:cubicBezTo>
                  <a:cubicBezTo>
                    <a:pt x="3522" y="14001"/>
                    <a:pt x="4374" y="17295"/>
                    <a:pt x="5254" y="20590"/>
                  </a:cubicBezTo>
                  <a:cubicBezTo>
                    <a:pt x="5453" y="21356"/>
                    <a:pt x="5595" y="22123"/>
                    <a:pt x="5879" y="22833"/>
                  </a:cubicBezTo>
                  <a:cubicBezTo>
                    <a:pt x="5936" y="23117"/>
                    <a:pt x="6135" y="23344"/>
                    <a:pt x="6362" y="23486"/>
                  </a:cubicBezTo>
                  <a:cubicBezTo>
                    <a:pt x="6845" y="23827"/>
                    <a:pt x="7413" y="24054"/>
                    <a:pt x="8009" y="24168"/>
                  </a:cubicBezTo>
                  <a:cubicBezTo>
                    <a:pt x="8127" y="24286"/>
                    <a:pt x="8265" y="24345"/>
                    <a:pt x="8423" y="24345"/>
                  </a:cubicBezTo>
                  <a:cubicBezTo>
                    <a:pt x="8455" y="24345"/>
                    <a:pt x="8487" y="24343"/>
                    <a:pt x="8520" y="24338"/>
                  </a:cubicBezTo>
                  <a:cubicBezTo>
                    <a:pt x="9344" y="24679"/>
                    <a:pt x="10167" y="24878"/>
                    <a:pt x="11048" y="24991"/>
                  </a:cubicBezTo>
                  <a:cubicBezTo>
                    <a:pt x="11145" y="25088"/>
                    <a:pt x="11268" y="25132"/>
                    <a:pt x="11400" y="25132"/>
                  </a:cubicBezTo>
                  <a:cubicBezTo>
                    <a:pt x="11461" y="25132"/>
                    <a:pt x="11524" y="25123"/>
                    <a:pt x="11587" y="25105"/>
                  </a:cubicBezTo>
                  <a:cubicBezTo>
                    <a:pt x="12468" y="25417"/>
                    <a:pt x="13405" y="25559"/>
                    <a:pt x="14342" y="25588"/>
                  </a:cubicBezTo>
                  <a:cubicBezTo>
                    <a:pt x="14228" y="23685"/>
                    <a:pt x="14086" y="21782"/>
                    <a:pt x="14001" y="19880"/>
                  </a:cubicBezTo>
                  <a:lnTo>
                    <a:pt x="14001" y="19880"/>
                  </a:lnTo>
                  <a:cubicBezTo>
                    <a:pt x="14115" y="21782"/>
                    <a:pt x="14228" y="23685"/>
                    <a:pt x="14342" y="25588"/>
                  </a:cubicBezTo>
                  <a:cubicBezTo>
                    <a:pt x="14439" y="25685"/>
                    <a:pt x="14563" y="25729"/>
                    <a:pt x="14685" y="25729"/>
                  </a:cubicBezTo>
                  <a:cubicBezTo>
                    <a:pt x="14742" y="25729"/>
                    <a:pt x="14799" y="25719"/>
                    <a:pt x="14853" y="25701"/>
                  </a:cubicBezTo>
                  <a:cubicBezTo>
                    <a:pt x="15293" y="25756"/>
                    <a:pt x="15733" y="25788"/>
                    <a:pt x="16181" y="25788"/>
                  </a:cubicBezTo>
                  <a:cubicBezTo>
                    <a:pt x="16427" y="25788"/>
                    <a:pt x="16675" y="25778"/>
                    <a:pt x="16926" y="25758"/>
                  </a:cubicBezTo>
                  <a:cubicBezTo>
                    <a:pt x="17022" y="25822"/>
                    <a:pt x="17127" y="25859"/>
                    <a:pt x="17235" y="25859"/>
                  </a:cubicBezTo>
                  <a:cubicBezTo>
                    <a:pt x="17320" y="25859"/>
                    <a:pt x="17407" y="25836"/>
                    <a:pt x="17494" y="25787"/>
                  </a:cubicBezTo>
                  <a:cubicBezTo>
                    <a:pt x="17665" y="25815"/>
                    <a:pt x="17835" y="25843"/>
                    <a:pt x="18005" y="25843"/>
                  </a:cubicBezTo>
                  <a:cubicBezTo>
                    <a:pt x="18137" y="25848"/>
                    <a:pt x="18268" y="25851"/>
                    <a:pt x="18398" y="25851"/>
                  </a:cubicBezTo>
                  <a:cubicBezTo>
                    <a:pt x="19026" y="25851"/>
                    <a:pt x="19642" y="25795"/>
                    <a:pt x="20277" y="25701"/>
                  </a:cubicBezTo>
                  <a:cubicBezTo>
                    <a:pt x="20354" y="25727"/>
                    <a:pt x="20430" y="25741"/>
                    <a:pt x="20507" y="25741"/>
                  </a:cubicBezTo>
                  <a:cubicBezTo>
                    <a:pt x="20601" y="25741"/>
                    <a:pt x="20695" y="25720"/>
                    <a:pt x="20788" y="25673"/>
                  </a:cubicBezTo>
                  <a:cubicBezTo>
                    <a:pt x="21243" y="25645"/>
                    <a:pt x="21669" y="25616"/>
                    <a:pt x="22123" y="25531"/>
                  </a:cubicBezTo>
                  <a:cubicBezTo>
                    <a:pt x="22521" y="25503"/>
                    <a:pt x="22890" y="25389"/>
                    <a:pt x="23231" y="25247"/>
                  </a:cubicBezTo>
                  <a:cubicBezTo>
                    <a:pt x="23275" y="25262"/>
                    <a:pt x="23321" y="25269"/>
                    <a:pt x="23367" y="25269"/>
                  </a:cubicBezTo>
                  <a:cubicBezTo>
                    <a:pt x="23498" y="25269"/>
                    <a:pt x="23629" y="25210"/>
                    <a:pt x="23714" y="25105"/>
                  </a:cubicBezTo>
                  <a:cubicBezTo>
                    <a:pt x="24338" y="25048"/>
                    <a:pt x="24963" y="24821"/>
                    <a:pt x="25503" y="24509"/>
                  </a:cubicBezTo>
                  <a:cubicBezTo>
                    <a:pt x="25535" y="24513"/>
                    <a:pt x="25567" y="24516"/>
                    <a:pt x="25599" y="24516"/>
                  </a:cubicBezTo>
                  <a:cubicBezTo>
                    <a:pt x="25764" y="24516"/>
                    <a:pt x="25919" y="24453"/>
                    <a:pt x="26014" y="24310"/>
                  </a:cubicBezTo>
                  <a:cubicBezTo>
                    <a:pt x="26752" y="24054"/>
                    <a:pt x="27434" y="23657"/>
                    <a:pt x="28002" y="23145"/>
                  </a:cubicBezTo>
                  <a:cubicBezTo>
                    <a:pt x="28286" y="22890"/>
                    <a:pt x="28485" y="22549"/>
                    <a:pt x="28541" y="22151"/>
                  </a:cubicBezTo>
                  <a:cubicBezTo>
                    <a:pt x="28854" y="20448"/>
                    <a:pt x="29251" y="18715"/>
                    <a:pt x="29592" y="17011"/>
                  </a:cubicBezTo>
                  <a:cubicBezTo>
                    <a:pt x="29990" y="15109"/>
                    <a:pt x="30387" y="13206"/>
                    <a:pt x="30785" y="11331"/>
                  </a:cubicBezTo>
                  <a:lnTo>
                    <a:pt x="32432" y="3522"/>
                  </a:lnTo>
                  <a:cubicBezTo>
                    <a:pt x="32602" y="2641"/>
                    <a:pt x="32801" y="1789"/>
                    <a:pt x="32943" y="938"/>
                  </a:cubicBezTo>
                  <a:cubicBezTo>
                    <a:pt x="33000" y="625"/>
                    <a:pt x="33000" y="313"/>
                    <a:pt x="330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05"/>
            <p:cNvSpPr/>
            <p:nvPr/>
          </p:nvSpPr>
          <p:spPr>
            <a:xfrm>
              <a:off x="4891975" y="4390000"/>
              <a:ext cx="74575" cy="88675"/>
            </a:xfrm>
            <a:custGeom>
              <a:rect b="b" l="l" r="r" t="t"/>
              <a:pathLst>
                <a:path extrusionOk="0" h="3547" w="2983">
                  <a:moveTo>
                    <a:pt x="1577" y="1"/>
                  </a:moveTo>
                  <a:cubicBezTo>
                    <a:pt x="894" y="1"/>
                    <a:pt x="249" y="679"/>
                    <a:pt x="143" y="1603"/>
                  </a:cubicBezTo>
                  <a:cubicBezTo>
                    <a:pt x="1" y="2569"/>
                    <a:pt x="512" y="3449"/>
                    <a:pt x="1251" y="3534"/>
                  </a:cubicBezTo>
                  <a:cubicBezTo>
                    <a:pt x="1305" y="3542"/>
                    <a:pt x="1359" y="3546"/>
                    <a:pt x="1412" y="3546"/>
                  </a:cubicBezTo>
                  <a:cubicBezTo>
                    <a:pt x="2115" y="3546"/>
                    <a:pt x="2737" y="2868"/>
                    <a:pt x="2869" y="1944"/>
                  </a:cubicBezTo>
                  <a:cubicBezTo>
                    <a:pt x="2983" y="978"/>
                    <a:pt x="2472" y="98"/>
                    <a:pt x="1733" y="13"/>
                  </a:cubicBezTo>
                  <a:cubicBezTo>
                    <a:pt x="1681" y="5"/>
                    <a:pt x="1629" y="1"/>
                    <a:pt x="1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05"/>
            <p:cNvSpPr/>
            <p:nvPr/>
          </p:nvSpPr>
          <p:spPr>
            <a:xfrm>
              <a:off x="4691775" y="4394575"/>
              <a:ext cx="77400" cy="96575"/>
            </a:xfrm>
            <a:custGeom>
              <a:rect b="b" l="l" r="r" t="t"/>
              <a:pathLst>
                <a:path extrusionOk="0" h="3863" w="3096">
                  <a:moveTo>
                    <a:pt x="1534" y="0"/>
                  </a:moveTo>
                  <a:cubicBezTo>
                    <a:pt x="682" y="0"/>
                    <a:pt x="0" y="852"/>
                    <a:pt x="0" y="1931"/>
                  </a:cubicBezTo>
                  <a:cubicBezTo>
                    <a:pt x="0" y="2982"/>
                    <a:pt x="682" y="3862"/>
                    <a:pt x="1534" y="3862"/>
                  </a:cubicBezTo>
                  <a:cubicBezTo>
                    <a:pt x="2386" y="3862"/>
                    <a:pt x="3096" y="2982"/>
                    <a:pt x="3096" y="1931"/>
                  </a:cubicBezTo>
                  <a:cubicBezTo>
                    <a:pt x="3096" y="880"/>
                    <a:pt x="2386" y="0"/>
                    <a:pt x="1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05"/>
            <p:cNvSpPr/>
            <p:nvPr/>
          </p:nvSpPr>
          <p:spPr>
            <a:xfrm>
              <a:off x="5062375" y="4339750"/>
              <a:ext cx="64650" cy="96175"/>
            </a:xfrm>
            <a:custGeom>
              <a:rect b="b" l="l" r="r" t="t"/>
              <a:pathLst>
                <a:path extrusionOk="0" h="3847" w="2586">
                  <a:moveTo>
                    <a:pt x="1466" y="0"/>
                  </a:moveTo>
                  <a:cubicBezTo>
                    <a:pt x="849" y="0"/>
                    <a:pt x="278" y="768"/>
                    <a:pt x="143" y="1767"/>
                  </a:cubicBezTo>
                  <a:cubicBezTo>
                    <a:pt x="1" y="2818"/>
                    <a:pt x="398" y="3755"/>
                    <a:pt x="1023" y="3840"/>
                  </a:cubicBezTo>
                  <a:cubicBezTo>
                    <a:pt x="1055" y="3844"/>
                    <a:pt x="1087" y="3846"/>
                    <a:pt x="1119" y="3846"/>
                  </a:cubicBezTo>
                  <a:cubicBezTo>
                    <a:pt x="1737" y="3846"/>
                    <a:pt x="2308" y="3079"/>
                    <a:pt x="2443" y="2079"/>
                  </a:cubicBezTo>
                  <a:cubicBezTo>
                    <a:pt x="2585" y="1029"/>
                    <a:pt x="2187" y="92"/>
                    <a:pt x="1563" y="6"/>
                  </a:cubicBezTo>
                  <a:cubicBezTo>
                    <a:pt x="1530" y="2"/>
                    <a:pt x="1498" y="0"/>
                    <a:pt x="1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05"/>
            <p:cNvSpPr/>
            <p:nvPr/>
          </p:nvSpPr>
          <p:spPr>
            <a:xfrm>
              <a:off x="4493700" y="4390000"/>
              <a:ext cx="74575" cy="88675"/>
            </a:xfrm>
            <a:custGeom>
              <a:rect b="b" l="l" r="r" t="t"/>
              <a:pathLst>
                <a:path extrusionOk="0" h="3547" w="2983">
                  <a:moveTo>
                    <a:pt x="1411" y="1"/>
                  </a:moveTo>
                  <a:cubicBezTo>
                    <a:pt x="1358" y="1"/>
                    <a:pt x="1304" y="5"/>
                    <a:pt x="1250" y="13"/>
                  </a:cubicBezTo>
                  <a:cubicBezTo>
                    <a:pt x="511" y="98"/>
                    <a:pt x="0" y="978"/>
                    <a:pt x="142" y="1944"/>
                  </a:cubicBezTo>
                  <a:cubicBezTo>
                    <a:pt x="274" y="2868"/>
                    <a:pt x="897" y="3546"/>
                    <a:pt x="1577" y="3546"/>
                  </a:cubicBezTo>
                  <a:cubicBezTo>
                    <a:pt x="1628" y="3546"/>
                    <a:pt x="1680" y="3542"/>
                    <a:pt x="1733" y="3534"/>
                  </a:cubicBezTo>
                  <a:cubicBezTo>
                    <a:pt x="2499" y="3449"/>
                    <a:pt x="2982" y="2569"/>
                    <a:pt x="2868" y="1603"/>
                  </a:cubicBezTo>
                  <a:cubicBezTo>
                    <a:pt x="2736" y="679"/>
                    <a:pt x="2114" y="1"/>
                    <a:pt x="14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05"/>
            <p:cNvSpPr/>
            <p:nvPr/>
          </p:nvSpPr>
          <p:spPr>
            <a:xfrm>
              <a:off x="4331100" y="4339725"/>
              <a:ext cx="64650" cy="95500"/>
            </a:xfrm>
            <a:custGeom>
              <a:rect b="b" l="l" r="r" t="t"/>
              <a:pathLst>
                <a:path extrusionOk="0" h="3820" w="2586">
                  <a:moveTo>
                    <a:pt x="1123" y="1"/>
                  </a:moveTo>
                  <a:cubicBezTo>
                    <a:pt x="1090" y="1"/>
                    <a:pt x="1056" y="3"/>
                    <a:pt x="1023" y="7"/>
                  </a:cubicBezTo>
                  <a:cubicBezTo>
                    <a:pt x="398" y="93"/>
                    <a:pt x="1" y="1030"/>
                    <a:pt x="143" y="2080"/>
                  </a:cubicBezTo>
                  <a:cubicBezTo>
                    <a:pt x="278" y="3078"/>
                    <a:pt x="847" y="3819"/>
                    <a:pt x="1463" y="3819"/>
                  </a:cubicBezTo>
                  <a:cubicBezTo>
                    <a:pt x="1496" y="3819"/>
                    <a:pt x="1530" y="3817"/>
                    <a:pt x="1563" y="3813"/>
                  </a:cubicBezTo>
                  <a:cubicBezTo>
                    <a:pt x="2188" y="3728"/>
                    <a:pt x="2585" y="2819"/>
                    <a:pt x="2443" y="1740"/>
                  </a:cubicBezTo>
                  <a:cubicBezTo>
                    <a:pt x="2308" y="742"/>
                    <a:pt x="1739" y="1"/>
                    <a:pt x="1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05"/>
            <p:cNvSpPr/>
            <p:nvPr/>
          </p:nvSpPr>
          <p:spPr>
            <a:xfrm>
              <a:off x="4877775" y="4576125"/>
              <a:ext cx="68200" cy="81350"/>
            </a:xfrm>
            <a:custGeom>
              <a:rect b="b" l="l" r="r" t="t"/>
              <a:pathLst>
                <a:path extrusionOk="0" h="3254" w="2728">
                  <a:moveTo>
                    <a:pt x="1471" y="1"/>
                  </a:moveTo>
                  <a:cubicBezTo>
                    <a:pt x="835" y="1"/>
                    <a:pt x="250" y="628"/>
                    <a:pt x="143" y="1457"/>
                  </a:cubicBezTo>
                  <a:cubicBezTo>
                    <a:pt x="1" y="2337"/>
                    <a:pt x="484" y="3132"/>
                    <a:pt x="1165" y="3246"/>
                  </a:cubicBezTo>
                  <a:cubicBezTo>
                    <a:pt x="1205" y="3251"/>
                    <a:pt x="1246" y="3253"/>
                    <a:pt x="1285" y="3253"/>
                  </a:cubicBezTo>
                  <a:cubicBezTo>
                    <a:pt x="1922" y="3253"/>
                    <a:pt x="2507" y="2626"/>
                    <a:pt x="2614" y="1797"/>
                  </a:cubicBezTo>
                  <a:cubicBezTo>
                    <a:pt x="2727" y="889"/>
                    <a:pt x="2273" y="93"/>
                    <a:pt x="1591" y="8"/>
                  </a:cubicBezTo>
                  <a:cubicBezTo>
                    <a:pt x="1551" y="3"/>
                    <a:pt x="1511" y="1"/>
                    <a:pt x="14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05"/>
            <p:cNvSpPr/>
            <p:nvPr/>
          </p:nvSpPr>
          <p:spPr>
            <a:xfrm>
              <a:off x="4694625" y="4579875"/>
              <a:ext cx="71000" cy="88775"/>
            </a:xfrm>
            <a:custGeom>
              <a:rect b="b" l="l" r="r" t="t"/>
              <a:pathLst>
                <a:path extrusionOk="0" h="3551" w="2840">
                  <a:moveTo>
                    <a:pt x="1420" y="0"/>
                  </a:moveTo>
                  <a:cubicBezTo>
                    <a:pt x="625" y="0"/>
                    <a:pt x="0" y="824"/>
                    <a:pt x="0" y="1789"/>
                  </a:cubicBezTo>
                  <a:cubicBezTo>
                    <a:pt x="0" y="2755"/>
                    <a:pt x="625" y="3550"/>
                    <a:pt x="1420" y="3550"/>
                  </a:cubicBezTo>
                  <a:cubicBezTo>
                    <a:pt x="2215" y="3550"/>
                    <a:pt x="2840" y="2755"/>
                    <a:pt x="2840" y="1789"/>
                  </a:cubicBezTo>
                  <a:cubicBezTo>
                    <a:pt x="2840" y="795"/>
                    <a:pt x="2215" y="0"/>
                    <a:pt x="1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05"/>
            <p:cNvSpPr/>
            <p:nvPr/>
          </p:nvSpPr>
          <p:spPr>
            <a:xfrm>
              <a:off x="5033275" y="4530000"/>
              <a:ext cx="59650" cy="87600"/>
            </a:xfrm>
            <a:custGeom>
              <a:rect b="b" l="l" r="r" t="t"/>
              <a:pathLst>
                <a:path extrusionOk="0" h="3504" w="2386">
                  <a:moveTo>
                    <a:pt x="1323" y="0"/>
                  </a:moveTo>
                  <a:cubicBezTo>
                    <a:pt x="763" y="0"/>
                    <a:pt x="248" y="685"/>
                    <a:pt x="114" y="1598"/>
                  </a:cubicBezTo>
                  <a:cubicBezTo>
                    <a:pt x="0" y="2563"/>
                    <a:pt x="370" y="3415"/>
                    <a:pt x="938" y="3500"/>
                  </a:cubicBezTo>
                  <a:cubicBezTo>
                    <a:pt x="960" y="3502"/>
                    <a:pt x="982" y="3504"/>
                    <a:pt x="1005" y="3504"/>
                  </a:cubicBezTo>
                  <a:cubicBezTo>
                    <a:pt x="1578" y="3504"/>
                    <a:pt x="2135" y="2811"/>
                    <a:pt x="2244" y="1882"/>
                  </a:cubicBezTo>
                  <a:cubicBezTo>
                    <a:pt x="2386" y="916"/>
                    <a:pt x="2017" y="92"/>
                    <a:pt x="1420" y="7"/>
                  </a:cubicBezTo>
                  <a:cubicBezTo>
                    <a:pt x="1388" y="3"/>
                    <a:pt x="1355" y="0"/>
                    <a:pt x="1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05"/>
            <p:cNvSpPr/>
            <p:nvPr/>
          </p:nvSpPr>
          <p:spPr>
            <a:xfrm>
              <a:off x="4514275" y="4576125"/>
              <a:ext cx="68200" cy="81350"/>
            </a:xfrm>
            <a:custGeom>
              <a:rect b="b" l="l" r="r" t="t"/>
              <a:pathLst>
                <a:path extrusionOk="0" h="3254" w="2728">
                  <a:moveTo>
                    <a:pt x="1261" y="1"/>
                  </a:moveTo>
                  <a:cubicBezTo>
                    <a:pt x="1220" y="1"/>
                    <a:pt x="1179" y="3"/>
                    <a:pt x="1137" y="8"/>
                  </a:cubicBezTo>
                  <a:cubicBezTo>
                    <a:pt x="455" y="93"/>
                    <a:pt x="1" y="889"/>
                    <a:pt x="114" y="1797"/>
                  </a:cubicBezTo>
                  <a:cubicBezTo>
                    <a:pt x="248" y="2626"/>
                    <a:pt x="834" y="3253"/>
                    <a:pt x="1471" y="3253"/>
                  </a:cubicBezTo>
                  <a:cubicBezTo>
                    <a:pt x="1511" y="3253"/>
                    <a:pt x="1551" y="3251"/>
                    <a:pt x="1591" y="3246"/>
                  </a:cubicBezTo>
                  <a:cubicBezTo>
                    <a:pt x="2273" y="3132"/>
                    <a:pt x="2727" y="2337"/>
                    <a:pt x="2613" y="1457"/>
                  </a:cubicBezTo>
                  <a:cubicBezTo>
                    <a:pt x="2507" y="628"/>
                    <a:pt x="1922"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05"/>
            <p:cNvSpPr/>
            <p:nvPr/>
          </p:nvSpPr>
          <p:spPr>
            <a:xfrm>
              <a:off x="4372275" y="4530400"/>
              <a:ext cx="63225" cy="86725"/>
            </a:xfrm>
            <a:custGeom>
              <a:rect b="b" l="l" r="r" t="t"/>
              <a:pathLst>
                <a:path extrusionOk="0" h="3469" w="2529">
                  <a:moveTo>
                    <a:pt x="1041" y="1"/>
                  </a:moveTo>
                  <a:cubicBezTo>
                    <a:pt x="988" y="1"/>
                    <a:pt x="934" y="7"/>
                    <a:pt x="881" y="20"/>
                  </a:cubicBezTo>
                  <a:cubicBezTo>
                    <a:pt x="313" y="133"/>
                    <a:pt x="1" y="1014"/>
                    <a:pt x="228" y="1951"/>
                  </a:cubicBezTo>
                  <a:cubicBezTo>
                    <a:pt x="412" y="2843"/>
                    <a:pt x="959" y="3469"/>
                    <a:pt x="1512" y="3469"/>
                  </a:cubicBezTo>
                  <a:cubicBezTo>
                    <a:pt x="1558" y="3469"/>
                    <a:pt x="1603" y="3465"/>
                    <a:pt x="1648" y="3456"/>
                  </a:cubicBezTo>
                  <a:cubicBezTo>
                    <a:pt x="2216" y="3314"/>
                    <a:pt x="2528" y="2462"/>
                    <a:pt x="2301" y="1496"/>
                  </a:cubicBezTo>
                  <a:cubicBezTo>
                    <a:pt x="2120" y="643"/>
                    <a:pt x="1585" y="1"/>
                    <a:pt x="1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05"/>
            <p:cNvSpPr/>
            <p:nvPr/>
          </p:nvSpPr>
          <p:spPr>
            <a:xfrm>
              <a:off x="4867150" y="4733025"/>
              <a:ext cx="62500" cy="74975"/>
            </a:xfrm>
            <a:custGeom>
              <a:rect b="b" l="l" r="r" t="t"/>
              <a:pathLst>
                <a:path extrusionOk="0" h="2999" w="2500">
                  <a:moveTo>
                    <a:pt x="1329" y="0"/>
                  </a:moveTo>
                  <a:cubicBezTo>
                    <a:pt x="749" y="0"/>
                    <a:pt x="220" y="572"/>
                    <a:pt x="114" y="1343"/>
                  </a:cubicBezTo>
                  <a:cubicBezTo>
                    <a:pt x="0" y="2167"/>
                    <a:pt x="426" y="2905"/>
                    <a:pt x="1051" y="2990"/>
                  </a:cubicBezTo>
                  <a:cubicBezTo>
                    <a:pt x="1092" y="2996"/>
                    <a:pt x="1134" y="2998"/>
                    <a:pt x="1175" y="2998"/>
                  </a:cubicBezTo>
                  <a:cubicBezTo>
                    <a:pt x="1778" y="2998"/>
                    <a:pt x="2308" y="2426"/>
                    <a:pt x="2414" y="1655"/>
                  </a:cubicBezTo>
                  <a:cubicBezTo>
                    <a:pt x="2499" y="832"/>
                    <a:pt x="2102" y="94"/>
                    <a:pt x="1448" y="8"/>
                  </a:cubicBezTo>
                  <a:cubicBezTo>
                    <a:pt x="1408" y="3"/>
                    <a:pt x="1369" y="0"/>
                    <a:pt x="13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05"/>
            <p:cNvSpPr/>
            <p:nvPr/>
          </p:nvSpPr>
          <p:spPr>
            <a:xfrm>
              <a:off x="4698175" y="4736775"/>
              <a:ext cx="64625" cy="81675"/>
            </a:xfrm>
            <a:custGeom>
              <a:rect b="b" l="l" r="r" t="t"/>
              <a:pathLst>
                <a:path extrusionOk="0" h="3267" w="2585">
                  <a:moveTo>
                    <a:pt x="1306" y="0"/>
                  </a:moveTo>
                  <a:cubicBezTo>
                    <a:pt x="568" y="0"/>
                    <a:pt x="0" y="739"/>
                    <a:pt x="0" y="1647"/>
                  </a:cubicBezTo>
                  <a:cubicBezTo>
                    <a:pt x="0" y="2528"/>
                    <a:pt x="568" y="3266"/>
                    <a:pt x="1306" y="3266"/>
                  </a:cubicBezTo>
                  <a:cubicBezTo>
                    <a:pt x="2016" y="3266"/>
                    <a:pt x="2584" y="2528"/>
                    <a:pt x="2584" y="1647"/>
                  </a:cubicBezTo>
                  <a:cubicBezTo>
                    <a:pt x="2584" y="739"/>
                    <a:pt x="2016" y="0"/>
                    <a:pt x="1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05"/>
            <p:cNvSpPr/>
            <p:nvPr/>
          </p:nvSpPr>
          <p:spPr>
            <a:xfrm>
              <a:off x="5010550" y="4690425"/>
              <a:ext cx="54700" cy="80625"/>
            </a:xfrm>
            <a:custGeom>
              <a:rect b="b" l="l" r="r" t="t"/>
              <a:pathLst>
                <a:path extrusionOk="0" h="3225" w="2188">
                  <a:moveTo>
                    <a:pt x="1212" y="1"/>
                  </a:moveTo>
                  <a:cubicBezTo>
                    <a:pt x="705" y="1"/>
                    <a:pt x="221" y="630"/>
                    <a:pt x="114" y="1485"/>
                  </a:cubicBezTo>
                  <a:cubicBezTo>
                    <a:pt x="1" y="2366"/>
                    <a:pt x="341" y="3161"/>
                    <a:pt x="881" y="3217"/>
                  </a:cubicBezTo>
                  <a:cubicBezTo>
                    <a:pt x="913" y="3223"/>
                    <a:pt x="944" y="3225"/>
                    <a:pt x="976" y="3225"/>
                  </a:cubicBezTo>
                  <a:cubicBezTo>
                    <a:pt x="1483" y="3225"/>
                    <a:pt x="1967" y="2596"/>
                    <a:pt x="2074" y="1741"/>
                  </a:cubicBezTo>
                  <a:cubicBezTo>
                    <a:pt x="2187" y="860"/>
                    <a:pt x="1847" y="65"/>
                    <a:pt x="1307" y="8"/>
                  </a:cubicBezTo>
                  <a:cubicBezTo>
                    <a:pt x="1275" y="3"/>
                    <a:pt x="1243" y="1"/>
                    <a:pt x="1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05"/>
            <p:cNvSpPr/>
            <p:nvPr/>
          </p:nvSpPr>
          <p:spPr>
            <a:xfrm>
              <a:off x="4531325" y="4733025"/>
              <a:ext cx="62500" cy="74975"/>
            </a:xfrm>
            <a:custGeom>
              <a:rect b="b" l="l" r="r" t="t"/>
              <a:pathLst>
                <a:path extrusionOk="0" h="2999" w="2500">
                  <a:moveTo>
                    <a:pt x="1147" y="0"/>
                  </a:moveTo>
                  <a:cubicBezTo>
                    <a:pt x="1106" y="0"/>
                    <a:pt x="1064" y="3"/>
                    <a:pt x="1023" y="8"/>
                  </a:cubicBezTo>
                  <a:cubicBezTo>
                    <a:pt x="398" y="94"/>
                    <a:pt x="0" y="832"/>
                    <a:pt x="86" y="1655"/>
                  </a:cubicBezTo>
                  <a:cubicBezTo>
                    <a:pt x="192" y="2426"/>
                    <a:pt x="721" y="2998"/>
                    <a:pt x="1301" y="2998"/>
                  </a:cubicBezTo>
                  <a:cubicBezTo>
                    <a:pt x="1341" y="2998"/>
                    <a:pt x="1380" y="2996"/>
                    <a:pt x="1420" y="2990"/>
                  </a:cubicBezTo>
                  <a:cubicBezTo>
                    <a:pt x="2073" y="2905"/>
                    <a:pt x="2499" y="2167"/>
                    <a:pt x="2386" y="1343"/>
                  </a:cubicBezTo>
                  <a:cubicBezTo>
                    <a:pt x="2279" y="572"/>
                    <a:pt x="1750" y="0"/>
                    <a:pt x="1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05"/>
            <p:cNvSpPr/>
            <p:nvPr/>
          </p:nvSpPr>
          <p:spPr>
            <a:xfrm>
              <a:off x="4400675" y="4690975"/>
              <a:ext cx="56825" cy="80225"/>
            </a:xfrm>
            <a:custGeom>
              <a:rect b="b" l="l" r="r" t="t"/>
              <a:pathLst>
                <a:path extrusionOk="0" h="3209" w="2273">
                  <a:moveTo>
                    <a:pt x="923" y="1"/>
                  </a:moveTo>
                  <a:cubicBezTo>
                    <a:pt x="881" y="1"/>
                    <a:pt x="838" y="6"/>
                    <a:pt x="796" y="15"/>
                  </a:cubicBezTo>
                  <a:cubicBezTo>
                    <a:pt x="257" y="128"/>
                    <a:pt x="1" y="924"/>
                    <a:pt x="171" y="1804"/>
                  </a:cubicBezTo>
                  <a:cubicBezTo>
                    <a:pt x="354" y="2615"/>
                    <a:pt x="851" y="3209"/>
                    <a:pt x="1350" y="3209"/>
                  </a:cubicBezTo>
                  <a:cubicBezTo>
                    <a:pt x="1392" y="3209"/>
                    <a:pt x="1435" y="3204"/>
                    <a:pt x="1478" y="3195"/>
                  </a:cubicBezTo>
                  <a:cubicBezTo>
                    <a:pt x="2017" y="3082"/>
                    <a:pt x="2273" y="2258"/>
                    <a:pt x="2102" y="1378"/>
                  </a:cubicBezTo>
                  <a:cubicBezTo>
                    <a:pt x="1920" y="570"/>
                    <a:pt x="1402" y="1"/>
                    <a:pt x="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105"/>
          <p:cNvGrpSpPr/>
          <p:nvPr/>
        </p:nvGrpSpPr>
        <p:grpSpPr>
          <a:xfrm>
            <a:off x="6723140" y="1032737"/>
            <a:ext cx="1285472" cy="3584226"/>
            <a:chOff x="715040" y="969674"/>
            <a:chExt cx="1285472" cy="3584226"/>
          </a:xfrm>
        </p:grpSpPr>
        <p:grpSp>
          <p:nvGrpSpPr>
            <p:cNvPr id="8156" name="Google Shape;8156;p105"/>
            <p:cNvGrpSpPr/>
            <p:nvPr/>
          </p:nvGrpSpPr>
          <p:grpSpPr>
            <a:xfrm>
              <a:off x="715040" y="969674"/>
              <a:ext cx="1285472" cy="3584226"/>
              <a:chOff x="715040" y="969674"/>
              <a:chExt cx="1285472" cy="3584226"/>
            </a:xfrm>
          </p:grpSpPr>
          <p:grpSp>
            <p:nvGrpSpPr>
              <p:cNvPr id="8157" name="Google Shape;8157;p105"/>
              <p:cNvGrpSpPr/>
              <p:nvPr/>
            </p:nvGrpSpPr>
            <p:grpSpPr>
              <a:xfrm>
                <a:off x="715040" y="969674"/>
                <a:ext cx="1285472" cy="3584226"/>
                <a:chOff x="715040" y="969674"/>
                <a:chExt cx="1285472" cy="3584226"/>
              </a:xfrm>
            </p:grpSpPr>
            <p:grpSp>
              <p:nvGrpSpPr>
                <p:cNvPr id="8158" name="Google Shape;8158;p105"/>
                <p:cNvGrpSpPr/>
                <p:nvPr/>
              </p:nvGrpSpPr>
              <p:grpSpPr>
                <a:xfrm>
                  <a:off x="715040" y="969674"/>
                  <a:ext cx="1285472" cy="3584226"/>
                  <a:chOff x="1152865" y="1164424"/>
                  <a:chExt cx="1285472" cy="3584226"/>
                </a:xfrm>
              </p:grpSpPr>
              <p:sp>
                <p:nvSpPr>
                  <p:cNvPr id="8159" name="Google Shape;8159;p105"/>
                  <p:cNvSpPr/>
                  <p:nvPr/>
                </p:nvSpPr>
                <p:spPr>
                  <a:xfrm flipH="1" rot="-7621430">
                    <a:off x="1608182" y="1784307"/>
                    <a:ext cx="295647" cy="273156"/>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05"/>
                  <p:cNvSpPr/>
                  <p:nvPr/>
                </p:nvSpPr>
                <p:spPr>
                  <a:xfrm rot="8350349">
                    <a:off x="1386302" y="1775089"/>
                    <a:ext cx="301216" cy="29466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1" name="Google Shape;8161;p105"/>
                  <p:cNvGrpSpPr/>
                  <p:nvPr/>
                </p:nvGrpSpPr>
                <p:grpSpPr>
                  <a:xfrm flipH="1">
                    <a:off x="1505175" y="1637756"/>
                    <a:ext cx="319901" cy="486431"/>
                    <a:chOff x="544781" y="1529932"/>
                    <a:chExt cx="315174" cy="479242"/>
                  </a:xfrm>
                </p:grpSpPr>
                <p:sp>
                  <p:nvSpPr>
                    <p:cNvPr id="8162" name="Google Shape;8162;p105"/>
                    <p:cNvSpPr/>
                    <p:nvPr/>
                  </p:nvSpPr>
                  <p:spPr>
                    <a:xfrm>
                      <a:off x="564820" y="1529932"/>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05"/>
                    <p:cNvSpPr/>
                    <p:nvPr/>
                  </p:nvSpPr>
                  <p:spPr>
                    <a:xfrm>
                      <a:off x="653525" y="1866176"/>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05"/>
                    <p:cNvSpPr/>
                    <p:nvPr/>
                  </p:nvSpPr>
                  <p:spPr>
                    <a:xfrm>
                      <a:off x="544781" y="1747902"/>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05"/>
                    <p:cNvSpPr/>
                    <p:nvPr/>
                  </p:nvSpPr>
                  <p:spPr>
                    <a:xfrm>
                      <a:off x="763245" y="1747401"/>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05"/>
                    <p:cNvSpPr/>
                    <p:nvPr/>
                  </p:nvSpPr>
                  <p:spPr>
                    <a:xfrm>
                      <a:off x="580864" y="1572028"/>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05"/>
                    <p:cNvSpPr/>
                    <p:nvPr/>
                  </p:nvSpPr>
                  <p:spPr>
                    <a:xfrm>
                      <a:off x="768255" y="1607097"/>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05"/>
                    <p:cNvSpPr/>
                    <p:nvPr/>
                  </p:nvSpPr>
                  <p:spPr>
                    <a:xfrm>
                      <a:off x="546785" y="1607097"/>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05"/>
                    <p:cNvSpPr/>
                    <p:nvPr/>
                  </p:nvSpPr>
                  <p:spPr>
                    <a:xfrm>
                      <a:off x="591392" y="1538443"/>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0" name="Google Shape;8170;p105"/>
                    <p:cNvGrpSpPr/>
                    <p:nvPr/>
                  </p:nvGrpSpPr>
                  <p:grpSpPr>
                    <a:xfrm>
                      <a:off x="607561" y="1746189"/>
                      <a:ext cx="182684" cy="109684"/>
                      <a:chOff x="6478625" y="1323824"/>
                      <a:chExt cx="217325" cy="130483"/>
                    </a:xfrm>
                  </p:grpSpPr>
                  <p:sp>
                    <p:nvSpPr>
                      <p:cNvPr id="8171" name="Google Shape;8171;p105"/>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05"/>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05"/>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05"/>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05"/>
                      <p:cNvSpPr/>
                      <p:nvPr/>
                    </p:nvSpPr>
                    <p:spPr>
                      <a:xfrm>
                        <a:off x="6549187" y="1423424"/>
                        <a:ext cx="75509" cy="30884"/>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05"/>
                      <p:cNvSpPr/>
                      <p:nvPr/>
                    </p:nvSpPr>
                    <p:spPr>
                      <a:xfrm>
                        <a:off x="6571896" y="1339580"/>
                        <a:ext cx="34547" cy="67847"/>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7" name="Google Shape;8177;p105"/>
                    <p:cNvSpPr/>
                    <p:nvPr/>
                  </p:nvSpPr>
                  <p:spPr>
                    <a:xfrm rot="785631">
                      <a:off x="621089" y="1712359"/>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05"/>
                    <p:cNvSpPr/>
                    <p:nvPr/>
                  </p:nvSpPr>
                  <p:spPr>
                    <a:xfrm flipH="1" rot="-722579">
                      <a:off x="728420" y="1711820"/>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9" name="Google Shape;8179;p105"/>
                  <p:cNvSpPr/>
                  <p:nvPr/>
                </p:nvSpPr>
                <p:spPr>
                  <a:xfrm>
                    <a:off x="1305838" y="447985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05"/>
                  <p:cNvSpPr/>
                  <p:nvPr/>
                </p:nvSpPr>
                <p:spPr>
                  <a:xfrm>
                    <a:off x="1970812" y="1819619"/>
                    <a:ext cx="150189" cy="221993"/>
                  </a:xfrm>
                  <a:custGeom>
                    <a:rect b="b" l="l" r="r" t="t"/>
                    <a:pathLst>
                      <a:path extrusionOk="0" h="13359" w="9038">
                        <a:moveTo>
                          <a:pt x="252" y="576"/>
                        </a:moveTo>
                        <a:cubicBezTo>
                          <a:pt x="0" y="720"/>
                          <a:pt x="612" y="2089"/>
                          <a:pt x="684" y="3277"/>
                        </a:cubicBezTo>
                        <a:cubicBezTo>
                          <a:pt x="756" y="4573"/>
                          <a:pt x="324" y="5761"/>
                          <a:pt x="504" y="6301"/>
                        </a:cubicBezTo>
                        <a:cubicBezTo>
                          <a:pt x="936" y="7814"/>
                          <a:pt x="1296" y="9326"/>
                          <a:pt x="1584" y="10838"/>
                        </a:cubicBezTo>
                        <a:cubicBezTo>
                          <a:pt x="1656" y="11594"/>
                          <a:pt x="3889" y="12171"/>
                          <a:pt x="4897" y="12027"/>
                        </a:cubicBezTo>
                        <a:cubicBezTo>
                          <a:pt x="5149" y="12459"/>
                          <a:pt x="5437" y="12891"/>
                          <a:pt x="5797" y="13359"/>
                        </a:cubicBezTo>
                        <a:cubicBezTo>
                          <a:pt x="6733" y="10262"/>
                          <a:pt x="9038" y="7346"/>
                          <a:pt x="8750" y="5833"/>
                        </a:cubicBezTo>
                        <a:cubicBezTo>
                          <a:pt x="8498" y="4321"/>
                          <a:pt x="6697" y="4105"/>
                          <a:pt x="6697" y="4105"/>
                        </a:cubicBezTo>
                        <a:cubicBezTo>
                          <a:pt x="5689" y="4285"/>
                          <a:pt x="4753" y="4789"/>
                          <a:pt x="4105" y="5545"/>
                        </a:cubicBezTo>
                        <a:cubicBezTo>
                          <a:pt x="3889" y="5221"/>
                          <a:pt x="3637" y="4933"/>
                          <a:pt x="3385" y="4645"/>
                        </a:cubicBezTo>
                        <a:lnTo>
                          <a:pt x="3061" y="4429"/>
                        </a:lnTo>
                        <a:cubicBezTo>
                          <a:pt x="3169" y="4357"/>
                          <a:pt x="1440" y="0"/>
                          <a:pt x="252" y="57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05"/>
                  <p:cNvSpPr/>
                  <p:nvPr/>
                </p:nvSpPr>
                <p:spPr>
                  <a:xfrm>
                    <a:off x="1993545" y="1979978"/>
                    <a:ext cx="99339" cy="83785"/>
                  </a:xfrm>
                  <a:custGeom>
                    <a:rect b="b" l="l" r="r" t="t"/>
                    <a:pathLst>
                      <a:path extrusionOk="0" h="5042" w="5978">
                        <a:moveTo>
                          <a:pt x="180" y="4897"/>
                        </a:moveTo>
                        <a:lnTo>
                          <a:pt x="0" y="0"/>
                        </a:lnTo>
                        <a:cubicBezTo>
                          <a:pt x="1080" y="2161"/>
                          <a:pt x="2809" y="1980"/>
                          <a:pt x="5617" y="1620"/>
                        </a:cubicBezTo>
                        <a:lnTo>
                          <a:pt x="5977" y="4465"/>
                        </a:lnTo>
                        <a:cubicBezTo>
                          <a:pt x="3457" y="4645"/>
                          <a:pt x="720" y="4825"/>
                          <a:pt x="540" y="4969"/>
                        </a:cubicBezTo>
                        <a:cubicBezTo>
                          <a:pt x="504" y="5041"/>
                          <a:pt x="396" y="4969"/>
                          <a:pt x="180" y="489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05"/>
                  <p:cNvSpPr/>
                  <p:nvPr/>
                </p:nvSpPr>
                <p:spPr>
                  <a:xfrm>
                    <a:off x="1658469" y="1164424"/>
                    <a:ext cx="439201" cy="847276"/>
                  </a:xfrm>
                  <a:custGeom>
                    <a:rect b="b" l="l" r="r" t="t"/>
                    <a:pathLst>
                      <a:path extrusionOk="0" h="50987" w="26430">
                        <a:moveTo>
                          <a:pt x="865" y="433"/>
                        </a:moveTo>
                        <a:cubicBezTo>
                          <a:pt x="649" y="1"/>
                          <a:pt x="0" y="325"/>
                          <a:pt x="217" y="721"/>
                        </a:cubicBezTo>
                        <a:cubicBezTo>
                          <a:pt x="7490" y="15232"/>
                          <a:pt x="14871" y="30067"/>
                          <a:pt x="22001" y="44325"/>
                        </a:cubicBezTo>
                        <a:cubicBezTo>
                          <a:pt x="22145" y="44289"/>
                          <a:pt x="22469" y="44217"/>
                          <a:pt x="22505" y="44109"/>
                        </a:cubicBezTo>
                        <a:cubicBezTo>
                          <a:pt x="22541" y="43965"/>
                          <a:pt x="22721" y="43641"/>
                          <a:pt x="22793" y="43389"/>
                        </a:cubicBezTo>
                        <a:close/>
                        <a:moveTo>
                          <a:pt x="22577" y="45441"/>
                        </a:moveTo>
                        <a:lnTo>
                          <a:pt x="25133" y="50590"/>
                        </a:lnTo>
                        <a:cubicBezTo>
                          <a:pt x="25349" y="50986"/>
                          <a:pt x="26429" y="50518"/>
                          <a:pt x="26213" y="50122"/>
                        </a:cubicBezTo>
                        <a:lnTo>
                          <a:pt x="23765" y="45261"/>
                        </a:lnTo>
                        <a:cubicBezTo>
                          <a:pt x="23621" y="45405"/>
                          <a:pt x="23477" y="45513"/>
                          <a:pt x="23333" y="45621"/>
                        </a:cubicBezTo>
                        <a:cubicBezTo>
                          <a:pt x="23045" y="45621"/>
                          <a:pt x="22793" y="45549"/>
                          <a:pt x="22577" y="454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05"/>
                  <p:cNvSpPr/>
                  <p:nvPr/>
                </p:nvSpPr>
                <p:spPr>
                  <a:xfrm>
                    <a:off x="1782918" y="2011086"/>
                    <a:ext cx="339878" cy="431424"/>
                  </a:xfrm>
                  <a:custGeom>
                    <a:rect b="b" l="l" r="r" t="t"/>
                    <a:pathLst>
                      <a:path extrusionOk="0" h="25962" w="20453">
                        <a:moveTo>
                          <a:pt x="577" y="8642"/>
                        </a:moveTo>
                        <a:cubicBezTo>
                          <a:pt x="577" y="8642"/>
                          <a:pt x="3278" y="6842"/>
                          <a:pt x="3422" y="6842"/>
                        </a:cubicBezTo>
                        <a:cubicBezTo>
                          <a:pt x="3854" y="6950"/>
                          <a:pt x="4214" y="7130"/>
                          <a:pt x="4574" y="7382"/>
                        </a:cubicBezTo>
                        <a:cubicBezTo>
                          <a:pt x="6302" y="8570"/>
                          <a:pt x="12243" y="14151"/>
                          <a:pt x="12243" y="14151"/>
                        </a:cubicBezTo>
                        <a:cubicBezTo>
                          <a:pt x="12243" y="14151"/>
                          <a:pt x="11307" y="5690"/>
                          <a:pt x="11307" y="4213"/>
                        </a:cubicBezTo>
                        <a:cubicBezTo>
                          <a:pt x="11307" y="2737"/>
                          <a:pt x="11091" y="937"/>
                          <a:pt x="12135" y="613"/>
                        </a:cubicBezTo>
                        <a:cubicBezTo>
                          <a:pt x="12135" y="613"/>
                          <a:pt x="16384" y="1153"/>
                          <a:pt x="19012" y="0"/>
                        </a:cubicBezTo>
                        <a:cubicBezTo>
                          <a:pt x="19445" y="289"/>
                          <a:pt x="19733" y="793"/>
                          <a:pt x="19805" y="1333"/>
                        </a:cubicBezTo>
                        <a:cubicBezTo>
                          <a:pt x="19985" y="2305"/>
                          <a:pt x="20453" y="20668"/>
                          <a:pt x="20453" y="20668"/>
                        </a:cubicBezTo>
                        <a:cubicBezTo>
                          <a:pt x="20453" y="20668"/>
                          <a:pt x="20381" y="24593"/>
                          <a:pt x="17248" y="25205"/>
                        </a:cubicBezTo>
                        <a:cubicBezTo>
                          <a:pt x="13431" y="25961"/>
                          <a:pt x="9039" y="23189"/>
                          <a:pt x="4970" y="20776"/>
                        </a:cubicBezTo>
                        <a:cubicBezTo>
                          <a:pt x="3241" y="19768"/>
                          <a:pt x="1585" y="19120"/>
                          <a:pt x="1" y="183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05"/>
                  <p:cNvSpPr/>
                  <p:nvPr/>
                </p:nvSpPr>
                <p:spPr>
                  <a:xfrm>
                    <a:off x="1784114" y="2121177"/>
                    <a:ext cx="267475" cy="312957"/>
                  </a:xfrm>
                  <a:custGeom>
                    <a:rect b="b" l="l" r="r" t="t"/>
                    <a:pathLst>
                      <a:path extrusionOk="0" h="18833" w="16096">
                        <a:moveTo>
                          <a:pt x="505" y="2017"/>
                        </a:moveTo>
                        <a:cubicBezTo>
                          <a:pt x="505" y="2017"/>
                          <a:pt x="2089" y="1009"/>
                          <a:pt x="2881" y="505"/>
                        </a:cubicBezTo>
                        <a:lnTo>
                          <a:pt x="3602" y="901"/>
                        </a:lnTo>
                        <a:lnTo>
                          <a:pt x="16096" y="18724"/>
                        </a:lnTo>
                        <a:cubicBezTo>
                          <a:pt x="12567" y="18832"/>
                          <a:pt x="8607" y="16348"/>
                          <a:pt x="4934" y="14151"/>
                        </a:cubicBezTo>
                        <a:cubicBezTo>
                          <a:pt x="3386" y="13251"/>
                          <a:pt x="1909" y="12639"/>
                          <a:pt x="505" y="11991"/>
                        </a:cubicBezTo>
                        <a:lnTo>
                          <a:pt x="1" y="11127"/>
                        </a:lnTo>
                        <a:lnTo>
                          <a:pt x="541" y="2017"/>
                        </a:lnTo>
                        <a:close/>
                        <a:moveTo>
                          <a:pt x="12207" y="7526"/>
                        </a:moveTo>
                        <a:lnTo>
                          <a:pt x="14800" y="9975"/>
                        </a:lnTo>
                        <a:lnTo>
                          <a:pt x="11415" y="1"/>
                        </a:lnTo>
                        <a:cubicBezTo>
                          <a:pt x="11703" y="3025"/>
                          <a:pt x="12207" y="7526"/>
                          <a:pt x="12207" y="75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05"/>
                  <p:cNvSpPr/>
                  <p:nvPr/>
                </p:nvSpPr>
                <p:spPr>
                  <a:xfrm>
                    <a:off x="2087483" y="4265632"/>
                    <a:ext cx="176528" cy="338083"/>
                  </a:xfrm>
                  <a:custGeom>
                    <a:rect b="b" l="l" r="r" t="t"/>
                    <a:pathLst>
                      <a:path extrusionOk="0" h="20345" w="10623">
                        <a:moveTo>
                          <a:pt x="9794" y="17788"/>
                        </a:moveTo>
                        <a:cubicBezTo>
                          <a:pt x="9794" y="17788"/>
                          <a:pt x="8354" y="17392"/>
                          <a:pt x="7886" y="15484"/>
                        </a:cubicBezTo>
                        <a:cubicBezTo>
                          <a:pt x="7418" y="13575"/>
                          <a:pt x="7130" y="7886"/>
                          <a:pt x="6950" y="6014"/>
                        </a:cubicBezTo>
                        <a:cubicBezTo>
                          <a:pt x="6806" y="4142"/>
                          <a:pt x="5365" y="1"/>
                          <a:pt x="5365" y="1"/>
                        </a:cubicBezTo>
                        <a:lnTo>
                          <a:pt x="648" y="2089"/>
                        </a:lnTo>
                        <a:lnTo>
                          <a:pt x="0" y="3169"/>
                        </a:lnTo>
                        <a:lnTo>
                          <a:pt x="1261" y="6086"/>
                        </a:lnTo>
                        <a:cubicBezTo>
                          <a:pt x="792" y="6986"/>
                          <a:pt x="792" y="8066"/>
                          <a:pt x="1225" y="8966"/>
                        </a:cubicBezTo>
                        <a:cubicBezTo>
                          <a:pt x="1981" y="10659"/>
                          <a:pt x="5293" y="19552"/>
                          <a:pt x="6518" y="19948"/>
                        </a:cubicBezTo>
                        <a:cubicBezTo>
                          <a:pt x="7742" y="20345"/>
                          <a:pt x="10622" y="19516"/>
                          <a:pt x="10622" y="19516"/>
                        </a:cubicBezTo>
                        <a:cubicBezTo>
                          <a:pt x="10586" y="19084"/>
                          <a:pt x="10514" y="18616"/>
                          <a:pt x="10442" y="18184"/>
                        </a:cubicBezTo>
                        <a:cubicBezTo>
                          <a:pt x="10298" y="17968"/>
                          <a:pt x="10046" y="17788"/>
                          <a:pt x="9794"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05"/>
                  <p:cNvSpPr/>
                  <p:nvPr/>
                </p:nvSpPr>
                <p:spPr>
                  <a:xfrm>
                    <a:off x="1492128" y="4290176"/>
                    <a:ext cx="114295" cy="311744"/>
                  </a:xfrm>
                  <a:custGeom>
                    <a:rect b="b" l="l" r="r" t="t"/>
                    <a:pathLst>
                      <a:path extrusionOk="0" h="18760" w="6878">
                        <a:moveTo>
                          <a:pt x="2233" y="0"/>
                        </a:moveTo>
                        <a:cubicBezTo>
                          <a:pt x="2233" y="2629"/>
                          <a:pt x="2197" y="4861"/>
                          <a:pt x="2053" y="6517"/>
                        </a:cubicBezTo>
                        <a:cubicBezTo>
                          <a:pt x="1981" y="7345"/>
                          <a:pt x="685" y="14151"/>
                          <a:pt x="685" y="14151"/>
                        </a:cubicBezTo>
                        <a:lnTo>
                          <a:pt x="1" y="16923"/>
                        </a:lnTo>
                        <a:lnTo>
                          <a:pt x="109" y="18039"/>
                        </a:lnTo>
                        <a:lnTo>
                          <a:pt x="3205" y="18760"/>
                        </a:lnTo>
                        <a:lnTo>
                          <a:pt x="6122" y="16671"/>
                        </a:lnTo>
                        <a:cubicBezTo>
                          <a:pt x="6122" y="16671"/>
                          <a:pt x="6770" y="9434"/>
                          <a:pt x="6626" y="8066"/>
                        </a:cubicBezTo>
                        <a:cubicBezTo>
                          <a:pt x="6554" y="7345"/>
                          <a:pt x="6410" y="6625"/>
                          <a:pt x="6266" y="5905"/>
                        </a:cubicBezTo>
                        <a:lnTo>
                          <a:pt x="6014" y="5545"/>
                        </a:lnTo>
                        <a:cubicBezTo>
                          <a:pt x="6302" y="3709"/>
                          <a:pt x="6590" y="1872"/>
                          <a:pt x="6878"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05"/>
                  <p:cNvSpPr/>
                  <p:nvPr/>
                </p:nvSpPr>
                <p:spPr>
                  <a:xfrm>
                    <a:off x="1450850" y="4382320"/>
                    <a:ext cx="168751" cy="244128"/>
                  </a:xfrm>
                  <a:custGeom>
                    <a:rect b="b" l="l" r="r" t="t"/>
                    <a:pathLst>
                      <a:path extrusionOk="0" h="14691" w="10155">
                        <a:moveTo>
                          <a:pt x="3169" y="8606"/>
                        </a:moveTo>
                        <a:cubicBezTo>
                          <a:pt x="2917" y="9326"/>
                          <a:pt x="2593" y="10046"/>
                          <a:pt x="2233" y="10730"/>
                        </a:cubicBezTo>
                        <a:cubicBezTo>
                          <a:pt x="1944" y="11126"/>
                          <a:pt x="720" y="12494"/>
                          <a:pt x="540" y="12926"/>
                        </a:cubicBezTo>
                        <a:cubicBezTo>
                          <a:pt x="360" y="13359"/>
                          <a:pt x="0" y="14691"/>
                          <a:pt x="1440" y="14691"/>
                        </a:cubicBezTo>
                        <a:lnTo>
                          <a:pt x="6625" y="14691"/>
                        </a:lnTo>
                        <a:cubicBezTo>
                          <a:pt x="8030" y="14691"/>
                          <a:pt x="9182" y="14259"/>
                          <a:pt x="9218" y="12962"/>
                        </a:cubicBezTo>
                        <a:cubicBezTo>
                          <a:pt x="9218" y="11702"/>
                          <a:pt x="9326" y="7129"/>
                          <a:pt x="9506" y="6121"/>
                        </a:cubicBezTo>
                        <a:cubicBezTo>
                          <a:pt x="9686" y="5149"/>
                          <a:pt x="10154" y="4033"/>
                          <a:pt x="9938" y="3061"/>
                        </a:cubicBezTo>
                        <a:cubicBezTo>
                          <a:pt x="9650" y="2088"/>
                          <a:pt x="9290" y="1116"/>
                          <a:pt x="8786" y="216"/>
                        </a:cubicBezTo>
                        <a:cubicBezTo>
                          <a:pt x="8714" y="144"/>
                          <a:pt x="8606" y="72"/>
                          <a:pt x="8498" y="0"/>
                        </a:cubicBezTo>
                        <a:lnTo>
                          <a:pt x="8642" y="864"/>
                        </a:lnTo>
                        <a:cubicBezTo>
                          <a:pt x="8678" y="1080"/>
                          <a:pt x="8714" y="1260"/>
                          <a:pt x="8750" y="1476"/>
                        </a:cubicBezTo>
                        <a:cubicBezTo>
                          <a:pt x="8858" y="2917"/>
                          <a:pt x="8354" y="9326"/>
                          <a:pt x="8354" y="9866"/>
                        </a:cubicBezTo>
                        <a:cubicBezTo>
                          <a:pt x="8354" y="10406"/>
                          <a:pt x="7778" y="10766"/>
                          <a:pt x="6733" y="11018"/>
                        </a:cubicBezTo>
                        <a:cubicBezTo>
                          <a:pt x="5725" y="11306"/>
                          <a:pt x="3601" y="11558"/>
                          <a:pt x="2809" y="10802"/>
                        </a:cubicBezTo>
                        <a:cubicBezTo>
                          <a:pt x="2737" y="10694"/>
                          <a:pt x="2701" y="10550"/>
                          <a:pt x="2737" y="10406"/>
                        </a:cubicBezTo>
                        <a:cubicBezTo>
                          <a:pt x="2809" y="10118"/>
                          <a:pt x="3169" y="8606"/>
                          <a:pt x="3169" y="86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05"/>
                  <p:cNvSpPr/>
                  <p:nvPr/>
                </p:nvSpPr>
                <p:spPr>
                  <a:xfrm>
                    <a:off x="1666845" y="2575316"/>
                    <a:ext cx="557667" cy="1768119"/>
                  </a:xfrm>
                  <a:custGeom>
                    <a:rect b="b" l="l" r="r" t="t"/>
                    <a:pathLst>
                      <a:path extrusionOk="0" h="106401" w="33559">
                        <a:moveTo>
                          <a:pt x="16060" y="15412"/>
                        </a:moveTo>
                        <a:cubicBezTo>
                          <a:pt x="19444" y="38600"/>
                          <a:pt x="29994" y="85697"/>
                          <a:pt x="33451" y="102116"/>
                        </a:cubicBezTo>
                        <a:cubicBezTo>
                          <a:pt x="33559" y="102620"/>
                          <a:pt x="33415" y="103160"/>
                          <a:pt x="33019" y="103520"/>
                        </a:cubicBezTo>
                        <a:cubicBezTo>
                          <a:pt x="32335" y="104060"/>
                          <a:pt x="28662" y="106041"/>
                          <a:pt x="26358" y="106113"/>
                        </a:cubicBezTo>
                        <a:cubicBezTo>
                          <a:pt x="26358" y="106113"/>
                          <a:pt x="25061" y="106401"/>
                          <a:pt x="24557" y="105536"/>
                        </a:cubicBezTo>
                        <a:cubicBezTo>
                          <a:pt x="22793" y="102728"/>
                          <a:pt x="7490" y="43101"/>
                          <a:pt x="1837" y="29490"/>
                        </a:cubicBezTo>
                        <a:cubicBezTo>
                          <a:pt x="1837" y="29490"/>
                          <a:pt x="1" y="10371"/>
                          <a:pt x="3421" y="5186"/>
                        </a:cubicBezTo>
                        <a:cubicBezTo>
                          <a:pt x="6878" y="1"/>
                          <a:pt x="15483" y="7238"/>
                          <a:pt x="15483" y="72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05"/>
                  <p:cNvSpPr/>
                  <p:nvPr/>
                </p:nvSpPr>
                <p:spPr>
                  <a:xfrm>
                    <a:off x="1371269" y="2629772"/>
                    <a:ext cx="458942" cy="1736994"/>
                  </a:xfrm>
                  <a:custGeom>
                    <a:rect b="b" l="l" r="r" t="t"/>
                    <a:pathLst>
                      <a:path extrusionOk="0" h="104528" w="27618">
                        <a:moveTo>
                          <a:pt x="27617" y="3745"/>
                        </a:moveTo>
                        <a:cubicBezTo>
                          <a:pt x="27617" y="3745"/>
                          <a:pt x="22648" y="4897"/>
                          <a:pt x="22000" y="13359"/>
                        </a:cubicBezTo>
                        <a:cubicBezTo>
                          <a:pt x="19084" y="50086"/>
                          <a:pt x="15555" y="64524"/>
                          <a:pt x="15159" y="103196"/>
                        </a:cubicBezTo>
                        <a:cubicBezTo>
                          <a:pt x="14007" y="104528"/>
                          <a:pt x="9470" y="104384"/>
                          <a:pt x="8174" y="103196"/>
                        </a:cubicBezTo>
                        <a:cubicBezTo>
                          <a:pt x="6553" y="85516"/>
                          <a:pt x="0" y="25961"/>
                          <a:pt x="3421" y="11991"/>
                        </a:cubicBezTo>
                        <a:cubicBezTo>
                          <a:pt x="5689" y="2665"/>
                          <a:pt x="8750" y="0"/>
                          <a:pt x="27617" y="37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05"/>
                  <p:cNvSpPr/>
                  <p:nvPr/>
                </p:nvSpPr>
                <p:spPr>
                  <a:xfrm>
                    <a:off x="1440066" y="2096649"/>
                    <a:ext cx="493656" cy="694096"/>
                  </a:xfrm>
                  <a:custGeom>
                    <a:rect b="b" l="l" r="r" t="t"/>
                    <a:pathLst>
                      <a:path extrusionOk="0" h="41769" w="29707">
                        <a:moveTo>
                          <a:pt x="24054" y="1729"/>
                        </a:moveTo>
                        <a:cubicBezTo>
                          <a:pt x="24054" y="1729"/>
                          <a:pt x="26322" y="7418"/>
                          <a:pt x="26754" y="8282"/>
                        </a:cubicBezTo>
                        <a:cubicBezTo>
                          <a:pt x="27222" y="9146"/>
                          <a:pt x="28986" y="12927"/>
                          <a:pt x="29347" y="14835"/>
                        </a:cubicBezTo>
                        <a:cubicBezTo>
                          <a:pt x="29707" y="16744"/>
                          <a:pt x="28986" y="19444"/>
                          <a:pt x="28230" y="20884"/>
                        </a:cubicBezTo>
                        <a:lnTo>
                          <a:pt x="28230" y="39788"/>
                        </a:lnTo>
                        <a:cubicBezTo>
                          <a:pt x="21029" y="41768"/>
                          <a:pt x="12063" y="41084"/>
                          <a:pt x="4826" y="39788"/>
                        </a:cubicBezTo>
                        <a:lnTo>
                          <a:pt x="5978" y="31902"/>
                        </a:lnTo>
                        <a:lnTo>
                          <a:pt x="1" y="2953"/>
                        </a:lnTo>
                        <a:lnTo>
                          <a:pt x="8787" y="108"/>
                        </a:lnTo>
                        <a:lnTo>
                          <a:pt x="14656" y="1621"/>
                        </a:lnTo>
                        <a:lnTo>
                          <a:pt x="170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05"/>
                  <p:cNvSpPr/>
                  <p:nvPr/>
                </p:nvSpPr>
                <p:spPr>
                  <a:xfrm>
                    <a:off x="1572308" y="2069131"/>
                    <a:ext cx="113099" cy="129849"/>
                  </a:xfrm>
                  <a:custGeom>
                    <a:rect b="b" l="l" r="r" t="t"/>
                    <a:pathLst>
                      <a:path extrusionOk="0" h="7814" w="6806">
                        <a:moveTo>
                          <a:pt x="829" y="0"/>
                        </a:moveTo>
                        <a:lnTo>
                          <a:pt x="6806" y="4321"/>
                        </a:lnTo>
                        <a:lnTo>
                          <a:pt x="4177" y="7814"/>
                        </a:lnTo>
                        <a:lnTo>
                          <a:pt x="0" y="201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05"/>
                  <p:cNvSpPr/>
                  <p:nvPr/>
                </p:nvSpPr>
                <p:spPr>
                  <a:xfrm>
                    <a:off x="1685390" y="2078104"/>
                    <a:ext cx="57463" cy="107116"/>
                  </a:xfrm>
                  <a:custGeom>
                    <a:rect b="b" l="l" r="r" t="t"/>
                    <a:pathLst>
                      <a:path extrusionOk="0" h="6446" w="3458">
                        <a:moveTo>
                          <a:pt x="1" y="3781"/>
                        </a:moveTo>
                        <a:lnTo>
                          <a:pt x="2305" y="0"/>
                        </a:lnTo>
                        <a:lnTo>
                          <a:pt x="3457" y="1404"/>
                        </a:lnTo>
                        <a:lnTo>
                          <a:pt x="3133" y="644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05"/>
                  <p:cNvSpPr/>
                  <p:nvPr/>
                </p:nvSpPr>
                <p:spPr>
                  <a:xfrm>
                    <a:off x="1352700" y="2108250"/>
                    <a:ext cx="357243" cy="937388"/>
                  </a:xfrm>
                  <a:custGeom>
                    <a:rect b="b" l="l" r="r" t="t"/>
                    <a:pathLst>
                      <a:path extrusionOk="0" h="56820" w="21498">
                        <a:moveTo>
                          <a:pt x="3890" y="1981"/>
                        </a:moveTo>
                        <a:cubicBezTo>
                          <a:pt x="3890" y="1981"/>
                          <a:pt x="11307" y="0"/>
                          <a:pt x="11559" y="0"/>
                        </a:cubicBezTo>
                        <a:cubicBezTo>
                          <a:pt x="11811" y="72"/>
                          <a:pt x="12063" y="217"/>
                          <a:pt x="12279" y="397"/>
                        </a:cubicBezTo>
                        <a:lnTo>
                          <a:pt x="20201" y="15663"/>
                        </a:lnTo>
                        <a:cubicBezTo>
                          <a:pt x="21137" y="17140"/>
                          <a:pt x="21497" y="18940"/>
                          <a:pt x="21173" y="20668"/>
                        </a:cubicBezTo>
                        <a:cubicBezTo>
                          <a:pt x="20741" y="23657"/>
                          <a:pt x="19517" y="29202"/>
                          <a:pt x="19517" y="29202"/>
                        </a:cubicBezTo>
                        <a:cubicBezTo>
                          <a:pt x="18761" y="35431"/>
                          <a:pt x="17716" y="45225"/>
                          <a:pt x="16456" y="52318"/>
                        </a:cubicBezTo>
                        <a:cubicBezTo>
                          <a:pt x="16456" y="52318"/>
                          <a:pt x="16348" y="53074"/>
                          <a:pt x="15196" y="53398"/>
                        </a:cubicBezTo>
                        <a:cubicBezTo>
                          <a:pt x="14080" y="53722"/>
                          <a:pt x="685" y="56567"/>
                          <a:pt x="685" y="56567"/>
                        </a:cubicBezTo>
                        <a:cubicBezTo>
                          <a:pt x="685" y="56567"/>
                          <a:pt x="1" y="56819"/>
                          <a:pt x="181" y="55595"/>
                        </a:cubicBezTo>
                        <a:cubicBezTo>
                          <a:pt x="325" y="54767"/>
                          <a:pt x="4610" y="42164"/>
                          <a:pt x="7202" y="33487"/>
                        </a:cubicBezTo>
                        <a:cubicBezTo>
                          <a:pt x="7670" y="32010"/>
                          <a:pt x="8067" y="30678"/>
                          <a:pt x="8355" y="29490"/>
                        </a:cubicBezTo>
                        <a:cubicBezTo>
                          <a:pt x="8751" y="27978"/>
                          <a:pt x="8751" y="26393"/>
                          <a:pt x="8355" y="24881"/>
                        </a:cubicBezTo>
                        <a:lnTo>
                          <a:pt x="5258" y="1587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05"/>
                  <p:cNvSpPr/>
                  <p:nvPr/>
                </p:nvSpPr>
                <p:spPr>
                  <a:xfrm>
                    <a:off x="1749417" y="2099641"/>
                    <a:ext cx="245341" cy="908296"/>
                  </a:xfrm>
                  <a:custGeom>
                    <a:rect b="b" l="l" r="r" t="t"/>
                    <a:pathLst>
                      <a:path extrusionOk="0" h="54659" w="14764">
                        <a:moveTo>
                          <a:pt x="1" y="216"/>
                        </a:moveTo>
                        <a:cubicBezTo>
                          <a:pt x="1657" y="4825"/>
                          <a:pt x="6590" y="15591"/>
                          <a:pt x="5726" y="20560"/>
                        </a:cubicBezTo>
                        <a:cubicBezTo>
                          <a:pt x="5618" y="20992"/>
                          <a:pt x="5582" y="21424"/>
                          <a:pt x="5582" y="21893"/>
                        </a:cubicBezTo>
                        <a:cubicBezTo>
                          <a:pt x="5582" y="22865"/>
                          <a:pt x="5690" y="28050"/>
                          <a:pt x="5690" y="28050"/>
                        </a:cubicBezTo>
                        <a:lnTo>
                          <a:pt x="3961" y="51526"/>
                        </a:lnTo>
                        <a:cubicBezTo>
                          <a:pt x="4069" y="52066"/>
                          <a:pt x="4429" y="52534"/>
                          <a:pt x="4969" y="52786"/>
                        </a:cubicBezTo>
                        <a:cubicBezTo>
                          <a:pt x="5834" y="53110"/>
                          <a:pt x="14259" y="54515"/>
                          <a:pt x="14259" y="54515"/>
                        </a:cubicBezTo>
                        <a:cubicBezTo>
                          <a:pt x="14259" y="54515"/>
                          <a:pt x="14763" y="54659"/>
                          <a:pt x="14763" y="53975"/>
                        </a:cubicBezTo>
                        <a:cubicBezTo>
                          <a:pt x="14763" y="45333"/>
                          <a:pt x="10118" y="35215"/>
                          <a:pt x="10803" y="21713"/>
                        </a:cubicBezTo>
                        <a:cubicBezTo>
                          <a:pt x="10803" y="21713"/>
                          <a:pt x="11955" y="17248"/>
                          <a:pt x="12423" y="15555"/>
                        </a:cubicBezTo>
                        <a:cubicBezTo>
                          <a:pt x="12891" y="13827"/>
                          <a:pt x="11163" y="11595"/>
                          <a:pt x="9758" y="9254"/>
                        </a:cubicBezTo>
                        <a:cubicBezTo>
                          <a:pt x="8354" y="6878"/>
                          <a:pt x="5438" y="1549"/>
                          <a:pt x="5438" y="1549"/>
                        </a:cubicBezTo>
                        <a:lnTo>
                          <a:pt x="397" y="36"/>
                        </a:lnTo>
                        <a:cubicBezTo>
                          <a:pt x="253" y="0"/>
                          <a:pt x="73" y="72"/>
                          <a:pt x="1" y="2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05"/>
                  <p:cNvSpPr/>
                  <p:nvPr/>
                </p:nvSpPr>
                <p:spPr>
                  <a:xfrm>
                    <a:off x="2058170" y="4414026"/>
                    <a:ext cx="60438" cy="212422"/>
                  </a:xfrm>
                  <a:custGeom>
                    <a:rect b="b" l="l" r="r" t="t"/>
                    <a:pathLst>
                      <a:path extrusionOk="0" h="12783" w="3637">
                        <a:moveTo>
                          <a:pt x="720" y="0"/>
                        </a:moveTo>
                        <a:cubicBezTo>
                          <a:pt x="720" y="0"/>
                          <a:pt x="0" y="216"/>
                          <a:pt x="216" y="1657"/>
                        </a:cubicBezTo>
                        <a:cubicBezTo>
                          <a:pt x="468" y="3061"/>
                          <a:pt x="1584" y="3997"/>
                          <a:pt x="1584" y="6806"/>
                        </a:cubicBezTo>
                        <a:lnTo>
                          <a:pt x="1584" y="12171"/>
                        </a:lnTo>
                        <a:cubicBezTo>
                          <a:pt x="1584" y="12171"/>
                          <a:pt x="1548" y="12783"/>
                          <a:pt x="1944" y="12783"/>
                        </a:cubicBezTo>
                        <a:lnTo>
                          <a:pt x="2196" y="12783"/>
                        </a:lnTo>
                        <a:cubicBezTo>
                          <a:pt x="2376" y="12783"/>
                          <a:pt x="2520" y="12639"/>
                          <a:pt x="2520" y="12171"/>
                        </a:cubicBezTo>
                        <a:lnTo>
                          <a:pt x="2520" y="6194"/>
                        </a:lnTo>
                        <a:cubicBezTo>
                          <a:pt x="2520" y="5293"/>
                          <a:pt x="2881" y="3565"/>
                          <a:pt x="3277" y="3241"/>
                        </a:cubicBezTo>
                        <a:cubicBezTo>
                          <a:pt x="3637" y="2917"/>
                          <a:pt x="720" y="0"/>
                          <a:pt x="7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05"/>
                  <p:cNvSpPr/>
                  <p:nvPr/>
                </p:nvSpPr>
                <p:spPr>
                  <a:xfrm>
                    <a:off x="2056957" y="4366749"/>
                    <a:ext cx="281251" cy="259698"/>
                  </a:xfrm>
                  <a:custGeom>
                    <a:rect b="b" l="l" r="r" t="t"/>
                    <a:pathLst>
                      <a:path extrusionOk="0" h="15628" w="16925">
                        <a:moveTo>
                          <a:pt x="3134" y="1"/>
                        </a:moveTo>
                        <a:cubicBezTo>
                          <a:pt x="1837" y="685"/>
                          <a:pt x="793" y="1729"/>
                          <a:pt x="73" y="2989"/>
                        </a:cubicBezTo>
                        <a:cubicBezTo>
                          <a:pt x="1" y="3278"/>
                          <a:pt x="109" y="3566"/>
                          <a:pt x="361" y="3710"/>
                        </a:cubicBezTo>
                        <a:cubicBezTo>
                          <a:pt x="757" y="3998"/>
                          <a:pt x="3494" y="6302"/>
                          <a:pt x="4070" y="7814"/>
                        </a:cubicBezTo>
                        <a:cubicBezTo>
                          <a:pt x="4610" y="9291"/>
                          <a:pt x="5474" y="12243"/>
                          <a:pt x="5834" y="13395"/>
                        </a:cubicBezTo>
                        <a:cubicBezTo>
                          <a:pt x="6194" y="14548"/>
                          <a:pt x="6986" y="15628"/>
                          <a:pt x="8355" y="15628"/>
                        </a:cubicBezTo>
                        <a:lnTo>
                          <a:pt x="15556" y="15628"/>
                        </a:lnTo>
                        <a:cubicBezTo>
                          <a:pt x="16924" y="15628"/>
                          <a:pt x="16456" y="14476"/>
                          <a:pt x="15484" y="13863"/>
                        </a:cubicBezTo>
                        <a:cubicBezTo>
                          <a:pt x="14512" y="13287"/>
                          <a:pt x="12315" y="11811"/>
                          <a:pt x="12027" y="11703"/>
                        </a:cubicBezTo>
                        <a:cubicBezTo>
                          <a:pt x="11739" y="11595"/>
                          <a:pt x="11631" y="11703"/>
                          <a:pt x="11631" y="11703"/>
                        </a:cubicBezTo>
                        <a:cubicBezTo>
                          <a:pt x="11631" y="11703"/>
                          <a:pt x="11955" y="11847"/>
                          <a:pt x="11847" y="12099"/>
                        </a:cubicBezTo>
                        <a:cubicBezTo>
                          <a:pt x="11739" y="12315"/>
                          <a:pt x="11019" y="12207"/>
                          <a:pt x="10299" y="12207"/>
                        </a:cubicBezTo>
                        <a:cubicBezTo>
                          <a:pt x="9255" y="12171"/>
                          <a:pt x="8355" y="11595"/>
                          <a:pt x="7922" y="10695"/>
                        </a:cubicBezTo>
                        <a:cubicBezTo>
                          <a:pt x="7382" y="9543"/>
                          <a:pt x="5258" y="3566"/>
                          <a:pt x="5042" y="3025"/>
                        </a:cubicBezTo>
                        <a:cubicBezTo>
                          <a:pt x="4862" y="2521"/>
                          <a:pt x="3458" y="1297"/>
                          <a:pt x="31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05"/>
                  <p:cNvSpPr/>
                  <p:nvPr/>
                </p:nvSpPr>
                <p:spPr>
                  <a:xfrm>
                    <a:off x="1152865" y="2130150"/>
                    <a:ext cx="377583" cy="645041"/>
                  </a:xfrm>
                  <a:custGeom>
                    <a:rect b="b" l="l" r="r" t="t"/>
                    <a:pathLst>
                      <a:path extrusionOk="0" h="38817" w="22722">
                        <a:moveTo>
                          <a:pt x="18868" y="1"/>
                        </a:moveTo>
                        <a:cubicBezTo>
                          <a:pt x="18868" y="1"/>
                          <a:pt x="15448" y="433"/>
                          <a:pt x="14619" y="1081"/>
                        </a:cubicBezTo>
                        <a:cubicBezTo>
                          <a:pt x="13935" y="1585"/>
                          <a:pt x="5114" y="13107"/>
                          <a:pt x="2413" y="17716"/>
                        </a:cubicBezTo>
                        <a:cubicBezTo>
                          <a:pt x="1" y="21785"/>
                          <a:pt x="2881" y="25278"/>
                          <a:pt x="6014" y="29238"/>
                        </a:cubicBezTo>
                        <a:cubicBezTo>
                          <a:pt x="8426" y="32227"/>
                          <a:pt x="13755" y="38492"/>
                          <a:pt x="13755" y="38492"/>
                        </a:cubicBezTo>
                        <a:cubicBezTo>
                          <a:pt x="13935" y="38744"/>
                          <a:pt x="14259" y="38816"/>
                          <a:pt x="14511" y="38744"/>
                        </a:cubicBezTo>
                        <a:cubicBezTo>
                          <a:pt x="14980" y="38528"/>
                          <a:pt x="18076" y="32011"/>
                          <a:pt x="18076" y="32011"/>
                        </a:cubicBezTo>
                        <a:cubicBezTo>
                          <a:pt x="18076" y="32011"/>
                          <a:pt x="18364" y="31687"/>
                          <a:pt x="17824" y="31003"/>
                        </a:cubicBezTo>
                        <a:cubicBezTo>
                          <a:pt x="17284" y="30282"/>
                          <a:pt x="11127" y="22361"/>
                          <a:pt x="11127" y="22361"/>
                        </a:cubicBezTo>
                        <a:lnTo>
                          <a:pt x="18004" y="13323"/>
                        </a:lnTo>
                        <a:cubicBezTo>
                          <a:pt x="18004" y="13323"/>
                          <a:pt x="22721" y="6302"/>
                          <a:pt x="188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05"/>
                  <p:cNvSpPr/>
                  <p:nvPr/>
                </p:nvSpPr>
                <p:spPr>
                  <a:xfrm>
                    <a:off x="1698551" y="2210330"/>
                    <a:ext cx="22766" cy="20955"/>
                  </a:xfrm>
                  <a:custGeom>
                    <a:rect b="b" l="l" r="r" t="t"/>
                    <a:pathLst>
                      <a:path extrusionOk="0" h="1261" w="1370">
                        <a:moveTo>
                          <a:pt x="613" y="1"/>
                        </a:moveTo>
                        <a:cubicBezTo>
                          <a:pt x="973" y="1"/>
                          <a:pt x="1261" y="289"/>
                          <a:pt x="1297" y="649"/>
                        </a:cubicBezTo>
                        <a:cubicBezTo>
                          <a:pt x="1369" y="973"/>
                          <a:pt x="1081" y="1261"/>
                          <a:pt x="757" y="1261"/>
                        </a:cubicBezTo>
                        <a:cubicBezTo>
                          <a:pt x="397" y="1261"/>
                          <a:pt x="73" y="973"/>
                          <a:pt x="37" y="649"/>
                        </a:cubicBezTo>
                        <a:cubicBezTo>
                          <a:pt x="1" y="289"/>
                          <a:pt x="253" y="1"/>
                          <a:pt x="6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05"/>
                  <p:cNvSpPr/>
                  <p:nvPr/>
                </p:nvSpPr>
                <p:spPr>
                  <a:xfrm>
                    <a:off x="1740444" y="2321019"/>
                    <a:ext cx="22749" cy="21570"/>
                  </a:xfrm>
                  <a:custGeom>
                    <a:rect b="b" l="l" r="r" t="t"/>
                    <a:pathLst>
                      <a:path extrusionOk="0" h="1298" w="1369">
                        <a:moveTo>
                          <a:pt x="613" y="1"/>
                        </a:moveTo>
                        <a:cubicBezTo>
                          <a:pt x="973" y="37"/>
                          <a:pt x="1297" y="289"/>
                          <a:pt x="1333" y="649"/>
                        </a:cubicBezTo>
                        <a:cubicBezTo>
                          <a:pt x="1369" y="973"/>
                          <a:pt x="1117" y="1297"/>
                          <a:pt x="757" y="1297"/>
                        </a:cubicBezTo>
                        <a:cubicBezTo>
                          <a:pt x="396" y="1261"/>
                          <a:pt x="108" y="1009"/>
                          <a:pt x="72" y="649"/>
                        </a:cubicBezTo>
                        <a:cubicBezTo>
                          <a:pt x="0" y="289"/>
                          <a:pt x="288" y="1"/>
                          <a:pt x="6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05"/>
                  <p:cNvSpPr/>
                  <p:nvPr/>
                </p:nvSpPr>
                <p:spPr>
                  <a:xfrm>
                    <a:off x="1751810" y="2514297"/>
                    <a:ext cx="22749" cy="21553"/>
                  </a:xfrm>
                  <a:custGeom>
                    <a:rect b="b" l="l" r="r" t="t"/>
                    <a:pathLst>
                      <a:path extrusionOk="0" h="1297" w="1369">
                        <a:moveTo>
                          <a:pt x="613" y="1296"/>
                        </a:moveTo>
                        <a:cubicBezTo>
                          <a:pt x="973" y="1296"/>
                          <a:pt x="1297" y="1008"/>
                          <a:pt x="1333" y="648"/>
                        </a:cubicBezTo>
                        <a:cubicBezTo>
                          <a:pt x="1369" y="324"/>
                          <a:pt x="1117" y="0"/>
                          <a:pt x="793" y="36"/>
                        </a:cubicBezTo>
                        <a:cubicBezTo>
                          <a:pt x="397" y="36"/>
                          <a:pt x="109" y="288"/>
                          <a:pt x="73" y="648"/>
                        </a:cubicBezTo>
                        <a:cubicBezTo>
                          <a:pt x="1" y="1008"/>
                          <a:pt x="289" y="1296"/>
                          <a:pt x="613" y="129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05"/>
                  <p:cNvSpPr/>
                  <p:nvPr/>
                </p:nvSpPr>
                <p:spPr>
                  <a:xfrm>
                    <a:off x="1738051" y="2700978"/>
                    <a:ext cx="22749" cy="21553"/>
                  </a:xfrm>
                  <a:custGeom>
                    <a:rect b="b" l="l" r="r" t="t"/>
                    <a:pathLst>
                      <a:path extrusionOk="0" h="1297" w="1369">
                        <a:moveTo>
                          <a:pt x="612" y="1296"/>
                        </a:moveTo>
                        <a:cubicBezTo>
                          <a:pt x="973" y="1296"/>
                          <a:pt x="1261" y="1008"/>
                          <a:pt x="1333" y="648"/>
                        </a:cubicBezTo>
                        <a:cubicBezTo>
                          <a:pt x="1369" y="324"/>
                          <a:pt x="1117" y="0"/>
                          <a:pt x="757" y="36"/>
                        </a:cubicBezTo>
                        <a:cubicBezTo>
                          <a:pt x="396" y="36"/>
                          <a:pt x="108" y="288"/>
                          <a:pt x="72" y="648"/>
                        </a:cubicBezTo>
                        <a:cubicBezTo>
                          <a:pt x="0" y="1008"/>
                          <a:pt x="252" y="1296"/>
                          <a:pt x="612" y="129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05"/>
                  <p:cNvSpPr/>
                  <p:nvPr/>
                </p:nvSpPr>
                <p:spPr>
                  <a:xfrm>
                    <a:off x="1414342" y="2587281"/>
                    <a:ext cx="162170" cy="156188"/>
                  </a:xfrm>
                  <a:custGeom>
                    <a:rect b="b" l="l" r="r" t="t"/>
                    <a:pathLst>
                      <a:path extrusionOk="0" h="9399" w="9759">
                        <a:moveTo>
                          <a:pt x="3061" y="3422"/>
                        </a:moveTo>
                        <a:cubicBezTo>
                          <a:pt x="3673" y="2665"/>
                          <a:pt x="4249" y="1873"/>
                          <a:pt x="4754" y="1045"/>
                        </a:cubicBezTo>
                        <a:lnTo>
                          <a:pt x="7490" y="1"/>
                        </a:lnTo>
                        <a:cubicBezTo>
                          <a:pt x="8426" y="901"/>
                          <a:pt x="6590" y="1513"/>
                          <a:pt x="6014" y="1801"/>
                        </a:cubicBezTo>
                        <a:cubicBezTo>
                          <a:pt x="5726" y="1981"/>
                          <a:pt x="6122" y="2053"/>
                          <a:pt x="5474" y="3206"/>
                        </a:cubicBezTo>
                        <a:cubicBezTo>
                          <a:pt x="5474" y="3206"/>
                          <a:pt x="6482" y="2377"/>
                          <a:pt x="7598" y="2773"/>
                        </a:cubicBezTo>
                        <a:cubicBezTo>
                          <a:pt x="8714" y="3134"/>
                          <a:pt x="9506" y="3458"/>
                          <a:pt x="9506" y="3458"/>
                        </a:cubicBezTo>
                        <a:cubicBezTo>
                          <a:pt x="9506" y="3998"/>
                          <a:pt x="9759" y="4250"/>
                          <a:pt x="9290" y="4394"/>
                        </a:cubicBezTo>
                        <a:cubicBezTo>
                          <a:pt x="8822" y="4538"/>
                          <a:pt x="7418" y="3890"/>
                          <a:pt x="7094" y="4070"/>
                        </a:cubicBezTo>
                        <a:lnTo>
                          <a:pt x="5726" y="4898"/>
                        </a:lnTo>
                        <a:cubicBezTo>
                          <a:pt x="6986" y="4862"/>
                          <a:pt x="6950" y="4826"/>
                          <a:pt x="7922" y="5186"/>
                        </a:cubicBezTo>
                        <a:cubicBezTo>
                          <a:pt x="8354" y="5294"/>
                          <a:pt x="8822" y="5510"/>
                          <a:pt x="9218" y="5726"/>
                        </a:cubicBezTo>
                        <a:cubicBezTo>
                          <a:pt x="9542" y="6158"/>
                          <a:pt x="9110" y="6662"/>
                          <a:pt x="8534" y="6734"/>
                        </a:cubicBezTo>
                        <a:cubicBezTo>
                          <a:pt x="7994" y="6806"/>
                          <a:pt x="6950" y="6410"/>
                          <a:pt x="6410" y="6410"/>
                        </a:cubicBezTo>
                        <a:cubicBezTo>
                          <a:pt x="6050" y="6410"/>
                          <a:pt x="5762" y="6410"/>
                          <a:pt x="6230" y="6626"/>
                        </a:cubicBezTo>
                        <a:cubicBezTo>
                          <a:pt x="6590" y="6770"/>
                          <a:pt x="7742" y="7058"/>
                          <a:pt x="7994" y="7310"/>
                        </a:cubicBezTo>
                        <a:cubicBezTo>
                          <a:pt x="8426" y="7670"/>
                          <a:pt x="7886" y="8426"/>
                          <a:pt x="7310" y="8282"/>
                        </a:cubicBezTo>
                        <a:cubicBezTo>
                          <a:pt x="6734" y="8138"/>
                          <a:pt x="5222" y="7526"/>
                          <a:pt x="4790" y="7814"/>
                        </a:cubicBezTo>
                        <a:cubicBezTo>
                          <a:pt x="4358" y="8138"/>
                          <a:pt x="3277" y="9399"/>
                          <a:pt x="2125" y="9003"/>
                        </a:cubicBezTo>
                        <a:cubicBezTo>
                          <a:pt x="793" y="8571"/>
                          <a:pt x="253" y="8895"/>
                          <a:pt x="145" y="8607"/>
                        </a:cubicBezTo>
                        <a:cubicBezTo>
                          <a:pt x="1" y="8030"/>
                          <a:pt x="973" y="6086"/>
                          <a:pt x="1513" y="5042"/>
                        </a:cubicBezTo>
                        <a:cubicBezTo>
                          <a:pt x="1765" y="4574"/>
                          <a:pt x="2125" y="4682"/>
                          <a:pt x="3061" y="3422"/>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05"/>
                  <p:cNvSpPr/>
                  <p:nvPr/>
                </p:nvSpPr>
                <p:spPr>
                  <a:xfrm>
                    <a:off x="1994143" y="1848932"/>
                    <a:ext cx="126260" cy="164563"/>
                  </a:xfrm>
                  <a:custGeom>
                    <a:rect b="b" l="l" r="r" t="t"/>
                    <a:pathLst>
                      <a:path extrusionOk="0" h="9903" w="7598">
                        <a:moveTo>
                          <a:pt x="5005" y="9902"/>
                        </a:moveTo>
                        <a:cubicBezTo>
                          <a:pt x="5329" y="9074"/>
                          <a:pt x="7598" y="4069"/>
                          <a:pt x="6301" y="3133"/>
                        </a:cubicBezTo>
                        <a:cubicBezTo>
                          <a:pt x="6049" y="2953"/>
                          <a:pt x="5761" y="2737"/>
                          <a:pt x="5185" y="2305"/>
                        </a:cubicBezTo>
                        <a:cubicBezTo>
                          <a:pt x="4213" y="2521"/>
                          <a:pt x="3313" y="3025"/>
                          <a:pt x="2665" y="3781"/>
                        </a:cubicBezTo>
                        <a:cubicBezTo>
                          <a:pt x="2449" y="3457"/>
                          <a:pt x="2197" y="3169"/>
                          <a:pt x="1945" y="2881"/>
                        </a:cubicBezTo>
                        <a:lnTo>
                          <a:pt x="1657" y="2629"/>
                        </a:lnTo>
                        <a:cubicBezTo>
                          <a:pt x="1333" y="1693"/>
                          <a:pt x="900" y="829"/>
                          <a:pt x="396" y="1"/>
                        </a:cubicBezTo>
                        <a:cubicBezTo>
                          <a:pt x="180" y="37"/>
                          <a:pt x="36" y="181"/>
                          <a:pt x="0" y="397"/>
                        </a:cubicBezTo>
                        <a:cubicBezTo>
                          <a:pt x="540" y="1765"/>
                          <a:pt x="3349" y="8174"/>
                          <a:pt x="3349" y="8174"/>
                        </a:cubicBezTo>
                        <a:cubicBezTo>
                          <a:pt x="3817" y="8786"/>
                          <a:pt x="4393" y="9362"/>
                          <a:pt x="5005" y="9902"/>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05"/>
                  <p:cNvSpPr/>
                  <p:nvPr/>
                </p:nvSpPr>
                <p:spPr>
                  <a:xfrm>
                    <a:off x="1954045" y="1757387"/>
                    <a:ext cx="143625" cy="251921"/>
                  </a:xfrm>
                  <a:custGeom>
                    <a:rect b="b" l="l" r="r" t="t"/>
                    <a:pathLst>
                      <a:path extrusionOk="0" h="15160" w="8643">
                        <a:moveTo>
                          <a:pt x="8318" y="14727"/>
                        </a:moveTo>
                        <a:lnTo>
                          <a:pt x="7670" y="15051"/>
                        </a:lnTo>
                        <a:cubicBezTo>
                          <a:pt x="7454" y="15159"/>
                          <a:pt x="7166" y="15087"/>
                          <a:pt x="7058" y="14835"/>
                        </a:cubicBezTo>
                        <a:lnTo>
                          <a:pt x="109" y="1045"/>
                        </a:lnTo>
                        <a:cubicBezTo>
                          <a:pt x="1" y="829"/>
                          <a:pt x="73" y="541"/>
                          <a:pt x="325" y="433"/>
                        </a:cubicBezTo>
                        <a:lnTo>
                          <a:pt x="937" y="109"/>
                        </a:lnTo>
                        <a:cubicBezTo>
                          <a:pt x="1189" y="1"/>
                          <a:pt x="1441" y="73"/>
                          <a:pt x="1585" y="325"/>
                        </a:cubicBezTo>
                        <a:lnTo>
                          <a:pt x="8498" y="14115"/>
                        </a:lnTo>
                        <a:cubicBezTo>
                          <a:pt x="8642" y="14331"/>
                          <a:pt x="8534" y="14619"/>
                          <a:pt x="8318" y="147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05"/>
                  <p:cNvSpPr/>
                  <p:nvPr/>
                </p:nvSpPr>
                <p:spPr>
                  <a:xfrm>
                    <a:off x="1998929" y="1795092"/>
                    <a:ext cx="109509" cy="171725"/>
                  </a:xfrm>
                  <a:custGeom>
                    <a:rect b="b" l="l" r="r" t="t"/>
                    <a:pathLst>
                      <a:path extrusionOk="0" h="10334" w="6590">
                        <a:moveTo>
                          <a:pt x="1045" y="2052"/>
                        </a:moveTo>
                        <a:cubicBezTo>
                          <a:pt x="396" y="3529"/>
                          <a:pt x="0" y="5689"/>
                          <a:pt x="648" y="6265"/>
                        </a:cubicBezTo>
                        <a:cubicBezTo>
                          <a:pt x="1333" y="6841"/>
                          <a:pt x="1657" y="5905"/>
                          <a:pt x="1657" y="5905"/>
                        </a:cubicBezTo>
                        <a:cubicBezTo>
                          <a:pt x="1657" y="5905"/>
                          <a:pt x="1189" y="7309"/>
                          <a:pt x="1873" y="7633"/>
                        </a:cubicBezTo>
                        <a:cubicBezTo>
                          <a:pt x="2521" y="7958"/>
                          <a:pt x="2881" y="7021"/>
                          <a:pt x="2881" y="7021"/>
                        </a:cubicBezTo>
                        <a:cubicBezTo>
                          <a:pt x="2881" y="7021"/>
                          <a:pt x="2089" y="8894"/>
                          <a:pt x="2989" y="9110"/>
                        </a:cubicBezTo>
                        <a:cubicBezTo>
                          <a:pt x="3457" y="9290"/>
                          <a:pt x="3961" y="9038"/>
                          <a:pt x="4105" y="8570"/>
                        </a:cubicBezTo>
                        <a:cubicBezTo>
                          <a:pt x="4105" y="8570"/>
                          <a:pt x="3601" y="10334"/>
                          <a:pt x="4249" y="10226"/>
                        </a:cubicBezTo>
                        <a:cubicBezTo>
                          <a:pt x="4897" y="10154"/>
                          <a:pt x="6590" y="7850"/>
                          <a:pt x="6446" y="6481"/>
                        </a:cubicBezTo>
                        <a:cubicBezTo>
                          <a:pt x="6302" y="5077"/>
                          <a:pt x="5509" y="5509"/>
                          <a:pt x="5509" y="5509"/>
                        </a:cubicBezTo>
                        <a:cubicBezTo>
                          <a:pt x="5509" y="5509"/>
                          <a:pt x="5689" y="4321"/>
                          <a:pt x="4897" y="4069"/>
                        </a:cubicBezTo>
                        <a:cubicBezTo>
                          <a:pt x="4105" y="3817"/>
                          <a:pt x="4033" y="4357"/>
                          <a:pt x="4033" y="4357"/>
                        </a:cubicBezTo>
                        <a:cubicBezTo>
                          <a:pt x="4033" y="4357"/>
                          <a:pt x="4429" y="2773"/>
                          <a:pt x="3853" y="2665"/>
                        </a:cubicBezTo>
                        <a:cubicBezTo>
                          <a:pt x="3385" y="2629"/>
                          <a:pt x="2953" y="2773"/>
                          <a:pt x="2629" y="3025"/>
                        </a:cubicBezTo>
                        <a:cubicBezTo>
                          <a:pt x="2629" y="3025"/>
                          <a:pt x="2269" y="0"/>
                          <a:pt x="1045" y="205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05"/>
                  <p:cNvSpPr/>
                  <p:nvPr/>
                </p:nvSpPr>
                <p:spPr>
                  <a:xfrm rot="-728030">
                    <a:off x="1869220" y="2987266"/>
                    <a:ext cx="96556" cy="1362513"/>
                  </a:xfrm>
                  <a:custGeom>
                    <a:rect b="b" l="l" r="r" t="t"/>
                    <a:pathLst>
                      <a:path extrusionOk="0" h="21939" w="2061">
                        <a:moveTo>
                          <a:pt x="102" y="0"/>
                        </a:moveTo>
                        <a:cubicBezTo>
                          <a:pt x="50" y="0"/>
                          <a:pt x="0" y="37"/>
                          <a:pt x="0" y="108"/>
                        </a:cubicBezTo>
                        <a:lnTo>
                          <a:pt x="1519" y="11558"/>
                        </a:lnTo>
                        <a:cubicBezTo>
                          <a:pt x="1479" y="11809"/>
                          <a:pt x="977" y="14860"/>
                          <a:pt x="1849" y="21846"/>
                        </a:cubicBezTo>
                        <a:cubicBezTo>
                          <a:pt x="1849" y="21899"/>
                          <a:pt x="1902" y="21938"/>
                          <a:pt x="1955" y="21938"/>
                        </a:cubicBezTo>
                        <a:lnTo>
                          <a:pt x="1968" y="21938"/>
                        </a:lnTo>
                        <a:cubicBezTo>
                          <a:pt x="2021" y="21938"/>
                          <a:pt x="2060" y="21886"/>
                          <a:pt x="2060" y="21820"/>
                        </a:cubicBezTo>
                        <a:cubicBezTo>
                          <a:pt x="1149" y="14582"/>
                          <a:pt x="1730" y="11611"/>
                          <a:pt x="1730" y="11585"/>
                        </a:cubicBezTo>
                        <a:cubicBezTo>
                          <a:pt x="1730" y="11571"/>
                          <a:pt x="1730" y="11558"/>
                          <a:pt x="1730" y="11545"/>
                        </a:cubicBezTo>
                        <a:lnTo>
                          <a:pt x="211" y="82"/>
                        </a:lnTo>
                        <a:cubicBezTo>
                          <a:pt x="193" y="27"/>
                          <a:pt x="147" y="0"/>
                          <a:pt x="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7" name="Google Shape;8207;p105"/>
                  <p:cNvGrpSpPr/>
                  <p:nvPr/>
                </p:nvGrpSpPr>
                <p:grpSpPr>
                  <a:xfrm rot="392228">
                    <a:off x="1683636" y="2775185"/>
                    <a:ext cx="83061" cy="244046"/>
                    <a:chOff x="490700" y="2360275"/>
                    <a:chExt cx="38300" cy="115575"/>
                  </a:xfrm>
                </p:grpSpPr>
                <p:sp>
                  <p:nvSpPr>
                    <p:cNvPr id="8208" name="Google Shape;8208;p105"/>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05"/>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105"/>
                  <p:cNvGrpSpPr/>
                  <p:nvPr/>
                </p:nvGrpSpPr>
                <p:grpSpPr>
                  <a:xfrm>
                    <a:off x="1279160" y="2480774"/>
                    <a:ext cx="60825" cy="26343"/>
                    <a:chOff x="284000" y="2200125"/>
                    <a:chExt cx="36675" cy="15875"/>
                  </a:xfrm>
                </p:grpSpPr>
                <p:sp>
                  <p:nvSpPr>
                    <p:cNvPr id="8211" name="Google Shape;8211;p105"/>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05"/>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3" name="Google Shape;8213;p105"/>
                  <p:cNvSpPr/>
                  <p:nvPr/>
                </p:nvSpPr>
                <p:spPr>
                  <a:xfrm rot="-4357623">
                    <a:off x="2086575" y="4201016"/>
                    <a:ext cx="107575" cy="152042"/>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05"/>
                  <p:cNvSpPr/>
                  <p:nvPr/>
                </p:nvSpPr>
                <p:spPr>
                  <a:xfrm rot="-3181261">
                    <a:off x="1521912" y="4261301"/>
                    <a:ext cx="86826" cy="114525"/>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5" name="Google Shape;8215;p105"/>
                  <p:cNvGrpSpPr/>
                  <p:nvPr/>
                </p:nvGrpSpPr>
                <p:grpSpPr>
                  <a:xfrm>
                    <a:off x="1567423" y="1876714"/>
                    <a:ext cx="210129" cy="46100"/>
                    <a:chOff x="479450" y="1865650"/>
                    <a:chExt cx="81575" cy="17900"/>
                  </a:xfrm>
                </p:grpSpPr>
                <p:sp>
                  <p:nvSpPr>
                    <p:cNvPr id="8216" name="Google Shape;8216;p105"/>
                    <p:cNvSpPr/>
                    <p:nvPr/>
                  </p:nvSpPr>
                  <p:spPr>
                    <a:xfrm>
                      <a:off x="479450" y="1866000"/>
                      <a:ext cx="36025" cy="17550"/>
                    </a:xfrm>
                    <a:custGeom>
                      <a:rect b="b" l="l" r="r" t="t"/>
                      <a:pathLst>
                        <a:path extrusionOk="0" h="702" w="1441">
                          <a:moveTo>
                            <a:pt x="760" y="0"/>
                          </a:moveTo>
                          <a:cubicBezTo>
                            <a:pt x="745" y="0"/>
                            <a:pt x="730" y="0"/>
                            <a:pt x="714" y="1"/>
                          </a:cubicBezTo>
                          <a:cubicBezTo>
                            <a:pt x="318" y="14"/>
                            <a:pt x="1" y="173"/>
                            <a:pt x="14" y="371"/>
                          </a:cubicBezTo>
                          <a:cubicBezTo>
                            <a:pt x="14" y="560"/>
                            <a:pt x="317" y="702"/>
                            <a:pt x="679" y="702"/>
                          </a:cubicBezTo>
                          <a:cubicBezTo>
                            <a:pt x="695" y="702"/>
                            <a:pt x="711" y="701"/>
                            <a:pt x="727" y="701"/>
                          </a:cubicBezTo>
                          <a:cubicBezTo>
                            <a:pt x="1124" y="688"/>
                            <a:pt x="1440" y="516"/>
                            <a:pt x="1440" y="331"/>
                          </a:cubicBezTo>
                          <a:cubicBezTo>
                            <a:pt x="1428" y="153"/>
                            <a:pt x="1135"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05"/>
                    <p:cNvSpPr/>
                    <p:nvPr/>
                  </p:nvSpPr>
                  <p:spPr>
                    <a:xfrm>
                      <a:off x="525025" y="1865650"/>
                      <a:ext cx="36000" cy="17250"/>
                    </a:xfrm>
                    <a:custGeom>
                      <a:rect b="b" l="l" r="r" t="t"/>
                      <a:pathLst>
                        <a:path extrusionOk="0" h="690" w="1440">
                          <a:moveTo>
                            <a:pt x="763" y="1"/>
                          </a:moveTo>
                          <a:cubicBezTo>
                            <a:pt x="747" y="1"/>
                            <a:pt x="730" y="1"/>
                            <a:pt x="714" y="2"/>
                          </a:cubicBezTo>
                          <a:cubicBezTo>
                            <a:pt x="317" y="2"/>
                            <a:pt x="0" y="173"/>
                            <a:pt x="14" y="358"/>
                          </a:cubicBezTo>
                          <a:cubicBezTo>
                            <a:pt x="14" y="548"/>
                            <a:pt x="304" y="689"/>
                            <a:pt x="677" y="689"/>
                          </a:cubicBezTo>
                          <a:cubicBezTo>
                            <a:pt x="694" y="689"/>
                            <a:pt x="710" y="689"/>
                            <a:pt x="727" y="688"/>
                          </a:cubicBezTo>
                          <a:cubicBezTo>
                            <a:pt x="1123" y="688"/>
                            <a:pt x="1440" y="517"/>
                            <a:pt x="1440" y="332"/>
                          </a:cubicBezTo>
                          <a:cubicBezTo>
                            <a:pt x="1427" y="142"/>
                            <a:pt x="1136"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05"/>
                    <p:cNvSpPr/>
                    <p:nvPr/>
                  </p:nvSpPr>
                  <p:spPr>
                    <a:xfrm>
                      <a:off x="513650" y="1871075"/>
                      <a:ext cx="12725" cy="3875"/>
                    </a:xfrm>
                    <a:custGeom>
                      <a:rect b="b" l="l" r="r" t="t"/>
                      <a:pathLst>
                        <a:path extrusionOk="0" h="155" w="509">
                          <a:moveTo>
                            <a:pt x="247" y="0"/>
                          </a:moveTo>
                          <a:cubicBezTo>
                            <a:pt x="176" y="0"/>
                            <a:pt x="106" y="20"/>
                            <a:pt x="46" y="62"/>
                          </a:cubicBezTo>
                          <a:cubicBezTo>
                            <a:pt x="1" y="85"/>
                            <a:pt x="24" y="147"/>
                            <a:pt x="65" y="147"/>
                          </a:cubicBezTo>
                          <a:cubicBezTo>
                            <a:pt x="71" y="147"/>
                            <a:pt x="78" y="145"/>
                            <a:pt x="86" y="141"/>
                          </a:cubicBezTo>
                          <a:cubicBezTo>
                            <a:pt x="139" y="102"/>
                            <a:pt x="201" y="82"/>
                            <a:pt x="264" y="82"/>
                          </a:cubicBezTo>
                          <a:cubicBezTo>
                            <a:pt x="327" y="82"/>
                            <a:pt x="389" y="102"/>
                            <a:pt x="442" y="141"/>
                          </a:cubicBezTo>
                          <a:cubicBezTo>
                            <a:pt x="442" y="141"/>
                            <a:pt x="455" y="141"/>
                            <a:pt x="469" y="154"/>
                          </a:cubicBezTo>
                          <a:cubicBezTo>
                            <a:pt x="482" y="154"/>
                            <a:pt x="495" y="154"/>
                            <a:pt x="495" y="141"/>
                          </a:cubicBezTo>
                          <a:cubicBezTo>
                            <a:pt x="508" y="128"/>
                            <a:pt x="508" y="102"/>
                            <a:pt x="495" y="88"/>
                          </a:cubicBezTo>
                          <a:cubicBezTo>
                            <a:pt x="422" y="30"/>
                            <a:pt x="334"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19" name="Google Shape;8219;p105"/>
                <p:cNvSpPr/>
                <p:nvPr/>
              </p:nvSpPr>
              <p:spPr>
                <a:xfrm rot="515122">
                  <a:off x="997818" y="2589422"/>
                  <a:ext cx="151017" cy="75879"/>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05"/>
                <p:cNvSpPr/>
                <p:nvPr/>
              </p:nvSpPr>
              <p:spPr>
                <a:xfrm rot="3962403">
                  <a:off x="1459580" y="2581444"/>
                  <a:ext cx="85467" cy="91836"/>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1" name="Google Shape;8221;p105"/>
                <p:cNvGrpSpPr/>
                <p:nvPr/>
              </p:nvGrpSpPr>
              <p:grpSpPr>
                <a:xfrm flipH="1" rot="808828">
                  <a:off x="953466" y="2105370"/>
                  <a:ext cx="79175" cy="97578"/>
                  <a:chOff x="341450" y="2082850"/>
                  <a:chExt cx="68689" cy="84625"/>
                </a:xfrm>
              </p:grpSpPr>
              <p:sp>
                <p:nvSpPr>
                  <p:cNvPr id="8222" name="Google Shape;8222;p105"/>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05"/>
                  <p:cNvSpPr/>
                  <p:nvPr/>
                </p:nvSpPr>
                <p:spPr>
                  <a:xfrm rot="212">
                    <a:off x="372603" y="2110973"/>
                    <a:ext cx="37535" cy="6973"/>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24" name="Google Shape;8224;p105"/>
              <p:cNvSpPr/>
              <p:nvPr/>
            </p:nvSpPr>
            <p:spPr>
              <a:xfrm rot="-625783">
                <a:off x="1266931" y="2243042"/>
                <a:ext cx="126131" cy="32536"/>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5" name="Google Shape;8225;p105"/>
            <p:cNvSpPr/>
            <p:nvPr/>
          </p:nvSpPr>
          <p:spPr>
            <a:xfrm rot="-226357">
              <a:off x="1559233" y="3511711"/>
              <a:ext cx="110412" cy="18227"/>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05"/>
            <p:cNvSpPr/>
            <p:nvPr/>
          </p:nvSpPr>
          <p:spPr>
            <a:xfrm rot="196139">
              <a:off x="1092273" y="3537022"/>
              <a:ext cx="122291" cy="18231"/>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044"/>
                                        </p:tgtEl>
                                        <p:attrNameLst>
                                          <p:attrName>style.visibility</p:attrName>
                                        </p:attrNameLst>
                                      </p:cBhvr>
                                      <p:to>
                                        <p:strVal val="visible"/>
                                      </p:to>
                                    </p:set>
                                    <p:animEffect filter="fade" transition="in">
                                      <p:cBhvr>
                                        <p:cTn dur="1000"/>
                                        <p:tgtEl>
                                          <p:spTgt spid="804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043"/>
                                        </p:tgtEl>
                                        <p:attrNameLst>
                                          <p:attrName>style.visibility</p:attrName>
                                        </p:attrNameLst>
                                      </p:cBhvr>
                                      <p:to>
                                        <p:strVal val="visible"/>
                                      </p:to>
                                    </p:set>
                                    <p:animEffect filter="fade" transition="in">
                                      <p:cBhvr>
                                        <p:cTn dur="1000"/>
                                        <p:tgtEl>
                                          <p:spTgt spid="804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8075"/>
                                        </p:tgtEl>
                                        <p:attrNameLst>
                                          <p:attrName>style.visibility</p:attrName>
                                        </p:attrNameLst>
                                      </p:cBhvr>
                                      <p:to>
                                        <p:strVal val="visible"/>
                                      </p:to>
                                    </p:set>
                                    <p:animEffect filter="fade" transition="in">
                                      <p:cBhvr>
                                        <p:cTn dur="1000"/>
                                        <p:tgtEl>
                                          <p:spTgt spid="807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8155"/>
                                        </p:tgtEl>
                                        <p:attrNameLst>
                                          <p:attrName>style.visibility</p:attrName>
                                        </p:attrNameLst>
                                      </p:cBhvr>
                                      <p:to>
                                        <p:strVal val="visible"/>
                                      </p:to>
                                    </p:set>
                                    <p:animEffect filter="fade" transition="in">
                                      <p:cBhvr>
                                        <p:cTn dur="1000"/>
                                        <p:tgtEl>
                                          <p:spTgt spid="8155"/>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8126"/>
                                        </p:tgtEl>
                                        <p:attrNameLst>
                                          <p:attrName>style.visibility</p:attrName>
                                        </p:attrNameLst>
                                      </p:cBhvr>
                                      <p:to>
                                        <p:strVal val="visible"/>
                                      </p:to>
                                    </p:set>
                                    <p:animEffect filter="fade" transition="in">
                                      <p:cBhvr>
                                        <p:cTn dur="1000"/>
                                        <p:tgtEl>
                                          <p:spTgt spid="81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0" name="Shape 8230"/>
        <p:cNvGrpSpPr/>
        <p:nvPr/>
      </p:nvGrpSpPr>
      <p:grpSpPr>
        <a:xfrm>
          <a:off x="0" y="0"/>
          <a:ext cx="0" cy="0"/>
          <a:chOff x="0" y="0"/>
          <a:chExt cx="0" cy="0"/>
        </a:xfrm>
      </p:grpSpPr>
      <p:grpSp>
        <p:nvGrpSpPr>
          <p:cNvPr id="8231" name="Google Shape;8231;p106"/>
          <p:cNvGrpSpPr/>
          <p:nvPr/>
        </p:nvGrpSpPr>
        <p:grpSpPr>
          <a:xfrm>
            <a:off x="7373127" y="526625"/>
            <a:ext cx="1040094" cy="1374971"/>
            <a:chOff x="7555377" y="2784300"/>
            <a:chExt cx="1040094" cy="1374971"/>
          </a:xfrm>
        </p:grpSpPr>
        <p:grpSp>
          <p:nvGrpSpPr>
            <p:cNvPr id="8232" name="Google Shape;8232;p106"/>
            <p:cNvGrpSpPr/>
            <p:nvPr/>
          </p:nvGrpSpPr>
          <p:grpSpPr>
            <a:xfrm>
              <a:off x="7555377" y="2784300"/>
              <a:ext cx="1040094" cy="1374971"/>
              <a:chOff x="68650" y="4109075"/>
              <a:chExt cx="509600" cy="673675"/>
            </a:xfrm>
          </p:grpSpPr>
          <p:sp>
            <p:nvSpPr>
              <p:cNvPr id="8233" name="Google Shape;8233;p106"/>
              <p:cNvSpPr/>
              <p:nvPr/>
            </p:nvSpPr>
            <p:spPr>
              <a:xfrm>
                <a:off x="68650" y="4132000"/>
                <a:ext cx="486700" cy="650750"/>
              </a:xfrm>
              <a:custGeom>
                <a:rect b="b" l="l" r="r" t="t"/>
                <a:pathLst>
                  <a:path extrusionOk="0" h="26030" w="19468">
                    <a:moveTo>
                      <a:pt x="1" y="0"/>
                    </a:moveTo>
                    <a:lnTo>
                      <a:pt x="1" y="26029"/>
                    </a:lnTo>
                    <a:lnTo>
                      <a:pt x="19467" y="26029"/>
                    </a:lnTo>
                    <a:lnTo>
                      <a:pt x="194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06"/>
              <p:cNvSpPr/>
              <p:nvPr/>
            </p:nvSpPr>
            <p:spPr>
              <a:xfrm>
                <a:off x="91575" y="4109075"/>
                <a:ext cx="486675" cy="650750"/>
              </a:xfrm>
              <a:custGeom>
                <a:rect b="b" l="l" r="r" t="t"/>
                <a:pathLst>
                  <a:path extrusionOk="0" h="26030" w="19467">
                    <a:moveTo>
                      <a:pt x="0" y="1"/>
                    </a:moveTo>
                    <a:lnTo>
                      <a:pt x="0" y="26030"/>
                    </a:lnTo>
                    <a:lnTo>
                      <a:pt x="19467" y="26030"/>
                    </a:lnTo>
                    <a:lnTo>
                      <a:pt x="194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06"/>
              <p:cNvSpPr/>
              <p:nvPr/>
            </p:nvSpPr>
            <p:spPr>
              <a:xfrm>
                <a:off x="141050" y="4159500"/>
                <a:ext cx="387725" cy="550825"/>
              </a:xfrm>
              <a:custGeom>
                <a:rect b="b" l="l" r="r" t="t"/>
                <a:pathLst>
                  <a:path extrusionOk="0" h="22033" w="15509">
                    <a:moveTo>
                      <a:pt x="1" y="0"/>
                    </a:moveTo>
                    <a:lnTo>
                      <a:pt x="1" y="22033"/>
                    </a:lnTo>
                    <a:lnTo>
                      <a:pt x="15508" y="22033"/>
                    </a:lnTo>
                    <a:lnTo>
                      <a:pt x="1550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06"/>
              <p:cNvSpPr/>
              <p:nvPr/>
            </p:nvSpPr>
            <p:spPr>
              <a:xfrm>
                <a:off x="116325" y="4133825"/>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106"/>
            <p:cNvGrpSpPr/>
            <p:nvPr/>
          </p:nvGrpSpPr>
          <p:grpSpPr>
            <a:xfrm>
              <a:off x="7809625" y="2990152"/>
              <a:ext cx="563400" cy="912223"/>
              <a:chOff x="7809625" y="2990152"/>
              <a:chExt cx="563400" cy="912223"/>
            </a:xfrm>
          </p:grpSpPr>
          <p:sp>
            <p:nvSpPr>
              <p:cNvPr id="8238" name="Google Shape;8238;p106"/>
              <p:cNvSpPr/>
              <p:nvPr/>
            </p:nvSpPr>
            <p:spPr>
              <a:xfrm>
                <a:off x="7864675" y="2990152"/>
                <a:ext cx="453300" cy="453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06"/>
              <p:cNvSpPr/>
              <p:nvPr/>
            </p:nvSpPr>
            <p:spPr>
              <a:xfrm>
                <a:off x="7809625" y="3542925"/>
                <a:ext cx="563400" cy="702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06"/>
              <p:cNvSpPr/>
              <p:nvPr/>
            </p:nvSpPr>
            <p:spPr>
              <a:xfrm>
                <a:off x="7809625" y="3687550"/>
                <a:ext cx="563400" cy="70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06"/>
              <p:cNvSpPr/>
              <p:nvPr/>
            </p:nvSpPr>
            <p:spPr>
              <a:xfrm>
                <a:off x="7809625" y="3832175"/>
                <a:ext cx="563400" cy="70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42" name="Google Shape;8242;p106"/>
          <p:cNvSpPr/>
          <p:nvPr/>
        </p:nvSpPr>
        <p:spPr>
          <a:xfrm>
            <a:off x="6220225" y="3326221"/>
            <a:ext cx="2193000" cy="38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243" name="Google Shape;8243;p106"/>
          <p:cNvSpPr/>
          <p:nvPr/>
        </p:nvSpPr>
        <p:spPr>
          <a:xfrm>
            <a:off x="2936575" y="3326221"/>
            <a:ext cx="2193000" cy="38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244" name="Google Shape;8244;p106"/>
          <p:cNvSpPr/>
          <p:nvPr/>
        </p:nvSpPr>
        <p:spPr>
          <a:xfrm>
            <a:off x="1820900" y="2232948"/>
            <a:ext cx="2193000" cy="38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245" name="Google Shape;8245;p106"/>
          <p:cNvSpPr/>
          <p:nvPr/>
        </p:nvSpPr>
        <p:spPr>
          <a:xfrm>
            <a:off x="5104550" y="2232948"/>
            <a:ext cx="2193000" cy="38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246" name="Google Shape;8246;p106"/>
          <p:cNvSpPr/>
          <p:nvPr/>
        </p:nvSpPr>
        <p:spPr>
          <a:xfrm>
            <a:off x="707125" y="1137500"/>
            <a:ext cx="2193000" cy="38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247" name="Google Shape;8247;p106"/>
          <p:cNvSpPr/>
          <p:nvPr/>
        </p:nvSpPr>
        <p:spPr>
          <a:xfrm>
            <a:off x="3990775" y="1137500"/>
            <a:ext cx="2193000" cy="38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248" name="Google Shape;8248;p106"/>
          <p:cNvSpPr txBox="1"/>
          <p:nvPr>
            <p:ph idx="3" type="subTitle"/>
          </p:nvPr>
        </p:nvSpPr>
        <p:spPr>
          <a:xfrm>
            <a:off x="774325" y="1177444"/>
            <a:ext cx="1906200" cy="30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8249" name="Google Shape;8249;p106"/>
          <p:cNvSpPr txBox="1"/>
          <p:nvPr>
            <p:ph idx="1" type="subTitle"/>
          </p:nvPr>
        </p:nvSpPr>
        <p:spPr>
          <a:xfrm>
            <a:off x="707125" y="1591793"/>
            <a:ext cx="2193000" cy="4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8250" name="Google Shape;8250;p10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Host</a:t>
            </a:r>
            <a:endParaRPr/>
          </a:p>
        </p:txBody>
      </p:sp>
      <p:sp>
        <p:nvSpPr>
          <p:cNvPr id="8251" name="Google Shape;8251;p106"/>
          <p:cNvSpPr txBox="1"/>
          <p:nvPr>
            <p:ph idx="2" type="subTitle"/>
          </p:nvPr>
        </p:nvSpPr>
        <p:spPr>
          <a:xfrm>
            <a:off x="1821844" y="2683796"/>
            <a:ext cx="2193000" cy="4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8252" name="Google Shape;8252;p106"/>
          <p:cNvSpPr txBox="1"/>
          <p:nvPr>
            <p:ph idx="4" type="subTitle"/>
          </p:nvPr>
        </p:nvSpPr>
        <p:spPr>
          <a:xfrm>
            <a:off x="1895025" y="2271854"/>
            <a:ext cx="1906200" cy="30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8253" name="Google Shape;8253;p106"/>
          <p:cNvSpPr txBox="1"/>
          <p:nvPr>
            <p:ph idx="5" type="subTitle"/>
          </p:nvPr>
        </p:nvSpPr>
        <p:spPr>
          <a:xfrm>
            <a:off x="3015725" y="3366264"/>
            <a:ext cx="1906200" cy="30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254" name="Google Shape;8254;p106"/>
          <p:cNvSpPr txBox="1"/>
          <p:nvPr>
            <p:ph idx="6" type="subTitle"/>
          </p:nvPr>
        </p:nvSpPr>
        <p:spPr>
          <a:xfrm>
            <a:off x="2936563" y="3775798"/>
            <a:ext cx="2193000" cy="4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8255" name="Google Shape;8255;p106"/>
          <p:cNvSpPr txBox="1"/>
          <p:nvPr>
            <p:ph idx="7" type="subTitle"/>
          </p:nvPr>
        </p:nvSpPr>
        <p:spPr>
          <a:xfrm>
            <a:off x="3990775" y="1591793"/>
            <a:ext cx="2193000" cy="4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8256" name="Google Shape;8256;p106"/>
          <p:cNvSpPr txBox="1"/>
          <p:nvPr>
            <p:ph idx="8" type="subTitle"/>
          </p:nvPr>
        </p:nvSpPr>
        <p:spPr>
          <a:xfrm>
            <a:off x="5105494" y="2683796"/>
            <a:ext cx="2193000" cy="4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composed of hydrogen and helium</a:t>
            </a:r>
            <a:endParaRPr/>
          </a:p>
        </p:txBody>
      </p:sp>
      <p:sp>
        <p:nvSpPr>
          <p:cNvPr id="8257" name="Google Shape;8257;p106"/>
          <p:cNvSpPr txBox="1"/>
          <p:nvPr>
            <p:ph idx="9" type="subTitle"/>
          </p:nvPr>
        </p:nvSpPr>
        <p:spPr>
          <a:xfrm>
            <a:off x="4057975" y="1177444"/>
            <a:ext cx="1906200" cy="30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8258" name="Google Shape;8258;p106"/>
          <p:cNvSpPr txBox="1"/>
          <p:nvPr>
            <p:ph idx="13" type="subTitle"/>
          </p:nvPr>
        </p:nvSpPr>
        <p:spPr>
          <a:xfrm>
            <a:off x="5180356" y="2271854"/>
            <a:ext cx="1906200" cy="30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8259" name="Google Shape;8259;p106"/>
          <p:cNvSpPr txBox="1"/>
          <p:nvPr>
            <p:ph idx="14" type="subTitle"/>
          </p:nvPr>
        </p:nvSpPr>
        <p:spPr>
          <a:xfrm>
            <a:off x="6302738" y="3366264"/>
            <a:ext cx="1906200" cy="30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8260" name="Google Shape;8260;p106"/>
          <p:cNvSpPr txBox="1"/>
          <p:nvPr>
            <p:ph idx="15" type="subTitle"/>
          </p:nvPr>
        </p:nvSpPr>
        <p:spPr>
          <a:xfrm>
            <a:off x="6220213" y="3775798"/>
            <a:ext cx="2193000" cy="45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cxnSp>
        <p:nvCxnSpPr>
          <p:cNvPr id="8261" name="Google Shape;8261;p106"/>
          <p:cNvCxnSpPr>
            <a:stCxn id="8246" idx="3"/>
            <a:endCxn id="8244" idx="0"/>
          </p:cNvCxnSpPr>
          <p:nvPr/>
        </p:nvCxnSpPr>
        <p:spPr>
          <a:xfrm>
            <a:off x="2900125" y="1330250"/>
            <a:ext cx="17400" cy="902700"/>
          </a:xfrm>
          <a:prstGeom prst="bentConnector2">
            <a:avLst/>
          </a:prstGeom>
          <a:noFill/>
          <a:ln cap="flat" cmpd="sng" w="19050">
            <a:solidFill>
              <a:schemeClr val="lt2"/>
            </a:solidFill>
            <a:prstDash val="solid"/>
            <a:round/>
            <a:headEnd len="med" w="med" type="none"/>
            <a:tailEnd len="med" w="med" type="none"/>
          </a:ln>
        </p:spPr>
      </p:cxnSp>
      <p:cxnSp>
        <p:nvCxnSpPr>
          <p:cNvPr id="8262" name="Google Shape;8262;p106"/>
          <p:cNvCxnSpPr>
            <a:stCxn id="8244" idx="3"/>
            <a:endCxn id="8243" idx="0"/>
          </p:cNvCxnSpPr>
          <p:nvPr/>
        </p:nvCxnSpPr>
        <p:spPr>
          <a:xfrm>
            <a:off x="4013900" y="2425698"/>
            <a:ext cx="19200" cy="900600"/>
          </a:xfrm>
          <a:prstGeom prst="bentConnector2">
            <a:avLst/>
          </a:prstGeom>
          <a:noFill/>
          <a:ln cap="flat" cmpd="sng" w="19050">
            <a:solidFill>
              <a:schemeClr val="lt2"/>
            </a:solidFill>
            <a:prstDash val="solid"/>
            <a:round/>
            <a:headEnd len="med" w="med" type="none"/>
            <a:tailEnd len="med" w="med" type="none"/>
          </a:ln>
        </p:spPr>
      </p:cxnSp>
      <p:cxnSp>
        <p:nvCxnSpPr>
          <p:cNvPr id="8263" name="Google Shape;8263;p106"/>
          <p:cNvCxnSpPr>
            <a:stCxn id="8247" idx="3"/>
            <a:endCxn id="8245" idx="0"/>
          </p:cNvCxnSpPr>
          <p:nvPr/>
        </p:nvCxnSpPr>
        <p:spPr>
          <a:xfrm>
            <a:off x="6183775" y="1330250"/>
            <a:ext cx="17400" cy="902700"/>
          </a:xfrm>
          <a:prstGeom prst="bentConnector2">
            <a:avLst/>
          </a:prstGeom>
          <a:noFill/>
          <a:ln cap="flat" cmpd="sng" w="19050">
            <a:solidFill>
              <a:schemeClr val="lt2"/>
            </a:solidFill>
            <a:prstDash val="solid"/>
            <a:round/>
            <a:headEnd len="med" w="med" type="none"/>
            <a:tailEnd len="med" w="med" type="none"/>
          </a:ln>
        </p:spPr>
      </p:cxnSp>
      <p:cxnSp>
        <p:nvCxnSpPr>
          <p:cNvPr id="8264" name="Google Shape;8264;p106"/>
          <p:cNvCxnSpPr>
            <a:stCxn id="8245" idx="3"/>
            <a:endCxn id="8242" idx="0"/>
          </p:cNvCxnSpPr>
          <p:nvPr/>
        </p:nvCxnSpPr>
        <p:spPr>
          <a:xfrm>
            <a:off x="7297550" y="2425698"/>
            <a:ext cx="19200" cy="900600"/>
          </a:xfrm>
          <a:prstGeom prst="bentConnector2">
            <a:avLst/>
          </a:prstGeom>
          <a:noFill/>
          <a:ln cap="flat" cmpd="sng" w="19050">
            <a:solidFill>
              <a:schemeClr val="lt2"/>
            </a:solidFill>
            <a:prstDash val="solid"/>
            <a:round/>
            <a:headEnd len="med" w="med" type="none"/>
            <a:tailEnd len="med" w="med" type="none"/>
          </a:ln>
        </p:spPr>
      </p:cxnSp>
      <p:sp>
        <p:nvSpPr>
          <p:cNvPr id="8265" name="Google Shape;8265;p106">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06">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06">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06">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9" name="Google Shape;8269;p106"/>
          <p:cNvGrpSpPr/>
          <p:nvPr/>
        </p:nvGrpSpPr>
        <p:grpSpPr>
          <a:xfrm>
            <a:off x="522389" y="2116640"/>
            <a:ext cx="1241011" cy="3046879"/>
            <a:chOff x="4641700" y="1190407"/>
            <a:chExt cx="1268928" cy="3115418"/>
          </a:xfrm>
        </p:grpSpPr>
        <p:sp>
          <p:nvSpPr>
            <p:cNvPr id="8270" name="Google Shape;8270;p106"/>
            <p:cNvSpPr/>
            <p:nvPr/>
          </p:nvSpPr>
          <p:spPr>
            <a:xfrm>
              <a:off x="4641700" y="4037025"/>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06"/>
            <p:cNvSpPr/>
            <p:nvPr/>
          </p:nvSpPr>
          <p:spPr>
            <a:xfrm>
              <a:off x="4814985" y="3787550"/>
              <a:ext cx="175864" cy="336811"/>
            </a:xfrm>
            <a:custGeom>
              <a:rect b="b" l="l" r="r" t="t"/>
              <a:pathLst>
                <a:path extrusionOk="0" h="20345" w="10623">
                  <a:moveTo>
                    <a:pt x="829" y="17788"/>
                  </a:moveTo>
                  <a:cubicBezTo>
                    <a:pt x="829" y="17788"/>
                    <a:pt x="2269" y="17392"/>
                    <a:pt x="2737" y="15484"/>
                  </a:cubicBezTo>
                  <a:cubicBezTo>
                    <a:pt x="3205" y="13575"/>
                    <a:pt x="3494" y="7886"/>
                    <a:pt x="3674" y="6014"/>
                  </a:cubicBezTo>
                  <a:cubicBezTo>
                    <a:pt x="3818" y="4142"/>
                    <a:pt x="5258" y="1"/>
                    <a:pt x="5258" y="1"/>
                  </a:cubicBezTo>
                  <a:lnTo>
                    <a:pt x="9975" y="2089"/>
                  </a:lnTo>
                  <a:lnTo>
                    <a:pt x="10623" y="3169"/>
                  </a:lnTo>
                  <a:lnTo>
                    <a:pt x="9363" y="6086"/>
                  </a:lnTo>
                  <a:cubicBezTo>
                    <a:pt x="9831" y="6986"/>
                    <a:pt x="9831" y="8066"/>
                    <a:pt x="9363" y="8966"/>
                  </a:cubicBezTo>
                  <a:cubicBezTo>
                    <a:pt x="8642" y="10659"/>
                    <a:pt x="5330" y="19552"/>
                    <a:pt x="4106" y="19948"/>
                  </a:cubicBezTo>
                  <a:cubicBezTo>
                    <a:pt x="2881" y="20345"/>
                    <a:pt x="1" y="19516"/>
                    <a:pt x="1" y="19516"/>
                  </a:cubicBezTo>
                  <a:cubicBezTo>
                    <a:pt x="37" y="19084"/>
                    <a:pt x="73" y="18616"/>
                    <a:pt x="181" y="18184"/>
                  </a:cubicBezTo>
                  <a:cubicBezTo>
                    <a:pt x="289" y="17932"/>
                    <a:pt x="541" y="17788"/>
                    <a:pt x="829"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06"/>
            <p:cNvSpPr/>
            <p:nvPr/>
          </p:nvSpPr>
          <p:spPr>
            <a:xfrm>
              <a:off x="5470695" y="3812002"/>
              <a:ext cx="113269" cy="310572"/>
            </a:xfrm>
            <a:custGeom>
              <a:rect b="b" l="l" r="r" t="t"/>
              <a:pathLst>
                <a:path extrusionOk="0" h="18760" w="6842">
                  <a:moveTo>
                    <a:pt x="4645" y="0"/>
                  </a:moveTo>
                  <a:cubicBezTo>
                    <a:pt x="4645" y="2629"/>
                    <a:pt x="4645" y="4861"/>
                    <a:pt x="4789" y="6517"/>
                  </a:cubicBezTo>
                  <a:cubicBezTo>
                    <a:pt x="4861" y="7345"/>
                    <a:pt x="6157" y="14151"/>
                    <a:pt x="6157" y="14151"/>
                  </a:cubicBezTo>
                  <a:lnTo>
                    <a:pt x="6842" y="16887"/>
                  </a:lnTo>
                  <a:lnTo>
                    <a:pt x="6734" y="18039"/>
                  </a:lnTo>
                  <a:lnTo>
                    <a:pt x="3673" y="18760"/>
                  </a:lnTo>
                  <a:lnTo>
                    <a:pt x="756" y="16671"/>
                  </a:lnTo>
                  <a:cubicBezTo>
                    <a:pt x="756" y="16671"/>
                    <a:pt x="108" y="9434"/>
                    <a:pt x="252" y="8066"/>
                  </a:cubicBezTo>
                  <a:cubicBezTo>
                    <a:pt x="324" y="7309"/>
                    <a:pt x="432" y="6589"/>
                    <a:pt x="612" y="5905"/>
                  </a:cubicBezTo>
                  <a:lnTo>
                    <a:pt x="864" y="5545"/>
                  </a:lnTo>
                  <a:cubicBezTo>
                    <a:pt x="576" y="3709"/>
                    <a:pt x="288" y="1836"/>
                    <a:pt x="0"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06"/>
            <p:cNvSpPr/>
            <p:nvPr/>
          </p:nvSpPr>
          <p:spPr>
            <a:xfrm>
              <a:off x="5456988" y="3903799"/>
              <a:ext cx="168116" cy="243210"/>
            </a:xfrm>
            <a:custGeom>
              <a:rect b="b" l="l" r="r" t="t"/>
              <a:pathLst>
                <a:path extrusionOk="0" h="14691" w="10155">
                  <a:moveTo>
                    <a:pt x="6985" y="8606"/>
                  </a:moveTo>
                  <a:cubicBezTo>
                    <a:pt x="7238" y="9326"/>
                    <a:pt x="7562" y="10046"/>
                    <a:pt x="7922" y="10730"/>
                  </a:cubicBezTo>
                  <a:cubicBezTo>
                    <a:pt x="8210" y="11126"/>
                    <a:pt x="9434" y="12494"/>
                    <a:pt x="9614" y="12926"/>
                  </a:cubicBezTo>
                  <a:cubicBezTo>
                    <a:pt x="9794" y="13359"/>
                    <a:pt x="10154" y="14691"/>
                    <a:pt x="8714" y="14691"/>
                  </a:cubicBezTo>
                  <a:lnTo>
                    <a:pt x="3529" y="14691"/>
                  </a:lnTo>
                  <a:cubicBezTo>
                    <a:pt x="2161" y="14691"/>
                    <a:pt x="972" y="14259"/>
                    <a:pt x="972" y="12962"/>
                  </a:cubicBezTo>
                  <a:cubicBezTo>
                    <a:pt x="936" y="11702"/>
                    <a:pt x="864" y="7129"/>
                    <a:pt x="648" y="6121"/>
                  </a:cubicBezTo>
                  <a:cubicBezTo>
                    <a:pt x="468" y="5149"/>
                    <a:pt x="0" y="4033"/>
                    <a:pt x="216" y="3061"/>
                  </a:cubicBezTo>
                  <a:cubicBezTo>
                    <a:pt x="504" y="2088"/>
                    <a:pt x="864" y="1116"/>
                    <a:pt x="1368" y="216"/>
                  </a:cubicBezTo>
                  <a:cubicBezTo>
                    <a:pt x="1440" y="144"/>
                    <a:pt x="1548" y="72"/>
                    <a:pt x="1656" y="0"/>
                  </a:cubicBezTo>
                  <a:lnTo>
                    <a:pt x="1512" y="864"/>
                  </a:lnTo>
                  <a:cubicBezTo>
                    <a:pt x="1476" y="1080"/>
                    <a:pt x="1440" y="1260"/>
                    <a:pt x="1404" y="1476"/>
                  </a:cubicBezTo>
                  <a:cubicBezTo>
                    <a:pt x="1296" y="2917"/>
                    <a:pt x="1801" y="9326"/>
                    <a:pt x="1801" y="9866"/>
                  </a:cubicBezTo>
                  <a:cubicBezTo>
                    <a:pt x="1801" y="10406"/>
                    <a:pt x="2377" y="10766"/>
                    <a:pt x="3385" y="11018"/>
                  </a:cubicBezTo>
                  <a:cubicBezTo>
                    <a:pt x="4429" y="11306"/>
                    <a:pt x="6553" y="11558"/>
                    <a:pt x="7346" y="10802"/>
                  </a:cubicBezTo>
                  <a:cubicBezTo>
                    <a:pt x="7418" y="10694"/>
                    <a:pt x="7454" y="10550"/>
                    <a:pt x="7382" y="10406"/>
                  </a:cubicBezTo>
                  <a:cubicBezTo>
                    <a:pt x="7346" y="10118"/>
                    <a:pt x="6985" y="8606"/>
                    <a:pt x="698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06"/>
            <p:cNvSpPr/>
            <p:nvPr/>
          </p:nvSpPr>
          <p:spPr>
            <a:xfrm>
              <a:off x="4853740" y="2103592"/>
              <a:ext cx="556165" cy="1761469"/>
            </a:xfrm>
            <a:custGeom>
              <a:rect b="b" l="l" r="r" t="t"/>
              <a:pathLst>
                <a:path extrusionOk="0" h="106401" w="33595">
                  <a:moveTo>
                    <a:pt x="17536" y="15412"/>
                  </a:moveTo>
                  <a:cubicBezTo>
                    <a:pt x="14115" y="38600"/>
                    <a:pt x="3601" y="85697"/>
                    <a:pt x="108" y="102116"/>
                  </a:cubicBezTo>
                  <a:cubicBezTo>
                    <a:pt x="0" y="102620"/>
                    <a:pt x="180" y="103160"/>
                    <a:pt x="576" y="103520"/>
                  </a:cubicBezTo>
                  <a:cubicBezTo>
                    <a:pt x="1225" y="104060"/>
                    <a:pt x="4897" y="106041"/>
                    <a:pt x="7238" y="106113"/>
                  </a:cubicBezTo>
                  <a:cubicBezTo>
                    <a:pt x="7238" y="106113"/>
                    <a:pt x="8498" y="106401"/>
                    <a:pt x="9038" y="105536"/>
                  </a:cubicBezTo>
                  <a:cubicBezTo>
                    <a:pt x="10802" y="102728"/>
                    <a:pt x="26105" y="43101"/>
                    <a:pt x="31758" y="29490"/>
                  </a:cubicBezTo>
                  <a:cubicBezTo>
                    <a:pt x="31758" y="29490"/>
                    <a:pt x="33595" y="10371"/>
                    <a:pt x="30174" y="5186"/>
                  </a:cubicBezTo>
                  <a:cubicBezTo>
                    <a:pt x="26717" y="1"/>
                    <a:pt x="18112" y="7238"/>
                    <a:pt x="18112" y="723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06"/>
            <p:cNvSpPr/>
            <p:nvPr/>
          </p:nvSpPr>
          <p:spPr>
            <a:xfrm>
              <a:off x="5247749" y="2157843"/>
              <a:ext cx="456620" cy="1730461"/>
            </a:xfrm>
            <a:custGeom>
              <a:rect b="b" l="l" r="r" t="t"/>
              <a:pathLst>
                <a:path extrusionOk="0" h="104528" w="27582">
                  <a:moveTo>
                    <a:pt x="1" y="3745"/>
                  </a:moveTo>
                  <a:cubicBezTo>
                    <a:pt x="1" y="3745"/>
                    <a:pt x="4934" y="4897"/>
                    <a:pt x="5582" y="13359"/>
                  </a:cubicBezTo>
                  <a:cubicBezTo>
                    <a:pt x="8498" y="50086"/>
                    <a:pt x="12027" y="64524"/>
                    <a:pt x="12423" y="103196"/>
                  </a:cubicBezTo>
                  <a:cubicBezTo>
                    <a:pt x="13575" y="104528"/>
                    <a:pt x="18112" y="104384"/>
                    <a:pt x="19408" y="103196"/>
                  </a:cubicBezTo>
                  <a:cubicBezTo>
                    <a:pt x="21029" y="85516"/>
                    <a:pt x="27582" y="25961"/>
                    <a:pt x="24197" y="11991"/>
                  </a:cubicBezTo>
                  <a:cubicBezTo>
                    <a:pt x="21929" y="2665"/>
                    <a:pt x="18832" y="0"/>
                    <a:pt x="1" y="37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06"/>
            <p:cNvSpPr/>
            <p:nvPr/>
          </p:nvSpPr>
          <p:spPr>
            <a:xfrm>
              <a:off x="4959245" y="3935386"/>
              <a:ext cx="60823" cy="211623"/>
            </a:xfrm>
            <a:custGeom>
              <a:rect b="b" l="l" r="r" t="t"/>
              <a:pathLst>
                <a:path extrusionOk="0" h="12783" w="3674">
                  <a:moveTo>
                    <a:pt x="2953" y="0"/>
                  </a:moveTo>
                  <a:cubicBezTo>
                    <a:pt x="2953" y="0"/>
                    <a:pt x="3673" y="216"/>
                    <a:pt x="3457" y="1657"/>
                  </a:cubicBezTo>
                  <a:cubicBezTo>
                    <a:pt x="3241" y="3061"/>
                    <a:pt x="2089" y="3997"/>
                    <a:pt x="2089" y="6806"/>
                  </a:cubicBezTo>
                  <a:lnTo>
                    <a:pt x="2089" y="12171"/>
                  </a:lnTo>
                  <a:cubicBezTo>
                    <a:pt x="2089" y="12171"/>
                    <a:pt x="2125" y="12783"/>
                    <a:pt x="1729" y="12783"/>
                  </a:cubicBezTo>
                  <a:lnTo>
                    <a:pt x="1441" y="12783"/>
                  </a:lnTo>
                  <a:cubicBezTo>
                    <a:pt x="1297" y="12783"/>
                    <a:pt x="1153" y="12639"/>
                    <a:pt x="1153" y="12171"/>
                  </a:cubicBezTo>
                  <a:lnTo>
                    <a:pt x="1153" y="6194"/>
                  </a:lnTo>
                  <a:cubicBezTo>
                    <a:pt x="1153" y="5293"/>
                    <a:pt x="757" y="3565"/>
                    <a:pt x="397" y="3241"/>
                  </a:cubicBezTo>
                  <a:cubicBezTo>
                    <a:pt x="0" y="2917"/>
                    <a:pt x="2953"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06"/>
            <p:cNvSpPr/>
            <p:nvPr/>
          </p:nvSpPr>
          <p:spPr>
            <a:xfrm>
              <a:off x="4741679" y="3888287"/>
              <a:ext cx="279581" cy="258722"/>
            </a:xfrm>
            <a:custGeom>
              <a:rect b="b" l="l" r="r" t="t"/>
              <a:pathLst>
                <a:path extrusionOk="0" h="15628" w="16888">
                  <a:moveTo>
                    <a:pt x="13791" y="1"/>
                  </a:moveTo>
                  <a:cubicBezTo>
                    <a:pt x="15051" y="685"/>
                    <a:pt x="16095" y="1729"/>
                    <a:pt x="16815" y="2989"/>
                  </a:cubicBezTo>
                  <a:cubicBezTo>
                    <a:pt x="16887" y="3278"/>
                    <a:pt x="16779" y="3566"/>
                    <a:pt x="16527" y="3710"/>
                  </a:cubicBezTo>
                  <a:cubicBezTo>
                    <a:pt x="16131" y="3998"/>
                    <a:pt x="13395" y="6302"/>
                    <a:pt x="12854" y="7814"/>
                  </a:cubicBezTo>
                  <a:cubicBezTo>
                    <a:pt x="12314" y="9291"/>
                    <a:pt x="11450" y="12243"/>
                    <a:pt x="11054" y="13395"/>
                  </a:cubicBezTo>
                  <a:cubicBezTo>
                    <a:pt x="10694" y="14548"/>
                    <a:pt x="9902" y="15628"/>
                    <a:pt x="8570" y="15628"/>
                  </a:cubicBezTo>
                  <a:lnTo>
                    <a:pt x="1368" y="15628"/>
                  </a:lnTo>
                  <a:cubicBezTo>
                    <a:pt x="0" y="15628"/>
                    <a:pt x="468" y="14476"/>
                    <a:pt x="1440" y="13863"/>
                  </a:cubicBezTo>
                  <a:cubicBezTo>
                    <a:pt x="2412" y="13287"/>
                    <a:pt x="4573" y="11811"/>
                    <a:pt x="4861" y="11703"/>
                  </a:cubicBezTo>
                  <a:cubicBezTo>
                    <a:pt x="5185" y="11595"/>
                    <a:pt x="5293" y="11703"/>
                    <a:pt x="5293" y="11703"/>
                  </a:cubicBezTo>
                  <a:cubicBezTo>
                    <a:pt x="5293" y="11703"/>
                    <a:pt x="4969" y="11847"/>
                    <a:pt x="5077" y="12099"/>
                  </a:cubicBezTo>
                  <a:cubicBezTo>
                    <a:pt x="5185" y="12315"/>
                    <a:pt x="5905" y="12207"/>
                    <a:pt x="6625" y="12207"/>
                  </a:cubicBezTo>
                  <a:cubicBezTo>
                    <a:pt x="7633" y="12171"/>
                    <a:pt x="8570" y="11595"/>
                    <a:pt x="9002" y="10695"/>
                  </a:cubicBezTo>
                  <a:cubicBezTo>
                    <a:pt x="9542" y="9543"/>
                    <a:pt x="11666" y="3566"/>
                    <a:pt x="11882" y="3025"/>
                  </a:cubicBezTo>
                  <a:cubicBezTo>
                    <a:pt x="12062" y="2521"/>
                    <a:pt x="13431" y="1297"/>
                    <a:pt x="13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06"/>
            <p:cNvSpPr/>
            <p:nvPr/>
          </p:nvSpPr>
          <p:spPr>
            <a:xfrm>
              <a:off x="5315111" y="2228781"/>
              <a:ext cx="22664" cy="21472"/>
            </a:xfrm>
            <a:custGeom>
              <a:rect b="b" l="l" r="r" t="t"/>
              <a:pathLst>
                <a:path extrusionOk="0" h="1297" w="1369">
                  <a:moveTo>
                    <a:pt x="757" y="1296"/>
                  </a:moveTo>
                  <a:cubicBezTo>
                    <a:pt x="397" y="1296"/>
                    <a:pt x="73" y="1008"/>
                    <a:pt x="37" y="648"/>
                  </a:cubicBezTo>
                  <a:cubicBezTo>
                    <a:pt x="1" y="324"/>
                    <a:pt x="253" y="0"/>
                    <a:pt x="613" y="36"/>
                  </a:cubicBezTo>
                  <a:cubicBezTo>
                    <a:pt x="973" y="36"/>
                    <a:pt x="1261" y="288"/>
                    <a:pt x="1297" y="648"/>
                  </a:cubicBezTo>
                  <a:cubicBezTo>
                    <a:pt x="1369" y="1008"/>
                    <a:pt x="1081" y="1296"/>
                    <a:pt x="757"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9" name="Google Shape;8279;p106"/>
            <p:cNvGrpSpPr/>
            <p:nvPr/>
          </p:nvGrpSpPr>
          <p:grpSpPr>
            <a:xfrm rot="140772">
              <a:off x="5320756" y="2310946"/>
              <a:ext cx="90096" cy="271875"/>
              <a:chOff x="490700" y="2360275"/>
              <a:chExt cx="38300" cy="115575"/>
            </a:xfrm>
          </p:grpSpPr>
          <p:sp>
            <p:nvSpPr>
              <p:cNvPr id="8280" name="Google Shape;8280;p106"/>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06"/>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106"/>
            <p:cNvGrpSpPr/>
            <p:nvPr/>
          </p:nvGrpSpPr>
          <p:grpSpPr>
            <a:xfrm>
              <a:off x="4947921" y="1190407"/>
              <a:ext cx="962706" cy="1381742"/>
              <a:chOff x="4947921" y="1190407"/>
              <a:chExt cx="962706" cy="1381742"/>
            </a:xfrm>
          </p:grpSpPr>
          <p:sp>
            <p:nvSpPr>
              <p:cNvPr id="8283" name="Google Shape;8283;p106"/>
              <p:cNvSpPr/>
              <p:nvPr/>
            </p:nvSpPr>
            <p:spPr>
              <a:xfrm>
                <a:off x="5062375" y="1655325"/>
                <a:ext cx="180270" cy="268257"/>
              </a:xfrm>
              <a:custGeom>
                <a:rect b="b" l="l" r="r" t="t"/>
                <a:pathLst>
                  <a:path extrusionOk="0" h="16204" w="10587">
                    <a:moveTo>
                      <a:pt x="10587" y="1"/>
                    </a:moveTo>
                    <a:cubicBezTo>
                      <a:pt x="10587" y="1"/>
                      <a:pt x="7130" y="1225"/>
                      <a:pt x="5762" y="2737"/>
                    </a:cubicBezTo>
                    <a:cubicBezTo>
                      <a:pt x="4430" y="4250"/>
                      <a:pt x="1" y="14331"/>
                      <a:pt x="1" y="14331"/>
                    </a:cubicBezTo>
                    <a:lnTo>
                      <a:pt x="9795" y="162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06"/>
              <p:cNvSpPr/>
              <p:nvPr/>
            </p:nvSpPr>
            <p:spPr>
              <a:xfrm>
                <a:off x="5229949" y="1277592"/>
                <a:ext cx="421875" cy="489618"/>
              </a:xfrm>
              <a:custGeom>
                <a:rect b="b" l="l" r="r" t="t"/>
                <a:pathLst>
                  <a:path extrusionOk="0" h="35180" w="30318">
                    <a:moveTo>
                      <a:pt x="22504" y="13107"/>
                    </a:moveTo>
                    <a:cubicBezTo>
                      <a:pt x="22504" y="13107"/>
                      <a:pt x="30318" y="21461"/>
                      <a:pt x="23405" y="28302"/>
                    </a:cubicBezTo>
                    <a:cubicBezTo>
                      <a:pt x="16491" y="35179"/>
                      <a:pt x="0" y="27798"/>
                      <a:pt x="6949" y="13899"/>
                    </a:cubicBezTo>
                    <a:cubicBezTo>
                      <a:pt x="13935" y="1"/>
                      <a:pt x="22504" y="13107"/>
                      <a:pt x="22504" y="131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06"/>
              <p:cNvSpPr/>
              <p:nvPr/>
            </p:nvSpPr>
            <p:spPr>
              <a:xfrm>
                <a:off x="5279045" y="1190407"/>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06"/>
              <p:cNvSpPr/>
              <p:nvPr/>
            </p:nvSpPr>
            <p:spPr>
              <a:xfrm>
                <a:off x="5160640" y="1629700"/>
                <a:ext cx="491203" cy="691486"/>
              </a:xfrm>
              <a:custGeom>
                <a:rect b="b" l="l" r="r" t="t"/>
                <a:pathLst>
                  <a:path extrusionOk="0" h="41769" w="29671">
                    <a:moveTo>
                      <a:pt x="5618" y="1729"/>
                    </a:moveTo>
                    <a:cubicBezTo>
                      <a:pt x="5618" y="1729"/>
                      <a:pt x="3385" y="7418"/>
                      <a:pt x="2953" y="8282"/>
                    </a:cubicBezTo>
                    <a:cubicBezTo>
                      <a:pt x="2521" y="9146"/>
                      <a:pt x="721" y="12927"/>
                      <a:pt x="361" y="14835"/>
                    </a:cubicBezTo>
                    <a:cubicBezTo>
                      <a:pt x="1" y="16744"/>
                      <a:pt x="721" y="19444"/>
                      <a:pt x="1477" y="20884"/>
                    </a:cubicBezTo>
                    <a:lnTo>
                      <a:pt x="1477" y="39788"/>
                    </a:lnTo>
                    <a:cubicBezTo>
                      <a:pt x="8678" y="41768"/>
                      <a:pt x="17644" y="41084"/>
                      <a:pt x="24881" y="39788"/>
                    </a:cubicBezTo>
                    <a:lnTo>
                      <a:pt x="23693" y="31902"/>
                    </a:lnTo>
                    <a:lnTo>
                      <a:pt x="29670" y="2953"/>
                    </a:lnTo>
                    <a:lnTo>
                      <a:pt x="20885" y="108"/>
                    </a:lnTo>
                    <a:lnTo>
                      <a:pt x="15015" y="1621"/>
                    </a:lnTo>
                    <a:lnTo>
                      <a:pt x="126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06"/>
              <p:cNvSpPr/>
              <p:nvPr/>
            </p:nvSpPr>
            <p:spPr>
              <a:xfrm>
                <a:off x="5367750" y="1526651"/>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06"/>
              <p:cNvSpPr/>
              <p:nvPr/>
            </p:nvSpPr>
            <p:spPr>
              <a:xfrm>
                <a:off x="5259006" y="1408377"/>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06"/>
              <p:cNvSpPr/>
              <p:nvPr/>
            </p:nvSpPr>
            <p:spPr>
              <a:xfrm>
                <a:off x="5477470" y="1407876"/>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06"/>
              <p:cNvSpPr/>
              <p:nvPr/>
            </p:nvSpPr>
            <p:spPr>
              <a:xfrm>
                <a:off x="5295089" y="1232503"/>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06"/>
              <p:cNvSpPr/>
              <p:nvPr/>
            </p:nvSpPr>
            <p:spPr>
              <a:xfrm>
                <a:off x="5367574" y="1630897"/>
                <a:ext cx="355883" cy="941251"/>
              </a:xfrm>
              <a:custGeom>
                <a:rect b="b" l="l" r="r" t="t"/>
                <a:pathLst>
                  <a:path extrusionOk="0" h="56856" w="21497">
                    <a:moveTo>
                      <a:pt x="16203" y="2701"/>
                    </a:moveTo>
                    <a:cubicBezTo>
                      <a:pt x="16203" y="2701"/>
                      <a:pt x="10154" y="0"/>
                      <a:pt x="9938" y="36"/>
                    </a:cubicBezTo>
                    <a:cubicBezTo>
                      <a:pt x="9650" y="108"/>
                      <a:pt x="9398" y="253"/>
                      <a:pt x="9182" y="433"/>
                    </a:cubicBezTo>
                    <a:lnTo>
                      <a:pt x="1296" y="15699"/>
                    </a:lnTo>
                    <a:cubicBezTo>
                      <a:pt x="360" y="17176"/>
                      <a:pt x="0" y="18976"/>
                      <a:pt x="288" y="20704"/>
                    </a:cubicBezTo>
                    <a:cubicBezTo>
                      <a:pt x="756" y="23693"/>
                      <a:pt x="1945" y="29238"/>
                      <a:pt x="1945" y="29238"/>
                    </a:cubicBezTo>
                    <a:cubicBezTo>
                      <a:pt x="2737" y="35503"/>
                      <a:pt x="3745" y="45297"/>
                      <a:pt x="5041" y="52354"/>
                    </a:cubicBezTo>
                    <a:cubicBezTo>
                      <a:pt x="5041" y="52354"/>
                      <a:pt x="5113" y="53110"/>
                      <a:pt x="6265" y="53434"/>
                    </a:cubicBezTo>
                    <a:cubicBezTo>
                      <a:pt x="7382" y="53758"/>
                      <a:pt x="20776" y="56603"/>
                      <a:pt x="20776" y="56603"/>
                    </a:cubicBezTo>
                    <a:cubicBezTo>
                      <a:pt x="20776" y="56603"/>
                      <a:pt x="21496" y="56855"/>
                      <a:pt x="21280" y="55631"/>
                    </a:cubicBezTo>
                    <a:cubicBezTo>
                      <a:pt x="21136" y="54803"/>
                      <a:pt x="16851" y="42236"/>
                      <a:pt x="14259" y="33523"/>
                    </a:cubicBezTo>
                    <a:cubicBezTo>
                      <a:pt x="13791" y="32046"/>
                      <a:pt x="13431" y="30714"/>
                      <a:pt x="13107" y="29526"/>
                    </a:cubicBezTo>
                    <a:cubicBezTo>
                      <a:pt x="12711" y="28014"/>
                      <a:pt x="12711" y="26429"/>
                      <a:pt x="13107" y="24917"/>
                    </a:cubicBezTo>
                    <a:lnTo>
                      <a:pt x="16203" y="159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06"/>
              <p:cNvSpPr/>
              <p:nvPr/>
            </p:nvSpPr>
            <p:spPr>
              <a:xfrm>
                <a:off x="5083225" y="1629700"/>
                <a:ext cx="249454" cy="904880"/>
              </a:xfrm>
              <a:custGeom>
                <a:rect b="b" l="l" r="r" t="t"/>
                <a:pathLst>
                  <a:path extrusionOk="0" h="54659" w="14800">
                    <a:moveTo>
                      <a:pt x="14800" y="216"/>
                    </a:moveTo>
                    <a:cubicBezTo>
                      <a:pt x="14800" y="216"/>
                      <a:pt x="8859" y="13719"/>
                      <a:pt x="8463" y="14907"/>
                    </a:cubicBezTo>
                    <a:cubicBezTo>
                      <a:pt x="8066" y="16095"/>
                      <a:pt x="8607" y="17896"/>
                      <a:pt x="9075" y="20560"/>
                    </a:cubicBezTo>
                    <a:cubicBezTo>
                      <a:pt x="9147" y="20992"/>
                      <a:pt x="9219" y="21460"/>
                      <a:pt x="9183" y="21893"/>
                    </a:cubicBezTo>
                    <a:cubicBezTo>
                      <a:pt x="9183" y="22865"/>
                      <a:pt x="9075" y="28086"/>
                      <a:pt x="9075" y="28086"/>
                    </a:cubicBezTo>
                    <a:lnTo>
                      <a:pt x="10803" y="51526"/>
                    </a:lnTo>
                    <a:cubicBezTo>
                      <a:pt x="10695" y="52066"/>
                      <a:pt x="10335" y="52534"/>
                      <a:pt x="9795" y="52786"/>
                    </a:cubicBezTo>
                    <a:cubicBezTo>
                      <a:pt x="8931" y="53110"/>
                      <a:pt x="541" y="54515"/>
                      <a:pt x="541" y="54515"/>
                    </a:cubicBezTo>
                    <a:cubicBezTo>
                      <a:pt x="541" y="54515"/>
                      <a:pt x="1" y="54659"/>
                      <a:pt x="1" y="53975"/>
                    </a:cubicBezTo>
                    <a:cubicBezTo>
                      <a:pt x="1" y="53290"/>
                      <a:pt x="4394" y="30138"/>
                      <a:pt x="4394" y="30138"/>
                    </a:cubicBezTo>
                    <a:lnTo>
                      <a:pt x="4862" y="21496"/>
                    </a:lnTo>
                    <a:cubicBezTo>
                      <a:pt x="4862" y="21496"/>
                      <a:pt x="3674" y="17032"/>
                      <a:pt x="3206" y="15339"/>
                    </a:cubicBezTo>
                    <a:cubicBezTo>
                      <a:pt x="2737" y="13647"/>
                      <a:pt x="3602" y="11595"/>
                      <a:pt x="5006" y="9254"/>
                    </a:cubicBezTo>
                    <a:cubicBezTo>
                      <a:pt x="6410" y="6914"/>
                      <a:pt x="9327" y="1549"/>
                      <a:pt x="9327" y="1549"/>
                    </a:cubicBezTo>
                    <a:lnTo>
                      <a:pt x="14368" y="36"/>
                    </a:lnTo>
                    <a:cubicBezTo>
                      <a:pt x="14548" y="0"/>
                      <a:pt x="14692" y="72"/>
                      <a:pt x="14800" y="2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06"/>
              <p:cNvSpPr/>
              <p:nvPr/>
            </p:nvSpPr>
            <p:spPr>
              <a:xfrm>
                <a:off x="5572624" y="1675596"/>
                <a:ext cx="338003" cy="627716"/>
              </a:xfrm>
              <a:custGeom>
                <a:rect b="b" l="l" r="r" t="t"/>
                <a:pathLst>
                  <a:path extrusionOk="0" h="37917" w="20417">
                    <a:moveTo>
                      <a:pt x="3817" y="1"/>
                    </a:moveTo>
                    <a:cubicBezTo>
                      <a:pt x="4717" y="397"/>
                      <a:pt x="5582" y="865"/>
                      <a:pt x="6410" y="1405"/>
                    </a:cubicBezTo>
                    <a:cubicBezTo>
                      <a:pt x="7058" y="1909"/>
                      <a:pt x="15303" y="13035"/>
                      <a:pt x="18004" y="17644"/>
                    </a:cubicBezTo>
                    <a:cubicBezTo>
                      <a:pt x="20416" y="21749"/>
                      <a:pt x="18256" y="24342"/>
                      <a:pt x="15087" y="28302"/>
                    </a:cubicBezTo>
                    <a:cubicBezTo>
                      <a:pt x="12711" y="31291"/>
                      <a:pt x="7346" y="37592"/>
                      <a:pt x="7346" y="37592"/>
                    </a:cubicBezTo>
                    <a:cubicBezTo>
                      <a:pt x="7166" y="37808"/>
                      <a:pt x="6878" y="37916"/>
                      <a:pt x="6590" y="37808"/>
                    </a:cubicBezTo>
                    <a:cubicBezTo>
                      <a:pt x="6158" y="37592"/>
                      <a:pt x="3061" y="31111"/>
                      <a:pt x="3061" y="31111"/>
                    </a:cubicBezTo>
                    <a:cubicBezTo>
                      <a:pt x="3061" y="31111"/>
                      <a:pt x="2773" y="30751"/>
                      <a:pt x="3277" y="30067"/>
                    </a:cubicBezTo>
                    <a:cubicBezTo>
                      <a:pt x="3817" y="29382"/>
                      <a:pt x="9038" y="21425"/>
                      <a:pt x="9038" y="21425"/>
                    </a:cubicBezTo>
                    <a:lnTo>
                      <a:pt x="3133" y="12387"/>
                    </a:lnTo>
                    <a:cubicBezTo>
                      <a:pt x="3133" y="12387"/>
                      <a:pt x="0" y="6302"/>
                      <a:pt x="3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06"/>
              <p:cNvSpPr/>
              <p:nvPr/>
            </p:nvSpPr>
            <p:spPr>
              <a:xfrm>
                <a:off x="5482480" y="1267572"/>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06"/>
              <p:cNvSpPr/>
              <p:nvPr/>
            </p:nvSpPr>
            <p:spPr>
              <a:xfrm>
                <a:off x="5261010" y="1267572"/>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06"/>
              <p:cNvSpPr/>
              <p:nvPr/>
            </p:nvSpPr>
            <p:spPr>
              <a:xfrm>
                <a:off x="5305617" y="1198918"/>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06"/>
              <p:cNvSpPr/>
              <p:nvPr/>
            </p:nvSpPr>
            <p:spPr>
              <a:xfrm>
                <a:off x="4947921" y="1848463"/>
                <a:ext cx="552589" cy="346347"/>
              </a:xfrm>
              <a:custGeom>
                <a:rect b="b" l="l" r="r" t="t"/>
                <a:pathLst>
                  <a:path extrusionOk="0" h="20921" w="33379">
                    <a:moveTo>
                      <a:pt x="1081" y="1657"/>
                    </a:moveTo>
                    <a:cubicBezTo>
                      <a:pt x="1081" y="1657"/>
                      <a:pt x="9974" y="15376"/>
                      <a:pt x="10442" y="16384"/>
                    </a:cubicBezTo>
                    <a:cubicBezTo>
                      <a:pt x="10766" y="17032"/>
                      <a:pt x="11234" y="17536"/>
                      <a:pt x="11847" y="17896"/>
                    </a:cubicBezTo>
                    <a:cubicBezTo>
                      <a:pt x="11847" y="17896"/>
                      <a:pt x="28986" y="20669"/>
                      <a:pt x="31182" y="20777"/>
                    </a:cubicBezTo>
                    <a:cubicBezTo>
                      <a:pt x="33379" y="20921"/>
                      <a:pt x="32551" y="19409"/>
                      <a:pt x="32551" y="19409"/>
                    </a:cubicBezTo>
                    <a:cubicBezTo>
                      <a:pt x="32551" y="19409"/>
                      <a:pt x="23873" y="4466"/>
                      <a:pt x="23117" y="3097"/>
                    </a:cubicBezTo>
                    <a:cubicBezTo>
                      <a:pt x="22325" y="1729"/>
                      <a:pt x="20488" y="1801"/>
                      <a:pt x="20488" y="1801"/>
                    </a:cubicBezTo>
                    <a:lnTo>
                      <a:pt x="1873" y="1"/>
                    </a:lnTo>
                    <a:cubicBezTo>
                      <a:pt x="1873" y="1"/>
                      <a:pt x="0" y="1"/>
                      <a:pt x="1081" y="16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06"/>
              <p:cNvSpPr/>
              <p:nvPr/>
            </p:nvSpPr>
            <p:spPr>
              <a:xfrm>
                <a:off x="4961033" y="1865167"/>
                <a:ext cx="516831" cy="327855"/>
              </a:xfrm>
              <a:custGeom>
                <a:rect b="b" l="l" r="r" t="t"/>
                <a:pathLst>
                  <a:path extrusionOk="0" h="19804" w="31219">
                    <a:moveTo>
                      <a:pt x="289" y="648"/>
                    </a:moveTo>
                    <a:cubicBezTo>
                      <a:pt x="289" y="648"/>
                      <a:pt x="9182" y="14367"/>
                      <a:pt x="9650" y="15375"/>
                    </a:cubicBezTo>
                    <a:cubicBezTo>
                      <a:pt x="9974" y="16023"/>
                      <a:pt x="10442" y="16527"/>
                      <a:pt x="11055" y="16887"/>
                    </a:cubicBezTo>
                    <a:cubicBezTo>
                      <a:pt x="11055" y="16887"/>
                      <a:pt x="28194" y="19660"/>
                      <a:pt x="30390" y="19768"/>
                    </a:cubicBezTo>
                    <a:cubicBezTo>
                      <a:pt x="30678" y="19804"/>
                      <a:pt x="30966" y="19804"/>
                      <a:pt x="31218" y="19732"/>
                    </a:cubicBezTo>
                    <a:cubicBezTo>
                      <a:pt x="31182" y="19624"/>
                      <a:pt x="31146" y="19516"/>
                      <a:pt x="31110" y="19408"/>
                    </a:cubicBezTo>
                    <a:cubicBezTo>
                      <a:pt x="31110" y="19408"/>
                      <a:pt x="22433" y="4465"/>
                      <a:pt x="21677" y="3097"/>
                    </a:cubicBezTo>
                    <a:cubicBezTo>
                      <a:pt x="20920" y="1764"/>
                      <a:pt x="19084" y="1800"/>
                      <a:pt x="19084" y="1800"/>
                    </a:cubicBezTo>
                    <a:lnTo>
                      <a:pt x="433" y="0"/>
                    </a:lnTo>
                    <a:cubicBezTo>
                      <a:pt x="289" y="0"/>
                      <a:pt x="145" y="0"/>
                      <a:pt x="1" y="36"/>
                    </a:cubicBezTo>
                    <a:cubicBezTo>
                      <a:pt x="73" y="252"/>
                      <a:pt x="181" y="468"/>
                      <a:pt x="289" y="6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06"/>
              <p:cNvSpPr/>
              <p:nvPr/>
            </p:nvSpPr>
            <p:spPr>
              <a:xfrm>
                <a:off x="5489767" y="2095248"/>
                <a:ext cx="161560" cy="154408"/>
              </a:xfrm>
              <a:custGeom>
                <a:rect b="b" l="l" r="r" t="t"/>
                <a:pathLst>
                  <a:path extrusionOk="0" h="9327" w="9759">
                    <a:moveTo>
                      <a:pt x="6662" y="3385"/>
                    </a:moveTo>
                    <a:cubicBezTo>
                      <a:pt x="6050" y="2629"/>
                      <a:pt x="5510" y="1837"/>
                      <a:pt x="5005" y="1009"/>
                    </a:cubicBezTo>
                    <a:lnTo>
                      <a:pt x="2269" y="1"/>
                    </a:lnTo>
                    <a:cubicBezTo>
                      <a:pt x="1297" y="901"/>
                      <a:pt x="3169" y="1477"/>
                      <a:pt x="3709" y="1801"/>
                    </a:cubicBezTo>
                    <a:cubicBezTo>
                      <a:pt x="3997" y="1945"/>
                      <a:pt x="3637" y="2053"/>
                      <a:pt x="4285" y="3169"/>
                    </a:cubicBezTo>
                    <a:cubicBezTo>
                      <a:pt x="4285" y="3169"/>
                      <a:pt x="3241" y="2341"/>
                      <a:pt x="2125" y="2737"/>
                    </a:cubicBezTo>
                    <a:cubicBezTo>
                      <a:pt x="1045" y="3097"/>
                      <a:pt x="253" y="3421"/>
                      <a:pt x="253" y="3421"/>
                    </a:cubicBezTo>
                    <a:cubicBezTo>
                      <a:pt x="253" y="3961"/>
                      <a:pt x="1" y="4213"/>
                      <a:pt x="469" y="4358"/>
                    </a:cubicBezTo>
                    <a:cubicBezTo>
                      <a:pt x="901" y="4538"/>
                      <a:pt x="2341" y="3889"/>
                      <a:pt x="2629" y="4069"/>
                    </a:cubicBezTo>
                    <a:lnTo>
                      <a:pt x="4033" y="4898"/>
                    </a:lnTo>
                    <a:cubicBezTo>
                      <a:pt x="2773" y="4826"/>
                      <a:pt x="2809" y="4790"/>
                      <a:pt x="1837" y="5150"/>
                    </a:cubicBezTo>
                    <a:cubicBezTo>
                      <a:pt x="1369" y="5294"/>
                      <a:pt x="937" y="5474"/>
                      <a:pt x="505" y="5726"/>
                    </a:cubicBezTo>
                    <a:cubicBezTo>
                      <a:pt x="217" y="6122"/>
                      <a:pt x="649" y="6662"/>
                      <a:pt x="1189" y="6734"/>
                    </a:cubicBezTo>
                    <a:cubicBezTo>
                      <a:pt x="1765" y="6806"/>
                      <a:pt x="2809" y="6374"/>
                      <a:pt x="3313" y="6374"/>
                    </a:cubicBezTo>
                    <a:cubicBezTo>
                      <a:pt x="3709" y="6374"/>
                      <a:pt x="3997" y="6374"/>
                      <a:pt x="3493" y="6554"/>
                    </a:cubicBezTo>
                    <a:cubicBezTo>
                      <a:pt x="3169" y="6698"/>
                      <a:pt x="2017" y="7022"/>
                      <a:pt x="1729" y="7238"/>
                    </a:cubicBezTo>
                    <a:cubicBezTo>
                      <a:pt x="1333" y="7634"/>
                      <a:pt x="1837" y="8354"/>
                      <a:pt x="2413" y="8246"/>
                    </a:cubicBezTo>
                    <a:cubicBezTo>
                      <a:pt x="2989" y="8102"/>
                      <a:pt x="4537" y="7490"/>
                      <a:pt x="4969" y="7778"/>
                    </a:cubicBezTo>
                    <a:cubicBezTo>
                      <a:pt x="5366" y="8102"/>
                      <a:pt x="6482" y="9326"/>
                      <a:pt x="7634" y="8966"/>
                    </a:cubicBezTo>
                    <a:cubicBezTo>
                      <a:pt x="8930" y="8534"/>
                      <a:pt x="9506" y="8858"/>
                      <a:pt x="9578" y="8570"/>
                    </a:cubicBezTo>
                    <a:cubicBezTo>
                      <a:pt x="9758" y="7994"/>
                      <a:pt x="8750" y="6050"/>
                      <a:pt x="8246" y="5006"/>
                    </a:cubicBezTo>
                    <a:cubicBezTo>
                      <a:pt x="7994" y="4538"/>
                      <a:pt x="7598" y="4646"/>
                      <a:pt x="6662" y="3385"/>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06"/>
              <p:cNvSpPr/>
              <p:nvPr/>
            </p:nvSpPr>
            <p:spPr>
              <a:xfrm>
                <a:off x="5275777" y="1965904"/>
                <a:ext cx="170500" cy="170500"/>
              </a:xfrm>
              <a:custGeom>
                <a:rect b="b" l="l" r="r" t="t"/>
                <a:pathLst>
                  <a:path extrusionOk="0" h="10299" w="10299">
                    <a:moveTo>
                      <a:pt x="0" y="5653"/>
                    </a:moveTo>
                    <a:cubicBezTo>
                      <a:pt x="108" y="4537"/>
                      <a:pt x="1008" y="3781"/>
                      <a:pt x="1980" y="2197"/>
                    </a:cubicBezTo>
                    <a:cubicBezTo>
                      <a:pt x="2917" y="612"/>
                      <a:pt x="2629" y="468"/>
                      <a:pt x="2629" y="468"/>
                    </a:cubicBezTo>
                    <a:cubicBezTo>
                      <a:pt x="2629" y="468"/>
                      <a:pt x="3889" y="0"/>
                      <a:pt x="3925" y="1693"/>
                    </a:cubicBezTo>
                    <a:cubicBezTo>
                      <a:pt x="3961" y="3385"/>
                      <a:pt x="4177" y="3493"/>
                      <a:pt x="4177" y="3493"/>
                    </a:cubicBezTo>
                    <a:lnTo>
                      <a:pt x="7021" y="2413"/>
                    </a:lnTo>
                    <a:lnTo>
                      <a:pt x="6445" y="1368"/>
                    </a:lnTo>
                    <a:cubicBezTo>
                      <a:pt x="6445" y="1368"/>
                      <a:pt x="8498" y="1116"/>
                      <a:pt x="8858" y="2269"/>
                    </a:cubicBezTo>
                    <a:cubicBezTo>
                      <a:pt x="9218" y="3385"/>
                      <a:pt x="8966" y="3601"/>
                      <a:pt x="8966" y="3601"/>
                    </a:cubicBezTo>
                    <a:cubicBezTo>
                      <a:pt x="9326" y="3817"/>
                      <a:pt x="9542" y="4213"/>
                      <a:pt x="9578" y="4609"/>
                    </a:cubicBezTo>
                    <a:cubicBezTo>
                      <a:pt x="9650" y="5041"/>
                      <a:pt x="9578" y="5473"/>
                      <a:pt x="9434" y="5905"/>
                    </a:cubicBezTo>
                    <a:cubicBezTo>
                      <a:pt x="9830" y="6229"/>
                      <a:pt x="10082" y="6733"/>
                      <a:pt x="10118" y="7238"/>
                    </a:cubicBezTo>
                    <a:cubicBezTo>
                      <a:pt x="10298" y="8210"/>
                      <a:pt x="7886" y="9542"/>
                      <a:pt x="5761" y="10010"/>
                    </a:cubicBezTo>
                    <a:cubicBezTo>
                      <a:pt x="4393" y="10298"/>
                      <a:pt x="2953" y="10298"/>
                      <a:pt x="1584" y="10010"/>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06"/>
              <p:cNvSpPr/>
              <p:nvPr/>
            </p:nvSpPr>
            <p:spPr>
              <a:xfrm>
                <a:off x="5004556" y="1983187"/>
                <a:ext cx="309976" cy="296268"/>
              </a:xfrm>
              <a:custGeom>
                <a:rect b="b" l="l" r="r" t="t"/>
                <a:pathLst>
                  <a:path extrusionOk="0" h="17896" w="18724">
                    <a:moveTo>
                      <a:pt x="16599" y="4069"/>
                    </a:moveTo>
                    <a:cubicBezTo>
                      <a:pt x="16599" y="4069"/>
                      <a:pt x="18147" y="8030"/>
                      <a:pt x="18724" y="8822"/>
                    </a:cubicBezTo>
                    <a:cubicBezTo>
                      <a:pt x="18724" y="9002"/>
                      <a:pt x="18688" y="9146"/>
                      <a:pt x="18652" y="9326"/>
                    </a:cubicBezTo>
                    <a:cubicBezTo>
                      <a:pt x="18363" y="9938"/>
                      <a:pt x="0" y="17896"/>
                      <a:pt x="540" y="8678"/>
                    </a:cubicBezTo>
                    <a:cubicBezTo>
                      <a:pt x="828" y="5762"/>
                      <a:pt x="1260" y="2881"/>
                      <a:pt x="1836" y="0"/>
                    </a:cubicBezTo>
                    <a:lnTo>
                      <a:pt x="5329" y="5473"/>
                    </a:lnTo>
                    <a:lnTo>
                      <a:pt x="15519" y="4069"/>
                    </a:lnTo>
                    <a:cubicBezTo>
                      <a:pt x="15519" y="4069"/>
                      <a:pt x="16419" y="3889"/>
                      <a:pt x="16599" y="40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2" name="Google Shape;8302;p106"/>
              <p:cNvGrpSpPr/>
              <p:nvPr/>
            </p:nvGrpSpPr>
            <p:grpSpPr>
              <a:xfrm>
                <a:off x="5321786" y="1406664"/>
                <a:ext cx="182684" cy="113939"/>
                <a:chOff x="6478625" y="1323824"/>
                <a:chExt cx="217325" cy="135545"/>
              </a:xfrm>
            </p:grpSpPr>
            <p:sp>
              <p:nvSpPr>
                <p:cNvPr id="8303" name="Google Shape;8303;p106"/>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06"/>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06"/>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06"/>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06"/>
                <p:cNvSpPr/>
                <p:nvPr/>
              </p:nvSpPr>
              <p:spPr>
                <a:xfrm>
                  <a:off x="6549186" y="1428023"/>
                  <a:ext cx="75509" cy="31346"/>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06"/>
                <p:cNvSpPr/>
                <p:nvPr/>
              </p:nvSpPr>
              <p:spPr>
                <a:xfrm>
                  <a:off x="6571578" y="1339570"/>
                  <a:ext cx="35124" cy="51125"/>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9" name="Google Shape;8309;p106"/>
              <p:cNvSpPr/>
              <p:nvPr/>
            </p:nvSpPr>
            <p:spPr>
              <a:xfrm rot="785631">
                <a:off x="5335314" y="1372834"/>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06"/>
              <p:cNvSpPr/>
              <p:nvPr/>
            </p:nvSpPr>
            <p:spPr>
              <a:xfrm flipH="1" rot="-722579">
                <a:off x="5442645" y="1372295"/>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1" name="Google Shape;8311;p106"/>
              <p:cNvGrpSpPr/>
              <p:nvPr/>
            </p:nvGrpSpPr>
            <p:grpSpPr>
              <a:xfrm flipH="1">
                <a:off x="5548792" y="1802903"/>
                <a:ext cx="122777" cy="143008"/>
                <a:chOff x="341450" y="2082850"/>
                <a:chExt cx="72675" cy="84625"/>
              </a:xfrm>
            </p:grpSpPr>
            <p:sp>
              <p:nvSpPr>
                <p:cNvPr id="8312" name="Google Shape;8312;p106"/>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06"/>
                <p:cNvSpPr/>
                <p:nvPr/>
              </p:nvSpPr>
              <p:spPr>
                <a:xfrm>
                  <a:off x="390975" y="2093150"/>
                  <a:ext cx="23150" cy="6975"/>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106"/>
              <p:cNvGrpSpPr/>
              <p:nvPr/>
            </p:nvGrpSpPr>
            <p:grpSpPr>
              <a:xfrm flipH="1">
                <a:off x="5718290" y="2016211"/>
                <a:ext cx="48206" cy="20876"/>
                <a:chOff x="284000" y="2200125"/>
                <a:chExt cx="36675" cy="15875"/>
              </a:xfrm>
            </p:grpSpPr>
            <p:sp>
              <p:nvSpPr>
                <p:cNvPr id="8315" name="Google Shape;8315;p106"/>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06"/>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17" name="Google Shape;8317;p106"/>
          <p:cNvGrpSpPr/>
          <p:nvPr/>
        </p:nvGrpSpPr>
        <p:grpSpPr>
          <a:xfrm>
            <a:off x="5753863" y="4553907"/>
            <a:ext cx="877200" cy="179069"/>
            <a:chOff x="971388" y="4585270"/>
            <a:chExt cx="877200" cy="179069"/>
          </a:xfrm>
        </p:grpSpPr>
        <p:sp>
          <p:nvSpPr>
            <p:cNvPr id="8318" name="Google Shape;8318;p106"/>
            <p:cNvSpPr/>
            <p:nvPr/>
          </p:nvSpPr>
          <p:spPr>
            <a:xfrm>
              <a:off x="971388" y="4689938"/>
              <a:ext cx="877200" cy="7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06"/>
            <p:cNvSpPr/>
            <p:nvPr/>
          </p:nvSpPr>
          <p:spPr>
            <a:xfrm>
              <a:off x="1028202" y="4593220"/>
              <a:ext cx="787102" cy="139749"/>
            </a:xfrm>
            <a:custGeom>
              <a:rect b="b" l="l" r="r" t="t"/>
              <a:pathLst>
                <a:path extrusionOk="0" h="2707" w="15248">
                  <a:moveTo>
                    <a:pt x="1" y="1"/>
                  </a:moveTo>
                  <a:lnTo>
                    <a:pt x="1" y="2397"/>
                  </a:lnTo>
                  <a:lnTo>
                    <a:pt x="8194" y="2706"/>
                  </a:lnTo>
                  <a:lnTo>
                    <a:pt x="15247" y="2706"/>
                  </a:lnTo>
                  <a:lnTo>
                    <a:pt x="15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06"/>
            <p:cNvSpPr/>
            <p:nvPr/>
          </p:nvSpPr>
          <p:spPr>
            <a:xfrm>
              <a:off x="1028202" y="4585270"/>
              <a:ext cx="423026" cy="147699"/>
            </a:xfrm>
            <a:custGeom>
              <a:rect b="b" l="l" r="r" t="t"/>
              <a:pathLst>
                <a:path extrusionOk="0" h="2861" w="8195">
                  <a:moveTo>
                    <a:pt x="1" y="0"/>
                  </a:moveTo>
                  <a:lnTo>
                    <a:pt x="1" y="2551"/>
                  </a:lnTo>
                  <a:lnTo>
                    <a:pt x="8194" y="2860"/>
                  </a:lnTo>
                  <a:lnTo>
                    <a:pt x="8194" y="15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06"/>
            <p:cNvSpPr/>
            <p:nvPr/>
          </p:nvSpPr>
          <p:spPr>
            <a:xfrm>
              <a:off x="1486080" y="4608191"/>
              <a:ext cx="329232" cy="111820"/>
            </a:xfrm>
            <a:custGeom>
              <a:rect b="b" l="l" r="r" t="t"/>
              <a:pathLst>
                <a:path extrusionOk="0" h="2166" w="6378">
                  <a:moveTo>
                    <a:pt x="0" y="1"/>
                  </a:moveTo>
                  <a:lnTo>
                    <a:pt x="0" y="2049"/>
                  </a:lnTo>
                  <a:lnTo>
                    <a:pt x="6377" y="2165"/>
                  </a:lnTo>
                  <a:lnTo>
                    <a:pt x="6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06"/>
            <p:cNvSpPr/>
            <p:nvPr/>
          </p:nvSpPr>
          <p:spPr>
            <a:xfrm>
              <a:off x="1526964" y="4627138"/>
              <a:ext cx="288349" cy="13061"/>
            </a:xfrm>
            <a:custGeom>
              <a:rect b="b" l="l" r="r" t="t"/>
              <a:pathLst>
                <a:path extrusionOk="0" h="253" w="5586">
                  <a:moveTo>
                    <a:pt x="5585" y="1"/>
                  </a:moveTo>
                  <a:lnTo>
                    <a:pt x="1" y="117"/>
                  </a:lnTo>
                  <a:lnTo>
                    <a:pt x="5585" y="252"/>
                  </a:lnTo>
                  <a:lnTo>
                    <a:pt x="5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06"/>
            <p:cNvSpPr/>
            <p:nvPr/>
          </p:nvSpPr>
          <p:spPr>
            <a:xfrm>
              <a:off x="1618746" y="4674065"/>
              <a:ext cx="197550" cy="12029"/>
            </a:xfrm>
            <a:custGeom>
              <a:rect b="b" l="l" r="r" t="t"/>
              <a:pathLst>
                <a:path extrusionOk="0" h="233" w="3827">
                  <a:moveTo>
                    <a:pt x="1" y="0"/>
                  </a:moveTo>
                  <a:lnTo>
                    <a:pt x="3807" y="232"/>
                  </a:lnTo>
                  <a:lnTo>
                    <a:pt x="38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7" name="Shape 8327"/>
        <p:cNvGrpSpPr/>
        <p:nvPr/>
      </p:nvGrpSpPr>
      <p:grpSpPr>
        <a:xfrm>
          <a:off x="0" y="0"/>
          <a:ext cx="0" cy="0"/>
          <a:chOff x="0" y="0"/>
          <a:chExt cx="0" cy="0"/>
        </a:xfrm>
      </p:grpSpPr>
      <p:grpSp>
        <p:nvGrpSpPr>
          <p:cNvPr id="8328" name="Google Shape;8328;p107"/>
          <p:cNvGrpSpPr/>
          <p:nvPr/>
        </p:nvGrpSpPr>
        <p:grpSpPr>
          <a:xfrm>
            <a:off x="2018352" y="718369"/>
            <a:ext cx="5086216" cy="2616503"/>
            <a:chOff x="791775" y="1327175"/>
            <a:chExt cx="2192996" cy="1314562"/>
          </a:xfrm>
        </p:grpSpPr>
        <p:sp>
          <p:nvSpPr>
            <p:cNvPr id="8329" name="Google Shape;8329;p107"/>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07"/>
            <p:cNvSpPr/>
            <p:nvPr/>
          </p:nvSpPr>
          <p:spPr>
            <a:xfrm>
              <a:off x="792025" y="1327175"/>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1" name="Google Shape;8331;p107"/>
          <p:cNvSpPr/>
          <p:nvPr/>
        </p:nvSpPr>
        <p:spPr>
          <a:xfrm>
            <a:off x="3147313" y="1797950"/>
            <a:ext cx="28494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2" name="Google Shape;8332;p107"/>
          <p:cNvGrpSpPr/>
          <p:nvPr/>
        </p:nvGrpSpPr>
        <p:grpSpPr>
          <a:xfrm>
            <a:off x="2739625" y="3073973"/>
            <a:ext cx="3664800" cy="1391602"/>
            <a:chOff x="2739550" y="3308998"/>
            <a:chExt cx="3664800" cy="1391602"/>
          </a:xfrm>
        </p:grpSpPr>
        <p:sp>
          <p:nvSpPr>
            <p:cNvPr id="8333" name="Google Shape;8333;p107"/>
            <p:cNvSpPr/>
            <p:nvPr/>
          </p:nvSpPr>
          <p:spPr>
            <a:xfrm>
              <a:off x="2739550" y="4501700"/>
              <a:ext cx="3664800" cy="198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4" name="Google Shape;8334;p107"/>
            <p:cNvGrpSpPr/>
            <p:nvPr/>
          </p:nvGrpSpPr>
          <p:grpSpPr>
            <a:xfrm>
              <a:off x="2739551" y="3308998"/>
              <a:ext cx="3664785" cy="1295764"/>
              <a:chOff x="3897050" y="2232025"/>
              <a:chExt cx="2441725" cy="863325"/>
            </a:xfrm>
          </p:grpSpPr>
          <p:sp>
            <p:nvSpPr>
              <p:cNvPr id="8335" name="Google Shape;8335;p107"/>
              <p:cNvSpPr/>
              <p:nvPr/>
            </p:nvSpPr>
            <p:spPr>
              <a:xfrm>
                <a:off x="5047100" y="2294675"/>
                <a:ext cx="210875" cy="606675"/>
              </a:xfrm>
              <a:custGeom>
                <a:rect b="b" l="l" r="r" t="t"/>
                <a:pathLst>
                  <a:path extrusionOk="0" h="24267" w="8435">
                    <a:moveTo>
                      <a:pt x="1" y="1"/>
                    </a:moveTo>
                    <a:lnTo>
                      <a:pt x="1" y="24267"/>
                    </a:lnTo>
                    <a:lnTo>
                      <a:pt x="8435" y="24267"/>
                    </a:lnTo>
                    <a:lnTo>
                      <a:pt x="843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07"/>
              <p:cNvSpPr/>
              <p:nvPr/>
            </p:nvSpPr>
            <p:spPr>
              <a:xfrm>
                <a:off x="4094050" y="2232025"/>
                <a:ext cx="1001875" cy="669325"/>
              </a:xfrm>
              <a:custGeom>
                <a:rect b="b" l="l" r="r" t="t"/>
                <a:pathLst>
                  <a:path extrusionOk="0" h="26773" w="40075">
                    <a:moveTo>
                      <a:pt x="1446" y="1"/>
                    </a:moveTo>
                    <a:cubicBezTo>
                      <a:pt x="651" y="1"/>
                      <a:pt x="0" y="627"/>
                      <a:pt x="0" y="1422"/>
                    </a:cubicBezTo>
                    <a:lnTo>
                      <a:pt x="0" y="26773"/>
                    </a:lnTo>
                    <a:lnTo>
                      <a:pt x="40075" y="26773"/>
                    </a:lnTo>
                    <a:lnTo>
                      <a:pt x="40075" y="1422"/>
                    </a:lnTo>
                    <a:cubicBezTo>
                      <a:pt x="40075" y="651"/>
                      <a:pt x="39448" y="1"/>
                      <a:pt x="386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07"/>
              <p:cNvSpPr/>
              <p:nvPr/>
            </p:nvSpPr>
            <p:spPr>
              <a:xfrm>
                <a:off x="5139875" y="2232025"/>
                <a:ext cx="1001900" cy="669325"/>
              </a:xfrm>
              <a:custGeom>
                <a:rect b="b" l="l" r="r" t="t"/>
                <a:pathLst>
                  <a:path extrusionOk="0" h="26773" w="40076">
                    <a:moveTo>
                      <a:pt x="1422" y="1"/>
                    </a:moveTo>
                    <a:cubicBezTo>
                      <a:pt x="651" y="1"/>
                      <a:pt x="1" y="627"/>
                      <a:pt x="1" y="1422"/>
                    </a:cubicBezTo>
                    <a:lnTo>
                      <a:pt x="1" y="26773"/>
                    </a:lnTo>
                    <a:lnTo>
                      <a:pt x="40075" y="26773"/>
                    </a:lnTo>
                    <a:lnTo>
                      <a:pt x="40075" y="1422"/>
                    </a:lnTo>
                    <a:cubicBezTo>
                      <a:pt x="40075" y="651"/>
                      <a:pt x="39424" y="1"/>
                      <a:pt x="386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07"/>
              <p:cNvSpPr/>
              <p:nvPr/>
            </p:nvSpPr>
            <p:spPr>
              <a:xfrm>
                <a:off x="4094650" y="2701325"/>
                <a:ext cx="2047125" cy="200025"/>
              </a:xfrm>
              <a:custGeom>
                <a:rect b="b" l="l" r="r" t="t"/>
                <a:pathLst>
                  <a:path extrusionOk="0" h="8001" w="81885">
                    <a:moveTo>
                      <a:pt x="1012" y="1"/>
                    </a:moveTo>
                    <a:cubicBezTo>
                      <a:pt x="458" y="1"/>
                      <a:pt x="0" y="458"/>
                      <a:pt x="0" y="1037"/>
                    </a:cubicBezTo>
                    <a:lnTo>
                      <a:pt x="0" y="8001"/>
                    </a:lnTo>
                    <a:lnTo>
                      <a:pt x="81884" y="8001"/>
                    </a:lnTo>
                    <a:lnTo>
                      <a:pt x="81884" y="1037"/>
                    </a:lnTo>
                    <a:cubicBezTo>
                      <a:pt x="81884" y="458"/>
                      <a:pt x="81426" y="1"/>
                      <a:pt x="808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07"/>
              <p:cNvSpPr/>
              <p:nvPr/>
            </p:nvSpPr>
            <p:spPr>
              <a:xfrm>
                <a:off x="3897050" y="2566975"/>
                <a:ext cx="197625" cy="418725"/>
              </a:xfrm>
              <a:custGeom>
                <a:rect b="b" l="l" r="r" t="t"/>
                <a:pathLst>
                  <a:path extrusionOk="0" h="16749" w="7905">
                    <a:moveTo>
                      <a:pt x="1012" y="1"/>
                    </a:moveTo>
                    <a:cubicBezTo>
                      <a:pt x="458" y="1"/>
                      <a:pt x="0" y="435"/>
                      <a:pt x="0" y="989"/>
                    </a:cubicBezTo>
                    <a:lnTo>
                      <a:pt x="0" y="16749"/>
                    </a:lnTo>
                    <a:lnTo>
                      <a:pt x="7904" y="16749"/>
                    </a:lnTo>
                    <a:lnTo>
                      <a:pt x="7904" y="989"/>
                    </a:lnTo>
                    <a:cubicBezTo>
                      <a:pt x="7904" y="435"/>
                      <a:pt x="7446" y="1"/>
                      <a:pt x="6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07"/>
              <p:cNvSpPr/>
              <p:nvPr/>
            </p:nvSpPr>
            <p:spPr>
              <a:xfrm>
                <a:off x="6141150" y="2566975"/>
                <a:ext cx="197625" cy="418725"/>
              </a:xfrm>
              <a:custGeom>
                <a:rect b="b" l="l" r="r" t="t"/>
                <a:pathLst>
                  <a:path extrusionOk="0" h="16749" w="7905">
                    <a:moveTo>
                      <a:pt x="1012" y="1"/>
                    </a:moveTo>
                    <a:cubicBezTo>
                      <a:pt x="458" y="1"/>
                      <a:pt x="0" y="435"/>
                      <a:pt x="24" y="989"/>
                    </a:cubicBezTo>
                    <a:lnTo>
                      <a:pt x="24" y="16749"/>
                    </a:lnTo>
                    <a:lnTo>
                      <a:pt x="7904" y="16749"/>
                    </a:lnTo>
                    <a:lnTo>
                      <a:pt x="7904" y="989"/>
                    </a:lnTo>
                    <a:cubicBezTo>
                      <a:pt x="7904" y="435"/>
                      <a:pt x="7470" y="1"/>
                      <a:pt x="69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07"/>
              <p:cNvSpPr/>
              <p:nvPr/>
            </p:nvSpPr>
            <p:spPr>
              <a:xfrm>
                <a:off x="4094650" y="2901325"/>
                <a:ext cx="2046525" cy="84375"/>
              </a:xfrm>
              <a:custGeom>
                <a:rect b="b" l="l" r="r" t="t"/>
                <a:pathLst>
                  <a:path extrusionOk="0" h="3375" w="81861">
                    <a:moveTo>
                      <a:pt x="0" y="1"/>
                    </a:moveTo>
                    <a:lnTo>
                      <a:pt x="0" y="3375"/>
                    </a:lnTo>
                    <a:lnTo>
                      <a:pt x="81860" y="3375"/>
                    </a:lnTo>
                    <a:lnTo>
                      <a:pt x="8186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07"/>
              <p:cNvSpPr/>
              <p:nvPr/>
            </p:nvSpPr>
            <p:spPr>
              <a:xfrm>
                <a:off x="4094650" y="2985675"/>
                <a:ext cx="75325" cy="109675"/>
              </a:xfrm>
              <a:custGeom>
                <a:rect b="b" l="l" r="r" t="t"/>
                <a:pathLst>
                  <a:path extrusionOk="0" h="4387" w="3013">
                    <a:moveTo>
                      <a:pt x="0" y="1"/>
                    </a:moveTo>
                    <a:lnTo>
                      <a:pt x="0" y="4386"/>
                    </a:lnTo>
                    <a:lnTo>
                      <a:pt x="1543" y="4386"/>
                    </a:lnTo>
                    <a:lnTo>
                      <a:pt x="30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07"/>
              <p:cNvSpPr/>
              <p:nvPr/>
            </p:nvSpPr>
            <p:spPr>
              <a:xfrm>
                <a:off x="6065825" y="2985675"/>
                <a:ext cx="75950" cy="109675"/>
              </a:xfrm>
              <a:custGeom>
                <a:rect b="b" l="l" r="r" t="t"/>
                <a:pathLst>
                  <a:path extrusionOk="0" h="4387" w="3038">
                    <a:moveTo>
                      <a:pt x="1" y="1"/>
                    </a:moveTo>
                    <a:lnTo>
                      <a:pt x="1495" y="4386"/>
                    </a:lnTo>
                    <a:lnTo>
                      <a:pt x="3037" y="4386"/>
                    </a:lnTo>
                    <a:lnTo>
                      <a:pt x="30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07"/>
              <p:cNvSpPr/>
              <p:nvPr/>
            </p:nvSpPr>
            <p:spPr>
              <a:xfrm>
                <a:off x="4094650" y="2591675"/>
                <a:ext cx="2047125" cy="109675"/>
              </a:xfrm>
              <a:custGeom>
                <a:rect b="b" l="l" r="r" t="t"/>
                <a:pathLst>
                  <a:path extrusionOk="0" h="4387" w="81885">
                    <a:moveTo>
                      <a:pt x="0" y="1"/>
                    </a:moveTo>
                    <a:lnTo>
                      <a:pt x="0" y="3423"/>
                    </a:lnTo>
                    <a:lnTo>
                      <a:pt x="0" y="4387"/>
                    </a:lnTo>
                    <a:lnTo>
                      <a:pt x="81884" y="4387"/>
                    </a:lnTo>
                    <a:lnTo>
                      <a:pt x="81884" y="3423"/>
                    </a:lnTo>
                    <a:lnTo>
                      <a:pt x="81884" y="1"/>
                    </a:lnTo>
                    <a:lnTo>
                      <a:pt x="80968" y="1013"/>
                    </a:lnTo>
                    <a:lnTo>
                      <a:pt x="80896" y="3423"/>
                    </a:lnTo>
                    <a:lnTo>
                      <a:pt x="988" y="3423"/>
                    </a:lnTo>
                    <a:lnTo>
                      <a:pt x="916" y="1013"/>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45" name="Google Shape;8345;p107"/>
          <p:cNvSpPr txBox="1"/>
          <p:nvPr>
            <p:ph type="title"/>
          </p:nvPr>
        </p:nvSpPr>
        <p:spPr>
          <a:xfrm>
            <a:off x="2301076" y="1834111"/>
            <a:ext cx="4541700" cy="46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Program</a:t>
            </a:r>
            <a:endParaRPr/>
          </a:p>
        </p:txBody>
      </p:sp>
      <p:sp>
        <p:nvSpPr>
          <p:cNvPr id="8346" name="Google Shape;8346;p107"/>
          <p:cNvSpPr txBox="1"/>
          <p:nvPr>
            <p:ph idx="2" type="title"/>
          </p:nvPr>
        </p:nvSpPr>
        <p:spPr>
          <a:xfrm>
            <a:off x="2301075" y="930750"/>
            <a:ext cx="45417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sp>
        <p:nvSpPr>
          <p:cNvPr id="8347" name="Google Shape;8347;p107"/>
          <p:cNvSpPr txBox="1"/>
          <p:nvPr>
            <p:ph idx="1" type="subTitle"/>
          </p:nvPr>
        </p:nvSpPr>
        <p:spPr>
          <a:xfrm>
            <a:off x="2301114" y="2411350"/>
            <a:ext cx="45417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8348" name="Google Shape;8348;p107"/>
          <p:cNvGrpSpPr/>
          <p:nvPr/>
        </p:nvGrpSpPr>
        <p:grpSpPr>
          <a:xfrm>
            <a:off x="7070988" y="1350157"/>
            <a:ext cx="1268928" cy="3115418"/>
            <a:chOff x="4641700" y="1190407"/>
            <a:chExt cx="1268928" cy="3115418"/>
          </a:xfrm>
        </p:grpSpPr>
        <p:sp>
          <p:nvSpPr>
            <p:cNvPr id="8349" name="Google Shape;8349;p107"/>
            <p:cNvSpPr/>
            <p:nvPr/>
          </p:nvSpPr>
          <p:spPr>
            <a:xfrm>
              <a:off x="4641700" y="4037025"/>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07"/>
            <p:cNvSpPr/>
            <p:nvPr/>
          </p:nvSpPr>
          <p:spPr>
            <a:xfrm>
              <a:off x="4814985" y="3787550"/>
              <a:ext cx="175864" cy="336811"/>
            </a:xfrm>
            <a:custGeom>
              <a:rect b="b" l="l" r="r" t="t"/>
              <a:pathLst>
                <a:path extrusionOk="0" h="20345" w="10623">
                  <a:moveTo>
                    <a:pt x="829" y="17788"/>
                  </a:moveTo>
                  <a:cubicBezTo>
                    <a:pt x="829" y="17788"/>
                    <a:pt x="2269" y="17392"/>
                    <a:pt x="2737" y="15484"/>
                  </a:cubicBezTo>
                  <a:cubicBezTo>
                    <a:pt x="3205" y="13575"/>
                    <a:pt x="3494" y="7886"/>
                    <a:pt x="3674" y="6014"/>
                  </a:cubicBezTo>
                  <a:cubicBezTo>
                    <a:pt x="3818" y="4142"/>
                    <a:pt x="5258" y="1"/>
                    <a:pt x="5258" y="1"/>
                  </a:cubicBezTo>
                  <a:lnTo>
                    <a:pt x="9975" y="2089"/>
                  </a:lnTo>
                  <a:lnTo>
                    <a:pt x="10623" y="3169"/>
                  </a:lnTo>
                  <a:lnTo>
                    <a:pt x="9363" y="6086"/>
                  </a:lnTo>
                  <a:cubicBezTo>
                    <a:pt x="9831" y="6986"/>
                    <a:pt x="9831" y="8066"/>
                    <a:pt x="9363" y="8966"/>
                  </a:cubicBezTo>
                  <a:cubicBezTo>
                    <a:pt x="8642" y="10659"/>
                    <a:pt x="5330" y="19552"/>
                    <a:pt x="4106" y="19948"/>
                  </a:cubicBezTo>
                  <a:cubicBezTo>
                    <a:pt x="2881" y="20345"/>
                    <a:pt x="1" y="19516"/>
                    <a:pt x="1" y="19516"/>
                  </a:cubicBezTo>
                  <a:cubicBezTo>
                    <a:pt x="37" y="19084"/>
                    <a:pt x="73" y="18616"/>
                    <a:pt x="181" y="18184"/>
                  </a:cubicBezTo>
                  <a:cubicBezTo>
                    <a:pt x="289" y="17932"/>
                    <a:pt x="541" y="17788"/>
                    <a:pt x="829"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07"/>
            <p:cNvSpPr/>
            <p:nvPr/>
          </p:nvSpPr>
          <p:spPr>
            <a:xfrm>
              <a:off x="5470695" y="3812002"/>
              <a:ext cx="113269" cy="310572"/>
            </a:xfrm>
            <a:custGeom>
              <a:rect b="b" l="l" r="r" t="t"/>
              <a:pathLst>
                <a:path extrusionOk="0" h="18760" w="6842">
                  <a:moveTo>
                    <a:pt x="4645" y="0"/>
                  </a:moveTo>
                  <a:cubicBezTo>
                    <a:pt x="4645" y="2629"/>
                    <a:pt x="4645" y="4861"/>
                    <a:pt x="4789" y="6517"/>
                  </a:cubicBezTo>
                  <a:cubicBezTo>
                    <a:pt x="4861" y="7345"/>
                    <a:pt x="6157" y="14151"/>
                    <a:pt x="6157" y="14151"/>
                  </a:cubicBezTo>
                  <a:lnTo>
                    <a:pt x="6842" y="16887"/>
                  </a:lnTo>
                  <a:lnTo>
                    <a:pt x="6734" y="18039"/>
                  </a:lnTo>
                  <a:lnTo>
                    <a:pt x="3673" y="18760"/>
                  </a:lnTo>
                  <a:lnTo>
                    <a:pt x="756" y="16671"/>
                  </a:lnTo>
                  <a:cubicBezTo>
                    <a:pt x="756" y="16671"/>
                    <a:pt x="108" y="9434"/>
                    <a:pt x="252" y="8066"/>
                  </a:cubicBezTo>
                  <a:cubicBezTo>
                    <a:pt x="324" y="7309"/>
                    <a:pt x="432" y="6589"/>
                    <a:pt x="612" y="5905"/>
                  </a:cubicBezTo>
                  <a:lnTo>
                    <a:pt x="864" y="5545"/>
                  </a:lnTo>
                  <a:cubicBezTo>
                    <a:pt x="576" y="3709"/>
                    <a:pt x="288" y="1836"/>
                    <a:pt x="0"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07"/>
            <p:cNvSpPr/>
            <p:nvPr/>
          </p:nvSpPr>
          <p:spPr>
            <a:xfrm>
              <a:off x="5456988" y="3903799"/>
              <a:ext cx="168116" cy="243210"/>
            </a:xfrm>
            <a:custGeom>
              <a:rect b="b" l="l" r="r" t="t"/>
              <a:pathLst>
                <a:path extrusionOk="0" h="14691" w="10155">
                  <a:moveTo>
                    <a:pt x="6985" y="8606"/>
                  </a:moveTo>
                  <a:cubicBezTo>
                    <a:pt x="7238" y="9326"/>
                    <a:pt x="7562" y="10046"/>
                    <a:pt x="7922" y="10730"/>
                  </a:cubicBezTo>
                  <a:cubicBezTo>
                    <a:pt x="8210" y="11126"/>
                    <a:pt x="9434" y="12494"/>
                    <a:pt x="9614" y="12926"/>
                  </a:cubicBezTo>
                  <a:cubicBezTo>
                    <a:pt x="9794" y="13359"/>
                    <a:pt x="10154" y="14691"/>
                    <a:pt x="8714" y="14691"/>
                  </a:cubicBezTo>
                  <a:lnTo>
                    <a:pt x="3529" y="14691"/>
                  </a:lnTo>
                  <a:cubicBezTo>
                    <a:pt x="2161" y="14691"/>
                    <a:pt x="972" y="14259"/>
                    <a:pt x="972" y="12962"/>
                  </a:cubicBezTo>
                  <a:cubicBezTo>
                    <a:pt x="936" y="11702"/>
                    <a:pt x="864" y="7129"/>
                    <a:pt x="648" y="6121"/>
                  </a:cubicBezTo>
                  <a:cubicBezTo>
                    <a:pt x="468" y="5149"/>
                    <a:pt x="0" y="4033"/>
                    <a:pt x="216" y="3061"/>
                  </a:cubicBezTo>
                  <a:cubicBezTo>
                    <a:pt x="504" y="2088"/>
                    <a:pt x="864" y="1116"/>
                    <a:pt x="1368" y="216"/>
                  </a:cubicBezTo>
                  <a:cubicBezTo>
                    <a:pt x="1440" y="144"/>
                    <a:pt x="1548" y="72"/>
                    <a:pt x="1656" y="0"/>
                  </a:cubicBezTo>
                  <a:lnTo>
                    <a:pt x="1512" y="864"/>
                  </a:lnTo>
                  <a:cubicBezTo>
                    <a:pt x="1476" y="1080"/>
                    <a:pt x="1440" y="1260"/>
                    <a:pt x="1404" y="1476"/>
                  </a:cubicBezTo>
                  <a:cubicBezTo>
                    <a:pt x="1296" y="2917"/>
                    <a:pt x="1801" y="9326"/>
                    <a:pt x="1801" y="9866"/>
                  </a:cubicBezTo>
                  <a:cubicBezTo>
                    <a:pt x="1801" y="10406"/>
                    <a:pt x="2377" y="10766"/>
                    <a:pt x="3385" y="11018"/>
                  </a:cubicBezTo>
                  <a:cubicBezTo>
                    <a:pt x="4429" y="11306"/>
                    <a:pt x="6553" y="11558"/>
                    <a:pt x="7346" y="10802"/>
                  </a:cubicBezTo>
                  <a:cubicBezTo>
                    <a:pt x="7418" y="10694"/>
                    <a:pt x="7454" y="10550"/>
                    <a:pt x="7382" y="10406"/>
                  </a:cubicBezTo>
                  <a:cubicBezTo>
                    <a:pt x="7346" y="10118"/>
                    <a:pt x="6985" y="8606"/>
                    <a:pt x="698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07"/>
            <p:cNvSpPr/>
            <p:nvPr/>
          </p:nvSpPr>
          <p:spPr>
            <a:xfrm>
              <a:off x="4853740" y="2103592"/>
              <a:ext cx="556165" cy="1761469"/>
            </a:xfrm>
            <a:custGeom>
              <a:rect b="b" l="l" r="r" t="t"/>
              <a:pathLst>
                <a:path extrusionOk="0" h="106401" w="33595">
                  <a:moveTo>
                    <a:pt x="17536" y="15412"/>
                  </a:moveTo>
                  <a:cubicBezTo>
                    <a:pt x="14115" y="38600"/>
                    <a:pt x="3601" y="85697"/>
                    <a:pt x="108" y="102116"/>
                  </a:cubicBezTo>
                  <a:cubicBezTo>
                    <a:pt x="0" y="102620"/>
                    <a:pt x="180" y="103160"/>
                    <a:pt x="576" y="103520"/>
                  </a:cubicBezTo>
                  <a:cubicBezTo>
                    <a:pt x="1225" y="104060"/>
                    <a:pt x="4897" y="106041"/>
                    <a:pt x="7238" y="106113"/>
                  </a:cubicBezTo>
                  <a:cubicBezTo>
                    <a:pt x="7238" y="106113"/>
                    <a:pt x="8498" y="106401"/>
                    <a:pt x="9038" y="105536"/>
                  </a:cubicBezTo>
                  <a:cubicBezTo>
                    <a:pt x="10802" y="102728"/>
                    <a:pt x="26105" y="43101"/>
                    <a:pt x="31758" y="29490"/>
                  </a:cubicBezTo>
                  <a:cubicBezTo>
                    <a:pt x="31758" y="29490"/>
                    <a:pt x="33595" y="10371"/>
                    <a:pt x="30174" y="5186"/>
                  </a:cubicBezTo>
                  <a:cubicBezTo>
                    <a:pt x="26717" y="1"/>
                    <a:pt x="18112" y="7238"/>
                    <a:pt x="18112" y="723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07"/>
            <p:cNvSpPr/>
            <p:nvPr/>
          </p:nvSpPr>
          <p:spPr>
            <a:xfrm>
              <a:off x="5247749" y="2157843"/>
              <a:ext cx="456620" cy="1730461"/>
            </a:xfrm>
            <a:custGeom>
              <a:rect b="b" l="l" r="r" t="t"/>
              <a:pathLst>
                <a:path extrusionOk="0" h="104528" w="27582">
                  <a:moveTo>
                    <a:pt x="1" y="3745"/>
                  </a:moveTo>
                  <a:cubicBezTo>
                    <a:pt x="1" y="3745"/>
                    <a:pt x="4934" y="4897"/>
                    <a:pt x="5582" y="13359"/>
                  </a:cubicBezTo>
                  <a:cubicBezTo>
                    <a:pt x="8498" y="50086"/>
                    <a:pt x="12027" y="64524"/>
                    <a:pt x="12423" y="103196"/>
                  </a:cubicBezTo>
                  <a:cubicBezTo>
                    <a:pt x="13575" y="104528"/>
                    <a:pt x="18112" y="104384"/>
                    <a:pt x="19408" y="103196"/>
                  </a:cubicBezTo>
                  <a:cubicBezTo>
                    <a:pt x="21029" y="85516"/>
                    <a:pt x="27582" y="25961"/>
                    <a:pt x="24197" y="11991"/>
                  </a:cubicBezTo>
                  <a:cubicBezTo>
                    <a:pt x="21929" y="2665"/>
                    <a:pt x="18832" y="0"/>
                    <a:pt x="1" y="37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07"/>
            <p:cNvSpPr/>
            <p:nvPr/>
          </p:nvSpPr>
          <p:spPr>
            <a:xfrm>
              <a:off x="4959245" y="3935386"/>
              <a:ext cx="60823" cy="211623"/>
            </a:xfrm>
            <a:custGeom>
              <a:rect b="b" l="l" r="r" t="t"/>
              <a:pathLst>
                <a:path extrusionOk="0" h="12783" w="3674">
                  <a:moveTo>
                    <a:pt x="2953" y="0"/>
                  </a:moveTo>
                  <a:cubicBezTo>
                    <a:pt x="2953" y="0"/>
                    <a:pt x="3673" y="216"/>
                    <a:pt x="3457" y="1657"/>
                  </a:cubicBezTo>
                  <a:cubicBezTo>
                    <a:pt x="3241" y="3061"/>
                    <a:pt x="2089" y="3997"/>
                    <a:pt x="2089" y="6806"/>
                  </a:cubicBezTo>
                  <a:lnTo>
                    <a:pt x="2089" y="12171"/>
                  </a:lnTo>
                  <a:cubicBezTo>
                    <a:pt x="2089" y="12171"/>
                    <a:pt x="2125" y="12783"/>
                    <a:pt x="1729" y="12783"/>
                  </a:cubicBezTo>
                  <a:lnTo>
                    <a:pt x="1441" y="12783"/>
                  </a:lnTo>
                  <a:cubicBezTo>
                    <a:pt x="1297" y="12783"/>
                    <a:pt x="1153" y="12639"/>
                    <a:pt x="1153" y="12171"/>
                  </a:cubicBezTo>
                  <a:lnTo>
                    <a:pt x="1153" y="6194"/>
                  </a:lnTo>
                  <a:cubicBezTo>
                    <a:pt x="1153" y="5293"/>
                    <a:pt x="757" y="3565"/>
                    <a:pt x="397" y="3241"/>
                  </a:cubicBezTo>
                  <a:cubicBezTo>
                    <a:pt x="0" y="2917"/>
                    <a:pt x="2953"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07"/>
            <p:cNvSpPr/>
            <p:nvPr/>
          </p:nvSpPr>
          <p:spPr>
            <a:xfrm>
              <a:off x="4741679" y="3888287"/>
              <a:ext cx="279581" cy="258722"/>
            </a:xfrm>
            <a:custGeom>
              <a:rect b="b" l="l" r="r" t="t"/>
              <a:pathLst>
                <a:path extrusionOk="0" h="15628" w="16888">
                  <a:moveTo>
                    <a:pt x="13791" y="1"/>
                  </a:moveTo>
                  <a:cubicBezTo>
                    <a:pt x="15051" y="685"/>
                    <a:pt x="16095" y="1729"/>
                    <a:pt x="16815" y="2989"/>
                  </a:cubicBezTo>
                  <a:cubicBezTo>
                    <a:pt x="16887" y="3278"/>
                    <a:pt x="16779" y="3566"/>
                    <a:pt x="16527" y="3710"/>
                  </a:cubicBezTo>
                  <a:cubicBezTo>
                    <a:pt x="16131" y="3998"/>
                    <a:pt x="13395" y="6302"/>
                    <a:pt x="12854" y="7814"/>
                  </a:cubicBezTo>
                  <a:cubicBezTo>
                    <a:pt x="12314" y="9291"/>
                    <a:pt x="11450" y="12243"/>
                    <a:pt x="11054" y="13395"/>
                  </a:cubicBezTo>
                  <a:cubicBezTo>
                    <a:pt x="10694" y="14548"/>
                    <a:pt x="9902" y="15628"/>
                    <a:pt x="8570" y="15628"/>
                  </a:cubicBezTo>
                  <a:lnTo>
                    <a:pt x="1368" y="15628"/>
                  </a:lnTo>
                  <a:cubicBezTo>
                    <a:pt x="0" y="15628"/>
                    <a:pt x="468" y="14476"/>
                    <a:pt x="1440" y="13863"/>
                  </a:cubicBezTo>
                  <a:cubicBezTo>
                    <a:pt x="2412" y="13287"/>
                    <a:pt x="4573" y="11811"/>
                    <a:pt x="4861" y="11703"/>
                  </a:cubicBezTo>
                  <a:cubicBezTo>
                    <a:pt x="5185" y="11595"/>
                    <a:pt x="5293" y="11703"/>
                    <a:pt x="5293" y="11703"/>
                  </a:cubicBezTo>
                  <a:cubicBezTo>
                    <a:pt x="5293" y="11703"/>
                    <a:pt x="4969" y="11847"/>
                    <a:pt x="5077" y="12099"/>
                  </a:cubicBezTo>
                  <a:cubicBezTo>
                    <a:pt x="5185" y="12315"/>
                    <a:pt x="5905" y="12207"/>
                    <a:pt x="6625" y="12207"/>
                  </a:cubicBezTo>
                  <a:cubicBezTo>
                    <a:pt x="7633" y="12171"/>
                    <a:pt x="8570" y="11595"/>
                    <a:pt x="9002" y="10695"/>
                  </a:cubicBezTo>
                  <a:cubicBezTo>
                    <a:pt x="9542" y="9543"/>
                    <a:pt x="11666" y="3566"/>
                    <a:pt x="11882" y="3025"/>
                  </a:cubicBezTo>
                  <a:cubicBezTo>
                    <a:pt x="12062" y="2521"/>
                    <a:pt x="13431" y="1297"/>
                    <a:pt x="13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07"/>
            <p:cNvSpPr/>
            <p:nvPr/>
          </p:nvSpPr>
          <p:spPr>
            <a:xfrm>
              <a:off x="5315111" y="2228781"/>
              <a:ext cx="22664" cy="21472"/>
            </a:xfrm>
            <a:custGeom>
              <a:rect b="b" l="l" r="r" t="t"/>
              <a:pathLst>
                <a:path extrusionOk="0" h="1297" w="1369">
                  <a:moveTo>
                    <a:pt x="757" y="1296"/>
                  </a:moveTo>
                  <a:cubicBezTo>
                    <a:pt x="397" y="1296"/>
                    <a:pt x="73" y="1008"/>
                    <a:pt x="37" y="648"/>
                  </a:cubicBezTo>
                  <a:cubicBezTo>
                    <a:pt x="1" y="324"/>
                    <a:pt x="253" y="0"/>
                    <a:pt x="613" y="36"/>
                  </a:cubicBezTo>
                  <a:cubicBezTo>
                    <a:pt x="973" y="36"/>
                    <a:pt x="1261" y="288"/>
                    <a:pt x="1297" y="648"/>
                  </a:cubicBezTo>
                  <a:cubicBezTo>
                    <a:pt x="1369" y="1008"/>
                    <a:pt x="1081" y="1296"/>
                    <a:pt x="757"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107"/>
            <p:cNvGrpSpPr/>
            <p:nvPr/>
          </p:nvGrpSpPr>
          <p:grpSpPr>
            <a:xfrm rot="140772">
              <a:off x="5320756" y="2310946"/>
              <a:ext cx="90096" cy="271875"/>
              <a:chOff x="490700" y="2360275"/>
              <a:chExt cx="38300" cy="115575"/>
            </a:xfrm>
          </p:grpSpPr>
          <p:sp>
            <p:nvSpPr>
              <p:cNvPr id="8359" name="Google Shape;8359;p107"/>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07"/>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107"/>
            <p:cNvGrpSpPr/>
            <p:nvPr/>
          </p:nvGrpSpPr>
          <p:grpSpPr>
            <a:xfrm>
              <a:off x="4947921" y="1190407"/>
              <a:ext cx="962706" cy="1381742"/>
              <a:chOff x="4947921" y="1190407"/>
              <a:chExt cx="962706" cy="1381742"/>
            </a:xfrm>
          </p:grpSpPr>
          <p:sp>
            <p:nvSpPr>
              <p:cNvPr id="8362" name="Google Shape;8362;p107"/>
              <p:cNvSpPr/>
              <p:nvPr/>
            </p:nvSpPr>
            <p:spPr>
              <a:xfrm>
                <a:off x="5062375" y="1655325"/>
                <a:ext cx="180270" cy="268257"/>
              </a:xfrm>
              <a:custGeom>
                <a:rect b="b" l="l" r="r" t="t"/>
                <a:pathLst>
                  <a:path extrusionOk="0" h="16204" w="10587">
                    <a:moveTo>
                      <a:pt x="10587" y="1"/>
                    </a:moveTo>
                    <a:cubicBezTo>
                      <a:pt x="10587" y="1"/>
                      <a:pt x="7130" y="1225"/>
                      <a:pt x="5762" y="2737"/>
                    </a:cubicBezTo>
                    <a:cubicBezTo>
                      <a:pt x="4430" y="4250"/>
                      <a:pt x="1" y="14331"/>
                      <a:pt x="1" y="14331"/>
                    </a:cubicBezTo>
                    <a:lnTo>
                      <a:pt x="9795" y="1620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07"/>
              <p:cNvSpPr/>
              <p:nvPr/>
            </p:nvSpPr>
            <p:spPr>
              <a:xfrm>
                <a:off x="5229949" y="1277592"/>
                <a:ext cx="421875" cy="489618"/>
              </a:xfrm>
              <a:custGeom>
                <a:rect b="b" l="l" r="r" t="t"/>
                <a:pathLst>
                  <a:path extrusionOk="0" h="35180" w="30318">
                    <a:moveTo>
                      <a:pt x="22504" y="13107"/>
                    </a:moveTo>
                    <a:cubicBezTo>
                      <a:pt x="22504" y="13107"/>
                      <a:pt x="30318" y="21461"/>
                      <a:pt x="23405" y="28302"/>
                    </a:cubicBezTo>
                    <a:cubicBezTo>
                      <a:pt x="16491" y="35179"/>
                      <a:pt x="0" y="27798"/>
                      <a:pt x="6949" y="13899"/>
                    </a:cubicBezTo>
                    <a:cubicBezTo>
                      <a:pt x="13935" y="1"/>
                      <a:pt x="22504" y="13107"/>
                      <a:pt x="22504" y="131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07"/>
              <p:cNvSpPr/>
              <p:nvPr/>
            </p:nvSpPr>
            <p:spPr>
              <a:xfrm>
                <a:off x="5279045" y="1190407"/>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07"/>
              <p:cNvSpPr/>
              <p:nvPr/>
            </p:nvSpPr>
            <p:spPr>
              <a:xfrm>
                <a:off x="5160640" y="1629700"/>
                <a:ext cx="491203" cy="691486"/>
              </a:xfrm>
              <a:custGeom>
                <a:rect b="b" l="l" r="r" t="t"/>
                <a:pathLst>
                  <a:path extrusionOk="0" h="41769" w="29671">
                    <a:moveTo>
                      <a:pt x="5618" y="1729"/>
                    </a:moveTo>
                    <a:cubicBezTo>
                      <a:pt x="5618" y="1729"/>
                      <a:pt x="3385" y="7418"/>
                      <a:pt x="2953" y="8282"/>
                    </a:cubicBezTo>
                    <a:cubicBezTo>
                      <a:pt x="2521" y="9146"/>
                      <a:pt x="721" y="12927"/>
                      <a:pt x="361" y="14835"/>
                    </a:cubicBezTo>
                    <a:cubicBezTo>
                      <a:pt x="1" y="16744"/>
                      <a:pt x="721" y="19444"/>
                      <a:pt x="1477" y="20884"/>
                    </a:cubicBezTo>
                    <a:lnTo>
                      <a:pt x="1477" y="39788"/>
                    </a:lnTo>
                    <a:cubicBezTo>
                      <a:pt x="8678" y="41768"/>
                      <a:pt x="17644" y="41084"/>
                      <a:pt x="24881" y="39788"/>
                    </a:cubicBezTo>
                    <a:lnTo>
                      <a:pt x="23693" y="31902"/>
                    </a:lnTo>
                    <a:lnTo>
                      <a:pt x="29670" y="2953"/>
                    </a:lnTo>
                    <a:lnTo>
                      <a:pt x="20885" y="108"/>
                    </a:lnTo>
                    <a:lnTo>
                      <a:pt x="15015" y="1621"/>
                    </a:lnTo>
                    <a:lnTo>
                      <a:pt x="126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07"/>
              <p:cNvSpPr/>
              <p:nvPr/>
            </p:nvSpPr>
            <p:spPr>
              <a:xfrm>
                <a:off x="5367750" y="1526651"/>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07"/>
              <p:cNvSpPr/>
              <p:nvPr/>
            </p:nvSpPr>
            <p:spPr>
              <a:xfrm>
                <a:off x="5259006" y="1408377"/>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07"/>
              <p:cNvSpPr/>
              <p:nvPr/>
            </p:nvSpPr>
            <p:spPr>
              <a:xfrm>
                <a:off x="5477470" y="1407876"/>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07"/>
              <p:cNvSpPr/>
              <p:nvPr/>
            </p:nvSpPr>
            <p:spPr>
              <a:xfrm>
                <a:off x="5295089" y="1232503"/>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07"/>
              <p:cNvSpPr/>
              <p:nvPr/>
            </p:nvSpPr>
            <p:spPr>
              <a:xfrm>
                <a:off x="5367574" y="1630897"/>
                <a:ext cx="355883" cy="941251"/>
              </a:xfrm>
              <a:custGeom>
                <a:rect b="b" l="l" r="r" t="t"/>
                <a:pathLst>
                  <a:path extrusionOk="0" h="56856" w="21497">
                    <a:moveTo>
                      <a:pt x="16203" y="2701"/>
                    </a:moveTo>
                    <a:cubicBezTo>
                      <a:pt x="16203" y="2701"/>
                      <a:pt x="10154" y="0"/>
                      <a:pt x="9938" y="36"/>
                    </a:cubicBezTo>
                    <a:cubicBezTo>
                      <a:pt x="9650" y="108"/>
                      <a:pt x="9398" y="253"/>
                      <a:pt x="9182" y="433"/>
                    </a:cubicBezTo>
                    <a:lnTo>
                      <a:pt x="1296" y="15699"/>
                    </a:lnTo>
                    <a:cubicBezTo>
                      <a:pt x="360" y="17176"/>
                      <a:pt x="0" y="18976"/>
                      <a:pt x="288" y="20704"/>
                    </a:cubicBezTo>
                    <a:cubicBezTo>
                      <a:pt x="756" y="23693"/>
                      <a:pt x="1945" y="29238"/>
                      <a:pt x="1945" y="29238"/>
                    </a:cubicBezTo>
                    <a:cubicBezTo>
                      <a:pt x="2737" y="35503"/>
                      <a:pt x="3745" y="45297"/>
                      <a:pt x="5041" y="52354"/>
                    </a:cubicBezTo>
                    <a:cubicBezTo>
                      <a:pt x="5041" y="52354"/>
                      <a:pt x="5113" y="53110"/>
                      <a:pt x="6265" y="53434"/>
                    </a:cubicBezTo>
                    <a:cubicBezTo>
                      <a:pt x="7382" y="53758"/>
                      <a:pt x="20776" y="56603"/>
                      <a:pt x="20776" y="56603"/>
                    </a:cubicBezTo>
                    <a:cubicBezTo>
                      <a:pt x="20776" y="56603"/>
                      <a:pt x="21496" y="56855"/>
                      <a:pt x="21280" y="55631"/>
                    </a:cubicBezTo>
                    <a:cubicBezTo>
                      <a:pt x="21136" y="54803"/>
                      <a:pt x="16851" y="42236"/>
                      <a:pt x="14259" y="33523"/>
                    </a:cubicBezTo>
                    <a:cubicBezTo>
                      <a:pt x="13791" y="32046"/>
                      <a:pt x="13431" y="30714"/>
                      <a:pt x="13107" y="29526"/>
                    </a:cubicBezTo>
                    <a:cubicBezTo>
                      <a:pt x="12711" y="28014"/>
                      <a:pt x="12711" y="26429"/>
                      <a:pt x="13107" y="24917"/>
                    </a:cubicBezTo>
                    <a:lnTo>
                      <a:pt x="16203" y="1591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07"/>
              <p:cNvSpPr/>
              <p:nvPr/>
            </p:nvSpPr>
            <p:spPr>
              <a:xfrm>
                <a:off x="5083225" y="1629700"/>
                <a:ext cx="249454" cy="904880"/>
              </a:xfrm>
              <a:custGeom>
                <a:rect b="b" l="l" r="r" t="t"/>
                <a:pathLst>
                  <a:path extrusionOk="0" h="54659" w="14800">
                    <a:moveTo>
                      <a:pt x="14800" y="216"/>
                    </a:moveTo>
                    <a:cubicBezTo>
                      <a:pt x="14800" y="216"/>
                      <a:pt x="8859" y="13719"/>
                      <a:pt x="8463" y="14907"/>
                    </a:cubicBezTo>
                    <a:cubicBezTo>
                      <a:pt x="8066" y="16095"/>
                      <a:pt x="8607" y="17896"/>
                      <a:pt x="9075" y="20560"/>
                    </a:cubicBezTo>
                    <a:cubicBezTo>
                      <a:pt x="9147" y="20992"/>
                      <a:pt x="9219" y="21460"/>
                      <a:pt x="9183" y="21893"/>
                    </a:cubicBezTo>
                    <a:cubicBezTo>
                      <a:pt x="9183" y="22865"/>
                      <a:pt x="9075" y="28086"/>
                      <a:pt x="9075" y="28086"/>
                    </a:cubicBezTo>
                    <a:lnTo>
                      <a:pt x="10803" y="51526"/>
                    </a:lnTo>
                    <a:cubicBezTo>
                      <a:pt x="10695" y="52066"/>
                      <a:pt x="10335" y="52534"/>
                      <a:pt x="9795" y="52786"/>
                    </a:cubicBezTo>
                    <a:cubicBezTo>
                      <a:pt x="8931" y="53110"/>
                      <a:pt x="541" y="54515"/>
                      <a:pt x="541" y="54515"/>
                    </a:cubicBezTo>
                    <a:cubicBezTo>
                      <a:pt x="541" y="54515"/>
                      <a:pt x="1" y="54659"/>
                      <a:pt x="1" y="53975"/>
                    </a:cubicBezTo>
                    <a:cubicBezTo>
                      <a:pt x="1" y="53290"/>
                      <a:pt x="4394" y="30138"/>
                      <a:pt x="4394" y="30138"/>
                    </a:cubicBezTo>
                    <a:lnTo>
                      <a:pt x="4862" y="21496"/>
                    </a:lnTo>
                    <a:cubicBezTo>
                      <a:pt x="4862" y="21496"/>
                      <a:pt x="3674" y="17032"/>
                      <a:pt x="3206" y="15339"/>
                    </a:cubicBezTo>
                    <a:cubicBezTo>
                      <a:pt x="2737" y="13647"/>
                      <a:pt x="3602" y="11595"/>
                      <a:pt x="5006" y="9254"/>
                    </a:cubicBezTo>
                    <a:cubicBezTo>
                      <a:pt x="6410" y="6914"/>
                      <a:pt x="9327" y="1549"/>
                      <a:pt x="9327" y="1549"/>
                    </a:cubicBezTo>
                    <a:lnTo>
                      <a:pt x="14368" y="36"/>
                    </a:lnTo>
                    <a:cubicBezTo>
                      <a:pt x="14548" y="0"/>
                      <a:pt x="14692" y="72"/>
                      <a:pt x="14800" y="2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07"/>
              <p:cNvSpPr/>
              <p:nvPr/>
            </p:nvSpPr>
            <p:spPr>
              <a:xfrm>
                <a:off x="5572624" y="1675596"/>
                <a:ext cx="338003" cy="627716"/>
              </a:xfrm>
              <a:custGeom>
                <a:rect b="b" l="l" r="r" t="t"/>
                <a:pathLst>
                  <a:path extrusionOk="0" h="37917" w="20417">
                    <a:moveTo>
                      <a:pt x="3817" y="1"/>
                    </a:moveTo>
                    <a:cubicBezTo>
                      <a:pt x="4717" y="397"/>
                      <a:pt x="5582" y="865"/>
                      <a:pt x="6410" y="1405"/>
                    </a:cubicBezTo>
                    <a:cubicBezTo>
                      <a:pt x="7058" y="1909"/>
                      <a:pt x="15303" y="13035"/>
                      <a:pt x="18004" y="17644"/>
                    </a:cubicBezTo>
                    <a:cubicBezTo>
                      <a:pt x="20416" y="21749"/>
                      <a:pt x="18256" y="24342"/>
                      <a:pt x="15087" y="28302"/>
                    </a:cubicBezTo>
                    <a:cubicBezTo>
                      <a:pt x="12711" y="31291"/>
                      <a:pt x="7346" y="37592"/>
                      <a:pt x="7346" y="37592"/>
                    </a:cubicBezTo>
                    <a:cubicBezTo>
                      <a:pt x="7166" y="37808"/>
                      <a:pt x="6878" y="37916"/>
                      <a:pt x="6590" y="37808"/>
                    </a:cubicBezTo>
                    <a:cubicBezTo>
                      <a:pt x="6158" y="37592"/>
                      <a:pt x="3061" y="31111"/>
                      <a:pt x="3061" y="31111"/>
                    </a:cubicBezTo>
                    <a:cubicBezTo>
                      <a:pt x="3061" y="31111"/>
                      <a:pt x="2773" y="30751"/>
                      <a:pt x="3277" y="30067"/>
                    </a:cubicBezTo>
                    <a:cubicBezTo>
                      <a:pt x="3817" y="29382"/>
                      <a:pt x="9038" y="21425"/>
                      <a:pt x="9038" y="21425"/>
                    </a:cubicBezTo>
                    <a:lnTo>
                      <a:pt x="3133" y="12387"/>
                    </a:lnTo>
                    <a:cubicBezTo>
                      <a:pt x="3133" y="12387"/>
                      <a:pt x="0" y="6302"/>
                      <a:pt x="3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07"/>
              <p:cNvSpPr/>
              <p:nvPr/>
            </p:nvSpPr>
            <p:spPr>
              <a:xfrm>
                <a:off x="5482480" y="1267572"/>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07"/>
              <p:cNvSpPr/>
              <p:nvPr/>
            </p:nvSpPr>
            <p:spPr>
              <a:xfrm>
                <a:off x="5261010" y="1267572"/>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07"/>
              <p:cNvSpPr/>
              <p:nvPr/>
            </p:nvSpPr>
            <p:spPr>
              <a:xfrm>
                <a:off x="5305617" y="1198918"/>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07"/>
              <p:cNvSpPr/>
              <p:nvPr/>
            </p:nvSpPr>
            <p:spPr>
              <a:xfrm>
                <a:off x="4947921" y="1848463"/>
                <a:ext cx="552589" cy="346347"/>
              </a:xfrm>
              <a:custGeom>
                <a:rect b="b" l="l" r="r" t="t"/>
                <a:pathLst>
                  <a:path extrusionOk="0" h="20921" w="33379">
                    <a:moveTo>
                      <a:pt x="1081" y="1657"/>
                    </a:moveTo>
                    <a:cubicBezTo>
                      <a:pt x="1081" y="1657"/>
                      <a:pt x="9974" y="15376"/>
                      <a:pt x="10442" y="16384"/>
                    </a:cubicBezTo>
                    <a:cubicBezTo>
                      <a:pt x="10766" y="17032"/>
                      <a:pt x="11234" y="17536"/>
                      <a:pt x="11847" y="17896"/>
                    </a:cubicBezTo>
                    <a:cubicBezTo>
                      <a:pt x="11847" y="17896"/>
                      <a:pt x="28986" y="20669"/>
                      <a:pt x="31182" y="20777"/>
                    </a:cubicBezTo>
                    <a:cubicBezTo>
                      <a:pt x="33379" y="20921"/>
                      <a:pt x="32551" y="19409"/>
                      <a:pt x="32551" y="19409"/>
                    </a:cubicBezTo>
                    <a:cubicBezTo>
                      <a:pt x="32551" y="19409"/>
                      <a:pt x="23873" y="4466"/>
                      <a:pt x="23117" y="3097"/>
                    </a:cubicBezTo>
                    <a:cubicBezTo>
                      <a:pt x="22325" y="1729"/>
                      <a:pt x="20488" y="1801"/>
                      <a:pt x="20488" y="1801"/>
                    </a:cubicBezTo>
                    <a:lnTo>
                      <a:pt x="1873" y="1"/>
                    </a:lnTo>
                    <a:cubicBezTo>
                      <a:pt x="1873" y="1"/>
                      <a:pt x="0" y="1"/>
                      <a:pt x="1081" y="16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07"/>
              <p:cNvSpPr/>
              <p:nvPr/>
            </p:nvSpPr>
            <p:spPr>
              <a:xfrm>
                <a:off x="4961033" y="1865167"/>
                <a:ext cx="516831" cy="327855"/>
              </a:xfrm>
              <a:custGeom>
                <a:rect b="b" l="l" r="r" t="t"/>
                <a:pathLst>
                  <a:path extrusionOk="0" h="19804" w="31219">
                    <a:moveTo>
                      <a:pt x="289" y="648"/>
                    </a:moveTo>
                    <a:cubicBezTo>
                      <a:pt x="289" y="648"/>
                      <a:pt x="9182" y="14367"/>
                      <a:pt x="9650" y="15375"/>
                    </a:cubicBezTo>
                    <a:cubicBezTo>
                      <a:pt x="9974" y="16023"/>
                      <a:pt x="10442" y="16527"/>
                      <a:pt x="11055" y="16887"/>
                    </a:cubicBezTo>
                    <a:cubicBezTo>
                      <a:pt x="11055" y="16887"/>
                      <a:pt x="28194" y="19660"/>
                      <a:pt x="30390" y="19768"/>
                    </a:cubicBezTo>
                    <a:cubicBezTo>
                      <a:pt x="30678" y="19804"/>
                      <a:pt x="30966" y="19804"/>
                      <a:pt x="31218" y="19732"/>
                    </a:cubicBezTo>
                    <a:cubicBezTo>
                      <a:pt x="31182" y="19624"/>
                      <a:pt x="31146" y="19516"/>
                      <a:pt x="31110" y="19408"/>
                    </a:cubicBezTo>
                    <a:cubicBezTo>
                      <a:pt x="31110" y="19408"/>
                      <a:pt x="22433" y="4465"/>
                      <a:pt x="21677" y="3097"/>
                    </a:cubicBezTo>
                    <a:cubicBezTo>
                      <a:pt x="20920" y="1764"/>
                      <a:pt x="19084" y="1800"/>
                      <a:pt x="19084" y="1800"/>
                    </a:cubicBezTo>
                    <a:lnTo>
                      <a:pt x="433" y="0"/>
                    </a:lnTo>
                    <a:cubicBezTo>
                      <a:pt x="289" y="0"/>
                      <a:pt x="145" y="0"/>
                      <a:pt x="1" y="36"/>
                    </a:cubicBezTo>
                    <a:cubicBezTo>
                      <a:pt x="73" y="252"/>
                      <a:pt x="181" y="468"/>
                      <a:pt x="289" y="6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07"/>
              <p:cNvSpPr/>
              <p:nvPr/>
            </p:nvSpPr>
            <p:spPr>
              <a:xfrm>
                <a:off x="5489767" y="2095248"/>
                <a:ext cx="161560" cy="154408"/>
              </a:xfrm>
              <a:custGeom>
                <a:rect b="b" l="l" r="r" t="t"/>
                <a:pathLst>
                  <a:path extrusionOk="0" h="9327" w="9759">
                    <a:moveTo>
                      <a:pt x="6662" y="3385"/>
                    </a:moveTo>
                    <a:cubicBezTo>
                      <a:pt x="6050" y="2629"/>
                      <a:pt x="5510" y="1837"/>
                      <a:pt x="5005" y="1009"/>
                    </a:cubicBezTo>
                    <a:lnTo>
                      <a:pt x="2269" y="1"/>
                    </a:lnTo>
                    <a:cubicBezTo>
                      <a:pt x="1297" y="901"/>
                      <a:pt x="3169" y="1477"/>
                      <a:pt x="3709" y="1801"/>
                    </a:cubicBezTo>
                    <a:cubicBezTo>
                      <a:pt x="3997" y="1945"/>
                      <a:pt x="3637" y="2053"/>
                      <a:pt x="4285" y="3169"/>
                    </a:cubicBezTo>
                    <a:cubicBezTo>
                      <a:pt x="4285" y="3169"/>
                      <a:pt x="3241" y="2341"/>
                      <a:pt x="2125" y="2737"/>
                    </a:cubicBezTo>
                    <a:cubicBezTo>
                      <a:pt x="1045" y="3097"/>
                      <a:pt x="253" y="3421"/>
                      <a:pt x="253" y="3421"/>
                    </a:cubicBezTo>
                    <a:cubicBezTo>
                      <a:pt x="253" y="3961"/>
                      <a:pt x="1" y="4213"/>
                      <a:pt x="469" y="4358"/>
                    </a:cubicBezTo>
                    <a:cubicBezTo>
                      <a:pt x="901" y="4538"/>
                      <a:pt x="2341" y="3889"/>
                      <a:pt x="2629" y="4069"/>
                    </a:cubicBezTo>
                    <a:lnTo>
                      <a:pt x="4033" y="4898"/>
                    </a:lnTo>
                    <a:cubicBezTo>
                      <a:pt x="2773" y="4826"/>
                      <a:pt x="2809" y="4790"/>
                      <a:pt x="1837" y="5150"/>
                    </a:cubicBezTo>
                    <a:cubicBezTo>
                      <a:pt x="1369" y="5294"/>
                      <a:pt x="937" y="5474"/>
                      <a:pt x="505" y="5726"/>
                    </a:cubicBezTo>
                    <a:cubicBezTo>
                      <a:pt x="217" y="6122"/>
                      <a:pt x="649" y="6662"/>
                      <a:pt x="1189" y="6734"/>
                    </a:cubicBezTo>
                    <a:cubicBezTo>
                      <a:pt x="1765" y="6806"/>
                      <a:pt x="2809" y="6374"/>
                      <a:pt x="3313" y="6374"/>
                    </a:cubicBezTo>
                    <a:cubicBezTo>
                      <a:pt x="3709" y="6374"/>
                      <a:pt x="3997" y="6374"/>
                      <a:pt x="3493" y="6554"/>
                    </a:cubicBezTo>
                    <a:cubicBezTo>
                      <a:pt x="3169" y="6698"/>
                      <a:pt x="2017" y="7022"/>
                      <a:pt x="1729" y="7238"/>
                    </a:cubicBezTo>
                    <a:cubicBezTo>
                      <a:pt x="1333" y="7634"/>
                      <a:pt x="1837" y="8354"/>
                      <a:pt x="2413" y="8246"/>
                    </a:cubicBezTo>
                    <a:cubicBezTo>
                      <a:pt x="2989" y="8102"/>
                      <a:pt x="4537" y="7490"/>
                      <a:pt x="4969" y="7778"/>
                    </a:cubicBezTo>
                    <a:cubicBezTo>
                      <a:pt x="5366" y="8102"/>
                      <a:pt x="6482" y="9326"/>
                      <a:pt x="7634" y="8966"/>
                    </a:cubicBezTo>
                    <a:cubicBezTo>
                      <a:pt x="8930" y="8534"/>
                      <a:pt x="9506" y="8858"/>
                      <a:pt x="9578" y="8570"/>
                    </a:cubicBezTo>
                    <a:cubicBezTo>
                      <a:pt x="9758" y="7994"/>
                      <a:pt x="8750" y="6050"/>
                      <a:pt x="8246" y="5006"/>
                    </a:cubicBezTo>
                    <a:cubicBezTo>
                      <a:pt x="7994" y="4538"/>
                      <a:pt x="7598" y="4646"/>
                      <a:pt x="6662" y="3385"/>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07"/>
              <p:cNvSpPr/>
              <p:nvPr/>
            </p:nvSpPr>
            <p:spPr>
              <a:xfrm>
                <a:off x="5275777" y="1965904"/>
                <a:ext cx="170500" cy="170500"/>
              </a:xfrm>
              <a:custGeom>
                <a:rect b="b" l="l" r="r" t="t"/>
                <a:pathLst>
                  <a:path extrusionOk="0" h="10299" w="10299">
                    <a:moveTo>
                      <a:pt x="0" y="5653"/>
                    </a:moveTo>
                    <a:cubicBezTo>
                      <a:pt x="108" y="4537"/>
                      <a:pt x="1008" y="3781"/>
                      <a:pt x="1980" y="2197"/>
                    </a:cubicBezTo>
                    <a:cubicBezTo>
                      <a:pt x="2917" y="612"/>
                      <a:pt x="2629" y="468"/>
                      <a:pt x="2629" y="468"/>
                    </a:cubicBezTo>
                    <a:cubicBezTo>
                      <a:pt x="2629" y="468"/>
                      <a:pt x="3889" y="0"/>
                      <a:pt x="3925" y="1693"/>
                    </a:cubicBezTo>
                    <a:cubicBezTo>
                      <a:pt x="3961" y="3385"/>
                      <a:pt x="4177" y="3493"/>
                      <a:pt x="4177" y="3493"/>
                    </a:cubicBezTo>
                    <a:lnTo>
                      <a:pt x="7021" y="2413"/>
                    </a:lnTo>
                    <a:lnTo>
                      <a:pt x="6445" y="1368"/>
                    </a:lnTo>
                    <a:cubicBezTo>
                      <a:pt x="6445" y="1368"/>
                      <a:pt x="8498" y="1116"/>
                      <a:pt x="8858" y="2269"/>
                    </a:cubicBezTo>
                    <a:cubicBezTo>
                      <a:pt x="9218" y="3385"/>
                      <a:pt x="8966" y="3601"/>
                      <a:pt x="8966" y="3601"/>
                    </a:cubicBezTo>
                    <a:cubicBezTo>
                      <a:pt x="9326" y="3817"/>
                      <a:pt x="9542" y="4213"/>
                      <a:pt x="9578" y="4609"/>
                    </a:cubicBezTo>
                    <a:cubicBezTo>
                      <a:pt x="9650" y="5041"/>
                      <a:pt x="9578" y="5473"/>
                      <a:pt x="9434" y="5905"/>
                    </a:cubicBezTo>
                    <a:cubicBezTo>
                      <a:pt x="9830" y="6229"/>
                      <a:pt x="10082" y="6733"/>
                      <a:pt x="10118" y="7238"/>
                    </a:cubicBezTo>
                    <a:cubicBezTo>
                      <a:pt x="10298" y="8210"/>
                      <a:pt x="7886" y="9542"/>
                      <a:pt x="5761" y="10010"/>
                    </a:cubicBezTo>
                    <a:cubicBezTo>
                      <a:pt x="4393" y="10298"/>
                      <a:pt x="2953" y="10298"/>
                      <a:pt x="1584" y="10010"/>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07"/>
              <p:cNvSpPr/>
              <p:nvPr/>
            </p:nvSpPr>
            <p:spPr>
              <a:xfrm>
                <a:off x="5004556" y="1983187"/>
                <a:ext cx="309976" cy="296268"/>
              </a:xfrm>
              <a:custGeom>
                <a:rect b="b" l="l" r="r" t="t"/>
                <a:pathLst>
                  <a:path extrusionOk="0" h="17896" w="18724">
                    <a:moveTo>
                      <a:pt x="16599" y="4069"/>
                    </a:moveTo>
                    <a:cubicBezTo>
                      <a:pt x="16599" y="4069"/>
                      <a:pt x="18147" y="8030"/>
                      <a:pt x="18724" y="8822"/>
                    </a:cubicBezTo>
                    <a:cubicBezTo>
                      <a:pt x="18724" y="9002"/>
                      <a:pt x="18688" y="9146"/>
                      <a:pt x="18652" y="9326"/>
                    </a:cubicBezTo>
                    <a:cubicBezTo>
                      <a:pt x="18363" y="9938"/>
                      <a:pt x="0" y="17896"/>
                      <a:pt x="540" y="8678"/>
                    </a:cubicBezTo>
                    <a:cubicBezTo>
                      <a:pt x="828" y="5762"/>
                      <a:pt x="1260" y="2881"/>
                      <a:pt x="1836" y="0"/>
                    </a:cubicBezTo>
                    <a:lnTo>
                      <a:pt x="5329" y="5473"/>
                    </a:lnTo>
                    <a:lnTo>
                      <a:pt x="15519" y="4069"/>
                    </a:lnTo>
                    <a:cubicBezTo>
                      <a:pt x="15519" y="4069"/>
                      <a:pt x="16419" y="3889"/>
                      <a:pt x="16599" y="40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1" name="Google Shape;8381;p107"/>
              <p:cNvGrpSpPr/>
              <p:nvPr/>
            </p:nvGrpSpPr>
            <p:grpSpPr>
              <a:xfrm>
                <a:off x="5321786" y="1406664"/>
                <a:ext cx="182684" cy="113939"/>
                <a:chOff x="6478625" y="1323824"/>
                <a:chExt cx="217325" cy="135545"/>
              </a:xfrm>
            </p:grpSpPr>
            <p:sp>
              <p:nvSpPr>
                <p:cNvPr id="8382" name="Google Shape;8382;p107"/>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07"/>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07"/>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07"/>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07"/>
                <p:cNvSpPr/>
                <p:nvPr/>
              </p:nvSpPr>
              <p:spPr>
                <a:xfrm>
                  <a:off x="6549186" y="1428023"/>
                  <a:ext cx="75509" cy="31346"/>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07"/>
                <p:cNvSpPr/>
                <p:nvPr/>
              </p:nvSpPr>
              <p:spPr>
                <a:xfrm>
                  <a:off x="6571578" y="1339570"/>
                  <a:ext cx="35124" cy="51125"/>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8" name="Google Shape;8388;p107"/>
              <p:cNvSpPr/>
              <p:nvPr/>
            </p:nvSpPr>
            <p:spPr>
              <a:xfrm rot="785631">
                <a:off x="5335314" y="1372834"/>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07"/>
              <p:cNvSpPr/>
              <p:nvPr/>
            </p:nvSpPr>
            <p:spPr>
              <a:xfrm flipH="1" rot="-722579">
                <a:off x="5442645" y="1372295"/>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0" name="Google Shape;8390;p107"/>
              <p:cNvGrpSpPr/>
              <p:nvPr/>
            </p:nvGrpSpPr>
            <p:grpSpPr>
              <a:xfrm flipH="1">
                <a:off x="5548792" y="1802903"/>
                <a:ext cx="122777" cy="143008"/>
                <a:chOff x="341450" y="2082850"/>
                <a:chExt cx="72675" cy="84625"/>
              </a:xfrm>
            </p:grpSpPr>
            <p:sp>
              <p:nvSpPr>
                <p:cNvPr id="8391" name="Google Shape;8391;p107"/>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07"/>
                <p:cNvSpPr/>
                <p:nvPr/>
              </p:nvSpPr>
              <p:spPr>
                <a:xfrm>
                  <a:off x="390975" y="2093150"/>
                  <a:ext cx="23150" cy="6975"/>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107"/>
              <p:cNvGrpSpPr/>
              <p:nvPr/>
            </p:nvGrpSpPr>
            <p:grpSpPr>
              <a:xfrm flipH="1">
                <a:off x="5718290" y="2016211"/>
                <a:ext cx="48206" cy="20876"/>
                <a:chOff x="284000" y="2200125"/>
                <a:chExt cx="36675" cy="15875"/>
              </a:xfrm>
            </p:grpSpPr>
            <p:sp>
              <p:nvSpPr>
                <p:cNvPr id="8394" name="Google Shape;8394;p107"/>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07"/>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96" name="Google Shape;8396;p107"/>
          <p:cNvGrpSpPr/>
          <p:nvPr/>
        </p:nvGrpSpPr>
        <p:grpSpPr>
          <a:xfrm>
            <a:off x="868483" y="3073972"/>
            <a:ext cx="1694780" cy="1702546"/>
            <a:chOff x="2324025" y="922550"/>
            <a:chExt cx="2073125" cy="2082625"/>
          </a:xfrm>
        </p:grpSpPr>
        <p:sp>
          <p:nvSpPr>
            <p:cNvPr id="8397" name="Google Shape;8397;p107"/>
            <p:cNvSpPr/>
            <p:nvPr/>
          </p:nvSpPr>
          <p:spPr>
            <a:xfrm>
              <a:off x="2960850" y="2738900"/>
              <a:ext cx="953525" cy="266275"/>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07"/>
            <p:cNvSpPr/>
            <p:nvPr/>
          </p:nvSpPr>
          <p:spPr>
            <a:xfrm>
              <a:off x="2972925" y="2191525"/>
              <a:ext cx="913775" cy="717000"/>
            </a:xfrm>
            <a:custGeom>
              <a:rect b="b" l="l" r="r" t="t"/>
              <a:pathLst>
                <a:path extrusionOk="0" h="28680" w="36551">
                  <a:moveTo>
                    <a:pt x="36550" y="0"/>
                  </a:moveTo>
                  <a:cubicBezTo>
                    <a:pt x="35301" y="1222"/>
                    <a:pt x="28116" y="2159"/>
                    <a:pt x="19255" y="2244"/>
                  </a:cubicBezTo>
                  <a:lnTo>
                    <a:pt x="18261" y="2244"/>
                  </a:lnTo>
                  <a:cubicBezTo>
                    <a:pt x="9032" y="2244"/>
                    <a:pt x="1392" y="1278"/>
                    <a:pt x="1" y="29"/>
                  </a:cubicBezTo>
                  <a:lnTo>
                    <a:pt x="1" y="29"/>
                  </a:lnTo>
                  <a:cubicBezTo>
                    <a:pt x="1" y="86"/>
                    <a:pt x="1" y="171"/>
                    <a:pt x="29" y="228"/>
                  </a:cubicBezTo>
                  <a:cubicBezTo>
                    <a:pt x="171" y="796"/>
                    <a:pt x="256" y="1335"/>
                    <a:pt x="398" y="1903"/>
                  </a:cubicBezTo>
                  <a:cubicBezTo>
                    <a:pt x="1250" y="5226"/>
                    <a:pt x="2074" y="8577"/>
                    <a:pt x="2926" y="11899"/>
                  </a:cubicBezTo>
                  <a:cubicBezTo>
                    <a:pt x="3863" y="15563"/>
                    <a:pt x="4828" y="19226"/>
                    <a:pt x="5794" y="22861"/>
                  </a:cubicBezTo>
                  <a:cubicBezTo>
                    <a:pt x="6021" y="23685"/>
                    <a:pt x="6163" y="24537"/>
                    <a:pt x="6476" y="25361"/>
                  </a:cubicBezTo>
                  <a:cubicBezTo>
                    <a:pt x="6561" y="25645"/>
                    <a:pt x="6760" y="25900"/>
                    <a:pt x="7015" y="26071"/>
                  </a:cubicBezTo>
                  <a:cubicBezTo>
                    <a:pt x="7583" y="26411"/>
                    <a:pt x="8180" y="26667"/>
                    <a:pt x="8833" y="26809"/>
                  </a:cubicBezTo>
                  <a:cubicBezTo>
                    <a:pt x="8956" y="26933"/>
                    <a:pt x="9145" y="27013"/>
                    <a:pt x="9341" y="27013"/>
                  </a:cubicBezTo>
                  <a:cubicBezTo>
                    <a:pt x="9370" y="27013"/>
                    <a:pt x="9400" y="27011"/>
                    <a:pt x="9429" y="27008"/>
                  </a:cubicBezTo>
                  <a:cubicBezTo>
                    <a:pt x="10309" y="27348"/>
                    <a:pt x="11247" y="27604"/>
                    <a:pt x="12212" y="27718"/>
                  </a:cubicBezTo>
                  <a:cubicBezTo>
                    <a:pt x="12328" y="27814"/>
                    <a:pt x="12470" y="27871"/>
                    <a:pt x="12611" y="27871"/>
                  </a:cubicBezTo>
                  <a:cubicBezTo>
                    <a:pt x="12678" y="27871"/>
                    <a:pt x="12745" y="27859"/>
                    <a:pt x="12809" y="27831"/>
                  </a:cubicBezTo>
                  <a:cubicBezTo>
                    <a:pt x="13803" y="28172"/>
                    <a:pt x="14825" y="28371"/>
                    <a:pt x="15876" y="28371"/>
                  </a:cubicBezTo>
                  <a:cubicBezTo>
                    <a:pt x="15972" y="28467"/>
                    <a:pt x="16108" y="28524"/>
                    <a:pt x="16247" y="28524"/>
                  </a:cubicBezTo>
                  <a:cubicBezTo>
                    <a:pt x="16313" y="28524"/>
                    <a:pt x="16380" y="28512"/>
                    <a:pt x="16444" y="28484"/>
                  </a:cubicBezTo>
                  <a:cubicBezTo>
                    <a:pt x="17019" y="28548"/>
                    <a:pt x="17594" y="28580"/>
                    <a:pt x="18169" y="28580"/>
                  </a:cubicBezTo>
                  <a:cubicBezTo>
                    <a:pt x="18361" y="28580"/>
                    <a:pt x="18552" y="28577"/>
                    <a:pt x="18744" y="28570"/>
                  </a:cubicBezTo>
                  <a:cubicBezTo>
                    <a:pt x="18834" y="28645"/>
                    <a:pt x="18948" y="28680"/>
                    <a:pt x="19064" y="28680"/>
                  </a:cubicBezTo>
                  <a:cubicBezTo>
                    <a:pt x="19168" y="28680"/>
                    <a:pt x="19275" y="28652"/>
                    <a:pt x="19369" y="28598"/>
                  </a:cubicBezTo>
                  <a:cubicBezTo>
                    <a:pt x="19568" y="28626"/>
                    <a:pt x="19738" y="28655"/>
                    <a:pt x="19937" y="28655"/>
                  </a:cubicBezTo>
                  <a:cubicBezTo>
                    <a:pt x="20083" y="28660"/>
                    <a:pt x="20228" y="28662"/>
                    <a:pt x="20373" y="28662"/>
                  </a:cubicBezTo>
                  <a:cubicBezTo>
                    <a:pt x="21072" y="28662"/>
                    <a:pt x="21758" y="28607"/>
                    <a:pt x="22464" y="28513"/>
                  </a:cubicBezTo>
                  <a:cubicBezTo>
                    <a:pt x="22529" y="28535"/>
                    <a:pt x="22599" y="28544"/>
                    <a:pt x="22669" y="28544"/>
                  </a:cubicBezTo>
                  <a:cubicBezTo>
                    <a:pt x="22782" y="28544"/>
                    <a:pt x="22898" y="28520"/>
                    <a:pt x="23004" y="28484"/>
                  </a:cubicBezTo>
                  <a:cubicBezTo>
                    <a:pt x="23515" y="28428"/>
                    <a:pt x="24026" y="28399"/>
                    <a:pt x="24509" y="28314"/>
                  </a:cubicBezTo>
                  <a:cubicBezTo>
                    <a:pt x="24935" y="28286"/>
                    <a:pt x="25333" y="28172"/>
                    <a:pt x="25730" y="28002"/>
                  </a:cubicBezTo>
                  <a:cubicBezTo>
                    <a:pt x="25773" y="28014"/>
                    <a:pt x="25815" y="28019"/>
                    <a:pt x="25857" y="28019"/>
                  </a:cubicBezTo>
                  <a:cubicBezTo>
                    <a:pt x="26011" y="28019"/>
                    <a:pt x="26158" y="27943"/>
                    <a:pt x="26270" y="27831"/>
                  </a:cubicBezTo>
                  <a:cubicBezTo>
                    <a:pt x="26980" y="27746"/>
                    <a:pt x="27633" y="27547"/>
                    <a:pt x="28229" y="27178"/>
                  </a:cubicBezTo>
                  <a:cubicBezTo>
                    <a:pt x="28258" y="27182"/>
                    <a:pt x="28287" y="27183"/>
                    <a:pt x="28316" y="27183"/>
                  </a:cubicBezTo>
                  <a:cubicBezTo>
                    <a:pt x="28513" y="27183"/>
                    <a:pt x="28702" y="27100"/>
                    <a:pt x="28826" y="26951"/>
                  </a:cubicBezTo>
                  <a:cubicBezTo>
                    <a:pt x="29621" y="26667"/>
                    <a:pt x="30388" y="26241"/>
                    <a:pt x="31012" y="25673"/>
                  </a:cubicBezTo>
                  <a:cubicBezTo>
                    <a:pt x="31325" y="25389"/>
                    <a:pt x="31552" y="24991"/>
                    <a:pt x="31609" y="24565"/>
                  </a:cubicBezTo>
                  <a:cubicBezTo>
                    <a:pt x="31978" y="22663"/>
                    <a:pt x="32375" y="20760"/>
                    <a:pt x="32773" y="18857"/>
                  </a:cubicBezTo>
                  <a:cubicBezTo>
                    <a:pt x="33227" y="16756"/>
                    <a:pt x="33653" y="14654"/>
                    <a:pt x="34108" y="12553"/>
                  </a:cubicBezTo>
                  <a:cubicBezTo>
                    <a:pt x="34704" y="9656"/>
                    <a:pt x="35329" y="6788"/>
                    <a:pt x="35925" y="3891"/>
                  </a:cubicBezTo>
                  <a:cubicBezTo>
                    <a:pt x="36124" y="2954"/>
                    <a:pt x="36323" y="1988"/>
                    <a:pt x="36493" y="1023"/>
                  </a:cubicBezTo>
                  <a:cubicBezTo>
                    <a:pt x="36522" y="682"/>
                    <a:pt x="36550" y="341"/>
                    <a:pt x="36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07"/>
            <p:cNvSpPr/>
            <p:nvPr/>
          </p:nvSpPr>
          <p:spPr>
            <a:xfrm>
              <a:off x="3052450" y="2508875"/>
              <a:ext cx="772475" cy="399850"/>
            </a:xfrm>
            <a:custGeom>
              <a:rect b="b" l="l" r="r" t="t"/>
              <a:pathLst>
                <a:path extrusionOk="0" h="15994" w="30899">
                  <a:moveTo>
                    <a:pt x="30898" y="1"/>
                  </a:moveTo>
                  <a:cubicBezTo>
                    <a:pt x="29961" y="995"/>
                    <a:pt x="24736" y="3721"/>
                    <a:pt x="15109" y="3721"/>
                  </a:cubicBezTo>
                  <a:cubicBezTo>
                    <a:pt x="6646" y="3721"/>
                    <a:pt x="796" y="881"/>
                    <a:pt x="0" y="171"/>
                  </a:cubicBezTo>
                  <a:lnTo>
                    <a:pt x="0" y="171"/>
                  </a:lnTo>
                  <a:cubicBezTo>
                    <a:pt x="852" y="3494"/>
                    <a:pt x="1733" y="6845"/>
                    <a:pt x="2613" y="10196"/>
                  </a:cubicBezTo>
                  <a:cubicBezTo>
                    <a:pt x="2840" y="11019"/>
                    <a:pt x="2982" y="11871"/>
                    <a:pt x="3295" y="12667"/>
                  </a:cubicBezTo>
                  <a:cubicBezTo>
                    <a:pt x="3380" y="12951"/>
                    <a:pt x="3579" y="13206"/>
                    <a:pt x="3834" y="13377"/>
                  </a:cubicBezTo>
                  <a:cubicBezTo>
                    <a:pt x="4402" y="13746"/>
                    <a:pt x="4999" y="14001"/>
                    <a:pt x="5652" y="14115"/>
                  </a:cubicBezTo>
                  <a:cubicBezTo>
                    <a:pt x="5771" y="14258"/>
                    <a:pt x="5949" y="14321"/>
                    <a:pt x="6138" y="14321"/>
                  </a:cubicBezTo>
                  <a:cubicBezTo>
                    <a:pt x="6174" y="14321"/>
                    <a:pt x="6211" y="14318"/>
                    <a:pt x="6248" y="14314"/>
                  </a:cubicBezTo>
                  <a:cubicBezTo>
                    <a:pt x="7128" y="14683"/>
                    <a:pt x="8066" y="14910"/>
                    <a:pt x="9031" y="15024"/>
                  </a:cubicBezTo>
                  <a:cubicBezTo>
                    <a:pt x="9150" y="15142"/>
                    <a:pt x="9296" y="15192"/>
                    <a:pt x="9442" y="15192"/>
                  </a:cubicBezTo>
                  <a:cubicBezTo>
                    <a:pt x="9505" y="15192"/>
                    <a:pt x="9567" y="15183"/>
                    <a:pt x="9628" y="15166"/>
                  </a:cubicBezTo>
                  <a:cubicBezTo>
                    <a:pt x="10622" y="15506"/>
                    <a:pt x="11644" y="15677"/>
                    <a:pt x="12695" y="15705"/>
                  </a:cubicBezTo>
                  <a:cubicBezTo>
                    <a:pt x="13110" y="15788"/>
                    <a:pt x="13100" y="15841"/>
                    <a:pt x="13154" y="15841"/>
                  </a:cubicBezTo>
                  <a:cubicBezTo>
                    <a:pt x="13174" y="15841"/>
                    <a:pt x="13202" y="15834"/>
                    <a:pt x="13263" y="15819"/>
                  </a:cubicBezTo>
                  <a:cubicBezTo>
                    <a:pt x="13838" y="15883"/>
                    <a:pt x="14413" y="15915"/>
                    <a:pt x="14988" y="15915"/>
                  </a:cubicBezTo>
                  <a:cubicBezTo>
                    <a:pt x="15180" y="15915"/>
                    <a:pt x="15371" y="15911"/>
                    <a:pt x="15563" y="15904"/>
                  </a:cubicBezTo>
                  <a:cubicBezTo>
                    <a:pt x="15654" y="15965"/>
                    <a:pt x="15770" y="15993"/>
                    <a:pt x="15888" y="15993"/>
                  </a:cubicBezTo>
                  <a:cubicBezTo>
                    <a:pt x="15991" y="15993"/>
                    <a:pt x="16095" y="15972"/>
                    <a:pt x="16188" y="15932"/>
                  </a:cubicBezTo>
                  <a:cubicBezTo>
                    <a:pt x="16387" y="15932"/>
                    <a:pt x="16557" y="15989"/>
                    <a:pt x="16756" y="15989"/>
                  </a:cubicBezTo>
                  <a:cubicBezTo>
                    <a:pt x="17608" y="15989"/>
                    <a:pt x="18431" y="15932"/>
                    <a:pt x="19283" y="15819"/>
                  </a:cubicBezTo>
                  <a:cubicBezTo>
                    <a:pt x="19360" y="15844"/>
                    <a:pt x="19442" y="15858"/>
                    <a:pt x="19525" y="15858"/>
                  </a:cubicBezTo>
                  <a:cubicBezTo>
                    <a:pt x="19627" y="15858"/>
                    <a:pt x="19729" y="15837"/>
                    <a:pt x="19823" y="15790"/>
                  </a:cubicBezTo>
                  <a:cubicBezTo>
                    <a:pt x="20334" y="15734"/>
                    <a:pt x="20845" y="15705"/>
                    <a:pt x="21328" y="15648"/>
                  </a:cubicBezTo>
                  <a:cubicBezTo>
                    <a:pt x="21754" y="15592"/>
                    <a:pt x="22152" y="15478"/>
                    <a:pt x="22549" y="15336"/>
                  </a:cubicBezTo>
                  <a:cubicBezTo>
                    <a:pt x="22947" y="15308"/>
                    <a:pt x="22947" y="15308"/>
                    <a:pt x="23089" y="15166"/>
                  </a:cubicBezTo>
                  <a:cubicBezTo>
                    <a:pt x="23770" y="15052"/>
                    <a:pt x="24452" y="14825"/>
                    <a:pt x="25048" y="14512"/>
                  </a:cubicBezTo>
                  <a:cubicBezTo>
                    <a:pt x="25077" y="14516"/>
                    <a:pt x="25106" y="14518"/>
                    <a:pt x="25135" y="14518"/>
                  </a:cubicBezTo>
                  <a:cubicBezTo>
                    <a:pt x="25332" y="14518"/>
                    <a:pt x="25521" y="14434"/>
                    <a:pt x="25645" y="14285"/>
                  </a:cubicBezTo>
                  <a:cubicBezTo>
                    <a:pt x="26440" y="14001"/>
                    <a:pt x="27207" y="13547"/>
                    <a:pt x="27831" y="12979"/>
                  </a:cubicBezTo>
                  <a:cubicBezTo>
                    <a:pt x="28144" y="12695"/>
                    <a:pt x="28371" y="12326"/>
                    <a:pt x="28428" y="11900"/>
                  </a:cubicBezTo>
                  <a:cubicBezTo>
                    <a:pt x="28797" y="9969"/>
                    <a:pt x="29194" y="8066"/>
                    <a:pt x="29592" y="6163"/>
                  </a:cubicBezTo>
                  <a:cubicBezTo>
                    <a:pt x="30018" y="4118"/>
                    <a:pt x="30472" y="2045"/>
                    <a:pt x="308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07"/>
            <p:cNvSpPr/>
            <p:nvPr/>
          </p:nvSpPr>
          <p:spPr>
            <a:xfrm>
              <a:off x="2967250" y="2116975"/>
              <a:ext cx="925125" cy="130650"/>
            </a:xfrm>
            <a:custGeom>
              <a:rect b="b" l="l" r="r" t="t"/>
              <a:pathLst>
                <a:path extrusionOk="0" h="5226" w="37005">
                  <a:moveTo>
                    <a:pt x="18488" y="0"/>
                  </a:moveTo>
                  <a:cubicBezTo>
                    <a:pt x="8265" y="0"/>
                    <a:pt x="0" y="1165"/>
                    <a:pt x="0" y="2613"/>
                  </a:cubicBezTo>
                  <a:cubicBezTo>
                    <a:pt x="0" y="4062"/>
                    <a:pt x="8265" y="5226"/>
                    <a:pt x="18488" y="5226"/>
                  </a:cubicBezTo>
                  <a:cubicBezTo>
                    <a:pt x="28712" y="5226"/>
                    <a:pt x="37004" y="4062"/>
                    <a:pt x="37004" y="2613"/>
                  </a:cubicBezTo>
                  <a:cubicBezTo>
                    <a:pt x="37004" y="1165"/>
                    <a:pt x="28712" y="0"/>
                    <a:pt x="18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07"/>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07"/>
            <p:cNvSpPr/>
            <p:nvPr/>
          </p:nvSpPr>
          <p:spPr>
            <a:xfrm>
              <a:off x="3359875" y="2795000"/>
              <a:ext cx="6400" cy="106525"/>
            </a:xfrm>
            <a:custGeom>
              <a:rect b="b" l="l" r="r" t="t"/>
              <a:pathLst>
                <a:path extrusionOk="0" h="4261" w="256">
                  <a:moveTo>
                    <a:pt x="0" y="0"/>
                  </a:moveTo>
                  <a:cubicBezTo>
                    <a:pt x="85" y="1420"/>
                    <a:pt x="170" y="2840"/>
                    <a:pt x="256" y="4260"/>
                  </a:cubicBezTo>
                  <a:lnTo>
                    <a:pt x="256" y="4260"/>
                  </a:lnTo>
                  <a:cubicBezTo>
                    <a:pt x="170" y="2840"/>
                    <a:pt x="85" y="1420"/>
                    <a:pt x="0"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07"/>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07"/>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07"/>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07"/>
            <p:cNvSpPr/>
            <p:nvPr/>
          </p:nvSpPr>
          <p:spPr>
            <a:xfrm>
              <a:off x="3051725" y="2508875"/>
              <a:ext cx="773200" cy="144875"/>
            </a:xfrm>
            <a:custGeom>
              <a:rect b="b" l="l" r="r" t="t"/>
              <a:pathLst>
                <a:path extrusionOk="0" h="5795" w="30928">
                  <a:moveTo>
                    <a:pt x="30927" y="1"/>
                  </a:moveTo>
                  <a:cubicBezTo>
                    <a:pt x="29990" y="995"/>
                    <a:pt x="24765" y="3721"/>
                    <a:pt x="15109" y="3721"/>
                  </a:cubicBezTo>
                  <a:cubicBezTo>
                    <a:pt x="6675" y="3721"/>
                    <a:pt x="825" y="881"/>
                    <a:pt x="1" y="171"/>
                  </a:cubicBezTo>
                  <a:lnTo>
                    <a:pt x="1" y="171"/>
                  </a:lnTo>
                  <a:cubicBezTo>
                    <a:pt x="228" y="995"/>
                    <a:pt x="455" y="1847"/>
                    <a:pt x="654" y="2670"/>
                  </a:cubicBezTo>
                  <a:cubicBezTo>
                    <a:pt x="2557" y="3693"/>
                    <a:pt x="7896" y="5794"/>
                    <a:pt x="15138" y="5794"/>
                  </a:cubicBezTo>
                  <a:cubicBezTo>
                    <a:pt x="23600" y="5794"/>
                    <a:pt x="28655" y="3693"/>
                    <a:pt x="30388" y="2500"/>
                  </a:cubicBezTo>
                  <a:lnTo>
                    <a:pt x="309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07"/>
            <p:cNvSpPr/>
            <p:nvPr/>
          </p:nvSpPr>
          <p:spPr>
            <a:xfrm>
              <a:off x="3535950" y="2878775"/>
              <a:ext cx="725" cy="26300"/>
            </a:xfrm>
            <a:custGeom>
              <a:rect b="b" l="l" r="r" t="t"/>
              <a:pathLst>
                <a:path extrusionOk="0" h="1052" w="29">
                  <a:moveTo>
                    <a:pt x="28" y="0"/>
                  </a:moveTo>
                  <a:cubicBezTo>
                    <a:pt x="28" y="341"/>
                    <a:pt x="0" y="710"/>
                    <a:pt x="0" y="1051"/>
                  </a:cubicBezTo>
                  <a:lnTo>
                    <a:pt x="0" y="1051"/>
                  </a:lnTo>
                  <a:cubicBezTo>
                    <a:pt x="0" y="710"/>
                    <a:pt x="28" y="341"/>
                    <a:pt x="28" y="0"/>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07"/>
            <p:cNvSpPr/>
            <p:nvPr/>
          </p:nvSpPr>
          <p:spPr>
            <a:xfrm>
              <a:off x="3619725" y="2873800"/>
              <a:ext cx="1425" cy="19200"/>
            </a:xfrm>
            <a:custGeom>
              <a:rect b="b" l="l" r="r" t="t"/>
              <a:pathLst>
                <a:path extrusionOk="0" h="768" w="57">
                  <a:moveTo>
                    <a:pt x="57" y="1"/>
                  </a:moveTo>
                  <a:cubicBezTo>
                    <a:pt x="57" y="256"/>
                    <a:pt x="28" y="512"/>
                    <a:pt x="0" y="767"/>
                  </a:cubicBezTo>
                  <a:lnTo>
                    <a:pt x="0" y="767"/>
                  </a:lnTo>
                  <a:cubicBezTo>
                    <a:pt x="28" y="512"/>
                    <a:pt x="57" y="256"/>
                    <a:pt x="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07"/>
            <p:cNvSpPr/>
            <p:nvPr/>
          </p:nvSpPr>
          <p:spPr>
            <a:xfrm>
              <a:off x="3687150" y="2832625"/>
              <a:ext cx="6425" cy="38375"/>
            </a:xfrm>
            <a:custGeom>
              <a:rect b="b" l="l" r="r" t="t"/>
              <a:pathLst>
                <a:path extrusionOk="0" h="1535" w="257">
                  <a:moveTo>
                    <a:pt x="257" y="1"/>
                  </a:moveTo>
                  <a:cubicBezTo>
                    <a:pt x="171" y="512"/>
                    <a:pt x="86" y="1023"/>
                    <a:pt x="1" y="1534"/>
                  </a:cubicBezTo>
                  <a:lnTo>
                    <a:pt x="1" y="1534"/>
                  </a:lnTo>
                  <a:cubicBezTo>
                    <a:pt x="86" y="1023"/>
                    <a:pt x="171" y="512"/>
                    <a:pt x="257" y="1"/>
                  </a:cubicBezTo>
                  <a:close/>
                </a:path>
              </a:pathLst>
            </a:custGeom>
            <a:solidFill>
              <a:srgbClr val="FF8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07"/>
            <p:cNvSpPr/>
            <p:nvPr/>
          </p:nvSpPr>
          <p:spPr>
            <a:xfrm>
              <a:off x="3115625" y="2748150"/>
              <a:ext cx="659600" cy="113625"/>
            </a:xfrm>
            <a:custGeom>
              <a:rect b="b" l="l" r="r" t="t"/>
              <a:pathLst>
                <a:path extrusionOk="0" h="4545" w="26384">
                  <a:moveTo>
                    <a:pt x="26383" y="0"/>
                  </a:moveTo>
                  <a:lnTo>
                    <a:pt x="26383" y="0"/>
                  </a:lnTo>
                  <a:cubicBezTo>
                    <a:pt x="23913" y="1136"/>
                    <a:pt x="19312" y="2471"/>
                    <a:pt x="12582" y="2471"/>
                  </a:cubicBezTo>
                  <a:cubicBezTo>
                    <a:pt x="11673" y="2471"/>
                    <a:pt x="10821" y="2442"/>
                    <a:pt x="9969" y="2386"/>
                  </a:cubicBezTo>
                  <a:cubicBezTo>
                    <a:pt x="6561" y="2158"/>
                    <a:pt x="3182" y="1420"/>
                    <a:pt x="1" y="199"/>
                  </a:cubicBezTo>
                  <a:lnTo>
                    <a:pt x="1" y="199"/>
                  </a:lnTo>
                  <a:lnTo>
                    <a:pt x="86" y="596"/>
                  </a:lnTo>
                  <a:cubicBezTo>
                    <a:pt x="285" y="1250"/>
                    <a:pt x="398" y="1874"/>
                    <a:pt x="569" y="2499"/>
                  </a:cubicBezTo>
                  <a:cubicBezTo>
                    <a:pt x="4354" y="3863"/>
                    <a:pt x="8330" y="4545"/>
                    <a:pt x="12336" y="4545"/>
                  </a:cubicBezTo>
                  <a:cubicBezTo>
                    <a:pt x="12418" y="4545"/>
                    <a:pt x="12500" y="4544"/>
                    <a:pt x="12582" y="4544"/>
                  </a:cubicBezTo>
                  <a:cubicBezTo>
                    <a:pt x="14087" y="4544"/>
                    <a:pt x="15507" y="4487"/>
                    <a:pt x="16813" y="4374"/>
                  </a:cubicBezTo>
                  <a:cubicBezTo>
                    <a:pt x="18006" y="4260"/>
                    <a:pt x="19142" y="4090"/>
                    <a:pt x="20164" y="3919"/>
                  </a:cubicBezTo>
                  <a:cubicBezTo>
                    <a:pt x="21101" y="3749"/>
                    <a:pt x="21982" y="3578"/>
                    <a:pt x="22777" y="3351"/>
                  </a:cubicBezTo>
                  <a:cubicBezTo>
                    <a:pt x="22890" y="2670"/>
                    <a:pt x="23004" y="1988"/>
                    <a:pt x="23146" y="1306"/>
                  </a:cubicBezTo>
                  <a:lnTo>
                    <a:pt x="23146" y="1306"/>
                  </a:lnTo>
                  <a:lnTo>
                    <a:pt x="22777" y="3351"/>
                  </a:lnTo>
                  <a:cubicBezTo>
                    <a:pt x="23856" y="3067"/>
                    <a:pt x="24907" y="2698"/>
                    <a:pt x="25901" y="2272"/>
                  </a:cubicBezTo>
                  <a:cubicBezTo>
                    <a:pt x="26071" y="1505"/>
                    <a:pt x="26213" y="767"/>
                    <a:pt x="26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07"/>
            <p:cNvSpPr/>
            <p:nvPr/>
          </p:nvSpPr>
          <p:spPr>
            <a:xfrm>
              <a:off x="3005600" y="2169500"/>
              <a:ext cx="847725" cy="78125"/>
            </a:xfrm>
            <a:custGeom>
              <a:rect b="b" l="l" r="r" t="t"/>
              <a:pathLst>
                <a:path extrusionOk="0" h="3125" w="33909">
                  <a:moveTo>
                    <a:pt x="16954" y="1"/>
                  </a:moveTo>
                  <a:cubicBezTo>
                    <a:pt x="9372" y="1"/>
                    <a:pt x="2868" y="626"/>
                    <a:pt x="0" y="1563"/>
                  </a:cubicBezTo>
                  <a:cubicBezTo>
                    <a:pt x="2868" y="2472"/>
                    <a:pt x="9372" y="3125"/>
                    <a:pt x="16954" y="3125"/>
                  </a:cubicBezTo>
                  <a:cubicBezTo>
                    <a:pt x="24537" y="3125"/>
                    <a:pt x="31040" y="2472"/>
                    <a:pt x="33908" y="1563"/>
                  </a:cubicBezTo>
                  <a:cubicBezTo>
                    <a:pt x="31040" y="626"/>
                    <a:pt x="24537" y="1"/>
                    <a:pt x="169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07"/>
            <p:cNvSpPr/>
            <p:nvPr/>
          </p:nvSpPr>
          <p:spPr>
            <a:xfrm>
              <a:off x="2914000" y="1192475"/>
              <a:ext cx="874000" cy="1053025"/>
            </a:xfrm>
            <a:custGeom>
              <a:rect b="b" l="l" r="r" t="t"/>
              <a:pathLst>
                <a:path extrusionOk="0" h="42121" w="34960">
                  <a:moveTo>
                    <a:pt x="12245" y="1"/>
                  </a:moveTo>
                  <a:cubicBezTo>
                    <a:pt x="12207" y="1"/>
                    <a:pt x="12172" y="17"/>
                    <a:pt x="12155" y="34"/>
                  </a:cubicBezTo>
                  <a:cubicBezTo>
                    <a:pt x="12099" y="90"/>
                    <a:pt x="12042" y="147"/>
                    <a:pt x="12042" y="204"/>
                  </a:cubicBezTo>
                  <a:cubicBezTo>
                    <a:pt x="12042" y="318"/>
                    <a:pt x="12070" y="403"/>
                    <a:pt x="12127" y="488"/>
                  </a:cubicBezTo>
                  <a:cubicBezTo>
                    <a:pt x="12240" y="687"/>
                    <a:pt x="12382" y="857"/>
                    <a:pt x="12524" y="1056"/>
                  </a:cubicBezTo>
                  <a:cubicBezTo>
                    <a:pt x="13320" y="2107"/>
                    <a:pt x="14030" y="3214"/>
                    <a:pt x="14626" y="4350"/>
                  </a:cubicBezTo>
                  <a:cubicBezTo>
                    <a:pt x="16472" y="7815"/>
                    <a:pt x="17892" y="11450"/>
                    <a:pt x="18886" y="15227"/>
                  </a:cubicBezTo>
                  <a:cubicBezTo>
                    <a:pt x="19539" y="17698"/>
                    <a:pt x="20079" y="20197"/>
                    <a:pt x="20448" y="22696"/>
                  </a:cubicBezTo>
                  <a:cubicBezTo>
                    <a:pt x="20675" y="24286"/>
                    <a:pt x="20817" y="25877"/>
                    <a:pt x="20874" y="27467"/>
                  </a:cubicBezTo>
                  <a:cubicBezTo>
                    <a:pt x="21044" y="30420"/>
                    <a:pt x="21129" y="33402"/>
                    <a:pt x="21101" y="36356"/>
                  </a:cubicBezTo>
                  <a:cubicBezTo>
                    <a:pt x="21101" y="36498"/>
                    <a:pt x="21073" y="36640"/>
                    <a:pt x="21073" y="36782"/>
                  </a:cubicBezTo>
                  <a:cubicBezTo>
                    <a:pt x="21044" y="36838"/>
                    <a:pt x="21016" y="36867"/>
                    <a:pt x="20987" y="36867"/>
                  </a:cubicBezTo>
                  <a:cubicBezTo>
                    <a:pt x="20931" y="36867"/>
                    <a:pt x="20874" y="36838"/>
                    <a:pt x="20874" y="36782"/>
                  </a:cubicBezTo>
                  <a:cubicBezTo>
                    <a:pt x="20817" y="36611"/>
                    <a:pt x="20760" y="36441"/>
                    <a:pt x="20732" y="36242"/>
                  </a:cubicBezTo>
                  <a:cubicBezTo>
                    <a:pt x="20391" y="34311"/>
                    <a:pt x="19937" y="32408"/>
                    <a:pt x="19425" y="30506"/>
                  </a:cubicBezTo>
                  <a:cubicBezTo>
                    <a:pt x="18545" y="27069"/>
                    <a:pt x="16955" y="23832"/>
                    <a:pt x="14796" y="20992"/>
                  </a:cubicBezTo>
                  <a:cubicBezTo>
                    <a:pt x="13291" y="19061"/>
                    <a:pt x="11389" y="17499"/>
                    <a:pt x="9173" y="16448"/>
                  </a:cubicBezTo>
                  <a:cubicBezTo>
                    <a:pt x="7276" y="15461"/>
                    <a:pt x="5176" y="14948"/>
                    <a:pt x="3054" y="14948"/>
                  </a:cubicBezTo>
                  <a:cubicBezTo>
                    <a:pt x="2794" y="14948"/>
                    <a:pt x="2533" y="14956"/>
                    <a:pt x="2272" y="14971"/>
                  </a:cubicBezTo>
                  <a:cubicBezTo>
                    <a:pt x="1676" y="15000"/>
                    <a:pt x="1108" y="15085"/>
                    <a:pt x="540" y="15227"/>
                  </a:cubicBezTo>
                  <a:cubicBezTo>
                    <a:pt x="370" y="15284"/>
                    <a:pt x="228" y="15341"/>
                    <a:pt x="86" y="15426"/>
                  </a:cubicBezTo>
                  <a:cubicBezTo>
                    <a:pt x="29" y="15454"/>
                    <a:pt x="1" y="15511"/>
                    <a:pt x="1" y="15596"/>
                  </a:cubicBezTo>
                  <a:cubicBezTo>
                    <a:pt x="1" y="15681"/>
                    <a:pt x="86" y="15767"/>
                    <a:pt x="171" y="15767"/>
                  </a:cubicBezTo>
                  <a:lnTo>
                    <a:pt x="398" y="15767"/>
                  </a:lnTo>
                  <a:cubicBezTo>
                    <a:pt x="995" y="15681"/>
                    <a:pt x="1591" y="15625"/>
                    <a:pt x="2216" y="15625"/>
                  </a:cubicBezTo>
                  <a:cubicBezTo>
                    <a:pt x="2478" y="15603"/>
                    <a:pt x="2743" y="15593"/>
                    <a:pt x="3008" y="15593"/>
                  </a:cubicBezTo>
                  <a:cubicBezTo>
                    <a:pt x="3804" y="15593"/>
                    <a:pt x="4608" y="15688"/>
                    <a:pt x="5396" y="15880"/>
                  </a:cubicBezTo>
                  <a:cubicBezTo>
                    <a:pt x="8804" y="16618"/>
                    <a:pt x="11871" y="18521"/>
                    <a:pt x="14030" y="21276"/>
                  </a:cubicBezTo>
                  <a:cubicBezTo>
                    <a:pt x="15762" y="23434"/>
                    <a:pt x="17125" y="25905"/>
                    <a:pt x="18005" y="28546"/>
                  </a:cubicBezTo>
                  <a:cubicBezTo>
                    <a:pt x="19141" y="31812"/>
                    <a:pt x="19795" y="35191"/>
                    <a:pt x="20391" y="38571"/>
                  </a:cubicBezTo>
                  <a:cubicBezTo>
                    <a:pt x="20561" y="39451"/>
                    <a:pt x="20675" y="40332"/>
                    <a:pt x="20817" y="41212"/>
                  </a:cubicBezTo>
                  <a:cubicBezTo>
                    <a:pt x="20845" y="41439"/>
                    <a:pt x="20902" y="41695"/>
                    <a:pt x="20987" y="41950"/>
                  </a:cubicBezTo>
                  <a:cubicBezTo>
                    <a:pt x="21044" y="42064"/>
                    <a:pt x="21158" y="42121"/>
                    <a:pt x="21271" y="42121"/>
                  </a:cubicBezTo>
                  <a:cubicBezTo>
                    <a:pt x="21385" y="42121"/>
                    <a:pt x="21499" y="42035"/>
                    <a:pt x="21555" y="41950"/>
                  </a:cubicBezTo>
                  <a:cubicBezTo>
                    <a:pt x="21641" y="41780"/>
                    <a:pt x="21669" y="41581"/>
                    <a:pt x="21669" y="41382"/>
                  </a:cubicBezTo>
                  <a:cubicBezTo>
                    <a:pt x="21754" y="40076"/>
                    <a:pt x="21925" y="38770"/>
                    <a:pt x="22180" y="37492"/>
                  </a:cubicBezTo>
                  <a:cubicBezTo>
                    <a:pt x="22407" y="36185"/>
                    <a:pt x="22691" y="34879"/>
                    <a:pt x="22947" y="33573"/>
                  </a:cubicBezTo>
                  <a:cubicBezTo>
                    <a:pt x="23430" y="31074"/>
                    <a:pt x="23884" y="28546"/>
                    <a:pt x="24367" y="26047"/>
                  </a:cubicBezTo>
                  <a:cubicBezTo>
                    <a:pt x="24793" y="23775"/>
                    <a:pt x="25361" y="21531"/>
                    <a:pt x="26042" y="19345"/>
                  </a:cubicBezTo>
                  <a:cubicBezTo>
                    <a:pt x="26696" y="17300"/>
                    <a:pt x="27604" y="15369"/>
                    <a:pt x="28769" y="13580"/>
                  </a:cubicBezTo>
                  <a:cubicBezTo>
                    <a:pt x="29166" y="12983"/>
                    <a:pt x="29621" y="12415"/>
                    <a:pt x="30103" y="11876"/>
                  </a:cubicBezTo>
                  <a:cubicBezTo>
                    <a:pt x="30700" y="11223"/>
                    <a:pt x="31410" y="10655"/>
                    <a:pt x="32205" y="10257"/>
                  </a:cubicBezTo>
                  <a:cubicBezTo>
                    <a:pt x="32605" y="10031"/>
                    <a:pt x="33048" y="9911"/>
                    <a:pt x="33487" y="9911"/>
                  </a:cubicBezTo>
                  <a:cubicBezTo>
                    <a:pt x="33765" y="9911"/>
                    <a:pt x="34042" y="9959"/>
                    <a:pt x="34306" y="10058"/>
                  </a:cubicBezTo>
                  <a:cubicBezTo>
                    <a:pt x="34448" y="10087"/>
                    <a:pt x="34590" y="10144"/>
                    <a:pt x="34732" y="10144"/>
                  </a:cubicBezTo>
                  <a:cubicBezTo>
                    <a:pt x="34789" y="10144"/>
                    <a:pt x="34846" y="10115"/>
                    <a:pt x="34903" y="10058"/>
                  </a:cubicBezTo>
                  <a:cubicBezTo>
                    <a:pt x="34960" y="9973"/>
                    <a:pt x="34931" y="9860"/>
                    <a:pt x="34846" y="9803"/>
                  </a:cubicBezTo>
                  <a:cubicBezTo>
                    <a:pt x="34505" y="9519"/>
                    <a:pt x="34079" y="9348"/>
                    <a:pt x="33653" y="9320"/>
                  </a:cubicBezTo>
                  <a:cubicBezTo>
                    <a:pt x="33564" y="9313"/>
                    <a:pt x="33474" y="9309"/>
                    <a:pt x="33385" y="9309"/>
                  </a:cubicBezTo>
                  <a:cubicBezTo>
                    <a:pt x="32766" y="9309"/>
                    <a:pt x="32158" y="9480"/>
                    <a:pt x="31637" y="9803"/>
                  </a:cubicBezTo>
                  <a:cubicBezTo>
                    <a:pt x="30529" y="10399"/>
                    <a:pt x="29592" y="11223"/>
                    <a:pt x="28854" y="12245"/>
                  </a:cubicBezTo>
                  <a:cubicBezTo>
                    <a:pt x="27690" y="13722"/>
                    <a:pt x="26752" y="15397"/>
                    <a:pt x="26042" y="17158"/>
                  </a:cubicBezTo>
                  <a:cubicBezTo>
                    <a:pt x="25276" y="19089"/>
                    <a:pt x="24679" y="21077"/>
                    <a:pt x="24225" y="23093"/>
                  </a:cubicBezTo>
                  <a:cubicBezTo>
                    <a:pt x="23600" y="25735"/>
                    <a:pt x="23174" y="28376"/>
                    <a:pt x="22663" y="31017"/>
                  </a:cubicBezTo>
                  <a:cubicBezTo>
                    <a:pt x="22464" y="32039"/>
                    <a:pt x="22294" y="33090"/>
                    <a:pt x="22095" y="34112"/>
                  </a:cubicBezTo>
                  <a:cubicBezTo>
                    <a:pt x="22067" y="34254"/>
                    <a:pt x="22038" y="34396"/>
                    <a:pt x="21839" y="34453"/>
                  </a:cubicBezTo>
                  <a:cubicBezTo>
                    <a:pt x="21839" y="34339"/>
                    <a:pt x="21839" y="34226"/>
                    <a:pt x="21811" y="34112"/>
                  </a:cubicBezTo>
                  <a:cubicBezTo>
                    <a:pt x="21783" y="31528"/>
                    <a:pt x="21697" y="28972"/>
                    <a:pt x="21555" y="26388"/>
                  </a:cubicBezTo>
                  <a:cubicBezTo>
                    <a:pt x="21470" y="24883"/>
                    <a:pt x="21328" y="23349"/>
                    <a:pt x="21073" y="21844"/>
                  </a:cubicBezTo>
                  <a:cubicBezTo>
                    <a:pt x="20618" y="19004"/>
                    <a:pt x="19993" y="16221"/>
                    <a:pt x="19170" y="13466"/>
                  </a:cubicBezTo>
                  <a:cubicBezTo>
                    <a:pt x="18119" y="9916"/>
                    <a:pt x="16671" y="6508"/>
                    <a:pt x="14825" y="3299"/>
                  </a:cubicBezTo>
                  <a:cubicBezTo>
                    <a:pt x="14200" y="2192"/>
                    <a:pt x="13433" y="1141"/>
                    <a:pt x="12524" y="204"/>
                  </a:cubicBezTo>
                  <a:cubicBezTo>
                    <a:pt x="12468" y="147"/>
                    <a:pt x="12411" y="90"/>
                    <a:pt x="12326" y="34"/>
                  </a:cubicBezTo>
                  <a:cubicBezTo>
                    <a:pt x="12302" y="10"/>
                    <a:pt x="12273" y="1"/>
                    <a:pt x="12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07"/>
            <p:cNvSpPr/>
            <p:nvPr/>
          </p:nvSpPr>
          <p:spPr>
            <a:xfrm>
              <a:off x="2324025" y="1335600"/>
              <a:ext cx="926525" cy="1083000"/>
            </a:xfrm>
            <a:custGeom>
              <a:rect b="b" l="l" r="r" t="t"/>
              <a:pathLst>
                <a:path extrusionOk="0" h="43320" w="37061">
                  <a:moveTo>
                    <a:pt x="12337" y="10412"/>
                  </a:moveTo>
                  <a:cubicBezTo>
                    <a:pt x="12796" y="10412"/>
                    <a:pt x="13258" y="10459"/>
                    <a:pt x="13717" y="10553"/>
                  </a:cubicBezTo>
                  <a:cubicBezTo>
                    <a:pt x="14058" y="10638"/>
                    <a:pt x="14370" y="10780"/>
                    <a:pt x="14682" y="10950"/>
                  </a:cubicBezTo>
                  <a:cubicBezTo>
                    <a:pt x="14966" y="11121"/>
                    <a:pt x="15193" y="11376"/>
                    <a:pt x="15335" y="11660"/>
                  </a:cubicBezTo>
                  <a:cubicBezTo>
                    <a:pt x="15506" y="11973"/>
                    <a:pt x="15534" y="12313"/>
                    <a:pt x="15392" y="12626"/>
                  </a:cubicBezTo>
                  <a:cubicBezTo>
                    <a:pt x="15165" y="13194"/>
                    <a:pt x="14654" y="13620"/>
                    <a:pt x="14029" y="13648"/>
                  </a:cubicBezTo>
                  <a:cubicBezTo>
                    <a:pt x="13291" y="13733"/>
                    <a:pt x="12581" y="13790"/>
                    <a:pt x="11871" y="13790"/>
                  </a:cubicBezTo>
                  <a:cubicBezTo>
                    <a:pt x="11274" y="13819"/>
                    <a:pt x="10706" y="13904"/>
                    <a:pt x="10252" y="13932"/>
                  </a:cubicBezTo>
                  <a:cubicBezTo>
                    <a:pt x="10044" y="13932"/>
                    <a:pt x="9873" y="13945"/>
                    <a:pt x="9716" y="13945"/>
                  </a:cubicBezTo>
                  <a:cubicBezTo>
                    <a:pt x="9637" y="13945"/>
                    <a:pt x="9561" y="13942"/>
                    <a:pt x="9485" y="13932"/>
                  </a:cubicBezTo>
                  <a:cubicBezTo>
                    <a:pt x="8520" y="13819"/>
                    <a:pt x="8037" y="12711"/>
                    <a:pt x="8577" y="11916"/>
                  </a:cubicBezTo>
                  <a:cubicBezTo>
                    <a:pt x="8832" y="11518"/>
                    <a:pt x="9201" y="11206"/>
                    <a:pt x="9627" y="11007"/>
                  </a:cubicBezTo>
                  <a:cubicBezTo>
                    <a:pt x="10484" y="10607"/>
                    <a:pt x="11404" y="10412"/>
                    <a:pt x="12337" y="10412"/>
                  </a:cubicBezTo>
                  <a:close/>
                  <a:moveTo>
                    <a:pt x="23344" y="13468"/>
                  </a:moveTo>
                  <a:cubicBezTo>
                    <a:pt x="23677" y="13468"/>
                    <a:pt x="24010" y="13491"/>
                    <a:pt x="24338" y="13535"/>
                  </a:cubicBezTo>
                  <a:cubicBezTo>
                    <a:pt x="24963" y="13620"/>
                    <a:pt x="25559" y="13790"/>
                    <a:pt x="26127" y="14074"/>
                  </a:cubicBezTo>
                  <a:cubicBezTo>
                    <a:pt x="26411" y="14159"/>
                    <a:pt x="26638" y="14330"/>
                    <a:pt x="26809" y="14557"/>
                  </a:cubicBezTo>
                  <a:cubicBezTo>
                    <a:pt x="27036" y="14756"/>
                    <a:pt x="27121" y="15097"/>
                    <a:pt x="27036" y="15380"/>
                  </a:cubicBezTo>
                  <a:cubicBezTo>
                    <a:pt x="26922" y="15693"/>
                    <a:pt x="26667" y="15892"/>
                    <a:pt x="26326" y="15892"/>
                  </a:cubicBezTo>
                  <a:cubicBezTo>
                    <a:pt x="26241" y="15920"/>
                    <a:pt x="26155" y="15920"/>
                    <a:pt x="26070" y="15920"/>
                  </a:cubicBezTo>
                  <a:cubicBezTo>
                    <a:pt x="25587" y="15920"/>
                    <a:pt x="25105" y="15835"/>
                    <a:pt x="24622" y="15693"/>
                  </a:cubicBezTo>
                  <a:cubicBezTo>
                    <a:pt x="23656" y="15409"/>
                    <a:pt x="22662" y="15239"/>
                    <a:pt x="21668" y="15153"/>
                  </a:cubicBezTo>
                  <a:cubicBezTo>
                    <a:pt x="21470" y="15153"/>
                    <a:pt x="21242" y="15125"/>
                    <a:pt x="21044" y="15040"/>
                  </a:cubicBezTo>
                  <a:cubicBezTo>
                    <a:pt x="20646" y="14926"/>
                    <a:pt x="20532" y="14415"/>
                    <a:pt x="20845" y="14131"/>
                  </a:cubicBezTo>
                  <a:cubicBezTo>
                    <a:pt x="21100" y="13875"/>
                    <a:pt x="21413" y="13705"/>
                    <a:pt x="21754" y="13648"/>
                  </a:cubicBezTo>
                  <a:cubicBezTo>
                    <a:pt x="22277" y="13526"/>
                    <a:pt x="22812" y="13468"/>
                    <a:pt x="23344" y="13468"/>
                  </a:cubicBezTo>
                  <a:close/>
                  <a:moveTo>
                    <a:pt x="5751" y="17638"/>
                  </a:moveTo>
                  <a:cubicBezTo>
                    <a:pt x="5843" y="17638"/>
                    <a:pt x="5935" y="17652"/>
                    <a:pt x="6021" y="17681"/>
                  </a:cubicBezTo>
                  <a:cubicBezTo>
                    <a:pt x="6390" y="17794"/>
                    <a:pt x="6560" y="18164"/>
                    <a:pt x="6447" y="18504"/>
                  </a:cubicBezTo>
                  <a:cubicBezTo>
                    <a:pt x="6390" y="18646"/>
                    <a:pt x="6333" y="18760"/>
                    <a:pt x="6248" y="18874"/>
                  </a:cubicBezTo>
                  <a:cubicBezTo>
                    <a:pt x="5822" y="19413"/>
                    <a:pt x="5197" y="19782"/>
                    <a:pt x="4515" y="19924"/>
                  </a:cubicBezTo>
                  <a:cubicBezTo>
                    <a:pt x="4459" y="19953"/>
                    <a:pt x="4402" y="19953"/>
                    <a:pt x="4345" y="19953"/>
                  </a:cubicBezTo>
                  <a:cubicBezTo>
                    <a:pt x="4332" y="19954"/>
                    <a:pt x="4318" y="19954"/>
                    <a:pt x="4305" y="19954"/>
                  </a:cubicBezTo>
                  <a:cubicBezTo>
                    <a:pt x="3869" y="19954"/>
                    <a:pt x="3527" y="19514"/>
                    <a:pt x="3692" y="19101"/>
                  </a:cubicBezTo>
                  <a:cubicBezTo>
                    <a:pt x="3720" y="19016"/>
                    <a:pt x="3749" y="18930"/>
                    <a:pt x="3806" y="18845"/>
                  </a:cubicBezTo>
                  <a:cubicBezTo>
                    <a:pt x="4231" y="18277"/>
                    <a:pt x="4799" y="17880"/>
                    <a:pt x="5481" y="17681"/>
                  </a:cubicBezTo>
                  <a:cubicBezTo>
                    <a:pt x="5566" y="17652"/>
                    <a:pt x="5659" y="17638"/>
                    <a:pt x="5751" y="17638"/>
                  </a:cubicBezTo>
                  <a:close/>
                  <a:moveTo>
                    <a:pt x="17210" y="22480"/>
                  </a:moveTo>
                  <a:cubicBezTo>
                    <a:pt x="17522" y="22480"/>
                    <a:pt x="17863" y="22565"/>
                    <a:pt x="18147" y="22707"/>
                  </a:cubicBezTo>
                  <a:cubicBezTo>
                    <a:pt x="18289" y="22764"/>
                    <a:pt x="18403" y="22849"/>
                    <a:pt x="18516" y="22906"/>
                  </a:cubicBezTo>
                  <a:cubicBezTo>
                    <a:pt x="20277" y="24099"/>
                    <a:pt x="21754" y="25519"/>
                    <a:pt x="22634" y="27507"/>
                  </a:cubicBezTo>
                  <a:cubicBezTo>
                    <a:pt x="22890" y="28046"/>
                    <a:pt x="23060" y="28643"/>
                    <a:pt x="23174" y="29239"/>
                  </a:cubicBezTo>
                  <a:cubicBezTo>
                    <a:pt x="23259" y="29665"/>
                    <a:pt x="23202" y="30091"/>
                    <a:pt x="23032" y="30460"/>
                  </a:cubicBezTo>
                  <a:cubicBezTo>
                    <a:pt x="22930" y="30786"/>
                    <a:pt x="22623" y="30981"/>
                    <a:pt x="22311" y="30981"/>
                  </a:cubicBezTo>
                  <a:cubicBezTo>
                    <a:pt x="22189" y="30981"/>
                    <a:pt x="22065" y="30950"/>
                    <a:pt x="21952" y="30886"/>
                  </a:cubicBezTo>
                  <a:cubicBezTo>
                    <a:pt x="21725" y="30773"/>
                    <a:pt x="21555" y="30631"/>
                    <a:pt x="21413" y="30432"/>
                  </a:cubicBezTo>
                  <a:cubicBezTo>
                    <a:pt x="21129" y="30120"/>
                    <a:pt x="20902" y="29779"/>
                    <a:pt x="20703" y="29381"/>
                  </a:cubicBezTo>
                  <a:cubicBezTo>
                    <a:pt x="20106" y="28330"/>
                    <a:pt x="19340" y="27365"/>
                    <a:pt x="18488" y="26513"/>
                  </a:cubicBezTo>
                  <a:cubicBezTo>
                    <a:pt x="18033" y="26058"/>
                    <a:pt x="17551" y="25576"/>
                    <a:pt x="17096" y="25121"/>
                  </a:cubicBezTo>
                  <a:cubicBezTo>
                    <a:pt x="16812" y="24809"/>
                    <a:pt x="16528" y="24497"/>
                    <a:pt x="16301" y="24127"/>
                  </a:cubicBezTo>
                  <a:cubicBezTo>
                    <a:pt x="16187" y="23929"/>
                    <a:pt x="16102" y="23701"/>
                    <a:pt x="16102" y="23474"/>
                  </a:cubicBezTo>
                  <a:cubicBezTo>
                    <a:pt x="16074" y="22878"/>
                    <a:pt x="16528" y="22480"/>
                    <a:pt x="17210" y="22480"/>
                  </a:cubicBezTo>
                  <a:close/>
                  <a:moveTo>
                    <a:pt x="12747" y="34444"/>
                  </a:moveTo>
                  <a:cubicBezTo>
                    <a:pt x="12809" y="34444"/>
                    <a:pt x="12877" y="34460"/>
                    <a:pt x="12950" y="34493"/>
                  </a:cubicBezTo>
                  <a:cubicBezTo>
                    <a:pt x="13456" y="34718"/>
                    <a:pt x="13545" y="35165"/>
                    <a:pt x="13601" y="35725"/>
                  </a:cubicBezTo>
                  <a:lnTo>
                    <a:pt x="13601" y="35725"/>
                  </a:lnTo>
                  <a:cubicBezTo>
                    <a:pt x="13574" y="35890"/>
                    <a:pt x="13545" y="36030"/>
                    <a:pt x="13490" y="36197"/>
                  </a:cubicBezTo>
                  <a:cubicBezTo>
                    <a:pt x="13461" y="36367"/>
                    <a:pt x="13291" y="36509"/>
                    <a:pt x="13092" y="36538"/>
                  </a:cubicBezTo>
                  <a:cubicBezTo>
                    <a:pt x="13074" y="36541"/>
                    <a:pt x="13056" y="36542"/>
                    <a:pt x="13038" y="36542"/>
                  </a:cubicBezTo>
                  <a:cubicBezTo>
                    <a:pt x="12881" y="36542"/>
                    <a:pt x="12714" y="36438"/>
                    <a:pt x="12638" y="36310"/>
                  </a:cubicBezTo>
                  <a:cubicBezTo>
                    <a:pt x="12552" y="36197"/>
                    <a:pt x="12524" y="36083"/>
                    <a:pt x="12467" y="35998"/>
                  </a:cubicBezTo>
                  <a:cubicBezTo>
                    <a:pt x="12325" y="35600"/>
                    <a:pt x="12325" y="35146"/>
                    <a:pt x="12439" y="34749"/>
                  </a:cubicBezTo>
                  <a:cubicBezTo>
                    <a:pt x="12479" y="34546"/>
                    <a:pt x="12592" y="34444"/>
                    <a:pt x="12747" y="34444"/>
                  </a:cubicBezTo>
                  <a:close/>
                  <a:moveTo>
                    <a:pt x="20887" y="9566"/>
                  </a:moveTo>
                  <a:cubicBezTo>
                    <a:pt x="20923" y="9566"/>
                    <a:pt x="20958" y="9573"/>
                    <a:pt x="20987" y="9587"/>
                  </a:cubicBezTo>
                  <a:cubicBezTo>
                    <a:pt x="21044" y="9616"/>
                    <a:pt x="21072" y="9701"/>
                    <a:pt x="21072" y="9758"/>
                  </a:cubicBezTo>
                  <a:cubicBezTo>
                    <a:pt x="20987" y="9928"/>
                    <a:pt x="20902" y="10098"/>
                    <a:pt x="20788" y="10240"/>
                  </a:cubicBezTo>
                  <a:cubicBezTo>
                    <a:pt x="20248" y="11064"/>
                    <a:pt x="19709" y="11887"/>
                    <a:pt x="19169" y="12711"/>
                  </a:cubicBezTo>
                  <a:cubicBezTo>
                    <a:pt x="18516" y="13733"/>
                    <a:pt x="17863" y="14727"/>
                    <a:pt x="17210" y="15778"/>
                  </a:cubicBezTo>
                  <a:cubicBezTo>
                    <a:pt x="16897" y="16261"/>
                    <a:pt x="16642" y="16800"/>
                    <a:pt x="16358" y="17283"/>
                  </a:cubicBezTo>
                  <a:cubicBezTo>
                    <a:pt x="14966" y="19726"/>
                    <a:pt x="13774" y="22281"/>
                    <a:pt x="12780" y="24894"/>
                  </a:cubicBezTo>
                  <a:cubicBezTo>
                    <a:pt x="12240" y="26257"/>
                    <a:pt x="11842" y="27649"/>
                    <a:pt x="11445" y="29040"/>
                  </a:cubicBezTo>
                  <a:cubicBezTo>
                    <a:pt x="10990" y="30545"/>
                    <a:pt x="10621" y="32107"/>
                    <a:pt x="10280" y="33641"/>
                  </a:cubicBezTo>
                  <a:cubicBezTo>
                    <a:pt x="9940" y="35004"/>
                    <a:pt x="9656" y="36367"/>
                    <a:pt x="9457" y="37759"/>
                  </a:cubicBezTo>
                  <a:cubicBezTo>
                    <a:pt x="9286" y="38810"/>
                    <a:pt x="9145" y="39889"/>
                    <a:pt x="9031" y="40939"/>
                  </a:cubicBezTo>
                  <a:cubicBezTo>
                    <a:pt x="9031" y="41138"/>
                    <a:pt x="8974" y="41309"/>
                    <a:pt x="8861" y="41479"/>
                  </a:cubicBezTo>
                  <a:cubicBezTo>
                    <a:pt x="8832" y="41536"/>
                    <a:pt x="8775" y="41564"/>
                    <a:pt x="8690" y="41564"/>
                  </a:cubicBezTo>
                  <a:cubicBezTo>
                    <a:pt x="8605" y="41564"/>
                    <a:pt x="8520" y="41479"/>
                    <a:pt x="8520" y="41394"/>
                  </a:cubicBezTo>
                  <a:cubicBezTo>
                    <a:pt x="8491" y="41280"/>
                    <a:pt x="8491" y="41110"/>
                    <a:pt x="8491" y="40911"/>
                  </a:cubicBezTo>
                  <a:lnTo>
                    <a:pt x="8520" y="40911"/>
                  </a:lnTo>
                  <a:cubicBezTo>
                    <a:pt x="8605" y="40457"/>
                    <a:pt x="8605" y="39889"/>
                    <a:pt x="8662" y="39378"/>
                  </a:cubicBezTo>
                  <a:cubicBezTo>
                    <a:pt x="8861" y="38100"/>
                    <a:pt x="9059" y="36793"/>
                    <a:pt x="9315" y="35515"/>
                  </a:cubicBezTo>
                  <a:cubicBezTo>
                    <a:pt x="9741" y="33499"/>
                    <a:pt x="10195" y="31511"/>
                    <a:pt x="10735" y="29523"/>
                  </a:cubicBezTo>
                  <a:cubicBezTo>
                    <a:pt x="11132" y="28046"/>
                    <a:pt x="11615" y="26570"/>
                    <a:pt x="12126" y="25121"/>
                  </a:cubicBezTo>
                  <a:cubicBezTo>
                    <a:pt x="12524" y="23985"/>
                    <a:pt x="12978" y="22849"/>
                    <a:pt x="13490" y="21742"/>
                  </a:cubicBezTo>
                  <a:cubicBezTo>
                    <a:pt x="14086" y="20492"/>
                    <a:pt x="14682" y="19271"/>
                    <a:pt x="15335" y="18050"/>
                  </a:cubicBezTo>
                  <a:cubicBezTo>
                    <a:pt x="16045" y="16658"/>
                    <a:pt x="16841" y="15295"/>
                    <a:pt x="17721" y="13989"/>
                  </a:cubicBezTo>
                  <a:cubicBezTo>
                    <a:pt x="18658" y="12654"/>
                    <a:pt x="19510" y="11206"/>
                    <a:pt x="20532" y="9900"/>
                  </a:cubicBezTo>
                  <a:cubicBezTo>
                    <a:pt x="20618" y="9786"/>
                    <a:pt x="20646" y="9644"/>
                    <a:pt x="20788" y="9587"/>
                  </a:cubicBezTo>
                  <a:cubicBezTo>
                    <a:pt x="20816" y="9573"/>
                    <a:pt x="20852" y="9566"/>
                    <a:pt x="20887" y="9566"/>
                  </a:cubicBezTo>
                  <a:close/>
                  <a:moveTo>
                    <a:pt x="11592" y="0"/>
                  </a:moveTo>
                  <a:cubicBezTo>
                    <a:pt x="10313" y="0"/>
                    <a:pt x="9063" y="388"/>
                    <a:pt x="8009" y="1124"/>
                  </a:cubicBezTo>
                  <a:cubicBezTo>
                    <a:pt x="6418" y="2118"/>
                    <a:pt x="5027" y="3396"/>
                    <a:pt x="3862" y="4873"/>
                  </a:cubicBezTo>
                  <a:cubicBezTo>
                    <a:pt x="3806" y="4930"/>
                    <a:pt x="3664" y="5015"/>
                    <a:pt x="3749" y="5157"/>
                  </a:cubicBezTo>
                  <a:cubicBezTo>
                    <a:pt x="4856" y="4731"/>
                    <a:pt x="6021" y="4390"/>
                    <a:pt x="7185" y="4163"/>
                  </a:cubicBezTo>
                  <a:cubicBezTo>
                    <a:pt x="7989" y="3982"/>
                    <a:pt x="8808" y="3886"/>
                    <a:pt x="9641" y="3886"/>
                  </a:cubicBezTo>
                  <a:cubicBezTo>
                    <a:pt x="9984" y="3886"/>
                    <a:pt x="10330" y="3903"/>
                    <a:pt x="10678" y="3936"/>
                  </a:cubicBezTo>
                  <a:cubicBezTo>
                    <a:pt x="11757" y="3993"/>
                    <a:pt x="12780" y="4504"/>
                    <a:pt x="13518" y="5299"/>
                  </a:cubicBezTo>
                  <a:cubicBezTo>
                    <a:pt x="13859" y="5668"/>
                    <a:pt x="14114" y="6151"/>
                    <a:pt x="14228" y="6662"/>
                  </a:cubicBezTo>
                  <a:cubicBezTo>
                    <a:pt x="14370" y="7344"/>
                    <a:pt x="14228" y="7855"/>
                    <a:pt x="13291" y="8224"/>
                  </a:cubicBezTo>
                  <a:cubicBezTo>
                    <a:pt x="13165" y="8278"/>
                    <a:pt x="13016" y="8298"/>
                    <a:pt x="12866" y="8298"/>
                  </a:cubicBezTo>
                  <a:cubicBezTo>
                    <a:pt x="12779" y="8298"/>
                    <a:pt x="12692" y="8291"/>
                    <a:pt x="12609" y="8281"/>
                  </a:cubicBezTo>
                  <a:cubicBezTo>
                    <a:pt x="12183" y="8252"/>
                    <a:pt x="11786" y="8196"/>
                    <a:pt x="11360" y="8139"/>
                  </a:cubicBezTo>
                  <a:cubicBezTo>
                    <a:pt x="10337" y="7914"/>
                    <a:pt x="9300" y="7807"/>
                    <a:pt x="8259" y="7807"/>
                  </a:cubicBezTo>
                  <a:cubicBezTo>
                    <a:pt x="7854" y="7807"/>
                    <a:pt x="7449" y="7823"/>
                    <a:pt x="7043" y="7855"/>
                  </a:cubicBezTo>
                  <a:cubicBezTo>
                    <a:pt x="4572" y="7968"/>
                    <a:pt x="2300" y="9133"/>
                    <a:pt x="795" y="11064"/>
                  </a:cubicBezTo>
                  <a:cubicBezTo>
                    <a:pt x="625" y="11291"/>
                    <a:pt x="511" y="11547"/>
                    <a:pt x="454" y="11802"/>
                  </a:cubicBezTo>
                  <a:cubicBezTo>
                    <a:pt x="312" y="12796"/>
                    <a:pt x="227" y="13762"/>
                    <a:pt x="170" y="14756"/>
                  </a:cubicBezTo>
                  <a:cubicBezTo>
                    <a:pt x="0" y="16744"/>
                    <a:pt x="170" y="18760"/>
                    <a:pt x="596" y="20748"/>
                  </a:cubicBezTo>
                  <a:cubicBezTo>
                    <a:pt x="1051" y="22963"/>
                    <a:pt x="1761" y="25121"/>
                    <a:pt x="2357" y="27308"/>
                  </a:cubicBezTo>
                  <a:lnTo>
                    <a:pt x="2386" y="27365"/>
                  </a:lnTo>
                  <a:cubicBezTo>
                    <a:pt x="2404" y="27441"/>
                    <a:pt x="2461" y="27478"/>
                    <a:pt x="2522" y="27478"/>
                  </a:cubicBezTo>
                  <a:cubicBezTo>
                    <a:pt x="2553" y="27478"/>
                    <a:pt x="2584" y="27469"/>
                    <a:pt x="2613" y="27450"/>
                  </a:cubicBezTo>
                  <a:cubicBezTo>
                    <a:pt x="2726" y="27308"/>
                    <a:pt x="2868" y="27166"/>
                    <a:pt x="2982" y="27024"/>
                  </a:cubicBezTo>
                  <a:cubicBezTo>
                    <a:pt x="3607" y="26342"/>
                    <a:pt x="4260" y="25661"/>
                    <a:pt x="4885" y="24979"/>
                  </a:cubicBezTo>
                  <a:cubicBezTo>
                    <a:pt x="5424" y="24383"/>
                    <a:pt x="6021" y="23843"/>
                    <a:pt x="6674" y="23389"/>
                  </a:cubicBezTo>
                  <a:cubicBezTo>
                    <a:pt x="6986" y="23190"/>
                    <a:pt x="7299" y="22991"/>
                    <a:pt x="7639" y="22849"/>
                  </a:cubicBezTo>
                  <a:cubicBezTo>
                    <a:pt x="7923" y="22736"/>
                    <a:pt x="8236" y="22679"/>
                    <a:pt x="8548" y="22679"/>
                  </a:cubicBezTo>
                  <a:cubicBezTo>
                    <a:pt x="8561" y="22678"/>
                    <a:pt x="8574" y="22678"/>
                    <a:pt x="8587" y="22678"/>
                  </a:cubicBezTo>
                  <a:cubicBezTo>
                    <a:pt x="9164" y="22678"/>
                    <a:pt x="9594" y="23288"/>
                    <a:pt x="9372" y="23843"/>
                  </a:cubicBezTo>
                  <a:cubicBezTo>
                    <a:pt x="9286" y="24156"/>
                    <a:pt x="9145" y="24411"/>
                    <a:pt x="8946" y="24639"/>
                  </a:cubicBezTo>
                  <a:cubicBezTo>
                    <a:pt x="8548" y="25121"/>
                    <a:pt x="8122" y="25519"/>
                    <a:pt x="7639" y="25888"/>
                  </a:cubicBezTo>
                  <a:cubicBezTo>
                    <a:pt x="6958" y="26399"/>
                    <a:pt x="6276" y="26910"/>
                    <a:pt x="5595" y="27393"/>
                  </a:cubicBezTo>
                  <a:cubicBezTo>
                    <a:pt x="4771" y="28018"/>
                    <a:pt x="4004" y="28728"/>
                    <a:pt x="3380" y="29523"/>
                  </a:cubicBezTo>
                  <a:cubicBezTo>
                    <a:pt x="3152" y="29750"/>
                    <a:pt x="3096" y="30063"/>
                    <a:pt x="3181" y="30375"/>
                  </a:cubicBezTo>
                  <a:cubicBezTo>
                    <a:pt x="3607" y="31738"/>
                    <a:pt x="4004" y="33101"/>
                    <a:pt x="4487" y="34493"/>
                  </a:cubicBezTo>
                  <a:cubicBezTo>
                    <a:pt x="4714" y="34323"/>
                    <a:pt x="4856" y="34124"/>
                    <a:pt x="4970" y="33868"/>
                  </a:cubicBezTo>
                  <a:cubicBezTo>
                    <a:pt x="5623" y="32931"/>
                    <a:pt x="6361" y="32051"/>
                    <a:pt x="7157" y="31227"/>
                  </a:cubicBezTo>
                  <a:cubicBezTo>
                    <a:pt x="7327" y="31057"/>
                    <a:pt x="7497" y="30915"/>
                    <a:pt x="7725" y="30829"/>
                  </a:cubicBezTo>
                  <a:cubicBezTo>
                    <a:pt x="7776" y="30804"/>
                    <a:pt x="7827" y="30790"/>
                    <a:pt x="7875" y="30790"/>
                  </a:cubicBezTo>
                  <a:cubicBezTo>
                    <a:pt x="7935" y="30790"/>
                    <a:pt x="7990" y="30811"/>
                    <a:pt x="8037" y="30858"/>
                  </a:cubicBezTo>
                  <a:cubicBezTo>
                    <a:pt x="8151" y="30943"/>
                    <a:pt x="8179" y="31085"/>
                    <a:pt x="8122" y="31199"/>
                  </a:cubicBezTo>
                  <a:cubicBezTo>
                    <a:pt x="8094" y="31312"/>
                    <a:pt x="8037" y="31454"/>
                    <a:pt x="7952" y="31568"/>
                  </a:cubicBezTo>
                  <a:cubicBezTo>
                    <a:pt x="7696" y="32079"/>
                    <a:pt x="7441" y="32562"/>
                    <a:pt x="7157" y="33045"/>
                  </a:cubicBezTo>
                  <a:cubicBezTo>
                    <a:pt x="6532" y="34124"/>
                    <a:pt x="6021" y="35260"/>
                    <a:pt x="5509" y="36367"/>
                  </a:cubicBezTo>
                  <a:cubicBezTo>
                    <a:pt x="5339" y="36651"/>
                    <a:pt x="5339" y="37020"/>
                    <a:pt x="5481" y="37304"/>
                  </a:cubicBezTo>
                  <a:cubicBezTo>
                    <a:pt x="5822" y="38128"/>
                    <a:pt x="6106" y="38980"/>
                    <a:pt x="6447" y="39804"/>
                  </a:cubicBezTo>
                  <a:cubicBezTo>
                    <a:pt x="6787" y="40684"/>
                    <a:pt x="7213" y="41564"/>
                    <a:pt x="7668" y="42388"/>
                  </a:cubicBezTo>
                  <a:cubicBezTo>
                    <a:pt x="7781" y="42615"/>
                    <a:pt x="7923" y="42842"/>
                    <a:pt x="8094" y="43041"/>
                  </a:cubicBezTo>
                  <a:cubicBezTo>
                    <a:pt x="8233" y="43227"/>
                    <a:pt x="8356" y="43320"/>
                    <a:pt x="8498" y="43320"/>
                  </a:cubicBezTo>
                  <a:cubicBezTo>
                    <a:pt x="8617" y="43320"/>
                    <a:pt x="8750" y="43255"/>
                    <a:pt x="8917" y="43126"/>
                  </a:cubicBezTo>
                  <a:cubicBezTo>
                    <a:pt x="9230" y="42927"/>
                    <a:pt x="9485" y="42643"/>
                    <a:pt x="9712" y="42359"/>
                  </a:cubicBezTo>
                  <a:cubicBezTo>
                    <a:pt x="10110" y="41820"/>
                    <a:pt x="10564" y="41365"/>
                    <a:pt x="11104" y="40968"/>
                  </a:cubicBezTo>
                  <a:cubicBezTo>
                    <a:pt x="11445" y="40712"/>
                    <a:pt x="11757" y="40457"/>
                    <a:pt x="12070" y="40173"/>
                  </a:cubicBezTo>
                  <a:cubicBezTo>
                    <a:pt x="12893" y="39491"/>
                    <a:pt x="13745" y="38866"/>
                    <a:pt x="14654" y="38355"/>
                  </a:cubicBezTo>
                  <a:cubicBezTo>
                    <a:pt x="15250" y="37986"/>
                    <a:pt x="15847" y="37645"/>
                    <a:pt x="16471" y="37276"/>
                  </a:cubicBezTo>
                  <a:cubicBezTo>
                    <a:pt x="16670" y="37191"/>
                    <a:pt x="16784" y="36992"/>
                    <a:pt x="16784" y="36793"/>
                  </a:cubicBezTo>
                  <a:cubicBezTo>
                    <a:pt x="16755" y="35913"/>
                    <a:pt x="16699" y="35061"/>
                    <a:pt x="16585" y="34209"/>
                  </a:cubicBezTo>
                  <a:cubicBezTo>
                    <a:pt x="16358" y="32789"/>
                    <a:pt x="15847" y="31426"/>
                    <a:pt x="15080" y="30205"/>
                  </a:cubicBezTo>
                  <a:cubicBezTo>
                    <a:pt x="14796" y="29779"/>
                    <a:pt x="14569" y="29324"/>
                    <a:pt x="14370" y="28842"/>
                  </a:cubicBezTo>
                  <a:cubicBezTo>
                    <a:pt x="14285" y="28671"/>
                    <a:pt x="14228" y="28444"/>
                    <a:pt x="14228" y="28245"/>
                  </a:cubicBezTo>
                  <a:cubicBezTo>
                    <a:pt x="14200" y="27848"/>
                    <a:pt x="14512" y="27507"/>
                    <a:pt x="14909" y="27507"/>
                  </a:cubicBezTo>
                  <a:cubicBezTo>
                    <a:pt x="14948" y="27502"/>
                    <a:pt x="14988" y="27500"/>
                    <a:pt x="15029" y="27500"/>
                  </a:cubicBezTo>
                  <a:cubicBezTo>
                    <a:pt x="15223" y="27500"/>
                    <a:pt x="15426" y="27555"/>
                    <a:pt x="15591" y="27649"/>
                  </a:cubicBezTo>
                  <a:cubicBezTo>
                    <a:pt x="16159" y="27933"/>
                    <a:pt x="16670" y="28330"/>
                    <a:pt x="17039" y="28842"/>
                  </a:cubicBezTo>
                  <a:cubicBezTo>
                    <a:pt x="17352" y="29239"/>
                    <a:pt x="17636" y="29665"/>
                    <a:pt x="17863" y="30148"/>
                  </a:cubicBezTo>
                  <a:cubicBezTo>
                    <a:pt x="18658" y="31710"/>
                    <a:pt x="19255" y="33357"/>
                    <a:pt x="19652" y="35089"/>
                  </a:cubicBezTo>
                  <a:cubicBezTo>
                    <a:pt x="19681" y="35231"/>
                    <a:pt x="19652" y="35402"/>
                    <a:pt x="19851" y="35515"/>
                  </a:cubicBezTo>
                  <a:cubicBezTo>
                    <a:pt x="21697" y="34692"/>
                    <a:pt x="23628" y="34010"/>
                    <a:pt x="25502" y="33272"/>
                  </a:cubicBezTo>
                  <a:cubicBezTo>
                    <a:pt x="26496" y="32874"/>
                    <a:pt x="27490" y="32391"/>
                    <a:pt x="28456" y="31965"/>
                  </a:cubicBezTo>
                  <a:cubicBezTo>
                    <a:pt x="28711" y="31880"/>
                    <a:pt x="28882" y="31653"/>
                    <a:pt x="28853" y="31397"/>
                  </a:cubicBezTo>
                  <a:cubicBezTo>
                    <a:pt x="28882" y="30915"/>
                    <a:pt x="28939" y="30460"/>
                    <a:pt x="28967" y="29978"/>
                  </a:cubicBezTo>
                  <a:cubicBezTo>
                    <a:pt x="28995" y="29324"/>
                    <a:pt x="28939" y="28671"/>
                    <a:pt x="28768" y="28046"/>
                  </a:cubicBezTo>
                  <a:cubicBezTo>
                    <a:pt x="28427" y="26626"/>
                    <a:pt x="27604" y="25349"/>
                    <a:pt x="26468" y="24440"/>
                  </a:cubicBezTo>
                  <a:cubicBezTo>
                    <a:pt x="25815" y="23900"/>
                    <a:pt x="25133" y="23417"/>
                    <a:pt x="24395" y="22991"/>
                  </a:cubicBezTo>
                  <a:cubicBezTo>
                    <a:pt x="23855" y="22707"/>
                    <a:pt x="23287" y="22395"/>
                    <a:pt x="22748" y="22054"/>
                  </a:cubicBezTo>
                  <a:cubicBezTo>
                    <a:pt x="22435" y="21884"/>
                    <a:pt x="22180" y="21657"/>
                    <a:pt x="21924" y="21401"/>
                  </a:cubicBezTo>
                  <a:cubicBezTo>
                    <a:pt x="21612" y="21060"/>
                    <a:pt x="21555" y="20577"/>
                    <a:pt x="21754" y="20152"/>
                  </a:cubicBezTo>
                  <a:cubicBezTo>
                    <a:pt x="21867" y="19896"/>
                    <a:pt x="22009" y="19669"/>
                    <a:pt x="22236" y="19470"/>
                  </a:cubicBezTo>
                  <a:cubicBezTo>
                    <a:pt x="22492" y="19214"/>
                    <a:pt x="22804" y="19016"/>
                    <a:pt x="23174" y="18874"/>
                  </a:cubicBezTo>
                  <a:cubicBezTo>
                    <a:pt x="24058" y="18515"/>
                    <a:pt x="24942" y="18324"/>
                    <a:pt x="25818" y="18324"/>
                  </a:cubicBezTo>
                  <a:cubicBezTo>
                    <a:pt x="26884" y="18324"/>
                    <a:pt x="27938" y="18606"/>
                    <a:pt x="28967" y="19214"/>
                  </a:cubicBezTo>
                  <a:cubicBezTo>
                    <a:pt x="29677" y="19640"/>
                    <a:pt x="30330" y="20208"/>
                    <a:pt x="30898" y="20833"/>
                  </a:cubicBezTo>
                  <a:cubicBezTo>
                    <a:pt x="31835" y="21912"/>
                    <a:pt x="32574" y="23162"/>
                    <a:pt x="33056" y="24497"/>
                  </a:cubicBezTo>
                  <a:cubicBezTo>
                    <a:pt x="33397" y="25320"/>
                    <a:pt x="33653" y="26172"/>
                    <a:pt x="33823" y="27052"/>
                  </a:cubicBezTo>
                  <a:cubicBezTo>
                    <a:pt x="33823" y="27109"/>
                    <a:pt x="33823" y="27194"/>
                    <a:pt x="33908" y="27194"/>
                  </a:cubicBezTo>
                  <a:cubicBezTo>
                    <a:pt x="33965" y="27166"/>
                    <a:pt x="34050" y="27138"/>
                    <a:pt x="34079" y="27109"/>
                  </a:cubicBezTo>
                  <a:cubicBezTo>
                    <a:pt x="34136" y="27052"/>
                    <a:pt x="34164" y="26996"/>
                    <a:pt x="34221" y="26939"/>
                  </a:cubicBezTo>
                  <a:cubicBezTo>
                    <a:pt x="35754" y="24894"/>
                    <a:pt x="36549" y="22537"/>
                    <a:pt x="37004" y="20038"/>
                  </a:cubicBezTo>
                  <a:cubicBezTo>
                    <a:pt x="37061" y="19754"/>
                    <a:pt x="37004" y="19470"/>
                    <a:pt x="36862" y="19243"/>
                  </a:cubicBezTo>
                  <a:cubicBezTo>
                    <a:pt x="36578" y="18732"/>
                    <a:pt x="36322" y="18192"/>
                    <a:pt x="36010" y="17709"/>
                  </a:cubicBezTo>
                  <a:cubicBezTo>
                    <a:pt x="35101" y="16261"/>
                    <a:pt x="33738" y="15097"/>
                    <a:pt x="32176" y="14443"/>
                  </a:cubicBezTo>
                  <a:cubicBezTo>
                    <a:pt x="31296" y="14074"/>
                    <a:pt x="30415" y="13790"/>
                    <a:pt x="29535" y="13506"/>
                  </a:cubicBezTo>
                  <a:cubicBezTo>
                    <a:pt x="29052" y="13364"/>
                    <a:pt x="28598" y="13194"/>
                    <a:pt x="28143" y="13023"/>
                  </a:cubicBezTo>
                  <a:cubicBezTo>
                    <a:pt x="27888" y="12938"/>
                    <a:pt x="27661" y="12796"/>
                    <a:pt x="27462" y="12626"/>
                  </a:cubicBezTo>
                  <a:cubicBezTo>
                    <a:pt x="27007" y="12200"/>
                    <a:pt x="27093" y="11717"/>
                    <a:pt x="27689" y="11490"/>
                  </a:cubicBezTo>
                  <a:cubicBezTo>
                    <a:pt x="28030" y="11348"/>
                    <a:pt x="28427" y="11263"/>
                    <a:pt x="28825" y="11263"/>
                  </a:cubicBezTo>
                  <a:cubicBezTo>
                    <a:pt x="28904" y="11259"/>
                    <a:pt x="28984" y="11257"/>
                    <a:pt x="29063" y="11257"/>
                  </a:cubicBezTo>
                  <a:cubicBezTo>
                    <a:pt x="29608" y="11257"/>
                    <a:pt x="30154" y="11341"/>
                    <a:pt x="30699" y="11490"/>
                  </a:cubicBezTo>
                  <a:cubicBezTo>
                    <a:pt x="32744" y="11973"/>
                    <a:pt x="34675" y="12881"/>
                    <a:pt x="36322" y="14216"/>
                  </a:cubicBezTo>
                  <a:cubicBezTo>
                    <a:pt x="36493" y="14387"/>
                    <a:pt x="36720" y="14557"/>
                    <a:pt x="36947" y="14671"/>
                  </a:cubicBezTo>
                  <a:cubicBezTo>
                    <a:pt x="36890" y="14301"/>
                    <a:pt x="36805" y="13961"/>
                    <a:pt x="36663" y="13620"/>
                  </a:cubicBezTo>
                  <a:cubicBezTo>
                    <a:pt x="36180" y="12427"/>
                    <a:pt x="35556" y="11291"/>
                    <a:pt x="34817" y="10240"/>
                  </a:cubicBezTo>
                  <a:cubicBezTo>
                    <a:pt x="34505" y="9814"/>
                    <a:pt x="34164" y="9445"/>
                    <a:pt x="33766" y="9133"/>
                  </a:cubicBezTo>
                  <a:cubicBezTo>
                    <a:pt x="33170" y="8650"/>
                    <a:pt x="32545" y="8252"/>
                    <a:pt x="31864" y="7940"/>
                  </a:cubicBezTo>
                  <a:cubicBezTo>
                    <a:pt x="30675" y="7368"/>
                    <a:pt x="29384" y="7068"/>
                    <a:pt x="28084" y="7068"/>
                  </a:cubicBezTo>
                  <a:cubicBezTo>
                    <a:pt x="27706" y="7068"/>
                    <a:pt x="27328" y="7094"/>
                    <a:pt x="26951" y="7145"/>
                  </a:cubicBezTo>
                  <a:cubicBezTo>
                    <a:pt x="25985" y="7258"/>
                    <a:pt x="25048" y="7457"/>
                    <a:pt x="24111" y="7656"/>
                  </a:cubicBezTo>
                  <a:cubicBezTo>
                    <a:pt x="23287" y="7855"/>
                    <a:pt x="22464" y="8082"/>
                    <a:pt x="21697" y="8394"/>
                  </a:cubicBezTo>
                  <a:cubicBezTo>
                    <a:pt x="21562" y="8436"/>
                    <a:pt x="21472" y="8462"/>
                    <a:pt x="21408" y="8462"/>
                  </a:cubicBezTo>
                  <a:cubicBezTo>
                    <a:pt x="21295" y="8462"/>
                    <a:pt x="21258" y="8383"/>
                    <a:pt x="21186" y="8167"/>
                  </a:cubicBezTo>
                  <a:cubicBezTo>
                    <a:pt x="21015" y="7542"/>
                    <a:pt x="20760" y="6974"/>
                    <a:pt x="20447" y="6435"/>
                  </a:cubicBezTo>
                  <a:cubicBezTo>
                    <a:pt x="19169" y="4475"/>
                    <a:pt x="17749" y="2658"/>
                    <a:pt x="15761" y="1351"/>
                  </a:cubicBezTo>
                  <a:cubicBezTo>
                    <a:pt x="14995" y="840"/>
                    <a:pt x="14114" y="443"/>
                    <a:pt x="13234" y="215"/>
                  </a:cubicBezTo>
                  <a:cubicBezTo>
                    <a:pt x="12690" y="71"/>
                    <a:pt x="12138" y="0"/>
                    <a:pt x="115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07"/>
            <p:cNvSpPr/>
            <p:nvPr/>
          </p:nvSpPr>
          <p:spPr>
            <a:xfrm>
              <a:off x="2537000" y="1574725"/>
              <a:ext cx="314550" cy="800000"/>
            </a:xfrm>
            <a:custGeom>
              <a:rect b="b" l="l" r="r" t="t"/>
              <a:pathLst>
                <a:path extrusionOk="0" h="32000" w="12582">
                  <a:moveTo>
                    <a:pt x="12397" y="1"/>
                  </a:moveTo>
                  <a:cubicBezTo>
                    <a:pt x="12361" y="1"/>
                    <a:pt x="12326" y="8"/>
                    <a:pt x="12297" y="22"/>
                  </a:cubicBezTo>
                  <a:cubicBezTo>
                    <a:pt x="12155" y="79"/>
                    <a:pt x="12127" y="221"/>
                    <a:pt x="12042" y="335"/>
                  </a:cubicBezTo>
                  <a:cubicBezTo>
                    <a:pt x="11020" y="1641"/>
                    <a:pt x="10168" y="3061"/>
                    <a:pt x="9230" y="4424"/>
                  </a:cubicBezTo>
                  <a:cubicBezTo>
                    <a:pt x="8350" y="5730"/>
                    <a:pt x="7555" y="7093"/>
                    <a:pt x="6845" y="8485"/>
                  </a:cubicBezTo>
                  <a:cubicBezTo>
                    <a:pt x="6192" y="9706"/>
                    <a:pt x="5595" y="10927"/>
                    <a:pt x="4999" y="12177"/>
                  </a:cubicBezTo>
                  <a:cubicBezTo>
                    <a:pt x="4488" y="13284"/>
                    <a:pt x="4005" y="14392"/>
                    <a:pt x="3607" y="15556"/>
                  </a:cubicBezTo>
                  <a:cubicBezTo>
                    <a:pt x="3096" y="17005"/>
                    <a:pt x="2642" y="18481"/>
                    <a:pt x="2244" y="19958"/>
                  </a:cubicBezTo>
                  <a:cubicBezTo>
                    <a:pt x="1705" y="21946"/>
                    <a:pt x="1250" y="23934"/>
                    <a:pt x="824" y="25950"/>
                  </a:cubicBezTo>
                  <a:cubicBezTo>
                    <a:pt x="540" y="27228"/>
                    <a:pt x="342" y="28506"/>
                    <a:pt x="171" y="29813"/>
                  </a:cubicBezTo>
                  <a:cubicBezTo>
                    <a:pt x="86" y="30324"/>
                    <a:pt x="86" y="30892"/>
                    <a:pt x="1" y="31346"/>
                  </a:cubicBezTo>
                  <a:cubicBezTo>
                    <a:pt x="1" y="31545"/>
                    <a:pt x="1" y="31687"/>
                    <a:pt x="29" y="31829"/>
                  </a:cubicBezTo>
                  <a:cubicBezTo>
                    <a:pt x="29" y="31914"/>
                    <a:pt x="114" y="31999"/>
                    <a:pt x="200" y="31999"/>
                  </a:cubicBezTo>
                  <a:cubicBezTo>
                    <a:pt x="285" y="31999"/>
                    <a:pt x="342" y="31971"/>
                    <a:pt x="370" y="31914"/>
                  </a:cubicBezTo>
                  <a:cubicBezTo>
                    <a:pt x="484" y="31744"/>
                    <a:pt x="540" y="31573"/>
                    <a:pt x="540" y="31374"/>
                  </a:cubicBezTo>
                  <a:cubicBezTo>
                    <a:pt x="654" y="30324"/>
                    <a:pt x="796" y="29245"/>
                    <a:pt x="966" y="28194"/>
                  </a:cubicBezTo>
                  <a:cubicBezTo>
                    <a:pt x="1165" y="26802"/>
                    <a:pt x="1449" y="25439"/>
                    <a:pt x="1790" y="24076"/>
                  </a:cubicBezTo>
                  <a:cubicBezTo>
                    <a:pt x="2131" y="22514"/>
                    <a:pt x="2500" y="20980"/>
                    <a:pt x="2954" y="19475"/>
                  </a:cubicBezTo>
                  <a:cubicBezTo>
                    <a:pt x="3352" y="18084"/>
                    <a:pt x="3749" y="16692"/>
                    <a:pt x="4289" y="15329"/>
                  </a:cubicBezTo>
                  <a:cubicBezTo>
                    <a:pt x="5283" y="12716"/>
                    <a:pt x="6476" y="10161"/>
                    <a:pt x="7867" y="7718"/>
                  </a:cubicBezTo>
                  <a:cubicBezTo>
                    <a:pt x="8151" y="7207"/>
                    <a:pt x="8407" y="6696"/>
                    <a:pt x="8719" y="6213"/>
                  </a:cubicBezTo>
                  <a:cubicBezTo>
                    <a:pt x="9372" y="5162"/>
                    <a:pt x="10026" y="4168"/>
                    <a:pt x="10679" y="3146"/>
                  </a:cubicBezTo>
                  <a:cubicBezTo>
                    <a:pt x="11218" y="2322"/>
                    <a:pt x="11758" y="1499"/>
                    <a:pt x="12297" y="675"/>
                  </a:cubicBezTo>
                  <a:cubicBezTo>
                    <a:pt x="12411" y="533"/>
                    <a:pt x="12496" y="363"/>
                    <a:pt x="12581" y="193"/>
                  </a:cubicBezTo>
                  <a:cubicBezTo>
                    <a:pt x="12581" y="136"/>
                    <a:pt x="12553" y="51"/>
                    <a:pt x="12496" y="22"/>
                  </a:cubicBezTo>
                  <a:cubicBezTo>
                    <a:pt x="12468" y="8"/>
                    <a:pt x="12432" y="1"/>
                    <a:pt x="12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07"/>
            <p:cNvSpPr/>
            <p:nvPr/>
          </p:nvSpPr>
          <p:spPr>
            <a:xfrm>
              <a:off x="2537000" y="1512575"/>
              <a:ext cx="712850" cy="906150"/>
            </a:xfrm>
            <a:custGeom>
              <a:rect b="b" l="l" r="r" t="t"/>
              <a:pathLst>
                <a:path extrusionOk="0" h="36246" w="28514">
                  <a:moveTo>
                    <a:pt x="14743" y="6395"/>
                  </a:moveTo>
                  <a:cubicBezTo>
                    <a:pt x="15104" y="6395"/>
                    <a:pt x="15464" y="6425"/>
                    <a:pt x="15819" y="6484"/>
                  </a:cubicBezTo>
                  <a:cubicBezTo>
                    <a:pt x="16444" y="6569"/>
                    <a:pt x="17040" y="6740"/>
                    <a:pt x="17636" y="6995"/>
                  </a:cubicBezTo>
                  <a:cubicBezTo>
                    <a:pt x="17892" y="7109"/>
                    <a:pt x="18119" y="7279"/>
                    <a:pt x="18290" y="7478"/>
                  </a:cubicBezTo>
                  <a:cubicBezTo>
                    <a:pt x="18517" y="7705"/>
                    <a:pt x="18602" y="8018"/>
                    <a:pt x="18517" y="8330"/>
                  </a:cubicBezTo>
                  <a:cubicBezTo>
                    <a:pt x="18403" y="8614"/>
                    <a:pt x="18148" y="8813"/>
                    <a:pt x="17835" y="8841"/>
                  </a:cubicBezTo>
                  <a:cubicBezTo>
                    <a:pt x="17722" y="8841"/>
                    <a:pt x="17636" y="8869"/>
                    <a:pt x="17551" y="8869"/>
                  </a:cubicBezTo>
                  <a:cubicBezTo>
                    <a:pt x="17068" y="8841"/>
                    <a:pt x="16586" y="8756"/>
                    <a:pt x="16103" y="8614"/>
                  </a:cubicBezTo>
                  <a:cubicBezTo>
                    <a:pt x="15137" y="8330"/>
                    <a:pt x="14143" y="8160"/>
                    <a:pt x="13149" y="8103"/>
                  </a:cubicBezTo>
                  <a:cubicBezTo>
                    <a:pt x="12951" y="8103"/>
                    <a:pt x="12723" y="8046"/>
                    <a:pt x="12525" y="7989"/>
                  </a:cubicBezTo>
                  <a:cubicBezTo>
                    <a:pt x="12127" y="7876"/>
                    <a:pt x="12013" y="7364"/>
                    <a:pt x="12354" y="7080"/>
                  </a:cubicBezTo>
                  <a:cubicBezTo>
                    <a:pt x="12581" y="6825"/>
                    <a:pt x="12894" y="6626"/>
                    <a:pt x="13235" y="6569"/>
                  </a:cubicBezTo>
                  <a:cubicBezTo>
                    <a:pt x="13732" y="6453"/>
                    <a:pt x="14238" y="6395"/>
                    <a:pt x="14743" y="6395"/>
                  </a:cubicBezTo>
                  <a:close/>
                  <a:moveTo>
                    <a:pt x="8662" y="15401"/>
                  </a:moveTo>
                  <a:cubicBezTo>
                    <a:pt x="9003" y="15401"/>
                    <a:pt x="9316" y="15486"/>
                    <a:pt x="9628" y="15628"/>
                  </a:cubicBezTo>
                  <a:cubicBezTo>
                    <a:pt x="9742" y="15685"/>
                    <a:pt x="9855" y="15770"/>
                    <a:pt x="9997" y="15827"/>
                  </a:cubicBezTo>
                  <a:cubicBezTo>
                    <a:pt x="11729" y="17020"/>
                    <a:pt x="13235" y="18440"/>
                    <a:pt x="14115" y="20428"/>
                  </a:cubicBezTo>
                  <a:cubicBezTo>
                    <a:pt x="14371" y="20967"/>
                    <a:pt x="14541" y="21564"/>
                    <a:pt x="14655" y="22160"/>
                  </a:cubicBezTo>
                  <a:cubicBezTo>
                    <a:pt x="14740" y="22558"/>
                    <a:pt x="14683" y="23012"/>
                    <a:pt x="14513" y="23381"/>
                  </a:cubicBezTo>
                  <a:cubicBezTo>
                    <a:pt x="14411" y="23707"/>
                    <a:pt x="14104" y="23902"/>
                    <a:pt x="13782" y="23902"/>
                  </a:cubicBezTo>
                  <a:cubicBezTo>
                    <a:pt x="13655" y="23902"/>
                    <a:pt x="13525" y="23871"/>
                    <a:pt x="13405" y="23807"/>
                  </a:cubicBezTo>
                  <a:cubicBezTo>
                    <a:pt x="13206" y="23694"/>
                    <a:pt x="13007" y="23552"/>
                    <a:pt x="12865" y="23353"/>
                  </a:cubicBezTo>
                  <a:cubicBezTo>
                    <a:pt x="12610" y="23041"/>
                    <a:pt x="12354" y="22671"/>
                    <a:pt x="12155" y="22302"/>
                  </a:cubicBezTo>
                  <a:cubicBezTo>
                    <a:pt x="11559" y="21251"/>
                    <a:pt x="10821" y="20286"/>
                    <a:pt x="9940" y="19434"/>
                  </a:cubicBezTo>
                  <a:cubicBezTo>
                    <a:pt x="9486" y="18951"/>
                    <a:pt x="9032" y="18497"/>
                    <a:pt x="8577" y="18042"/>
                  </a:cubicBezTo>
                  <a:cubicBezTo>
                    <a:pt x="8265" y="17730"/>
                    <a:pt x="8009" y="17389"/>
                    <a:pt x="7782" y="17048"/>
                  </a:cubicBezTo>
                  <a:cubicBezTo>
                    <a:pt x="7640" y="16850"/>
                    <a:pt x="7583" y="16622"/>
                    <a:pt x="7555" y="16395"/>
                  </a:cubicBezTo>
                  <a:cubicBezTo>
                    <a:pt x="7555" y="15799"/>
                    <a:pt x="8009" y="15401"/>
                    <a:pt x="8662" y="15401"/>
                  </a:cubicBezTo>
                  <a:close/>
                  <a:moveTo>
                    <a:pt x="4214" y="27387"/>
                  </a:moveTo>
                  <a:cubicBezTo>
                    <a:pt x="4278" y="27387"/>
                    <a:pt x="4350" y="27406"/>
                    <a:pt x="4431" y="27442"/>
                  </a:cubicBezTo>
                  <a:cubicBezTo>
                    <a:pt x="4942" y="27670"/>
                    <a:pt x="5056" y="28096"/>
                    <a:pt x="5084" y="28663"/>
                  </a:cubicBezTo>
                  <a:cubicBezTo>
                    <a:pt x="5056" y="28805"/>
                    <a:pt x="5027" y="28976"/>
                    <a:pt x="4999" y="29118"/>
                  </a:cubicBezTo>
                  <a:cubicBezTo>
                    <a:pt x="4942" y="29317"/>
                    <a:pt x="4800" y="29459"/>
                    <a:pt x="4601" y="29487"/>
                  </a:cubicBezTo>
                  <a:cubicBezTo>
                    <a:pt x="4403" y="29487"/>
                    <a:pt x="4204" y="29402"/>
                    <a:pt x="4119" y="29231"/>
                  </a:cubicBezTo>
                  <a:cubicBezTo>
                    <a:pt x="4062" y="29146"/>
                    <a:pt x="4005" y="29033"/>
                    <a:pt x="3977" y="28919"/>
                  </a:cubicBezTo>
                  <a:cubicBezTo>
                    <a:pt x="3835" y="28521"/>
                    <a:pt x="3806" y="28096"/>
                    <a:pt x="3920" y="27670"/>
                  </a:cubicBezTo>
                  <a:cubicBezTo>
                    <a:pt x="3978" y="27475"/>
                    <a:pt x="4076" y="27387"/>
                    <a:pt x="4214" y="27387"/>
                  </a:cubicBezTo>
                  <a:close/>
                  <a:moveTo>
                    <a:pt x="19554" y="1"/>
                  </a:moveTo>
                  <a:cubicBezTo>
                    <a:pt x="19189" y="1"/>
                    <a:pt x="18824" y="23"/>
                    <a:pt x="18460" y="66"/>
                  </a:cubicBezTo>
                  <a:cubicBezTo>
                    <a:pt x="17494" y="208"/>
                    <a:pt x="16557" y="378"/>
                    <a:pt x="15620" y="605"/>
                  </a:cubicBezTo>
                  <a:cubicBezTo>
                    <a:pt x="14797" y="776"/>
                    <a:pt x="13973" y="1031"/>
                    <a:pt x="13206" y="1315"/>
                  </a:cubicBezTo>
                  <a:cubicBezTo>
                    <a:pt x="13073" y="1367"/>
                    <a:pt x="12984" y="1396"/>
                    <a:pt x="12919" y="1396"/>
                  </a:cubicBezTo>
                  <a:cubicBezTo>
                    <a:pt x="12805" y="1396"/>
                    <a:pt x="12768" y="1306"/>
                    <a:pt x="12695" y="1088"/>
                  </a:cubicBezTo>
                  <a:lnTo>
                    <a:pt x="12297" y="2508"/>
                  </a:lnTo>
                  <a:cubicBezTo>
                    <a:pt x="12326" y="2494"/>
                    <a:pt x="12354" y="2487"/>
                    <a:pt x="12386" y="2487"/>
                  </a:cubicBezTo>
                  <a:cubicBezTo>
                    <a:pt x="12418" y="2487"/>
                    <a:pt x="12454" y="2494"/>
                    <a:pt x="12496" y="2508"/>
                  </a:cubicBezTo>
                  <a:cubicBezTo>
                    <a:pt x="12525" y="2565"/>
                    <a:pt x="12553" y="2622"/>
                    <a:pt x="12553" y="2679"/>
                  </a:cubicBezTo>
                  <a:cubicBezTo>
                    <a:pt x="12496" y="2849"/>
                    <a:pt x="12383" y="3019"/>
                    <a:pt x="12297" y="3161"/>
                  </a:cubicBezTo>
                  <a:cubicBezTo>
                    <a:pt x="11758" y="3985"/>
                    <a:pt x="11190" y="4808"/>
                    <a:pt x="10679" y="5632"/>
                  </a:cubicBezTo>
                  <a:cubicBezTo>
                    <a:pt x="9997" y="6654"/>
                    <a:pt x="9344" y="7677"/>
                    <a:pt x="8719" y="8699"/>
                  </a:cubicBezTo>
                  <a:cubicBezTo>
                    <a:pt x="8407" y="9182"/>
                    <a:pt x="8123" y="9721"/>
                    <a:pt x="7839" y="10233"/>
                  </a:cubicBezTo>
                  <a:cubicBezTo>
                    <a:pt x="6476" y="12675"/>
                    <a:pt x="5283" y="15202"/>
                    <a:pt x="4261" y="17815"/>
                  </a:cubicBezTo>
                  <a:cubicBezTo>
                    <a:pt x="3749" y="19178"/>
                    <a:pt x="3352" y="20570"/>
                    <a:pt x="2926" y="21961"/>
                  </a:cubicBezTo>
                  <a:cubicBezTo>
                    <a:pt x="2500" y="23466"/>
                    <a:pt x="2131" y="25028"/>
                    <a:pt x="1761" y="26562"/>
                  </a:cubicBezTo>
                  <a:cubicBezTo>
                    <a:pt x="1449" y="27925"/>
                    <a:pt x="1165" y="29288"/>
                    <a:pt x="938" y="30680"/>
                  </a:cubicBezTo>
                  <a:cubicBezTo>
                    <a:pt x="767" y="31759"/>
                    <a:pt x="626" y="32810"/>
                    <a:pt x="540" y="33889"/>
                  </a:cubicBezTo>
                  <a:cubicBezTo>
                    <a:pt x="512" y="34059"/>
                    <a:pt x="455" y="34230"/>
                    <a:pt x="370" y="34400"/>
                  </a:cubicBezTo>
                  <a:cubicBezTo>
                    <a:pt x="313" y="34457"/>
                    <a:pt x="256" y="34485"/>
                    <a:pt x="200" y="34485"/>
                  </a:cubicBezTo>
                  <a:lnTo>
                    <a:pt x="171" y="34485"/>
                  </a:lnTo>
                  <a:cubicBezTo>
                    <a:pt x="114" y="35053"/>
                    <a:pt x="58" y="35650"/>
                    <a:pt x="1" y="36246"/>
                  </a:cubicBezTo>
                  <a:cubicBezTo>
                    <a:pt x="143" y="36218"/>
                    <a:pt x="285" y="36161"/>
                    <a:pt x="398" y="36076"/>
                  </a:cubicBezTo>
                  <a:cubicBezTo>
                    <a:pt x="711" y="35848"/>
                    <a:pt x="966" y="35564"/>
                    <a:pt x="1193" y="35280"/>
                  </a:cubicBezTo>
                  <a:cubicBezTo>
                    <a:pt x="1591" y="34741"/>
                    <a:pt x="2045" y="34286"/>
                    <a:pt x="2585" y="33889"/>
                  </a:cubicBezTo>
                  <a:cubicBezTo>
                    <a:pt x="2926" y="33633"/>
                    <a:pt x="3238" y="33378"/>
                    <a:pt x="3551" y="33094"/>
                  </a:cubicBezTo>
                  <a:cubicBezTo>
                    <a:pt x="4374" y="32412"/>
                    <a:pt x="5226" y="31816"/>
                    <a:pt x="6135" y="31276"/>
                  </a:cubicBezTo>
                  <a:cubicBezTo>
                    <a:pt x="6731" y="30907"/>
                    <a:pt x="7328" y="30566"/>
                    <a:pt x="7952" y="30197"/>
                  </a:cubicBezTo>
                  <a:cubicBezTo>
                    <a:pt x="8151" y="30112"/>
                    <a:pt x="8265" y="29913"/>
                    <a:pt x="8265" y="29714"/>
                  </a:cubicBezTo>
                  <a:cubicBezTo>
                    <a:pt x="8236" y="28834"/>
                    <a:pt x="8180" y="27982"/>
                    <a:pt x="8066" y="27130"/>
                  </a:cubicBezTo>
                  <a:cubicBezTo>
                    <a:pt x="7839" y="25710"/>
                    <a:pt x="7328" y="24347"/>
                    <a:pt x="6561" y="23154"/>
                  </a:cubicBezTo>
                  <a:cubicBezTo>
                    <a:pt x="6277" y="22728"/>
                    <a:pt x="6021" y="22274"/>
                    <a:pt x="5851" y="21791"/>
                  </a:cubicBezTo>
                  <a:cubicBezTo>
                    <a:pt x="5766" y="21592"/>
                    <a:pt x="5709" y="21393"/>
                    <a:pt x="5709" y="21166"/>
                  </a:cubicBezTo>
                  <a:cubicBezTo>
                    <a:pt x="5681" y="20769"/>
                    <a:pt x="5993" y="20456"/>
                    <a:pt x="6390" y="20428"/>
                  </a:cubicBezTo>
                  <a:cubicBezTo>
                    <a:pt x="6618" y="20428"/>
                    <a:pt x="6845" y="20485"/>
                    <a:pt x="7072" y="20598"/>
                  </a:cubicBezTo>
                  <a:cubicBezTo>
                    <a:pt x="7640" y="20854"/>
                    <a:pt x="8123" y="21251"/>
                    <a:pt x="8520" y="21763"/>
                  </a:cubicBezTo>
                  <a:cubicBezTo>
                    <a:pt x="8833" y="22189"/>
                    <a:pt x="9088" y="22615"/>
                    <a:pt x="9344" y="23069"/>
                  </a:cubicBezTo>
                  <a:cubicBezTo>
                    <a:pt x="10139" y="24631"/>
                    <a:pt x="10736" y="26306"/>
                    <a:pt x="11105" y="28010"/>
                  </a:cubicBezTo>
                  <a:cubicBezTo>
                    <a:pt x="11133" y="28152"/>
                    <a:pt x="11133" y="28351"/>
                    <a:pt x="11332" y="28436"/>
                  </a:cubicBezTo>
                  <a:cubicBezTo>
                    <a:pt x="13178" y="27613"/>
                    <a:pt x="15081" y="26931"/>
                    <a:pt x="16983" y="26193"/>
                  </a:cubicBezTo>
                  <a:cubicBezTo>
                    <a:pt x="17977" y="25795"/>
                    <a:pt x="18943" y="25341"/>
                    <a:pt x="19937" y="24915"/>
                  </a:cubicBezTo>
                  <a:cubicBezTo>
                    <a:pt x="20192" y="24830"/>
                    <a:pt x="20334" y="24574"/>
                    <a:pt x="20334" y="24318"/>
                  </a:cubicBezTo>
                  <a:cubicBezTo>
                    <a:pt x="20334" y="23864"/>
                    <a:pt x="20391" y="23381"/>
                    <a:pt x="20420" y="22927"/>
                  </a:cubicBezTo>
                  <a:cubicBezTo>
                    <a:pt x="20476" y="22274"/>
                    <a:pt x="20420" y="21621"/>
                    <a:pt x="20249" y="20967"/>
                  </a:cubicBezTo>
                  <a:cubicBezTo>
                    <a:pt x="19880" y="19547"/>
                    <a:pt x="19085" y="18298"/>
                    <a:pt x="17949" y="17389"/>
                  </a:cubicBezTo>
                  <a:cubicBezTo>
                    <a:pt x="17296" y="16821"/>
                    <a:pt x="16586" y="16338"/>
                    <a:pt x="15876" y="15941"/>
                  </a:cubicBezTo>
                  <a:cubicBezTo>
                    <a:pt x="15308" y="15628"/>
                    <a:pt x="14768" y="15316"/>
                    <a:pt x="14229" y="15004"/>
                  </a:cubicBezTo>
                  <a:cubicBezTo>
                    <a:pt x="13916" y="14833"/>
                    <a:pt x="13632" y="14606"/>
                    <a:pt x="13405" y="14350"/>
                  </a:cubicBezTo>
                  <a:cubicBezTo>
                    <a:pt x="13093" y="14010"/>
                    <a:pt x="13007" y="13498"/>
                    <a:pt x="13206" y="13101"/>
                  </a:cubicBezTo>
                  <a:cubicBezTo>
                    <a:pt x="13320" y="12845"/>
                    <a:pt x="13490" y="12590"/>
                    <a:pt x="13689" y="12419"/>
                  </a:cubicBezTo>
                  <a:cubicBezTo>
                    <a:pt x="13973" y="12164"/>
                    <a:pt x="14285" y="11937"/>
                    <a:pt x="14626" y="11795"/>
                  </a:cubicBezTo>
                  <a:cubicBezTo>
                    <a:pt x="15523" y="11449"/>
                    <a:pt x="16408" y="11259"/>
                    <a:pt x="17281" y="11259"/>
                  </a:cubicBezTo>
                  <a:cubicBezTo>
                    <a:pt x="18345" y="11259"/>
                    <a:pt x="19391" y="11540"/>
                    <a:pt x="20420" y="12164"/>
                  </a:cubicBezTo>
                  <a:cubicBezTo>
                    <a:pt x="21158" y="12590"/>
                    <a:pt x="21811" y="13129"/>
                    <a:pt x="22351" y="13782"/>
                  </a:cubicBezTo>
                  <a:cubicBezTo>
                    <a:pt x="23288" y="14833"/>
                    <a:pt x="24026" y="16083"/>
                    <a:pt x="24537" y="17418"/>
                  </a:cubicBezTo>
                  <a:cubicBezTo>
                    <a:pt x="24850" y="18241"/>
                    <a:pt x="25105" y="19121"/>
                    <a:pt x="25276" y="19973"/>
                  </a:cubicBezTo>
                  <a:cubicBezTo>
                    <a:pt x="25276" y="20059"/>
                    <a:pt x="25276" y="20144"/>
                    <a:pt x="25389" y="20144"/>
                  </a:cubicBezTo>
                  <a:cubicBezTo>
                    <a:pt x="25446" y="20115"/>
                    <a:pt x="25503" y="20059"/>
                    <a:pt x="25560" y="20030"/>
                  </a:cubicBezTo>
                  <a:cubicBezTo>
                    <a:pt x="25588" y="19973"/>
                    <a:pt x="25645" y="19917"/>
                    <a:pt x="25673" y="19860"/>
                  </a:cubicBezTo>
                  <a:cubicBezTo>
                    <a:pt x="27207" y="17787"/>
                    <a:pt x="28002" y="15458"/>
                    <a:pt x="28456" y="12959"/>
                  </a:cubicBezTo>
                  <a:cubicBezTo>
                    <a:pt x="28513" y="12675"/>
                    <a:pt x="28485" y="12391"/>
                    <a:pt x="28343" y="12135"/>
                  </a:cubicBezTo>
                  <a:cubicBezTo>
                    <a:pt x="28059" y="11624"/>
                    <a:pt x="27803" y="11113"/>
                    <a:pt x="27462" y="10630"/>
                  </a:cubicBezTo>
                  <a:cubicBezTo>
                    <a:pt x="26554" y="9153"/>
                    <a:pt x="25219" y="8018"/>
                    <a:pt x="23629" y="7364"/>
                  </a:cubicBezTo>
                  <a:cubicBezTo>
                    <a:pt x="22748" y="6995"/>
                    <a:pt x="21868" y="6683"/>
                    <a:pt x="20988" y="6427"/>
                  </a:cubicBezTo>
                  <a:cubicBezTo>
                    <a:pt x="20505" y="6257"/>
                    <a:pt x="20050" y="6115"/>
                    <a:pt x="19596" y="5944"/>
                  </a:cubicBezTo>
                  <a:cubicBezTo>
                    <a:pt x="19340" y="5859"/>
                    <a:pt x="19113" y="5717"/>
                    <a:pt x="18943" y="5547"/>
                  </a:cubicBezTo>
                  <a:cubicBezTo>
                    <a:pt x="18488" y="5121"/>
                    <a:pt x="18574" y="4638"/>
                    <a:pt x="19170" y="4411"/>
                  </a:cubicBezTo>
                  <a:cubicBezTo>
                    <a:pt x="19539" y="4269"/>
                    <a:pt x="19908" y="4184"/>
                    <a:pt x="20306" y="4155"/>
                  </a:cubicBezTo>
                  <a:cubicBezTo>
                    <a:pt x="20959" y="4155"/>
                    <a:pt x="21584" y="4212"/>
                    <a:pt x="22209" y="4382"/>
                  </a:cubicBezTo>
                  <a:cubicBezTo>
                    <a:pt x="24253" y="4865"/>
                    <a:pt x="26185" y="5802"/>
                    <a:pt x="27832" y="7137"/>
                  </a:cubicBezTo>
                  <a:cubicBezTo>
                    <a:pt x="28002" y="7336"/>
                    <a:pt x="28201" y="7478"/>
                    <a:pt x="28456" y="7592"/>
                  </a:cubicBezTo>
                  <a:cubicBezTo>
                    <a:pt x="28400" y="7251"/>
                    <a:pt x="28286" y="6882"/>
                    <a:pt x="28144" y="6569"/>
                  </a:cubicBezTo>
                  <a:cubicBezTo>
                    <a:pt x="27690" y="5348"/>
                    <a:pt x="27065" y="4212"/>
                    <a:pt x="26327" y="3161"/>
                  </a:cubicBezTo>
                  <a:cubicBezTo>
                    <a:pt x="26014" y="2764"/>
                    <a:pt x="25645" y="2395"/>
                    <a:pt x="25247" y="2054"/>
                  </a:cubicBezTo>
                  <a:cubicBezTo>
                    <a:pt x="24679" y="1571"/>
                    <a:pt x="24026" y="1173"/>
                    <a:pt x="23345" y="861"/>
                  </a:cubicBezTo>
                  <a:cubicBezTo>
                    <a:pt x="22167" y="283"/>
                    <a:pt x="20867" y="1"/>
                    <a:pt x="195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07"/>
            <p:cNvSpPr/>
            <p:nvPr/>
          </p:nvSpPr>
          <p:spPr>
            <a:xfrm>
              <a:off x="2784075" y="1613600"/>
              <a:ext cx="31275" cy="46875"/>
            </a:xfrm>
            <a:custGeom>
              <a:rect b="b" l="l" r="r" t="t"/>
              <a:pathLst>
                <a:path extrusionOk="0" h="1875" w="1251">
                  <a:moveTo>
                    <a:pt x="1250" y="1"/>
                  </a:moveTo>
                  <a:lnTo>
                    <a:pt x="1250" y="1"/>
                  </a:lnTo>
                  <a:cubicBezTo>
                    <a:pt x="1117" y="195"/>
                    <a:pt x="987" y="390"/>
                    <a:pt x="858" y="585"/>
                  </a:cubicBezTo>
                  <a:lnTo>
                    <a:pt x="858" y="585"/>
                  </a:lnTo>
                  <a:cubicBezTo>
                    <a:pt x="999" y="376"/>
                    <a:pt x="1130" y="181"/>
                    <a:pt x="1250" y="1"/>
                  </a:cubicBezTo>
                  <a:close/>
                  <a:moveTo>
                    <a:pt x="858" y="585"/>
                  </a:moveTo>
                  <a:cubicBezTo>
                    <a:pt x="601" y="968"/>
                    <a:pt x="313" y="1398"/>
                    <a:pt x="1" y="1875"/>
                  </a:cubicBezTo>
                  <a:cubicBezTo>
                    <a:pt x="294" y="1445"/>
                    <a:pt x="573" y="1015"/>
                    <a:pt x="858" y="585"/>
                  </a:cubicBezTo>
                  <a:close/>
                </a:path>
              </a:pathLst>
            </a:custGeom>
            <a:solidFill>
              <a:srgbClr val="578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07"/>
            <p:cNvSpPr/>
            <p:nvPr/>
          </p:nvSpPr>
          <p:spPr>
            <a:xfrm>
              <a:off x="3592025" y="1198950"/>
              <a:ext cx="805125" cy="796950"/>
            </a:xfrm>
            <a:custGeom>
              <a:rect b="b" l="l" r="r" t="t"/>
              <a:pathLst>
                <a:path extrusionOk="0" h="31878" w="32205">
                  <a:moveTo>
                    <a:pt x="13973" y="5284"/>
                  </a:moveTo>
                  <a:cubicBezTo>
                    <a:pt x="14172" y="5312"/>
                    <a:pt x="14342" y="5511"/>
                    <a:pt x="14342" y="5710"/>
                  </a:cubicBezTo>
                  <a:cubicBezTo>
                    <a:pt x="14370" y="5965"/>
                    <a:pt x="14200" y="6164"/>
                    <a:pt x="13944" y="6193"/>
                  </a:cubicBezTo>
                  <a:cubicBezTo>
                    <a:pt x="13717" y="6164"/>
                    <a:pt x="13575" y="5994"/>
                    <a:pt x="13575" y="5767"/>
                  </a:cubicBezTo>
                  <a:cubicBezTo>
                    <a:pt x="13547" y="5539"/>
                    <a:pt x="13717" y="5312"/>
                    <a:pt x="13973" y="5284"/>
                  </a:cubicBezTo>
                  <a:close/>
                  <a:moveTo>
                    <a:pt x="19114" y="8755"/>
                  </a:moveTo>
                  <a:cubicBezTo>
                    <a:pt x="19269" y="8755"/>
                    <a:pt x="19426" y="8791"/>
                    <a:pt x="19567" y="8862"/>
                  </a:cubicBezTo>
                  <a:cubicBezTo>
                    <a:pt x="19766" y="8947"/>
                    <a:pt x="19908" y="9175"/>
                    <a:pt x="19880" y="9430"/>
                  </a:cubicBezTo>
                  <a:cubicBezTo>
                    <a:pt x="19851" y="9657"/>
                    <a:pt x="19653" y="9856"/>
                    <a:pt x="19425" y="9885"/>
                  </a:cubicBezTo>
                  <a:cubicBezTo>
                    <a:pt x="19312" y="9913"/>
                    <a:pt x="19227" y="9913"/>
                    <a:pt x="19170" y="9913"/>
                  </a:cubicBezTo>
                  <a:cubicBezTo>
                    <a:pt x="18801" y="9913"/>
                    <a:pt x="18488" y="9657"/>
                    <a:pt x="18403" y="9288"/>
                  </a:cubicBezTo>
                  <a:cubicBezTo>
                    <a:pt x="18375" y="9175"/>
                    <a:pt x="18431" y="9061"/>
                    <a:pt x="18517" y="8976"/>
                  </a:cubicBezTo>
                  <a:cubicBezTo>
                    <a:pt x="18682" y="8827"/>
                    <a:pt x="18897" y="8755"/>
                    <a:pt x="19114" y="8755"/>
                  </a:cubicBezTo>
                  <a:close/>
                  <a:moveTo>
                    <a:pt x="10403" y="8920"/>
                  </a:moveTo>
                  <a:cubicBezTo>
                    <a:pt x="10579" y="8920"/>
                    <a:pt x="10707" y="9075"/>
                    <a:pt x="10707" y="9317"/>
                  </a:cubicBezTo>
                  <a:cubicBezTo>
                    <a:pt x="10650" y="9941"/>
                    <a:pt x="10309" y="10481"/>
                    <a:pt x="9770" y="10793"/>
                  </a:cubicBezTo>
                  <a:cubicBezTo>
                    <a:pt x="9714" y="10814"/>
                    <a:pt x="9658" y="10823"/>
                    <a:pt x="9604" y="10823"/>
                  </a:cubicBezTo>
                  <a:cubicBezTo>
                    <a:pt x="9356" y="10823"/>
                    <a:pt x="9145" y="10624"/>
                    <a:pt x="9145" y="10367"/>
                  </a:cubicBezTo>
                  <a:cubicBezTo>
                    <a:pt x="9145" y="10254"/>
                    <a:pt x="9173" y="10169"/>
                    <a:pt x="9202" y="10083"/>
                  </a:cubicBezTo>
                  <a:cubicBezTo>
                    <a:pt x="9429" y="9629"/>
                    <a:pt x="9741" y="9260"/>
                    <a:pt x="10167" y="9004"/>
                  </a:cubicBezTo>
                  <a:cubicBezTo>
                    <a:pt x="10250" y="8946"/>
                    <a:pt x="10331" y="8920"/>
                    <a:pt x="10403" y="8920"/>
                  </a:cubicBezTo>
                  <a:close/>
                  <a:moveTo>
                    <a:pt x="24452" y="13633"/>
                  </a:moveTo>
                  <a:cubicBezTo>
                    <a:pt x="25304" y="13662"/>
                    <a:pt x="26156" y="13974"/>
                    <a:pt x="26809" y="14542"/>
                  </a:cubicBezTo>
                  <a:cubicBezTo>
                    <a:pt x="26951" y="14656"/>
                    <a:pt x="27093" y="14798"/>
                    <a:pt x="27178" y="14968"/>
                  </a:cubicBezTo>
                  <a:cubicBezTo>
                    <a:pt x="27377" y="15337"/>
                    <a:pt x="27122" y="15791"/>
                    <a:pt x="26724" y="15791"/>
                  </a:cubicBezTo>
                  <a:cubicBezTo>
                    <a:pt x="26582" y="15791"/>
                    <a:pt x="26440" y="15791"/>
                    <a:pt x="26298" y="15763"/>
                  </a:cubicBezTo>
                  <a:cubicBezTo>
                    <a:pt x="25588" y="15621"/>
                    <a:pt x="24878" y="15366"/>
                    <a:pt x="24253" y="14996"/>
                  </a:cubicBezTo>
                  <a:cubicBezTo>
                    <a:pt x="24054" y="14883"/>
                    <a:pt x="23884" y="14712"/>
                    <a:pt x="23742" y="14542"/>
                  </a:cubicBezTo>
                  <a:cubicBezTo>
                    <a:pt x="23515" y="14201"/>
                    <a:pt x="23685" y="13718"/>
                    <a:pt x="24111" y="13662"/>
                  </a:cubicBezTo>
                  <a:cubicBezTo>
                    <a:pt x="24225" y="13633"/>
                    <a:pt x="24338" y="13633"/>
                    <a:pt x="24452" y="13633"/>
                  </a:cubicBezTo>
                  <a:close/>
                  <a:moveTo>
                    <a:pt x="15374" y="13555"/>
                  </a:moveTo>
                  <a:cubicBezTo>
                    <a:pt x="15595" y="13555"/>
                    <a:pt x="15817" y="13674"/>
                    <a:pt x="15932" y="13889"/>
                  </a:cubicBezTo>
                  <a:cubicBezTo>
                    <a:pt x="16074" y="14116"/>
                    <a:pt x="16131" y="14400"/>
                    <a:pt x="16103" y="14684"/>
                  </a:cubicBezTo>
                  <a:cubicBezTo>
                    <a:pt x="16074" y="14940"/>
                    <a:pt x="16018" y="15195"/>
                    <a:pt x="15961" y="15451"/>
                  </a:cubicBezTo>
                  <a:cubicBezTo>
                    <a:pt x="15790" y="16104"/>
                    <a:pt x="15620" y="16757"/>
                    <a:pt x="15450" y="17410"/>
                  </a:cubicBezTo>
                  <a:cubicBezTo>
                    <a:pt x="15364" y="17666"/>
                    <a:pt x="15279" y="17921"/>
                    <a:pt x="15166" y="18177"/>
                  </a:cubicBezTo>
                  <a:cubicBezTo>
                    <a:pt x="15088" y="18359"/>
                    <a:pt x="14915" y="18493"/>
                    <a:pt x="14712" y="18493"/>
                  </a:cubicBezTo>
                  <a:cubicBezTo>
                    <a:pt x="14693" y="18493"/>
                    <a:pt x="14674" y="18492"/>
                    <a:pt x="14654" y="18489"/>
                  </a:cubicBezTo>
                  <a:cubicBezTo>
                    <a:pt x="14456" y="18489"/>
                    <a:pt x="14257" y="18347"/>
                    <a:pt x="14200" y="18149"/>
                  </a:cubicBezTo>
                  <a:cubicBezTo>
                    <a:pt x="14115" y="17978"/>
                    <a:pt x="14086" y="17836"/>
                    <a:pt x="14058" y="17666"/>
                  </a:cubicBezTo>
                  <a:cubicBezTo>
                    <a:pt x="14001" y="17353"/>
                    <a:pt x="14001" y="17041"/>
                    <a:pt x="13973" y="16814"/>
                  </a:cubicBezTo>
                  <a:lnTo>
                    <a:pt x="13944" y="16814"/>
                  </a:lnTo>
                  <a:cubicBezTo>
                    <a:pt x="13888" y="15905"/>
                    <a:pt x="14086" y="15025"/>
                    <a:pt x="14541" y="14230"/>
                  </a:cubicBezTo>
                  <a:cubicBezTo>
                    <a:pt x="14654" y="14059"/>
                    <a:pt x="14796" y="13889"/>
                    <a:pt x="14938" y="13747"/>
                  </a:cubicBezTo>
                  <a:cubicBezTo>
                    <a:pt x="15057" y="13616"/>
                    <a:pt x="15215" y="13555"/>
                    <a:pt x="15374" y="13555"/>
                  </a:cubicBezTo>
                  <a:close/>
                  <a:moveTo>
                    <a:pt x="18899" y="15354"/>
                  </a:moveTo>
                  <a:cubicBezTo>
                    <a:pt x="19146" y="15354"/>
                    <a:pt x="19385" y="15530"/>
                    <a:pt x="19425" y="15791"/>
                  </a:cubicBezTo>
                  <a:cubicBezTo>
                    <a:pt x="19454" y="15990"/>
                    <a:pt x="19454" y="16161"/>
                    <a:pt x="19425" y="16359"/>
                  </a:cubicBezTo>
                  <a:cubicBezTo>
                    <a:pt x="19369" y="17013"/>
                    <a:pt x="19227" y="17694"/>
                    <a:pt x="19056" y="18347"/>
                  </a:cubicBezTo>
                  <a:cubicBezTo>
                    <a:pt x="18801" y="19228"/>
                    <a:pt x="18687" y="20137"/>
                    <a:pt x="18687" y="21045"/>
                  </a:cubicBezTo>
                  <a:cubicBezTo>
                    <a:pt x="18715" y="21500"/>
                    <a:pt x="18659" y="21954"/>
                    <a:pt x="18573" y="22437"/>
                  </a:cubicBezTo>
                  <a:cubicBezTo>
                    <a:pt x="18488" y="22806"/>
                    <a:pt x="18346" y="22976"/>
                    <a:pt x="18119" y="22976"/>
                  </a:cubicBezTo>
                  <a:cubicBezTo>
                    <a:pt x="17807" y="22976"/>
                    <a:pt x="17665" y="22749"/>
                    <a:pt x="17551" y="22522"/>
                  </a:cubicBezTo>
                  <a:cubicBezTo>
                    <a:pt x="17324" y="22011"/>
                    <a:pt x="17182" y="21471"/>
                    <a:pt x="17153" y="20903"/>
                  </a:cubicBezTo>
                  <a:cubicBezTo>
                    <a:pt x="17153" y="20648"/>
                    <a:pt x="17153" y="20392"/>
                    <a:pt x="17153" y="20137"/>
                  </a:cubicBezTo>
                  <a:cubicBezTo>
                    <a:pt x="17153" y="18887"/>
                    <a:pt x="17381" y="17666"/>
                    <a:pt x="17863" y="16501"/>
                  </a:cubicBezTo>
                  <a:cubicBezTo>
                    <a:pt x="17949" y="16274"/>
                    <a:pt x="18091" y="16047"/>
                    <a:pt x="18204" y="15848"/>
                  </a:cubicBezTo>
                  <a:cubicBezTo>
                    <a:pt x="18318" y="15678"/>
                    <a:pt x="18431" y="15536"/>
                    <a:pt x="18602" y="15451"/>
                  </a:cubicBezTo>
                  <a:cubicBezTo>
                    <a:pt x="18693" y="15384"/>
                    <a:pt x="18797" y="15354"/>
                    <a:pt x="18899" y="15354"/>
                  </a:cubicBezTo>
                  <a:close/>
                  <a:moveTo>
                    <a:pt x="10490" y="5681"/>
                  </a:moveTo>
                  <a:cubicBezTo>
                    <a:pt x="10542" y="5681"/>
                    <a:pt x="10596" y="5690"/>
                    <a:pt x="10650" y="5710"/>
                  </a:cubicBezTo>
                  <a:cubicBezTo>
                    <a:pt x="11218" y="5880"/>
                    <a:pt x="11786" y="6136"/>
                    <a:pt x="12326" y="6420"/>
                  </a:cubicBezTo>
                  <a:cubicBezTo>
                    <a:pt x="13206" y="6959"/>
                    <a:pt x="14086" y="7527"/>
                    <a:pt x="14938" y="8181"/>
                  </a:cubicBezTo>
                  <a:cubicBezTo>
                    <a:pt x="15734" y="8749"/>
                    <a:pt x="16500" y="9345"/>
                    <a:pt x="17267" y="9941"/>
                  </a:cubicBezTo>
                  <a:cubicBezTo>
                    <a:pt x="17636" y="10225"/>
                    <a:pt x="17977" y="10566"/>
                    <a:pt x="18318" y="10878"/>
                  </a:cubicBezTo>
                  <a:cubicBezTo>
                    <a:pt x="19653" y="11986"/>
                    <a:pt x="20902" y="13179"/>
                    <a:pt x="22067" y="14457"/>
                  </a:cubicBezTo>
                  <a:cubicBezTo>
                    <a:pt x="23259" y="15763"/>
                    <a:pt x="24338" y="17183"/>
                    <a:pt x="25276" y="18688"/>
                  </a:cubicBezTo>
                  <a:cubicBezTo>
                    <a:pt x="26355" y="20364"/>
                    <a:pt x="27406" y="22039"/>
                    <a:pt x="28343" y="23800"/>
                  </a:cubicBezTo>
                  <a:cubicBezTo>
                    <a:pt x="28740" y="24510"/>
                    <a:pt x="29138" y="25220"/>
                    <a:pt x="29479" y="25958"/>
                  </a:cubicBezTo>
                  <a:cubicBezTo>
                    <a:pt x="29564" y="26072"/>
                    <a:pt x="29621" y="26214"/>
                    <a:pt x="29621" y="26356"/>
                  </a:cubicBezTo>
                  <a:cubicBezTo>
                    <a:pt x="29597" y="26499"/>
                    <a:pt x="29533" y="26562"/>
                    <a:pt x="29446" y="26562"/>
                  </a:cubicBezTo>
                  <a:cubicBezTo>
                    <a:pt x="29430" y="26562"/>
                    <a:pt x="29412" y="26559"/>
                    <a:pt x="29393" y="26555"/>
                  </a:cubicBezTo>
                  <a:cubicBezTo>
                    <a:pt x="29308" y="26526"/>
                    <a:pt x="29223" y="26469"/>
                    <a:pt x="29166" y="26413"/>
                  </a:cubicBezTo>
                  <a:cubicBezTo>
                    <a:pt x="29024" y="26242"/>
                    <a:pt x="28911" y="26072"/>
                    <a:pt x="28797" y="25901"/>
                  </a:cubicBezTo>
                  <a:cubicBezTo>
                    <a:pt x="28513" y="25362"/>
                    <a:pt x="28229" y="24822"/>
                    <a:pt x="27945" y="24283"/>
                  </a:cubicBezTo>
                  <a:cubicBezTo>
                    <a:pt x="27406" y="23204"/>
                    <a:pt x="26724" y="22181"/>
                    <a:pt x="26099" y="21159"/>
                  </a:cubicBezTo>
                  <a:cubicBezTo>
                    <a:pt x="25702" y="20477"/>
                    <a:pt x="25276" y="19796"/>
                    <a:pt x="24850" y="19114"/>
                  </a:cubicBezTo>
                  <a:cubicBezTo>
                    <a:pt x="24225" y="18149"/>
                    <a:pt x="23543" y="17240"/>
                    <a:pt x="22833" y="16331"/>
                  </a:cubicBezTo>
                  <a:cubicBezTo>
                    <a:pt x="21896" y="15138"/>
                    <a:pt x="20845" y="14002"/>
                    <a:pt x="19709" y="12952"/>
                  </a:cubicBezTo>
                  <a:cubicBezTo>
                    <a:pt x="18687" y="11986"/>
                    <a:pt x="17693" y="11077"/>
                    <a:pt x="16557" y="10169"/>
                  </a:cubicBezTo>
                  <a:cubicBezTo>
                    <a:pt x="15450" y="9231"/>
                    <a:pt x="14257" y="8408"/>
                    <a:pt x="13092" y="7584"/>
                  </a:cubicBezTo>
                  <a:cubicBezTo>
                    <a:pt x="12269" y="6988"/>
                    <a:pt x="11389" y="6505"/>
                    <a:pt x="10451" y="6164"/>
                  </a:cubicBezTo>
                  <a:cubicBezTo>
                    <a:pt x="10309" y="6136"/>
                    <a:pt x="10167" y="6051"/>
                    <a:pt x="10167" y="5880"/>
                  </a:cubicBezTo>
                  <a:cubicBezTo>
                    <a:pt x="10189" y="5772"/>
                    <a:pt x="10326" y="5681"/>
                    <a:pt x="10490" y="5681"/>
                  </a:cubicBezTo>
                  <a:close/>
                  <a:moveTo>
                    <a:pt x="16250" y="0"/>
                  </a:moveTo>
                  <a:cubicBezTo>
                    <a:pt x="15965" y="0"/>
                    <a:pt x="15679" y="30"/>
                    <a:pt x="15393" y="87"/>
                  </a:cubicBezTo>
                  <a:cubicBezTo>
                    <a:pt x="13007" y="428"/>
                    <a:pt x="10963" y="1904"/>
                    <a:pt x="9827" y="4006"/>
                  </a:cubicBezTo>
                  <a:cubicBezTo>
                    <a:pt x="9543" y="4602"/>
                    <a:pt x="9031" y="5000"/>
                    <a:pt x="8407" y="5142"/>
                  </a:cubicBezTo>
                  <a:cubicBezTo>
                    <a:pt x="7981" y="5256"/>
                    <a:pt x="7555" y="5369"/>
                    <a:pt x="7129" y="5511"/>
                  </a:cubicBezTo>
                  <a:cubicBezTo>
                    <a:pt x="6021" y="5823"/>
                    <a:pt x="4999" y="6335"/>
                    <a:pt x="4090" y="7016"/>
                  </a:cubicBezTo>
                  <a:cubicBezTo>
                    <a:pt x="2358" y="8379"/>
                    <a:pt x="1023" y="10169"/>
                    <a:pt x="256" y="12213"/>
                  </a:cubicBezTo>
                  <a:cubicBezTo>
                    <a:pt x="199" y="12270"/>
                    <a:pt x="199" y="12384"/>
                    <a:pt x="256" y="12469"/>
                  </a:cubicBezTo>
                  <a:lnTo>
                    <a:pt x="313" y="12469"/>
                  </a:lnTo>
                  <a:cubicBezTo>
                    <a:pt x="427" y="12355"/>
                    <a:pt x="540" y="12242"/>
                    <a:pt x="654" y="12128"/>
                  </a:cubicBezTo>
                  <a:cubicBezTo>
                    <a:pt x="1676" y="11191"/>
                    <a:pt x="2784" y="10367"/>
                    <a:pt x="4005" y="9686"/>
                  </a:cubicBezTo>
                  <a:cubicBezTo>
                    <a:pt x="4601" y="9345"/>
                    <a:pt x="5226" y="9033"/>
                    <a:pt x="5908" y="8834"/>
                  </a:cubicBezTo>
                  <a:cubicBezTo>
                    <a:pt x="6121" y="8737"/>
                    <a:pt x="6334" y="8693"/>
                    <a:pt x="6557" y="8693"/>
                  </a:cubicBezTo>
                  <a:cubicBezTo>
                    <a:pt x="6660" y="8693"/>
                    <a:pt x="6765" y="8702"/>
                    <a:pt x="6873" y="8720"/>
                  </a:cubicBezTo>
                  <a:cubicBezTo>
                    <a:pt x="7157" y="8720"/>
                    <a:pt x="7384" y="9004"/>
                    <a:pt x="7327" y="9288"/>
                  </a:cubicBezTo>
                  <a:cubicBezTo>
                    <a:pt x="7327" y="9601"/>
                    <a:pt x="7185" y="9913"/>
                    <a:pt x="6987" y="10112"/>
                  </a:cubicBezTo>
                  <a:cubicBezTo>
                    <a:pt x="6703" y="10424"/>
                    <a:pt x="6447" y="10708"/>
                    <a:pt x="6135" y="10964"/>
                  </a:cubicBezTo>
                  <a:cubicBezTo>
                    <a:pt x="5538" y="11475"/>
                    <a:pt x="4885" y="12014"/>
                    <a:pt x="4260" y="12554"/>
                  </a:cubicBezTo>
                  <a:cubicBezTo>
                    <a:pt x="3550" y="13150"/>
                    <a:pt x="2869" y="13804"/>
                    <a:pt x="2244" y="14485"/>
                  </a:cubicBezTo>
                  <a:cubicBezTo>
                    <a:pt x="1335" y="15479"/>
                    <a:pt x="625" y="16615"/>
                    <a:pt x="114" y="17865"/>
                  </a:cubicBezTo>
                  <a:cubicBezTo>
                    <a:pt x="1" y="18120"/>
                    <a:pt x="1" y="18461"/>
                    <a:pt x="114" y="18717"/>
                  </a:cubicBezTo>
                  <a:cubicBezTo>
                    <a:pt x="427" y="19483"/>
                    <a:pt x="881" y="20193"/>
                    <a:pt x="1449" y="20790"/>
                  </a:cubicBezTo>
                  <a:cubicBezTo>
                    <a:pt x="2187" y="21528"/>
                    <a:pt x="3039" y="22153"/>
                    <a:pt x="3976" y="22607"/>
                  </a:cubicBezTo>
                  <a:cubicBezTo>
                    <a:pt x="4942" y="23118"/>
                    <a:pt x="5964" y="23516"/>
                    <a:pt x="7043" y="23800"/>
                  </a:cubicBezTo>
                  <a:cubicBezTo>
                    <a:pt x="7111" y="23834"/>
                    <a:pt x="7179" y="23878"/>
                    <a:pt x="7264" y="23878"/>
                  </a:cubicBezTo>
                  <a:cubicBezTo>
                    <a:pt x="7323" y="23878"/>
                    <a:pt x="7389" y="23857"/>
                    <a:pt x="7469" y="23800"/>
                  </a:cubicBezTo>
                  <a:lnTo>
                    <a:pt x="7469" y="23147"/>
                  </a:lnTo>
                  <a:cubicBezTo>
                    <a:pt x="7469" y="22096"/>
                    <a:pt x="7469" y="21074"/>
                    <a:pt x="7498" y="20051"/>
                  </a:cubicBezTo>
                  <a:cubicBezTo>
                    <a:pt x="7498" y="18830"/>
                    <a:pt x="7697" y="17609"/>
                    <a:pt x="8037" y="16445"/>
                  </a:cubicBezTo>
                  <a:cubicBezTo>
                    <a:pt x="8236" y="15735"/>
                    <a:pt x="8492" y="15053"/>
                    <a:pt x="8833" y="14400"/>
                  </a:cubicBezTo>
                  <a:cubicBezTo>
                    <a:pt x="9060" y="13974"/>
                    <a:pt x="9344" y="13576"/>
                    <a:pt x="9685" y="13207"/>
                  </a:cubicBezTo>
                  <a:cubicBezTo>
                    <a:pt x="9912" y="12980"/>
                    <a:pt x="10196" y="12810"/>
                    <a:pt x="10508" y="12724"/>
                  </a:cubicBezTo>
                  <a:cubicBezTo>
                    <a:pt x="10589" y="12692"/>
                    <a:pt x="10670" y="12677"/>
                    <a:pt x="10750" y="12677"/>
                  </a:cubicBezTo>
                  <a:cubicBezTo>
                    <a:pt x="11091" y="12677"/>
                    <a:pt x="11394" y="12952"/>
                    <a:pt x="11417" y="13321"/>
                  </a:cubicBezTo>
                  <a:cubicBezTo>
                    <a:pt x="11445" y="13662"/>
                    <a:pt x="11417" y="13974"/>
                    <a:pt x="11332" y="14286"/>
                  </a:cubicBezTo>
                  <a:cubicBezTo>
                    <a:pt x="11247" y="14684"/>
                    <a:pt x="11161" y="15082"/>
                    <a:pt x="11048" y="15451"/>
                  </a:cubicBezTo>
                  <a:cubicBezTo>
                    <a:pt x="10480" y="17495"/>
                    <a:pt x="10423" y="19625"/>
                    <a:pt x="10849" y="21698"/>
                  </a:cubicBezTo>
                  <a:cubicBezTo>
                    <a:pt x="11019" y="22579"/>
                    <a:pt x="11275" y="23431"/>
                    <a:pt x="11531" y="24283"/>
                  </a:cubicBezTo>
                  <a:cubicBezTo>
                    <a:pt x="11557" y="24522"/>
                    <a:pt x="11783" y="24711"/>
                    <a:pt x="12021" y="24711"/>
                  </a:cubicBezTo>
                  <a:cubicBezTo>
                    <a:pt x="12037" y="24711"/>
                    <a:pt x="12054" y="24711"/>
                    <a:pt x="12070" y="24709"/>
                  </a:cubicBezTo>
                  <a:lnTo>
                    <a:pt x="12212" y="24709"/>
                  </a:lnTo>
                  <a:lnTo>
                    <a:pt x="15137" y="24993"/>
                  </a:lnTo>
                  <a:cubicBezTo>
                    <a:pt x="17324" y="25192"/>
                    <a:pt x="19482" y="25618"/>
                    <a:pt x="21612" y="26214"/>
                  </a:cubicBezTo>
                  <a:cubicBezTo>
                    <a:pt x="21680" y="26248"/>
                    <a:pt x="21757" y="26292"/>
                    <a:pt x="21839" y="26292"/>
                  </a:cubicBezTo>
                  <a:cubicBezTo>
                    <a:pt x="21895" y="26292"/>
                    <a:pt x="21952" y="26271"/>
                    <a:pt x="22010" y="26214"/>
                  </a:cubicBezTo>
                  <a:cubicBezTo>
                    <a:pt x="21811" y="24624"/>
                    <a:pt x="21499" y="23033"/>
                    <a:pt x="21016" y="21500"/>
                  </a:cubicBezTo>
                  <a:cubicBezTo>
                    <a:pt x="20931" y="21216"/>
                    <a:pt x="20874" y="20903"/>
                    <a:pt x="20817" y="20619"/>
                  </a:cubicBezTo>
                  <a:cubicBezTo>
                    <a:pt x="20760" y="20392"/>
                    <a:pt x="20789" y="20137"/>
                    <a:pt x="20845" y="19909"/>
                  </a:cubicBezTo>
                  <a:cubicBezTo>
                    <a:pt x="20919" y="19689"/>
                    <a:pt x="21123" y="19551"/>
                    <a:pt x="21328" y="19551"/>
                  </a:cubicBezTo>
                  <a:cubicBezTo>
                    <a:pt x="21439" y="19551"/>
                    <a:pt x="21550" y="19592"/>
                    <a:pt x="21641" y="19682"/>
                  </a:cubicBezTo>
                  <a:cubicBezTo>
                    <a:pt x="21783" y="19796"/>
                    <a:pt x="21896" y="19938"/>
                    <a:pt x="22010" y="20108"/>
                  </a:cubicBezTo>
                  <a:cubicBezTo>
                    <a:pt x="22180" y="20421"/>
                    <a:pt x="22322" y="20733"/>
                    <a:pt x="22464" y="21045"/>
                  </a:cubicBezTo>
                  <a:cubicBezTo>
                    <a:pt x="23231" y="22863"/>
                    <a:pt x="23742" y="24766"/>
                    <a:pt x="24026" y="26725"/>
                  </a:cubicBezTo>
                  <a:cubicBezTo>
                    <a:pt x="24026" y="26952"/>
                    <a:pt x="24168" y="27179"/>
                    <a:pt x="24395" y="27236"/>
                  </a:cubicBezTo>
                  <a:cubicBezTo>
                    <a:pt x="25276" y="27549"/>
                    <a:pt x="26099" y="27918"/>
                    <a:pt x="26894" y="28372"/>
                  </a:cubicBezTo>
                  <a:lnTo>
                    <a:pt x="27036" y="28372"/>
                  </a:lnTo>
                  <a:cubicBezTo>
                    <a:pt x="27150" y="28202"/>
                    <a:pt x="27093" y="28003"/>
                    <a:pt x="27065" y="27833"/>
                  </a:cubicBezTo>
                  <a:cubicBezTo>
                    <a:pt x="27036" y="27435"/>
                    <a:pt x="26980" y="27009"/>
                    <a:pt x="26923" y="26583"/>
                  </a:cubicBezTo>
                  <a:cubicBezTo>
                    <a:pt x="26894" y="26413"/>
                    <a:pt x="26923" y="26271"/>
                    <a:pt x="26980" y="26100"/>
                  </a:cubicBezTo>
                  <a:cubicBezTo>
                    <a:pt x="27018" y="26004"/>
                    <a:pt x="27122" y="25947"/>
                    <a:pt x="27230" y="25947"/>
                  </a:cubicBezTo>
                  <a:cubicBezTo>
                    <a:pt x="27280" y="25947"/>
                    <a:pt x="27332" y="25959"/>
                    <a:pt x="27377" y="25987"/>
                  </a:cubicBezTo>
                  <a:cubicBezTo>
                    <a:pt x="27519" y="26043"/>
                    <a:pt x="27604" y="26157"/>
                    <a:pt x="27661" y="26299"/>
                  </a:cubicBezTo>
                  <a:cubicBezTo>
                    <a:pt x="27775" y="26583"/>
                    <a:pt x="27888" y="26867"/>
                    <a:pt x="27973" y="27151"/>
                  </a:cubicBezTo>
                  <a:cubicBezTo>
                    <a:pt x="28144" y="27747"/>
                    <a:pt x="28257" y="28344"/>
                    <a:pt x="28428" y="28912"/>
                  </a:cubicBezTo>
                  <a:cubicBezTo>
                    <a:pt x="28485" y="29196"/>
                    <a:pt x="28627" y="29423"/>
                    <a:pt x="28882" y="29593"/>
                  </a:cubicBezTo>
                  <a:cubicBezTo>
                    <a:pt x="29706" y="30133"/>
                    <a:pt x="30444" y="30758"/>
                    <a:pt x="31154" y="31468"/>
                  </a:cubicBezTo>
                  <a:cubicBezTo>
                    <a:pt x="31268" y="31581"/>
                    <a:pt x="31410" y="31695"/>
                    <a:pt x="31580" y="31808"/>
                  </a:cubicBezTo>
                  <a:cubicBezTo>
                    <a:pt x="31646" y="31856"/>
                    <a:pt x="31722" y="31878"/>
                    <a:pt x="31797" y="31878"/>
                  </a:cubicBezTo>
                  <a:cubicBezTo>
                    <a:pt x="31946" y="31878"/>
                    <a:pt x="32091" y="31790"/>
                    <a:pt x="32148" y="31638"/>
                  </a:cubicBezTo>
                  <a:cubicBezTo>
                    <a:pt x="32177" y="31553"/>
                    <a:pt x="32205" y="31496"/>
                    <a:pt x="32205" y="31411"/>
                  </a:cubicBezTo>
                  <a:lnTo>
                    <a:pt x="32205" y="30786"/>
                  </a:lnTo>
                  <a:cubicBezTo>
                    <a:pt x="32177" y="30076"/>
                    <a:pt x="31978" y="29423"/>
                    <a:pt x="31921" y="28713"/>
                  </a:cubicBezTo>
                  <a:cubicBezTo>
                    <a:pt x="31722" y="26867"/>
                    <a:pt x="31467" y="25050"/>
                    <a:pt x="31211" y="23232"/>
                  </a:cubicBezTo>
                  <a:cubicBezTo>
                    <a:pt x="31183" y="22891"/>
                    <a:pt x="31012" y="22579"/>
                    <a:pt x="30757" y="22380"/>
                  </a:cubicBezTo>
                  <a:cubicBezTo>
                    <a:pt x="30132" y="21926"/>
                    <a:pt x="29535" y="21443"/>
                    <a:pt x="28939" y="20932"/>
                  </a:cubicBezTo>
                  <a:cubicBezTo>
                    <a:pt x="28627" y="20705"/>
                    <a:pt x="28314" y="20449"/>
                    <a:pt x="28030" y="20165"/>
                  </a:cubicBezTo>
                  <a:cubicBezTo>
                    <a:pt x="27860" y="20023"/>
                    <a:pt x="27718" y="19824"/>
                    <a:pt x="27604" y="19625"/>
                  </a:cubicBezTo>
                  <a:cubicBezTo>
                    <a:pt x="27434" y="19370"/>
                    <a:pt x="27576" y="19029"/>
                    <a:pt x="27888" y="19001"/>
                  </a:cubicBezTo>
                  <a:cubicBezTo>
                    <a:pt x="28059" y="18944"/>
                    <a:pt x="28201" y="18944"/>
                    <a:pt x="28371" y="18944"/>
                  </a:cubicBezTo>
                  <a:cubicBezTo>
                    <a:pt x="28712" y="18972"/>
                    <a:pt x="29053" y="19029"/>
                    <a:pt x="29365" y="19057"/>
                  </a:cubicBezTo>
                  <a:cubicBezTo>
                    <a:pt x="29649" y="19114"/>
                    <a:pt x="29961" y="19171"/>
                    <a:pt x="30245" y="19228"/>
                  </a:cubicBezTo>
                  <a:cubicBezTo>
                    <a:pt x="30331" y="19228"/>
                    <a:pt x="30387" y="19171"/>
                    <a:pt x="30387" y="19086"/>
                  </a:cubicBezTo>
                  <a:cubicBezTo>
                    <a:pt x="30359" y="18915"/>
                    <a:pt x="30331" y="18773"/>
                    <a:pt x="30302" y="18603"/>
                  </a:cubicBezTo>
                  <a:cubicBezTo>
                    <a:pt x="29791" y="16672"/>
                    <a:pt x="29166" y="14741"/>
                    <a:pt x="28428" y="12895"/>
                  </a:cubicBezTo>
                  <a:cubicBezTo>
                    <a:pt x="28314" y="12582"/>
                    <a:pt x="28059" y="12327"/>
                    <a:pt x="27746" y="12242"/>
                  </a:cubicBezTo>
                  <a:cubicBezTo>
                    <a:pt x="26355" y="11844"/>
                    <a:pt x="24963" y="11503"/>
                    <a:pt x="23515" y="11248"/>
                  </a:cubicBezTo>
                  <a:cubicBezTo>
                    <a:pt x="23089" y="11191"/>
                    <a:pt x="22663" y="11077"/>
                    <a:pt x="22237" y="10907"/>
                  </a:cubicBezTo>
                  <a:cubicBezTo>
                    <a:pt x="22010" y="10822"/>
                    <a:pt x="21868" y="10623"/>
                    <a:pt x="21868" y="10367"/>
                  </a:cubicBezTo>
                  <a:cubicBezTo>
                    <a:pt x="21896" y="10140"/>
                    <a:pt x="22067" y="9941"/>
                    <a:pt x="22322" y="9885"/>
                  </a:cubicBezTo>
                  <a:cubicBezTo>
                    <a:pt x="22350" y="9856"/>
                    <a:pt x="22407" y="9856"/>
                    <a:pt x="22436" y="9828"/>
                  </a:cubicBezTo>
                  <a:cubicBezTo>
                    <a:pt x="22918" y="9743"/>
                    <a:pt x="23401" y="9657"/>
                    <a:pt x="23884" y="9572"/>
                  </a:cubicBezTo>
                  <a:cubicBezTo>
                    <a:pt x="24249" y="9511"/>
                    <a:pt x="24615" y="9483"/>
                    <a:pt x="24980" y="9483"/>
                  </a:cubicBezTo>
                  <a:cubicBezTo>
                    <a:pt x="25296" y="9483"/>
                    <a:pt x="25612" y="9504"/>
                    <a:pt x="25929" y="9544"/>
                  </a:cubicBezTo>
                  <a:cubicBezTo>
                    <a:pt x="26130" y="9564"/>
                    <a:pt x="26330" y="9584"/>
                    <a:pt x="26531" y="9584"/>
                  </a:cubicBezTo>
                  <a:cubicBezTo>
                    <a:pt x="26614" y="9584"/>
                    <a:pt x="26698" y="9580"/>
                    <a:pt x="26781" y="9572"/>
                  </a:cubicBezTo>
                  <a:cubicBezTo>
                    <a:pt x="26838" y="9430"/>
                    <a:pt x="26781" y="9345"/>
                    <a:pt x="26724" y="9288"/>
                  </a:cubicBezTo>
                  <a:cubicBezTo>
                    <a:pt x="26184" y="8323"/>
                    <a:pt x="25588" y="7414"/>
                    <a:pt x="24963" y="6505"/>
                  </a:cubicBezTo>
                  <a:cubicBezTo>
                    <a:pt x="24807" y="6297"/>
                    <a:pt x="24580" y="6161"/>
                    <a:pt x="24325" y="6161"/>
                  </a:cubicBezTo>
                  <a:cubicBezTo>
                    <a:pt x="24301" y="6161"/>
                    <a:pt x="24277" y="6162"/>
                    <a:pt x="24253" y="6164"/>
                  </a:cubicBezTo>
                  <a:cubicBezTo>
                    <a:pt x="24144" y="6162"/>
                    <a:pt x="24034" y="6161"/>
                    <a:pt x="23925" y="6161"/>
                  </a:cubicBezTo>
                  <a:cubicBezTo>
                    <a:pt x="22505" y="6161"/>
                    <a:pt x="21109" y="6333"/>
                    <a:pt x="19738" y="6675"/>
                  </a:cubicBezTo>
                  <a:cubicBezTo>
                    <a:pt x="19141" y="6846"/>
                    <a:pt x="18545" y="6988"/>
                    <a:pt x="17949" y="7101"/>
                  </a:cubicBezTo>
                  <a:cubicBezTo>
                    <a:pt x="17782" y="7143"/>
                    <a:pt x="17616" y="7169"/>
                    <a:pt x="17439" y="7169"/>
                  </a:cubicBezTo>
                  <a:cubicBezTo>
                    <a:pt x="17374" y="7169"/>
                    <a:pt x="17307" y="7166"/>
                    <a:pt x="17239" y="7158"/>
                  </a:cubicBezTo>
                  <a:cubicBezTo>
                    <a:pt x="17216" y="7160"/>
                    <a:pt x="17193" y="7161"/>
                    <a:pt x="17171" y="7161"/>
                  </a:cubicBezTo>
                  <a:cubicBezTo>
                    <a:pt x="16885" y="7161"/>
                    <a:pt x="16630" y="6998"/>
                    <a:pt x="16472" y="6761"/>
                  </a:cubicBezTo>
                  <a:cubicBezTo>
                    <a:pt x="16358" y="6448"/>
                    <a:pt x="16444" y="6136"/>
                    <a:pt x="16671" y="5909"/>
                  </a:cubicBezTo>
                  <a:cubicBezTo>
                    <a:pt x="16841" y="5653"/>
                    <a:pt x="17068" y="5454"/>
                    <a:pt x="17324" y="5284"/>
                  </a:cubicBezTo>
                  <a:cubicBezTo>
                    <a:pt x="18034" y="4858"/>
                    <a:pt x="18801" y="4546"/>
                    <a:pt x="19596" y="4375"/>
                  </a:cubicBezTo>
                  <a:cubicBezTo>
                    <a:pt x="20302" y="4257"/>
                    <a:pt x="21008" y="4194"/>
                    <a:pt x="21713" y="4194"/>
                  </a:cubicBezTo>
                  <a:cubicBezTo>
                    <a:pt x="22030" y="4194"/>
                    <a:pt x="22346" y="4207"/>
                    <a:pt x="22663" y="4233"/>
                  </a:cubicBezTo>
                  <a:cubicBezTo>
                    <a:pt x="22724" y="4248"/>
                    <a:pt x="22800" y="4280"/>
                    <a:pt x="22876" y="4280"/>
                  </a:cubicBezTo>
                  <a:cubicBezTo>
                    <a:pt x="22942" y="4280"/>
                    <a:pt x="23008" y="4256"/>
                    <a:pt x="23060" y="4176"/>
                  </a:cubicBezTo>
                  <a:cubicBezTo>
                    <a:pt x="22265" y="3239"/>
                    <a:pt x="21385" y="2387"/>
                    <a:pt x="20448" y="1620"/>
                  </a:cubicBezTo>
                  <a:cubicBezTo>
                    <a:pt x="20238" y="1432"/>
                    <a:pt x="19952" y="1321"/>
                    <a:pt x="19668" y="1321"/>
                  </a:cubicBezTo>
                  <a:cubicBezTo>
                    <a:pt x="19567" y="1321"/>
                    <a:pt x="19466" y="1335"/>
                    <a:pt x="19369" y="1365"/>
                  </a:cubicBezTo>
                  <a:cubicBezTo>
                    <a:pt x="17835" y="1706"/>
                    <a:pt x="16330" y="2330"/>
                    <a:pt x="14995" y="3211"/>
                  </a:cubicBezTo>
                  <a:cubicBezTo>
                    <a:pt x="14740" y="3381"/>
                    <a:pt x="14456" y="3552"/>
                    <a:pt x="14172" y="3694"/>
                  </a:cubicBezTo>
                  <a:cubicBezTo>
                    <a:pt x="14001" y="3779"/>
                    <a:pt x="13831" y="3864"/>
                    <a:pt x="13632" y="3892"/>
                  </a:cubicBezTo>
                  <a:cubicBezTo>
                    <a:pt x="13617" y="3894"/>
                    <a:pt x="13603" y="3895"/>
                    <a:pt x="13588" y="3895"/>
                  </a:cubicBezTo>
                  <a:cubicBezTo>
                    <a:pt x="13377" y="3895"/>
                    <a:pt x="13178" y="3707"/>
                    <a:pt x="13178" y="3495"/>
                  </a:cubicBezTo>
                  <a:cubicBezTo>
                    <a:pt x="13178" y="3296"/>
                    <a:pt x="13263" y="3126"/>
                    <a:pt x="13376" y="2955"/>
                  </a:cubicBezTo>
                  <a:cubicBezTo>
                    <a:pt x="13547" y="2671"/>
                    <a:pt x="13802" y="2416"/>
                    <a:pt x="14086" y="2217"/>
                  </a:cubicBezTo>
                  <a:cubicBezTo>
                    <a:pt x="14967" y="1478"/>
                    <a:pt x="15961" y="882"/>
                    <a:pt x="17011" y="456"/>
                  </a:cubicBezTo>
                  <a:cubicBezTo>
                    <a:pt x="17210" y="428"/>
                    <a:pt x="17381" y="314"/>
                    <a:pt x="17494" y="201"/>
                  </a:cubicBezTo>
                  <a:cubicBezTo>
                    <a:pt x="17087" y="65"/>
                    <a:pt x="16671" y="0"/>
                    <a:pt x="162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07"/>
            <p:cNvSpPr/>
            <p:nvPr/>
          </p:nvSpPr>
          <p:spPr>
            <a:xfrm>
              <a:off x="3846200" y="1341175"/>
              <a:ext cx="486350" cy="521825"/>
            </a:xfrm>
            <a:custGeom>
              <a:rect b="b" l="l" r="r" t="t"/>
              <a:pathLst>
                <a:path extrusionOk="0" h="20873" w="19454">
                  <a:moveTo>
                    <a:pt x="321" y="0"/>
                  </a:moveTo>
                  <a:cubicBezTo>
                    <a:pt x="159" y="0"/>
                    <a:pt x="29" y="69"/>
                    <a:pt x="29" y="220"/>
                  </a:cubicBezTo>
                  <a:cubicBezTo>
                    <a:pt x="0" y="390"/>
                    <a:pt x="142" y="447"/>
                    <a:pt x="284" y="475"/>
                  </a:cubicBezTo>
                  <a:cubicBezTo>
                    <a:pt x="1222" y="844"/>
                    <a:pt x="2102" y="1299"/>
                    <a:pt x="2925" y="1895"/>
                  </a:cubicBezTo>
                  <a:cubicBezTo>
                    <a:pt x="4118" y="2719"/>
                    <a:pt x="5339" y="3599"/>
                    <a:pt x="6419" y="4480"/>
                  </a:cubicBezTo>
                  <a:cubicBezTo>
                    <a:pt x="7498" y="5388"/>
                    <a:pt x="8548" y="6297"/>
                    <a:pt x="9571" y="7263"/>
                  </a:cubicBezTo>
                  <a:cubicBezTo>
                    <a:pt x="10678" y="8313"/>
                    <a:pt x="11729" y="9449"/>
                    <a:pt x="12695" y="10670"/>
                  </a:cubicBezTo>
                  <a:cubicBezTo>
                    <a:pt x="13376" y="11551"/>
                    <a:pt x="14058" y="12488"/>
                    <a:pt x="14683" y="13454"/>
                  </a:cubicBezTo>
                  <a:cubicBezTo>
                    <a:pt x="15109" y="14107"/>
                    <a:pt x="15535" y="14788"/>
                    <a:pt x="15932" y="15470"/>
                  </a:cubicBezTo>
                  <a:cubicBezTo>
                    <a:pt x="16557" y="16492"/>
                    <a:pt x="17239" y="17515"/>
                    <a:pt x="17778" y="18622"/>
                  </a:cubicBezTo>
                  <a:cubicBezTo>
                    <a:pt x="18062" y="19162"/>
                    <a:pt x="18346" y="19673"/>
                    <a:pt x="18658" y="20212"/>
                  </a:cubicBezTo>
                  <a:cubicBezTo>
                    <a:pt x="18744" y="20383"/>
                    <a:pt x="18886" y="20582"/>
                    <a:pt x="18999" y="20724"/>
                  </a:cubicBezTo>
                  <a:cubicBezTo>
                    <a:pt x="19056" y="20809"/>
                    <a:pt x="19141" y="20837"/>
                    <a:pt x="19226" y="20866"/>
                  </a:cubicBezTo>
                  <a:cubicBezTo>
                    <a:pt x="19245" y="20870"/>
                    <a:pt x="19263" y="20873"/>
                    <a:pt x="19279" y="20873"/>
                  </a:cubicBezTo>
                  <a:cubicBezTo>
                    <a:pt x="19366" y="20873"/>
                    <a:pt x="19430" y="20810"/>
                    <a:pt x="19454" y="20667"/>
                  </a:cubicBezTo>
                  <a:cubicBezTo>
                    <a:pt x="19454" y="20525"/>
                    <a:pt x="19397" y="20383"/>
                    <a:pt x="19312" y="20269"/>
                  </a:cubicBezTo>
                  <a:cubicBezTo>
                    <a:pt x="18942" y="19531"/>
                    <a:pt x="18573" y="18821"/>
                    <a:pt x="18176" y="18111"/>
                  </a:cubicBezTo>
                  <a:cubicBezTo>
                    <a:pt x="17239" y="16350"/>
                    <a:pt x="16188" y="14675"/>
                    <a:pt x="15109" y="12999"/>
                  </a:cubicBezTo>
                  <a:cubicBezTo>
                    <a:pt x="14171" y="11494"/>
                    <a:pt x="13092" y="10074"/>
                    <a:pt x="11900" y="8768"/>
                  </a:cubicBezTo>
                  <a:cubicBezTo>
                    <a:pt x="10735" y="7490"/>
                    <a:pt x="9486" y="6269"/>
                    <a:pt x="8179" y="5161"/>
                  </a:cubicBezTo>
                  <a:cubicBezTo>
                    <a:pt x="7810" y="4877"/>
                    <a:pt x="7469" y="4536"/>
                    <a:pt x="7100" y="4252"/>
                  </a:cubicBezTo>
                  <a:cubicBezTo>
                    <a:pt x="6333" y="3656"/>
                    <a:pt x="5567" y="3031"/>
                    <a:pt x="4771" y="2463"/>
                  </a:cubicBezTo>
                  <a:cubicBezTo>
                    <a:pt x="3919" y="1838"/>
                    <a:pt x="3067" y="1270"/>
                    <a:pt x="2159" y="731"/>
                  </a:cubicBezTo>
                  <a:cubicBezTo>
                    <a:pt x="1619" y="447"/>
                    <a:pt x="1051" y="220"/>
                    <a:pt x="483" y="21"/>
                  </a:cubicBezTo>
                  <a:cubicBezTo>
                    <a:pt x="428" y="7"/>
                    <a:pt x="373"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07"/>
            <p:cNvSpPr/>
            <p:nvPr/>
          </p:nvSpPr>
          <p:spPr>
            <a:xfrm>
              <a:off x="3802175" y="1198950"/>
              <a:ext cx="594975" cy="795925"/>
            </a:xfrm>
            <a:custGeom>
              <a:rect b="b" l="l" r="r" t="t"/>
              <a:pathLst>
                <a:path extrusionOk="0" h="31837" w="23799">
                  <a:moveTo>
                    <a:pt x="5567" y="5284"/>
                  </a:moveTo>
                  <a:lnTo>
                    <a:pt x="5567" y="5284"/>
                  </a:lnTo>
                  <a:cubicBezTo>
                    <a:pt x="6078" y="5369"/>
                    <a:pt x="6078" y="6136"/>
                    <a:pt x="5538" y="6193"/>
                  </a:cubicBezTo>
                  <a:cubicBezTo>
                    <a:pt x="5311" y="6164"/>
                    <a:pt x="5169" y="5994"/>
                    <a:pt x="5169" y="5767"/>
                  </a:cubicBezTo>
                  <a:cubicBezTo>
                    <a:pt x="5141" y="5511"/>
                    <a:pt x="5311" y="5312"/>
                    <a:pt x="5567" y="5284"/>
                  </a:cubicBezTo>
                  <a:close/>
                  <a:moveTo>
                    <a:pt x="10708" y="8755"/>
                  </a:moveTo>
                  <a:cubicBezTo>
                    <a:pt x="10863" y="8755"/>
                    <a:pt x="11020" y="8791"/>
                    <a:pt x="11161" y="8862"/>
                  </a:cubicBezTo>
                  <a:cubicBezTo>
                    <a:pt x="11360" y="8947"/>
                    <a:pt x="11502" y="9175"/>
                    <a:pt x="11474" y="9430"/>
                  </a:cubicBezTo>
                  <a:cubicBezTo>
                    <a:pt x="11445" y="9657"/>
                    <a:pt x="11247" y="9856"/>
                    <a:pt x="11019" y="9885"/>
                  </a:cubicBezTo>
                  <a:cubicBezTo>
                    <a:pt x="10906" y="9885"/>
                    <a:pt x="10821" y="9913"/>
                    <a:pt x="10764" y="9913"/>
                  </a:cubicBezTo>
                  <a:cubicBezTo>
                    <a:pt x="10395" y="9913"/>
                    <a:pt x="10082" y="9657"/>
                    <a:pt x="9997" y="9288"/>
                  </a:cubicBezTo>
                  <a:cubicBezTo>
                    <a:pt x="9969" y="9175"/>
                    <a:pt x="10025" y="9061"/>
                    <a:pt x="10111" y="8976"/>
                  </a:cubicBezTo>
                  <a:cubicBezTo>
                    <a:pt x="10276" y="8827"/>
                    <a:pt x="10491" y="8755"/>
                    <a:pt x="10708" y="8755"/>
                  </a:cubicBezTo>
                  <a:close/>
                  <a:moveTo>
                    <a:pt x="16074" y="13633"/>
                  </a:moveTo>
                  <a:cubicBezTo>
                    <a:pt x="16926" y="13662"/>
                    <a:pt x="17778" y="13974"/>
                    <a:pt x="18432" y="14542"/>
                  </a:cubicBezTo>
                  <a:cubicBezTo>
                    <a:pt x="18574" y="14656"/>
                    <a:pt x="18687" y="14798"/>
                    <a:pt x="18772" y="14968"/>
                  </a:cubicBezTo>
                  <a:cubicBezTo>
                    <a:pt x="18993" y="15327"/>
                    <a:pt x="18731" y="15793"/>
                    <a:pt x="18325" y="15793"/>
                  </a:cubicBezTo>
                  <a:cubicBezTo>
                    <a:pt x="18313" y="15793"/>
                    <a:pt x="18302" y="15792"/>
                    <a:pt x="18290" y="15791"/>
                  </a:cubicBezTo>
                  <a:cubicBezTo>
                    <a:pt x="18148" y="15791"/>
                    <a:pt x="18006" y="15791"/>
                    <a:pt x="17864" y="15763"/>
                  </a:cubicBezTo>
                  <a:cubicBezTo>
                    <a:pt x="17154" y="15621"/>
                    <a:pt x="16500" y="15366"/>
                    <a:pt x="15876" y="14996"/>
                  </a:cubicBezTo>
                  <a:cubicBezTo>
                    <a:pt x="15677" y="14883"/>
                    <a:pt x="15478" y="14712"/>
                    <a:pt x="15364" y="14542"/>
                  </a:cubicBezTo>
                  <a:cubicBezTo>
                    <a:pt x="15109" y="14201"/>
                    <a:pt x="15308" y="13718"/>
                    <a:pt x="15705" y="13662"/>
                  </a:cubicBezTo>
                  <a:cubicBezTo>
                    <a:pt x="15819" y="13633"/>
                    <a:pt x="15961" y="13633"/>
                    <a:pt x="16074" y="13633"/>
                  </a:cubicBezTo>
                  <a:close/>
                  <a:moveTo>
                    <a:pt x="7831" y="0"/>
                  </a:moveTo>
                  <a:cubicBezTo>
                    <a:pt x="7546" y="0"/>
                    <a:pt x="7262" y="30"/>
                    <a:pt x="6987" y="87"/>
                  </a:cubicBezTo>
                  <a:cubicBezTo>
                    <a:pt x="4601" y="428"/>
                    <a:pt x="2528" y="1904"/>
                    <a:pt x="1421" y="4034"/>
                  </a:cubicBezTo>
                  <a:cubicBezTo>
                    <a:pt x="1137" y="4602"/>
                    <a:pt x="597" y="5000"/>
                    <a:pt x="1" y="5142"/>
                  </a:cubicBezTo>
                  <a:cubicBezTo>
                    <a:pt x="597" y="5341"/>
                    <a:pt x="1193" y="5568"/>
                    <a:pt x="1790" y="5852"/>
                  </a:cubicBezTo>
                  <a:cubicBezTo>
                    <a:pt x="1849" y="5734"/>
                    <a:pt x="1962" y="5671"/>
                    <a:pt x="2082" y="5671"/>
                  </a:cubicBezTo>
                  <a:cubicBezTo>
                    <a:pt x="2136" y="5671"/>
                    <a:pt x="2191" y="5684"/>
                    <a:pt x="2244" y="5710"/>
                  </a:cubicBezTo>
                  <a:cubicBezTo>
                    <a:pt x="2812" y="5880"/>
                    <a:pt x="3380" y="6136"/>
                    <a:pt x="3920" y="6420"/>
                  </a:cubicBezTo>
                  <a:cubicBezTo>
                    <a:pt x="4828" y="6959"/>
                    <a:pt x="5680" y="7527"/>
                    <a:pt x="6532" y="8152"/>
                  </a:cubicBezTo>
                  <a:cubicBezTo>
                    <a:pt x="7328" y="8720"/>
                    <a:pt x="8094" y="9345"/>
                    <a:pt x="8861" y="9941"/>
                  </a:cubicBezTo>
                  <a:cubicBezTo>
                    <a:pt x="9230" y="10225"/>
                    <a:pt x="9571" y="10566"/>
                    <a:pt x="9940" y="10850"/>
                  </a:cubicBezTo>
                  <a:cubicBezTo>
                    <a:pt x="11247" y="11958"/>
                    <a:pt x="12496" y="13179"/>
                    <a:pt x="13661" y="14457"/>
                  </a:cubicBezTo>
                  <a:cubicBezTo>
                    <a:pt x="14853" y="15763"/>
                    <a:pt x="15932" y="17183"/>
                    <a:pt x="16870" y="18688"/>
                  </a:cubicBezTo>
                  <a:cubicBezTo>
                    <a:pt x="17949" y="20364"/>
                    <a:pt x="19000" y="22039"/>
                    <a:pt x="19937" y="23800"/>
                  </a:cubicBezTo>
                  <a:cubicBezTo>
                    <a:pt x="20334" y="24510"/>
                    <a:pt x="20703" y="25220"/>
                    <a:pt x="21073" y="25958"/>
                  </a:cubicBezTo>
                  <a:cubicBezTo>
                    <a:pt x="21158" y="26072"/>
                    <a:pt x="21215" y="26214"/>
                    <a:pt x="21215" y="26356"/>
                  </a:cubicBezTo>
                  <a:cubicBezTo>
                    <a:pt x="21215" y="26384"/>
                    <a:pt x="21215" y="26413"/>
                    <a:pt x="21186" y="26441"/>
                  </a:cubicBezTo>
                  <a:cubicBezTo>
                    <a:pt x="22010" y="28088"/>
                    <a:pt x="22805" y="29906"/>
                    <a:pt x="23572" y="31837"/>
                  </a:cubicBezTo>
                  <a:cubicBezTo>
                    <a:pt x="23629" y="31780"/>
                    <a:pt x="23685" y="31723"/>
                    <a:pt x="23742" y="31638"/>
                  </a:cubicBezTo>
                  <a:cubicBezTo>
                    <a:pt x="23771" y="31553"/>
                    <a:pt x="23771" y="31496"/>
                    <a:pt x="23799" y="31439"/>
                  </a:cubicBezTo>
                  <a:cubicBezTo>
                    <a:pt x="23799" y="31212"/>
                    <a:pt x="23799" y="31013"/>
                    <a:pt x="23799" y="30786"/>
                  </a:cubicBezTo>
                  <a:cubicBezTo>
                    <a:pt x="23771" y="30076"/>
                    <a:pt x="23572" y="29423"/>
                    <a:pt x="23487" y="28713"/>
                  </a:cubicBezTo>
                  <a:cubicBezTo>
                    <a:pt x="23316" y="26867"/>
                    <a:pt x="23089" y="25050"/>
                    <a:pt x="22805" y="23232"/>
                  </a:cubicBezTo>
                  <a:cubicBezTo>
                    <a:pt x="22777" y="22891"/>
                    <a:pt x="22606" y="22579"/>
                    <a:pt x="22351" y="22380"/>
                  </a:cubicBezTo>
                  <a:cubicBezTo>
                    <a:pt x="21726" y="21926"/>
                    <a:pt x="21129" y="21443"/>
                    <a:pt x="20533" y="20960"/>
                  </a:cubicBezTo>
                  <a:cubicBezTo>
                    <a:pt x="20221" y="20705"/>
                    <a:pt x="19908" y="20449"/>
                    <a:pt x="19624" y="20165"/>
                  </a:cubicBezTo>
                  <a:cubicBezTo>
                    <a:pt x="19454" y="19995"/>
                    <a:pt x="19312" y="19824"/>
                    <a:pt x="19198" y="19625"/>
                  </a:cubicBezTo>
                  <a:cubicBezTo>
                    <a:pt x="19000" y="19370"/>
                    <a:pt x="19170" y="19029"/>
                    <a:pt x="19482" y="19001"/>
                  </a:cubicBezTo>
                  <a:cubicBezTo>
                    <a:pt x="19653" y="18944"/>
                    <a:pt x="19795" y="18944"/>
                    <a:pt x="19965" y="18944"/>
                  </a:cubicBezTo>
                  <a:cubicBezTo>
                    <a:pt x="20306" y="18972"/>
                    <a:pt x="20618" y="19029"/>
                    <a:pt x="20931" y="19057"/>
                  </a:cubicBezTo>
                  <a:cubicBezTo>
                    <a:pt x="21271" y="19114"/>
                    <a:pt x="21555" y="19171"/>
                    <a:pt x="21839" y="19228"/>
                  </a:cubicBezTo>
                  <a:cubicBezTo>
                    <a:pt x="21925" y="19228"/>
                    <a:pt x="21981" y="19171"/>
                    <a:pt x="21981" y="19086"/>
                  </a:cubicBezTo>
                  <a:cubicBezTo>
                    <a:pt x="21953" y="18915"/>
                    <a:pt x="21925" y="18773"/>
                    <a:pt x="21896" y="18603"/>
                  </a:cubicBezTo>
                  <a:cubicBezTo>
                    <a:pt x="21385" y="16672"/>
                    <a:pt x="20760" y="14741"/>
                    <a:pt x="20022" y="12895"/>
                  </a:cubicBezTo>
                  <a:cubicBezTo>
                    <a:pt x="19908" y="12582"/>
                    <a:pt x="19653" y="12355"/>
                    <a:pt x="19340" y="12270"/>
                  </a:cubicBezTo>
                  <a:cubicBezTo>
                    <a:pt x="17949" y="11844"/>
                    <a:pt x="16529" y="11503"/>
                    <a:pt x="15109" y="11276"/>
                  </a:cubicBezTo>
                  <a:cubicBezTo>
                    <a:pt x="14654" y="11191"/>
                    <a:pt x="14228" y="11077"/>
                    <a:pt x="13831" y="10907"/>
                  </a:cubicBezTo>
                  <a:cubicBezTo>
                    <a:pt x="13604" y="10822"/>
                    <a:pt x="13433" y="10623"/>
                    <a:pt x="13433" y="10367"/>
                  </a:cubicBezTo>
                  <a:cubicBezTo>
                    <a:pt x="13490" y="10140"/>
                    <a:pt x="13661" y="9941"/>
                    <a:pt x="13888" y="9885"/>
                  </a:cubicBezTo>
                  <a:cubicBezTo>
                    <a:pt x="13944" y="9856"/>
                    <a:pt x="13973" y="9856"/>
                    <a:pt x="14030" y="9856"/>
                  </a:cubicBezTo>
                  <a:cubicBezTo>
                    <a:pt x="14512" y="9743"/>
                    <a:pt x="14995" y="9657"/>
                    <a:pt x="15478" y="9572"/>
                  </a:cubicBezTo>
                  <a:cubicBezTo>
                    <a:pt x="15874" y="9523"/>
                    <a:pt x="16270" y="9492"/>
                    <a:pt x="16661" y="9492"/>
                  </a:cubicBezTo>
                  <a:cubicBezTo>
                    <a:pt x="16942" y="9492"/>
                    <a:pt x="17221" y="9508"/>
                    <a:pt x="17494" y="9544"/>
                  </a:cubicBezTo>
                  <a:cubicBezTo>
                    <a:pt x="17661" y="9577"/>
                    <a:pt x="17837" y="9591"/>
                    <a:pt x="18011" y="9591"/>
                  </a:cubicBezTo>
                  <a:cubicBezTo>
                    <a:pt x="18135" y="9591"/>
                    <a:pt x="18257" y="9584"/>
                    <a:pt x="18375" y="9572"/>
                  </a:cubicBezTo>
                  <a:cubicBezTo>
                    <a:pt x="18432" y="9430"/>
                    <a:pt x="18346" y="9373"/>
                    <a:pt x="18318" y="9288"/>
                  </a:cubicBezTo>
                  <a:cubicBezTo>
                    <a:pt x="17778" y="8323"/>
                    <a:pt x="17182" y="7414"/>
                    <a:pt x="16529" y="6533"/>
                  </a:cubicBezTo>
                  <a:cubicBezTo>
                    <a:pt x="16399" y="6299"/>
                    <a:pt x="16150" y="6161"/>
                    <a:pt x="15891" y="6161"/>
                  </a:cubicBezTo>
                  <a:cubicBezTo>
                    <a:pt x="15867" y="6161"/>
                    <a:pt x="15843" y="6162"/>
                    <a:pt x="15819" y="6164"/>
                  </a:cubicBezTo>
                  <a:cubicBezTo>
                    <a:pt x="15724" y="6162"/>
                    <a:pt x="15629" y="6162"/>
                    <a:pt x="15534" y="6162"/>
                  </a:cubicBezTo>
                  <a:cubicBezTo>
                    <a:pt x="14121" y="6162"/>
                    <a:pt x="12687" y="6358"/>
                    <a:pt x="11303" y="6704"/>
                  </a:cubicBezTo>
                  <a:cubicBezTo>
                    <a:pt x="10707" y="6846"/>
                    <a:pt x="10139" y="6988"/>
                    <a:pt x="9543" y="7101"/>
                  </a:cubicBezTo>
                  <a:cubicBezTo>
                    <a:pt x="9356" y="7143"/>
                    <a:pt x="9184" y="7169"/>
                    <a:pt x="9016" y="7169"/>
                  </a:cubicBezTo>
                  <a:cubicBezTo>
                    <a:pt x="8954" y="7169"/>
                    <a:pt x="8894" y="7166"/>
                    <a:pt x="8833" y="7158"/>
                  </a:cubicBezTo>
                  <a:cubicBezTo>
                    <a:pt x="8806" y="7161"/>
                    <a:pt x="8780" y="7162"/>
                    <a:pt x="8754" y="7162"/>
                  </a:cubicBezTo>
                  <a:cubicBezTo>
                    <a:pt x="8469" y="7162"/>
                    <a:pt x="8196" y="7021"/>
                    <a:pt x="8066" y="6761"/>
                  </a:cubicBezTo>
                  <a:cubicBezTo>
                    <a:pt x="7952" y="6477"/>
                    <a:pt x="8009" y="6136"/>
                    <a:pt x="8236" y="5909"/>
                  </a:cubicBezTo>
                  <a:cubicBezTo>
                    <a:pt x="8435" y="5681"/>
                    <a:pt x="8662" y="5454"/>
                    <a:pt x="8918" y="5312"/>
                  </a:cubicBezTo>
                  <a:cubicBezTo>
                    <a:pt x="9599" y="4858"/>
                    <a:pt x="10366" y="4546"/>
                    <a:pt x="11161" y="4375"/>
                  </a:cubicBezTo>
                  <a:cubicBezTo>
                    <a:pt x="11817" y="4266"/>
                    <a:pt x="12472" y="4215"/>
                    <a:pt x="13135" y="4215"/>
                  </a:cubicBezTo>
                  <a:cubicBezTo>
                    <a:pt x="13506" y="4215"/>
                    <a:pt x="13880" y="4231"/>
                    <a:pt x="14257" y="4262"/>
                  </a:cubicBezTo>
                  <a:cubicBezTo>
                    <a:pt x="14314" y="4262"/>
                    <a:pt x="14378" y="4283"/>
                    <a:pt x="14441" y="4283"/>
                  </a:cubicBezTo>
                  <a:cubicBezTo>
                    <a:pt x="14505" y="4283"/>
                    <a:pt x="14569" y="4262"/>
                    <a:pt x="14626" y="4176"/>
                  </a:cubicBezTo>
                  <a:cubicBezTo>
                    <a:pt x="13831" y="3239"/>
                    <a:pt x="12979" y="2387"/>
                    <a:pt x="12013" y="1620"/>
                  </a:cubicBezTo>
                  <a:cubicBezTo>
                    <a:pt x="11804" y="1432"/>
                    <a:pt x="11533" y="1321"/>
                    <a:pt x="11257" y="1321"/>
                  </a:cubicBezTo>
                  <a:cubicBezTo>
                    <a:pt x="11159" y="1321"/>
                    <a:pt x="11060" y="1335"/>
                    <a:pt x="10963" y="1365"/>
                  </a:cubicBezTo>
                  <a:cubicBezTo>
                    <a:pt x="9401" y="1706"/>
                    <a:pt x="7924" y="2330"/>
                    <a:pt x="6589" y="3211"/>
                  </a:cubicBezTo>
                  <a:cubicBezTo>
                    <a:pt x="6305" y="3381"/>
                    <a:pt x="6021" y="3552"/>
                    <a:pt x="5737" y="3694"/>
                  </a:cubicBezTo>
                  <a:cubicBezTo>
                    <a:pt x="5595" y="3779"/>
                    <a:pt x="5396" y="3864"/>
                    <a:pt x="5226" y="3892"/>
                  </a:cubicBezTo>
                  <a:cubicBezTo>
                    <a:pt x="5196" y="3899"/>
                    <a:pt x="5167" y="3902"/>
                    <a:pt x="5138" y="3902"/>
                  </a:cubicBezTo>
                  <a:cubicBezTo>
                    <a:pt x="4921" y="3902"/>
                    <a:pt x="4747" y="3721"/>
                    <a:pt x="4772" y="3495"/>
                  </a:cubicBezTo>
                  <a:cubicBezTo>
                    <a:pt x="4772" y="3296"/>
                    <a:pt x="4828" y="3126"/>
                    <a:pt x="4942" y="2955"/>
                  </a:cubicBezTo>
                  <a:cubicBezTo>
                    <a:pt x="5141" y="2671"/>
                    <a:pt x="5368" y="2416"/>
                    <a:pt x="5652" y="2217"/>
                  </a:cubicBezTo>
                  <a:cubicBezTo>
                    <a:pt x="6532" y="1478"/>
                    <a:pt x="7526" y="882"/>
                    <a:pt x="8605" y="456"/>
                  </a:cubicBezTo>
                  <a:cubicBezTo>
                    <a:pt x="8776" y="428"/>
                    <a:pt x="8946" y="314"/>
                    <a:pt x="9088" y="201"/>
                  </a:cubicBezTo>
                  <a:cubicBezTo>
                    <a:pt x="8681" y="65"/>
                    <a:pt x="8254" y="0"/>
                    <a:pt x="78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07"/>
            <p:cNvSpPr/>
            <p:nvPr/>
          </p:nvSpPr>
          <p:spPr>
            <a:xfrm>
              <a:off x="2657000" y="922550"/>
              <a:ext cx="818625" cy="540575"/>
            </a:xfrm>
            <a:custGeom>
              <a:rect b="b" l="l" r="r" t="t"/>
              <a:pathLst>
                <a:path extrusionOk="0" h="21623" w="32745">
                  <a:moveTo>
                    <a:pt x="8832" y="1516"/>
                  </a:moveTo>
                  <a:cubicBezTo>
                    <a:pt x="9031" y="1516"/>
                    <a:pt x="9201" y="1686"/>
                    <a:pt x="9201" y="1885"/>
                  </a:cubicBezTo>
                  <a:cubicBezTo>
                    <a:pt x="9201" y="2084"/>
                    <a:pt x="9031" y="2226"/>
                    <a:pt x="8832" y="2226"/>
                  </a:cubicBezTo>
                  <a:lnTo>
                    <a:pt x="8832" y="2254"/>
                  </a:lnTo>
                  <a:cubicBezTo>
                    <a:pt x="8633" y="2226"/>
                    <a:pt x="8463" y="2027"/>
                    <a:pt x="8520" y="1828"/>
                  </a:cubicBezTo>
                  <a:cubicBezTo>
                    <a:pt x="8520" y="1658"/>
                    <a:pt x="8662" y="1516"/>
                    <a:pt x="8832" y="1516"/>
                  </a:cubicBezTo>
                  <a:close/>
                  <a:moveTo>
                    <a:pt x="13998" y="2391"/>
                  </a:moveTo>
                  <a:cubicBezTo>
                    <a:pt x="14120" y="2391"/>
                    <a:pt x="14232" y="2474"/>
                    <a:pt x="14256" y="2623"/>
                  </a:cubicBezTo>
                  <a:cubicBezTo>
                    <a:pt x="14256" y="2765"/>
                    <a:pt x="14143" y="2879"/>
                    <a:pt x="14001" y="2907"/>
                  </a:cubicBezTo>
                  <a:cubicBezTo>
                    <a:pt x="13887" y="2907"/>
                    <a:pt x="13774" y="2822"/>
                    <a:pt x="13745" y="2708"/>
                  </a:cubicBezTo>
                  <a:cubicBezTo>
                    <a:pt x="13717" y="2566"/>
                    <a:pt x="13802" y="2424"/>
                    <a:pt x="13944" y="2396"/>
                  </a:cubicBezTo>
                  <a:cubicBezTo>
                    <a:pt x="13962" y="2392"/>
                    <a:pt x="13980" y="2391"/>
                    <a:pt x="13998" y="2391"/>
                  </a:cubicBezTo>
                  <a:close/>
                  <a:moveTo>
                    <a:pt x="18019" y="3246"/>
                  </a:moveTo>
                  <a:cubicBezTo>
                    <a:pt x="18033" y="3246"/>
                    <a:pt x="18047" y="3246"/>
                    <a:pt x="18062" y="3248"/>
                  </a:cubicBezTo>
                  <a:cubicBezTo>
                    <a:pt x="18346" y="3248"/>
                    <a:pt x="18545" y="3475"/>
                    <a:pt x="18545" y="3731"/>
                  </a:cubicBezTo>
                  <a:lnTo>
                    <a:pt x="18545" y="3759"/>
                  </a:lnTo>
                  <a:cubicBezTo>
                    <a:pt x="18516" y="4015"/>
                    <a:pt x="18289" y="4214"/>
                    <a:pt x="18033" y="4214"/>
                  </a:cubicBezTo>
                  <a:cubicBezTo>
                    <a:pt x="17778" y="4214"/>
                    <a:pt x="17551" y="3986"/>
                    <a:pt x="17551" y="3731"/>
                  </a:cubicBezTo>
                  <a:cubicBezTo>
                    <a:pt x="17577" y="3463"/>
                    <a:pt x="17781" y="3246"/>
                    <a:pt x="18019" y="3246"/>
                  </a:cubicBezTo>
                  <a:close/>
                  <a:moveTo>
                    <a:pt x="27065" y="4904"/>
                  </a:moveTo>
                  <a:cubicBezTo>
                    <a:pt x="27131" y="4904"/>
                    <a:pt x="27199" y="4920"/>
                    <a:pt x="27263" y="4952"/>
                  </a:cubicBezTo>
                  <a:cubicBezTo>
                    <a:pt x="27434" y="5037"/>
                    <a:pt x="27519" y="5236"/>
                    <a:pt x="27490" y="5406"/>
                  </a:cubicBezTo>
                  <a:cubicBezTo>
                    <a:pt x="27434" y="5634"/>
                    <a:pt x="27320" y="5832"/>
                    <a:pt x="27150" y="6003"/>
                  </a:cubicBezTo>
                  <a:cubicBezTo>
                    <a:pt x="27074" y="6048"/>
                    <a:pt x="26981" y="6078"/>
                    <a:pt x="26890" y="6078"/>
                  </a:cubicBezTo>
                  <a:cubicBezTo>
                    <a:pt x="26811" y="6078"/>
                    <a:pt x="26733" y="6056"/>
                    <a:pt x="26667" y="6003"/>
                  </a:cubicBezTo>
                  <a:cubicBezTo>
                    <a:pt x="26556" y="5947"/>
                    <a:pt x="26499" y="5838"/>
                    <a:pt x="26523" y="5700"/>
                  </a:cubicBezTo>
                  <a:lnTo>
                    <a:pt x="26523" y="5700"/>
                  </a:lnTo>
                  <a:cubicBezTo>
                    <a:pt x="26523" y="5706"/>
                    <a:pt x="26524" y="5713"/>
                    <a:pt x="26525" y="5719"/>
                  </a:cubicBezTo>
                  <a:lnTo>
                    <a:pt x="26525" y="5690"/>
                  </a:lnTo>
                  <a:lnTo>
                    <a:pt x="26525" y="5690"/>
                  </a:lnTo>
                  <a:cubicBezTo>
                    <a:pt x="26524" y="5694"/>
                    <a:pt x="26523" y="5697"/>
                    <a:pt x="26523" y="5700"/>
                  </a:cubicBezTo>
                  <a:lnTo>
                    <a:pt x="26523" y="5700"/>
                  </a:lnTo>
                  <a:cubicBezTo>
                    <a:pt x="26501" y="5451"/>
                    <a:pt x="26586" y="5203"/>
                    <a:pt x="26780" y="5037"/>
                  </a:cubicBezTo>
                  <a:cubicBezTo>
                    <a:pt x="26851" y="4948"/>
                    <a:pt x="26956" y="4904"/>
                    <a:pt x="27065" y="4904"/>
                  </a:cubicBezTo>
                  <a:close/>
                  <a:moveTo>
                    <a:pt x="12158" y="6054"/>
                  </a:moveTo>
                  <a:cubicBezTo>
                    <a:pt x="12205" y="6054"/>
                    <a:pt x="12251" y="6056"/>
                    <a:pt x="12297" y="6060"/>
                  </a:cubicBezTo>
                  <a:lnTo>
                    <a:pt x="12382" y="6060"/>
                  </a:lnTo>
                  <a:cubicBezTo>
                    <a:pt x="12422" y="6060"/>
                    <a:pt x="12463" y="6058"/>
                    <a:pt x="12503" y="6058"/>
                  </a:cubicBezTo>
                  <a:cubicBezTo>
                    <a:pt x="12665" y="6058"/>
                    <a:pt x="12819" y="6077"/>
                    <a:pt x="12865" y="6258"/>
                  </a:cubicBezTo>
                  <a:cubicBezTo>
                    <a:pt x="12950" y="6514"/>
                    <a:pt x="12865" y="6798"/>
                    <a:pt x="12694" y="6968"/>
                  </a:cubicBezTo>
                  <a:cubicBezTo>
                    <a:pt x="12442" y="7153"/>
                    <a:pt x="12141" y="7248"/>
                    <a:pt x="11836" y="7248"/>
                  </a:cubicBezTo>
                  <a:cubicBezTo>
                    <a:pt x="11626" y="7248"/>
                    <a:pt x="11415" y="7203"/>
                    <a:pt x="11218" y="7110"/>
                  </a:cubicBezTo>
                  <a:cubicBezTo>
                    <a:pt x="10905" y="6940"/>
                    <a:pt x="10905" y="6485"/>
                    <a:pt x="11218" y="6315"/>
                  </a:cubicBezTo>
                  <a:cubicBezTo>
                    <a:pt x="11516" y="6141"/>
                    <a:pt x="11836" y="6054"/>
                    <a:pt x="12158" y="6054"/>
                  </a:cubicBezTo>
                  <a:close/>
                  <a:moveTo>
                    <a:pt x="24477" y="3323"/>
                  </a:moveTo>
                  <a:cubicBezTo>
                    <a:pt x="24640" y="3323"/>
                    <a:pt x="24799" y="3421"/>
                    <a:pt x="24849" y="3589"/>
                  </a:cubicBezTo>
                  <a:cubicBezTo>
                    <a:pt x="24934" y="3873"/>
                    <a:pt x="24991" y="4185"/>
                    <a:pt x="25020" y="4469"/>
                  </a:cubicBezTo>
                  <a:cubicBezTo>
                    <a:pt x="24934" y="5548"/>
                    <a:pt x="24452" y="6571"/>
                    <a:pt x="23685" y="7366"/>
                  </a:cubicBezTo>
                  <a:cubicBezTo>
                    <a:pt x="23543" y="7508"/>
                    <a:pt x="23344" y="7593"/>
                    <a:pt x="23145" y="7650"/>
                  </a:cubicBezTo>
                  <a:cubicBezTo>
                    <a:pt x="23096" y="7662"/>
                    <a:pt x="23047" y="7668"/>
                    <a:pt x="22999" y="7668"/>
                  </a:cubicBezTo>
                  <a:cubicBezTo>
                    <a:pt x="22712" y="7668"/>
                    <a:pt x="22451" y="7463"/>
                    <a:pt x="22379" y="7195"/>
                  </a:cubicBezTo>
                  <a:cubicBezTo>
                    <a:pt x="22322" y="6883"/>
                    <a:pt x="22350" y="6571"/>
                    <a:pt x="22492" y="6287"/>
                  </a:cubicBezTo>
                  <a:cubicBezTo>
                    <a:pt x="22606" y="6060"/>
                    <a:pt x="22719" y="5832"/>
                    <a:pt x="22890" y="5634"/>
                  </a:cubicBezTo>
                  <a:cubicBezTo>
                    <a:pt x="23259" y="5094"/>
                    <a:pt x="23628" y="4498"/>
                    <a:pt x="23912" y="3901"/>
                  </a:cubicBezTo>
                  <a:cubicBezTo>
                    <a:pt x="23997" y="3731"/>
                    <a:pt x="24082" y="3589"/>
                    <a:pt x="24168" y="3475"/>
                  </a:cubicBezTo>
                  <a:cubicBezTo>
                    <a:pt x="24249" y="3370"/>
                    <a:pt x="24364" y="3323"/>
                    <a:pt x="24477" y="3323"/>
                  </a:cubicBezTo>
                  <a:close/>
                  <a:moveTo>
                    <a:pt x="5545" y="3087"/>
                  </a:moveTo>
                  <a:cubicBezTo>
                    <a:pt x="5704" y="3087"/>
                    <a:pt x="5862" y="3092"/>
                    <a:pt x="6021" y="3106"/>
                  </a:cubicBezTo>
                  <a:cubicBezTo>
                    <a:pt x="6153" y="3102"/>
                    <a:pt x="6284" y="3101"/>
                    <a:pt x="6416" y="3101"/>
                  </a:cubicBezTo>
                  <a:cubicBezTo>
                    <a:pt x="7300" y="3101"/>
                    <a:pt x="8169" y="3181"/>
                    <a:pt x="9059" y="3305"/>
                  </a:cubicBezTo>
                  <a:cubicBezTo>
                    <a:pt x="10195" y="3418"/>
                    <a:pt x="11303" y="3617"/>
                    <a:pt x="12410" y="3873"/>
                  </a:cubicBezTo>
                  <a:cubicBezTo>
                    <a:pt x="14029" y="4242"/>
                    <a:pt x="15620" y="4782"/>
                    <a:pt x="17125" y="5463"/>
                  </a:cubicBezTo>
                  <a:cubicBezTo>
                    <a:pt x="18346" y="6088"/>
                    <a:pt x="19510" y="6826"/>
                    <a:pt x="20589" y="7678"/>
                  </a:cubicBezTo>
                  <a:cubicBezTo>
                    <a:pt x="21413" y="8331"/>
                    <a:pt x="22180" y="9041"/>
                    <a:pt x="22918" y="9808"/>
                  </a:cubicBezTo>
                  <a:cubicBezTo>
                    <a:pt x="23145" y="10007"/>
                    <a:pt x="23316" y="10263"/>
                    <a:pt x="23429" y="10547"/>
                  </a:cubicBezTo>
                  <a:cubicBezTo>
                    <a:pt x="23458" y="10660"/>
                    <a:pt x="23401" y="10745"/>
                    <a:pt x="23316" y="10802"/>
                  </a:cubicBezTo>
                  <a:cubicBezTo>
                    <a:pt x="23259" y="10802"/>
                    <a:pt x="23174" y="10802"/>
                    <a:pt x="23117" y="10774"/>
                  </a:cubicBezTo>
                  <a:cubicBezTo>
                    <a:pt x="23003" y="10660"/>
                    <a:pt x="22890" y="10518"/>
                    <a:pt x="22776" y="10405"/>
                  </a:cubicBezTo>
                  <a:cubicBezTo>
                    <a:pt x="21413" y="8928"/>
                    <a:pt x="19851" y="7621"/>
                    <a:pt x="18119" y="6599"/>
                  </a:cubicBezTo>
                  <a:cubicBezTo>
                    <a:pt x="16926" y="5918"/>
                    <a:pt x="15676" y="5350"/>
                    <a:pt x="14370" y="4924"/>
                  </a:cubicBezTo>
                  <a:cubicBezTo>
                    <a:pt x="12893" y="4469"/>
                    <a:pt x="11360" y="4128"/>
                    <a:pt x="9826" y="3930"/>
                  </a:cubicBezTo>
                  <a:cubicBezTo>
                    <a:pt x="8889" y="3788"/>
                    <a:pt x="7952" y="3702"/>
                    <a:pt x="6986" y="3702"/>
                  </a:cubicBezTo>
                  <a:lnTo>
                    <a:pt x="4203" y="3702"/>
                  </a:lnTo>
                  <a:cubicBezTo>
                    <a:pt x="4119" y="3695"/>
                    <a:pt x="4036" y="3691"/>
                    <a:pt x="3953" y="3691"/>
                  </a:cubicBezTo>
                  <a:cubicBezTo>
                    <a:pt x="3725" y="3691"/>
                    <a:pt x="3502" y="3718"/>
                    <a:pt x="3294" y="3759"/>
                  </a:cubicBezTo>
                  <a:lnTo>
                    <a:pt x="3010" y="3759"/>
                  </a:lnTo>
                  <a:cubicBezTo>
                    <a:pt x="2783" y="3731"/>
                    <a:pt x="2584" y="3560"/>
                    <a:pt x="2613" y="3418"/>
                  </a:cubicBezTo>
                  <a:cubicBezTo>
                    <a:pt x="2698" y="3220"/>
                    <a:pt x="2868" y="3220"/>
                    <a:pt x="3039" y="3220"/>
                  </a:cubicBezTo>
                  <a:cubicBezTo>
                    <a:pt x="3098" y="3221"/>
                    <a:pt x="3157" y="3222"/>
                    <a:pt x="3216" y="3222"/>
                  </a:cubicBezTo>
                  <a:cubicBezTo>
                    <a:pt x="3993" y="3222"/>
                    <a:pt x="4769" y="3087"/>
                    <a:pt x="5545" y="3087"/>
                  </a:cubicBezTo>
                  <a:close/>
                  <a:moveTo>
                    <a:pt x="17397" y="8622"/>
                  </a:moveTo>
                  <a:cubicBezTo>
                    <a:pt x="17551" y="8622"/>
                    <a:pt x="17708" y="8680"/>
                    <a:pt x="17835" y="8786"/>
                  </a:cubicBezTo>
                  <a:cubicBezTo>
                    <a:pt x="18005" y="8928"/>
                    <a:pt x="18062" y="9155"/>
                    <a:pt x="18005" y="9354"/>
                  </a:cubicBezTo>
                  <a:cubicBezTo>
                    <a:pt x="17891" y="9780"/>
                    <a:pt x="17693" y="10149"/>
                    <a:pt x="17409" y="10461"/>
                  </a:cubicBezTo>
                  <a:cubicBezTo>
                    <a:pt x="16131" y="11853"/>
                    <a:pt x="14427" y="12818"/>
                    <a:pt x="12552" y="13188"/>
                  </a:cubicBezTo>
                  <a:cubicBezTo>
                    <a:pt x="12439" y="13216"/>
                    <a:pt x="12354" y="13216"/>
                    <a:pt x="12268" y="13216"/>
                  </a:cubicBezTo>
                  <a:cubicBezTo>
                    <a:pt x="12183" y="13216"/>
                    <a:pt x="12126" y="13216"/>
                    <a:pt x="12070" y="13188"/>
                  </a:cubicBezTo>
                  <a:cubicBezTo>
                    <a:pt x="11842" y="13131"/>
                    <a:pt x="11757" y="12875"/>
                    <a:pt x="11842" y="12676"/>
                  </a:cubicBezTo>
                  <a:cubicBezTo>
                    <a:pt x="11956" y="12534"/>
                    <a:pt x="12098" y="12421"/>
                    <a:pt x="12268" y="12336"/>
                  </a:cubicBezTo>
                  <a:cubicBezTo>
                    <a:pt x="13064" y="11853"/>
                    <a:pt x="13774" y="11285"/>
                    <a:pt x="14398" y="10632"/>
                  </a:cubicBezTo>
                  <a:cubicBezTo>
                    <a:pt x="14938" y="10092"/>
                    <a:pt x="15534" y="9581"/>
                    <a:pt x="16188" y="9155"/>
                  </a:cubicBezTo>
                  <a:cubicBezTo>
                    <a:pt x="16500" y="8899"/>
                    <a:pt x="16841" y="8729"/>
                    <a:pt x="17238" y="8644"/>
                  </a:cubicBezTo>
                  <a:cubicBezTo>
                    <a:pt x="17290" y="8629"/>
                    <a:pt x="17343" y="8622"/>
                    <a:pt x="17397" y="8622"/>
                  </a:cubicBezTo>
                  <a:close/>
                  <a:moveTo>
                    <a:pt x="14393" y="0"/>
                  </a:moveTo>
                  <a:cubicBezTo>
                    <a:pt x="13590" y="0"/>
                    <a:pt x="12787" y="37"/>
                    <a:pt x="11984" y="124"/>
                  </a:cubicBezTo>
                  <a:cubicBezTo>
                    <a:pt x="11814" y="153"/>
                    <a:pt x="11757" y="238"/>
                    <a:pt x="11786" y="408"/>
                  </a:cubicBezTo>
                  <a:cubicBezTo>
                    <a:pt x="11842" y="891"/>
                    <a:pt x="11928" y="1345"/>
                    <a:pt x="12013" y="1800"/>
                  </a:cubicBezTo>
                  <a:cubicBezTo>
                    <a:pt x="12041" y="1970"/>
                    <a:pt x="12041" y="2112"/>
                    <a:pt x="12070" y="2282"/>
                  </a:cubicBezTo>
                  <a:cubicBezTo>
                    <a:pt x="12041" y="2396"/>
                    <a:pt x="11984" y="2510"/>
                    <a:pt x="11871" y="2538"/>
                  </a:cubicBezTo>
                  <a:cubicBezTo>
                    <a:pt x="11828" y="2560"/>
                    <a:pt x="11780" y="2569"/>
                    <a:pt x="11733" y="2569"/>
                  </a:cubicBezTo>
                  <a:cubicBezTo>
                    <a:pt x="11657" y="2569"/>
                    <a:pt x="11583" y="2545"/>
                    <a:pt x="11530" y="2510"/>
                  </a:cubicBezTo>
                  <a:cubicBezTo>
                    <a:pt x="11417" y="2396"/>
                    <a:pt x="11331" y="2282"/>
                    <a:pt x="11275" y="2169"/>
                  </a:cubicBezTo>
                  <a:cubicBezTo>
                    <a:pt x="10905" y="1629"/>
                    <a:pt x="10479" y="1118"/>
                    <a:pt x="9997" y="692"/>
                  </a:cubicBezTo>
                  <a:cubicBezTo>
                    <a:pt x="9866" y="519"/>
                    <a:pt x="9670" y="444"/>
                    <a:pt x="9470" y="444"/>
                  </a:cubicBezTo>
                  <a:cubicBezTo>
                    <a:pt x="9409" y="444"/>
                    <a:pt x="9347" y="452"/>
                    <a:pt x="9287" y="465"/>
                  </a:cubicBezTo>
                  <a:cubicBezTo>
                    <a:pt x="8435" y="664"/>
                    <a:pt x="7554" y="834"/>
                    <a:pt x="6702" y="1061"/>
                  </a:cubicBezTo>
                  <a:cubicBezTo>
                    <a:pt x="4658" y="1629"/>
                    <a:pt x="2698" y="2396"/>
                    <a:pt x="682" y="3021"/>
                  </a:cubicBezTo>
                  <a:cubicBezTo>
                    <a:pt x="597" y="3049"/>
                    <a:pt x="511" y="3078"/>
                    <a:pt x="426" y="3106"/>
                  </a:cubicBezTo>
                  <a:cubicBezTo>
                    <a:pt x="57" y="3305"/>
                    <a:pt x="0" y="3617"/>
                    <a:pt x="369" y="3873"/>
                  </a:cubicBezTo>
                  <a:cubicBezTo>
                    <a:pt x="483" y="3958"/>
                    <a:pt x="597" y="4015"/>
                    <a:pt x="710" y="4100"/>
                  </a:cubicBezTo>
                  <a:cubicBezTo>
                    <a:pt x="994" y="4242"/>
                    <a:pt x="1221" y="4441"/>
                    <a:pt x="1420" y="4668"/>
                  </a:cubicBezTo>
                  <a:cubicBezTo>
                    <a:pt x="1704" y="4952"/>
                    <a:pt x="1931" y="5264"/>
                    <a:pt x="2187" y="5577"/>
                  </a:cubicBezTo>
                  <a:cubicBezTo>
                    <a:pt x="2300" y="5804"/>
                    <a:pt x="2556" y="5946"/>
                    <a:pt x="2812" y="5974"/>
                  </a:cubicBezTo>
                  <a:cubicBezTo>
                    <a:pt x="3352" y="6016"/>
                    <a:pt x="3893" y="6042"/>
                    <a:pt x="4444" y="6042"/>
                  </a:cubicBezTo>
                  <a:cubicBezTo>
                    <a:pt x="4646" y="6042"/>
                    <a:pt x="4850" y="6039"/>
                    <a:pt x="5055" y="6031"/>
                  </a:cubicBezTo>
                  <a:lnTo>
                    <a:pt x="7015" y="6031"/>
                  </a:lnTo>
                  <a:cubicBezTo>
                    <a:pt x="7185" y="6031"/>
                    <a:pt x="7384" y="6060"/>
                    <a:pt x="7554" y="6145"/>
                  </a:cubicBezTo>
                  <a:cubicBezTo>
                    <a:pt x="7810" y="6258"/>
                    <a:pt x="7895" y="6571"/>
                    <a:pt x="7725" y="6798"/>
                  </a:cubicBezTo>
                  <a:cubicBezTo>
                    <a:pt x="7554" y="7025"/>
                    <a:pt x="7327" y="7195"/>
                    <a:pt x="7071" y="7309"/>
                  </a:cubicBezTo>
                  <a:cubicBezTo>
                    <a:pt x="6532" y="7508"/>
                    <a:pt x="5992" y="7678"/>
                    <a:pt x="5453" y="7735"/>
                  </a:cubicBezTo>
                  <a:cubicBezTo>
                    <a:pt x="4771" y="7820"/>
                    <a:pt x="4090" y="7905"/>
                    <a:pt x="3351" y="7991"/>
                  </a:cubicBezTo>
                  <a:cubicBezTo>
                    <a:pt x="3522" y="8672"/>
                    <a:pt x="3664" y="9240"/>
                    <a:pt x="3806" y="9837"/>
                  </a:cubicBezTo>
                  <a:cubicBezTo>
                    <a:pt x="3891" y="10149"/>
                    <a:pt x="3976" y="10518"/>
                    <a:pt x="4033" y="10802"/>
                  </a:cubicBezTo>
                  <a:cubicBezTo>
                    <a:pt x="4102" y="11033"/>
                    <a:pt x="4152" y="11095"/>
                    <a:pt x="4336" y="11095"/>
                  </a:cubicBezTo>
                  <a:cubicBezTo>
                    <a:pt x="4379" y="11095"/>
                    <a:pt x="4428" y="11091"/>
                    <a:pt x="4487" y="11086"/>
                  </a:cubicBezTo>
                  <a:lnTo>
                    <a:pt x="4771" y="11029"/>
                  </a:lnTo>
                  <a:cubicBezTo>
                    <a:pt x="6447" y="10717"/>
                    <a:pt x="8065" y="10263"/>
                    <a:pt x="9656" y="9638"/>
                  </a:cubicBezTo>
                  <a:cubicBezTo>
                    <a:pt x="10025" y="9496"/>
                    <a:pt x="10394" y="9382"/>
                    <a:pt x="10763" y="9269"/>
                  </a:cubicBezTo>
                  <a:cubicBezTo>
                    <a:pt x="10877" y="9212"/>
                    <a:pt x="11019" y="9183"/>
                    <a:pt x="11133" y="9183"/>
                  </a:cubicBezTo>
                  <a:cubicBezTo>
                    <a:pt x="11186" y="9161"/>
                    <a:pt x="11241" y="9150"/>
                    <a:pt x="11296" y="9150"/>
                  </a:cubicBezTo>
                  <a:cubicBezTo>
                    <a:pt x="11447" y="9150"/>
                    <a:pt x="11597" y="9229"/>
                    <a:pt x="11701" y="9354"/>
                  </a:cubicBezTo>
                  <a:cubicBezTo>
                    <a:pt x="11814" y="9553"/>
                    <a:pt x="11814" y="9780"/>
                    <a:pt x="11701" y="9950"/>
                  </a:cubicBezTo>
                  <a:cubicBezTo>
                    <a:pt x="11559" y="10177"/>
                    <a:pt x="11388" y="10376"/>
                    <a:pt x="11218" y="10575"/>
                  </a:cubicBezTo>
                  <a:cubicBezTo>
                    <a:pt x="10792" y="11029"/>
                    <a:pt x="10337" y="11455"/>
                    <a:pt x="9798" y="11824"/>
                  </a:cubicBezTo>
                  <a:cubicBezTo>
                    <a:pt x="8406" y="12875"/>
                    <a:pt x="6873" y="13670"/>
                    <a:pt x="5226" y="14182"/>
                  </a:cubicBezTo>
                  <a:cubicBezTo>
                    <a:pt x="4885" y="14295"/>
                    <a:pt x="4885" y="14324"/>
                    <a:pt x="4970" y="14636"/>
                  </a:cubicBezTo>
                  <a:cubicBezTo>
                    <a:pt x="5396" y="16084"/>
                    <a:pt x="5936" y="17476"/>
                    <a:pt x="6560" y="18839"/>
                  </a:cubicBezTo>
                  <a:cubicBezTo>
                    <a:pt x="6645" y="19009"/>
                    <a:pt x="6731" y="19151"/>
                    <a:pt x="6816" y="19322"/>
                  </a:cubicBezTo>
                  <a:cubicBezTo>
                    <a:pt x="6863" y="19416"/>
                    <a:pt x="6968" y="19471"/>
                    <a:pt x="7068" y="19471"/>
                  </a:cubicBezTo>
                  <a:cubicBezTo>
                    <a:pt x="7088" y="19471"/>
                    <a:pt x="7109" y="19469"/>
                    <a:pt x="7128" y="19464"/>
                  </a:cubicBezTo>
                  <a:cubicBezTo>
                    <a:pt x="7242" y="19435"/>
                    <a:pt x="7355" y="19407"/>
                    <a:pt x="7469" y="19379"/>
                  </a:cubicBezTo>
                  <a:cubicBezTo>
                    <a:pt x="9230" y="18896"/>
                    <a:pt x="10905" y="18101"/>
                    <a:pt x="12410" y="17050"/>
                  </a:cubicBezTo>
                  <a:cubicBezTo>
                    <a:pt x="13149" y="16510"/>
                    <a:pt x="13859" y="15942"/>
                    <a:pt x="14569" y="15374"/>
                  </a:cubicBezTo>
                  <a:cubicBezTo>
                    <a:pt x="14966" y="15062"/>
                    <a:pt x="15392" y="14750"/>
                    <a:pt x="15790" y="14466"/>
                  </a:cubicBezTo>
                  <a:cubicBezTo>
                    <a:pt x="15989" y="14324"/>
                    <a:pt x="16216" y="14210"/>
                    <a:pt x="16443" y="14153"/>
                  </a:cubicBezTo>
                  <a:cubicBezTo>
                    <a:pt x="16518" y="14126"/>
                    <a:pt x="16593" y="14114"/>
                    <a:pt x="16666" y="14114"/>
                  </a:cubicBezTo>
                  <a:cubicBezTo>
                    <a:pt x="16979" y="14114"/>
                    <a:pt x="17249" y="14347"/>
                    <a:pt x="17295" y="14693"/>
                  </a:cubicBezTo>
                  <a:cubicBezTo>
                    <a:pt x="17323" y="14863"/>
                    <a:pt x="17323" y="15034"/>
                    <a:pt x="17295" y="15176"/>
                  </a:cubicBezTo>
                  <a:cubicBezTo>
                    <a:pt x="17210" y="15744"/>
                    <a:pt x="16983" y="16255"/>
                    <a:pt x="16670" y="16737"/>
                  </a:cubicBezTo>
                  <a:cubicBezTo>
                    <a:pt x="16244" y="17419"/>
                    <a:pt x="15733" y="18072"/>
                    <a:pt x="15165" y="18669"/>
                  </a:cubicBezTo>
                  <a:cubicBezTo>
                    <a:pt x="14256" y="19577"/>
                    <a:pt x="13291" y="20429"/>
                    <a:pt x="12297" y="21253"/>
                  </a:cubicBezTo>
                  <a:cubicBezTo>
                    <a:pt x="12155" y="21338"/>
                    <a:pt x="11984" y="21395"/>
                    <a:pt x="12013" y="21622"/>
                  </a:cubicBezTo>
                  <a:cubicBezTo>
                    <a:pt x="12751" y="21565"/>
                    <a:pt x="13490" y="21423"/>
                    <a:pt x="14200" y="21139"/>
                  </a:cubicBezTo>
                  <a:cubicBezTo>
                    <a:pt x="16017" y="20458"/>
                    <a:pt x="17693" y="19464"/>
                    <a:pt x="19169" y="18186"/>
                  </a:cubicBezTo>
                  <a:cubicBezTo>
                    <a:pt x="20476" y="17078"/>
                    <a:pt x="21612" y="15800"/>
                    <a:pt x="22606" y="14409"/>
                  </a:cubicBezTo>
                  <a:cubicBezTo>
                    <a:pt x="22946" y="13869"/>
                    <a:pt x="23344" y="13358"/>
                    <a:pt x="23656" y="12818"/>
                  </a:cubicBezTo>
                  <a:cubicBezTo>
                    <a:pt x="23789" y="12526"/>
                    <a:pt x="24097" y="12333"/>
                    <a:pt x="24438" y="12333"/>
                  </a:cubicBezTo>
                  <a:cubicBezTo>
                    <a:pt x="24462" y="12333"/>
                    <a:pt x="24485" y="12334"/>
                    <a:pt x="24508" y="12336"/>
                  </a:cubicBezTo>
                  <a:cubicBezTo>
                    <a:pt x="25644" y="12307"/>
                    <a:pt x="26780" y="12137"/>
                    <a:pt x="27888" y="11796"/>
                  </a:cubicBezTo>
                  <a:cubicBezTo>
                    <a:pt x="28768" y="11540"/>
                    <a:pt x="29592" y="11143"/>
                    <a:pt x="30330" y="10603"/>
                  </a:cubicBezTo>
                  <a:cubicBezTo>
                    <a:pt x="31125" y="10035"/>
                    <a:pt x="31779" y="9269"/>
                    <a:pt x="32205" y="8417"/>
                  </a:cubicBezTo>
                  <a:cubicBezTo>
                    <a:pt x="32744" y="7309"/>
                    <a:pt x="32602" y="5747"/>
                    <a:pt x="31892" y="5037"/>
                  </a:cubicBezTo>
                  <a:cubicBezTo>
                    <a:pt x="31722" y="5066"/>
                    <a:pt x="31665" y="5293"/>
                    <a:pt x="31551" y="5435"/>
                  </a:cubicBezTo>
                  <a:cubicBezTo>
                    <a:pt x="30955" y="6230"/>
                    <a:pt x="30245" y="6911"/>
                    <a:pt x="29450" y="7479"/>
                  </a:cubicBezTo>
                  <a:cubicBezTo>
                    <a:pt x="29137" y="7735"/>
                    <a:pt x="28768" y="7877"/>
                    <a:pt x="28371" y="7934"/>
                  </a:cubicBezTo>
                  <a:cubicBezTo>
                    <a:pt x="28359" y="7935"/>
                    <a:pt x="28347" y="7936"/>
                    <a:pt x="28335" y="7936"/>
                  </a:cubicBezTo>
                  <a:cubicBezTo>
                    <a:pt x="28070" y="7936"/>
                    <a:pt x="27893" y="7640"/>
                    <a:pt x="28001" y="7423"/>
                  </a:cubicBezTo>
                  <a:cubicBezTo>
                    <a:pt x="28115" y="7167"/>
                    <a:pt x="28285" y="6940"/>
                    <a:pt x="28484" y="6769"/>
                  </a:cubicBezTo>
                  <a:cubicBezTo>
                    <a:pt x="29251" y="5804"/>
                    <a:pt x="29847" y="4753"/>
                    <a:pt x="30245" y="3617"/>
                  </a:cubicBezTo>
                  <a:cubicBezTo>
                    <a:pt x="30217" y="3560"/>
                    <a:pt x="30188" y="3532"/>
                    <a:pt x="30160" y="3504"/>
                  </a:cubicBezTo>
                  <a:cubicBezTo>
                    <a:pt x="30046" y="3418"/>
                    <a:pt x="29933" y="3333"/>
                    <a:pt x="29791" y="3276"/>
                  </a:cubicBezTo>
                  <a:cubicBezTo>
                    <a:pt x="27718" y="2112"/>
                    <a:pt x="25446" y="1288"/>
                    <a:pt x="23088" y="891"/>
                  </a:cubicBezTo>
                  <a:cubicBezTo>
                    <a:pt x="22855" y="849"/>
                    <a:pt x="22607" y="727"/>
                    <a:pt x="22342" y="727"/>
                  </a:cubicBezTo>
                  <a:cubicBezTo>
                    <a:pt x="22252" y="727"/>
                    <a:pt x="22160" y="741"/>
                    <a:pt x="22066" y="777"/>
                  </a:cubicBezTo>
                  <a:cubicBezTo>
                    <a:pt x="22009" y="1090"/>
                    <a:pt x="21981" y="1430"/>
                    <a:pt x="22038" y="1743"/>
                  </a:cubicBezTo>
                  <a:cubicBezTo>
                    <a:pt x="22038" y="2311"/>
                    <a:pt x="21924" y="2879"/>
                    <a:pt x="21697" y="3390"/>
                  </a:cubicBezTo>
                  <a:cubicBezTo>
                    <a:pt x="21640" y="3589"/>
                    <a:pt x="21498" y="3759"/>
                    <a:pt x="21356" y="3901"/>
                  </a:cubicBezTo>
                  <a:cubicBezTo>
                    <a:pt x="21246" y="4034"/>
                    <a:pt x="21101" y="4093"/>
                    <a:pt x="20961" y="4093"/>
                  </a:cubicBezTo>
                  <a:cubicBezTo>
                    <a:pt x="20739" y="4093"/>
                    <a:pt x="20528" y="3946"/>
                    <a:pt x="20476" y="3702"/>
                  </a:cubicBezTo>
                  <a:cubicBezTo>
                    <a:pt x="20362" y="3418"/>
                    <a:pt x="20334" y="3163"/>
                    <a:pt x="20334" y="2879"/>
                  </a:cubicBezTo>
                  <a:cubicBezTo>
                    <a:pt x="20277" y="2112"/>
                    <a:pt x="20135" y="1374"/>
                    <a:pt x="19851" y="692"/>
                  </a:cubicBezTo>
                  <a:cubicBezTo>
                    <a:pt x="19766" y="493"/>
                    <a:pt x="19595" y="351"/>
                    <a:pt x="19368" y="323"/>
                  </a:cubicBezTo>
                  <a:cubicBezTo>
                    <a:pt x="18573" y="238"/>
                    <a:pt x="17749" y="153"/>
                    <a:pt x="16926" y="96"/>
                  </a:cubicBezTo>
                  <a:cubicBezTo>
                    <a:pt x="16904" y="92"/>
                    <a:pt x="16884" y="90"/>
                    <a:pt x="16866" y="90"/>
                  </a:cubicBezTo>
                  <a:cubicBezTo>
                    <a:pt x="16742" y="90"/>
                    <a:pt x="16699" y="174"/>
                    <a:pt x="16699" y="323"/>
                  </a:cubicBezTo>
                  <a:cubicBezTo>
                    <a:pt x="16727" y="863"/>
                    <a:pt x="16670" y="1402"/>
                    <a:pt x="16528" y="1913"/>
                  </a:cubicBezTo>
                  <a:cubicBezTo>
                    <a:pt x="16472" y="2055"/>
                    <a:pt x="16415" y="2169"/>
                    <a:pt x="16330" y="2311"/>
                  </a:cubicBezTo>
                  <a:cubicBezTo>
                    <a:pt x="16267" y="2394"/>
                    <a:pt x="16174" y="2447"/>
                    <a:pt x="16073" y="2447"/>
                  </a:cubicBezTo>
                  <a:cubicBezTo>
                    <a:pt x="16036" y="2447"/>
                    <a:pt x="15998" y="2440"/>
                    <a:pt x="15960" y="2424"/>
                  </a:cubicBezTo>
                  <a:cubicBezTo>
                    <a:pt x="15847" y="2424"/>
                    <a:pt x="15762" y="2339"/>
                    <a:pt x="15705" y="2226"/>
                  </a:cubicBezTo>
                  <a:cubicBezTo>
                    <a:pt x="15676" y="2055"/>
                    <a:pt x="15648" y="1885"/>
                    <a:pt x="15620" y="1743"/>
                  </a:cubicBezTo>
                  <a:cubicBezTo>
                    <a:pt x="15563" y="1260"/>
                    <a:pt x="15478" y="749"/>
                    <a:pt x="15421" y="266"/>
                  </a:cubicBezTo>
                  <a:cubicBezTo>
                    <a:pt x="15421" y="124"/>
                    <a:pt x="15279" y="11"/>
                    <a:pt x="15137" y="11"/>
                  </a:cubicBezTo>
                  <a:cubicBezTo>
                    <a:pt x="14889" y="4"/>
                    <a:pt x="14641" y="0"/>
                    <a:pt x="143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07"/>
            <p:cNvSpPr/>
            <p:nvPr/>
          </p:nvSpPr>
          <p:spPr>
            <a:xfrm>
              <a:off x="2722300" y="999700"/>
              <a:ext cx="520450" cy="191800"/>
            </a:xfrm>
            <a:custGeom>
              <a:rect b="b" l="l" r="r" t="t"/>
              <a:pathLst>
                <a:path extrusionOk="0" h="7672" w="20818">
                  <a:moveTo>
                    <a:pt x="2933" y="1"/>
                  </a:moveTo>
                  <a:cubicBezTo>
                    <a:pt x="2157" y="1"/>
                    <a:pt x="1381" y="136"/>
                    <a:pt x="604" y="136"/>
                  </a:cubicBezTo>
                  <a:cubicBezTo>
                    <a:pt x="545" y="136"/>
                    <a:pt x="486" y="135"/>
                    <a:pt x="427" y="134"/>
                  </a:cubicBezTo>
                  <a:cubicBezTo>
                    <a:pt x="285" y="134"/>
                    <a:pt x="114" y="134"/>
                    <a:pt x="29" y="332"/>
                  </a:cubicBezTo>
                  <a:cubicBezTo>
                    <a:pt x="1" y="474"/>
                    <a:pt x="171" y="616"/>
                    <a:pt x="427" y="645"/>
                  </a:cubicBezTo>
                  <a:cubicBezTo>
                    <a:pt x="469" y="659"/>
                    <a:pt x="512" y="666"/>
                    <a:pt x="555" y="666"/>
                  </a:cubicBezTo>
                  <a:cubicBezTo>
                    <a:pt x="597" y="666"/>
                    <a:pt x="640" y="659"/>
                    <a:pt x="682" y="645"/>
                  </a:cubicBezTo>
                  <a:cubicBezTo>
                    <a:pt x="995" y="588"/>
                    <a:pt x="1307" y="588"/>
                    <a:pt x="1591" y="588"/>
                  </a:cubicBezTo>
                  <a:lnTo>
                    <a:pt x="4403" y="588"/>
                  </a:lnTo>
                  <a:cubicBezTo>
                    <a:pt x="5368" y="616"/>
                    <a:pt x="6305" y="702"/>
                    <a:pt x="7243" y="844"/>
                  </a:cubicBezTo>
                  <a:cubicBezTo>
                    <a:pt x="8776" y="1042"/>
                    <a:pt x="10281" y="1383"/>
                    <a:pt x="11758" y="1838"/>
                  </a:cubicBezTo>
                  <a:cubicBezTo>
                    <a:pt x="13064" y="2235"/>
                    <a:pt x="14314" y="2803"/>
                    <a:pt x="15507" y="3485"/>
                  </a:cubicBezTo>
                  <a:cubicBezTo>
                    <a:pt x="17211" y="4507"/>
                    <a:pt x="18801" y="5785"/>
                    <a:pt x="20136" y="7290"/>
                  </a:cubicBezTo>
                  <a:cubicBezTo>
                    <a:pt x="20249" y="7404"/>
                    <a:pt x="20363" y="7517"/>
                    <a:pt x="20505" y="7631"/>
                  </a:cubicBezTo>
                  <a:cubicBezTo>
                    <a:pt x="20545" y="7651"/>
                    <a:pt x="20585" y="7671"/>
                    <a:pt x="20635" y="7671"/>
                  </a:cubicBezTo>
                  <a:cubicBezTo>
                    <a:pt x="20656" y="7671"/>
                    <a:pt x="20679" y="7668"/>
                    <a:pt x="20704" y="7659"/>
                  </a:cubicBezTo>
                  <a:cubicBezTo>
                    <a:pt x="20789" y="7631"/>
                    <a:pt x="20817" y="7517"/>
                    <a:pt x="20789" y="7432"/>
                  </a:cubicBezTo>
                  <a:cubicBezTo>
                    <a:pt x="20675" y="7148"/>
                    <a:pt x="20505" y="6893"/>
                    <a:pt x="20278" y="6694"/>
                  </a:cubicBezTo>
                  <a:cubicBezTo>
                    <a:pt x="19568" y="5927"/>
                    <a:pt x="18801" y="5217"/>
                    <a:pt x="17977" y="4564"/>
                  </a:cubicBezTo>
                  <a:cubicBezTo>
                    <a:pt x="16898" y="3683"/>
                    <a:pt x="15734" y="2945"/>
                    <a:pt x="14484" y="2349"/>
                  </a:cubicBezTo>
                  <a:cubicBezTo>
                    <a:pt x="12979" y="1639"/>
                    <a:pt x="11417" y="1099"/>
                    <a:pt x="9798" y="758"/>
                  </a:cubicBezTo>
                  <a:cubicBezTo>
                    <a:pt x="8691" y="503"/>
                    <a:pt x="7555" y="304"/>
                    <a:pt x="6419" y="190"/>
                  </a:cubicBezTo>
                  <a:cubicBezTo>
                    <a:pt x="5591" y="72"/>
                    <a:pt x="4743" y="13"/>
                    <a:pt x="3908" y="13"/>
                  </a:cubicBezTo>
                  <a:cubicBezTo>
                    <a:pt x="3741" y="13"/>
                    <a:pt x="3574" y="15"/>
                    <a:pt x="3409" y="20"/>
                  </a:cubicBezTo>
                  <a:cubicBezTo>
                    <a:pt x="3250" y="6"/>
                    <a:pt x="3092" y="1"/>
                    <a:pt x="2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07"/>
            <p:cNvSpPr/>
            <p:nvPr/>
          </p:nvSpPr>
          <p:spPr>
            <a:xfrm>
              <a:off x="3084400" y="2508875"/>
              <a:ext cx="740525" cy="249225"/>
            </a:xfrm>
            <a:custGeom>
              <a:rect b="b" l="l" r="r" t="t"/>
              <a:pathLst>
                <a:path extrusionOk="0" h="9969" w="29621">
                  <a:moveTo>
                    <a:pt x="29620" y="1"/>
                  </a:moveTo>
                  <a:lnTo>
                    <a:pt x="29620" y="1"/>
                  </a:lnTo>
                  <a:cubicBezTo>
                    <a:pt x="29566" y="265"/>
                    <a:pt x="29511" y="529"/>
                    <a:pt x="29456" y="793"/>
                  </a:cubicBezTo>
                  <a:lnTo>
                    <a:pt x="29456" y="793"/>
                  </a:lnTo>
                  <a:cubicBezTo>
                    <a:pt x="29511" y="529"/>
                    <a:pt x="29566" y="265"/>
                    <a:pt x="29620" y="1"/>
                  </a:cubicBezTo>
                  <a:close/>
                  <a:moveTo>
                    <a:pt x="29456" y="793"/>
                  </a:moveTo>
                  <a:lnTo>
                    <a:pt x="29456" y="793"/>
                  </a:lnTo>
                  <a:cubicBezTo>
                    <a:pt x="29167" y="2174"/>
                    <a:pt x="28869" y="3546"/>
                    <a:pt x="28578" y="4925"/>
                  </a:cubicBezTo>
                  <a:lnTo>
                    <a:pt x="28578" y="4925"/>
                  </a:lnTo>
                  <a:cubicBezTo>
                    <a:pt x="28585" y="4921"/>
                    <a:pt x="28591" y="4917"/>
                    <a:pt x="28598" y="4914"/>
                  </a:cubicBezTo>
                  <a:cubicBezTo>
                    <a:pt x="28884" y="3531"/>
                    <a:pt x="29170" y="2169"/>
                    <a:pt x="29456" y="793"/>
                  </a:cubicBezTo>
                  <a:close/>
                  <a:moveTo>
                    <a:pt x="28578" y="4925"/>
                  </a:moveTo>
                  <a:lnTo>
                    <a:pt x="28578" y="4925"/>
                  </a:lnTo>
                  <a:cubicBezTo>
                    <a:pt x="26465" y="6118"/>
                    <a:pt x="21559" y="7867"/>
                    <a:pt x="13831" y="7867"/>
                  </a:cubicBezTo>
                  <a:cubicBezTo>
                    <a:pt x="7270" y="7867"/>
                    <a:pt x="2272" y="6163"/>
                    <a:pt x="0" y="5056"/>
                  </a:cubicBezTo>
                  <a:lnTo>
                    <a:pt x="0" y="5056"/>
                  </a:lnTo>
                  <a:cubicBezTo>
                    <a:pt x="199" y="5851"/>
                    <a:pt x="398" y="6646"/>
                    <a:pt x="625" y="7441"/>
                  </a:cubicBezTo>
                  <a:cubicBezTo>
                    <a:pt x="3948" y="8804"/>
                    <a:pt x="7469" y="9628"/>
                    <a:pt x="11047" y="9855"/>
                  </a:cubicBezTo>
                  <a:cubicBezTo>
                    <a:pt x="11928" y="9912"/>
                    <a:pt x="12865" y="9969"/>
                    <a:pt x="13831" y="9969"/>
                  </a:cubicBezTo>
                  <a:cubicBezTo>
                    <a:pt x="21044" y="9969"/>
                    <a:pt x="25758" y="8435"/>
                    <a:pt x="28087" y="7242"/>
                  </a:cubicBezTo>
                  <a:cubicBezTo>
                    <a:pt x="28172" y="6902"/>
                    <a:pt x="28229" y="6532"/>
                    <a:pt x="28314" y="6192"/>
                  </a:cubicBezTo>
                  <a:cubicBezTo>
                    <a:pt x="28401" y="5768"/>
                    <a:pt x="28489" y="5346"/>
                    <a:pt x="28578" y="49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07"/>
            <p:cNvSpPr/>
            <p:nvPr/>
          </p:nvSpPr>
          <p:spPr>
            <a:xfrm>
              <a:off x="2660550" y="1012425"/>
              <a:ext cx="609175" cy="450700"/>
            </a:xfrm>
            <a:custGeom>
              <a:rect b="b" l="l" r="r" t="t"/>
              <a:pathLst>
                <a:path extrusionOk="0" h="18028" w="24367">
                  <a:moveTo>
                    <a:pt x="12016" y="2459"/>
                  </a:moveTo>
                  <a:cubicBezTo>
                    <a:pt x="12063" y="2459"/>
                    <a:pt x="12109" y="2461"/>
                    <a:pt x="12155" y="2465"/>
                  </a:cubicBezTo>
                  <a:lnTo>
                    <a:pt x="12240" y="2465"/>
                  </a:lnTo>
                  <a:cubicBezTo>
                    <a:pt x="12439" y="2465"/>
                    <a:pt x="12666" y="2465"/>
                    <a:pt x="12723" y="2663"/>
                  </a:cubicBezTo>
                  <a:cubicBezTo>
                    <a:pt x="12808" y="2919"/>
                    <a:pt x="12751" y="3203"/>
                    <a:pt x="12552" y="3373"/>
                  </a:cubicBezTo>
                  <a:cubicBezTo>
                    <a:pt x="12300" y="3558"/>
                    <a:pt x="11999" y="3653"/>
                    <a:pt x="11694" y="3653"/>
                  </a:cubicBezTo>
                  <a:cubicBezTo>
                    <a:pt x="11484" y="3653"/>
                    <a:pt x="11273" y="3608"/>
                    <a:pt x="11076" y="3515"/>
                  </a:cubicBezTo>
                  <a:cubicBezTo>
                    <a:pt x="10763" y="3345"/>
                    <a:pt x="10763" y="2890"/>
                    <a:pt x="11076" y="2720"/>
                  </a:cubicBezTo>
                  <a:cubicBezTo>
                    <a:pt x="11374" y="2546"/>
                    <a:pt x="11694" y="2459"/>
                    <a:pt x="12016" y="2459"/>
                  </a:cubicBezTo>
                  <a:close/>
                  <a:moveTo>
                    <a:pt x="17255" y="5027"/>
                  </a:moveTo>
                  <a:cubicBezTo>
                    <a:pt x="17409" y="5027"/>
                    <a:pt x="17566" y="5085"/>
                    <a:pt x="17693" y="5191"/>
                  </a:cubicBezTo>
                  <a:cubicBezTo>
                    <a:pt x="17835" y="5333"/>
                    <a:pt x="17920" y="5560"/>
                    <a:pt x="17863" y="5759"/>
                  </a:cubicBezTo>
                  <a:cubicBezTo>
                    <a:pt x="17749" y="6185"/>
                    <a:pt x="17551" y="6554"/>
                    <a:pt x="17267" y="6866"/>
                  </a:cubicBezTo>
                  <a:cubicBezTo>
                    <a:pt x="15989" y="8258"/>
                    <a:pt x="14285" y="9223"/>
                    <a:pt x="12410" y="9593"/>
                  </a:cubicBezTo>
                  <a:cubicBezTo>
                    <a:pt x="12297" y="9621"/>
                    <a:pt x="12212" y="9621"/>
                    <a:pt x="12126" y="9621"/>
                  </a:cubicBezTo>
                  <a:lnTo>
                    <a:pt x="11928" y="9621"/>
                  </a:lnTo>
                  <a:cubicBezTo>
                    <a:pt x="11700" y="9536"/>
                    <a:pt x="11615" y="9309"/>
                    <a:pt x="11700" y="9110"/>
                  </a:cubicBezTo>
                  <a:cubicBezTo>
                    <a:pt x="11814" y="8939"/>
                    <a:pt x="11956" y="8826"/>
                    <a:pt x="12126" y="8741"/>
                  </a:cubicBezTo>
                  <a:cubicBezTo>
                    <a:pt x="12893" y="8286"/>
                    <a:pt x="13632" y="7690"/>
                    <a:pt x="14256" y="7037"/>
                  </a:cubicBezTo>
                  <a:cubicBezTo>
                    <a:pt x="14796" y="6497"/>
                    <a:pt x="15392" y="5986"/>
                    <a:pt x="16017" y="5560"/>
                  </a:cubicBezTo>
                  <a:cubicBezTo>
                    <a:pt x="16358" y="5304"/>
                    <a:pt x="16699" y="5134"/>
                    <a:pt x="17096" y="5049"/>
                  </a:cubicBezTo>
                  <a:cubicBezTo>
                    <a:pt x="17148" y="5034"/>
                    <a:pt x="17201" y="5027"/>
                    <a:pt x="17255" y="5027"/>
                  </a:cubicBezTo>
                  <a:close/>
                  <a:moveTo>
                    <a:pt x="1118" y="1"/>
                  </a:moveTo>
                  <a:cubicBezTo>
                    <a:pt x="696" y="1"/>
                    <a:pt x="327" y="8"/>
                    <a:pt x="0" y="22"/>
                  </a:cubicBezTo>
                  <a:cubicBezTo>
                    <a:pt x="57" y="136"/>
                    <a:pt x="114" y="221"/>
                    <a:pt x="227" y="278"/>
                  </a:cubicBezTo>
                  <a:cubicBezTo>
                    <a:pt x="341" y="363"/>
                    <a:pt x="455" y="420"/>
                    <a:pt x="568" y="505"/>
                  </a:cubicBezTo>
                  <a:cubicBezTo>
                    <a:pt x="852" y="647"/>
                    <a:pt x="1079" y="846"/>
                    <a:pt x="1278" y="1073"/>
                  </a:cubicBezTo>
                  <a:cubicBezTo>
                    <a:pt x="1562" y="1357"/>
                    <a:pt x="1818" y="1669"/>
                    <a:pt x="2045" y="2010"/>
                  </a:cubicBezTo>
                  <a:cubicBezTo>
                    <a:pt x="2158" y="2209"/>
                    <a:pt x="2414" y="2351"/>
                    <a:pt x="2670" y="2379"/>
                  </a:cubicBezTo>
                  <a:cubicBezTo>
                    <a:pt x="3408" y="2436"/>
                    <a:pt x="4146" y="2465"/>
                    <a:pt x="4913" y="2465"/>
                  </a:cubicBezTo>
                  <a:lnTo>
                    <a:pt x="6873" y="2465"/>
                  </a:lnTo>
                  <a:cubicBezTo>
                    <a:pt x="6922" y="2457"/>
                    <a:pt x="6970" y="2454"/>
                    <a:pt x="7017" y="2454"/>
                  </a:cubicBezTo>
                  <a:cubicBezTo>
                    <a:pt x="7157" y="2454"/>
                    <a:pt x="7284" y="2486"/>
                    <a:pt x="7412" y="2550"/>
                  </a:cubicBezTo>
                  <a:cubicBezTo>
                    <a:pt x="7668" y="2663"/>
                    <a:pt x="7753" y="2976"/>
                    <a:pt x="7583" y="3203"/>
                  </a:cubicBezTo>
                  <a:cubicBezTo>
                    <a:pt x="7412" y="3430"/>
                    <a:pt x="7185" y="3600"/>
                    <a:pt x="6929" y="3714"/>
                  </a:cubicBezTo>
                  <a:cubicBezTo>
                    <a:pt x="6418" y="3941"/>
                    <a:pt x="5850" y="4083"/>
                    <a:pt x="5311" y="4140"/>
                  </a:cubicBezTo>
                  <a:cubicBezTo>
                    <a:pt x="4629" y="4225"/>
                    <a:pt x="3976" y="4310"/>
                    <a:pt x="3209" y="4396"/>
                  </a:cubicBezTo>
                  <a:cubicBezTo>
                    <a:pt x="3380" y="5077"/>
                    <a:pt x="3522" y="5674"/>
                    <a:pt x="3664" y="6242"/>
                  </a:cubicBezTo>
                  <a:cubicBezTo>
                    <a:pt x="3749" y="6554"/>
                    <a:pt x="3834" y="6895"/>
                    <a:pt x="3919" y="7207"/>
                  </a:cubicBezTo>
                  <a:cubicBezTo>
                    <a:pt x="3963" y="7447"/>
                    <a:pt x="4006" y="7503"/>
                    <a:pt x="4166" y="7503"/>
                  </a:cubicBezTo>
                  <a:cubicBezTo>
                    <a:pt x="4214" y="7503"/>
                    <a:pt x="4273" y="7498"/>
                    <a:pt x="4345" y="7491"/>
                  </a:cubicBezTo>
                  <a:lnTo>
                    <a:pt x="4629" y="7434"/>
                  </a:lnTo>
                  <a:cubicBezTo>
                    <a:pt x="6305" y="7150"/>
                    <a:pt x="7952" y="6668"/>
                    <a:pt x="9542" y="6043"/>
                  </a:cubicBezTo>
                  <a:cubicBezTo>
                    <a:pt x="9911" y="5901"/>
                    <a:pt x="10309" y="5787"/>
                    <a:pt x="10678" y="5645"/>
                  </a:cubicBezTo>
                  <a:cubicBezTo>
                    <a:pt x="10792" y="5617"/>
                    <a:pt x="10905" y="5588"/>
                    <a:pt x="11019" y="5560"/>
                  </a:cubicBezTo>
                  <a:cubicBezTo>
                    <a:pt x="11066" y="5548"/>
                    <a:pt x="11114" y="5542"/>
                    <a:pt x="11160" y="5542"/>
                  </a:cubicBezTo>
                  <a:cubicBezTo>
                    <a:pt x="11336" y="5542"/>
                    <a:pt x="11497" y="5624"/>
                    <a:pt x="11587" y="5759"/>
                  </a:cubicBezTo>
                  <a:cubicBezTo>
                    <a:pt x="11700" y="5929"/>
                    <a:pt x="11700" y="6185"/>
                    <a:pt x="11587" y="6355"/>
                  </a:cubicBezTo>
                  <a:cubicBezTo>
                    <a:pt x="11445" y="6582"/>
                    <a:pt x="11303" y="6781"/>
                    <a:pt x="11133" y="6980"/>
                  </a:cubicBezTo>
                  <a:cubicBezTo>
                    <a:pt x="10707" y="7434"/>
                    <a:pt x="10224" y="7860"/>
                    <a:pt x="9713" y="8229"/>
                  </a:cubicBezTo>
                  <a:cubicBezTo>
                    <a:pt x="8321" y="9252"/>
                    <a:pt x="6759" y="10047"/>
                    <a:pt x="5112" y="10587"/>
                  </a:cubicBezTo>
                  <a:cubicBezTo>
                    <a:pt x="4800" y="10700"/>
                    <a:pt x="4800" y="10729"/>
                    <a:pt x="4885" y="11041"/>
                  </a:cubicBezTo>
                  <a:cubicBezTo>
                    <a:pt x="5311" y="12461"/>
                    <a:pt x="5822" y="13881"/>
                    <a:pt x="6475" y="15216"/>
                  </a:cubicBezTo>
                  <a:cubicBezTo>
                    <a:pt x="6532" y="15386"/>
                    <a:pt x="6645" y="15556"/>
                    <a:pt x="6731" y="15727"/>
                  </a:cubicBezTo>
                  <a:cubicBezTo>
                    <a:pt x="6774" y="15814"/>
                    <a:pt x="6851" y="15851"/>
                    <a:pt x="6935" y="15851"/>
                  </a:cubicBezTo>
                  <a:cubicBezTo>
                    <a:pt x="6961" y="15851"/>
                    <a:pt x="6988" y="15847"/>
                    <a:pt x="7015" y="15840"/>
                  </a:cubicBezTo>
                  <a:cubicBezTo>
                    <a:pt x="7128" y="15812"/>
                    <a:pt x="7242" y="15784"/>
                    <a:pt x="7384" y="15755"/>
                  </a:cubicBezTo>
                  <a:cubicBezTo>
                    <a:pt x="9145" y="15272"/>
                    <a:pt x="10820" y="14506"/>
                    <a:pt x="12297" y="13455"/>
                  </a:cubicBezTo>
                  <a:cubicBezTo>
                    <a:pt x="13035" y="12915"/>
                    <a:pt x="13774" y="12347"/>
                    <a:pt x="14484" y="11779"/>
                  </a:cubicBezTo>
                  <a:cubicBezTo>
                    <a:pt x="14881" y="11439"/>
                    <a:pt x="15279" y="11155"/>
                    <a:pt x="15705" y="10842"/>
                  </a:cubicBezTo>
                  <a:cubicBezTo>
                    <a:pt x="15904" y="10700"/>
                    <a:pt x="16102" y="10615"/>
                    <a:pt x="16330" y="10558"/>
                  </a:cubicBezTo>
                  <a:cubicBezTo>
                    <a:pt x="16404" y="10532"/>
                    <a:pt x="16480" y="10519"/>
                    <a:pt x="16556" y="10519"/>
                  </a:cubicBezTo>
                  <a:cubicBezTo>
                    <a:pt x="16882" y="10519"/>
                    <a:pt x="17187" y="10757"/>
                    <a:pt x="17210" y="11126"/>
                  </a:cubicBezTo>
                  <a:cubicBezTo>
                    <a:pt x="17210" y="11268"/>
                    <a:pt x="17210" y="11439"/>
                    <a:pt x="17210" y="11609"/>
                  </a:cubicBezTo>
                  <a:cubicBezTo>
                    <a:pt x="17096" y="12149"/>
                    <a:pt x="16898" y="12688"/>
                    <a:pt x="16585" y="13142"/>
                  </a:cubicBezTo>
                  <a:cubicBezTo>
                    <a:pt x="16159" y="13852"/>
                    <a:pt x="15648" y="14506"/>
                    <a:pt x="15052" y="15074"/>
                  </a:cubicBezTo>
                  <a:cubicBezTo>
                    <a:pt x="14143" y="15982"/>
                    <a:pt x="13149" y="16863"/>
                    <a:pt x="12126" y="17658"/>
                  </a:cubicBezTo>
                  <a:cubicBezTo>
                    <a:pt x="12013" y="17743"/>
                    <a:pt x="11814" y="17800"/>
                    <a:pt x="11871" y="18027"/>
                  </a:cubicBezTo>
                  <a:cubicBezTo>
                    <a:pt x="12609" y="17999"/>
                    <a:pt x="13348" y="17828"/>
                    <a:pt x="14029" y="17544"/>
                  </a:cubicBezTo>
                  <a:cubicBezTo>
                    <a:pt x="15847" y="16863"/>
                    <a:pt x="17551" y="15869"/>
                    <a:pt x="18999" y="14591"/>
                  </a:cubicBezTo>
                  <a:cubicBezTo>
                    <a:pt x="20334" y="13512"/>
                    <a:pt x="21470" y="12234"/>
                    <a:pt x="22464" y="10814"/>
                  </a:cubicBezTo>
                  <a:cubicBezTo>
                    <a:pt x="22804" y="10274"/>
                    <a:pt x="23174" y="9791"/>
                    <a:pt x="23514" y="9252"/>
                  </a:cubicBezTo>
                  <a:cubicBezTo>
                    <a:pt x="23656" y="8911"/>
                    <a:pt x="23997" y="8741"/>
                    <a:pt x="24366" y="8741"/>
                  </a:cubicBezTo>
                  <a:cubicBezTo>
                    <a:pt x="23912" y="8201"/>
                    <a:pt x="23486" y="7662"/>
                    <a:pt x="23032" y="7179"/>
                  </a:cubicBezTo>
                  <a:cubicBezTo>
                    <a:pt x="23003" y="7150"/>
                    <a:pt x="23003" y="7150"/>
                    <a:pt x="22975" y="7150"/>
                  </a:cubicBezTo>
                  <a:cubicBezTo>
                    <a:pt x="22833" y="7037"/>
                    <a:pt x="22719" y="6923"/>
                    <a:pt x="22606" y="6781"/>
                  </a:cubicBezTo>
                  <a:cubicBezTo>
                    <a:pt x="21271" y="5304"/>
                    <a:pt x="19681" y="4026"/>
                    <a:pt x="17977" y="2976"/>
                  </a:cubicBezTo>
                  <a:cubicBezTo>
                    <a:pt x="16784" y="2294"/>
                    <a:pt x="15534" y="1755"/>
                    <a:pt x="14228" y="1329"/>
                  </a:cubicBezTo>
                  <a:cubicBezTo>
                    <a:pt x="13007" y="959"/>
                    <a:pt x="11757" y="647"/>
                    <a:pt x="10508" y="477"/>
                  </a:cubicBezTo>
                  <a:cubicBezTo>
                    <a:pt x="8321" y="221"/>
                    <a:pt x="6163" y="221"/>
                    <a:pt x="4061" y="107"/>
                  </a:cubicBezTo>
                  <a:cubicBezTo>
                    <a:pt x="3977" y="100"/>
                    <a:pt x="3894" y="96"/>
                    <a:pt x="3811" y="96"/>
                  </a:cubicBezTo>
                  <a:cubicBezTo>
                    <a:pt x="3583" y="96"/>
                    <a:pt x="3360" y="123"/>
                    <a:pt x="3152" y="164"/>
                  </a:cubicBezTo>
                  <a:cubicBezTo>
                    <a:pt x="3110" y="178"/>
                    <a:pt x="3060" y="185"/>
                    <a:pt x="3010" y="185"/>
                  </a:cubicBezTo>
                  <a:cubicBezTo>
                    <a:pt x="2961" y="185"/>
                    <a:pt x="2911" y="178"/>
                    <a:pt x="2868" y="164"/>
                  </a:cubicBezTo>
                  <a:cubicBezTo>
                    <a:pt x="2755" y="164"/>
                    <a:pt x="2641" y="107"/>
                    <a:pt x="2556" y="22"/>
                  </a:cubicBezTo>
                  <a:cubicBezTo>
                    <a:pt x="2016" y="8"/>
                    <a:pt x="1541"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4" name="Google Shape;8424;p107">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07">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07">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07">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346"/>
                                        </p:tgtEl>
                                        <p:attrNameLst>
                                          <p:attrName>style.visibility</p:attrName>
                                        </p:attrNameLst>
                                      </p:cBhvr>
                                      <p:to>
                                        <p:strVal val="visible"/>
                                      </p:to>
                                    </p:set>
                                    <p:animEffect filter="fade" transition="in">
                                      <p:cBhvr>
                                        <p:cTn dur="1000"/>
                                        <p:tgtEl>
                                          <p:spTgt spid="834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345"/>
                                        </p:tgtEl>
                                        <p:attrNameLst>
                                          <p:attrName>style.visibility</p:attrName>
                                        </p:attrNameLst>
                                      </p:cBhvr>
                                      <p:to>
                                        <p:strVal val="visible"/>
                                      </p:to>
                                    </p:set>
                                    <p:animEffect filter="fade" transition="in">
                                      <p:cBhvr>
                                        <p:cTn dur="1000"/>
                                        <p:tgtEl>
                                          <p:spTgt spid="834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8348"/>
                                        </p:tgtEl>
                                        <p:attrNameLst>
                                          <p:attrName>style.visibility</p:attrName>
                                        </p:attrNameLst>
                                      </p:cBhvr>
                                      <p:to>
                                        <p:strVal val="visible"/>
                                      </p:to>
                                    </p:set>
                                    <p:animEffect filter="fade" transition="in">
                                      <p:cBhvr>
                                        <p:cTn dur="1000"/>
                                        <p:tgtEl>
                                          <p:spTgt spid="8348"/>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8396"/>
                                        </p:tgtEl>
                                        <p:attrNameLst>
                                          <p:attrName>style.visibility</p:attrName>
                                        </p:attrNameLst>
                                      </p:cBhvr>
                                      <p:to>
                                        <p:strVal val="visible"/>
                                      </p:to>
                                    </p:set>
                                    <p:animEffect filter="fade" transition="in">
                                      <p:cBhvr>
                                        <p:cTn dur="1000"/>
                                        <p:tgtEl>
                                          <p:spTgt spid="839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1" name="Shape 8431"/>
        <p:cNvGrpSpPr/>
        <p:nvPr/>
      </p:nvGrpSpPr>
      <p:grpSpPr>
        <a:xfrm>
          <a:off x="0" y="0"/>
          <a:ext cx="0" cy="0"/>
          <a:chOff x="0" y="0"/>
          <a:chExt cx="0" cy="0"/>
        </a:xfrm>
      </p:grpSpPr>
      <p:sp>
        <p:nvSpPr>
          <p:cNvPr id="8432" name="Google Shape;8432;p108"/>
          <p:cNvSpPr/>
          <p:nvPr/>
        </p:nvSpPr>
        <p:spPr>
          <a:xfrm>
            <a:off x="2703288" y="3062675"/>
            <a:ext cx="1792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08"/>
          <p:cNvSpPr/>
          <p:nvPr/>
        </p:nvSpPr>
        <p:spPr>
          <a:xfrm>
            <a:off x="4648210" y="3062675"/>
            <a:ext cx="1792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08"/>
          <p:cNvSpPr/>
          <p:nvPr/>
        </p:nvSpPr>
        <p:spPr>
          <a:xfrm>
            <a:off x="6593111" y="3062675"/>
            <a:ext cx="1792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08"/>
          <p:cNvSpPr/>
          <p:nvPr/>
        </p:nvSpPr>
        <p:spPr>
          <a:xfrm>
            <a:off x="758412" y="3062675"/>
            <a:ext cx="1792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08"/>
          <p:cNvSpPr txBox="1"/>
          <p:nvPr>
            <p:ph idx="1" type="subTitle"/>
          </p:nvPr>
        </p:nvSpPr>
        <p:spPr>
          <a:xfrm>
            <a:off x="2827522" y="3139000"/>
            <a:ext cx="1544100" cy="25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437" name="Google Shape;8437;p108"/>
          <p:cNvSpPr txBox="1"/>
          <p:nvPr>
            <p:ph idx="2" type="subTitle"/>
          </p:nvPr>
        </p:nvSpPr>
        <p:spPr>
          <a:xfrm>
            <a:off x="2703296" y="3548375"/>
            <a:ext cx="1792500" cy="5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very beautiful name</a:t>
            </a:r>
            <a:endParaRPr/>
          </a:p>
        </p:txBody>
      </p:sp>
      <p:sp>
        <p:nvSpPr>
          <p:cNvPr id="8438" name="Google Shape;8438;p108"/>
          <p:cNvSpPr txBox="1"/>
          <p:nvPr>
            <p:ph idx="3" type="subTitle"/>
          </p:nvPr>
        </p:nvSpPr>
        <p:spPr>
          <a:xfrm>
            <a:off x="4648192" y="3548376"/>
            <a:ext cx="1792500" cy="5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very cold</a:t>
            </a:r>
            <a:endParaRPr/>
          </a:p>
        </p:txBody>
      </p:sp>
      <p:sp>
        <p:nvSpPr>
          <p:cNvPr id="8439" name="Google Shape;8439;p108"/>
          <p:cNvSpPr txBox="1"/>
          <p:nvPr>
            <p:ph idx="6" type="subTitle"/>
          </p:nvPr>
        </p:nvSpPr>
        <p:spPr>
          <a:xfrm>
            <a:off x="882600" y="3139025"/>
            <a:ext cx="1544100" cy="25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440" name="Google Shape;8440;p108"/>
          <p:cNvSpPr txBox="1"/>
          <p:nvPr>
            <p:ph idx="4" type="subTitle"/>
          </p:nvPr>
        </p:nvSpPr>
        <p:spPr>
          <a:xfrm>
            <a:off x="758400" y="3548375"/>
            <a:ext cx="1792500" cy="5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 </a:t>
            </a:r>
            <a:r>
              <a:rPr lang="en"/>
              <a:t>is the smallest planet of them all</a:t>
            </a:r>
            <a:endParaRPr/>
          </a:p>
        </p:txBody>
      </p:sp>
      <p:sp>
        <p:nvSpPr>
          <p:cNvPr id="8441" name="Google Shape;8441;p10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Program</a:t>
            </a:r>
            <a:endParaRPr/>
          </a:p>
        </p:txBody>
      </p:sp>
      <p:sp>
        <p:nvSpPr>
          <p:cNvPr id="8442" name="Google Shape;8442;p108"/>
          <p:cNvSpPr txBox="1"/>
          <p:nvPr>
            <p:ph idx="5" type="subTitle"/>
          </p:nvPr>
        </p:nvSpPr>
        <p:spPr>
          <a:xfrm>
            <a:off x="6593088" y="3548379"/>
            <a:ext cx="1792500" cy="5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was named after a Roman god</a:t>
            </a:r>
            <a:endParaRPr/>
          </a:p>
        </p:txBody>
      </p:sp>
      <p:sp>
        <p:nvSpPr>
          <p:cNvPr id="8443" name="Google Shape;8443;p108"/>
          <p:cNvSpPr txBox="1"/>
          <p:nvPr>
            <p:ph idx="7" type="subTitle"/>
          </p:nvPr>
        </p:nvSpPr>
        <p:spPr>
          <a:xfrm>
            <a:off x="4772407" y="3139025"/>
            <a:ext cx="1544100" cy="25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444" name="Google Shape;8444;p108"/>
          <p:cNvSpPr txBox="1"/>
          <p:nvPr>
            <p:ph idx="8" type="subTitle"/>
          </p:nvPr>
        </p:nvSpPr>
        <p:spPr>
          <a:xfrm>
            <a:off x="6717308" y="3139149"/>
            <a:ext cx="1544100" cy="25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8445" name="Google Shape;8445;p108"/>
          <p:cNvGrpSpPr/>
          <p:nvPr/>
        </p:nvGrpSpPr>
        <p:grpSpPr>
          <a:xfrm>
            <a:off x="758451" y="1594700"/>
            <a:ext cx="1792563" cy="1145972"/>
            <a:chOff x="1637372" y="1439233"/>
            <a:chExt cx="1995950" cy="1275996"/>
          </a:xfrm>
        </p:grpSpPr>
        <p:grpSp>
          <p:nvGrpSpPr>
            <p:cNvPr id="8446" name="Google Shape;8446;p108"/>
            <p:cNvGrpSpPr/>
            <p:nvPr/>
          </p:nvGrpSpPr>
          <p:grpSpPr>
            <a:xfrm>
              <a:off x="1637372" y="1439233"/>
              <a:ext cx="1995950" cy="1275996"/>
              <a:chOff x="2413900" y="1707875"/>
              <a:chExt cx="835650" cy="534225"/>
            </a:xfrm>
          </p:grpSpPr>
          <p:sp>
            <p:nvSpPr>
              <p:cNvPr id="8447" name="Google Shape;8447;p108"/>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08"/>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08"/>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08"/>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08"/>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08"/>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08"/>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8454" name="Google Shape;8454;p108"/>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108"/>
          <p:cNvGrpSpPr/>
          <p:nvPr/>
        </p:nvGrpSpPr>
        <p:grpSpPr>
          <a:xfrm>
            <a:off x="2703289" y="1594700"/>
            <a:ext cx="1792563" cy="1145972"/>
            <a:chOff x="1637372" y="1439233"/>
            <a:chExt cx="1995950" cy="1275996"/>
          </a:xfrm>
        </p:grpSpPr>
        <p:grpSp>
          <p:nvGrpSpPr>
            <p:cNvPr id="8456" name="Google Shape;8456;p108"/>
            <p:cNvGrpSpPr/>
            <p:nvPr/>
          </p:nvGrpSpPr>
          <p:grpSpPr>
            <a:xfrm>
              <a:off x="1637372" y="1439233"/>
              <a:ext cx="1995950" cy="1275996"/>
              <a:chOff x="2413900" y="1707875"/>
              <a:chExt cx="835650" cy="534225"/>
            </a:xfrm>
          </p:grpSpPr>
          <p:sp>
            <p:nvSpPr>
              <p:cNvPr id="8457" name="Google Shape;8457;p108"/>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08"/>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08"/>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08"/>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08"/>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08"/>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08"/>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8464" name="Google Shape;8464;p108"/>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108"/>
          <p:cNvGrpSpPr/>
          <p:nvPr/>
        </p:nvGrpSpPr>
        <p:grpSpPr>
          <a:xfrm>
            <a:off x="4648114" y="1594700"/>
            <a:ext cx="1792563" cy="1145972"/>
            <a:chOff x="1637372" y="1439233"/>
            <a:chExt cx="1995950" cy="1275996"/>
          </a:xfrm>
        </p:grpSpPr>
        <p:grpSp>
          <p:nvGrpSpPr>
            <p:cNvPr id="8466" name="Google Shape;8466;p108"/>
            <p:cNvGrpSpPr/>
            <p:nvPr/>
          </p:nvGrpSpPr>
          <p:grpSpPr>
            <a:xfrm>
              <a:off x="1637372" y="1439233"/>
              <a:ext cx="1995950" cy="1275996"/>
              <a:chOff x="2413900" y="1707875"/>
              <a:chExt cx="835650" cy="534225"/>
            </a:xfrm>
          </p:grpSpPr>
          <p:sp>
            <p:nvSpPr>
              <p:cNvPr id="8467" name="Google Shape;8467;p108"/>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08"/>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08"/>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08"/>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08"/>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08"/>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08"/>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8474" name="Google Shape;8474;p108"/>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108"/>
          <p:cNvGrpSpPr/>
          <p:nvPr/>
        </p:nvGrpSpPr>
        <p:grpSpPr>
          <a:xfrm>
            <a:off x="6592939" y="1594700"/>
            <a:ext cx="1792563" cy="1145972"/>
            <a:chOff x="1637372" y="1439233"/>
            <a:chExt cx="1995950" cy="1275996"/>
          </a:xfrm>
        </p:grpSpPr>
        <p:grpSp>
          <p:nvGrpSpPr>
            <p:cNvPr id="8476" name="Google Shape;8476;p108"/>
            <p:cNvGrpSpPr/>
            <p:nvPr/>
          </p:nvGrpSpPr>
          <p:grpSpPr>
            <a:xfrm>
              <a:off x="1637372" y="1439233"/>
              <a:ext cx="1995950" cy="1275996"/>
              <a:chOff x="2413900" y="1707875"/>
              <a:chExt cx="835650" cy="534225"/>
            </a:xfrm>
          </p:grpSpPr>
          <p:sp>
            <p:nvSpPr>
              <p:cNvPr id="8477" name="Google Shape;8477;p108"/>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08"/>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08"/>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08"/>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08"/>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08"/>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08"/>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8484" name="Google Shape;8484;p108"/>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5" name="Google Shape;8485;p108">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08">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08">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08">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9" name="Google Shape;8489;p108"/>
          <p:cNvGrpSpPr/>
          <p:nvPr/>
        </p:nvGrpSpPr>
        <p:grpSpPr>
          <a:xfrm>
            <a:off x="7242859" y="1923371"/>
            <a:ext cx="488630" cy="488630"/>
            <a:chOff x="860592" y="1137480"/>
            <a:chExt cx="434453" cy="434453"/>
          </a:xfrm>
        </p:grpSpPr>
        <p:sp>
          <p:nvSpPr>
            <p:cNvPr id="8490" name="Google Shape;8490;p108"/>
            <p:cNvSpPr/>
            <p:nvPr/>
          </p:nvSpPr>
          <p:spPr>
            <a:xfrm>
              <a:off x="1027088" y="1479670"/>
              <a:ext cx="101462" cy="68646"/>
            </a:xfrm>
            <a:custGeom>
              <a:rect b="b" l="l" r="r" t="t"/>
              <a:pathLst>
                <a:path extrusionOk="0" h="2642" w="3905">
                  <a:moveTo>
                    <a:pt x="1" y="0"/>
                  </a:moveTo>
                  <a:lnTo>
                    <a:pt x="1" y="2642"/>
                  </a:lnTo>
                  <a:lnTo>
                    <a:pt x="3904" y="2642"/>
                  </a:lnTo>
                  <a:lnTo>
                    <a:pt x="39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08"/>
            <p:cNvSpPr/>
            <p:nvPr/>
          </p:nvSpPr>
          <p:spPr>
            <a:xfrm>
              <a:off x="1056760" y="1507419"/>
              <a:ext cx="42118" cy="42118"/>
            </a:xfrm>
            <a:custGeom>
              <a:rect b="b" l="l" r="r" t="t"/>
              <a:pathLst>
                <a:path extrusionOk="0" h="1621" w="1621">
                  <a:moveTo>
                    <a:pt x="531" y="1"/>
                  </a:moveTo>
                  <a:cubicBezTo>
                    <a:pt x="238" y="1"/>
                    <a:pt x="1" y="239"/>
                    <a:pt x="1" y="531"/>
                  </a:cubicBezTo>
                  <a:lnTo>
                    <a:pt x="1" y="1367"/>
                  </a:lnTo>
                  <a:cubicBezTo>
                    <a:pt x="1" y="1508"/>
                    <a:pt x="113" y="1621"/>
                    <a:pt x="254" y="1621"/>
                  </a:cubicBezTo>
                  <a:cubicBezTo>
                    <a:pt x="392" y="1621"/>
                    <a:pt x="505" y="1508"/>
                    <a:pt x="505" y="1367"/>
                  </a:cubicBezTo>
                  <a:lnTo>
                    <a:pt x="505" y="531"/>
                  </a:lnTo>
                  <a:cubicBezTo>
                    <a:pt x="505" y="518"/>
                    <a:pt x="518" y="505"/>
                    <a:pt x="531" y="505"/>
                  </a:cubicBezTo>
                  <a:lnTo>
                    <a:pt x="1090" y="505"/>
                  </a:lnTo>
                  <a:cubicBezTo>
                    <a:pt x="1103" y="505"/>
                    <a:pt x="1116" y="518"/>
                    <a:pt x="1116" y="531"/>
                  </a:cubicBezTo>
                  <a:lnTo>
                    <a:pt x="1116" y="1367"/>
                  </a:lnTo>
                  <a:cubicBezTo>
                    <a:pt x="1116" y="1508"/>
                    <a:pt x="1228" y="1621"/>
                    <a:pt x="1367" y="1621"/>
                  </a:cubicBezTo>
                  <a:cubicBezTo>
                    <a:pt x="1508" y="1621"/>
                    <a:pt x="1620" y="1508"/>
                    <a:pt x="1620" y="1367"/>
                  </a:cubicBezTo>
                  <a:lnTo>
                    <a:pt x="1620" y="531"/>
                  </a:lnTo>
                  <a:cubicBezTo>
                    <a:pt x="1620" y="239"/>
                    <a:pt x="1383" y="1"/>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08"/>
            <p:cNvSpPr/>
            <p:nvPr/>
          </p:nvSpPr>
          <p:spPr>
            <a:xfrm>
              <a:off x="1108361" y="1479670"/>
              <a:ext cx="20188" cy="68646"/>
            </a:xfrm>
            <a:custGeom>
              <a:rect b="b" l="l" r="r" t="t"/>
              <a:pathLst>
                <a:path extrusionOk="0" h="2642" w="777">
                  <a:moveTo>
                    <a:pt x="0" y="0"/>
                  </a:moveTo>
                  <a:lnTo>
                    <a:pt x="0" y="2642"/>
                  </a:lnTo>
                  <a:lnTo>
                    <a:pt x="776" y="2642"/>
                  </a:lnTo>
                  <a:lnTo>
                    <a:pt x="7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08"/>
            <p:cNvSpPr/>
            <p:nvPr/>
          </p:nvSpPr>
          <p:spPr>
            <a:xfrm>
              <a:off x="860592" y="1166451"/>
              <a:ext cx="434453" cy="296876"/>
            </a:xfrm>
            <a:custGeom>
              <a:rect b="b" l="l" r="r" t="t"/>
              <a:pathLst>
                <a:path extrusionOk="0" h="11426" w="16721">
                  <a:moveTo>
                    <a:pt x="1116" y="1"/>
                  </a:moveTo>
                  <a:cubicBezTo>
                    <a:pt x="499" y="1"/>
                    <a:pt x="0" y="500"/>
                    <a:pt x="0" y="1114"/>
                  </a:cubicBezTo>
                  <a:lnTo>
                    <a:pt x="0" y="10590"/>
                  </a:lnTo>
                  <a:lnTo>
                    <a:pt x="8360" y="11426"/>
                  </a:lnTo>
                  <a:lnTo>
                    <a:pt x="16721" y="10590"/>
                  </a:lnTo>
                  <a:lnTo>
                    <a:pt x="16721" y="1114"/>
                  </a:lnTo>
                  <a:cubicBezTo>
                    <a:pt x="16721" y="500"/>
                    <a:pt x="16222" y="1"/>
                    <a:pt x="156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08"/>
            <p:cNvSpPr/>
            <p:nvPr/>
          </p:nvSpPr>
          <p:spPr>
            <a:xfrm>
              <a:off x="1245938" y="1166451"/>
              <a:ext cx="49107" cy="277181"/>
            </a:xfrm>
            <a:custGeom>
              <a:rect b="b" l="l" r="r" t="t"/>
              <a:pathLst>
                <a:path extrusionOk="0" h="10668" w="1890">
                  <a:moveTo>
                    <a:pt x="1" y="1"/>
                  </a:moveTo>
                  <a:cubicBezTo>
                    <a:pt x="618" y="1"/>
                    <a:pt x="1117" y="500"/>
                    <a:pt x="1117" y="1114"/>
                  </a:cubicBezTo>
                  <a:lnTo>
                    <a:pt x="1117" y="10668"/>
                  </a:lnTo>
                  <a:lnTo>
                    <a:pt x="1890" y="10590"/>
                  </a:lnTo>
                  <a:lnTo>
                    <a:pt x="1890" y="1114"/>
                  </a:lnTo>
                  <a:cubicBezTo>
                    <a:pt x="1890" y="500"/>
                    <a:pt x="1391" y="1"/>
                    <a:pt x="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08"/>
            <p:cNvSpPr/>
            <p:nvPr/>
          </p:nvSpPr>
          <p:spPr>
            <a:xfrm>
              <a:off x="889563" y="1195369"/>
              <a:ext cx="376512" cy="267958"/>
            </a:xfrm>
            <a:custGeom>
              <a:rect b="b" l="l" r="r" t="t"/>
              <a:pathLst>
                <a:path extrusionOk="0" h="10313" w="14491">
                  <a:moveTo>
                    <a:pt x="557" y="1"/>
                  </a:moveTo>
                  <a:cubicBezTo>
                    <a:pt x="249" y="1"/>
                    <a:pt x="1" y="251"/>
                    <a:pt x="1" y="560"/>
                  </a:cubicBezTo>
                  <a:lnTo>
                    <a:pt x="1" y="9589"/>
                  </a:lnTo>
                  <a:lnTo>
                    <a:pt x="7245" y="10313"/>
                  </a:lnTo>
                  <a:lnTo>
                    <a:pt x="14490" y="9589"/>
                  </a:lnTo>
                  <a:lnTo>
                    <a:pt x="14490" y="560"/>
                  </a:lnTo>
                  <a:cubicBezTo>
                    <a:pt x="14490" y="251"/>
                    <a:pt x="14242" y="1"/>
                    <a:pt x="1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08"/>
            <p:cNvSpPr/>
            <p:nvPr/>
          </p:nvSpPr>
          <p:spPr>
            <a:xfrm>
              <a:off x="1231570" y="1195369"/>
              <a:ext cx="34505" cy="251121"/>
            </a:xfrm>
            <a:custGeom>
              <a:rect b="b" l="l" r="r" t="t"/>
              <a:pathLst>
                <a:path extrusionOk="0" h="9665" w="1328">
                  <a:moveTo>
                    <a:pt x="0" y="1"/>
                  </a:moveTo>
                  <a:cubicBezTo>
                    <a:pt x="308" y="1"/>
                    <a:pt x="557" y="251"/>
                    <a:pt x="557" y="560"/>
                  </a:cubicBezTo>
                  <a:lnTo>
                    <a:pt x="557" y="9665"/>
                  </a:lnTo>
                  <a:lnTo>
                    <a:pt x="1327" y="9589"/>
                  </a:lnTo>
                  <a:lnTo>
                    <a:pt x="1327" y="560"/>
                  </a:lnTo>
                  <a:cubicBezTo>
                    <a:pt x="1327" y="251"/>
                    <a:pt x="107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08"/>
            <p:cNvSpPr/>
            <p:nvPr/>
          </p:nvSpPr>
          <p:spPr>
            <a:xfrm>
              <a:off x="976448" y="1542937"/>
              <a:ext cx="202741" cy="28996"/>
            </a:xfrm>
            <a:custGeom>
              <a:rect b="b" l="l" r="r" t="t"/>
              <a:pathLst>
                <a:path extrusionOk="0" h="1116" w="7803">
                  <a:moveTo>
                    <a:pt x="262" y="0"/>
                  </a:moveTo>
                  <a:cubicBezTo>
                    <a:pt x="116" y="0"/>
                    <a:pt x="1" y="118"/>
                    <a:pt x="1" y="261"/>
                  </a:cubicBezTo>
                  <a:lnTo>
                    <a:pt x="1" y="855"/>
                  </a:lnTo>
                  <a:cubicBezTo>
                    <a:pt x="1" y="998"/>
                    <a:pt x="116" y="1116"/>
                    <a:pt x="262" y="1116"/>
                  </a:cubicBezTo>
                  <a:lnTo>
                    <a:pt x="7541" y="1116"/>
                  </a:lnTo>
                  <a:cubicBezTo>
                    <a:pt x="7687" y="1116"/>
                    <a:pt x="7802" y="998"/>
                    <a:pt x="7802" y="855"/>
                  </a:cubicBezTo>
                  <a:lnTo>
                    <a:pt x="7802" y="261"/>
                  </a:lnTo>
                  <a:cubicBezTo>
                    <a:pt x="7802" y="118"/>
                    <a:pt x="7687" y="0"/>
                    <a:pt x="75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08"/>
            <p:cNvSpPr/>
            <p:nvPr/>
          </p:nvSpPr>
          <p:spPr>
            <a:xfrm>
              <a:off x="1152064" y="1542937"/>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08"/>
            <p:cNvSpPr/>
            <p:nvPr/>
          </p:nvSpPr>
          <p:spPr>
            <a:xfrm>
              <a:off x="933005" y="1137480"/>
              <a:ext cx="289627" cy="305814"/>
            </a:xfrm>
            <a:custGeom>
              <a:rect b="b" l="l" r="r" t="t"/>
              <a:pathLst>
                <a:path extrusionOk="0" h="11770" w="11147">
                  <a:moveTo>
                    <a:pt x="557" y="0"/>
                  </a:moveTo>
                  <a:cubicBezTo>
                    <a:pt x="249" y="0"/>
                    <a:pt x="1" y="251"/>
                    <a:pt x="1" y="556"/>
                  </a:cubicBezTo>
                  <a:lnTo>
                    <a:pt x="1" y="11770"/>
                  </a:lnTo>
                  <a:lnTo>
                    <a:pt x="11146" y="11770"/>
                  </a:lnTo>
                  <a:lnTo>
                    <a:pt x="11146" y="556"/>
                  </a:lnTo>
                  <a:cubicBezTo>
                    <a:pt x="11146" y="251"/>
                    <a:pt x="10898" y="0"/>
                    <a:pt x="105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08"/>
            <p:cNvSpPr/>
            <p:nvPr/>
          </p:nvSpPr>
          <p:spPr>
            <a:xfrm>
              <a:off x="1019891" y="1166451"/>
              <a:ext cx="57941" cy="28945"/>
            </a:xfrm>
            <a:custGeom>
              <a:rect b="b" l="l" r="r" t="t"/>
              <a:pathLst>
                <a:path extrusionOk="0" h="1114" w="2230">
                  <a:moveTo>
                    <a:pt x="262" y="1"/>
                  </a:moveTo>
                  <a:cubicBezTo>
                    <a:pt x="116" y="1"/>
                    <a:pt x="1" y="116"/>
                    <a:pt x="1" y="262"/>
                  </a:cubicBezTo>
                  <a:lnTo>
                    <a:pt x="1" y="852"/>
                  </a:lnTo>
                  <a:cubicBezTo>
                    <a:pt x="1" y="999"/>
                    <a:pt x="116" y="1114"/>
                    <a:pt x="262" y="1114"/>
                  </a:cubicBezTo>
                  <a:lnTo>
                    <a:pt x="1968" y="1114"/>
                  </a:lnTo>
                  <a:cubicBezTo>
                    <a:pt x="2112" y="1114"/>
                    <a:pt x="2229" y="999"/>
                    <a:pt x="2229" y="852"/>
                  </a:cubicBezTo>
                  <a:lnTo>
                    <a:pt x="2229" y="262"/>
                  </a:lnTo>
                  <a:cubicBezTo>
                    <a:pt x="2229" y="116"/>
                    <a:pt x="2112" y="1"/>
                    <a:pt x="19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08"/>
            <p:cNvSpPr/>
            <p:nvPr/>
          </p:nvSpPr>
          <p:spPr>
            <a:xfrm>
              <a:off x="1019891" y="1224366"/>
              <a:ext cx="86937" cy="28996"/>
            </a:xfrm>
            <a:custGeom>
              <a:rect b="b" l="l" r="r" t="t"/>
              <a:pathLst>
                <a:path extrusionOk="0" h="1116" w="3346">
                  <a:moveTo>
                    <a:pt x="262" y="0"/>
                  </a:moveTo>
                  <a:cubicBezTo>
                    <a:pt x="116" y="0"/>
                    <a:pt x="1" y="118"/>
                    <a:pt x="1" y="261"/>
                  </a:cubicBezTo>
                  <a:lnTo>
                    <a:pt x="1" y="854"/>
                  </a:lnTo>
                  <a:cubicBezTo>
                    <a:pt x="1" y="998"/>
                    <a:pt x="116" y="1116"/>
                    <a:pt x="262" y="1116"/>
                  </a:cubicBezTo>
                  <a:lnTo>
                    <a:pt x="3084" y="1116"/>
                  </a:lnTo>
                  <a:cubicBezTo>
                    <a:pt x="3227" y="1116"/>
                    <a:pt x="3345" y="998"/>
                    <a:pt x="3345" y="854"/>
                  </a:cubicBezTo>
                  <a:lnTo>
                    <a:pt x="3345" y="261"/>
                  </a:lnTo>
                  <a:cubicBezTo>
                    <a:pt x="3345" y="118"/>
                    <a:pt x="3227" y="0"/>
                    <a:pt x="3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08"/>
            <p:cNvSpPr/>
            <p:nvPr/>
          </p:nvSpPr>
          <p:spPr>
            <a:xfrm>
              <a:off x="1135721" y="1224366"/>
              <a:ext cx="57993" cy="28996"/>
            </a:xfrm>
            <a:custGeom>
              <a:rect b="b" l="l" r="r" t="t"/>
              <a:pathLst>
                <a:path extrusionOk="0" h="1116" w="2232">
                  <a:moveTo>
                    <a:pt x="261" y="0"/>
                  </a:moveTo>
                  <a:cubicBezTo>
                    <a:pt x="118" y="0"/>
                    <a:pt x="0" y="118"/>
                    <a:pt x="0" y="261"/>
                  </a:cubicBezTo>
                  <a:lnTo>
                    <a:pt x="0" y="854"/>
                  </a:lnTo>
                  <a:cubicBezTo>
                    <a:pt x="0" y="998"/>
                    <a:pt x="118" y="1116"/>
                    <a:pt x="261" y="1116"/>
                  </a:cubicBezTo>
                  <a:lnTo>
                    <a:pt x="1970" y="1116"/>
                  </a:lnTo>
                  <a:cubicBezTo>
                    <a:pt x="2114" y="1116"/>
                    <a:pt x="2231" y="998"/>
                    <a:pt x="2231" y="854"/>
                  </a:cubicBezTo>
                  <a:lnTo>
                    <a:pt x="2231" y="261"/>
                  </a:lnTo>
                  <a:cubicBezTo>
                    <a:pt x="2231" y="118"/>
                    <a:pt x="2114" y="0"/>
                    <a:pt x="1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08"/>
            <p:cNvSpPr/>
            <p:nvPr/>
          </p:nvSpPr>
          <p:spPr>
            <a:xfrm>
              <a:off x="955402" y="1159877"/>
              <a:ext cx="42118" cy="42092"/>
            </a:xfrm>
            <a:custGeom>
              <a:rect b="b" l="l" r="r" t="t"/>
              <a:pathLst>
                <a:path extrusionOk="0" h="1620" w="1621">
                  <a:moveTo>
                    <a:pt x="1098" y="504"/>
                  </a:moveTo>
                  <a:cubicBezTo>
                    <a:pt x="1109" y="504"/>
                    <a:pt x="1114" y="512"/>
                    <a:pt x="1114" y="523"/>
                  </a:cubicBezTo>
                  <a:lnTo>
                    <a:pt x="1114" y="1097"/>
                  </a:lnTo>
                  <a:cubicBezTo>
                    <a:pt x="1114" y="1108"/>
                    <a:pt x="1109" y="1116"/>
                    <a:pt x="1098" y="1116"/>
                  </a:cubicBezTo>
                  <a:lnTo>
                    <a:pt x="521" y="1116"/>
                  </a:lnTo>
                  <a:cubicBezTo>
                    <a:pt x="513" y="1116"/>
                    <a:pt x="505" y="1108"/>
                    <a:pt x="505" y="1097"/>
                  </a:cubicBezTo>
                  <a:lnTo>
                    <a:pt x="505" y="523"/>
                  </a:lnTo>
                  <a:cubicBezTo>
                    <a:pt x="505" y="512"/>
                    <a:pt x="513" y="504"/>
                    <a:pt x="521" y="504"/>
                  </a:cubicBezTo>
                  <a:close/>
                  <a:moveTo>
                    <a:pt x="521" y="0"/>
                  </a:moveTo>
                  <a:cubicBezTo>
                    <a:pt x="233" y="0"/>
                    <a:pt x="1" y="235"/>
                    <a:pt x="1" y="523"/>
                  </a:cubicBezTo>
                  <a:lnTo>
                    <a:pt x="1" y="1097"/>
                  </a:lnTo>
                  <a:cubicBezTo>
                    <a:pt x="1" y="1385"/>
                    <a:pt x="233" y="1620"/>
                    <a:pt x="521" y="1620"/>
                  </a:cubicBezTo>
                  <a:lnTo>
                    <a:pt x="1098" y="1620"/>
                  </a:lnTo>
                  <a:cubicBezTo>
                    <a:pt x="1386" y="1620"/>
                    <a:pt x="1621" y="1385"/>
                    <a:pt x="1621" y="1097"/>
                  </a:cubicBezTo>
                  <a:lnTo>
                    <a:pt x="1621" y="523"/>
                  </a:lnTo>
                  <a:cubicBezTo>
                    <a:pt x="1621" y="235"/>
                    <a:pt x="1386"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08"/>
            <p:cNvSpPr/>
            <p:nvPr/>
          </p:nvSpPr>
          <p:spPr>
            <a:xfrm>
              <a:off x="1019891" y="1340222"/>
              <a:ext cx="86937" cy="28945"/>
            </a:xfrm>
            <a:custGeom>
              <a:rect b="b" l="l" r="r" t="t"/>
              <a:pathLst>
                <a:path extrusionOk="0" h="1114" w="3346">
                  <a:moveTo>
                    <a:pt x="262" y="1"/>
                  </a:moveTo>
                  <a:cubicBezTo>
                    <a:pt x="116" y="1"/>
                    <a:pt x="1" y="116"/>
                    <a:pt x="1" y="262"/>
                  </a:cubicBezTo>
                  <a:lnTo>
                    <a:pt x="1" y="853"/>
                  </a:lnTo>
                  <a:cubicBezTo>
                    <a:pt x="1" y="999"/>
                    <a:pt x="116" y="1114"/>
                    <a:pt x="262" y="1114"/>
                  </a:cubicBezTo>
                  <a:lnTo>
                    <a:pt x="3084" y="1114"/>
                  </a:lnTo>
                  <a:cubicBezTo>
                    <a:pt x="3227" y="1114"/>
                    <a:pt x="3345" y="999"/>
                    <a:pt x="3345" y="853"/>
                  </a:cubicBezTo>
                  <a:lnTo>
                    <a:pt x="3345" y="262"/>
                  </a:lnTo>
                  <a:cubicBezTo>
                    <a:pt x="3345" y="116"/>
                    <a:pt x="3227" y="1"/>
                    <a:pt x="3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08"/>
            <p:cNvSpPr/>
            <p:nvPr/>
          </p:nvSpPr>
          <p:spPr>
            <a:xfrm>
              <a:off x="1135721" y="1340222"/>
              <a:ext cx="57993" cy="28945"/>
            </a:xfrm>
            <a:custGeom>
              <a:rect b="b" l="l" r="r" t="t"/>
              <a:pathLst>
                <a:path extrusionOk="0" h="1114" w="2232">
                  <a:moveTo>
                    <a:pt x="261" y="1"/>
                  </a:moveTo>
                  <a:cubicBezTo>
                    <a:pt x="118" y="1"/>
                    <a:pt x="0" y="116"/>
                    <a:pt x="0" y="262"/>
                  </a:cubicBezTo>
                  <a:lnTo>
                    <a:pt x="0" y="853"/>
                  </a:lnTo>
                  <a:cubicBezTo>
                    <a:pt x="0" y="999"/>
                    <a:pt x="118" y="1114"/>
                    <a:pt x="261" y="1114"/>
                  </a:cubicBezTo>
                  <a:lnTo>
                    <a:pt x="1970" y="1114"/>
                  </a:lnTo>
                  <a:cubicBezTo>
                    <a:pt x="2114" y="1114"/>
                    <a:pt x="2231" y="999"/>
                    <a:pt x="2231" y="853"/>
                  </a:cubicBezTo>
                  <a:lnTo>
                    <a:pt x="2231" y="262"/>
                  </a:lnTo>
                  <a:cubicBezTo>
                    <a:pt x="2231" y="116"/>
                    <a:pt x="2114" y="1"/>
                    <a:pt x="1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08"/>
            <p:cNvSpPr/>
            <p:nvPr/>
          </p:nvSpPr>
          <p:spPr>
            <a:xfrm>
              <a:off x="955402" y="1275733"/>
              <a:ext cx="42118" cy="42118"/>
            </a:xfrm>
            <a:custGeom>
              <a:rect b="b" l="l" r="r" t="t"/>
              <a:pathLst>
                <a:path extrusionOk="0" h="1621" w="1621">
                  <a:moveTo>
                    <a:pt x="1098" y="505"/>
                  </a:moveTo>
                  <a:cubicBezTo>
                    <a:pt x="1109" y="505"/>
                    <a:pt x="1114" y="513"/>
                    <a:pt x="1114" y="521"/>
                  </a:cubicBezTo>
                  <a:lnTo>
                    <a:pt x="1114" y="1098"/>
                  </a:lnTo>
                  <a:cubicBezTo>
                    <a:pt x="1114" y="1106"/>
                    <a:pt x="1109" y="1114"/>
                    <a:pt x="1098" y="1114"/>
                  </a:cubicBezTo>
                  <a:lnTo>
                    <a:pt x="521" y="1114"/>
                  </a:lnTo>
                  <a:cubicBezTo>
                    <a:pt x="513" y="1114"/>
                    <a:pt x="505" y="1106"/>
                    <a:pt x="505" y="1098"/>
                  </a:cubicBezTo>
                  <a:lnTo>
                    <a:pt x="505" y="521"/>
                  </a:lnTo>
                  <a:cubicBezTo>
                    <a:pt x="505" y="513"/>
                    <a:pt x="513" y="505"/>
                    <a:pt x="521" y="505"/>
                  </a:cubicBezTo>
                  <a:close/>
                  <a:moveTo>
                    <a:pt x="521" y="1"/>
                  </a:moveTo>
                  <a:cubicBezTo>
                    <a:pt x="233" y="1"/>
                    <a:pt x="1" y="233"/>
                    <a:pt x="1" y="521"/>
                  </a:cubicBezTo>
                  <a:lnTo>
                    <a:pt x="1" y="1098"/>
                  </a:lnTo>
                  <a:cubicBezTo>
                    <a:pt x="1" y="1386"/>
                    <a:pt x="233" y="1621"/>
                    <a:pt x="521" y="1621"/>
                  </a:cubicBezTo>
                  <a:lnTo>
                    <a:pt x="1098" y="1621"/>
                  </a:lnTo>
                  <a:cubicBezTo>
                    <a:pt x="1386" y="1621"/>
                    <a:pt x="1621" y="1386"/>
                    <a:pt x="1621" y="1098"/>
                  </a:cubicBezTo>
                  <a:lnTo>
                    <a:pt x="1621" y="521"/>
                  </a:lnTo>
                  <a:cubicBezTo>
                    <a:pt x="1621" y="233"/>
                    <a:pt x="1386"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08"/>
            <p:cNvSpPr/>
            <p:nvPr/>
          </p:nvSpPr>
          <p:spPr>
            <a:xfrm>
              <a:off x="1188049" y="1137480"/>
              <a:ext cx="34583" cy="305814"/>
            </a:xfrm>
            <a:custGeom>
              <a:rect b="b" l="l" r="r" t="t"/>
              <a:pathLst>
                <a:path extrusionOk="0" h="11770" w="1331">
                  <a:moveTo>
                    <a:pt x="0" y="0"/>
                  </a:moveTo>
                  <a:cubicBezTo>
                    <a:pt x="309" y="0"/>
                    <a:pt x="557" y="251"/>
                    <a:pt x="557" y="556"/>
                  </a:cubicBezTo>
                  <a:lnTo>
                    <a:pt x="557" y="11770"/>
                  </a:lnTo>
                  <a:lnTo>
                    <a:pt x="1330" y="11770"/>
                  </a:lnTo>
                  <a:lnTo>
                    <a:pt x="1330" y="556"/>
                  </a:lnTo>
                  <a:cubicBezTo>
                    <a:pt x="1330" y="251"/>
                    <a:pt x="1082"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08"/>
            <p:cNvSpPr/>
            <p:nvPr/>
          </p:nvSpPr>
          <p:spPr>
            <a:xfrm>
              <a:off x="984321" y="1391563"/>
              <a:ext cx="186996" cy="51731"/>
            </a:xfrm>
            <a:custGeom>
              <a:rect b="b" l="l" r="r" t="t"/>
              <a:pathLst>
                <a:path extrusionOk="0" h="1991" w="7197">
                  <a:moveTo>
                    <a:pt x="534" y="0"/>
                  </a:moveTo>
                  <a:cubicBezTo>
                    <a:pt x="241" y="0"/>
                    <a:pt x="1" y="240"/>
                    <a:pt x="1" y="533"/>
                  </a:cubicBezTo>
                  <a:lnTo>
                    <a:pt x="1" y="1991"/>
                  </a:lnTo>
                  <a:lnTo>
                    <a:pt x="508" y="1991"/>
                  </a:lnTo>
                  <a:lnTo>
                    <a:pt x="508" y="533"/>
                  </a:lnTo>
                  <a:cubicBezTo>
                    <a:pt x="508" y="517"/>
                    <a:pt x="518" y="507"/>
                    <a:pt x="534" y="507"/>
                  </a:cubicBezTo>
                  <a:lnTo>
                    <a:pt x="6663" y="507"/>
                  </a:lnTo>
                  <a:cubicBezTo>
                    <a:pt x="6679" y="507"/>
                    <a:pt x="6689" y="517"/>
                    <a:pt x="6689" y="533"/>
                  </a:cubicBezTo>
                  <a:lnTo>
                    <a:pt x="6689" y="1991"/>
                  </a:lnTo>
                  <a:lnTo>
                    <a:pt x="7196" y="1991"/>
                  </a:lnTo>
                  <a:lnTo>
                    <a:pt x="7196" y="533"/>
                  </a:lnTo>
                  <a:cubicBezTo>
                    <a:pt x="7196" y="240"/>
                    <a:pt x="6956" y="0"/>
                    <a:pt x="6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08"/>
            <p:cNvSpPr/>
            <p:nvPr/>
          </p:nvSpPr>
          <p:spPr>
            <a:xfrm>
              <a:off x="1166536" y="1224366"/>
              <a:ext cx="27178" cy="28996"/>
            </a:xfrm>
            <a:custGeom>
              <a:rect b="b" l="l" r="r" t="t"/>
              <a:pathLst>
                <a:path extrusionOk="0" h="1116" w="1046">
                  <a:moveTo>
                    <a:pt x="0" y="0"/>
                  </a:moveTo>
                  <a:cubicBezTo>
                    <a:pt x="149" y="0"/>
                    <a:pt x="269" y="120"/>
                    <a:pt x="269" y="269"/>
                  </a:cubicBezTo>
                  <a:lnTo>
                    <a:pt x="269" y="847"/>
                  </a:lnTo>
                  <a:cubicBezTo>
                    <a:pt x="269" y="996"/>
                    <a:pt x="149" y="1116"/>
                    <a:pt x="0" y="1116"/>
                  </a:cubicBezTo>
                  <a:lnTo>
                    <a:pt x="784" y="1116"/>
                  </a:lnTo>
                  <a:cubicBezTo>
                    <a:pt x="928" y="1116"/>
                    <a:pt x="1045" y="998"/>
                    <a:pt x="1045" y="854"/>
                  </a:cubicBezTo>
                  <a:lnTo>
                    <a:pt x="1045" y="261"/>
                  </a:lnTo>
                  <a:cubicBezTo>
                    <a:pt x="1045" y="118"/>
                    <a:pt x="928" y="0"/>
                    <a:pt x="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08"/>
            <p:cNvSpPr/>
            <p:nvPr/>
          </p:nvSpPr>
          <p:spPr>
            <a:xfrm>
              <a:off x="1079650" y="1224366"/>
              <a:ext cx="27178" cy="28996"/>
            </a:xfrm>
            <a:custGeom>
              <a:rect b="b" l="l" r="r" t="t"/>
              <a:pathLst>
                <a:path extrusionOk="0" h="1116" w="1046">
                  <a:moveTo>
                    <a:pt x="0" y="0"/>
                  </a:moveTo>
                  <a:cubicBezTo>
                    <a:pt x="149" y="0"/>
                    <a:pt x="269" y="120"/>
                    <a:pt x="269" y="269"/>
                  </a:cubicBezTo>
                  <a:lnTo>
                    <a:pt x="269" y="847"/>
                  </a:lnTo>
                  <a:cubicBezTo>
                    <a:pt x="269" y="996"/>
                    <a:pt x="149" y="1116"/>
                    <a:pt x="0" y="1116"/>
                  </a:cubicBezTo>
                  <a:lnTo>
                    <a:pt x="784" y="1116"/>
                  </a:lnTo>
                  <a:cubicBezTo>
                    <a:pt x="927" y="1116"/>
                    <a:pt x="1045" y="998"/>
                    <a:pt x="1045" y="854"/>
                  </a:cubicBezTo>
                  <a:lnTo>
                    <a:pt x="1045" y="261"/>
                  </a:lnTo>
                  <a:cubicBezTo>
                    <a:pt x="1045" y="118"/>
                    <a:pt x="927"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08"/>
            <p:cNvSpPr/>
            <p:nvPr/>
          </p:nvSpPr>
          <p:spPr>
            <a:xfrm>
              <a:off x="1166536" y="1340222"/>
              <a:ext cx="27178" cy="28945"/>
            </a:xfrm>
            <a:custGeom>
              <a:rect b="b" l="l" r="r" t="t"/>
              <a:pathLst>
                <a:path extrusionOk="0" h="1114" w="1046">
                  <a:moveTo>
                    <a:pt x="0" y="1"/>
                  </a:moveTo>
                  <a:cubicBezTo>
                    <a:pt x="149" y="1"/>
                    <a:pt x="269" y="121"/>
                    <a:pt x="269" y="270"/>
                  </a:cubicBezTo>
                  <a:lnTo>
                    <a:pt x="269" y="845"/>
                  </a:lnTo>
                  <a:cubicBezTo>
                    <a:pt x="269" y="994"/>
                    <a:pt x="149" y="1114"/>
                    <a:pt x="0" y="1114"/>
                  </a:cubicBezTo>
                  <a:lnTo>
                    <a:pt x="784" y="1114"/>
                  </a:lnTo>
                  <a:cubicBezTo>
                    <a:pt x="928" y="1114"/>
                    <a:pt x="1045" y="999"/>
                    <a:pt x="1045" y="853"/>
                  </a:cubicBezTo>
                  <a:lnTo>
                    <a:pt x="1045" y="262"/>
                  </a:lnTo>
                  <a:cubicBezTo>
                    <a:pt x="1045" y="116"/>
                    <a:pt x="928"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08"/>
            <p:cNvSpPr/>
            <p:nvPr/>
          </p:nvSpPr>
          <p:spPr>
            <a:xfrm>
              <a:off x="1079650" y="1340222"/>
              <a:ext cx="27178" cy="28945"/>
            </a:xfrm>
            <a:custGeom>
              <a:rect b="b" l="l" r="r" t="t"/>
              <a:pathLst>
                <a:path extrusionOk="0" h="1114" w="1046">
                  <a:moveTo>
                    <a:pt x="0" y="1"/>
                  </a:moveTo>
                  <a:cubicBezTo>
                    <a:pt x="149" y="1"/>
                    <a:pt x="269" y="121"/>
                    <a:pt x="269" y="270"/>
                  </a:cubicBezTo>
                  <a:lnTo>
                    <a:pt x="269" y="845"/>
                  </a:lnTo>
                  <a:cubicBezTo>
                    <a:pt x="269" y="994"/>
                    <a:pt x="149" y="1114"/>
                    <a:pt x="0" y="1114"/>
                  </a:cubicBezTo>
                  <a:lnTo>
                    <a:pt x="784" y="1114"/>
                  </a:lnTo>
                  <a:cubicBezTo>
                    <a:pt x="927" y="1114"/>
                    <a:pt x="1045" y="999"/>
                    <a:pt x="1045" y="853"/>
                  </a:cubicBezTo>
                  <a:lnTo>
                    <a:pt x="1045" y="262"/>
                  </a:lnTo>
                  <a:cubicBezTo>
                    <a:pt x="1045" y="116"/>
                    <a:pt x="927"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08"/>
            <p:cNvSpPr/>
            <p:nvPr/>
          </p:nvSpPr>
          <p:spPr>
            <a:xfrm>
              <a:off x="1019891" y="1282255"/>
              <a:ext cx="57941" cy="29022"/>
            </a:xfrm>
            <a:custGeom>
              <a:rect b="b" l="l" r="r" t="t"/>
              <a:pathLst>
                <a:path extrusionOk="0" h="1117" w="2230">
                  <a:moveTo>
                    <a:pt x="262" y="1"/>
                  </a:moveTo>
                  <a:cubicBezTo>
                    <a:pt x="116" y="1"/>
                    <a:pt x="1" y="118"/>
                    <a:pt x="1" y="262"/>
                  </a:cubicBezTo>
                  <a:lnTo>
                    <a:pt x="1" y="855"/>
                  </a:lnTo>
                  <a:cubicBezTo>
                    <a:pt x="1" y="999"/>
                    <a:pt x="116" y="1116"/>
                    <a:pt x="262" y="1116"/>
                  </a:cubicBezTo>
                  <a:lnTo>
                    <a:pt x="1968" y="1116"/>
                  </a:lnTo>
                  <a:cubicBezTo>
                    <a:pt x="2112" y="1116"/>
                    <a:pt x="2229" y="999"/>
                    <a:pt x="2229" y="855"/>
                  </a:cubicBezTo>
                  <a:lnTo>
                    <a:pt x="2229" y="262"/>
                  </a:lnTo>
                  <a:cubicBezTo>
                    <a:pt x="2229" y="118"/>
                    <a:pt x="2112" y="1"/>
                    <a:pt x="19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08"/>
            <p:cNvSpPr/>
            <p:nvPr/>
          </p:nvSpPr>
          <p:spPr>
            <a:xfrm>
              <a:off x="1051537" y="1282255"/>
              <a:ext cx="26294" cy="29022"/>
            </a:xfrm>
            <a:custGeom>
              <a:rect b="b" l="l" r="r" t="t"/>
              <a:pathLst>
                <a:path extrusionOk="0" h="1117" w="1012">
                  <a:moveTo>
                    <a:pt x="0" y="1"/>
                  </a:moveTo>
                  <a:cubicBezTo>
                    <a:pt x="144" y="1"/>
                    <a:pt x="262" y="118"/>
                    <a:pt x="262" y="262"/>
                  </a:cubicBezTo>
                  <a:lnTo>
                    <a:pt x="262" y="855"/>
                  </a:lnTo>
                  <a:cubicBezTo>
                    <a:pt x="262" y="999"/>
                    <a:pt x="144" y="1116"/>
                    <a:pt x="0" y="1116"/>
                  </a:cubicBezTo>
                  <a:lnTo>
                    <a:pt x="750" y="1116"/>
                  </a:lnTo>
                  <a:cubicBezTo>
                    <a:pt x="894" y="1116"/>
                    <a:pt x="1011" y="999"/>
                    <a:pt x="1011" y="855"/>
                  </a:cubicBezTo>
                  <a:lnTo>
                    <a:pt x="1011" y="262"/>
                  </a:lnTo>
                  <a:cubicBezTo>
                    <a:pt x="1011" y="118"/>
                    <a:pt x="894" y="1"/>
                    <a:pt x="7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08"/>
            <p:cNvSpPr/>
            <p:nvPr/>
          </p:nvSpPr>
          <p:spPr>
            <a:xfrm>
              <a:off x="1051537" y="1166451"/>
              <a:ext cx="26294" cy="28945"/>
            </a:xfrm>
            <a:custGeom>
              <a:rect b="b" l="l" r="r" t="t"/>
              <a:pathLst>
                <a:path extrusionOk="0" h="1114" w="1012">
                  <a:moveTo>
                    <a:pt x="0" y="1"/>
                  </a:moveTo>
                  <a:cubicBezTo>
                    <a:pt x="144" y="1"/>
                    <a:pt x="262" y="116"/>
                    <a:pt x="262" y="262"/>
                  </a:cubicBezTo>
                  <a:lnTo>
                    <a:pt x="262" y="852"/>
                  </a:lnTo>
                  <a:cubicBezTo>
                    <a:pt x="262" y="999"/>
                    <a:pt x="144" y="1114"/>
                    <a:pt x="0" y="1114"/>
                  </a:cubicBezTo>
                  <a:lnTo>
                    <a:pt x="750" y="1114"/>
                  </a:lnTo>
                  <a:cubicBezTo>
                    <a:pt x="894" y="1114"/>
                    <a:pt x="1011" y="999"/>
                    <a:pt x="1011" y="852"/>
                  </a:cubicBezTo>
                  <a:lnTo>
                    <a:pt x="1011" y="262"/>
                  </a:lnTo>
                  <a:cubicBezTo>
                    <a:pt x="1011" y="116"/>
                    <a:pt x="894" y="1"/>
                    <a:pt x="7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08"/>
            <p:cNvSpPr/>
            <p:nvPr/>
          </p:nvSpPr>
          <p:spPr>
            <a:xfrm>
              <a:off x="860592" y="1441579"/>
              <a:ext cx="434453" cy="43469"/>
            </a:xfrm>
            <a:custGeom>
              <a:rect b="b" l="l" r="r" t="t"/>
              <a:pathLst>
                <a:path extrusionOk="0" h="1673" w="16721">
                  <a:moveTo>
                    <a:pt x="0" y="1"/>
                  </a:moveTo>
                  <a:lnTo>
                    <a:pt x="0" y="557"/>
                  </a:lnTo>
                  <a:cubicBezTo>
                    <a:pt x="0" y="1174"/>
                    <a:pt x="499" y="1673"/>
                    <a:pt x="1116" y="1673"/>
                  </a:cubicBezTo>
                  <a:lnTo>
                    <a:pt x="15605" y="1673"/>
                  </a:lnTo>
                  <a:cubicBezTo>
                    <a:pt x="16222" y="1673"/>
                    <a:pt x="16721" y="1174"/>
                    <a:pt x="16721" y="557"/>
                  </a:cubicBezTo>
                  <a:lnTo>
                    <a:pt x="167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08"/>
            <p:cNvSpPr/>
            <p:nvPr/>
          </p:nvSpPr>
          <p:spPr>
            <a:xfrm>
              <a:off x="1245938" y="1441579"/>
              <a:ext cx="49107" cy="43469"/>
            </a:xfrm>
            <a:custGeom>
              <a:rect b="b" l="l" r="r" t="t"/>
              <a:pathLst>
                <a:path extrusionOk="0" h="1673" w="1890">
                  <a:moveTo>
                    <a:pt x="1117" y="1"/>
                  </a:moveTo>
                  <a:lnTo>
                    <a:pt x="1117" y="557"/>
                  </a:lnTo>
                  <a:cubicBezTo>
                    <a:pt x="1117" y="1174"/>
                    <a:pt x="618" y="1673"/>
                    <a:pt x="1" y="1673"/>
                  </a:cubicBezTo>
                  <a:lnTo>
                    <a:pt x="774" y="1673"/>
                  </a:lnTo>
                  <a:cubicBezTo>
                    <a:pt x="1391" y="1673"/>
                    <a:pt x="1890" y="1174"/>
                    <a:pt x="1890" y="557"/>
                  </a:cubicBezTo>
                  <a:lnTo>
                    <a:pt x="18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108"/>
          <p:cNvGrpSpPr/>
          <p:nvPr/>
        </p:nvGrpSpPr>
        <p:grpSpPr>
          <a:xfrm>
            <a:off x="3335448" y="1905961"/>
            <a:ext cx="528332" cy="523449"/>
            <a:chOff x="2406473" y="1137454"/>
            <a:chExt cx="438559" cy="434505"/>
          </a:xfrm>
        </p:grpSpPr>
        <p:sp>
          <p:nvSpPr>
            <p:cNvPr id="8519" name="Google Shape;8519;p108"/>
            <p:cNvSpPr/>
            <p:nvPr/>
          </p:nvSpPr>
          <p:spPr>
            <a:xfrm>
              <a:off x="2406473" y="1137454"/>
              <a:ext cx="437259" cy="434505"/>
            </a:xfrm>
            <a:custGeom>
              <a:rect b="b" l="l" r="r" t="t"/>
              <a:pathLst>
                <a:path extrusionOk="0" h="16723" w="16829">
                  <a:moveTo>
                    <a:pt x="3765" y="0"/>
                  </a:moveTo>
                  <a:cubicBezTo>
                    <a:pt x="3622" y="0"/>
                    <a:pt x="3479" y="55"/>
                    <a:pt x="3371" y="163"/>
                  </a:cubicBezTo>
                  <a:lnTo>
                    <a:pt x="218" y="3316"/>
                  </a:lnTo>
                  <a:cubicBezTo>
                    <a:pt x="1" y="3536"/>
                    <a:pt x="1" y="3889"/>
                    <a:pt x="218" y="4105"/>
                  </a:cubicBezTo>
                  <a:lnTo>
                    <a:pt x="12669" y="16560"/>
                  </a:lnTo>
                  <a:cubicBezTo>
                    <a:pt x="12778" y="16668"/>
                    <a:pt x="12920" y="16722"/>
                    <a:pt x="13063" y="16722"/>
                  </a:cubicBezTo>
                  <a:cubicBezTo>
                    <a:pt x="13206" y="16722"/>
                    <a:pt x="13349" y="16668"/>
                    <a:pt x="13458" y="16560"/>
                  </a:cubicBezTo>
                  <a:lnTo>
                    <a:pt x="16612" y="13406"/>
                  </a:lnTo>
                  <a:cubicBezTo>
                    <a:pt x="16829" y="13187"/>
                    <a:pt x="16829" y="12834"/>
                    <a:pt x="16612" y="12617"/>
                  </a:cubicBezTo>
                  <a:lnTo>
                    <a:pt x="15295" y="11301"/>
                  </a:lnTo>
                  <a:lnTo>
                    <a:pt x="14992" y="11248"/>
                  </a:lnTo>
                  <a:lnTo>
                    <a:pt x="14937" y="10943"/>
                  </a:lnTo>
                  <a:lnTo>
                    <a:pt x="14112" y="10117"/>
                  </a:lnTo>
                  <a:lnTo>
                    <a:pt x="13832" y="10052"/>
                  </a:lnTo>
                  <a:lnTo>
                    <a:pt x="13756" y="9762"/>
                  </a:lnTo>
                  <a:lnTo>
                    <a:pt x="12931" y="8936"/>
                  </a:lnTo>
                  <a:lnTo>
                    <a:pt x="12646" y="8840"/>
                  </a:lnTo>
                  <a:lnTo>
                    <a:pt x="12573" y="8578"/>
                  </a:lnTo>
                  <a:lnTo>
                    <a:pt x="8199" y="4205"/>
                  </a:lnTo>
                  <a:lnTo>
                    <a:pt x="7943" y="4126"/>
                  </a:lnTo>
                  <a:lnTo>
                    <a:pt x="7844" y="3849"/>
                  </a:lnTo>
                  <a:lnTo>
                    <a:pt x="7018" y="3024"/>
                  </a:lnTo>
                  <a:lnTo>
                    <a:pt x="6741" y="2925"/>
                  </a:lnTo>
                  <a:lnTo>
                    <a:pt x="6660" y="2666"/>
                  </a:lnTo>
                  <a:lnTo>
                    <a:pt x="5835" y="1840"/>
                  </a:lnTo>
                  <a:lnTo>
                    <a:pt x="5545" y="1717"/>
                  </a:lnTo>
                  <a:lnTo>
                    <a:pt x="5477" y="1482"/>
                  </a:lnTo>
                  <a:lnTo>
                    <a:pt x="4160" y="163"/>
                  </a:lnTo>
                  <a:cubicBezTo>
                    <a:pt x="4050" y="55"/>
                    <a:pt x="3907" y="0"/>
                    <a:pt x="3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08"/>
            <p:cNvSpPr/>
            <p:nvPr/>
          </p:nvSpPr>
          <p:spPr>
            <a:xfrm>
              <a:off x="2487746" y="1217376"/>
              <a:ext cx="28996" cy="28945"/>
            </a:xfrm>
            <a:custGeom>
              <a:rect b="b" l="l" r="r" t="t"/>
              <a:pathLst>
                <a:path extrusionOk="0" h="1114" w="1116">
                  <a:moveTo>
                    <a:pt x="557" y="0"/>
                  </a:moveTo>
                  <a:cubicBezTo>
                    <a:pt x="251" y="0"/>
                    <a:pt x="0" y="248"/>
                    <a:pt x="0" y="557"/>
                  </a:cubicBezTo>
                  <a:cubicBezTo>
                    <a:pt x="0" y="865"/>
                    <a:pt x="251" y="1113"/>
                    <a:pt x="557" y="1113"/>
                  </a:cubicBezTo>
                  <a:cubicBezTo>
                    <a:pt x="865" y="1113"/>
                    <a:pt x="1116" y="865"/>
                    <a:pt x="1116" y="557"/>
                  </a:cubicBezTo>
                  <a:cubicBezTo>
                    <a:pt x="1116" y="248"/>
                    <a:pt x="865" y="0"/>
                    <a:pt x="5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08"/>
            <p:cNvSpPr/>
            <p:nvPr/>
          </p:nvSpPr>
          <p:spPr>
            <a:xfrm>
              <a:off x="2628181" y="1419884"/>
              <a:ext cx="96343" cy="95044"/>
            </a:xfrm>
            <a:custGeom>
              <a:rect b="b" l="l" r="r" t="t"/>
              <a:pathLst>
                <a:path extrusionOk="0" h="3658" w="3708">
                  <a:moveTo>
                    <a:pt x="276" y="0"/>
                  </a:moveTo>
                  <a:cubicBezTo>
                    <a:pt x="212" y="0"/>
                    <a:pt x="147" y="24"/>
                    <a:pt x="97" y="73"/>
                  </a:cubicBezTo>
                  <a:cubicBezTo>
                    <a:pt x="1" y="172"/>
                    <a:pt x="1" y="331"/>
                    <a:pt x="97" y="431"/>
                  </a:cubicBezTo>
                  <a:lnTo>
                    <a:pt x="3251" y="3584"/>
                  </a:lnTo>
                  <a:cubicBezTo>
                    <a:pt x="3300" y="3634"/>
                    <a:pt x="3366" y="3657"/>
                    <a:pt x="3431" y="3657"/>
                  </a:cubicBezTo>
                  <a:cubicBezTo>
                    <a:pt x="3494" y="3657"/>
                    <a:pt x="3559" y="3634"/>
                    <a:pt x="3609" y="3584"/>
                  </a:cubicBezTo>
                  <a:cubicBezTo>
                    <a:pt x="3708" y="3485"/>
                    <a:pt x="3708" y="3325"/>
                    <a:pt x="3609" y="3226"/>
                  </a:cubicBezTo>
                  <a:lnTo>
                    <a:pt x="455" y="73"/>
                  </a:lnTo>
                  <a:cubicBezTo>
                    <a:pt x="406" y="24"/>
                    <a:pt x="341" y="0"/>
                    <a:pt x="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08"/>
            <p:cNvSpPr/>
            <p:nvPr/>
          </p:nvSpPr>
          <p:spPr>
            <a:xfrm>
              <a:off x="2464310" y="1256012"/>
              <a:ext cx="96369" cy="95044"/>
            </a:xfrm>
            <a:custGeom>
              <a:rect b="b" l="l" r="r" t="t"/>
              <a:pathLst>
                <a:path extrusionOk="0" h="3658" w="3709">
                  <a:moveTo>
                    <a:pt x="276" y="0"/>
                  </a:moveTo>
                  <a:cubicBezTo>
                    <a:pt x="212" y="0"/>
                    <a:pt x="147" y="24"/>
                    <a:pt x="97" y="73"/>
                  </a:cubicBezTo>
                  <a:cubicBezTo>
                    <a:pt x="1" y="172"/>
                    <a:pt x="1" y="331"/>
                    <a:pt x="97" y="431"/>
                  </a:cubicBezTo>
                  <a:lnTo>
                    <a:pt x="3251" y="3584"/>
                  </a:lnTo>
                  <a:cubicBezTo>
                    <a:pt x="3300" y="3634"/>
                    <a:pt x="3366" y="3657"/>
                    <a:pt x="3431" y="3657"/>
                  </a:cubicBezTo>
                  <a:cubicBezTo>
                    <a:pt x="3494" y="3657"/>
                    <a:pt x="3559" y="3634"/>
                    <a:pt x="3609" y="3584"/>
                  </a:cubicBezTo>
                  <a:cubicBezTo>
                    <a:pt x="3708" y="3485"/>
                    <a:pt x="3708" y="3326"/>
                    <a:pt x="3609" y="3226"/>
                  </a:cubicBezTo>
                  <a:lnTo>
                    <a:pt x="455" y="73"/>
                  </a:lnTo>
                  <a:cubicBezTo>
                    <a:pt x="406" y="24"/>
                    <a:pt x="341" y="0"/>
                    <a:pt x="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08"/>
            <p:cNvSpPr/>
            <p:nvPr/>
          </p:nvSpPr>
          <p:spPr>
            <a:xfrm>
              <a:off x="2494242" y="1137454"/>
              <a:ext cx="349491" cy="434505"/>
            </a:xfrm>
            <a:custGeom>
              <a:rect b="b" l="l" r="r" t="t"/>
              <a:pathLst>
                <a:path extrusionOk="0" h="16723" w="13451">
                  <a:moveTo>
                    <a:pt x="386" y="1"/>
                  </a:moveTo>
                  <a:cubicBezTo>
                    <a:pt x="247" y="1"/>
                    <a:pt x="108" y="53"/>
                    <a:pt x="1" y="158"/>
                  </a:cubicBezTo>
                  <a:cubicBezTo>
                    <a:pt x="3" y="160"/>
                    <a:pt x="6" y="163"/>
                    <a:pt x="6" y="166"/>
                  </a:cubicBezTo>
                  <a:lnTo>
                    <a:pt x="12461" y="12617"/>
                  </a:lnTo>
                  <a:cubicBezTo>
                    <a:pt x="12677" y="12834"/>
                    <a:pt x="12677" y="13187"/>
                    <a:pt x="12461" y="13406"/>
                  </a:cubicBezTo>
                  <a:lnTo>
                    <a:pt x="9307" y="16560"/>
                  </a:lnTo>
                  <a:cubicBezTo>
                    <a:pt x="9304" y="16560"/>
                    <a:pt x="9302" y="16562"/>
                    <a:pt x="9299" y="16565"/>
                  </a:cubicBezTo>
                  <a:cubicBezTo>
                    <a:pt x="9407" y="16670"/>
                    <a:pt x="9546" y="16722"/>
                    <a:pt x="9686" y="16722"/>
                  </a:cubicBezTo>
                  <a:cubicBezTo>
                    <a:pt x="9828" y="16722"/>
                    <a:pt x="9971" y="16668"/>
                    <a:pt x="10080" y="16560"/>
                  </a:cubicBezTo>
                  <a:lnTo>
                    <a:pt x="13234" y="13406"/>
                  </a:lnTo>
                  <a:cubicBezTo>
                    <a:pt x="13451" y="13187"/>
                    <a:pt x="13451" y="12834"/>
                    <a:pt x="13234" y="12617"/>
                  </a:cubicBezTo>
                  <a:lnTo>
                    <a:pt x="11917" y="11301"/>
                  </a:lnTo>
                  <a:lnTo>
                    <a:pt x="11614" y="11248"/>
                  </a:lnTo>
                  <a:lnTo>
                    <a:pt x="11559" y="10943"/>
                  </a:lnTo>
                  <a:lnTo>
                    <a:pt x="10734" y="10117"/>
                  </a:lnTo>
                  <a:lnTo>
                    <a:pt x="10454" y="10052"/>
                  </a:lnTo>
                  <a:lnTo>
                    <a:pt x="10378" y="9762"/>
                  </a:lnTo>
                  <a:lnTo>
                    <a:pt x="9553" y="8936"/>
                  </a:lnTo>
                  <a:lnTo>
                    <a:pt x="9268" y="8840"/>
                  </a:lnTo>
                  <a:lnTo>
                    <a:pt x="9195" y="8578"/>
                  </a:lnTo>
                  <a:lnTo>
                    <a:pt x="4821" y="4205"/>
                  </a:lnTo>
                  <a:lnTo>
                    <a:pt x="4565" y="4126"/>
                  </a:lnTo>
                  <a:lnTo>
                    <a:pt x="4466" y="3849"/>
                  </a:lnTo>
                  <a:lnTo>
                    <a:pt x="3640" y="3024"/>
                  </a:lnTo>
                  <a:lnTo>
                    <a:pt x="3363" y="2925"/>
                  </a:lnTo>
                  <a:lnTo>
                    <a:pt x="3282" y="2666"/>
                  </a:lnTo>
                  <a:lnTo>
                    <a:pt x="2457" y="1840"/>
                  </a:lnTo>
                  <a:lnTo>
                    <a:pt x="2167" y="1717"/>
                  </a:lnTo>
                  <a:lnTo>
                    <a:pt x="2099" y="1482"/>
                  </a:lnTo>
                  <a:lnTo>
                    <a:pt x="782" y="166"/>
                  </a:lnTo>
                  <a:cubicBezTo>
                    <a:pt x="672" y="56"/>
                    <a:pt x="529" y="1"/>
                    <a:pt x="3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08"/>
            <p:cNvSpPr/>
            <p:nvPr/>
          </p:nvSpPr>
          <p:spPr>
            <a:xfrm>
              <a:off x="2535996" y="1175960"/>
              <a:ext cx="22085" cy="21462"/>
            </a:xfrm>
            <a:custGeom>
              <a:rect b="b" l="l" r="r" t="t"/>
              <a:pathLst>
                <a:path extrusionOk="0" h="826" w="850">
                  <a:moveTo>
                    <a:pt x="492" y="0"/>
                  </a:moveTo>
                  <a:lnTo>
                    <a:pt x="100" y="395"/>
                  </a:lnTo>
                  <a:cubicBezTo>
                    <a:pt x="1" y="494"/>
                    <a:pt x="1" y="654"/>
                    <a:pt x="100" y="753"/>
                  </a:cubicBezTo>
                  <a:cubicBezTo>
                    <a:pt x="147" y="802"/>
                    <a:pt x="212" y="826"/>
                    <a:pt x="278" y="826"/>
                  </a:cubicBezTo>
                  <a:cubicBezTo>
                    <a:pt x="343" y="826"/>
                    <a:pt x="406" y="802"/>
                    <a:pt x="455" y="753"/>
                  </a:cubicBezTo>
                  <a:lnTo>
                    <a:pt x="850" y="358"/>
                  </a:lnTo>
                  <a:lnTo>
                    <a:pt x="4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08"/>
            <p:cNvSpPr/>
            <p:nvPr/>
          </p:nvSpPr>
          <p:spPr>
            <a:xfrm>
              <a:off x="2566681" y="1206698"/>
              <a:ext cx="22163" cy="21488"/>
            </a:xfrm>
            <a:custGeom>
              <a:rect b="b" l="l" r="r" t="t"/>
              <a:pathLst>
                <a:path extrusionOk="0" h="827" w="853">
                  <a:moveTo>
                    <a:pt x="494" y="1"/>
                  </a:moveTo>
                  <a:lnTo>
                    <a:pt x="100" y="395"/>
                  </a:lnTo>
                  <a:cubicBezTo>
                    <a:pt x="1" y="495"/>
                    <a:pt x="1" y="654"/>
                    <a:pt x="100" y="751"/>
                  </a:cubicBezTo>
                  <a:cubicBezTo>
                    <a:pt x="149" y="800"/>
                    <a:pt x="215" y="826"/>
                    <a:pt x="278" y="826"/>
                  </a:cubicBezTo>
                  <a:cubicBezTo>
                    <a:pt x="343" y="826"/>
                    <a:pt x="408" y="800"/>
                    <a:pt x="458" y="751"/>
                  </a:cubicBezTo>
                  <a:lnTo>
                    <a:pt x="852" y="359"/>
                  </a:lnTo>
                  <a:lnTo>
                    <a:pt x="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08"/>
            <p:cNvSpPr/>
            <p:nvPr/>
          </p:nvSpPr>
          <p:spPr>
            <a:xfrm>
              <a:off x="2597444" y="1237461"/>
              <a:ext cx="22085" cy="21410"/>
            </a:xfrm>
            <a:custGeom>
              <a:rect b="b" l="l" r="r" t="t"/>
              <a:pathLst>
                <a:path extrusionOk="0" h="824" w="850">
                  <a:moveTo>
                    <a:pt x="494" y="0"/>
                  </a:moveTo>
                  <a:lnTo>
                    <a:pt x="99" y="395"/>
                  </a:lnTo>
                  <a:cubicBezTo>
                    <a:pt x="0" y="492"/>
                    <a:pt x="0" y="651"/>
                    <a:pt x="99" y="750"/>
                  </a:cubicBezTo>
                  <a:cubicBezTo>
                    <a:pt x="149" y="800"/>
                    <a:pt x="212" y="823"/>
                    <a:pt x="277" y="823"/>
                  </a:cubicBezTo>
                  <a:cubicBezTo>
                    <a:pt x="342" y="823"/>
                    <a:pt x="408" y="800"/>
                    <a:pt x="455" y="750"/>
                  </a:cubicBezTo>
                  <a:lnTo>
                    <a:pt x="849" y="356"/>
                  </a:lnTo>
                  <a:lnTo>
                    <a:pt x="4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08"/>
            <p:cNvSpPr/>
            <p:nvPr/>
          </p:nvSpPr>
          <p:spPr>
            <a:xfrm>
              <a:off x="2720289" y="1360332"/>
              <a:ext cx="22163" cy="21462"/>
            </a:xfrm>
            <a:custGeom>
              <a:rect b="b" l="l" r="r" t="t"/>
              <a:pathLst>
                <a:path extrusionOk="0" h="826" w="853">
                  <a:moveTo>
                    <a:pt x="495" y="0"/>
                  </a:moveTo>
                  <a:lnTo>
                    <a:pt x="100" y="395"/>
                  </a:lnTo>
                  <a:cubicBezTo>
                    <a:pt x="1" y="494"/>
                    <a:pt x="1" y="653"/>
                    <a:pt x="100" y="753"/>
                  </a:cubicBezTo>
                  <a:cubicBezTo>
                    <a:pt x="150" y="800"/>
                    <a:pt x="215" y="826"/>
                    <a:pt x="278" y="826"/>
                  </a:cubicBezTo>
                  <a:cubicBezTo>
                    <a:pt x="343" y="826"/>
                    <a:pt x="409" y="800"/>
                    <a:pt x="458" y="753"/>
                  </a:cubicBezTo>
                  <a:lnTo>
                    <a:pt x="853" y="358"/>
                  </a:lnTo>
                  <a:lnTo>
                    <a:pt x="4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08"/>
            <p:cNvSpPr/>
            <p:nvPr/>
          </p:nvSpPr>
          <p:spPr>
            <a:xfrm>
              <a:off x="2751053" y="1391069"/>
              <a:ext cx="22085" cy="21410"/>
            </a:xfrm>
            <a:custGeom>
              <a:rect b="b" l="l" r="r" t="t"/>
              <a:pathLst>
                <a:path extrusionOk="0" h="824" w="850">
                  <a:moveTo>
                    <a:pt x="494" y="1"/>
                  </a:moveTo>
                  <a:lnTo>
                    <a:pt x="100" y="395"/>
                  </a:lnTo>
                  <a:cubicBezTo>
                    <a:pt x="1" y="492"/>
                    <a:pt x="1" y="651"/>
                    <a:pt x="100" y="751"/>
                  </a:cubicBezTo>
                  <a:cubicBezTo>
                    <a:pt x="149" y="800"/>
                    <a:pt x="212" y="824"/>
                    <a:pt x="277" y="824"/>
                  </a:cubicBezTo>
                  <a:cubicBezTo>
                    <a:pt x="343" y="824"/>
                    <a:pt x="408" y="800"/>
                    <a:pt x="455" y="751"/>
                  </a:cubicBezTo>
                  <a:lnTo>
                    <a:pt x="850" y="356"/>
                  </a:lnTo>
                  <a:lnTo>
                    <a:pt x="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08"/>
            <p:cNvSpPr/>
            <p:nvPr/>
          </p:nvSpPr>
          <p:spPr>
            <a:xfrm>
              <a:off x="2781816" y="1421755"/>
              <a:ext cx="22085" cy="21488"/>
            </a:xfrm>
            <a:custGeom>
              <a:rect b="b" l="l" r="r" t="t"/>
              <a:pathLst>
                <a:path extrusionOk="0" h="827" w="850">
                  <a:moveTo>
                    <a:pt x="491" y="1"/>
                  </a:moveTo>
                  <a:lnTo>
                    <a:pt x="99" y="395"/>
                  </a:lnTo>
                  <a:cubicBezTo>
                    <a:pt x="0" y="494"/>
                    <a:pt x="0" y="654"/>
                    <a:pt x="99" y="753"/>
                  </a:cubicBezTo>
                  <a:cubicBezTo>
                    <a:pt x="146" y="803"/>
                    <a:pt x="212" y="826"/>
                    <a:pt x="277" y="826"/>
                  </a:cubicBezTo>
                  <a:cubicBezTo>
                    <a:pt x="342" y="826"/>
                    <a:pt x="405" y="803"/>
                    <a:pt x="455" y="753"/>
                  </a:cubicBezTo>
                  <a:lnTo>
                    <a:pt x="849" y="359"/>
                  </a:lnTo>
                  <a:lnTo>
                    <a:pt x="4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08"/>
            <p:cNvSpPr/>
            <p:nvPr/>
          </p:nvSpPr>
          <p:spPr>
            <a:xfrm>
              <a:off x="2433417" y="1228081"/>
              <a:ext cx="320572" cy="318338"/>
            </a:xfrm>
            <a:custGeom>
              <a:rect b="b" l="l" r="r" t="t"/>
              <a:pathLst>
                <a:path extrusionOk="0" h="12252" w="12338">
                  <a:moveTo>
                    <a:pt x="12338" y="1"/>
                  </a:moveTo>
                  <a:lnTo>
                    <a:pt x="8560" y="539"/>
                  </a:lnTo>
                  <a:lnTo>
                    <a:pt x="1" y="9098"/>
                  </a:lnTo>
                  <a:lnTo>
                    <a:pt x="3154" y="12251"/>
                  </a:lnTo>
                  <a:lnTo>
                    <a:pt x="11713" y="3692"/>
                  </a:lnTo>
                  <a:lnTo>
                    <a:pt x="123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08"/>
            <p:cNvSpPr/>
            <p:nvPr/>
          </p:nvSpPr>
          <p:spPr>
            <a:xfrm>
              <a:off x="2505102" y="1299377"/>
              <a:ext cx="236882" cy="247042"/>
            </a:xfrm>
            <a:custGeom>
              <a:rect b="b" l="l" r="r" t="t"/>
              <a:pathLst>
                <a:path extrusionOk="0" h="9508" w="9117">
                  <a:moveTo>
                    <a:pt x="9116" y="0"/>
                  </a:moveTo>
                  <a:lnTo>
                    <a:pt x="1" y="9113"/>
                  </a:lnTo>
                  <a:lnTo>
                    <a:pt x="395" y="9507"/>
                  </a:lnTo>
                  <a:lnTo>
                    <a:pt x="8954" y="948"/>
                  </a:lnTo>
                  <a:lnTo>
                    <a:pt x="91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08"/>
            <p:cNvSpPr/>
            <p:nvPr/>
          </p:nvSpPr>
          <p:spPr>
            <a:xfrm>
              <a:off x="2486993" y="1276461"/>
              <a:ext cx="217032" cy="215785"/>
            </a:xfrm>
            <a:custGeom>
              <a:rect b="b" l="l" r="r" t="t"/>
              <a:pathLst>
                <a:path extrusionOk="0" h="8305" w="8353">
                  <a:moveTo>
                    <a:pt x="8076" y="0"/>
                  </a:moveTo>
                  <a:cubicBezTo>
                    <a:pt x="8011" y="0"/>
                    <a:pt x="7947" y="25"/>
                    <a:pt x="7898" y="75"/>
                  </a:cubicBezTo>
                  <a:lnTo>
                    <a:pt x="97" y="7874"/>
                  </a:lnTo>
                  <a:cubicBezTo>
                    <a:pt x="0" y="7973"/>
                    <a:pt x="0" y="8132"/>
                    <a:pt x="97" y="8231"/>
                  </a:cubicBezTo>
                  <a:cubicBezTo>
                    <a:pt x="147" y="8281"/>
                    <a:pt x="212" y="8305"/>
                    <a:pt x="277" y="8305"/>
                  </a:cubicBezTo>
                  <a:cubicBezTo>
                    <a:pt x="340" y="8305"/>
                    <a:pt x="405" y="8281"/>
                    <a:pt x="455" y="8231"/>
                  </a:cubicBezTo>
                  <a:lnTo>
                    <a:pt x="8254" y="433"/>
                  </a:lnTo>
                  <a:cubicBezTo>
                    <a:pt x="8353" y="333"/>
                    <a:pt x="8353" y="174"/>
                    <a:pt x="8254" y="75"/>
                  </a:cubicBezTo>
                  <a:cubicBezTo>
                    <a:pt x="8205" y="25"/>
                    <a:pt x="8141" y="0"/>
                    <a:pt x="80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08"/>
            <p:cNvSpPr/>
            <p:nvPr/>
          </p:nvSpPr>
          <p:spPr>
            <a:xfrm>
              <a:off x="2720991" y="1137714"/>
              <a:ext cx="124040" cy="121156"/>
            </a:xfrm>
            <a:custGeom>
              <a:rect b="b" l="l" r="r" t="t"/>
              <a:pathLst>
                <a:path extrusionOk="0" h="4663" w="4774">
                  <a:moveTo>
                    <a:pt x="1973" y="0"/>
                  </a:moveTo>
                  <a:cubicBezTo>
                    <a:pt x="1687" y="0"/>
                    <a:pt x="1402" y="109"/>
                    <a:pt x="1184" y="325"/>
                  </a:cubicBezTo>
                  <a:lnTo>
                    <a:pt x="0" y="1509"/>
                  </a:lnTo>
                  <a:lnTo>
                    <a:pt x="789" y="3873"/>
                  </a:lnTo>
                  <a:lnTo>
                    <a:pt x="3154" y="4662"/>
                  </a:lnTo>
                  <a:lnTo>
                    <a:pt x="4337" y="3479"/>
                  </a:lnTo>
                  <a:cubicBezTo>
                    <a:pt x="4773" y="3045"/>
                    <a:pt x="4773" y="2337"/>
                    <a:pt x="4337" y="1903"/>
                  </a:cubicBezTo>
                  <a:lnTo>
                    <a:pt x="2762" y="325"/>
                  </a:lnTo>
                  <a:cubicBezTo>
                    <a:pt x="2544" y="109"/>
                    <a:pt x="2258" y="0"/>
                    <a:pt x="19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08"/>
            <p:cNvSpPr/>
            <p:nvPr/>
          </p:nvSpPr>
          <p:spPr>
            <a:xfrm>
              <a:off x="2762173" y="1137714"/>
              <a:ext cx="82858" cy="121156"/>
            </a:xfrm>
            <a:custGeom>
              <a:rect b="b" l="l" r="r" t="t"/>
              <a:pathLst>
                <a:path extrusionOk="0" h="4663" w="3189">
                  <a:moveTo>
                    <a:pt x="388" y="0"/>
                  </a:moveTo>
                  <a:cubicBezTo>
                    <a:pt x="256" y="0"/>
                    <a:pt x="125" y="23"/>
                    <a:pt x="1" y="69"/>
                  </a:cubicBezTo>
                  <a:cubicBezTo>
                    <a:pt x="147" y="124"/>
                    <a:pt x="283" y="208"/>
                    <a:pt x="401" y="325"/>
                  </a:cubicBezTo>
                  <a:lnTo>
                    <a:pt x="1979" y="1903"/>
                  </a:lnTo>
                  <a:cubicBezTo>
                    <a:pt x="2412" y="2337"/>
                    <a:pt x="2412" y="3045"/>
                    <a:pt x="1979" y="3479"/>
                  </a:cubicBezTo>
                  <a:lnTo>
                    <a:pt x="989" y="4469"/>
                  </a:lnTo>
                  <a:lnTo>
                    <a:pt x="1569" y="4662"/>
                  </a:lnTo>
                  <a:lnTo>
                    <a:pt x="2752" y="3479"/>
                  </a:lnTo>
                  <a:cubicBezTo>
                    <a:pt x="3188" y="3045"/>
                    <a:pt x="3188" y="2337"/>
                    <a:pt x="2752" y="1903"/>
                  </a:cubicBezTo>
                  <a:lnTo>
                    <a:pt x="1177" y="325"/>
                  </a:lnTo>
                  <a:cubicBezTo>
                    <a:pt x="958" y="109"/>
                    <a:pt x="673" y="0"/>
                    <a:pt x="3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08"/>
            <p:cNvSpPr/>
            <p:nvPr/>
          </p:nvSpPr>
          <p:spPr>
            <a:xfrm>
              <a:off x="2655801" y="1197396"/>
              <a:ext cx="126717" cy="126639"/>
            </a:xfrm>
            <a:custGeom>
              <a:rect b="b" l="l" r="r" t="t"/>
              <a:pathLst>
                <a:path extrusionOk="0" h="4874" w="4877">
                  <a:moveTo>
                    <a:pt x="1723" y="1"/>
                  </a:moveTo>
                  <a:lnTo>
                    <a:pt x="1" y="1720"/>
                  </a:lnTo>
                  <a:lnTo>
                    <a:pt x="3154" y="4873"/>
                  </a:lnTo>
                  <a:lnTo>
                    <a:pt x="4876" y="3154"/>
                  </a:lnTo>
                  <a:lnTo>
                    <a:pt x="3779" y="1182"/>
                  </a:lnTo>
                  <a:lnTo>
                    <a:pt x="17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08"/>
            <p:cNvSpPr/>
            <p:nvPr/>
          </p:nvSpPr>
          <p:spPr>
            <a:xfrm>
              <a:off x="2727565" y="1266172"/>
              <a:ext cx="54953" cy="57863"/>
            </a:xfrm>
            <a:custGeom>
              <a:rect b="b" l="l" r="r" t="t"/>
              <a:pathLst>
                <a:path extrusionOk="0" h="2227" w="2115">
                  <a:moveTo>
                    <a:pt x="1832" y="1"/>
                  </a:moveTo>
                  <a:lnTo>
                    <a:pt x="1" y="1832"/>
                  </a:lnTo>
                  <a:lnTo>
                    <a:pt x="392" y="2226"/>
                  </a:lnTo>
                  <a:lnTo>
                    <a:pt x="2114" y="507"/>
                  </a:lnTo>
                  <a:lnTo>
                    <a:pt x="18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08"/>
            <p:cNvSpPr/>
            <p:nvPr/>
          </p:nvSpPr>
          <p:spPr>
            <a:xfrm>
              <a:off x="2671702" y="1211297"/>
              <a:ext cx="56512" cy="55914"/>
            </a:xfrm>
            <a:custGeom>
              <a:rect b="b" l="l" r="r" t="t"/>
              <a:pathLst>
                <a:path extrusionOk="0" h="2152" w="2175">
                  <a:moveTo>
                    <a:pt x="1898" y="0"/>
                  </a:moveTo>
                  <a:cubicBezTo>
                    <a:pt x="1834" y="0"/>
                    <a:pt x="1769" y="25"/>
                    <a:pt x="1719" y="75"/>
                  </a:cubicBezTo>
                  <a:lnTo>
                    <a:pt x="0" y="1794"/>
                  </a:lnTo>
                  <a:lnTo>
                    <a:pt x="358" y="2152"/>
                  </a:lnTo>
                  <a:lnTo>
                    <a:pt x="2077" y="433"/>
                  </a:lnTo>
                  <a:cubicBezTo>
                    <a:pt x="2174" y="333"/>
                    <a:pt x="2174" y="174"/>
                    <a:pt x="2077" y="75"/>
                  </a:cubicBezTo>
                  <a:cubicBezTo>
                    <a:pt x="2028" y="25"/>
                    <a:pt x="1963" y="0"/>
                    <a:pt x="1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08"/>
            <p:cNvSpPr/>
            <p:nvPr/>
          </p:nvSpPr>
          <p:spPr>
            <a:xfrm>
              <a:off x="2692202" y="1231797"/>
              <a:ext cx="56512" cy="55914"/>
            </a:xfrm>
            <a:custGeom>
              <a:rect b="b" l="l" r="r" t="t"/>
              <a:pathLst>
                <a:path extrusionOk="0" h="2152" w="2175">
                  <a:moveTo>
                    <a:pt x="1897" y="0"/>
                  </a:moveTo>
                  <a:cubicBezTo>
                    <a:pt x="1832" y="0"/>
                    <a:pt x="1768" y="25"/>
                    <a:pt x="1719" y="75"/>
                  </a:cubicBezTo>
                  <a:lnTo>
                    <a:pt x="0" y="1794"/>
                  </a:lnTo>
                  <a:lnTo>
                    <a:pt x="356" y="2152"/>
                  </a:lnTo>
                  <a:lnTo>
                    <a:pt x="2075" y="430"/>
                  </a:lnTo>
                  <a:cubicBezTo>
                    <a:pt x="2174" y="333"/>
                    <a:pt x="2174" y="174"/>
                    <a:pt x="2075" y="75"/>
                  </a:cubicBezTo>
                  <a:cubicBezTo>
                    <a:pt x="2026" y="25"/>
                    <a:pt x="1962" y="0"/>
                    <a:pt x="1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08"/>
            <p:cNvSpPr/>
            <p:nvPr/>
          </p:nvSpPr>
          <p:spPr>
            <a:xfrm>
              <a:off x="2712625" y="1252297"/>
              <a:ext cx="56590" cy="55862"/>
            </a:xfrm>
            <a:custGeom>
              <a:rect b="b" l="l" r="r" t="t"/>
              <a:pathLst>
                <a:path extrusionOk="0" h="2150" w="2178">
                  <a:moveTo>
                    <a:pt x="1899" y="0"/>
                  </a:moveTo>
                  <a:cubicBezTo>
                    <a:pt x="1835" y="0"/>
                    <a:pt x="1771" y="25"/>
                    <a:pt x="1722" y="75"/>
                  </a:cubicBezTo>
                  <a:lnTo>
                    <a:pt x="1" y="1794"/>
                  </a:lnTo>
                  <a:lnTo>
                    <a:pt x="359" y="2149"/>
                  </a:lnTo>
                  <a:lnTo>
                    <a:pt x="2078" y="430"/>
                  </a:lnTo>
                  <a:cubicBezTo>
                    <a:pt x="2177" y="331"/>
                    <a:pt x="2177" y="171"/>
                    <a:pt x="2078" y="75"/>
                  </a:cubicBezTo>
                  <a:cubicBezTo>
                    <a:pt x="2028" y="25"/>
                    <a:pt x="1963" y="0"/>
                    <a:pt x="1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08"/>
            <p:cNvSpPr/>
            <p:nvPr/>
          </p:nvSpPr>
          <p:spPr>
            <a:xfrm>
              <a:off x="2694853" y="1172687"/>
              <a:ext cx="113803" cy="110919"/>
            </a:xfrm>
            <a:custGeom>
              <a:rect b="b" l="l" r="r" t="t"/>
              <a:pathLst>
                <a:path extrusionOk="0" h="4269" w="4380">
                  <a:moveTo>
                    <a:pt x="613" y="0"/>
                  </a:moveTo>
                  <a:cubicBezTo>
                    <a:pt x="471" y="0"/>
                    <a:pt x="328" y="55"/>
                    <a:pt x="220" y="163"/>
                  </a:cubicBezTo>
                  <a:cubicBezTo>
                    <a:pt x="0" y="380"/>
                    <a:pt x="0" y="732"/>
                    <a:pt x="220" y="952"/>
                  </a:cubicBezTo>
                  <a:lnTo>
                    <a:pt x="3373" y="4105"/>
                  </a:lnTo>
                  <a:cubicBezTo>
                    <a:pt x="3482" y="4214"/>
                    <a:pt x="3624" y="4268"/>
                    <a:pt x="3766" y="4268"/>
                  </a:cubicBezTo>
                  <a:cubicBezTo>
                    <a:pt x="3909" y="4268"/>
                    <a:pt x="4051" y="4214"/>
                    <a:pt x="4160" y="4105"/>
                  </a:cubicBezTo>
                  <a:cubicBezTo>
                    <a:pt x="4379" y="3886"/>
                    <a:pt x="4379" y="3533"/>
                    <a:pt x="4160" y="3316"/>
                  </a:cubicBezTo>
                  <a:lnTo>
                    <a:pt x="1006" y="163"/>
                  </a:lnTo>
                  <a:cubicBezTo>
                    <a:pt x="898" y="55"/>
                    <a:pt x="755" y="0"/>
                    <a:pt x="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08"/>
            <p:cNvSpPr/>
            <p:nvPr/>
          </p:nvSpPr>
          <p:spPr>
            <a:xfrm>
              <a:off x="2700673" y="1172687"/>
              <a:ext cx="107983" cy="110893"/>
            </a:xfrm>
            <a:custGeom>
              <a:rect b="b" l="l" r="r" t="t"/>
              <a:pathLst>
                <a:path extrusionOk="0" h="4268" w="4156">
                  <a:moveTo>
                    <a:pt x="388" y="0"/>
                  </a:moveTo>
                  <a:cubicBezTo>
                    <a:pt x="249" y="0"/>
                    <a:pt x="109" y="52"/>
                    <a:pt x="1" y="155"/>
                  </a:cubicBezTo>
                  <a:cubicBezTo>
                    <a:pt x="4" y="158"/>
                    <a:pt x="6" y="160"/>
                    <a:pt x="9" y="163"/>
                  </a:cubicBezTo>
                  <a:lnTo>
                    <a:pt x="3162" y="3316"/>
                  </a:lnTo>
                  <a:cubicBezTo>
                    <a:pt x="3382" y="3533"/>
                    <a:pt x="3382" y="3886"/>
                    <a:pt x="3162" y="4105"/>
                  </a:cubicBezTo>
                  <a:cubicBezTo>
                    <a:pt x="3160" y="4108"/>
                    <a:pt x="3157" y="4108"/>
                    <a:pt x="3154" y="4111"/>
                  </a:cubicBezTo>
                  <a:cubicBezTo>
                    <a:pt x="3263" y="4215"/>
                    <a:pt x="3403" y="4268"/>
                    <a:pt x="3543" y="4268"/>
                  </a:cubicBezTo>
                  <a:cubicBezTo>
                    <a:pt x="3685" y="4268"/>
                    <a:pt x="3827" y="4213"/>
                    <a:pt x="3936" y="4105"/>
                  </a:cubicBezTo>
                  <a:cubicBezTo>
                    <a:pt x="4155" y="3886"/>
                    <a:pt x="4155" y="3533"/>
                    <a:pt x="3936" y="3316"/>
                  </a:cubicBezTo>
                  <a:lnTo>
                    <a:pt x="782" y="163"/>
                  </a:lnTo>
                  <a:cubicBezTo>
                    <a:pt x="674" y="54"/>
                    <a:pt x="531" y="0"/>
                    <a:pt x="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08"/>
            <p:cNvSpPr/>
            <p:nvPr/>
          </p:nvSpPr>
          <p:spPr>
            <a:xfrm>
              <a:off x="2425492" y="1464470"/>
              <a:ext cx="89899" cy="89899"/>
            </a:xfrm>
            <a:custGeom>
              <a:rect b="b" l="l" r="r" t="t"/>
              <a:pathLst>
                <a:path extrusionOk="0" h="3460" w="3460">
                  <a:moveTo>
                    <a:pt x="306" y="0"/>
                  </a:moveTo>
                  <a:cubicBezTo>
                    <a:pt x="262" y="44"/>
                    <a:pt x="233" y="105"/>
                    <a:pt x="225" y="167"/>
                  </a:cubicBezTo>
                  <a:lnTo>
                    <a:pt x="0" y="2197"/>
                  </a:lnTo>
                  <a:lnTo>
                    <a:pt x="275" y="3153"/>
                  </a:lnTo>
                  <a:lnTo>
                    <a:pt x="1262" y="3459"/>
                  </a:lnTo>
                  <a:lnTo>
                    <a:pt x="3292" y="3234"/>
                  </a:lnTo>
                  <a:cubicBezTo>
                    <a:pt x="3355" y="3227"/>
                    <a:pt x="3415" y="3198"/>
                    <a:pt x="3459" y="3153"/>
                  </a:cubicBezTo>
                  <a:lnTo>
                    <a:pt x="2710" y="925"/>
                  </a:lnTo>
                  <a:cubicBezTo>
                    <a:pt x="2683" y="841"/>
                    <a:pt x="2618" y="776"/>
                    <a:pt x="2535" y="750"/>
                  </a:cubicBezTo>
                  <a:lnTo>
                    <a:pt x="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08"/>
            <p:cNvSpPr/>
            <p:nvPr/>
          </p:nvSpPr>
          <p:spPr>
            <a:xfrm>
              <a:off x="2452852" y="1531063"/>
              <a:ext cx="62540" cy="23306"/>
            </a:xfrm>
            <a:custGeom>
              <a:rect b="b" l="l" r="r" t="t"/>
              <a:pathLst>
                <a:path extrusionOk="0" h="897" w="2407">
                  <a:moveTo>
                    <a:pt x="2208" y="0"/>
                  </a:moveTo>
                  <a:lnTo>
                    <a:pt x="1617" y="590"/>
                  </a:lnTo>
                  <a:cubicBezTo>
                    <a:pt x="1573" y="635"/>
                    <a:pt x="1513" y="664"/>
                    <a:pt x="1450" y="671"/>
                  </a:cubicBezTo>
                  <a:lnTo>
                    <a:pt x="0" y="833"/>
                  </a:lnTo>
                  <a:lnTo>
                    <a:pt x="209" y="896"/>
                  </a:lnTo>
                  <a:lnTo>
                    <a:pt x="2239" y="671"/>
                  </a:lnTo>
                  <a:cubicBezTo>
                    <a:pt x="2302" y="664"/>
                    <a:pt x="2362" y="635"/>
                    <a:pt x="2406" y="590"/>
                  </a:cubicBezTo>
                  <a:lnTo>
                    <a:pt x="22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08"/>
            <p:cNvSpPr/>
            <p:nvPr/>
          </p:nvSpPr>
          <p:spPr>
            <a:xfrm>
              <a:off x="2421906" y="1521606"/>
              <a:ext cx="36401" cy="35908"/>
            </a:xfrm>
            <a:custGeom>
              <a:rect b="b" l="l" r="r" t="t"/>
              <a:pathLst>
                <a:path extrusionOk="0" h="1382" w="1401">
                  <a:moveTo>
                    <a:pt x="138" y="1"/>
                  </a:moveTo>
                  <a:lnTo>
                    <a:pt x="18" y="1072"/>
                  </a:lnTo>
                  <a:cubicBezTo>
                    <a:pt x="1" y="1240"/>
                    <a:pt x="133" y="1382"/>
                    <a:pt x="297" y="1382"/>
                  </a:cubicBezTo>
                  <a:cubicBezTo>
                    <a:pt x="307" y="1382"/>
                    <a:pt x="316" y="1381"/>
                    <a:pt x="326" y="1380"/>
                  </a:cubicBezTo>
                  <a:lnTo>
                    <a:pt x="1400" y="1260"/>
                  </a:lnTo>
                  <a:lnTo>
                    <a:pt x="1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08"/>
            <p:cNvSpPr/>
            <p:nvPr/>
          </p:nvSpPr>
          <p:spPr>
            <a:xfrm>
              <a:off x="2424946" y="1552291"/>
              <a:ext cx="33362" cy="5222"/>
            </a:xfrm>
            <a:custGeom>
              <a:rect b="b" l="l" r="r" t="t"/>
              <a:pathLst>
                <a:path extrusionOk="0" h="201" w="1284">
                  <a:moveTo>
                    <a:pt x="1205" y="1"/>
                  </a:moveTo>
                  <a:lnTo>
                    <a:pt x="0" y="134"/>
                  </a:lnTo>
                  <a:cubicBezTo>
                    <a:pt x="49" y="175"/>
                    <a:pt x="113" y="201"/>
                    <a:pt x="182" y="201"/>
                  </a:cubicBezTo>
                  <a:cubicBezTo>
                    <a:pt x="191" y="201"/>
                    <a:pt x="200" y="200"/>
                    <a:pt x="209" y="199"/>
                  </a:cubicBezTo>
                  <a:lnTo>
                    <a:pt x="1283" y="79"/>
                  </a:lnTo>
                  <a:lnTo>
                    <a:pt x="12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108"/>
          <p:cNvGrpSpPr/>
          <p:nvPr/>
        </p:nvGrpSpPr>
        <p:grpSpPr>
          <a:xfrm>
            <a:off x="1390515" y="1903538"/>
            <a:ext cx="528327" cy="528295"/>
            <a:chOff x="7075060" y="2471370"/>
            <a:chExt cx="434479" cy="434453"/>
          </a:xfrm>
        </p:grpSpPr>
        <p:sp>
          <p:nvSpPr>
            <p:cNvPr id="8547" name="Google Shape;8547;p108"/>
            <p:cNvSpPr/>
            <p:nvPr/>
          </p:nvSpPr>
          <p:spPr>
            <a:xfrm>
              <a:off x="7075060" y="2805946"/>
              <a:ext cx="242573" cy="99877"/>
            </a:xfrm>
            <a:custGeom>
              <a:rect b="b" l="l" r="r" t="t"/>
              <a:pathLst>
                <a:path extrusionOk="0" h="3844" w="9336">
                  <a:moveTo>
                    <a:pt x="2198" y="1"/>
                  </a:moveTo>
                  <a:cubicBezTo>
                    <a:pt x="983" y="1"/>
                    <a:pt x="1" y="983"/>
                    <a:pt x="1" y="2198"/>
                  </a:cubicBezTo>
                  <a:lnTo>
                    <a:pt x="1" y="3295"/>
                  </a:lnTo>
                  <a:cubicBezTo>
                    <a:pt x="1" y="3598"/>
                    <a:pt x="246" y="3844"/>
                    <a:pt x="549" y="3844"/>
                  </a:cubicBezTo>
                  <a:lnTo>
                    <a:pt x="8787" y="3844"/>
                  </a:lnTo>
                  <a:cubicBezTo>
                    <a:pt x="9090" y="3844"/>
                    <a:pt x="9336" y="3598"/>
                    <a:pt x="9336" y="3295"/>
                  </a:cubicBezTo>
                  <a:lnTo>
                    <a:pt x="9336" y="2198"/>
                  </a:lnTo>
                  <a:cubicBezTo>
                    <a:pt x="9336" y="983"/>
                    <a:pt x="8351" y="1"/>
                    <a:pt x="71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08"/>
            <p:cNvSpPr/>
            <p:nvPr/>
          </p:nvSpPr>
          <p:spPr>
            <a:xfrm>
              <a:off x="7240777" y="2805946"/>
              <a:ext cx="76856" cy="99877"/>
            </a:xfrm>
            <a:custGeom>
              <a:rect b="b" l="l" r="r" t="t"/>
              <a:pathLst>
                <a:path extrusionOk="0" h="3844" w="2958">
                  <a:moveTo>
                    <a:pt x="0" y="1"/>
                  </a:moveTo>
                  <a:cubicBezTo>
                    <a:pt x="1212" y="1"/>
                    <a:pt x="2195" y="983"/>
                    <a:pt x="2195" y="2198"/>
                  </a:cubicBezTo>
                  <a:lnTo>
                    <a:pt x="2195" y="3295"/>
                  </a:lnTo>
                  <a:cubicBezTo>
                    <a:pt x="2195" y="3598"/>
                    <a:pt x="1949" y="3844"/>
                    <a:pt x="1646" y="3844"/>
                  </a:cubicBezTo>
                  <a:lnTo>
                    <a:pt x="2409" y="3844"/>
                  </a:lnTo>
                  <a:cubicBezTo>
                    <a:pt x="2712" y="3844"/>
                    <a:pt x="2958" y="3598"/>
                    <a:pt x="2958" y="3295"/>
                  </a:cubicBezTo>
                  <a:lnTo>
                    <a:pt x="2958" y="2198"/>
                  </a:lnTo>
                  <a:cubicBezTo>
                    <a:pt x="2958" y="983"/>
                    <a:pt x="1973" y="1"/>
                    <a:pt x="7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08"/>
            <p:cNvSpPr/>
            <p:nvPr/>
          </p:nvSpPr>
          <p:spPr>
            <a:xfrm>
              <a:off x="7160673" y="2763933"/>
              <a:ext cx="71374" cy="64852"/>
            </a:xfrm>
            <a:custGeom>
              <a:rect b="b" l="l" r="r" t="t"/>
              <a:pathLst>
                <a:path extrusionOk="0" h="2496" w="2747">
                  <a:moveTo>
                    <a:pt x="0" y="1"/>
                  </a:moveTo>
                  <a:lnTo>
                    <a:pt x="0" y="2496"/>
                  </a:lnTo>
                  <a:lnTo>
                    <a:pt x="2746" y="2496"/>
                  </a:lnTo>
                  <a:lnTo>
                    <a:pt x="2746" y="1"/>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08"/>
            <p:cNvSpPr/>
            <p:nvPr/>
          </p:nvSpPr>
          <p:spPr>
            <a:xfrm>
              <a:off x="7110708" y="2563400"/>
              <a:ext cx="171225" cy="89899"/>
            </a:xfrm>
            <a:custGeom>
              <a:rect b="b" l="l" r="r" t="t"/>
              <a:pathLst>
                <a:path extrusionOk="0" h="3460" w="6590">
                  <a:moveTo>
                    <a:pt x="2198" y="1"/>
                  </a:moveTo>
                  <a:cubicBezTo>
                    <a:pt x="985" y="1"/>
                    <a:pt x="0" y="986"/>
                    <a:pt x="0" y="2198"/>
                  </a:cubicBezTo>
                  <a:lnTo>
                    <a:pt x="0" y="3460"/>
                  </a:lnTo>
                  <a:lnTo>
                    <a:pt x="6589" y="3460"/>
                  </a:lnTo>
                  <a:lnTo>
                    <a:pt x="6589" y="2198"/>
                  </a:lnTo>
                  <a:cubicBezTo>
                    <a:pt x="6589" y="986"/>
                    <a:pt x="5607"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08"/>
            <p:cNvSpPr/>
            <p:nvPr/>
          </p:nvSpPr>
          <p:spPr>
            <a:xfrm>
              <a:off x="7096444" y="2649012"/>
              <a:ext cx="199805" cy="57110"/>
            </a:xfrm>
            <a:custGeom>
              <a:rect b="b" l="l" r="r" t="t"/>
              <a:pathLst>
                <a:path extrusionOk="0" h="2198" w="7690">
                  <a:moveTo>
                    <a:pt x="549" y="0"/>
                  </a:moveTo>
                  <a:cubicBezTo>
                    <a:pt x="246" y="0"/>
                    <a:pt x="1" y="246"/>
                    <a:pt x="1" y="549"/>
                  </a:cubicBezTo>
                  <a:lnTo>
                    <a:pt x="1" y="1649"/>
                  </a:lnTo>
                  <a:cubicBezTo>
                    <a:pt x="1" y="1952"/>
                    <a:pt x="246" y="2198"/>
                    <a:pt x="549" y="2198"/>
                  </a:cubicBezTo>
                  <a:lnTo>
                    <a:pt x="7138" y="2198"/>
                  </a:lnTo>
                  <a:cubicBezTo>
                    <a:pt x="7441" y="2198"/>
                    <a:pt x="7690" y="1952"/>
                    <a:pt x="7690" y="1649"/>
                  </a:cubicBezTo>
                  <a:lnTo>
                    <a:pt x="7690" y="549"/>
                  </a:lnTo>
                  <a:cubicBezTo>
                    <a:pt x="7690" y="246"/>
                    <a:pt x="7441" y="0"/>
                    <a:pt x="7138"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08"/>
            <p:cNvSpPr/>
            <p:nvPr/>
          </p:nvSpPr>
          <p:spPr>
            <a:xfrm>
              <a:off x="7262160" y="2649012"/>
              <a:ext cx="34089" cy="57110"/>
            </a:xfrm>
            <a:custGeom>
              <a:rect b="b" l="l" r="r" t="t"/>
              <a:pathLst>
                <a:path extrusionOk="0" h="2198" w="1312">
                  <a:moveTo>
                    <a:pt x="0" y="0"/>
                  </a:moveTo>
                  <a:cubicBezTo>
                    <a:pt x="303" y="0"/>
                    <a:pt x="549" y="246"/>
                    <a:pt x="549" y="549"/>
                  </a:cubicBezTo>
                  <a:lnTo>
                    <a:pt x="549" y="1649"/>
                  </a:lnTo>
                  <a:cubicBezTo>
                    <a:pt x="549" y="1952"/>
                    <a:pt x="303" y="2198"/>
                    <a:pt x="0" y="2198"/>
                  </a:cubicBezTo>
                  <a:lnTo>
                    <a:pt x="760" y="2198"/>
                  </a:lnTo>
                  <a:cubicBezTo>
                    <a:pt x="1063" y="2198"/>
                    <a:pt x="1312" y="1952"/>
                    <a:pt x="1312" y="1649"/>
                  </a:cubicBezTo>
                  <a:lnTo>
                    <a:pt x="1312" y="549"/>
                  </a:lnTo>
                  <a:cubicBezTo>
                    <a:pt x="1312" y="246"/>
                    <a:pt x="1063" y="0"/>
                    <a:pt x="760"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08"/>
            <p:cNvSpPr/>
            <p:nvPr/>
          </p:nvSpPr>
          <p:spPr>
            <a:xfrm>
              <a:off x="7125025" y="2615807"/>
              <a:ext cx="142644" cy="161663"/>
            </a:xfrm>
            <a:custGeom>
              <a:rect b="b" l="l" r="r" t="t"/>
              <a:pathLst>
                <a:path extrusionOk="0" h="6222" w="5490">
                  <a:moveTo>
                    <a:pt x="1" y="1"/>
                  </a:moveTo>
                  <a:lnTo>
                    <a:pt x="1" y="3476"/>
                  </a:lnTo>
                  <a:cubicBezTo>
                    <a:pt x="1" y="4991"/>
                    <a:pt x="1228" y="6221"/>
                    <a:pt x="2744" y="6221"/>
                  </a:cubicBezTo>
                  <a:cubicBezTo>
                    <a:pt x="4262" y="6221"/>
                    <a:pt x="5490" y="4991"/>
                    <a:pt x="5490" y="3476"/>
                  </a:cubicBezTo>
                  <a:lnTo>
                    <a:pt x="5490"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08"/>
            <p:cNvSpPr/>
            <p:nvPr/>
          </p:nvSpPr>
          <p:spPr>
            <a:xfrm>
              <a:off x="7161348" y="2671071"/>
              <a:ext cx="12913" cy="20110"/>
            </a:xfrm>
            <a:custGeom>
              <a:rect b="b" l="l" r="r" t="t"/>
              <a:pathLst>
                <a:path extrusionOk="0" h="774" w="497">
                  <a:moveTo>
                    <a:pt x="249" y="0"/>
                  </a:moveTo>
                  <a:cubicBezTo>
                    <a:pt x="113" y="0"/>
                    <a:pt x="0" y="113"/>
                    <a:pt x="0" y="249"/>
                  </a:cubicBezTo>
                  <a:lnTo>
                    <a:pt x="0" y="526"/>
                  </a:lnTo>
                  <a:cubicBezTo>
                    <a:pt x="0" y="661"/>
                    <a:pt x="113" y="774"/>
                    <a:pt x="249" y="774"/>
                  </a:cubicBezTo>
                  <a:cubicBezTo>
                    <a:pt x="387" y="774"/>
                    <a:pt x="497" y="661"/>
                    <a:pt x="497" y="526"/>
                  </a:cubicBezTo>
                  <a:lnTo>
                    <a:pt x="497" y="249"/>
                  </a:lnTo>
                  <a:cubicBezTo>
                    <a:pt x="497" y="113"/>
                    <a:pt x="387"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08"/>
            <p:cNvSpPr/>
            <p:nvPr/>
          </p:nvSpPr>
          <p:spPr>
            <a:xfrm>
              <a:off x="7218432" y="2671071"/>
              <a:ext cx="12913" cy="20110"/>
            </a:xfrm>
            <a:custGeom>
              <a:rect b="b" l="l" r="r" t="t"/>
              <a:pathLst>
                <a:path extrusionOk="0" h="774" w="497">
                  <a:moveTo>
                    <a:pt x="249" y="0"/>
                  </a:moveTo>
                  <a:cubicBezTo>
                    <a:pt x="110" y="0"/>
                    <a:pt x="1" y="113"/>
                    <a:pt x="1" y="249"/>
                  </a:cubicBezTo>
                  <a:lnTo>
                    <a:pt x="1" y="526"/>
                  </a:lnTo>
                  <a:cubicBezTo>
                    <a:pt x="1" y="661"/>
                    <a:pt x="110" y="774"/>
                    <a:pt x="249" y="774"/>
                  </a:cubicBezTo>
                  <a:cubicBezTo>
                    <a:pt x="385" y="774"/>
                    <a:pt x="497" y="661"/>
                    <a:pt x="497" y="526"/>
                  </a:cubicBezTo>
                  <a:lnTo>
                    <a:pt x="497" y="249"/>
                  </a:lnTo>
                  <a:cubicBezTo>
                    <a:pt x="497" y="113"/>
                    <a:pt x="385"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08"/>
            <p:cNvSpPr/>
            <p:nvPr/>
          </p:nvSpPr>
          <p:spPr>
            <a:xfrm>
              <a:off x="7176626" y="2706771"/>
              <a:ext cx="39467" cy="20058"/>
            </a:xfrm>
            <a:custGeom>
              <a:rect b="b" l="l" r="r" t="t"/>
              <a:pathLst>
                <a:path extrusionOk="0" h="772" w="1519">
                  <a:moveTo>
                    <a:pt x="284" y="0"/>
                  </a:moveTo>
                  <a:cubicBezTo>
                    <a:pt x="241" y="0"/>
                    <a:pt x="199" y="11"/>
                    <a:pt x="160" y="35"/>
                  </a:cubicBezTo>
                  <a:cubicBezTo>
                    <a:pt x="39" y="103"/>
                    <a:pt x="0" y="254"/>
                    <a:pt x="68" y="374"/>
                  </a:cubicBezTo>
                  <a:cubicBezTo>
                    <a:pt x="212" y="620"/>
                    <a:pt x="476" y="771"/>
                    <a:pt x="758" y="771"/>
                  </a:cubicBezTo>
                  <a:cubicBezTo>
                    <a:pt x="1043" y="771"/>
                    <a:pt x="1306" y="620"/>
                    <a:pt x="1450" y="374"/>
                  </a:cubicBezTo>
                  <a:cubicBezTo>
                    <a:pt x="1518" y="254"/>
                    <a:pt x="1479" y="103"/>
                    <a:pt x="1359" y="35"/>
                  </a:cubicBezTo>
                  <a:cubicBezTo>
                    <a:pt x="1320" y="11"/>
                    <a:pt x="1277" y="0"/>
                    <a:pt x="1234" y="0"/>
                  </a:cubicBezTo>
                  <a:cubicBezTo>
                    <a:pt x="1148" y="0"/>
                    <a:pt x="1064" y="45"/>
                    <a:pt x="1019" y="123"/>
                  </a:cubicBezTo>
                  <a:cubicBezTo>
                    <a:pt x="964" y="218"/>
                    <a:pt x="865" y="275"/>
                    <a:pt x="758" y="275"/>
                  </a:cubicBezTo>
                  <a:cubicBezTo>
                    <a:pt x="653" y="275"/>
                    <a:pt x="551" y="218"/>
                    <a:pt x="499" y="123"/>
                  </a:cubicBezTo>
                  <a:cubicBezTo>
                    <a:pt x="452" y="45"/>
                    <a:pt x="369" y="0"/>
                    <a:pt x="2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08"/>
            <p:cNvSpPr/>
            <p:nvPr/>
          </p:nvSpPr>
          <p:spPr>
            <a:xfrm>
              <a:off x="7154151" y="2822913"/>
              <a:ext cx="84391" cy="57058"/>
            </a:xfrm>
            <a:custGeom>
              <a:rect b="b" l="l" r="r" t="t"/>
              <a:pathLst>
                <a:path extrusionOk="0" h="2196" w="3248">
                  <a:moveTo>
                    <a:pt x="0" y="1"/>
                  </a:moveTo>
                  <a:lnTo>
                    <a:pt x="1623" y="2196"/>
                  </a:lnTo>
                  <a:lnTo>
                    <a:pt x="32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08"/>
            <p:cNvSpPr/>
            <p:nvPr/>
          </p:nvSpPr>
          <p:spPr>
            <a:xfrm>
              <a:off x="7119387" y="2588941"/>
              <a:ext cx="107905" cy="60098"/>
            </a:xfrm>
            <a:custGeom>
              <a:rect b="b" l="l" r="r" t="t"/>
              <a:pathLst>
                <a:path extrusionOk="0" h="2313" w="4153">
                  <a:moveTo>
                    <a:pt x="218" y="0"/>
                  </a:moveTo>
                  <a:lnTo>
                    <a:pt x="1" y="1215"/>
                  </a:lnTo>
                  <a:lnTo>
                    <a:pt x="218" y="2312"/>
                  </a:lnTo>
                  <a:lnTo>
                    <a:pt x="2506" y="2312"/>
                  </a:lnTo>
                  <a:cubicBezTo>
                    <a:pt x="3415" y="2312"/>
                    <a:pt x="4152" y="1576"/>
                    <a:pt x="4152" y="666"/>
                  </a:cubicBezTo>
                  <a:lnTo>
                    <a:pt x="41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08"/>
            <p:cNvSpPr/>
            <p:nvPr/>
          </p:nvSpPr>
          <p:spPr>
            <a:xfrm>
              <a:off x="7224875" y="2608350"/>
              <a:ext cx="44430" cy="40689"/>
            </a:xfrm>
            <a:custGeom>
              <a:rect b="b" l="l" r="r" t="t"/>
              <a:pathLst>
                <a:path extrusionOk="0" h="1566" w="1710">
                  <a:moveTo>
                    <a:pt x="1" y="0"/>
                  </a:moveTo>
                  <a:lnTo>
                    <a:pt x="1" y="468"/>
                  </a:lnTo>
                  <a:cubicBezTo>
                    <a:pt x="1" y="1074"/>
                    <a:pt x="492" y="1565"/>
                    <a:pt x="1098" y="1565"/>
                  </a:cubicBezTo>
                  <a:lnTo>
                    <a:pt x="1647" y="1565"/>
                  </a:lnTo>
                  <a:lnTo>
                    <a:pt x="17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08"/>
            <p:cNvSpPr/>
            <p:nvPr/>
          </p:nvSpPr>
          <p:spPr>
            <a:xfrm>
              <a:off x="7205051" y="2563400"/>
              <a:ext cx="76882" cy="85638"/>
            </a:xfrm>
            <a:custGeom>
              <a:rect b="b" l="l" r="r" t="t"/>
              <a:pathLst>
                <a:path extrusionOk="0" h="3296" w="2959">
                  <a:moveTo>
                    <a:pt x="1" y="1"/>
                  </a:moveTo>
                  <a:cubicBezTo>
                    <a:pt x="1213" y="1"/>
                    <a:pt x="2198" y="986"/>
                    <a:pt x="2198" y="2198"/>
                  </a:cubicBezTo>
                  <a:lnTo>
                    <a:pt x="2198" y="3295"/>
                  </a:lnTo>
                  <a:lnTo>
                    <a:pt x="2958" y="3295"/>
                  </a:lnTo>
                  <a:lnTo>
                    <a:pt x="2958" y="2198"/>
                  </a:lnTo>
                  <a:cubicBezTo>
                    <a:pt x="2958" y="986"/>
                    <a:pt x="1976" y="1"/>
                    <a:pt x="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08"/>
            <p:cNvSpPr/>
            <p:nvPr/>
          </p:nvSpPr>
          <p:spPr>
            <a:xfrm>
              <a:off x="7134794" y="2805946"/>
              <a:ext cx="123105" cy="74024"/>
            </a:xfrm>
            <a:custGeom>
              <a:rect b="b" l="l" r="r" t="t"/>
              <a:pathLst>
                <a:path extrusionOk="0" h="2849" w="4738">
                  <a:moveTo>
                    <a:pt x="996" y="1"/>
                  </a:moveTo>
                  <a:lnTo>
                    <a:pt x="113" y="965"/>
                  </a:lnTo>
                  <a:cubicBezTo>
                    <a:pt x="1" y="1090"/>
                    <a:pt x="24" y="1286"/>
                    <a:pt x="165" y="1380"/>
                  </a:cubicBezTo>
                  <a:lnTo>
                    <a:pt x="2368" y="2849"/>
                  </a:lnTo>
                  <a:lnTo>
                    <a:pt x="996" y="1"/>
                  </a:lnTo>
                  <a:close/>
                  <a:moveTo>
                    <a:pt x="3742" y="1"/>
                  </a:moveTo>
                  <a:lnTo>
                    <a:pt x="2368" y="2849"/>
                  </a:lnTo>
                  <a:lnTo>
                    <a:pt x="4573" y="1380"/>
                  </a:lnTo>
                  <a:cubicBezTo>
                    <a:pt x="4714" y="1286"/>
                    <a:pt x="4737" y="1090"/>
                    <a:pt x="4623" y="965"/>
                  </a:cubicBezTo>
                  <a:lnTo>
                    <a:pt x="37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08"/>
            <p:cNvSpPr/>
            <p:nvPr/>
          </p:nvSpPr>
          <p:spPr>
            <a:xfrm>
              <a:off x="7289026" y="2477788"/>
              <a:ext cx="142722" cy="165405"/>
            </a:xfrm>
            <a:custGeom>
              <a:rect b="b" l="l" r="r" t="t"/>
              <a:pathLst>
                <a:path extrusionOk="0" h="6366" w="5493">
                  <a:moveTo>
                    <a:pt x="2745" y="1"/>
                  </a:moveTo>
                  <a:cubicBezTo>
                    <a:pt x="2729" y="1"/>
                    <a:pt x="2713" y="1"/>
                    <a:pt x="2697" y="1"/>
                  </a:cubicBezTo>
                  <a:cubicBezTo>
                    <a:pt x="1195" y="30"/>
                    <a:pt x="1" y="1245"/>
                    <a:pt x="1" y="2747"/>
                  </a:cubicBezTo>
                  <a:cubicBezTo>
                    <a:pt x="1" y="3763"/>
                    <a:pt x="552" y="4649"/>
                    <a:pt x="1372" y="5125"/>
                  </a:cubicBezTo>
                  <a:cubicBezTo>
                    <a:pt x="1542" y="5221"/>
                    <a:pt x="1649" y="5399"/>
                    <a:pt x="1649" y="5595"/>
                  </a:cubicBezTo>
                  <a:lnTo>
                    <a:pt x="1649" y="6366"/>
                  </a:lnTo>
                  <a:lnTo>
                    <a:pt x="3847" y="6366"/>
                  </a:lnTo>
                  <a:lnTo>
                    <a:pt x="3847" y="5600"/>
                  </a:lnTo>
                  <a:cubicBezTo>
                    <a:pt x="3847" y="5402"/>
                    <a:pt x="3954" y="5221"/>
                    <a:pt x="4126" y="5122"/>
                  </a:cubicBezTo>
                  <a:cubicBezTo>
                    <a:pt x="4944" y="4647"/>
                    <a:pt x="5492" y="3761"/>
                    <a:pt x="5492" y="2747"/>
                  </a:cubicBezTo>
                  <a:cubicBezTo>
                    <a:pt x="5492" y="1229"/>
                    <a:pt x="4262" y="1"/>
                    <a:pt x="27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08"/>
            <p:cNvSpPr/>
            <p:nvPr/>
          </p:nvSpPr>
          <p:spPr>
            <a:xfrm>
              <a:off x="7353931" y="2571221"/>
              <a:ext cx="12913" cy="69997"/>
            </a:xfrm>
            <a:custGeom>
              <a:rect b="b" l="l" r="r" t="t"/>
              <a:pathLst>
                <a:path extrusionOk="0" h="2694" w="497">
                  <a:moveTo>
                    <a:pt x="249" y="0"/>
                  </a:moveTo>
                  <a:cubicBezTo>
                    <a:pt x="113" y="0"/>
                    <a:pt x="0" y="113"/>
                    <a:pt x="0" y="248"/>
                  </a:cubicBezTo>
                  <a:lnTo>
                    <a:pt x="0" y="2446"/>
                  </a:lnTo>
                  <a:cubicBezTo>
                    <a:pt x="0" y="2584"/>
                    <a:pt x="113" y="2694"/>
                    <a:pt x="249" y="2694"/>
                  </a:cubicBezTo>
                  <a:cubicBezTo>
                    <a:pt x="387" y="2694"/>
                    <a:pt x="497" y="2584"/>
                    <a:pt x="497" y="2446"/>
                  </a:cubicBezTo>
                  <a:lnTo>
                    <a:pt x="497" y="248"/>
                  </a:lnTo>
                  <a:cubicBezTo>
                    <a:pt x="497" y="113"/>
                    <a:pt x="387"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08"/>
            <p:cNvSpPr/>
            <p:nvPr/>
          </p:nvSpPr>
          <p:spPr>
            <a:xfrm>
              <a:off x="7444220" y="2656833"/>
              <a:ext cx="39467" cy="27230"/>
            </a:xfrm>
            <a:custGeom>
              <a:rect b="b" l="l" r="r" t="t"/>
              <a:pathLst>
                <a:path extrusionOk="0" h="1048" w="1519">
                  <a:moveTo>
                    <a:pt x="284" y="1"/>
                  </a:moveTo>
                  <a:cubicBezTo>
                    <a:pt x="199" y="1"/>
                    <a:pt x="115" y="45"/>
                    <a:pt x="68" y="125"/>
                  </a:cubicBezTo>
                  <a:cubicBezTo>
                    <a:pt x="0" y="243"/>
                    <a:pt x="42" y="394"/>
                    <a:pt x="160" y="465"/>
                  </a:cubicBezTo>
                  <a:lnTo>
                    <a:pt x="1111" y="1013"/>
                  </a:lnTo>
                  <a:cubicBezTo>
                    <a:pt x="1150" y="1037"/>
                    <a:pt x="1192" y="1047"/>
                    <a:pt x="1236" y="1047"/>
                  </a:cubicBezTo>
                  <a:cubicBezTo>
                    <a:pt x="1320" y="1047"/>
                    <a:pt x="1403" y="1003"/>
                    <a:pt x="1450" y="922"/>
                  </a:cubicBezTo>
                  <a:cubicBezTo>
                    <a:pt x="1518" y="804"/>
                    <a:pt x="1479" y="650"/>
                    <a:pt x="1359" y="582"/>
                  </a:cubicBezTo>
                  <a:lnTo>
                    <a:pt x="408" y="34"/>
                  </a:lnTo>
                  <a:cubicBezTo>
                    <a:pt x="369" y="11"/>
                    <a:pt x="326" y="1"/>
                    <a:pt x="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08"/>
            <p:cNvSpPr/>
            <p:nvPr/>
          </p:nvSpPr>
          <p:spPr>
            <a:xfrm>
              <a:off x="7468046" y="2571221"/>
              <a:ext cx="41494" cy="12991"/>
            </a:xfrm>
            <a:custGeom>
              <a:rect b="b" l="l" r="r" t="t"/>
              <a:pathLst>
                <a:path extrusionOk="0" h="500" w="1597">
                  <a:moveTo>
                    <a:pt x="251" y="0"/>
                  </a:moveTo>
                  <a:cubicBezTo>
                    <a:pt x="113" y="0"/>
                    <a:pt x="0" y="113"/>
                    <a:pt x="0" y="248"/>
                  </a:cubicBezTo>
                  <a:cubicBezTo>
                    <a:pt x="0" y="387"/>
                    <a:pt x="113" y="499"/>
                    <a:pt x="251" y="499"/>
                  </a:cubicBezTo>
                  <a:lnTo>
                    <a:pt x="1348" y="499"/>
                  </a:lnTo>
                  <a:cubicBezTo>
                    <a:pt x="1484" y="499"/>
                    <a:pt x="1597" y="387"/>
                    <a:pt x="1597" y="248"/>
                  </a:cubicBezTo>
                  <a:cubicBezTo>
                    <a:pt x="1597" y="113"/>
                    <a:pt x="1484" y="0"/>
                    <a:pt x="13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08"/>
            <p:cNvSpPr/>
            <p:nvPr/>
          </p:nvSpPr>
          <p:spPr>
            <a:xfrm>
              <a:off x="7444220" y="2471370"/>
              <a:ext cx="39467" cy="27230"/>
            </a:xfrm>
            <a:custGeom>
              <a:rect b="b" l="l" r="r" t="t"/>
              <a:pathLst>
                <a:path extrusionOk="0" h="1048" w="1519">
                  <a:moveTo>
                    <a:pt x="1236" y="1"/>
                  </a:moveTo>
                  <a:cubicBezTo>
                    <a:pt x="1193" y="1"/>
                    <a:pt x="1150" y="12"/>
                    <a:pt x="1111" y="34"/>
                  </a:cubicBezTo>
                  <a:lnTo>
                    <a:pt x="160" y="583"/>
                  </a:lnTo>
                  <a:cubicBezTo>
                    <a:pt x="42" y="651"/>
                    <a:pt x="0" y="802"/>
                    <a:pt x="68" y="922"/>
                  </a:cubicBezTo>
                  <a:cubicBezTo>
                    <a:pt x="115" y="1001"/>
                    <a:pt x="199" y="1048"/>
                    <a:pt x="285" y="1048"/>
                  </a:cubicBezTo>
                  <a:cubicBezTo>
                    <a:pt x="327" y="1048"/>
                    <a:pt x="369" y="1035"/>
                    <a:pt x="408" y="1014"/>
                  </a:cubicBezTo>
                  <a:lnTo>
                    <a:pt x="1359" y="465"/>
                  </a:lnTo>
                  <a:cubicBezTo>
                    <a:pt x="1479" y="395"/>
                    <a:pt x="1518" y="243"/>
                    <a:pt x="1450" y="126"/>
                  </a:cubicBezTo>
                  <a:cubicBezTo>
                    <a:pt x="1405" y="45"/>
                    <a:pt x="1322" y="1"/>
                    <a:pt x="1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08"/>
            <p:cNvSpPr/>
            <p:nvPr/>
          </p:nvSpPr>
          <p:spPr>
            <a:xfrm>
              <a:off x="7237113" y="2471370"/>
              <a:ext cx="39441" cy="27230"/>
            </a:xfrm>
            <a:custGeom>
              <a:rect b="b" l="l" r="r" t="t"/>
              <a:pathLst>
                <a:path extrusionOk="0" h="1048" w="1518">
                  <a:moveTo>
                    <a:pt x="284" y="1"/>
                  </a:moveTo>
                  <a:cubicBezTo>
                    <a:pt x="199" y="1"/>
                    <a:pt x="115" y="45"/>
                    <a:pt x="68" y="126"/>
                  </a:cubicBezTo>
                  <a:cubicBezTo>
                    <a:pt x="0" y="243"/>
                    <a:pt x="42" y="395"/>
                    <a:pt x="159" y="465"/>
                  </a:cubicBezTo>
                  <a:lnTo>
                    <a:pt x="1110" y="1014"/>
                  </a:lnTo>
                  <a:cubicBezTo>
                    <a:pt x="1150" y="1035"/>
                    <a:pt x="1194" y="1048"/>
                    <a:pt x="1236" y="1048"/>
                  </a:cubicBezTo>
                  <a:cubicBezTo>
                    <a:pt x="1322" y="1048"/>
                    <a:pt x="1406" y="1001"/>
                    <a:pt x="1450" y="922"/>
                  </a:cubicBezTo>
                  <a:cubicBezTo>
                    <a:pt x="1518" y="802"/>
                    <a:pt x="1479" y="651"/>
                    <a:pt x="1359" y="583"/>
                  </a:cubicBezTo>
                  <a:lnTo>
                    <a:pt x="408" y="34"/>
                  </a:lnTo>
                  <a:cubicBezTo>
                    <a:pt x="369" y="12"/>
                    <a:pt x="326" y="1"/>
                    <a:pt x="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08"/>
            <p:cNvSpPr/>
            <p:nvPr/>
          </p:nvSpPr>
          <p:spPr>
            <a:xfrm>
              <a:off x="7350475" y="2477788"/>
              <a:ext cx="81273" cy="165405"/>
            </a:xfrm>
            <a:custGeom>
              <a:rect b="b" l="l" r="r" t="t"/>
              <a:pathLst>
                <a:path extrusionOk="0" h="6366" w="3128">
                  <a:moveTo>
                    <a:pt x="380" y="1"/>
                  </a:moveTo>
                  <a:cubicBezTo>
                    <a:pt x="364" y="1"/>
                    <a:pt x="348" y="1"/>
                    <a:pt x="332" y="1"/>
                  </a:cubicBezTo>
                  <a:cubicBezTo>
                    <a:pt x="220" y="4"/>
                    <a:pt x="110" y="14"/>
                    <a:pt x="0" y="30"/>
                  </a:cubicBezTo>
                  <a:cubicBezTo>
                    <a:pt x="1335" y="216"/>
                    <a:pt x="2362" y="1362"/>
                    <a:pt x="2362" y="2747"/>
                  </a:cubicBezTo>
                  <a:cubicBezTo>
                    <a:pt x="2362" y="3761"/>
                    <a:pt x="1813" y="4647"/>
                    <a:pt x="996" y="5122"/>
                  </a:cubicBezTo>
                  <a:cubicBezTo>
                    <a:pt x="823" y="5221"/>
                    <a:pt x="716" y="5402"/>
                    <a:pt x="716" y="5600"/>
                  </a:cubicBezTo>
                  <a:lnTo>
                    <a:pt x="716" y="6366"/>
                  </a:lnTo>
                  <a:lnTo>
                    <a:pt x="1482" y="6366"/>
                  </a:lnTo>
                  <a:lnTo>
                    <a:pt x="1482" y="5600"/>
                  </a:lnTo>
                  <a:cubicBezTo>
                    <a:pt x="1482" y="5402"/>
                    <a:pt x="1589" y="5221"/>
                    <a:pt x="1761" y="5122"/>
                  </a:cubicBezTo>
                  <a:cubicBezTo>
                    <a:pt x="2579" y="4647"/>
                    <a:pt x="3127" y="3761"/>
                    <a:pt x="3127" y="2747"/>
                  </a:cubicBezTo>
                  <a:cubicBezTo>
                    <a:pt x="3127" y="1229"/>
                    <a:pt x="1897" y="1"/>
                    <a:pt x="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08"/>
            <p:cNvSpPr/>
            <p:nvPr/>
          </p:nvSpPr>
          <p:spPr>
            <a:xfrm>
              <a:off x="7339666" y="2571221"/>
              <a:ext cx="41520" cy="12991"/>
            </a:xfrm>
            <a:custGeom>
              <a:rect b="b" l="l" r="r" t="t"/>
              <a:pathLst>
                <a:path extrusionOk="0" h="500" w="1598">
                  <a:moveTo>
                    <a:pt x="249" y="0"/>
                  </a:moveTo>
                  <a:cubicBezTo>
                    <a:pt x="113" y="0"/>
                    <a:pt x="1" y="113"/>
                    <a:pt x="1" y="248"/>
                  </a:cubicBezTo>
                  <a:cubicBezTo>
                    <a:pt x="1" y="387"/>
                    <a:pt x="113" y="499"/>
                    <a:pt x="249" y="499"/>
                  </a:cubicBezTo>
                  <a:lnTo>
                    <a:pt x="1346" y="499"/>
                  </a:lnTo>
                  <a:cubicBezTo>
                    <a:pt x="1485" y="499"/>
                    <a:pt x="1597" y="387"/>
                    <a:pt x="1597" y="248"/>
                  </a:cubicBezTo>
                  <a:cubicBezTo>
                    <a:pt x="1597" y="113"/>
                    <a:pt x="1485" y="0"/>
                    <a:pt x="1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08"/>
            <p:cNvSpPr/>
            <p:nvPr/>
          </p:nvSpPr>
          <p:spPr>
            <a:xfrm>
              <a:off x="7331871" y="2649012"/>
              <a:ext cx="57110" cy="42845"/>
            </a:xfrm>
            <a:custGeom>
              <a:rect b="b" l="l" r="r" t="t"/>
              <a:pathLst>
                <a:path extrusionOk="0" h="1649" w="2198">
                  <a:moveTo>
                    <a:pt x="0" y="0"/>
                  </a:moveTo>
                  <a:lnTo>
                    <a:pt x="0" y="1126"/>
                  </a:lnTo>
                  <a:cubicBezTo>
                    <a:pt x="0" y="1414"/>
                    <a:pt x="233" y="1649"/>
                    <a:pt x="523" y="1649"/>
                  </a:cubicBezTo>
                  <a:lnTo>
                    <a:pt x="1675" y="1649"/>
                  </a:lnTo>
                  <a:cubicBezTo>
                    <a:pt x="1962" y="1649"/>
                    <a:pt x="2198" y="1414"/>
                    <a:pt x="2198" y="1126"/>
                  </a:cubicBezTo>
                  <a:lnTo>
                    <a:pt x="21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08"/>
            <p:cNvSpPr/>
            <p:nvPr/>
          </p:nvSpPr>
          <p:spPr>
            <a:xfrm>
              <a:off x="7355360" y="2649012"/>
              <a:ext cx="33621" cy="42845"/>
            </a:xfrm>
            <a:custGeom>
              <a:rect b="b" l="l" r="r" t="t"/>
              <a:pathLst>
                <a:path extrusionOk="0" h="1649" w="1294">
                  <a:moveTo>
                    <a:pt x="531" y="0"/>
                  </a:moveTo>
                  <a:lnTo>
                    <a:pt x="531" y="1119"/>
                  </a:lnTo>
                  <a:cubicBezTo>
                    <a:pt x="531" y="1411"/>
                    <a:pt x="293" y="1649"/>
                    <a:pt x="0" y="1649"/>
                  </a:cubicBezTo>
                  <a:lnTo>
                    <a:pt x="763" y="1649"/>
                  </a:lnTo>
                  <a:cubicBezTo>
                    <a:pt x="1056" y="1649"/>
                    <a:pt x="1294" y="1411"/>
                    <a:pt x="1294" y="1119"/>
                  </a:cubicBezTo>
                  <a:lnTo>
                    <a:pt x="12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08"/>
            <p:cNvSpPr/>
            <p:nvPr/>
          </p:nvSpPr>
          <p:spPr>
            <a:xfrm>
              <a:off x="7317607" y="2634748"/>
              <a:ext cx="85638" cy="28529"/>
            </a:xfrm>
            <a:custGeom>
              <a:rect b="b" l="l" r="r" t="t"/>
              <a:pathLst>
                <a:path extrusionOk="0" h="1098" w="3296">
                  <a:moveTo>
                    <a:pt x="549" y="1"/>
                  </a:moveTo>
                  <a:cubicBezTo>
                    <a:pt x="246" y="1"/>
                    <a:pt x="1" y="246"/>
                    <a:pt x="1" y="549"/>
                  </a:cubicBezTo>
                  <a:cubicBezTo>
                    <a:pt x="1" y="852"/>
                    <a:pt x="246" y="1098"/>
                    <a:pt x="549" y="1098"/>
                  </a:cubicBezTo>
                  <a:lnTo>
                    <a:pt x="2747" y="1098"/>
                  </a:lnTo>
                  <a:cubicBezTo>
                    <a:pt x="3050" y="1098"/>
                    <a:pt x="3295" y="852"/>
                    <a:pt x="3295" y="549"/>
                  </a:cubicBezTo>
                  <a:cubicBezTo>
                    <a:pt x="3295" y="246"/>
                    <a:pt x="3050" y="1"/>
                    <a:pt x="2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08"/>
            <p:cNvSpPr/>
            <p:nvPr/>
          </p:nvSpPr>
          <p:spPr>
            <a:xfrm>
              <a:off x="7369130" y="2634748"/>
              <a:ext cx="34115" cy="28529"/>
            </a:xfrm>
            <a:custGeom>
              <a:rect b="b" l="l" r="r" t="t"/>
              <a:pathLst>
                <a:path extrusionOk="0" h="1098" w="1313">
                  <a:moveTo>
                    <a:pt x="1" y="1"/>
                  </a:moveTo>
                  <a:cubicBezTo>
                    <a:pt x="304" y="1"/>
                    <a:pt x="549" y="246"/>
                    <a:pt x="549" y="549"/>
                  </a:cubicBezTo>
                  <a:cubicBezTo>
                    <a:pt x="549" y="852"/>
                    <a:pt x="304" y="1098"/>
                    <a:pt x="1" y="1098"/>
                  </a:cubicBezTo>
                  <a:lnTo>
                    <a:pt x="764" y="1098"/>
                  </a:lnTo>
                  <a:cubicBezTo>
                    <a:pt x="1067" y="1098"/>
                    <a:pt x="1312" y="852"/>
                    <a:pt x="1312" y="549"/>
                  </a:cubicBezTo>
                  <a:cubicBezTo>
                    <a:pt x="1312" y="246"/>
                    <a:pt x="1067" y="1"/>
                    <a:pt x="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108"/>
          <p:cNvGrpSpPr/>
          <p:nvPr/>
        </p:nvGrpSpPr>
        <p:grpSpPr>
          <a:xfrm>
            <a:off x="5299911" y="1905971"/>
            <a:ext cx="488620" cy="523429"/>
            <a:chOff x="7089533" y="3138315"/>
            <a:chExt cx="405561" cy="434453"/>
          </a:xfrm>
        </p:grpSpPr>
        <p:sp>
          <p:nvSpPr>
            <p:cNvPr id="8575" name="Google Shape;8575;p108"/>
            <p:cNvSpPr/>
            <p:nvPr/>
          </p:nvSpPr>
          <p:spPr>
            <a:xfrm>
              <a:off x="7147500" y="3167285"/>
              <a:ext cx="202715" cy="134511"/>
            </a:xfrm>
            <a:custGeom>
              <a:rect b="b" l="l" r="r" t="t"/>
              <a:pathLst>
                <a:path extrusionOk="0" h="5177" w="7802">
                  <a:moveTo>
                    <a:pt x="557" y="1"/>
                  </a:moveTo>
                  <a:cubicBezTo>
                    <a:pt x="249" y="1"/>
                    <a:pt x="0" y="249"/>
                    <a:pt x="0" y="557"/>
                  </a:cubicBezTo>
                  <a:lnTo>
                    <a:pt x="0" y="5176"/>
                  </a:lnTo>
                  <a:lnTo>
                    <a:pt x="7802" y="5176"/>
                  </a:lnTo>
                  <a:lnTo>
                    <a:pt x="7802" y="2786"/>
                  </a:lnTo>
                  <a:lnTo>
                    <a:pt x="5994" y="1950"/>
                  </a:lnTo>
                  <a:lnTo>
                    <a:pt x="5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08"/>
            <p:cNvSpPr/>
            <p:nvPr/>
          </p:nvSpPr>
          <p:spPr>
            <a:xfrm>
              <a:off x="7277828" y="3167285"/>
              <a:ext cx="72387" cy="72387"/>
            </a:xfrm>
            <a:custGeom>
              <a:rect b="b" l="l" r="r" t="t"/>
              <a:pathLst>
                <a:path extrusionOk="0" h="2786" w="2786">
                  <a:moveTo>
                    <a:pt x="1" y="1"/>
                  </a:moveTo>
                  <a:lnTo>
                    <a:pt x="1" y="2229"/>
                  </a:lnTo>
                  <a:cubicBezTo>
                    <a:pt x="1" y="2538"/>
                    <a:pt x="249" y="2786"/>
                    <a:pt x="557" y="2786"/>
                  </a:cubicBezTo>
                  <a:lnTo>
                    <a:pt x="2786" y="278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08"/>
            <p:cNvSpPr/>
            <p:nvPr/>
          </p:nvSpPr>
          <p:spPr>
            <a:xfrm>
              <a:off x="7089533" y="3514853"/>
              <a:ext cx="404470" cy="57915"/>
            </a:xfrm>
            <a:custGeom>
              <a:rect b="b" l="l" r="r" t="t"/>
              <a:pathLst>
                <a:path extrusionOk="0" h="2229" w="15567">
                  <a:moveTo>
                    <a:pt x="0" y="0"/>
                  </a:moveTo>
                  <a:lnTo>
                    <a:pt x="2257" y="2229"/>
                  </a:lnTo>
                  <a:lnTo>
                    <a:pt x="6689" y="2229"/>
                  </a:lnTo>
                  <a:lnTo>
                    <a:pt x="7801" y="1584"/>
                  </a:lnTo>
                  <a:lnTo>
                    <a:pt x="8917" y="2229"/>
                  </a:lnTo>
                  <a:lnTo>
                    <a:pt x="13403" y="2229"/>
                  </a:lnTo>
                  <a:lnTo>
                    <a:pt x="1556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08"/>
            <p:cNvSpPr/>
            <p:nvPr/>
          </p:nvSpPr>
          <p:spPr>
            <a:xfrm>
              <a:off x="7263304" y="3539225"/>
              <a:ext cx="57941" cy="33543"/>
            </a:xfrm>
            <a:custGeom>
              <a:rect b="b" l="l" r="r" t="t"/>
              <a:pathLst>
                <a:path extrusionOk="0" h="1291" w="2230">
                  <a:moveTo>
                    <a:pt x="1" y="0"/>
                  </a:moveTo>
                  <a:lnTo>
                    <a:pt x="1" y="1291"/>
                  </a:lnTo>
                  <a:lnTo>
                    <a:pt x="2229" y="1291"/>
                  </a:lnTo>
                  <a:lnTo>
                    <a:pt x="22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08"/>
            <p:cNvSpPr/>
            <p:nvPr/>
          </p:nvSpPr>
          <p:spPr>
            <a:xfrm>
              <a:off x="7301108" y="3539225"/>
              <a:ext cx="20136" cy="33543"/>
            </a:xfrm>
            <a:custGeom>
              <a:rect b="b" l="l" r="r" t="t"/>
              <a:pathLst>
                <a:path extrusionOk="0" h="1291" w="775">
                  <a:moveTo>
                    <a:pt x="1" y="0"/>
                  </a:moveTo>
                  <a:lnTo>
                    <a:pt x="1" y="1291"/>
                  </a:lnTo>
                  <a:lnTo>
                    <a:pt x="774" y="1291"/>
                  </a:lnTo>
                  <a:lnTo>
                    <a:pt x="7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08"/>
            <p:cNvSpPr/>
            <p:nvPr/>
          </p:nvSpPr>
          <p:spPr>
            <a:xfrm>
              <a:off x="7089533" y="3514853"/>
              <a:ext cx="58668" cy="57915"/>
            </a:xfrm>
            <a:custGeom>
              <a:rect b="b" l="l" r="r" t="t"/>
              <a:pathLst>
                <a:path extrusionOk="0" h="2229" w="2258">
                  <a:moveTo>
                    <a:pt x="1142" y="0"/>
                  </a:moveTo>
                  <a:lnTo>
                    <a:pt x="0" y="468"/>
                  </a:lnTo>
                  <a:lnTo>
                    <a:pt x="0" y="1672"/>
                  </a:lnTo>
                  <a:cubicBezTo>
                    <a:pt x="0" y="1981"/>
                    <a:pt x="251" y="2229"/>
                    <a:pt x="559" y="2229"/>
                  </a:cubicBezTo>
                  <a:lnTo>
                    <a:pt x="2257" y="2229"/>
                  </a:lnTo>
                  <a:lnTo>
                    <a:pt x="2257" y="1113"/>
                  </a:lnTo>
                  <a:lnTo>
                    <a:pt x="11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08"/>
            <p:cNvSpPr/>
            <p:nvPr/>
          </p:nvSpPr>
          <p:spPr>
            <a:xfrm>
              <a:off x="7437776" y="3514853"/>
              <a:ext cx="57317" cy="57915"/>
            </a:xfrm>
            <a:custGeom>
              <a:rect b="b" l="l" r="r" t="t"/>
              <a:pathLst>
                <a:path extrusionOk="0" h="2229" w="2206">
                  <a:moveTo>
                    <a:pt x="1116" y="0"/>
                  </a:moveTo>
                  <a:lnTo>
                    <a:pt x="0" y="1113"/>
                  </a:lnTo>
                  <a:lnTo>
                    <a:pt x="0" y="2229"/>
                  </a:lnTo>
                  <a:lnTo>
                    <a:pt x="1646" y="2229"/>
                  </a:lnTo>
                  <a:cubicBezTo>
                    <a:pt x="1954" y="2229"/>
                    <a:pt x="2205" y="1981"/>
                    <a:pt x="2205" y="1672"/>
                  </a:cubicBezTo>
                  <a:lnTo>
                    <a:pt x="2205" y="468"/>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08"/>
            <p:cNvSpPr/>
            <p:nvPr/>
          </p:nvSpPr>
          <p:spPr>
            <a:xfrm>
              <a:off x="7460433" y="3514853"/>
              <a:ext cx="34661" cy="57915"/>
            </a:xfrm>
            <a:custGeom>
              <a:rect b="b" l="l" r="r" t="t"/>
              <a:pathLst>
                <a:path extrusionOk="0" h="2229" w="1334">
                  <a:moveTo>
                    <a:pt x="557" y="0"/>
                  </a:moveTo>
                  <a:lnTo>
                    <a:pt x="557" y="1672"/>
                  </a:lnTo>
                  <a:cubicBezTo>
                    <a:pt x="557" y="1981"/>
                    <a:pt x="309" y="2229"/>
                    <a:pt x="1" y="2229"/>
                  </a:cubicBezTo>
                  <a:lnTo>
                    <a:pt x="774" y="2229"/>
                  </a:lnTo>
                  <a:cubicBezTo>
                    <a:pt x="1082" y="2229"/>
                    <a:pt x="1333" y="1981"/>
                    <a:pt x="1333" y="1672"/>
                  </a:cubicBezTo>
                  <a:lnTo>
                    <a:pt x="1333" y="557"/>
                  </a:lnTo>
                  <a:lnTo>
                    <a:pt x="5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08"/>
            <p:cNvSpPr/>
            <p:nvPr/>
          </p:nvSpPr>
          <p:spPr>
            <a:xfrm>
              <a:off x="7089533" y="3326532"/>
              <a:ext cx="405561" cy="217266"/>
            </a:xfrm>
            <a:custGeom>
              <a:rect b="b" l="l" r="r" t="t"/>
              <a:pathLst>
                <a:path extrusionOk="0" h="8362" w="15609">
                  <a:moveTo>
                    <a:pt x="7830" y="1"/>
                  </a:moveTo>
                  <a:lnTo>
                    <a:pt x="0" y="1117"/>
                  </a:lnTo>
                  <a:lnTo>
                    <a:pt x="0" y="6133"/>
                  </a:lnTo>
                  <a:lnTo>
                    <a:pt x="2257" y="8361"/>
                  </a:lnTo>
                  <a:lnTo>
                    <a:pt x="6689" y="8361"/>
                  </a:lnTo>
                  <a:lnTo>
                    <a:pt x="7801" y="7716"/>
                  </a:lnTo>
                  <a:lnTo>
                    <a:pt x="8917" y="8361"/>
                  </a:lnTo>
                  <a:lnTo>
                    <a:pt x="13403" y="8361"/>
                  </a:lnTo>
                  <a:lnTo>
                    <a:pt x="15608" y="6133"/>
                  </a:lnTo>
                  <a:lnTo>
                    <a:pt x="15608" y="1117"/>
                  </a:lnTo>
                  <a:lnTo>
                    <a:pt x="78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08"/>
            <p:cNvSpPr/>
            <p:nvPr/>
          </p:nvSpPr>
          <p:spPr>
            <a:xfrm>
              <a:off x="7263304" y="3510228"/>
              <a:ext cx="57941" cy="33569"/>
            </a:xfrm>
            <a:custGeom>
              <a:rect b="b" l="l" r="r" t="t"/>
              <a:pathLst>
                <a:path extrusionOk="0" h="1292" w="2230">
                  <a:moveTo>
                    <a:pt x="1" y="1"/>
                  </a:moveTo>
                  <a:lnTo>
                    <a:pt x="1" y="1291"/>
                  </a:lnTo>
                  <a:lnTo>
                    <a:pt x="2229" y="1291"/>
                  </a:lnTo>
                  <a:lnTo>
                    <a:pt x="22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08"/>
            <p:cNvSpPr/>
            <p:nvPr/>
          </p:nvSpPr>
          <p:spPr>
            <a:xfrm>
              <a:off x="7301108" y="3510228"/>
              <a:ext cx="20136" cy="33569"/>
            </a:xfrm>
            <a:custGeom>
              <a:rect b="b" l="l" r="r" t="t"/>
              <a:pathLst>
                <a:path extrusionOk="0" h="1292" w="775">
                  <a:moveTo>
                    <a:pt x="1" y="1"/>
                  </a:moveTo>
                  <a:lnTo>
                    <a:pt x="1" y="1291"/>
                  </a:lnTo>
                  <a:lnTo>
                    <a:pt x="774" y="1291"/>
                  </a:lnTo>
                  <a:lnTo>
                    <a:pt x="7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08"/>
            <p:cNvSpPr/>
            <p:nvPr/>
          </p:nvSpPr>
          <p:spPr>
            <a:xfrm>
              <a:off x="7089533" y="3485857"/>
              <a:ext cx="58668" cy="57941"/>
            </a:xfrm>
            <a:custGeom>
              <a:rect b="b" l="l" r="r" t="t"/>
              <a:pathLst>
                <a:path extrusionOk="0" h="2230" w="2258">
                  <a:moveTo>
                    <a:pt x="0" y="1"/>
                  </a:moveTo>
                  <a:lnTo>
                    <a:pt x="0" y="1673"/>
                  </a:lnTo>
                  <a:cubicBezTo>
                    <a:pt x="0" y="1981"/>
                    <a:pt x="251" y="2229"/>
                    <a:pt x="559" y="2229"/>
                  </a:cubicBezTo>
                  <a:lnTo>
                    <a:pt x="2257" y="2229"/>
                  </a:lnTo>
                  <a:lnTo>
                    <a:pt x="2257" y="1116"/>
                  </a:lnTo>
                  <a:lnTo>
                    <a:pt x="11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08"/>
            <p:cNvSpPr/>
            <p:nvPr/>
          </p:nvSpPr>
          <p:spPr>
            <a:xfrm>
              <a:off x="7474905" y="3352878"/>
              <a:ext cx="20188" cy="153375"/>
            </a:xfrm>
            <a:custGeom>
              <a:rect b="b" l="l" r="r" t="t"/>
              <a:pathLst>
                <a:path extrusionOk="0" h="5903" w="777">
                  <a:moveTo>
                    <a:pt x="0" y="1"/>
                  </a:moveTo>
                  <a:lnTo>
                    <a:pt x="0" y="5903"/>
                  </a:lnTo>
                  <a:lnTo>
                    <a:pt x="776" y="5119"/>
                  </a:lnTo>
                  <a:lnTo>
                    <a:pt x="776" y="103"/>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08"/>
            <p:cNvSpPr/>
            <p:nvPr/>
          </p:nvSpPr>
          <p:spPr>
            <a:xfrm>
              <a:off x="7437776" y="3485857"/>
              <a:ext cx="57317" cy="57941"/>
            </a:xfrm>
            <a:custGeom>
              <a:rect b="b" l="l" r="r" t="t"/>
              <a:pathLst>
                <a:path extrusionOk="0" h="2230" w="2206">
                  <a:moveTo>
                    <a:pt x="1116" y="1"/>
                  </a:moveTo>
                  <a:lnTo>
                    <a:pt x="0" y="1116"/>
                  </a:lnTo>
                  <a:lnTo>
                    <a:pt x="0" y="2229"/>
                  </a:lnTo>
                  <a:lnTo>
                    <a:pt x="1646" y="2229"/>
                  </a:lnTo>
                  <a:cubicBezTo>
                    <a:pt x="1954" y="2229"/>
                    <a:pt x="2205" y="1981"/>
                    <a:pt x="2205" y="1673"/>
                  </a:cubicBezTo>
                  <a:lnTo>
                    <a:pt x="22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08"/>
            <p:cNvSpPr/>
            <p:nvPr/>
          </p:nvSpPr>
          <p:spPr>
            <a:xfrm>
              <a:off x="7460433" y="3485857"/>
              <a:ext cx="34661" cy="57941"/>
            </a:xfrm>
            <a:custGeom>
              <a:rect b="b" l="l" r="r" t="t"/>
              <a:pathLst>
                <a:path extrusionOk="0" h="2230" w="1334">
                  <a:moveTo>
                    <a:pt x="557" y="1"/>
                  </a:moveTo>
                  <a:lnTo>
                    <a:pt x="557" y="1673"/>
                  </a:lnTo>
                  <a:cubicBezTo>
                    <a:pt x="557" y="1981"/>
                    <a:pt x="309" y="2229"/>
                    <a:pt x="1" y="2229"/>
                  </a:cubicBezTo>
                  <a:lnTo>
                    <a:pt x="774" y="2229"/>
                  </a:lnTo>
                  <a:cubicBezTo>
                    <a:pt x="1082" y="2229"/>
                    <a:pt x="1333" y="1981"/>
                    <a:pt x="1333" y="1673"/>
                  </a:cubicBezTo>
                  <a:lnTo>
                    <a:pt x="1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08"/>
            <p:cNvSpPr/>
            <p:nvPr/>
          </p:nvSpPr>
          <p:spPr>
            <a:xfrm>
              <a:off x="7089533" y="3297613"/>
              <a:ext cx="405561" cy="57941"/>
            </a:xfrm>
            <a:custGeom>
              <a:rect b="b" l="l" r="r" t="t"/>
              <a:pathLst>
                <a:path extrusionOk="0" h="2230" w="15609">
                  <a:moveTo>
                    <a:pt x="559" y="1"/>
                  </a:moveTo>
                  <a:cubicBezTo>
                    <a:pt x="251" y="1"/>
                    <a:pt x="0" y="249"/>
                    <a:pt x="0" y="557"/>
                  </a:cubicBezTo>
                  <a:lnTo>
                    <a:pt x="0" y="2219"/>
                  </a:lnTo>
                  <a:cubicBezTo>
                    <a:pt x="18" y="2224"/>
                    <a:pt x="26" y="2230"/>
                    <a:pt x="26" y="2230"/>
                  </a:cubicBezTo>
                  <a:lnTo>
                    <a:pt x="15608" y="2230"/>
                  </a:lnTo>
                  <a:lnTo>
                    <a:pt x="15608" y="557"/>
                  </a:lnTo>
                  <a:cubicBezTo>
                    <a:pt x="15608" y="249"/>
                    <a:pt x="15357" y="1"/>
                    <a:pt x="15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08"/>
            <p:cNvSpPr/>
            <p:nvPr/>
          </p:nvSpPr>
          <p:spPr>
            <a:xfrm>
              <a:off x="7460433" y="3297613"/>
              <a:ext cx="34661" cy="57941"/>
            </a:xfrm>
            <a:custGeom>
              <a:rect b="b" l="l" r="r" t="t"/>
              <a:pathLst>
                <a:path extrusionOk="0" h="2230" w="1334">
                  <a:moveTo>
                    <a:pt x="1" y="1"/>
                  </a:moveTo>
                  <a:cubicBezTo>
                    <a:pt x="309" y="1"/>
                    <a:pt x="557" y="249"/>
                    <a:pt x="557" y="557"/>
                  </a:cubicBezTo>
                  <a:lnTo>
                    <a:pt x="557" y="2230"/>
                  </a:lnTo>
                  <a:lnTo>
                    <a:pt x="1333" y="2230"/>
                  </a:lnTo>
                  <a:lnTo>
                    <a:pt x="1333" y="557"/>
                  </a:lnTo>
                  <a:cubicBezTo>
                    <a:pt x="1333" y="249"/>
                    <a:pt x="1082"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08"/>
            <p:cNvSpPr/>
            <p:nvPr/>
          </p:nvSpPr>
          <p:spPr>
            <a:xfrm>
              <a:off x="7118113" y="3442414"/>
              <a:ext cx="347984" cy="72465"/>
            </a:xfrm>
            <a:custGeom>
              <a:rect b="b" l="l" r="r" t="t"/>
              <a:pathLst>
                <a:path extrusionOk="0" h="2789" w="13393">
                  <a:moveTo>
                    <a:pt x="0" y="1"/>
                  </a:moveTo>
                  <a:lnTo>
                    <a:pt x="16" y="2229"/>
                  </a:lnTo>
                  <a:cubicBezTo>
                    <a:pt x="16" y="2538"/>
                    <a:pt x="264" y="2788"/>
                    <a:pt x="530" y="2788"/>
                  </a:cubicBezTo>
                  <a:lnTo>
                    <a:pt x="12794" y="2788"/>
                  </a:lnTo>
                  <a:cubicBezTo>
                    <a:pt x="13142" y="2788"/>
                    <a:pt x="13392" y="2538"/>
                    <a:pt x="13392" y="2229"/>
                  </a:cubicBezTo>
                  <a:lnTo>
                    <a:pt x="133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08"/>
            <p:cNvSpPr/>
            <p:nvPr/>
          </p:nvSpPr>
          <p:spPr>
            <a:xfrm>
              <a:off x="7431462" y="3442414"/>
              <a:ext cx="34635" cy="72465"/>
            </a:xfrm>
            <a:custGeom>
              <a:rect b="b" l="l" r="r" t="t"/>
              <a:pathLst>
                <a:path extrusionOk="0" h="2789" w="1333">
                  <a:moveTo>
                    <a:pt x="559" y="1"/>
                  </a:moveTo>
                  <a:lnTo>
                    <a:pt x="559" y="2229"/>
                  </a:lnTo>
                  <a:cubicBezTo>
                    <a:pt x="559" y="2538"/>
                    <a:pt x="308" y="2788"/>
                    <a:pt x="0" y="2788"/>
                  </a:cubicBezTo>
                  <a:lnTo>
                    <a:pt x="773" y="2788"/>
                  </a:lnTo>
                  <a:cubicBezTo>
                    <a:pt x="1082" y="2788"/>
                    <a:pt x="1332" y="2538"/>
                    <a:pt x="1332" y="2229"/>
                  </a:cubicBezTo>
                  <a:lnTo>
                    <a:pt x="13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08"/>
            <p:cNvSpPr/>
            <p:nvPr/>
          </p:nvSpPr>
          <p:spPr>
            <a:xfrm>
              <a:off x="7118503" y="3268643"/>
              <a:ext cx="347594" cy="217240"/>
            </a:xfrm>
            <a:custGeom>
              <a:rect b="b" l="l" r="r" t="t"/>
              <a:pathLst>
                <a:path extrusionOk="0" h="8361" w="13378">
                  <a:moveTo>
                    <a:pt x="557" y="0"/>
                  </a:moveTo>
                  <a:cubicBezTo>
                    <a:pt x="249" y="0"/>
                    <a:pt x="1" y="249"/>
                    <a:pt x="1" y="557"/>
                  </a:cubicBezTo>
                  <a:lnTo>
                    <a:pt x="1" y="6689"/>
                  </a:lnTo>
                  <a:cubicBezTo>
                    <a:pt x="1" y="6997"/>
                    <a:pt x="249" y="7245"/>
                    <a:pt x="557" y="7245"/>
                  </a:cubicBezTo>
                  <a:lnTo>
                    <a:pt x="5574" y="7245"/>
                  </a:lnTo>
                  <a:cubicBezTo>
                    <a:pt x="6187" y="7245"/>
                    <a:pt x="6686" y="7744"/>
                    <a:pt x="6686" y="8361"/>
                  </a:cubicBezTo>
                  <a:cubicBezTo>
                    <a:pt x="6686" y="7744"/>
                    <a:pt x="7186" y="7245"/>
                    <a:pt x="7802" y="7245"/>
                  </a:cubicBezTo>
                  <a:lnTo>
                    <a:pt x="12818" y="7245"/>
                  </a:lnTo>
                  <a:cubicBezTo>
                    <a:pt x="13127" y="7245"/>
                    <a:pt x="13377" y="6997"/>
                    <a:pt x="13377" y="6689"/>
                  </a:cubicBezTo>
                  <a:lnTo>
                    <a:pt x="13377" y="557"/>
                  </a:lnTo>
                  <a:cubicBezTo>
                    <a:pt x="13377" y="249"/>
                    <a:pt x="13127" y="0"/>
                    <a:pt x="12792" y="0"/>
                  </a:cubicBezTo>
                  <a:lnTo>
                    <a:pt x="7802" y="0"/>
                  </a:lnTo>
                  <a:cubicBezTo>
                    <a:pt x="7303" y="0"/>
                    <a:pt x="6880" y="330"/>
                    <a:pt x="6739" y="784"/>
                  </a:cubicBezTo>
                  <a:cubicBezTo>
                    <a:pt x="6731" y="805"/>
                    <a:pt x="6710" y="821"/>
                    <a:pt x="6686" y="821"/>
                  </a:cubicBezTo>
                  <a:cubicBezTo>
                    <a:pt x="6663" y="821"/>
                    <a:pt x="6645" y="805"/>
                    <a:pt x="6637" y="784"/>
                  </a:cubicBezTo>
                  <a:cubicBezTo>
                    <a:pt x="6496" y="330"/>
                    <a:pt x="6073" y="0"/>
                    <a:pt x="5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08"/>
            <p:cNvSpPr/>
            <p:nvPr/>
          </p:nvSpPr>
          <p:spPr>
            <a:xfrm>
              <a:off x="7285701" y="3442414"/>
              <a:ext cx="13121" cy="72465"/>
            </a:xfrm>
            <a:custGeom>
              <a:rect b="b" l="l" r="r" t="t"/>
              <a:pathLst>
                <a:path extrusionOk="0" h="2789" w="505">
                  <a:moveTo>
                    <a:pt x="1" y="1"/>
                  </a:moveTo>
                  <a:lnTo>
                    <a:pt x="1" y="2788"/>
                  </a:lnTo>
                  <a:lnTo>
                    <a:pt x="505" y="2788"/>
                  </a:lnTo>
                  <a:lnTo>
                    <a:pt x="5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08"/>
            <p:cNvSpPr/>
            <p:nvPr/>
          </p:nvSpPr>
          <p:spPr>
            <a:xfrm>
              <a:off x="7431462" y="3268643"/>
              <a:ext cx="34635" cy="188269"/>
            </a:xfrm>
            <a:custGeom>
              <a:rect b="b" l="l" r="r" t="t"/>
              <a:pathLst>
                <a:path extrusionOk="0" h="7246" w="1333">
                  <a:moveTo>
                    <a:pt x="0" y="0"/>
                  </a:moveTo>
                  <a:cubicBezTo>
                    <a:pt x="308" y="0"/>
                    <a:pt x="559" y="249"/>
                    <a:pt x="559" y="557"/>
                  </a:cubicBezTo>
                  <a:lnTo>
                    <a:pt x="559" y="6689"/>
                  </a:lnTo>
                  <a:cubicBezTo>
                    <a:pt x="559" y="6997"/>
                    <a:pt x="308" y="7245"/>
                    <a:pt x="0" y="7245"/>
                  </a:cubicBezTo>
                  <a:lnTo>
                    <a:pt x="773" y="7245"/>
                  </a:lnTo>
                  <a:cubicBezTo>
                    <a:pt x="1082" y="7245"/>
                    <a:pt x="1332" y="6997"/>
                    <a:pt x="1332" y="6689"/>
                  </a:cubicBezTo>
                  <a:lnTo>
                    <a:pt x="1332" y="557"/>
                  </a:lnTo>
                  <a:cubicBezTo>
                    <a:pt x="1332" y="249"/>
                    <a:pt x="1082" y="0"/>
                    <a:pt x="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08"/>
            <p:cNvSpPr/>
            <p:nvPr/>
          </p:nvSpPr>
          <p:spPr>
            <a:xfrm>
              <a:off x="7118503" y="3479335"/>
              <a:ext cx="173069" cy="13147"/>
            </a:xfrm>
            <a:custGeom>
              <a:rect b="b" l="l" r="r" t="t"/>
              <a:pathLst>
                <a:path extrusionOk="0" h="506" w="6661">
                  <a:moveTo>
                    <a:pt x="1" y="1"/>
                  </a:moveTo>
                  <a:lnTo>
                    <a:pt x="1" y="505"/>
                  </a:lnTo>
                  <a:lnTo>
                    <a:pt x="6410" y="505"/>
                  </a:lnTo>
                  <a:cubicBezTo>
                    <a:pt x="6548" y="505"/>
                    <a:pt x="6660" y="390"/>
                    <a:pt x="6660" y="252"/>
                  </a:cubicBezTo>
                  <a:cubicBezTo>
                    <a:pt x="6660" y="113"/>
                    <a:pt x="6548" y="1"/>
                    <a:pt x="6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08"/>
            <p:cNvSpPr/>
            <p:nvPr/>
          </p:nvSpPr>
          <p:spPr>
            <a:xfrm>
              <a:off x="7285701" y="3279296"/>
              <a:ext cx="13121" cy="206587"/>
            </a:xfrm>
            <a:custGeom>
              <a:rect b="b" l="l" r="r" t="t"/>
              <a:pathLst>
                <a:path extrusionOk="0" h="7951" w="505">
                  <a:moveTo>
                    <a:pt x="1" y="1"/>
                  </a:moveTo>
                  <a:lnTo>
                    <a:pt x="1" y="7245"/>
                  </a:lnTo>
                  <a:cubicBezTo>
                    <a:pt x="157" y="7436"/>
                    <a:pt x="251" y="7684"/>
                    <a:pt x="251" y="7951"/>
                  </a:cubicBezTo>
                  <a:cubicBezTo>
                    <a:pt x="251" y="7684"/>
                    <a:pt x="348" y="7436"/>
                    <a:pt x="505" y="7245"/>
                  </a:cubicBezTo>
                  <a:lnTo>
                    <a:pt x="505" y="1"/>
                  </a:lnTo>
                  <a:cubicBezTo>
                    <a:pt x="416" y="108"/>
                    <a:pt x="346" y="236"/>
                    <a:pt x="304" y="374"/>
                  </a:cubicBezTo>
                  <a:cubicBezTo>
                    <a:pt x="296" y="395"/>
                    <a:pt x="275" y="411"/>
                    <a:pt x="251" y="411"/>
                  </a:cubicBezTo>
                  <a:cubicBezTo>
                    <a:pt x="228" y="411"/>
                    <a:pt x="210" y="395"/>
                    <a:pt x="202" y="374"/>
                  </a:cubicBezTo>
                  <a:cubicBezTo>
                    <a:pt x="160" y="236"/>
                    <a:pt x="90" y="10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08"/>
            <p:cNvSpPr/>
            <p:nvPr/>
          </p:nvSpPr>
          <p:spPr>
            <a:xfrm>
              <a:off x="7147500" y="3297613"/>
              <a:ext cx="101358" cy="28945"/>
            </a:xfrm>
            <a:custGeom>
              <a:rect b="b" l="l" r="r" t="t"/>
              <a:pathLst>
                <a:path extrusionOk="0" h="1114" w="3901">
                  <a:moveTo>
                    <a:pt x="262" y="1"/>
                  </a:moveTo>
                  <a:cubicBezTo>
                    <a:pt x="118" y="1"/>
                    <a:pt x="0" y="119"/>
                    <a:pt x="0" y="262"/>
                  </a:cubicBezTo>
                  <a:lnTo>
                    <a:pt x="0" y="853"/>
                  </a:lnTo>
                  <a:cubicBezTo>
                    <a:pt x="0" y="999"/>
                    <a:pt x="118" y="1114"/>
                    <a:pt x="262" y="1114"/>
                  </a:cubicBezTo>
                  <a:lnTo>
                    <a:pt x="3640" y="1114"/>
                  </a:lnTo>
                  <a:cubicBezTo>
                    <a:pt x="3783" y="1114"/>
                    <a:pt x="3901" y="999"/>
                    <a:pt x="3901" y="853"/>
                  </a:cubicBezTo>
                  <a:lnTo>
                    <a:pt x="3901" y="262"/>
                  </a:lnTo>
                  <a:cubicBezTo>
                    <a:pt x="3901" y="119"/>
                    <a:pt x="3783" y="1"/>
                    <a:pt x="3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08"/>
            <p:cNvSpPr/>
            <p:nvPr/>
          </p:nvSpPr>
          <p:spPr>
            <a:xfrm>
              <a:off x="7221758" y="3297613"/>
              <a:ext cx="27100" cy="28945"/>
            </a:xfrm>
            <a:custGeom>
              <a:rect b="b" l="l" r="r" t="t"/>
              <a:pathLst>
                <a:path extrusionOk="0" h="1114" w="1043">
                  <a:moveTo>
                    <a:pt x="1" y="1"/>
                  </a:moveTo>
                  <a:cubicBezTo>
                    <a:pt x="149" y="1"/>
                    <a:pt x="270" y="121"/>
                    <a:pt x="270" y="270"/>
                  </a:cubicBezTo>
                  <a:lnTo>
                    <a:pt x="270" y="845"/>
                  </a:lnTo>
                  <a:cubicBezTo>
                    <a:pt x="270" y="994"/>
                    <a:pt x="149" y="1114"/>
                    <a:pt x="1" y="1114"/>
                  </a:cubicBezTo>
                  <a:lnTo>
                    <a:pt x="774" y="1114"/>
                  </a:lnTo>
                  <a:cubicBezTo>
                    <a:pt x="923" y="1114"/>
                    <a:pt x="1043" y="994"/>
                    <a:pt x="1043" y="845"/>
                  </a:cubicBezTo>
                  <a:lnTo>
                    <a:pt x="1043" y="270"/>
                  </a:lnTo>
                  <a:cubicBezTo>
                    <a:pt x="1043" y="121"/>
                    <a:pt x="923"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08"/>
            <p:cNvSpPr/>
            <p:nvPr/>
          </p:nvSpPr>
          <p:spPr>
            <a:xfrm>
              <a:off x="7292976" y="3479335"/>
              <a:ext cx="173121" cy="13147"/>
            </a:xfrm>
            <a:custGeom>
              <a:rect b="b" l="l" r="r" t="t"/>
              <a:pathLst>
                <a:path extrusionOk="0" h="506" w="6663">
                  <a:moveTo>
                    <a:pt x="251" y="1"/>
                  </a:moveTo>
                  <a:cubicBezTo>
                    <a:pt x="113" y="1"/>
                    <a:pt x="0" y="113"/>
                    <a:pt x="0" y="252"/>
                  </a:cubicBezTo>
                  <a:cubicBezTo>
                    <a:pt x="0" y="390"/>
                    <a:pt x="113" y="505"/>
                    <a:pt x="251" y="505"/>
                  </a:cubicBezTo>
                  <a:lnTo>
                    <a:pt x="6662" y="505"/>
                  </a:lnTo>
                  <a:lnTo>
                    <a:pt x="66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08"/>
            <p:cNvSpPr/>
            <p:nvPr/>
          </p:nvSpPr>
          <p:spPr>
            <a:xfrm>
              <a:off x="7147500" y="3355528"/>
              <a:ext cx="72387" cy="72465"/>
            </a:xfrm>
            <a:custGeom>
              <a:rect b="b" l="l" r="r" t="t"/>
              <a:pathLst>
                <a:path extrusionOk="0" h="2789" w="2786">
                  <a:moveTo>
                    <a:pt x="1393" y="1"/>
                  </a:moveTo>
                  <a:cubicBezTo>
                    <a:pt x="625" y="1"/>
                    <a:pt x="0" y="625"/>
                    <a:pt x="0" y="1393"/>
                  </a:cubicBezTo>
                  <a:cubicBezTo>
                    <a:pt x="0" y="2164"/>
                    <a:pt x="625" y="2788"/>
                    <a:pt x="1393" y="2788"/>
                  </a:cubicBezTo>
                  <a:cubicBezTo>
                    <a:pt x="2164" y="2788"/>
                    <a:pt x="2785" y="2164"/>
                    <a:pt x="2785" y="1393"/>
                  </a:cubicBezTo>
                  <a:lnTo>
                    <a:pt x="13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08"/>
            <p:cNvSpPr/>
            <p:nvPr/>
          </p:nvSpPr>
          <p:spPr>
            <a:xfrm>
              <a:off x="7183667" y="3355528"/>
              <a:ext cx="36220" cy="36220"/>
            </a:xfrm>
            <a:custGeom>
              <a:rect b="b" l="l" r="r" t="t"/>
              <a:pathLst>
                <a:path extrusionOk="0" h="1394" w="1394">
                  <a:moveTo>
                    <a:pt x="1" y="1"/>
                  </a:moveTo>
                  <a:lnTo>
                    <a:pt x="1" y="1124"/>
                  </a:lnTo>
                  <a:cubicBezTo>
                    <a:pt x="1" y="1273"/>
                    <a:pt x="121" y="1393"/>
                    <a:pt x="270" y="1393"/>
                  </a:cubicBezTo>
                  <a:lnTo>
                    <a:pt x="1393" y="1393"/>
                  </a:lnTo>
                  <a:cubicBezTo>
                    <a:pt x="1393" y="625"/>
                    <a:pt x="772"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08"/>
            <p:cNvSpPr/>
            <p:nvPr/>
          </p:nvSpPr>
          <p:spPr>
            <a:xfrm>
              <a:off x="7379186" y="3196204"/>
              <a:ext cx="57915" cy="182761"/>
            </a:xfrm>
            <a:custGeom>
              <a:rect b="b" l="l" r="r" t="t"/>
              <a:pathLst>
                <a:path extrusionOk="0" h="7034" w="2229">
                  <a:moveTo>
                    <a:pt x="1116" y="1"/>
                  </a:moveTo>
                  <a:lnTo>
                    <a:pt x="0" y="560"/>
                  </a:lnTo>
                  <a:lnTo>
                    <a:pt x="0" y="6903"/>
                  </a:lnTo>
                  <a:cubicBezTo>
                    <a:pt x="0" y="6948"/>
                    <a:pt x="6" y="6992"/>
                    <a:pt x="16" y="7034"/>
                  </a:cubicBezTo>
                  <a:lnTo>
                    <a:pt x="2213" y="7034"/>
                  </a:lnTo>
                  <a:cubicBezTo>
                    <a:pt x="2224" y="6992"/>
                    <a:pt x="2229" y="6948"/>
                    <a:pt x="2229" y="6903"/>
                  </a:cubicBezTo>
                  <a:lnTo>
                    <a:pt x="2229" y="560"/>
                  </a:ln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08"/>
            <p:cNvSpPr/>
            <p:nvPr/>
          </p:nvSpPr>
          <p:spPr>
            <a:xfrm>
              <a:off x="7416574" y="3200699"/>
              <a:ext cx="20526" cy="178266"/>
            </a:xfrm>
            <a:custGeom>
              <a:rect b="b" l="l" r="r" t="t"/>
              <a:pathLst>
                <a:path extrusionOk="0" h="6861" w="790">
                  <a:moveTo>
                    <a:pt x="17" y="0"/>
                  </a:moveTo>
                  <a:lnTo>
                    <a:pt x="17" y="6730"/>
                  </a:lnTo>
                  <a:cubicBezTo>
                    <a:pt x="17" y="6775"/>
                    <a:pt x="11" y="6819"/>
                    <a:pt x="1" y="6861"/>
                  </a:cubicBezTo>
                  <a:lnTo>
                    <a:pt x="774" y="6861"/>
                  </a:lnTo>
                  <a:cubicBezTo>
                    <a:pt x="785" y="6819"/>
                    <a:pt x="790" y="6775"/>
                    <a:pt x="790" y="6730"/>
                  </a:cubicBezTo>
                  <a:lnTo>
                    <a:pt x="790" y="387"/>
                  </a:lnTo>
                  <a:lnTo>
                    <a:pt x="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08"/>
            <p:cNvSpPr/>
            <p:nvPr/>
          </p:nvSpPr>
          <p:spPr>
            <a:xfrm>
              <a:off x="7401582" y="3196204"/>
              <a:ext cx="13121" cy="182761"/>
            </a:xfrm>
            <a:custGeom>
              <a:rect b="b" l="l" r="r" t="t"/>
              <a:pathLst>
                <a:path extrusionOk="0" h="7034" w="505">
                  <a:moveTo>
                    <a:pt x="254" y="1"/>
                  </a:moveTo>
                  <a:lnTo>
                    <a:pt x="0" y="129"/>
                  </a:lnTo>
                  <a:lnTo>
                    <a:pt x="0" y="7034"/>
                  </a:lnTo>
                  <a:lnTo>
                    <a:pt x="505" y="7034"/>
                  </a:lnTo>
                  <a:lnTo>
                    <a:pt x="505" y="129"/>
                  </a:lnTo>
                  <a:lnTo>
                    <a:pt x="2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08"/>
            <p:cNvSpPr/>
            <p:nvPr/>
          </p:nvSpPr>
          <p:spPr>
            <a:xfrm>
              <a:off x="7379186" y="3138315"/>
              <a:ext cx="57915" cy="57915"/>
            </a:xfrm>
            <a:custGeom>
              <a:rect b="b" l="l" r="r" t="t"/>
              <a:pathLst>
                <a:path extrusionOk="0" h="2229" w="2229">
                  <a:moveTo>
                    <a:pt x="557" y="0"/>
                  </a:moveTo>
                  <a:cubicBezTo>
                    <a:pt x="251" y="0"/>
                    <a:pt x="0" y="251"/>
                    <a:pt x="0" y="557"/>
                  </a:cubicBezTo>
                  <a:lnTo>
                    <a:pt x="0" y="1672"/>
                  </a:lnTo>
                  <a:lnTo>
                    <a:pt x="1116" y="2229"/>
                  </a:lnTo>
                  <a:lnTo>
                    <a:pt x="2229" y="1672"/>
                  </a:lnTo>
                  <a:lnTo>
                    <a:pt x="2229" y="557"/>
                  </a:lnTo>
                  <a:cubicBezTo>
                    <a:pt x="2229" y="251"/>
                    <a:pt x="1981" y="0"/>
                    <a:pt x="1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08"/>
            <p:cNvSpPr/>
            <p:nvPr/>
          </p:nvSpPr>
          <p:spPr>
            <a:xfrm>
              <a:off x="7379186" y="3181757"/>
              <a:ext cx="57915" cy="28996"/>
            </a:xfrm>
            <a:custGeom>
              <a:rect b="b" l="l" r="r" t="t"/>
              <a:pathLst>
                <a:path extrusionOk="0" h="1116" w="2229">
                  <a:moveTo>
                    <a:pt x="0" y="0"/>
                  </a:moveTo>
                  <a:lnTo>
                    <a:pt x="0" y="1116"/>
                  </a:lnTo>
                  <a:lnTo>
                    <a:pt x="2229" y="1116"/>
                  </a:lnTo>
                  <a:lnTo>
                    <a:pt x="22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08"/>
            <p:cNvSpPr/>
            <p:nvPr/>
          </p:nvSpPr>
          <p:spPr>
            <a:xfrm>
              <a:off x="7402544" y="3138315"/>
              <a:ext cx="34557" cy="53498"/>
            </a:xfrm>
            <a:custGeom>
              <a:rect b="b" l="l" r="r" t="t"/>
              <a:pathLst>
                <a:path extrusionOk="0" h="2059" w="1330">
                  <a:moveTo>
                    <a:pt x="0" y="0"/>
                  </a:moveTo>
                  <a:cubicBezTo>
                    <a:pt x="308" y="0"/>
                    <a:pt x="557" y="251"/>
                    <a:pt x="557" y="557"/>
                  </a:cubicBezTo>
                  <a:lnTo>
                    <a:pt x="557" y="2059"/>
                  </a:lnTo>
                  <a:lnTo>
                    <a:pt x="1330" y="1672"/>
                  </a:lnTo>
                  <a:lnTo>
                    <a:pt x="1330" y="557"/>
                  </a:lnTo>
                  <a:cubicBezTo>
                    <a:pt x="1330" y="251"/>
                    <a:pt x="1082"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08"/>
            <p:cNvSpPr/>
            <p:nvPr/>
          </p:nvSpPr>
          <p:spPr>
            <a:xfrm>
              <a:off x="7416990" y="3181757"/>
              <a:ext cx="20110" cy="28996"/>
            </a:xfrm>
            <a:custGeom>
              <a:rect b="b" l="l" r="r" t="t"/>
              <a:pathLst>
                <a:path extrusionOk="0" h="1116" w="774">
                  <a:moveTo>
                    <a:pt x="1" y="0"/>
                  </a:moveTo>
                  <a:lnTo>
                    <a:pt x="1" y="1116"/>
                  </a:lnTo>
                  <a:lnTo>
                    <a:pt x="774" y="1116"/>
                  </a:ln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08"/>
            <p:cNvSpPr/>
            <p:nvPr/>
          </p:nvSpPr>
          <p:spPr>
            <a:xfrm>
              <a:off x="7379575" y="3365350"/>
              <a:ext cx="57136" cy="37519"/>
            </a:xfrm>
            <a:custGeom>
              <a:rect b="b" l="l" r="r" t="t"/>
              <a:pathLst>
                <a:path extrusionOk="0" h="1444" w="2199">
                  <a:moveTo>
                    <a:pt x="1100" y="1"/>
                  </a:moveTo>
                  <a:cubicBezTo>
                    <a:pt x="1058" y="1"/>
                    <a:pt x="1016" y="11"/>
                    <a:pt x="978" y="30"/>
                  </a:cubicBezTo>
                  <a:lnTo>
                    <a:pt x="1" y="524"/>
                  </a:lnTo>
                  <a:cubicBezTo>
                    <a:pt x="11" y="566"/>
                    <a:pt x="24" y="605"/>
                    <a:pt x="45" y="641"/>
                  </a:cubicBezTo>
                  <a:lnTo>
                    <a:pt x="372" y="1295"/>
                  </a:lnTo>
                  <a:lnTo>
                    <a:pt x="1101" y="1444"/>
                  </a:lnTo>
                  <a:lnTo>
                    <a:pt x="1830" y="1295"/>
                  </a:lnTo>
                  <a:lnTo>
                    <a:pt x="2156" y="641"/>
                  </a:lnTo>
                  <a:cubicBezTo>
                    <a:pt x="2175" y="605"/>
                    <a:pt x="2190" y="566"/>
                    <a:pt x="2198" y="524"/>
                  </a:cubicBezTo>
                  <a:lnTo>
                    <a:pt x="1221" y="30"/>
                  </a:lnTo>
                  <a:cubicBezTo>
                    <a:pt x="1183" y="11"/>
                    <a:pt x="1141" y="1"/>
                    <a:pt x="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08"/>
            <p:cNvSpPr/>
            <p:nvPr/>
          </p:nvSpPr>
          <p:spPr>
            <a:xfrm>
              <a:off x="7398127" y="3365350"/>
              <a:ext cx="38584" cy="37519"/>
            </a:xfrm>
            <a:custGeom>
              <a:rect b="b" l="l" r="r" t="t"/>
              <a:pathLst>
                <a:path extrusionOk="0" h="1444" w="1485">
                  <a:moveTo>
                    <a:pt x="386" y="1"/>
                  </a:moveTo>
                  <a:cubicBezTo>
                    <a:pt x="344" y="1"/>
                    <a:pt x="302" y="11"/>
                    <a:pt x="264" y="30"/>
                  </a:cubicBezTo>
                  <a:lnTo>
                    <a:pt x="0" y="163"/>
                  </a:lnTo>
                  <a:lnTo>
                    <a:pt x="711" y="524"/>
                  </a:lnTo>
                  <a:cubicBezTo>
                    <a:pt x="700" y="566"/>
                    <a:pt x="687" y="605"/>
                    <a:pt x="669" y="641"/>
                  </a:cubicBezTo>
                  <a:lnTo>
                    <a:pt x="342" y="1295"/>
                  </a:lnTo>
                  <a:lnTo>
                    <a:pt x="0" y="1365"/>
                  </a:lnTo>
                  <a:lnTo>
                    <a:pt x="387" y="1444"/>
                  </a:lnTo>
                  <a:lnTo>
                    <a:pt x="1116" y="1295"/>
                  </a:lnTo>
                  <a:lnTo>
                    <a:pt x="1442" y="641"/>
                  </a:lnTo>
                  <a:cubicBezTo>
                    <a:pt x="1461" y="605"/>
                    <a:pt x="1476" y="566"/>
                    <a:pt x="1484" y="524"/>
                  </a:cubicBezTo>
                  <a:lnTo>
                    <a:pt x="507" y="30"/>
                  </a:lnTo>
                  <a:cubicBezTo>
                    <a:pt x="469" y="11"/>
                    <a:pt x="427"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08"/>
            <p:cNvSpPr/>
            <p:nvPr/>
          </p:nvSpPr>
          <p:spPr>
            <a:xfrm>
              <a:off x="7389215" y="3398971"/>
              <a:ext cx="37908" cy="28970"/>
            </a:xfrm>
            <a:custGeom>
              <a:rect b="b" l="l" r="r" t="t"/>
              <a:pathLst>
                <a:path extrusionOk="0" h="1115" w="1459">
                  <a:moveTo>
                    <a:pt x="1" y="1"/>
                  </a:moveTo>
                  <a:lnTo>
                    <a:pt x="479" y="962"/>
                  </a:lnTo>
                  <a:cubicBezTo>
                    <a:pt x="531" y="1064"/>
                    <a:pt x="631" y="1115"/>
                    <a:pt x="730" y="1115"/>
                  </a:cubicBezTo>
                  <a:cubicBezTo>
                    <a:pt x="829" y="1115"/>
                    <a:pt x="927" y="1064"/>
                    <a:pt x="978" y="962"/>
                  </a:cubicBezTo>
                  <a:lnTo>
                    <a:pt x="14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08"/>
            <p:cNvSpPr/>
            <p:nvPr/>
          </p:nvSpPr>
          <p:spPr>
            <a:xfrm>
              <a:off x="7398127" y="3398971"/>
              <a:ext cx="28996" cy="28970"/>
            </a:xfrm>
            <a:custGeom>
              <a:rect b="b" l="l" r="r" t="t"/>
              <a:pathLst>
                <a:path extrusionOk="0" h="1115" w="1116">
                  <a:moveTo>
                    <a:pt x="342" y="1"/>
                  </a:moveTo>
                  <a:lnTo>
                    <a:pt x="0" y="685"/>
                  </a:lnTo>
                  <a:lnTo>
                    <a:pt x="136" y="962"/>
                  </a:lnTo>
                  <a:cubicBezTo>
                    <a:pt x="188" y="1064"/>
                    <a:pt x="288" y="1115"/>
                    <a:pt x="387" y="1115"/>
                  </a:cubicBezTo>
                  <a:cubicBezTo>
                    <a:pt x="486" y="1115"/>
                    <a:pt x="584" y="1064"/>
                    <a:pt x="635" y="962"/>
                  </a:cubicBezTo>
                  <a:lnTo>
                    <a:pt x="1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615" name="Google Shape;8615;p108"/>
          <p:cNvCxnSpPr>
            <a:stCxn id="8435" idx="3"/>
            <a:endCxn id="8432" idx="1"/>
          </p:cNvCxnSpPr>
          <p:nvPr/>
        </p:nvCxnSpPr>
        <p:spPr>
          <a:xfrm>
            <a:off x="2550912" y="3267425"/>
            <a:ext cx="152400" cy="0"/>
          </a:xfrm>
          <a:prstGeom prst="straightConnector1">
            <a:avLst/>
          </a:prstGeom>
          <a:noFill/>
          <a:ln cap="flat" cmpd="sng" w="19050">
            <a:solidFill>
              <a:schemeClr val="lt2"/>
            </a:solidFill>
            <a:prstDash val="solid"/>
            <a:round/>
            <a:headEnd len="med" w="med" type="none"/>
            <a:tailEnd len="med" w="med" type="none"/>
          </a:ln>
        </p:spPr>
      </p:cxnSp>
      <p:cxnSp>
        <p:nvCxnSpPr>
          <p:cNvPr id="8616" name="Google Shape;8616;p108"/>
          <p:cNvCxnSpPr>
            <a:stCxn id="8433" idx="1"/>
            <a:endCxn id="8432" idx="3"/>
          </p:cNvCxnSpPr>
          <p:nvPr/>
        </p:nvCxnSpPr>
        <p:spPr>
          <a:xfrm rot="10800000">
            <a:off x="4495810" y="3267425"/>
            <a:ext cx="152400" cy="0"/>
          </a:xfrm>
          <a:prstGeom prst="straightConnector1">
            <a:avLst/>
          </a:prstGeom>
          <a:noFill/>
          <a:ln cap="flat" cmpd="sng" w="19050">
            <a:solidFill>
              <a:schemeClr val="lt2"/>
            </a:solidFill>
            <a:prstDash val="solid"/>
            <a:round/>
            <a:headEnd len="med" w="med" type="none"/>
            <a:tailEnd len="med" w="med" type="none"/>
          </a:ln>
        </p:spPr>
      </p:cxnSp>
      <p:cxnSp>
        <p:nvCxnSpPr>
          <p:cNvPr id="8617" name="Google Shape;8617;p108"/>
          <p:cNvCxnSpPr>
            <a:stCxn id="8434" idx="1"/>
            <a:endCxn id="8433" idx="3"/>
          </p:cNvCxnSpPr>
          <p:nvPr/>
        </p:nvCxnSpPr>
        <p:spPr>
          <a:xfrm rot="10800000">
            <a:off x="6440711" y="3267425"/>
            <a:ext cx="152400" cy="0"/>
          </a:xfrm>
          <a:prstGeom prst="straightConnector1">
            <a:avLst/>
          </a:prstGeom>
          <a:noFill/>
          <a:ln cap="flat" cmpd="sng" w="19050">
            <a:solidFill>
              <a:schemeClr val="lt2"/>
            </a:solidFill>
            <a:prstDash val="solid"/>
            <a:round/>
            <a:headEnd len="med" w="med" type="none"/>
            <a:tailEnd len="med" w="med" type="none"/>
          </a:ln>
        </p:spPr>
      </p:cxn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1" name="Shape 8621"/>
        <p:cNvGrpSpPr/>
        <p:nvPr/>
      </p:nvGrpSpPr>
      <p:grpSpPr>
        <a:xfrm>
          <a:off x="0" y="0"/>
          <a:ext cx="0" cy="0"/>
          <a:chOff x="0" y="0"/>
          <a:chExt cx="0" cy="0"/>
        </a:xfrm>
      </p:grpSpPr>
      <p:sp>
        <p:nvSpPr>
          <p:cNvPr id="8622" name="Google Shape;8622;p109"/>
          <p:cNvSpPr/>
          <p:nvPr/>
        </p:nvSpPr>
        <p:spPr>
          <a:xfrm>
            <a:off x="725700" y="2694875"/>
            <a:ext cx="22842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09"/>
          <p:cNvSpPr/>
          <p:nvPr/>
        </p:nvSpPr>
        <p:spPr>
          <a:xfrm>
            <a:off x="3424800" y="2694875"/>
            <a:ext cx="22845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09"/>
          <p:cNvSpPr/>
          <p:nvPr/>
        </p:nvSpPr>
        <p:spPr>
          <a:xfrm>
            <a:off x="6133950" y="2694875"/>
            <a:ext cx="22845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09"/>
          <p:cNvSpPr txBox="1"/>
          <p:nvPr>
            <p:ph idx="4" type="title"/>
          </p:nvPr>
        </p:nvSpPr>
        <p:spPr>
          <a:xfrm>
            <a:off x="6128400" y="2742301"/>
            <a:ext cx="2295600" cy="31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8626" name="Google Shape;8626;p109"/>
          <p:cNvSpPr txBox="1"/>
          <p:nvPr>
            <p:ph type="title"/>
          </p:nvPr>
        </p:nvSpPr>
        <p:spPr>
          <a:xfrm>
            <a:off x="720000" y="2742305"/>
            <a:ext cx="2295600" cy="31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8627" name="Google Shape;8627;p109"/>
          <p:cNvSpPr txBox="1"/>
          <p:nvPr>
            <p:ph idx="2" type="title"/>
          </p:nvPr>
        </p:nvSpPr>
        <p:spPr>
          <a:xfrm>
            <a:off x="3419250" y="2742308"/>
            <a:ext cx="2295600" cy="31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8628" name="Google Shape;8628;p109"/>
          <p:cNvSpPr txBox="1"/>
          <p:nvPr>
            <p:ph idx="1" type="subTitle"/>
          </p:nvPr>
        </p:nvSpPr>
        <p:spPr>
          <a:xfrm>
            <a:off x="720000" y="3189578"/>
            <a:ext cx="2295600" cy="86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a:t>
            </a:r>
            <a:r>
              <a:rPr lang="en"/>
              <a:t> closest planet to </a:t>
            </a:r>
            <a:r>
              <a:rPr lang="en"/>
              <a:t>the Sun and the smallest one</a:t>
            </a:r>
            <a:endParaRPr/>
          </a:p>
        </p:txBody>
      </p:sp>
      <p:sp>
        <p:nvSpPr>
          <p:cNvPr id="8629" name="Google Shape;8629;p109"/>
          <p:cNvSpPr txBox="1"/>
          <p:nvPr>
            <p:ph idx="3" type="subTitle"/>
          </p:nvPr>
        </p:nvSpPr>
        <p:spPr>
          <a:xfrm>
            <a:off x="3419250" y="3189568"/>
            <a:ext cx="2295600" cy="86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630" name="Google Shape;8630;p109"/>
          <p:cNvSpPr txBox="1"/>
          <p:nvPr>
            <p:ph idx="5" type="subTitle"/>
          </p:nvPr>
        </p:nvSpPr>
        <p:spPr>
          <a:xfrm>
            <a:off x="6128400" y="3189426"/>
            <a:ext cx="2295600" cy="86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cold place. It’s full of iron oxide dust</a:t>
            </a:r>
            <a:endParaRPr/>
          </a:p>
        </p:txBody>
      </p:sp>
      <p:sp>
        <p:nvSpPr>
          <p:cNvPr id="8631" name="Google Shape;8631;p109"/>
          <p:cNvSpPr txBox="1"/>
          <p:nvPr>
            <p:ph idx="6"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Percentages </a:t>
            </a:r>
            <a:endParaRPr/>
          </a:p>
        </p:txBody>
      </p:sp>
      <p:sp>
        <p:nvSpPr>
          <p:cNvPr id="8632" name="Google Shape;8632;p109">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09">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09">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09">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09"/>
          <p:cNvSpPr/>
          <p:nvPr/>
        </p:nvSpPr>
        <p:spPr>
          <a:xfrm>
            <a:off x="6810900" y="1529075"/>
            <a:ext cx="930600" cy="930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09"/>
          <p:cNvSpPr/>
          <p:nvPr/>
        </p:nvSpPr>
        <p:spPr>
          <a:xfrm>
            <a:off x="4101750" y="1529075"/>
            <a:ext cx="930600" cy="930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09"/>
          <p:cNvSpPr/>
          <p:nvPr/>
        </p:nvSpPr>
        <p:spPr>
          <a:xfrm>
            <a:off x="1402500" y="1529075"/>
            <a:ext cx="930600" cy="930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09"/>
          <p:cNvSpPr/>
          <p:nvPr/>
        </p:nvSpPr>
        <p:spPr>
          <a:xfrm>
            <a:off x="1402500" y="1529075"/>
            <a:ext cx="930600" cy="930600"/>
          </a:xfrm>
          <a:prstGeom prst="pie">
            <a:avLst>
              <a:gd fmla="val 16181988" name="adj1"/>
              <a:gd fmla="val 9993"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09"/>
          <p:cNvSpPr/>
          <p:nvPr/>
        </p:nvSpPr>
        <p:spPr>
          <a:xfrm>
            <a:off x="4101750" y="1529075"/>
            <a:ext cx="930600" cy="930600"/>
          </a:xfrm>
          <a:prstGeom prst="pie">
            <a:avLst>
              <a:gd fmla="val 16196718" name="adj1"/>
              <a:gd fmla="val 5383502"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09"/>
          <p:cNvSpPr/>
          <p:nvPr/>
        </p:nvSpPr>
        <p:spPr>
          <a:xfrm>
            <a:off x="6810900" y="1529075"/>
            <a:ext cx="930600" cy="930600"/>
          </a:xfrm>
          <a:prstGeom prst="pie">
            <a:avLst>
              <a:gd fmla="val 16191082" name="adj1"/>
              <a:gd fmla="val 10799217" name="adj2"/>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09"/>
          <p:cNvSpPr/>
          <p:nvPr/>
        </p:nvSpPr>
        <p:spPr>
          <a:xfrm>
            <a:off x="2753796" y="1148553"/>
            <a:ext cx="131164" cy="4421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09"/>
          <p:cNvSpPr/>
          <p:nvPr/>
        </p:nvSpPr>
        <p:spPr>
          <a:xfrm>
            <a:off x="2753796" y="1187244"/>
            <a:ext cx="131164" cy="25803"/>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09"/>
          <p:cNvSpPr/>
          <p:nvPr/>
        </p:nvSpPr>
        <p:spPr>
          <a:xfrm>
            <a:off x="2787573" y="1269224"/>
            <a:ext cx="63572" cy="201729"/>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09"/>
          <p:cNvSpPr/>
          <p:nvPr/>
        </p:nvSpPr>
        <p:spPr>
          <a:xfrm>
            <a:off x="2884923" y="1229603"/>
            <a:ext cx="144661" cy="25828"/>
          </a:xfrm>
          <a:custGeom>
            <a:rect b="b" l="l" r="r" t="t"/>
            <a:pathLst>
              <a:path extrusionOk="0" h="1028" w="3923">
                <a:moveTo>
                  <a:pt x="0" y="1"/>
                </a:moveTo>
                <a:lnTo>
                  <a:pt x="0" y="1027"/>
                </a:lnTo>
                <a:lnTo>
                  <a:pt x="3923" y="1027"/>
                </a:lnTo>
                <a:lnTo>
                  <a:pt x="3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09"/>
          <p:cNvSpPr/>
          <p:nvPr/>
        </p:nvSpPr>
        <p:spPr>
          <a:xfrm>
            <a:off x="3217459" y="1187244"/>
            <a:ext cx="143333" cy="25803"/>
          </a:xfrm>
          <a:custGeom>
            <a:rect b="b" l="l" r="r" t="t"/>
            <a:pathLst>
              <a:path extrusionOk="0" h="1027" w="3887">
                <a:moveTo>
                  <a:pt x="1" y="0"/>
                </a:moveTo>
                <a:lnTo>
                  <a:pt x="1" y="1027"/>
                </a:lnTo>
                <a:lnTo>
                  <a:pt x="3887" y="1027"/>
                </a:lnTo>
                <a:lnTo>
                  <a:pt x="3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7" name="Google Shape;8647;p109"/>
          <p:cNvGrpSpPr/>
          <p:nvPr/>
        </p:nvGrpSpPr>
        <p:grpSpPr>
          <a:xfrm>
            <a:off x="2497471" y="1137498"/>
            <a:ext cx="1392711" cy="537613"/>
            <a:chOff x="2497471" y="1137498"/>
            <a:chExt cx="1392711" cy="537613"/>
          </a:xfrm>
        </p:grpSpPr>
        <p:sp>
          <p:nvSpPr>
            <p:cNvPr id="8648" name="Google Shape;8648;p109"/>
            <p:cNvSpPr/>
            <p:nvPr/>
          </p:nvSpPr>
          <p:spPr>
            <a:xfrm>
              <a:off x="2497471" y="1590841"/>
              <a:ext cx="1392703" cy="39173"/>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09"/>
            <p:cNvSpPr/>
            <p:nvPr/>
          </p:nvSpPr>
          <p:spPr>
            <a:xfrm>
              <a:off x="2497471" y="1629984"/>
              <a:ext cx="1127095" cy="45082"/>
            </a:xfrm>
            <a:custGeom>
              <a:rect b="b" l="l" r="r" t="t"/>
              <a:pathLst>
                <a:path extrusionOk="0" h="5500" w="39044">
                  <a:moveTo>
                    <a:pt x="0" y="1"/>
                  </a:moveTo>
                  <a:lnTo>
                    <a:pt x="0" y="5500"/>
                  </a:lnTo>
                  <a:lnTo>
                    <a:pt x="39043" y="5500"/>
                  </a:lnTo>
                  <a:lnTo>
                    <a:pt x="390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09"/>
            <p:cNvSpPr/>
            <p:nvPr/>
          </p:nvSpPr>
          <p:spPr>
            <a:xfrm>
              <a:off x="3624544" y="1630029"/>
              <a:ext cx="265637" cy="45082"/>
            </a:xfrm>
            <a:custGeom>
              <a:rect b="b" l="l" r="r" t="t"/>
              <a:pathLst>
                <a:path extrusionOk="0" h="5500" w="9202">
                  <a:moveTo>
                    <a:pt x="0" y="0"/>
                  </a:moveTo>
                  <a:lnTo>
                    <a:pt x="0" y="5499"/>
                  </a:lnTo>
                  <a:lnTo>
                    <a:pt x="92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09"/>
            <p:cNvSpPr/>
            <p:nvPr/>
          </p:nvSpPr>
          <p:spPr>
            <a:xfrm>
              <a:off x="3217449" y="1137500"/>
              <a:ext cx="283945" cy="453205"/>
            </a:xfrm>
            <a:custGeom>
              <a:rect b="b" l="l" r="r" t="t"/>
              <a:pathLst>
                <a:path extrusionOk="0" h="18038" w="11439">
                  <a:moveTo>
                    <a:pt x="3813" y="1"/>
                  </a:moveTo>
                  <a:lnTo>
                    <a:pt x="0" y="807"/>
                  </a:lnTo>
                  <a:lnTo>
                    <a:pt x="3630" y="18038"/>
                  </a:lnTo>
                  <a:lnTo>
                    <a:pt x="11218" y="18038"/>
                  </a:lnTo>
                  <a:lnTo>
                    <a:pt x="114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09"/>
            <p:cNvSpPr/>
            <p:nvPr/>
          </p:nvSpPr>
          <p:spPr>
            <a:xfrm>
              <a:off x="2982235" y="1148553"/>
              <a:ext cx="270404" cy="442150"/>
            </a:xfrm>
            <a:custGeom>
              <a:rect b="b" l="l" r="r" t="t"/>
              <a:pathLst>
                <a:path extrusionOk="0" h="17598" w="7333">
                  <a:moveTo>
                    <a:pt x="37" y="1"/>
                  </a:moveTo>
                  <a:lnTo>
                    <a:pt x="1" y="17598"/>
                  </a:lnTo>
                  <a:lnTo>
                    <a:pt x="6380" y="17598"/>
                  </a:lnTo>
                  <a:lnTo>
                    <a:pt x="7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09"/>
            <p:cNvSpPr/>
            <p:nvPr/>
          </p:nvSpPr>
          <p:spPr>
            <a:xfrm>
              <a:off x="3025489" y="1196464"/>
              <a:ext cx="91966" cy="394236"/>
            </a:xfrm>
            <a:custGeom>
              <a:rect b="b" l="l" r="r" t="t"/>
              <a:pathLst>
                <a:path extrusionOk="0" h="15691" w="2494">
                  <a:moveTo>
                    <a:pt x="1" y="0"/>
                  </a:moveTo>
                  <a:lnTo>
                    <a:pt x="1" y="15691"/>
                  </a:lnTo>
                  <a:lnTo>
                    <a:pt x="2494" y="15691"/>
                  </a:lnTo>
                  <a:lnTo>
                    <a:pt x="24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09"/>
            <p:cNvSpPr/>
            <p:nvPr/>
          </p:nvSpPr>
          <p:spPr>
            <a:xfrm>
              <a:off x="3025489" y="1302387"/>
              <a:ext cx="91966" cy="177784"/>
            </a:xfrm>
            <a:custGeom>
              <a:rect b="b" l="l" r="r" t="t"/>
              <a:pathLst>
                <a:path extrusionOk="0" h="7076" w="2494">
                  <a:moveTo>
                    <a:pt x="1" y="0"/>
                  </a:moveTo>
                  <a:lnTo>
                    <a:pt x="1" y="7075"/>
                  </a:lnTo>
                  <a:lnTo>
                    <a:pt x="2494" y="7075"/>
                  </a:lnTo>
                  <a:lnTo>
                    <a:pt x="24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09"/>
            <p:cNvSpPr/>
            <p:nvPr/>
          </p:nvSpPr>
          <p:spPr>
            <a:xfrm>
              <a:off x="2884923" y="1175260"/>
              <a:ext cx="144661" cy="415442"/>
            </a:xfrm>
            <a:custGeom>
              <a:rect b="b" l="l" r="r" t="t"/>
              <a:pathLst>
                <a:path extrusionOk="0" h="16535" w="3923">
                  <a:moveTo>
                    <a:pt x="0" y="1"/>
                  </a:moveTo>
                  <a:lnTo>
                    <a:pt x="0" y="16535"/>
                  </a:lnTo>
                  <a:lnTo>
                    <a:pt x="3923" y="16535"/>
                  </a:lnTo>
                  <a:lnTo>
                    <a:pt x="39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09"/>
            <p:cNvSpPr/>
            <p:nvPr/>
          </p:nvSpPr>
          <p:spPr>
            <a:xfrm>
              <a:off x="3216095" y="1148553"/>
              <a:ext cx="144697" cy="442150"/>
            </a:xfrm>
            <a:custGeom>
              <a:rect b="b" l="l" r="r" t="t"/>
              <a:pathLst>
                <a:path extrusionOk="0" h="17598" w="3924">
                  <a:moveTo>
                    <a:pt x="1" y="1"/>
                  </a:moveTo>
                  <a:lnTo>
                    <a:pt x="1" y="17598"/>
                  </a:lnTo>
                  <a:lnTo>
                    <a:pt x="3924" y="17598"/>
                  </a:lnTo>
                  <a:lnTo>
                    <a:pt x="3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09"/>
            <p:cNvSpPr/>
            <p:nvPr/>
          </p:nvSpPr>
          <p:spPr>
            <a:xfrm>
              <a:off x="3229675" y="1527125"/>
              <a:ext cx="131150" cy="25801"/>
            </a:xfrm>
            <a:custGeom>
              <a:rect b="b" l="l" r="r" t="t"/>
              <a:pathLst>
                <a:path extrusionOk="0" h="1027" w="3924">
                  <a:moveTo>
                    <a:pt x="1" y="0"/>
                  </a:moveTo>
                  <a:lnTo>
                    <a:pt x="1" y="1027"/>
                  </a:lnTo>
                  <a:lnTo>
                    <a:pt x="3924" y="1027"/>
                  </a:lnTo>
                  <a:lnTo>
                    <a:pt x="39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09"/>
            <p:cNvSpPr/>
            <p:nvPr/>
          </p:nvSpPr>
          <p:spPr>
            <a:xfrm>
              <a:off x="3251273" y="1269224"/>
              <a:ext cx="75741" cy="201729"/>
            </a:xfrm>
            <a:custGeom>
              <a:rect b="b" l="l" r="r" t="t"/>
              <a:pathLst>
                <a:path extrusionOk="0" h="8029" w="2054">
                  <a:moveTo>
                    <a:pt x="0" y="0"/>
                  </a:moveTo>
                  <a:lnTo>
                    <a:pt x="0" y="8029"/>
                  </a:lnTo>
                  <a:lnTo>
                    <a:pt x="2053" y="8029"/>
                  </a:lnTo>
                  <a:lnTo>
                    <a:pt x="2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09"/>
            <p:cNvSpPr/>
            <p:nvPr/>
          </p:nvSpPr>
          <p:spPr>
            <a:xfrm>
              <a:off x="3360755" y="1137498"/>
              <a:ext cx="273096" cy="453205"/>
            </a:xfrm>
            <a:custGeom>
              <a:rect b="b" l="l" r="r" t="t"/>
              <a:pathLst>
                <a:path extrusionOk="0" h="18038" w="7406">
                  <a:moveTo>
                    <a:pt x="3813" y="1"/>
                  </a:moveTo>
                  <a:lnTo>
                    <a:pt x="1" y="807"/>
                  </a:lnTo>
                  <a:lnTo>
                    <a:pt x="3593" y="18038"/>
                  </a:lnTo>
                  <a:lnTo>
                    <a:pt x="7406" y="17231"/>
                  </a:lnTo>
                  <a:lnTo>
                    <a:pt x="3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09"/>
            <p:cNvSpPr/>
            <p:nvPr/>
          </p:nvSpPr>
          <p:spPr>
            <a:xfrm>
              <a:off x="3474329" y="1507777"/>
              <a:ext cx="148717" cy="45150"/>
            </a:xfrm>
            <a:custGeom>
              <a:rect b="b" l="l" r="r" t="t"/>
              <a:pathLst>
                <a:path extrusionOk="0" h="1797" w="4033">
                  <a:moveTo>
                    <a:pt x="3813" y="0"/>
                  </a:moveTo>
                  <a:lnTo>
                    <a:pt x="0" y="807"/>
                  </a:lnTo>
                  <a:lnTo>
                    <a:pt x="220" y="1797"/>
                  </a:lnTo>
                  <a:lnTo>
                    <a:pt x="4033" y="990"/>
                  </a:lnTo>
                  <a:lnTo>
                    <a:pt x="38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09"/>
            <p:cNvSpPr/>
            <p:nvPr/>
          </p:nvSpPr>
          <p:spPr>
            <a:xfrm>
              <a:off x="3429710" y="1260933"/>
              <a:ext cx="135221" cy="208186"/>
            </a:xfrm>
            <a:custGeom>
              <a:rect b="b" l="l" r="r" t="t"/>
              <a:pathLst>
                <a:path extrusionOk="0" h="8286" w="3667">
                  <a:moveTo>
                    <a:pt x="2017" y="0"/>
                  </a:moveTo>
                  <a:lnTo>
                    <a:pt x="0" y="404"/>
                  </a:lnTo>
                  <a:lnTo>
                    <a:pt x="1650" y="8286"/>
                  </a:lnTo>
                  <a:lnTo>
                    <a:pt x="3666" y="7846"/>
                  </a:lnTo>
                  <a:lnTo>
                    <a:pt x="2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09"/>
            <p:cNvSpPr/>
            <p:nvPr/>
          </p:nvSpPr>
          <p:spPr>
            <a:xfrm>
              <a:off x="3129605" y="1274751"/>
              <a:ext cx="100079" cy="315947"/>
            </a:xfrm>
            <a:custGeom>
              <a:rect b="b" l="l" r="r" t="t"/>
              <a:pathLst>
                <a:path extrusionOk="0" h="12575" w="2714">
                  <a:moveTo>
                    <a:pt x="1" y="0"/>
                  </a:moveTo>
                  <a:lnTo>
                    <a:pt x="1" y="12575"/>
                  </a:lnTo>
                  <a:lnTo>
                    <a:pt x="2714" y="12575"/>
                  </a:lnTo>
                  <a:lnTo>
                    <a:pt x="27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3" name="Google Shape;8663;p109"/>
          <p:cNvSpPr/>
          <p:nvPr/>
        </p:nvSpPr>
        <p:spPr>
          <a:xfrm>
            <a:off x="6380907" y="1630029"/>
            <a:ext cx="265637" cy="45082"/>
          </a:xfrm>
          <a:custGeom>
            <a:rect b="b" l="l" r="r" t="t"/>
            <a:pathLst>
              <a:path extrusionOk="0" h="5500" w="9202">
                <a:moveTo>
                  <a:pt x="0" y="0"/>
                </a:moveTo>
                <a:lnTo>
                  <a:pt x="0" y="5499"/>
                </a:lnTo>
                <a:lnTo>
                  <a:pt x="92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4" name="Google Shape;8664;p109"/>
          <p:cNvGrpSpPr/>
          <p:nvPr/>
        </p:nvGrpSpPr>
        <p:grpSpPr>
          <a:xfrm>
            <a:off x="5253846" y="1138012"/>
            <a:ext cx="1392703" cy="537092"/>
            <a:chOff x="5253846" y="1138012"/>
            <a:chExt cx="1392703" cy="537092"/>
          </a:xfrm>
        </p:grpSpPr>
        <p:sp>
          <p:nvSpPr>
            <p:cNvPr id="8665" name="Google Shape;8665;p109"/>
            <p:cNvSpPr/>
            <p:nvPr/>
          </p:nvSpPr>
          <p:spPr>
            <a:xfrm>
              <a:off x="5253846" y="1590879"/>
              <a:ext cx="1392703" cy="39173"/>
            </a:xfrm>
            <a:custGeom>
              <a:rect b="b" l="l" r="r" t="t"/>
              <a:pathLst>
                <a:path extrusionOk="0" h="1357" w="48245">
                  <a:moveTo>
                    <a:pt x="0" y="0"/>
                  </a:moveTo>
                  <a:lnTo>
                    <a:pt x="0" y="1357"/>
                  </a:lnTo>
                  <a:lnTo>
                    <a:pt x="48245" y="1357"/>
                  </a:lnTo>
                  <a:lnTo>
                    <a:pt x="48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09"/>
            <p:cNvSpPr/>
            <p:nvPr/>
          </p:nvSpPr>
          <p:spPr>
            <a:xfrm>
              <a:off x="5253846" y="1630022"/>
              <a:ext cx="1127095" cy="45082"/>
            </a:xfrm>
            <a:custGeom>
              <a:rect b="b" l="l" r="r" t="t"/>
              <a:pathLst>
                <a:path extrusionOk="0" h="5500" w="39044">
                  <a:moveTo>
                    <a:pt x="0" y="1"/>
                  </a:moveTo>
                  <a:lnTo>
                    <a:pt x="0" y="5500"/>
                  </a:lnTo>
                  <a:lnTo>
                    <a:pt x="39043" y="5500"/>
                  </a:lnTo>
                  <a:lnTo>
                    <a:pt x="390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7" name="Google Shape;8667;p109"/>
            <p:cNvGrpSpPr/>
            <p:nvPr/>
          </p:nvGrpSpPr>
          <p:grpSpPr>
            <a:xfrm>
              <a:off x="5572998" y="1138012"/>
              <a:ext cx="754377" cy="463225"/>
              <a:chOff x="791550" y="2156375"/>
              <a:chExt cx="1145425" cy="1118900"/>
            </a:xfrm>
          </p:grpSpPr>
          <p:sp>
            <p:nvSpPr>
              <p:cNvPr id="8668" name="Google Shape;8668;p109"/>
              <p:cNvSpPr/>
              <p:nvPr/>
            </p:nvSpPr>
            <p:spPr>
              <a:xfrm>
                <a:off x="791550" y="2228725"/>
                <a:ext cx="242350" cy="1046550"/>
              </a:xfrm>
              <a:custGeom>
                <a:rect b="b" l="l" r="r" t="t"/>
                <a:pathLst>
                  <a:path extrusionOk="0" h="41862" w="9694">
                    <a:moveTo>
                      <a:pt x="0" y="0"/>
                    </a:moveTo>
                    <a:lnTo>
                      <a:pt x="0" y="41862"/>
                    </a:lnTo>
                    <a:lnTo>
                      <a:pt x="9694" y="41862"/>
                    </a:lnTo>
                    <a:lnTo>
                      <a:pt x="96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09"/>
              <p:cNvSpPr/>
              <p:nvPr/>
            </p:nvSpPr>
            <p:spPr>
              <a:xfrm>
                <a:off x="860860" y="2428887"/>
                <a:ext cx="103726" cy="645050"/>
              </a:xfrm>
              <a:custGeom>
                <a:rect b="b" l="l" r="r" t="t"/>
                <a:pathLst>
                  <a:path extrusionOk="0" h="25802" w="9694">
                    <a:moveTo>
                      <a:pt x="0" y="0"/>
                    </a:moveTo>
                    <a:lnTo>
                      <a:pt x="0" y="25802"/>
                    </a:lnTo>
                    <a:lnTo>
                      <a:pt x="9694" y="25802"/>
                    </a:lnTo>
                    <a:lnTo>
                      <a:pt x="96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09"/>
              <p:cNvSpPr/>
              <p:nvPr/>
            </p:nvSpPr>
            <p:spPr>
              <a:xfrm>
                <a:off x="1033875" y="2323975"/>
                <a:ext cx="118200" cy="951300"/>
              </a:xfrm>
              <a:custGeom>
                <a:rect b="b" l="l" r="r" t="t"/>
                <a:pathLst>
                  <a:path extrusionOk="0" h="38052" w="4728">
                    <a:moveTo>
                      <a:pt x="1" y="0"/>
                    </a:moveTo>
                    <a:lnTo>
                      <a:pt x="1" y="38052"/>
                    </a:lnTo>
                    <a:lnTo>
                      <a:pt x="4727" y="38052"/>
                    </a:lnTo>
                    <a:lnTo>
                      <a:pt x="4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09"/>
              <p:cNvSpPr/>
              <p:nvPr/>
            </p:nvSpPr>
            <p:spPr>
              <a:xfrm>
                <a:off x="1152050" y="2156375"/>
                <a:ext cx="184475" cy="1118900"/>
              </a:xfrm>
              <a:custGeom>
                <a:rect b="b" l="l" r="r" t="t"/>
                <a:pathLst>
                  <a:path extrusionOk="0" h="44756" w="7379">
                    <a:moveTo>
                      <a:pt x="0" y="1"/>
                    </a:moveTo>
                    <a:lnTo>
                      <a:pt x="0" y="44756"/>
                    </a:lnTo>
                    <a:lnTo>
                      <a:pt x="7379" y="44756"/>
                    </a:lnTo>
                    <a:lnTo>
                      <a:pt x="7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09"/>
              <p:cNvSpPr/>
              <p:nvPr/>
            </p:nvSpPr>
            <p:spPr>
              <a:xfrm>
                <a:off x="1336500" y="2228725"/>
                <a:ext cx="232725" cy="1046550"/>
              </a:xfrm>
              <a:custGeom>
                <a:rect b="b" l="l" r="r" t="t"/>
                <a:pathLst>
                  <a:path extrusionOk="0" h="41862" w="9309">
                    <a:moveTo>
                      <a:pt x="1" y="0"/>
                    </a:moveTo>
                    <a:lnTo>
                      <a:pt x="1" y="41862"/>
                    </a:lnTo>
                    <a:lnTo>
                      <a:pt x="9309" y="41862"/>
                    </a:lnTo>
                    <a:lnTo>
                      <a:pt x="93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09"/>
              <p:cNvSpPr/>
              <p:nvPr/>
            </p:nvSpPr>
            <p:spPr>
              <a:xfrm>
                <a:off x="1336502" y="2450553"/>
                <a:ext cx="237531" cy="601710"/>
              </a:xfrm>
              <a:custGeom>
                <a:rect b="b" l="l" r="r" t="t"/>
                <a:pathLst>
                  <a:path extrusionOk="0" h="24066" w="4582">
                    <a:moveTo>
                      <a:pt x="0" y="0"/>
                    </a:moveTo>
                    <a:lnTo>
                      <a:pt x="0" y="24066"/>
                    </a:lnTo>
                    <a:lnTo>
                      <a:pt x="4582" y="24066"/>
                    </a:lnTo>
                    <a:lnTo>
                      <a:pt x="45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09"/>
              <p:cNvSpPr/>
              <p:nvPr/>
            </p:nvSpPr>
            <p:spPr>
              <a:xfrm>
                <a:off x="1152050" y="2228725"/>
                <a:ext cx="184475" cy="95275"/>
              </a:xfrm>
              <a:custGeom>
                <a:rect b="b" l="l" r="r" t="t"/>
                <a:pathLst>
                  <a:path extrusionOk="0" h="3811" w="7379">
                    <a:moveTo>
                      <a:pt x="0" y="0"/>
                    </a:moveTo>
                    <a:lnTo>
                      <a:pt x="0" y="3810"/>
                    </a:lnTo>
                    <a:lnTo>
                      <a:pt x="7379" y="3810"/>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09"/>
              <p:cNvSpPr/>
              <p:nvPr/>
            </p:nvSpPr>
            <p:spPr>
              <a:xfrm>
                <a:off x="1152040" y="2715834"/>
                <a:ext cx="184512" cy="358100"/>
              </a:xfrm>
              <a:custGeom>
                <a:rect b="b" l="l" r="r" t="t"/>
                <a:pathLst>
                  <a:path extrusionOk="0" h="14324" w="7379">
                    <a:moveTo>
                      <a:pt x="0" y="0"/>
                    </a:moveTo>
                    <a:lnTo>
                      <a:pt x="0" y="14324"/>
                    </a:lnTo>
                    <a:lnTo>
                      <a:pt x="7379" y="14324"/>
                    </a:lnTo>
                    <a:lnTo>
                      <a:pt x="73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09"/>
              <p:cNvSpPr/>
              <p:nvPr/>
            </p:nvSpPr>
            <p:spPr>
              <a:xfrm>
                <a:off x="1033875" y="2323977"/>
                <a:ext cx="118200" cy="123025"/>
              </a:xfrm>
              <a:custGeom>
                <a:rect b="b" l="l" r="r" t="t"/>
                <a:pathLst>
                  <a:path extrusionOk="0" h="4921" w="4728">
                    <a:moveTo>
                      <a:pt x="1" y="1"/>
                    </a:moveTo>
                    <a:lnTo>
                      <a:pt x="1" y="4920"/>
                    </a:lnTo>
                    <a:lnTo>
                      <a:pt x="4727" y="4920"/>
                    </a:lnTo>
                    <a:lnTo>
                      <a:pt x="47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09"/>
              <p:cNvSpPr/>
              <p:nvPr/>
            </p:nvSpPr>
            <p:spPr>
              <a:xfrm>
                <a:off x="1067650" y="2537402"/>
                <a:ext cx="50650" cy="288175"/>
              </a:xfrm>
              <a:custGeom>
                <a:rect b="b" l="l" r="r" t="t"/>
                <a:pathLst>
                  <a:path extrusionOk="0" h="11527" w="2026">
                    <a:moveTo>
                      <a:pt x="0" y="0"/>
                    </a:moveTo>
                    <a:lnTo>
                      <a:pt x="0" y="11527"/>
                    </a:lnTo>
                    <a:lnTo>
                      <a:pt x="2026" y="11527"/>
                    </a:lnTo>
                    <a:lnTo>
                      <a:pt x="20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09"/>
              <p:cNvSpPr/>
              <p:nvPr/>
            </p:nvSpPr>
            <p:spPr>
              <a:xfrm>
                <a:off x="1569200" y="2323975"/>
                <a:ext cx="264075" cy="951300"/>
              </a:xfrm>
              <a:custGeom>
                <a:rect b="b" l="l" r="r" t="t"/>
                <a:pathLst>
                  <a:path extrusionOk="0" h="38052" w="10563">
                    <a:moveTo>
                      <a:pt x="1" y="0"/>
                    </a:moveTo>
                    <a:lnTo>
                      <a:pt x="1" y="38052"/>
                    </a:lnTo>
                    <a:lnTo>
                      <a:pt x="10563" y="38052"/>
                    </a:lnTo>
                    <a:lnTo>
                      <a:pt x="105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09"/>
              <p:cNvSpPr/>
              <p:nvPr/>
            </p:nvSpPr>
            <p:spPr>
              <a:xfrm>
                <a:off x="1833250" y="2228725"/>
                <a:ext cx="103725" cy="1046550"/>
              </a:xfrm>
              <a:custGeom>
                <a:rect b="b" l="l" r="r" t="t"/>
                <a:pathLst>
                  <a:path extrusionOk="0" h="41862" w="4149">
                    <a:moveTo>
                      <a:pt x="1" y="0"/>
                    </a:moveTo>
                    <a:lnTo>
                      <a:pt x="1" y="41862"/>
                    </a:lnTo>
                    <a:lnTo>
                      <a:pt x="4148" y="41862"/>
                    </a:lnTo>
                    <a:lnTo>
                      <a:pt x="414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09"/>
              <p:cNvSpPr/>
              <p:nvPr/>
            </p:nvSpPr>
            <p:spPr>
              <a:xfrm>
                <a:off x="1569200" y="2450575"/>
                <a:ext cx="264075" cy="71150"/>
              </a:xfrm>
              <a:custGeom>
                <a:rect b="b" l="l" r="r" t="t"/>
                <a:pathLst>
                  <a:path extrusionOk="0" h="2846" w="10563">
                    <a:moveTo>
                      <a:pt x="1" y="0"/>
                    </a:moveTo>
                    <a:lnTo>
                      <a:pt x="1" y="2846"/>
                    </a:lnTo>
                    <a:lnTo>
                      <a:pt x="10563" y="2846"/>
                    </a:lnTo>
                    <a:lnTo>
                      <a:pt x="10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09"/>
              <p:cNvSpPr/>
              <p:nvPr/>
            </p:nvSpPr>
            <p:spPr>
              <a:xfrm>
                <a:off x="1569200" y="2592825"/>
                <a:ext cx="264075" cy="71175"/>
              </a:xfrm>
              <a:custGeom>
                <a:rect b="b" l="l" r="r" t="t"/>
                <a:pathLst>
                  <a:path extrusionOk="0" h="2847" w="10563">
                    <a:moveTo>
                      <a:pt x="1" y="1"/>
                    </a:moveTo>
                    <a:lnTo>
                      <a:pt x="1" y="2846"/>
                    </a:lnTo>
                    <a:lnTo>
                      <a:pt x="10563" y="2846"/>
                    </a:lnTo>
                    <a:lnTo>
                      <a:pt x="10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5" name="Shape 8685"/>
        <p:cNvGrpSpPr/>
        <p:nvPr/>
      </p:nvGrpSpPr>
      <p:grpSpPr>
        <a:xfrm>
          <a:off x="0" y="0"/>
          <a:ext cx="0" cy="0"/>
          <a:chOff x="0" y="0"/>
          <a:chExt cx="0" cy="0"/>
        </a:xfrm>
      </p:grpSpPr>
      <p:grpSp>
        <p:nvGrpSpPr>
          <p:cNvPr id="8686" name="Google Shape;8686;p110"/>
          <p:cNvGrpSpPr/>
          <p:nvPr/>
        </p:nvGrpSpPr>
        <p:grpSpPr>
          <a:xfrm>
            <a:off x="2757996" y="1368202"/>
            <a:ext cx="3647560" cy="2864282"/>
            <a:chOff x="2064463" y="1050839"/>
            <a:chExt cx="5150466" cy="2954696"/>
          </a:xfrm>
        </p:grpSpPr>
        <p:grpSp>
          <p:nvGrpSpPr>
            <p:cNvPr id="8687" name="Google Shape;8687;p110"/>
            <p:cNvGrpSpPr/>
            <p:nvPr/>
          </p:nvGrpSpPr>
          <p:grpSpPr>
            <a:xfrm>
              <a:off x="2064463" y="1050839"/>
              <a:ext cx="5040789" cy="2954696"/>
              <a:chOff x="755323" y="1296401"/>
              <a:chExt cx="2229451" cy="1306809"/>
            </a:xfrm>
          </p:grpSpPr>
          <p:sp>
            <p:nvSpPr>
              <p:cNvPr id="8688" name="Google Shape;8688;p110"/>
              <p:cNvSpPr/>
              <p:nvPr/>
            </p:nvSpPr>
            <p:spPr>
              <a:xfrm>
                <a:off x="791778" y="2528340"/>
                <a:ext cx="2192996" cy="74870"/>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9" name="Google Shape;8689;p110"/>
              <p:cNvGrpSpPr/>
              <p:nvPr/>
            </p:nvGrpSpPr>
            <p:grpSpPr>
              <a:xfrm>
                <a:off x="755323" y="1296401"/>
                <a:ext cx="2229402" cy="1260474"/>
                <a:chOff x="755248" y="1560076"/>
                <a:chExt cx="2229402" cy="1260474"/>
              </a:xfrm>
            </p:grpSpPr>
            <p:sp>
              <p:nvSpPr>
                <p:cNvPr id="8690" name="Google Shape;8690;p110"/>
                <p:cNvSpPr/>
                <p:nvPr/>
              </p:nvSpPr>
              <p:spPr>
                <a:xfrm>
                  <a:off x="791950"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10"/>
                <p:cNvSpPr/>
                <p:nvPr/>
              </p:nvSpPr>
              <p:spPr>
                <a:xfrm rot="-2706523">
                  <a:off x="736754" y="1633311"/>
                  <a:ext cx="223588" cy="40729"/>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92" name="Google Shape;8692;p110"/>
            <p:cNvSpPr/>
            <p:nvPr/>
          </p:nvSpPr>
          <p:spPr>
            <a:xfrm rot="2440061">
              <a:off x="6740494" y="1216410"/>
              <a:ext cx="505470" cy="9212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3" name="Google Shape;8693;p11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Locations</a:t>
            </a:r>
            <a:endParaRPr/>
          </a:p>
        </p:txBody>
      </p:sp>
      <p:grpSp>
        <p:nvGrpSpPr>
          <p:cNvPr id="8694" name="Google Shape;8694;p110"/>
          <p:cNvGrpSpPr/>
          <p:nvPr/>
        </p:nvGrpSpPr>
        <p:grpSpPr>
          <a:xfrm>
            <a:off x="2981331" y="1872669"/>
            <a:ext cx="3181570" cy="1761036"/>
            <a:chOff x="2654821" y="2311071"/>
            <a:chExt cx="2279715" cy="1262120"/>
          </a:xfrm>
        </p:grpSpPr>
        <p:grpSp>
          <p:nvGrpSpPr>
            <p:cNvPr id="8695" name="Google Shape;8695;p110"/>
            <p:cNvGrpSpPr/>
            <p:nvPr/>
          </p:nvGrpSpPr>
          <p:grpSpPr>
            <a:xfrm>
              <a:off x="4034269" y="2840745"/>
              <a:ext cx="40212" cy="36437"/>
              <a:chOff x="4293400" y="2574725"/>
              <a:chExt cx="84425" cy="80100"/>
            </a:xfrm>
          </p:grpSpPr>
          <p:sp>
            <p:nvSpPr>
              <p:cNvPr id="8696" name="Google Shape;8696;p11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2"/>
              </a:solidFill>
              <a:ln>
                <a:noFill/>
              </a:ln>
            </p:spPr>
          </p:sp>
          <p:sp>
            <p:nvSpPr>
              <p:cNvPr id="8697" name="Google Shape;8697;p11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110"/>
            <p:cNvGrpSpPr/>
            <p:nvPr/>
          </p:nvGrpSpPr>
          <p:grpSpPr>
            <a:xfrm>
              <a:off x="3894606" y="2334874"/>
              <a:ext cx="913198" cy="518984"/>
              <a:chOff x="4000175" y="1462675"/>
              <a:chExt cx="1917275" cy="1140875"/>
            </a:xfrm>
          </p:grpSpPr>
          <p:sp>
            <p:nvSpPr>
              <p:cNvPr id="8699" name="Google Shape;8699;p11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2"/>
              </a:solidFill>
              <a:ln>
                <a:noFill/>
              </a:ln>
            </p:spPr>
          </p:sp>
          <p:grpSp>
            <p:nvGrpSpPr>
              <p:cNvPr id="8700" name="Google Shape;8700;p110"/>
              <p:cNvGrpSpPr/>
              <p:nvPr/>
            </p:nvGrpSpPr>
            <p:grpSpPr>
              <a:xfrm>
                <a:off x="4000175" y="1462675"/>
                <a:ext cx="1917275" cy="1140875"/>
                <a:chOff x="4000175" y="1462675"/>
                <a:chExt cx="1917275" cy="1140875"/>
              </a:xfrm>
            </p:grpSpPr>
            <p:sp>
              <p:nvSpPr>
                <p:cNvPr id="8701" name="Google Shape;8701;p11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2"/>
                </a:solidFill>
                <a:ln>
                  <a:noFill/>
                </a:ln>
              </p:spPr>
            </p:sp>
            <p:sp>
              <p:nvSpPr>
                <p:cNvPr id="8702" name="Google Shape;8702;p11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1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1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1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06" name="Google Shape;8706;p11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7" name="Google Shape;8707;p110"/>
            <p:cNvGrpSpPr/>
            <p:nvPr/>
          </p:nvGrpSpPr>
          <p:grpSpPr>
            <a:xfrm>
              <a:off x="3875768" y="2846704"/>
              <a:ext cx="44796" cy="47366"/>
              <a:chOff x="3960625" y="2587825"/>
              <a:chExt cx="94050" cy="104125"/>
            </a:xfrm>
          </p:grpSpPr>
          <p:sp>
            <p:nvSpPr>
              <p:cNvPr id="8708" name="Google Shape;8708;p11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2"/>
              </a:solidFill>
              <a:ln>
                <a:noFill/>
              </a:ln>
            </p:spPr>
          </p:sp>
          <p:sp>
            <p:nvSpPr>
              <p:cNvPr id="8709" name="Google Shape;8709;p11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110"/>
            <p:cNvGrpSpPr/>
            <p:nvPr/>
          </p:nvGrpSpPr>
          <p:grpSpPr>
            <a:xfrm>
              <a:off x="3782759" y="2807162"/>
              <a:ext cx="82686" cy="85487"/>
              <a:chOff x="3765350" y="2500900"/>
              <a:chExt cx="173600" cy="187925"/>
            </a:xfrm>
          </p:grpSpPr>
          <p:sp>
            <p:nvSpPr>
              <p:cNvPr id="8711" name="Google Shape;8711;p11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2"/>
              </a:solidFill>
              <a:ln>
                <a:noFill/>
              </a:ln>
            </p:spPr>
          </p:sp>
          <p:sp>
            <p:nvSpPr>
              <p:cNvPr id="8712" name="Google Shape;8712;p11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1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1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1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1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110"/>
            <p:cNvGrpSpPr/>
            <p:nvPr/>
          </p:nvGrpSpPr>
          <p:grpSpPr>
            <a:xfrm>
              <a:off x="3775674" y="2798496"/>
              <a:ext cx="40545" cy="23564"/>
              <a:chOff x="3750475" y="2481850"/>
              <a:chExt cx="85125" cy="51800"/>
            </a:xfrm>
          </p:grpSpPr>
          <p:sp>
            <p:nvSpPr>
              <p:cNvPr id="8718" name="Google Shape;8718;p11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1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2"/>
              </a:solidFill>
              <a:ln>
                <a:noFill/>
              </a:ln>
            </p:spPr>
          </p:sp>
        </p:grpSp>
        <p:grpSp>
          <p:nvGrpSpPr>
            <p:cNvPr id="8720" name="Google Shape;8720;p110"/>
            <p:cNvGrpSpPr/>
            <p:nvPr/>
          </p:nvGrpSpPr>
          <p:grpSpPr>
            <a:xfrm>
              <a:off x="3716946" y="2776024"/>
              <a:ext cx="81971" cy="76912"/>
              <a:chOff x="3627175" y="2432450"/>
              <a:chExt cx="172100" cy="169075"/>
            </a:xfrm>
          </p:grpSpPr>
          <p:sp>
            <p:nvSpPr>
              <p:cNvPr id="8721" name="Google Shape;8721;p11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1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2"/>
              </a:solidFill>
              <a:ln>
                <a:noFill/>
              </a:ln>
            </p:spPr>
          </p:sp>
          <p:sp>
            <p:nvSpPr>
              <p:cNvPr id="8723" name="Google Shape;8723;p11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2"/>
              </a:solidFill>
              <a:ln>
                <a:noFill/>
              </a:ln>
            </p:spPr>
          </p:sp>
        </p:grpSp>
        <p:grpSp>
          <p:nvGrpSpPr>
            <p:cNvPr id="8724" name="Google Shape;8724;p110"/>
            <p:cNvGrpSpPr/>
            <p:nvPr/>
          </p:nvGrpSpPr>
          <p:grpSpPr>
            <a:xfrm>
              <a:off x="3685682" y="2845624"/>
              <a:ext cx="29311" cy="45055"/>
              <a:chOff x="3561536" y="2585450"/>
              <a:chExt cx="61539" cy="99045"/>
            </a:xfrm>
          </p:grpSpPr>
          <p:sp>
            <p:nvSpPr>
              <p:cNvPr id="8725" name="Google Shape;8725;p11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1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2"/>
              </a:solidFill>
              <a:ln>
                <a:noFill/>
              </a:ln>
            </p:spPr>
          </p:sp>
        </p:grpSp>
        <p:grpSp>
          <p:nvGrpSpPr>
            <p:cNvPr id="8727" name="Google Shape;8727;p110"/>
            <p:cNvGrpSpPr/>
            <p:nvPr/>
          </p:nvGrpSpPr>
          <p:grpSpPr>
            <a:xfrm>
              <a:off x="3849905" y="2572252"/>
              <a:ext cx="74339" cy="119559"/>
              <a:chOff x="3906325" y="1984500"/>
              <a:chExt cx="156075" cy="262825"/>
            </a:xfrm>
          </p:grpSpPr>
          <p:sp>
            <p:nvSpPr>
              <p:cNvPr id="8728" name="Google Shape;8728;p11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2"/>
              </a:solidFill>
              <a:ln>
                <a:noFill/>
              </a:ln>
            </p:spPr>
          </p:sp>
          <p:sp>
            <p:nvSpPr>
              <p:cNvPr id="8729" name="Google Shape;8729;p11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110"/>
            <p:cNvGrpSpPr/>
            <p:nvPr/>
          </p:nvGrpSpPr>
          <p:grpSpPr>
            <a:xfrm>
              <a:off x="2654821" y="2414345"/>
              <a:ext cx="667570" cy="558731"/>
              <a:chOff x="1397225" y="1637375"/>
              <a:chExt cx="1401575" cy="1228250"/>
            </a:xfrm>
          </p:grpSpPr>
          <p:sp>
            <p:nvSpPr>
              <p:cNvPr id="8731" name="Google Shape;8731;p11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2"/>
              </a:solidFill>
              <a:ln>
                <a:noFill/>
              </a:ln>
            </p:spPr>
          </p:sp>
          <p:grpSp>
            <p:nvGrpSpPr>
              <p:cNvPr id="8732" name="Google Shape;8732;p110"/>
              <p:cNvGrpSpPr/>
              <p:nvPr/>
            </p:nvGrpSpPr>
            <p:grpSpPr>
              <a:xfrm>
                <a:off x="1397225" y="1637375"/>
                <a:ext cx="1398775" cy="1228250"/>
                <a:chOff x="1397225" y="1637375"/>
                <a:chExt cx="1398775" cy="1228250"/>
              </a:xfrm>
            </p:grpSpPr>
            <p:sp>
              <p:nvSpPr>
                <p:cNvPr id="8733" name="Google Shape;8733;p11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1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5" name="Google Shape;8735;p110"/>
            <p:cNvGrpSpPr/>
            <p:nvPr/>
          </p:nvGrpSpPr>
          <p:grpSpPr>
            <a:xfrm>
              <a:off x="3230417" y="3103734"/>
              <a:ext cx="282982" cy="280332"/>
              <a:chOff x="2605700" y="3152850"/>
              <a:chExt cx="594125" cy="616250"/>
            </a:xfrm>
          </p:grpSpPr>
          <p:sp>
            <p:nvSpPr>
              <p:cNvPr id="8736" name="Google Shape;8736;p11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2"/>
              </a:solidFill>
              <a:ln>
                <a:noFill/>
              </a:ln>
            </p:spPr>
          </p:sp>
          <p:sp>
            <p:nvSpPr>
              <p:cNvPr id="8737" name="Google Shape;8737;p11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738" name="Google Shape;8738;p110"/>
            <p:cNvGrpSpPr/>
            <p:nvPr/>
          </p:nvGrpSpPr>
          <p:grpSpPr>
            <a:xfrm>
              <a:off x="3265985" y="3226989"/>
              <a:ext cx="87151" cy="346202"/>
              <a:chOff x="2680375" y="3423800"/>
              <a:chExt cx="182975" cy="761050"/>
            </a:xfrm>
          </p:grpSpPr>
          <p:sp>
            <p:nvSpPr>
              <p:cNvPr id="8739" name="Google Shape;8739;p11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2"/>
              </a:solidFill>
              <a:ln>
                <a:noFill/>
              </a:ln>
            </p:spPr>
          </p:sp>
          <p:sp>
            <p:nvSpPr>
              <p:cNvPr id="8740" name="Google Shape;8740;p11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110"/>
            <p:cNvGrpSpPr/>
            <p:nvPr/>
          </p:nvGrpSpPr>
          <p:grpSpPr>
            <a:xfrm>
              <a:off x="3855466" y="3289811"/>
              <a:ext cx="112514" cy="94210"/>
              <a:chOff x="3918000" y="3561900"/>
              <a:chExt cx="236225" cy="207100"/>
            </a:xfrm>
          </p:grpSpPr>
          <p:sp>
            <p:nvSpPr>
              <p:cNvPr id="8742" name="Google Shape;8742;p11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2"/>
              </a:solidFill>
              <a:ln>
                <a:noFill/>
              </a:ln>
            </p:spPr>
          </p:sp>
          <p:sp>
            <p:nvSpPr>
              <p:cNvPr id="8743" name="Google Shape;8743;p11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4" name="Google Shape;8744;p11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1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1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747" name="Google Shape;8747;p110"/>
            <p:cNvGrpSpPr/>
            <p:nvPr/>
          </p:nvGrpSpPr>
          <p:grpSpPr>
            <a:xfrm>
              <a:off x="2905224" y="2311071"/>
              <a:ext cx="596721" cy="528992"/>
              <a:chOff x="1922950" y="1410350"/>
              <a:chExt cx="1252825" cy="1162875"/>
            </a:xfrm>
          </p:grpSpPr>
          <p:sp>
            <p:nvSpPr>
              <p:cNvPr id="8748" name="Google Shape;8748;p11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1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1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1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1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1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1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1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1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1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1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1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1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1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1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1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764" name="Google Shape;8764;p11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1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1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1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1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1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1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1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1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1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1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1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1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1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1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1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1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1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1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1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84" name="Google Shape;8784;p11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85" name="Google Shape;8785;p11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6" name="Google Shape;8786;p110"/>
            <p:cNvGrpSpPr/>
            <p:nvPr/>
          </p:nvGrpSpPr>
          <p:grpSpPr>
            <a:xfrm>
              <a:off x="3280929" y="3294542"/>
              <a:ext cx="109894" cy="272224"/>
              <a:chOff x="2711750" y="3572300"/>
              <a:chExt cx="230725" cy="598425"/>
            </a:xfrm>
          </p:grpSpPr>
          <p:sp>
            <p:nvSpPr>
              <p:cNvPr id="8787" name="Google Shape;8787;p11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1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9" name="Google Shape;8789;p11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0" name="Google Shape;8790;p110"/>
            <p:cNvGrpSpPr/>
            <p:nvPr/>
          </p:nvGrpSpPr>
          <p:grpSpPr>
            <a:xfrm>
              <a:off x="3790439" y="2408636"/>
              <a:ext cx="73017" cy="75684"/>
              <a:chOff x="3781475" y="1624825"/>
              <a:chExt cx="153300" cy="166375"/>
            </a:xfrm>
          </p:grpSpPr>
          <p:sp>
            <p:nvSpPr>
              <p:cNvPr id="8791" name="Google Shape;8791;p11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1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1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1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5" name="Google Shape;8795;p11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1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1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1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1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1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1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2" name="Google Shape;8802;p110"/>
            <p:cNvGrpSpPr/>
            <p:nvPr/>
          </p:nvGrpSpPr>
          <p:grpSpPr>
            <a:xfrm>
              <a:off x="4403342" y="3107749"/>
              <a:ext cx="316680" cy="101374"/>
              <a:chOff x="5068275" y="3161675"/>
              <a:chExt cx="664875" cy="222850"/>
            </a:xfrm>
          </p:grpSpPr>
          <p:sp>
            <p:nvSpPr>
              <p:cNvPr id="8803" name="Google Shape;8803;p11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1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1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1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7" name="Google Shape;8807;p11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1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1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1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1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1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1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1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1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1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1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1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1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1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1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1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1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1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1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1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1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1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1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1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1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1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1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1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1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6" name="Google Shape;8836;p110"/>
            <p:cNvGrpSpPr/>
            <p:nvPr/>
          </p:nvGrpSpPr>
          <p:grpSpPr>
            <a:xfrm>
              <a:off x="3697513" y="2707266"/>
              <a:ext cx="59549" cy="79733"/>
              <a:chOff x="3586375" y="2281300"/>
              <a:chExt cx="125025" cy="175275"/>
            </a:xfrm>
          </p:grpSpPr>
          <p:sp>
            <p:nvSpPr>
              <p:cNvPr id="8837" name="Google Shape;8837;p11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1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9" name="Google Shape;8839;p11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110"/>
            <p:cNvGrpSpPr/>
            <p:nvPr/>
          </p:nvGrpSpPr>
          <p:grpSpPr>
            <a:xfrm>
              <a:off x="4513224" y="3221724"/>
              <a:ext cx="274563" cy="280321"/>
              <a:chOff x="5298975" y="3412225"/>
              <a:chExt cx="576450" cy="616225"/>
            </a:xfrm>
          </p:grpSpPr>
          <p:sp>
            <p:nvSpPr>
              <p:cNvPr id="8841" name="Google Shape;8841;p11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42" name="Google Shape;8842;p11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110"/>
            <p:cNvGrpSpPr/>
            <p:nvPr/>
          </p:nvGrpSpPr>
          <p:grpSpPr>
            <a:xfrm>
              <a:off x="4824403" y="3421846"/>
              <a:ext cx="110132" cy="130647"/>
              <a:chOff x="5952300" y="3852150"/>
              <a:chExt cx="231225" cy="287200"/>
            </a:xfrm>
          </p:grpSpPr>
          <p:sp>
            <p:nvSpPr>
              <p:cNvPr id="8844" name="Google Shape;8844;p11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1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11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1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10"/>
            <p:cNvSpPr/>
            <p:nvPr/>
          </p:nvSpPr>
          <p:spPr>
            <a:xfrm>
              <a:off x="4442708" y="2990191"/>
              <a:ext cx="762" cy="967"/>
            </a:xfrm>
            <a:custGeom>
              <a:rect b="b" l="l" r="r" t="t"/>
              <a:pathLst>
                <a:path extrusionOk="0" h="85" w="64">
                  <a:moveTo>
                    <a:pt x="63" y="85"/>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10"/>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1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1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1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1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4" name="Google Shape;8854;p110"/>
            <p:cNvGrpSpPr/>
            <p:nvPr/>
          </p:nvGrpSpPr>
          <p:grpSpPr>
            <a:xfrm>
              <a:off x="4295710" y="3079670"/>
              <a:ext cx="14968" cy="27135"/>
              <a:chOff x="4842300" y="3099950"/>
              <a:chExt cx="31425" cy="59650"/>
            </a:xfrm>
          </p:grpSpPr>
          <p:sp>
            <p:nvSpPr>
              <p:cNvPr id="8855" name="Google Shape;8855;p11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1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1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1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9" name="Google Shape;8859;p11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1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1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1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1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1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1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1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7" name="Google Shape;8867;p110"/>
            <p:cNvGrpSpPr/>
            <p:nvPr/>
          </p:nvGrpSpPr>
          <p:grpSpPr>
            <a:xfrm>
              <a:off x="3831056" y="2816010"/>
              <a:ext cx="37378" cy="27612"/>
              <a:chOff x="3866750" y="2520350"/>
              <a:chExt cx="78475" cy="60700"/>
            </a:xfrm>
          </p:grpSpPr>
          <p:sp>
            <p:nvSpPr>
              <p:cNvPr id="8868" name="Google Shape;8868;p11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1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1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1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2" name="Google Shape;8872;p11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1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1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1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1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1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1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1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1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1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1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1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1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1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1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1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1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889" name="Google Shape;8889;p11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1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1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1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1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1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1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1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1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1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1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1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901" name="Google Shape;8901;p11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1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1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1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1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1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1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1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1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1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1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1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1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4" name="Google Shape;8914;p110"/>
            <p:cNvGrpSpPr/>
            <p:nvPr/>
          </p:nvGrpSpPr>
          <p:grpSpPr>
            <a:xfrm>
              <a:off x="3632736" y="3051591"/>
              <a:ext cx="63288" cy="45217"/>
              <a:chOff x="3450375" y="3038225"/>
              <a:chExt cx="132875" cy="99400"/>
            </a:xfrm>
          </p:grpSpPr>
          <p:sp>
            <p:nvSpPr>
              <p:cNvPr id="8915" name="Google Shape;8915;p11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1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7" name="Google Shape;8917;p11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1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1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1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1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1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1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1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1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926" name="Google Shape;8926;p11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1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1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1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1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1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1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1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1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1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936" name="Google Shape;8936;p11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1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1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1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1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1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942" name="Google Shape;8942;p11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1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1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1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1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1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10"/>
            <p:cNvSpPr/>
            <p:nvPr/>
          </p:nvSpPr>
          <p:spPr>
            <a:xfrm>
              <a:off x="4036853" y="2853608"/>
              <a:ext cx="1250" cy="1205"/>
            </a:xfrm>
            <a:custGeom>
              <a:rect b="b" l="l" r="r" t="t"/>
              <a:pathLst>
                <a:path extrusionOk="0" fill="none" h="106" w="105">
                  <a:moveTo>
                    <a:pt x="105" y="105"/>
                  </a:moveTo>
                  <a:lnTo>
                    <a:pt x="0" y="1"/>
                  </a:lnTo>
                </a:path>
              </a:pathLst>
            </a:custGeom>
            <a:solidFill>
              <a:schemeClr val="accent2"/>
            </a:solidFill>
            <a:ln cap="rnd" cmpd="sng" w="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1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1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1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110"/>
          <p:cNvSpPr/>
          <p:nvPr/>
        </p:nvSpPr>
        <p:spPr>
          <a:xfrm>
            <a:off x="715050" y="1518500"/>
            <a:ext cx="1794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lt1"/>
              </a:solidFill>
            </a:endParaRPr>
          </a:p>
        </p:txBody>
      </p:sp>
      <p:sp>
        <p:nvSpPr>
          <p:cNvPr id="8953" name="Google Shape;8953;p110"/>
          <p:cNvSpPr txBox="1"/>
          <p:nvPr/>
        </p:nvSpPr>
        <p:spPr>
          <a:xfrm>
            <a:off x="715050" y="2003749"/>
            <a:ext cx="1794000" cy="64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8954" name="Google Shape;8954;p110"/>
          <p:cNvSpPr/>
          <p:nvPr/>
        </p:nvSpPr>
        <p:spPr>
          <a:xfrm>
            <a:off x="715050" y="2965750"/>
            <a:ext cx="1794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Jupiter</a:t>
            </a:r>
            <a:endParaRPr>
              <a:solidFill>
                <a:schemeClr val="lt1"/>
              </a:solidFill>
            </a:endParaRPr>
          </a:p>
        </p:txBody>
      </p:sp>
      <p:sp>
        <p:nvSpPr>
          <p:cNvPr id="8955" name="Google Shape;8955;p110"/>
          <p:cNvSpPr txBox="1"/>
          <p:nvPr/>
        </p:nvSpPr>
        <p:spPr>
          <a:xfrm>
            <a:off x="715050" y="3450999"/>
            <a:ext cx="1794000" cy="643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Jupiter is the biggest planet in the Solar System</a:t>
            </a:r>
            <a:endParaRPr>
              <a:solidFill>
                <a:schemeClr val="dk1"/>
              </a:solidFill>
              <a:latin typeface="Open Sans"/>
              <a:ea typeface="Open Sans"/>
              <a:cs typeface="Open Sans"/>
              <a:sym typeface="Open Sans"/>
            </a:endParaRPr>
          </a:p>
        </p:txBody>
      </p:sp>
      <p:sp>
        <p:nvSpPr>
          <p:cNvPr id="8956" name="Google Shape;8956;p110"/>
          <p:cNvSpPr/>
          <p:nvPr/>
        </p:nvSpPr>
        <p:spPr>
          <a:xfrm>
            <a:off x="6635150" y="1518500"/>
            <a:ext cx="1794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Mars</a:t>
            </a:r>
            <a:endParaRPr b="1" sz="1800">
              <a:solidFill>
                <a:schemeClr val="lt1"/>
              </a:solidFill>
              <a:latin typeface="Balsamiq Sans"/>
              <a:ea typeface="Balsamiq Sans"/>
              <a:cs typeface="Balsamiq Sans"/>
              <a:sym typeface="Balsamiq Sans"/>
            </a:endParaRPr>
          </a:p>
        </p:txBody>
      </p:sp>
      <p:sp>
        <p:nvSpPr>
          <p:cNvPr id="8957" name="Google Shape;8957;p110"/>
          <p:cNvSpPr txBox="1"/>
          <p:nvPr/>
        </p:nvSpPr>
        <p:spPr>
          <a:xfrm>
            <a:off x="6635150" y="2003749"/>
            <a:ext cx="1794000" cy="643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Despite being red, Mars is actually a cold place</a:t>
            </a:r>
            <a:endParaRPr>
              <a:solidFill>
                <a:schemeClr val="dk1"/>
              </a:solidFill>
              <a:latin typeface="Open Sans"/>
              <a:ea typeface="Open Sans"/>
              <a:cs typeface="Open Sans"/>
              <a:sym typeface="Open Sans"/>
            </a:endParaRPr>
          </a:p>
        </p:txBody>
      </p:sp>
      <p:sp>
        <p:nvSpPr>
          <p:cNvPr id="8958" name="Google Shape;8958;p110"/>
          <p:cNvSpPr/>
          <p:nvPr/>
        </p:nvSpPr>
        <p:spPr>
          <a:xfrm>
            <a:off x="6635150" y="2965750"/>
            <a:ext cx="17940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lt1"/>
                </a:solidFill>
                <a:latin typeface="Balsamiq Sans"/>
                <a:ea typeface="Balsamiq Sans"/>
                <a:cs typeface="Balsamiq Sans"/>
                <a:sym typeface="Balsamiq Sans"/>
              </a:rPr>
              <a:t>Saturn</a:t>
            </a:r>
            <a:endParaRPr>
              <a:solidFill>
                <a:schemeClr val="lt1"/>
              </a:solidFill>
            </a:endParaRPr>
          </a:p>
        </p:txBody>
      </p:sp>
      <p:sp>
        <p:nvSpPr>
          <p:cNvPr id="8959" name="Google Shape;8959;p110"/>
          <p:cNvSpPr txBox="1"/>
          <p:nvPr/>
        </p:nvSpPr>
        <p:spPr>
          <a:xfrm>
            <a:off x="6635150" y="3450999"/>
            <a:ext cx="1794000" cy="643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Saturn is a gas giant and has several rings</a:t>
            </a:r>
            <a:endParaRPr>
              <a:solidFill>
                <a:schemeClr val="dk1"/>
              </a:solidFill>
              <a:latin typeface="Open Sans"/>
              <a:ea typeface="Open Sans"/>
              <a:cs typeface="Open Sans"/>
              <a:sym typeface="Open Sans"/>
            </a:endParaRPr>
          </a:p>
        </p:txBody>
      </p:sp>
      <p:grpSp>
        <p:nvGrpSpPr>
          <p:cNvPr id="8960" name="Google Shape;8960;p110"/>
          <p:cNvGrpSpPr/>
          <p:nvPr/>
        </p:nvGrpSpPr>
        <p:grpSpPr>
          <a:xfrm>
            <a:off x="5950625" y="3562775"/>
            <a:ext cx="837800" cy="1347200"/>
            <a:chOff x="4304125" y="3580575"/>
            <a:chExt cx="837800" cy="1347200"/>
          </a:xfrm>
        </p:grpSpPr>
        <p:sp>
          <p:nvSpPr>
            <p:cNvPr id="8961" name="Google Shape;8961;p110"/>
            <p:cNvSpPr/>
            <p:nvPr/>
          </p:nvSpPr>
          <p:spPr>
            <a:xfrm>
              <a:off x="4325425" y="4743150"/>
              <a:ext cx="816500" cy="184625"/>
            </a:xfrm>
            <a:custGeom>
              <a:rect b="b" l="l" r="r" t="t"/>
              <a:pathLst>
                <a:path extrusionOk="0" h="7385" w="32660">
                  <a:moveTo>
                    <a:pt x="16330" y="1"/>
                  </a:moveTo>
                  <a:cubicBezTo>
                    <a:pt x="7299" y="1"/>
                    <a:pt x="1" y="1648"/>
                    <a:pt x="1" y="3693"/>
                  </a:cubicBezTo>
                  <a:cubicBezTo>
                    <a:pt x="1" y="5738"/>
                    <a:pt x="7299" y="7385"/>
                    <a:pt x="16330" y="7385"/>
                  </a:cubicBezTo>
                  <a:cubicBezTo>
                    <a:pt x="25332" y="7385"/>
                    <a:pt x="32659" y="5738"/>
                    <a:pt x="32659" y="3693"/>
                  </a:cubicBezTo>
                  <a:cubicBezTo>
                    <a:pt x="32659" y="1648"/>
                    <a:pt x="25332"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10"/>
            <p:cNvSpPr/>
            <p:nvPr/>
          </p:nvSpPr>
          <p:spPr>
            <a:xfrm>
              <a:off x="4304125" y="4168075"/>
              <a:ext cx="834250" cy="117175"/>
            </a:xfrm>
            <a:custGeom>
              <a:rect b="b" l="l" r="r" t="t"/>
              <a:pathLst>
                <a:path extrusionOk="0" h="4687" w="33370">
                  <a:moveTo>
                    <a:pt x="16671" y="1"/>
                  </a:moveTo>
                  <a:cubicBezTo>
                    <a:pt x="7441" y="1"/>
                    <a:pt x="1" y="1052"/>
                    <a:pt x="1" y="2330"/>
                  </a:cubicBezTo>
                  <a:cubicBezTo>
                    <a:pt x="1" y="3608"/>
                    <a:pt x="7441" y="4687"/>
                    <a:pt x="16671" y="4687"/>
                  </a:cubicBezTo>
                  <a:cubicBezTo>
                    <a:pt x="25900" y="4687"/>
                    <a:pt x="33369" y="3636"/>
                    <a:pt x="33369" y="2330"/>
                  </a:cubicBezTo>
                  <a:cubicBezTo>
                    <a:pt x="33369" y="1052"/>
                    <a:pt x="25900" y="1"/>
                    <a:pt x="166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10"/>
            <p:cNvSpPr/>
            <p:nvPr/>
          </p:nvSpPr>
          <p:spPr>
            <a:xfrm>
              <a:off x="4338925" y="4214225"/>
              <a:ext cx="763950" cy="71025"/>
            </a:xfrm>
            <a:custGeom>
              <a:rect b="b" l="l" r="r" t="t"/>
              <a:pathLst>
                <a:path extrusionOk="0" h="2841" w="30558">
                  <a:moveTo>
                    <a:pt x="15279" y="1"/>
                  </a:moveTo>
                  <a:cubicBezTo>
                    <a:pt x="8463" y="1"/>
                    <a:pt x="2585" y="597"/>
                    <a:pt x="0" y="1421"/>
                  </a:cubicBezTo>
                  <a:cubicBezTo>
                    <a:pt x="2585" y="2273"/>
                    <a:pt x="8463" y="2841"/>
                    <a:pt x="15279" y="2841"/>
                  </a:cubicBezTo>
                  <a:cubicBezTo>
                    <a:pt x="22123" y="2841"/>
                    <a:pt x="28002" y="2273"/>
                    <a:pt x="30557" y="1421"/>
                  </a:cubicBezTo>
                  <a:cubicBezTo>
                    <a:pt x="28002" y="597"/>
                    <a:pt x="22123" y="1"/>
                    <a:pt x="15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10"/>
            <p:cNvSpPr/>
            <p:nvPr/>
          </p:nvSpPr>
          <p:spPr>
            <a:xfrm>
              <a:off x="4654850" y="3580575"/>
              <a:ext cx="192425" cy="291575"/>
            </a:xfrm>
            <a:custGeom>
              <a:rect b="b" l="l" r="r" t="t"/>
              <a:pathLst>
                <a:path extrusionOk="0" h="11663" w="7697">
                  <a:moveTo>
                    <a:pt x="4278" y="0"/>
                  </a:moveTo>
                  <a:cubicBezTo>
                    <a:pt x="4154" y="0"/>
                    <a:pt x="4029" y="41"/>
                    <a:pt x="3920" y="129"/>
                  </a:cubicBezTo>
                  <a:cubicBezTo>
                    <a:pt x="3778" y="271"/>
                    <a:pt x="3636" y="441"/>
                    <a:pt x="3551" y="640"/>
                  </a:cubicBezTo>
                  <a:cubicBezTo>
                    <a:pt x="3323" y="1123"/>
                    <a:pt x="3153" y="1662"/>
                    <a:pt x="3039" y="2173"/>
                  </a:cubicBezTo>
                  <a:cubicBezTo>
                    <a:pt x="2841" y="3110"/>
                    <a:pt x="2699" y="4048"/>
                    <a:pt x="2500" y="4985"/>
                  </a:cubicBezTo>
                  <a:cubicBezTo>
                    <a:pt x="2443" y="4701"/>
                    <a:pt x="2386" y="4388"/>
                    <a:pt x="2301" y="4104"/>
                  </a:cubicBezTo>
                  <a:cubicBezTo>
                    <a:pt x="2187" y="3366"/>
                    <a:pt x="2017" y="2656"/>
                    <a:pt x="1761" y="1974"/>
                  </a:cubicBezTo>
                  <a:cubicBezTo>
                    <a:pt x="1676" y="1719"/>
                    <a:pt x="1563" y="1492"/>
                    <a:pt x="1392" y="1293"/>
                  </a:cubicBezTo>
                  <a:cubicBezTo>
                    <a:pt x="1265" y="1090"/>
                    <a:pt x="1059" y="994"/>
                    <a:pt x="854" y="994"/>
                  </a:cubicBezTo>
                  <a:cubicBezTo>
                    <a:pt x="601" y="994"/>
                    <a:pt x="350" y="1140"/>
                    <a:pt x="256" y="1407"/>
                  </a:cubicBezTo>
                  <a:cubicBezTo>
                    <a:pt x="86" y="1719"/>
                    <a:pt x="29" y="2031"/>
                    <a:pt x="29" y="2372"/>
                  </a:cubicBezTo>
                  <a:cubicBezTo>
                    <a:pt x="1" y="3252"/>
                    <a:pt x="86" y="4133"/>
                    <a:pt x="256" y="4985"/>
                  </a:cubicBezTo>
                  <a:cubicBezTo>
                    <a:pt x="626" y="6831"/>
                    <a:pt x="1193" y="8591"/>
                    <a:pt x="1960" y="10295"/>
                  </a:cubicBezTo>
                  <a:cubicBezTo>
                    <a:pt x="2131" y="10693"/>
                    <a:pt x="2301" y="11034"/>
                    <a:pt x="2471" y="11403"/>
                  </a:cubicBezTo>
                  <a:cubicBezTo>
                    <a:pt x="2548" y="11556"/>
                    <a:pt x="2716" y="11663"/>
                    <a:pt x="2893" y="11663"/>
                  </a:cubicBezTo>
                  <a:cubicBezTo>
                    <a:pt x="2913" y="11663"/>
                    <a:pt x="2934" y="11661"/>
                    <a:pt x="2954" y="11659"/>
                  </a:cubicBezTo>
                  <a:cubicBezTo>
                    <a:pt x="3267" y="11659"/>
                    <a:pt x="3551" y="11488"/>
                    <a:pt x="3693" y="11204"/>
                  </a:cubicBezTo>
                  <a:cubicBezTo>
                    <a:pt x="4147" y="10551"/>
                    <a:pt x="4630" y="9898"/>
                    <a:pt x="5027" y="9216"/>
                  </a:cubicBezTo>
                  <a:cubicBezTo>
                    <a:pt x="5879" y="7825"/>
                    <a:pt x="6589" y="6376"/>
                    <a:pt x="7157" y="4871"/>
                  </a:cubicBezTo>
                  <a:cubicBezTo>
                    <a:pt x="7384" y="4218"/>
                    <a:pt x="7555" y="3565"/>
                    <a:pt x="7668" y="2883"/>
                  </a:cubicBezTo>
                  <a:cubicBezTo>
                    <a:pt x="7697" y="2684"/>
                    <a:pt x="7668" y="2457"/>
                    <a:pt x="7612" y="2258"/>
                  </a:cubicBezTo>
                  <a:cubicBezTo>
                    <a:pt x="7583" y="2088"/>
                    <a:pt x="7441" y="1974"/>
                    <a:pt x="7271" y="1946"/>
                  </a:cubicBezTo>
                  <a:cubicBezTo>
                    <a:pt x="7210" y="1923"/>
                    <a:pt x="7147" y="1913"/>
                    <a:pt x="7084" y="1913"/>
                  </a:cubicBezTo>
                  <a:cubicBezTo>
                    <a:pt x="6913" y="1913"/>
                    <a:pt x="6742" y="1992"/>
                    <a:pt x="6618" y="2116"/>
                  </a:cubicBezTo>
                  <a:cubicBezTo>
                    <a:pt x="6362" y="2372"/>
                    <a:pt x="6163" y="2656"/>
                    <a:pt x="5965" y="2968"/>
                  </a:cubicBezTo>
                  <a:cubicBezTo>
                    <a:pt x="5510" y="3707"/>
                    <a:pt x="5084" y="4474"/>
                    <a:pt x="4630" y="5212"/>
                  </a:cubicBezTo>
                  <a:cubicBezTo>
                    <a:pt x="4573" y="5297"/>
                    <a:pt x="4516" y="5382"/>
                    <a:pt x="4459" y="5439"/>
                  </a:cubicBezTo>
                  <a:cubicBezTo>
                    <a:pt x="4439" y="5459"/>
                    <a:pt x="4405" y="5479"/>
                    <a:pt x="4377" y="5479"/>
                  </a:cubicBezTo>
                  <a:cubicBezTo>
                    <a:pt x="4365" y="5479"/>
                    <a:pt x="4354" y="5476"/>
                    <a:pt x="4346" y="5468"/>
                  </a:cubicBezTo>
                  <a:cubicBezTo>
                    <a:pt x="4317" y="5439"/>
                    <a:pt x="4289" y="5411"/>
                    <a:pt x="4289" y="5354"/>
                  </a:cubicBezTo>
                  <a:cubicBezTo>
                    <a:pt x="4289" y="5212"/>
                    <a:pt x="4317" y="5042"/>
                    <a:pt x="4346" y="4871"/>
                  </a:cubicBezTo>
                  <a:cubicBezTo>
                    <a:pt x="4431" y="4417"/>
                    <a:pt x="4545" y="3962"/>
                    <a:pt x="4630" y="3480"/>
                  </a:cubicBezTo>
                  <a:cubicBezTo>
                    <a:pt x="4829" y="2741"/>
                    <a:pt x="4942" y="2003"/>
                    <a:pt x="4971" y="1236"/>
                  </a:cubicBezTo>
                  <a:cubicBezTo>
                    <a:pt x="4999" y="924"/>
                    <a:pt x="4914" y="583"/>
                    <a:pt x="4772" y="299"/>
                  </a:cubicBezTo>
                  <a:cubicBezTo>
                    <a:pt x="4667" y="106"/>
                    <a:pt x="4475" y="0"/>
                    <a:pt x="42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10"/>
            <p:cNvSpPr/>
            <p:nvPr/>
          </p:nvSpPr>
          <p:spPr>
            <a:xfrm>
              <a:off x="4442575" y="3801350"/>
              <a:ext cx="566575" cy="550725"/>
            </a:xfrm>
            <a:custGeom>
              <a:rect b="b" l="l" r="r" t="t"/>
              <a:pathLst>
                <a:path extrusionOk="0" h="22029" w="22663">
                  <a:moveTo>
                    <a:pt x="15855" y="1"/>
                  </a:moveTo>
                  <a:cubicBezTo>
                    <a:pt x="15722" y="1"/>
                    <a:pt x="15587" y="6"/>
                    <a:pt x="15449" y="16"/>
                  </a:cubicBezTo>
                  <a:cubicBezTo>
                    <a:pt x="15080" y="44"/>
                    <a:pt x="14711" y="101"/>
                    <a:pt x="14342" y="215"/>
                  </a:cubicBezTo>
                  <a:cubicBezTo>
                    <a:pt x="13092" y="442"/>
                    <a:pt x="11985" y="1209"/>
                    <a:pt x="11360" y="2316"/>
                  </a:cubicBezTo>
                  <a:cubicBezTo>
                    <a:pt x="11332" y="2402"/>
                    <a:pt x="11246" y="2458"/>
                    <a:pt x="11161" y="2487"/>
                  </a:cubicBezTo>
                  <a:cubicBezTo>
                    <a:pt x="11019" y="2174"/>
                    <a:pt x="10906" y="1890"/>
                    <a:pt x="10764" y="1578"/>
                  </a:cubicBezTo>
                  <a:cubicBezTo>
                    <a:pt x="10423" y="811"/>
                    <a:pt x="9713" y="272"/>
                    <a:pt x="8889" y="130"/>
                  </a:cubicBezTo>
                  <a:cubicBezTo>
                    <a:pt x="8628" y="86"/>
                    <a:pt x="8367" y="64"/>
                    <a:pt x="8107" y="64"/>
                  </a:cubicBezTo>
                  <a:cubicBezTo>
                    <a:pt x="7520" y="64"/>
                    <a:pt x="6942" y="177"/>
                    <a:pt x="6390" y="414"/>
                  </a:cubicBezTo>
                  <a:cubicBezTo>
                    <a:pt x="4970" y="982"/>
                    <a:pt x="3806" y="2004"/>
                    <a:pt x="3011" y="3282"/>
                  </a:cubicBezTo>
                  <a:cubicBezTo>
                    <a:pt x="2528" y="4077"/>
                    <a:pt x="2102" y="4901"/>
                    <a:pt x="1761" y="5753"/>
                  </a:cubicBezTo>
                  <a:cubicBezTo>
                    <a:pt x="1023" y="7513"/>
                    <a:pt x="512" y="9331"/>
                    <a:pt x="228" y="11205"/>
                  </a:cubicBezTo>
                  <a:cubicBezTo>
                    <a:pt x="29" y="12426"/>
                    <a:pt x="0" y="13704"/>
                    <a:pt x="142" y="14954"/>
                  </a:cubicBezTo>
                  <a:cubicBezTo>
                    <a:pt x="313" y="16544"/>
                    <a:pt x="1165" y="17993"/>
                    <a:pt x="2443" y="18958"/>
                  </a:cubicBezTo>
                  <a:cubicBezTo>
                    <a:pt x="3011" y="19441"/>
                    <a:pt x="3749" y="19753"/>
                    <a:pt x="4487" y="19838"/>
                  </a:cubicBezTo>
                  <a:cubicBezTo>
                    <a:pt x="4771" y="19838"/>
                    <a:pt x="5055" y="19952"/>
                    <a:pt x="5197" y="20179"/>
                  </a:cubicBezTo>
                  <a:cubicBezTo>
                    <a:pt x="5680" y="20776"/>
                    <a:pt x="6305" y="21202"/>
                    <a:pt x="6987" y="21400"/>
                  </a:cubicBezTo>
                  <a:cubicBezTo>
                    <a:pt x="8151" y="21770"/>
                    <a:pt x="9344" y="21968"/>
                    <a:pt x="10536" y="22025"/>
                  </a:cubicBezTo>
                  <a:cubicBezTo>
                    <a:pt x="10632" y="22027"/>
                    <a:pt x="10728" y="22028"/>
                    <a:pt x="10824" y="22028"/>
                  </a:cubicBezTo>
                  <a:cubicBezTo>
                    <a:pt x="12059" y="22028"/>
                    <a:pt x="13269" y="21859"/>
                    <a:pt x="14456" y="21542"/>
                  </a:cubicBezTo>
                  <a:cubicBezTo>
                    <a:pt x="15109" y="21372"/>
                    <a:pt x="15705" y="21116"/>
                    <a:pt x="16245" y="20719"/>
                  </a:cubicBezTo>
                  <a:cubicBezTo>
                    <a:pt x="16472" y="20577"/>
                    <a:pt x="16699" y="20463"/>
                    <a:pt x="16898" y="20293"/>
                  </a:cubicBezTo>
                  <a:cubicBezTo>
                    <a:pt x="17032" y="20181"/>
                    <a:pt x="17218" y="20105"/>
                    <a:pt x="17403" y="20105"/>
                  </a:cubicBezTo>
                  <a:cubicBezTo>
                    <a:pt x="17453" y="20105"/>
                    <a:pt x="17502" y="20110"/>
                    <a:pt x="17551" y="20122"/>
                  </a:cubicBezTo>
                  <a:cubicBezTo>
                    <a:pt x="17892" y="20179"/>
                    <a:pt x="18261" y="20179"/>
                    <a:pt x="18602" y="20179"/>
                  </a:cubicBezTo>
                  <a:cubicBezTo>
                    <a:pt x="19056" y="20179"/>
                    <a:pt x="19454" y="20037"/>
                    <a:pt x="19795" y="19782"/>
                  </a:cubicBezTo>
                  <a:cubicBezTo>
                    <a:pt x="20135" y="19498"/>
                    <a:pt x="20476" y="19185"/>
                    <a:pt x="20760" y="18844"/>
                  </a:cubicBezTo>
                  <a:cubicBezTo>
                    <a:pt x="21214" y="18305"/>
                    <a:pt x="21555" y="17737"/>
                    <a:pt x="21839" y="17112"/>
                  </a:cubicBezTo>
                  <a:cubicBezTo>
                    <a:pt x="22294" y="16147"/>
                    <a:pt x="22549" y="15096"/>
                    <a:pt x="22578" y="14017"/>
                  </a:cubicBezTo>
                  <a:cubicBezTo>
                    <a:pt x="22663" y="12455"/>
                    <a:pt x="22606" y="10893"/>
                    <a:pt x="22407" y="9359"/>
                  </a:cubicBezTo>
                  <a:cubicBezTo>
                    <a:pt x="22208" y="7769"/>
                    <a:pt x="21811" y="6235"/>
                    <a:pt x="21214" y="4759"/>
                  </a:cubicBezTo>
                  <a:cubicBezTo>
                    <a:pt x="20874" y="3850"/>
                    <a:pt x="20419" y="2998"/>
                    <a:pt x="19851" y="2203"/>
                  </a:cubicBezTo>
                  <a:cubicBezTo>
                    <a:pt x="18850" y="833"/>
                    <a:pt x="17556" y="1"/>
                    <a:pt x="15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10"/>
            <p:cNvSpPr/>
            <p:nvPr/>
          </p:nvSpPr>
          <p:spPr>
            <a:xfrm>
              <a:off x="4627875" y="3951550"/>
              <a:ext cx="188175" cy="247075"/>
            </a:xfrm>
            <a:custGeom>
              <a:rect b="b" l="l" r="r" t="t"/>
              <a:pathLst>
                <a:path extrusionOk="0" h="9883" w="7527">
                  <a:moveTo>
                    <a:pt x="6958" y="0"/>
                  </a:moveTo>
                  <a:cubicBezTo>
                    <a:pt x="6760" y="142"/>
                    <a:pt x="6618" y="171"/>
                    <a:pt x="6561" y="284"/>
                  </a:cubicBezTo>
                  <a:cubicBezTo>
                    <a:pt x="5737" y="1449"/>
                    <a:pt x="4914" y="2641"/>
                    <a:pt x="4090" y="3834"/>
                  </a:cubicBezTo>
                  <a:cubicBezTo>
                    <a:pt x="4050" y="3874"/>
                    <a:pt x="4011" y="3927"/>
                    <a:pt x="3943" y="3927"/>
                  </a:cubicBezTo>
                  <a:cubicBezTo>
                    <a:pt x="3913" y="3927"/>
                    <a:pt x="3878" y="3917"/>
                    <a:pt x="3834" y="3891"/>
                  </a:cubicBezTo>
                  <a:cubicBezTo>
                    <a:pt x="3834" y="3351"/>
                    <a:pt x="3834" y="2783"/>
                    <a:pt x="3834" y="2215"/>
                  </a:cubicBezTo>
                  <a:cubicBezTo>
                    <a:pt x="3834" y="1647"/>
                    <a:pt x="3806" y="1079"/>
                    <a:pt x="3778" y="511"/>
                  </a:cubicBezTo>
                  <a:cubicBezTo>
                    <a:pt x="3778" y="426"/>
                    <a:pt x="3692" y="341"/>
                    <a:pt x="3636" y="227"/>
                  </a:cubicBezTo>
                  <a:cubicBezTo>
                    <a:pt x="3494" y="369"/>
                    <a:pt x="3408" y="568"/>
                    <a:pt x="3437" y="795"/>
                  </a:cubicBezTo>
                  <a:cubicBezTo>
                    <a:pt x="3408" y="1221"/>
                    <a:pt x="3408" y="1676"/>
                    <a:pt x="3408" y="2130"/>
                  </a:cubicBezTo>
                  <a:lnTo>
                    <a:pt x="3408" y="4317"/>
                  </a:lnTo>
                  <a:lnTo>
                    <a:pt x="3295" y="4345"/>
                  </a:lnTo>
                  <a:cubicBezTo>
                    <a:pt x="3181" y="4203"/>
                    <a:pt x="3096" y="4033"/>
                    <a:pt x="3011" y="3891"/>
                  </a:cubicBezTo>
                  <a:cubicBezTo>
                    <a:pt x="2642" y="3266"/>
                    <a:pt x="2272" y="2613"/>
                    <a:pt x="1903" y="1988"/>
                  </a:cubicBezTo>
                  <a:cubicBezTo>
                    <a:pt x="1761" y="1761"/>
                    <a:pt x="1619" y="1534"/>
                    <a:pt x="1477" y="1335"/>
                  </a:cubicBezTo>
                  <a:cubicBezTo>
                    <a:pt x="1441" y="1280"/>
                    <a:pt x="1380" y="1249"/>
                    <a:pt x="1319" y="1249"/>
                  </a:cubicBezTo>
                  <a:cubicBezTo>
                    <a:pt x="1286" y="1249"/>
                    <a:pt x="1252" y="1258"/>
                    <a:pt x="1222" y="1278"/>
                  </a:cubicBezTo>
                  <a:cubicBezTo>
                    <a:pt x="1193" y="1335"/>
                    <a:pt x="1165" y="1392"/>
                    <a:pt x="1193" y="1477"/>
                  </a:cubicBezTo>
                  <a:cubicBezTo>
                    <a:pt x="1335" y="1789"/>
                    <a:pt x="1506" y="2102"/>
                    <a:pt x="1676" y="2414"/>
                  </a:cubicBezTo>
                  <a:cubicBezTo>
                    <a:pt x="1960" y="2868"/>
                    <a:pt x="2244" y="3323"/>
                    <a:pt x="2528" y="3806"/>
                  </a:cubicBezTo>
                  <a:cubicBezTo>
                    <a:pt x="2585" y="3891"/>
                    <a:pt x="2698" y="3976"/>
                    <a:pt x="2585" y="4146"/>
                  </a:cubicBezTo>
                  <a:cubicBezTo>
                    <a:pt x="2471" y="4061"/>
                    <a:pt x="2358" y="3976"/>
                    <a:pt x="2244" y="3891"/>
                  </a:cubicBezTo>
                  <a:cubicBezTo>
                    <a:pt x="1733" y="3578"/>
                    <a:pt x="1193" y="3238"/>
                    <a:pt x="682" y="2925"/>
                  </a:cubicBezTo>
                  <a:cubicBezTo>
                    <a:pt x="635" y="2887"/>
                    <a:pt x="587" y="2868"/>
                    <a:pt x="542" y="2868"/>
                  </a:cubicBezTo>
                  <a:cubicBezTo>
                    <a:pt x="452" y="2868"/>
                    <a:pt x="370" y="2944"/>
                    <a:pt x="313" y="3096"/>
                  </a:cubicBezTo>
                  <a:cubicBezTo>
                    <a:pt x="966" y="3834"/>
                    <a:pt x="1960" y="4175"/>
                    <a:pt x="2698" y="4856"/>
                  </a:cubicBezTo>
                  <a:cubicBezTo>
                    <a:pt x="2613" y="4913"/>
                    <a:pt x="2556" y="4998"/>
                    <a:pt x="2500" y="4998"/>
                  </a:cubicBezTo>
                  <a:cubicBezTo>
                    <a:pt x="1818" y="5169"/>
                    <a:pt x="1137" y="5339"/>
                    <a:pt x="455" y="5510"/>
                  </a:cubicBezTo>
                  <a:cubicBezTo>
                    <a:pt x="313" y="5538"/>
                    <a:pt x="171" y="5595"/>
                    <a:pt x="57" y="5652"/>
                  </a:cubicBezTo>
                  <a:cubicBezTo>
                    <a:pt x="29" y="5680"/>
                    <a:pt x="29" y="5765"/>
                    <a:pt x="1" y="5879"/>
                  </a:cubicBezTo>
                  <a:cubicBezTo>
                    <a:pt x="133" y="5914"/>
                    <a:pt x="263" y="5928"/>
                    <a:pt x="390" y="5928"/>
                  </a:cubicBezTo>
                  <a:cubicBezTo>
                    <a:pt x="780" y="5928"/>
                    <a:pt x="1149" y="5794"/>
                    <a:pt x="1534" y="5708"/>
                  </a:cubicBezTo>
                  <a:cubicBezTo>
                    <a:pt x="2017" y="5595"/>
                    <a:pt x="2528" y="5424"/>
                    <a:pt x="3011" y="5282"/>
                  </a:cubicBezTo>
                  <a:lnTo>
                    <a:pt x="3011" y="5282"/>
                  </a:lnTo>
                  <a:cubicBezTo>
                    <a:pt x="2670" y="5850"/>
                    <a:pt x="2272" y="6390"/>
                    <a:pt x="1875" y="6901"/>
                  </a:cubicBezTo>
                  <a:cubicBezTo>
                    <a:pt x="1449" y="7412"/>
                    <a:pt x="1080" y="7980"/>
                    <a:pt x="767" y="8548"/>
                  </a:cubicBezTo>
                  <a:cubicBezTo>
                    <a:pt x="848" y="8602"/>
                    <a:pt x="916" y="8630"/>
                    <a:pt x="977" y="8630"/>
                  </a:cubicBezTo>
                  <a:cubicBezTo>
                    <a:pt x="1045" y="8630"/>
                    <a:pt x="1105" y="8595"/>
                    <a:pt x="1165" y="8520"/>
                  </a:cubicBezTo>
                  <a:cubicBezTo>
                    <a:pt x="1619" y="7895"/>
                    <a:pt x="2102" y="7299"/>
                    <a:pt x="2585" y="6674"/>
                  </a:cubicBezTo>
                  <a:cubicBezTo>
                    <a:pt x="2755" y="6418"/>
                    <a:pt x="2954" y="6191"/>
                    <a:pt x="3181" y="6021"/>
                  </a:cubicBezTo>
                  <a:cubicBezTo>
                    <a:pt x="3210" y="6191"/>
                    <a:pt x="3210" y="6276"/>
                    <a:pt x="3210" y="6362"/>
                  </a:cubicBezTo>
                  <a:cubicBezTo>
                    <a:pt x="3210" y="7270"/>
                    <a:pt x="3295" y="8179"/>
                    <a:pt x="3408" y="9059"/>
                  </a:cubicBezTo>
                  <a:cubicBezTo>
                    <a:pt x="3437" y="9287"/>
                    <a:pt x="3494" y="9514"/>
                    <a:pt x="3579" y="9741"/>
                  </a:cubicBezTo>
                  <a:cubicBezTo>
                    <a:pt x="3579" y="9798"/>
                    <a:pt x="3692" y="9826"/>
                    <a:pt x="3778" y="9883"/>
                  </a:cubicBezTo>
                  <a:cubicBezTo>
                    <a:pt x="3920" y="9627"/>
                    <a:pt x="3834" y="9400"/>
                    <a:pt x="3806" y="9145"/>
                  </a:cubicBezTo>
                  <a:cubicBezTo>
                    <a:pt x="3806" y="8889"/>
                    <a:pt x="3778" y="8605"/>
                    <a:pt x="3778" y="8378"/>
                  </a:cubicBezTo>
                  <a:cubicBezTo>
                    <a:pt x="3749" y="8122"/>
                    <a:pt x="3721" y="7923"/>
                    <a:pt x="3721" y="7668"/>
                  </a:cubicBezTo>
                  <a:cubicBezTo>
                    <a:pt x="3692" y="7412"/>
                    <a:pt x="3692" y="7128"/>
                    <a:pt x="3692" y="6873"/>
                  </a:cubicBezTo>
                  <a:cubicBezTo>
                    <a:pt x="3664" y="6646"/>
                    <a:pt x="3664" y="6390"/>
                    <a:pt x="3664" y="6163"/>
                  </a:cubicBezTo>
                  <a:cubicBezTo>
                    <a:pt x="3607" y="5879"/>
                    <a:pt x="3607" y="5595"/>
                    <a:pt x="3692" y="5339"/>
                  </a:cubicBezTo>
                  <a:lnTo>
                    <a:pt x="4118" y="5964"/>
                  </a:lnTo>
                  <a:cubicBezTo>
                    <a:pt x="4686" y="6731"/>
                    <a:pt x="5254" y="7526"/>
                    <a:pt x="5851" y="8293"/>
                  </a:cubicBezTo>
                  <a:cubicBezTo>
                    <a:pt x="5936" y="8463"/>
                    <a:pt x="6078" y="8605"/>
                    <a:pt x="6220" y="8719"/>
                  </a:cubicBezTo>
                  <a:cubicBezTo>
                    <a:pt x="6267" y="8754"/>
                    <a:pt x="6318" y="8779"/>
                    <a:pt x="6369" y="8779"/>
                  </a:cubicBezTo>
                  <a:cubicBezTo>
                    <a:pt x="6441" y="8779"/>
                    <a:pt x="6511" y="8727"/>
                    <a:pt x="6561" y="8577"/>
                  </a:cubicBezTo>
                  <a:lnTo>
                    <a:pt x="6163" y="7980"/>
                  </a:lnTo>
                  <a:cubicBezTo>
                    <a:pt x="5993" y="7781"/>
                    <a:pt x="5851" y="7583"/>
                    <a:pt x="5709" y="7355"/>
                  </a:cubicBezTo>
                  <a:cubicBezTo>
                    <a:pt x="5538" y="7128"/>
                    <a:pt x="5340" y="6873"/>
                    <a:pt x="5198" y="6646"/>
                  </a:cubicBezTo>
                  <a:cubicBezTo>
                    <a:pt x="5056" y="6447"/>
                    <a:pt x="4885" y="6248"/>
                    <a:pt x="4743" y="6021"/>
                  </a:cubicBezTo>
                  <a:cubicBezTo>
                    <a:pt x="4544" y="5822"/>
                    <a:pt x="4402" y="5595"/>
                    <a:pt x="4317" y="5339"/>
                  </a:cubicBezTo>
                  <a:lnTo>
                    <a:pt x="4317" y="5339"/>
                  </a:lnTo>
                  <a:cubicBezTo>
                    <a:pt x="4516" y="5396"/>
                    <a:pt x="4601" y="5424"/>
                    <a:pt x="4715" y="5453"/>
                  </a:cubicBezTo>
                  <a:cubicBezTo>
                    <a:pt x="5311" y="5680"/>
                    <a:pt x="5908" y="5907"/>
                    <a:pt x="6504" y="6106"/>
                  </a:cubicBezTo>
                  <a:cubicBezTo>
                    <a:pt x="6731" y="6163"/>
                    <a:pt x="6958" y="6220"/>
                    <a:pt x="7214" y="6220"/>
                  </a:cubicBezTo>
                  <a:cubicBezTo>
                    <a:pt x="7327" y="6220"/>
                    <a:pt x="7441" y="6163"/>
                    <a:pt x="7413" y="5964"/>
                  </a:cubicBezTo>
                  <a:cubicBezTo>
                    <a:pt x="6958" y="5794"/>
                    <a:pt x="6532" y="5623"/>
                    <a:pt x="6050" y="5424"/>
                  </a:cubicBezTo>
                  <a:cubicBezTo>
                    <a:pt x="5567" y="5226"/>
                    <a:pt x="5084" y="5084"/>
                    <a:pt x="4544" y="4885"/>
                  </a:cubicBezTo>
                  <a:cubicBezTo>
                    <a:pt x="4715" y="4771"/>
                    <a:pt x="4828" y="4714"/>
                    <a:pt x="4942" y="4629"/>
                  </a:cubicBezTo>
                  <a:cubicBezTo>
                    <a:pt x="5624" y="4288"/>
                    <a:pt x="6305" y="3976"/>
                    <a:pt x="6958" y="3607"/>
                  </a:cubicBezTo>
                  <a:cubicBezTo>
                    <a:pt x="7129" y="3522"/>
                    <a:pt x="7242" y="3436"/>
                    <a:pt x="7384" y="3351"/>
                  </a:cubicBezTo>
                  <a:cubicBezTo>
                    <a:pt x="7526" y="3266"/>
                    <a:pt x="7498" y="3152"/>
                    <a:pt x="7271" y="2954"/>
                  </a:cubicBezTo>
                  <a:cubicBezTo>
                    <a:pt x="7157" y="3039"/>
                    <a:pt x="7044" y="3124"/>
                    <a:pt x="6930" y="3209"/>
                  </a:cubicBezTo>
                  <a:cubicBezTo>
                    <a:pt x="6050" y="3635"/>
                    <a:pt x="5198" y="4033"/>
                    <a:pt x="4317" y="4459"/>
                  </a:cubicBezTo>
                  <a:cubicBezTo>
                    <a:pt x="4308" y="4468"/>
                    <a:pt x="4298" y="4471"/>
                    <a:pt x="4290" y="4471"/>
                  </a:cubicBezTo>
                  <a:cubicBezTo>
                    <a:pt x="4273" y="4471"/>
                    <a:pt x="4260" y="4459"/>
                    <a:pt x="4260" y="4459"/>
                  </a:cubicBezTo>
                  <a:cubicBezTo>
                    <a:pt x="4232" y="4459"/>
                    <a:pt x="4232" y="4430"/>
                    <a:pt x="4204" y="4402"/>
                  </a:cubicBezTo>
                  <a:lnTo>
                    <a:pt x="4488" y="4004"/>
                  </a:lnTo>
                  <a:cubicBezTo>
                    <a:pt x="5141" y="3067"/>
                    <a:pt x="5794" y="2159"/>
                    <a:pt x="6447" y="1221"/>
                  </a:cubicBezTo>
                  <a:cubicBezTo>
                    <a:pt x="6618" y="966"/>
                    <a:pt x="6788" y="710"/>
                    <a:pt x="6930" y="426"/>
                  </a:cubicBezTo>
                  <a:cubicBezTo>
                    <a:pt x="6958" y="284"/>
                    <a:pt x="6958" y="142"/>
                    <a:pt x="6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10"/>
            <p:cNvSpPr/>
            <p:nvPr/>
          </p:nvSpPr>
          <p:spPr>
            <a:xfrm>
              <a:off x="4537700" y="3840300"/>
              <a:ext cx="177525" cy="446375"/>
            </a:xfrm>
            <a:custGeom>
              <a:rect b="b" l="l" r="r" t="t"/>
              <a:pathLst>
                <a:path extrusionOk="0" h="17855" w="7101">
                  <a:moveTo>
                    <a:pt x="5066" y="1"/>
                  </a:moveTo>
                  <a:cubicBezTo>
                    <a:pt x="4558" y="1"/>
                    <a:pt x="4058" y="198"/>
                    <a:pt x="3721" y="560"/>
                  </a:cubicBezTo>
                  <a:cubicBezTo>
                    <a:pt x="3409" y="872"/>
                    <a:pt x="3125" y="1213"/>
                    <a:pt x="2898" y="1553"/>
                  </a:cubicBezTo>
                  <a:cubicBezTo>
                    <a:pt x="2415" y="2263"/>
                    <a:pt x="2046" y="3030"/>
                    <a:pt x="1790" y="3825"/>
                  </a:cubicBezTo>
                  <a:cubicBezTo>
                    <a:pt x="1023" y="5984"/>
                    <a:pt x="512" y="8199"/>
                    <a:pt x="256" y="10442"/>
                  </a:cubicBezTo>
                  <a:cubicBezTo>
                    <a:pt x="1" y="12771"/>
                    <a:pt x="171" y="15128"/>
                    <a:pt x="768" y="17400"/>
                  </a:cubicBezTo>
                  <a:cubicBezTo>
                    <a:pt x="796" y="17542"/>
                    <a:pt x="853" y="17684"/>
                    <a:pt x="938" y="17798"/>
                  </a:cubicBezTo>
                  <a:cubicBezTo>
                    <a:pt x="966" y="17826"/>
                    <a:pt x="995" y="17854"/>
                    <a:pt x="1052" y="17854"/>
                  </a:cubicBezTo>
                  <a:cubicBezTo>
                    <a:pt x="1108" y="17826"/>
                    <a:pt x="1194" y="17769"/>
                    <a:pt x="1194" y="17712"/>
                  </a:cubicBezTo>
                  <a:cubicBezTo>
                    <a:pt x="1194" y="17428"/>
                    <a:pt x="1165" y="17173"/>
                    <a:pt x="1108" y="16889"/>
                  </a:cubicBezTo>
                  <a:cubicBezTo>
                    <a:pt x="540" y="14418"/>
                    <a:pt x="654" y="11947"/>
                    <a:pt x="966" y="9477"/>
                  </a:cubicBezTo>
                  <a:cubicBezTo>
                    <a:pt x="1222" y="7631"/>
                    <a:pt x="1676" y="5813"/>
                    <a:pt x="2330" y="4053"/>
                  </a:cubicBezTo>
                  <a:cubicBezTo>
                    <a:pt x="2642" y="3144"/>
                    <a:pt x="3096" y="2263"/>
                    <a:pt x="3664" y="1497"/>
                  </a:cubicBezTo>
                  <a:cubicBezTo>
                    <a:pt x="3892" y="1213"/>
                    <a:pt x="4147" y="957"/>
                    <a:pt x="4403" y="730"/>
                  </a:cubicBezTo>
                  <a:cubicBezTo>
                    <a:pt x="4637" y="538"/>
                    <a:pt x="4919" y="442"/>
                    <a:pt x="5201" y="442"/>
                  </a:cubicBezTo>
                  <a:cubicBezTo>
                    <a:pt x="5296" y="442"/>
                    <a:pt x="5390" y="453"/>
                    <a:pt x="5482" y="474"/>
                  </a:cubicBezTo>
                  <a:cubicBezTo>
                    <a:pt x="5908" y="531"/>
                    <a:pt x="6334" y="730"/>
                    <a:pt x="6675" y="1014"/>
                  </a:cubicBezTo>
                  <a:cubicBezTo>
                    <a:pt x="6788" y="1128"/>
                    <a:pt x="6902" y="1213"/>
                    <a:pt x="7015" y="1298"/>
                  </a:cubicBezTo>
                  <a:lnTo>
                    <a:pt x="7101" y="1213"/>
                  </a:lnTo>
                  <a:cubicBezTo>
                    <a:pt x="7101" y="1128"/>
                    <a:pt x="7072" y="1071"/>
                    <a:pt x="7044" y="1014"/>
                  </a:cubicBezTo>
                  <a:cubicBezTo>
                    <a:pt x="6646" y="446"/>
                    <a:pt x="6021" y="77"/>
                    <a:pt x="5340" y="20"/>
                  </a:cubicBezTo>
                  <a:cubicBezTo>
                    <a:pt x="5249" y="7"/>
                    <a:pt x="5158" y="1"/>
                    <a:pt x="50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10"/>
            <p:cNvSpPr/>
            <p:nvPr/>
          </p:nvSpPr>
          <p:spPr>
            <a:xfrm>
              <a:off x="4757800" y="3836775"/>
              <a:ext cx="163325" cy="464100"/>
            </a:xfrm>
            <a:custGeom>
              <a:rect b="b" l="l" r="r" t="t"/>
              <a:pathLst>
                <a:path extrusionOk="0" h="18564" w="6533">
                  <a:moveTo>
                    <a:pt x="1801" y="1"/>
                  </a:moveTo>
                  <a:cubicBezTo>
                    <a:pt x="1230" y="1"/>
                    <a:pt x="664" y="187"/>
                    <a:pt x="199" y="559"/>
                  </a:cubicBezTo>
                  <a:cubicBezTo>
                    <a:pt x="114" y="615"/>
                    <a:pt x="1" y="701"/>
                    <a:pt x="114" y="871"/>
                  </a:cubicBezTo>
                  <a:lnTo>
                    <a:pt x="682" y="615"/>
                  </a:lnTo>
                  <a:cubicBezTo>
                    <a:pt x="944" y="473"/>
                    <a:pt x="1245" y="410"/>
                    <a:pt x="1537" y="410"/>
                  </a:cubicBezTo>
                  <a:cubicBezTo>
                    <a:pt x="1593" y="410"/>
                    <a:pt x="1649" y="412"/>
                    <a:pt x="1705" y="417"/>
                  </a:cubicBezTo>
                  <a:cubicBezTo>
                    <a:pt x="2443" y="445"/>
                    <a:pt x="3096" y="814"/>
                    <a:pt x="3522" y="1411"/>
                  </a:cubicBezTo>
                  <a:cubicBezTo>
                    <a:pt x="4118" y="2177"/>
                    <a:pt x="4601" y="3029"/>
                    <a:pt x="4914" y="3938"/>
                  </a:cubicBezTo>
                  <a:cubicBezTo>
                    <a:pt x="5311" y="5188"/>
                    <a:pt x="5567" y="6466"/>
                    <a:pt x="5709" y="7743"/>
                  </a:cubicBezTo>
                  <a:cubicBezTo>
                    <a:pt x="5908" y="9561"/>
                    <a:pt x="5908" y="11379"/>
                    <a:pt x="5737" y="13196"/>
                  </a:cubicBezTo>
                  <a:cubicBezTo>
                    <a:pt x="5595" y="14900"/>
                    <a:pt x="5198" y="16576"/>
                    <a:pt x="4544" y="18137"/>
                  </a:cubicBezTo>
                  <a:cubicBezTo>
                    <a:pt x="4488" y="18251"/>
                    <a:pt x="4459" y="18365"/>
                    <a:pt x="4402" y="18563"/>
                  </a:cubicBezTo>
                  <a:cubicBezTo>
                    <a:pt x="4715" y="18478"/>
                    <a:pt x="4970" y="18251"/>
                    <a:pt x="5056" y="17939"/>
                  </a:cubicBezTo>
                  <a:cubicBezTo>
                    <a:pt x="5425" y="17143"/>
                    <a:pt x="5680" y="16348"/>
                    <a:pt x="5879" y="15525"/>
                  </a:cubicBezTo>
                  <a:cubicBezTo>
                    <a:pt x="6135" y="14332"/>
                    <a:pt x="6277" y="13139"/>
                    <a:pt x="6334" y="11946"/>
                  </a:cubicBezTo>
                  <a:cubicBezTo>
                    <a:pt x="6532" y="9334"/>
                    <a:pt x="6277" y="6721"/>
                    <a:pt x="5595" y="4222"/>
                  </a:cubicBezTo>
                  <a:cubicBezTo>
                    <a:pt x="5283" y="3114"/>
                    <a:pt x="4743" y="2092"/>
                    <a:pt x="4033" y="1212"/>
                  </a:cubicBezTo>
                  <a:cubicBezTo>
                    <a:pt x="3806" y="899"/>
                    <a:pt x="3494" y="615"/>
                    <a:pt x="3181" y="388"/>
                  </a:cubicBezTo>
                  <a:cubicBezTo>
                    <a:pt x="2755" y="130"/>
                    <a:pt x="2276" y="1"/>
                    <a:pt x="1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10"/>
            <p:cNvSpPr/>
            <p:nvPr/>
          </p:nvSpPr>
          <p:spPr>
            <a:xfrm>
              <a:off x="4380100" y="4112675"/>
              <a:ext cx="110775" cy="164775"/>
            </a:xfrm>
            <a:custGeom>
              <a:rect b="b" l="l" r="r" t="t"/>
              <a:pathLst>
                <a:path extrusionOk="0" h="6591" w="4431">
                  <a:moveTo>
                    <a:pt x="4093" y="0"/>
                  </a:moveTo>
                  <a:cubicBezTo>
                    <a:pt x="3957" y="0"/>
                    <a:pt x="3820" y="35"/>
                    <a:pt x="3692" y="115"/>
                  </a:cubicBezTo>
                  <a:cubicBezTo>
                    <a:pt x="2499" y="513"/>
                    <a:pt x="1307" y="939"/>
                    <a:pt x="114" y="1393"/>
                  </a:cubicBezTo>
                  <a:cubicBezTo>
                    <a:pt x="57" y="1393"/>
                    <a:pt x="29" y="1478"/>
                    <a:pt x="0" y="1564"/>
                  </a:cubicBezTo>
                  <a:cubicBezTo>
                    <a:pt x="57" y="1592"/>
                    <a:pt x="142" y="1620"/>
                    <a:pt x="228" y="1620"/>
                  </a:cubicBezTo>
                  <a:cubicBezTo>
                    <a:pt x="1165" y="1507"/>
                    <a:pt x="2017" y="1109"/>
                    <a:pt x="2982" y="797"/>
                  </a:cubicBezTo>
                  <a:lnTo>
                    <a:pt x="2982" y="797"/>
                  </a:lnTo>
                  <a:cubicBezTo>
                    <a:pt x="2755" y="1109"/>
                    <a:pt x="2499" y="1393"/>
                    <a:pt x="2187" y="1620"/>
                  </a:cubicBezTo>
                  <a:cubicBezTo>
                    <a:pt x="1960" y="1848"/>
                    <a:pt x="1704" y="2075"/>
                    <a:pt x="1477" y="2330"/>
                  </a:cubicBezTo>
                  <a:cubicBezTo>
                    <a:pt x="1221" y="2558"/>
                    <a:pt x="994" y="2813"/>
                    <a:pt x="796" y="3126"/>
                  </a:cubicBezTo>
                  <a:cubicBezTo>
                    <a:pt x="862" y="3173"/>
                    <a:pt x="922" y="3192"/>
                    <a:pt x="976" y="3192"/>
                  </a:cubicBezTo>
                  <a:cubicBezTo>
                    <a:pt x="1086" y="3192"/>
                    <a:pt x="1174" y="3116"/>
                    <a:pt x="1250" y="3040"/>
                  </a:cubicBezTo>
                  <a:cubicBezTo>
                    <a:pt x="1875" y="2472"/>
                    <a:pt x="2528" y="1876"/>
                    <a:pt x="3181" y="1280"/>
                  </a:cubicBezTo>
                  <a:cubicBezTo>
                    <a:pt x="3250" y="1234"/>
                    <a:pt x="3282" y="1151"/>
                    <a:pt x="3397" y="1151"/>
                  </a:cubicBezTo>
                  <a:cubicBezTo>
                    <a:pt x="3424" y="1151"/>
                    <a:pt x="3455" y="1155"/>
                    <a:pt x="3493" y="1166"/>
                  </a:cubicBezTo>
                  <a:cubicBezTo>
                    <a:pt x="3380" y="1393"/>
                    <a:pt x="3238" y="1592"/>
                    <a:pt x="3124" y="1791"/>
                  </a:cubicBezTo>
                  <a:cubicBezTo>
                    <a:pt x="2727" y="2529"/>
                    <a:pt x="2301" y="3268"/>
                    <a:pt x="1903" y="4006"/>
                  </a:cubicBezTo>
                  <a:cubicBezTo>
                    <a:pt x="1846" y="4120"/>
                    <a:pt x="1789" y="4205"/>
                    <a:pt x="1903" y="4347"/>
                  </a:cubicBezTo>
                  <a:cubicBezTo>
                    <a:pt x="1918" y="4350"/>
                    <a:pt x="1932" y="4351"/>
                    <a:pt x="1946" y="4351"/>
                  </a:cubicBezTo>
                  <a:cubicBezTo>
                    <a:pt x="2063" y="4351"/>
                    <a:pt x="2139" y="4250"/>
                    <a:pt x="2215" y="4148"/>
                  </a:cubicBezTo>
                  <a:cubicBezTo>
                    <a:pt x="2641" y="3410"/>
                    <a:pt x="3096" y="2671"/>
                    <a:pt x="3522" y="1961"/>
                  </a:cubicBezTo>
                  <a:cubicBezTo>
                    <a:pt x="3607" y="1819"/>
                    <a:pt x="3721" y="1706"/>
                    <a:pt x="3806" y="1564"/>
                  </a:cubicBezTo>
                  <a:lnTo>
                    <a:pt x="3863" y="1592"/>
                  </a:lnTo>
                  <a:cubicBezTo>
                    <a:pt x="3749" y="2501"/>
                    <a:pt x="3635" y="3381"/>
                    <a:pt x="3550" y="4262"/>
                  </a:cubicBezTo>
                  <a:cubicBezTo>
                    <a:pt x="3465" y="4886"/>
                    <a:pt x="3408" y="5540"/>
                    <a:pt x="3351" y="6164"/>
                  </a:cubicBezTo>
                  <a:cubicBezTo>
                    <a:pt x="3351" y="6278"/>
                    <a:pt x="3380" y="6391"/>
                    <a:pt x="3408" y="6533"/>
                  </a:cubicBezTo>
                  <a:cubicBezTo>
                    <a:pt x="3408" y="6562"/>
                    <a:pt x="3493" y="6562"/>
                    <a:pt x="3522" y="6590"/>
                  </a:cubicBezTo>
                  <a:cubicBezTo>
                    <a:pt x="3579" y="6590"/>
                    <a:pt x="3664" y="6562"/>
                    <a:pt x="3664" y="6562"/>
                  </a:cubicBezTo>
                  <a:cubicBezTo>
                    <a:pt x="3692" y="6448"/>
                    <a:pt x="3721" y="6335"/>
                    <a:pt x="3749" y="6221"/>
                  </a:cubicBezTo>
                  <a:cubicBezTo>
                    <a:pt x="3834" y="5596"/>
                    <a:pt x="3891" y="4943"/>
                    <a:pt x="3948" y="4318"/>
                  </a:cubicBezTo>
                  <a:cubicBezTo>
                    <a:pt x="4118" y="3069"/>
                    <a:pt x="4260" y="1819"/>
                    <a:pt x="4402" y="598"/>
                  </a:cubicBezTo>
                  <a:cubicBezTo>
                    <a:pt x="4431" y="399"/>
                    <a:pt x="4431" y="229"/>
                    <a:pt x="4402" y="59"/>
                  </a:cubicBezTo>
                  <a:cubicBezTo>
                    <a:pt x="4303" y="21"/>
                    <a:pt x="4198" y="0"/>
                    <a:pt x="4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10"/>
            <p:cNvSpPr/>
            <p:nvPr/>
          </p:nvSpPr>
          <p:spPr>
            <a:xfrm>
              <a:off x="4972925" y="4075075"/>
              <a:ext cx="95150" cy="155500"/>
            </a:xfrm>
            <a:custGeom>
              <a:rect b="b" l="l" r="r" t="t"/>
              <a:pathLst>
                <a:path extrusionOk="0" h="6220" w="3806">
                  <a:moveTo>
                    <a:pt x="3607" y="1"/>
                  </a:moveTo>
                  <a:lnTo>
                    <a:pt x="3607" y="1"/>
                  </a:lnTo>
                  <a:cubicBezTo>
                    <a:pt x="3408" y="29"/>
                    <a:pt x="3266" y="1"/>
                    <a:pt x="3181" y="57"/>
                  </a:cubicBezTo>
                  <a:cubicBezTo>
                    <a:pt x="2698" y="370"/>
                    <a:pt x="2216" y="654"/>
                    <a:pt x="1733" y="1023"/>
                  </a:cubicBezTo>
                  <a:cubicBezTo>
                    <a:pt x="1108" y="1392"/>
                    <a:pt x="512" y="1818"/>
                    <a:pt x="0" y="2329"/>
                  </a:cubicBezTo>
                  <a:cubicBezTo>
                    <a:pt x="86" y="3380"/>
                    <a:pt x="852" y="5624"/>
                    <a:pt x="1335" y="6220"/>
                  </a:cubicBezTo>
                  <a:cubicBezTo>
                    <a:pt x="1420" y="6135"/>
                    <a:pt x="1477" y="6050"/>
                    <a:pt x="1506" y="5936"/>
                  </a:cubicBezTo>
                  <a:cubicBezTo>
                    <a:pt x="1506" y="5851"/>
                    <a:pt x="1449" y="5766"/>
                    <a:pt x="1420" y="5680"/>
                  </a:cubicBezTo>
                  <a:cubicBezTo>
                    <a:pt x="1165" y="4885"/>
                    <a:pt x="881" y="4118"/>
                    <a:pt x="625" y="3323"/>
                  </a:cubicBezTo>
                  <a:cubicBezTo>
                    <a:pt x="597" y="3181"/>
                    <a:pt x="568" y="3011"/>
                    <a:pt x="540" y="2812"/>
                  </a:cubicBezTo>
                  <a:lnTo>
                    <a:pt x="540" y="2812"/>
                  </a:lnTo>
                  <a:cubicBezTo>
                    <a:pt x="625" y="2840"/>
                    <a:pt x="710" y="2869"/>
                    <a:pt x="767" y="2926"/>
                  </a:cubicBezTo>
                  <a:cubicBezTo>
                    <a:pt x="1420" y="3352"/>
                    <a:pt x="2074" y="3778"/>
                    <a:pt x="2727" y="4232"/>
                  </a:cubicBezTo>
                  <a:cubicBezTo>
                    <a:pt x="2784" y="4289"/>
                    <a:pt x="2869" y="4317"/>
                    <a:pt x="2954" y="4346"/>
                  </a:cubicBezTo>
                  <a:cubicBezTo>
                    <a:pt x="3039" y="4346"/>
                    <a:pt x="3124" y="4289"/>
                    <a:pt x="3238" y="4232"/>
                  </a:cubicBezTo>
                  <a:cubicBezTo>
                    <a:pt x="3124" y="4118"/>
                    <a:pt x="2982" y="4005"/>
                    <a:pt x="2869" y="3920"/>
                  </a:cubicBezTo>
                  <a:lnTo>
                    <a:pt x="1449" y="2840"/>
                  </a:lnTo>
                  <a:cubicBezTo>
                    <a:pt x="1364" y="2784"/>
                    <a:pt x="1250" y="2727"/>
                    <a:pt x="1307" y="2556"/>
                  </a:cubicBezTo>
                  <a:cubicBezTo>
                    <a:pt x="1676" y="2556"/>
                    <a:pt x="2074" y="2556"/>
                    <a:pt x="2414" y="2585"/>
                  </a:cubicBezTo>
                  <a:cubicBezTo>
                    <a:pt x="2784" y="2642"/>
                    <a:pt x="3124" y="2642"/>
                    <a:pt x="3494" y="2642"/>
                  </a:cubicBezTo>
                  <a:cubicBezTo>
                    <a:pt x="3579" y="2642"/>
                    <a:pt x="3664" y="2528"/>
                    <a:pt x="3806" y="2443"/>
                  </a:cubicBezTo>
                  <a:cubicBezTo>
                    <a:pt x="3607" y="2358"/>
                    <a:pt x="3494" y="2329"/>
                    <a:pt x="3323" y="2301"/>
                  </a:cubicBezTo>
                  <a:cubicBezTo>
                    <a:pt x="3153" y="2273"/>
                    <a:pt x="3011" y="2244"/>
                    <a:pt x="2840" y="2244"/>
                  </a:cubicBezTo>
                  <a:lnTo>
                    <a:pt x="2414" y="2187"/>
                  </a:lnTo>
                  <a:cubicBezTo>
                    <a:pt x="2244" y="2187"/>
                    <a:pt x="2074" y="2159"/>
                    <a:pt x="1932" y="2131"/>
                  </a:cubicBezTo>
                  <a:cubicBezTo>
                    <a:pt x="1861" y="2116"/>
                    <a:pt x="1790" y="2116"/>
                    <a:pt x="1719" y="2116"/>
                  </a:cubicBezTo>
                  <a:cubicBezTo>
                    <a:pt x="1648" y="2116"/>
                    <a:pt x="1577" y="2116"/>
                    <a:pt x="1506" y="2102"/>
                  </a:cubicBezTo>
                  <a:cubicBezTo>
                    <a:pt x="1437" y="2102"/>
                    <a:pt x="1369" y="2111"/>
                    <a:pt x="1303" y="2111"/>
                  </a:cubicBezTo>
                  <a:cubicBezTo>
                    <a:pt x="1203" y="2111"/>
                    <a:pt x="1108" y="2091"/>
                    <a:pt x="1023" y="1989"/>
                  </a:cubicBezTo>
                  <a:cubicBezTo>
                    <a:pt x="1307" y="1790"/>
                    <a:pt x="1562" y="1648"/>
                    <a:pt x="1790" y="1477"/>
                  </a:cubicBezTo>
                  <a:cubicBezTo>
                    <a:pt x="2301" y="1108"/>
                    <a:pt x="2812" y="767"/>
                    <a:pt x="3295" y="398"/>
                  </a:cubicBezTo>
                  <a:cubicBezTo>
                    <a:pt x="3408" y="285"/>
                    <a:pt x="3522" y="143"/>
                    <a:pt x="3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10"/>
            <p:cNvSpPr/>
            <p:nvPr/>
          </p:nvSpPr>
          <p:spPr>
            <a:xfrm>
              <a:off x="4867850" y="3719375"/>
              <a:ext cx="89475" cy="89775"/>
            </a:xfrm>
            <a:custGeom>
              <a:rect b="b" l="l" r="r" t="t"/>
              <a:pathLst>
                <a:path extrusionOk="0" h="3591" w="3579">
                  <a:moveTo>
                    <a:pt x="852" y="1"/>
                  </a:moveTo>
                  <a:cubicBezTo>
                    <a:pt x="568" y="1"/>
                    <a:pt x="540" y="171"/>
                    <a:pt x="512" y="342"/>
                  </a:cubicBezTo>
                  <a:cubicBezTo>
                    <a:pt x="341" y="1080"/>
                    <a:pt x="199" y="1847"/>
                    <a:pt x="57" y="2613"/>
                  </a:cubicBezTo>
                  <a:cubicBezTo>
                    <a:pt x="29" y="2784"/>
                    <a:pt x="0" y="2954"/>
                    <a:pt x="29" y="3125"/>
                  </a:cubicBezTo>
                  <a:cubicBezTo>
                    <a:pt x="6" y="3376"/>
                    <a:pt x="222" y="3591"/>
                    <a:pt x="471" y="3591"/>
                  </a:cubicBezTo>
                  <a:cubicBezTo>
                    <a:pt x="531" y="3591"/>
                    <a:pt x="593" y="3578"/>
                    <a:pt x="654" y="3551"/>
                  </a:cubicBezTo>
                  <a:cubicBezTo>
                    <a:pt x="1392" y="3267"/>
                    <a:pt x="2102" y="2954"/>
                    <a:pt x="2812" y="2642"/>
                  </a:cubicBezTo>
                  <a:cubicBezTo>
                    <a:pt x="3039" y="2528"/>
                    <a:pt x="3238" y="2358"/>
                    <a:pt x="3437" y="2187"/>
                  </a:cubicBezTo>
                  <a:cubicBezTo>
                    <a:pt x="3493" y="2131"/>
                    <a:pt x="3522" y="2045"/>
                    <a:pt x="3579" y="1875"/>
                  </a:cubicBezTo>
                  <a:cubicBezTo>
                    <a:pt x="3437" y="1875"/>
                    <a:pt x="3266" y="1903"/>
                    <a:pt x="3124" y="1960"/>
                  </a:cubicBezTo>
                  <a:cubicBezTo>
                    <a:pt x="2528" y="2244"/>
                    <a:pt x="1903" y="2528"/>
                    <a:pt x="1307" y="2841"/>
                  </a:cubicBezTo>
                  <a:lnTo>
                    <a:pt x="966" y="2841"/>
                  </a:lnTo>
                  <a:lnTo>
                    <a:pt x="1562" y="2045"/>
                  </a:lnTo>
                  <a:cubicBezTo>
                    <a:pt x="1875" y="1591"/>
                    <a:pt x="2216" y="1165"/>
                    <a:pt x="2528" y="739"/>
                  </a:cubicBezTo>
                  <a:cubicBezTo>
                    <a:pt x="2556" y="682"/>
                    <a:pt x="2556" y="569"/>
                    <a:pt x="2556" y="484"/>
                  </a:cubicBezTo>
                  <a:cubicBezTo>
                    <a:pt x="2535" y="481"/>
                    <a:pt x="2515" y="480"/>
                    <a:pt x="2496" y="480"/>
                  </a:cubicBezTo>
                  <a:cubicBezTo>
                    <a:pt x="2259" y="480"/>
                    <a:pt x="2177" y="636"/>
                    <a:pt x="2045" y="768"/>
                  </a:cubicBezTo>
                  <a:cubicBezTo>
                    <a:pt x="1619" y="1279"/>
                    <a:pt x="1222" y="1790"/>
                    <a:pt x="796" y="2301"/>
                  </a:cubicBezTo>
                  <a:cubicBezTo>
                    <a:pt x="733" y="2342"/>
                    <a:pt x="686" y="2429"/>
                    <a:pt x="600" y="2429"/>
                  </a:cubicBezTo>
                  <a:cubicBezTo>
                    <a:pt x="567" y="2429"/>
                    <a:pt x="529" y="2417"/>
                    <a:pt x="483" y="2386"/>
                  </a:cubicBezTo>
                  <a:cubicBezTo>
                    <a:pt x="540" y="2017"/>
                    <a:pt x="654" y="1619"/>
                    <a:pt x="682" y="1222"/>
                  </a:cubicBezTo>
                  <a:cubicBezTo>
                    <a:pt x="739" y="824"/>
                    <a:pt x="909" y="427"/>
                    <a:pt x="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10"/>
            <p:cNvSpPr/>
            <p:nvPr/>
          </p:nvSpPr>
          <p:spPr>
            <a:xfrm>
              <a:off x="4495825" y="3744225"/>
              <a:ext cx="88775" cy="80525"/>
            </a:xfrm>
            <a:custGeom>
              <a:rect b="b" l="l" r="r" t="t"/>
              <a:pathLst>
                <a:path extrusionOk="0" h="3221" w="3551">
                  <a:moveTo>
                    <a:pt x="3039" y="1"/>
                  </a:moveTo>
                  <a:lnTo>
                    <a:pt x="3039" y="1"/>
                  </a:lnTo>
                  <a:cubicBezTo>
                    <a:pt x="2954" y="767"/>
                    <a:pt x="3209" y="1477"/>
                    <a:pt x="3067" y="2187"/>
                  </a:cubicBezTo>
                  <a:lnTo>
                    <a:pt x="2954" y="2187"/>
                  </a:lnTo>
                  <a:lnTo>
                    <a:pt x="1790" y="654"/>
                  </a:lnTo>
                  <a:cubicBezTo>
                    <a:pt x="1591" y="711"/>
                    <a:pt x="1562" y="853"/>
                    <a:pt x="1648" y="938"/>
                  </a:cubicBezTo>
                  <a:cubicBezTo>
                    <a:pt x="1931" y="1392"/>
                    <a:pt x="2215" y="1847"/>
                    <a:pt x="2499" y="2329"/>
                  </a:cubicBezTo>
                  <a:cubicBezTo>
                    <a:pt x="2528" y="2415"/>
                    <a:pt x="2641" y="2528"/>
                    <a:pt x="2528" y="2670"/>
                  </a:cubicBezTo>
                  <a:lnTo>
                    <a:pt x="398" y="2187"/>
                  </a:lnTo>
                  <a:cubicBezTo>
                    <a:pt x="332" y="2168"/>
                    <a:pt x="275" y="2159"/>
                    <a:pt x="228" y="2159"/>
                  </a:cubicBezTo>
                  <a:cubicBezTo>
                    <a:pt x="133" y="2159"/>
                    <a:pt x="76" y="2197"/>
                    <a:pt x="57" y="2273"/>
                  </a:cubicBezTo>
                  <a:cubicBezTo>
                    <a:pt x="0" y="2471"/>
                    <a:pt x="142" y="2528"/>
                    <a:pt x="284" y="2585"/>
                  </a:cubicBezTo>
                  <a:cubicBezTo>
                    <a:pt x="313" y="2613"/>
                    <a:pt x="341" y="2642"/>
                    <a:pt x="398" y="2642"/>
                  </a:cubicBezTo>
                  <a:cubicBezTo>
                    <a:pt x="1222" y="2841"/>
                    <a:pt x="2045" y="3039"/>
                    <a:pt x="2897" y="3210"/>
                  </a:cubicBezTo>
                  <a:cubicBezTo>
                    <a:pt x="2930" y="3217"/>
                    <a:pt x="2964" y="3221"/>
                    <a:pt x="2997" y="3221"/>
                  </a:cubicBezTo>
                  <a:cubicBezTo>
                    <a:pt x="3216" y="3221"/>
                    <a:pt x="3419" y="3063"/>
                    <a:pt x="3493" y="2841"/>
                  </a:cubicBezTo>
                  <a:cubicBezTo>
                    <a:pt x="3522" y="2670"/>
                    <a:pt x="3550" y="2500"/>
                    <a:pt x="3550" y="2329"/>
                  </a:cubicBezTo>
                  <a:cubicBezTo>
                    <a:pt x="3522" y="1676"/>
                    <a:pt x="3465" y="1023"/>
                    <a:pt x="3380" y="370"/>
                  </a:cubicBezTo>
                  <a:cubicBezTo>
                    <a:pt x="3380" y="256"/>
                    <a:pt x="3323" y="143"/>
                    <a:pt x="3266" y="58"/>
                  </a:cubicBezTo>
                  <a:cubicBezTo>
                    <a:pt x="3238" y="1"/>
                    <a:pt x="3124" y="29"/>
                    <a:pt x="30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10"/>
            <p:cNvSpPr/>
            <p:nvPr/>
          </p:nvSpPr>
          <p:spPr>
            <a:xfrm>
              <a:off x="4309100" y="4234825"/>
              <a:ext cx="825000" cy="646475"/>
            </a:xfrm>
            <a:custGeom>
              <a:rect b="b" l="l" r="r" t="t"/>
              <a:pathLst>
                <a:path extrusionOk="0" h="25859" w="33000">
                  <a:moveTo>
                    <a:pt x="33000" y="0"/>
                  </a:moveTo>
                  <a:lnTo>
                    <a:pt x="33000" y="0"/>
                  </a:lnTo>
                  <a:cubicBezTo>
                    <a:pt x="31836" y="1108"/>
                    <a:pt x="25361" y="1960"/>
                    <a:pt x="17381" y="2017"/>
                  </a:cubicBezTo>
                  <a:lnTo>
                    <a:pt x="16472" y="2017"/>
                  </a:lnTo>
                  <a:cubicBezTo>
                    <a:pt x="8151" y="2017"/>
                    <a:pt x="1278" y="1136"/>
                    <a:pt x="0" y="29"/>
                  </a:cubicBezTo>
                  <a:lnTo>
                    <a:pt x="0" y="29"/>
                  </a:lnTo>
                  <a:cubicBezTo>
                    <a:pt x="0" y="86"/>
                    <a:pt x="29" y="142"/>
                    <a:pt x="57" y="199"/>
                  </a:cubicBezTo>
                  <a:cubicBezTo>
                    <a:pt x="171" y="710"/>
                    <a:pt x="256" y="1193"/>
                    <a:pt x="398" y="1704"/>
                  </a:cubicBezTo>
                  <a:cubicBezTo>
                    <a:pt x="1165" y="4715"/>
                    <a:pt x="1903" y="7725"/>
                    <a:pt x="2670" y="10707"/>
                  </a:cubicBezTo>
                  <a:cubicBezTo>
                    <a:pt x="3522" y="14001"/>
                    <a:pt x="4374" y="17295"/>
                    <a:pt x="5254" y="20590"/>
                  </a:cubicBezTo>
                  <a:cubicBezTo>
                    <a:pt x="5453" y="21356"/>
                    <a:pt x="5595" y="22123"/>
                    <a:pt x="5879" y="22833"/>
                  </a:cubicBezTo>
                  <a:cubicBezTo>
                    <a:pt x="5936" y="23117"/>
                    <a:pt x="6135" y="23344"/>
                    <a:pt x="6362" y="23486"/>
                  </a:cubicBezTo>
                  <a:cubicBezTo>
                    <a:pt x="6845" y="23827"/>
                    <a:pt x="7413" y="24054"/>
                    <a:pt x="8009" y="24168"/>
                  </a:cubicBezTo>
                  <a:cubicBezTo>
                    <a:pt x="8127" y="24286"/>
                    <a:pt x="8265" y="24345"/>
                    <a:pt x="8423" y="24345"/>
                  </a:cubicBezTo>
                  <a:cubicBezTo>
                    <a:pt x="8455" y="24345"/>
                    <a:pt x="8487" y="24343"/>
                    <a:pt x="8520" y="24338"/>
                  </a:cubicBezTo>
                  <a:cubicBezTo>
                    <a:pt x="9344" y="24679"/>
                    <a:pt x="10167" y="24878"/>
                    <a:pt x="11048" y="24991"/>
                  </a:cubicBezTo>
                  <a:cubicBezTo>
                    <a:pt x="11145" y="25088"/>
                    <a:pt x="11268" y="25132"/>
                    <a:pt x="11400" y="25132"/>
                  </a:cubicBezTo>
                  <a:cubicBezTo>
                    <a:pt x="11461" y="25132"/>
                    <a:pt x="11524" y="25123"/>
                    <a:pt x="11587" y="25105"/>
                  </a:cubicBezTo>
                  <a:cubicBezTo>
                    <a:pt x="12468" y="25417"/>
                    <a:pt x="13405" y="25559"/>
                    <a:pt x="14342" y="25588"/>
                  </a:cubicBezTo>
                  <a:cubicBezTo>
                    <a:pt x="14228" y="23685"/>
                    <a:pt x="14086" y="21782"/>
                    <a:pt x="14001" y="19880"/>
                  </a:cubicBezTo>
                  <a:lnTo>
                    <a:pt x="14001" y="19880"/>
                  </a:lnTo>
                  <a:cubicBezTo>
                    <a:pt x="14115" y="21782"/>
                    <a:pt x="14228" y="23685"/>
                    <a:pt x="14342" y="25588"/>
                  </a:cubicBezTo>
                  <a:cubicBezTo>
                    <a:pt x="14439" y="25685"/>
                    <a:pt x="14563" y="25729"/>
                    <a:pt x="14685" y="25729"/>
                  </a:cubicBezTo>
                  <a:cubicBezTo>
                    <a:pt x="14742" y="25729"/>
                    <a:pt x="14799" y="25719"/>
                    <a:pt x="14853" y="25701"/>
                  </a:cubicBezTo>
                  <a:cubicBezTo>
                    <a:pt x="15293" y="25756"/>
                    <a:pt x="15733" y="25788"/>
                    <a:pt x="16181" y="25788"/>
                  </a:cubicBezTo>
                  <a:cubicBezTo>
                    <a:pt x="16427" y="25788"/>
                    <a:pt x="16675" y="25778"/>
                    <a:pt x="16926" y="25758"/>
                  </a:cubicBezTo>
                  <a:cubicBezTo>
                    <a:pt x="17022" y="25822"/>
                    <a:pt x="17127" y="25859"/>
                    <a:pt x="17235" y="25859"/>
                  </a:cubicBezTo>
                  <a:cubicBezTo>
                    <a:pt x="17320" y="25859"/>
                    <a:pt x="17407" y="25836"/>
                    <a:pt x="17494" y="25787"/>
                  </a:cubicBezTo>
                  <a:cubicBezTo>
                    <a:pt x="17665" y="25815"/>
                    <a:pt x="17835" y="25843"/>
                    <a:pt x="18005" y="25843"/>
                  </a:cubicBezTo>
                  <a:cubicBezTo>
                    <a:pt x="18137" y="25848"/>
                    <a:pt x="18268" y="25851"/>
                    <a:pt x="18398" y="25851"/>
                  </a:cubicBezTo>
                  <a:cubicBezTo>
                    <a:pt x="19026" y="25851"/>
                    <a:pt x="19642" y="25795"/>
                    <a:pt x="20277" y="25701"/>
                  </a:cubicBezTo>
                  <a:cubicBezTo>
                    <a:pt x="20354" y="25727"/>
                    <a:pt x="20430" y="25741"/>
                    <a:pt x="20507" y="25741"/>
                  </a:cubicBezTo>
                  <a:cubicBezTo>
                    <a:pt x="20601" y="25741"/>
                    <a:pt x="20695" y="25720"/>
                    <a:pt x="20788" y="25673"/>
                  </a:cubicBezTo>
                  <a:cubicBezTo>
                    <a:pt x="21243" y="25645"/>
                    <a:pt x="21669" y="25616"/>
                    <a:pt x="22123" y="25531"/>
                  </a:cubicBezTo>
                  <a:cubicBezTo>
                    <a:pt x="22521" y="25503"/>
                    <a:pt x="22890" y="25389"/>
                    <a:pt x="23231" y="25247"/>
                  </a:cubicBezTo>
                  <a:cubicBezTo>
                    <a:pt x="23275" y="25262"/>
                    <a:pt x="23321" y="25269"/>
                    <a:pt x="23367" y="25269"/>
                  </a:cubicBezTo>
                  <a:cubicBezTo>
                    <a:pt x="23498" y="25269"/>
                    <a:pt x="23629" y="25210"/>
                    <a:pt x="23714" y="25105"/>
                  </a:cubicBezTo>
                  <a:cubicBezTo>
                    <a:pt x="24338" y="25048"/>
                    <a:pt x="24963" y="24821"/>
                    <a:pt x="25503" y="24509"/>
                  </a:cubicBezTo>
                  <a:cubicBezTo>
                    <a:pt x="25535" y="24513"/>
                    <a:pt x="25567" y="24516"/>
                    <a:pt x="25599" y="24516"/>
                  </a:cubicBezTo>
                  <a:cubicBezTo>
                    <a:pt x="25764" y="24516"/>
                    <a:pt x="25919" y="24453"/>
                    <a:pt x="26014" y="24310"/>
                  </a:cubicBezTo>
                  <a:cubicBezTo>
                    <a:pt x="26752" y="24054"/>
                    <a:pt x="27434" y="23657"/>
                    <a:pt x="28002" y="23145"/>
                  </a:cubicBezTo>
                  <a:cubicBezTo>
                    <a:pt x="28286" y="22890"/>
                    <a:pt x="28485" y="22549"/>
                    <a:pt x="28541" y="22151"/>
                  </a:cubicBezTo>
                  <a:cubicBezTo>
                    <a:pt x="28854" y="20448"/>
                    <a:pt x="29251" y="18715"/>
                    <a:pt x="29592" y="17011"/>
                  </a:cubicBezTo>
                  <a:cubicBezTo>
                    <a:pt x="29990" y="15109"/>
                    <a:pt x="30387" y="13206"/>
                    <a:pt x="30785" y="11331"/>
                  </a:cubicBezTo>
                  <a:lnTo>
                    <a:pt x="32432" y="3522"/>
                  </a:lnTo>
                  <a:cubicBezTo>
                    <a:pt x="32602" y="2641"/>
                    <a:pt x="32801" y="1789"/>
                    <a:pt x="32943" y="938"/>
                  </a:cubicBezTo>
                  <a:cubicBezTo>
                    <a:pt x="33000" y="625"/>
                    <a:pt x="33000" y="313"/>
                    <a:pt x="330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10"/>
            <p:cNvSpPr/>
            <p:nvPr/>
          </p:nvSpPr>
          <p:spPr>
            <a:xfrm>
              <a:off x="4891975" y="4390000"/>
              <a:ext cx="74575" cy="88675"/>
            </a:xfrm>
            <a:custGeom>
              <a:rect b="b" l="l" r="r" t="t"/>
              <a:pathLst>
                <a:path extrusionOk="0" h="3547" w="2983">
                  <a:moveTo>
                    <a:pt x="1577" y="1"/>
                  </a:moveTo>
                  <a:cubicBezTo>
                    <a:pt x="894" y="1"/>
                    <a:pt x="249" y="679"/>
                    <a:pt x="143" y="1603"/>
                  </a:cubicBezTo>
                  <a:cubicBezTo>
                    <a:pt x="1" y="2569"/>
                    <a:pt x="512" y="3449"/>
                    <a:pt x="1251" y="3534"/>
                  </a:cubicBezTo>
                  <a:cubicBezTo>
                    <a:pt x="1305" y="3542"/>
                    <a:pt x="1359" y="3546"/>
                    <a:pt x="1412" y="3546"/>
                  </a:cubicBezTo>
                  <a:cubicBezTo>
                    <a:pt x="2115" y="3546"/>
                    <a:pt x="2737" y="2868"/>
                    <a:pt x="2869" y="1944"/>
                  </a:cubicBezTo>
                  <a:cubicBezTo>
                    <a:pt x="2983" y="978"/>
                    <a:pt x="2472" y="98"/>
                    <a:pt x="1733" y="13"/>
                  </a:cubicBezTo>
                  <a:cubicBezTo>
                    <a:pt x="1681" y="5"/>
                    <a:pt x="1629" y="1"/>
                    <a:pt x="1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10"/>
            <p:cNvSpPr/>
            <p:nvPr/>
          </p:nvSpPr>
          <p:spPr>
            <a:xfrm>
              <a:off x="4691775" y="4394575"/>
              <a:ext cx="77400" cy="96575"/>
            </a:xfrm>
            <a:custGeom>
              <a:rect b="b" l="l" r="r" t="t"/>
              <a:pathLst>
                <a:path extrusionOk="0" h="3863" w="3096">
                  <a:moveTo>
                    <a:pt x="1534" y="0"/>
                  </a:moveTo>
                  <a:cubicBezTo>
                    <a:pt x="682" y="0"/>
                    <a:pt x="0" y="852"/>
                    <a:pt x="0" y="1931"/>
                  </a:cubicBezTo>
                  <a:cubicBezTo>
                    <a:pt x="0" y="2982"/>
                    <a:pt x="682" y="3862"/>
                    <a:pt x="1534" y="3862"/>
                  </a:cubicBezTo>
                  <a:cubicBezTo>
                    <a:pt x="2386" y="3862"/>
                    <a:pt x="3096" y="2982"/>
                    <a:pt x="3096" y="1931"/>
                  </a:cubicBezTo>
                  <a:cubicBezTo>
                    <a:pt x="3096" y="880"/>
                    <a:pt x="2386" y="0"/>
                    <a:pt x="1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10"/>
            <p:cNvSpPr/>
            <p:nvPr/>
          </p:nvSpPr>
          <p:spPr>
            <a:xfrm>
              <a:off x="5062375" y="4339750"/>
              <a:ext cx="64650" cy="96175"/>
            </a:xfrm>
            <a:custGeom>
              <a:rect b="b" l="l" r="r" t="t"/>
              <a:pathLst>
                <a:path extrusionOk="0" h="3847" w="2586">
                  <a:moveTo>
                    <a:pt x="1466" y="0"/>
                  </a:moveTo>
                  <a:cubicBezTo>
                    <a:pt x="849" y="0"/>
                    <a:pt x="278" y="768"/>
                    <a:pt x="143" y="1767"/>
                  </a:cubicBezTo>
                  <a:cubicBezTo>
                    <a:pt x="1" y="2818"/>
                    <a:pt x="398" y="3755"/>
                    <a:pt x="1023" y="3840"/>
                  </a:cubicBezTo>
                  <a:cubicBezTo>
                    <a:pt x="1055" y="3844"/>
                    <a:pt x="1087" y="3846"/>
                    <a:pt x="1119" y="3846"/>
                  </a:cubicBezTo>
                  <a:cubicBezTo>
                    <a:pt x="1737" y="3846"/>
                    <a:pt x="2308" y="3079"/>
                    <a:pt x="2443" y="2079"/>
                  </a:cubicBezTo>
                  <a:cubicBezTo>
                    <a:pt x="2585" y="1029"/>
                    <a:pt x="2187" y="92"/>
                    <a:pt x="1563" y="6"/>
                  </a:cubicBezTo>
                  <a:cubicBezTo>
                    <a:pt x="1530" y="2"/>
                    <a:pt x="1498" y="0"/>
                    <a:pt x="1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10"/>
            <p:cNvSpPr/>
            <p:nvPr/>
          </p:nvSpPr>
          <p:spPr>
            <a:xfrm>
              <a:off x="4493700" y="4390000"/>
              <a:ext cx="74575" cy="88675"/>
            </a:xfrm>
            <a:custGeom>
              <a:rect b="b" l="l" r="r" t="t"/>
              <a:pathLst>
                <a:path extrusionOk="0" h="3547" w="2983">
                  <a:moveTo>
                    <a:pt x="1411" y="1"/>
                  </a:moveTo>
                  <a:cubicBezTo>
                    <a:pt x="1358" y="1"/>
                    <a:pt x="1304" y="5"/>
                    <a:pt x="1250" y="13"/>
                  </a:cubicBezTo>
                  <a:cubicBezTo>
                    <a:pt x="511" y="98"/>
                    <a:pt x="0" y="978"/>
                    <a:pt x="142" y="1944"/>
                  </a:cubicBezTo>
                  <a:cubicBezTo>
                    <a:pt x="274" y="2868"/>
                    <a:pt x="897" y="3546"/>
                    <a:pt x="1577" y="3546"/>
                  </a:cubicBezTo>
                  <a:cubicBezTo>
                    <a:pt x="1628" y="3546"/>
                    <a:pt x="1680" y="3542"/>
                    <a:pt x="1733" y="3534"/>
                  </a:cubicBezTo>
                  <a:cubicBezTo>
                    <a:pt x="2499" y="3449"/>
                    <a:pt x="2982" y="2569"/>
                    <a:pt x="2868" y="1603"/>
                  </a:cubicBezTo>
                  <a:cubicBezTo>
                    <a:pt x="2736" y="679"/>
                    <a:pt x="2114" y="1"/>
                    <a:pt x="14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10"/>
            <p:cNvSpPr/>
            <p:nvPr/>
          </p:nvSpPr>
          <p:spPr>
            <a:xfrm>
              <a:off x="4331100" y="4339725"/>
              <a:ext cx="64650" cy="95500"/>
            </a:xfrm>
            <a:custGeom>
              <a:rect b="b" l="l" r="r" t="t"/>
              <a:pathLst>
                <a:path extrusionOk="0" h="3820" w="2586">
                  <a:moveTo>
                    <a:pt x="1123" y="1"/>
                  </a:moveTo>
                  <a:cubicBezTo>
                    <a:pt x="1090" y="1"/>
                    <a:pt x="1056" y="3"/>
                    <a:pt x="1023" y="7"/>
                  </a:cubicBezTo>
                  <a:cubicBezTo>
                    <a:pt x="398" y="93"/>
                    <a:pt x="1" y="1030"/>
                    <a:pt x="143" y="2080"/>
                  </a:cubicBezTo>
                  <a:cubicBezTo>
                    <a:pt x="278" y="3078"/>
                    <a:pt x="847" y="3819"/>
                    <a:pt x="1463" y="3819"/>
                  </a:cubicBezTo>
                  <a:cubicBezTo>
                    <a:pt x="1496" y="3819"/>
                    <a:pt x="1530" y="3817"/>
                    <a:pt x="1563" y="3813"/>
                  </a:cubicBezTo>
                  <a:cubicBezTo>
                    <a:pt x="2188" y="3728"/>
                    <a:pt x="2585" y="2819"/>
                    <a:pt x="2443" y="1740"/>
                  </a:cubicBezTo>
                  <a:cubicBezTo>
                    <a:pt x="2308" y="742"/>
                    <a:pt x="1739" y="1"/>
                    <a:pt x="1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10"/>
            <p:cNvSpPr/>
            <p:nvPr/>
          </p:nvSpPr>
          <p:spPr>
            <a:xfrm>
              <a:off x="4877775" y="4576125"/>
              <a:ext cx="68200" cy="81350"/>
            </a:xfrm>
            <a:custGeom>
              <a:rect b="b" l="l" r="r" t="t"/>
              <a:pathLst>
                <a:path extrusionOk="0" h="3254" w="2728">
                  <a:moveTo>
                    <a:pt x="1471" y="1"/>
                  </a:moveTo>
                  <a:cubicBezTo>
                    <a:pt x="835" y="1"/>
                    <a:pt x="250" y="628"/>
                    <a:pt x="143" y="1457"/>
                  </a:cubicBezTo>
                  <a:cubicBezTo>
                    <a:pt x="1" y="2337"/>
                    <a:pt x="484" y="3132"/>
                    <a:pt x="1165" y="3246"/>
                  </a:cubicBezTo>
                  <a:cubicBezTo>
                    <a:pt x="1205" y="3251"/>
                    <a:pt x="1246" y="3253"/>
                    <a:pt x="1285" y="3253"/>
                  </a:cubicBezTo>
                  <a:cubicBezTo>
                    <a:pt x="1922" y="3253"/>
                    <a:pt x="2507" y="2626"/>
                    <a:pt x="2614" y="1797"/>
                  </a:cubicBezTo>
                  <a:cubicBezTo>
                    <a:pt x="2727" y="889"/>
                    <a:pt x="2273" y="93"/>
                    <a:pt x="1591" y="8"/>
                  </a:cubicBezTo>
                  <a:cubicBezTo>
                    <a:pt x="1551" y="3"/>
                    <a:pt x="1511" y="1"/>
                    <a:pt x="14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10"/>
            <p:cNvSpPr/>
            <p:nvPr/>
          </p:nvSpPr>
          <p:spPr>
            <a:xfrm>
              <a:off x="4694625" y="4579875"/>
              <a:ext cx="71000" cy="88775"/>
            </a:xfrm>
            <a:custGeom>
              <a:rect b="b" l="l" r="r" t="t"/>
              <a:pathLst>
                <a:path extrusionOk="0" h="3551" w="2840">
                  <a:moveTo>
                    <a:pt x="1420" y="0"/>
                  </a:moveTo>
                  <a:cubicBezTo>
                    <a:pt x="625" y="0"/>
                    <a:pt x="0" y="824"/>
                    <a:pt x="0" y="1789"/>
                  </a:cubicBezTo>
                  <a:cubicBezTo>
                    <a:pt x="0" y="2755"/>
                    <a:pt x="625" y="3550"/>
                    <a:pt x="1420" y="3550"/>
                  </a:cubicBezTo>
                  <a:cubicBezTo>
                    <a:pt x="2215" y="3550"/>
                    <a:pt x="2840" y="2755"/>
                    <a:pt x="2840" y="1789"/>
                  </a:cubicBezTo>
                  <a:cubicBezTo>
                    <a:pt x="2840" y="795"/>
                    <a:pt x="2215" y="0"/>
                    <a:pt x="1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10"/>
            <p:cNvSpPr/>
            <p:nvPr/>
          </p:nvSpPr>
          <p:spPr>
            <a:xfrm>
              <a:off x="5033275" y="4530000"/>
              <a:ext cx="59650" cy="87600"/>
            </a:xfrm>
            <a:custGeom>
              <a:rect b="b" l="l" r="r" t="t"/>
              <a:pathLst>
                <a:path extrusionOk="0" h="3504" w="2386">
                  <a:moveTo>
                    <a:pt x="1323" y="0"/>
                  </a:moveTo>
                  <a:cubicBezTo>
                    <a:pt x="763" y="0"/>
                    <a:pt x="248" y="685"/>
                    <a:pt x="114" y="1598"/>
                  </a:cubicBezTo>
                  <a:cubicBezTo>
                    <a:pt x="0" y="2563"/>
                    <a:pt x="370" y="3415"/>
                    <a:pt x="938" y="3500"/>
                  </a:cubicBezTo>
                  <a:cubicBezTo>
                    <a:pt x="960" y="3502"/>
                    <a:pt x="982" y="3504"/>
                    <a:pt x="1005" y="3504"/>
                  </a:cubicBezTo>
                  <a:cubicBezTo>
                    <a:pt x="1578" y="3504"/>
                    <a:pt x="2135" y="2811"/>
                    <a:pt x="2244" y="1882"/>
                  </a:cubicBezTo>
                  <a:cubicBezTo>
                    <a:pt x="2386" y="916"/>
                    <a:pt x="2017" y="92"/>
                    <a:pt x="1420" y="7"/>
                  </a:cubicBezTo>
                  <a:cubicBezTo>
                    <a:pt x="1388" y="3"/>
                    <a:pt x="1355" y="0"/>
                    <a:pt x="1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10"/>
            <p:cNvSpPr/>
            <p:nvPr/>
          </p:nvSpPr>
          <p:spPr>
            <a:xfrm>
              <a:off x="4514275" y="4576125"/>
              <a:ext cx="68200" cy="81350"/>
            </a:xfrm>
            <a:custGeom>
              <a:rect b="b" l="l" r="r" t="t"/>
              <a:pathLst>
                <a:path extrusionOk="0" h="3254" w="2728">
                  <a:moveTo>
                    <a:pt x="1261" y="1"/>
                  </a:moveTo>
                  <a:cubicBezTo>
                    <a:pt x="1220" y="1"/>
                    <a:pt x="1179" y="3"/>
                    <a:pt x="1137" y="8"/>
                  </a:cubicBezTo>
                  <a:cubicBezTo>
                    <a:pt x="455" y="93"/>
                    <a:pt x="1" y="889"/>
                    <a:pt x="114" y="1797"/>
                  </a:cubicBezTo>
                  <a:cubicBezTo>
                    <a:pt x="248" y="2626"/>
                    <a:pt x="834" y="3253"/>
                    <a:pt x="1471" y="3253"/>
                  </a:cubicBezTo>
                  <a:cubicBezTo>
                    <a:pt x="1511" y="3253"/>
                    <a:pt x="1551" y="3251"/>
                    <a:pt x="1591" y="3246"/>
                  </a:cubicBezTo>
                  <a:cubicBezTo>
                    <a:pt x="2273" y="3132"/>
                    <a:pt x="2727" y="2337"/>
                    <a:pt x="2613" y="1457"/>
                  </a:cubicBezTo>
                  <a:cubicBezTo>
                    <a:pt x="2507" y="628"/>
                    <a:pt x="1922"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10"/>
            <p:cNvSpPr/>
            <p:nvPr/>
          </p:nvSpPr>
          <p:spPr>
            <a:xfrm>
              <a:off x="4372275" y="4530400"/>
              <a:ext cx="63225" cy="86725"/>
            </a:xfrm>
            <a:custGeom>
              <a:rect b="b" l="l" r="r" t="t"/>
              <a:pathLst>
                <a:path extrusionOk="0" h="3469" w="2529">
                  <a:moveTo>
                    <a:pt x="1041" y="1"/>
                  </a:moveTo>
                  <a:cubicBezTo>
                    <a:pt x="988" y="1"/>
                    <a:pt x="934" y="7"/>
                    <a:pt x="881" y="20"/>
                  </a:cubicBezTo>
                  <a:cubicBezTo>
                    <a:pt x="313" y="133"/>
                    <a:pt x="1" y="1014"/>
                    <a:pt x="228" y="1951"/>
                  </a:cubicBezTo>
                  <a:cubicBezTo>
                    <a:pt x="412" y="2843"/>
                    <a:pt x="959" y="3469"/>
                    <a:pt x="1512" y="3469"/>
                  </a:cubicBezTo>
                  <a:cubicBezTo>
                    <a:pt x="1558" y="3469"/>
                    <a:pt x="1603" y="3465"/>
                    <a:pt x="1648" y="3456"/>
                  </a:cubicBezTo>
                  <a:cubicBezTo>
                    <a:pt x="2216" y="3314"/>
                    <a:pt x="2528" y="2462"/>
                    <a:pt x="2301" y="1496"/>
                  </a:cubicBezTo>
                  <a:cubicBezTo>
                    <a:pt x="2120" y="643"/>
                    <a:pt x="1585" y="1"/>
                    <a:pt x="1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10"/>
            <p:cNvSpPr/>
            <p:nvPr/>
          </p:nvSpPr>
          <p:spPr>
            <a:xfrm>
              <a:off x="4867150" y="4733025"/>
              <a:ext cx="62500" cy="74975"/>
            </a:xfrm>
            <a:custGeom>
              <a:rect b="b" l="l" r="r" t="t"/>
              <a:pathLst>
                <a:path extrusionOk="0" h="2999" w="2500">
                  <a:moveTo>
                    <a:pt x="1329" y="0"/>
                  </a:moveTo>
                  <a:cubicBezTo>
                    <a:pt x="749" y="0"/>
                    <a:pt x="220" y="572"/>
                    <a:pt x="114" y="1343"/>
                  </a:cubicBezTo>
                  <a:cubicBezTo>
                    <a:pt x="0" y="2167"/>
                    <a:pt x="426" y="2905"/>
                    <a:pt x="1051" y="2990"/>
                  </a:cubicBezTo>
                  <a:cubicBezTo>
                    <a:pt x="1092" y="2996"/>
                    <a:pt x="1134" y="2998"/>
                    <a:pt x="1175" y="2998"/>
                  </a:cubicBezTo>
                  <a:cubicBezTo>
                    <a:pt x="1778" y="2998"/>
                    <a:pt x="2308" y="2426"/>
                    <a:pt x="2414" y="1655"/>
                  </a:cubicBezTo>
                  <a:cubicBezTo>
                    <a:pt x="2499" y="832"/>
                    <a:pt x="2102" y="94"/>
                    <a:pt x="1448" y="8"/>
                  </a:cubicBezTo>
                  <a:cubicBezTo>
                    <a:pt x="1408" y="3"/>
                    <a:pt x="1369" y="0"/>
                    <a:pt x="13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10"/>
            <p:cNvSpPr/>
            <p:nvPr/>
          </p:nvSpPr>
          <p:spPr>
            <a:xfrm>
              <a:off x="4698175" y="4736775"/>
              <a:ext cx="64625" cy="81675"/>
            </a:xfrm>
            <a:custGeom>
              <a:rect b="b" l="l" r="r" t="t"/>
              <a:pathLst>
                <a:path extrusionOk="0" h="3267" w="2585">
                  <a:moveTo>
                    <a:pt x="1306" y="0"/>
                  </a:moveTo>
                  <a:cubicBezTo>
                    <a:pt x="568" y="0"/>
                    <a:pt x="0" y="739"/>
                    <a:pt x="0" y="1647"/>
                  </a:cubicBezTo>
                  <a:cubicBezTo>
                    <a:pt x="0" y="2528"/>
                    <a:pt x="568" y="3266"/>
                    <a:pt x="1306" y="3266"/>
                  </a:cubicBezTo>
                  <a:cubicBezTo>
                    <a:pt x="2016" y="3266"/>
                    <a:pt x="2584" y="2528"/>
                    <a:pt x="2584" y="1647"/>
                  </a:cubicBezTo>
                  <a:cubicBezTo>
                    <a:pt x="2584" y="739"/>
                    <a:pt x="2016" y="0"/>
                    <a:pt x="1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10"/>
            <p:cNvSpPr/>
            <p:nvPr/>
          </p:nvSpPr>
          <p:spPr>
            <a:xfrm>
              <a:off x="5010550" y="4690425"/>
              <a:ext cx="54700" cy="80625"/>
            </a:xfrm>
            <a:custGeom>
              <a:rect b="b" l="l" r="r" t="t"/>
              <a:pathLst>
                <a:path extrusionOk="0" h="3225" w="2188">
                  <a:moveTo>
                    <a:pt x="1212" y="1"/>
                  </a:moveTo>
                  <a:cubicBezTo>
                    <a:pt x="705" y="1"/>
                    <a:pt x="221" y="630"/>
                    <a:pt x="114" y="1485"/>
                  </a:cubicBezTo>
                  <a:cubicBezTo>
                    <a:pt x="1" y="2366"/>
                    <a:pt x="341" y="3161"/>
                    <a:pt x="881" y="3217"/>
                  </a:cubicBezTo>
                  <a:cubicBezTo>
                    <a:pt x="913" y="3223"/>
                    <a:pt x="944" y="3225"/>
                    <a:pt x="976" y="3225"/>
                  </a:cubicBezTo>
                  <a:cubicBezTo>
                    <a:pt x="1483" y="3225"/>
                    <a:pt x="1967" y="2596"/>
                    <a:pt x="2074" y="1741"/>
                  </a:cubicBezTo>
                  <a:cubicBezTo>
                    <a:pt x="2187" y="860"/>
                    <a:pt x="1847" y="65"/>
                    <a:pt x="1307" y="8"/>
                  </a:cubicBezTo>
                  <a:cubicBezTo>
                    <a:pt x="1275" y="3"/>
                    <a:pt x="1243" y="1"/>
                    <a:pt x="1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10"/>
            <p:cNvSpPr/>
            <p:nvPr/>
          </p:nvSpPr>
          <p:spPr>
            <a:xfrm>
              <a:off x="4531325" y="4733025"/>
              <a:ext cx="62500" cy="74975"/>
            </a:xfrm>
            <a:custGeom>
              <a:rect b="b" l="l" r="r" t="t"/>
              <a:pathLst>
                <a:path extrusionOk="0" h="2999" w="2500">
                  <a:moveTo>
                    <a:pt x="1147" y="0"/>
                  </a:moveTo>
                  <a:cubicBezTo>
                    <a:pt x="1106" y="0"/>
                    <a:pt x="1064" y="3"/>
                    <a:pt x="1023" y="8"/>
                  </a:cubicBezTo>
                  <a:cubicBezTo>
                    <a:pt x="398" y="94"/>
                    <a:pt x="0" y="832"/>
                    <a:pt x="86" y="1655"/>
                  </a:cubicBezTo>
                  <a:cubicBezTo>
                    <a:pt x="192" y="2426"/>
                    <a:pt x="721" y="2998"/>
                    <a:pt x="1301" y="2998"/>
                  </a:cubicBezTo>
                  <a:cubicBezTo>
                    <a:pt x="1341" y="2998"/>
                    <a:pt x="1380" y="2996"/>
                    <a:pt x="1420" y="2990"/>
                  </a:cubicBezTo>
                  <a:cubicBezTo>
                    <a:pt x="2073" y="2905"/>
                    <a:pt x="2499" y="2167"/>
                    <a:pt x="2386" y="1343"/>
                  </a:cubicBezTo>
                  <a:cubicBezTo>
                    <a:pt x="2279" y="572"/>
                    <a:pt x="1750" y="0"/>
                    <a:pt x="1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10"/>
            <p:cNvSpPr/>
            <p:nvPr/>
          </p:nvSpPr>
          <p:spPr>
            <a:xfrm>
              <a:off x="4400675" y="4690975"/>
              <a:ext cx="56825" cy="80225"/>
            </a:xfrm>
            <a:custGeom>
              <a:rect b="b" l="l" r="r" t="t"/>
              <a:pathLst>
                <a:path extrusionOk="0" h="3209" w="2273">
                  <a:moveTo>
                    <a:pt x="923" y="1"/>
                  </a:moveTo>
                  <a:cubicBezTo>
                    <a:pt x="881" y="1"/>
                    <a:pt x="838" y="6"/>
                    <a:pt x="796" y="15"/>
                  </a:cubicBezTo>
                  <a:cubicBezTo>
                    <a:pt x="257" y="128"/>
                    <a:pt x="1" y="924"/>
                    <a:pt x="171" y="1804"/>
                  </a:cubicBezTo>
                  <a:cubicBezTo>
                    <a:pt x="354" y="2615"/>
                    <a:pt x="851" y="3209"/>
                    <a:pt x="1350" y="3209"/>
                  </a:cubicBezTo>
                  <a:cubicBezTo>
                    <a:pt x="1392" y="3209"/>
                    <a:pt x="1435" y="3204"/>
                    <a:pt x="1478" y="3195"/>
                  </a:cubicBezTo>
                  <a:cubicBezTo>
                    <a:pt x="2017" y="3082"/>
                    <a:pt x="2273" y="2258"/>
                    <a:pt x="2102" y="1378"/>
                  </a:cubicBezTo>
                  <a:cubicBezTo>
                    <a:pt x="1920" y="570"/>
                    <a:pt x="1402" y="1"/>
                    <a:pt x="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9" name="Google Shape;8989;p110">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10">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10">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10">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6" name="Shape 8996"/>
        <p:cNvGrpSpPr/>
        <p:nvPr/>
      </p:nvGrpSpPr>
      <p:grpSpPr>
        <a:xfrm>
          <a:off x="0" y="0"/>
          <a:ext cx="0" cy="0"/>
          <a:chOff x="0" y="0"/>
          <a:chExt cx="0" cy="0"/>
        </a:xfrm>
      </p:grpSpPr>
      <p:sp>
        <p:nvSpPr>
          <p:cNvPr id="8997" name="Google Shape;8997;p111"/>
          <p:cNvSpPr/>
          <p:nvPr/>
        </p:nvSpPr>
        <p:spPr>
          <a:xfrm>
            <a:off x="2257262" y="2993700"/>
            <a:ext cx="29451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11">
            <a:hlinkClick action="ppaction://hlinksldjump" r:id="rId3"/>
          </p:cNvPr>
          <p:cNvSpPr/>
          <p:nvPr/>
        </p:nvSpPr>
        <p:spPr>
          <a:xfrm>
            <a:off x="2257262" y="1373925"/>
            <a:ext cx="29451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1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Cost</a:t>
            </a:r>
            <a:endParaRPr/>
          </a:p>
        </p:txBody>
      </p:sp>
      <p:sp>
        <p:nvSpPr>
          <p:cNvPr id="9000" name="Google Shape;9000;p111"/>
          <p:cNvSpPr txBox="1"/>
          <p:nvPr>
            <p:ph idx="1" type="subTitle"/>
          </p:nvPr>
        </p:nvSpPr>
        <p:spPr>
          <a:xfrm>
            <a:off x="2366775" y="1457775"/>
            <a:ext cx="2474400" cy="2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Full day workshop</a:t>
            </a:r>
            <a:endParaRPr/>
          </a:p>
        </p:txBody>
      </p:sp>
      <p:sp>
        <p:nvSpPr>
          <p:cNvPr id="9001" name="Google Shape;9001;p111"/>
          <p:cNvSpPr txBox="1"/>
          <p:nvPr>
            <p:ph idx="2" type="subTitle"/>
          </p:nvPr>
        </p:nvSpPr>
        <p:spPr>
          <a:xfrm>
            <a:off x="2366775" y="3077550"/>
            <a:ext cx="2474400" cy="2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Half day workshop</a:t>
            </a:r>
            <a:endParaRPr/>
          </a:p>
        </p:txBody>
      </p:sp>
      <p:sp>
        <p:nvSpPr>
          <p:cNvPr id="9002" name="Google Shape;9002;p111"/>
          <p:cNvSpPr txBox="1"/>
          <p:nvPr>
            <p:ph idx="3" type="subTitle"/>
          </p:nvPr>
        </p:nvSpPr>
        <p:spPr>
          <a:xfrm>
            <a:off x="2366775" y="1830150"/>
            <a:ext cx="2640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the second-largest planet in the Solar System</a:t>
            </a:r>
            <a:endParaRPr/>
          </a:p>
        </p:txBody>
      </p:sp>
      <p:sp>
        <p:nvSpPr>
          <p:cNvPr id="9003" name="Google Shape;9003;p111"/>
          <p:cNvSpPr txBox="1"/>
          <p:nvPr>
            <p:ph idx="4" type="subTitle"/>
          </p:nvPr>
        </p:nvSpPr>
        <p:spPr>
          <a:xfrm>
            <a:off x="2366775" y="3449925"/>
            <a:ext cx="2640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fourth-largest planet in the Solar System</a:t>
            </a:r>
            <a:endParaRPr/>
          </a:p>
        </p:txBody>
      </p:sp>
      <p:grpSp>
        <p:nvGrpSpPr>
          <p:cNvPr id="9004" name="Google Shape;9004;p111"/>
          <p:cNvGrpSpPr/>
          <p:nvPr/>
        </p:nvGrpSpPr>
        <p:grpSpPr>
          <a:xfrm>
            <a:off x="5575964" y="1274612"/>
            <a:ext cx="1792563" cy="1145972"/>
            <a:chOff x="1637372" y="1439233"/>
            <a:chExt cx="1995950" cy="1275996"/>
          </a:xfrm>
        </p:grpSpPr>
        <p:grpSp>
          <p:nvGrpSpPr>
            <p:cNvPr id="9005" name="Google Shape;9005;p111"/>
            <p:cNvGrpSpPr/>
            <p:nvPr/>
          </p:nvGrpSpPr>
          <p:grpSpPr>
            <a:xfrm>
              <a:off x="1637372" y="1439233"/>
              <a:ext cx="1995950" cy="1275996"/>
              <a:chOff x="2413900" y="1707875"/>
              <a:chExt cx="835650" cy="534225"/>
            </a:xfrm>
          </p:grpSpPr>
          <p:sp>
            <p:nvSpPr>
              <p:cNvPr id="9006" name="Google Shape;9006;p111"/>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11"/>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11"/>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11"/>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11"/>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11"/>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11"/>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9013" name="Google Shape;9013;p111"/>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111"/>
          <p:cNvGrpSpPr/>
          <p:nvPr/>
        </p:nvGrpSpPr>
        <p:grpSpPr>
          <a:xfrm>
            <a:off x="5526764" y="2894375"/>
            <a:ext cx="1792563" cy="1145972"/>
            <a:chOff x="1637372" y="1439233"/>
            <a:chExt cx="1995950" cy="1275996"/>
          </a:xfrm>
        </p:grpSpPr>
        <p:grpSp>
          <p:nvGrpSpPr>
            <p:cNvPr id="9015" name="Google Shape;9015;p111"/>
            <p:cNvGrpSpPr/>
            <p:nvPr/>
          </p:nvGrpSpPr>
          <p:grpSpPr>
            <a:xfrm>
              <a:off x="1637372" y="1439233"/>
              <a:ext cx="1995950" cy="1275996"/>
              <a:chOff x="2413900" y="1707875"/>
              <a:chExt cx="835650" cy="534225"/>
            </a:xfrm>
          </p:grpSpPr>
          <p:sp>
            <p:nvSpPr>
              <p:cNvPr id="9016" name="Google Shape;9016;p111"/>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11"/>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11"/>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11"/>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11"/>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11"/>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11"/>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9023" name="Google Shape;9023;p111"/>
            <p:cNvSpPr/>
            <p:nvPr/>
          </p:nvSpPr>
          <p:spPr>
            <a:xfrm>
              <a:off x="1845669" y="1646344"/>
              <a:ext cx="1579093" cy="781792"/>
            </a:xfrm>
            <a:custGeom>
              <a:rect b="b" l="l" r="r" t="t"/>
              <a:pathLst>
                <a:path extrusionOk="0" h="14568" w="29425">
                  <a:moveTo>
                    <a:pt x="1678" y="1"/>
                  </a:moveTo>
                  <a:lnTo>
                    <a:pt x="0" y="3923"/>
                  </a:lnTo>
                  <a:lnTo>
                    <a:pt x="11543" y="7224"/>
                  </a:lnTo>
                  <a:lnTo>
                    <a:pt x="885" y="12877"/>
                  </a:lnTo>
                  <a:lnTo>
                    <a:pt x="0" y="14567"/>
                  </a:lnTo>
                  <a:lnTo>
                    <a:pt x="29425" y="9245"/>
                  </a:lnTo>
                  <a:lnTo>
                    <a:pt x="16495" y="4874"/>
                  </a:lnTo>
                  <a:lnTo>
                    <a:pt x="29226" y="2391"/>
                  </a:lnTo>
                  <a:lnTo>
                    <a:pt x="29425" y="1546"/>
                  </a:lnTo>
                  <a:lnTo>
                    <a:pt x="16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111"/>
          <p:cNvGrpSpPr/>
          <p:nvPr/>
        </p:nvGrpSpPr>
        <p:grpSpPr>
          <a:xfrm>
            <a:off x="6178473" y="1585576"/>
            <a:ext cx="488944" cy="523777"/>
            <a:chOff x="7089533" y="3138315"/>
            <a:chExt cx="405561" cy="434453"/>
          </a:xfrm>
        </p:grpSpPr>
        <p:sp>
          <p:nvSpPr>
            <p:cNvPr id="9025" name="Google Shape;9025;p111"/>
            <p:cNvSpPr/>
            <p:nvPr/>
          </p:nvSpPr>
          <p:spPr>
            <a:xfrm>
              <a:off x="7147500" y="3167285"/>
              <a:ext cx="202715" cy="134511"/>
            </a:xfrm>
            <a:custGeom>
              <a:rect b="b" l="l" r="r" t="t"/>
              <a:pathLst>
                <a:path extrusionOk="0" h="5177" w="7802">
                  <a:moveTo>
                    <a:pt x="557" y="1"/>
                  </a:moveTo>
                  <a:cubicBezTo>
                    <a:pt x="249" y="1"/>
                    <a:pt x="0" y="249"/>
                    <a:pt x="0" y="557"/>
                  </a:cubicBezTo>
                  <a:lnTo>
                    <a:pt x="0" y="5176"/>
                  </a:lnTo>
                  <a:lnTo>
                    <a:pt x="7802" y="5176"/>
                  </a:lnTo>
                  <a:lnTo>
                    <a:pt x="7802" y="2786"/>
                  </a:lnTo>
                  <a:lnTo>
                    <a:pt x="5994" y="1950"/>
                  </a:lnTo>
                  <a:lnTo>
                    <a:pt x="5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11"/>
            <p:cNvSpPr/>
            <p:nvPr/>
          </p:nvSpPr>
          <p:spPr>
            <a:xfrm>
              <a:off x="7277828" y="3167285"/>
              <a:ext cx="72387" cy="72387"/>
            </a:xfrm>
            <a:custGeom>
              <a:rect b="b" l="l" r="r" t="t"/>
              <a:pathLst>
                <a:path extrusionOk="0" h="2786" w="2786">
                  <a:moveTo>
                    <a:pt x="1" y="1"/>
                  </a:moveTo>
                  <a:lnTo>
                    <a:pt x="1" y="2229"/>
                  </a:lnTo>
                  <a:cubicBezTo>
                    <a:pt x="1" y="2538"/>
                    <a:pt x="249" y="2786"/>
                    <a:pt x="557" y="2786"/>
                  </a:cubicBezTo>
                  <a:lnTo>
                    <a:pt x="2786" y="278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11"/>
            <p:cNvSpPr/>
            <p:nvPr/>
          </p:nvSpPr>
          <p:spPr>
            <a:xfrm>
              <a:off x="7089533" y="3514853"/>
              <a:ext cx="404470" cy="57915"/>
            </a:xfrm>
            <a:custGeom>
              <a:rect b="b" l="l" r="r" t="t"/>
              <a:pathLst>
                <a:path extrusionOk="0" h="2229" w="15567">
                  <a:moveTo>
                    <a:pt x="0" y="0"/>
                  </a:moveTo>
                  <a:lnTo>
                    <a:pt x="2257" y="2229"/>
                  </a:lnTo>
                  <a:lnTo>
                    <a:pt x="6689" y="2229"/>
                  </a:lnTo>
                  <a:lnTo>
                    <a:pt x="7801" y="1584"/>
                  </a:lnTo>
                  <a:lnTo>
                    <a:pt x="8917" y="2229"/>
                  </a:lnTo>
                  <a:lnTo>
                    <a:pt x="13403" y="2229"/>
                  </a:lnTo>
                  <a:lnTo>
                    <a:pt x="1556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11"/>
            <p:cNvSpPr/>
            <p:nvPr/>
          </p:nvSpPr>
          <p:spPr>
            <a:xfrm>
              <a:off x="7263304" y="3539225"/>
              <a:ext cx="57941" cy="33543"/>
            </a:xfrm>
            <a:custGeom>
              <a:rect b="b" l="l" r="r" t="t"/>
              <a:pathLst>
                <a:path extrusionOk="0" h="1291" w="2230">
                  <a:moveTo>
                    <a:pt x="1" y="0"/>
                  </a:moveTo>
                  <a:lnTo>
                    <a:pt x="1" y="1291"/>
                  </a:lnTo>
                  <a:lnTo>
                    <a:pt x="2229" y="1291"/>
                  </a:lnTo>
                  <a:lnTo>
                    <a:pt x="22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11"/>
            <p:cNvSpPr/>
            <p:nvPr/>
          </p:nvSpPr>
          <p:spPr>
            <a:xfrm>
              <a:off x="7301108" y="3539225"/>
              <a:ext cx="20136" cy="33543"/>
            </a:xfrm>
            <a:custGeom>
              <a:rect b="b" l="l" r="r" t="t"/>
              <a:pathLst>
                <a:path extrusionOk="0" h="1291" w="775">
                  <a:moveTo>
                    <a:pt x="1" y="0"/>
                  </a:moveTo>
                  <a:lnTo>
                    <a:pt x="1" y="1291"/>
                  </a:lnTo>
                  <a:lnTo>
                    <a:pt x="774" y="1291"/>
                  </a:lnTo>
                  <a:lnTo>
                    <a:pt x="7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11"/>
            <p:cNvSpPr/>
            <p:nvPr/>
          </p:nvSpPr>
          <p:spPr>
            <a:xfrm>
              <a:off x="7089533" y="3514853"/>
              <a:ext cx="58668" cy="57915"/>
            </a:xfrm>
            <a:custGeom>
              <a:rect b="b" l="l" r="r" t="t"/>
              <a:pathLst>
                <a:path extrusionOk="0" h="2229" w="2258">
                  <a:moveTo>
                    <a:pt x="1142" y="0"/>
                  </a:moveTo>
                  <a:lnTo>
                    <a:pt x="0" y="468"/>
                  </a:lnTo>
                  <a:lnTo>
                    <a:pt x="0" y="1672"/>
                  </a:lnTo>
                  <a:cubicBezTo>
                    <a:pt x="0" y="1981"/>
                    <a:pt x="251" y="2229"/>
                    <a:pt x="559" y="2229"/>
                  </a:cubicBezTo>
                  <a:lnTo>
                    <a:pt x="2257" y="2229"/>
                  </a:lnTo>
                  <a:lnTo>
                    <a:pt x="2257" y="1113"/>
                  </a:lnTo>
                  <a:lnTo>
                    <a:pt x="11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11"/>
            <p:cNvSpPr/>
            <p:nvPr/>
          </p:nvSpPr>
          <p:spPr>
            <a:xfrm>
              <a:off x="7437776" y="3514853"/>
              <a:ext cx="57317" cy="57915"/>
            </a:xfrm>
            <a:custGeom>
              <a:rect b="b" l="l" r="r" t="t"/>
              <a:pathLst>
                <a:path extrusionOk="0" h="2229" w="2206">
                  <a:moveTo>
                    <a:pt x="1116" y="0"/>
                  </a:moveTo>
                  <a:lnTo>
                    <a:pt x="0" y="1113"/>
                  </a:lnTo>
                  <a:lnTo>
                    <a:pt x="0" y="2229"/>
                  </a:lnTo>
                  <a:lnTo>
                    <a:pt x="1646" y="2229"/>
                  </a:lnTo>
                  <a:cubicBezTo>
                    <a:pt x="1954" y="2229"/>
                    <a:pt x="2205" y="1981"/>
                    <a:pt x="2205" y="1672"/>
                  </a:cubicBezTo>
                  <a:lnTo>
                    <a:pt x="2205" y="468"/>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11"/>
            <p:cNvSpPr/>
            <p:nvPr/>
          </p:nvSpPr>
          <p:spPr>
            <a:xfrm>
              <a:off x="7460433" y="3514853"/>
              <a:ext cx="34661" cy="57915"/>
            </a:xfrm>
            <a:custGeom>
              <a:rect b="b" l="l" r="r" t="t"/>
              <a:pathLst>
                <a:path extrusionOk="0" h="2229" w="1334">
                  <a:moveTo>
                    <a:pt x="557" y="0"/>
                  </a:moveTo>
                  <a:lnTo>
                    <a:pt x="557" y="1672"/>
                  </a:lnTo>
                  <a:cubicBezTo>
                    <a:pt x="557" y="1981"/>
                    <a:pt x="309" y="2229"/>
                    <a:pt x="1" y="2229"/>
                  </a:cubicBezTo>
                  <a:lnTo>
                    <a:pt x="774" y="2229"/>
                  </a:lnTo>
                  <a:cubicBezTo>
                    <a:pt x="1082" y="2229"/>
                    <a:pt x="1333" y="1981"/>
                    <a:pt x="1333" y="1672"/>
                  </a:cubicBezTo>
                  <a:lnTo>
                    <a:pt x="1333" y="557"/>
                  </a:lnTo>
                  <a:lnTo>
                    <a:pt x="5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11"/>
            <p:cNvSpPr/>
            <p:nvPr/>
          </p:nvSpPr>
          <p:spPr>
            <a:xfrm>
              <a:off x="7089533" y="3326532"/>
              <a:ext cx="405561" cy="217266"/>
            </a:xfrm>
            <a:custGeom>
              <a:rect b="b" l="l" r="r" t="t"/>
              <a:pathLst>
                <a:path extrusionOk="0" h="8362" w="15609">
                  <a:moveTo>
                    <a:pt x="7830" y="1"/>
                  </a:moveTo>
                  <a:lnTo>
                    <a:pt x="0" y="1117"/>
                  </a:lnTo>
                  <a:lnTo>
                    <a:pt x="0" y="6133"/>
                  </a:lnTo>
                  <a:lnTo>
                    <a:pt x="2257" y="8361"/>
                  </a:lnTo>
                  <a:lnTo>
                    <a:pt x="6689" y="8361"/>
                  </a:lnTo>
                  <a:lnTo>
                    <a:pt x="7801" y="7716"/>
                  </a:lnTo>
                  <a:lnTo>
                    <a:pt x="8917" y="8361"/>
                  </a:lnTo>
                  <a:lnTo>
                    <a:pt x="13403" y="8361"/>
                  </a:lnTo>
                  <a:lnTo>
                    <a:pt x="15608" y="6133"/>
                  </a:lnTo>
                  <a:lnTo>
                    <a:pt x="15608" y="1117"/>
                  </a:lnTo>
                  <a:lnTo>
                    <a:pt x="78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11"/>
            <p:cNvSpPr/>
            <p:nvPr/>
          </p:nvSpPr>
          <p:spPr>
            <a:xfrm>
              <a:off x="7263304" y="3510228"/>
              <a:ext cx="57941" cy="33569"/>
            </a:xfrm>
            <a:custGeom>
              <a:rect b="b" l="l" r="r" t="t"/>
              <a:pathLst>
                <a:path extrusionOk="0" h="1292" w="2230">
                  <a:moveTo>
                    <a:pt x="1" y="1"/>
                  </a:moveTo>
                  <a:lnTo>
                    <a:pt x="1" y="1291"/>
                  </a:lnTo>
                  <a:lnTo>
                    <a:pt x="2229" y="1291"/>
                  </a:lnTo>
                  <a:lnTo>
                    <a:pt x="22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11"/>
            <p:cNvSpPr/>
            <p:nvPr/>
          </p:nvSpPr>
          <p:spPr>
            <a:xfrm>
              <a:off x="7301108" y="3510228"/>
              <a:ext cx="20136" cy="33569"/>
            </a:xfrm>
            <a:custGeom>
              <a:rect b="b" l="l" r="r" t="t"/>
              <a:pathLst>
                <a:path extrusionOk="0" h="1292" w="775">
                  <a:moveTo>
                    <a:pt x="1" y="1"/>
                  </a:moveTo>
                  <a:lnTo>
                    <a:pt x="1" y="1291"/>
                  </a:lnTo>
                  <a:lnTo>
                    <a:pt x="774" y="1291"/>
                  </a:lnTo>
                  <a:lnTo>
                    <a:pt x="7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11"/>
            <p:cNvSpPr/>
            <p:nvPr/>
          </p:nvSpPr>
          <p:spPr>
            <a:xfrm>
              <a:off x="7089533" y="3485857"/>
              <a:ext cx="58668" cy="57941"/>
            </a:xfrm>
            <a:custGeom>
              <a:rect b="b" l="l" r="r" t="t"/>
              <a:pathLst>
                <a:path extrusionOk="0" h="2230" w="2258">
                  <a:moveTo>
                    <a:pt x="0" y="1"/>
                  </a:moveTo>
                  <a:lnTo>
                    <a:pt x="0" y="1673"/>
                  </a:lnTo>
                  <a:cubicBezTo>
                    <a:pt x="0" y="1981"/>
                    <a:pt x="251" y="2229"/>
                    <a:pt x="559" y="2229"/>
                  </a:cubicBezTo>
                  <a:lnTo>
                    <a:pt x="2257" y="2229"/>
                  </a:lnTo>
                  <a:lnTo>
                    <a:pt x="2257" y="1116"/>
                  </a:lnTo>
                  <a:lnTo>
                    <a:pt x="11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11"/>
            <p:cNvSpPr/>
            <p:nvPr/>
          </p:nvSpPr>
          <p:spPr>
            <a:xfrm>
              <a:off x="7474905" y="3352878"/>
              <a:ext cx="20188" cy="153375"/>
            </a:xfrm>
            <a:custGeom>
              <a:rect b="b" l="l" r="r" t="t"/>
              <a:pathLst>
                <a:path extrusionOk="0" h="5903" w="777">
                  <a:moveTo>
                    <a:pt x="0" y="1"/>
                  </a:moveTo>
                  <a:lnTo>
                    <a:pt x="0" y="5903"/>
                  </a:lnTo>
                  <a:lnTo>
                    <a:pt x="776" y="5119"/>
                  </a:lnTo>
                  <a:lnTo>
                    <a:pt x="776" y="103"/>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11"/>
            <p:cNvSpPr/>
            <p:nvPr/>
          </p:nvSpPr>
          <p:spPr>
            <a:xfrm>
              <a:off x="7437776" y="3485857"/>
              <a:ext cx="57317" cy="57941"/>
            </a:xfrm>
            <a:custGeom>
              <a:rect b="b" l="l" r="r" t="t"/>
              <a:pathLst>
                <a:path extrusionOk="0" h="2230" w="2206">
                  <a:moveTo>
                    <a:pt x="1116" y="1"/>
                  </a:moveTo>
                  <a:lnTo>
                    <a:pt x="0" y="1116"/>
                  </a:lnTo>
                  <a:lnTo>
                    <a:pt x="0" y="2229"/>
                  </a:lnTo>
                  <a:lnTo>
                    <a:pt x="1646" y="2229"/>
                  </a:lnTo>
                  <a:cubicBezTo>
                    <a:pt x="1954" y="2229"/>
                    <a:pt x="2205" y="1981"/>
                    <a:pt x="2205" y="1673"/>
                  </a:cubicBezTo>
                  <a:lnTo>
                    <a:pt x="22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11"/>
            <p:cNvSpPr/>
            <p:nvPr/>
          </p:nvSpPr>
          <p:spPr>
            <a:xfrm>
              <a:off x="7460433" y="3485857"/>
              <a:ext cx="34661" cy="57941"/>
            </a:xfrm>
            <a:custGeom>
              <a:rect b="b" l="l" r="r" t="t"/>
              <a:pathLst>
                <a:path extrusionOk="0" h="2230" w="1334">
                  <a:moveTo>
                    <a:pt x="557" y="1"/>
                  </a:moveTo>
                  <a:lnTo>
                    <a:pt x="557" y="1673"/>
                  </a:lnTo>
                  <a:cubicBezTo>
                    <a:pt x="557" y="1981"/>
                    <a:pt x="309" y="2229"/>
                    <a:pt x="1" y="2229"/>
                  </a:cubicBezTo>
                  <a:lnTo>
                    <a:pt x="774" y="2229"/>
                  </a:lnTo>
                  <a:cubicBezTo>
                    <a:pt x="1082" y="2229"/>
                    <a:pt x="1333" y="1981"/>
                    <a:pt x="1333" y="1673"/>
                  </a:cubicBezTo>
                  <a:lnTo>
                    <a:pt x="1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11"/>
            <p:cNvSpPr/>
            <p:nvPr/>
          </p:nvSpPr>
          <p:spPr>
            <a:xfrm>
              <a:off x="7089533" y="3297613"/>
              <a:ext cx="405561" cy="57941"/>
            </a:xfrm>
            <a:custGeom>
              <a:rect b="b" l="l" r="r" t="t"/>
              <a:pathLst>
                <a:path extrusionOk="0" h="2230" w="15609">
                  <a:moveTo>
                    <a:pt x="559" y="1"/>
                  </a:moveTo>
                  <a:cubicBezTo>
                    <a:pt x="251" y="1"/>
                    <a:pt x="0" y="249"/>
                    <a:pt x="0" y="557"/>
                  </a:cubicBezTo>
                  <a:lnTo>
                    <a:pt x="0" y="2219"/>
                  </a:lnTo>
                  <a:cubicBezTo>
                    <a:pt x="18" y="2224"/>
                    <a:pt x="26" y="2230"/>
                    <a:pt x="26" y="2230"/>
                  </a:cubicBezTo>
                  <a:lnTo>
                    <a:pt x="15608" y="2230"/>
                  </a:lnTo>
                  <a:lnTo>
                    <a:pt x="15608" y="557"/>
                  </a:lnTo>
                  <a:cubicBezTo>
                    <a:pt x="15608" y="249"/>
                    <a:pt x="15357" y="1"/>
                    <a:pt x="15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11"/>
            <p:cNvSpPr/>
            <p:nvPr/>
          </p:nvSpPr>
          <p:spPr>
            <a:xfrm>
              <a:off x="7460433" y="3297613"/>
              <a:ext cx="34661" cy="57941"/>
            </a:xfrm>
            <a:custGeom>
              <a:rect b="b" l="l" r="r" t="t"/>
              <a:pathLst>
                <a:path extrusionOk="0" h="2230" w="1334">
                  <a:moveTo>
                    <a:pt x="1" y="1"/>
                  </a:moveTo>
                  <a:cubicBezTo>
                    <a:pt x="309" y="1"/>
                    <a:pt x="557" y="249"/>
                    <a:pt x="557" y="557"/>
                  </a:cubicBezTo>
                  <a:lnTo>
                    <a:pt x="557" y="2230"/>
                  </a:lnTo>
                  <a:lnTo>
                    <a:pt x="1333" y="2230"/>
                  </a:lnTo>
                  <a:lnTo>
                    <a:pt x="1333" y="557"/>
                  </a:lnTo>
                  <a:cubicBezTo>
                    <a:pt x="1333" y="249"/>
                    <a:pt x="1082"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11"/>
            <p:cNvSpPr/>
            <p:nvPr/>
          </p:nvSpPr>
          <p:spPr>
            <a:xfrm>
              <a:off x="7118113" y="3442414"/>
              <a:ext cx="347984" cy="72465"/>
            </a:xfrm>
            <a:custGeom>
              <a:rect b="b" l="l" r="r" t="t"/>
              <a:pathLst>
                <a:path extrusionOk="0" h="2789" w="13393">
                  <a:moveTo>
                    <a:pt x="0" y="1"/>
                  </a:moveTo>
                  <a:lnTo>
                    <a:pt x="16" y="2229"/>
                  </a:lnTo>
                  <a:cubicBezTo>
                    <a:pt x="16" y="2538"/>
                    <a:pt x="264" y="2788"/>
                    <a:pt x="530" y="2788"/>
                  </a:cubicBezTo>
                  <a:lnTo>
                    <a:pt x="12794" y="2788"/>
                  </a:lnTo>
                  <a:cubicBezTo>
                    <a:pt x="13142" y="2788"/>
                    <a:pt x="13392" y="2538"/>
                    <a:pt x="13392" y="2229"/>
                  </a:cubicBezTo>
                  <a:lnTo>
                    <a:pt x="133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11"/>
            <p:cNvSpPr/>
            <p:nvPr/>
          </p:nvSpPr>
          <p:spPr>
            <a:xfrm>
              <a:off x="7431462" y="3442414"/>
              <a:ext cx="34635" cy="72465"/>
            </a:xfrm>
            <a:custGeom>
              <a:rect b="b" l="l" r="r" t="t"/>
              <a:pathLst>
                <a:path extrusionOk="0" h="2789" w="1333">
                  <a:moveTo>
                    <a:pt x="559" y="1"/>
                  </a:moveTo>
                  <a:lnTo>
                    <a:pt x="559" y="2229"/>
                  </a:lnTo>
                  <a:cubicBezTo>
                    <a:pt x="559" y="2538"/>
                    <a:pt x="308" y="2788"/>
                    <a:pt x="0" y="2788"/>
                  </a:cubicBezTo>
                  <a:lnTo>
                    <a:pt x="773" y="2788"/>
                  </a:lnTo>
                  <a:cubicBezTo>
                    <a:pt x="1082" y="2788"/>
                    <a:pt x="1332" y="2538"/>
                    <a:pt x="1332" y="2229"/>
                  </a:cubicBezTo>
                  <a:lnTo>
                    <a:pt x="13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11"/>
            <p:cNvSpPr/>
            <p:nvPr/>
          </p:nvSpPr>
          <p:spPr>
            <a:xfrm>
              <a:off x="7118503" y="3268643"/>
              <a:ext cx="347594" cy="217240"/>
            </a:xfrm>
            <a:custGeom>
              <a:rect b="b" l="l" r="r" t="t"/>
              <a:pathLst>
                <a:path extrusionOk="0" h="8361" w="13378">
                  <a:moveTo>
                    <a:pt x="557" y="0"/>
                  </a:moveTo>
                  <a:cubicBezTo>
                    <a:pt x="249" y="0"/>
                    <a:pt x="1" y="249"/>
                    <a:pt x="1" y="557"/>
                  </a:cubicBezTo>
                  <a:lnTo>
                    <a:pt x="1" y="6689"/>
                  </a:lnTo>
                  <a:cubicBezTo>
                    <a:pt x="1" y="6997"/>
                    <a:pt x="249" y="7245"/>
                    <a:pt x="557" y="7245"/>
                  </a:cubicBezTo>
                  <a:lnTo>
                    <a:pt x="5574" y="7245"/>
                  </a:lnTo>
                  <a:cubicBezTo>
                    <a:pt x="6187" y="7245"/>
                    <a:pt x="6686" y="7744"/>
                    <a:pt x="6686" y="8361"/>
                  </a:cubicBezTo>
                  <a:cubicBezTo>
                    <a:pt x="6686" y="7744"/>
                    <a:pt x="7186" y="7245"/>
                    <a:pt x="7802" y="7245"/>
                  </a:cubicBezTo>
                  <a:lnTo>
                    <a:pt x="12818" y="7245"/>
                  </a:lnTo>
                  <a:cubicBezTo>
                    <a:pt x="13127" y="7245"/>
                    <a:pt x="13377" y="6997"/>
                    <a:pt x="13377" y="6689"/>
                  </a:cubicBezTo>
                  <a:lnTo>
                    <a:pt x="13377" y="557"/>
                  </a:lnTo>
                  <a:cubicBezTo>
                    <a:pt x="13377" y="249"/>
                    <a:pt x="13127" y="0"/>
                    <a:pt x="12792" y="0"/>
                  </a:cubicBezTo>
                  <a:lnTo>
                    <a:pt x="7802" y="0"/>
                  </a:lnTo>
                  <a:cubicBezTo>
                    <a:pt x="7303" y="0"/>
                    <a:pt x="6880" y="330"/>
                    <a:pt x="6739" y="784"/>
                  </a:cubicBezTo>
                  <a:cubicBezTo>
                    <a:pt x="6731" y="805"/>
                    <a:pt x="6710" y="821"/>
                    <a:pt x="6686" y="821"/>
                  </a:cubicBezTo>
                  <a:cubicBezTo>
                    <a:pt x="6663" y="821"/>
                    <a:pt x="6645" y="805"/>
                    <a:pt x="6637" y="784"/>
                  </a:cubicBezTo>
                  <a:cubicBezTo>
                    <a:pt x="6496" y="330"/>
                    <a:pt x="6073" y="0"/>
                    <a:pt x="5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11"/>
            <p:cNvSpPr/>
            <p:nvPr/>
          </p:nvSpPr>
          <p:spPr>
            <a:xfrm>
              <a:off x="7285701" y="3442414"/>
              <a:ext cx="13121" cy="72465"/>
            </a:xfrm>
            <a:custGeom>
              <a:rect b="b" l="l" r="r" t="t"/>
              <a:pathLst>
                <a:path extrusionOk="0" h="2789" w="505">
                  <a:moveTo>
                    <a:pt x="1" y="1"/>
                  </a:moveTo>
                  <a:lnTo>
                    <a:pt x="1" y="2788"/>
                  </a:lnTo>
                  <a:lnTo>
                    <a:pt x="505" y="2788"/>
                  </a:lnTo>
                  <a:lnTo>
                    <a:pt x="5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11"/>
            <p:cNvSpPr/>
            <p:nvPr/>
          </p:nvSpPr>
          <p:spPr>
            <a:xfrm>
              <a:off x="7431462" y="3268643"/>
              <a:ext cx="34635" cy="188269"/>
            </a:xfrm>
            <a:custGeom>
              <a:rect b="b" l="l" r="r" t="t"/>
              <a:pathLst>
                <a:path extrusionOk="0" h="7246" w="1333">
                  <a:moveTo>
                    <a:pt x="0" y="0"/>
                  </a:moveTo>
                  <a:cubicBezTo>
                    <a:pt x="308" y="0"/>
                    <a:pt x="559" y="249"/>
                    <a:pt x="559" y="557"/>
                  </a:cubicBezTo>
                  <a:lnTo>
                    <a:pt x="559" y="6689"/>
                  </a:lnTo>
                  <a:cubicBezTo>
                    <a:pt x="559" y="6997"/>
                    <a:pt x="308" y="7245"/>
                    <a:pt x="0" y="7245"/>
                  </a:cubicBezTo>
                  <a:lnTo>
                    <a:pt x="773" y="7245"/>
                  </a:lnTo>
                  <a:cubicBezTo>
                    <a:pt x="1082" y="7245"/>
                    <a:pt x="1332" y="6997"/>
                    <a:pt x="1332" y="6689"/>
                  </a:cubicBezTo>
                  <a:lnTo>
                    <a:pt x="1332" y="557"/>
                  </a:lnTo>
                  <a:cubicBezTo>
                    <a:pt x="1332" y="249"/>
                    <a:pt x="1082" y="0"/>
                    <a:pt x="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11"/>
            <p:cNvSpPr/>
            <p:nvPr/>
          </p:nvSpPr>
          <p:spPr>
            <a:xfrm>
              <a:off x="7118503" y="3479335"/>
              <a:ext cx="173069" cy="13147"/>
            </a:xfrm>
            <a:custGeom>
              <a:rect b="b" l="l" r="r" t="t"/>
              <a:pathLst>
                <a:path extrusionOk="0" h="506" w="6661">
                  <a:moveTo>
                    <a:pt x="1" y="1"/>
                  </a:moveTo>
                  <a:lnTo>
                    <a:pt x="1" y="505"/>
                  </a:lnTo>
                  <a:lnTo>
                    <a:pt x="6410" y="505"/>
                  </a:lnTo>
                  <a:cubicBezTo>
                    <a:pt x="6548" y="505"/>
                    <a:pt x="6660" y="390"/>
                    <a:pt x="6660" y="252"/>
                  </a:cubicBezTo>
                  <a:cubicBezTo>
                    <a:pt x="6660" y="113"/>
                    <a:pt x="6548" y="1"/>
                    <a:pt x="6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11"/>
            <p:cNvSpPr/>
            <p:nvPr/>
          </p:nvSpPr>
          <p:spPr>
            <a:xfrm>
              <a:off x="7285701" y="3279296"/>
              <a:ext cx="13121" cy="206587"/>
            </a:xfrm>
            <a:custGeom>
              <a:rect b="b" l="l" r="r" t="t"/>
              <a:pathLst>
                <a:path extrusionOk="0" h="7951" w="505">
                  <a:moveTo>
                    <a:pt x="1" y="1"/>
                  </a:moveTo>
                  <a:lnTo>
                    <a:pt x="1" y="7245"/>
                  </a:lnTo>
                  <a:cubicBezTo>
                    <a:pt x="157" y="7436"/>
                    <a:pt x="251" y="7684"/>
                    <a:pt x="251" y="7951"/>
                  </a:cubicBezTo>
                  <a:cubicBezTo>
                    <a:pt x="251" y="7684"/>
                    <a:pt x="348" y="7436"/>
                    <a:pt x="505" y="7245"/>
                  </a:cubicBezTo>
                  <a:lnTo>
                    <a:pt x="505" y="1"/>
                  </a:lnTo>
                  <a:cubicBezTo>
                    <a:pt x="416" y="108"/>
                    <a:pt x="346" y="236"/>
                    <a:pt x="304" y="374"/>
                  </a:cubicBezTo>
                  <a:cubicBezTo>
                    <a:pt x="296" y="395"/>
                    <a:pt x="275" y="411"/>
                    <a:pt x="251" y="411"/>
                  </a:cubicBezTo>
                  <a:cubicBezTo>
                    <a:pt x="228" y="411"/>
                    <a:pt x="210" y="395"/>
                    <a:pt x="202" y="374"/>
                  </a:cubicBezTo>
                  <a:cubicBezTo>
                    <a:pt x="160" y="236"/>
                    <a:pt x="90" y="10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11"/>
            <p:cNvSpPr/>
            <p:nvPr/>
          </p:nvSpPr>
          <p:spPr>
            <a:xfrm>
              <a:off x="7147500" y="3297613"/>
              <a:ext cx="101358" cy="28945"/>
            </a:xfrm>
            <a:custGeom>
              <a:rect b="b" l="l" r="r" t="t"/>
              <a:pathLst>
                <a:path extrusionOk="0" h="1114" w="3901">
                  <a:moveTo>
                    <a:pt x="262" y="1"/>
                  </a:moveTo>
                  <a:cubicBezTo>
                    <a:pt x="118" y="1"/>
                    <a:pt x="0" y="119"/>
                    <a:pt x="0" y="262"/>
                  </a:cubicBezTo>
                  <a:lnTo>
                    <a:pt x="0" y="853"/>
                  </a:lnTo>
                  <a:cubicBezTo>
                    <a:pt x="0" y="999"/>
                    <a:pt x="118" y="1114"/>
                    <a:pt x="262" y="1114"/>
                  </a:cubicBezTo>
                  <a:lnTo>
                    <a:pt x="3640" y="1114"/>
                  </a:lnTo>
                  <a:cubicBezTo>
                    <a:pt x="3783" y="1114"/>
                    <a:pt x="3901" y="999"/>
                    <a:pt x="3901" y="853"/>
                  </a:cubicBezTo>
                  <a:lnTo>
                    <a:pt x="3901" y="262"/>
                  </a:lnTo>
                  <a:cubicBezTo>
                    <a:pt x="3901" y="119"/>
                    <a:pt x="3783" y="1"/>
                    <a:pt x="3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11"/>
            <p:cNvSpPr/>
            <p:nvPr/>
          </p:nvSpPr>
          <p:spPr>
            <a:xfrm>
              <a:off x="7221758" y="3297613"/>
              <a:ext cx="27100" cy="28945"/>
            </a:xfrm>
            <a:custGeom>
              <a:rect b="b" l="l" r="r" t="t"/>
              <a:pathLst>
                <a:path extrusionOk="0" h="1114" w="1043">
                  <a:moveTo>
                    <a:pt x="1" y="1"/>
                  </a:moveTo>
                  <a:cubicBezTo>
                    <a:pt x="149" y="1"/>
                    <a:pt x="270" y="121"/>
                    <a:pt x="270" y="270"/>
                  </a:cubicBezTo>
                  <a:lnTo>
                    <a:pt x="270" y="845"/>
                  </a:lnTo>
                  <a:cubicBezTo>
                    <a:pt x="270" y="994"/>
                    <a:pt x="149" y="1114"/>
                    <a:pt x="1" y="1114"/>
                  </a:cubicBezTo>
                  <a:lnTo>
                    <a:pt x="774" y="1114"/>
                  </a:lnTo>
                  <a:cubicBezTo>
                    <a:pt x="923" y="1114"/>
                    <a:pt x="1043" y="994"/>
                    <a:pt x="1043" y="845"/>
                  </a:cubicBezTo>
                  <a:lnTo>
                    <a:pt x="1043" y="270"/>
                  </a:lnTo>
                  <a:cubicBezTo>
                    <a:pt x="1043" y="121"/>
                    <a:pt x="923"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11"/>
            <p:cNvSpPr/>
            <p:nvPr/>
          </p:nvSpPr>
          <p:spPr>
            <a:xfrm>
              <a:off x="7292976" y="3479335"/>
              <a:ext cx="173121" cy="13147"/>
            </a:xfrm>
            <a:custGeom>
              <a:rect b="b" l="l" r="r" t="t"/>
              <a:pathLst>
                <a:path extrusionOk="0" h="506" w="6663">
                  <a:moveTo>
                    <a:pt x="251" y="1"/>
                  </a:moveTo>
                  <a:cubicBezTo>
                    <a:pt x="113" y="1"/>
                    <a:pt x="0" y="113"/>
                    <a:pt x="0" y="252"/>
                  </a:cubicBezTo>
                  <a:cubicBezTo>
                    <a:pt x="0" y="390"/>
                    <a:pt x="113" y="505"/>
                    <a:pt x="251" y="505"/>
                  </a:cubicBezTo>
                  <a:lnTo>
                    <a:pt x="6662" y="505"/>
                  </a:lnTo>
                  <a:lnTo>
                    <a:pt x="66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11"/>
            <p:cNvSpPr/>
            <p:nvPr/>
          </p:nvSpPr>
          <p:spPr>
            <a:xfrm>
              <a:off x="7147500" y="3355528"/>
              <a:ext cx="72387" cy="72465"/>
            </a:xfrm>
            <a:custGeom>
              <a:rect b="b" l="l" r="r" t="t"/>
              <a:pathLst>
                <a:path extrusionOk="0" h="2789" w="2786">
                  <a:moveTo>
                    <a:pt x="1393" y="1"/>
                  </a:moveTo>
                  <a:cubicBezTo>
                    <a:pt x="625" y="1"/>
                    <a:pt x="0" y="625"/>
                    <a:pt x="0" y="1393"/>
                  </a:cubicBezTo>
                  <a:cubicBezTo>
                    <a:pt x="0" y="2164"/>
                    <a:pt x="625" y="2788"/>
                    <a:pt x="1393" y="2788"/>
                  </a:cubicBezTo>
                  <a:cubicBezTo>
                    <a:pt x="2164" y="2788"/>
                    <a:pt x="2785" y="2164"/>
                    <a:pt x="2785" y="1393"/>
                  </a:cubicBezTo>
                  <a:lnTo>
                    <a:pt x="13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11"/>
            <p:cNvSpPr/>
            <p:nvPr/>
          </p:nvSpPr>
          <p:spPr>
            <a:xfrm>
              <a:off x="7183667" y="3355528"/>
              <a:ext cx="36220" cy="36220"/>
            </a:xfrm>
            <a:custGeom>
              <a:rect b="b" l="l" r="r" t="t"/>
              <a:pathLst>
                <a:path extrusionOk="0" h="1394" w="1394">
                  <a:moveTo>
                    <a:pt x="1" y="1"/>
                  </a:moveTo>
                  <a:lnTo>
                    <a:pt x="1" y="1124"/>
                  </a:lnTo>
                  <a:cubicBezTo>
                    <a:pt x="1" y="1273"/>
                    <a:pt x="121" y="1393"/>
                    <a:pt x="270" y="1393"/>
                  </a:cubicBezTo>
                  <a:lnTo>
                    <a:pt x="1393" y="1393"/>
                  </a:lnTo>
                  <a:cubicBezTo>
                    <a:pt x="1393" y="625"/>
                    <a:pt x="772"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11"/>
            <p:cNvSpPr/>
            <p:nvPr/>
          </p:nvSpPr>
          <p:spPr>
            <a:xfrm>
              <a:off x="7379186" y="3196204"/>
              <a:ext cx="57915" cy="182761"/>
            </a:xfrm>
            <a:custGeom>
              <a:rect b="b" l="l" r="r" t="t"/>
              <a:pathLst>
                <a:path extrusionOk="0" h="7034" w="2229">
                  <a:moveTo>
                    <a:pt x="1116" y="1"/>
                  </a:moveTo>
                  <a:lnTo>
                    <a:pt x="0" y="560"/>
                  </a:lnTo>
                  <a:lnTo>
                    <a:pt x="0" y="6903"/>
                  </a:lnTo>
                  <a:cubicBezTo>
                    <a:pt x="0" y="6948"/>
                    <a:pt x="6" y="6992"/>
                    <a:pt x="16" y="7034"/>
                  </a:cubicBezTo>
                  <a:lnTo>
                    <a:pt x="2213" y="7034"/>
                  </a:lnTo>
                  <a:cubicBezTo>
                    <a:pt x="2224" y="6992"/>
                    <a:pt x="2229" y="6948"/>
                    <a:pt x="2229" y="6903"/>
                  </a:cubicBezTo>
                  <a:lnTo>
                    <a:pt x="2229" y="560"/>
                  </a:ln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11"/>
            <p:cNvSpPr/>
            <p:nvPr/>
          </p:nvSpPr>
          <p:spPr>
            <a:xfrm>
              <a:off x="7416574" y="3200699"/>
              <a:ext cx="20526" cy="178266"/>
            </a:xfrm>
            <a:custGeom>
              <a:rect b="b" l="l" r="r" t="t"/>
              <a:pathLst>
                <a:path extrusionOk="0" h="6861" w="790">
                  <a:moveTo>
                    <a:pt x="17" y="0"/>
                  </a:moveTo>
                  <a:lnTo>
                    <a:pt x="17" y="6730"/>
                  </a:lnTo>
                  <a:cubicBezTo>
                    <a:pt x="17" y="6775"/>
                    <a:pt x="11" y="6819"/>
                    <a:pt x="1" y="6861"/>
                  </a:cubicBezTo>
                  <a:lnTo>
                    <a:pt x="774" y="6861"/>
                  </a:lnTo>
                  <a:cubicBezTo>
                    <a:pt x="785" y="6819"/>
                    <a:pt x="790" y="6775"/>
                    <a:pt x="790" y="6730"/>
                  </a:cubicBezTo>
                  <a:lnTo>
                    <a:pt x="790" y="387"/>
                  </a:lnTo>
                  <a:lnTo>
                    <a:pt x="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11"/>
            <p:cNvSpPr/>
            <p:nvPr/>
          </p:nvSpPr>
          <p:spPr>
            <a:xfrm>
              <a:off x="7401582" y="3196204"/>
              <a:ext cx="13121" cy="182761"/>
            </a:xfrm>
            <a:custGeom>
              <a:rect b="b" l="l" r="r" t="t"/>
              <a:pathLst>
                <a:path extrusionOk="0" h="7034" w="505">
                  <a:moveTo>
                    <a:pt x="254" y="1"/>
                  </a:moveTo>
                  <a:lnTo>
                    <a:pt x="0" y="129"/>
                  </a:lnTo>
                  <a:lnTo>
                    <a:pt x="0" y="7034"/>
                  </a:lnTo>
                  <a:lnTo>
                    <a:pt x="505" y="7034"/>
                  </a:lnTo>
                  <a:lnTo>
                    <a:pt x="505" y="129"/>
                  </a:lnTo>
                  <a:lnTo>
                    <a:pt x="2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11"/>
            <p:cNvSpPr/>
            <p:nvPr/>
          </p:nvSpPr>
          <p:spPr>
            <a:xfrm>
              <a:off x="7379186" y="3138315"/>
              <a:ext cx="57915" cy="57915"/>
            </a:xfrm>
            <a:custGeom>
              <a:rect b="b" l="l" r="r" t="t"/>
              <a:pathLst>
                <a:path extrusionOk="0" h="2229" w="2229">
                  <a:moveTo>
                    <a:pt x="557" y="0"/>
                  </a:moveTo>
                  <a:cubicBezTo>
                    <a:pt x="251" y="0"/>
                    <a:pt x="0" y="251"/>
                    <a:pt x="0" y="557"/>
                  </a:cubicBezTo>
                  <a:lnTo>
                    <a:pt x="0" y="1672"/>
                  </a:lnTo>
                  <a:lnTo>
                    <a:pt x="1116" y="2229"/>
                  </a:lnTo>
                  <a:lnTo>
                    <a:pt x="2229" y="1672"/>
                  </a:lnTo>
                  <a:lnTo>
                    <a:pt x="2229" y="557"/>
                  </a:lnTo>
                  <a:cubicBezTo>
                    <a:pt x="2229" y="251"/>
                    <a:pt x="1981" y="0"/>
                    <a:pt x="1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11"/>
            <p:cNvSpPr/>
            <p:nvPr/>
          </p:nvSpPr>
          <p:spPr>
            <a:xfrm>
              <a:off x="7379186" y="3181757"/>
              <a:ext cx="57915" cy="28996"/>
            </a:xfrm>
            <a:custGeom>
              <a:rect b="b" l="l" r="r" t="t"/>
              <a:pathLst>
                <a:path extrusionOk="0" h="1116" w="2229">
                  <a:moveTo>
                    <a:pt x="0" y="0"/>
                  </a:moveTo>
                  <a:lnTo>
                    <a:pt x="0" y="1116"/>
                  </a:lnTo>
                  <a:lnTo>
                    <a:pt x="2229" y="1116"/>
                  </a:lnTo>
                  <a:lnTo>
                    <a:pt x="22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11"/>
            <p:cNvSpPr/>
            <p:nvPr/>
          </p:nvSpPr>
          <p:spPr>
            <a:xfrm>
              <a:off x="7402544" y="3138315"/>
              <a:ext cx="34557" cy="53498"/>
            </a:xfrm>
            <a:custGeom>
              <a:rect b="b" l="l" r="r" t="t"/>
              <a:pathLst>
                <a:path extrusionOk="0" h="2059" w="1330">
                  <a:moveTo>
                    <a:pt x="0" y="0"/>
                  </a:moveTo>
                  <a:cubicBezTo>
                    <a:pt x="308" y="0"/>
                    <a:pt x="557" y="251"/>
                    <a:pt x="557" y="557"/>
                  </a:cubicBezTo>
                  <a:lnTo>
                    <a:pt x="557" y="2059"/>
                  </a:lnTo>
                  <a:lnTo>
                    <a:pt x="1330" y="1672"/>
                  </a:lnTo>
                  <a:lnTo>
                    <a:pt x="1330" y="557"/>
                  </a:lnTo>
                  <a:cubicBezTo>
                    <a:pt x="1330" y="251"/>
                    <a:pt x="1082"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11"/>
            <p:cNvSpPr/>
            <p:nvPr/>
          </p:nvSpPr>
          <p:spPr>
            <a:xfrm>
              <a:off x="7416990" y="3181757"/>
              <a:ext cx="20110" cy="28996"/>
            </a:xfrm>
            <a:custGeom>
              <a:rect b="b" l="l" r="r" t="t"/>
              <a:pathLst>
                <a:path extrusionOk="0" h="1116" w="774">
                  <a:moveTo>
                    <a:pt x="1" y="0"/>
                  </a:moveTo>
                  <a:lnTo>
                    <a:pt x="1" y="1116"/>
                  </a:lnTo>
                  <a:lnTo>
                    <a:pt x="774" y="1116"/>
                  </a:ln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11"/>
            <p:cNvSpPr/>
            <p:nvPr/>
          </p:nvSpPr>
          <p:spPr>
            <a:xfrm>
              <a:off x="7379575" y="3365350"/>
              <a:ext cx="57136" cy="37519"/>
            </a:xfrm>
            <a:custGeom>
              <a:rect b="b" l="l" r="r" t="t"/>
              <a:pathLst>
                <a:path extrusionOk="0" h="1444" w="2199">
                  <a:moveTo>
                    <a:pt x="1100" y="1"/>
                  </a:moveTo>
                  <a:cubicBezTo>
                    <a:pt x="1058" y="1"/>
                    <a:pt x="1016" y="11"/>
                    <a:pt x="978" y="30"/>
                  </a:cubicBezTo>
                  <a:lnTo>
                    <a:pt x="1" y="524"/>
                  </a:lnTo>
                  <a:cubicBezTo>
                    <a:pt x="11" y="566"/>
                    <a:pt x="24" y="605"/>
                    <a:pt x="45" y="641"/>
                  </a:cubicBezTo>
                  <a:lnTo>
                    <a:pt x="372" y="1295"/>
                  </a:lnTo>
                  <a:lnTo>
                    <a:pt x="1101" y="1444"/>
                  </a:lnTo>
                  <a:lnTo>
                    <a:pt x="1830" y="1295"/>
                  </a:lnTo>
                  <a:lnTo>
                    <a:pt x="2156" y="641"/>
                  </a:lnTo>
                  <a:cubicBezTo>
                    <a:pt x="2175" y="605"/>
                    <a:pt x="2190" y="566"/>
                    <a:pt x="2198" y="524"/>
                  </a:cubicBezTo>
                  <a:lnTo>
                    <a:pt x="1221" y="30"/>
                  </a:lnTo>
                  <a:cubicBezTo>
                    <a:pt x="1183" y="11"/>
                    <a:pt x="1141" y="1"/>
                    <a:pt x="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11"/>
            <p:cNvSpPr/>
            <p:nvPr/>
          </p:nvSpPr>
          <p:spPr>
            <a:xfrm>
              <a:off x="7398127" y="3365350"/>
              <a:ext cx="38584" cy="37519"/>
            </a:xfrm>
            <a:custGeom>
              <a:rect b="b" l="l" r="r" t="t"/>
              <a:pathLst>
                <a:path extrusionOk="0" h="1444" w="1485">
                  <a:moveTo>
                    <a:pt x="386" y="1"/>
                  </a:moveTo>
                  <a:cubicBezTo>
                    <a:pt x="344" y="1"/>
                    <a:pt x="302" y="11"/>
                    <a:pt x="264" y="30"/>
                  </a:cubicBezTo>
                  <a:lnTo>
                    <a:pt x="0" y="163"/>
                  </a:lnTo>
                  <a:lnTo>
                    <a:pt x="711" y="524"/>
                  </a:lnTo>
                  <a:cubicBezTo>
                    <a:pt x="700" y="566"/>
                    <a:pt x="687" y="605"/>
                    <a:pt x="669" y="641"/>
                  </a:cubicBezTo>
                  <a:lnTo>
                    <a:pt x="342" y="1295"/>
                  </a:lnTo>
                  <a:lnTo>
                    <a:pt x="0" y="1365"/>
                  </a:lnTo>
                  <a:lnTo>
                    <a:pt x="387" y="1444"/>
                  </a:lnTo>
                  <a:lnTo>
                    <a:pt x="1116" y="1295"/>
                  </a:lnTo>
                  <a:lnTo>
                    <a:pt x="1442" y="641"/>
                  </a:lnTo>
                  <a:cubicBezTo>
                    <a:pt x="1461" y="605"/>
                    <a:pt x="1476" y="566"/>
                    <a:pt x="1484" y="524"/>
                  </a:cubicBezTo>
                  <a:lnTo>
                    <a:pt x="507" y="30"/>
                  </a:lnTo>
                  <a:cubicBezTo>
                    <a:pt x="469" y="11"/>
                    <a:pt x="427"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11"/>
            <p:cNvSpPr/>
            <p:nvPr/>
          </p:nvSpPr>
          <p:spPr>
            <a:xfrm>
              <a:off x="7389215" y="3398971"/>
              <a:ext cx="37908" cy="28970"/>
            </a:xfrm>
            <a:custGeom>
              <a:rect b="b" l="l" r="r" t="t"/>
              <a:pathLst>
                <a:path extrusionOk="0" h="1115" w="1459">
                  <a:moveTo>
                    <a:pt x="1" y="1"/>
                  </a:moveTo>
                  <a:lnTo>
                    <a:pt x="479" y="962"/>
                  </a:lnTo>
                  <a:cubicBezTo>
                    <a:pt x="531" y="1064"/>
                    <a:pt x="631" y="1115"/>
                    <a:pt x="730" y="1115"/>
                  </a:cubicBezTo>
                  <a:cubicBezTo>
                    <a:pt x="829" y="1115"/>
                    <a:pt x="927" y="1064"/>
                    <a:pt x="978" y="962"/>
                  </a:cubicBezTo>
                  <a:lnTo>
                    <a:pt x="14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11"/>
            <p:cNvSpPr/>
            <p:nvPr/>
          </p:nvSpPr>
          <p:spPr>
            <a:xfrm>
              <a:off x="7398127" y="3398971"/>
              <a:ext cx="28996" cy="28970"/>
            </a:xfrm>
            <a:custGeom>
              <a:rect b="b" l="l" r="r" t="t"/>
              <a:pathLst>
                <a:path extrusionOk="0" h="1115" w="1116">
                  <a:moveTo>
                    <a:pt x="342" y="1"/>
                  </a:moveTo>
                  <a:lnTo>
                    <a:pt x="0" y="685"/>
                  </a:lnTo>
                  <a:lnTo>
                    <a:pt x="136" y="962"/>
                  </a:lnTo>
                  <a:cubicBezTo>
                    <a:pt x="188" y="1064"/>
                    <a:pt x="288" y="1115"/>
                    <a:pt x="387" y="1115"/>
                  </a:cubicBezTo>
                  <a:cubicBezTo>
                    <a:pt x="486" y="1115"/>
                    <a:pt x="584" y="1064"/>
                    <a:pt x="635" y="962"/>
                  </a:cubicBezTo>
                  <a:lnTo>
                    <a:pt x="1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111"/>
          <p:cNvGrpSpPr/>
          <p:nvPr/>
        </p:nvGrpSpPr>
        <p:grpSpPr>
          <a:xfrm>
            <a:off x="6178461" y="3227502"/>
            <a:ext cx="488944" cy="479672"/>
            <a:chOff x="7863395" y="3138315"/>
            <a:chExt cx="405561" cy="397870"/>
          </a:xfrm>
        </p:grpSpPr>
        <p:sp>
          <p:nvSpPr>
            <p:cNvPr id="9066" name="Google Shape;9066;p111"/>
            <p:cNvSpPr/>
            <p:nvPr/>
          </p:nvSpPr>
          <p:spPr>
            <a:xfrm>
              <a:off x="7935471" y="3438283"/>
              <a:ext cx="260708" cy="97902"/>
            </a:xfrm>
            <a:custGeom>
              <a:rect b="b" l="l" r="r" t="t"/>
              <a:pathLst>
                <a:path extrusionOk="0" h="3768" w="10034">
                  <a:moveTo>
                    <a:pt x="4461" y="0"/>
                  </a:moveTo>
                  <a:lnTo>
                    <a:pt x="4461" y="996"/>
                  </a:lnTo>
                  <a:cubicBezTo>
                    <a:pt x="4461" y="1150"/>
                    <a:pt x="4335" y="1275"/>
                    <a:pt x="4181" y="1275"/>
                  </a:cubicBezTo>
                  <a:lnTo>
                    <a:pt x="557" y="1275"/>
                  </a:lnTo>
                  <a:cubicBezTo>
                    <a:pt x="249" y="1275"/>
                    <a:pt x="1" y="1524"/>
                    <a:pt x="1" y="1832"/>
                  </a:cubicBezTo>
                  <a:lnTo>
                    <a:pt x="1" y="3768"/>
                  </a:lnTo>
                  <a:lnTo>
                    <a:pt x="1114" y="3768"/>
                  </a:lnTo>
                  <a:lnTo>
                    <a:pt x="1114" y="2668"/>
                  </a:lnTo>
                  <a:cubicBezTo>
                    <a:pt x="1114" y="2514"/>
                    <a:pt x="1239" y="2388"/>
                    <a:pt x="1393" y="2388"/>
                  </a:cubicBezTo>
                  <a:lnTo>
                    <a:pt x="4181" y="2388"/>
                  </a:lnTo>
                  <a:cubicBezTo>
                    <a:pt x="4335" y="2388"/>
                    <a:pt x="4461" y="2514"/>
                    <a:pt x="4461" y="2668"/>
                  </a:cubicBezTo>
                  <a:lnTo>
                    <a:pt x="4461" y="3768"/>
                  </a:lnTo>
                  <a:lnTo>
                    <a:pt x="5574" y="3768"/>
                  </a:lnTo>
                  <a:lnTo>
                    <a:pt x="5574" y="2668"/>
                  </a:lnTo>
                  <a:cubicBezTo>
                    <a:pt x="5574" y="2514"/>
                    <a:pt x="5699" y="2388"/>
                    <a:pt x="5853" y="2388"/>
                  </a:cubicBezTo>
                  <a:lnTo>
                    <a:pt x="8641" y="2388"/>
                  </a:lnTo>
                  <a:cubicBezTo>
                    <a:pt x="8792" y="2388"/>
                    <a:pt x="8918" y="2514"/>
                    <a:pt x="8918" y="2668"/>
                  </a:cubicBezTo>
                  <a:lnTo>
                    <a:pt x="8918" y="3768"/>
                  </a:lnTo>
                  <a:lnTo>
                    <a:pt x="10033" y="3768"/>
                  </a:lnTo>
                  <a:lnTo>
                    <a:pt x="10033" y="1832"/>
                  </a:lnTo>
                  <a:cubicBezTo>
                    <a:pt x="10033" y="1524"/>
                    <a:pt x="9783" y="1275"/>
                    <a:pt x="9474" y="1275"/>
                  </a:cubicBezTo>
                  <a:lnTo>
                    <a:pt x="5853" y="1275"/>
                  </a:lnTo>
                  <a:cubicBezTo>
                    <a:pt x="5699" y="1275"/>
                    <a:pt x="5574" y="1150"/>
                    <a:pt x="5574" y="996"/>
                  </a:cubicBezTo>
                  <a:lnTo>
                    <a:pt x="55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11"/>
            <p:cNvSpPr/>
            <p:nvPr/>
          </p:nvSpPr>
          <p:spPr>
            <a:xfrm>
              <a:off x="8060187" y="3438283"/>
              <a:ext cx="27386" cy="33154"/>
            </a:xfrm>
            <a:custGeom>
              <a:rect b="b" l="l" r="r" t="t"/>
              <a:pathLst>
                <a:path extrusionOk="0" h="1276" w="1054">
                  <a:moveTo>
                    <a:pt x="0" y="0"/>
                  </a:moveTo>
                  <a:lnTo>
                    <a:pt x="0" y="996"/>
                  </a:lnTo>
                  <a:cubicBezTo>
                    <a:pt x="0" y="1150"/>
                    <a:pt x="126" y="1275"/>
                    <a:pt x="280" y="1275"/>
                  </a:cubicBezTo>
                  <a:lnTo>
                    <a:pt x="1053" y="1275"/>
                  </a:lnTo>
                  <a:cubicBezTo>
                    <a:pt x="899" y="1275"/>
                    <a:pt x="774" y="1150"/>
                    <a:pt x="774" y="996"/>
                  </a:cubicBez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11"/>
            <p:cNvSpPr/>
            <p:nvPr/>
          </p:nvSpPr>
          <p:spPr>
            <a:xfrm>
              <a:off x="8161545" y="3471410"/>
              <a:ext cx="34635" cy="64774"/>
            </a:xfrm>
            <a:custGeom>
              <a:rect b="b" l="l" r="r" t="t"/>
              <a:pathLst>
                <a:path extrusionOk="0" h="2493" w="1333">
                  <a:moveTo>
                    <a:pt x="0" y="0"/>
                  </a:moveTo>
                  <a:cubicBezTo>
                    <a:pt x="308" y="0"/>
                    <a:pt x="559" y="249"/>
                    <a:pt x="559" y="557"/>
                  </a:cubicBezTo>
                  <a:lnTo>
                    <a:pt x="559" y="2493"/>
                  </a:lnTo>
                  <a:lnTo>
                    <a:pt x="1332" y="2493"/>
                  </a:lnTo>
                  <a:lnTo>
                    <a:pt x="1332" y="557"/>
                  </a:lnTo>
                  <a:cubicBezTo>
                    <a:pt x="1332" y="249"/>
                    <a:pt x="1082" y="0"/>
                    <a:pt x="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11"/>
            <p:cNvSpPr/>
            <p:nvPr/>
          </p:nvSpPr>
          <p:spPr>
            <a:xfrm>
              <a:off x="7863395" y="3384525"/>
              <a:ext cx="404807" cy="57915"/>
            </a:xfrm>
            <a:custGeom>
              <a:rect b="b" l="l" r="r" t="t"/>
              <a:pathLst>
                <a:path extrusionOk="0" h="2229" w="15580">
                  <a:moveTo>
                    <a:pt x="0" y="0"/>
                  </a:moveTo>
                  <a:lnTo>
                    <a:pt x="2258" y="2229"/>
                  </a:lnTo>
                  <a:lnTo>
                    <a:pt x="6689" y="2229"/>
                  </a:lnTo>
                  <a:lnTo>
                    <a:pt x="7804" y="1583"/>
                  </a:lnTo>
                  <a:lnTo>
                    <a:pt x="8920" y="2229"/>
                  </a:lnTo>
                  <a:lnTo>
                    <a:pt x="13403" y="2229"/>
                  </a:lnTo>
                  <a:lnTo>
                    <a:pt x="15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11"/>
            <p:cNvSpPr/>
            <p:nvPr/>
          </p:nvSpPr>
          <p:spPr>
            <a:xfrm>
              <a:off x="8037166" y="3408896"/>
              <a:ext cx="57993" cy="33543"/>
            </a:xfrm>
            <a:custGeom>
              <a:rect b="b" l="l" r="r" t="t"/>
              <a:pathLst>
                <a:path extrusionOk="0" h="1291" w="2232">
                  <a:moveTo>
                    <a:pt x="1" y="0"/>
                  </a:moveTo>
                  <a:lnTo>
                    <a:pt x="1" y="1291"/>
                  </a:lnTo>
                  <a:lnTo>
                    <a:pt x="2232" y="1291"/>
                  </a:lnTo>
                  <a:lnTo>
                    <a:pt x="22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11"/>
            <p:cNvSpPr/>
            <p:nvPr/>
          </p:nvSpPr>
          <p:spPr>
            <a:xfrm>
              <a:off x="8074971" y="3408896"/>
              <a:ext cx="20188" cy="33543"/>
            </a:xfrm>
            <a:custGeom>
              <a:rect b="b" l="l" r="r" t="t"/>
              <a:pathLst>
                <a:path extrusionOk="0" h="1291" w="777">
                  <a:moveTo>
                    <a:pt x="1" y="0"/>
                  </a:moveTo>
                  <a:lnTo>
                    <a:pt x="1" y="1291"/>
                  </a:lnTo>
                  <a:lnTo>
                    <a:pt x="777" y="1291"/>
                  </a:lnTo>
                  <a:lnTo>
                    <a:pt x="7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11"/>
            <p:cNvSpPr/>
            <p:nvPr/>
          </p:nvSpPr>
          <p:spPr>
            <a:xfrm>
              <a:off x="7863395" y="3384525"/>
              <a:ext cx="58668" cy="57915"/>
            </a:xfrm>
            <a:custGeom>
              <a:rect b="b" l="l" r="r" t="t"/>
              <a:pathLst>
                <a:path extrusionOk="0" h="2229" w="2258">
                  <a:moveTo>
                    <a:pt x="1142" y="0"/>
                  </a:moveTo>
                  <a:lnTo>
                    <a:pt x="0" y="468"/>
                  </a:lnTo>
                  <a:lnTo>
                    <a:pt x="0" y="1672"/>
                  </a:lnTo>
                  <a:cubicBezTo>
                    <a:pt x="0" y="1981"/>
                    <a:pt x="251" y="2229"/>
                    <a:pt x="559" y="2229"/>
                  </a:cubicBezTo>
                  <a:lnTo>
                    <a:pt x="2258" y="2229"/>
                  </a:lnTo>
                  <a:lnTo>
                    <a:pt x="2258" y="1113"/>
                  </a:lnTo>
                  <a:lnTo>
                    <a:pt x="11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11"/>
            <p:cNvSpPr/>
            <p:nvPr/>
          </p:nvSpPr>
          <p:spPr>
            <a:xfrm>
              <a:off x="8211639" y="3384525"/>
              <a:ext cx="57317" cy="57915"/>
            </a:xfrm>
            <a:custGeom>
              <a:rect b="b" l="l" r="r" t="t"/>
              <a:pathLst>
                <a:path extrusionOk="0" h="2229" w="2206">
                  <a:moveTo>
                    <a:pt x="1116" y="0"/>
                  </a:moveTo>
                  <a:lnTo>
                    <a:pt x="0" y="1113"/>
                  </a:lnTo>
                  <a:lnTo>
                    <a:pt x="0" y="2229"/>
                  </a:lnTo>
                  <a:lnTo>
                    <a:pt x="1646" y="2229"/>
                  </a:lnTo>
                  <a:cubicBezTo>
                    <a:pt x="1954" y="2229"/>
                    <a:pt x="2205" y="1981"/>
                    <a:pt x="2205" y="1672"/>
                  </a:cubicBezTo>
                  <a:lnTo>
                    <a:pt x="2205" y="468"/>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11"/>
            <p:cNvSpPr/>
            <p:nvPr/>
          </p:nvSpPr>
          <p:spPr>
            <a:xfrm>
              <a:off x="8234296" y="3384525"/>
              <a:ext cx="34661" cy="57915"/>
            </a:xfrm>
            <a:custGeom>
              <a:rect b="b" l="l" r="r" t="t"/>
              <a:pathLst>
                <a:path extrusionOk="0" h="2229" w="1334">
                  <a:moveTo>
                    <a:pt x="557" y="0"/>
                  </a:moveTo>
                  <a:lnTo>
                    <a:pt x="557" y="1672"/>
                  </a:lnTo>
                  <a:cubicBezTo>
                    <a:pt x="557" y="1981"/>
                    <a:pt x="309" y="2229"/>
                    <a:pt x="1" y="2229"/>
                  </a:cubicBezTo>
                  <a:lnTo>
                    <a:pt x="774" y="2229"/>
                  </a:lnTo>
                  <a:cubicBezTo>
                    <a:pt x="1082" y="2229"/>
                    <a:pt x="1333" y="1981"/>
                    <a:pt x="1333" y="1672"/>
                  </a:cubicBezTo>
                  <a:lnTo>
                    <a:pt x="1333" y="557"/>
                  </a:lnTo>
                  <a:lnTo>
                    <a:pt x="5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11"/>
            <p:cNvSpPr/>
            <p:nvPr/>
          </p:nvSpPr>
          <p:spPr>
            <a:xfrm>
              <a:off x="7863395" y="3196204"/>
              <a:ext cx="405561" cy="217266"/>
            </a:xfrm>
            <a:custGeom>
              <a:rect b="b" l="l" r="r" t="t"/>
              <a:pathLst>
                <a:path extrusionOk="0" h="8362" w="15609">
                  <a:moveTo>
                    <a:pt x="7830" y="1"/>
                  </a:moveTo>
                  <a:lnTo>
                    <a:pt x="0" y="1116"/>
                  </a:lnTo>
                  <a:lnTo>
                    <a:pt x="0" y="6133"/>
                  </a:lnTo>
                  <a:lnTo>
                    <a:pt x="2258" y="8361"/>
                  </a:lnTo>
                  <a:lnTo>
                    <a:pt x="6689" y="8361"/>
                  </a:lnTo>
                  <a:lnTo>
                    <a:pt x="7804" y="7716"/>
                  </a:lnTo>
                  <a:lnTo>
                    <a:pt x="8920" y="8361"/>
                  </a:lnTo>
                  <a:lnTo>
                    <a:pt x="13403" y="8361"/>
                  </a:lnTo>
                  <a:lnTo>
                    <a:pt x="15608" y="6133"/>
                  </a:lnTo>
                  <a:lnTo>
                    <a:pt x="15608" y="1116"/>
                  </a:lnTo>
                  <a:lnTo>
                    <a:pt x="78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11"/>
            <p:cNvSpPr/>
            <p:nvPr/>
          </p:nvSpPr>
          <p:spPr>
            <a:xfrm>
              <a:off x="8037166" y="3379900"/>
              <a:ext cx="57993" cy="33569"/>
            </a:xfrm>
            <a:custGeom>
              <a:rect b="b" l="l" r="r" t="t"/>
              <a:pathLst>
                <a:path extrusionOk="0" h="1292" w="2232">
                  <a:moveTo>
                    <a:pt x="1" y="0"/>
                  </a:moveTo>
                  <a:lnTo>
                    <a:pt x="1" y="1291"/>
                  </a:lnTo>
                  <a:lnTo>
                    <a:pt x="2232" y="1291"/>
                  </a:lnTo>
                  <a:lnTo>
                    <a:pt x="22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11"/>
            <p:cNvSpPr/>
            <p:nvPr/>
          </p:nvSpPr>
          <p:spPr>
            <a:xfrm>
              <a:off x="8074971" y="3379900"/>
              <a:ext cx="20188" cy="33569"/>
            </a:xfrm>
            <a:custGeom>
              <a:rect b="b" l="l" r="r" t="t"/>
              <a:pathLst>
                <a:path extrusionOk="0" h="1292" w="777">
                  <a:moveTo>
                    <a:pt x="1" y="0"/>
                  </a:moveTo>
                  <a:lnTo>
                    <a:pt x="1" y="1291"/>
                  </a:lnTo>
                  <a:lnTo>
                    <a:pt x="777" y="1291"/>
                  </a:lnTo>
                  <a:lnTo>
                    <a:pt x="7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11"/>
            <p:cNvSpPr/>
            <p:nvPr/>
          </p:nvSpPr>
          <p:spPr>
            <a:xfrm>
              <a:off x="7863395" y="3355528"/>
              <a:ext cx="58668" cy="57941"/>
            </a:xfrm>
            <a:custGeom>
              <a:rect b="b" l="l" r="r" t="t"/>
              <a:pathLst>
                <a:path extrusionOk="0" h="2230" w="2258">
                  <a:moveTo>
                    <a:pt x="0" y="1"/>
                  </a:moveTo>
                  <a:lnTo>
                    <a:pt x="0" y="1673"/>
                  </a:lnTo>
                  <a:cubicBezTo>
                    <a:pt x="0" y="1981"/>
                    <a:pt x="251" y="2229"/>
                    <a:pt x="559" y="2229"/>
                  </a:cubicBezTo>
                  <a:lnTo>
                    <a:pt x="2258" y="2229"/>
                  </a:lnTo>
                  <a:lnTo>
                    <a:pt x="2258" y="1116"/>
                  </a:lnTo>
                  <a:lnTo>
                    <a:pt x="11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11"/>
            <p:cNvSpPr/>
            <p:nvPr/>
          </p:nvSpPr>
          <p:spPr>
            <a:xfrm>
              <a:off x="8248768" y="3222472"/>
              <a:ext cx="20188" cy="153453"/>
            </a:xfrm>
            <a:custGeom>
              <a:rect b="b" l="l" r="r" t="t"/>
              <a:pathLst>
                <a:path extrusionOk="0" h="5906" w="777">
                  <a:moveTo>
                    <a:pt x="0" y="1"/>
                  </a:moveTo>
                  <a:lnTo>
                    <a:pt x="0" y="5905"/>
                  </a:lnTo>
                  <a:lnTo>
                    <a:pt x="776" y="5122"/>
                  </a:lnTo>
                  <a:lnTo>
                    <a:pt x="776" y="105"/>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11"/>
            <p:cNvSpPr/>
            <p:nvPr/>
          </p:nvSpPr>
          <p:spPr>
            <a:xfrm>
              <a:off x="8211639" y="3355528"/>
              <a:ext cx="57317" cy="57941"/>
            </a:xfrm>
            <a:custGeom>
              <a:rect b="b" l="l" r="r" t="t"/>
              <a:pathLst>
                <a:path extrusionOk="0" h="2230" w="2206">
                  <a:moveTo>
                    <a:pt x="1116" y="1"/>
                  </a:moveTo>
                  <a:lnTo>
                    <a:pt x="0" y="1116"/>
                  </a:lnTo>
                  <a:lnTo>
                    <a:pt x="0" y="2229"/>
                  </a:lnTo>
                  <a:lnTo>
                    <a:pt x="1646" y="2229"/>
                  </a:lnTo>
                  <a:cubicBezTo>
                    <a:pt x="1954" y="2229"/>
                    <a:pt x="2205" y="1981"/>
                    <a:pt x="2205" y="1673"/>
                  </a:cubicBezTo>
                  <a:lnTo>
                    <a:pt x="22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11"/>
            <p:cNvSpPr/>
            <p:nvPr/>
          </p:nvSpPr>
          <p:spPr>
            <a:xfrm>
              <a:off x="8234296" y="3355528"/>
              <a:ext cx="34661" cy="57941"/>
            </a:xfrm>
            <a:custGeom>
              <a:rect b="b" l="l" r="r" t="t"/>
              <a:pathLst>
                <a:path extrusionOk="0" h="2230" w="1334">
                  <a:moveTo>
                    <a:pt x="557" y="1"/>
                  </a:moveTo>
                  <a:lnTo>
                    <a:pt x="557" y="1673"/>
                  </a:lnTo>
                  <a:cubicBezTo>
                    <a:pt x="557" y="1981"/>
                    <a:pt x="309" y="2229"/>
                    <a:pt x="1" y="2229"/>
                  </a:cubicBezTo>
                  <a:lnTo>
                    <a:pt x="774" y="2229"/>
                  </a:lnTo>
                  <a:cubicBezTo>
                    <a:pt x="1082" y="2229"/>
                    <a:pt x="1333" y="1981"/>
                    <a:pt x="1333" y="1673"/>
                  </a:cubicBezTo>
                  <a:lnTo>
                    <a:pt x="1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11"/>
            <p:cNvSpPr/>
            <p:nvPr/>
          </p:nvSpPr>
          <p:spPr>
            <a:xfrm>
              <a:off x="7863395" y="3167285"/>
              <a:ext cx="405561" cy="57941"/>
            </a:xfrm>
            <a:custGeom>
              <a:rect b="b" l="l" r="r" t="t"/>
              <a:pathLst>
                <a:path extrusionOk="0" h="2230" w="15609">
                  <a:moveTo>
                    <a:pt x="559" y="1"/>
                  </a:moveTo>
                  <a:cubicBezTo>
                    <a:pt x="251" y="1"/>
                    <a:pt x="0" y="249"/>
                    <a:pt x="0" y="557"/>
                  </a:cubicBezTo>
                  <a:lnTo>
                    <a:pt x="0" y="2219"/>
                  </a:lnTo>
                  <a:cubicBezTo>
                    <a:pt x="19" y="2224"/>
                    <a:pt x="26" y="2229"/>
                    <a:pt x="26" y="2229"/>
                  </a:cubicBezTo>
                  <a:lnTo>
                    <a:pt x="15608" y="2229"/>
                  </a:lnTo>
                  <a:lnTo>
                    <a:pt x="15608" y="557"/>
                  </a:lnTo>
                  <a:cubicBezTo>
                    <a:pt x="15608" y="249"/>
                    <a:pt x="15357" y="1"/>
                    <a:pt x="15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11"/>
            <p:cNvSpPr/>
            <p:nvPr/>
          </p:nvSpPr>
          <p:spPr>
            <a:xfrm>
              <a:off x="8234296" y="3167285"/>
              <a:ext cx="34661" cy="57941"/>
            </a:xfrm>
            <a:custGeom>
              <a:rect b="b" l="l" r="r" t="t"/>
              <a:pathLst>
                <a:path extrusionOk="0" h="2230" w="1334">
                  <a:moveTo>
                    <a:pt x="1" y="1"/>
                  </a:moveTo>
                  <a:cubicBezTo>
                    <a:pt x="309" y="1"/>
                    <a:pt x="560" y="249"/>
                    <a:pt x="560" y="557"/>
                  </a:cubicBezTo>
                  <a:lnTo>
                    <a:pt x="560" y="2229"/>
                  </a:lnTo>
                  <a:lnTo>
                    <a:pt x="1333" y="2229"/>
                  </a:lnTo>
                  <a:lnTo>
                    <a:pt x="1333" y="557"/>
                  </a:lnTo>
                  <a:cubicBezTo>
                    <a:pt x="1333" y="249"/>
                    <a:pt x="1082"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11"/>
            <p:cNvSpPr/>
            <p:nvPr/>
          </p:nvSpPr>
          <p:spPr>
            <a:xfrm>
              <a:off x="7892366" y="3312086"/>
              <a:ext cx="347594" cy="72465"/>
            </a:xfrm>
            <a:custGeom>
              <a:rect b="b" l="l" r="r" t="t"/>
              <a:pathLst>
                <a:path extrusionOk="0" h="2789" w="13378">
                  <a:moveTo>
                    <a:pt x="1" y="0"/>
                  </a:moveTo>
                  <a:lnTo>
                    <a:pt x="1" y="2229"/>
                  </a:lnTo>
                  <a:cubicBezTo>
                    <a:pt x="1" y="2537"/>
                    <a:pt x="249" y="2788"/>
                    <a:pt x="531" y="2788"/>
                  </a:cubicBezTo>
                  <a:lnTo>
                    <a:pt x="12792" y="2788"/>
                  </a:lnTo>
                  <a:cubicBezTo>
                    <a:pt x="13127" y="2788"/>
                    <a:pt x="13378" y="2537"/>
                    <a:pt x="13378" y="2229"/>
                  </a:cubicBezTo>
                  <a:lnTo>
                    <a:pt x="133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11"/>
            <p:cNvSpPr/>
            <p:nvPr/>
          </p:nvSpPr>
          <p:spPr>
            <a:xfrm>
              <a:off x="8205325" y="3312086"/>
              <a:ext cx="34635" cy="72465"/>
            </a:xfrm>
            <a:custGeom>
              <a:rect b="b" l="l" r="r" t="t"/>
              <a:pathLst>
                <a:path extrusionOk="0" h="2789" w="1333">
                  <a:moveTo>
                    <a:pt x="559" y="0"/>
                  </a:moveTo>
                  <a:lnTo>
                    <a:pt x="559" y="2229"/>
                  </a:lnTo>
                  <a:cubicBezTo>
                    <a:pt x="559" y="2537"/>
                    <a:pt x="308" y="2788"/>
                    <a:pt x="0" y="2788"/>
                  </a:cubicBezTo>
                  <a:lnTo>
                    <a:pt x="776" y="2788"/>
                  </a:lnTo>
                  <a:cubicBezTo>
                    <a:pt x="1082" y="2788"/>
                    <a:pt x="1333" y="2537"/>
                    <a:pt x="1333" y="2229"/>
                  </a:cubicBez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11"/>
            <p:cNvSpPr/>
            <p:nvPr/>
          </p:nvSpPr>
          <p:spPr>
            <a:xfrm>
              <a:off x="7892366" y="3138315"/>
              <a:ext cx="347594" cy="217240"/>
            </a:xfrm>
            <a:custGeom>
              <a:rect b="b" l="l" r="r" t="t"/>
              <a:pathLst>
                <a:path extrusionOk="0" h="8361" w="13378">
                  <a:moveTo>
                    <a:pt x="557" y="0"/>
                  </a:moveTo>
                  <a:cubicBezTo>
                    <a:pt x="249" y="0"/>
                    <a:pt x="1" y="251"/>
                    <a:pt x="1" y="557"/>
                  </a:cubicBezTo>
                  <a:lnTo>
                    <a:pt x="1" y="6688"/>
                  </a:lnTo>
                  <a:cubicBezTo>
                    <a:pt x="1" y="6997"/>
                    <a:pt x="249" y="7245"/>
                    <a:pt x="557" y="7245"/>
                  </a:cubicBezTo>
                  <a:lnTo>
                    <a:pt x="5574" y="7245"/>
                  </a:lnTo>
                  <a:cubicBezTo>
                    <a:pt x="6190" y="7245"/>
                    <a:pt x="6689" y="7744"/>
                    <a:pt x="6689" y="8361"/>
                  </a:cubicBezTo>
                  <a:cubicBezTo>
                    <a:pt x="6689" y="7744"/>
                    <a:pt x="7188" y="7245"/>
                    <a:pt x="7805" y="7245"/>
                  </a:cubicBezTo>
                  <a:lnTo>
                    <a:pt x="12821" y="7245"/>
                  </a:lnTo>
                  <a:cubicBezTo>
                    <a:pt x="13127" y="7245"/>
                    <a:pt x="13378" y="6997"/>
                    <a:pt x="13378" y="6688"/>
                  </a:cubicBezTo>
                  <a:lnTo>
                    <a:pt x="13378" y="557"/>
                  </a:lnTo>
                  <a:cubicBezTo>
                    <a:pt x="13378" y="251"/>
                    <a:pt x="13127" y="0"/>
                    <a:pt x="12792" y="0"/>
                  </a:cubicBezTo>
                  <a:lnTo>
                    <a:pt x="7805" y="0"/>
                  </a:lnTo>
                  <a:cubicBezTo>
                    <a:pt x="7303" y="0"/>
                    <a:pt x="6880" y="329"/>
                    <a:pt x="6739" y="784"/>
                  </a:cubicBezTo>
                  <a:cubicBezTo>
                    <a:pt x="6734" y="805"/>
                    <a:pt x="6713" y="821"/>
                    <a:pt x="6689" y="821"/>
                  </a:cubicBezTo>
                  <a:cubicBezTo>
                    <a:pt x="6666" y="821"/>
                    <a:pt x="6645" y="805"/>
                    <a:pt x="6640" y="784"/>
                  </a:cubicBezTo>
                  <a:cubicBezTo>
                    <a:pt x="6499" y="329"/>
                    <a:pt x="6075" y="0"/>
                    <a:pt x="5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11"/>
            <p:cNvSpPr/>
            <p:nvPr/>
          </p:nvSpPr>
          <p:spPr>
            <a:xfrm>
              <a:off x="8059563" y="3312086"/>
              <a:ext cx="13199" cy="72465"/>
            </a:xfrm>
            <a:custGeom>
              <a:rect b="b" l="l" r="r" t="t"/>
              <a:pathLst>
                <a:path extrusionOk="0" h="2789" w="508">
                  <a:moveTo>
                    <a:pt x="1" y="0"/>
                  </a:moveTo>
                  <a:lnTo>
                    <a:pt x="1" y="2788"/>
                  </a:lnTo>
                  <a:lnTo>
                    <a:pt x="508" y="2788"/>
                  </a:lnTo>
                  <a:lnTo>
                    <a:pt x="5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11"/>
            <p:cNvSpPr/>
            <p:nvPr/>
          </p:nvSpPr>
          <p:spPr>
            <a:xfrm>
              <a:off x="8205325" y="3138315"/>
              <a:ext cx="34635" cy="188243"/>
            </a:xfrm>
            <a:custGeom>
              <a:rect b="b" l="l" r="r" t="t"/>
              <a:pathLst>
                <a:path extrusionOk="0" h="7245" w="1333">
                  <a:moveTo>
                    <a:pt x="0" y="0"/>
                  </a:moveTo>
                  <a:cubicBezTo>
                    <a:pt x="308" y="0"/>
                    <a:pt x="559" y="251"/>
                    <a:pt x="559" y="557"/>
                  </a:cubicBezTo>
                  <a:lnTo>
                    <a:pt x="559" y="6688"/>
                  </a:lnTo>
                  <a:cubicBezTo>
                    <a:pt x="559" y="6997"/>
                    <a:pt x="308" y="7245"/>
                    <a:pt x="0" y="7245"/>
                  </a:cubicBezTo>
                  <a:lnTo>
                    <a:pt x="776" y="7245"/>
                  </a:lnTo>
                  <a:cubicBezTo>
                    <a:pt x="1082" y="7245"/>
                    <a:pt x="1333" y="6997"/>
                    <a:pt x="1333" y="6688"/>
                  </a:cubicBezTo>
                  <a:lnTo>
                    <a:pt x="1333" y="557"/>
                  </a:lnTo>
                  <a:cubicBezTo>
                    <a:pt x="1333" y="251"/>
                    <a:pt x="1082" y="0"/>
                    <a:pt x="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11"/>
            <p:cNvSpPr/>
            <p:nvPr/>
          </p:nvSpPr>
          <p:spPr>
            <a:xfrm>
              <a:off x="7892366" y="3348955"/>
              <a:ext cx="173147" cy="13173"/>
            </a:xfrm>
            <a:custGeom>
              <a:rect b="b" l="l" r="r" t="t"/>
              <a:pathLst>
                <a:path extrusionOk="0" h="507" w="6664">
                  <a:moveTo>
                    <a:pt x="1" y="0"/>
                  </a:moveTo>
                  <a:lnTo>
                    <a:pt x="1" y="507"/>
                  </a:lnTo>
                  <a:lnTo>
                    <a:pt x="6410" y="507"/>
                  </a:lnTo>
                  <a:cubicBezTo>
                    <a:pt x="6551" y="507"/>
                    <a:pt x="6663" y="392"/>
                    <a:pt x="6663" y="254"/>
                  </a:cubicBezTo>
                  <a:cubicBezTo>
                    <a:pt x="6663" y="115"/>
                    <a:pt x="6551" y="0"/>
                    <a:pt x="64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11"/>
            <p:cNvSpPr/>
            <p:nvPr/>
          </p:nvSpPr>
          <p:spPr>
            <a:xfrm>
              <a:off x="8059563" y="3148967"/>
              <a:ext cx="13199" cy="206587"/>
            </a:xfrm>
            <a:custGeom>
              <a:rect b="b" l="l" r="r" t="t"/>
              <a:pathLst>
                <a:path extrusionOk="0" h="7951" w="508">
                  <a:moveTo>
                    <a:pt x="1" y="0"/>
                  </a:moveTo>
                  <a:lnTo>
                    <a:pt x="1" y="7245"/>
                  </a:lnTo>
                  <a:cubicBezTo>
                    <a:pt x="160" y="7436"/>
                    <a:pt x="254" y="7681"/>
                    <a:pt x="254" y="7951"/>
                  </a:cubicBezTo>
                  <a:cubicBezTo>
                    <a:pt x="254" y="7681"/>
                    <a:pt x="348" y="7436"/>
                    <a:pt x="508" y="7245"/>
                  </a:cubicBezTo>
                  <a:lnTo>
                    <a:pt x="508" y="0"/>
                  </a:lnTo>
                  <a:cubicBezTo>
                    <a:pt x="416" y="107"/>
                    <a:pt x="348" y="235"/>
                    <a:pt x="304" y="374"/>
                  </a:cubicBezTo>
                  <a:cubicBezTo>
                    <a:pt x="299" y="395"/>
                    <a:pt x="278" y="411"/>
                    <a:pt x="254" y="411"/>
                  </a:cubicBezTo>
                  <a:cubicBezTo>
                    <a:pt x="231" y="411"/>
                    <a:pt x="210" y="395"/>
                    <a:pt x="205" y="374"/>
                  </a:cubicBezTo>
                  <a:cubicBezTo>
                    <a:pt x="160" y="235"/>
                    <a:pt x="92" y="10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11"/>
            <p:cNvSpPr/>
            <p:nvPr/>
          </p:nvSpPr>
          <p:spPr>
            <a:xfrm>
              <a:off x="8109606" y="3167285"/>
              <a:ext cx="101358" cy="28945"/>
            </a:xfrm>
            <a:custGeom>
              <a:rect b="b" l="l" r="r" t="t"/>
              <a:pathLst>
                <a:path extrusionOk="0" h="1114" w="3901">
                  <a:moveTo>
                    <a:pt x="262" y="1"/>
                  </a:moveTo>
                  <a:cubicBezTo>
                    <a:pt x="118" y="1"/>
                    <a:pt x="0" y="116"/>
                    <a:pt x="0" y="262"/>
                  </a:cubicBezTo>
                  <a:lnTo>
                    <a:pt x="0" y="852"/>
                  </a:lnTo>
                  <a:cubicBezTo>
                    <a:pt x="0" y="996"/>
                    <a:pt x="118" y="1114"/>
                    <a:pt x="262" y="1114"/>
                  </a:cubicBezTo>
                  <a:lnTo>
                    <a:pt x="3640" y="1114"/>
                  </a:lnTo>
                  <a:cubicBezTo>
                    <a:pt x="3786" y="1114"/>
                    <a:pt x="3901" y="996"/>
                    <a:pt x="3901" y="852"/>
                  </a:cubicBezTo>
                  <a:lnTo>
                    <a:pt x="3901" y="262"/>
                  </a:lnTo>
                  <a:cubicBezTo>
                    <a:pt x="3901" y="116"/>
                    <a:pt x="3786" y="1"/>
                    <a:pt x="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11"/>
            <p:cNvSpPr/>
            <p:nvPr/>
          </p:nvSpPr>
          <p:spPr>
            <a:xfrm>
              <a:off x="8183864" y="3167285"/>
              <a:ext cx="27100" cy="28945"/>
            </a:xfrm>
            <a:custGeom>
              <a:rect b="b" l="l" r="r" t="t"/>
              <a:pathLst>
                <a:path extrusionOk="0" h="1114" w="1043">
                  <a:moveTo>
                    <a:pt x="1" y="1"/>
                  </a:moveTo>
                  <a:cubicBezTo>
                    <a:pt x="149" y="1"/>
                    <a:pt x="270" y="121"/>
                    <a:pt x="270" y="270"/>
                  </a:cubicBezTo>
                  <a:lnTo>
                    <a:pt x="270" y="845"/>
                  </a:lnTo>
                  <a:cubicBezTo>
                    <a:pt x="270" y="994"/>
                    <a:pt x="149"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11"/>
            <p:cNvSpPr/>
            <p:nvPr/>
          </p:nvSpPr>
          <p:spPr>
            <a:xfrm>
              <a:off x="7921362" y="3167285"/>
              <a:ext cx="101384" cy="28945"/>
            </a:xfrm>
            <a:custGeom>
              <a:rect b="b" l="l" r="r" t="t"/>
              <a:pathLst>
                <a:path extrusionOk="0" h="1114" w="3902">
                  <a:moveTo>
                    <a:pt x="262" y="1"/>
                  </a:moveTo>
                  <a:cubicBezTo>
                    <a:pt x="115" y="1"/>
                    <a:pt x="0" y="116"/>
                    <a:pt x="0" y="262"/>
                  </a:cubicBezTo>
                  <a:lnTo>
                    <a:pt x="0" y="852"/>
                  </a:lnTo>
                  <a:cubicBezTo>
                    <a:pt x="0" y="996"/>
                    <a:pt x="115" y="1114"/>
                    <a:pt x="262" y="1114"/>
                  </a:cubicBezTo>
                  <a:lnTo>
                    <a:pt x="3640" y="1114"/>
                  </a:lnTo>
                  <a:cubicBezTo>
                    <a:pt x="3784" y="1114"/>
                    <a:pt x="3901" y="996"/>
                    <a:pt x="3901" y="852"/>
                  </a:cubicBezTo>
                  <a:lnTo>
                    <a:pt x="3901" y="262"/>
                  </a:lnTo>
                  <a:cubicBezTo>
                    <a:pt x="3901" y="116"/>
                    <a:pt x="3784" y="1"/>
                    <a:pt x="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11"/>
            <p:cNvSpPr/>
            <p:nvPr/>
          </p:nvSpPr>
          <p:spPr>
            <a:xfrm>
              <a:off x="7995620" y="3167285"/>
              <a:ext cx="27126" cy="28945"/>
            </a:xfrm>
            <a:custGeom>
              <a:rect b="b" l="l" r="r" t="t"/>
              <a:pathLst>
                <a:path extrusionOk="0" h="1114" w="1044">
                  <a:moveTo>
                    <a:pt x="1" y="1"/>
                  </a:moveTo>
                  <a:cubicBezTo>
                    <a:pt x="150" y="1"/>
                    <a:pt x="270" y="121"/>
                    <a:pt x="270" y="270"/>
                  </a:cubicBezTo>
                  <a:lnTo>
                    <a:pt x="270" y="845"/>
                  </a:lnTo>
                  <a:cubicBezTo>
                    <a:pt x="270" y="994"/>
                    <a:pt x="150"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11"/>
            <p:cNvSpPr/>
            <p:nvPr/>
          </p:nvSpPr>
          <p:spPr>
            <a:xfrm>
              <a:off x="8153724" y="3355528"/>
              <a:ext cx="57941" cy="57967"/>
            </a:xfrm>
            <a:custGeom>
              <a:rect b="b" l="l" r="r" t="t"/>
              <a:pathLst>
                <a:path extrusionOk="0" h="2231" w="2230">
                  <a:moveTo>
                    <a:pt x="1" y="1"/>
                  </a:moveTo>
                  <a:lnTo>
                    <a:pt x="1" y="1952"/>
                  </a:lnTo>
                  <a:cubicBezTo>
                    <a:pt x="1" y="2120"/>
                    <a:pt x="138" y="2230"/>
                    <a:pt x="281" y="2230"/>
                  </a:cubicBezTo>
                  <a:cubicBezTo>
                    <a:pt x="349" y="2230"/>
                    <a:pt x="419" y="2205"/>
                    <a:pt x="476" y="2148"/>
                  </a:cubicBezTo>
                  <a:lnTo>
                    <a:pt x="918" y="1707"/>
                  </a:lnTo>
                  <a:cubicBezTo>
                    <a:pt x="972" y="1652"/>
                    <a:pt x="1044" y="1624"/>
                    <a:pt x="1115" y="1624"/>
                  </a:cubicBezTo>
                  <a:cubicBezTo>
                    <a:pt x="1186" y="1624"/>
                    <a:pt x="1257" y="1652"/>
                    <a:pt x="1312" y="1707"/>
                  </a:cubicBezTo>
                  <a:lnTo>
                    <a:pt x="1754" y="2148"/>
                  </a:lnTo>
                  <a:cubicBezTo>
                    <a:pt x="1811" y="2205"/>
                    <a:pt x="1882" y="2230"/>
                    <a:pt x="1950" y="2230"/>
                  </a:cubicBezTo>
                  <a:cubicBezTo>
                    <a:pt x="2093" y="2230"/>
                    <a:pt x="2229" y="2120"/>
                    <a:pt x="2229" y="1952"/>
                  </a:cubicBezTo>
                  <a:lnTo>
                    <a:pt x="2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11"/>
            <p:cNvSpPr/>
            <p:nvPr/>
          </p:nvSpPr>
          <p:spPr>
            <a:xfrm>
              <a:off x="8191528" y="3355528"/>
              <a:ext cx="20136" cy="57967"/>
            </a:xfrm>
            <a:custGeom>
              <a:rect b="b" l="l" r="r" t="t"/>
              <a:pathLst>
                <a:path extrusionOk="0" h="2231" w="775">
                  <a:moveTo>
                    <a:pt x="1" y="1"/>
                  </a:moveTo>
                  <a:lnTo>
                    <a:pt x="1" y="1850"/>
                  </a:lnTo>
                  <a:lnTo>
                    <a:pt x="299" y="2148"/>
                  </a:lnTo>
                  <a:cubicBezTo>
                    <a:pt x="356" y="2205"/>
                    <a:pt x="427" y="2230"/>
                    <a:pt x="495" y="2230"/>
                  </a:cubicBezTo>
                  <a:cubicBezTo>
                    <a:pt x="638" y="2230"/>
                    <a:pt x="774" y="2120"/>
                    <a:pt x="774" y="1952"/>
                  </a:cubicBezTo>
                  <a:lnTo>
                    <a:pt x="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11"/>
            <p:cNvSpPr/>
            <p:nvPr/>
          </p:nvSpPr>
          <p:spPr>
            <a:xfrm>
              <a:off x="8066838" y="3348955"/>
              <a:ext cx="173121" cy="13173"/>
            </a:xfrm>
            <a:custGeom>
              <a:rect b="b" l="l" r="r" t="t"/>
              <a:pathLst>
                <a:path extrusionOk="0" h="507" w="6663">
                  <a:moveTo>
                    <a:pt x="254" y="0"/>
                  </a:moveTo>
                  <a:cubicBezTo>
                    <a:pt x="113" y="0"/>
                    <a:pt x="0" y="115"/>
                    <a:pt x="0" y="254"/>
                  </a:cubicBezTo>
                  <a:cubicBezTo>
                    <a:pt x="0" y="392"/>
                    <a:pt x="113" y="507"/>
                    <a:pt x="254" y="507"/>
                  </a:cubicBezTo>
                  <a:lnTo>
                    <a:pt x="6663" y="507"/>
                  </a:lnTo>
                  <a:lnTo>
                    <a:pt x="66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111"/>
          <p:cNvGrpSpPr/>
          <p:nvPr/>
        </p:nvGrpSpPr>
        <p:grpSpPr>
          <a:xfrm>
            <a:off x="433256" y="1646521"/>
            <a:ext cx="1205433" cy="3306189"/>
            <a:chOff x="2358625" y="1443110"/>
            <a:chExt cx="1132500" cy="3106152"/>
          </a:xfrm>
        </p:grpSpPr>
        <p:grpSp>
          <p:nvGrpSpPr>
            <p:cNvPr id="9099" name="Google Shape;9099;p111"/>
            <p:cNvGrpSpPr/>
            <p:nvPr/>
          </p:nvGrpSpPr>
          <p:grpSpPr>
            <a:xfrm>
              <a:off x="2358625" y="1443110"/>
              <a:ext cx="1132500" cy="3106152"/>
              <a:chOff x="2401750" y="1443110"/>
              <a:chExt cx="1132500" cy="3106152"/>
            </a:xfrm>
          </p:grpSpPr>
          <p:grpSp>
            <p:nvGrpSpPr>
              <p:cNvPr id="9100" name="Google Shape;9100;p111"/>
              <p:cNvGrpSpPr/>
              <p:nvPr/>
            </p:nvGrpSpPr>
            <p:grpSpPr>
              <a:xfrm>
                <a:off x="2401750" y="1443110"/>
                <a:ext cx="1132500" cy="3106152"/>
                <a:chOff x="3468175" y="1311873"/>
                <a:chExt cx="1132500" cy="3106152"/>
              </a:xfrm>
            </p:grpSpPr>
            <p:sp>
              <p:nvSpPr>
                <p:cNvPr id="9101" name="Google Shape;9101;p111"/>
                <p:cNvSpPr/>
                <p:nvPr/>
              </p:nvSpPr>
              <p:spPr>
                <a:xfrm>
                  <a:off x="3468175" y="4149225"/>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11"/>
                <p:cNvSpPr/>
                <p:nvPr/>
              </p:nvSpPr>
              <p:spPr>
                <a:xfrm>
                  <a:off x="3782090" y="3104558"/>
                  <a:ext cx="250127" cy="1168576"/>
                </a:xfrm>
                <a:custGeom>
                  <a:rect b="b" l="l" r="r" t="t"/>
                  <a:pathLst>
                    <a:path extrusionOk="0" h="70322" w="15052">
                      <a:moveTo>
                        <a:pt x="13971" y="7742"/>
                      </a:moveTo>
                      <a:cubicBezTo>
                        <a:pt x="14295" y="5761"/>
                        <a:pt x="14691" y="2989"/>
                        <a:pt x="15051" y="0"/>
                      </a:cubicBezTo>
                      <a:lnTo>
                        <a:pt x="3493" y="0"/>
                      </a:lnTo>
                      <a:cubicBezTo>
                        <a:pt x="3925" y="3313"/>
                        <a:pt x="4213" y="6086"/>
                        <a:pt x="4105" y="6590"/>
                      </a:cubicBezTo>
                      <a:cubicBezTo>
                        <a:pt x="720" y="25565"/>
                        <a:pt x="2809" y="49258"/>
                        <a:pt x="2053" y="58079"/>
                      </a:cubicBezTo>
                      <a:cubicBezTo>
                        <a:pt x="1981" y="58907"/>
                        <a:pt x="720" y="65713"/>
                        <a:pt x="720" y="65713"/>
                      </a:cubicBezTo>
                      <a:lnTo>
                        <a:pt x="0" y="68485"/>
                      </a:lnTo>
                      <a:lnTo>
                        <a:pt x="108" y="69601"/>
                      </a:lnTo>
                      <a:lnTo>
                        <a:pt x="3205" y="70322"/>
                      </a:lnTo>
                      <a:lnTo>
                        <a:pt x="6121" y="68233"/>
                      </a:lnTo>
                      <a:cubicBezTo>
                        <a:pt x="6121" y="68233"/>
                        <a:pt x="6770" y="60996"/>
                        <a:pt x="6626" y="59628"/>
                      </a:cubicBezTo>
                      <a:cubicBezTo>
                        <a:pt x="6554" y="58907"/>
                        <a:pt x="6446" y="58187"/>
                        <a:pt x="6265" y="57467"/>
                      </a:cubicBezTo>
                      <a:lnTo>
                        <a:pt x="6013" y="57107"/>
                      </a:lnTo>
                      <a:cubicBezTo>
                        <a:pt x="8534" y="40796"/>
                        <a:pt x="11342" y="24197"/>
                        <a:pt x="13971" y="7742"/>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11"/>
                <p:cNvSpPr/>
                <p:nvPr/>
              </p:nvSpPr>
              <p:spPr>
                <a:xfrm>
                  <a:off x="3740796" y="4053533"/>
                  <a:ext cx="169349" cy="244128"/>
                </a:xfrm>
                <a:custGeom>
                  <a:rect b="b" l="l" r="r" t="t"/>
                  <a:pathLst>
                    <a:path extrusionOk="0" h="14691" w="10191">
                      <a:moveTo>
                        <a:pt x="3205" y="8606"/>
                      </a:moveTo>
                      <a:cubicBezTo>
                        <a:pt x="2917" y="9326"/>
                        <a:pt x="2629" y="10046"/>
                        <a:pt x="2269" y="10730"/>
                      </a:cubicBezTo>
                      <a:cubicBezTo>
                        <a:pt x="1945" y="11126"/>
                        <a:pt x="757" y="12494"/>
                        <a:pt x="577" y="12926"/>
                      </a:cubicBezTo>
                      <a:cubicBezTo>
                        <a:pt x="361" y="13359"/>
                        <a:pt x="1" y="14691"/>
                        <a:pt x="1477" y="14691"/>
                      </a:cubicBezTo>
                      <a:lnTo>
                        <a:pt x="6662" y="14691"/>
                      </a:lnTo>
                      <a:cubicBezTo>
                        <a:pt x="8030" y="14691"/>
                        <a:pt x="9183" y="14259"/>
                        <a:pt x="9219" y="12962"/>
                      </a:cubicBezTo>
                      <a:cubicBezTo>
                        <a:pt x="9219" y="11702"/>
                        <a:pt x="9327" y="7129"/>
                        <a:pt x="9507" y="6121"/>
                      </a:cubicBezTo>
                      <a:cubicBezTo>
                        <a:pt x="9687" y="5149"/>
                        <a:pt x="10191" y="4033"/>
                        <a:pt x="9975" y="3061"/>
                      </a:cubicBezTo>
                      <a:cubicBezTo>
                        <a:pt x="9687" y="2088"/>
                        <a:pt x="9291" y="1116"/>
                        <a:pt x="8823" y="216"/>
                      </a:cubicBezTo>
                      <a:cubicBezTo>
                        <a:pt x="8714" y="144"/>
                        <a:pt x="8606" y="72"/>
                        <a:pt x="8498" y="0"/>
                      </a:cubicBezTo>
                      <a:lnTo>
                        <a:pt x="8678" y="864"/>
                      </a:lnTo>
                      <a:cubicBezTo>
                        <a:pt x="8714" y="1080"/>
                        <a:pt x="8750" y="1260"/>
                        <a:pt x="8750" y="1476"/>
                      </a:cubicBezTo>
                      <a:cubicBezTo>
                        <a:pt x="8895" y="2917"/>
                        <a:pt x="8354" y="9326"/>
                        <a:pt x="8354" y="9866"/>
                      </a:cubicBezTo>
                      <a:cubicBezTo>
                        <a:pt x="8354" y="10406"/>
                        <a:pt x="7814" y="10766"/>
                        <a:pt x="6770" y="11018"/>
                      </a:cubicBezTo>
                      <a:cubicBezTo>
                        <a:pt x="5762" y="11306"/>
                        <a:pt x="3638" y="11558"/>
                        <a:pt x="2845" y="10802"/>
                      </a:cubicBezTo>
                      <a:cubicBezTo>
                        <a:pt x="2737" y="10694"/>
                        <a:pt x="2737" y="10550"/>
                        <a:pt x="2773" y="10406"/>
                      </a:cubicBezTo>
                      <a:cubicBezTo>
                        <a:pt x="2845" y="10118"/>
                        <a:pt x="3205" y="8606"/>
                        <a:pt x="3205" y="86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11"/>
                <p:cNvSpPr/>
                <p:nvPr/>
              </p:nvSpPr>
              <p:spPr>
                <a:xfrm>
                  <a:off x="3833800" y="1480590"/>
                  <a:ext cx="413268" cy="331336"/>
                </a:xfrm>
                <a:custGeom>
                  <a:rect b="b" l="l" r="r" t="t"/>
                  <a:pathLst>
                    <a:path extrusionOk="0" h="18617" w="23585">
                      <a:moveTo>
                        <a:pt x="4105" y="1"/>
                      </a:moveTo>
                      <a:cubicBezTo>
                        <a:pt x="4105" y="1"/>
                        <a:pt x="5401" y="2413"/>
                        <a:pt x="2701" y="7706"/>
                      </a:cubicBezTo>
                      <a:cubicBezTo>
                        <a:pt x="0" y="13035"/>
                        <a:pt x="973" y="16024"/>
                        <a:pt x="6482" y="17320"/>
                      </a:cubicBezTo>
                      <a:cubicBezTo>
                        <a:pt x="11991" y="18616"/>
                        <a:pt x="17968" y="17068"/>
                        <a:pt x="20128" y="14764"/>
                      </a:cubicBezTo>
                      <a:cubicBezTo>
                        <a:pt x="22289" y="12459"/>
                        <a:pt x="23585" y="8102"/>
                        <a:pt x="19732" y="4574"/>
                      </a:cubicBezTo>
                      <a:cubicBezTo>
                        <a:pt x="15879" y="1045"/>
                        <a:pt x="4105" y="1"/>
                        <a:pt x="4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11"/>
                <p:cNvSpPr/>
                <p:nvPr/>
              </p:nvSpPr>
              <p:spPr>
                <a:xfrm>
                  <a:off x="3970750" y="1626813"/>
                  <a:ext cx="113094" cy="165108"/>
                </a:xfrm>
                <a:custGeom>
                  <a:rect b="b" l="l" r="r" t="t"/>
                  <a:pathLst>
                    <a:path extrusionOk="0" h="9146" w="8246">
                      <a:moveTo>
                        <a:pt x="0" y="0"/>
                      </a:moveTo>
                      <a:lnTo>
                        <a:pt x="8246" y="0"/>
                      </a:lnTo>
                      <a:lnTo>
                        <a:pt x="8246" y="9146"/>
                      </a:lnTo>
                      <a:lnTo>
                        <a:pt x="4969" y="9146"/>
                      </a:lnTo>
                      <a:lnTo>
                        <a:pt x="0" y="7201"/>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11"/>
                <p:cNvSpPr/>
                <p:nvPr/>
              </p:nvSpPr>
              <p:spPr>
                <a:xfrm>
                  <a:off x="3840119" y="3104558"/>
                  <a:ext cx="192098" cy="114893"/>
                </a:xfrm>
                <a:custGeom>
                  <a:rect b="b" l="l" r="r" t="t"/>
                  <a:pathLst>
                    <a:path extrusionOk="0" h="6914" w="11560">
                      <a:moveTo>
                        <a:pt x="10623" y="6770"/>
                      </a:moveTo>
                      <a:cubicBezTo>
                        <a:pt x="10911" y="4897"/>
                        <a:pt x="11235" y="2521"/>
                        <a:pt x="11559" y="0"/>
                      </a:cubicBezTo>
                      <a:lnTo>
                        <a:pt x="1" y="0"/>
                      </a:lnTo>
                      <a:cubicBezTo>
                        <a:pt x="397" y="3025"/>
                        <a:pt x="649" y="5545"/>
                        <a:pt x="649" y="6374"/>
                      </a:cubicBezTo>
                      <a:cubicBezTo>
                        <a:pt x="3962" y="6806"/>
                        <a:pt x="7274" y="6914"/>
                        <a:pt x="10623" y="677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11"/>
                <p:cNvSpPr/>
                <p:nvPr/>
              </p:nvSpPr>
              <p:spPr>
                <a:xfrm>
                  <a:off x="4071085" y="3104558"/>
                  <a:ext cx="214831" cy="1157808"/>
                </a:xfrm>
                <a:custGeom>
                  <a:rect b="b" l="l" r="r" t="t"/>
                  <a:pathLst>
                    <a:path extrusionOk="0" h="69674" w="12928">
                      <a:moveTo>
                        <a:pt x="11811" y="8390"/>
                      </a:moveTo>
                      <a:cubicBezTo>
                        <a:pt x="11955" y="6302"/>
                        <a:pt x="12135" y="3241"/>
                        <a:pt x="12279" y="0"/>
                      </a:cubicBezTo>
                      <a:lnTo>
                        <a:pt x="1693" y="0"/>
                      </a:lnTo>
                      <a:cubicBezTo>
                        <a:pt x="2449" y="3853"/>
                        <a:pt x="3025" y="7274"/>
                        <a:pt x="2917" y="7850"/>
                      </a:cubicBezTo>
                      <a:cubicBezTo>
                        <a:pt x="1" y="23693"/>
                        <a:pt x="4141" y="42344"/>
                        <a:pt x="4393" y="55379"/>
                      </a:cubicBezTo>
                      <a:cubicBezTo>
                        <a:pt x="4357" y="55631"/>
                        <a:pt x="4285" y="55883"/>
                        <a:pt x="4177" y="56171"/>
                      </a:cubicBezTo>
                      <a:lnTo>
                        <a:pt x="3385" y="60564"/>
                      </a:lnTo>
                      <a:lnTo>
                        <a:pt x="9146" y="69385"/>
                      </a:lnTo>
                      <a:lnTo>
                        <a:pt x="11667" y="69673"/>
                      </a:lnTo>
                      <a:lnTo>
                        <a:pt x="12855" y="68449"/>
                      </a:lnTo>
                      <a:cubicBezTo>
                        <a:pt x="12855" y="68449"/>
                        <a:pt x="12927" y="67909"/>
                        <a:pt x="12099" y="67873"/>
                      </a:cubicBezTo>
                      <a:lnTo>
                        <a:pt x="11199" y="67585"/>
                      </a:lnTo>
                      <a:cubicBezTo>
                        <a:pt x="11199" y="67585"/>
                        <a:pt x="10443" y="67405"/>
                        <a:pt x="9686" y="65137"/>
                      </a:cubicBezTo>
                      <a:cubicBezTo>
                        <a:pt x="9254" y="63804"/>
                        <a:pt x="9470" y="59051"/>
                        <a:pt x="9506" y="55343"/>
                      </a:cubicBezTo>
                      <a:cubicBezTo>
                        <a:pt x="9542" y="39968"/>
                        <a:pt x="10767" y="23765"/>
                        <a:pt x="11811" y="839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11"/>
                <p:cNvSpPr/>
                <p:nvPr/>
              </p:nvSpPr>
              <p:spPr>
                <a:xfrm>
                  <a:off x="4099202" y="3104558"/>
                  <a:ext cx="175331" cy="102929"/>
                </a:xfrm>
                <a:custGeom>
                  <a:rect b="b" l="l" r="r" t="t"/>
                  <a:pathLst>
                    <a:path extrusionOk="0" h="6194" w="10551">
                      <a:moveTo>
                        <a:pt x="10371" y="4213"/>
                      </a:moveTo>
                      <a:cubicBezTo>
                        <a:pt x="10443" y="2881"/>
                        <a:pt x="10515" y="1477"/>
                        <a:pt x="10551" y="0"/>
                      </a:cubicBezTo>
                      <a:lnTo>
                        <a:pt x="1" y="0"/>
                      </a:lnTo>
                      <a:cubicBezTo>
                        <a:pt x="469" y="2449"/>
                        <a:pt x="901" y="4717"/>
                        <a:pt x="1081" y="6194"/>
                      </a:cubicBezTo>
                      <a:cubicBezTo>
                        <a:pt x="4214" y="5725"/>
                        <a:pt x="7310" y="5077"/>
                        <a:pt x="10371" y="4213"/>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11"/>
                <p:cNvSpPr/>
                <p:nvPr/>
              </p:nvSpPr>
              <p:spPr>
                <a:xfrm>
                  <a:off x="3770724" y="2207645"/>
                  <a:ext cx="546899" cy="1004029"/>
                </a:xfrm>
                <a:custGeom>
                  <a:rect b="b" l="l" r="r" t="t"/>
                  <a:pathLst>
                    <a:path extrusionOk="0" h="60420" w="32911">
                      <a:moveTo>
                        <a:pt x="29562" y="10694"/>
                      </a:moveTo>
                      <a:cubicBezTo>
                        <a:pt x="31686" y="25421"/>
                        <a:pt x="32802" y="40256"/>
                        <a:pt x="32910" y="55127"/>
                      </a:cubicBezTo>
                      <a:cubicBezTo>
                        <a:pt x="32910" y="55487"/>
                        <a:pt x="32622" y="55811"/>
                        <a:pt x="32262" y="55847"/>
                      </a:cubicBezTo>
                      <a:cubicBezTo>
                        <a:pt x="31614" y="55991"/>
                        <a:pt x="17211" y="60420"/>
                        <a:pt x="1729" y="55595"/>
                      </a:cubicBezTo>
                      <a:cubicBezTo>
                        <a:pt x="1729" y="55595"/>
                        <a:pt x="1188" y="55451"/>
                        <a:pt x="1080" y="54298"/>
                      </a:cubicBezTo>
                      <a:cubicBezTo>
                        <a:pt x="1008" y="53182"/>
                        <a:pt x="1584" y="48429"/>
                        <a:pt x="1476" y="43640"/>
                      </a:cubicBezTo>
                      <a:cubicBezTo>
                        <a:pt x="1332" y="38888"/>
                        <a:pt x="0" y="22108"/>
                        <a:pt x="5473" y="11054"/>
                      </a:cubicBezTo>
                      <a:cubicBezTo>
                        <a:pt x="10946" y="0"/>
                        <a:pt x="29562" y="10694"/>
                        <a:pt x="29562" y="106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0" name="Google Shape;9110;p111"/>
                <p:cNvGrpSpPr/>
                <p:nvPr/>
              </p:nvGrpSpPr>
              <p:grpSpPr>
                <a:xfrm>
                  <a:off x="4092622" y="4037963"/>
                  <a:ext cx="261493" cy="259698"/>
                  <a:chOff x="4092622" y="4037963"/>
                  <a:chExt cx="261493" cy="259698"/>
                </a:xfrm>
              </p:grpSpPr>
              <p:sp>
                <p:nvSpPr>
                  <p:cNvPr id="9111" name="Google Shape;9111;p111"/>
                  <p:cNvSpPr/>
                  <p:nvPr/>
                </p:nvSpPr>
                <p:spPr>
                  <a:xfrm>
                    <a:off x="4093818" y="4085239"/>
                    <a:ext cx="56267" cy="212422"/>
                  </a:xfrm>
                  <a:custGeom>
                    <a:rect b="b" l="l" r="r" t="t"/>
                    <a:pathLst>
                      <a:path extrusionOk="0" h="12783" w="3386">
                        <a:moveTo>
                          <a:pt x="649" y="0"/>
                        </a:moveTo>
                        <a:cubicBezTo>
                          <a:pt x="649" y="0"/>
                          <a:pt x="1" y="216"/>
                          <a:pt x="217" y="1657"/>
                        </a:cubicBezTo>
                        <a:cubicBezTo>
                          <a:pt x="433" y="3061"/>
                          <a:pt x="1477" y="3997"/>
                          <a:pt x="1477" y="6806"/>
                        </a:cubicBezTo>
                        <a:lnTo>
                          <a:pt x="1477" y="12171"/>
                        </a:lnTo>
                        <a:cubicBezTo>
                          <a:pt x="1477" y="12171"/>
                          <a:pt x="1477" y="12783"/>
                          <a:pt x="1837" y="12783"/>
                        </a:cubicBezTo>
                        <a:lnTo>
                          <a:pt x="2053" y="12783"/>
                        </a:lnTo>
                        <a:cubicBezTo>
                          <a:pt x="2197" y="12783"/>
                          <a:pt x="2341" y="12639"/>
                          <a:pt x="2341" y="12171"/>
                        </a:cubicBezTo>
                        <a:lnTo>
                          <a:pt x="2341" y="6194"/>
                        </a:lnTo>
                        <a:cubicBezTo>
                          <a:pt x="2341" y="5293"/>
                          <a:pt x="2701" y="3565"/>
                          <a:pt x="3025" y="3241"/>
                        </a:cubicBezTo>
                        <a:cubicBezTo>
                          <a:pt x="3385" y="2917"/>
                          <a:pt x="649" y="0"/>
                          <a:pt x="6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11"/>
                  <p:cNvSpPr/>
                  <p:nvPr/>
                </p:nvSpPr>
                <p:spPr>
                  <a:xfrm>
                    <a:off x="4092622" y="4037963"/>
                    <a:ext cx="261493" cy="259698"/>
                  </a:xfrm>
                  <a:custGeom>
                    <a:rect b="b" l="l" r="r" t="t"/>
                    <a:pathLst>
                      <a:path extrusionOk="0" h="15628" w="15736">
                        <a:moveTo>
                          <a:pt x="2881" y="1"/>
                        </a:moveTo>
                        <a:cubicBezTo>
                          <a:pt x="1693" y="685"/>
                          <a:pt x="685" y="1729"/>
                          <a:pt x="73" y="2989"/>
                        </a:cubicBezTo>
                        <a:cubicBezTo>
                          <a:pt x="1" y="3278"/>
                          <a:pt x="73" y="3530"/>
                          <a:pt x="325" y="3710"/>
                        </a:cubicBezTo>
                        <a:cubicBezTo>
                          <a:pt x="721" y="3998"/>
                          <a:pt x="3277" y="6302"/>
                          <a:pt x="3746" y="7814"/>
                        </a:cubicBezTo>
                        <a:cubicBezTo>
                          <a:pt x="4250" y="9291"/>
                          <a:pt x="5078" y="12243"/>
                          <a:pt x="5402" y="13395"/>
                        </a:cubicBezTo>
                        <a:cubicBezTo>
                          <a:pt x="5762" y="14548"/>
                          <a:pt x="6518" y="15628"/>
                          <a:pt x="7778" y="15628"/>
                        </a:cubicBezTo>
                        <a:lnTo>
                          <a:pt x="14476" y="15628"/>
                        </a:lnTo>
                        <a:cubicBezTo>
                          <a:pt x="15736" y="15628"/>
                          <a:pt x="15304" y="14476"/>
                          <a:pt x="14404" y="13863"/>
                        </a:cubicBezTo>
                        <a:cubicBezTo>
                          <a:pt x="13467" y="13287"/>
                          <a:pt x="11451" y="11811"/>
                          <a:pt x="11199" y="11703"/>
                        </a:cubicBezTo>
                        <a:cubicBezTo>
                          <a:pt x="10911" y="11595"/>
                          <a:pt x="10803" y="11703"/>
                          <a:pt x="10803" y="11703"/>
                        </a:cubicBezTo>
                        <a:cubicBezTo>
                          <a:pt x="10803" y="11703"/>
                          <a:pt x="11091" y="11847"/>
                          <a:pt x="11019" y="12099"/>
                        </a:cubicBezTo>
                        <a:cubicBezTo>
                          <a:pt x="10911" y="12315"/>
                          <a:pt x="10227" y="12207"/>
                          <a:pt x="9543" y="12207"/>
                        </a:cubicBezTo>
                        <a:cubicBezTo>
                          <a:pt x="8606" y="12171"/>
                          <a:pt x="7742" y="11559"/>
                          <a:pt x="7346" y="10695"/>
                        </a:cubicBezTo>
                        <a:cubicBezTo>
                          <a:pt x="6842" y="9543"/>
                          <a:pt x="4862" y="3566"/>
                          <a:pt x="4682" y="3025"/>
                        </a:cubicBezTo>
                        <a:cubicBezTo>
                          <a:pt x="4502" y="2521"/>
                          <a:pt x="3205" y="1297"/>
                          <a:pt x="28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3" name="Google Shape;9113;p111"/>
                <p:cNvSpPr/>
                <p:nvPr/>
              </p:nvSpPr>
              <p:spPr>
                <a:xfrm>
                  <a:off x="4206318" y="1779827"/>
                  <a:ext cx="247717" cy="409887"/>
                </a:xfrm>
                <a:custGeom>
                  <a:rect b="b" l="l" r="r" t="t"/>
                  <a:pathLst>
                    <a:path extrusionOk="0" h="24666" w="14907">
                      <a:moveTo>
                        <a:pt x="14907" y="24665"/>
                      </a:moveTo>
                      <a:cubicBezTo>
                        <a:pt x="14115" y="20164"/>
                        <a:pt x="9146" y="11667"/>
                        <a:pt x="4753" y="3997"/>
                      </a:cubicBezTo>
                      <a:cubicBezTo>
                        <a:pt x="4753" y="3997"/>
                        <a:pt x="2449" y="613"/>
                        <a:pt x="0" y="1"/>
                      </a:cubicBezTo>
                      <a:lnTo>
                        <a:pt x="3889" y="23333"/>
                      </a:lnTo>
                      <a:cubicBezTo>
                        <a:pt x="6049" y="24449"/>
                        <a:pt x="14079" y="21749"/>
                        <a:pt x="14907" y="2466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11"/>
                <p:cNvSpPr/>
                <p:nvPr/>
              </p:nvSpPr>
              <p:spPr>
                <a:xfrm>
                  <a:off x="3806618" y="1751710"/>
                  <a:ext cx="493058" cy="693498"/>
                </a:xfrm>
                <a:custGeom>
                  <a:rect b="b" l="l" r="r" t="t"/>
                  <a:pathLst>
                    <a:path extrusionOk="0" h="41733" w="29671">
                      <a:moveTo>
                        <a:pt x="24053" y="1693"/>
                      </a:moveTo>
                      <a:cubicBezTo>
                        <a:pt x="24053" y="1693"/>
                        <a:pt x="26286" y="7382"/>
                        <a:pt x="26718" y="8246"/>
                      </a:cubicBezTo>
                      <a:cubicBezTo>
                        <a:pt x="27150" y="9110"/>
                        <a:pt x="28950" y="12891"/>
                        <a:pt x="29310" y="14799"/>
                      </a:cubicBezTo>
                      <a:cubicBezTo>
                        <a:pt x="29670" y="16707"/>
                        <a:pt x="28950" y="19408"/>
                        <a:pt x="28194" y="20848"/>
                      </a:cubicBezTo>
                      <a:lnTo>
                        <a:pt x="28194" y="39752"/>
                      </a:lnTo>
                      <a:cubicBezTo>
                        <a:pt x="20993" y="41732"/>
                        <a:pt x="12027" y="41048"/>
                        <a:pt x="4789" y="39752"/>
                      </a:cubicBezTo>
                      <a:lnTo>
                        <a:pt x="5978" y="31830"/>
                      </a:lnTo>
                      <a:lnTo>
                        <a:pt x="1" y="2917"/>
                      </a:lnTo>
                      <a:lnTo>
                        <a:pt x="8786" y="72"/>
                      </a:lnTo>
                      <a:lnTo>
                        <a:pt x="14619" y="1585"/>
                      </a:lnTo>
                      <a:lnTo>
                        <a:pt x="169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11"/>
                <p:cNvSpPr/>
                <p:nvPr/>
              </p:nvSpPr>
              <p:spPr>
                <a:xfrm>
                  <a:off x="3938262" y="1719988"/>
                  <a:ext cx="113099" cy="138241"/>
                </a:xfrm>
                <a:custGeom>
                  <a:rect b="b" l="l" r="r" t="t"/>
                  <a:pathLst>
                    <a:path extrusionOk="0" h="8319" w="6806">
                      <a:moveTo>
                        <a:pt x="828" y="1"/>
                      </a:moveTo>
                      <a:lnTo>
                        <a:pt x="6805" y="4538"/>
                      </a:lnTo>
                      <a:lnTo>
                        <a:pt x="3997" y="8318"/>
                      </a:lnTo>
                      <a:lnTo>
                        <a:pt x="0" y="226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11"/>
                <p:cNvSpPr/>
                <p:nvPr/>
              </p:nvSpPr>
              <p:spPr>
                <a:xfrm>
                  <a:off x="4051344" y="1724175"/>
                  <a:ext cx="67035" cy="126875"/>
                </a:xfrm>
                <a:custGeom>
                  <a:rect b="b" l="l" r="r" t="t"/>
                  <a:pathLst>
                    <a:path extrusionOk="0" h="7635" w="4034">
                      <a:moveTo>
                        <a:pt x="0" y="4286"/>
                      </a:moveTo>
                      <a:lnTo>
                        <a:pt x="2377" y="1"/>
                      </a:lnTo>
                      <a:lnTo>
                        <a:pt x="3457" y="1945"/>
                      </a:lnTo>
                      <a:lnTo>
                        <a:pt x="4033" y="763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11"/>
                <p:cNvSpPr/>
                <p:nvPr/>
              </p:nvSpPr>
              <p:spPr>
                <a:xfrm>
                  <a:off x="3751564" y="1755300"/>
                  <a:ext cx="324324" cy="955556"/>
                </a:xfrm>
                <a:custGeom>
                  <a:rect b="b" l="l" r="r" t="t"/>
                  <a:pathLst>
                    <a:path extrusionOk="0" h="57503" w="19517">
                      <a:moveTo>
                        <a:pt x="3314" y="2701"/>
                      </a:moveTo>
                      <a:cubicBezTo>
                        <a:pt x="3314" y="2701"/>
                        <a:pt x="9327" y="0"/>
                        <a:pt x="9579" y="36"/>
                      </a:cubicBezTo>
                      <a:cubicBezTo>
                        <a:pt x="9831" y="144"/>
                        <a:pt x="10083" y="252"/>
                        <a:pt x="10299" y="432"/>
                      </a:cubicBezTo>
                      <a:lnTo>
                        <a:pt x="18220" y="15699"/>
                      </a:lnTo>
                      <a:cubicBezTo>
                        <a:pt x="19157" y="17175"/>
                        <a:pt x="19517" y="18976"/>
                        <a:pt x="19229" y="20704"/>
                      </a:cubicBezTo>
                      <a:cubicBezTo>
                        <a:pt x="18761" y="23693"/>
                        <a:pt x="17536" y="29238"/>
                        <a:pt x="17536" y="29238"/>
                      </a:cubicBezTo>
                      <a:cubicBezTo>
                        <a:pt x="16780" y="35503"/>
                        <a:pt x="15340" y="46089"/>
                        <a:pt x="14080" y="53146"/>
                      </a:cubicBezTo>
                      <a:cubicBezTo>
                        <a:pt x="14080" y="53146"/>
                        <a:pt x="13972" y="53902"/>
                        <a:pt x="12855" y="54262"/>
                      </a:cubicBezTo>
                      <a:cubicBezTo>
                        <a:pt x="11703" y="54586"/>
                        <a:pt x="721" y="57251"/>
                        <a:pt x="721" y="57251"/>
                      </a:cubicBezTo>
                      <a:cubicBezTo>
                        <a:pt x="721" y="57251"/>
                        <a:pt x="1" y="57503"/>
                        <a:pt x="217" y="56279"/>
                      </a:cubicBezTo>
                      <a:cubicBezTo>
                        <a:pt x="433" y="55055"/>
                        <a:pt x="6518" y="33198"/>
                        <a:pt x="6518" y="3319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11"/>
                <p:cNvSpPr/>
                <p:nvPr/>
              </p:nvSpPr>
              <p:spPr>
                <a:xfrm>
                  <a:off x="4138104" y="1759487"/>
                  <a:ext cx="192082" cy="913680"/>
                </a:xfrm>
                <a:custGeom>
                  <a:rect b="b" l="l" r="r" t="t"/>
                  <a:pathLst>
                    <a:path extrusionOk="0" h="54983" w="11559">
                      <a:moveTo>
                        <a:pt x="0" y="216"/>
                      </a:moveTo>
                      <a:cubicBezTo>
                        <a:pt x="0" y="216"/>
                        <a:pt x="4573" y="13395"/>
                        <a:pt x="4969" y="14583"/>
                      </a:cubicBezTo>
                      <a:cubicBezTo>
                        <a:pt x="5365" y="15771"/>
                        <a:pt x="5581" y="16779"/>
                        <a:pt x="5113" y="19444"/>
                      </a:cubicBezTo>
                      <a:cubicBezTo>
                        <a:pt x="5005" y="19876"/>
                        <a:pt x="4969" y="20308"/>
                        <a:pt x="4969" y="20776"/>
                      </a:cubicBezTo>
                      <a:cubicBezTo>
                        <a:pt x="4969" y="21748"/>
                        <a:pt x="5077" y="26969"/>
                        <a:pt x="5077" y="26969"/>
                      </a:cubicBezTo>
                      <a:lnTo>
                        <a:pt x="5617" y="51670"/>
                      </a:lnTo>
                      <a:cubicBezTo>
                        <a:pt x="5725" y="52210"/>
                        <a:pt x="6086" y="52714"/>
                        <a:pt x="6626" y="52930"/>
                      </a:cubicBezTo>
                      <a:cubicBezTo>
                        <a:pt x="7490" y="53254"/>
                        <a:pt x="11018" y="54875"/>
                        <a:pt x="11018" y="54875"/>
                      </a:cubicBezTo>
                      <a:cubicBezTo>
                        <a:pt x="11018" y="54875"/>
                        <a:pt x="11559" y="54983"/>
                        <a:pt x="11559" y="54334"/>
                      </a:cubicBezTo>
                      <a:cubicBezTo>
                        <a:pt x="11559" y="53650"/>
                        <a:pt x="9038" y="29850"/>
                        <a:pt x="9038" y="29850"/>
                      </a:cubicBezTo>
                      <a:lnTo>
                        <a:pt x="8570" y="21172"/>
                      </a:lnTo>
                      <a:cubicBezTo>
                        <a:pt x="8570" y="21172"/>
                        <a:pt x="9758" y="16707"/>
                        <a:pt x="10226" y="15015"/>
                      </a:cubicBezTo>
                      <a:cubicBezTo>
                        <a:pt x="10694" y="13323"/>
                        <a:pt x="9830" y="11270"/>
                        <a:pt x="8426" y="8930"/>
                      </a:cubicBezTo>
                      <a:cubicBezTo>
                        <a:pt x="7022" y="6590"/>
                        <a:pt x="4105" y="1225"/>
                        <a:pt x="4105" y="1225"/>
                      </a:cubicBezTo>
                      <a:lnTo>
                        <a:pt x="396" y="36"/>
                      </a:lnTo>
                      <a:cubicBezTo>
                        <a:pt x="252" y="0"/>
                        <a:pt x="72" y="72"/>
                        <a:pt x="0" y="2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11"/>
                <p:cNvSpPr/>
                <p:nvPr/>
              </p:nvSpPr>
              <p:spPr>
                <a:xfrm>
                  <a:off x="3710286" y="1789997"/>
                  <a:ext cx="615113" cy="563649"/>
                </a:xfrm>
                <a:custGeom>
                  <a:rect b="b" l="l" r="r" t="t"/>
                  <a:pathLst>
                    <a:path extrusionOk="0" h="33919" w="37016">
                      <a:moveTo>
                        <a:pt x="5798" y="613"/>
                      </a:moveTo>
                      <a:cubicBezTo>
                        <a:pt x="5798" y="613"/>
                        <a:pt x="505" y="2413"/>
                        <a:pt x="181" y="6374"/>
                      </a:cubicBezTo>
                      <a:cubicBezTo>
                        <a:pt x="0" y="8570"/>
                        <a:pt x="6554" y="30030"/>
                        <a:pt x="8174" y="31651"/>
                      </a:cubicBezTo>
                      <a:cubicBezTo>
                        <a:pt x="9650" y="33127"/>
                        <a:pt x="12027" y="33919"/>
                        <a:pt x="16492" y="33595"/>
                      </a:cubicBezTo>
                      <a:cubicBezTo>
                        <a:pt x="20992" y="33271"/>
                        <a:pt x="37015" y="29562"/>
                        <a:pt x="37015" y="29562"/>
                      </a:cubicBezTo>
                      <a:lnTo>
                        <a:pt x="33595" y="23405"/>
                      </a:lnTo>
                      <a:lnTo>
                        <a:pt x="14979" y="25889"/>
                      </a:lnTo>
                      <a:cubicBezTo>
                        <a:pt x="14943" y="25457"/>
                        <a:pt x="14511" y="25133"/>
                        <a:pt x="14115" y="25277"/>
                      </a:cubicBezTo>
                      <a:cubicBezTo>
                        <a:pt x="14115" y="25277"/>
                        <a:pt x="10406" y="9650"/>
                        <a:pt x="9650" y="5258"/>
                      </a:cubicBezTo>
                      <a:cubicBezTo>
                        <a:pt x="8930" y="829"/>
                        <a:pt x="7706" y="1"/>
                        <a:pt x="5798" y="6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11"/>
                <p:cNvSpPr/>
                <p:nvPr/>
              </p:nvSpPr>
              <p:spPr>
                <a:xfrm>
                  <a:off x="3937065" y="2162163"/>
                  <a:ext cx="201653" cy="104142"/>
                </a:xfrm>
                <a:custGeom>
                  <a:rect b="b" l="l" r="r" t="t"/>
                  <a:pathLst>
                    <a:path extrusionOk="0" h="6267" w="12135">
                      <a:moveTo>
                        <a:pt x="11738" y="1117"/>
                      </a:moveTo>
                      <a:lnTo>
                        <a:pt x="5833" y="1297"/>
                      </a:lnTo>
                      <a:cubicBezTo>
                        <a:pt x="5293" y="1225"/>
                        <a:pt x="4753" y="1081"/>
                        <a:pt x="4249" y="901"/>
                      </a:cubicBezTo>
                      <a:cubicBezTo>
                        <a:pt x="3601" y="541"/>
                        <a:pt x="2953" y="253"/>
                        <a:pt x="2269" y="73"/>
                      </a:cubicBezTo>
                      <a:cubicBezTo>
                        <a:pt x="1800" y="1"/>
                        <a:pt x="0" y="937"/>
                        <a:pt x="0" y="937"/>
                      </a:cubicBezTo>
                      <a:lnTo>
                        <a:pt x="468" y="2845"/>
                      </a:lnTo>
                      <a:lnTo>
                        <a:pt x="2377" y="4862"/>
                      </a:lnTo>
                      <a:cubicBezTo>
                        <a:pt x="3025" y="5366"/>
                        <a:pt x="3817" y="5690"/>
                        <a:pt x="4645" y="5762"/>
                      </a:cubicBezTo>
                      <a:cubicBezTo>
                        <a:pt x="5329" y="5762"/>
                        <a:pt x="6013" y="5618"/>
                        <a:pt x="6625" y="5366"/>
                      </a:cubicBezTo>
                      <a:lnTo>
                        <a:pt x="12134" y="6266"/>
                      </a:ln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11"/>
                <p:cNvSpPr/>
                <p:nvPr/>
              </p:nvSpPr>
              <p:spPr>
                <a:xfrm>
                  <a:off x="4077068" y="2180724"/>
                  <a:ext cx="61651" cy="85580"/>
                </a:xfrm>
                <a:custGeom>
                  <a:rect b="b" l="l" r="r" t="t"/>
                  <a:pathLst>
                    <a:path extrusionOk="0" h="5150" w="3710">
                      <a:moveTo>
                        <a:pt x="3313" y="0"/>
                      </a:moveTo>
                      <a:lnTo>
                        <a:pt x="2629" y="36"/>
                      </a:lnTo>
                      <a:lnTo>
                        <a:pt x="1" y="4537"/>
                      </a:lnTo>
                      <a:lnTo>
                        <a:pt x="3709" y="5149"/>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11"/>
                <p:cNvSpPr/>
                <p:nvPr/>
              </p:nvSpPr>
              <p:spPr>
                <a:xfrm>
                  <a:off x="4121951" y="2141225"/>
                  <a:ext cx="333879" cy="154393"/>
                </a:xfrm>
                <a:custGeom>
                  <a:rect b="b" l="l" r="r" t="t"/>
                  <a:pathLst>
                    <a:path extrusionOk="0" h="9291" w="20092">
                      <a:moveTo>
                        <a:pt x="648" y="1837"/>
                      </a:moveTo>
                      <a:lnTo>
                        <a:pt x="36" y="8318"/>
                      </a:lnTo>
                      <a:cubicBezTo>
                        <a:pt x="0" y="8678"/>
                        <a:pt x="252" y="9002"/>
                        <a:pt x="612" y="9074"/>
                      </a:cubicBezTo>
                      <a:cubicBezTo>
                        <a:pt x="1224" y="9290"/>
                        <a:pt x="16167" y="8966"/>
                        <a:pt x="16167" y="8966"/>
                      </a:cubicBezTo>
                      <a:cubicBezTo>
                        <a:pt x="16167" y="8966"/>
                        <a:pt x="20092" y="8102"/>
                        <a:pt x="20092" y="3997"/>
                      </a:cubicBezTo>
                      <a:cubicBezTo>
                        <a:pt x="20092" y="3637"/>
                        <a:pt x="20056" y="3241"/>
                        <a:pt x="19984" y="2881"/>
                      </a:cubicBezTo>
                      <a:cubicBezTo>
                        <a:pt x="19156" y="1"/>
                        <a:pt x="16239" y="109"/>
                        <a:pt x="16239" y="109"/>
                      </a:cubicBezTo>
                      <a:lnTo>
                        <a:pt x="9434" y="973"/>
                      </a:lnTo>
                      <a:lnTo>
                        <a:pt x="1260" y="1477"/>
                      </a:lnTo>
                      <a:cubicBezTo>
                        <a:pt x="1260" y="1477"/>
                        <a:pt x="720" y="1477"/>
                        <a:pt x="648" y="1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11"/>
                <p:cNvSpPr/>
                <p:nvPr/>
              </p:nvSpPr>
              <p:spPr>
                <a:xfrm>
                  <a:off x="4078264" y="1881543"/>
                  <a:ext cx="22749" cy="20955"/>
                </a:xfrm>
                <a:custGeom>
                  <a:rect b="b" l="l" r="r" t="t"/>
                  <a:pathLst>
                    <a:path extrusionOk="0" h="1261" w="1369">
                      <a:moveTo>
                        <a:pt x="613" y="1"/>
                      </a:moveTo>
                      <a:cubicBezTo>
                        <a:pt x="973" y="1"/>
                        <a:pt x="1261" y="289"/>
                        <a:pt x="1297" y="649"/>
                      </a:cubicBezTo>
                      <a:cubicBezTo>
                        <a:pt x="1369" y="973"/>
                        <a:pt x="1081" y="1261"/>
                        <a:pt x="757" y="1261"/>
                      </a:cubicBezTo>
                      <a:cubicBezTo>
                        <a:pt x="397" y="1261"/>
                        <a:pt x="73" y="973"/>
                        <a:pt x="37" y="649"/>
                      </a:cubicBezTo>
                      <a:cubicBezTo>
                        <a:pt x="1" y="289"/>
                        <a:pt x="253" y="1"/>
                        <a:pt x="6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11"/>
                <p:cNvSpPr/>
                <p:nvPr/>
              </p:nvSpPr>
              <p:spPr>
                <a:xfrm>
                  <a:off x="4120157" y="1992232"/>
                  <a:ext cx="23348" cy="21570"/>
                </a:xfrm>
                <a:custGeom>
                  <a:rect b="b" l="l" r="r" t="t"/>
                  <a:pathLst>
                    <a:path extrusionOk="0" h="1298" w="1405">
                      <a:moveTo>
                        <a:pt x="648" y="1"/>
                      </a:moveTo>
                      <a:cubicBezTo>
                        <a:pt x="972" y="37"/>
                        <a:pt x="1296" y="289"/>
                        <a:pt x="1332" y="649"/>
                      </a:cubicBezTo>
                      <a:cubicBezTo>
                        <a:pt x="1404" y="973"/>
                        <a:pt x="1116" y="1297"/>
                        <a:pt x="792" y="1297"/>
                      </a:cubicBezTo>
                      <a:cubicBezTo>
                        <a:pt x="432" y="1261"/>
                        <a:pt x="108" y="1009"/>
                        <a:pt x="72" y="649"/>
                      </a:cubicBezTo>
                      <a:cubicBezTo>
                        <a:pt x="0" y="325"/>
                        <a:pt x="288" y="1"/>
                        <a:pt x="6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11"/>
                <p:cNvSpPr/>
                <p:nvPr/>
              </p:nvSpPr>
              <p:spPr>
                <a:xfrm>
                  <a:off x="4117764" y="2372191"/>
                  <a:ext cx="22749" cy="21553"/>
                </a:xfrm>
                <a:custGeom>
                  <a:rect b="b" l="l" r="r" t="t"/>
                  <a:pathLst>
                    <a:path extrusionOk="0" h="1297" w="1369">
                      <a:moveTo>
                        <a:pt x="612" y="1296"/>
                      </a:moveTo>
                      <a:cubicBezTo>
                        <a:pt x="972" y="1296"/>
                        <a:pt x="1260" y="1008"/>
                        <a:pt x="1332" y="648"/>
                      </a:cubicBezTo>
                      <a:cubicBezTo>
                        <a:pt x="1368" y="324"/>
                        <a:pt x="1116" y="0"/>
                        <a:pt x="756" y="36"/>
                      </a:cubicBezTo>
                      <a:cubicBezTo>
                        <a:pt x="396" y="36"/>
                        <a:pt x="108" y="288"/>
                        <a:pt x="72" y="648"/>
                      </a:cubicBezTo>
                      <a:cubicBezTo>
                        <a:pt x="0" y="1008"/>
                        <a:pt x="252" y="1296"/>
                        <a:pt x="612"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11"/>
                <p:cNvSpPr/>
                <p:nvPr/>
              </p:nvSpPr>
              <p:spPr>
                <a:xfrm>
                  <a:off x="3945125" y="1637900"/>
                  <a:ext cx="139352" cy="92075"/>
                </a:xfrm>
                <a:custGeom>
                  <a:rect b="b" l="l" r="r" t="t"/>
                  <a:pathLst>
                    <a:path extrusionOk="0" h="1810" w="2484">
                      <a:moveTo>
                        <a:pt x="1" y="1"/>
                      </a:moveTo>
                      <a:cubicBezTo>
                        <a:pt x="1" y="1"/>
                        <a:pt x="925" y="1321"/>
                        <a:pt x="2180" y="1810"/>
                      </a:cubicBezTo>
                      <a:cubicBezTo>
                        <a:pt x="2286" y="1744"/>
                        <a:pt x="2378" y="1678"/>
                        <a:pt x="2484" y="1599"/>
                      </a:cubicBezTo>
                      <a:lnTo>
                        <a:pt x="2484" y="727"/>
                      </a:lnTo>
                      <a:lnTo>
                        <a:pt x="2074" y="516"/>
                      </a:lnTo>
                      <a:lnTo>
                        <a:pt x="1" y="1"/>
                      </a:ln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11"/>
                <p:cNvSpPr/>
                <p:nvPr/>
              </p:nvSpPr>
              <p:spPr>
                <a:xfrm>
                  <a:off x="3876202" y="1316533"/>
                  <a:ext cx="329907" cy="210978"/>
                </a:xfrm>
                <a:custGeom>
                  <a:rect b="b" l="l" r="r" t="t"/>
                  <a:pathLst>
                    <a:path extrusionOk="0" h="17104" w="22974">
                      <a:moveTo>
                        <a:pt x="1693" y="14943"/>
                      </a:moveTo>
                      <a:lnTo>
                        <a:pt x="1117" y="13647"/>
                      </a:lnTo>
                      <a:cubicBezTo>
                        <a:pt x="1117" y="13647"/>
                        <a:pt x="1" y="8606"/>
                        <a:pt x="2449" y="5005"/>
                      </a:cubicBezTo>
                      <a:cubicBezTo>
                        <a:pt x="4934" y="1405"/>
                        <a:pt x="11163" y="1"/>
                        <a:pt x="14332" y="1"/>
                      </a:cubicBezTo>
                      <a:cubicBezTo>
                        <a:pt x="17464" y="1"/>
                        <a:pt x="18652" y="3205"/>
                        <a:pt x="18941" y="3997"/>
                      </a:cubicBezTo>
                      <a:cubicBezTo>
                        <a:pt x="19265" y="4753"/>
                        <a:pt x="21965" y="5330"/>
                        <a:pt x="22469" y="7526"/>
                      </a:cubicBezTo>
                      <a:cubicBezTo>
                        <a:pt x="22973" y="9722"/>
                        <a:pt x="20705" y="17104"/>
                        <a:pt x="20705"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11"/>
                <p:cNvSpPr/>
                <p:nvPr/>
              </p:nvSpPr>
              <p:spPr>
                <a:xfrm>
                  <a:off x="4094934" y="1504753"/>
                  <a:ext cx="99816" cy="81191"/>
                </a:xfrm>
                <a:custGeom>
                  <a:rect b="b" l="l" r="r" t="t"/>
                  <a:pathLst>
                    <a:path extrusionOk="0" h="5654" w="6951">
                      <a:moveTo>
                        <a:pt x="4070" y="36"/>
                      </a:moveTo>
                      <a:lnTo>
                        <a:pt x="4250" y="72"/>
                      </a:lnTo>
                      <a:lnTo>
                        <a:pt x="4250" y="72"/>
                      </a:lnTo>
                      <a:cubicBezTo>
                        <a:pt x="6914" y="649"/>
                        <a:pt x="6950" y="4429"/>
                        <a:pt x="4286" y="5041"/>
                      </a:cubicBezTo>
                      <a:cubicBezTo>
                        <a:pt x="1621" y="5653"/>
                        <a:pt x="1" y="2269"/>
                        <a:pt x="2125" y="541"/>
                      </a:cubicBezTo>
                      <a:cubicBezTo>
                        <a:pt x="2053" y="1297"/>
                        <a:pt x="2161" y="2233"/>
                        <a:pt x="3133" y="2341"/>
                      </a:cubicBezTo>
                      <a:lnTo>
                        <a:pt x="3133" y="901"/>
                      </a:lnTo>
                      <a:cubicBezTo>
                        <a:pt x="3133" y="397"/>
                        <a:pt x="3565" y="0"/>
                        <a:pt x="4070" y="36"/>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11"/>
                <p:cNvSpPr/>
                <p:nvPr/>
              </p:nvSpPr>
              <p:spPr>
                <a:xfrm>
                  <a:off x="3868955" y="1504236"/>
                  <a:ext cx="100333" cy="82225"/>
                </a:xfrm>
                <a:custGeom>
                  <a:rect b="b" l="l" r="r" t="t"/>
                  <a:pathLst>
                    <a:path extrusionOk="0" h="5726" w="6987">
                      <a:moveTo>
                        <a:pt x="2953" y="72"/>
                      </a:moveTo>
                      <a:lnTo>
                        <a:pt x="2773" y="72"/>
                      </a:lnTo>
                      <a:lnTo>
                        <a:pt x="2773" y="72"/>
                      </a:lnTo>
                      <a:cubicBezTo>
                        <a:pt x="109" y="613"/>
                        <a:pt x="1" y="4429"/>
                        <a:pt x="2665" y="5077"/>
                      </a:cubicBezTo>
                      <a:cubicBezTo>
                        <a:pt x="5294" y="5726"/>
                        <a:pt x="6986" y="2341"/>
                        <a:pt x="4898" y="613"/>
                      </a:cubicBezTo>
                      <a:cubicBezTo>
                        <a:pt x="4970" y="1369"/>
                        <a:pt x="4826" y="2305"/>
                        <a:pt x="3854" y="2377"/>
                      </a:cubicBezTo>
                      <a:lnTo>
                        <a:pt x="3890" y="901"/>
                      </a:lnTo>
                      <a:cubicBezTo>
                        <a:pt x="3890" y="397"/>
                        <a:pt x="3458" y="0"/>
                        <a:pt x="2953" y="72"/>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11"/>
                <p:cNvSpPr/>
                <p:nvPr/>
              </p:nvSpPr>
              <p:spPr>
                <a:xfrm>
                  <a:off x="3906711" y="1323261"/>
                  <a:ext cx="250783" cy="365563"/>
                </a:xfrm>
                <a:custGeom>
                  <a:rect b="b" l="l" r="r" t="t"/>
                  <a:pathLst>
                    <a:path extrusionOk="0" h="25457" w="17464">
                      <a:moveTo>
                        <a:pt x="8714" y="25457"/>
                      </a:moveTo>
                      <a:cubicBezTo>
                        <a:pt x="3961" y="25457"/>
                        <a:pt x="0" y="19588"/>
                        <a:pt x="0" y="14943"/>
                      </a:cubicBezTo>
                      <a:lnTo>
                        <a:pt x="0" y="8750"/>
                      </a:lnTo>
                      <a:cubicBezTo>
                        <a:pt x="0" y="3925"/>
                        <a:pt x="3925" y="36"/>
                        <a:pt x="8714" y="0"/>
                      </a:cubicBezTo>
                      <a:lnTo>
                        <a:pt x="8714" y="0"/>
                      </a:lnTo>
                      <a:cubicBezTo>
                        <a:pt x="13539" y="36"/>
                        <a:pt x="17464" y="3925"/>
                        <a:pt x="17464" y="8750"/>
                      </a:cubicBezTo>
                      <a:lnTo>
                        <a:pt x="17464" y="14799"/>
                      </a:lnTo>
                      <a:cubicBezTo>
                        <a:pt x="17464" y="19876"/>
                        <a:pt x="14007" y="25457"/>
                        <a:pt x="8714" y="25457"/>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11"/>
                <p:cNvSpPr/>
                <p:nvPr/>
              </p:nvSpPr>
              <p:spPr>
                <a:xfrm>
                  <a:off x="3943414" y="1465444"/>
                  <a:ext cx="50700" cy="32917"/>
                </a:xfrm>
                <a:custGeom>
                  <a:rect b="b" l="l" r="r" t="t"/>
                  <a:pathLst>
                    <a:path extrusionOk="0" h="1442" w="3530">
                      <a:moveTo>
                        <a:pt x="3277" y="397"/>
                      </a:moveTo>
                      <a:cubicBezTo>
                        <a:pt x="3457" y="469"/>
                        <a:pt x="3529" y="685"/>
                        <a:pt x="3457" y="901"/>
                      </a:cubicBezTo>
                      <a:cubicBezTo>
                        <a:pt x="3385" y="1081"/>
                        <a:pt x="3169" y="1153"/>
                        <a:pt x="2953" y="1081"/>
                      </a:cubicBezTo>
                      <a:cubicBezTo>
                        <a:pt x="2269" y="757"/>
                        <a:pt x="1477" y="829"/>
                        <a:pt x="793" y="1225"/>
                      </a:cubicBezTo>
                      <a:cubicBezTo>
                        <a:pt x="397" y="1441"/>
                        <a:pt x="1" y="829"/>
                        <a:pt x="433" y="577"/>
                      </a:cubicBezTo>
                      <a:cubicBezTo>
                        <a:pt x="1297" y="73"/>
                        <a:pt x="2341" y="1"/>
                        <a:pt x="3277"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11"/>
                <p:cNvSpPr/>
                <p:nvPr/>
              </p:nvSpPr>
              <p:spPr>
                <a:xfrm>
                  <a:off x="4067533" y="1467087"/>
                  <a:ext cx="53285" cy="31274"/>
                </a:xfrm>
                <a:custGeom>
                  <a:rect b="b" l="l" r="r" t="t"/>
                  <a:pathLst>
                    <a:path extrusionOk="0" h="1370" w="3710">
                      <a:moveTo>
                        <a:pt x="3277" y="505"/>
                      </a:moveTo>
                      <a:cubicBezTo>
                        <a:pt x="3709" y="721"/>
                        <a:pt x="3349" y="1369"/>
                        <a:pt x="2917" y="1117"/>
                      </a:cubicBezTo>
                      <a:cubicBezTo>
                        <a:pt x="2233" y="793"/>
                        <a:pt x="1441" y="757"/>
                        <a:pt x="757" y="1081"/>
                      </a:cubicBezTo>
                      <a:cubicBezTo>
                        <a:pt x="325" y="1297"/>
                        <a:pt x="0" y="685"/>
                        <a:pt x="433" y="433"/>
                      </a:cubicBezTo>
                      <a:cubicBezTo>
                        <a:pt x="1333" y="1"/>
                        <a:pt x="2377" y="1"/>
                        <a:pt x="3277" y="5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11"/>
                <p:cNvSpPr/>
                <p:nvPr/>
              </p:nvSpPr>
              <p:spPr>
                <a:xfrm>
                  <a:off x="4100104" y="1357382"/>
                  <a:ext cx="93096" cy="178394"/>
                </a:xfrm>
                <a:custGeom>
                  <a:rect b="b" l="l" r="r" t="t"/>
                  <a:pathLst>
                    <a:path extrusionOk="0" h="12423" w="6483">
                      <a:moveTo>
                        <a:pt x="3998" y="12423"/>
                      </a:moveTo>
                      <a:lnTo>
                        <a:pt x="3061" y="8570"/>
                      </a:lnTo>
                      <a:cubicBezTo>
                        <a:pt x="3061" y="8570"/>
                        <a:pt x="1" y="6302"/>
                        <a:pt x="1081" y="3169"/>
                      </a:cubicBezTo>
                      <a:cubicBezTo>
                        <a:pt x="2161" y="1"/>
                        <a:pt x="2377" y="325"/>
                        <a:pt x="2377" y="325"/>
                      </a:cubicBezTo>
                      <a:cubicBezTo>
                        <a:pt x="2377" y="325"/>
                        <a:pt x="6482" y="2197"/>
                        <a:pt x="4646" y="104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11"/>
                <p:cNvSpPr/>
                <p:nvPr/>
              </p:nvSpPr>
              <p:spPr>
                <a:xfrm>
                  <a:off x="3871023" y="1357382"/>
                  <a:ext cx="93096" cy="178394"/>
                </a:xfrm>
                <a:custGeom>
                  <a:rect b="b" l="l" r="r" t="t"/>
                  <a:pathLst>
                    <a:path extrusionOk="0" h="12423" w="6483">
                      <a:moveTo>
                        <a:pt x="2485" y="12423"/>
                      </a:moveTo>
                      <a:lnTo>
                        <a:pt x="3422" y="8570"/>
                      </a:lnTo>
                      <a:cubicBezTo>
                        <a:pt x="3422" y="8570"/>
                        <a:pt x="6482" y="6302"/>
                        <a:pt x="5402" y="3169"/>
                      </a:cubicBezTo>
                      <a:cubicBezTo>
                        <a:pt x="4322" y="1"/>
                        <a:pt x="4106" y="325"/>
                        <a:pt x="4106" y="325"/>
                      </a:cubicBezTo>
                      <a:cubicBezTo>
                        <a:pt x="4106" y="325"/>
                        <a:pt x="1" y="2197"/>
                        <a:pt x="1837" y="104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11"/>
                <p:cNvSpPr/>
                <p:nvPr/>
              </p:nvSpPr>
              <p:spPr>
                <a:xfrm>
                  <a:off x="3863268" y="1311873"/>
                  <a:ext cx="281298" cy="170654"/>
                </a:xfrm>
                <a:custGeom>
                  <a:rect b="b" l="l" r="r" t="t"/>
                  <a:pathLst>
                    <a:path extrusionOk="0" h="11884" w="19589">
                      <a:moveTo>
                        <a:pt x="19588" y="11883"/>
                      </a:moveTo>
                      <a:cubicBezTo>
                        <a:pt x="19588" y="11883"/>
                        <a:pt x="17284" y="11163"/>
                        <a:pt x="15484" y="6626"/>
                      </a:cubicBezTo>
                      <a:cubicBezTo>
                        <a:pt x="13647" y="2089"/>
                        <a:pt x="9831" y="10263"/>
                        <a:pt x="4898" y="9615"/>
                      </a:cubicBezTo>
                      <a:cubicBezTo>
                        <a:pt x="1" y="8967"/>
                        <a:pt x="3926" y="1801"/>
                        <a:pt x="9723" y="685"/>
                      </a:cubicBezTo>
                      <a:cubicBezTo>
                        <a:pt x="13143" y="1"/>
                        <a:pt x="16636" y="1117"/>
                        <a:pt x="19048" y="36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11"/>
                <p:cNvSpPr/>
                <p:nvPr/>
              </p:nvSpPr>
              <p:spPr>
                <a:xfrm>
                  <a:off x="3973701" y="1520266"/>
                  <a:ext cx="18018" cy="3291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11"/>
                <p:cNvSpPr/>
                <p:nvPr/>
              </p:nvSpPr>
              <p:spPr>
                <a:xfrm>
                  <a:off x="4071942" y="1520223"/>
                  <a:ext cx="18035" cy="32945"/>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11"/>
                <p:cNvSpPr/>
                <p:nvPr/>
              </p:nvSpPr>
              <p:spPr>
                <a:xfrm>
                  <a:off x="4019627" y="1532983"/>
                  <a:ext cx="28005" cy="4139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11"/>
                <p:cNvSpPr/>
                <p:nvPr/>
              </p:nvSpPr>
              <p:spPr>
                <a:xfrm>
                  <a:off x="3906194" y="1483556"/>
                  <a:ext cx="251300" cy="95666"/>
                </a:xfrm>
                <a:custGeom>
                  <a:rect b="b" l="l" r="r" t="t"/>
                  <a:pathLst>
                    <a:path extrusionOk="0" h="6662" w="17500">
                      <a:moveTo>
                        <a:pt x="16635" y="1260"/>
                      </a:moveTo>
                      <a:cubicBezTo>
                        <a:pt x="16527" y="1224"/>
                        <a:pt x="16419" y="1188"/>
                        <a:pt x="16311" y="1116"/>
                      </a:cubicBezTo>
                      <a:cubicBezTo>
                        <a:pt x="15267" y="360"/>
                        <a:pt x="12819" y="0"/>
                        <a:pt x="9002" y="36"/>
                      </a:cubicBezTo>
                      <a:lnTo>
                        <a:pt x="8606" y="36"/>
                      </a:lnTo>
                      <a:cubicBezTo>
                        <a:pt x="4789" y="36"/>
                        <a:pt x="2305" y="360"/>
                        <a:pt x="1297" y="1116"/>
                      </a:cubicBezTo>
                      <a:cubicBezTo>
                        <a:pt x="1153" y="1188"/>
                        <a:pt x="1045" y="1224"/>
                        <a:pt x="901" y="1260"/>
                      </a:cubicBezTo>
                      <a:cubicBezTo>
                        <a:pt x="540" y="1296"/>
                        <a:pt x="0" y="1440"/>
                        <a:pt x="0" y="1440"/>
                      </a:cubicBezTo>
                      <a:lnTo>
                        <a:pt x="0" y="2269"/>
                      </a:lnTo>
                      <a:cubicBezTo>
                        <a:pt x="0" y="2269"/>
                        <a:pt x="468" y="2233"/>
                        <a:pt x="612" y="2521"/>
                      </a:cubicBezTo>
                      <a:cubicBezTo>
                        <a:pt x="756" y="2773"/>
                        <a:pt x="828" y="3961"/>
                        <a:pt x="1153" y="4645"/>
                      </a:cubicBezTo>
                      <a:cubicBezTo>
                        <a:pt x="1621" y="5653"/>
                        <a:pt x="2557" y="6337"/>
                        <a:pt x="3673" y="6481"/>
                      </a:cubicBezTo>
                      <a:cubicBezTo>
                        <a:pt x="4861" y="6661"/>
                        <a:pt x="6085" y="6337"/>
                        <a:pt x="6986" y="5581"/>
                      </a:cubicBezTo>
                      <a:cubicBezTo>
                        <a:pt x="7994" y="4681"/>
                        <a:pt x="8030" y="3421"/>
                        <a:pt x="7922" y="2341"/>
                      </a:cubicBezTo>
                      <a:cubicBezTo>
                        <a:pt x="8462" y="2125"/>
                        <a:pt x="9074" y="2125"/>
                        <a:pt x="9650" y="2341"/>
                      </a:cubicBezTo>
                      <a:cubicBezTo>
                        <a:pt x="9506" y="3421"/>
                        <a:pt x="9578" y="4681"/>
                        <a:pt x="10586" y="5581"/>
                      </a:cubicBezTo>
                      <a:cubicBezTo>
                        <a:pt x="11487" y="6337"/>
                        <a:pt x="12711" y="6661"/>
                        <a:pt x="13899" y="6481"/>
                      </a:cubicBezTo>
                      <a:cubicBezTo>
                        <a:pt x="14979" y="6337"/>
                        <a:pt x="15951" y="5653"/>
                        <a:pt x="16383" y="4645"/>
                      </a:cubicBezTo>
                      <a:cubicBezTo>
                        <a:pt x="16707" y="3961"/>
                        <a:pt x="16816" y="2773"/>
                        <a:pt x="16924" y="2521"/>
                      </a:cubicBezTo>
                      <a:cubicBezTo>
                        <a:pt x="17068" y="2233"/>
                        <a:pt x="17500" y="2269"/>
                        <a:pt x="17500" y="2269"/>
                      </a:cubicBezTo>
                      <a:lnTo>
                        <a:pt x="17500" y="1440"/>
                      </a:lnTo>
                      <a:cubicBezTo>
                        <a:pt x="17500" y="1440"/>
                        <a:pt x="16996" y="1296"/>
                        <a:pt x="16635" y="1260"/>
                      </a:cubicBezTo>
                      <a:close/>
                      <a:moveTo>
                        <a:pt x="7130" y="4861"/>
                      </a:moveTo>
                      <a:lnTo>
                        <a:pt x="7130" y="4861"/>
                      </a:lnTo>
                      <a:cubicBezTo>
                        <a:pt x="6446" y="5725"/>
                        <a:pt x="5365" y="6229"/>
                        <a:pt x="4249" y="6157"/>
                      </a:cubicBezTo>
                      <a:cubicBezTo>
                        <a:pt x="2773" y="6121"/>
                        <a:pt x="2089" y="5509"/>
                        <a:pt x="1657" y="4717"/>
                      </a:cubicBezTo>
                      <a:cubicBezTo>
                        <a:pt x="1189" y="3925"/>
                        <a:pt x="1009" y="2629"/>
                        <a:pt x="1333" y="1945"/>
                      </a:cubicBezTo>
                      <a:cubicBezTo>
                        <a:pt x="1657" y="1296"/>
                        <a:pt x="2737" y="792"/>
                        <a:pt x="4321" y="792"/>
                      </a:cubicBezTo>
                      <a:cubicBezTo>
                        <a:pt x="5905" y="828"/>
                        <a:pt x="6806" y="1512"/>
                        <a:pt x="7130" y="1981"/>
                      </a:cubicBezTo>
                      <a:cubicBezTo>
                        <a:pt x="7706" y="2881"/>
                        <a:pt x="7670" y="3997"/>
                        <a:pt x="7094" y="4861"/>
                      </a:cubicBezTo>
                      <a:close/>
                      <a:moveTo>
                        <a:pt x="8786" y="1764"/>
                      </a:moveTo>
                      <a:lnTo>
                        <a:pt x="8786" y="1764"/>
                      </a:lnTo>
                      <a:cubicBezTo>
                        <a:pt x="8462" y="1728"/>
                        <a:pt x="8102" y="1764"/>
                        <a:pt x="7778" y="1873"/>
                      </a:cubicBezTo>
                      <a:cubicBezTo>
                        <a:pt x="7778" y="1873"/>
                        <a:pt x="7382" y="1008"/>
                        <a:pt x="5905" y="648"/>
                      </a:cubicBezTo>
                      <a:cubicBezTo>
                        <a:pt x="5257" y="504"/>
                        <a:pt x="4609" y="432"/>
                        <a:pt x="3961" y="432"/>
                      </a:cubicBezTo>
                      <a:cubicBezTo>
                        <a:pt x="5509" y="252"/>
                        <a:pt x="7058" y="180"/>
                        <a:pt x="8606" y="216"/>
                      </a:cubicBezTo>
                      <a:lnTo>
                        <a:pt x="9002" y="216"/>
                      </a:lnTo>
                      <a:cubicBezTo>
                        <a:pt x="10550" y="180"/>
                        <a:pt x="12099" y="252"/>
                        <a:pt x="13611" y="432"/>
                      </a:cubicBezTo>
                      <a:cubicBezTo>
                        <a:pt x="12963" y="432"/>
                        <a:pt x="12315" y="504"/>
                        <a:pt x="11667" y="648"/>
                      </a:cubicBezTo>
                      <a:cubicBezTo>
                        <a:pt x="10190" y="1008"/>
                        <a:pt x="9830" y="1873"/>
                        <a:pt x="9830" y="1873"/>
                      </a:cubicBezTo>
                      <a:cubicBezTo>
                        <a:pt x="9470" y="1764"/>
                        <a:pt x="9146" y="1728"/>
                        <a:pt x="8786" y="1764"/>
                      </a:cubicBezTo>
                      <a:close/>
                      <a:moveTo>
                        <a:pt x="15951" y="4717"/>
                      </a:moveTo>
                      <a:lnTo>
                        <a:pt x="15951" y="4717"/>
                      </a:lnTo>
                      <a:cubicBezTo>
                        <a:pt x="15483" y="5509"/>
                        <a:pt x="14799" y="6121"/>
                        <a:pt x="13359" y="6121"/>
                      </a:cubicBezTo>
                      <a:cubicBezTo>
                        <a:pt x="12243" y="6229"/>
                        <a:pt x="11162" y="5725"/>
                        <a:pt x="10478" y="4861"/>
                      </a:cubicBezTo>
                      <a:cubicBezTo>
                        <a:pt x="9902" y="3961"/>
                        <a:pt x="9902" y="2845"/>
                        <a:pt x="10442" y="1981"/>
                      </a:cubicBezTo>
                      <a:cubicBezTo>
                        <a:pt x="10766" y="1512"/>
                        <a:pt x="11667" y="828"/>
                        <a:pt x="13251" y="792"/>
                      </a:cubicBezTo>
                      <a:cubicBezTo>
                        <a:pt x="14835" y="792"/>
                        <a:pt x="15951" y="1296"/>
                        <a:pt x="16275" y="1945"/>
                      </a:cubicBezTo>
                      <a:cubicBezTo>
                        <a:pt x="16563" y="2593"/>
                        <a:pt x="16419" y="3889"/>
                        <a:pt x="15951" y="471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11"/>
                <p:cNvSpPr/>
                <p:nvPr/>
              </p:nvSpPr>
              <p:spPr>
                <a:xfrm>
                  <a:off x="4073221" y="1578459"/>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11"/>
                <p:cNvSpPr/>
                <p:nvPr/>
              </p:nvSpPr>
              <p:spPr>
                <a:xfrm>
                  <a:off x="3944122" y="1578459"/>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11"/>
                <p:cNvSpPr/>
                <p:nvPr/>
              </p:nvSpPr>
              <p:spPr>
                <a:xfrm>
                  <a:off x="4001264" y="1602832"/>
                  <a:ext cx="61155" cy="2341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3" name="Google Shape;9143;p111"/>
              <p:cNvSpPr/>
              <p:nvPr/>
            </p:nvSpPr>
            <p:spPr>
              <a:xfrm rot="439363">
                <a:off x="3112177" y="34012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11"/>
              <p:cNvSpPr/>
              <p:nvPr/>
            </p:nvSpPr>
            <p:spPr>
              <a:xfrm rot="439363">
                <a:off x="2851727" y="34176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5" name="Google Shape;9145;p111"/>
            <p:cNvSpPr/>
            <p:nvPr/>
          </p:nvSpPr>
          <p:spPr>
            <a:xfrm>
              <a:off x="3021164" y="2247704"/>
              <a:ext cx="22749" cy="21553"/>
            </a:xfrm>
            <a:custGeom>
              <a:rect b="b" l="l" r="r" t="t"/>
              <a:pathLst>
                <a:path extrusionOk="0" h="1297" w="1369">
                  <a:moveTo>
                    <a:pt x="612" y="1296"/>
                  </a:moveTo>
                  <a:cubicBezTo>
                    <a:pt x="972" y="1296"/>
                    <a:pt x="1260" y="1008"/>
                    <a:pt x="1332" y="648"/>
                  </a:cubicBezTo>
                  <a:cubicBezTo>
                    <a:pt x="1368" y="324"/>
                    <a:pt x="1116" y="0"/>
                    <a:pt x="756" y="36"/>
                  </a:cubicBezTo>
                  <a:cubicBezTo>
                    <a:pt x="396" y="36"/>
                    <a:pt x="108" y="288"/>
                    <a:pt x="72" y="648"/>
                  </a:cubicBezTo>
                  <a:cubicBezTo>
                    <a:pt x="0" y="1008"/>
                    <a:pt x="252" y="1296"/>
                    <a:pt x="612"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111"/>
          <p:cNvGrpSpPr/>
          <p:nvPr/>
        </p:nvGrpSpPr>
        <p:grpSpPr>
          <a:xfrm>
            <a:off x="715042" y="-351936"/>
            <a:ext cx="918416" cy="1471548"/>
            <a:chOff x="7395748" y="-847173"/>
            <a:chExt cx="1033205" cy="1655470"/>
          </a:xfrm>
        </p:grpSpPr>
        <p:sp>
          <p:nvSpPr>
            <p:cNvPr id="9147" name="Google Shape;9147;p111"/>
            <p:cNvSpPr/>
            <p:nvPr/>
          </p:nvSpPr>
          <p:spPr>
            <a:xfrm>
              <a:off x="8174498" y="218706"/>
              <a:ext cx="254455" cy="589591"/>
            </a:xfrm>
            <a:custGeom>
              <a:rect b="b" l="l" r="r" t="t"/>
              <a:pathLst>
                <a:path extrusionOk="0" h="19285" w="8323">
                  <a:moveTo>
                    <a:pt x="0" y="1"/>
                  </a:moveTo>
                  <a:lnTo>
                    <a:pt x="0" y="19284"/>
                  </a:lnTo>
                  <a:lnTo>
                    <a:pt x="8322" y="19284"/>
                  </a:lnTo>
                  <a:lnTo>
                    <a:pt x="8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11"/>
            <p:cNvSpPr/>
            <p:nvPr/>
          </p:nvSpPr>
          <p:spPr>
            <a:xfrm>
              <a:off x="8181224" y="218706"/>
              <a:ext cx="133388" cy="589591"/>
            </a:xfrm>
            <a:custGeom>
              <a:rect b="b" l="l" r="r" t="t"/>
              <a:pathLst>
                <a:path extrusionOk="0" h="19285" w="4363">
                  <a:moveTo>
                    <a:pt x="0" y="1"/>
                  </a:moveTo>
                  <a:lnTo>
                    <a:pt x="0" y="19284"/>
                  </a:lnTo>
                  <a:lnTo>
                    <a:pt x="4363" y="19284"/>
                  </a:lnTo>
                  <a:lnTo>
                    <a:pt x="43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11"/>
            <p:cNvSpPr/>
            <p:nvPr/>
          </p:nvSpPr>
          <p:spPr>
            <a:xfrm>
              <a:off x="8195777" y="218706"/>
              <a:ext cx="56070" cy="589591"/>
            </a:xfrm>
            <a:custGeom>
              <a:rect b="b" l="l" r="r" t="t"/>
              <a:pathLst>
                <a:path extrusionOk="0" h="19285" w="1834">
                  <a:moveTo>
                    <a:pt x="1" y="1"/>
                  </a:moveTo>
                  <a:lnTo>
                    <a:pt x="1" y="19284"/>
                  </a:lnTo>
                  <a:lnTo>
                    <a:pt x="1834" y="19284"/>
                  </a:lnTo>
                  <a:lnTo>
                    <a:pt x="18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11"/>
            <p:cNvSpPr/>
            <p:nvPr/>
          </p:nvSpPr>
          <p:spPr>
            <a:xfrm>
              <a:off x="8174498" y="149215"/>
              <a:ext cx="254455" cy="69522"/>
            </a:xfrm>
            <a:custGeom>
              <a:rect b="b" l="l" r="r" t="t"/>
              <a:pathLst>
                <a:path extrusionOk="0" h="2274" w="8323">
                  <a:moveTo>
                    <a:pt x="3740" y="1"/>
                  </a:moveTo>
                  <a:lnTo>
                    <a:pt x="0" y="2274"/>
                  </a:lnTo>
                  <a:lnTo>
                    <a:pt x="8322" y="2274"/>
                  </a:lnTo>
                  <a:lnTo>
                    <a:pt x="45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11"/>
            <p:cNvSpPr/>
            <p:nvPr/>
          </p:nvSpPr>
          <p:spPr>
            <a:xfrm>
              <a:off x="8181224" y="149215"/>
              <a:ext cx="133388" cy="69522"/>
            </a:xfrm>
            <a:custGeom>
              <a:rect b="b" l="l" r="r" t="t"/>
              <a:pathLst>
                <a:path extrusionOk="0" h="2274" w="4363">
                  <a:moveTo>
                    <a:pt x="3556" y="1"/>
                  </a:moveTo>
                  <a:lnTo>
                    <a:pt x="0" y="2274"/>
                  </a:lnTo>
                  <a:lnTo>
                    <a:pt x="4363" y="2274"/>
                  </a:lnTo>
                  <a:lnTo>
                    <a:pt x="39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11"/>
            <p:cNvSpPr/>
            <p:nvPr/>
          </p:nvSpPr>
          <p:spPr>
            <a:xfrm>
              <a:off x="8198039" y="149215"/>
              <a:ext cx="98657" cy="69522"/>
            </a:xfrm>
            <a:custGeom>
              <a:rect b="b" l="l" r="r" t="t"/>
              <a:pathLst>
                <a:path extrusionOk="0" h="2274" w="3227">
                  <a:moveTo>
                    <a:pt x="3043" y="1"/>
                  </a:moveTo>
                  <a:lnTo>
                    <a:pt x="0" y="2274"/>
                  </a:lnTo>
                  <a:lnTo>
                    <a:pt x="1760" y="2274"/>
                  </a:lnTo>
                  <a:lnTo>
                    <a:pt x="32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11"/>
            <p:cNvSpPr/>
            <p:nvPr/>
          </p:nvSpPr>
          <p:spPr>
            <a:xfrm>
              <a:off x="8288809" y="-847173"/>
              <a:ext cx="25803" cy="996419"/>
            </a:xfrm>
            <a:custGeom>
              <a:rect b="b" l="l" r="r" t="t"/>
              <a:pathLst>
                <a:path extrusionOk="0" h="32592" w="844">
                  <a:moveTo>
                    <a:pt x="1" y="1"/>
                  </a:moveTo>
                  <a:lnTo>
                    <a:pt x="1" y="32592"/>
                  </a:lnTo>
                  <a:lnTo>
                    <a:pt x="844" y="32592"/>
                  </a:lnTo>
                  <a:lnTo>
                    <a:pt x="8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11"/>
            <p:cNvSpPr/>
            <p:nvPr/>
          </p:nvSpPr>
          <p:spPr>
            <a:xfrm>
              <a:off x="7785123" y="218706"/>
              <a:ext cx="254455" cy="589591"/>
            </a:xfrm>
            <a:custGeom>
              <a:rect b="b" l="l" r="r" t="t"/>
              <a:pathLst>
                <a:path extrusionOk="0" h="19285" w="8323">
                  <a:moveTo>
                    <a:pt x="0" y="1"/>
                  </a:moveTo>
                  <a:lnTo>
                    <a:pt x="0" y="19284"/>
                  </a:lnTo>
                  <a:lnTo>
                    <a:pt x="8322" y="19284"/>
                  </a:lnTo>
                  <a:lnTo>
                    <a:pt x="8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11"/>
            <p:cNvSpPr/>
            <p:nvPr/>
          </p:nvSpPr>
          <p:spPr>
            <a:xfrm>
              <a:off x="7791849" y="218706"/>
              <a:ext cx="133388" cy="589591"/>
            </a:xfrm>
            <a:custGeom>
              <a:rect b="b" l="l" r="r" t="t"/>
              <a:pathLst>
                <a:path extrusionOk="0" h="19285" w="4363">
                  <a:moveTo>
                    <a:pt x="0" y="1"/>
                  </a:moveTo>
                  <a:lnTo>
                    <a:pt x="0" y="19284"/>
                  </a:lnTo>
                  <a:lnTo>
                    <a:pt x="4363" y="19284"/>
                  </a:lnTo>
                  <a:lnTo>
                    <a:pt x="43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11"/>
            <p:cNvSpPr/>
            <p:nvPr/>
          </p:nvSpPr>
          <p:spPr>
            <a:xfrm>
              <a:off x="7806402" y="218706"/>
              <a:ext cx="56070" cy="589591"/>
            </a:xfrm>
            <a:custGeom>
              <a:rect b="b" l="l" r="r" t="t"/>
              <a:pathLst>
                <a:path extrusionOk="0" h="19285" w="1834">
                  <a:moveTo>
                    <a:pt x="1" y="1"/>
                  </a:moveTo>
                  <a:lnTo>
                    <a:pt x="1" y="19284"/>
                  </a:lnTo>
                  <a:lnTo>
                    <a:pt x="1834" y="19284"/>
                  </a:lnTo>
                  <a:lnTo>
                    <a:pt x="18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11"/>
            <p:cNvSpPr/>
            <p:nvPr/>
          </p:nvSpPr>
          <p:spPr>
            <a:xfrm>
              <a:off x="7785123" y="149215"/>
              <a:ext cx="254455" cy="69522"/>
            </a:xfrm>
            <a:custGeom>
              <a:rect b="b" l="l" r="r" t="t"/>
              <a:pathLst>
                <a:path extrusionOk="0" h="2274" w="8323">
                  <a:moveTo>
                    <a:pt x="3740" y="1"/>
                  </a:moveTo>
                  <a:lnTo>
                    <a:pt x="0" y="2274"/>
                  </a:lnTo>
                  <a:lnTo>
                    <a:pt x="8322" y="2274"/>
                  </a:lnTo>
                  <a:lnTo>
                    <a:pt x="45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11"/>
            <p:cNvSpPr/>
            <p:nvPr/>
          </p:nvSpPr>
          <p:spPr>
            <a:xfrm>
              <a:off x="7791849" y="149215"/>
              <a:ext cx="133388" cy="69522"/>
            </a:xfrm>
            <a:custGeom>
              <a:rect b="b" l="l" r="r" t="t"/>
              <a:pathLst>
                <a:path extrusionOk="0" h="2274" w="4363">
                  <a:moveTo>
                    <a:pt x="3556" y="1"/>
                  </a:moveTo>
                  <a:lnTo>
                    <a:pt x="0" y="2274"/>
                  </a:lnTo>
                  <a:lnTo>
                    <a:pt x="4363" y="2274"/>
                  </a:lnTo>
                  <a:lnTo>
                    <a:pt x="39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11"/>
            <p:cNvSpPr/>
            <p:nvPr/>
          </p:nvSpPr>
          <p:spPr>
            <a:xfrm>
              <a:off x="7808664" y="149215"/>
              <a:ext cx="98657" cy="69522"/>
            </a:xfrm>
            <a:custGeom>
              <a:rect b="b" l="l" r="r" t="t"/>
              <a:pathLst>
                <a:path extrusionOk="0" h="2274" w="3227">
                  <a:moveTo>
                    <a:pt x="3043" y="1"/>
                  </a:moveTo>
                  <a:lnTo>
                    <a:pt x="0" y="2274"/>
                  </a:lnTo>
                  <a:lnTo>
                    <a:pt x="1760" y="2274"/>
                  </a:lnTo>
                  <a:lnTo>
                    <a:pt x="32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11"/>
            <p:cNvSpPr/>
            <p:nvPr/>
          </p:nvSpPr>
          <p:spPr>
            <a:xfrm>
              <a:off x="7899434" y="-847173"/>
              <a:ext cx="25803" cy="996419"/>
            </a:xfrm>
            <a:custGeom>
              <a:rect b="b" l="l" r="r" t="t"/>
              <a:pathLst>
                <a:path extrusionOk="0" h="32592" w="844">
                  <a:moveTo>
                    <a:pt x="1" y="1"/>
                  </a:moveTo>
                  <a:lnTo>
                    <a:pt x="1" y="32592"/>
                  </a:lnTo>
                  <a:lnTo>
                    <a:pt x="844" y="32592"/>
                  </a:lnTo>
                  <a:lnTo>
                    <a:pt x="8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11"/>
            <p:cNvSpPr/>
            <p:nvPr/>
          </p:nvSpPr>
          <p:spPr>
            <a:xfrm>
              <a:off x="7395748" y="218706"/>
              <a:ext cx="254455" cy="589591"/>
            </a:xfrm>
            <a:custGeom>
              <a:rect b="b" l="l" r="r" t="t"/>
              <a:pathLst>
                <a:path extrusionOk="0" h="19285" w="8323">
                  <a:moveTo>
                    <a:pt x="0" y="1"/>
                  </a:moveTo>
                  <a:lnTo>
                    <a:pt x="0" y="19284"/>
                  </a:lnTo>
                  <a:lnTo>
                    <a:pt x="8322" y="19284"/>
                  </a:lnTo>
                  <a:lnTo>
                    <a:pt x="8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11"/>
            <p:cNvSpPr/>
            <p:nvPr/>
          </p:nvSpPr>
          <p:spPr>
            <a:xfrm>
              <a:off x="7402474" y="218706"/>
              <a:ext cx="133388" cy="589591"/>
            </a:xfrm>
            <a:custGeom>
              <a:rect b="b" l="l" r="r" t="t"/>
              <a:pathLst>
                <a:path extrusionOk="0" h="19285" w="4363">
                  <a:moveTo>
                    <a:pt x="0" y="1"/>
                  </a:moveTo>
                  <a:lnTo>
                    <a:pt x="0" y="19284"/>
                  </a:lnTo>
                  <a:lnTo>
                    <a:pt x="4363" y="19284"/>
                  </a:lnTo>
                  <a:lnTo>
                    <a:pt x="43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11"/>
            <p:cNvSpPr/>
            <p:nvPr/>
          </p:nvSpPr>
          <p:spPr>
            <a:xfrm>
              <a:off x="7417027" y="218706"/>
              <a:ext cx="56070" cy="589591"/>
            </a:xfrm>
            <a:custGeom>
              <a:rect b="b" l="l" r="r" t="t"/>
              <a:pathLst>
                <a:path extrusionOk="0" h="19285" w="1834">
                  <a:moveTo>
                    <a:pt x="1" y="1"/>
                  </a:moveTo>
                  <a:lnTo>
                    <a:pt x="1" y="19284"/>
                  </a:lnTo>
                  <a:lnTo>
                    <a:pt x="1834" y="19284"/>
                  </a:lnTo>
                  <a:lnTo>
                    <a:pt x="18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11"/>
            <p:cNvSpPr/>
            <p:nvPr/>
          </p:nvSpPr>
          <p:spPr>
            <a:xfrm>
              <a:off x="7395748" y="149215"/>
              <a:ext cx="254455" cy="69522"/>
            </a:xfrm>
            <a:custGeom>
              <a:rect b="b" l="l" r="r" t="t"/>
              <a:pathLst>
                <a:path extrusionOk="0" h="2274" w="8323">
                  <a:moveTo>
                    <a:pt x="3740" y="1"/>
                  </a:moveTo>
                  <a:lnTo>
                    <a:pt x="0" y="2274"/>
                  </a:lnTo>
                  <a:lnTo>
                    <a:pt x="8322" y="2274"/>
                  </a:lnTo>
                  <a:lnTo>
                    <a:pt x="45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11"/>
            <p:cNvSpPr/>
            <p:nvPr/>
          </p:nvSpPr>
          <p:spPr>
            <a:xfrm>
              <a:off x="7402474" y="149215"/>
              <a:ext cx="133388" cy="69522"/>
            </a:xfrm>
            <a:custGeom>
              <a:rect b="b" l="l" r="r" t="t"/>
              <a:pathLst>
                <a:path extrusionOk="0" h="2274" w="4363">
                  <a:moveTo>
                    <a:pt x="3556" y="1"/>
                  </a:moveTo>
                  <a:lnTo>
                    <a:pt x="0" y="2274"/>
                  </a:lnTo>
                  <a:lnTo>
                    <a:pt x="4363" y="2274"/>
                  </a:lnTo>
                  <a:lnTo>
                    <a:pt x="39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11"/>
            <p:cNvSpPr/>
            <p:nvPr/>
          </p:nvSpPr>
          <p:spPr>
            <a:xfrm>
              <a:off x="7419289" y="149215"/>
              <a:ext cx="98657" cy="69522"/>
            </a:xfrm>
            <a:custGeom>
              <a:rect b="b" l="l" r="r" t="t"/>
              <a:pathLst>
                <a:path extrusionOk="0" h="2274" w="3227">
                  <a:moveTo>
                    <a:pt x="3043" y="1"/>
                  </a:moveTo>
                  <a:lnTo>
                    <a:pt x="0" y="2274"/>
                  </a:lnTo>
                  <a:lnTo>
                    <a:pt x="1760" y="2274"/>
                  </a:lnTo>
                  <a:lnTo>
                    <a:pt x="32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11"/>
            <p:cNvSpPr/>
            <p:nvPr/>
          </p:nvSpPr>
          <p:spPr>
            <a:xfrm>
              <a:off x="7510059" y="-847173"/>
              <a:ext cx="25803" cy="996419"/>
            </a:xfrm>
            <a:custGeom>
              <a:rect b="b" l="l" r="r" t="t"/>
              <a:pathLst>
                <a:path extrusionOk="0" h="32592" w="844">
                  <a:moveTo>
                    <a:pt x="1" y="1"/>
                  </a:moveTo>
                  <a:lnTo>
                    <a:pt x="1" y="32592"/>
                  </a:lnTo>
                  <a:lnTo>
                    <a:pt x="844" y="32592"/>
                  </a:lnTo>
                  <a:lnTo>
                    <a:pt x="8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8" name="Google Shape;9168;p11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1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1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1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11">
            <a:hlinkClick action="ppaction://hlinksldjump" r:id="rId4"/>
          </p:cNvPr>
          <p:cNvSpPr/>
          <p:nvPr/>
        </p:nvSpPr>
        <p:spPr>
          <a:xfrm>
            <a:off x="4841200" y="1421625"/>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11">
            <a:hlinkClick action="ppaction://hlinksldjump" r:id="rId5"/>
          </p:cNvPr>
          <p:cNvSpPr/>
          <p:nvPr/>
        </p:nvSpPr>
        <p:spPr>
          <a:xfrm>
            <a:off x="4921875" y="1521975"/>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11">
            <a:hlinkClick action="ppaction://hlinksldjump" r:id="rId6"/>
          </p:cNvPr>
          <p:cNvSpPr/>
          <p:nvPr/>
        </p:nvSpPr>
        <p:spPr>
          <a:xfrm>
            <a:off x="4841200" y="304140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11">
            <a:hlinkClick action="ppaction://hlinksldjump" r:id="rId7"/>
          </p:cNvPr>
          <p:cNvSpPr/>
          <p:nvPr/>
        </p:nvSpPr>
        <p:spPr>
          <a:xfrm>
            <a:off x="4921875" y="314175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9" name="Shape 9179"/>
        <p:cNvGrpSpPr/>
        <p:nvPr/>
      </p:nvGrpSpPr>
      <p:grpSpPr>
        <a:xfrm>
          <a:off x="0" y="0"/>
          <a:ext cx="0" cy="0"/>
          <a:chOff x="0" y="0"/>
          <a:chExt cx="0" cy="0"/>
        </a:xfrm>
      </p:grpSpPr>
      <p:sp>
        <p:nvSpPr>
          <p:cNvPr id="9180" name="Google Shape;9180;p112"/>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Full day workshop</a:t>
            </a:r>
            <a:endParaRPr/>
          </a:p>
        </p:txBody>
      </p:sp>
      <p:sp>
        <p:nvSpPr>
          <p:cNvPr id="9181" name="Google Shape;9181;p112">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12">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12">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12">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12"/>
          <p:cNvSpPr/>
          <p:nvPr/>
        </p:nvSpPr>
        <p:spPr>
          <a:xfrm>
            <a:off x="3538500" y="1705169"/>
            <a:ext cx="2067000" cy="2067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Balsamiq Sans"/>
                <a:ea typeface="Balsamiq Sans"/>
                <a:cs typeface="Balsamiq Sans"/>
                <a:sym typeface="Balsamiq Sans"/>
              </a:rPr>
              <a:t>$500</a:t>
            </a:r>
            <a:endParaRPr>
              <a:solidFill>
                <a:schemeClr val="dk2"/>
              </a:solidFill>
            </a:endParaRPr>
          </a:p>
        </p:txBody>
      </p:sp>
      <p:sp>
        <p:nvSpPr>
          <p:cNvPr id="9186" name="Google Shape;9186;p112"/>
          <p:cNvSpPr/>
          <p:nvPr/>
        </p:nvSpPr>
        <p:spPr>
          <a:xfrm>
            <a:off x="4280631" y="1503269"/>
            <a:ext cx="582900" cy="5829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12"/>
          <p:cNvSpPr/>
          <p:nvPr/>
        </p:nvSpPr>
        <p:spPr>
          <a:xfrm>
            <a:off x="4280556" y="3391175"/>
            <a:ext cx="582900" cy="582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12"/>
          <p:cNvSpPr/>
          <p:nvPr/>
        </p:nvSpPr>
        <p:spPr>
          <a:xfrm rot="5400000">
            <a:off x="5224488" y="2447288"/>
            <a:ext cx="582900" cy="582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12"/>
          <p:cNvSpPr/>
          <p:nvPr/>
        </p:nvSpPr>
        <p:spPr>
          <a:xfrm rot="5400000">
            <a:off x="3336599" y="2447288"/>
            <a:ext cx="582900" cy="582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0" name="Google Shape;9190;p112"/>
          <p:cNvCxnSpPr>
            <a:stCxn id="9186" idx="0"/>
            <a:endCxn id="9188" idx="0"/>
          </p:cNvCxnSpPr>
          <p:nvPr/>
        </p:nvCxnSpPr>
        <p:spPr>
          <a:xfrm flipH="1" rot="-5400000">
            <a:off x="4572081" y="1503269"/>
            <a:ext cx="1235400" cy="1235400"/>
          </a:xfrm>
          <a:prstGeom prst="bentConnector4">
            <a:avLst>
              <a:gd fmla="val -19275" name="adj1"/>
              <a:gd fmla="val 119268" name="adj2"/>
            </a:avLst>
          </a:prstGeom>
          <a:noFill/>
          <a:ln cap="flat" cmpd="sng" w="19050">
            <a:solidFill>
              <a:schemeClr val="lt2"/>
            </a:solidFill>
            <a:prstDash val="solid"/>
            <a:round/>
            <a:headEnd len="med" w="med" type="none"/>
            <a:tailEnd len="med" w="med" type="none"/>
          </a:ln>
        </p:spPr>
      </p:cxnSp>
      <p:cxnSp>
        <p:nvCxnSpPr>
          <p:cNvPr id="9191" name="Google Shape;9191;p112"/>
          <p:cNvCxnSpPr>
            <a:stCxn id="9189" idx="2"/>
            <a:endCxn id="9187" idx="2"/>
          </p:cNvCxnSpPr>
          <p:nvPr/>
        </p:nvCxnSpPr>
        <p:spPr>
          <a:xfrm>
            <a:off x="3336599" y="2738738"/>
            <a:ext cx="1235400" cy="1235400"/>
          </a:xfrm>
          <a:prstGeom prst="bentConnector4">
            <a:avLst>
              <a:gd fmla="val -19275" name="adj1"/>
              <a:gd fmla="val 119270" name="adj2"/>
            </a:avLst>
          </a:prstGeom>
          <a:noFill/>
          <a:ln cap="flat" cmpd="sng" w="19050">
            <a:solidFill>
              <a:schemeClr val="lt2"/>
            </a:solidFill>
            <a:prstDash val="solid"/>
            <a:round/>
            <a:headEnd len="med" w="med" type="none"/>
            <a:tailEnd len="med" w="med" type="none"/>
          </a:ln>
        </p:spPr>
      </p:cxnSp>
      <p:grpSp>
        <p:nvGrpSpPr>
          <p:cNvPr id="9192" name="Google Shape;9192;p112"/>
          <p:cNvGrpSpPr/>
          <p:nvPr/>
        </p:nvGrpSpPr>
        <p:grpSpPr>
          <a:xfrm>
            <a:off x="4354835" y="1577505"/>
            <a:ext cx="434479" cy="434453"/>
            <a:chOff x="5527335" y="1137480"/>
            <a:chExt cx="434479" cy="434453"/>
          </a:xfrm>
        </p:grpSpPr>
        <p:sp>
          <p:nvSpPr>
            <p:cNvPr id="9193" name="Google Shape;9193;p112"/>
            <p:cNvSpPr/>
            <p:nvPr/>
          </p:nvSpPr>
          <p:spPr>
            <a:xfrm>
              <a:off x="5541781" y="1238812"/>
              <a:ext cx="405561" cy="293342"/>
            </a:xfrm>
            <a:custGeom>
              <a:rect b="b" l="l" r="r" t="t"/>
              <a:pathLst>
                <a:path extrusionOk="0" h="11290" w="15609">
                  <a:moveTo>
                    <a:pt x="1116" y="1"/>
                  </a:moveTo>
                  <a:cubicBezTo>
                    <a:pt x="500" y="1"/>
                    <a:pt x="1" y="500"/>
                    <a:pt x="1" y="1116"/>
                  </a:cubicBezTo>
                  <a:lnTo>
                    <a:pt x="1" y="11290"/>
                  </a:lnTo>
                  <a:lnTo>
                    <a:pt x="15609" y="11290"/>
                  </a:lnTo>
                  <a:lnTo>
                    <a:pt x="15609" y="1116"/>
                  </a:lnTo>
                  <a:cubicBezTo>
                    <a:pt x="15609" y="500"/>
                    <a:pt x="15110" y="1"/>
                    <a:pt x="144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12"/>
            <p:cNvSpPr/>
            <p:nvPr/>
          </p:nvSpPr>
          <p:spPr>
            <a:xfrm>
              <a:off x="5570778" y="1267808"/>
              <a:ext cx="347594" cy="264346"/>
            </a:xfrm>
            <a:custGeom>
              <a:rect b="b" l="l" r="r" t="t"/>
              <a:pathLst>
                <a:path extrusionOk="0" h="10174" w="13378">
                  <a:moveTo>
                    <a:pt x="557" y="0"/>
                  </a:moveTo>
                  <a:cubicBezTo>
                    <a:pt x="249" y="0"/>
                    <a:pt x="0" y="251"/>
                    <a:pt x="0" y="557"/>
                  </a:cubicBezTo>
                  <a:lnTo>
                    <a:pt x="0" y="10174"/>
                  </a:lnTo>
                  <a:lnTo>
                    <a:pt x="13377" y="10174"/>
                  </a:lnTo>
                  <a:lnTo>
                    <a:pt x="13377" y="557"/>
                  </a:lnTo>
                  <a:cubicBezTo>
                    <a:pt x="13377" y="251"/>
                    <a:pt x="13129" y="0"/>
                    <a:pt x="12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12"/>
            <p:cNvSpPr/>
            <p:nvPr/>
          </p:nvSpPr>
          <p:spPr>
            <a:xfrm>
              <a:off x="5898235" y="1238812"/>
              <a:ext cx="49107" cy="293342"/>
            </a:xfrm>
            <a:custGeom>
              <a:rect b="b" l="l" r="r" t="t"/>
              <a:pathLst>
                <a:path extrusionOk="0" h="11290" w="1890">
                  <a:moveTo>
                    <a:pt x="1" y="1"/>
                  </a:moveTo>
                  <a:cubicBezTo>
                    <a:pt x="615" y="1"/>
                    <a:pt x="1114" y="500"/>
                    <a:pt x="1114" y="1116"/>
                  </a:cubicBezTo>
                  <a:lnTo>
                    <a:pt x="1116" y="11290"/>
                  </a:lnTo>
                  <a:lnTo>
                    <a:pt x="1890" y="11290"/>
                  </a:lnTo>
                  <a:lnTo>
                    <a:pt x="1890" y="1116"/>
                  </a:lnTo>
                  <a:cubicBezTo>
                    <a:pt x="1890" y="500"/>
                    <a:pt x="1391"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12"/>
            <p:cNvSpPr/>
            <p:nvPr/>
          </p:nvSpPr>
          <p:spPr>
            <a:xfrm>
              <a:off x="5883711" y="1267808"/>
              <a:ext cx="34661" cy="264346"/>
            </a:xfrm>
            <a:custGeom>
              <a:rect b="b" l="l" r="r" t="t"/>
              <a:pathLst>
                <a:path extrusionOk="0" h="10174" w="1334">
                  <a:moveTo>
                    <a:pt x="1" y="0"/>
                  </a:moveTo>
                  <a:cubicBezTo>
                    <a:pt x="309" y="0"/>
                    <a:pt x="560" y="251"/>
                    <a:pt x="560" y="557"/>
                  </a:cubicBezTo>
                  <a:lnTo>
                    <a:pt x="560" y="10174"/>
                  </a:lnTo>
                  <a:lnTo>
                    <a:pt x="1333" y="10174"/>
                  </a:lnTo>
                  <a:lnTo>
                    <a:pt x="1333" y="557"/>
                  </a:lnTo>
                  <a:cubicBezTo>
                    <a:pt x="1333" y="251"/>
                    <a:pt x="1082"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12"/>
            <p:cNvSpPr/>
            <p:nvPr/>
          </p:nvSpPr>
          <p:spPr>
            <a:xfrm>
              <a:off x="5527335" y="1514019"/>
              <a:ext cx="434479" cy="57915"/>
            </a:xfrm>
            <a:custGeom>
              <a:rect b="b" l="l" r="r" t="t"/>
              <a:pathLst>
                <a:path extrusionOk="0" h="2229" w="16722">
                  <a:moveTo>
                    <a:pt x="557" y="0"/>
                  </a:moveTo>
                  <a:cubicBezTo>
                    <a:pt x="251" y="0"/>
                    <a:pt x="0" y="248"/>
                    <a:pt x="0" y="557"/>
                  </a:cubicBezTo>
                  <a:lnTo>
                    <a:pt x="0" y="1113"/>
                  </a:lnTo>
                  <a:cubicBezTo>
                    <a:pt x="0" y="1730"/>
                    <a:pt x="499" y="2229"/>
                    <a:pt x="1116" y="2229"/>
                  </a:cubicBezTo>
                  <a:lnTo>
                    <a:pt x="15606" y="2229"/>
                  </a:lnTo>
                  <a:cubicBezTo>
                    <a:pt x="16222" y="2229"/>
                    <a:pt x="16721" y="1730"/>
                    <a:pt x="16721" y="1113"/>
                  </a:cubicBezTo>
                  <a:lnTo>
                    <a:pt x="16721" y="557"/>
                  </a:lnTo>
                  <a:cubicBezTo>
                    <a:pt x="16721" y="248"/>
                    <a:pt x="16470" y="0"/>
                    <a:pt x="16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12"/>
            <p:cNvSpPr/>
            <p:nvPr/>
          </p:nvSpPr>
          <p:spPr>
            <a:xfrm>
              <a:off x="5912629" y="1514019"/>
              <a:ext cx="49185" cy="57915"/>
            </a:xfrm>
            <a:custGeom>
              <a:rect b="b" l="l" r="r" t="t"/>
              <a:pathLst>
                <a:path extrusionOk="0" h="2229" w="1893">
                  <a:moveTo>
                    <a:pt x="557" y="0"/>
                  </a:moveTo>
                  <a:cubicBezTo>
                    <a:pt x="866" y="0"/>
                    <a:pt x="1116" y="248"/>
                    <a:pt x="1116" y="557"/>
                  </a:cubicBezTo>
                  <a:lnTo>
                    <a:pt x="1116" y="1113"/>
                  </a:lnTo>
                  <a:cubicBezTo>
                    <a:pt x="1116" y="1730"/>
                    <a:pt x="617" y="2229"/>
                    <a:pt x="1" y="2229"/>
                  </a:cubicBezTo>
                  <a:lnTo>
                    <a:pt x="777" y="2229"/>
                  </a:lnTo>
                  <a:cubicBezTo>
                    <a:pt x="1393" y="2229"/>
                    <a:pt x="1892" y="1730"/>
                    <a:pt x="1892" y="1113"/>
                  </a:cubicBezTo>
                  <a:lnTo>
                    <a:pt x="1892" y="557"/>
                  </a:lnTo>
                  <a:cubicBezTo>
                    <a:pt x="1892" y="248"/>
                    <a:pt x="1641" y="0"/>
                    <a:pt x="1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12"/>
            <p:cNvSpPr/>
            <p:nvPr/>
          </p:nvSpPr>
          <p:spPr>
            <a:xfrm>
              <a:off x="5694402" y="1514019"/>
              <a:ext cx="100422" cy="35518"/>
            </a:xfrm>
            <a:custGeom>
              <a:rect b="b" l="l" r="r" t="t"/>
              <a:pathLst>
                <a:path extrusionOk="0" h="1367" w="3865">
                  <a:moveTo>
                    <a:pt x="0" y="0"/>
                  </a:moveTo>
                  <a:lnTo>
                    <a:pt x="188" y="753"/>
                  </a:lnTo>
                  <a:cubicBezTo>
                    <a:pt x="277" y="1113"/>
                    <a:pt x="601" y="1367"/>
                    <a:pt x="972" y="1367"/>
                  </a:cubicBezTo>
                  <a:lnTo>
                    <a:pt x="2890" y="1367"/>
                  </a:lnTo>
                  <a:cubicBezTo>
                    <a:pt x="3261" y="1367"/>
                    <a:pt x="3585" y="1113"/>
                    <a:pt x="3673" y="753"/>
                  </a:cubicBezTo>
                  <a:lnTo>
                    <a:pt x="3864" y="0"/>
                  </a:lnTo>
                  <a:lnTo>
                    <a:pt x="3344" y="0"/>
                  </a:lnTo>
                  <a:lnTo>
                    <a:pt x="3185" y="630"/>
                  </a:lnTo>
                  <a:cubicBezTo>
                    <a:pt x="3151" y="766"/>
                    <a:pt x="3028" y="862"/>
                    <a:pt x="2890" y="862"/>
                  </a:cubicBezTo>
                  <a:lnTo>
                    <a:pt x="972" y="862"/>
                  </a:lnTo>
                  <a:cubicBezTo>
                    <a:pt x="834" y="862"/>
                    <a:pt x="711" y="766"/>
                    <a:pt x="677" y="630"/>
                  </a:cubicBezTo>
                  <a:lnTo>
                    <a:pt x="5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12"/>
            <p:cNvSpPr/>
            <p:nvPr/>
          </p:nvSpPr>
          <p:spPr>
            <a:xfrm>
              <a:off x="5621495" y="1383664"/>
              <a:ext cx="246158" cy="101384"/>
            </a:xfrm>
            <a:custGeom>
              <a:rect b="b" l="l" r="r" t="t"/>
              <a:pathLst>
                <a:path extrusionOk="0" h="3902" w="9474">
                  <a:moveTo>
                    <a:pt x="2229" y="1"/>
                  </a:moveTo>
                  <a:cubicBezTo>
                    <a:pt x="998" y="1"/>
                    <a:pt x="0" y="999"/>
                    <a:pt x="0" y="2230"/>
                  </a:cubicBezTo>
                  <a:lnTo>
                    <a:pt x="0" y="3345"/>
                  </a:lnTo>
                  <a:cubicBezTo>
                    <a:pt x="0" y="3651"/>
                    <a:pt x="248" y="3902"/>
                    <a:pt x="557" y="3902"/>
                  </a:cubicBezTo>
                  <a:lnTo>
                    <a:pt x="8917" y="3902"/>
                  </a:lnTo>
                  <a:cubicBezTo>
                    <a:pt x="9225" y="3902"/>
                    <a:pt x="9474" y="3651"/>
                    <a:pt x="9474" y="3345"/>
                  </a:cubicBezTo>
                  <a:lnTo>
                    <a:pt x="9474" y="2230"/>
                  </a:lnTo>
                  <a:cubicBezTo>
                    <a:pt x="9474" y="999"/>
                    <a:pt x="8476" y="1"/>
                    <a:pt x="72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12"/>
            <p:cNvSpPr/>
            <p:nvPr/>
          </p:nvSpPr>
          <p:spPr>
            <a:xfrm>
              <a:off x="5789628" y="1383664"/>
              <a:ext cx="78025" cy="101384"/>
            </a:xfrm>
            <a:custGeom>
              <a:rect b="b" l="l" r="r" t="t"/>
              <a:pathLst>
                <a:path extrusionOk="0" h="3902" w="3003">
                  <a:moveTo>
                    <a:pt x="1" y="1"/>
                  </a:moveTo>
                  <a:cubicBezTo>
                    <a:pt x="1231" y="1"/>
                    <a:pt x="2229" y="999"/>
                    <a:pt x="2229" y="2230"/>
                  </a:cubicBezTo>
                  <a:lnTo>
                    <a:pt x="2229" y="3345"/>
                  </a:lnTo>
                  <a:cubicBezTo>
                    <a:pt x="2229" y="3651"/>
                    <a:pt x="1981" y="3902"/>
                    <a:pt x="1673" y="3902"/>
                  </a:cubicBezTo>
                  <a:lnTo>
                    <a:pt x="2446" y="3902"/>
                  </a:lnTo>
                  <a:cubicBezTo>
                    <a:pt x="2754" y="3902"/>
                    <a:pt x="3003" y="3651"/>
                    <a:pt x="3003" y="3345"/>
                  </a:cubicBezTo>
                  <a:lnTo>
                    <a:pt x="3003" y="2230"/>
                  </a:lnTo>
                  <a:cubicBezTo>
                    <a:pt x="3003" y="999"/>
                    <a:pt x="2005"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12"/>
            <p:cNvSpPr/>
            <p:nvPr/>
          </p:nvSpPr>
          <p:spPr>
            <a:xfrm>
              <a:off x="5708381" y="1341053"/>
              <a:ext cx="72387" cy="65788"/>
            </a:xfrm>
            <a:custGeom>
              <a:rect b="b" l="l" r="r" t="t"/>
              <a:pathLst>
                <a:path extrusionOk="0" h="2532" w="2786">
                  <a:moveTo>
                    <a:pt x="0" y="0"/>
                  </a:moveTo>
                  <a:lnTo>
                    <a:pt x="0" y="2532"/>
                  </a:lnTo>
                  <a:lnTo>
                    <a:pt x="2785" y="2532"/>
                  </a:lnTo>
                  <a:lnTo>
                    <a:pt x="2785"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12"/>
            <p:cNvSpPr/>
            <p:nvPr/>
          </p:nvSpPr>
          <p:spPr>
            <a:xfrm>
              <a:off x="5657663" y="1137480"/>
              <a:ext cx="173823" cy="91251"/>
            </a:xfrm>
            <a:custGeom>
              <a:rect b="b" l="l" r="r" t="t"/>
              <a:pathLst>
                <a:path extrusionOk="0" h="3512" w="6690">
                  <a:moveTo>
                    <a:pt x="2229" y="0"/>
                  </a:moveTo>
                  <a:cubicBezTo>
                    <a:pt x="999" y="0"/>
                    <a:pt x="1" y="998"/>
                    <a:pt x="1" y="2229"/>
                  </a:cubicBezTo>
                  <a:lnTo>
                    <a:pt x="1" y="3511"/>
                  </a:lnTo>
                  <a:lnTo>
                    <a:pt x="6689" y="3511"/>
                  </a:lnTo>
                  <a:lnTo>
                    <a:pt x="6689" y="2229"/>
                  </a:lnTo>
                  <a:cubicBezTo>
                    <a:pt x="6689" y="998"/>
                    <a:pt x="5691" y="0"/>
                    <a:pt x="44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12"/>
            <p:cNvSpPr/>
            <p:nvPr/>
          </p:nvSpPr>
          <p:spPr>
            <a:xfrm>
              <a:off x="5643217" y="1224366"/>
              <a:ext cx="202715" cy="57915"/>
            </a:xfrm>
            <a:custGeom>
              <a:rect b="b" l="l" r="r" t="t"/>
              <a:pathLst>
                <a:path extrusionOk="0" h="2229" w="7802">
                  <a:moveTo>
                    <a:pt x="557" y="0"/>
                  </a:moveTo>
                  <a:cubicBezTo>
                    <a:pt x="248" y="0"/>
                    <a:pt x="0" y="248"/>
                    <a:pt x="0" y="557"/>
                  </a:cubicBezTo>
                  <a:lnTo>
                    <a:pt x="0" y="1672"/>
                  </a:lnTo>
                  <a:cubicBezTo>
                    <a:pt x="0" y="1981"/>
                    <a:pt x="248" y="2229"/>
                    <a:pt x="557" y="2229"/>
                  </a:cubicBezTo>
                  <a:lnTo>
                    <a:pt x="7245" y="2229"/>
                  </a:lnTo>
                  <a:cubicBezTo>
                    <a:pt x="7553" y="2229"/>
                    <a:pt x="7802" y="1981"/>
                    <a:pt x="7802" y="1672"/>
                  </a:cubicBezTo>
                  <a:lnTo>
                    <a:pt x="7802" y="557"/>
                  </a:lnTo>
                  <a:cubicBezTo>
                    <a:pt x="7802" y="248"/>
                    <a:pt x="7553" y="0"/>
                    <a:pt x="7245"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12"/>
            <p:cNvSpPr/>
            <p:nvPr/>
          </p:nvSpPr>
          <p:spPr>
            <a:xfrm>
              <a:off x="5811350" y="1224366"/>
              <a:ext cx="34583" cy="57915"/>
            </a:xfrm>
            <a:custGeom>
              <a:rect b="b" l="l" r="r" t="t"/>
              <a:pathLst>
                <a:path extrusionOk="0" h="2229" w="1331">
                  <a:moveTo>
                    <a:pt x="1" y="0"/>
                  </a:moveTo>
                  <a:cubicBezTo>
                    <a:pt x="309" y="0"/>
                    <a:pt x="557" y="248"/>
                    <a:pt x="557" y="557"/>
                  </a:cubicBezTo>
                  <a:lnTo>
                    <a:pt x="557" y="1672"/>
                  </a:lnTo>
                  <a:cubicBezTo>
                    <a:pt x="557" y="1981"/>
                    <a:pt x="309" y="2229"/>
                    <a:pt x="1" y="2229"/>
                  </a:cubicBezTo>
                  <a:lnTo>
                    <a:pt x="774" y="2229"/>
                  </a:lnTo>
                  <a:cubicBezTo>
                    <a:pt x="1082" y="2229"/>
                    <a:pt x="1331" y="1981"/>
                    <a:pt x="1331" y="1672"/>
                  </a:cubicBezTo>
                  <a:lnTo>
                    <a:pt x="1331" y="557"/>
                  </a:lnTo>
                  <a:cubicBezTo>
                    <a:pt x="1331" y="248"/>
                    <a:pt x="1082" y="0"/>
                    <a:pt x="774"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12"/>
            <p:cNvSpPr/>
            <p:nvPr/>
          </p:nvSpPr>
          <p:spPr>
            <a:xfrm>
              <a:off x="5672135" y="1190692"/>
              <a:ext cx="144878" cy="164028"/>
            </a:xfrm>
            <a:custGeom>
              <a:rect b="b" l="l" r="r" t="t"/>
              <a:pathLst>
                <a:path extrusionOk="0" h="6313" w="5576">
                  <a:moveTo>
                    <a:pt x="0" y="0"/>
                  </a:moveTo>
                  <a:lnTo>
                    <a:pt x="0" y="3525"/>
                  </a:lnTo>
                  <a:cubicBezTo>
                    <a:pt x="0" y="5064"/>
                    <a:pt x="1249" y="6312"/>
                    <a:pt x="2788" y="6312"/>
                  </a:cubicBezTo>
                  <a:cubicBezTo>
                    <a:pt x="4327" y="6312"/>
                    <a:pt x="5576" y="5064"/>
                    <a:pt x="5576" y="3525"/>
                  </a:cubicBezTo>
                  <a:lnTo>
                    <a:pt x="5576"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12"/>
            <p:cNvSpPr/>
            <p:nvPr/>
          </p:nvSpPr>
          <p:spPr>
            <a:xfrm>
              <a:off x="5709056" y="1246763"/>
              <a:ext cx="13121" cy="20396"/>
            </a:xfrm>
            <a:custGeom>
              <a:rect b="b" l="l" r="r" t="t"/>
              <a:pathLst>
                <a:path extrusionOk="0" h="785" w="505">
                  <a:moveTo>
                    <a:pt x="251" y="0"/>
                  </a:moveTo>
                  <a:cubicBezTo>
                    <a:pt x="113" y="0"/>
                    <a:pt x="0" y="113"/>
                    <a:pt x="0" y="254"/>
                  </a:cubicBezTo>
                  <a:lnTo>
                    <a:pt x="0" y="531"/>
                  </a:lnTo>
                  <a:cubicBezTo>
                    <a:pt x="0" y="672"/>
                    <a:pt x="113" y="784"/>
                    <a:pt x="251" y="784"/>
                  </a:cubicBezTo>
                  <a:cubicBezTo>
                    <a:pt x="392" y="784"/>
                    <a:pt x="505" y="672"/>
                    <a:pt x="505" y="531"/>
                  </a:cubicBezTo>
                  <a:lnTo>
                    <a:pt x="505" y="254"/>
                  </a:lnTo>
                  <a:cubicBezTo>
                    <a:pt x="505" y="113"/>
                    <a:pt x="392"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12"/>
            <p:cNvSpPr/>
            <p:nvPr/>
          </p:nvSpPr>
          <p:spPr>
            <a:xfrm>
              <a:off x="5766971" y="1246763"/>
              <a:ext cx="13121" cy="20396"/>
            </a:xfrm>
            <a:custGeom>
              <a:rect b="b" l="l" r="r" t="t"/>
              <a:pathLst>
                <a:path extrusionOk="0" h="785" w="505">
                  <a:moveTo>
                    <a:pt x="253" y="0"/>
                  </a:moveTo>
                  <a:cubicBezTo>
                    <a:pt x="112" y="0"/>
                    <a:pt x="0" y="113"/>
                    <a:pt x="0" y="254"/>
                  </a:cubicBezTo>
                  <a:lnTo>
                    <a:pt x="0" y="531"/>
                  </a:lnTo>
                  <a:cubicBezTo>
                    <a:pt x="0" y="672"/>
                    <a:pt x="112" y="784"/>
                    <a:pt x="253" y="784"/>
                  </a:cubicBezTo>
                  <a:cubicBezTo>
                    <a:pt x="392" y="784"/>
                    <a:pt x="504" y="672"/>
                    <a:pt x="504" y="531"/>
                  </a:cubicBezTo>
                  <a:lnTo>
                    <a:pt x="504" y="254"/>
                  </a:lnTo>
                  <a:cubicBezTo>
                    <a:pt x="504" y="113"/>
                    <a:pt x="392" y="0"/>
                    <a:pt x="2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12"/>
            <p:cNvSpPr/>
            <p:nvPr/>
          </p:nvSpPr>
          <p:spPr>
            <a:xfrm>
              <a:off x="5724542" y="1282956"/>
              <a:ext cx="40065" cy="20370"/>
            </a:xfrm>
            <a:custGeom>
              <a:rect b="b" l="l" r="r" t="t"/>
              <a:pathLst>
                <a:path extrusionOk="0" h="784" w="1542">
                  <a:moveTo>
                    <a:pt x="288" y="1"/>
                  </a:moveTo>
                  <a:cubicBezTo>
                    <a:pt x="245" y="1"/>
                    <a:pt x="202" y="11"/>
                    <a:pt x="162" y="34"/>
                  </a:cubicBezTo>
                  <a:cubicBezTo>
                    <a:pt x="42" y="104"/>
                    <a:pt x="0" y="259"/>
                    <a:pt x="71" y="379"/>
                  </a:cubicBezTo>
                  <a:cubicBezTo>
                    <a:pt x="214" y="630"/>
                    <a:pt x="483" y="784"/>
                    <a:pt x="771" y="784"/>
                  </a:cubicBezTo>
                  <a:cubicBezTo>
                    <a:pt x="1058" y="784"/>
                    <a:pt x="1327" y="630"/>
                    <a:pt x="1471" y="381"/>
                  </a:cubicBezTo>
                  <a:cubicBezTo>
                    <a:pt x="1542" y="259"/>
                    <a:pt x="1500" y="104"/>
                    <a:pt x="1380" y="36"/>
                  </a:cubicBezTo>
                  <a:cubicBezTo>
                    <a:pt x="1339" y="13"/>
                    <a:pt x="1295" y="2"/>
                    <a:pt x="1252" y="2"/>
                  </a:cubicBezTo>
                  <a:cubicBezTo>
                    <a:pt x="1166" y="2"/>
                    <a:pt x="1082" y="46"/>
                    <a:pt x="1035" y="128"/>
                  </a:cubicBezTo>
                  <a:cubicBezTo>
                    <a:pt x="980" y="222"/>
                    <a:pt x="878" y="279"/>
                    <a:pt x="771" y="279"/>
                  </a:cubicBezTo>
                  <a:cubicBezTo>
                    <a:pt x="664" y="279"/>
                    <a:pt x="562" y="222"/>
                    <a:pt x="507" y="128"/>
                  </a:cubicBezTo>
                  <a:cubicBezTo>
                    <a:pt x="460" y="45"/>
                    <a:pt x="375" y="1"/>
                    <a:pt x="2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12"/>
            <p:cNvSpPr/>
            <p:nvPr/>
          </p:nvSpPr>
          <p:spPr>
            <a:xfrm>
              <a:off x="5701729" y="1400839"/>
              <a:ext cx="85690" cy="57941"/>
            </a:xfrm>
            <a:custGeom>
              <a:rect b="b" l="l" r="r" t="t"/>
              <a:pathLst>
                <a:path extrusionOk="0" h="2230" w="3298">
                  <a:moveTo>
                    <a:pt x="0" y="1"/>
                  </a:moveTo>
                  <a:lnTo>
                    <a:pt x="1649" y="2230"/>
                  </a:lnTo>
                  <a:lnTo>
                    <a:pt x="32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12"/>
            <p:cNvSpPr/>
            <p:nvPr/>
          </p:nvSpPr>
          <p:spPr>
            <a:xfrm>
              <a:off x="5666497" y="1163333"/>
              <a:ext cx="109438" cy="61059"/>
            </a:xfrm>
            <a:custGeom>
              <a:rect b="b" l="l" r="r" t="t"/>
              <a:pathLst>
                <a:path extrusionOk="0" h="2350" w="4212">
                  <a:moveTo>
                    <a:pt x="217" y="0"/>
                  </a:moveTo>
                  <a:lnTo>
                    <a:pt x="0" y="1234"/>
                  </a:lnTo>
                  <a:lnTo>
                    <a:pt x="217" y="2349"/>
                  </a:lnTo>
                  <a:lnTo>
                    <a:pt x="2540" y="2349"/>
                  </a:lnTo>
                  <a:cubicBezTo>
                    <a:pt x="3465" y="2349"/>
                    <a:pt x="4212" y="1599"/>
                    <a:pt x="4212" y="677"/>
                  </a:cubicBezTo>
                  <a:lnTo>
                    <a:pt x="4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12"/>
            <p:cNvSpPr/>
            <p:nvPr/>
          </p:nvSpPr>
          <p:spPr>
            <a:xfrm>
              <a:off x="5773545" y="1183080"/>
              <a:ext cx="45028" cy="41312"/>
            </a:xfrm>
            <a:custGeom>
              <a:rect b="b" l="l" r="r" t="t"/>
              <a:pathLst>
                <a:path extrusionOk="0" h="1590" w="1733">
                  <a:moveTo>
                    <a:pt x="0" y="1"/>
                  </a:moveTo>
                  <a:lnTo>
                    <a:pt x="0" y="474"/>
                  </a:lnTo>
                  <a:cubicBezTo>
                    <a:pt x="0" y="1090"/>
                    <a:pt x="499" y="1589"/>
                    <a:pt x="1113" y="1589"/>
                  </a:cubicBezTo>
                  <a:lnTo>
                    <a:pt x="1673" y="1589"/>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12"/>
            <p:cNvSpPr/>
            <p:nvPr/>
          </p:nvSpPr>
          <p:spPr>
            <a:xfrm>
              <a:off x="5753383" y="1137480"/>
              <a:ext cx="78103" cy="86911"/>
            </a:xfrm>
            <a:custGeom>
              <a:rect b="b" l="l" r="r" t="t"/>
              <a:pathLst>
                <a:path extrusionOk="0" h="3345" w="3006">
                  <a:moveTo>
                    <a:pt x="0" y="0"/>
                  </a:moveTo>
                  <a:cubicBezTo>
                    <a:pt x="1234" y="0"/>
                    <a:pt x="2232" y="998"/>
                    <a:pt x="2232" y="2229"/>
                  </a:cubicBezTo>
                  <a:lnTo>
                    <a:pt x="2232" y="3344"/>
                  </a:lnTo>
                  <a:lnTo>
                    <a:pt x="3005" y="3344"/>
                  </a:lnTo>
                  <a:lnTo>
                    <a:pt x="3005" y="2229"/>
                  </a:lnTo>
                  <a:cubicBezTo>
                    <a:pt x="3005" y="998"/>
                    <a:pt x="2007" y="0"/>
                    <a:pt x="7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12"/>
            <p:cNvSpPr/>
            <p:nvPr/>
          </p:nvSpPr>
          <p:spPr>
            <a:xfrm>
              <a:off x="5682113" y="1383664"/>
              <a:ext cx="124924" cy="75115"/>
            </a:xfrm>
            <a:custGeom>
              <a:rect b="b" l="l" r="r" t="t"/>
              <a:pathLst>
                <a:path extrusionOk="0" h="2891" w="4808">
                  <a:moveTo>
                    <a:pt x="1011" y="1"/>
                  </a:moveTo>
                  <a:lnTo>
                    <a:pt x="115" y="981"/>
                  </a:lnTo>
                  <a:cubicBezTo>
                    <a:pt x="0" y="1106"/>
                    <a:pt x="24" y="1305"/>
                    <a:pt x="165" y="1399"/>
                  </a:cubicBezTo>
                  <a:lnTo>
                    <a:pt x="2404" y="2891"/>
                  </a:lnTo>
                  <a:lnTo>
                    <a:pt x="1011" y="1"/>
                  </a:lnTo>
                  <a:close/>
                  <a:moveTo>
                    <a:pt x="3796" y="1"/>
                  </a:moveTo>
                  <a:lnTo>
                    <a:pt x="2404" y="2891"/>
                  </a:lnTo>
                  <a:lnTo>
                    <a:pt x="4643" y="1399"/>
                  </a:lnTo>
                  <a:cubicBezTo>
                    <a:pt x="4784" y="1305"/>
                    <a:pt x="4807" y="1106"/>
                    <a:pt x="4693" y="981"/>
                  </a:cubicBezTo>
                  <a:lnTo>
                    <a:pt x="37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112"/>
          <p:cNvGrpSpPr/>
          <p:nvPr/>
        </p:nvGrpSpPr>
        <p:grpSpPr>
          <a:xfrm>
            <a:off x="4354760" y="3466113"/>
            <a:ext cx="434479" cy="434453"/>
            <a:chOff x="5527335" y="1804425"/>
            <a:chExt cx="434479" cy="434453"/>
          </a:xfrm>
        </p:grpSpPr>
        <p:sp>
          <p:nvSpPr>
            <p:cNvPr id="9216" name="Google Shape;9216;p112"/>
            <p:cNvSpPr/>
            <p:nvPr/>
          </p:nvSpPr>
          <p:spPr>
            <a:xfrm>
              <a:off x="5585224" y="1804425"/>
              <a:ext cx="376590" cy="304125"/>
            </a:xfrm>
            <a:custGeom>
              <a:rect b="b" l="l" r="r" t="t"/>
              <a:pathLst>
                <a:path extrusionOk="0" h="11705" w="14494">
                  <a:moveTo>
                    <a:pt x="628" y="0"/>
                  </a:moveTo>
                  <a:cubicBezTo>
                    <a:pt x="283" y="0"/>
                    <a:pt x="1" y="280"/>
                    <a:pt x="1" y="627"/>
                  </a:cubicBezTo>
                  <a:lnTo>
                    <a:pt x="1" y="11078"/>
                  </a:lnTo>
                  <a:cubicBezTo>
                    <a:pt x="1" y="11425"/>
                    <a:pt x="283" y="11705"/>
                    <a:pt x="628" y="11705"/>
                  </a:cubicBezTo>
                  <a:lnTo>
                    <a:pt x="13866" y="11705"/>
                  </a:lnTo>
                  <a:cubicBezTo>
                    <a:pt x="14214" y="11705"/>
                    <a:pt x="14493" y="11425"/>
                    <a:pt x="14493" y="11078"/>
                  </a:cubicBezTo>
                  <a:lnTo>
                    <a:pt x="14493" y="627"/>
                  </a:lnTo>
                  <a:cubicBezTo>
                    <a:pt x="14493" y="280"/>
                    <a:pt x="14214" y="0"/>
                    <a:pt x="138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12"/>
            <p:cNvSpPr/>
            <p:nvPr/>
          </p:nvSpPr>
          <p:spPr>
            <a:xfrm>
              <a:off x="5614220" y="1833396"/>
              <a:ext cx="318597" cy="246184"/>
            </a:xfrm>
            <a:custGeom>
              <a:rect b="b" l="l" r="r" t="t"/>
              <a:pathLst>
                <a:path extrusionOk="0" h="9475" w="12262">
                  <a:moveTo>
                    <a:pt x="280" y="1"/>
                  </a:moveTo>
                  <a:cubicBezTo>
                    <a:pt x="126" y="1"/>
                    <a:pt x="1" y="123"/>
                    <a:pt x="1" y="278"/>
                  </a:cubicBezTo>
                  <a:lnTo>
                    <a:pt x="1" y="9474"/>
                  </a:lnTo>
                  <a:lnTo>
                    <a:pt x="11985" y="9474"/>
                  </a:lnTo>
                  <a:cubicBezTo>
                    <a:pt x="12139" y="9474"/>
                    <a:pt x="12262" y="9351"/>
                    <a:pt x="12262" y="9197"/>
                  </a:cubicBezTo>
                  <a:lnTo>
                    <a:pt x="12262" y="278"/>
                  </a:lnTo>
                  <a:cubicBezTo>
                    <a:pt x="12262" y="123"/>
                    <a:pt x="12139" y="1"/>
                    <a:pt x="1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12"/>
            <p:cNvSpPr/>
            <p:nvPr/>
          </p:nvSpPr>
          <p:spPr>
            <a:xfrm>
              <a:off x="5925387" y="1804425"/>
              <a:ext cx="36427" cy="304125"/>
            </a:xfrm>
            <a:custGeom>
              <a:rect b="b" l="l" r="r" t="t"/>
              <a:pathLst>
                <a:path extrusionOk="0" h="11705" w="1402">
                  <a:moveTo>
                    <a:pt x="1" y="0"/>
                  </a:moveTo>
                  <a:cubicBezTo>
                    <a:pt x="346" y="0"/>
                    <a:pt x="628" y="280"/>
                    <a:pt x="628" y="627"/>
                  </a:cubicBezTo>
                  <a:lnTo>
                    <a:pt x="628" y="11078"/>
                  </a:lnTo>
                  <a:cubicBezTo>
                    <a:pt x="628" y="11425"/>
                    <a:pt x="346" y="11705"/>
                    <a:pt x="1" y="11705"/>
                  </a:cubicBezTo>
                  <a:lnTo>
                    <a:pt x="774" y="11705"/>
                  </a:lnTo>
                  <a:cubicBezTo>
                    <a:pt x="1122" y="11705"/>
                    <a:pt x="1401" y="11425"/>
                    <a:pt x="1401" y="11078"/>
                  </a:cubicBezTo>
                  <a:lnTo>
                    <a:pt x="1401" y="627"/>
                  </a:lnTo>
                  <a:cubicBezTo>
                    <a:pt x="1401" y="280"/>
                    <a:pt x="112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12"/>
            <p:cNvSpPr/>
            <p:nvPr/>
          </p:nvSpPr>
          <p:spPr>
            <a:xfrm>
              <a:off x="5905432" y="1833396"/>
              <a:ext cx="27386" cy="246184"/>
            </a:xfrm>
            <a:custGeom>
              <a:rect b="b" l="l" r="r" t="t"/>
              <a:pathLst>
                <a:path extrusionOk="0" h="9475" w="1054">
                  <a:moveTo>
                    <a:pt x="1" y="1"/>
                  </a:moveTo>
                  <a:cubicBezTo>
                    <a:pt x="155" y="1"/>
                    <a:pt x="280" y="123"/>
                    <a:pt x="280" y="278"/>
                  </a:cubicBezTo>
                  <a:lnTo>
                    <a:pt x="280" y="9197"/>
                  </a:lnTo>
                  <a:cubicBezTo>
                    <a:pt x="280" y="9351"/>
                    <a:pt x="155" y="9474"/>
                    <a:pt x="1" y="9474"/>
                  </a:cubicBezTo>
                  <a:lnTo>
                    <a:pt x="777" y="9474"/>
                  </a:lnTo>
                  <a:cubicBezTo>
                    <a:pt x="931" y="9474"/>
                    <a:pt x="1054" y="9351"/>
                    <a:pt x="1054" y="9197"/>
                  </a:cubicBezTo>
                  <a:lnTo>
                    <a:pt x="1054" y="278"/>
                  </a:lnTo>
                  <a:cubicBezTo>
                    <a:pt x="1054" y="123"/>
                    <a:pt x="931"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12"/>
            <p:cNvSpPr/>
            <p:nvPr/>
          </p:nvSpPr>
          <p:spPr>
            <a:xfrm>
              <a:off x="5781418" y="1942678"/>
              <a:ext cx="13199" cy="133212"/>
            </a:xfrm>
            <a:custGeom>
              <a:rect b="b" l="l" r="r" t="t"/>
              <a:pathLst>
                <a:path extrusionOk="0" h="5127" w="508">
                  <a:moveTo>
                    <a:pt x="254" y="1"/>
                  </a:moveTo>
                  <a:cubicBezTo>
                    <a:pt x="115" y="1"/>
                    <a:pt x="1" y="113"/>
                    <a:pt x="1" y="252"/>
                  </a:cubicBezTo>
                  <a:lnTo>
                    <a:pt x="1" y="4876"/>
                  </a:lnTo>
                  <a:cubicBezTo>
                    <a:pt x="1" y="5015"/>
                    <a:pt x="115" y="5127"/>
                    <a:pt x="254" y="5127"/>
                  </a:cubicBezTo>
                  <a:cubicBezTo>
                    <a:pt x="392" y="5127"/>
                    <a:pt x="507" y="5015"/>
                    <a:pt x="507" y="4876"/>
                  </a:cubicBezTo>
                  <a:lnTo>
                    <a:pt x="507" y="252"/>
                  </a:lnTo>
                  <a:cubicBezTo>
                    <a:pt x="507" y="113"/>
                    <a:pt x="392" y="1"/>
                    <a:pt x="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12"/>
            <p:cNvSpPr/>
            <p:nvPr/>
          </p:nvSpPr>
          <p:spPr>
            <a:xfrm>
              <a:off x="5527335" y="2137521"/>
              <a:ext cx="246236" cy="101358"/>
            </a:xfrm>
            <a:custGeom>
              <a:rect b="b" l="l" r="r" t="t"/>
              <a:pathLst>
                <a:path extrusionOk="0" h="3901" w="9477">
                  <a:moveTo>
                    <a:pt x="2229" y="0"/>
                  </a:moveTo>
                  <a:cubicBezTo>
                    <a:pt x="998" y="0"/>
                    <a:pt x="0" y="998"/>
                    <a:pt x="0" y="2229"/>
                  </a:cubicBezTo>
                  <a:lnTo>
                    <a:pt x="0" y="3344"/>
                  </a:lnTo>
                  <a:cubicBezTo>
                    <a:pt x="0" y="3650"/>
                    <a:pt x="251" y="3901"/>
                    <a:pt x="557" y="3901"/>
                  </a:cubicBezTo>
                  <a:lnTo>
                    <a:pt x="8917" y="3901"/>
                  </a:lnTo>
                  <a:cubicBezTo>
                    <a:pt x="9226" y="3901"/>
                    <a:pt x="9476" y="3650"/>
                    <a:pt x="9476" y="3344"/>
                  </a:cubicBezTo>
                  <a:lnTo>
                    <a:pt x="9476" y="2229"/>
                  </a:lnTo>
                  <a:cubicBezTo>
                    <a:pt x="9476" y="998"/>
                    <a:pt x="8478" y="0"/>
                    <a:pt x="7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12"/>
            <p:cNvSpPr/>
            <p:nvPr/>
          </p:nvSpPr>
          <p:spPr>
            <a:xfrm>
              <a:off x="5695468" y="2137521"/>
              <a:ext cx="78103" cy="101358"/>
            </a:xfrm>
            <a:custGeom>
              <a:rect b="b" l="l" r="r" t="t"/>
              <a:pathLst>
                <a:path extrusionOk="0" h="3901" w="3006">
                  <a:moveTo>
                    <a:pt x="1" y="0"/>
                  </a:moveTo>
                  <a:cubicBezTo>
                    <a:pt x="1234" y="0"/>
                    <a:pt x="2229" y="998"/>
                    <a:pt x="2229" y="2229"/>
                  </a:cubicBezTo>
                  <a:lnTo>
                    <a:pt x="2229" y="3344"/>
                  </a:lnTo>
                  <a:cubicBezTo>
                    <a:pt x="2229" y="3650"/>
                    <a:pt x="1981" y="3901"/>
                    <a:pt x="1673" y="3901"/>
                  </a:cubicBezTo>
                  <a:lnTo>
                    <a:pt x="2446" y="3901"/>
                  </a:lnTo>
                  <a:cubicBezTo>
                    <a:pt x="2755" y="3901"/>
                    <a:pt x="3005" y="3650"/>
                    <a:pt x="3005" y="3344"/>
                  </a:cubicBezTo>
                  <a:lnTo>
                    <a:pt x="3005" y="2229"/>
                  </a:lnTo>
                  <a:cubicBezTo>
                    <a:pt x="3005" y="998"/>
                    <a:pt x="2007"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12"/>
            <p:cNvSpPr/>
            <p:nvPr/>
          </p:nvSpPr>
          <p:spPr>
            <a:xfrm>
              <a:off x="5614220" y="2094883"/>
              <a:ext cx="72465" cy="65814"/>
            </a:xfrm>
            <a:custGeom>
              <a:rect b="b" l="l" r="r" t="t"/>
              <a:pathLst>
                <a:path extrusionOk="0" h="2533" w="2789">
                  <a:moveTo>
                    <a:pt x="1" y="0"/>
                  </a:moveTo>
                  <a:lnTo>
                    <a:pt x="1" y="2532"/>
                  </a:lnTo>
                  <a:lnTo>
                    <a:pt x="2788" y="2532"/>
                  </a:lnTo>
                  <a:lnTo>
                    <a:pt x="2788"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12"/>
            <p:cNvSpPr/>
            <p:nvPr/>
          </p:nvSpPr>
          <p:spPr>
            <a:xfrm>
              <a:off x="5563502" y="1891311"/>
              <a:ext cx="173823" cy="91251"/>
            </a:xfrm>
            <a:custGeom>
              <a:rect b="b" l="l" r="r" t="t"/>
              <a:pathLst>
                <a:path extrusionOk="0" h="3512" w="6690">
                  <a:moveTo>
                    <a:pt x="2232" y="0"/>
                  </a:moveTo>
                  <a:cubicBezTo>
                    <a:pt x="999" y="0"/>
                    <a:pt x="1" y="998"/>
                    <a:pt x="1" y="2229"/>
                  </a:cubicBezTo>
                  <a:lnTo>
                    <a:pt x="1" y="3512"/>
                  </a:lnTo>
                  <a:lnTo>
                    <a:pt x="6689" y="3512"/>
                  </a:lnTo>
                  <a:lnTo>
                    <a:pt x="6689" y="2229"/>
                  </a:lnTo>
                  <a:cubicBezTo>
                    <a:pt x="6689" y="998"/>
                    <a:pt x="5691" y="0"/>
                    <a:pt x="4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12"/>
            <p:cNvSpPr/>
            <p:nvPr/>
          </p:nvSpPr>
          <p:spPr>
            <a:xfrm>
              <a:off x="5549056" y="1978196"/>
              <a:ext cx="202793" cy="57915"/>
            </a:xfrm>
            <a:custGeom>
              <a:rect b="b" l="l" r="r" t="t"/>
              <a:pathLst>
                <a:path extrusionOk="0" h="2229" w="7805">
                  <a:moveTo>
                    <a:pt x="557" y="0"/>
                  </a:moveTo>
                  <a:cubicBezTo>
                    <a:pt x="251" y="0"/>
                    <a:pt x="0" y="249"/>
                    <a:pt x="0" y="557"/>
                  </a:cubicBezTo>
                  <a:lnTo>
                    <a:pt x="0" y="1672"/>
                  </a:lnTo>
                  <a:cubicBezTo>
                    <a:pt x="0" y="1981"/>
                    <a:pt x="251" y="2229"/>
                    <a:pt x="557" y="2229"/>
                  </a:cubicBezTo>
                  <a:lnTo>
                    <a:pt x="7245" y="2229"/>
                  </a:lnTo>
                  <a:cubicBezTo>
                    <a:pt x="7554" y="2229"/>
                    <a:pt x="7804" y="1981"/>
                    <a:pt x="7804" y="1672"/>
                  </a:cubicBezTo>
                  <a:lnTo>
                    <a:pt x="7804" y="557"/>
                  </a:lnTo>
                  <a:cubicBezTo>
                    <a:pt x="7804" y="249"/>
                    <a:pt x="7554" y="0"/>
                    <a:pt x="7245"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12"/>
            <p:cNvSpPr/>
            <p:nvPr/>
          </p:nvSpPr>
          <p:spPr>
            <a:xfrm>
              <a:off x="5717189" y="1978196"/>
              <a:ext cx="34661" cy="57915"/>
            </a:xfrm>
            <a:custGeom>
              <a:rect b="b" l="l" r="r" t="t"/>
              <a:pathLst>
                <a:path extrusionOk="0" h="2229" w="1334">
                  <a:moveTo>
                    <a:pt x="1" y="0"/>
                  </a:moveTo>
                  <a:cubicBezTo>
                    <a:pt x="309" y="0"/>
                    <a:pt x="557" y="249"/>
                    <a:pt x="557" y="557"/>
                  </a:cubicBezTo>
                  <a:lnTo>
                    <a:pt x="557" y="1672"/>
                  </a:lnTo>
                  <a:cubicBezTo>
                    <a:pt x="557" y="1981"/>
                    <a:pt x="309" y="2229"/>
                    <a:pt x="1" y="2229"/>
                  </a:cubicBezTo>
                  <a:lnTo>
                    <a:pt x="774" y="2229"/>
                  </a:lnTo>
                  <a:cubicBezTo>
                    <a:pt x="1083" y="2229"/>
                    <a:pt x="1333" y="1981"/>
                    <a:pt x="1333" y="1672"/>
                  </a:cubicBezTo>
                  <a:lnTo>
                    <a:pt x="1333" y="557"/>
                  </a:lnTo>
                  <a:cubicBezTo>
                    <a:pt x="1333" y="249"/>
                    <a:pt x="1083" y="0"/>
                    <a:pt x="774"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12"/>
            <p:cNvSpPr/>
            <p:nvPr/>
          </p:nvSpPr>
          <p:spPr>
            <a:xfrm>
              <a:off x="5578053" y="1944523"/>
              <a:ext cx="144800" cy="164028"/>
            </a:xfrm>
            <a:custGeom>
              <a:rect b="b" l="l" r="r" t="t"/>
              <a:pathLst>
                <a:path extrusionOk="0" h="6313" w="5573">
                  <a:moveTo>
                    <a:pt x="0" y="1"/>
                  </a:moveTo>
                  <a:lnTo>
                    <a:pt x="0" y="3525"/>
                  </a:lnTo>
                  <a:cubicBezTo>
                    <a:pt x="0" y="5066"/>
                    <a:pt x="1246" y="6313"/>
                    <a:pt x="2785" y="6313"/>
                  </a:cubicBezTo>
                  <a:cubicBezTo>
                    <a:pt x="4324" y="6313"/>
                    <a:pt x="5573" y="5066"/>
                    <a:pt x="5573" y="3525"/>
                  </a:cubicBezTo>
                  <a:lnTo>
                    <a:pt x="5573"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12"/>
            <p:cNvSpPr/>
            <p:nvPr/>
          </p:nvSpPr>
          <p:spPr>
            <a:xfrm>
              <a:off x="5614896" y="2000593"/>
              <a:ext cx="13121" cy="20396"/>
            </a:xfrm>
            <a:custGeom>
              <a:rect b="b" l="l" r="r" t="t"/>
              <a:pathLst>
                <a:path extrusionOk="0" h="785" w="505">
                  <a:moveTo>
                    <a:pt x="254" y="1"/>
                  </a:moveTo>
                  <a:cubicBezTo>
                    <a:pt x="113" y="1"/>
                    <a:pt x="1" y="113"/>
                    <a:pt x="1" y="254"/>
                  </a:cubicBezTo>
                  <a:lnTo>
                    <a:pt x="1" y="531"/>
                  </a:lnTo>
                  <a:cubicBezTo>
                    <a:pt x="1" y="672"/>
                    <a:pt x="113" y="784"/>
                    <a:pt x="254" y="784"/>
                  </a:cubicBezTo>
                  <a:cubicBezTo>
                    <a:pt x="393" y="784"/>
                    <a:pt x="505" y="672"/>
                    <a:pt x="505" y="531"/>
                  </a:cubicBezTo>
                  <a:lnTo>
                    <a:pt x="505" y="254"/>
                  </a:lnTo>
                  <a:cubicBezTo>
                    <a:pt x="505" y="113"/>
                    <a:pt x="393"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12"/>
            <p:cNvSpPr/>
            <p:nvPr/>
          </p:nvSpPr>
          <p:spPr>
            <a:xfrm>
              <a:off x="5672811" y="2000593"/>
              <a:ext cx="13199" cy="20396"/>
            </a:xfrm>
            <a:custGeom>
              <a:rect b="b" l="l" r="r" t="t"/>
              <a:pathLst>
                <a:path extrusionOk="0" h="785" w="508">
                  <a:moveTo>
                    <a:pt x="254" y="1"/>
                  </a:moveTo>
                  <a:cubicBezTo>
                    <a:pt x="115" y="1"/>
                    <a:pt x="0" y="113"/>
                    <a:pt x="0" y="254"/>
                  </a:cubicBezTo>
                  <a:lnTo>
                    <a:pt x="0" y="531"/>
                  </a:lnTo>
                  <a:cubicBezTo>
                    <a:pt x="0" y="672"/>
                    <a:pt x="115" y="784"/>
                    <a:pt x="254" y="784"/>
                  </a:cubicBezTo>
                  <a:cubicBezTo>
                    <a:pt x="392" y="784"/>
                    <a:pt x="507" y="672"/>
                    <a:pt x="507" y="531"/>
                  </a:cubicBezTo>
                  <a:lnTo>
                    <a:pt x="507" y="254"/>
                  </a:lnTo>
                  <a:cubicBezTo>
                    <a:pt x="507" y="113"/>
                    <a:pt x="392"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12"/>
            <p:cNvSpPr/>
            <p:nvPr/>
          </p:nvSpPr>
          <p:spPr>
            <a:xfrm>
              <a:off x="5630381" y="2036838"/>
              <a:ext cx="40065" cy="20318"/>
            </a:xfrm>
            <a:custGeom>
              <a:rect b="b" l="l" r="r" t="t"/>
              <a:pathLst>
                <a:path extrusionOk="0" h="782" w="1542">
                  <a:moveTo>
                    <a:pt x="288" y="0"/>
                  </a:moveTo>
                  <a:cubicBezTo>
                    <a:pt x="245" y="0"/>
                    <a:pt x="202" y="11"/>
                    <a:pt x="162" y="35"/>
                  </a:cubicBezTo>
                  <a:cubicBezTo>
                    <a:pt x="42" y="103"/>
                    <a:pt x="0" y="257"/>
                    <a:pt x="71" y="380"/>
                  </a:cubicBezTo>
                  <a:cubicBezTo>
                    <a:pt x="215" y="628"/>
                    <a:pt x="484" y="782"/>
                    <a:pt x="771" y="782"/>
                  </a:cubicBezTo>
                  <a:cubicBezTo>
                    <a:pt x="1058" y="782"/>
                    <a:pt x="1328" y="628"/>
                    <a:pt x="1474" y="380"/>
                  </a:cubicBezTo>
                  <a:cubicBezTo>
                    <a:pt x="1542" y="257"/>
                    <a:pt x="1503" y="103"/>
                    <a:pt x="1380" y="35"/>
                  </a:cubicBezTo>
                  <a:cubicBezTo>
                    <a:pt x="1340" y="11"/>
                    <a:pt x="1297" y="0"/>
                    <a:pt x="1254" y="0"/>
                  </a:cubicBezTo>
                  <a:cubicBezTo>
                    <a:pt x="1167" y="0"/>
                    <a:pt x="1082" y="46"/>
                    <a:pt x="1035" y="126"/>
                  </a:cubicBezTo>
                  <a:cubicBezTo>
                    <a:pt x="983" y="220"/>
                    <a:pt x="881" y="278"/>
                    <a:pt x="771" y="278"/>
                  </a:cubicBezTo>
                  <a:cubicBezTo>
                    <a:pt x="664" y="278"/>
                    <a:pt x="562" y="220"/>
                    <a:pt x="507" y="126"/>
                  </a:cubicBezTo>
                  <a:cubicBezTo>
                    <a:pt x="460" y="46"/>
                    <a:pt x="375" y="0"/>
                    <a:pt x="288" y="0"/>
                  </a:cubicBezTo>
                  <a:close/>
                </a:path>
              </a:pathLst>
            </a:custGeom>
            <a:solidFill>
              <a:srgbClr val="FF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12"/>
            <p:cNvSpPr/>
            <p:nvPr/>
          </p:nvSpPr>
          <p:spPr>
            <a:xfrm>
              <a:off x="5607647" y="2154695"/>
              <a:ext cx="85612" cy="57915"/>
            </a:xfrm>
            <a:custGeom>
              <a:rect b="b" l="l" r="r" t="t"/>
              <a:pathLst>
                <a:path extrusionOk="0" h="2229" w="3295">
                  <a:moveTo>
                    <a:pt x="0" y="0"/>
                  </a:moveTo>
                  <a:lnTo>
                    <a:pt x="1646" y="2229"/>
                  </a:lnTo>
                  <a:lnTo>
                    <a:pt x="32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12"/>
            <p:cNvSpPr/>
            <p:nvPr/>
          </p:nvSpPr>
          <p:spPr>
            <a:xfrm>
              <a:off x="5572337" y="1917163"/>
              <a:ext cx="109516" cy="61059"/>
            </a:xfrm>
            <a:custGeom>
              <a:rect b="b" l="l" r="r" t="t"/>
              <a:pathLst>
                <a:path extrusionOk="0" h="2350" w="4215">
                  <a:moveTo>
                    <a:pt x="220" y="1"/>
                  </a:moveTo>
                  <a:lnTo>
                    <a:pt x="1" y="1234"/>
                  </a:lnTo>
                  <a:lnTo>
                    <a:pt x="220" y="2349"/>
                  </a:lnTo>
                  <a:lnTo>
                    <a:pt x="2543" y="2349"/>
                  </a:lnTo>
                  <a:cubicBezTo>
                    <a:pt x="3465" y="2349"/>
                    <a:pt x="4215" y="1600"/>
                    <a:pt x="4215" y="677"/>
                  </a:cubicBezTo>
                  <a:lnTo>
                    <a:pt x="42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12"/>
            <p:cNvSpPr/>
            <p:nvPr/>
          </p:nvSpPr>
          <p:spPr>
            <a:xfrm>
              <a:off x="5679384" y="1936910"/>
              <a:ext cx="45106" cy="41312"/>
            </a:xfrm>
            <a:custGeom>
              <a:rect b="b" l="l" r="r" t="t"/>
              <a:pathLst>
                <a:path extrusionOk="0" h="1590" w="1736">
                  <a:moveTo>
                    <a:pt x="1" y="1"/>
                  </a:moveTo>
                  <a:lnTo>
                    <a:pt x="1" y="474"/>
                  </a:lnTo>
                  <a:cubicBezTo>
                    <a:pt x="1" y="1090"/>
                    <a:pt x="500" y="1589"/>
                    <a:pt x="1116" y="1589"/>
                  </a:cubicBezTo>
                  <a:lnTo>
                    <a:pt x="1673" y="1589"/>
                  </a:lnTo>
                  <a:lnTo>
                    <a:pt x="1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12"/>
            <p:cNvSpPr/>
            <p:nvPr/>
          </p:nvSpPr>
          <p:spPr>
            <a:xfrm>
              <a:off x="5659300" y="1891311"/>
              <a:ext cx="78025" cy="86911"/>
            </a:xfrm>
            <a:custGeom>
              <a:rect b="b" l="l" r="r" t="t"/>
              <a:pathLst>
                <a:path extrusionOk="0" h="3345" w="3003">
                  <a:moveTo>
                    <a:pt x="0" y="0"/>
                  </a:moveTo>
                  <a:cubicBezTo>
                    <a:pt x="1231" y="0"/>
                    <a:pt x="2229" y="998"/>
                    <a:pt x="2229" y="2229"/>
                  </a:cubicBezTo>
                  <a:lnTo>
                    <a:pt x="2229" y="3344"/>
                  </a:lnTo>
                  <a:lnTo>
                    <a:pt x="3002" y="3344"/>
                  </a:lnTo>
                  <a:lnTo>
                    <a:pt x="3002" y="2229"/>
                  </a:lnTo>
                  <a:cubicBezTo>
                    <a:pt x="3002" y="998"/>
                    <a:pt x="2004"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12"/>
            <p:cNvSpPr/>
            <p:nvPr/>
          </p:nvSpPr>
          <p:spPr>
            <a:xfrm>
              <a:off x="5587952" y="2137521"/>
              <a:ext cx="125002" cy="75089"/>
            </a:xfrm>
            <a:custGeom>
              <a:rect b="b" l="l" r="r" t="t"/>
              <a:pathLst>
                <a:path extrusionOk="0" h="2890" w="4811">
                  <a:moveTo>
                    <a:pt x="1012" y="0"/>
                  </a:moveTo>
                  <a:lnTo>
                    <a:pt x="115" y="980"/>
                  </a:lnTo>
                  <a:cubicBezTo>
                    <a:pt x="0" y="1105"/>
                    <a:pt x="24" y="1304"/>
                    <a:pt x="168" y="1398"/>
                  </a:cubicBezTo>
                  <a:lnTo>
                    <a:pt x="2404" y="2890"/>
                  </a:lnTo>
                  <a:lnTo>
                    <a:pt x="2404" y="2890"/>
                  </a:lnTo>
                  <a:lnTo>
                    <a:pt x="1012" y="0"/>
                  </a:lnTo>
                  <a:close/>
                  <a:moveTo>
                    <a:pt x="3799" y="0"/>
                  </a:moveTo>
                  <a:lnTo>
                    <a:pt x="2404" y="2890"/>
                  </a:lnTo>
                  <a:lnTo>
                    <a:pt x="4643" y="1398"/>
                  </a:lnTo>
                  <a:cubicBezTo>
                    <a:pt x="4784" y="1304"/>
                    <a:pt x="4810" y="1105"/>
                    <a:pt x="4693" y="980"/>
                  </a:cubicBezTo>
                  <a:lnTo>
                    <a:pt x="37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12"/>
            <p:cNvSpPr/>
            <p:nvPr/>
          </p:nvSpPr>
          <p:spPr>
            <a:xfrm>
              <a:off x="5757254" y="2113149"/>
              <a:ext cx="57187" cy="62670"/>
            </a:xfrm>
            <a:custGeom>
              <a:rect b="b" l="l" r="r" t="t"/>
              <a:pathLst>
                <a:path extrusionOk="0" h="2412" w="2201">
                  <a:moveTo>
                    <a:pt x="0" y="0"/>
                  </a:moveTo>
                  <a:lnTo>
                    <a:pt x="0" y="1320"/>
                  </a:lnTo>
                  <a:cubicBezTo>
                    <a:pt x="0" y="1725"/>
                    <a:pt x="327" y="2051"/>
                    <a:pt x="732" y="2051"/>
                  </a:cubicBezTo>
                  <a:lnTo>
                    <a:pt x="732" y="2412"/>
                  </a:lnTo>
                  <a:lnTo>
                    <a:pt x="2200" y="2412"/>
                  </a:lnTo>
                  <a:lnTo>
                    <a:pt x="2200"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12"/>
            <p:cNvSpPr/>
            <p:nvPr/>
          </p:nvSpPr>
          <p:spPr>
            <a:xfrm>
              <a:off x="5759021" y="2166439"/>
              <a:ext cx="72465" cy="72439"/>
            </a:xfrm>
            <a:custGeom>
              <a:rect b="b" l="l" r="r" t="t"/>
              <a:pathLst>
                <a:path extrusionOk="0" h="2788" w="2789">
                  <a:moveTo>
                    <a:pt x="262" y="0"/>
                  </a:moveTo>
                  <a:cubicBezTo>
                    <a:pt x="118" y="0"/>
                    <a:pt x="0" y="118"/>
                    <a:pt x="0" y="261"/>
                  </a:cubicBezTo>
                  <a:lnTo>
                    <a:pt x="0" y="2265"/>
                  </a:lnTo>
                  <a:cubicBezTo>
                    <a:pt x="0" y="2553"/>
                    <a:pt x="235" y="2788"/>
                    <a:pt x="523" y="2788"/>
                  </a:cubicBezTo>
                  <a:lnTo>
                    <a:pt x="2265" y="2788"/>
                  </a:lnTo>
                  <a:cubicBezTo>
                    <a:pt x="2553" y="2788"/>
                    <a:pt x="2788" y="2553"/>
                    <a:pt x="2788" y="2265"/>
                  </a:cubicBezTo>
                  <a:lnTo>
                    <a:pt x="2788" y="261"/>
                  </a:lnTo>
                  <a:cubicBezTo>
                    <a:pt x="2788" y="118"/>
                    <a:pt x="2670" y="0"/>
                    <a:pt x="2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12"/>
            <p:cNvSpPr/>
            <p:nvPr/>
          </p:nvSpPr>
          <p:spPr>
            <a:xfrm>
              <a:off x="5797371" y="2166439"/>
              <a:ext cx="34115" cy="72439"/>
            </a:xfrm>
            <a:custGeom>
              <a:rect b="b" l="l" r="r" t="t"/>
              <a:pathLst>
                <a:path extrusionOk="0" h="2788" w="1313">
                  <a:moveTo>
                    <a:pt x="270" y="0"/>
                  </a:moveTo>
                  <a:cubicBezTo>
                    <a:pt x="418" y="0"/>
                    <a:pt x="539" y="120"/>
                    <a:pt x="539" y="269"/>
                  </a:cubicBezTo>
                  <a:lnTo>
                    <a:pt x="539" y="2250"/>
                  </a:lnTo>
                  <a:cubicBezTo>
                    <a:pt x="539" y="2547"/>
                    <a:pt x="298" y="2788"/>
                    <a:pt x="0" y="2788"/>
                  </a:cubicBezTo>
                  <a:lnTo>
                    <a:pt x="774" y="2788"/>
                  </a:lnTo>
                  <a:cubicBezTo>
                    <a:pt x="1072" y="2788"/>
                    <a:pt x="1312" y="2547"/>
                    <a:pt x="1312" y="2250"/>
                  </a:cubicBezTo>
                  <a:lnTo>
                    <a:pt x="1312" y="269"/>
                  </a:lnTo>
                  <a:cubicBezTo>
                    <a:pt x="1312" y="120"/>
                    <a:pt x="1192"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12"/>
            <p:cNvSpPr/>
            <p:nvPr/>
          </p:nvSpPr>
          <p:spPr>
            <a:xfrm>
              <a:off x="5750862" y="2065081"/>
              <a:ext cx="39597" cy="63371"/>
            </a:xfrm>
            <a:custGeom>
              <a:rect b="b" l="l" r="r" t="t"/>
              <a:pathLst>
                <a:path extrusionOk="0" h="2439" w="1524">
                  <a:moveTo>
                    <a:pt x="732" y="1"/>
                  </a:moveTo>
                  <a:cubicBezTo>
                    <a:pt x="330" y="1"/>
                    <a:pt x="1" y="327"/>
                    <a:pt x="1" y="732"/>
                  </a:cubicBezTo>
                  <a:lnTo>
                    <a:pt x="1" y="1707"/>
                  </a:lnTo>
                  <a:cubicBezTo>
                    <a:pt x="1" y="2112"/>
                    <a:pt x="330" y="2438"/>
                    <a:pt x="732" y="2438"/>
                  </a:cubicBezTo>
                  <a:cubicBezTo>
                    <a:pt x="819" y="2438"/>
                    <a:pt x="902" y="2425"/>
                    <a:pt x="978" y="2396"/>
                  </a:cubicBezTo>
                  <a:lnTo>
                    <a:pt x="1524" y="2396"/>
                  </a:lnTo>
                  <a:lnTo>
                    <a:pt x="1524" y="123"/>
                  </a:lnTo>
                  <a:lnTo>
                    <a:pt x="1140" y="123"/>
                  </a:lnTo>
                  <a:cubicBezTo>
                    <a:pt x="1025" y="45"/>
                    <a:pt x="884" y="1"/>
                    <a:pt x="732"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12"/>
            <p:cNvSpPr/>
            <p:nvPr/>
          </p:nvSpPr>
          <p:spPr>
            <a:xfrm>
              <a:off x="5775779" y="2065081"/>
              <a:ext cx="63839" cy="101384"/>
            </a:xfrm>
            <a:custGeom>
              <a:rect b="b" l="l" r="r" t="t"/>
              <a:pathLst>
                <a:path extrusionOk="0" h="3902" w="2457">
                  <a:moveTo>
                    <a:pt x="518" y="1"/>
                  </a:moveTo>
                  <a:cubicBezTo>
                    <a:pt x="265" y="1"/>
                    <a:pt x="42" y="191"/>
                    <a:pt x="19" y="445"/>
                  </a:cubicBezTo>
                  <a:cubicBezTo>
                    <a:pt x="1" y="669"/>
                    <a:pt x="134" y="868"/>
                    <a:pt x="330" y="944"/>
                  </a:cubicBezTo>
                  <a:cubicBezTo>
                    <a:pt x="343" y="949"/>
                    <a:pt x="353" y="962"/>
                    <a:pt x="353" y="975"/>
                  </a:cubicBezTo>
                  <a:cubicBezTo>
                    <a:pt x="353" y="991"/>
                    <a:pt x="343" y="1004"/>
                    <a:pt x="330" y="1009"/>
                  </a:cubicBezTo>
                  <a:cubicBezTo>
                    <a:pt x="147" y="1080"/>
                    <a:pt x="19" y="1257"/>
                    <a:pt x="19" y="1464"/>
                  </a:cubicBezTo>
                  <a:cubicBezTo>
                    <a:pt x="19" y="1670"/>
                    <a:pt x="147" y="1848"/>
                    <a:pt x="330" y="1918"/>
                  </a:cubicBezTo>
                  <a:cubicBezTo>
                    <a:pt x="343" y="1923"/>
                    <a:pt x="353" y="1936"/>
                    <a:pt x="353" y="1952"/>
                  </a:cubicBezTo>
                  <a:cubicBezTo>
                    <a:pt x="353" y="1965"/>
                    <a:pt x="343" y="1978"/>
                    <a:pt x="330" y="1984"/>
                  </a:cubicBezTo>
                  <a:cubicBezTo>
                    <a:pt x="144" y="2057"/>
                    <a:pt x="11" y="2240"/>
                    <a:pt x="19" y="2454"/>
                  </a:cubicBezTo>
                  <a:cubicBezTo>
                    <a:pt x="27" y="2720"/>
                    <a:pt x="254" y="2927"/>
                    <a:pt x="521" y="2927"/>
                  </a:cubicBezTo>
                  <a:cubicBezTo>
                    <a:pt x="539" y="2927"/>
                    <a:pt x="555" y="2942"/>
                    <a:pt x="555" y="2961"/>
                  </a:cubicBezTo>
                  <a:lnTo>
                    <a:pt x="555" y="2979"/>
                  </a:lnTo>
                  <a:cubicBezTo>
                    <a:pt x="555" y="2992"/>
                    <a:pt x="547" y="3005"/>
                    <a:pt x="534" y="3010"/>
                  </a:cubicBezTo>
                  <a:cubicBezTo>
                    <a:pt x="364" y="3091"/>
                    <a:pt x="249" y="3240"/>
                    <a:pt x="262" y="3449"/>
                  </a:cubicBezTo>
                  <a:cubicBezTo>
                    <a:pt x="280" y="3708"/>
                    <a:pt x="505" y="3901"/>
                    <a:pt x="764" y="3901"/>
                  </a:cubicBezTo>
                  <a:lnTo>
                    <a:pt x="1482" y="3901"/>
                  </a:lnTo>
                  <a:cubicBezTo>
                    <a:pt x="2020" y="3901"/>
                    <a:pt x="2457" y="3465"/>
                    <a:pt x="2457" y="2927"/>
                  </a:cubicBezTo>
                  <a:lnTo>
                    <a:pt x="2457" y="975"/>
                  </a:lnTo>
                  <a:cubicBezTo>
                    <a:pt x="2457" y="437"/>
                    <a:pt x="2020" y="1"/>
                    <a:pt x="1482"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12"/>
            <p:cNvSpPr/>
            <p:nvPr/>
          </p:nvSpPr>
          <p:spPr>
            <a:xfrm>
              <a:off x="5794123" y="2065081"/>
              <a:ext cx="45495" cy="101384"/>
            </a:xfrm>
            <a:custGeom>
              <a:rect b="b" l="l" r="r" t="t"/>
              <a:pathLst>
                <a:path extrusionOk="0" h="3902" w="1751">
                  <a:moveTo>
                    <a:pt x="0" y="1"/>
                  </a:moveTo>
                  <a:cubicBezTo>
                    <a:pt x="541" y="1"/>
                    <a:pt x="977" y="437"/>
                    <a:pt x="977" y="975"/>
                  </a:cubicBezTo>
                  <a:lnTo>
                    <a:pt x="977" y="2927"/>
                  </a:lnTo>
                  <a:cubicBezTo>
                    <a:pt x="977" y="3454"/>
                    <a:pt x="559" y="3883"/>
                    <a:pt x="37" y="3901"/>
                  </a:cubicBezTo>
                  <a:lnTo>
                    <a:pt x="776" y="3901"/>
                  </a:lnTo>
                  <a:cubicBezTo>
                    <a:pt x="1314" y="3901"/>
                    <a:pt x="1751" y="3465"/>
                    <a:pt x="1751" y="2927"/>
                  </a:cubicBezTo>
                  <a:lnTo>
                    <a:pt x="1751" y="975"/>
                  </a:lnTo>
                  <a:cubicBezTo>
                    <a:pt x="1751" y="437"/>
                    <a:pt x="1314" y="1"/>
                    <a:pt x="776"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12"/>
            <p:cNvSpPr/>
            <p:nvPr/>
          </p:nvSpPr>
          <p:spPr>
            <a:xfrm>
              <a:off x="5777832" y="2083893"/>
              <a:ext cx="34894" cy="13121"/>
            </a:xfrm>
            <a:custGeom>
              <a:rect b="b" l="l" r="r" t="t"/>
              <a:pathLst>
                <a:path extrusionOk="0" h="505" w="1343">
                  <a:moveTo>
                    <a:pt x="0" y="0"/>
                  </a:moveTo>
                  <a:cubicBezTo>
                    <a:pt x="55" y="100"/>
                    <a:pt x="144" y="178"/>
                    <a:pt x="251" y="220"/>
                  </a:cubicBezTo>
                  <a:cubicBezTo>
                    <a:pt x="264" y="225"/>
                    <a:pt x="274" y="238"/>
                    <a:pt x="274" y="251"/>
                  </a:cubicBezTo>
                  <a:cubicBezTo>
                    <a:pt x="274" y="267"/>
                    <a:pt x="264" y="280"/>
                    <a:pt x="251" y="285"/>
                  </a:cubicBezTo>
                  <a:cubicBezTo>
                    <a:pt x="144" y="327"/>
                    <a:pt x="55" y="405"/>
                    <a:pt x="0" y="504"/>
                  </a:cubicBezTo>
                  <a:lnTo>
                    <a:pt x="1092" y="504"/>
                  </a:lnTo>
                  <a:cubicBezTo>
                    <a:pt x="1231" y="504"/>
                    <a:pt x="1343" y="392"/>
                    <a:pt x="1343" y="251"/>
                  </a:cubicBezTo>
                  <a:cubicBezTo>
                    <a:pt x="1343" y="113"/>
                    <a:pt x="1231" y="0"/>
                    <a:pt x="109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12"/>
            <p:cNvSpPr/>
            <p:nvPr/>
          </p:nvSpPr>
          <p:spPr>
            <a:xfrm>
              <a:off x="5777832" y="2109200"/>
              <a:ext cx="34894" cy="13121"/>
            </a:xfrm>
            <a:custGeom>
              <a:rect b="b" l="l" r="r" t="t"/>
              <a:pathLst>
                <a:path extrusionOk="0" h="505" w="1343">
                  <a:moveTo>
                    <a:pt x="0" y="1"/>
                  </a:moveTo>
                  <a:cubicBezTo>
                    <a:pt x="55" y="100"/>
                    <a:pt x="144" y="178"/>
                    <a:pt x="251" y="220"/>
                  </a:cubicBezTo>
                  <a:cubicBezTo>
                    <a:pt x="264" y="225"/>
                    <a:pt x="274" y="238"/>
                    <a:pt x="274" y="254"/>
                  </a:cubicBezTo>
                  <a:cubicBezTo>
                    <a:pt x="274" y="267"/>
                    <a:pt x="264" y="280"/>
                    <a:pt x="251" y="286"/>
                  </a:cubicBezTo>
                  <a:cubicBezTo>
                    <a:pt x="144" y="327"/>
                    <a:pt x="55" y="406"/>
                    <a:pt x="0" y="505"/>
                  </a:cubicBezTo>
                  <a:lnTo>
                    <a:pt x="1092" y="505"/>
                  </a:lnTo>
                  <a:cubicBezTo>
                    <a:pt x="1231" y="505"/>
                    <a:pt x="1343" y="393"/>
                    <a:pt x="1343" y="254"/>
                  </a:cubicBezTo>
                  <a:cubicBezTo>
                    <a:pt x="1343" y="113"/>
                    <a:pt x="1231" y="1"/>
                    <a:pt x="1092"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12"/>
            <p:cNvSpPr/>
            <p:nvPr/>
          </p:nvSpPr>
          <p:spPr>
            <a:xfrm>
              <a:off x="5777884" y="2134585"/>
              <a:ext cx="34843" cy="13147"/>
            </a:xfrm>
            <a:custGeom>
              <a:rect b="b" l="l" r="r" t="t"/>
              <a:pathLst>
                <a:path extrusionOk="0" h="506" w="1341">
                  <a:moveTo>
                    <a:pt x="1" y="1"/>
                  </a:moveTo>
                  <a:cubicBezTo>
                    <a:pt x="87" y="150"/>
                    <a:pt x="254" y="252"/>
                    <a:pt x="440" y="252"/>
                  </a:cubicBezTo>
                  <a:cubicBezTo>
                    <a:pt x="458" y="252"/>
                    <a:pt x="474" y="267"/>
                    <a:pt x="474" y="286"/>
                  </a:cubicBezTo>
                  <a:lnTo>
                    <a:pt x="474" y="304"/>
                  </a:lnTo>
                  <a:cubicBezTo>
                    <a:pt x="474" y="317"/>
                    <a:pt x="466" y="330"/>
                    <a:pt x="453" y="335"/>
                  </a:cubicBezTo>
                  <a:cubicBezTo>
                    <a:pt x="369" y="374"/>
                    <a:pt x="298" y="432"/>
                    <a:pt x="251" y="505"/>
                  </a:cubicBezTo>
                  <a:lnTo>
                    <a:pt x="1090" y="505"/>
                  </a:lnTo>
                  <a:cubicBezTo>
                    <a:pt x="1229" y="505"/>
                    <a:pt x="1341" y="390"/>
                    <a:pt x="1341" y="252"/>
                  </a:cubicBezTo>
                  <a:cubicBezTo>
                    <a:pt x="1341" y="113"/>
                    <a:pt x="1229" y="1"/>
                    <a:pt x="1090"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112"/>
          <p:cNvGrpSpPr/>
          <p:nvPr/>
        </p:nvGrpSpPr>
        <p:grpSpPr>
          <a:xfrm>
            <a:off x="3439807" y="2521437"/>
            <a:ext cx="376486" cy="434479"/>
            <a:chOff x="6330194" y="2471162"/>
            <a:chExt cx="376486" cy="434479"/>
          </a:xfrm>
        </p:grpSpPr>
        <p:sp>
          <p:nvSpPr>
            <p:cNvPr id="9246" name="Google Shape;9246;p112"/>
            <p:cNvSpPr/>
            <p:nvPr/>
          </p:nvSpPr>
          <p:spPr>
            <a:xfrm>
              <a:off x="6330194" y="2547187"/>
              <a:ext cx="376486" cy="358455"/>
            </a:xfrm>
            <a:custGeom>
              <a:rect b="b" l="l" r="r" t="t"/>
              <a:pathLst>
                <a:path extrusionOk="0" h="13796" w="14490">
                  <a:moveTo>
                    <a:pt x="7245" y="0"/>
                  </a:moveTo>
                  <a:lnTo>
                    <a:pt x="0" y="2370"/>
                  </a:lnTo>
                  <a:lnTo>
                    <a:pt x="0" y="12719"/>
                  </a:lnTo>
                  <a:cubicBezTo>
                    <a:pt x="0" y="13314"/>
                    <a:pt x="481" y="13795"/>
                    <a:pt x="1077" y="13795"/>
                  </a:cubicBezTo>
                  <a:lnTo>
                    <a:pt x="13413" y="13795"/>
                  </a:lnTo>
                  <a:cubicBezTo>
                    <a:pt x="14009" y="13795"/>
                    <a:pt x="14490" y="13314"/>
                    <a:pt x="14490" y="12719"/>
                  </a:cubicBezTo>
                  <a:lnTo>
                    <a:pt x="14490" y="2370"/>
                  </a:lnTo>
                  <a:lnTo>
                    <a:pt x="7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12"/>
            <p:cNvSpPr/>
            <p:nvPr/>
          </p:nvSpPr>
          <p:spPr>
            <a:xfrm>
              <a:off x="6658613" y="2602166"/>
              <a:ext cx="48068" cy="303476"/>
            </a:xfrm>
            <a:custGeom>
              <a:rect b="b" l="l" r="r" t="t"/>
              <a:pathLst>
                <a:path extrusionOk="0" h="11680" w="1850">
                  <a:moveTo>
                    <a:pt x="1076" y="1"/>
                  </a:moveTo>
                  <a:lnTo>
                    <a:pt x="1076" y="10603"/>
                  </a:lnTo>
                  <a:cubicBezTo>
                    <a:pt x="1076" y="11198"/>
                    <a:pt x="596" y="11679"/>
                    <a:pt x="0" y="11679"/>
                  </a:cubicBezTo>
                  <a:lnTo>
                    <a:pt x="773" y="11679"/>
                  </a:lnTo>
                  <a:cubicBezTo>
                    <a:pt x="1369" y="11679"/>
                    <a:pt x="1850" y="11198"/>
                    <a:pt x="1850" y="10603"/>
                  </a:cubicBezTo>
                  <a:lnTo>
                    <a:pt x="1850" y="254"/>
                  </a:lnTo>
                  <a:lnTo>
                    <a:pt x="10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12"/>
            <p:cNvSpPr/>
            <p:nvPr/>
          </p:nvSpPr>
          <p:spPr>
            <a:xfrm>
              <a:off x="6590851" y="2637736"/>
              <a:ext cx="86911" cy="86911"/>
            </a:xfrm>
            <a:custGeom>
              <a:rect b="b" l="l" r="r" t="t"/>
              <a:pathLst>
                <a:path extrusionOk="0" h="3345" w="3345">
                  <a:moveTo>
                    <a:pt x="557" y="1"/>
                  </a:moveTo>
                  <a:cubicBezTo>
                    <a:pt x="249" y="1"/>
                    <a:pt x="1" y="249"/>
                    <a:pt x="1" y="557"/>
                  </a:cubicBezTo>
                  <a:lnTo>
                    <a:pt x="1" y="2786"/>
                  </a:lnTo>
                  <a:cubicBezTo>
                    <a:pt x="1" y="3094"/>
                    <a:pt x="249" y="3345"/>
                    <a:pt x="557" y="3345"/>
                  </a:cubicBezTo>
                  <a:lnTo>
                    <a:pt x="2786" y="3345"/>
                  </a:lnTo>
                  <a:cubicBezTo>
                    <a:pt x="3094" y="3345"/>
                    <a:pt x="3345" y="3094"/>
                    <a:pt x="3345" y="2786"/>
                  </a:cubicBezTo>
                  <a:lnTo>
                    <a:pt x="3345" y="557"/>
                  </a:lnTo>
                  <a:cubicBezTo>
                    <a:pt x="3345" y="249"/>
                    <a:pt x="3094" y="1"/>
                    <a:pt x="27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12"/>
            <p:cNvSpPr/>
            <p:nvPr/>
          </p:nvSpPr>
          <p:spPr>
            <a:xfrm>
              <a:off x="6643127" y="2637723"/>
              <a:ext cx="34635" cy="86911"/>
            </a:xfrm>
            <a:custGeom>
              <a:rect b="b" l="l" r="r" t="t"/>
              <a:pathLst>
                <a:path extrusionOk="0" h="3345" w="1333">
                  <a:moveTo>
                    <a:pt x="0" y="1"/>
                  </a:moveTo>
                  <a:cubicBezTo>
                    <a:pt x="309" y="1"/>
                    <a:pt x="557" y="249"/>
                    <a:pt x="557" y="557"/>
                  </a:cubicBezTo>
                  <a:lnTo>
                    <a:pt x="557" y="2786"/>
                  </a:lnTo>
                  <a:cubicBezTo>
                    <a:pt x="557" y="3094"/>
                    <a:pt x="309" y="3345"/>
                    <a:pt x="0" y="3345"/>
                  </a:cubicBezTo>
                  <a:lnTo>
                    <a:pt x="774" y="3345"/>
                  </a:lnTo>
                  <a:cubicBezTo>
                    <a:pt x="1082" y="3345"/>
                    <a:pt x="1333" y="3094"/>
                    <a:pt x="1333" y="2786"/>
                  </a:cubicBezTo>
                  <a:lnTo>
                    <a:pt x="1333" y="557"/>
                  </a:lnTo>
                  <a:cubicBezTo>
                    <a:pt x="1333" y="249"/>
                    <a:pt x="1082"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12"/>
            <p:cNvSpPr/>
            <p:nvPr/>
          </p:nvSpPr>
          <p:spPr>
            <a:xfrm>
              <a:off x="6474969" y="2637736"/>
              <a:ext cx="86937" cy="86911"/>
            </a:xfrm>
            <a:custGeom>
              <a:rect b="b" l="l" r="r" t="t"/>
              <a:pathLst>
                <a:path extrusionOk="0" h="3345" w="3346">
                  <a:moveTo>
                    <a:pt x="557" y="1"/>
                  </a:moveTo>
                  <a:cubicBezTo>
                    <a:pt x="252" y="1"/>
                    <a:pt x="1" y="249"/>
                    <a:pt x="1" y="557"/>
                  </a:cubicBezTo>
                  <a:lnTo>
                    <a:pt x="1" y="2786"/>
                  </a:lnTo>
                  <a:cubicBezTo>
                    <a:pt x="1" y="3094"/>
                    <a:pt x="252" y="3345"/>
                    <a:pt x="557" y="3345"/>
                  </a:cubicBezTo>
                  <a:lnTo>
                    <a:pt x="2789" y="3345"/>
                  </a:lnTo>
                  <a:cubicBezTo>
                    <a:pt x="3094" y="3345"/>
                    <a:pt x="3345" y="3094"/>
                    <a:pt x="3345" y="2786"/>
                  </a:cubicBezTo>
                  <a:lnTo>
                    <a:pt x="3345" y="557"/>
                  </a:lnTo>
                  <a:cubicBezTo>
                    <a:pt x="3345" y="249"/>
                    <a:pt x="3094" y="1"/>
                    <a:pt x="27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12"/>
            <p:cNvSpPr/>
            <p:nvPr/>
          </p:nvSpPr>
          <p:spPr>
            <a:xfrm>
              <a:off x="6527245" y="2637736"/>
              <a:ext cx="34661" cy="86911"/>
            </a:xfrm>
            <a:custGeom>
              <a:rect b="b" l="l" r="r" t="t"/>
              <a:pathLst>
                <a:path extrusionOk="0" h="3345" w="1334">
                  <a:moveTo>
                    <a:pt x="1" y="1"/>
                  </a:moveTo>
                  <a:cubicBezTo>
                    <a:pt x="309" y="1"/>
                    <a:pt x="560" y="249"/>
                    <a:pt x="560" y="557"/>
                  </a:cubicBezTo>
                  <a:lnTo>
                    <a:pt x="560" y="2786"/>
                  </a:lnTo>
                  <a:cubicBezTo>
                    <a:pt x="560" y="3094"/>
                    <a:pt x="309" y="3345"/>
                    <a:pt x="1" y="3345"/>
                  </a:cubicBezTo>
                  <a:lnTo>
                    <a:pt x="777" y="3345"/>
                  </a:lnTo>
                  <a:cubicBezTo>
                    <a:pt x="1082" y="3345"/>
                    <a:pt x="1333" y="3094"/>
                    <a:pt x="1333" y="2786"/>
                  </a:cubicBezTo>
                  <a:lnTo>
                    <a:pt x="1333" y="557"/>
                  </a:lnTo>
                  <a:cubicBezTo>
                    <a:pt x="1333" y="249"/>
                    <a:pt x="1082" y="1"/>
                    <a:pt x="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12"/>
            <p:cNvSpPr/>
            <p:nvPr/>
          </p:nvSpPr>
          <p:spPr>
            <a:xfrm>
              <a:off x="6359113" y="2637736"/>
              <a:ext cx="86911" cy="86911"/>
            </a:xfrm>
            <a:custGeom>
              <a:rect b="b" l="l" r="r" t="t"/>
              <a:pathLst>
                <a:path extrusionOk="0" h="3345" w="3345">
                  <a:moveTo>
                    <a:pt x="559" y="1"/>
                  </a:moveTo>
                  <a:cubicBezTo>
                    <a:pt x="251" y="1"/>
                    <a:pt x="0" y="249"/>
                    <a:pt x="0" y="557"/>
                  </a:cubicBezTo>
                  <a:lnTo>
                    <a:pt x="0" y="2786"/>
                  </a:lnTo>
                  <a:cubicBezTo>
                    <a:pt x="0" y="3094"/>
                    <a:pt x="251" y="3345"/>
                    <a:pt x="559" y="3345"/>
                  </a:cubicBezTo>
                  <a:lnTo>
                    <a:pt x="2788" y="3345"/>
                  </a:lnTo>
                  <a:cubicBezTo>
                    <a:pt x="3096" y="3345"/>
                    <a:pt x="3344" y="3094"/>
                    <a:pt x="3344" y="2786"/>
                  </a:cubicBezTo>
                  <a:lnTo>
                    <a:pt x="3344" y="557"/>
                  </a:lnTo>
                  <a:cubicBezTo>
                    <a:pt x="3344" y="249"/>
                    <a:pt x="3096" y="1"/>
                    <a:pt x="2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12"/>
            <p:cNvSpPr/>
            <p:nvPr/>
          </p:nvSpPr>
          <p:spPr>
            <a:xfrm>
              <a:off x="6411441" y="2637736"/>
              <a:ext cx="34583" cy="86911"/>
            </a:xfrm>
            <a:custGeom>
              <a:rect b="b" l="l" r="r" t="t"/>
              <a:pathLst>
                <a:path extrusionOk="0" h="3345" w="1331">
                  <a:moveTo>
                    <a:pt x="0" y="1"/>
                  </a:moveTo>
                  <a:cubicBezTo>
                    <a:pt x="309" y="1"/>
                    <a:pt x="557" y="249"/>
                    <a:pt x="557" y="557"/>
                  </a:cubicBezTo>
                  <a:lnTo>
                    <a:pt x="557" y="2786"/>
                  </a:lnTo>
                  <a:cubicBezTo>
                    <a:pt x="557" y="3094"/>
                    <a:pt x="309" y="3345"/>
                    <a:pt x="0" y="3345"/>
                  </a:cubicBezTo>
                  <a:lnTo>
                    <a:pt x="774" y="3345"/>
                  </a:lnTo>
                  <a:cubicBezTo>
                    <a:pt x="1082" y="3345"/>
                    <a:pt x="1330" y="3094"/>
                    <a:pt x="1330" y="2786"/>
                  </a:cubicBezTo>
                  <a:lnTo>
                    <a:pt x="1330" y="557"/>
                  </a:lnTo>
                  <a:cubicBezTo>
                    <a:pt x="1330" y="249"/>
                    <a:pt x="1082"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12"/>
            <p:cNvSpPr/>
            <p:nvPr/>
          </p:nvSpPr>
          <p:spPr>
            <a:xfrm>
              <a:off x="6586251" y="2753565"/>
              <a:ext cx="86911" cy="86911"/>
            </a:xfrm>
            <a:custGeom>
              <a:rect b="b" l="l" r="r" t="t"/>
              <a:pathLst>
                <a:path extrusionOk="0" h="3345" w="3345">
                  <a:moveTo>
                    <a:pt x="557" y="1"/>
                  </a:moveTo>
                  <a:cubicBezTo>
                    <a:pt x="249" y="1"/>
                    <a:pt x="1" y="252"/>
                    <a:pt x="1" y="560"/>
                  </a:cubicBezTo>
                  <a:lnTo>
                    <a:pt x="1" y="2788"/>
                  </a:lnTo>
                  <a:cubicBezTo>
                    <a:pt x="1" y="3097"/>
                    <a:pt x="249" y="3345"/>
                    <a:pt x="557" y="3345"/>
                  </a:cubicBezTo>
                  <a:lnTo>
                    <a:pt x="2786" y="3345"/>
                  </a:lnTo>
                  <a:cubicBezTo>
                    <a:pt x="3094" y="3345"/>
                    <a:pt x="3345" y="3097"/>
                    <a:pt x="3345" y="2788"/>
                  </a:cubicBezTo>
                  <a:lnTo>
                    <a:pt x="3345" y="560"/>
                  </a:lnTo>
                  <a:cubicBezTo>
                    <a:pt x="3345" y="252"/>
                    <a:pt x="3094" y="1"/>
                    <a:pt x="27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12"/>
            <p:cNvSpPr/>
            <p:nvPr/>
          </p:nvSpPr>
          <p:spPr>
            <a:xfrm>
              <a:off x="6643127" y="2753540"/>
              <a:ext cx="34635" cy="86911"/>
            </a:xfrm>
            <a:custGeom>
              <a:rect b="b" l="l" r="r" t="t"/>
              <a:pathLst>
                <a:path extrusionOk="0" h="3345" w="1333">
                  <a:moveTo>
                    <a:pt x="0" y="1"/>
                  </a:moveTo>
                  <a:cubicBezTo>
                    <a:pt x="309" y="1"/>
                    <a:pt x="557" y="252"/>
                    <a:pt x="557" y="560"/>
                  </a:cubicBezTo>
                  <a:lnTo>
                    <a:pt x="557" y="2788"/>
                  </a:lnTo>
                  <a:cubicBezTo>
                    <a:pt x="557" y="3097"/>
                    <a:pt x="309" y="3345"/>
                    <a:pt x="0" y="3345"/>
                  </a:cubicBezTo>
                  <a:lnTo>
                    <a:pt x="774" y="3345"/>
                  </a:lnTo>
                  <a:cubicBezTo>
                    <a:pt x="1082" y="3345"/>
                    <a:pt x="1333" y="3097"/>
                    <a:pt x="1333" y="2788"/>
                  </a:cubicBezTo>
                  <a:lnTo>
                    <a:pt x="1333" y="560"/>
                  </a:lnTo>
                  <a:cubicBezTo>
                    <a:pt x="1333" y="252"/>
                    <a:pt x="1082"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12"/>
            <p:cNvSpPr/>
            <p:nvPr/>
          </p:nvSpPr>
          <p:spPr>
            <a:xfrm>
              <a:off x="6474969" y="2753540"/>
              <a:ext cx="86937" cy="86911"/>
            </a:xfrm>
            <a:custGeom>
              <a:rect b="b" l="l" r="r" t="t"/>
              <a:pathLst>
                <a:path extrusionOk="0" h="3345" w="3346">
                  <a:moveTo>
                    <a:pt x="557" y="1"/>
                  </a:moveTo>
                  <a:cubicBezTo>
                    <a:pt x="252" y="1"/>
                    <a:pt x="1" y="252"/>
                    <a:pt x="1" y="560"/>
                  </a:cubicBezTo>
                  <a:lnTo>
                    <a:pt x="1" y="2788"/>
                  </a:lnTo>
                  <a:cubicBezTo>
                    <a:pt x="1" y="3097"/>
                    <a:pt x="252" y="3345"/>
                    <a:pt x="557" y="3345"/>
                  </a:cubicBezTo>
                  <a:lnTo>
                    <a:pt x="2789" y="3345"/>
                  </a:lnTo>
                  <a:cubicBezTo>
                    <a:pt x="3094" y="3345"/>
                    <a:pt x="3345" y="3097"/>
                    <a:pt x="3345" y="2788"/>
                  </a:cubicBezTo>
                  <a:lnTo>
                    <a:pt x="3345" y="560"/>
                  </a:lnTo>
                  <a:cubicBezTo>
                    <a:pt x="3345" y="252"/>
                    <a:pt x="3094" y="1"/>
                    <a:pt x="27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12"/>
            <p:cNvSpPr/>
            <p:nvPr/>
          </p:nvSpPr>
          <p:spPr>
            <a:xfrm>
              <a:off x="6527245" y="2753540"/>
              <a:ext cx="34661" cy="86911"/>
            </a:xfrm>
            <a:custGeom>
              <a:rect b="b" l="l" r="r" t="t"/>
              <a:pathLst>
                <a:path extrusionOk="0" h="3345" w="1334">
                  <a:moveTo>
                    <a:pt x="1" y="1"/>
                  </a:moveTo>
                  <a:cubicBezTo>
                    <a:pt x="309" y="1"/>
                    <a:pt x="560" y="252"/>
                    <a:pt x="560" y="560"/>
                  </a:cubicBezTo>
                  <a:lnTo>
                    <a:pt x="560" y="2788"/>
                  </a:lnTo>
                  <a:cubicBezTo>
                    <a:pt x="560" y="3097"/>
                    <a:pt x="309" y="3345"/>
                    <a:pt x="1" y="3345"/>
                  </a:cubicBezTo>
                  <a:lnTo>
                    <a:pt x="777" y="3345"/>
                  </a:lnTo>
                  <a:cubicBezTo>
                    <a:pt x="1082" y="3345"/>
                    <a:pt x="1333" y="3097"/>
                    <a:pt x="1333" y="2788"/>
                  </a:cubicBezTo>
                  <a:lnTo>
                    <a:pt x="1333" y="560"/>
                  </a:lnTo>
                  <a:cubicBezTo>
                    <a:pt x="1333" y="252"/>
                    <a:pt x="1082" y="1"/>
                    <a:pt x="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12"/>
            <p:cNvSpPr/>
            <p:nvPr/>
          </p:nvSpPr>
          <p:spPr>
            <a:xfrm>
              <a:off x="6359113" y="2753540"/>
              <a:ext cx="86911" cy="86911"/>
            </a:xfrm>
            <a:custGeom>
              <a:rect b="b" l="l" r="r" t="t"/>
              <a:pathLst>
                <a:path extrusionOk="0" h="3345" w="3345">
                  <a:moveTo>
                    <a:pt x="559" y="1"/>
                  </a:moveTo>
                  <a:cubicBezTo>
                    <a:pt x="251" y="1"/>
                    <a:pt x="0" y="252"/>
                    <a:pt x="0" y="560"/>
                  </a:cubicBezTo>
                  <a:lnTo>
                    <a:pt x="0" y="2788"/>
                  </a:lnTo>
                  <a:cubicBezTo>
                    <a:pt x="0" y="3097"/>
                    <a:pt x="251" y="3345"/>
                    <a:pt x="559" y="3345"/>
                  </a:cubicBezTo>
                  <a:lnTo>
                    <a:pt x="2788" y="3345"/>
                  </a:lnTo>
                  <a:cubicBezTo>
                    <a:pt x="3096" y="3345"/>
                    <a:pt x="3344" y="3097"/>
                    <a:pt x="3344" y="2788"/>
                  </a:cubicBezTo>
                  <a:lnTo>
                    <a:pt x="3344" y="560"/>
                  </a:lnTo>
                  <a:cubicBezTo>
                    <a:pt x="3344" y="252"/>
                    <a:pt x="3096" y="1"/>
                    <a:pt x="2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12"/>
            <p:cNvSpPr/>
            <p:nvPr/>
          </p:nvSpPr>
          <p:spPr>
            <a:xfrm>
              <a:off x="6411441" y="2753540"/>
              <a:ext cx="34583" cy="86911"/>
            </a:xfrm>
            <a:custGeom>
              <a:rect b="b" l="l" r="r" t="t"/>
              <a:pathLst>
                <a:path extrusionOk="0" h="3345" w="1331">
                  <a:moveTo>
                    <a:pt x="0" y="1"/>
                  </a:moveTo>
                  <a:cubicBezTo>
                    <a:pt x="309" y="1"/>
                    <a:pt x="557" y="252"/>
                    <a:pt x="557" y="560"/>
                  </a:cubicBezTo>
                  <a:lnTo>
                    <a:pt x="557" y="2788"/>
                  </a:lnTo>
                  <a:cubicBezTo>
                    <a:pt x="557" y="3097"/>
                    <a:pt x="309" y="3345"/>
                    <a:pt x="0" y="3345"/>
                  </a:cubicBezTo>
                  <a:lnTo>
                    <a:pt x="774" y="3345"/>
                  </a:lnTo>
                  <a:cubicBezTo>
                    <a:pt x="1082" y="3345"/>
                    <a:pt x="1330" y="3097"/>
                    <a:pt x="1330" y="2788"/>
                  </a:cubicBezTo>
                  <a:lnTo>
                    <a:pt x="1330" y="560"/>
                  </a:lnTo>
                  <a:cubicBezTo>
                    <a:pt x="1330" y="252"/>
                    <a:pt x="1082"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12"/>
            <p:cNvSpPr/>
            <p:nvPr/>
          </p:nvSpPr>
          <p:spPr>
            <a:xfrm>
              <a:off x="6352591" y="2862848"/>
              <a:ext cx="13121" cy="20370"/>
            </a:xfrm>
            <a:custGeom>
              <a:rect b="b" l="l" r="r" t="t"/>
              <a:pathLst>
                <a:path extrusionOk="0" h="784" w="505">
                  <a:moveTo>
                    <a:pt x="251" y="0"/>
                  </a:moveTo>
                  <a:cubicBezTo>
                    <a:pt x="113" y="0"/>
                    <a:pt x="0" y="115"/>
                    <a:pt x="0" y="254"/>
                  </a:cubicBezTo>
                  <a:lnTo>
                    <a:pt x="0" y="533"/>
                  </a:lnTo>
                  <a:cubicBezTo>
                    <a:pt x="0" y="672"/>
                    <a:pt x="113" y="784"/>
                    <a:pt x="251" y="784"/>
                  </a:cubicBezTo>
                  <a:cubicBezTo>
                    <a:pt x="392" y="784"/>
                    <a:pt x="505" y="672"/>
                    <a:pt x="505" y="533"/>
                  </a:cubicBezTo>
                  <a:lnTo>
                    <a:pt x="505" y="254"/>
                  </a:lnTo>
                  <a:cubicBezTo>
                    <a:pt x="505" y="115"/>
                    <a:pt x="392" y="0"/>
                    <a:pt x="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12"/>
            <p:cNvSpPr/>
            <p:nvPr/>
          </p:nvSpPr>
          <p:spPr>
            <a:xfrm>
              <a:off x="6381510" y="2862848"/>
              <a:ext cx="13199" cy="20370"/>
            </a:xfrm>
            <a:custGeom>
              <a:rect b="b" l="l" r="r" t="t"/>
              <a:pathLst>
                <a:path extrusionOk="0" h="784" w="508">
                  <a:moveTo>
                    <a:pt x="254" y="0"/>
                  </a:moveTo>
                  <a:cubicBezTo>
                    <a:pt x="115" y="0"/>
                    <a:pt x="0" y="115"/>
                    <a:pt x="0" y="254"/>
                  </a:cubicBezTo>
                  <a:lnTo>
                    <a:pt x="0" y="533"/>
                  </a:lnTo>
                  <a:cubicBezTo>
                    <a:pt x="0" y="672"/>
                    <a:pt x="115" y="784"/>
                    <a:pt x="254" y="784"/>
                  </a:cubicBezTo>
                  <a:cubicBezTo>
                    <a:pt x="392" y="784"/>
                    <a:pt x="507" y="672"/>
                    <a:pt x="507" y="533"/>
                  </a:cubicBezTo>
                  <a:lnTo>
                    <a:pt x="507" y="254"/>
                  </a:lnTo>
                  <a:cubicBezTo>
                    <a:pt x="507" y="115"/>
                    <a:pt x="392" y="0"/>
                    <a:pt x="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12"/>
            <p:cNvSpPr/>
            <p:nvPr/>
          </p:nvSpPr>
          <p:spPr>
            <a:xfrm>
              <a:off x="6410480" y="2862848"/>
              <a:ext cx="13147" cy="20370"/>
            </a:xfrm>
            <a:custGeom>
              <a:rect b="b" l="l" r="r" t="t"/>
              <a:pathLst>
                <a:path extrusionOk="0" h="784" w="506">
                  <a:moveTo>
                    <a:pt x="254" y="0"/>
                  </a:moveTo>
                  <a:cubicBezTo>
                    <a:pt x="113" y="0"/>
                    <a:pt x="1" y="115"/>
                    <a:pt x="1" y="254"/>
                  </a:cubicBezTo>
                  <a:lnTo>
                    <a:pt x="1" y="533"/>
                  </a:lnTo>
                  <a:cubicBezTo>
                    <a:pt x="1" y="672"/>
                    <a:pt x="113" y="784"/>
                    <a:pt x="254" y="784"/>
                  </a:cubicBezTo>
                  <a:cubicBezTo>
                    <a:pt x="393" y="784"/>
                    <a:pt x="505" y="672"/>
                    <a:pt x="505" y="533"/>
                  </a:cubicBezTo>
                  <a:lnTo>
                    <a:pt x="505" y="254"/>
                  </a:lnTo>
                  <a:cubicBezTo>
                    <a:pt x="505" y="115"/>
                    <a:pt x="393" y="0"/>
                    <a:pt x="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12"/>
            <p:cNvSpPr/>
            <p:nvPr/>
          </p:nvSpPr>
          <p:spPr>
            <a:xfrm>
              <a:off x="6381510" y="2660133"/>
              <a:ext cx="42118" cy="42118"/>
            </a:xfrm>
            <a:custGeom>
              <a:rect b="b" l="l" r="r" t="t"/>
              <a:pathLst>
                <a:path extrusionOk="0" h="1621" w="1621">
                  <a:moveTo>
                    <a:pt x="810" y="1"/>
                  </a:moveTo>
                  <a:cubicBezTo>
                    <a:pt x="672" y="1"/>
                    <a:pt x="559" y="113"/>
                    <a:pt x="559" y="252"/>
                  </a:cubicBezTo>
                  <a:lnTo>
                    <a:pt x="559" y="557"/>
                  </a:lnTo>
                  <a:lnTo>
                    <a:pt x="254" y="557"/>
                  </a:lnTo>
                  <a:cubicBezTo>
                    <a:pt x="115" y="557"/>
                    <a:pt x="0" y="670"/>
                    <a:pt x="0" y="811"/>
                  </a:cubicBezTo>
                  <a:cubicBezTo>
                    <a:pt x="0" y="949"/>
                    <a:pt x="115" y="1062"/>
                    <a:pt x="254" y="1062"/>
                  </a:cubicBezTo>
                  <a:lnTo>
                    <a:pt x="559" y="1062"/>
                  </a:lnTo>
                  <a:lnTo>
                    <a:pt x="559" y="1367"/>
                  </a:lnTo>
                  <a:cubicBezTo>
                    <a:pt x="559" y="1506"/>
                    <a:pt x="672" y="1621"/>
                    <a:pt x="810" y="1621"/>
                  </a:cubicBezTo>
                  <a:cubicBezTo>
                    <a:pt x="951" y="1621"/>
                    <a:pt x="1064" y="1506"/>
                    <a:pt x="1064" y="1367"/>
                  </a:cubicBezTo>
                  <a:lnTo>
                    <a:pt x="1064" y="1062"/>
                  </a:lnTo>
                  <a:lnTo>
                    <a:pt x="1369" y="1062"/>
                  </a:lnTo>
                  <a:cubicBezTo>
                    <a:pt x="1508" y="1062"/>
                    <a:pt x="1620" y="949"/>
                    <a:pt x="1620" y="811"/>
                  </a:cubicBezTo>
                  <a:cubicBezTo>
                    <a:pt x="1620" y="670"/>
                    <a:pt x="1508" y="557"/>
                    <a:pt x="1369" y="557"/>
                  </a:cubicBezTo>
                  <a:lnTo>
                    <a:pt x="1064" y="557"/>
                  </a:lnTo>
                  <a:lnTo>
                    <a:pt x="1064" y="252"/>
                  </a:lnTo>
                  <a:cubicBezTo>
                    <a:pt x="1064" y="113"/>
                    <a:pt x="951" y="1"/>
                    <a:pt x="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12"/>
            <p:cNvSpPr/>
            <p:nvPr/>
          </p:nvSpPr>
          <p:spPr>
            <a:xfrm>
              <a:off x="6385095" y="2780198"/>
              <a:ext cx="34920" cy="33647"/>
            </a:xfrm>
            <a:custGeom>
              <a:rect b="b" l="l" r="r" t="t"/>
              <a:pathLst>
                <a:path extrusionOk="0" h="1295" w="1344">
                  <a:moveTo>
                    <a:pt x="279" y="0"/>
                  </a:moveTo>
                  <a:cubicBezTo>
                    <a:pt x="214" y="0"/>
                    <a:pt x="150" y="25"/>
                    <a:pt x="100" y="75"/>
                  </a:cubicBezTo>
                  <a:cubicBezTo>
                    <a:pt x="1" y="174"/>
                    <a:pt x="1" y="333"/>
                    <a:pt x="100" y="433"/>
                  </a:cubicBezTo>
                  <a:lnTo>
                    <a:pt x="317" y="647"/>
                  </a:lnTo>
                  <a:lnTo>
                    <a:pt x="100" y="864"/>
                  </a:lnTo>
                  <a:cubicBezTo>
                    <a:pt x="1" y="963"/>
                    <a:pt x="1" y="1122"/>
                    <a:pt x="100" y="1219"/>
                  </a:cubicBezTo>
                  <a:cubicBezTo>
                    <a:pt x="150" y="1269"/>
                    <a:pt x="215" y="1295"/>
                    <a:pt x="278" y="1295"/>
                  </a:cubicBezTo>
                  <a:cubicBezTo>
                    <a:pt x="343" y="1295"/>
                    <a:pt x="408" y="1269"/>
                    <a:pt x="458" y="1219"/>
                  </a:cubicBezTo>
                  <a:lnTo>
                    <a:pt x="672" y="1005"/>
                  </a:lnTo>
                  <a:lnTo>
                    <a:pt x="889" y="1219"/>
                  </a:lnTo>
                  <a:cubicBezTo>
                    <a:pt x="939" y="1269"/>
                    <a:pt x="1001" y="1295"/>
                    <a:pt x="1067" y="1295"/>
                  </a:cubicBezTo>
                  <a:cubicBezTo>
                    <a:pt x="1132" y="1295"/>
                    <a:pt x="1197" y="1269"/>
                    <a:pt x="1244" y="1219"/>
                  </a:cubicBezTo>
                  <a:cubicBezTo>
                    <a:pt x="1344" y="1122"/>
                    <a:pt x="1344" y="963"/>
                    <a:pt x="1244" y="864"/>
                  </a:cubicBezTo>
                  <a:lnTo>
                    <a:pt x="1030" y="647"/>
                  </a:lnTo>
                  <a:lnTo>
                    <a:pt x="1244" y="433"/>
                  </a:lnTo>
                  <a:cubicBezTo>
                    <a:pt x="1344" y="333"/>
                    <a:pt x="1344" y="174"/>
                    <a:pt x="1244" y="75"/>
                  </a:cubicBezTo>
                  <a:cubicBezTo>
                    <a:pt x="1196" y="25"/>
                    <a:pt x="1132" y="0"/>
                    <a:pt x="1068" y="0"/>
                  </a:cubicBezTo>
                  <a:cubicBezTo>
                    <a:pt x="1003" y="0"/>
                    <a:pt x="939" y="25"/>
                    <a:pt x="889" y="75"/>
                  </a:cubicBezTo>
                  <a:lnTo>
                    <a:pt x="672" y="292"/>
                  </a:lnTo>
                  <a:lnTo>
                    <a:pt x="458" y="75"/>
                  </a:lnTo>
                  <a:cubicBezTo>
                    <a:pt x="408" y="25"/>
                    <a:pt x="344"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12"/>
            <p:cNvSpPr/>
            <p:nvPr/>
          </p:nvSpPr>
          <p:spPr>
            <a:xfrm>
              <a:off x="6497391" y="2674605"/>
              <a:ext cx="42092" cy="13121"/>
            </a:xfrm>
            <a:custGeom>
              <a:rect b="b" l="l" r="r" t="t"/>
              <a:pathLst>
                <a:path extrusionOk="0" h="505" w="1620">
                  <a:moveTo>
                    <a:pt x="253" y="0"/>
                  </a:moveTo>
                  <a:cubicBezTo>
                    <a:pt x="112" y="0"/>
                    <a:pt x="0" y="113"/>
                    <a:pt x="0" y="254"/>
                  </a:cubicBezTo>
                  <a:cubicBezTo>
                    <a:pt x="0" y="392"/>
                    <a:pt x="112" y="505"/>
                    <a:pt x="253" y="505"/>
                  </a:cubicBezTo>
                  <a:lnTo>
                    <a:pt x="1366" y="505"/>
                  </a:lnTo>
                  <a:cubicBezTo>
                    <a:pt x="1508" y="505"/>
                    <a:pt x="1620" y="392"/>
                    <a:pt x="1620" y="254"/>
                  </a:cubicBezTo>
                  <a:cubicBezTo>
                    <a:pt x="1620" y="113"/>
                    <a:pt x="1508" y="0"/>
                    <a:pt x="1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12"/>
            <p:cNvSpPr/>
            <p:nvPr/>
          </p:nvSpPr>
          <p:spPr>
            <a:xfrm>
              <a:off x="6613247" y="2779626"/>
              <a:ext cx="42118" cy="13121"/>
            </a:xfrm>
            <a:custGeom>
              <a:rect b="b" l="l" r="r" t="t"/>
              <a:pathLst>
                <a:path extrusionOk="0" h="505" w="1621">
                  <a:moveTo>
                    <a:pt x="252" y="0"/>
                  </a:moveTo>
                  <a:cubicBezTo>
                    <a:pt x="113" y="0"/>
                    <a:pt x="1" y="112"/>
                    <a:pt x="1" y="251"/>
                  </a:cubicBezTo>
                  <a:cubicBezTo>
                    <a:pt x="1" y="392"/>
                    <a:pt x="113" y="504"/>
                    <a:pt x="252" y="504"/>
                  </a:cubicBezTo>
                  <a:lnTo>
                    <a:pt x="1367" y="504"/>
                  </a:lnTo>
                  <a:cubicBezTo>
                    <a:pt x="1506" y="504"/>
                    <a:pt x="1621" y="392"/>
                    <a:pt x="1621" y="251"/>
                  </a:cubicBezTo>
                  <a:cubicBezTo>
                    <a:pt x="1621" y="112"/>
                    <a:pt x="1506" y="0"/>
                    <a:pt x="1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12"/>
            <p:cNvSpPr/>
            <p:nvPr/>
          </p:nvSpPr>
          <p:spPr>
            <a:xfrm>
              <a:off x="6613247" y="2801348"/>
              <a:ext cx="42118" cy="13121"/>
            </a:xfrm>
            <a:custGeom>
              <a:rect b="b" l="l" r="r" t="t"/>
              <a:pathLst>
                <a:path extrusionOk="0" h="505" w="1621">
                  <a:moveTo>
                    <a:pt x="252" y="0"/>
                  </a:moveTo>
                  <a:cubicBezTo>
                    <a:pt x="113" y="0"/>
                    <a:pt x="1" y="112"/>
                    <a:pt x="1" y="251"/>
                  </a:cubicBezTo>
                  <a:cubicBezTo>
                    <a:pt x="1" y="392"/>
                    <a:pt x="113" y="504"/>
                    <a:pt x="252" y="504"/>
                  </a:cubicBezTo>
                  <a:lnTo>
                    <a:pt x="1367" y="504"/>
                  </a:lnTo>
                  <a:cubicBezTo>
                    <a:pt x="1506" y="504"/>
                    <a:pt x="1621" y="392"/>
                    <a:pt x="1621" y="251"/>
                  </a:cubicBezTo>
                  <a:cubicBezTo>
                    <a:pt x="1621" y="112"/>
                    <a:pt x="1506" y="0"/>
                    <a:pt x="1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12"/>
            <p:cNvSpPr/>
            <p:nvPr/>
          </p:nvSpPr>
          <p:spPr>
            <a:xfrm>
              <a:off x="6496768" y="2775989"/>
              <a:ext cx="43339" cy="42066"/>
            </a:xfrm>
            <a:custGeom>
              <a:rect b="b" l="l" r="r" t="t"/>
              <a:pathLst>
                <a:path extrusionOk="0" h="1619" w="1668">
                  <a:moveTo>
                    <a:pt x="1392" y="0"/>
                  </a:moveTo>
                  <a:cubicBezTo>
                    <a:pt x="1327" y="0"/>
                    <a:pt x="1262" y="25"/>
                    <a:pt x="1213" y="75"/>
                  </a:cubicBezTo>
                  <a:lnTo>
                    <a:pt x="97" y="1188"/>
                  </a:lnTo>
                  <a:cubicBezTo>
                    <a:pt x="1" y="1287"/>
                    <a:pt x="1" y="1446"/>
                    <a:pt x="97" y="1546"/>
                  </a:cubicBezTo>
                  <a:cubicBezTo>
                    <a:pt x="147" y="1595"/>
                    <a:pt x="212" y="1619"/>
                    <a:pt x="277" y="1619"/>
                  </a:cubicBezTo>
                  <a:cubicBezTo>
                    <a:pt x="340" y="1619"/>
                    <a:pt x="405" y="1595"/>
                    <a:pt x="455" y="1546"/>
                  </a:cubicBezTo>
                  <a:lnTo>
                    <a:pt x="1571" y="430"/>
                  </a:lnTo>
                  <a:cubicBezTo>
                    <a:pt x="1667" y="333"/>
                    <a:pt x="1667" y="171"/>
                    <a:pt x="1571" y="75"/>
                  </a:cubicBezTo>
                  <a:cubicBezTo>
                    <a:pt x="1521" y="25"/>
                    <a:pt x="1456" y="0"/>
                    <a:pt x="13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12"/>
            <p:cNvSpPr/>
            <p:nvPr/>
          </p:nvSpPr>
          <p:spPr>
            <a:xfrm>
              <a:off x="6615898" y="2660133"/>
              <a:ext cx="37571" cy="42118"/>
            </a:xfrm>
            <a:custGeom>
              <a:rect b="b" l="l" r="r" t="t"/>
              <a:pathLst>
                <a:path extrusionOk="0" h="1621" w="1446">
                  <a:moveTo>
                    <a:pt x="811" y="1"/>
                  </a:moveTo>
                  <a:cubicBezTo>
                    <a:pt x="364" y="1"/>
                    <a:pt x="1" y="364"/>
                    <a:pt x="1" y="811"/>
                  </a:cubicBezTo>
                  <a:cubicBezTo>
                    <a:pt x="1" y="1257"/>
                    <a:pt x="364" y="1621"/>
                    <a:pt x="811" y="1621"/>
                  </a:cubicBezTo>
                  <a:cubicBezTo>
                    <a:pt x="994" y="1621"/>
                    <a:pt x="1156" y="1558"/>
                    <a:pt x="1284" y="1446"/>
                  </a:cubicBezTo>
                  <a:cubicBezTo>
                    <a:pt x="1310" y="1422"/>
                    <a:pt x="1333" y="1399"/>
                    <a:pt x="1357" y="1372"/>
                  </a:cubicBezTo>
                  <a:cubicBezTo>
                    <a:pt x="1446" y="1265"/>
                    <a:pt x="1430" y="1106"/>
                    <a:pt x="1325" y="1017"/>
                  </a:cubicBezTo>
                  <a:cubicBezTo>
                    <a:pt x="1278" y="977"/>
                    <a:pt x="1221" y="957"/>
                    <a:pt x="1164" y="957"/>
                  </a:cubicBezTo>
                  <a:cubicBezTo>
                    <a:pt x="1091" y="957"/>
                    <a:pt x="1020" y="989"/>
                    <a:pt x="970" y="1048"/>
                  </a:cubicBezTo>
                  <a:cubicBezTo>
                    <a:pt x="962" y="1056"/>
                    <a:pt x="957" y="1062"/>
                    <a:pt x="949" y="1067"/>
                  </a:cubicBezTo>
                  <a:cubicBezTo>
                    <a:pt x="913" y="1101"/>
                    <a:pt x="868" y="1114"/>
                    <a:pt x="811" y="1114"/>
                  </a:cubicBezTo>
                  <a:cubicBezTo>
                    <a:pt x="643" y="1114"/>
                    <a:pt x="505" y="978"/>
                    <a:pt x="505" y="811"/>
                  </a:cubicBezTo>
                  <a:cubicBezTo>
                    <a:pt x="505" y="641"/>
                    <a:pt x="643" y="505"/>
                    <a:pt x="811" y="505"/>
                  </a:cubicBezTo>
                  <a:cubicBezTo>
                    <a:pt x="873" y="505"/>
                    <a:pt x="931" y="523"/>
                    <a:pt x="980" y="557"/>
                  </a:cubicBezTo>
                  <a:cubicBezTo>
                    <a:pt x="1024" y="587"/>
                    <a:pt x="1074" y="601"/>
                    <a:pt x="1122" y="601"/>
                  </a:cubicBezTo>
                  <a:cubicBezTo>
                    <a:pt x="1204" y="601"/>
                    <a:pt x="1283" y="561"/>
                    <a:pt x="1331" y="489"/>
                  </a:cubicBezTo>
                  <a:cubicBezTo>
                    <a:pt x="1409" y="374"/>
                    <a:pt x="1380" y="218"/>
                    <a:pt x="1263" y="139"/>
                  </a:cubicBezTo>
                  <a:cubicBezTo>
                    <a:pt x="1129" y="48"/>
                    <a:pt x="973" y="1"/>
                    <a:pt x="8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12"/>
            <p:cNvSpPr/>
            <p:nvPr/>
          </p:nvSpPr>
          <p:spPr>
            <a:xfrm>
              <a:off x="6330194" y="2471162"/>
              <a:ext cx="376486" cy="137629"/>
            </a:xfrm>
            <a:custGeom>
              <a:rect b="b" l="l" r="r" t="t"/>
              <a:pathLst>
                <a:path extrusionOk="0" h="5297" w="14490">
                  <a:moveTo>
                    <a:pt x="1077" y="0"/>
                  </a:moveTo>
                  <a:cubicBezTo>
                    <a:pt x="481" y="0"/>
                    <a:pt x="0" y="484"/>
                    <a:pt x="0" y="1077"/>
                  </a:cubicBezTo>
                  <a:lnTo>
                    <a:pt x="0" y="5296"/>
                  </a:lnTo>
                  <a:lnTo>
                    <a:pt x="14490" y="5296"/>
                  </a:lnTo>
                  <a:lnTo>
                    <a:pt x="14490" y="1077"/>
                  </a:lnTo>
                  <a:cubicBezTo>
                    <a:pt x="14490" y="484"/>
                    <a:pt x="14009" y="0"/>
                    <a:pt x="134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12"/>
            <p:cNvSpPr/>
            <p:nvPr/>
          </p:nvSpPr>
          <p:spPr>
            <a:xfrm>
              <a:off x="6658613" y="2471162"/>
              <a:ext cx="48068" cy="137629"/>
            </a:xfrm>
            <a:custGeom>
              <a:rect b="b" l="l" r="r" t="t"/>
              <a:pathLst>
                <a:path extrusionOk="0" h="5297" w="1850">
                  <a:moveTo>
                    <a:pt x="0" y="0"/>
                  </a:moveTo>
                  <a:cubicBezTo>
                    <a:pt x="596" y="0"/>
                    <a:pt x="1076" y="484"/>
                    <a:pt x="1076" y="1077"/>
                  </a:cubicBezTo>
                  <a:lnTo>
                    <a:pt x="1076" y="5296"/>
                  </a:lnTo>
                  <a:lnTo>
                    <a:pt x="1850" y="5296"/>
                  </a:lnTo>
                  <a:lnTo>
                    <a:pt x="1850" y="1077"/>
                  </a:lnTo>
                  <a:cubicBezTo>
                    <a:pt x="1850" y="484"/>
                    <a:pt x="1369" y="0"/>
                    <a:pt x="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12"/>
            <p:cNvSpPr/>
            <p:nvPr/>
          </p:nvSpPr>
          <p:spPr>
            <a:xfrm>
              <a:off x="6359113" y="2514605"/>
              <a:ext cx="318649" cy="65190"/>
            </a:xfrm>
            <a:custGeom>
              <a:rect b="b" l="l" r="r" t="t"/>
              <a:pathLst>
                <a:path extrusionOk="0" h="2509" w="12264">
                  <a:moveTo>
                    <a:pt x="261" y="0"/>
                  </a:moveTo>
                  <a:cubicBezTo>
                    <a:pt x="118" y="0"/>
                    <a:pt x="0" y="118"/>
                    <a:pt x="0" y="262"/>
                  </a:cubicBezTo>
                  <a:lnTo>
                    <a:pt x="0" y="2247"/>
                  </a:lnTo>
                  <a:cubicBezTo>
                    <a:pt x="0" y="2394"/>
                    <a:pt x="118" y="2508"/>
                    <a:pt x="261" y="2508"/>
                  </a:cubicBezTo>
                  <a:lnTo>
                    <a:pt x="12003" y="2508"/>
                  </a:lnTo>
                  <a:cubicBezTo>
                    <a:pt x="12146" y="2508"/>
                    <a:pt x="12264" y="2394"/>
                    <a:pt x="12264" y="2247"/>
                  </a:cubicBezTo>
                  <a:lnTo>
                    <a:pt x="12264" y="262"/>
                  </a:lnTo>
                  <a:cubicBezTo>
                    <a:pt x="12264" y="118"/>
                    <a:pt x="12146" y="0"/>
                    <a:pt x="120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12"/>
            <p:cNvSpPr/>
            <p:nvPr/>
          </p:nvSpPr>
          <p:spPr>
            <a:xfrm>
              <a:off x="6650584" y="2514605"/>
              <a:ext cx="27178" cy="65190"/>
            </a:xfrm>
            <a:custGeom>
              <a:rect b="b" l="l" r="r" t="t"/>
              <a:pathLst>
                <a:path extrusionOk="0" h="2509" w="1046">
                  <a:moveTo>
                    <a:pt x="1" y="0"/>
                  </a:moveTo>
                  <a:cubicBezTo>
                    <a:pt x="150" y="0"/>
                    <a:pt x="270" y="121"/>
                    <a:pt x="270" y="269"/>
                  </a:cubicBezTo>
                  <a:lnTo>
                    <a:pt x="270" y="2239"/>
                  </a:lnTo>
                  <a:cubicBezTo>
                    <a:pt x="270" y="2388"/>
                    <a:pt x="150" y="2508"/>
                    <a:pt x="1" y="2508"/>
                  </a:cubicBezTo>
                  <a:lnTo>
                    <a:pt x="777" y="2508"/>
                  </a:lnTo>
                  <a:cubicBezTo>
                    <a:pt x="926" y="2508"/>
                    <a:pt x="1046" y="2388"/>
                    <a:pt x="1046" y="2239"/>
                  </a:cubicBezTo>
                  <a:lnTo>
                    <a:pt x="1046" y="269"/>
                  </a:lnTo>
                  <a:cubicBezTo>
                    <a:pt x="1046" y="121"/>
                    <a:pt x="926"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112"/>
          <p:cNvGrpSpPr/>
          <p:nvPr/>
        </p:nvGrpSpPr>
        <p:grpSpPr>
          <a:xfrm>
            <a:off x="5306670" y="2521458"/>
            <a:ext cx="418578" cy="434453"/>
            <a:chOff x="6310707" y="3138133"/>
            <a:chExt cx="418578" cy="434453"/>
          </a:xfrm>
        </p:grpSpPr>
        <p:sp>
          <p:nvSpPr>
            <p:cNvPr id="9275" name="Google Shape;9275;p112"/>
            <p:cNvSpPr/>
            <p:nvPr/>
          </p:nvSpPr>
          <p:spPr>
            <a:xfrm>
              <a:off x="6653027" y="3144213"/>
              <a:ext cx="76259" cy="103748"/>
            </a:xfrm>
            <a:custGeom>
              <a:rect b="b" l="l" r="r" t="t"/>
              <a:pathLst>
                <a:path extrusionOk="0" h="3993" w="2935">
                  <a:moveTo>
                    <a:pt x="557" y="1"/>
                  </a:moveTo>
                  <a:cubicBezTo>
                    <a:pt x="368" y="1"/>
                    <a:pt x="176" y="49"/>
                    <a:pt x="1" y="149"/>
                  </a:cubicBezTo>
                  <a:lnTo>
                    <a:pt x="675" y="2318"/>
                  </a:lnTo>
                  <a:lnTo>
                    <a:pt x="2219" y="3993"/>
                  </a:lnTo>
                  <a:cubicBezTo>
                    <a:pt x="2752" y="3684"/>
                    <a:pt x="2935" y="3005"/>
                    <a:pt x="2627" y="2472"/>
                  </a:cubicBezTo>
                  <a:lnTo>
                    <a:pt x="1524" y="560"/>
                  </a:lnTo>
                  <a:cubicBezTo>
                    <a:pt x="1317" y="200"/>
                    <a:pt x="942" y="1"/>
                    <a:pt x="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12"/>
            <p:cNvSpPr/>
            <p:nvPr/>
          </p:nvSpPr>
          <p:spPr>
            <a:xfrm>
              <a:off x="6657431" y="3144226"/>
              <a:ext cx="71842" cy="103722"/>
            </a:xfrm>
            <a:custGeom>
              <a:rect b="b" l="l" r="r" t="t"/>
              <a:pathLst>
                <a:path extrusionOk="0" h="3992" w="2765">
                  <a:moveTo>
                    <a:pt x="387" y="1"/>
                  </a:moveTo>
                  <a:cubicBezTo>
                    <a:pt x="257" y="1"/>
                    <a:pt x="127" y="23"/>
                    <a:pt x="1" y="70"/>
                  </a:cubicBezTo>
                  <a:cubicBezTo>
                    <a:pt x="236" y="156"/>
                    <a:pt x="445" y="323"/>
                    <a:pt x="581" y="559"/>
                  </a:cubicBezTo>
                  <a:lnTo>
                    <a:pt x="1683" y="2471"/>
                  </a:lnTo>
                  <a:cubicBezTo>
                    <a:pt x="1892" y="2829"/>
                    <a:pt x="1877" y="3257"/>
                    <a:pt x="1681" y="3592"/>
                  </a:cubicBezTo>
                  <a:lnTo>
                    <a:pt x="2049" y="3992"/>
                  </a:lnTo>
                  <a:cubicBezTo>
                    <a:pt x="2582" y="3686"/>
                    <a:pt x="2765" y="3004"/>
                    <a:pt x="2457" y="2471"/>
                  </a:cubicBezTo>
                  <a:lnTo>
                    <a:pt x="1354" y="559"/>
                  </a:lnTo>
                  <a:cubicBezTo>
                    <a:pt x="1147" y="201"/>
                    <a:pt x="772" y="1"/>
                    <a:pt x="3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12"/>
            <p:cNvSpPr/>
            <p:nvPr/>
          </p:nvSpPr>
          <p:spPr>
            <a:xfrm>
              <a:off x="6310707" y="3351345"/>
              <a:ext cx="65268" cy="84313"/>
            </a:xfrm>
            <a:custGeom>
              <a:rect b="b" l="l" r="r" t="t"/>
              <a:pathLst>
                <a:path extrusionOk="0" h="3245" w="2512">
                  <a:moveTo>
                    <a:pt x="812" y="1"/>
                  </a:moveTo>
                  <a:cubicBezTo>
                    <a:pt x="767" y="1"/>
                    <a:pt x="723" y="12"/>
                    <a:pt x="682" y="36"/>
                  </a:cubicBezTo>
                  <a:lnTo>
                    <a:pt x="167" y="331"/>
                  </a:lnTo>
                  <a:cubicBezTo>
                    <a:pt x="45" y="405"/>
                    <a:pt x="0" y="564"/>
                    <a:pt x="73" y="689"/>
                  </a:cubicBezTo>
                  <a:lnTo>
                    <a:pt x="1474" y="3114"/>
                  </a:lnTo>
                  <a:cubicBezTo>
                    <a:pt x="1521" y="3198"/>
                    <a:pt x="1609" y="3245"/>
                    <a:pt x="1699" y="3245"/>
                  </a:cubicBezTo>
                  <a:cubicBezTo>
                    <a:pt x="1743" y="3245"/>
                    <a:pt x="1788" y="3234"/>
                    <a:pt x="1829" y="3210"/>
                  </a:cubicBezTo>
                  <a:lnTo>
                    <a:pt x="2341" y="2913"/>
                  </a:lnTo>
                  <a:cubicBezTo>
                    <a:pt x="2467" y="2842"/>
                    <a:pt x="2511" y="2683"/>
                    <a:pt x="2438" y="2557"/>
                  </a:cubicBezTo>
                  <a:lnTo>
                    <a:pt x="1038" y="130"/>
                  </a:lnTo>
                  <a:cubicBezTo>
                    <a:pt x="990" y="48"/>
                    <a:pt x="902" y="1"/>
                    <a:pt x="8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12"/>
            <p:cNvSpPr/>
            <p:nvPr/>
          </p:nvSpPr>
          <p:spPr>
            <a:xfrm>
              <a:off x="6338067" y="3330403"/>
              <a:ext cx="85742" cy="82728"/>
            </a:xfrm>
            <a:custGeom>
              <a:rect b="b" l="l" r="r" t="t"/>
              <a:pathLst>
                <a:path extrusionOk="0" h="3184" w="3300">
                  <a:moveTo>
                    <a:pt x="2197" y="1"/>
                  </a:moveTo>
                  <a:lnTo>
                    <a:pt x="0" y="1271"/>
                  </a:lnTo>
                  <a:lnTo>
                    <a:pt x="1103" y="3183"/>
                  </a:lnTo>
                  <a:lnTo>
                    <a:pt x="3300" y="1913"/>
                  </a:lnTo>
                  <a:lnTo>
                    <a:pt x="21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12"/>
            <p:cNvSpPr/>
            <p:nvPr/>
          </p:nvSpPr>
          <p:spPr>
            <a:xfrm>
              <a:off x="6361737" y="3371482"/>
              <a:ext cx="62072" cy="41650"/>
            </a:xfrm>
            <a:custGeom>
              <a:rect b="b" l="l" r="r" t="t"/>
              <a:pathLst>
                <a:path extrusionOk="0" h="1603" w="2389">
                  <a:moveTo>
                    <a:pt x="2198" y="1"/>
                  </a:moveTo>
                  <a:lnTo>
                    <a:pt x="1" y="1268"/>
                  </a:lnTo>
                  <a:lnTo>
                    <a:pt x="192" y="1602"/>
                  </a:lnTo>
                  <a:lnTo>
                    <a:pt x="2389" y="335"/>
                  </a:lnTo>
                  <a:lnTo>
                    <a:pt x="21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12"/>
            <p:cNvSpPr/>
            <p:nvPr/>
          </p:nvSpPr>
          <p:spPr>
            <a:xfrm>
              <a:off x="6387693" y="3251131"/>
              <a:ext cx="166392" cy="138279"/>
            </a:xfrm>
            <a:custGeom>
              <a:rect b="b" l="l" r="r" t="t"/>
              <a:pathLst>
                <a:path extrusionOk="0" h="5322" w="6404">
                  <a:moveTo>
                    <a:pt x="4460" y="0"/>
                  </a:moveTo>
                  <a:lnTo>
                    <a:pt x="358" y="2370"/>
                  </a:lnTo>
                  <a:cubicBezTo>
                    <a:pt x="91" y="2522"/>
                    <a:pt x="0" y="2864"/>
                    <a:pt x="154" y="3130"/>
                  </a:cubicBezTo>
                  <a:lnTo>
                    <a:pt x="1257" y="5043"/>
                  </a:lnTo>
                  <a:cubicBezTo>
                    <a:pt x="1360" y="5221"/>
                    <a:pt x="1548" y="5321"/>
                    <a:pt x="1741" y="5321"/>
                  </a:cubicBezTo>
                  <a:cubicBezTo>
                    <a:pt x="1836" y="5321"/>
                    <a:pt x="1932" y="5297"/>
                    <a:pt x="2020" y="5246"/>
                  </a:cubicBezTo>
                  <a:lnTo>
                    <a:pt x="3470" y="4408"/>
                  </a:lnTo>
                  <a:lnTo>
                    <a:pt x="6404" y="2153"/>
                  </a:lnTo>
                  <a:lnTo>
                    <a:pt x="4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12"/>
            <p:cNvSpPr/>
            <p:nvPr/>
          </p:nvSpPr>
          <p:spPr>
            <a:xfrm>
              <a:off x="6415365" y="3319543"/>
              <a:ext cx="122430" cy="69867"/>
            </a:xfrm>
            <a:custGeom>
              <a:rect b="b" l="l" r="r" t="t"/>
              <a:pathLst>
                <a:path extrusionOk="0" h="2689" w="4712">
                  <a:moveTo>
                    <a:pt x="4712" y="1"/>
                  </a:moveTo>
                  <a:lnTo>
                    <a:pt x="2214" y="1443"/>
                  </a:lnTo>
                  <a:lnTo>
                    <a:pt x="761" y="2282"/>
                  </a:lnTo>
                  <a:cubicBezTo>
                    <a:pt x="673" y="2332"/>
                    <a:pt x="578" y="2357"/>
                    <a:pt x="483" y="2357"/>
                  </a:cubicBezTo>
                  <a:cubicBezTo>
                    <a:pt x="291" y="2357"/>
                    <a:pt x="104" y="2257"/>
                    <a:pt x="1" y="2078"/>
                  </a:cubicBezTo>
                  <a:lnTo>
                    <a:pt x="1" y="2078"/>
                  </a:lnTo>
                  <a:lnTo>
                    <a:pt x="192" y="2410"/>
                  </a:lnTo>
                  <a:cubicBezTo>
                    <a:pt x="295" y="2588"/>
                    <a:pt x="483" y="2688"/>
                    <a:pt x="676" y="2688"/>
                  </a:cubicBezTo>
                  <a:cubicBezTo>
                    <a:pt x="771" y="2688"/>
                    <a:pt x="867" y="2664"/>
                    <a:pt x="955" y="2613"/>
                  </a:cubicBezTo>
                  <a:lnTo>
                    <a:pt x="2405" y="1775"/>
                  </a:lnTo>
                  <a:lnTo>
                    <a:pt x="4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12"/>
            <p:cNvSpPr/>
            <p:nvPr/>
          </p:nvSpPr>
          <p:spPr>
            <a:xfrm>
              <a:off x="6497911" y="3177055"/>
              <a:ext cx="162624" cy="158259"/>
            </a:xfrm>
            <a:custGeom>
              <a:rect b="b" l="l" r="r" t="t"/>
              <a:pathLst>
                <a:path extrusionOk="0" h="6091" w="6259">
                  <a:moveTo>
                    <a:pt x="4040" y="1"/>
                  </a:moveTo>
                  <a:lnTo>
                    <a:pt x="181" y="2230"/>
                  </a:lnTo>
                  <a:cubicBezTo>
                    <a:pt x="48" y="2308"/>
                    <a:pt x="1" y="2478"/>
                    <a:pt x="77" y="2611"/>
                  </a:cubicBezTo>
                  <a:lnTo>
                    <a:pt x="1566" y="5187"/>
                  </a:lnTo>
                  <a:lnTo>
                    <a:pt x="2363" y="6091"/>
                  </a:lnTo>
                  <a:cubicBezTo>
                    <a:pt x="2373" y="6086"/>
                    <a:pt x="2386" y="6081"/>
                    <a:pt x="2399" y="6073"/>
                  </a:cubicBezTo>
                  <a:lnTo>
                    <a:pt x="6258" y="3844"/>
                  </a:lnTo>
                  <a:lnTo>
                    <a:pt x="5887" y="1749"/>
                  </a:lnTo>
                  <a:lnTo>
                    <a:pt x="40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12"/>
            <p:cNvSpPr/>
            <p:nvPr/>
          </p:nvSpPr>
          <p:spPr>
            <a:xfrm>
              <a:off x="6552578" y="3266460"/>
              <a:ext cx="107957" cy="68854"/>
            </a:xfrm>
            <a:custGeom>
              <a:rect b="b" l="l" r="r" t="t"/>
              <a:pathLst>
                <a:path extrusionOk="0" h="2650" w="4155">
                  <a:moveTo>
                    <a:pt x="4084" y="1"/>
                  </a:moveTo>
                  <a:lnTo>
                    <a:pt x="0" y="2355"/>
                  </a:lnTo>
                  <a:lnTo>
                    <a:pt x="259" y="2650"/>
                  </a:lnTo>
                  <a:cubicBezTo>
                    <a:pt x="269" y="2645"/>
                    <a:pt x="282" y="2640"/>
                    <a:pt x="295" y="2632"/>
                  </a:cubicBezTo>
                  <a:lnTo>
                    <a:pt x="4154" y="403"/>
                  </a:lnTo>
                  <a:lnTo>
                    <a:pt x="40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12"/>
            <p:cNvSpPr/>
            <p:nvPr/>
          </p:nvSpPr>
          <p:spPr>
            <a:xfrm>
              <a:off x="6597242" y="3138133"/>
              <a:ext cx="119156" cy="148776"/>
            </a:xfrm>
            <a:custGeom>
              <a:rect b="b" l="l" r="r" t="t"/>
              <a:pathLst>
                <a:path extrusionOk="0" h="5726" w="4586">
                  <a:moveTo>
                    <a:pt x="1768" y="1"/>
                  </a:moveTo>
                  <a:cubicBezTo>
                    <a:pt x="1723" y="1"/>
                    <a:pt x="1678" y="12"/>
                    <a:pt x="1636" y="36"/>
                  </a:cubicBezTo>
                  <a:lnTo>
                    <a:pt x="173" y="882"/>
                  </a:lnTo>
                  <a:cubicBezTo>
                    <a:pt x="45" y="956"/>
                    <a:pt x="0" y="1120"/>
                    <a:pt x="73" y="1248"/>
                  </a:cubicBezTo>
                  <a:lnTo>
                    <a:pt x="2582" y="5590"/>
                  </a:lnTo>
                  <a:cubicBezTo>
                    <a:pt x="2631" y="5678"/>
                    <a:pt x="2720" y="5725"/>
                    <a:pt x="2813" y="5725"/>
                  </a:cubicBezTo>
                  <a:cubicBezTo>
                    <a:pt x="2859" y="5725"/>
                    <a:pt x="2905" y="5714"/>
                    <a:pt x="2947" y="5690"/>
                  </a:cubicBezTo>
                  <a:lnTo>
                    <a:pt x="4413" y="4843"/>
                  </a:lnTo>
                  <a:cubicBezTo>
                    <a:pt x="4541" y="4770"/>
                    <a:pt x="4585" y="4605"/>
                    <a:pt x="4510" y="4477"/>
                  </a:cubicBezTo>
                  <a:lnTo>
                    <a:pt x="2004" y="135"/>
                  </a:lnTo>
                  <a:cubicBezTo>
                    <a:pt x="1953" y="49"/>
                    <a:pt x="1862" y="1"/>
                    <a:pt x="1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12"/>
            <p:cNvSpPr/>
            <p:nvPr/>
          </p:nvSpPr>
          <p:spPr>
            <a:xfrm>
              <a:off x="6630760" y="3138133"/>
              <a:ext cx="85638" cy="148776"/>
            </a:xfrm>
            <a:custGeom>
              <a:rect b="b" l="l" r="r" t="t"/>
              <a:pathLst>
                <a:path extrusionOk="0" h="5726" w="3296">
                  <a:moveTo>
                    <a:pt x="480" y="1"/>
                  </a:moveTo>
                  <a:cubicBezTo>
                    <a:pt x="435" y="1"/>
                    <a:pt x="388" y="12"/>
                    <a:pt x="346" y="36"/>
                  </a:cubicBezTo>
                  <a:lnTo>
                    <a:pt x="1" y="237"/>
                  </a:lnTo>
                  <a:lnTo>
                    <a:pt x="2449" y="4477"/>
                  </a:lnTo>
                  <a:cubicBezTo>
                    <a:pt x="2522" y="4605"/>
                    <a:pt x="2478" y="4770"/>
                    <a:pt x="2350" y="4843"/>
                  </a:cubicBezTo>
                  <a:lnTo>
                    <a:pt x="1231" y="5488"/>
                  </a:lnTo>
                  <a:lnTo>
                    <a:pt x="1292" y="5590"/>
                  </a:lnTo>
                  <a:cubicBezTo>
                    <a:pt x="1341" y="5678"/>
                    <a:pt x="1430" y="5725"/>
                    <a:pt x="1523" y="5725"/>
                  </a:cubicBezTo>
                  <a:cubicBezTo>
                    <a:pt x="1569" y="5725"/>
                    <a:pt x="1615" y="5714"/>
                    <a:pt x="1657" y="5690"/>
                  </a:cubicBezTo>
                  <a:lnTo>
                    <a:pt x="3123" y="4843"/>
                  </a:lnTo>
                  <a:cubicBezTo>
                    <a:pt x="3251" y="4770"/>
                    <a:pt x="3295" y="4605"/>
                    <a:pt x="3220" y="4477"/>
                  </a:cubicBezTo>
                  <a:lnTo>
                    <a:pt x="714" y="135"/>
                  </a:lnTo>
                  <a:cubicBezTo>
                    <a:pt x="665" y="49"/>
                    <a:pt x="574" y="1"/>
                    <a:pt x="4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12"/>
            <p:cNvSpPr/>
            <p:nvPr/>
          </p:nvSpPr>
          <p:spPr>
            <a:xfrm>
              <a:off x="6403828" y="3302186"/>
              <a:ext cx="54537" cy="81325"/>
            </a:xfrm>
            <a:custGeom>
              <a:rect b="b" l="l" r="r" t="t"/>
              <a:pathLst>
                <a:path extrusionOk="0" h="3130" w="2099">
                  <a:moveTo>
                    <a:pt x="437" y="0"/>
                  </a:moveTo>
                  <a:lnTo>
                    <a:pt x="1" y="251"/>
                  </a:lnTo>
                  <a:lnTo>
                    <a:pt x="1662" y="3130"/>
                  </a:lnTo>
                  <a:lnTo>
                    <a:pt x="2099" y="2877"/>
                  </a:lnTo>
                  <a:lnTo>
                    <a:pt x="43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12"/>
            <p:cNvSpPr/>
            <p:nvPr/>
          </p:nvSpPr>
          <p:spPr>
            <a:xfrm>
              <a:off x="6319177" y="3351423"/>
              <a:ext cx="56720" cy="84183"/>
            </a:xfrm>
            <a:custGeom>
              <a:rect b="b" l="l" r="r" t="t"/>
              <a:pathLst>
                <a:path extrusionOk="0" h="3240" w="2183">
                  <a:moveTo>
                    <a:pt x="481" y="1"/>
                  </a:moveTo>
                  <a:cubicBezTo>
                    <a:pt x="436" y="1"/>
                    <a:pt x="390" y="12"/>
                    <a:pt x="348" y="36"/>
                  </a:cubicBezTo>
                  <a:lnTo>
                    <a:pt x="1" y="237"/>
                  </a:lnTo>
                  <a:lnTo>
                    <a:pt x="1333" y="2547"/>
                  </a:lnTo>
                  <a:cubicBezTo>
                    <a:pt x="1406" y="2675"/>
                    <a:pt x="1362" y="2839"/>
                    <a:pt x="1234" y="2915"/>
                  </a:cubicBezTo>
                  <a:lnTo>
                    <a:pt x="1082" y="3001"/>
                  </a:lnTo>
                  <a:lnTo>
                    <a:pt x="1143" y="3103"/>
                  </a:lnTo>
                  <a:cubicBezTo>
                    <a:pt x="1193" y="3190"/>
                    <a:pt x="1284" y="3239"/>
                    <a:pt x="1377" y="3239"/>
                  </a:cubicBezTo>
                  <a:cubicBezTo>
                    <a:pt x="1422" y="3239"/>
                    <a:pt x="1469" y="3227"/>
                    <a:pt x="1511" y="3202"/>
                  </a:cubicBezTo>
                  <a:lnTo>
                    <a:pt x="2010" y="2915"/>
                  </a:lnTo>
                  <a:cubicBezTo>
                    <a:pt x="2138" y="2839"/>
                    <a:pt x="2182" y="2675"/>
                    <a:pt x="2109" y="2547"/>
                  </a:cubicBezTo>
                  <a:lnTo>
                    <a:pt x="717" y="135"/>
                  </a:lnTo>
                  <a:cubicBezTo>
                    <a:pt x="666" y="49"/>
                    <a:pt x="574" y="1"/>
                    <a:pt x="4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12"/>
            <p:cNvSpPr/>
            <p:nvPr/>
          </p:nvSpPr>
          <p:spPr>
            <a:xfrm>
              <a:off x="6360931" y="3343654"/>
              <a:ext cx="40091" cy="56304"/>
            </a:xfrm>
            <a:custGeom>
              <a:rect b="b" l="l" r="r" t="t"/>
              <a:pathLst>
                <a:path extrusionOk="0" h="2167" w="1543">
                  <a:moveTo>
                    <a:pt x="437" y="0"/>
                  </a:moveTo>
                  <a:lnTo>
                    <a:pt x="1" y="251"/>
                  </a:lnTo>
                  <a:lnTo>
                    <a:pt x="1103" y="2166"/>
                  </a:lnTo>
                  <a:lnTo>
                    <a:pt x="1542" y="1913"/>
                  </a:lnTo>
                  <a:lnTo>
                    <a:pt x="4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12"/>
            <p:cNvSpPr/>
            <p:nvPr/>
          </p:nvSpPr>
          <p:spPr>
            <a:xfrm>
              <a:off x="6338197" y="3218549"/>
              <a:ext cx="42118" cy="42118"/>
            </a:xfrm>
            <a:custGeom>
              <a:rect b="b" l="l" r="r" t="t"/>
              <a:pathLst>
                <a:path extrusionOk="0" h="1621" w="1621">
                  <a:moveTo>
                    <a:pt x="810" y="0"/>
                  </a:moveTo>
                  <a:cubicBezTo>
                    <a:pt x="672" y="0"/>
                    <a:pt x="557" y="113"/>
                    <a:pt x="557" y="251"/>
                  </a:cubicBezTo>
                  <a:lnTo>
                    <a:pt x="557" y="557"/>
                  </a:lnTo>
                  <a:lnTo>
                    <a:pt x="254" y="557"/>
                  </a:lnTo>
                  <a:cubicBezTo>
                    <a:pt x="113" y="557"/>
                    <a:pt x="0" y="669"/>
                    <a:pt x="0" y="810"/>
                  </a:cubicBezTo>
                  <a:cubicBezTo>
                    <a:pt x="0" y="949"/>
                    <a:pt x="113" y="1061"/>
                    <a:pt x="254" y="1061"/>
                  </a:cubicBezTo>
                  <a:lnTo>
                    <a:pt x="557" y="1061"/>
                  </a:lnTo>
                  <a:lnTo>
                    <a:pt x="557" y="1367"/>
                  </a:lnTo>
                  <a:cubicBezTo>
                    <a:pt x="557" y="1505"/>
                    <a:pt x="672" y="1620"/>
                    <a:pt x="810" y="1620"/>
                  </a:cubicBezTo>
                  <a:cubicBezTo>
                    <a:pt x="949" y="1620"/>
                    <a:pt x="1064" y="1505"/>
                    <a:pt x="1064" y="1367"/>
                  </a:cubicBezTo>
                  <a:lnTo>
                    <a:pt x="1064" y="1061"/>
                  </a:lnTo>
                  <a:lnTo>
                    <a:pt x="1367" y="1061"/>
                  </a:lnTo>
                  <a:cubicBezTo>
                    <a:pt x="1508" y="1061"/>
                    <a:pt x="1620" y="949"/>
                    <a:pt x="1620" y="810"/>
                  </a:cubicBezTo>
                  <a:cubicBezTo>
                    <a:pt x="1620" y="669"/>
                    <a:pt x="1508" y="557"/>
                    <a:pt x="1367" y="557"/>
                  </a:cubicBezTo>
                  <a:lnTo>
                    <a:pt x="1064" y="557"/>
                  </a:lnTo>
                  <a:lnTo>
                    <a:pt x="1064" y="251"/>
                  </a:lnTo>
                  <a:cubicBezTo>
                    <a:pt x="1064" y="113"/>
                    <a:pt x="949"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12"/>
            <p:cNvSpPr/>
            <p:nvPr/>
          </p:nvSpPr>
          <p:spPr>
            <a:xfrm>
              <a:off x="6454001" y="3146109"/>
              <a:ext cx="42118" cy="42118"/>
            </a:xfrm>
            <a:custGeom>
              <a:rect b="b" l="l" r="r" t="t"/>
              <a:pathLst>
                <a:path extrusionOk="0" h="1621" w="1621">
                  <a:moveTo>
                    <a:pt x="810" y="1"/>
                  </a:moveTo>
                  <a:cubicBezTo>
                    <a:pt x="672" y="1"/>
                    <a:pt x="560" y="116"/>
                    <a:pt x="560" y="254"/>
                  </a:cubicBezTo>
                  <a:lnTo>
                    <a:pt x="560" y="560"/>
                  </a:lnTo>
                  <a:lnTo>
                    <a:pt x="254" y="560"/>
                  </a:lnTo>
                  <a:cubicBezTo>
                    <a:pt x="116" y="560"/>
                    <a:pt x="1" y="672"/>
                    <a:pt x="1" y="811"/>
                  </a:cubicBezTo>
                  <a:cubicBezTo>
                    <a:pt x="1" y="952"/>
                    <a:pt x="116" y="1064"/>
                    <a:pt x="254" y="1064"/>
                  </a:cubicBezTo>
                  <a:lnTo>
                    <a:pt x="560" y="1064"/>
                  </a:lnTo>
                  <a:lnTo>
                    <a:pt x="560" y="1370"/>
                  </a:lnTo>
                  <a:cubicBezTo>
                    <a:pt x="560" y="1508"/>
                    <a:pt x="672" y="1620"/>
                    <a:pt x="810" y="1620"/>
                  </a:cubicBezTo>
                  <a:cubicBezTo>
                    <a:pt x="952" y="1620"/>
                    <a:pt x="1064" y="1508"/>
                    <a:pt x="1064" y="1370"/>
                  </a:cubicBezTo>
                  <a:lnTo>
                    <a:pt x="1064" y="1064"/>
                  </a:lnTo>
                  <a:lnTo>
                    <a:pt x="1370" y="1064"/>
                  </a:lnTo>
                  <a:cubicBezTo>
                    <a:pt x="1508" y="1064"/>
                    <a:pt x="1620" y="952"/>
                    <a:pt x="1620" y="811"/>
                  </a:cubicBezTo>
                  <a:cubicBezTo>
                    <a:pt x="1620" y="672"/>
                    <a:pt x="1508" y="560"/>
                    <a:pt x="1370" y="560"/>
                  </a:cubicBezTo>
                  <a:lnTo>
                    <a:pt x="1064" y="560"/>
                  </a:lnTo>
                  <a:lnTo>
                    <a:pt x="1064" y="254"/>
                  </a:lnTo>
                  <a:cubicBezTo>
                    <a:pt x="1064" y="113"/>
                    <a:pt x="952"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12"/>
            <p:cNvSpPr/>
            <p:nvPr/>
          </p:nvSpPr>
          <p:spPr>
            <a:xfrm>
              <a:off x="6642244" y="3363349"/>
              <a:ext cx="42118" cy="42040"/>
            </a:xfrm>
            <a:custGeom>
              <a:rect b="b" l="l" r="r" t="t"/>
              <a:pathLst>
                <a:path extrusionOk="0" h="1618" w="1621">
                  <a:moveTo>
                    <a:pt x="810" y="0"/>
                  </a:moveTo>
                  <a:cubicBezTo>
                    <a:pt x="672" y="0"/>
                    <a:pt x="560" y="112"/>
                    <a:pt x="560" y="251"/>
                  </a:cubicBezTo>
                  <a:lnTo>
                    <a:pt x="560" y="557"/>
                  </a:lnTo>
                  <a:lnTo>
                    <a:pt x="254" y="557"/>
                  </a:lnTo>
                  <a:cubicBezTo>
                    <a:pt x="113" y="557"/>
                    <a:pt x="0" y="669"/>
                    <a:pt x="0" y="810"/>
                  </a:cubicBezTo>
                  <a:cubicBezTo>
                    <a:pt x="0" y="948"/>
                    <a:pt x="113" y="1061"/>
                    <a:pt x="254" y="1061"/>
                  </a:cubicBezTo>
                  <a:lnTo>
                    <a:pt x="560" y="1061"/>
                  </a:lnTo>
                  <a:lnTo>
                    <a:pt x="560" y="1366"/>
                  </a:lnTo>
                  <a:cubicBezTo>
                    <a:pt x="560" y="1505"/>
                    <a:pt x="672" y="1617"/>
                    <a:pt x="810" y="1617"/>
                  </a:cubicBezTo>
                  <a:cubicBezTo>
                    <a:pt x="949" y="1617"/>
                    <a:pt x="1064" y="1505"/>
                    <a:pt x="1064" y="1366"/>
                  </a:cubicBezTo>
                  <a:lnTo>
                    <a:pt x="1064" y="1061"/>
                  </a:lnTo>
                  <a:lnTo>
                    <a:pt x="1367" y="1061"/>
                  </a:lnTo>
                  <a:cubicBezTo>
                    <a:pt x="1508" y="1061"/>
                    <a:pt x="1620" y="948"/>
                    <a:pt x="1620" y="810"/>
                  </a:cubicBezTo>
                  <a:cubicBezTo>
                    <a:pt x="1620" y="669"/>
                    <a:pt x="1508" y="557"/>
                    <a:pt x="1367" y="557"/>
                  </a:cubicBezTo>
                  <a:lnTo>
                    <a:pt x="1064" y="557"/>
                  </a:lnTo>
                  <a:lnTo>
                    <a:pt x="1064" y="251"/>
                  </a:lnTo>
                  <a:cubicBezTo>
                    <a:pt x="1064" y="112"/>
                    <a:pt x="949"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12"/>
            <p:cNvSpPr/>
            <p:nvPr/>
          </p:nvSpPr>
          <p:spPr>
            <a:xfrm>
              <a:off x="6433241" y="3478997"/>
              <a:ext cx="63553" cy="93589"/>
            </a:xfrm>
            <a:custGeom>
              <a:rect b="b" l="l" r="r" t="t"/>
              <a:pathLst>
                <a:path extrusionOk="0" h="3602" w="2446">
                  <a:moveTo>
                    <a:pt x="1053" y="1"/>
                  </a:moveTo>
                  <a:lnTo>
                    <a:pt x="1053" y="260"/>
                  </a:lnTo>
                  <a:lnTo>
                    <a:pt x="60" y="3235"/>
                  </a:lnTo>
                  <a:cubicBezTo>
                    <a:pt x="0" y="3416"/>
                    <a:pt x="136" y="3601"/>
                    <a:pt x="324" y="3601"/>
                  </a:cubicBezTo>
                  <a:lnTo>
                    <a:pt x="1131" y="3601"/>
                  </a:lnTo>
                  <a:cubicBezTo>
                    <a:pt x="1252" y="3601"/>
                    <a:pt x="1356" y="3525"/>
                    <a:pt x="1395" y="3410"/>
                  </a:cubicBezTo>
                  <a:lnTo>
                    <a:pt x="2446" y="260"/>
                  </a:lnTo>
                  <a:lnTo>
                    <a:pt x="24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12"/>
            <p:cNvSpPr/>
            <p:nvPr/>
          </p:nvSpPr>
          <p:spPr>
            <a:xfrm>
              <a:off x="6442542" y="3478997"/>
              <a:ext cx="54251" cy="93589"/>
            </a:xfrm>
            <a:custGeom>
              <a:rect b="b" l="l" r="r" t="t"/>
              <a:pathLst>
                <a:path extrusionOk="0" h="3602" w="2088">
                  <a:moveTo>
                    <a:pt x="1314" y="1"/>
                  </a:moveTo>
                  <a:lnTo>
                    <a:pt x="1314" y="260"/>
                  </a:lnTo>
                  <a:lnTo>
                    <a:pt x="264" y="3410"/>
                  </a:lnTo>
                  <a:cubicBezTo>
                    <a:pt x="225" y="3525"/>
                    <a:pt x="120" y="3601"/>
                    <a:pt x="0" y="3601"/>
                  </a:cubicBezTo>
                  <a:lnTo>
                    <a:pt x="773" y="3601"/>
                  </a:lnTo>
                  <a:cubicBezTo>
                    <a:pt x="894" y="3601"/>
                    <a:pt x="998" y="3525"/>
                    <a:pt x="1037" y="3410"/>
                  </a:cubicBezTo>
                  <a:lnTo>
                    <a:pt x="2088" y="260"/>
                  </a:lnTo>
                  <a:lnTo>
                    <a:pt x="2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12"/>
            <p:cNvSpPr/>
            <p:nvPr/>
          </p:nvSpPr>
          <p:spPr>
            <a:xfrm>
              <a:off x="6540211" y="3478997"/>
              <a:ext cx="63579" cy="93589"/>
            </a:xfrm>
            <a:custGeom>
              <a:rect b="b" l="l" r="r" t="t"/>
              <a:pathLst>
                <a:path extrusionOk="0" h="3602" w="2447">
                  <a:moveTo>
                    <a:pt x="1" y="1"/>
                  </a:moveTo>
                  <a:lnTo>
                    <a:pt x="1" y="260"/>
                  </a:lnTo>
                  <a:lnTo>
                    <a:pt x="1051" y="3410"/>
                  </a:lnTo>
                  <a:cubicBezTo>
                    <a:pt x="1090" y="3525"/>
                    <a:pt x="1197" y="3601"/>
                    <a:pt x="1317" y="3601"/>
                  </a:cubicBezTo>
                  <a:lnTo>
                    <a:pt x="2122" y="3601"/>
                  </a:lnTo>
                  <a:cubicBezTo>
                    <a:pt x="2313" y="3601"/>
                    <a:pt x="2446" y="3416"/>
                    <a:pt x="2386" y="3235"/>
                  </a:cubicBezTo>
                  <a:lnTo>
                    <a:pt x="1393" y="260"/>
                  </a:lnTo>
                  <a:lnTo>
                    <a:pt x="13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12"/>
            <p:cNvSpPr/>
            <p:nvPr/>
          </p:nvSpPr>
          <p:spPr>
            <a:xfrm>
              <a:off x="6556294" y="3478997"/>
              <a:ext cx="47496" cy="93589"/>
            </a:xfrm>
            <a:custGeom>
              <a:rect b="b" l="l" r="r" t="t"/>
              <a:pathLst>
                <a:path extrusionOk="0" h="3602" w="1828">
                  <a:moveTo>
                    <a:pt x="1" y="1"/>
                  </a:moveTo>
                  <a:lnTo>
                    <a:pt x="1" y="260"/>
                  </a:lnTo>
                  <a:lnTo>
                    <a:pt x="994" y="3235"/>
                  </a:lnTo>
                  <a:cubicBezTo>
                    <a:pt x="1054" y="3416"/>
                    <a:pt x="920" y="3601"/>
                    <a:pt x="730" y="3601"/>
                  </a:cubicBezTo>
                  <a:lnTo>
                    <a:pt x="1503" y="3601"/>
                  </a:lnTo>
                  <a:cubicBezTo>
                    <a:pt x="1694" y="3601"/>
                    <a:pt x="1827" y="3416"/>
                    <a:pt x="1767" y="3235"/>
                  </a:cubicBezTo>
                  <a:lnTo>
                    <a:pt x="774" y="260"/>
                  </a:lnTo>
                  <a:lnTo>
                    <a:pt x="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12"/>
            <p:cNvSpPr/>
            <p:nvPr/>
          </p:nvSpPr>
          <p:spPr>
            <a:xfrm>
              <a:off x="6496768" y="3478997"/>
              <a:ext cx="43469" cy="93589"/>
            </a:xfrm>
            <a:custGeom>
              <a:rect b="b" l="l" r="r" t="t"/>
              <a:pathLst>
                <a:path extrusionOk="0" h="3602" w="1673">
                  <a:moveTo>
                    <a:pt x="1" y="1"/>
                  </a:moveTo>
                  <a:lnTo>
                    <a:pt x="1" y="3340"/>
                  </a:lnTo>
                  <a:cubicBezTo>
                    <a:pt x="1" y="3484"/>
                    <a:pt x="118" y="3601"/>
                    <a:pt x="262" y="3601"/>
                  </a:cubicBezTo>
                  <a:lnTo>
                    <a:pt x="1411" y="3601"/>
                  </a:lnTo>
                  <a:cubicBezTo>
                    <a:pt x="1555" y="3601"/>
                    <a:pt x="1673" y="3484"/>
                    <a:pt x="1673" y="3340"/>
                  </a:cubicBezTo>
                  <a:lnTo>
                    <a:pt x="16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12"/>
            <p:cNvSpPr/>
            <p:nvPr/>
          </p:nvSpPr>
          <p:spPr>
            <a:xfrm>
              <a:off x="6513137" y="3478997"/>
              <a:ext cx="27100" cy="93589"/>
            </a:xfrm>
            <a:custGeom>
              <a:rect b="b" l="l" r="r" t="t"/>
              <a:pathLst>
                <a:path extrusionOk="0" h="3602" w="1043">
                  <a:moveTo>
                    <a:pt x="269" y="1"/>
                  </a:moveTo>
                  <a:lnTo>
                    <a:pt x="269" y="3332"/>
                  </a:lnTo>
                  <a:cubicBezTo>
                    <a:pt x="269" y="3481"/>
                    <a:pt x="149" y="3601"/>
                    <a:pt x="0" y="3601"/>
                  </a:cubicBezTo>
                  <a:lnTo>
                    <a:pt x="774" y="3601"/>
                  </a:lnTo>
                  <a:cubicBezTo>
                    <a:pt x="922" y="3601"/>
                    <a:pt x="1043" y="3481"/>
                    <a:pt x="1043" y="3332"/>
                  </a:cubicBezTo>
                  <a:lnTo>
                    <a:pt x="1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12"/>
            <p:cNvSpPr/>
            <p:nvPr/>
          </p:nvSpPr>
          <p:spPr>
            <a:xfrm>
              <a:off x="6489571" y="3380160"/>
              <a:ext cx="57941" cy="68464"/>
            </a:xfrm>
            <a:custGeom>
              <a:rect b="b" l="l" r="r" t="t"/>
              <a:pathLst>
                <a:path extrusionOk="0" h="2635" w="2230">
                  <a:moveTo>
                    <a:pt x="1" y="1"/>
                  </a:moveTo>
                  <a:lnTo>
                    <a:pt x="1" y="2634"/>
                  </a:lnTo>
                  <a:lnTo>
                    <a:pt x="2229" y="2634"/>
                  </a:lnTo>
                  <a:lnTo>
                    <a:pt x="22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12"/>
            <p:cNvSpPr/>
            <p:nvPr/>
          </p:nvSpPr>
          <p:spPr>
            <a:xfrm>
              <a:off x="6527375" y="3380160"/>
              <a:ext cx="20136" cy="68464"/>
            </a:xfrm>
            <a:custGeom>
              <a:rect b="b" l="l" r="r" t="t"/>
              <a:pathLst>
                <a:path extrusionOk="0" h="2635" w="775">
                  <a:moveTo>
                    <a:pt x="1" y="1"/>
                  </a:moveTo>
                  <a:lnTo>
                    <a:pt x="1" y="2634"/>
                  </a:lnTo>
                  <a:lnTo>
                    <a:pt x="774" y="2634"/>
                  </a:lnTo>
                  <a:lnTo>
                    <a:pt x="7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12"/>
            <p:cNvSpPr/>
            <p:nvPr/>
          </p:nvSpPr>
          <p:spPr>
            <a:xfrm>
              <a:off x="6475047" y="3306863"/>
              <a:ext cx="86911" cy="86911"/>
            </a:xfrm>
            <a:custGeom>
              <a:rect b="b" l="l" r="r" t="t"/>
              <a:pathLst>
                <a:path extrusionOk="0" h="3345" w="3345">
                  <a:moveTo>
                    <a:pt x="1673" y="0"/>
                  </a:moveTo>
                  <a:cubicBezTo>
                    <a:pt x="750" y="0"/>
                    <a:pt x="0" y="750"/>
                    <a:pt x="0" y="1672"/>
                  </a:cubicBezTo>
                  <a:cubicBezTo>
                    <a:pt x="0" y="2597"/>
                    <a:pt x="750" y="3344"/>
                    <a:pt x="1673" y="3344"/>
                  </a:cubicBezTo>
                  <a:cubicBezTo>
                    <a:pt x="2597" y="3344"/>
                    <a:pt x="3345" y="2597"/>
                    <a:pt x="3345" y="1672"/>
                  </a:cubicBezTo>
                  <a:cubicBezTo>
                    <a:pt x="3345" y="750"/>
                    <a:pt x="2597" y="0"/>
                    <a:pt x="1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12"/>
            <p:cNvSpPr/>
            <p:nvPr/>
          </p:nvSpPr>
          <p:spPr>
            <a:xfrm>
              <a:off x="6446128" y="3442284"/>
              <a:ext cx="144826" cy="43469"/>
            </a:xfrm>
            <a:custGeom>
              <a:rect b="b" l="l" r="r" t="t"/>
              <a:pathLst>
                <a:path extrusionOk="0" h="1673" w="5574">
                  <a:moveTo>
                    <a:pt x="557" y="0"/>
                  </a:moveTo>
                  <a:cubicBezTo>
                    <a:pt x="249" y="0"/>
                    <a:pt x="1" y="249"/>
                    <a:pt x="1" y="557"/>
                  </a:cubicBezTo>
                  <a:lnTo>
                    <a:pt x="1" y="1393"/>
                  </a:lnTo>
                  <a:cubicBezTo>
                    <a:pt x="1" y="1547"/>
                    <a:pt x="126" y="1673"/>
                    <a:pt x="277" y="1673"/>
                  </a:cubicBezTo>
                  <a:lnTo>
                    <a:pt x="5294" y="1673"/>
                  </a:lnTo>
                  <a:cubicBezTo>
                    <a:pt x="5448" y="1673"/>
                    <a:pt x="5573" y="1547"/>
                    <a:pt x="5573" y="1393"/>
                  </a:cubicBezTo>
                  <a:lnTo>
                    <a:pt x="5573" y="557"/>
                  </a:lnTo>
                  <a:cubicBezTo>
                    <a:pt x="5573" y="249"/>
                    <a:pt x="5322" y="0"/>
                    <a:pt x="5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12"/>
            <p:cNvSpPr/>
            <p:nvPr/>
          </p:nvSpPr>
          <p:spPr>
            <a:xfrm>
              <a:off x="6502614" y="3335938"/>
              <a:ext cx="31855" cy="28970"/>
            </a:xfrm>
            <a:custGeom>
              <a:rect b="b" l="l" r="r" t="t"/>
              <a:pathLst>
                <a:path extrusionOk="0" h="1115" w="1226">
                  <a:moveTo>
                    <a:pt x="612" y="0"/>
                  </a:moveTo>
                  <a:cubicBezTo>
                    <a:pt x="360" y="0"/>
                    <a:pt x="131" y="173"/>
                    <a:pt x="71" y="431"/>
                  </a:cubicBezTo>
                  <a:cubicBezTo>
                    <a:pt x="0" y="728"/>
                    <a:pt x="186" y="1029"/>
                    <a:pt x="484" y="1099"/>
                  </a:cubicBezTo>
                  <a:cubicBezTo>
                    <a:pt x="527" y="1110"/>
                    <a:pt x="570" y="1114"/>
                    <a:pt x="612" y="1114"/>
                  </a:cubicBezTo>
                  <a:cubicBezTo>
                    <a:pt x="866" y="1114"/>
                    <a:pt x="1095" y="942"/>
                    <a:pt x="1155" y="687"/>
                  </a:cubicBezTo>
                  <a:cubicBezTo>
                    <a:pt x="1226" y="386"/>
                    <a:pt x="1040" y="86"/>
                    <a:pt x="740" y="15"/>
                  </a:cubicBezTo>
                  <a:cubicBezTo>
                    <a:pt x="697" y="5"/>
                    <a:pt x="654" y="0"/>
                    <a:pt x="6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12"/>
            <p:cNvSpPr/>
            <p:nvPr/>
          </p:nvSpPr>
          <p:spPr>
            <a:xfrm>
              <a:off x="6508434" y="3306863"/>
              <a:ext cx="53524" cy="86911"/>
            </a:xfrm>
            <a:custGeom>
              <a:rect b="b" l="l" r="r" t="t"/>
              <a:pathLst>
                <a:path extrusionOk="0" h="3345" w="2060">
                  <a:moveTo>
                    <a:pt x="388" y="0"/>
                  </a:moveTo>
                  <a:cubicBezTo>
                    <a:pt x="254" y="0"/>
                    <a:pt x="126" y="19"/>
                    <a:pt x="1" y="47"/>
                  </a:cubicBezTo>
                  <a:cubicBezTo>
                    <a:pt x="738" y="222"/>
                    <a:pt x="1286" y="883"/>
                    <a:pt x="1286" y="1672"/>
                  </a:cubicBezTo>
                  <a:cubicBezTo>
                    <a:pt x="1286" y="2464"/>
                    <a:pt x="738" y="3125"/>
                    <a:pt x="1" y="3300"/>
                  </a:cubicBezTo>
                  <a:cubicBezTo>
                    <a:pt x="126" y="3329"/>
                    <a:pt x="254" y="3344"/>
                    <a:pt x="388" y="3344"/>
                  </a:cubicBezTo>
                  <a:cubicBezTo>
                    <a:pt x="1312" y="3344"/>
                    <a:pt x="2060" y="2597"/>
                    <a:pt x="2060" y="1672"/>
                  </a:cubicBezTo>
                  <a:cubicBezTo>
                    <a:pt x="2060" y="750"/>
                    <a:pt x="1312" y="0"/>
                    <a:pt x="3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12"/>
            <p:cNvSpPr/>
            <p:nvPr/>
          </p:nvSpPr>
          <p:spPr>
            <a:xfrm>
              <a:off x="6556450" y="3442284"/>
              <a:ext cx="34505" cy="43469"/>
            </a:xfrm>
            <a:custGeom>
              <a:rect b="b" l="l" r="r" t="t"/>
              <a:pathLst>
                <a:path extrusionOk="0" h="1673" w="1328">
                  <a:moveTo>
                    <a:pt x="0" y="0"/>
                  </a:moveTo>
                  <a:cubicBezTo>
                    <a:pt x="306" y="0"/>
                    <a:pt x="557" y="249"/>
                    <a:pt x="557" y="557"/>
                  </a:cubicBezTo>
                  <a:lnTo>
                    <a:pt x="557" y="1393"/>
                  </a:lnTo>
                  <a:cubicBezTo>
                    <a:pt x="557" y="1547"/>
                    <a:pt x="431" y="1673"/>
                    <a:pt x="277" y="1673"/>
                  </a:cubicBezTo>
                  <a:lnTo>
                    <a:pt x="1048" y="1673"/>
                  </a:lnTo>
                  <a:cubicBezTo>
                    <a:pt x="1202" y="1673"/>
                    <a:pt x="1327" y="1547"/>
                    <a:pt x="1327" y="1393"/>
                  </a:cubicBezTo>
                  <a:lnTo>
                    <a:pt x="1327" y="557"/>
                  </a:lnTo>
                  <a:cubicBezTo>
                    <a:pt x="1327" y="249"/>
                    <a:pt x="1076"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12"/>
            <p:cNvSpPr/>
            <p:nvPr/>
          </p:nvSpPr>
          <p:spPr>
            <a:xfrm>
              <a:off x="6448778" y="3508124"/>
              <a:ext cx="40559" cy="13121"/>
            </a:xfrm>
            <a:custGeom>
              <a:rect b="b" l="l" r="r" t="t"/>
              <a:pathLst>
                <a:path extrusionOk="0" h="505" w="1561">
                  <a:moveTo>
                    <a:pt x="168" y="1"/>
                  </a:moveTo>
                  <a:lnTo>
                    <a:pt x="0" y="505"/>
                  </a:lnTo>
                  <a:lnTo>
                    <a:pt x="1393" y="505"/>
                  </a:lnTo>
                  <a:lnTo>
                    <a:pt x="15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12"/>
            <p:cNvSpPr/>
            <p:nvPr/>
          </p:nvSpPr>
          <p:spPr>
            <a:xfrm>
              <a:off x="6496768" y="3508124"/>
              <a:ext cx="43469" cy="13121"/>
            </a:xfrm>
            <a:custGeom>
              <a:rect b="b" l="l" r="r" t="t"/>
              <a:pathLst>
                <a:path extrusionOk="0" h="505" w="1673">
                  <a:moveTo>
                    <a:pt x="1" y="1"/>
                  </a:moveTo>
                  <a:lnTo>
                    <a:pt x="1" y="505"/>
                  </a:lnTo>
                  <a:lnTo>
                    <a:pt x="1673" y="505"/>
                  </a:lnTo>
                  <a:lnTo>
                    <a:pt x="16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12"/>
            <p:cNvSpPr/>
            <p:nvPr/>
          </p:nvSpPr>
          <p:spPr>
            <a:xfrm>
              <a:off x="6547694" y="3508124"/>
              <a:ext cx="40611" cy="13121"/>
            </a:xfrm>
            <a:custGeom>
              <a:rect b="b" l="l" r="r" t="t"/>
              <a:pathLst>
                <a:path extrusionOk="0" h="505" w="1563">
                  <a:moveTo>
                    <a:pt x="0" y="1"/>
                  </a:moveTo>
                  <a:lnTo>
                    <a:pt x="170" y="505"/>
                  </a:lnTo>
                  <a:lnTo>
                    <a:pt x="1562" y="505"/>
                  </a:lnTo>
                  <a:lnTo>
                    <a:pt x="13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112"/>
          <p:cNvSpPr/>
          <p:nvPr/>
        </p:nvSpPr>
        <p:spPr>
          <a:xfrm>
            <a:off x="802148" y="1524175"/>
            <a:ext cx="1995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Mercury</a:t>
            </a:r>
            <a:endParaRPr>
              <a:solidFill>
                <a:schemeClr val="dk1"/>
              </a:solidFill>
            </a:endParaRPr>
          </a:p>
        </p:txBody>
      </p:sp>
      <p:sp>
        <p:nvSpPr>
          <p:cNvPr id="9309" name="Google Shape;9309;p112"/>
          <p:cNvSpPr txBox="1"/>
          <p:nvPr/>
        </p:nvSpPr>
        <p:spPr>
          <a:xfrm>
            <a:off x="720000" y="2042329"/>
            <a:ext cx="2159400" cy="37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Mercury is the closest planet to the Sun</a:t>
            </a:r>
            <a:endParaRPr>
              <a:solidFill>
                <a:schemeClr val="dk1"/>
              </a:solidFill>
              <a:latin typeface="Open Sans"/>
              <a:ea typeface="Open Sans"/>
              <a:cs typeface="Open Sans"/>
              <a:sym typeface="Open Sans"/>
            </a:endParaRPr>
          </a:p>
        </p:txBody>
      </p:sp>
      <p:sp>
        <p:nvSpPr>
          <p:cNvPr id="9310" name="Google Shape;9310;p112"/>
          <p:cNvSpPr/>
          <p:nvPr/>
        </p:nvSpPr>
        <p:spPr>
          <a:xfrm>
            <a:off x="6314428" y="1524175"/>
            <a:ext cx="20262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Earth</a:t>
            </a:r>
            <a:endParaRPr>
              <a:solidFill>
                <a:schemeClr val="dk1"/>
              </a:solidFill>
            </a:endParaRPr>
          </a:p>
        </p:txBody>
      </p:sp>
      <p:sp>
        <p:nvSpPr>
          <p:cNvPr id="9311" name="Google Shape;9311;p112"/>
          <p:cNvSpPr txBox="1"/>
          <p:nvPr/>
        </p:nvSpPr>
        <p:spPr>
          <a:xfrm>
            <a:off x="6264550" y="2042329"/>
            <a:ext cx="2159400" cy="37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Earth is the third planet from the Sun</a:t>
            </a:r>
            <a:endParaRPr>
              <a:solidFill>
                <a:schemeClr val="dk1"/>
              </a:solidFill>
              <a:latin typeface="Open Sans"/>
              <a:ea typeface="Open Sans"/>
              <a:cs typeface="Open Sans"/>
              <a:sym typeface="Open Sans"/>
            </a:endParaRPr>
          </a:p>
        </p:txBody>
      </p:sp>
      <p:sp>
        <p:nvSpPr>
          <p:cNvPr id="9312" name="Google Shape;9312;p112"/>
          <p:cNvSpPr/>
          <p:nvPr/>
        </p:nvSpPr>
        <p:spPr>
          <a:xfrm>
            <a:off x="802148" y="2883072"/>
            <a:ext cx="19950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Venus</a:t>
            </a:r>
            <a:endParaRPr b="1" sz="1800">
              <a:solidFill>
                <a:schemeClr val="lt1"/>
              </a:solidFill>
              <a:latin typeface="Balsamiq Sans"/>
              <a:ea typeface="Balsamiq Sans"/>
              <a:cs typeface="Balsamiq Sans"/>
              <a:sym typeface="Balsamiq Sans"/>
            </a:endParaRPr>
          </a:p>
        </p:txBody>
      </p:sp>
      <p:sp>
        <p:nvSpPr>
          <p:cNvPr id="9313" name="Google Shape;9313;p112"/>
          <p:cNvSpPr txBox="1"/>
          <p:nvPr/>
        </p:nvSpPr>
        <p:spPr>
          <a:xfrm>
            <a:off x="720000" y="3401226"/>
            <a:ext cx="2159400" cy="37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9314" name="Google Shape;9314;p112"/>
          <p:cNvSpPr/>
          <p:nvPr/>
        </p:nvSpPr>
        <p:spPr>
          <a:xfrm>
            <a:off x="6314428" y="2883072"/>
            <a:ext cx="20262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dk1"/>
              </a:solidFill>
            </a:endParaRPr>
          </a:p>
        </p:txBody>
      </p:sp>
      <p:sp>
        <p:nvSpPr>
          <p:cNvPr id="9315" name="Google Shape;9315;p112"/>
          <p:cNvSpPr txBox="1"/>
          <p:nvPr/>
        </p:nvSpPr>
        <p:spPr>
          <a:xfrm>
            <a:off x="6264550" y="3401225"/>
            <a:ext cx="2159400" cy="37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Despite being red, Mars is very cold</a:t>
            </a:r>
            <a:endParaRPr>
              <a:solidFill>
                <a:schemeClr val="dk1"/>
              </a:solidFill>
              <a:latin typeface="Open Sans"/>
              <a:ea typeface="Open Sans"/>
              <a:cs typeface="Open Sans"/>
              <a:sym typeface="Open Sans"/>
            </a:endParaRPr>
          </a:p>
        </p:txBody>
      </p:sp>
      <p:grpSp>
        <p:nvGrpSpPr>
          <p:cNvPr id="9316" name="Google Shape;9316;p112"/>
          <p:cNvGrpSpPr/>
          <p:nvPr/>
        </p:nvGrpSpPr>
        <p:grpSpPr>
          <a:xfrm>
            <a:off x="6590700" y="4068284"/>
            <a:ext cx="1473600" cy="746491"/>
            <a:chOff x="6573950" y="4150909"/>
            <a:chExt cx="1473600" cy="746491"/>
          </a:xfrm>
        </p:grpSpPr>
        <p:sp>
          <p:nvSpPr>
            <p:cNvPr id="9317" name="Google Shape;9317;p112"/>
            <p:cNvSpPr/>
            <p:nvPr/>
          </p:nvSpPr>
          <p:spPr>
            <a:xfrm>
              <a:off x="6573950" y="4677500"/>
              <a:ext cx="1473600" cy="21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8" name="Google Shape;9318;p112"/>
            <p:cNvGrpSpPr/>
            <p:nvPr/>
          </p:nvGrpSpPr>
          <p:grpSpPr>
            <a:xfrm>
              <a:off x="6724928" y="4150909"/>
              <a:ext cx="1182196" cy="637102"/>
              <a:chOff x="7183950" y="745675"/>
              <a:chExt cx="836775" cy="450950"/>
            </a:xfrm>
          </p:grpSpPr>
          <p:sp>
            <p:nvSpPr>
              <p:cNvPr id="9319" name="Google Shape;9319;p112"/>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12"/>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12"/>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12"/>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12"/>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12"/>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12"/>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12"/>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12"/>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12"/>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12"/>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12"/>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12"/>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12"/>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12"/>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12"/>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12"/>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12"/>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12"/>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12"/>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12"/>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12"/>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12"/>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5" name="Shape 9345"/>
        <p:cNvGrpSpPr/>
        <p:nvPr/>
      </p:nvGrpSpPr>
      <p:grpSpPr>
        <a:xfrm>
          <a:off x="0" y="0"/>
          <a:ext cx="0" cy="0"/>
          <a:chOff x="0" y="0"/>
          <a:chExt cx="0" cy="0"/>
        </a:xfrm>
      </p:grpSpPr>
      <p:sp>
        <p:nvSpPr>
          <p:cNvPr id="9346" name="Google Shape;9346;p113"/>
          <p:cNvSpPr/>
          <p:nvPr/>
        </p:nvSpPr>
        <p:spPr>
          <a:xfrm>
            <a:off x="1002075" y="1442300"/>
            <a:ext cx="6754500" cy="2363100"/>
          </a:xfrm>
          <a:prstGeom prst="roundRect">
            <a:avLst>
              <a:gd fmla="val 7972"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1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Half day workshop</a:t>
            </a:r>
            <a:endParaRPr/>
          </a:p>
        </p:txBody>
      </p:sp>
      <p:sp>
        <p:nvSpPr>
          <p:cNvPr id="9348" name="Google Shape;9348;p113">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13">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13">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13">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352" name="Google Shape;9352;p113"/>
          <p:cNvGraphicFramePr/>
          <p:nvPr/>
        </p:nvGraphicFramePr>
        <p:xfrm>
          <a:off x="1002088" y="1452303"/>
          <a:ext cx="3000000" cy="3000000"/>
        </p:xfrm>
        <a:graphic>
          <a:graphicData uri="http://schemas.openxmlformats.org/drawingml/2006/table">
            <a:tbl>
              <a:tblPr>
                <a:noFill/>
                <a:tableStyleId>{F350DAE5-CD21-4FBE-827A-FA60B65FDEA6}</a:tableStyleId>
              </a:tblPr>
              <a:tblGrid>
                <a:gridCol w="1616900"/>
                <a:gridCol w="3734475"/>
                <a:gridCol w="1358825"/>
              </a:tblGrid>
              <a:tr h="7877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lt1"/>
                        </a:solidFill>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Despite being red, Mars is a cold place</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rowSpan="3">
                  <a:txBody>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a:t>
                      </a:r>
                      <a:r>
                        <a:rPr b="1" lang="en" sz="1800">
                          <a:solidFill>
                            <a:schemeClr val="lt1"/>
                          </a:solidFill>
                          <a:latin typeface="Balsamiq Sans"/>
                          <a:ea typeface="Balsamiq Sans"/>
                          <a:cs typeface="Balsamiq Sans"/>
                          <a:sym typeface="Balsamiq Sans"/>
                        </a:rPr>
                        <a:t>00</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r h="7877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It</a:t>
                      </a:r>
                      <a:r>
                        <a:rPr lang="en">
                          <a:solidFill>
                            <a:schemeClr val="lt1"/>
                          </a:solidFill>
                          <a:latin typeface="Open Sans"/>
                          <a:ea typeface="Open Sans"/>
                          <a:cs typeface="Open Sans"/>
                          <a:sym typeface="Open Sans"/>
                        </a:rPr>
                        <a:t> is the second planet from the Sun</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vMerge="1"/>
              </a:tr>
              <a:tr h="7877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Mercury</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Mercury is the smallest planet</a:t>
                      </a:r>
                      <a:endParaRPr>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vMerge="1"/>
              </a:tr>
            </a:tbl>
          </a:graphicData>
        </a:graphic>
      </p:graphicFrame>
      <p:grpSp>
        <p:nvGrpSpPr>
          <p:cNvPr id="9353" name="Google Shape;9353;p113"/>
          <p:cNvGrpSpPr/>
          <p:nvPr/>
        </p:nvGrpSpPr>
        <p:grpSpPr>
          <a:xfrm>
            <a:off x="118392" y="1289754"/>
            <a:ext cx="1340105" cy="3736555"/>
            <a:chOff x="715040" y="969674"/>
            <a:chExt cx="1285472" cy="3584226"/>
          </a:xfrm>
        </p:grpSpPr>
        <p:grpSp>
          <p:nvGrpSpPr>
            <p:cNvPr id="9354" name="Google Shape;9354;p113"/>
            <p:cNvGrpSpPr/>
            <p:nvPr/>
          </p:nvGrpSpPr>
          <p:grpSpPr>
            <a:xfrm>
              <a:off x="715040" y="969674"/>
              <a:ext cx="1285472" cy="3584226"/>
              <a:chOff x="715040" y="969674"/>
              <a:chExt cx="1285472" cy="3584226"/>
            </a:xfrm>
          </p:grpSpPr>
          <p:grpSp>
            <p:nvGrpSpPr>
              <p:cNvPr id="9355" name="Google Shape;9355;p113"/>
              <p:cNvGrpSpPr/>
              <p:nvPr/>
            </p:nvGrpSpPr>
            <p:grpSpPr>
              <a:xfrm>
                <a:off x="715040" y="969674"/>
                <a:ext cx="1285472" cy="3584226"/>
                <a:chOff x="715040" y="969674"/>
                <a:chExt cx="1285472" cy="3584226"/>
              </a:xfrm>
            </p:grpSpPr>
            <p:grpSp>
              <p:nvGrpSpPr>
                <p:cNvPr id="9356" name="Google Shape;9356;p113"/>
                <p:cNvGrpSpPr/>
                <p:nvPr/>
              </p:nvGrpSpPr>
              <p:grpSpPr>
                <a:xfrm>
                  <a:off x="715040" y="969674"/>
                  <a:ext cx="1285472" cy="3584226"/>
                  <a:chOff x="1152865" y="1164424"/>
                  <a:chExt cx="1285472" cy="3584226"/>
                </a:xfrm>
              </p:grpSpPr>
              <p:sp>
                <p:nvSpPr>
                  <p:cNvPr id="9357" name="Google Shape;9357;p113"/>
                  <p:cNvSpPr/>
                  <p:nvPr/>
                </p:nvSpPr>
                <p:spPr>
                  <a:xfrm flipH="1" rot="-7621430">
                    <a:off x="1608182" y="1784307"/>
                    <a:ext cx="295647" cy="273156"/>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13"/>
                  <p:cNvSpPr/>
                  <p:nvPr/>
                </p:nvSpPr>
                <p:spPr>
                  <a:xfrm rot="8350349">
                    <a:off x="1386302" y="1775089"/>
                    <a:ext cx="301216" cy="29466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9" name="Google Shape;9359;p113"/>
                  <p:cNvGrpSpPr/>
                  <p:nvPr/>
                </p:nvGrpSpPr>
                <p:grpSpPr>
                  <a:xfrm flipH="1">
                    <a:off x="1505175" y="1637756"/>
                    <a:ext cx="319901" cy="486431"/>
                    <a:chOff x="544781" y="1529932"/>
                    <a:chExt cx="315174" cy="479242"/>
                  </a:xfrm>
                </p:grpSpPr>
                <p:sp>
                  <p:nvSpPr>
                    <p:cNvPr id="9360" name="Google Shape;9360;p113"/>
                    <p:cNvSpPr/>
                    <p:nvPr/>
                  </p:nvSpPr>
                  <p:spPr>
                    <a:xfrm>
                      <a:off x="564820" y="1529932"/>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13"/>
                    <p:cNvSpPr/>
                    <p:nvPr/>
                  </p:nvSpPr>
                  <p:spPr>
                    <a:xfrm>
                      <a:off x="653525" y="1866176"/>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13"/>
                    <p:cNvSpPr/>
                    <p:nvPr/>
                  </p:nvSpPr>
                  <p:spPr>
                    <a:xfrm>
                      <a:off x="544781" y="1747902"/>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13"/>
                    <p:cNvSpPr/>
                    <p:nvPr/>
                  </p:nvSpPr>
                  <p:spPr>
                    <a:xfrm>
                      <a:off x="763245" y="1747401"/>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13"/>
                    <p:cNvSpPr/>
                    <p:nvPr/>
                  </p:nvSpPr>
                  <p:spPr>
                    <a:xfrm>
                      <a:off x="580864" y="1572028"/>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13"/>
                    <p:cNvSpPr/>
                    <p:nvPr/>
                  </p:nvSpPr>
                  <p:spPr>
                    <a:xfrm>
                      <a:off x="768255" y="1607097"/>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13"/>
                    <p:cNvSpPr/>
                    <p:nvPr/>
                  </p:nvSpPr>
                  <p:spPr>
                    <a:xfrm>
                      <a:off x="546785" y="1607097"/>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13"/>
                    <p:cNvSpPr/>
                    <p:nvPr/>
                  </p:nvSpPr>
                  <p:spPr>
                    <a:xfrm>
                      <a:off x="591392" y="1538443"/>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113"/>
                    <p:cNvGrpSpPr/>
                    <p:nvPr/>
                  </p:nvGrpSpPr>
                  <p:grpSpPr>
                    <a:xfrm>
                      <a:off x="607561" y="1746189"/>
                      <a:ext cx="182684" cy="109684"/>
                      <a:chOff x="6478625" y="1323824"/>
                      <a:chExt cx="217325" cy="130483"/>
                    </a:xfrm>
                  </p:grpSpPr>
                  <p:sp>
                    <p:nvSpPr>
                      <p:cNvPr id="9369" name="Google Shape;9369;p113"/>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13"/>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13"/>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13"/>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13"/>
                      <p:cNvSpPr/>
                      <p:nvPr/>
                    </p:nvSpPr>
                    <p:spPr>
                      <a:xfrm>
                        <a:off x="6549187" y="1423424"/>
                        <a:ext cx="75509" cy="30884"/>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13"/>
                      <p:cNvSpPr/>
                      <p:nvPr/>
                    </p:nvSpPr>
                    <p:spPr>
                      <a:xfrm>
                        <a:off x="6571896" y="1339580"/>
                        <a:ext cx="34547" cy="67847"/>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5" name="Google Shape;9375;p113"/>
                    <p:cNvSpPr/>
                    <p:nvPr/>
                  </p:nvSpPr>
                  <p:spPr>
                    <a:xfrm rot="785631">
                      <a:off x="621089" y="1712359"/>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13"/>
                    <p:cNvSpPr/>
                    <p:nvPr/>
                  </p:nvSpPr>
                  <p:spPr>
                    <a:xfrm flipH="1" rot="-722579">
                      <a:off x="728420" y="1711820"/>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7" name="Google Shape;9377;p113"/>
                  <p:cNvSpPr/>
                  <p:nvPr/>
                </p:nvSpPr>
                <p:spPr>
                  <a:xfrm>
                    <a:off x="1305838" y="447985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13"/>
                  <p:cNvSpPr/>
                  <p:nvPr/>
                </p:nvSpPr>
                <p:spPr>
                  <a:xfrm>
                    <a:off x="1970812" y="1819619"/>
                    <a:ext cx="150189" cy="221993"/>
                  </a:xfrm>
                  <a:custGeom>
                    <a:rect b="b" l="l" r="r" t="t"/>
                    <a:pathLst>
                      <a:path extrusionOk="0" h="13359" w="9038">
                        <a:moveTo>
                          <a:pt x="252" y="576"/>
                        </a:moveTo>
                        <a:cubicBezTo>
                          <a:pt x="0" y="720"/>
                          <a:pt x="612" y="2089"/>
                          <a:pt x="684" y="3277"/>
                        </a:cubicBezTo>
                        <a:cubicBezTo>
                          <a:pt x="756" y="4573"/>
                          <a:pt x="324" y="5761"/>
                          <a:pt x="504" y="6301"/>
                        </a:cubicBezTo>
                        <a:cubicBezTo>
                          <a:pt x="936" y="7814"/>
                          <a:pt x="1296" y="9326"/>
                          <a:pt x="1584" y="10838"/>
                        </a:cubicBezTo>
                        <a:cubicBezTo>
                          <a:pt x="1656" y="11594"/>
                          <a:pt x="3889" y="12171"/>
                          <a:pt x="4897" y="12027"/>
                        </a:cubicBezTo>
                        <a:cubicBezTo>
                          <a:pt x="5149" y="12459"/>
                          <a:pt x="5437" y="12891"/>
                          <a:pt x="5797" y="13359"/>
                        </a:cubicBezTo>
                        <a:cubicBezTo>
                          <a:pt x="6733" y="10262"/>
                          <a:pt x="9038" y="7346"/>
                          <a:pt x="8750" y="5833"/>
                        </a:cubicBezTo>
                        <a:cubicBezTo>
                          <a:pt x="8498" y="4321"/>
                          <a:pt x="6697" y="4105"/>
                          <a:pt x="6697" y="4105"/>
                        </a:cubicBezTo>
                        <a:cubicBezTo>
                          <a:pt x="5689" y="4285"/>
                          <a:pt x="4753" y="4789"/>
                          <a:pt x="4105" y="5545"/>
                        </a:cubicBezTo>
                        <a:cubicBezTo>
                          <a:pt x="3889" y="5221"/>
                          <a:pt x="3637" y="4933"/>
                          <a:pt x="3385" y="4645"/>
                        </a:cubicBezTo>
                        <a:lnTo>
                          <a:pt x="3061" y="4429"/>
                        </a:lnTo>
                        <a:cubicBezTo>
                          <a:pt x="3169" y="4357"/>
                          <a:pt x="1440" y="0"/>
                          <a:pt x="252" y="57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13"/>
                  <p:cNvSpPr/>
                  <p:nvPr/>
                </p:nvSpPr>
                <p:spPr>
                  <a:xfrm>
                    <a:off x="1993545" y="1979978"/>
                    <a:ext cx="99339" cy="83785"/>
                  </a:xfrm>
                  <a:custGeom>
                    <a:rect b="b" l="l" r="r" t="t"/>
                    <a:pathLst>
                      <a:path extrusionOk="0" h="5042" w="5978">
                        <a:moveTo>
                          <a:pt x="180" y="4897"/>
                        </a:moveTo>
                        <a:lnTo>
                          <a:pt x="0" y="0"/>
                        </a:lnTo>
                        <a:cubicBezTo>
                          <a:pt x="1080" y="2161"/>
                          <a:pt x="2809" y="1980"/>
                          <a:pt x="5617" y="1620"/>
                        </a:cubicBezTo>
                        <a:lnTo>
                          <a:pt x="5977" y="4465"/>
                        </a:lnTo>
                        <a:cubicBezTo>
                          <a:pt x="3457" y="4645"/>
                          <a:pt x="720" y="4825"/>
                          <a:pt x="540" y="4969"/>
                        </a:cubicBezTo>
                        <a:cubicBezTo>
                          <a:pt x="504" y="5041"/>
                          <a:pt x="396" y="4969"/>
                          <a:pt x="180" y="489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13"/>
                  <p:cNvSpPr/>
                  <p:nvPr/>
                </p:nvSpPr>
                <p:spPr>
                  <a:xfrm>
                    <a:off x="1658469" y="1164424"/>
                    <a:ext cx="439201" cy="847276"/>
                  </a:xfrm>
                  <a:custGeom>
                    <a:rect b="b" l="l" r="r" t="t"/>
                    <a:pathLst>
                      <a:path extrusionOk="0" h="50987" w="26430">
                        <a:moveTo>
                          <a:pt x="865" y="433"/>
                        </a:moveTo>
                        <a:cubicBezTo>
                          <a:pt x="649" y="1"/>
                          <a:pt x="0" y="325"/>
                          <a:pt x="217" y="721"/>
                        </a:cubicBezTo>
                        <a:cubicBezTo>
                          <a:pt x="7490" y="15232"/>
                          <a:pt x="14871" y="30067"/>
                          <a:pt x="22001" y="44325"/>
                        </a:cubicBezTo>
                        <a:cubicBezTo>
                          <a:pt x="22145" y="44289"/>
                          <a:pt x="22469" y="44217"/>
                          <a:pt x="22505" y="44109"/>
                        </a:cubicBezTo>
                        <a:cubicBezTo>
                          <a:pt x="22541" y="43965"/>
                          <a:pt x="22721" y="43641"/>
                          <a:pt x="22793" y="43389"/>
                        </a:cubicBezTo>
                        <a:close/>
                        <a:moveTo>
                          <a:pt x="22577" y="45441"/>
                        </a:moveTo>
                        <a:lnTo>
                          <a:pt x="25133" y="50590"/>
                        </a:lnTo>
                        <a:cubicBezTo>
                          <a:pt x="25349" y="50986"/>
                          <a:pt x="26429" y="50518"/>
                          <a:pt x="26213" y="50122"/>
                        </a:cubicBezTo>
                        <a:lnTo>
                          <a:pt x="23765" y="45261"/>
                        </a:lnTo>
                        <a:cubicBezTo>
                          <a:pt x="23621" y="45405"/>
                          <a:pt x="23477" y="45513"/>
                          <a:pt x="23333" y="45621"/>
                        </a:cubicBezTo>
                        <a:cubicBezTo>
                          <a:pt x="23045" y="45621"/>
                          <a:pt x="22793" y="45549"/>
                          <a:pt x="22577" y="454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13"/>
                  <p:cNvSpPr/>
                  <p:nvPr/>
                </p:nvSpPr>
                <p:spPr>
                  <a:xfrm>
                    <a:off x="1782918" y="2011086"/>
                    <a:ext cx="339878" cy="431424"/>
                  </a:xfrm>
                  <a:custGeom>
                    <a:rect b="b" l="l" r="r" t="t"/>
                    <a:pathLst>
                      <a:path extrusionOk="0" h="25962" w="20453">
                        <a:moveTo>
                          <a:pt x="577" y="8642"/>
                        </a:moveTo>
                        <a:cubicBezTo>
                          <a:pt x="577" y="8642"/>
                          <a:pt x="3278" y="6842"/>
                          <a:pt x="3422" y="6842"/>
                        </a:cubicBezTo>
                        <a:cubicBezTo>
                          <a:pt x="3854" y="6950"/>
                          <a:pt x="4214" y="7130"/>
                          <a:pt x="4574" y="7382"/>
                        </a:cubicBezTo>
                        <a:cubicBezTo>
                          <a:pt x="6302" y="8570"/>
                          <a:pt x="12243" y="14151"/>
                          <a:pt x="12243" y="14151"/>
                        </a:cubicBezTo>
                        <a:cubicBezTo>
                          <a:pt x="12243" y="14151"/>
                          <a:pt x="11307" y="5690"/>
                          <a:pt x="11307" y="4213"/>
                        </a:cubicBezTo>
                        <a:cubicBezTo>
                          <a:pt x="11307" y="2737"/>
                          <a:pt x="11091" y="937"/>
                          <a:pt x="12135" y="613"/>
                        </a:cubicBezTo>
                        <a:cubicBezTo>
                          <a:pt x="12135" y="613"/>
                          <a:pt x="16384" y="1153"/>
                          <a:pt x="19012" y="0"/>
                        </a:cubicBezTo>
                        <a:cubicBezTo>
                          <a:pt x="19445" y="289"/>
                          <a:pt x="19733" y="793"/>
                          <a:pt x="19805" y="1333"/>
                        </a:cubicBezTo>
                        <a:cubicBezTo>
                          <a:pt x="19985" y="2305"/>
                          <a:pt x="20453" y="20668"/>
                          <a:pt x="20453" y="20668"/>
                        </a:cubicBezTo>
                        <a:cubicBezTo>
                          <a:pt x="20453" y="20668"/>
                          <a:pt x="20381" y="24593"/>
                          <a:pt x="17248" y="25205"/>
                        </a:cubicBezTo>
                        <a:cubicBezTo>
                          <a:pt x="13431" y="25961"/>
                          <a:pt x="9039" y="23189"/>
                          <a:pt x="4970" y="20776"/>
                        </a:cubicBezTo>
                        <a:cubicBezTo>
                          <a:pt x="3241" y="19768"/>
                          <a:pt x="1585" y="19120"/>
                          <a:pt x="1" y="183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13"/>
                  <p:cNvSpPr/>
                  <p:nvPr/>
                </p:nvSpPr>
                <p:spPr>
                  <a:xfrm>
                    <a:off x="1784114" y="2121177"/>
                    <a:ext cx="267475" cy="312957"/>
                  </a:xfrm>
                  <a:custGeom>
                    <a:rect b="b" l="l" r="r" t="t"/>
                    <a:pathLst>
                      <a:path extrusionOk="0" h="18833" w="16096">
                        <a:moveTo>
                          <a:pt x="505" y="2017"/>
                        </a:moveTo>
                        <a:cubicBezTo>
                          <a:pt x="505" y="2017"/>
                          <a:pt x="2089" y="1009"/>
                          <a:pt x="2881" y="505"/>
                        </a:cubicBezTo>
                        <a:lnTo>
                          <a:pt x="3602" y="901"/>
                        </a:lnTo>
                        <a:lnTo>
                          <a:pt x="16096" y="18724"/>
                        </a:lnTo>
                        <a:cubicBezTo>
                          <a:pt x="12567" y="18832"/>
                          <a:pt x="8607" y="16348"/>
                          <a:pt x="4934" y="14151"/>
                        </a:cubicBezTo>
                        <a:cubicBezTo>
                          <a:pt x="3386" y="13251"/>
                          <a:pt x="1909" y="12639"/>
                          <a:pt x="505" y="11991"/>
                        </a:cubicBezTo>
                        <a:lnTo>
                          <a:pt x="1" y="11127"/>
                        </a:lnTo>
                        <a:lnTo>
                          <a:pt x="541" y="2017"/>
                        </a:lnTo>
                        <a:close/>
                        <a:moveTo>
                          <a:pt x="12207" y="7526"/>
                        </a:moveTo>
                        <a:lnTo>
                          <a:pt x="14800" y="9975"/>
                        </a:lnTo>
                        <a:lnTo>
                          <a:pt x="11415" y="1"/>
                        </a:lnTo>
                        <a:cubicBezTo>
                          <a:pt x="11703" y="3025"/>
                          <a:pt x="12207" y="7526"/>
                          <a:pt x="12207" y="752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13"/>
                  <p:cNvSpPr/>
                  <p:nvPr/>
                </p:nvSpPr>
                <p:spPr>
                  <a:xfrm>
                    <a:off x="2087483" y="4265632"/>
                    <a:ext cx="176528" cy="338083"/>
                  </a:xfrm>
                  <a:custGeom>
                    <a:rect b="b" l="l" r="r" t="t"/>
                    <a:pathLst>
                      <a:path extrusionOk="0" h="20345" w="10623">
                        <a:moveTo>
                          <a:pt x="9794" y="17788"/>
                        </a:moveTo>
                        <a:cubicBezTo>
                          <a:pt x="9794" y="17788"/>
                          <a:pt x="8354" y="17392"/>
                          <a:pt x="7886" y="15484"/>
                        </a:cubicBezTo>
                        <a:cubicBezTo>
                          <a:pt x="7418" y="13575"/>
                          <a:pt x="7130" y="7886"/>
                          <a:pt x="6950" y="6014"/>
                        </a:cubicBezTo>
                        <a:cubicBezTo>
                          <a:pt x="6806" y="4142"/>
                          <a:pt x="5365" y="1"/>
                          <a:pt x="5365" y="1"/>
                        </a:cubicBezTo>
                        <a:lnTo>
                          <a:pt x="648" y="2089"/>
                        </a:lnTo>
                        <a:lnTo>
                          <a:pt x="0" y="3169"/>
                        </a:lnTo>
                        <a:lnTo>
                          <a:pt x="1261" y="6086"/>
                        </a:lnTo>
                        <a:cubicBezTo>
                          <a:pt x="792" y="6986"/>
                          <a:pt x="792" y="8066"/>
                          <a:pt x="1225" y="8966"/>
                        </a:cubicBezTo>
                        <a:cubicBezTo>
                          <a:pt x="1981" y="10659"/>
                          <a:pt x="5293" y="19552"/>
                          <a:pt x="6518" y="19948"/>
                        </a:cubicBezTo>
                        <a:cubicBezTo>
                          <a:pt x="7742" y="20345"/>
                          <a:pt x="10622" y="19516"/>
                          <a:pt x="10622" y="19516"/>
                        </a:cubicBezTo>
                        <a:cubicBezTo>
                          <a:pt x="10586" y="19084"/>
                          <a:pt x="10514" y="18616"/>
                          <a:pt x="10442" y="18184"/>
                        </a:cubicBezTo>
                        <a:cubicBezTo>
                          <a:pt x="10298" y="17968"/>
                          <a:pt x="10046" y="17788"/>
                          <a:pt x="9794"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13"/>
                  <p:cNvSpPr/>
                  <p:nvPr/>
                </p:nvSpPr>
                <p:spPr>
                  <a:xfrm>
                    <a:off x="1492128" y="4290176"/>
                    <a:ext cx="114295" cy="311744"/>
                  </a:xfrm>
                  <a:custGeom>
                    <a:rect b="b" l="l" r="r" t="t"/>
                    <a:pathLst>
                      <a:path extrusionOk="0" h="18760" w="6878">
                        <a:moveTo>
                          <a:pt x="2233" y="0"/>
                        </a:moveTo>
                        <a:cubicBezTo>
                          <a:pt x="2233" y="2629"/>
                          <a:pt x="2197" y="4861"/>
                          <a:pt x="2053" y="6517"/>
                        </a:cubicBezTo>
                        <a:cubicBezTo>
                          <a:pt x="1981" y="7345"/>
                          <a:pt x="685" y="14151"/>
                          <a:pt x="685" y="14151"/>
                        </a:cubicBezTo>
                        <a:lnTo>
                          <a:pt x="1" y="16923"/>
                        </a:lnTo>
                        <a:lnTo>
                          <a:pt x="109" y="18039"/>
                        </a:lnTo>
                        <a:lnTo>
                          <a:pt x="3205" y="18760"/>
                        </a:lnTo>
                        <a:lnTo>
                          <a:pt x="6122" y="16671"/>
                        </a:lnTo>
                        <a:cubicBezTo>
                          <a:pt x="6122" y="16671"/>
                          <a:pt x="6770" y="9434"/>
                          <a:pt x="6626" y="8066"/>
                        </a:cubicBezTo>
                        <a:cubicBezTo>
                          <a:pt x="6554" y="7345"/>
                          <a:pt x="6410" y="6625"/>
                          <a:pt x="6266" y="5905"/>
                        </a:cubicBezTo>
                        <a:lnTo>
                          <a:pt x="6014" y="5545"/>
                        </a:lnTo>
                        <a:cubicBezTo>
                          <a:pt x="6302" y="3709"/>
                          <a:pt x="6590" y="1872"/>
                          <a:pt x="6878"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13"/>
                  <p:cNvSpPr/>
                  <p:nvPr/>
                </p:nvSpPr>
                <p:spPr>
                  <a:xfrm>
                    <a:off x="1450850" y="4382320"/>
                    <a:ext cx="168751" cy="244128"/>
                  </a:xfrm>
                  <a:custGeom>
                    <a:rect b="b" l="l" r="r" t="t"/>
                    <a:pathLst>
                      <a:path extrusionOk="0" h="14691" w="10155">
                        <a:moveTo>
                          <a:pt x="3169" y="8606"/>
                        </a:moveTo>
                        <a:cubicBezTo>
                          <a:pt x="2917" y="9326"/>
                          <a:pt x="2593" y="10046"/>
                          <a:pt x="2233" y="10730"/>
                        </a:cubicBezTo>
                        <a:cubicBezTo>
                          <a:pt x="1944" y="11126"/>
                          <a:pt x="720" y="12494"/>
                          <a:pt x="540" y="12926"/>
                        </a:cubicBezTo>
                        <a:cubicBezTo>
                          <a:pt x="360" y="13359"/>
                          <a:pt x="0" y="14691"/>
                          <a:pt x="1440" y="14691"/>
                        </a:cubicBezTo>
                        <a:lnTo>
                          <a:pt x="6625" y="14691"/>
                        </a:lnTo>
                        <a:cubicBezTo>
                          <a:pt x="8030" y="14691"/>
                          <a:pt x="9182" y="14259"/>
                          <a:pt x="9218" y="12962"/>
                        </a:cubicBezTo>
                        <a:cubicBezTo>
                          <a:pt x="9218" y="11702"/>
                          <a:pt x="9326" y="7129"/>
                          <a:pt x="9506" y="6121"/>
                        </a:cubicBezTo>
                        <a:cubicBezTo>
                          <a:pt x="9686" y="5149"/>
                          <a:pt x="10154" y="4033"/>
                          <a:pt x="9938" y="3061"/>
                        </a:cubicBezTo>
                        <a:cubicBezTo>
                          <a:pt x="9650" y="2088"/>
                          <a:pt x="9290" y="1116"/>
                          <a:pt x="8786" y="216"/>
                        </a:cubicBezTo>
                        <a:cubicBezTo>
                          <a:pt x="8714" y="144"/>
                          <a:pt x="8606" y="72"/>
                          <a:pt x="8498" y="0"/>
                        </a:cubicBezTo>
                        <a:lnTo>
                          <a:pt x="8642" y="864"/>
                        </a:lnTo>
                        <a:cubicBezTo>
                          <a:pt x="8678" y="1080"/>
                          <a:pt x="8714" y="1260"/>
                          <a:pt x="8750" y="1476"/>
                        </a:cubicBezTo>
                        <a:cubicBezTo>
                          <a:pt x="8858" y="2917"/>
                          <a:pt x="8354" y="9326"/>
                          <a:pt x="8354" y="9866"/>
                        </a:cubicBezTo>
                        <a:cubicBezTo>
                          <a:pt x="8354" y="10406"/>
                          <a:pt x="7778" y="10766"/>
                          <a:pt x="6733" y="11018"/>
                        </a:cubicBezTo>
                        <a:cubicBezTo>
                          <a:pt x="5725" y="11306"/>
                          <a:pt x="3601" y="11558"/>
                          <a:pt x="2809" y="10802"/>
                        </a:cubicBezTo>
                        <a:cubicBezTo>
                          <a:pt x="2737" y="10694"/>
                          <a:pt x="2701" y="10550"/>
                          <a:pt x="2737" y="10406"/>
                        </a:cubicBezTo>
                        <a:cubicBezTo>
                          <a:pt x="2809" y="10118"/>
                          <a:pt x="3169" y="8606"/>
                          <a:pt x="3169" y="86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13"/>
                  <p:cNvSpPr/>
                  <p:nvPr/>
                </p:nvSpPr>
                <p:spPr>
                  <a:xfrm>
                    <a:off x="1666845" y="2575316"/>
                    <a:ext cx="557667" cy="1768119"/>
                  </a:xfrm>
                  <a:custGeom>
                    <a:rect b="b" l="l" r="r" t="t"/>
                    <a:pathLst>
                      <a:path extrusionOk="0" h="106401" w="33559">
                        <a:moveTo>
                          <a:pt x="16060" y="15412"/>
                        </a:moveTo>
                        <a:cubicBezTo>
                          <a:pt x="19444" y="38600"/>
                          <a:pt x="29994" y="85697"/>
                          <a:pt x="33451" y="102116"/>
                        </a:cubicBezTo>
                        <a:cubicBezTo>
                          <a:pt x="33559" y="102620"/>
                          <a:pt x="33415" y="103160"/>
                          <a:pt x="33019" y="103520"/>
                        </a:cubicBezTo>
                        <a:cubicBezTo>
                          <a:pt x="32335" y="104060"/>
                          <a:pt x="28662" y="106041"/>
                          <a:pt x="26358" y="106113"/>
                        </a:cubicBezTo>
                        <a:cubicBezTo>
                          <a:pt x="26358" y="106113"/>
                          <a:pt x="25061" y="106401"/>
                          <a:pt x="24557" y="105536"/>
                        </a:cubicBezTo>
                        <a:cubicBezTo>
                          <a:pt x="22793" y="102728"/>
                          <a:pt x="7490" y="43101"/>
                          <a:pt x="1837" y="29490"/>
                        </a:cubicBezTo>
                        <a:cubicBezTo>
                          <a:pt x="1837" y="29490"/>
                          <a:pt x="1" y="10371"/>
                          <a:pt x="3421" y="5186"/>
                        </a:cubicBezTo>
                        <a:cubicBezTo>
                          <a:pt x="6878" y="1"/>
                          <a:pt x="15483" y="7238"/>
                          <a:pt x="15483" y="72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13"/>
                  <p:cNvSpPr/>
                  <p:nvPr/>
                </p:nvSpPr>
                <p:spPr>
                  <a:xfrm>
                    <a:off x="1371269" y="2629772"/>
                    <a:ext cx="458942" cy="1736994"/>
                  </a:xfrm>
                  <a:custGeom>
                    <a:rect b="b" l="l" r="r" t="t"/>
                    <a:pathLst>
                      <a:path extrusionOk="0" h="104528" w="27618">
                        <a:moveTo>
                          <a:pt x="27617" y="3745"/>
                        </a:moveTo>
                        <a:cubicBezTo>
                          <a:pt x="27617" y="3745"/>
                          <a:pt x="22648" y="4897"/>
                          <a:pt x="22000" y="13359"/>
                        </a:cubicBezTo>
                        <a:cubicBezTo>
                          <a:pt x="19084" y="50086"/>
                          <a:pt x="15555" y="64524"/>
                          <a:pt x="15159" y="103196"/>
                        </a:cubicBezTo>
                        <a:cubicBezTo>
                          <a:pt x="14007" y="104528"/>
                          <a:pt x="9470" y="104384"/>
                          <a:pt x="8174" y="103196"/>
                        </a:cubicBezTo>
                        <a:cubicBezTo>
                          <a:pt x="6553" y="85516"/>
                          <a:pt x="0" y="25961"/>
                          <a:pt x="3421" y="11991"/>
                        </a:cubicBezTo>
                        <a:cubicBezTo>
                          <a:pt x="5689" y="2665"/>
                          <a:pt x="8750" y="0"/>
                          <a:pt x="27617" y="37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13"/>
                  <p:cNvSpPr/>
                  <p:nvPr/>
                </p:nvSpPr>
                <p:spPr>
                  <a:xfrm>
                    <a:off x="1440066" y="2096649"/>
                    <a:ext cx="493656" cy="694096"/>
                  </a:xfrm>
                  <a:custGeom>
                    <a:rect b="b" l="l" r="r" t="t"/>
                    <a:pathLst>
                      <a:path extrusionOk="0" h="41769" w="29707">
                        <a:moveTo>
                          <a:pt x="24054" y="1729"/>
                        </a:moveTo>
                        <a:cubicBezTo>
                          <a:pt x="24054" y="1729"/>
                          <a:pt x="26322" y="7418"/>
                          <a:pt x="26754" y="8282"/>
                        </a:cubicBezTo>
                        <a:cubicBezTo>
                          <a:pt x="27222" y="9146"/>
                          <a:pt x="28986" y="12927"/>
                          <a:pt x="29347" y="14835"/>
                        </a:cubicBezTo>
                        <a:cubicBezTo>
                          <a:pt x="29707" y="16744"/>
                          <a:pt x="28986" y="19444"/>
                          <a:pt x="28230" y="20884"/>
                        </a:cubicBezTo>
                        <a:lnTo>
                          <a:pt x="28230" y="39788"/>
                        </a:lnTo>
                        <a:cubicBezTo>
                          <a:pt x="21029" y="41768"/>
                          <a:pt x="12063" y="41084"/>
                          <a:pt x="4826" y="39788"/>
                        </a:cubicBezTo>
                        <a:lnTo>
                          <a:pt x="5978" y="31902"/>
                        </a:lnTo>
                        <a:lnTo>
                          <a:pt x="1" y="2953"/>
                        </a:lnTo>
                        <a:lnTo>
                          <a:pt x="8787" y="108"/>
                        </a:lnTo>
                        <a:lnTo>
                          <a:pt x="14656" y="1621"/>
                        </a:lnTo>
                        <a:lnTo>
                          <a:pt x="170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13"/>
                  <p:cNvSpPr/>
                  <p:nvPr/>
                </p:nvSpPr>
                <p:spPr>
                  <a:xfrm>
                    <a:off x="1572308" y="2069131"/>
                    <a:ext cx="113099" cy="129849"/>
                  </a:xfrm>
                  <a:custGeom>
                    <a:rect b="b" l="l" r="r" t="t"/>
                    <a:pathLst>
                      <a:path extrusionOk="0" h="7814" w="6806">
                        <a:moveTo>
                          <a:pt x="829" y="0"/>
                        </a:moveTo>
                        <a:lnTo>
                          <a:pt x="6806" y="4321"/>
                        </a:lnTo>
                        <a:lnTo>
                          <a:pt x="4177" y="7814"/>
                        </a:lnTo>
                        <a:lnTo>
                          <a:pt x="0" y="201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13"/>
                  <p:cNvSpPr/>
                  <p:nvPr/>
                </p:nvSpPr>
                <p:spPr>
                  <a:xfrm>
                    <a:off x="1685390" y="2078104"/>
                    <a:ext cx="57463" cy="107116"/>
                  </a:xfrm>
                  <a:custGeom>
                    <a:rect b="b" l="l" r="r" t="t"/>
                    <a:pathLst>
                      <a:path extrusionOk="0" h="6446" w="3458">
                        <a:moveTo>
                          <a:pt x="1" y="3781"/>
                        </a:moveTo>
                        <a:lnTo>
                          <a:pt x="2305" y="0"/>
                        </a:lnTo>
                        <a:lnTo>
                          <a:pt x="3457" y="1404"/>
                        </a:lnTo>
                        <a:lnTo>
                          <a:pt x="3133" y="644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13"/>
                  <p:cNvSpPr/>
                  <p:nvPr/>
                </p:nvSpPr>
                <p:spPr>
                  <a:xfrm>
                    <a:off x="1352700" y="2108250"/>
                    <a:ext cx="357243" cy="937388"/>
                  </a:xfrm>
                  <a:custGeom>
                    <a:rect b="b" l="l" r="r" t="t"/>
                    <a:pathLst>
                      <a:path extrusionOk="0" h="56820" w="21498">
                        <a:moveTo>
                          <a:pt x="3890" y="1981"/>
                        </a:moveTo>
                        <a:cubicBezTo>
                          <a:pt x="3890" y="1981"/>
                          <a:pt x="11307" y="0"/>
                          <a:pt x="11559" y="0"/>
                        </a:cubicBezTo>
                        <a:cubicBezTo>
                          <a:pt x="11811" y="72"/>
                          <a:pt x="12063" y="217"/>
                          <a:pt x="12279" y="397"/>
                        </a:cubicBezTo>
                        <a:lnTo>
                          <a:pt x="20201" y="15663"/>
                        </a:lnTo>
                        <a:cubicBezTo>
                          <a:pt x="21137" y="17140"/>
                          <a:pt x="21497" y="18940"/>
                          <a:pt x="21173" y="20668"/>
                        </a:cubicBezTo>
                        <a:cubicBezTo>
                          <a:pt x="20741" y="23657"/>
                          <a:pt x="19517" y="29202"/>
                          <a:pt x="19517" y="29202"/>
                        </a:cubicBezTo>
                        <a:cubicBezTo>
                          <a:pt x="18761" y="35431"/>
                          <a:pt x="17716" y="45225"/>
                          <a:pt x="16456" y="52318"/>
                        </a:cubicBezTo>
                        <a:cubicBezTo>
                          <a:pt x="16456" y="52318"/>
                          <a:pt x="16348" y="53074"/>
                          <a:pt x="15196" y="53398"/>
                        </a:cubicBezTo>
                        <a:cubicBezTo>
                          <a:pt x="14080" y="53722"/>
                          <a:pt x="685" y="56567"/>
                          <a:pt x="685" y="56567"/>
                        </a:cubicBezTo>
                        <a:cubicBezTo>
                          <a:pt x="685" y="56567"/>
                          <a:pt x="1" y="56819"/>
                          <a:pt x="181" y="55595"/>
                        </a:cubicBezTo>
                        <a:cubicBezTo>
                          <a:pt x="325" y="54767"/>
                          <a:pt x="4610" y="42164"/>
                          <a:pt x="7202" y="33487"/>
                        </a:cubicBezTo>
                        <a:cubicBezTo>
                          <a:pt x="7670" y="32010"/>
                          <a:pt x="8067" y="30678"/>
                          <a:pt x="8355" y="29490"/>
                        </a:cubicBezTo>
                        <a:cubicBezTo>
                          <a:pt x="8751" y="27978"/>
                          <a:pt x="8751" y="26393"/>
                          <a:pt x="8355" y="24881"/>
                        </a:cubicBezTo>
                        <a:lnTo>
                          <a:pt x="5258" y="1587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13"/>
                  <p:cNvSpPr/>
                  <p:nvPr/>
                </p:nvSpPr>
                <p:spPr>
                  <a:xfrm>
                    <a:off x="1749417" y="2099641"/>
                    <a:ext cx="245341" cy="908296"/>
                  </a:xfrm>
                  <a:custGeom>
                    <a:rect b="b" l="l" r="r" t="t"/>
                    <a:pathLst>
                      <a:path extrusionOk="0" h="54659" w="14764">
                        <a:moveTo>
                          <a:pt x="1" y="216"/>
                        </a:moveTo>
                        <a:cubicBezTo>
                          <a:pt x="1657" y="4825"/>
                          <a:pt x="6590" y="15591"/>
                          <a:pt x="5726" y="20560"/>
                        </a:cubicBezTo>
                        <a:cubicBezTo>
                          <a:pt x="5618" y="20992"/>
                          <a:pt x="5582" y="21424"/>
                          <a:pt x="5582" y="21893"/>
                        </a:cubicBezTo>
                        <a:cubicBezTo>
                          <a:pt x="5582" y="22865"/>
                          <a:pt x="5690" y="28050"/>
                          <a:pt x="5690" y="28050"/>
                        </a:cubicBezTo>
                        <a:lnTo>
                          <a:pt x="3961" y="51526"/>
                        </a:lnTo>
                        <a:cubicBezTo>
                          <a:pt x="4069" y="52066"/>
                          <a:pt x="4429" y="52534"/>
                          <a:pt x="4969" y="52786"/>
                        </a:cubicBezTo>
                        <a:cubicBezTo>
                          <a:pt x="5834" y="53110"/>
                          <a:pt x="14259" y="54515"/>
                          <a:pt x="14259" y="54515"/>
                        </a:cubicBezTo>
                        <a:cubicBezTo>
                          <a:pt x="14259" y="54515"/>
                          <a:pt x="14763" y="54659"/>
                          <a:pt x="14763" y="53975"/>
                        </a:cubicBezTo>
                        <a:cubicBezTo>
                          <a:pt x="14763" y="45333"/>
                          <a:pt x="10118" y="35215"/>
                          <a:pt x="10803" y="21713"/>
                        </a:cubicBezTo>
                        <a:cubicBezTo>
                          <a:pt x="10803" y="21713"/>
                          <a:pt x="11955" y="17248"/>
                          <a:pt x="12423" y="15555"/>
                        </a:cubicBezTo>
                        <a:cubicBezTo>
                          <a:pt x="12891" y="13827"/>
                          <a:pt x="11163" y="11595"/>
                          <a:pt x="9758" y="9254"/>
                        </a:cubicBezTo>
                        <a:cubicBezTo>
                          <a:pt x="8354" y="6878"/>
                          <a:pt x="5438" y="1549"/>
                          <a:pt x="5438" y="1549"/>
                        </a:cubicBezTo>
                        <a:lnTo>
                          <a:pt x="397" y="36"/>
                        </a:lnTo>
                        <a:cubicBezTo>
                          <a:pt x="253" y="0"/>
                          <a:pt x="73" y="72"/>
                          <a:pt x="1" y="2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13"/>
                  <p:cNvSpPr/>
                  <p:nvPr/>
                </p:nvSpPr>
                <p:spPr>
                  <a:xfrm>
                    <a:off x="2058170" y="4414026"/>
                    <a:ext cx="60438" cy="212422"/>
                  </a:xfrm>
                  <a:custGeom>
                    <a:rect b="b" l="l" r="r" t="t"/>
                    <a:pathLst>
                      <a:path extrusionOk="0" h="12783" w="3637">
                        <a:moveTo>
                          <a:pt x="720" y="0"/>
                        </a:moveTo>
                        <a:cubicBezTo>
                          <a:pt x="720" y="0"/>
                          <a:pt x="0" y="216"/>
                          <a:pt x="216" y="1657"/>
                        </a:cubicBezTo>
                        <a:cubicBezTo>
                          <a:pt x="468" y="3061"/>
                          <a:pt x="1584" y="3997"/>
                          <a:pt x="1584" y="6806"/>
                        </a:cubicBezTo>
                        <a:lnTo>
                          <a:pt x="1584" y="12171"/>
                        </a:lnTo>
                        <a:cubicBezTo>
                          <a:pt x="1584" y="12171"/>
                          <a:pt x="1548" y="12783"/>
                          <a:pt x="1944" y="12783"/>
                        </a:cubicBezTo>
                        <a:lnTo>
                          <a:pt x="2196" y="12783"/>
                        </a:lnTo>
                        <a:cubicBezTo>
                          <a:pt x="2376" y="12783"/>
                          <a:pt x="2520" y="12639"/>
                          <a:pt x="2520" y="12171"/>
                        </a:cubicBezTo>
                        <a:lnTo>
                          <a:pt x="2520" y="6194"/>
                        </a:lnTo>
                        <a:cubicBezTo>
                          <a:pt x="2520" y="5293"/>
                          <a:pt x="2881" y="3565"/>
                          <a:pt x="3277" y="3241"/>
                        </a:cubicBezTo>
                        <a:cubicBezTo>
                          <a:pt x="3637" y="2917"/>
                          <a:pt x="720"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13"/>
                  <p:cNvSpPr/>
                  <p:nvPr/>
                </p:nvSpPr>
                <p:spPr>
                  <a:xfrm>
                    <a:off x="2056957" y="4366749"/>
                    <a:ext cx="281251" cy="259698"/>
                  </a:xfrm>
                  <a:custGeom>
                    <a:rect b="b" l="l" r="r" t="t"/>
                    <a:pathLst>
                      <a:path extrusionOk="0" h="15628" w="16925">
                        <a:moveTo>
                          <a:pt x="3134" y="1"/>
                        </a:moveTo>
                        <a:cubicBezTo>
                          <a:pt x="1837" y="685"/>
                          <a:pt x="793" y="1729"/>
                          <a:pt x="73" y="2989"/>
                        </a:cubicBezTo>
                        <a:cubicBezTo>
                          <a:pt x="1" y="3278"/>
                          <a:pt x="109" y="3566"/>
                          <a:pt x="361" y="3710"/>
                        </a:cubicBezTo>
                        <a:cubicBezTo>
                          <a:pt x="757" y="3998"/>
                          <a:pt x="3494" y="6302"/>
                          <a:pt x="4070" y="7814"/>
                        </a:cubicBezTo>
                        <a:cubicBezTo>
                          <a:pt x="4610" y="9291"/>
                          <a:pt x="5474" y="12243"/>
                          <a:pt x="5834" y="13395"/>
                        </a:cubicBezTo>
                        <a:cubicBezTo>
                          <a:pt x="6194" y="14548"/>
                          <a:pt x="6986" y="15628"/>
                          <a:pt x="8355" y="15628"/>
                        </a:cubicBezTo>
                        <a:lnTo>
                          <a:pt x="15556" y="15628"/>
                        </a:lnTo>
                        <a:cubicBezTo>
                          <a:pt x="16924" y="15628"/>
                          <a:pt x="16456" y="14476"/>
                          <a:pt x="15484" y="13863"/>
                        </a:cubicBezTo>
                        <a:cubicBezTo>
                          <a:pt x="14512" y="13287"/>
                          <a:pt x="12315" y="11811"/>
                          <a:pt x="12027" y="11703"/>
                        </a:cubicBezTo>
                        <a:cubicBezTo>
                          <a:pt x="11739" y="11595"/>
                          <a:pt x="11631" y="11703"/>
                          <a:pt x="11631" y="11703"/>
                        </a:cubicBezTo>
                        <a:cubicBezTo>
                          <a:pt x="11631" y="11703"/>
                          <a:pt x="11955" y="11847"/>
                          <a:pt x="11847" y="12099"/>
                        </a:cubicBezTo>
                        <a:cubicBezTo>
                          <a:pt x="11739" y="12315"/>
                          <a:pt x="11019" y="12207"/>
                          <a:pt x="10299" y="12207"/>
                        </a:cubicBezTo>
                        <a:cubicBezTo>
                          <a:pt x="9255" y="12171"/>
                          <a:pt x="8355" y="11595"/>
                          <a:pt x="7922" y="10695"/>
                        </a:cubicBezTo>
                        <a:cubicBezTo>
                          <a:pt x="7382" y="9543"/>
                          <a:pt x="5258" y="3566"/>
                          <a:pt x="5042" y="3025"/>
                        </a:cubicBezTo>
                        <a:cubicBezTo>
                          <a:pt x="4862" y="2521"/>
                          <a:pt x="3458" y="1297"/>
                          <a:pt x="3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13"/>
                  <p:cNvSpPr/>
                  <p:nvPr/>
                </p:nvSpPr>
                <p:spPr>
                  <a:xfrm>
                    <a:off x="1152865" y="2130150"/>
                    <a:ext cx="377583" cy="645041"/>
                  </a:xfrm>
                  <a:custGeom>
                    <a:rect b="b" l="l" r="r" t="t"/>
                    <a:pathLst>
                      <a:path extrusionOk="0" h="38817" w="22722">
                        <a:moveTo>
                          <a:pt x="18868" y="1"/>
                        </a:moveTo>
                        <a:cubicBezTo>
                          <a:pt x="18868" y="1"/>
                          <a:pt x="15448" y="433"/>
                          <a:pt x="14619" y="1081"/>
                        </a:cubicBezTo>
                        <a:cubicBezTo>
                          <a:pt x="13935" y="1585"/>
                          <a:pt x="5114" y="13107"/>
                          <a:pt x="2413" y="17716"/>
                        </a:cubicBezTo>
                        <a:cubicBezTo>
                          <a:pt x="1" y="21785"/>
                          <a:pt x="2881" y="25278"/>
                          <a:pt x="6014" y="29238"/>
                        </a:cubicBezTo>
                        <a:cubicBezTo>
                          <a:pt x="8426" y="32227"/>
                          <a:pt x="13755" y="38492"/>
                          <a:pt x="13755" y="38492"/>
                        </a:cubicBezTo>
                        <a:cubicBezTo>
                          <a:pt x="13935" y="38744"/>
                          <a:pt x="14259" y="38816"/>
                          <a:pt x="14511" y="38744"/>
                        </a:cubicBezTo>
                        <a:cubicBezTo>
                          <a:pt x="14980" y="38528"/>
                          <a:pt x="18076" y="32011"/>
                          <a:pt x="18076" y="32011"/>
                        </a:cubicBezTo>
                        <a:cubicBezTo>
                          <a:pt x="18076" y="32011"/>
                          <a:pt x="18364" y="31687"/>
                          <a:pt x="17824" y="31003"/>
                        </a:cubicBezTo>
                        <a:cubicBezTo>
                          <a:pt x="17284" y="30282"/>
                          <a:pt x="11127" y="22361"/>
                          <a:pt x="11127" y="22361"/>
                        </a:cubicBezTo>
                        <a:lnTo>
                          <a:pt x="18004" y="13323"/>
                        </a:lnTo>
                        <a:cubicBezTo>
                          <a:pt x="18004" y="13323"/>
                          <a:pt x="22721" y="6302"/>
                          <a:pt x="18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13"/>
                  <p:cNvSpPr/>
                  <p:nvPr/>
                </p:nvSpPr>
                <p:spPr>
                  <a:xfrm>
                    <a:off x="1698551" y="2210330"/>
                    <a:ext cx="22766" cy="20955"/>
                  </a:xfrm>
                  <a:custGeom>
                    <a:rect b="b" l="l" r="r" t="t"/>
                    <a:pathLst>
                      <a:path extrusionOk="0" h="1261" w="1370">
                        <a:moveTo>
                          <a:pt x="613" y="1"/>
                        </a:moveTo>
                        <a:cubicBezTo>
                          <a:pt x="973" y="1"/>
                          <a:pt x="1261" y="289"/>
                          <a:pt x="1297" y="649"/>
                        </a:cubicBezTo>
                        <a:cubicBezTo>
                          <a:pt x="1369" y="973"/>
                          <a:pt x="1081" y="1261"/>
                          <a:pt x="757" y="1261"/>
                        </a:cubicBezTo>
                        <a:cubicBezTo>
                          <a:pt x="397" y="1261"/>
                          <a:pt x="73" y="973"/>
                          <a:pt x="37" y="649"/>
                        </a:cubicBezTo>
                        <a:cubicBezTo>
                          <a:pt x="1" y="289"/>
                          <a:pt x="253"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13"/>
                  <p:cNvSpPr/>
                  <p:nvPr/>
                </p:nvSpPr>
                <p:spPr>
                  <a:xfrm>
                    <a:off x="1740444" y="2321019"/>
                    <a:ext cx="22749" cy="21570"/>
                  </a:xfrm>
                  <a:custGeom>
                    <a:rect b="b" l="l" r="r" t="t"/>
                    <a:pathLst>
                      <a:path extrusionOk="0" h="1298" w="1369">
                        <a:moveTo>
                          <a:pt x="613" y="1"/>
                        </a:moveTo>
                        <a:cubicBezTo>
                          <a:pt x="973" y="37"/>
                          <a:pt x="1297" y="289"/>
                          <a:pt x="1333" y="649"/>
                        </a:cubicBezTo>
                        <a:cubicBezTo>
                          <a:pt x="1369" y="973"/>
                          <a:pt x="1117" y="1297"/>
                          <a:pt x="757" y="1297"/>
                        </a:cubicBezTo>
                        <a:cubicBezTo>
                          <a:pt x="396" y="1261"/>
                          <a:pt x="108" y="1009"/>
                          <a:pt x="72" y="649"/>
                        </a:cubicBezTo>
                        <a:cubicBezTo>
                          <a:pt x="0" y="289"/>
                          <a:pt x="288"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13"/>
                  <p:cNvSpPr/>
                  <p:nvPr/>
                </p:nvSpPr>
                <p:spPr>
                  <a:xfrm>
                    <a:off x="1751810" y="2514297"/>
                    <a:ext cx="22749" cy="21553"/>
                  </a:xfrm>
                  <a:custGeom>
                    <a:rect b="b" l="l" r="r" t="t"/>
                    <a:pathLst>
                      <a:path extrusionOk="0" h="1297" w="1369">
                        <a:moveTo>
                          <a:pt x="613" y="1296"/>
                        </a:moveTo>
                        <a:cubicBezTo>
                          <a:pt x="973" y="1296"/>
                          <a:pt x="1297" y="1008"/>
                          <a:pt x="1333" y="648"/>
                        </a:cubicBezTo>
                        <a:cubicBezTo>
                          <a:pt x="1369" y="324"/>
                          <a:pt x="1117" y="0"/>
                          <a:pt x="793" y="36"/>
                        </a:cubicBezTo>
                        <a:cubicBezTo>
                          <a:pt x="397" y="36"/>
                          <a:pt x="109" y="288"/>
                          <a:pt x="73" y="648"/>
                        </a:cubicBezTo>
                        <a:cubicBezTo>
                          <a:pt x="1" y="1008"/>
                          <a:pt x="289" y="1296"/>
                          <a:pt x="613" y="12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13"/>
                  <p:cNvSpPr/>
                  <p:nvPr/>
                </p:nvSpPr>
                <p:spPr>
                  <a:xfrm>
                    <a:off x="1738051" y="2700978"/>
                    <a:ext cx="22749" cy="21553"/>
                  </a:xfrm>
                  <a:custGeom>
                    <a:rect b="b" l="l" r="r" t="t"/>
                    <a:pathLst>
                      <a:path extrusionOk="0" h="1297" w="1369">
                        <a:moveTo>
                          <a:pt x="612" y="1296"/>
                        </a:moveTo>
                        <a:cubicBezTo>
                          <a:pt x="973" y="1296"/>
                          <a:pt x="1261" y="1008"/>
                          <a:pt x="1333" y="648"/>
                        </a:cubicBezTo>
                        <a:cubicBezTo>
                          <a:pt x="1369" y="324"/>
                          <a:pt x="1117" y="0"/>
                          <a:pt x="757" y="36"/>
                        </a:cubicBezTo>
                        <a:cubicBezTo>
                          <a:pt x="396" y="36"/>
                          <a:pt x="108" y="288"/>
                          <a:pt x="72" y="648"/>
                        </a:cubicBezTo>
                        <a:cubicBezTo>
                          <a:pt x="0" y="1008"/>
                          <a:pt x="252" y="1296"/>
                          <a:pt x="612" y="12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13"/>
                  <p:cNvSpPr/>
                  <p:nvPr/>
                </p:nvSpPr>
                <p:spPr>
                  <a:xfrm>
                    <a:off x="1414342" y="2587281"/>
                    <a:ext cx="162170" cy="156188"/>
                  </a:xfrm>
                  <a:custGeom>
                    <a:rect b="b" l="l" r="r" t="t"/>
                    <a:pathLst>
                      <a:path extrusionOk="0" h="9399" w="9759">
                        <a:moveTo>
                          <a:pt x="3061" y="3422"/>
                        </a:moveTo>
                        <a:cubicBezTo>
                          <a:pt x="3673" y="2665"/>
                          <a:pt x="4249" y="1873"/>
                          <a:pt x="4754" y="1045"/>
                        </a:cubicBezTo>
                        <a:lnTo>
                          <a:pt x="7490" y="1"/>
                        </a:lnTo>
                        <a:cubicBezTo>
                          <a:pt x="8426" y="901"/>
                          <a:pt x="6590" y="1513"/>
                          <a:pt x="6014" y="1801"/>
                        </a:cubicBezTo>
                        <a:cubicBezTo>
                          <a:pt x="5726" y="1981"/>
                          <a:pt x="6122" y="2053"/>
                          <a:pt x="5474" y="3206"/>
                        </a:cubicBezTo>
                        <a:cubicBezTo>
                          <a:pt x="5474" y="3206"/>
                          <a:pt x="6482" y="2377"/>
                          <a:pt x="7598" y="2773"/>
                        </a:cubicBezTo>
                        <a:cubicBezTo>
                          <a:pt x="8714" y="3134"/>
                          <a:pt x="9506" y="3458"/>
                          <a:pt x="9506" y="3458"/>
                        </a:cubicBezTo>
                        <a:cubicBezTo>
                          <a:pt x="9506" y="3998"/>
                          <a:pt x="9759" y="4250"/>
                          <a:pt x="9290" y="4394"/>
                        </a:cubicBezTo>
                        <a:cubicBezTo>
                          <a:pt x="8822" y="4538"/>
                          <a:pt x="7418" y="3890"/>
                          <a:pt x="7094" y="4070"/>
                        </a:cubicBezTo>
                        <a:lnTo>
                          <a:pt x="5726" y="4898"/>
                        </a:lnTo>
                        <a:cubicBezTo>
                          <a:pt x="6986" y="4862"/>
                          <a:pt x="6950" y="4826"/>
                          <a:pt x="7922" y="5186"/>
                        </a:cubicBezTo>
                        <a:cubicBezTo>
                          <a:pt x="8354" y="5294"/>
                          <a:pt x="8822" y="5510"/>
                          <a:pt x="9218" y="5726"/>
                        </a:cubicBezTo>
                        <a:cubicBezTo>
                          <a:pt x="9542" y="6158"/>
                          <a:pt x="9110" y="6662"/>
                          <a:pt x="8534" y="6734"/>
                        </a:cubicBezTo>
                        <a:cubicBezTo>
                          <a:pt x="7994" y="6806"/>
                          <a:pt x="6950" y="6410"/>
                          <a:pt x="6410" y="6410"/>
                        </a:cubicBezTo>
                        <a:cubicBezTo>
                          <a:pt x="6050" y="6410"/>
                          <a:pt x="5762" y="6410"/>
                          <a:pt x="6230" y="6626"/>
                        </a:cubicBezTo>
                        <a:cubicBezTo>
                          <a:pt x="6590" y="6770"/>
                          <a:pt x="7742" y="7058"/>
                          <a:pt x="7994" y="7310"/>
                        </a:cubicBezTo>
                        <a:cubicBezTo>
                          <a:pt x="8426" y="7670"/>
                          <a:pt x="7886" y="8426"/>
                          <a:pt x="7310" y="8282"/>
                        </a:cubicBezTo>
                        <a:cubicBezTo>
                          <a:pt x="6734" y="8138"/>
                          <a:pt x="5222" y="7526"/>
                          <a:pt x="4790" y="7814"/>
                        </a:cubicBezTo>
                        <a:cubicBezTo>
                          <a:pt x="4358" y="8138"/>
                          <a:pt x="3277" y="9399"/>
                          <a:pt x="2125" y="9003"/>
                        </a:cubicBezTo>
                        <a:cubicBezTo>
                          <a:pt x="793" y="8571"/>
                          <a:pt x="253" y="8895"/>
                          <a:pt x="145" y="8607"/>
                        </a:cubicBezTo>
                        <a:cubicBezTo>
                          <a:pt x="1" y="8030"/>
                          <a:pt x="973" y="6086"/>
                          <a:pt x="1513" y="5042"/>
                        </a:cubicBezTo>
                        <a:cubicBezTo>
                          <a:pt x="1765" y="4574"/>
                          <a:pt x="2125" y="4682"/>
                          <a:pt x="3061" y="3422"/>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13"/>
                  <p:cNvSpPr/>
                  <p:nvPr/>
                </p:nvSpPr>
                <p:spPr>
                  <a:xfrm>
                    <a:off x="1994143" y="1848932"/>
                    <a:ext cx="126260" cy="164563"/>
                  </a:xfrm>
                  <a:custGeom>
                    <a:rect b="b" l="l" r="r" t="t"/>
                    <a:pathLst>
                      <a:path extrusionOk="0" h="9903" w="7598">
                        <a:moveTo>
                          <a:pt x="5005" y="9902"/>
                        </a:moveTo>
                        <a:cubicBezTo>
                          <a:pt x="5329" y="9074"/>
                          <a:pt x="7598" y="4069"/>
                          <a:pt x="6301" y="3133"/>
                        </a:cubicBezTo>
                        <a:cubicBezTo>
                          <a:pt x="6049" y="2953"/>
                          <a:pt x="5761" y="2737"/>
                          <a:pt x="5185" y="2305"/>
                        </a:cubicBezTo>
                        <a:cubicBezTo>
                          <a:pt x="4213" y="2521"/>
                          <a:pt x="3313" y="3025"/>
                          <a:pt x="2665" y="3781"/>
                        </a:cubicBezTo>
                        <a:cubicBezTo>
                          <a:pt x="2449" y="3457"/>
                          <a:pt x="2197" y="3169"/>
                          <a:pt x="1945" y="2881"/>
                        </a:cubicBezTo>
                        <a:lnTo>
                          <a:pt x="1657" y="2629"/>
                        </a:lnTo>
                        <a:cubicBezTo>
                          <a:pt x="1333" y="1693"/>
                          <a:pt x="900" y="829"/>
                          <a:pt x="396" y="1"/>
                        </a:cubicBezTo>
                        <a:cubicBezTo>
                          <a:pt x="180" y="37"/>
                          <a:pt x="36" y="181"/>
                          <a:pt x="0" y="397"/>
                        </a:cubicBezTo>
                        <a:cubicBezTo>
                          <a:pt x="540" y="1765"/>
                          <a:pt x="3349" y="8174"/>
                          <a:pt x="3349" y="8174"/>
                        </a:cubicBezTo>
                        <a:cubicBezTo>
                          <a:pt x="3817" y="8786"/>
                          <a:pt x="4393" y="9362"/>
                          <a:pt x="5005" y="9902"/>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13"/>
                  <p:cNvSpPr/>
                  <p:nvPr/>
                </p:nvSpPr>
                <p:spPr>
                  <a:xfrm>
                    <a:off x="1954045" y="1757387"/>
                    <a:ext cx="143625" cy="251921"/>
                  </a:xfrm>
                  <a:custGeom>
                    <a:rect b="b" l="l" r="r" t="t"/>
                    <a:pathLst>
                      <a:path extrusionOk="0" h="15160" w="8643">
                        <a:moveTo>
                          <a:pt x="8318" y="14727"/>
                        </a:moveTo>
                        <a:lnTo>
                          <a:pt x="7670" y="15051"/>
                        </a:lnTo>
                        <a:cubicBezTo>
                          <a:pt x="7454" y="15159"/>
                          <a:pt x="7166" y="15087"/>
                          <a:pt x="7058" y="14835"/>
                        </a:cubicBezTo>
                        <a:lnTo>
                          <a:pt x="109" y="1045"/>
                        </a:lnTo>
                        <a:cubicBezTo>
                          <a:pt x="1" y="829"/>
                          <a:pt x="73" y="541"/>
                          <a:pt x="325" y="433"/>
                        </a:cubicBezTo>
                        <a:lnTo>
                          <a:pt x="937" y="109"/>
                        </a:lnTo>
                        <a:cubicBezTo>
                          <a:pt x="1189" y="1"/>
                          <a:pt x="1441" y="73"/>
                          <a:pt x="1585" y="325"/>
                        </a:cubicBezTo>
                        <a:lnTo>
                          <a:pt x="8498" y="14115"/>
                        </a:lnTo>
                        <a:cubicBezTo>
                          <a:pt x="8642" y="14331"/>
                          <a:pt x="8534" y="14619"/>
                          <a:pt x="8318" y="147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13"/>
                  <p:cNvSpPr/>
                  <p:nvPr/>
                </p:nvSpPr>
                <p:spPr>
                  <a:xfrm>
                    <a:off x="1998929" y="1795092"/>
                    <a:ext cx="109509" cy="171725"/>
                  </a:xfrm>
                  <a:custGeom>
                    <a:rect b="b" l="l" r="r" t="t"/>
                    <a:pathLst>
                      <a:path extrusionOk="0" h="10334" w="6590">
                        <a:moveTo>
                          <a:pt x="1045" y="2052"/>
                        </a:moveTo>
                        <a:cubicBezTo>
                          <a:pt x="396" y="3529"/>
                          <a:pt x="0" y="5689"/>
                          <a:pt x="648" y="6265"/>
                        </a:cubicBezTo>
                        <a:cubicBezTo>
                          <a:pt x="1333" y="6841"/>
                          <a:pt x="1657" y="5905"/>
                          <a:pt x="1657" y="5905"/>
                        </a:cubicBezTo>
                        <a:cubicBezTo>
                          <a:pt x="1657" y="5905"/>
                          <a:pt x="1189" y="7309"/>
                          <a:pt x="1873" y="7633"/>
                        </a:cubicBezTo>
                        <a:cubicBezTo>
                          <a:pt x="2521" y="7958"/>
                          <a:pt x="2881" y="7021"/>
                          <a:pt x="2881" y="7021"/>
                        </a:cubicBezTo>
                        <a:cubicBezTo>
                          <a:pt x="2881" y="7021"/>
                          <a:pt x="2089" y="8894"/>
                          <a:pt x="2989" y="9110"/>
                        </a:cubicBezTo>
                        <a:cubicBezTo>
                          <a:pt x="3457" y="9290"/>
                          <a:pt x="3961" y="9038"/>
                          <a:pt x="4105" y="8570"/>
                        </a:cubicBezTo>
                        <a:cubicBezTo>
                          <a:pt x="4105" y="8570"/>
                          <a:pt x="3601" y="10334"/>
                          <a:pt x="4249" y="10226"/>
                        </a:cubicBezTo>
                        <a:cubicBezTo>
                          <a:pt x="4897" y="10154"/>
                          <a:pt x="6590" y="7850"/>
                          <a:pt x="6446" y="6481"/>
                        </a:cubicBezTo>
                        <a:cubicBezTo>
                          <a:pt x="6302" y="5077"/>
                          <a:pt x="5509" y="5509"/>
                          <a:pt x="5509" y="5509"/>
                        </a:cubicBezTo>
                        <a:cubicBezTo>
                          <a:pt x="5509" y="5509"/>
                          <a:pt x="5689" y="4321"/>
                          <a:pt x="4897" y="4069"/>
                        </a:cubicBezTo>
                        <a:cubicBezTo>
                          <a:pt x="4105" y="3817"/>
                          <a:pt x="4033" y="4357"/>
                          <a:pt x="4033" y="4357"/>
                        </a:cubicBezTo>
                        <a:cubicBezTo>
                          <a:pt x="4033" y="4357"/>
                          <a:pt x="4429" y="2773"/>
                          <a:pt x="3853" y="2665"/>
                        </a:cubicBezTo>
                        <a:cubicBezTo>
                          <a:pt x="3385" y="2629"/>
                          <a:pt x="2953" y="2773"/>
                          <a:pt x="2629" y="3025"/>
                        </a:cubicBezTo>
                        <a:cubicBezTo>
                          <a:pt x="2629" y="3025"/>
                          <a:pt x="2269" y="0"/>
                          <a:pt x="1045" y="205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13"/>
                  <p:cNvSpPr/>
                  <p:nvPr/>
                </p:nvSpPr>
                <p:spPr>
                  <a:xfrm rot="-728030">
                    <a:off x="1869220" y="2987266"/>
                    <a:ext cx="96556" cy="1362513"/>
                  </a:xfrm>
                  <a:custGeom>
                    <a:rect b="b" l="l" r="r" t="t"/>
                    <a:pathLst>
                      <a:path extrusionOk="0" h="21939" w="2061">
                        <a:moveTo>
                          <a:pt x="102" y="0"/>
                        </a:moveTo>
                        <a:cubicBezTo>
                          <a:pt x="50" y="0"/>
                          <a:pt x="0" y="37"/>
                          <a:pt x="0" y="108"/>
                        </a:cubicBezTo>
                        <a:lnTo>
                          <a:pt x="1519" y="11558"/>
                        </a:lnTo>
                        <a:cubicBezTo>
                          <a:pt x="1479" y="11809"/>
                          <a:pt x="977" y="14860"/>
                          <a:pt x="1849" y="21846"/>
                        </a:cubicBezTo>
                        <a:cubicBezTo>
                          <a:pt x="1849" y="21899"/>
                          <a:pt x="1902" y="21938"/>
                          <a:pt x="1955" y="21938"/>
                        </a:cubicBezTo>
                        <a:lnTo>
                          <a:pt x="1968" y="21938"/>
                        </a:lnTo>
                        <a:cubicBezTo>
                          <a:pt x="2021" y="21938"/>
                          <a:pt x="2060" y="21886"/>
                          <a:pt x="2060" y="21820"/>
                        </a:cubicBezTo>
                        <a:cubicBezTo>
                          <a:pt x="1149" y="14582"/>
                          <a:pt x="1730" y="11611"/>
                          <a:pt x="1730" y="11585"/>
                        </a:cubicBezTo>
                        <a:cubicBezTo>
                          <a:pt x="1730" y="11571"/>
                          <a:pt x="1730" y="11558"/>
                          <a:pt x="1730" y="11545"/>
                        </a:cubicBezTo>
                        <a:lnTo>
                          <a:pt x="211" y="82"/>
                        </a:lnTo>
                        <a:cubicBezTo>
                          <a:pt x="193" y="27"/>
                          <a:pt x="147" y="0"/>
                          <a:pt x="1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5" name="Google Shape;9405;p113"/>
                  <p:cNvGrpSpPr/>
                  <p:nvPr/>
                </p:nvGrpSpPr>
                <p:grpSpPr>
                  <a:xfrm rot="392228">
                    <a:off x="1683636" y="2775185"/>
                    <a:ext cx="83061" cy="244046"/>
                    <a:chOff x="490700" y="2360275"/>
                    <a:chExt cx="38300" cy="115575"/>
                  </a:xfrm>
                </p:grpSpPr>
                <p:sp>
                  <p:nvSpPr>
                    <p:cNvPr id="9406" name="Google Shape;9406;p113"/>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13"/>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113"/>
                  <p:cNvGrpSpPr/>
                  <p:nvPr/>
                </p:nvGrpSpPr>
                <p:grpSpPr>
                  <a:xfrm>
                    <a:off x="1279160" y="2480774"/>
                    <a:ext cx="60825" cy="26343"/>
                    <a:chOff x="284000" y="2200125"/>
                    <a:chExt cx="36675" cy="15875"/>
                  </a:xfrm>
                </p:grpSpPr>
                <p:sp>
                  <p:nvSpPr>
                    <p:cNvPr id="9409" name="Google Shape;9409;p113"/>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13"/>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1" name="Google Shape;9411;p113"/>
                  <p:cNvSpPr/>
                  <p:nvPr/>
                </p:nvSpPr>
                <p:spPr>
                  <a:xfrm rot="-4357623">
                    <a:off x="2086575" y="4201016"/>
                    <a:ext cx="107575" cy="152042"/>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13"/>
                  <p:cNvSpPr/>
                  <p:nvPr/>
                </p:nvSpPr>
                <p:spPr>
                  <a:xfrm rot="-3181261">
                    <a:off x="1521912" y="4261301"/>
                    <a:ext cx="86826" cy="114525"/>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3" name="Google Shape;9413;p113"/>
                  <p:cNvGrpSpPr/>
                  <p:nvPr/>
                </p:nvGrpSpPr>
                <p:grpSpPr>
                  <a:xfrm>
                    <a:off x="1567423" y="1876714"/>
                    <a:ext cx="210129" cy="46100"/>
                    <a:chOff x="479450" y="1865650"/>
                    <a:chExt cx="81575" cy="17900"/>
                  </a:xfrm>
                </p:grpSpPr>
                <p:sp>
                  <p:nvSpPr>
                    <p:cNvPr id="9414" name="Google Shape;9414;p113"/>
                    <p:cNvSpPr/>
                    <p:nvPr/>
                  </p:nvSpPr>
                  <p:spPr>
                    <a:xfrm>
                      <a:off x="479450" y="1866000"/>
                      <a:ext cx="36025" cy="17550"/>
                    </a:xfrm>
                    <a:custGeom>
                      <a:rect b="b" l="l" r="r" t="t"/>
                      <a:pathLst>
                        <a:path extrusionOk="0" h="702" w="1441">
                          <a:moveTo>
                            <a:pt x="760" y="0"/>
                          </a:moveTo>
                          <a:cubicBezTo>
                            <a:pt x="745" y="0"/>
                            <a:pt x="730" y="0"/>
                            <a:pt x="714" y="1"/>
                          </a:cubicBezTo>
                          <a:cubicBezTo>
                            <a:pt x="318" y="14"/>
                            <a:pt x="1" y="173"/>
                            <a:pt x="14" y="371"/>
                          </a:cubicBezTo>
                          <a:cubicBezTo>
                            <a:pt x="14" y="560"/>
                            <a:pt x="317" y="702"/>
                            <a:pt x="679" y="702"/>
                          </a:cubicBezTo>
                          <a:cubicBezTo>
                            <a:pt x="695" y="702"/>
                            <a:pt x="711" y="701"/>
                            <a:pt x="727" y="701"/>
                          </a:cubicBezTo>
                          <a:cubicBezTo>
                            <a:pt x="1124" y="688"/>
                            <a:pt x="1440" y="516"/>
                            <a:pt x="1440" y="331"/>
                          </a:cubicBezTo>
                          <a:cubicBezTo>
                            <a:pt x="1428" y="153"/>
                            <a:pt x="1135"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13"/>
                    <p:cNvSpPr/>
                    <p:nvPr/>
                  </p:nvSpPr>
                  <p:spPr>
                    <a:xfrm>
                      <a:off x="525025" y="1865650"/>
                      <a:ext cx="36000" cy="17250"/>
                    </a:xfrm>
                    <a:custGeom>
                      <a:rect b="b" l="l" r="r" t="t"/>
                      <a:pathLst>
                        <a:path extrusionOk="0" h="690" w="1440">
                          <a:moveTo>
                            <a:pt x="763" y="1"/>
                          </a:moveTo>
                          <a:cubicBezTo>
                            <a:pt x="747" y="1"/>
                            <a:pt x="730" y="1"/>
                            <a:pt x="714" y="2"/>
                          </a:cubicBezTo>
                          <a:cubicBezTo>
                            <a:pt x="317" y="2"/>
                            <a:pt x="0" y="173"/>
                            <a:pt x="14" y="358"/>
                          </a:cubicBezTo>
                          <a:cubicBezTo>
                            <a:pt x="14" y="548"/>
                            <a:pt x="304" y="689"/>
                            <a:pt x="677" y="689"/>
                          </a:cubicBezTo>
                          <a:cubicBezTo>
                            <a:pt x="694" y="689"/>
                            <a:pt x="710" y="689"/>
                            <a:pt x="727" y="688"/>
                          </a:cubicBezTo>
                          <a:cubicBezTo>
                            <a:pt x="1123" y="688"/>
                            <a:pt x="1440" y="517"/>
                            <a:pt x="1440" y="332"/>
                          </a:cubicBezTo>
                          <a:cubicBezTo>
                            <a:pt x="1427" y="142"/>
                            <a:pt x="1136"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13"/>
                    <p:cNvSpPr/>
                    <p:nvPr/>
                  </p:nvSpPr>
                  <p:spPr>
                    <a:xfrm>
                      <a:off x="513650" y="1871075"/>
                      <a:ext cx="12725" cy="3875"/>
                    </a:xfrm>
                    <a:custGeom>
                      <a:rect b="b" l="l" r="r" t="t"/>
                      <a:pathLst>
                        <a:path extrusionOk="0" h="155" w="509">
                          <a:moveTo>
                            <a:pt x="247" y="0"/>
                          </a:moveTo>
                          <a:cubicBezTo>
                            <a:pt x="176" y="0"/>
                            <a:pt x="106" y="20"/>
                            <a:pt x="46" y="62"/>
                          </a:cubicBezTo>
                          <a:cubicBezTo>
                            <a:pt x="1" y="85"/>
                            <a:pt x="24" y="147"/>
                            <a:pt x="65" y="147"/>
                          </a:cubicBezTo>
                          <a:cubicBezTo>
                            <a:pt x="71" y="147"/>
                            <a:pt x="78" y="145"/>
                            <a:pt x="86" y="141"/>
                          </a:cubicBezTo>
                          <a:cubicBezTo>
                            <a:pt x="139" y="102"/>
                            <a:pt x="201" y="82"/>
                            <a:pt x="264" y="82"/>
                          </a:cubicBezTo>
                          <a:cubicBezTo>
                            <a:pt x="327" y="82"/>
                            <a:pt x="389" y="102"/>
                            <a:pt x="442" y="141"/>
                          </a:cubicBezTo>
                          <a:cubicBezTo>
                            <a:pt x="442" y="141"/>
                            <a:pt x="455" y="141"/>
                            <a:pt x="469" y="154"/>
                          </a:cubicBezTo>
                          <a:cubicBezTo>
                            <a:pt x="482" y="154"/>
                            <a:pt x="495" y="154"/>
                            <a:pt x="495" y="141"/>
                          </a:cubicBezTo>
                          <a:cubicBezTo>
                            <a:pt x="508" y="128"/>
                            <a:pt x="508" y="102"/>
                            <a:pt x="495" y="88"/>
                          </a:cubicBezTo>
                          <a:cubicBezTo>
                            <a:pt x="422" y="30"/>
                            <a:pt x="334"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17" name="Google Shape;9417;p113"/>
                <p:cNvSpPr/>
                <p:nvPr/>
              </p:nvSpPr>
              <p:spPr>
                <a:xfrm rot="515122">
                  <a:off x="997818" y="2589422"/>
                  <a:ext cx="151017" cy="75879"/>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13"/>
                <p:cNvSpPr/>
                <p:nvPr/>
              </p:nvSpPr>
              <p:spPr>
                <a:xfrm rot="3962403">
                  <a:off x="1459580" y="2581444"/>
                  <a:ext cx="85467" cy="91836"/>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9" name="Google Shape;9419;p113"/>
                <p:cNvGrpSpPr/>
                <p:nvPr/>
              </p:nvGrpSpPr>
              <p:grpSpPr>
                <a:xfrm flipH="1" rot="808828">
                  <a:off x="953466" y="2105370"/>
                  <a:ext cx="79175" cy="97578"/>
                  <a:chOff x="341450" y="2082850"/>
                  <a:chExt cx="68689" cy="84625"/>
                </a:xfrm>
              </p:grpSpPr>
              <p:sp>
                <p:nvSpPr>
                  <p:cNvPr id="9420" name="Google Shape;9420;p113"/>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13"/>
                  <p:cNvSpPr/>
                  <p:nvPr/>
                </p:nvSpPr>
                <p:spPr>
                  <a:xfrm rot="212">
                    <a:off x="372603" y="2110973"/>
                    <a:ext cx="37535" cy="6973"/>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22" name="Google Shape;9422;p113"/>
              <p:cNvSpPr/>
              <p:nvPr/>
            </p:nvSpPr>
            <p:spPr>
              <a:xfrm rot="-625783">
                <a:off x="1266931" y="2243042"/>
                <a:ext cx="126131" cy="32536"/>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3" name="Google Shape;9423;p113"/>
            <p:cNvSpPr/>
            <p:nvPr/>
          </p:nvSpPr>
          <p:spPr>
            <a:xfrm rot="-226357">
              <a:off x="1559233" y="3511711"/>
              <a:ext cx="110412" cy="18227"/>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13"/>
            <p:cNvSpPr/>
            <p:nvPr/>
          </p:nvSpPr>
          <p:spPr>
            <a:xfrm rot="196139">
              <a:off x="1092273" y="3537022"/>
              <a:ext cx="122291" cy="18231"/>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113"/>
          <p:cNvGrpSpPr/>
          <p:nvPr/>
        </p:nvGrpSpPr>
        <p:grpSpPr>
          <a:xfrm>
            <a:off x="7530259" y="1724155"/>
            <a:ext cx="1353446" cy="3302144"/>
            <a:chOff x="6291140" y="1353498"/>
            <a:chExt cx="1298270" cy="3167524"/>
          </a:xfrm>
        </p:grpSpPr>
        <p:grpSp>
          <p:nvGrpSpPr>
            <p:cNvPr id="9426" name="Google Shape;9426;p113"/>
            <p:cNvGrpSpPr/>
            <p:nvPr/>
          </p:nvGrpSpPr>
          <p:grpSpPr>
            <a:xfrm>
              <a:off x="6291140" y="1353498"/>
              <a:ext cx="1298270" cy="3167524"/>
              <a:chOff x="5619603" y="1386523"/>
              <a:chExt cx="1298270" cy="3167524"/>
            </a:xfrm>
          </p:grpSpPr>
          <p:grpSp>
            <p:nvGrpSpPr>
              <p:cNvPr id="9427" name="Google Shape;9427;p113"/>
              <p:cNvGrpSpPr/>
              <p:nvPr/>
            </p:nvGrpSpPr>
            <p:grpSpPr>
              <a:xfrm>
                <a:off x="5619603" y="1386523"/>
                <a:ext cx="1298270" cy="3167524"/>
                <a:chOff x="6096478" y="1164423"/>
                <a:chExt cx="1298270" cy="3167524"/>
              </a:xfrm>
            </p:grpSpPr>
            <p:sp>
              <p:nvSpPr>
                <p:cNvPr id="9428" name="Google Shape;9428;p113"/>
                <p:cNvSpPr/>
                <p:nvPr/>
              </p:nvSpPr>
              <p:spPr>
                <a:xfrm>
                  <a:off x="6159150" y="4075747"/>
                  <a:ext cx="1078800" cy="256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13"/>
                <p:cNvSpPr/>
                <p:nvPr/>
              </p:nvSpPr>
              <p:spPr>
                <a:xfrm>
                  <a:off x="6808752" y="1706603"/>
                  <a:ext cx="95524" cy="186166"/>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13"/>
                <p:cNvSpPr/>
                <p:nvPr/>
              </p:nvSpPr>
              <p:spPr>
                <a:xfrm>
                  <a:off x="6805103" y="1675585"/>
                  <a:ext cx="100390" cy="17278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13"/>
                <p:cNvSpPr/>
                <p:nvPr/>
              </p:nvSpPr>
              <p:spPr>
                <a:xfrm>
                  <a:off x="6417065" y="2064420"/>
                  <a:ext cx="556640" cy="1020796"/>
                </a:xfrm>
                <a:custGeom>
                  <a:rect b="b" l="l" r="r" t="t"/>
                  <a:pathLst>
                    <a:path extrusionOk="0" h="60420" w="32947">
                      <a:moveTo>
                        <a:pt x="29598" y="10694"/>
                      </a:moveTo>
                      <a:cubicBezTo>
                        <a:pt x="31686" y="25421"/>
                        <a:pt x="32802" y="40256"/>
                        <a:pt x="32946" y="55127"/>
                      </a:cubicBezTo>
                      <a:cubicBezTo>
                        <a:pt x="32910" y="55487"/>
                        <a:pt x="32622" y="55811"/>
                        <a:pt x="32262" y="55847"/>
                      </a:cubicBezTo>
                      <a:cubicBezTo>
                        <a:pt x="31614" y="55991"/>
                        <a:pt x="17211" y="60420"/>
                        <a:pt x="1728" y="55595"/>
                      </a:cubicBezTo>
                      <a:cubicBezTo>
                        <a:pt x="1728" y="55595"/>
                        <a:pt x="1188" y="55451"/>
                        <a:pt x="1116" y="54298"/>
                      </a:cubicBezTo>
                      <a:cubicBezTo>
                        <a:pt x="1008" y="53182"/>
                        <a:pt x="1584" y="48429"/>
                        <a:pt x="1476" y="43640"/>
                      </a:cubicBezTo>
                      <a:cubicBezTo>
                        <a:pt x="1332" y="38888"/>
                        <a:pt x="0" y="22108"/>
                        <a:pt x="5473" y="11054"/>
                      </a:cubicBezTo>
                      <a:cubicBezTo>
                        <a:pt x="10982" y="0"/>
                        <a:pt x="29598" y="10694"/>
                        <a:pt x="29598" y="1069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13"/>
                <p:cNvSpPr/>
                <p:nvPr/>
              </p:nvSpPr>
              <p:spPr>
                <a:xfrm>
                  <a:off x="7223686" y="1611837"/>
                  <a:ext cx="158779" cy="234215"/>
                </a:xfrm>
                <a:custGeom>
                  <a:rect b="b" l="l" r="r" t="t"/>
                  <a:pathLst>
                    <a:path extrusionOk="0" h="13863" w="9398">
                      <a:moveTo>
                        <a:pt x="3673" y="0"/>
                      </a:moveTo>
                      <a:cubicBezTo>
                        <a:pt x="3385" y="0"/>
                        <a:pt x="3313" y="1477"/>
                        <a:pt x="2845" y="2593"/>
                      </a:cubicBezTo>
                      <a:cubicBezTo>
                        <a:pt x="2341" y="3817"/>
                        <a:pt x="1440" y="4645"/>
                        <a:pt x="1332" y="5221"/>
                      </a:cubicBezTo>
                      <a:cubicBezTo>
                        <a:pt x="1044" y="6770"/>
                        <a:pt x="720" y="8282"/>
                        <a:pt x="288" y="9758"/>
                      </a:cubicBezTo>
                      <a:cubicBezTo>
                        <a:pt x="0" y="10478"/>
                        <a:pt x="1764" y="11991"/>
                        <a:pt x="2701" y="12315"/>
                      </a:cubicBezTo>
                      <a:cubicBezTo>
                        <a:pt x="2737" y="12783"/>
                        <a:pt x="2809" y="13323"/>
                        <a:pt x="2917" y="13863"/>
                      </a:cubicBezTo>
                      <a:cubicBezTo>
                        <a:pt x="5149" y="11523"/>
                        <a:pt x="8498" y="9938"/>
                        <a:pt x="8930" y="8462"/>
                      </a:cubicBezTo>
                      <a:cubicBezTo>
                        <a:pt x="9398" y="7022"/>
                        <a:pt x="7850" y="6013"/>
                        <a:pt x="7850" y="6013"/>
                      </a:cubicBezTo>
                      <a:cubicBezTo>
                        <a:pt x="6877" y="5725"/>
                        <a:pt x="5833" y="5761"/>
                        <a:pt x="4861" y="6158"/>
                      </a:cubicBezTo>
                      <a:cubicBezTo>
                        <a:pt x="4825" y="5761"/>
                        <a:pt x="4753" y="5401"/>
                        <a:pt x="4645" y="5041"/>
                      </a:cubicBezTo>
                      <a:lnTo>
                        <a:pt x="4501" y="4681"/>
                      </a:lnTo>
                      <a:cubicBezTo>
                        <a:pt x="4537" y="4681"/>
                        <a:pt x="5005" y="0"/>
                        <a:pt x="3673"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13"/>
                <p:cNvSpPr/>
                <p:nvPr/>
              </p:nvSpPr>
              <p:spPr>
                <a:xfrm>
                  <a:off x="6207186" y="1467052"/>
                  <a:ext cx="107689" cy="104039"/>
                </a:xfrm>
                <a:custGeom>
                  <a:rect b="b" l="l" r="r" t="t"/>
                  <a:pathLst>
                    <a:path extrusionOk="0" h="6158" w="6374">
                      <a:moveTo>
                        <a:pt x="3601" y="1"/>
                      </a:moveTo>
                      <a:lnTo>
                        <a:pt x="577" y="973"/>
                      </a:lnTo>
                      <a:lnTo>
                        <a:pt x="1" y="5726"/>
                      </a:lnTo>
                      <a:lnTo>
                        <a:pt x="5762" y="6158"/>
                      </a:lnTo>
                      <a:lnTo>
                        <a:pt x="6302" y="5474"/>
                      </a:lnTo>
                      <a:cubicBezTo>
                        <a:pt x="6050" y="4322"/>
                        <a:pt x="6014" y="3133"/>
                        <a:pt x="6122" y="1945"/>
                      </a:cubicBezTo>
                      <a:cubicBezTo>
                        <a:pt x="6374" y="361"/>
                        <a:pt x="3601" y="1"/>
                        <a:pt x="3601"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13"/>
                <p:cNvSpPr/>
                <p:nvPr/>
              </p:nvSpPr>
              <p:spPr>
                <a:xfrm>
                  <a:off x="6799688" y="1610012"/>
                  <a:ext cx="523796" cy="500058"/>
                </a:xfrm>
                <a:custGeom>
                  <a:rect b="b" l="l" r="r" t="t"/>
                  <a:pathLst>
                    <a:path extrusionOk="0" h="29598" w="31003">
                      <a:moveTo>
                        <a:pt x="25529" y="8498"/>
                      </a:moveTo>
                      <a:cubicBezTo>
                        <a:pt x="25529" y="8498"/>
                        <a:pt x="28698" y="9866"/>
                        <a:pt x="30966" y="14655"/>
                      </a:cubicBezTo>
                      <a:cubicBezTo>
                        <a:pt x="31002" y="14943"/>
                        <a:pt x="30930" y="15231"/>
                        <a:pt x="30750" y="15447"/>
                      </a:cubicBezTo>
                      <a:cubicBezTo>
                        <a:pt x="30426" y="15879"/>
                        <a:pt x="17680" y="26825"/>
                        <a:pt x="17680" y="26825"/>
                      </a:cubicBezTo>
                      <a:cubicBezTo>
                        <a:pt x="12675" y="29598"/>
                        <a:pt x="7850" y="21928"/>
                        <a:pt x="6085" y="18112"/>
                      </a:cubicBezTo>
                      <a:cubicBezTo>
                        <a:pt x="4537" y="14763"/>
                        <a:pt x="3097" y="6698"/>
                        <a:pt x="0" y="0"/>
                      </a:cubicBezTo>
                      <a:cubicBezTo>
                        <a:pt x="8210" y="1909"/>
                        <a:pt x="6770" y="360"/>
                        <a:pt x="10622" y="7742"/>
                      </a:cubicBezTo>
                      <a:lnTo>
                        <a:pt x="15915" y="1789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13"/>
                <p:cNvSpPr/>
                <p:nvPr/>
              </p:nvSpPr>
              <p:spPr>
                <a:xfrm>
                  <a:off x="6523927" y="1169083"/>
                  <a:ext cx="329907" cy="210978"/>
                </a:xfrm>
                <a:custGeom>
                  <a:rect b="b" l="l" r="r" t="t"/>
                  <a:pathLst>
                    <a:path extrusionOk="0" h="17104" w="22974">
                      <a:moveTo>
                        <a:pt x="1693" y="14943"/>
                      </a:moveTo>
                      <a:lnTo>
                        <a:pt x="1117" y="13647"/>
                      </a:lnTo>
                      <a:cubicBezTo>
                        <a:pt x="1117" y="13647"/>
                        <a:pt x="1" y="8606"/>
                        <a:pt x="2449" y="5005"/>
                      </a:cubicBezTo>
                      <a:cubicBezTo>
                        <a:pt x="4934" y="1405"/>
                        <a:pt x="11163" y="1"/>
                        <a:pt x="14332" y="1"/>
                      </a:cubicBezTo>
                      <a:cubicBezTo>
                        <a:pt x="17464" y="1"/>
                        <a:pt x="18652" y="3205"/>
                        <a:pt x="18941" y="3997"/>
                      </a:cubicBezTo>
                      <a:cubicBezTo>
                        <a:pt x="19265" y="4753"/>
                        <a:pt x="21965" y="5330"/>
                        <a:pt x="22469" y="7526"/>
                      </a:cubicBezTo>
                      <a:cubicBezTo>
                        <a:pt x="22973" y="9722"/>
                        <a:pt x="20705" y="17104"/>
                        <a:pt x="20705" y="171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13"/>
                <p:cNvSpPr/>
                <p:nvPr/>
              </p:nvSpPr>
              <p:spPr>
                <a:xfrm>
                  <a:off x="6481523" y="1397111"/>
                  <a:ext cx="338681" cy="267340"/>
                </a:xfrm>
                <a:custGeom>
                  <a:rect b="b" l="l" r="r" t="t"/>
                  <a:pathLst>
                    <a:path extrusionOk="0" h="18617" w="23585">
                      <a:moveTo>
                        <a:pt x="4105" y="1"/>
                      </a:moveTo>
                      <a:cubicBezTo>
                        <a:pt x="4105" y="1"/>
                        <a:pt x="5401" y="2413"/>
                        <a:pt x="2701" y="7706"/>
                      </a:cubicBezTo>
                      <a:cubicBezTo>
                        <a:pt x="0" y="13035"/>
                        <a:pt x="973" y="16024"/>
                        <a:pt x="6482" y="17320"/>
                      </a:cubicBezTo>
                      <a:cubicBezTo>
                        <a:pt x="11991" y="18616"/>
                        <a:pt x="17968" y="17068"/>
                        <a:pt x="20128" y="14764"/>
                      </a:cubicBezTo>
                      <a:cubicBezTo>
                        <a:pt x="22289" y="12459"/>
                        <a:pt x="23585" y="8102"/>
                        <a:pt x="19732" y="4574"/>
                      </a:cubicBezTo>
                      <a:cubicBezTo>
                        <a:pt x="15879" y="1045"/>
                        <a:pt x="4105" y="1"/>
                        <a:pt x="41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13"/>
                <p:cNvSpPr/>
                <p:nvPr/>
              </p:nvSpPr>
              <p:spPr>
                <a:xfrm>
                  <a:off x="6429229" y="2976276"/>
                  <a:ext cx="254287" cy="1188090"/>
                </a:xfrm>
                <a:custGeom>
                  <a:rect b="b" l="l" r="r" t="t"/>
                  <a:pathLst>
                    <a:path extrusionOk="0" h="70322" w="15051">
                      <a:moveTo>
                        <a:pt x="13935" y="7742"/>
                      </a:moveTo>
                      <a:cubicBezTo>
                        <a:pt x="14259" y="5761"/>
                        <a:pt x="14655" y="2989"/>
                        <a:pt x="15051" y="0"/>
                      </a:cubicBezTo>
                      <a:lnTo>
                        <a:pt x="3493" y="0"/>
                      </a:lnTo>
                      <a:cubicBezTo>
                        <a:pt x="3889" y="3313"/>
                        <a:pt x="4177" y="6086"/>
                        <a:pt x="4105" y="6590"/>
                      </a:cubicBezTo>
                      <a:cubicBezTo>
                        <a:pt x="684" y="25565"/>
                        <a:pt x="2773" y="49258"/>
                        <a:pt x="2053" y="58079"/>
                      </a:cubicBezTo>
                      <a:cubicBezTo>
                        <a:pt x="1981" y="58907"/>
                        <a:pt x="684" y="65713"/>
                        <a:pt x="684" y="65713"/>
                      </a:cubicBezTo>
                      <a:lnTo>
                        <a:pt x="0" y="68485"/>
                      </a:lnTo>
                      <a:lnTo>
                        <a:pt x="108" y="69601"/>
                      </a:lnTo>
                      <a:lnTo>
                        <a:pt x="3205" y="70322"/>
                      </a:lnTo>
                      <a:lnTo>
                        <a:pt x="6121" y="68233"/>
                      </a:lnTo>
                      <a:cubicBezTo>
                        <a:pt x="6121" y="68233"/>
                        <a:pt x="6769" y="60996"/>
                        <a:pt x="6625" y="59628"/>
                      </a:cubicBezTo>
                      <a:cubicBezTo>
                        <a:pt x="6553" y="58907"/>
                        <a:pt x="6409" y="58187"/>
                        <a:pt x="6229" y="57467"/>
                      </a:cubicBezTo>
                      <a:lnTo>
                        <a:pt x="6013" y="57107"/>
                      </a:lnTo>
                      <a:cubicBezTo>
                        <a:pt x="8498" y="40796"/>
                        <a:pt x="11306" y="24197"/>
                        <a:pt x="13935" y="774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13"/>
                <p:cNvSpPr/>
                <p:nvPr/>
              </p:nvSpPr>
              <p:spPr>
                <a:xfrm>
                  <a:off x="6483355" y="2976268"/>
                  <a:ext cx="208698" cy="59633"/>
                </a:xfrm>
                <a:custGeom>
                  <a:rect b="b" l="l" r="r" t="t"/>
                  <a:pathLst>
                    <a:path extrusionOk="0" h="6914" w="11559">
                      <a:moveTo>
                        <a:pt x="10623" y="6770"/>
                      </a:moveTo>
                      <a:cubicBezTo>
                        <a:pt x="10911" y="4897"/>
                        <a:pt x="11235" y="2521"/>
                        <a:pt x="11559" y="0"/>
                      </a:cubicBezTo>
                      <a:lnTo>
                        <a:pt x="1" y="0"/>
                      </a:lnTo>
                      <a:cubicBezTo>
                        <a:pt x="361" y="3025"/>
                        <a:pt x="649" y="5545"/>
                        <a:pt x="613" y="6374"/>
                      </a:cubicBezTo>
                      <a:cubicBezTo>
                        <a:pt x="3926" y="6806"/>
                        <a:pt x="7274" y="6914"/>
                        <a:pt x="10623" y="677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13"/>
                <p:cNvSpPr/>
                <p:nvPr/>
              </p:nvSpPr>
              <p:spPr>
                <a:xfrm>
                  <a:off x="6723039" y="2976276"/>
                  <a:ext cx="218402" cy="1177142"/>
                </a:xfrm>
                <a:custGeom>
                  <a:rect b="b" l="l" r="r" t="t"/>
                  <a:pathLst>
                    <a:path extrusionOk="0" h="69674" w="12927">
                      <a:moveTo>
                        <a:pt x="11811" y="8390"/>
                      </a:moveTo>
                      <a:cubicBezTo>
                        <a:pt x="11955" y="6302"/>
                        <a:pt x="12099" y="3241"/>
                        <a:pt x="12243" y="0"/>
                      </a:cubicBezTo>
                      <a:lnTo>
                        <a:pt x="1693" y="0"/>
                      </a:lnTo>
                      <a:cubicBezTo>
                        <a:pt x="2449" y="3853"/>
                        <a:pt x="3025" y="7274"/>
                        <a:pt x="2917" y="7850"/>
                      </a:cubicBezTo>
                      <a:cubicBezTo>
                        <a:pt x="0" y="23693"/>
                        <a:pt x="4105" y="42344"/>
                        <a:pt x="4393" y="55379"/>
                      </a:cubicBezTo>
                      <a:cubicBezTo>
                        <a:pt x="4321" y="55631"/>
                        <a:pt x="4249" y="55883"/>
                        <a:pt x="4177" y="56171"/>
                      </a:cubicBezTo>
                      <a:lnTo>
                        <a:pt x="3385" y="60564"/>
                      </a:lnTo>
                      <a:lnTo>
                        <a:pt x="9146" y="69385"/>
                      </a:lnTo>
                      <a:lnTo>
                        <a:pt x="11631" y="69673"/>
                      </a:lnTo>
                      <a:lnTo>
                        <a:pt x="12819" y="68449"/>
                      </a:lnTo>
                      <a:cubicBezTo>
                        <a:pt x="12819" y="68449"/>
                        <a:pt x="12927" y="67909"/>
                        <a:pt x="12099" y="67873"/>
                      </a:cubicBezTo>
                      <a:lnTo>
                        <a:pt x="11199" y="67585"/>
                      </a:lnTo>
                      <a:cubicBezTo>
                        <a:pt x="11199" y="67585"/>
                        <a:pt x="10442" y="67405"/>
                        <a:pt x="9686" y="65137"/>
                      </a:cubicBezTo>
                      <a:cubicBezTo>
                        <a:pt x="9218" y="63804"/>
                        <a:pt x="9470" y="59051"/>
                        <a:pt x="9470" y="55343"/>
                      </a:cubicBezTo>
                      <a:cubicBezTo>
                        <a:pt x="9542" y="39968"/>
                        <a:pt x="10766" y="23765"/>
                        <a:pt x="11811" y="839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13"/>
                <p:cNvSpPr/>
                <p:nvPr/>
              </p:nvSpPr>
              <p:spPr>
                <a:xfrm>
                  <a:off x="6741915" y="2976268"/>
                  <a:ext cx="190024" cy="55963"/>
                </a:xfrm>
                <a:custGeom>
                  <a:rect b="b" l="l" r="r" t="t"/>
                  <a:pathLst>
                    <a:path extrusionOk="0" h="6194" w="10551">
                      <a:moveTo>
                        <a:pt x="10371" y="4213"/>
                      </a:moveTo>
                      <a:cubicBezTo>
                        <a:pt x="10407" y="2881"/>
                        <a:pt x="10479" y="1477"/>
                        <a:pt x="10551" y="0"/>
                      </a:cubicBezTo>
                      <a:lnTo>
                        <a:pt x="1" y="0"/>
                      </a:lnTo>
                      <a:cubicBezTo>
                        <a:pt x="469" y="2449"/>
                        <a:pt x="865" y="4717"/>
                        <a:pt x="1081" y="6194"/>
                      </a:cubicBezTo>
                      <a:cubicBezTo>
                        <a:pt x="4214" y="5725"/>
                        <a:pt x="7310" y="5077"/>
                        <a:pt x="10371" y="4213"/>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13"/>
                <p:cNvSpPr/>
                <p:nvPr/>
              </p:nvSpPr>
              <p:spPr>
                <a:xfrm>
                  <a:off x="6745542" y="3973297"/>
                  <a:ext cx="57815" cy="215969"/>
                </a:xfrm>
                <a:custGeom>
                  <a:rect b="b" l="l" r="r" t="t"/>
                  <a:pathLst>
                    <a:path extrusionOk="0" h="12783" w="3422">
                      <a:moveTo>
                        <a:pt x="685" y="0"/>
                      </a:moveTo>
                      <a:cubicBezTo>
                        <a:pt x="685" y="0"/>
                        <a:pt x="1" y="216"/>
                        <a:pt x="217" y="1657"/>
                      </a:cubicBezTo>
                      <a:cubicBezTo>
                        <a:pt x="469" y="3061"/>
                        <a:pt x="1513" y="3997"/>
                        <a:pt x="1513" y="6806"/>
                      </a:cubicBezTo>
                      <a:lnTo>
                        <a:pt x="1513" y="12171"/>
                      </a:lnTo>
                      <a:cubicBezTo>
                        <a:pt x="1513" y="12171"/>
                        <a:pt x="1477" y="12783"/>
                        <a:pt x="1873" y="12783"/>
                      </a:cubicBezTo>
                      <a:lnTo>
                        <a:pt x="2089" y="12783"/>
                      </a:lnTo>
                      <a:cubicBezTo>
                        <a:pt x="2269" y="12783"/>
                        <a:pt x="2377" y="12639"/>
                        <a:pt x="2377" y="12171"/>
                      </a:cubicBezTo>
                      <a:lnTo>
                        <a:pt x="2377" y="6194"/>
                      </a:lnTo>
                      <a:cubicBezTo>
                        <a:pt x="2377" y="5293"/>
                        <a:pt x="2737" y="3565"/>
                        <a:pt x="3097" y="3241"/>
                      </a:cubicBezTo>
                      <a:cubicBezTo>
                        <a:pt x="3421" y="2917"/>
                        <a:pt x="685" y="0"/>
                        <a:pt x="6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13"/>
                <p:cNvSpPr/>
                <p:nvPr/>
              </p:nvSpPr>
              <p:spPr>
                <a:xfrm>
                  <a:off x="6744326" y="3925232"/>
                  <a:ext cx="266468" cy="264035"/>
                </a:xfrm>
                <a:custGeom>
                  <a:rect b="b" l="l" r="r" t="t"/>
                  <a:pathLst>
                    <a:path extrusionOk="0" h="15628" w="15772">
                      <a:moveTo>
                        <a:pt x="2917" y="1"/>
                      </a:moveTo>
                      <a:cubicBezTo>
                        <a:pt x="1693" y="685"/>
                        <a:pt x="721" y="1729"/>
                        <a:pt x="73" y="2989"/>
                      </a:cubicBezTo>
                      <a:cubicBezTo>
                        <a:pt x="1" y="3278"/>
                        <a:pt x="109" y="3566"/>
                        <a:pt x="325" y="3710"/>
                      </a:cubicBezTo>
                      <a:cubicBezTo>
                        <a:pt x="721" y="3998"/>
                        <a:pt x="3277" y="6302"/>
                        <a:pt x="3781" y="7814"/>
                      </a:cubicBezTo>
                      <a:cubicBezTo>
                        <a:pt x="4286" y="9291"/>
                        <a:pt x="5078" y="12243"/>
                        <a:pt x="5438" y="13395"/>
                      </a:cubicBezTo>
                      <a:cubicBezTo>
                        <a:pt x="5762" y="14548"/>
                        <a:pt x="6518" y="15628"/>
                        <a:pt x="7814" y="15628"/>
                      </a:cubicBezTo>
                      <a:lnTo>
                        <a:pt x="14475" y="15628"/>
                      </a:lnTo>
                      <a:cubicBezTo>
                        <a:pt x="15772" y="15628"/>
                        <a:pt x="15340" y="14476"/>
                        <a:pt x="14403" y="13863"/>
                      </a:cubicBezTo>
                      <a:cubicBezTo>
                        <a:pt x="13503" y="13287"/>
                        <a:pt x="11487" y="11811"/>
                        <a:pt x="11199" y="11703"/>
                      </a:cubicBezTo>
                      <a:cubicBezTo>
                        <a:pt x="10947" y="11595"/>
                        <a:pt x="10839" y="11703"/>
                        <a:pt x="10839" y="11703"/>
                      </a:cubicBezTo>
                      <a:cubicBezTo>
                        <a:pt x="10839" y="11703"/>
                        <a:pt x="11127" y="11847"/>
                        <a:pt x="11019" y="12099"/>
                      </a:cubicBezTo>
                      <a:cubicBezTo>
                        <a:pt x="10947" y="12315"/>
                        <a:pt x="10263" y="12207"/>
                        <a:pt x="9579" y="12207"/>
                      </a:cubicBezTo>
                      <a:cubicBezTo>
                        <a:pt x="8606" y="12171"/>
                        <a:pt x="7742" y="11559"/>
                        <a:pt x="7382" y="10695"/>
                      </a:cubicBezTo>
                      <a:cubicBezTo>
                        <a:pt x="6878" y="9543"/>
                        <a:pt x="4898" y="3566"/>
                        <a:pt x="4718" y="3025"/>
                      </a:cubicBezTo>
                      <a:cubicBezTo>
                        <a:pt x="4502" y="2521"/>
                        <a:pt x="3205" y="1297"/>
                        <a:pt x="2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13"/>
                <p:cNvSpPr/>
                <p:nvPr/>
              </p:nvSpPr>
              <p:spPr>
                <a:xfrm>
                  <a:off x="6387246" y="3941062"/>
                  <a:ext cx="172177" cy="248204"/>
                </a:xfrm>
                <a:custGeom>
                  <a:rect b="b" l="l" r="r" t="t"/>
                  <a:pathLst>
                    <a:path extrusionOk="0" h="14691" w="10191">
                      <a:moveTo>
                        <a:pt x="3205" y="8606"/>
                      </a:moveTo>
                      <a:cubicBezTo>
                        <a:pt x="2917" y="9326"/>
                        <a:pt x="2629" y="10046"/>
                        <a:pt x="2269" y="10730"/>
                      </a:cubicBezTo>
                      <a:cubicBezTo>
                        <a:pt x="1945" y="11126"/>
                        <a:pt x="757" y="12494"/>
                        <a:pt x="541" y="12926"/>
                      </a:cubicBezTo>
                      <a:cubicBezTo>
                        <a:pt x="361" y="13359"/>
                        <a:pt x="1" y="14691"/>
                        <a:pt x="1441" y="14691"/>
                      </a:cubicBezTo>
                      <a:lnTo>
                        <a:pt x="6626" y="14691"/>
                      </a:lnTo>
                      <a:cubicBezTo>
                        <a:pt x="8030" y="14691"/>
                        <a:pt x="9182" y="14259"/>
                        <a:pt x="9218" y="12962"/>
                      </a:cubicBezTo>
                      <a:cubicBezTo>
                        <a:pt x="9218" y="11702"/>
                        <a:pt x="9326" y="7129"/>
                        <a:pt x="9506" y="6121"/>
                      </a:cubicBezTo>
                      <a:cubicBezTo>
                        <a:pt x="9687" y="5149"/>
                        <a:pt x="10191" y="4033"/>
                        <a:pt x="9939" y="3061"/>
                      </a:cubicBezTo>
                      <a:cubicBezTo>
                        <a:pt x="9687" y="2088"/>
                        <a:pt x="9290" y="1116"/>
                        <a:pt x="8786" y="216"/>
                      </a:cubicBezTo>
                      <a:cubicBezTo>
                        <a:pt x="8714" y="144"/>
                        <a:pt x="8606" y="72"/>
                        <a:pt x="8498" y="0"/>
                      </a:cubicBezTo>
                      <a:lnTo>
                        <a:pt x="8642" y="864"/>
                      </a:lnTo>
                      <a:cubicBezTo>
                        <a:pt x="8714" y="1080"/>
                        <a:pt x="8750" y="1260"/>
                        <a:pt x="8750" y="1476"/>
                      </a:cubicBezTo>
                      <a:cubicBezTo>
                        <a:pt x="8894" y="2917"/>
                        <a:pt x="8354" y="9326"/>
                        <a:pt x="8354" y="9866"/>
                      </a:cubicBezTo>
                      <a:cubicBezTo>
                        <a:pt x="8354" y="10406"/>
                        <a:pt x="7778" y="10766"/>
                        <a:pt x="6770" y="11018"/>
                      </a:cubicBezTo>
                      <a:cubicBezTo>
                        <a:pt x="5726" y="11306"/>
                        <a:pt x="3601" y="11558"/>
                        <a:pt x="2809" y="10802"/>
                      </a:cubicBezTo>
                      <a:cubicBezTo>
                        <a:pt x="2737" y="10694"/>
                        <a:pt x="2701" y="10550"/>
                        <a:pt x="2773" y="10406"/>
                      </a:cubicBezTo>
                      <a:cubicBezTo>
                        <a:pt x="2809" y="10118"/>
                        <a:pt x="3205" y="8606"/>
                        <a:pt x="320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13"/>
                <p:cNvSpPr/>
                <p:nvPr/>
              </p:nvSpPr>
              <p:spPr>
                <a:xfrm>
                  <a:off x="6454165" y="1600889"/>
                  <a:ext cx="501292" cy="705079"/>
                </a:xfrm>
                <a:custGeom>
                  <a:rect b="b" l="l" r="r" t="t"/>
                  <a:pathLst>
                    <a:path extrusionOk="0" h="41733" w="29671">
                      <a:moveTo>
                        <a:pt x="22145" y="1332"/>
                      </a:moveTo>
                      <a:cubicBezTo>
                        <a:pt x="22145" y="1332"/>
                        <a:pt x="26249" y="7382"/>
                        <a:pt x="26718" y="8246"/>
                      </a:cubicBezTo>
                      <a:cubicBezTo>
                        <a:pt x="27150" y="9110"/>
                        <a:pt x="28914" y="12891"/>
                        <a:pt x="29274" y="14799"/>
                      </a:cubicBezTo>
                      <a:cubicBezTo>
                        <a:pt x="29670" y="16707"/>
                        <a:pt x="28914" y="19408"/>
                        <a:pt x="28194" y="20848"/>
                      </a:cubicBezTo>
                      <a:lnTo>
                        <a:pt x="28194" y="39752"/>
                      </a:lnTo>
                      <a:cubicBezTo>
                        <a:pt x="20992" y="41732"/>
                        <a:pt x="12027" y="41048"/>
                        <a:pt x="4789" y="39752"/>
                      </a:cubicBezTo>
                      <a:lnTo>
                        <a:pt x="5978" y="31866"/>
                      </a:lnTo>
                      <a:lnTo>
                        <a:pt x="0" y="2917"/>
                      </a:lnTo>
                      <a:lnTo>
                        <a:pt x="8786" y="72"/>
                      </a:lnTo>
                      <a:lnTo>
                        <a:pt x="14655" y="1585"/>
                      </a:lnTo>
                      <a:lnTo>
                        <a:pt x="170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13"/>
                <p:cNvSpPr/>
                <p:nvPr/>
              </p:nvSpPr>
              <p:spPr>
                <a:xfrm>
                  <a:off x="6612349" y="1479350"/>
                  <a:ext cx="125360" cy="165108"/>
                </a:xfrm>
                <a:custGeom>
                  <a:rect b="b" l="l" r="r" t="t"/>
                  <a:pathLst>
                    <a:path extrusionOk="0" h="9146" w="8246">
                      <a:moveTo>
                        <a:pt x="0" y="0"/>
                      </a:moveTo>
                      <a:lnTo>
                        <a:pt x="8246" y="0"/>
                      </a:lnTo>
                      <a:lnTo>
                        <a:pt x="8246" y="9146"/>
                      </a:lnTo>
                      <a:lnTo>
                        <a:pt x="4969" y="9146"/>
                      </a:lnTo>
                      <a:lnTo>
                        <a:pt x="0" y="7201"/>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13"/>
                <p:cNvSpPr/>
                <p:nvPr/>
              </p:nvSpPr>
              <p:spPr>
                <a:xfrm>
                  <a:off x="6587985" y="1579602"/>
                  <a:ext cx="115004" cy="129585"/>
                </a:xfrm>
                <a:custGeom>
                  <a:rect b="b" l="l" r="r" t="t"/>
                  <a:pathLst>
                    <a:path extrusionOk="0" h="7670" w="6807">
                      <a:moveTo>
                        <a:pt x="829" y="0"/>
                      </a:moveTo>
                      <a:lnTo>
                        <a:pt x="6806" y="3889"/>
                      </a:lnTo>
                      <a:lnTo>
                        <a:pt x="3962" y="7669"/>
                      </a:lnTo>
                      <a:lnTo>
                        <a:pt x="1" y="162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13"/>
                <p:cNvSpPr/>
                <p:nvPr/>
              </p:nvSpPr>
              <p:spPr>
                <a:xfrm>
                  <a:off x="6702968" y="1580819"/>
                  <a:ext cx="65096" cy="128976"/>
                </a:xfrm>
                <a:custGeom>
                  <a:rect b="b" l="l" r="r" t="t"/>
                  <a:pathLst>
                    <a:path extrusionOk="0" h="7634" w="3853">
                      <a:moveTo>
                        <a:pt x="0" y="3817"/>
                      </a:moveTo>
                      <a:lnTo>
                        <a:pt x="2305" y="0"/>
                      </a:lnTo>
                      <a:lnTo>
                        <a:pt x="3457" y="1476"/>
                      </a:lnTo>
                      <a:lnTo>
                        <a:pt x="3853" y="763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13"/>
                <p:cNvSpPr/>
                <p:nvPr/>
              </p:nvSpPr>
              <p:spPr>
                <a:xfrm>
                  <a:off x="6742659" y="1357303"/>
                  <a:ext cx="99816" cy="81191"/>
                </a:xfrm>
                <a:custGeom>
                  <a:rect b="b" l="l" r="r" t="t"/>
                  <a:pathLst>
                    <a:path extrusionOk="0" h="5654" w="6951">
                      <a:moveTo>
                        <a:pt x="4070" y="36"/>
                      </a:moveTo>
                      <a:lnTo>
                        <a:pt x="4250" y="72"/>
                      </a:lnTo>
                      <a:lnTo>
                        <a:pt x="4250" y="72"/>
                      </a:lnTo>
                      <a:cubicBezTo>
                        <a:pt x="6914" y="649"/>
                        <a:pt x="6950" y="4429"/>
                        <a:pt x="4286" y="5041"/>
                      </a:cubicBezTo>
                      <a:cubicBezTo>
                        <a:pt x="1621" y="5653"/>
                        <a:pt x="1" y="2269"/>
                        <a:pt x="2125" y="541"/>
                      </a:cubicBezTo>
                      <a:cubicBezTo>
                        <a:pt x="2053" y="1297"/>
                        <a:pt x="2161" y="2233"/>
                        <a:pt x="3133" y="2341"/>
                      </a:cubicBezTo>
                      <a:lnTo>
                        <a:pt x="3133" y="901"/>
                      </a:lnTo>
                      <a:cubicBezTo>
                        <a:pt x="3133" y="397"/>
                        <a:pt x="3565" y="0"/>
                        <a:pt x="4070" y="3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13"/>
                <p:cNvSpPr/>
                <p:nvPr/>
              </p:nvSpPr>
              <p:spPr>
                <a:xfrm>
                  <a:off x="6516680" y="1356786"/>
                  <a:ext cx="100333" cy="82225"/>
                </a:xfrm>
                <a:custGeom>
                  <a:rect b="b" l="l" r="r" t="t"/>
                  <a:pathLst>
                    <a:path extrusionOk="0" h="5726" w="6987">
                      <a:moveTo>
                        <a:pt x="2953" y="72"/>
                      </a:moveTo>
                      <a:lnTo>
                        <a:pt x="2773" y="72"/>
                      </a:lnTo>
                      <a:lnTo>
                        <a:pt x="2773" y="72"/>
                      </a:lnTo>
                      <a:cubicBezTo>
                        <a:pt x="109" y="613"/>
                        <a:pt x="1" y="4429"/>
                        <a:pt x="2665" y="5077"/>
                      </a:cubicBezTo>
                      <a:cubicBezTo>
                        <a:pt x="5294" y="5726"/>
                        <a:pt x="6986" y="2341"/>
                        <a:pt x="4898" y="613"/>
                      </a:cubicBezTo>
                      <a:cubicBezTo>
                        <a:pt x="4970" y="1369"/>
                        <a:pt x="4826" y="2305"/>
                        <a:pt x="3854" y="2377"/>
                      </a:cubicBezTo>
                      <a:lnTo>
                        <a:pt x="3890" y="901"/>
                      </a:lnTo>
                      <a:cubicBezTo>
                        <a:pt x="3890" y="397"/>
                        <a:pt x="3458" y="0"/>
                        <a:pt x="2953" y="7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13"/>
                <p:cNvSpPr/>
                <p:nvPr/>
              </p:nvSpPr>
              <p:spPr>
                <a:xfrm>
                  <a:off x="6554436" y="1175811"/>
                  <a:ext cx="250783" cy="365563"/>
                </a:xfrm>
                <a:custGeom>
                  <a:rect b="b" l="l" r="r" t="t"/>
                  <a:pathLst>
                    <a:path extrusionOk="0" h="25457" w="17464">
                      <a:moveTo>
                        <a:pt x="8714" y="25457"/>
                      </a:moveTo>
                      <a:cubicBezTo>
                        <a:pt x="3961" y="25457"/>
                        <a:pt x="0" y="19588"/>
                        <a:pt x="0" y="14943"/>
                      </a:cubicBezTo>
                      <a:lnTo>
                        <a:pt x="0" y="8750"/>
                      </a:lnTo>
                      <a:cubicBezTo>
                        <a:pt x="0" y="3925"/>
                        <a:pt x="3925" y="36"/>
                        <a:pt x="8714" y="0"/>
                      </a:cubicBezTo>
                      <a:lnTo>
                        <a:pt x="8714" y="0"/>
                      </a:lnTo>
                      <a:cubicBezTo>
                        <a:pt x="13539" y="36"/>
                        <a:pt x="17464" y="3925"/>
                        <a:pt x="17464" y="8750"/>
                      </a:cubicBezTo>
                      <a:lnTo>
                        <a:pt x="17464" y="14799"/>
                      </a:lnTo>
                      <a:cubicBezTo>
                        <a:pt x="17464" y="19876"/>
                        <a:pt x="14007" y="25457"/>
                        <a:pt x="8714"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13"/>
                <p:cNvSpPr/>
                <p:nvPr/>
              </p:nvSpPr>
              <p:spPr>
                <a:xfrm>
                  <a:off x="6591139" y="1317994"/>
                  <a:ext cx="50700" cy="32917"/>
                </a:xfrm>
                <a:custGeom>
                  <a:rect b="b" l="l" r="r" t="t"/>
                  <a:pathLst>
                    <a:path extrusionOk="0" h="1442" w="3530">
                      <a:moveTo>
                        <a:pt x="3277" y="397"/>
                      </a:moveTo>
                      <a:cubicBezTo>
                        <a:pt x="3457" y="469"/>
                        <a:pt x="3529" y="685"/>
                        <a:pt x="3457" y="901"/>
                      </a:cubicBezTo>
                      <a:cubicBezTo>
                        <a:pt x="3385" y="1081"/>
                        <a:pt x="3169" y="1153"/>
                        <a:pt x="2953" y="1081"/>
                      </a:cubicBezTo>
                      <a:cubicBezTo>
                        <a:pt x="2269" y="757"/>
                        <a:pt x="1477" y="829"/>
                        <a:pt x="793" y="1225"/>
                      </a:cubicBezTo>
                      <a:cubicBezTo>
                        <a:pt x="397" y="1441"/>
                        <a:pt x="1" y="829"/>
                        <a:pt x="433" y="577"/>
                      </a:cubicBezTo>
                      <a:cubicBezTo>
                        <a:pt x="1297" y="73"/>
                        <a:pt x="2341" y="1"/>
                        <a:pt x="3277" y="39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13"/>
                <p:cNvSpPr/>
                <p:nvPr/>
              </p:nvSpPr>
              <p:spPr>
                <a:xfrm>
                  <a:off x="6715258" y="1319637"/>
                  <a:ext cx="53285" cy="31274"/>
                </a:xfrm>
                <a:custGeom>
                  <a:rect b="b" l="l" r="r" t="t"/>
                  <a:pathLst>
                    <a:path extrusionOk="0" h="1370" w="3710">
                      <a:moveTo>
                        <a:pt x="3277" y="505"/>
                      </a:moveTo>
                      <a:cubicBezTo>
                        <a:pt x="3709" y="721"/>
                        <a:pt x="3349" y="1369"/>
                        <a:pt x="2917" y="1117"/>
                      </a:cubicBezTo>
                      <a:cubicBezTo>
                        <a:pt x="2233" y="793"/>
                        <a:pt x="1441" y="757"/>
                        <a:pt x="757" y="1081"/>
                      </a:cubicBezTo>
                      <a:cubicBezTo>
                        <a:pt x="325" y="1297"/>
                        <a:pt x="0" y="685"/>
                        <a:pt x="433" y="433"/>
                      </a:cubicBezTo>
                      <a:cubicBezTo>
                        <a:pt x="1333" y="1"/>
                        <a:pt x="2377" y="1"/>
                        <a:pt x="3277" y="5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13"/>
                <p:cNvSpPr/>
                <p:nvPr/>
              </p:nvSpPr>
              <p:spPr>
                <a:xfrm>
                  <a:off x="6398194" y="1605147"/>
                  <a:ext cx="336430" cy="970905"/>
                </a:xfrm>
                <a:custGeom>
                  <a:rect b="b" l="l" r="r" t="t"/>
                  <a:pathLst>
                    <a:path extrusionOk="0" h="57467" w="19913">
                      <a:moveTo>
                        <a:pt x="2197" y="1909"/>
                      </a:moveTo>
                      <a:cubicBezTo>
                        <a:pt x="2197" y="1909"/>
                        <a:pt x="9327" y="0"/>
                        <a:pt x="9543" y="0"/>
                      </a:cubicBezTo>
                      <a:cubicBezTo>
                        <a:pt x="9831" y="108"/>
                        <a:pt x="10083" y="216"/>
                        <a:pt x="10299" y="396"/>
                      </a:cubicBezTo>
                      <a:cubicBezTo>
                        <a:pt x="19913" y="26141"/>
                        <a:pt x="18976" y="25637"/>
                        <a:pt x="14079" y="53110"/>
                      </a:cubicBezTo>
                      <a:cubicBezTo>
                        <a:pt x="14079" y="53110"/>
                        <a:pt x="13971" y="53866"/>
                        <a:pt x="12819" y="54226"/>
                      </a:cubicBezTo>
                      <a:cubicBezTo>
                        <a:pt x="11703" y="54550"/>
                        <a:pt x="721" y="57215"/>
                        <a:pt x="721" y="57215"/>
                      </a:cubicBezTo>
                      <a:cubicBezTo>
                        <a:pt x="721" y="57215"/>
                        <a:pt x="1" y="57467"/>
                        <a:pt x="217" y="56243"/>
                      </a:cubicBezTo>
                      <a:cubicBezTo>
                        <a:pt x="433" y="55019"/>
                        <a:pt x="6158" y="28950"/>
                        <a:pt x="6158" y="28950"/>
                      </a:cubicBezTo>
                      <a:lnTo>
                        <a:pt x="3746" y="1440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13"/>
                <p:cNvSpPr/>
                <p:nvPr/>
              </p:nvSpPr>
              <p:spPr>
                <a:xfrm>
                  <a:off x="6791174" y="1609404"/>
                  <a:ext cx="194681" cy="928330"/>
                </a:xfrm>
                <a:custGeom>
                  <a:rect b="b" l="l" r="r" t="t"/>
                  <a:pathLst>
                    <a:path extrusionOk="0" h="54947" w="11523">
                      <a:moveTo>
                        <a:pt x="0" y="180"/>
                      </a:moveTo>
                      <a:cubicBezTo>
                        <a:pt x="0" y="180"/>
                        <a:pt x="4573" y="13359"/>
                        <a:pt x="4933" y="14547"/>
                      </a:cubicBezTo>
                      <a:cubicBezTo>
                        <a:pt x="5329" y="15735"/>
                        <a:pt x="5545" y="16743"/>
                        <a:pt x="5077" y="19408"/>
                      </a:cubicBezTo>
                      <a:cubicBezTo>
                        <a:pt x="4969" y="19840"/>
                        <a:pt x="4933" y="20272"/>
                        <a:pt x="4933" y="20740"/>
                      </a:cubicBezTo>
                      <a:cubicBezTo>
                        <a:pt x="4933" y="21712"/>
                        <a:pt x="5041" y="26933"/>
                        <a:pt x="5041" y="26933"/>
                      </a:cubicBezTo>
                      <a:lnTo>
                        <a:pt x="5581" y="51634"/>
                      </a:lnTo>
                      <a:cubicBezTo>
                        <a:pt x="5689" y="52174"/>
                        <a:pt x="6049" y="52678"/>
                        <a:pt x="6589" y="52894"/>
                      </a:cubicBezTo>
                      <a:cubicBezTo>
                        <a:pt x="7454" y="53218"/>
                        <a:pt x="10982" y="54839"/>
                        <a:pt x="10982" y="54839"/>
                      </a:cubicBezTo>
                      <a:cubicBezTo>
                        <a:pt x="10982" y="54839"/>
                        <a:pt x="11522" y="54947"/>
                        <a:pt x="11522" y="54298"/>
                      </a:cubicBezTo>
                      <a:cubicBezTo>
                        <a:pt x="11522" y="53614"/>
                        <a:pt x="9002" y="29814"/>
                        <a:pt x="9002" y="29814"/>
                      </a:cubicBezTo>
                      <a:lnTo>
                        <a:pt x="8534" y="21136"/>
                      </a:lnTo>
                      <a:cubicBezTo>
                        <a:pt x="9974" y="15627"/>
                        <a:pt x="11522" y="14115"/>
                        <a:pt x="8390" y="8894"/>
                      </a:cubicBezTo>
                      <a:cubicBezTo>
                        <a:pt x="7886" y="8066"/>
                        <a:pt x="7202" y="6878"/>
                        <a:pt x="6517" y="5689"/>
                      </a:cubicBezTo>
                      <a:cubicBezTo>
                        <a:pt x="4537" y="2161"/>
                        <a:pt x="5905" y="1297"/>
                        <a:pt x="3709" y="612"/>
                      </a:cubicBezTo>
                      <a:lnTo>
                        <a:pt x="360" y="0"/>
                      </a:lnTo>
                      <a:cubicBezTo>
                        <a:pt x="216" y="0"/>
                        <a:pt x="72" y="72"/>
                        <a:pt x="0" y="1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13"/>
                <p:cNvSpPr/>
                <p:nvPr/>
              </p:nvSpPr>
              <p:spPr>
                <a:xfrm>
                  <a:off x="6747829" y="1209932"/>
                  <a:ext cx="93096" cy="178394"/>
                </a:xfrm>
                <a:custGeom>
                  <a:rect b="b" l="l" r="r" t="t"/>
                  <a:pathLst>
                    <a:path extrusionOk="0" h="12423" w="6483">
                      <a:moveTo>
                        <a:pt x="3998" y="12423"/>
                      </a:moveTo>
                      <a:lnTo>
                        <a:pt x="3061" y="8570"/>
                      </a:lnTo>
                      <a:cubicBezTo>
                        <a:pt x="3061" y="8570"/>
                        <a:pt x="1" y="6302"/>
                        <a:pt x="1081" y="3169"/>
                      </a:cubicBezTo>
                      <a:cubicBezTo>
                        <a:pt x="2161" y="1"/>
                        <a:pt x="2377" y="325"/>
                        <a:pt x="2377" y="325"/>
                      </a:cubicBezTo>
                      <a:cubicBezTo>
                        <a:pt x="2377" y="325"/>
                        <a:pt x="6482" y="2197"/>
                        <a:pt x="4646" y="10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13"/>
                <p:cNvSpPr/>
                <p:nvPr/>
              </p:nvSpPr>
              <p:spPr>
                <a:xfrm>
                  <a:off x="6518748" y="1209932"/>
                  <a:ext cx="93096" cy="178394"/>
                </a:xfrm>
                <a:custGeom>
                  <a:rect b="b" l="l" r="r" t="t"/>
                  <a:pathLst>
                    <a:path extrusionOk="0" h="12423" w="6483">
                      <a:moveTo>
                        <a:pt x="2485" y="12423"/>
                      </a:moveTo>
                      <a:lnTo>
                        <a:pt x="3422" y="8570"/>
                      </a:lnTo>
                      <a:cubicBezTo>
                        <a:pt x="3422" y="8570"/>
                        <a:pt x="6482" y="6302"/>
                        <a:pt x="5402" y="3169"/>
                      </a:cubicBezTo>
                      <a:cubicBezTo>
                        <a:pt x="4322" y="1"/>
                        <a:pt x="4106" y="325"/>
                        <a:pt x="4106" y="325"/>
                      </a:cubicBezTo>
                      <a:cubicBezTo>
                        <a:pt x="4106" y="325"/>
                        <a:pt x="1" y="2197"/>
                        <a:pt x="1837" y="10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13"/>
                <p:cNvSpPr/>
                <p:nvPr/>
              </p:nvSpPr>
              <p:spPr>
                <a:xfrm>
                  <a:off x="6510993" y="1164423"/>
                  <a:ext cx="281298" cy="170654"/>
                </a:xfrm>
                <a:custGeom>
                  <a:rect b="b" l="l" r="r" t="t"/>
                  <a:pathLst>
                    <a:path extrusionOk="0" h="11884" w="19589">
                      <a:moveTo>
                        <a:pt x="19588" y="11883"/>
                      </a:moveTo>
                      <a:cubicBezTo>
                        <a:pt x="19588" y="11883"/>
                        <a:pt x="17284" y="11163"/>
                        <a:pt x="15484" y="6626"/>
                      </a:cubicBezTo>
                      <a:cubicBezTo>
                        <a:pt x="13647" y="2089"/>
                        <a:pt x="9831" y="10263"/>
                        <a:pt x="4898" y="9615"/>
                      </a:cubicBezTo>
                      <a:cubicBezTo>
                        <a:pt x="1" y="8967"/>
                        <a:pt x="3926" y="1801"/>
                        <a:pt x="9723" y="685"/>
                      </a:cubicBezTo>
                      <a:cubicBezTo>
                        <a:pt x="13143" y="1"/>
                        <a:pt x="16636" y="1117"/>
                        <a:pt x="19048" y="36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13"/>
                <p:cNvSpPr/>
                <p:nvPr/>
              </p:nvSpPr>
              <p:spPr>
                <a:xfrm>
                  <a:off x="6096478" y="1530321"/>
                  <a:ext cx="402118" cy="507374"/>
                </a:xfrm>
                <a:custGeom>
                  <a:rect b="b" l="l" r="r" t="t"/>
                  <a:pathLst>
                    <a:path extrusionOk="0" h="30031" w="23801">
                      <a:moveTo>
                        <a:pt x="20056" y="6374"/>
                      </a:moveTo>
                      <a:cubicBezTo>
                        <a:pt x="19660" y="6482"/>
                        <a:pt x="19264" y="6662"/>
                        <a:pt x="18940" y="6878"/>
                      </a:cubicBezTo>
                      <a:cubicBezTo>
                        <a:pt x="17212" y="8066"/>
                        <a:pt x="12243" y="15663"/>
                        <a:pt x="12243" y="15663"/>
                      </a:cubicBezTo>
                      <a:cubicBezTo>
                        <a:pt x="12279" y="14331"/>
                        <a:pt x="14115" y="973"/>
                        <a:pt x="13035" y="613"/>
                      </a:cubicBezTo>
                      <a:cubicBezTo>
                        <a:pt x="13035" y="613"/>
                        <a:pt x="8822" y="1153"/>
                        <a:pt x="6194" y="0"/>
                      </a:cubicBezTo>
                      <a:cubicBezTo>
                        <a:pt x="5762" y="289"/>
                        <a:pt x="5473" y="793"/>
                        <a:pt x="5401" y="1297"/>
                      </a:cubicBezTo>
                      <a:cubicBezTo>
                        <a:pt x="4609" y="5654"/>
                        <a:pt x="0" y="26969"/>
                        <a:pt x="6302" y="28662"/>
                      </a:cubicBezTo>
                      <a:cubicBezTo>
                        <a:pt x="11343" y="30030"/>
                        <a:pt x="20056" y="21100"/>
                        <a:pt x="22613" y="18904"/>
                      </a:cubicBezTo>
                      <a:cubicBezTo>
                        <a:pt x="23801" y="16672"/>
                        <a:pt x="22433" y="5618"/>
                        <a:pt x="20056" y="63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13"/>
                <p:cNvSpPr/>
                <p:nvPr/>
              </p:nvSpPr>
              <p:spPr>
                <a:xfrm>
                  <a:off x="6173735" y="1238336"/>
                  <a:ext cx="221443" cy="288972"/>
                </a:xfrm>
                <a:custGeom>
                  <a:rect b="b" l="l" r="r" t="t"/>
                  <a:pathLst>
                    <a:path extrusionOk="0" h="17104" w="13107">
                      <a:moveTo>
                        <a:pt x="10154" y="13215"/>
                      </a:moveTo>
                      <a:cubicBezTo>
                        <a:pt x="10730" y="12279"/>
                        <a:pt x="11522" y="11522"/>
                        <a:pt x="12531" y="11054"/>
                      </a:cubicBezTo>
                      <a:cubicBezTo>
                        <a:pt x="13107" y="10766"/>
                        <a:pt x="11739" y="8606"/>
                        <a:pt x="10154" y="10406"/>
                      </a:cubicBezTo>
                      <a:cubicBezTo>
                        <a:pt x="10154" y="10406"/>
                        <a:pt x="9146" y="10910"/>
                        <a:pt x="8894" y="10478"/>
                      </a:cubicBezTo>
                      <a:cubicBezTo>
                        <a:pt x="8606" y="10082"/>
                        <a:pt x="10586" y="3421"/>
                        <a:pt x="10802" y="2701"/>
                      </a:cubicBezTo>
                      <a:cubicBezTo>
                        <a:pt x="10982" y="2161"/>
                        <a:pt x="10586" y="1621"/>
                        <a:pt x="10046" y="1657"/>
                      </a:cubicBezTo>
                      <a:cubicBezTo>
                        <a:pt x="9758" y="1765"/>
                        <a:pt x="9470" y="2809"/>
                        <a:pt x="9002" y="4105"/>
                      </a:cubicBezTo>
                      <a:cubicBezTo>
                        <a:pt x="8534" y="5437"/>
                        <a:pt x="7994" y="6878"/>
                        <a:pt x="7850" y="6986"/>
                      </a:cubicBezTo>
                      <a:cubicBezTo>
                        <a:pt x="7706" y="7058"/>
                        <a:pt x="7418" y="6914"/>
                        <a:pt x="7418" y="6085"/>
                      </a:cubicBezTo>
                      <a:cubicBezTo>
                        <a:pt x="7418" y="5221"/>
                        <a:pt x="7598" y="684"/>
                        <a:pt x="7382" y="324"/>
                      </a:cubicBezTo>
                      <a:cubicBezTo>
                        <a:pt x="7130" y="0"/>
                        <a:pt x="6410" y="72"/>
                        <a:pt x="6229" y="756"/>
                      </a:cubicBezTo>
                      <a:cubicBezTo>
                        <a:pt x="6013" y="1404"/>
                        <a:pt x="5977" y="6013"/>
                        <a:pt x="5833" y="6589"/>
                      </a:cubicBezTo>
                      <a:cubicBezTo>
                        <a:pt x="5653" y="7166"/>
                        <a:pt x="5149" y="6914"/>
                        <a:pt x="5041" y="6481"/>
                      </a:cubicBezTo>
                      <a:cubicBezTo>
                        <a:pt x="4969" y="6085"/>
                        <a:pt x="4321" y="1080"/>
                        <a:pt x="4141" y="756"/>
                      </a:cubicBezTo>
                      <a:cubicBezTo>
                        <a:pt x="3925" y="396"/>
                        <a:pt x="3205" y="504"/>
                        <a:pt x="3133" y="1260"/>
                      </a:cubicBezTo>
                      <a:cubicBezTo>
                        <a:pt x="3097" y="2017"/>
                        <a:pt x="3493" y="6842"/>
                        <a:pt x="3349" y="7166"/>
                      </a:cubicBezTo>
                      <a:cubicBezTo>
                        <a:pt x="3205" y="7490"/>
                        <a:pt x="2737" y="7526"/>
                        <a:pt x="2305" y="6697"/>
                      </a:cubicBezTo>
                      <a:cubicBezTo>
                        <a:pt x="1873" y="5905"/>
                        <a:pt x="1117" y="4069"/>
                        <a:pt x="900" y="3961"/>
                      </a:cubicBezTo>
                      <a:cubicBezTo>
                        <a:pt x="648" y="3817"/>
                        <a:pt x="0" y="4465"/>
                        <a:pt x="324" y="5401"/>
                      </a:cubicBezTo>
                      <a:cubicBezTo>
                        <a:pt x="648" y="6337"/>
                        <a:pt x="1333" y="8678"/>
                        <a:pt x="1405" y="9002"/>
                      </a:cubicBezTo>
                      <a:cubicBezTo>
                        <a:pt x="1729" y="10910"/>
                        <a:pt x="1549" y="12747"/>
                        <a:pt x="2017" y="14187"/>
                      </a:cubicBezTo>
                      <a:cubicBezTo>
                        <a:pt x="2161" y="14691"/>
                        <a:pt x="2449" y="15195"/>
                        <a:pt x="2845" y="15591"/>
                      </a:cubicBezTo>
                      <a:cubicBezTo>
                        <a:pt x="3745" y="16563"/>
                        <a:pt x="5041" y="17103"/>
                        <a:pt x="6410" y="17067"/>
                      </a:cubicBezTo>
                      <a:cubicBezTo>
                        <a:pt x="8642" y="16923"/>
                        <a:pt x="9002" y="15051"/>
                        <a:pt x="10154" y="13215"/>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13"/>
                <p:cNvSpPr/>
                <p:nvPr/>
              </p:nvSpPr>
              <p:spPr>
                <a:xfrm>
                  <a:off x="6313638" y="1387361"/>
                  <a:ext cx="31661" cy="59639"/>
                </a:xfrm>
                <a:custGeom>
                  <a:rect b="b" l="l" r="r" t="t"/>
                  <a:pathLst>
                    <a:path extrusionOk="0" h="3530" w="1874">
                      <a:moveTo>
                        <a:pt x="1873" y="1585"/>
                      </a:moveTo>
                      <a:cubicBezTo>
                        <a:pt x="1873" y="1585"/>
                        <a:pt x="865" y="2089"/>
                        <a:pt x="613" y="1657"/>
                      </a:cubicBezTo>
                      <a:cubicBezTo>
                        <a:pt x="505" y="1549"/>
                        <a:pt x="613" y="865"/>
                        <a:pt x="829" y="1"/>
                      </a:cubicBezTo>
                      <a:lnTo>
                        <a:pt x="1" y="3530"/>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13"/>
                <p:cNvSpPr/>
                <p:nvPr/>
              </p:nvSpPr>
              <p:spPr>
                <a:xfrm>
                  <a:off x="6729121" y="1732885"/>
                  <a:ext cx="23129" cy="21305"/>
                </a:xfrm>
                <a:custGeom>
                  <a:rect b="b" l="l" r="r" t="t"/>
                  <a:pathLst>
                    <a:path extrusionOk="0" h="1261" w="1369">
                      <a:moveTo>
                        <a:pt x="613" y="1"/>
                      </a:moveTo>
                      <a:cubicBezTo>
                        <a:pt x="973" y="1"/>
                        <a:pt x="1261" y="289"/>
                        <a:pt x="1333" y="649"/>
                      </a:cubicBezTo>
                      <a:cubicBezTo>
                        <a:pt x="1369" y="973"/>
                        <a:pt x="1117" y="1261"/>
                        <a:pt x="757" y="1261"/>
                      </a:cubicBezTo>
                      <a:cubicBezTo>
                        <a:pt x="397" y="1261"/>
                        <a:pt x="109" y="973"/>
                        <a:pt x="37" y="649"/>
                      </a:cubicBezTo>
                      <a:cubicBezTo>
                        <a:pt x="1" y="289"/>
                        <a:pt x="253" y="1"/>
                        <a:pt x="6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13"/>
                <p:cNvSpPr/>
                <p:nvPr/>
              </p:nvSpPr>
              <p:spPr>
                <a:xfrm>
                  <a:off x="6772320" y="1845418"/>
                  <a:ext cx="23129" cy="21930"/>
                </a:xfrm>
                <a:custGeom>
                  <a:rect b="b" l="l" r="r" t="t"/>
                  <a:pathLst>
                    <a:path extrusionOk="0" h="1298" w="1369">
                      <a:moveTo>
                        <a:pt x="612" y="1"/>
                      </a:moveTo>
                      <a:cubicBezTo>
                        <a:pt x="972" y="37"/>
                        <a:pt x="1260" y="289"/>
                        <a:pt x="1296" y="649"/>
                      </a:cubicBezTo>
                      <a:cubicBezTo>
                        <a:pt x="1368" y="973"/>
                        <a:pt x="1080" y="1297"/>
                        <a:pt x="756" y="1297"/>
                      </a:cubicBezTo>
                      <a:cubicBezTo>
                        <a:pt x="396" y="1261"/>
                        <a:pt x="72" y="1009"/>
                        <a:pt x="36" y="649"/>
                      </a:cubicBezTo>
                      <a:cubicBezTo>
                        <a:pt x="0" y="325"/>
                        <a:pt x="252"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13"/>
                <p:cNvSpPr/>
                <p:nvPr/>
              </p:nvSpPr>
              <p:spPr>
                <a:xfrm>
                  <a:off x="6783875" y="2041916"/>
                  <a:ext cx="23129" cy="21913"/>
                </a:xfrm>
                <a:custGeom>
                  <a:rect b="b" l="l" r="r" t="t"/>
                  <a:pathLst>
                    <a:path extrusionOk="0" h="1297" w="1369">
                      <a:moveTo>
                        <a:pt x="612" y="1296"/>
                      </a:moveTo>
                      <a:cubicBezTo>
                        <a:pt x="972" y="1296"/>
                        <a:pt x="1260" y="1008"/>
                        <a:pt x="1296" y="648"/>
                      </a:cubicBezTo>
                      <a:cubicBezTo>
                        <a:pt x="1368" y="324"/>
                        <a:pt x="1080" y="0"/>
                        <a:pt x="756" y="36"/>
                      </a:cubicBezTo>
                      <a:cubicBezTo>
                        <a:pt x="396" y="36"/>
                        <a:pt x="72" y="288"/>
                        <a:pt x="36" y="648"/>
                      </a:cubicBezTo>
                      <a:cubicBezTo>
                        <a:pt x="0" y="1008"/>
                        <a:pt x="252" y="1296"/>
                        <a:pt x="612"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13"/>
                <p:cNvSpPr/>
                <p:nvPr/>
              </p:nvSpPr>
              <p:spPr>
                <a:xfrm>
                  <a:off x="6769262" y="2231708"/>
                  <a:ext cx="23146" cy="21913"/>
                </a:xfrm>
                <a:custGeom>
                  <a:rect b="b" l="l" r="r" t="t"/>
                  <a:pathLst>
                    <a:path extrusionOk="0" h="1297" w="1370">
                      <a:moveTo>
                        <a:pt x="613" y="1296"/>
                      </a:moveTo>
                      <a:cubicBezTo>
                        <a:pt x="973" y="1296"/>
                        <a:pt x="1297" y="1008"/>
                        <a:pt x="1333" y="648"/>
                      </a:cubicBezTo>
                      <a:cubicBezTo>
                        <a:pt x="1369" y="324"/>
                        <a:pt x="1117" y="0"/>
                        <a:pt x="757" y="36"/>
                      </a:cubicBezTo>
                      <a:cubicBezTo>
                        <a:pt x="397" y="36"/>
                        <a:pt x="109" y="288"/>
                        <a:pt x="73" y="648"/>
                      </a:cubicBezTo>
                      <a:cubicBezTo>
                        <a:pt x="1" y="1008"/>
                        <a:pt x="289" y="1296"/>
                        <a:pt x="613" y="12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13"/>
                <p:cNvSpPr/>
                <p:nvPr/>
              </p:nvSpPr>
              <p:spPr>
                <a:xfrm>
                  <a:off x="6621426" y="1372816"/>
                  <a:ext cx="18018" cy="3291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13"/>
                <p:cNvSpPr/>
                <p:nvPr/>
              </p:nvSpPr>
              <p:spPr>
                <a:xfrm>
                  <a:off x="6719667" y="1372773"/>
                  <a:ext cx="18035" cy="32945"/>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13"/>
                <p:cNvSpPr/>
                <p:nvPr/>
              </p:nvSpPr>
              <p:spPr>
                <a:xfrm>
                  <a:off x="6720946"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13"/>
                <p:cNvSpPr/>
                <p:nvPr/>
              </p:nvSpPr>
              <p:spPr>
                <a:xfrm>
                  <a:off x="6591847" y="1424597"/>
                  <a:ext cx="46886" cy="20274"/>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13"/>
                <p:cNvSpPr/>
                <p:nvPr/>
              </p:nvSpPr>
              <p:spPr>
                <a:xfrm>
                  <a:off x="6648989" y="1455382"/>
                  <a:ext cx="61155" cy="23410"/>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13"/>
                <p:cNvSpPr/>
                <p:nvPr/>
              </p:nvSpPr>
              <p:spPr>
                <a:xfrm>
                  <a:off x="6667352" y="1385533"/>
                  <a:ext cx="28005" cy="41390"/>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13"/>
                <p:cNvSpPr/>
                <p:nvPr/>
              </p:nvSpPr>
              <p:spPr>
                <a:xfrm>
                  <a:off x="6553919" y="1336106"/>
                  <a:ext cx="251300" cy="95666"/>
                </a:xfrm>
                <a:custGeom>
                  <a:rect b="b" l="l" r="r" t="t"/>
                  <a:pathLst>
                    <a:path extrusionOk="0" h="6662" w="17500">
                      <a:moveTo>
                        <a:pt x="16635" y="1260"/>
                      </a:moveTo>
                      <a:cubicBezTo>
                        <a:pt x="16527" y="1224"/>
                        <a:pt x="16419" y="1188"/>
                        <a:pt x="16311" y="1116"/>
                      </a:cubicBezTo>
                      <a:cubicBezTo>
                        <a:pt x="15267" y="360"/>
                        <a:pt x="12819" y="0"/>
                        <a:pt x="9002" y="36"/>
                      </a:cubicBezTo>
                      <a:lnTo>
                        <a:pt x="8606" y="36"/>
                      </a:lnTo>
                      <a:cubicBezTo>
                        <a:pt x="4789" y="36"/>
                        <a:pt x="2305" y="360"/>
                        <a:pt x="1297" y="1116"/>
                      </a:cubicBezTo>
                      <a:cubicBezTo>
                        <a:pt x="1153" y="1188"/>
                        <a:pt x="1045" y="1224"/>
                        <a:pt x="901" y="1260"/>
                      </a:cubicBezTo>
                      <a:cubicBezTo>
                        <a:pt x="540" y="1296"/>
                        <a:pt x="0" y="1440"/>
                        <a:pt x="0" y="1440"/>
                      </a:cubicBezTo>
                      <a:lnTo>
                        <a:pt x="0" y="2269"/>
                      </a:lnTo>
                      <a:cubicBezTo>
                        <a:pt x="0" y="2269"/>
                        <a:pt x="468" y="2233"/>
                        <a:pt x="612" y="2521"/>
                      </a:cubicBezTo>
                      <a:cubicBezTo>
                        <a:pt x="756" y="2773"/>
                        <a:pt x="828" y="3961"/>
                        <a:pt x="1153" y="4645"/>
                      </a:cubicBezTo>
                      <a:cubicBezTo>
                        <a:pt x="1621" y="5653"/>
                        <a:pt x="2557" y="6337"/>
                        <a:pt x="3673" y="6481"/>
                      </a:cubicBezTo>
                      <a:cubicBezTo>
                        <a:pt x="4861" y="6661"/>
                        <a:pt x="6085" y="6337"/>
                        <a:pt x="6986" y="5581"/>
                      </a:cubicBezTo>
                      <a:cubicBezTo>
                        <a:pt x="7994" y="4681"/>
                        <a:pt x="8030" y="3421"/>
                        <a:pt x="7922" y="2341"/>
                      </a:cubicBezTo>
                      <a:cubicBezTo>
                        <a:pt x="8462" y="2125"/>
                        <a:pt x="9074" y="2125"/>
                        <a:pt x="9650" y="2341"/>
                      </a:cubicBezTo>
                      <a:cubicBezTo>
                        <a:pt x="9506" y="3421"/>
                        <a:pt x="9578" y="4681"/>
                        <a:pt x="10586" y="5581"/>
                      </a:cubicBezTo>
                      <a:cubicBezTo>
                        <a:pt x="11487" y="6337"/>
                        <a:pt x="12711" y="6661"/>
                        <a:pt x="13899" y="6481"/>
                      </a:cubicBezTo>
                      <a:cubicBezTo>
                        <a:pt x="14979" y="6337"/>
                        <a:pt x="15951" y="5653"/>
                        <a:pt x="16383" y="4645"/>
                      </a:cubicBezTo>
                      <a:cubicBezTo>
                        <a:pt x="16707" y="3961"/>
                        <a:pt x="16816" y="2773"/>
                        <a:pt x="16924" y="2521"/>
                      </a:cubicBezTo>
                      <a:cubicBezTo>
                        <a:pt x="17068" y="2233"/>
                        <a:pt x="17500" y="2269"/>
                        <a:pt x="17500" y="2269"/>
                      </a:cubicBezTo>
                      <a:lnTo>
                        <a:pt x="17500" y="1440"/>
                      </a:lnTo>
                      <a:cubicBezTo>
                        <a:pt x="17500" y="1440"/>
                        <a:pt x="16996" y="1296"/>
                        <a:pt x="16635" y="1260"/>
                      </a:cubicBezTo>
                      <a:close/>
                      <a:moveTo>
                        <a:pt x="7130" y="4861"/>
                      </a:moveTo>
                      <a:lnTo>
                        <a:pt x="7130" y="4861"/>
                      </a:lnTo>
                      <a:cubicBezTo>
                        <a:pt x="6446" y="5725"/>
                        <a:pt x="5365" y="6229"/>
                        <a:pt x="4249" y="6157"/>
                      </a:cubicBezTo>
                      <a:cubicBezTo>
                        <a:pt x="2773" y="6121"/>
                        <a:pt x="2089" y="5509"/>
                        <a:pt x="1657" y="4717"/>
                      </a:cubicBezTo>
                      <a:cubicBezTo>
                        <a:pt x="1189" y="3925"/>
                        <a:pt x="1009" y="2629"/>
                        <a:pt x="1333" y="1945"/>
                      </a:cubicBezTo>
                      <a:cubicBezTo>
                        <a:pt x="1657" y="1296"/>
                        <a:pt x="2737" y="792"/>
                        <a:pt x="4321" y="792"/>
                      </a:cubicBezTo>
                      <a:cubicBezTo>
                        <a:pt x="5905" y="828"/>
                        <a:pt x="6806" y="1512"/>
                        <a:pt x="7130" y="1981"/>
                      </a:cubicBezTo>
                      <a:cubicBezTo>
                        <a:pt x="7706" y="2881"/>
                        <a:pt x="7670" y="3997"/>
                        <a:pt x="7094" y="4861"/>
                      </a:cubicBezTo>
                      <a:close/>
                      <a:moveTo>
                        <a:pt x="8786" y="1764"/>
                      </a:moveTo>
                      <a:lnTo>
                        <a:pt x="8786" y="1764"/>
                      </a:lnTo>
                      <a:cubicBezTo>
                        <a:pt x="8462" y="1728"/>
                        <a:pt x="8102" y="1764"/>
                        <a:pt x="7778" y="1873"/>
                      </a:cubicBezTo>
                      <a:cubicBezTo>
                        <a:pt x="7778" y="1873"/>
                        <a:pt x="7382" y="1008"/>
                        <a:pt x="5905" y="648"/>
                      </a:cubicBezTo>
                      <a:cubicBezTo>
                        <a:pt x="5257" y="504"/>
                        <a:pt x="4609" y="432"/>
                        <a:pt x="3961" y="432"/>
                      </a:cubicBezTo>
                      <a:cubicBezTo>
                        <a:pt x="5509" y="252"/>
                        <a:pt x="7058" y="180"/>
                        <a:pt x="8606" y="216"/>
                      </a:cubicBezTo>
                      <a:lnTo>
                        <a:pt x="9002" y="216"/>
                      </a:lnTo>
                      <a:cubicBezTo>
                        <a:pt x="10550" y="180"/>
                        <a:pt x="12099" y="252"/>
                        <a:pt x="13611" y="432"/>
                      </a:cubicBezTo>
                      <a:cubicBezTo>
                        <a:pt x="12963" y="432"/>
                        <a:pt x="12315" y="504"/>
                        <a:pt x="11667" y="648"/>
                      </a:cubicBezTo>
                      <a:cubicBezTo>
                        <a:pt x="10190" y="1008"/>
                        <a:pt x="9830" y="1873"/>
                        <a:pt x="9830" y="1873"/>
                      </a:cubicBezTo>
                      <a:cubicBezTo>
                        <a:pt x="9470" y="1764"/>
                        <a:pt x="9146" y="1728"/>
                        <a:pt x="8786" y="1764"/>
                      </a:cubicBezTo>
                      <a:close/>
                      <a:moveTo>
                        <a:pt x="15951" y="4717"/>
                      </a:moveTo>
                      <a:lnTo>
                        <a:pt x="15951" y="4717"/>
                      </a:lnTo>
                      <a:cubicBezTo>
                        <a:pt x="15483" y="5509"/>
                        <a:pt x="14799" y="6121"/>
                        <a:pt x="13359" y="6121"/>
                      </a:cubicBezTo>
                      <a:cubicBezTo>
                        <a:pt x="12243" y="6229"/>
                        <a:pt x="11162" y="5725"/>
                        <a:pt x="10478" y="4861"/>
                      </a:cubicBezTo>
                      <a:cubicBezTo>
                        <a:pt x="9902" y="3961"/>
                        <a:pt x="9902" y="2845"/>
                        <a:pt x="10442" y="1981"/>
                      </a:cubicBezTo>
                      <a:cubicBezTo>
                        <a:pt x="10766" y="1512"/>
                        <a:pt x="11667" y="828"/>
                        <a:pt x="13251" y="792"/>
                      </a:cubicBezTo>
                      <a:cubicBezTo>
                        <a:pt x="14835" y="792"/>
                        <a:pt x="15951" y="1296"/>
                        <a:pt x="16275" y="1945"/>
                      </a:cubicBezTo>
                      <a:cubicBezTo>
                        <a:pt x="16563" y="2593"/>
                        <a:pt x="16419" y="3889"/>
                        <a:pt x="15951" y="47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13"/>
                <p:cNvSpPr/>
                <p:nvPr/>
              </p:nvSpPr>
              <p:spPr>
                <a:xfrm>
                  <a:off x="6836057" y="3136476"/>
                  <a:ext cx="84841" cy="32538"/>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13"/>
                <p:cNvSpPr/>
                <p:nvPr/>
              </p:nvSpPr>
              <p:spPr>
                <a:xfrm rot="439363">
                  <a:off x="6572352" y="3136478"/>
                  <a:ext cx="84843" cy="32539"/>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13"/>
                <p:cNvSpPr/>
                <p:nvPr/>
              </p:nvSpPr>
              <p:spPr>
                <a:xfrm rot="-626035">
                  <a:off x="6689062" y="1954672"/>
                  <a:ext cx="172932" cy="32541"/>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5" name="Google Shape;9475;p113"/>
                <p:cNvGrpSpPr/>
                <p:nvPr/>
              </p:nvGrpSpPr>
              <p:grpSpPr>
                <a:xfrm flipH="1" rot="6429777">
                  <a:off x="7046530" y="1926569"/>
                  <a:ext cx="45923" cy="19885"/>
                  <a:chOff x="284000" y="2200125"/>
                  <a:chExt cx="36675" cy="15875"/>
                </a:xfrm>
              </p:grpSpPr>
              <p:sp>
                <p:nvSpPr>
                  <p:cNvPr id="9476" name="Google Shape;9476;p113"/>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13"/>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113"/>
                <p:cNvGrpSpPr/>
                <p:nvPr/>
              </p:nvGrpSpPr>
              <p:grpSpPr>
                <a:xfrm rot="-4370230">
                  <a:off x="6266131" y="1804291"/>
                  <a:ext cx="51665" cy="22375"/>
                  <a:chOff x="284000" y="2200125"/>
                  <a:chExt cx="36675" cy="15875"/>
                </a:xfrm>
              </p:grpSpPr>
              <p:sp>
                <p:nvSpPr>
                  <p:cNvPr id="9479" name="Google Shape;9479;p113"/>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13"/>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113"/>
                <p:cNvGrpSpPr/>
                <p:nvPr/>
              </p:nvGrpSpPr>
              <p:grpSpPr>
                <a:xfrm>
                  <a:off x="7287449" y="1453608"/>
                  <a:ext cx="107298" cy="367476"/>
                  <a:chOff x="7717000" y="1203400"/>
                  <a:chExt cx="148550" cy="497800"/>
                </a:xfrm>
              </p:grpSpPr>
              <p:sp>
                <p:nvSpPr>
                  <p:cNvPr id="9482" name="Google Shape;9482;p113"/>
                  <p:cNvSpPr/>
                  <p:nvPr/>
                </p:nvSpPr>
                <p:spPr>
                  <a:xfrm>
                    <a:off x="7722400" y="1425725"/>
                    <a:ext cx="141350" cy="275475"/>
                  </a:xfrm>
                  <a:custGeom>
                    <a:rect b="b" l="l" r="r" t="t"/>
                    <a:pathLst>
                      <a:path extrusionOk="0" h="11019" w="5654">
                        <a:moveTo>
                          <a:pt x="685" y="11019"/>
                        </a:moveTo>
                        <a:cubicBezTo>
                          <a:pt x="1369" y="10443"/>
                          <a:pt x="5654" y="6950"/>
                          <a:pt x="4862" y="5546"/>
                        </a:cubicBezTo>
                        <a:cubicBezTo>
                          <a:pt x="4754" y="5294"/>
                          <a:pt x="4574" y="4934"/>
                          <a:pt x="4250" y="4321"/>
                        </a:cubicBezTo>
                        <a:cubicBezTo>
                          <a:pt x="3277" y="4069"/>
                          <a:pt x="2269" y="4105"/>
                          <a:pt x="1333" y="4502"/>
                        </a:cubicBezTo>
                        <a:cubicBezTo>
                          <a:pt x="1297" y="4105"/>
                          <a:pt x="1225" y="3745"/>
                          <a:pt x="1117" y="3385"/>
                        </a:cubicBezTo>
                        <a:lnTo>
                          <a:pt x="937" y="3025"/>
                        </a:lnTo>
                        <a:cubicBezTo>
                          <a:pt x="1081" y="2053"/>
                          <a:pt x="1117" y="1045"/>
                          <a:pt x="1009" y="73"/>
                        </a:cubicBezTo>
                        <a:cubicBezTo>
                          <a:pt x="829" y="1"/>
                          <a:pt x="613" y="73"/>
                          <a:pt x="505" y="253"/>
                        </a:cubicBezTo>
                        <a:cubicBezTo>
                          <a:pt x="361" y="1693"/>
                          <a:pt x="1" y="8714"/>
                          <a:pt x="1" y="8714"/>
                        </a:cubicBezTo>
                        <a:cubicBezTo>
                          <a:pt x="145" y="9470"/>
                          <a:pt x="361" y="10263"/>
                          <a:pt x="685" y="11019"/>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13"/>
                  <p:cNvSpPr/>
                  <p:nvPr/>
                </p:nvSpPr>
                <p:spPr>
                  <a:xfrm>
                    <a:off x="7735900" y="1203400"/>
                    <a:ext cx="41450" cy="82825"/>
                  </a:xfrm>
                  <a:custGeom>
                    <a:rect b="b" l="l" r="r" t="t"/>
                    <a:pathLst>
                      <a:path extrusionOk="0" h="3313" w="1658">
                        <a:moveTo>
                          <a:pt x="469" y="0"/>
                        </a:moveTo>
                        <a:cubicBezTo>
                          <a:pt x="217" y="0"/>
                          <a:pt x="1" y="216"/>
                          <a:pt x="1" y="432"/>
                        </a:cubicBezTo>
                        <a:lnTo>
                          <a:pt x="37" y="2881"/>
                        </a:lnTo>
                        <a:cubicBezTo>
                          <a:pt x="37" y="3097"/>
                          <a:pt x="217" y="3313"/>
                          <a:pt x="469" y="3313"/>
                        </a:cubicBezTo>
                        <a:lnTo>
                          <a:pt x="1189" y="3313"/>
                        </a:lnTo>
                        <a:cubicBezTo>
                          <a:pt x="1441" y="3313"/>
                          <a:pt x="1657" y="3097"/>
                          <a:pt x="1657" y="2845"/>
                        </a:cubicBezTo>
                        <a:lnTo>
                          <a:pt x="1621" y="432"/>
                        </a:lnTo>
                        <a:cubicBezTo>
                          <a:pt x="1621" y="180"/>
                          <a:pt x="1441" y="0"/>
                          <a:pt x="1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13"/>
                  <p:cNvSpPr/>
                  <p:nvPr/>
                </p:nvSpPr>
                <p:spPr>
                  <a:xfrm>
                    <a:off x="7736800" y="1287100"/>
                    <a:ext cx="41450" cy="408700"/>
                  </a:xfrm>
                  <a:custGeom>
                    <a:rect b="b" l="l" r="r" t="t"/>
                    <a:pathLst>
                      <a:path extrusionOk="0" h="16348" w="1658">
                        <a:moveTo>
                          <a:pt x="1225" y="16348"/>
                        </a:moveTo>
                        <a:lnTo>
                          <a:pt x="505" y="16348"/>
                        </a:lnTo>
                        <a:cubicBezTo>
                          <a:pt x="253" y="16348"/>
                          <a:pt x="73" y="16132"/>
                          <a:pt x="73" y="15880"/>
                        </a:cubicBezTo>
                        <a:lnTo>
                          <a:pt x="1" y="433"/>
                        </a:lnTo>
                        <a:cubicBezTo>
                          <a:pt x="1" y="181"/>
                          <a:pt x="181" y="1"/>
                          <a:pt x="433" y="1"/>
                        </a:cubicBezTo>
                        <a:lnTo>
                          <a:pt x="1153" y="1"/>
                        </a:lnTo>
                        <a:cubicBezTo>
                          <a:pt x="1405" y="1"/>
                          <a:pt x="1621" y="181"/>
                          <a:pt x="1621" y="433"/>
                        </a:cubicBezTo>
                        <a:lnTo>
                          <a:pt x="1657" y="15880"/>
                        </a:lnTo>
                        <a:cubicBezTo>
                          <a:pt x="1657" y="16132"/>
                          <a:pt x="1477" y="16312"/>
                          <a:pt x="1225" y="163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13"/>
                  <p:cNvSpPr/>
                  <p:nvPr/>
                </p:nvSpPr>
                <p:spPr>
                  <a:xfrm>
                    <a:off x="7717000" y="1379825"/>
                    <a:ext cx="148550" cy="255675"/>
                  </a:xfrm>
                  <a:custGeom>
                    <a:rect b="b" l="l" r="r" t="t"/>
                    <a:pathLst>
                      <a:path extrusionOk="0" h="10227" w="5942">
                        <a:moveTo>
                          <a:pt x="2593" y="1261"/>
                        </a:moveTo>
                        <a:cubicBezTo>
                          <a:pt x="1333" y="2305"/>
                          <a:pt x="1" y="4069"/>
                          <a:pt x="361" y="4861"/>
                        </a:cubicBezTo>
                        <a:cubicBezTo>
                          <a:pt x="685" y="5689"/>
                          <a:pt x="1405" y="5005"/>
                          <a:pt x="1405" y="5005"/>
                        </a:cubicBezTo>
                        <a:cubicBezTo>
                          <a:pt x="1405" y="5005"/>
                          <a:pt x="397" y="6049"/>
                          <a:pt x="829" y="6626"/>
                        </a:cubicBezTo>
                        <a:cubicBezTo>
                          <a:pt x="1261" y="7202"/>
                          <a:pt x="2017" y="6554"/>
                          <a:pt x="2017" y="6554"/>
                        </a:cubicBezTo>
                        <a:cubicBezTo>
                          <a:pt x="2017" y="6554"/>
                          <a:pt x="469" y="7850"/>
                          <a:pt x="1153" y="8462"/>
                        </a:cubicBezTo>
                        <a:cubicBezTo>
                          <a:pt x="1513" y="8822"/>
                          <a:pt x="2053" y="8822"/>
                          <a:pt x="2377" y="8462"/>
                        </a:cubicBezTo>
                        <a:cubicBezTo>
                          <a:pt x="2377" y="8462"/>
                          <a:pt x="1189" y="9830"/>
                          <a:pt x="1801" y="10010"/>
                        </a:cubicBezTo>
                        <a:cubicBezTo>
                          <a:pt x="2413" y="10226"/>
                          <a:pt x="4934" y="8930"/>
                          <a:pt x="5438" y="7634"/>
                        </a:cubicBezTo>
                        <a:cubicBezTo>
                          <a:pt x="5942" y="6338"/>
                          <a:pt x="5042" y="6374"/>
                          <a:pt x="5042" y="6374"/>
                        </a:cubicBezTo>
                        <a:cubicBezTo>
                          <a:pt x="5042" y="6374"/>
                          <a:pt x="5726" y="5365"/>
                          <a:pt x="5114" y="4789"/>
                        </a:cubicBezTo>
                        <a:cubicBezTo>
                          <a:pt x="4538" y="4249"/>
                          <a:pt x="4213" y="4681"/>
                          <a:pt x="4213" y="4681"/>
                        </a:cubicBezTo>
                        <a:cubicBezTo>
                          <a:pt x="4213" y="4681"/>
                          <a:pt x="5294" y="3421"/>
                          <a:pt x="4826" y="3061"/>
                        </a:cubicBezTo>
                        <a:cubicBezTo>
                          <a:pt x="4466" y="2845"/>
                          <a:pt x="3997" y="2773"/>
                          <a:pt x="3565" y="2845"/>
                        </a:cubicBezTo>
                        <a:cubicBezTo>
                          <a:pt x="3565" y="2845"/>
                          <a:pt x="4610" y="0"/>
                          <a:pt x="2593" y="126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86" name="Google Shape;9486;p113"/>
              <p:cNvSpPr/>
              <p:nvPr/>
            </p:nvSpPr>
            <p:spPr>
              <a:xfrm rot="514881">
                <a:off x="5990569" y="2517899"/>
                <a:ext cx="161340" cy="62598"/>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13"/>
              <p:cNvSpPr/>
              <p:nvPr/>
            </p:nvSpPr>
            <p:spPr>
              <a:xfrm rot="2699792">
                <a:off x="6422756" y="2523097"/>
                <a:ext cx="87009" cy="52180"/>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113"/>
            <p:cNvSpPr/>
            <p:nvPr/>
          </p:nvSpPr>
          <p:spPr>
            <a:xfrm rot="10562100">
              <a:off x="6658205" y="3107372"/>
              <a:ext cx="498124" cy="43896"/>
            </a:xfrm>
            <a:custGeom>
              <a:rect b="b" l="l" r="r" t="t"/>
              <a:pathLst>
                <a:path extrusionOk="0" h="2765" w="20656">
                  <a:moveTo>
                    <a:pt x="119" y="0"/>
                  </a:moveTo>
                  <a:cubicBezTo>
                    <a:pt x="79" y="132"/>
                    <a:pt x="40" y="251"/>
                    <a:pt x="0" y="357"/>
                  </a:cubicBezTo>
                  <a:cubicBezTo>
                    <a:pt x="1783" y="1162"/>
                    <a:pt x="3658" y="1743"/>
                    <a:pt x="5586" y="2100"/>
                  </a:cubicBezTo>
                  <a:cubicBezTo>
                    <a:pt x="7620" y="2496"/>
                    <a:pt x="9694" y="2708"/>
                    <a:pt x="11767" y="2747"/>
                  </a:cubicBezTo>
                  <a:cubicBezTo>
                    <a:pt x="12194" y="2758"/>
                    <a:pt x="12625" y="2765"/>
                    <a:pt x="13061" y="2765"/>
                  </a:cubicBezTo>
                  <a:cubicBezTo>
                    <a:pt x="13677" y="2765"/>
                    <a:pt x="14302" y="2752"/>
                    <a:pt x="14937" y="2721"/>
                  </a:cubicBezTo>
                  <a:cubicBezTo>
                    <a:pt x="16852" y="2642"/>
                    <a:pt x="18767" y="2470"/>
                    <a:pt x="20655" y="2193"/>
                  </a:cubicBezTo>
                  <a:cubicBezTo>
                    <a:pt x="20655" y="2074"/>
                    <a:pt x="20642" y="1955"/>
                    <a:pt x="20629" y="1823"/>
                  </a:cubicBezTo>
                  <a:cubicBezTo>
                    <a:pt x="18740" y="2100"/>
                    <a:pt x="16825" y="2272"/>
                    <a:pt x="14923" y="2351"/>
                  </a:cubicBezTo>
                  <a:cubicBezTo>
                    <a:pt x="14307" y="2376"/>
                    <a:pt x="13662" y="2390"/>
                    <a:pt x="12995" y="2390"/>
                  </a:cubicBezTo>
                  <a:cubicBezTo>
                    <a:pt x="9006" y="2390"/>
                    <a:pt x="4237" y="1878"/>
                    <a:pt x="119"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2" name="Shape 9492"/>
        <p:cNvGrpSpPr/>
        <p:nvPr/>
      </p:nvGrpSpPr>
      <p:grpSpPr>
        <a:xfrm>
          <a:off x="0" y="0"/>
          <a:ext cx="0" cy="0"/>
          <a:chOff x="0" y="0"/>
          <a:chExt cx="0" cy="0"/>
        </a:xfrm>
      </p:grpSpPr>
      <p:grpSp>
        <p:nvGrpSpPr>
          <p:cNvPr id="9493" name="Google Shape;9493;p114"/>
          <p:cNvGrpSpPr/>
          <p:nvPr/>
        </p:nvGrpSpPr>
        <p:grpSpPr>
          <a:xfrm>
            <a:off x="3845861" y="893606"/>
            <a:ext cx="4398052" cy="2820340"/>
            <a:chOff x="2491250" y="2454825"/>
            <a:chExt cx="509600" cy="673675"/>
          </a:xfrm>
        </p:grpSpPr>
        <p:sp>
          <p:nvSpPr>
            <p:cNvPr id="9494" name="Google Shape;9494;p114"/>
            <p:cNvSpPr/>
            <p:nvPr/>
          </p:nvSpPr>
          <p:spPr>
            <a:xfrm>
              <a:off x="2491250" y="2477750"/>
              <a:ext cx="486700" cy="650750"/>
            </a:xfrm>
            <a:custGeom>
              <a:rect b="b" l="l" r="r" t="t"/>
              <a:pathLst>
                <a:path extrusionOk="0" h="26030" w="19468">
                  <a:moveTo>
                    <a:pt x="1" y="0"/>
                  </a:moveTo>
                  <a:lnTo>
                    <a:pt x="1" y="26029"/>
                  </a:lnTo>
                  <a:lnTo>
                    <a:pt x="19467" y="26029"/>
                  </a:lnTo>
                  <a:lnTo>
                    <a:pt x="19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14"/>
            <p:cNvSpPr/>
            <p:nvPr/>
          </p:nvSpPr>
          <p:spPr>
            <a:xfrm>
              <a:off x="2514175" y="2454825"/>
              <a:ext cx="486675" cy="650750"/>
            </a:xfrm>
            <a:custGeom>
              <a:rect b="b" l="l" r="r" t="t"/>
              <a:pathLst>
                <a:path extrusionOk="0" h="26030" w="19467">
                  <a:moveTo>
                    <a:pt x="0" y="1"/>
                  </a:moveTo>
                  <a:lnTo>
                    <a:pt x="0" y="26030"/>
                  </a:lnTo>
                  <a:lnTo>
                    <a:pt x="19467" y="26030"/>
                  </a:lnTo>
                  <a:lnTo>
                    <a:pt x="194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14"/>
            <p:cNvSpPr/>
            <p:nvPr/>
          </p:nvSpPr>
          <p:spPr>
            <a:xfrm>
              <a:off x="2563650" y="2505250"/>
              <a:ext cx="387725" cy="550825"/>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14"/>
            <p:cNvSpPr/>
            <p:nvPr/>
          </p:nvSpPr>
          <p:spPr>
            <a:xfrm>
              <a:off x="2538925" y="2479575"/>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8" name="Google Shape;9498;p114"/>
          <p:cNvSpPr/>
          <p:nvPr/>
        </p:nvSpPr>
        <p:spPr>
          <a:xfrm>
            <a:off x="4569450" y="2034975"/>
            <a:ext cx="31593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14"/>
          <p:cNvSpPr txBox="1"/>
          <p:nvPr>
            <p:ph type="title"/>
          </p:nvPr>
        </p:nvSpPr>
        <p:spPr>
          <a:xfrm>
            <a:off x="4727388" y="2071136"/>
            <a:ext cx="2843400" cy="46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Participants</a:t>
            </a:r>
            <a:endParaRPr/>
          </a:p>
        </p:txBody>
      </p:sp>
      <p:sp>
        <p:nvSpPr>
          <p:cNvPr id="9500" name="Google Shape;9500;p114"/>
          <p:cNvSpPr txBox="1"/>
          <p:nvPr>
            <p:ph idx="2" type="title"/>
          </p:nvPr>
        </p:nvSpPr>
        <p:spPr>
          <a:xfrm>
            <a:off x="4727388" y="1200650"/>
            <a:ext cx="28434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a:t>
            </a:r>
            <a:endParaRPr/>
          </a:p>
        </p:txBody>
      </p:sp>
      <p:sp>
        <p:nvSpPr>
          <p:cNvPr id="9501" name="Google Shape;9501;p114"/>
          <p:cNvSpPr txBox="1"/>
          <p:nvPr>
            <p:ph idx="1" type="subTitle"/>
          </p:nvPr>
        </p:nvSpPr>
        <p:spPr>
          <a:xfrm>
            <a:off x="4727413" y="2681250"/>
            <a:ext cx="28434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9502" name="Google Shape;9502;p114">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14">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14">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14">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6" name="Google Shape;9506;p114"/>
          <p:cNvGrpSpPr/>
          <p:nvPr/>
        </p:nvGrpSpPr>
        <p:grpSpPr>
          <a:xfrm>
            <a:off x="579483" y="530079"/>
            <a:ext cx="1435886" cy="1585221"/>
            <a:chOff x="1187275" y="1697075"/>
            <a:chExt cx="1303100" cy="1438625"/>
          </a:xfrm>
        </p:grpSpPr>
        <p:sp>
          <p:nvSpPr>
            <p:cNvPr id="9507" name="Google Shape;9507;p114"/>
            <p:cNvSpPr/>
            <p:nvPr/>
          </p:nvSpPr>
          <p:spPr>
            <a:xfrm>
              <a:off x="1207150" y="1718750"/>
              <a:ext cx="1283225" cy="1416950"/>
            </a:xfrm>
            <a:custGeom>
              <a:rect b="b" l="l" r="r" t="t"/>
              <a:pathLst>
                <a:path extrusionOk="0" h="56678" w="51329">
                  <a:moveTo>
                    <a:pt x="49569" y="1953"/>
                  </a:moveTo>
                  <a:lnTo>
                    <a:pt x="49569" y="54726"/>
                  </a:lnTo>
                  <a:lnTo>
                    <a:pt x="1783" y="54726"/>
                  </a:lnTo>
                  <a:lnTo>
                    <a:pt x="1783" y="1953"/>
                  </a:lnTo>
                  <a:close/>
                  <a:moveTo>
                    <a:pt x="0" y="1"/>
                  </a:moveTo>
                  <a:lnTo>
                    <a:pt x="0" y="56678"/>
                  </a:lnTo>
                  <a:lnTo>
                    <a:pt x="51328" y="56678"/>
                  </a:lnTo>
                  <a:lnTo>
                    <a:pt x="51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14"/>
            <p:cNvSpPr/>
            <p:nvPr/>
          </p:nvSpPr>
          <p:spPr>
            <a:xfrm>
              <a:off x="1209550" y="1721175"/>
              <a:ext cx="1238650" cy="1368150"/>
            </a:xfrm>
            <a:custGeom>
              <a:rect b="b" l="l" r="r" t="t"/>
              <a:pathLst>
                <a:path extrusionOk="0" h="54726" w="49546">
                  <a:moveTo>
                    <a:pt x="1" y="0"/>
                  </a:moveTo>
                  <a:lnTo>
                    <a:pt x="1" y="54725"/>
                  </a:lnTo>
                  <a:lnTo>
                    <a:pt x="49545" y="54725"/>
                  </a:lnTo>
                  <a:lnTo>
                    <a:pt x="49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14"/>
            <p:cNvSpPr/>
            <p:nvPr/>
          </p:nvSpPr>
          <p:spPr>
            <a:xfrm>
              <a:off x="1187275" y="1697075"/>
              <a:ext cx="1283225" cy="1416350"/>
            </a:xfrm>
            <a:custGeom>
              <a:rect b="b" l="l" r="r" t="t"/>
              <a:pathLst>
                <a:path extrusionOk="0" h="56654" w="51329">
                  <a:moveTo>
                    <a:pt x="49545" y="1928"/>
                  </a:moveTo>
                  <a:lnTo>
                    <a:pt x="49545" y="54725"/>
                  </a:lnTo>
                  <a:lnTo>
                    <a:pt x="1759" y="54725"/>
                  </a:lnTo>
                  <a:lnTo>
                    <a:pt x="1759" y="1928"/>
                  </a:lnTo>
                  <a:close/>
                  <a:moveTo>
                    <a:pt x="0" y="0"/>
                  </a:moveTo>
                  <a:lnTo>
                    <a:pt x="0" y="56653"/>
                  </a:lnTo>
                  <a:lnTo>
                    <a:pt x="51328" y="56653"/>
                  </a:lnTo>
                  <a:lnTo>
                    <a:pt x="513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14"/>
            <p:cNvSpPr/>
            <p:nvPr/>
          </p:nvSpPr>
          <p:spPr>
            <a:xfrm>
              <a:off x="1382450" y="1895275"/>
              <a:ext cx="891650" cy="1004275"/>
            </a:xfrm>
            <a:custGeom>
              <a:rect b="b" l="l" r="r" t="t"/>
              <a:pathLst>
                <a:path extrusionOk="0" h="40171" w="35666">
                  <a:moveTo>
                    <a:pt x="1" y="0"/>
                  </a:moveTo>
                  <a:lnTo>
                    <a:pt x="1" y="40171"/>
                  </a:lnTo>
                  <a:lnTo>
                    <a:pt x="35665" y="40171"/>
                  </a:lnTo>
                  <a:lnTo>
                    <a:pt x="356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14"/>
            <p:cNvSpPr/>
            <p:nvPr/>
          </p:nvSpPr>
          <p:spPr>
            <a:xfrm>
              <a:off x="1451125" y="1995825"/>
              <a:ext cx="311500" cy="274125"/>
            </a:xfrm>
            <a:custGeom>
              <a:rect b="b" l="l" r="r" t="t"/>
              <a:pathLst>
                <a:path extrusionOk="0" h="10965" w="12460">
                  <a:moveTo>
                    <a:pt x="6249" y="1"/>
                  </a:moveTo>
                  <a:cubicBezTo>
                    <a:pt x="5538" y="1"/>
                    <a:pt x="4815" y="141"/>
                    <a:pt x="4121" y="436"/>
                  </a:cubicBezTo>
                  <a:cubicBezTo>
                    <a:pt x="1326" y="1593"/>
                    <a:pt x="1" y="4798"/>
                    <a:pt x="1182" y="7593"/>
                  </a:cubicBezTo>
                  <a:cubicBezTo>
                    <a:pt x="2069" y="9694"/>
                    <a:pt x="4100" y="10965"/>
                    <a:pt x="6242" y="10965"/>
                  </a:cubicBezTo>
                  <a:cubicBezTo>
                    <a:pt x="6949" y="10965"/>
                    <a:pt x="7669" y="10826"/>
                    <a:pt x="8363" y="10533"/>
                  </a:cubicBezTo>
                  <a:cubicBezTo>
                    <a:pt x="11134" y="9352"/>
                    <a:pt x="12459" y="6147"/>
                    <a:pt x="11278" y="3352"/>
                  </a:cubicBezTo>
                  <a:cubicBezTo>
                    <a:pt x="10411" y="1257"/>
                    <a:pt x="8380" y="1"/>
                    <a:pt x="62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14"/>
            <p:cNvSpPr/>
            <p:nvPr/>
          </p:nvSpPr>
          <p:spPr>
            <a:xfrm>
              <a:off x="1669225" y="2285325"/>
              <a:ext cx="582575" cy="514200"/>
            </a:xfrm>
            <a:custGeom>
              <a:rect b="b" l="l" r="r" t="t"/>
              <a:pathLst>
                <a:path extrusionOk="0" h="20568" w="23303">
                  <a:moveTo>
                    <a:pt x="11664" y="1"/>
                  </a:moveTo>
                  <a:cubicBezTo>
                    <a:pt x="10378" y="1"/>
                    <a:pt x="9071" y="245"/>
                    <a:pt x="7808" y="760"/>
                  </a:cubicBezTo>
                  <a:cubicBezTo>
                    <a:pt x="2530" y="2881"/>
                    <a:pt x="0" y="8881"/>
                    <a:pt x="2121" y="14134"/>
                  </a:cubicBezTo>
                  <a:cubicBezTo>
                    <a:pt x="3753" y="18133"/>
                    <a:pt x="7605" y="20568"/>
                    <a:pt x="11669" y="20568"/>
                  </a:cubicBezTo>
                  <a:cubicBezTo>
                    <a:pt x="12944" y="20568"/>
                    <a:pt x="14240" y="20328"/>
                    <a:pt x="15495" y="19821"/>
                  </a:cubicBezTo>
                  <a:cubicBezTo>
                    <a:pt x="20772" y="17677"/>
                    <a:pt x="23303" y="11701"/>
                    <a:pt x="21182" y="6423"/>
                  </a:cubicBezTo>
                  <a:cubicBezTo>
                    <a:pt x="19571" y="2434"/>
                    <a:pt x="15723" y="1"/>
                    <a:pt x="116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14"/>
            <p:cNvSpPr/>
            <p:nvPr/>
          </p:nvSpPr>
          <p:spPr>
            <a:xfrm>
              <a:off x="1819825" y="2063950"/>
              <a:ext cx="273525" cy="122925"/>
            </a:xfrm>
            <a:custGeom>
              <a:rect b="b" l="l" r="r" t="t"/>
              <a:pathLst>
                <a:path extrusionOk="0" h="4917" w="10941">
                  <a:moveTo>
                    <a:pt x="1" y="1"/>
                  </a:moveTo>
                  <a:lnTo>
                    <a:pt x="1" y="4916"/>
                  </a:lnTo>
                  <a:lnTo>
                    <a:pt x="10941" y="4916"/>
                  </a:lnTo>
                  <a:lnTo>
                    <a:pt x="109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114"/>
          <p:cNvGrpSpPr/>
          <p:nvPr/>
        </p:nvGrpSpPr>
        <p:grpSpPr>
          <a:xfrm>
            <a:off x="2531226" y="2169842"/>
            <a:ext cx="1030215" cy="2137882"/>
            <a:chOff x="237400" y="852100"/>
            <a:chExt cx="1760750" cy="3653250"/>
          </a:xfrm>
        </p:grpSpPr>
        <p:sp>
          <p:nvSpPr>
            <p:cNvPr id="9515" name="Google Shape;9515;p114"/>
            <p:cNvSpPr/>
            <p:nvPr/>
          </p:nvSpPr>
          <p:spPr>
            <a:xfrm>
              <a:off x="639250" y="4239075"/>
              <a:ext cx="953525" cy="266275"/>
            </a:xfrm>
            <a:custGeom>
              <a:rect b="b" l="l" r="r" t="t"/>
              <a:pathLst>
                <a:path extrusionOk="0" h="10651" w="38141">
                  <a:moveTo>
                    <a:pt x="19056" y="1"/>
                  </a:moveTo>
                  <a:cubicBezTo>
                    <a:pt x="8548" y="1"/>
                    <a:pt x="0" y="2386"/>
                    <a:pt x="0" y="5311"/>
                  </a:cubicBezTo>
                  <a:cubicBezTo>
                    <a:pt x="0" y="8265"/>
                    <a:pt x="8548" y="10650"/>
                    <a:pt x="19056" y="10650"/>
                  </a:cubicBezTo>
                  <a:cubicBezTo>
                    <a:pt x="29592" y="10650"/>
                    <a:pt x="38140" y="8265"/>
                    <a:pt x="38140" y="5311"/>
                  </a:cubicBezTo>
                  <a:cubicBezTo>
                    <a:pt x="38140" y="2386"/>
                    <a:pt x="29592" y="1"/>
                    <a:pt x="19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14"/>
            <p:cNvSpPr/>
            <p:nvPr/>
          </p:nvSpPr>
          <p:spPr>
            <a:xfrm>
              <a:off x="508600" y="2269475"/>
              <a:ext cx="629075" cy="817375"/>
            </a:xfrm>
            <a:custGeom>
              <a:rect b="b" l="l" r="r" t="t"/>
              <a:pathLst>
                <a:path extrusionOk="0" h="32695" w="25163">
                  <a:moveTo>
                    <a:pt x="8656" y="1"/>
                  </a:moveTo>
                  <a:cubicBezTo>
                    <a:pt x="7764" y="1"/>
                    <a:pt x="6875" y="187"/>
                    <a:pt x="6078" y="574"/>
                  </a:cubicBezTo>
                  <a:cubicBezTo>
                    <a:pt x="4658" y="1227"/>
                    <a:pt x="3409" y="2250"/>
                    <a:pt x="2500" y="3499"/>
                  </a:cubicBezTo>
                  <a:cubicBezTo>
                    <a:pt x="1620" y="4720"/>
                    <a:pt x="938" y="6055"/>
                    <a:pt x="484" y="7504"/>
                  </a:cubicBezTo>
                  <a:cubicBezTo>
                    <a:pt x="370" y="7788"/>
                    <a:pt x="313" y="8072"/>
                    <a:pt x="257" y="8356"/>
                  </a:cubicBezTo>
                  <a:cubicBezTo>
                    <a:pt x="29" y="9548"/>
                    <a:pt x="1" y="10769"/>
                    <a:pt x="143" y="11991"/>
                  </a:cubicBezTo>
                  <a:cubicBezTo>
                    <a:pt x="257" y="13183"/>
                    <a:pt x="512" y="14348"/>
                    <a:pt x="910" y="15484"/>
                  </a:cubicBezTo>
                  <a:cubicBezTo>
                    <a:pt x="1648" y="17528"/>
                    <a:pt x="2784" y="19403"/>
                    <a:pt x="4232" y="20993"/>
                  </a:cubicBezTo>
                  <a:cubicBezTo>
                    <a:pt x="5340" y="22186"/>
                    <a:pt x="6618" y="23180"/>
                    <a:pt x="8038" y="24003"/>
                  </a:cubicBezTo>
                  <a:cubicBezTo>
                    <a:pt x="8805" y="24429"/>
                    <a:pt x="9600" y="24798"/>
                    <a:pt x="10452" y="25111"/>
                  </a:cubicBezTo>
                  <a:cubicBezTo>
                    <a:pt x="11474" y="25452"/>
                    <a:pt x="12525" y="25792"/>
                    <a:pt x="13547" y="26162"/>
                  </a:cubicBezTo>
                  <a:cubicBezTo>
                    <a:pt x="14399" y="26446"/>
                    <a:pt x="15194" y="26872"/>
                    <a:pt x="15876" y="27440"/>
                  </a:cubicBezTo>
                  <a:cubicBezTo>
                    <a:pt x="16302" y="27809"/>
                    <a:pt x="16671" y="28263"/>
                    <a:pt x="16984" y="28717"/>
                  </a:cubicBezTo>
                  <a:cubicBezTo>
                    <a:pt x="17239" y="29087"/>
                    <a:pt x="17466" y="29427"/>
                    <a:pt x="17694" y="29797"/>
                  </a:cubicBezTo>
                  <a:cubicBezTo>
                    <a:pt x="18120" y="30450"/>
                    <a:pt x="18716" y="30989"/>
                    <a:pt x="19454" y="31330"/>
                  </a:cubicBezTo>
                  <a:cubicBezTo>
                    <a:pt x="20022" y="31586"/>
                    <a:pt x="20562" y="31898"/>
                    <a:pt x="21101" y="32239"/>
                  </a:cubicBezTo>
                  <a:cubicBezTo>
                    <a:pt x="21584" y="32551"/>
                    <a:pt x="22152" y="32693"/>
                    <a:pt x="22720" y="32693"/>
                  </a:cubicBezTo>
                  <a:cubicBezTo>
                    <a:pt x="22747" y="32694"/>
                    <a:pt x="22773" y="32695"/>
                    <a:pt x="22799" y="32695"/>
                  </a:cubicBezTo>
                  <a:cubicBezTo>
                    <a:pt x="23452" y="32695"/>
                    <a:pt x="24068" y="32358"/>
                    <a:pt x="24396" y="31785"/>
                  </a:cubicBezTo>
                  <a:cubicBezTo>
                    <a:pt x="24907" y="30933"/>
                    <a:pt x="25162" y="29939"/>
                    <a:pt x="25162" y="28945"/>
                  </a:cubicBezTo>
                  <a:cubicBezTo>
                    <a:pt x="25162" y="26701"/>
                    <a:pt x="24594" y="24514"/>
                    <a:pt x="23515" y="22555"/>
                  </a:cubicBezTo>
                  <a:cubicBezTo>
                    <a:pt x="22862" y="21334"/>
                    <a:pt x="22181" y="20084"/>
                    <a:pt x="21641" y="18806"/>
                  </a:cubicBezTo>
                  <a:cubicBezTo>
                    <a:pt x="21101" y="17614"/>
                    <a:pt x="20675" y="16364"/>
                    <a:pt x="20420" y="15058"/>
                  </a:cubicBezTo>
                  <a:cubicBezTo>
                    <a:pt x="20221" y="14092"/>
                    <a:pt x="20022" y="13098"/>
                    <a:pt x="19767" y="12104"/>
                  </a:cubicBezTo>
                  <a:cubicBezTo>
                    <a:pt x="19454" y="10599"/>
                    <a:pt x="18858" y="9151"/>
                    <a:pt x="18063" y="7844"/>
                  </a:cubicBezTo>
                  <a:cubicBezTo>
                    <a:pt x="17694" y="7248"/>
                    <a:pt x="17268" y="6708"/>
                    <a:pt x="16785" y="6169"/>
                  </a:cubicBezTo>
                  <a:cubicBezTo>
                    <a:pt x="16103" y="5374"/>
                    <a:pt x="15478" y="4550"/>
                    <a:pt x="14854" y="3698"/>
                  </a:cubicBezTo>
                  <a:cubicBezTo>
                    <a:pt x="14342" y="2960"/>
                    <a:pt x="13746" y="2278"/>
                    <a:pt x="13093" y="1682"/>
                  </a:cubicBezTo>
                  <a:cubicBezTo>
                    <a:pt x="12042" y="773"/>
                    <a:pt x="10707" y="177"/>
                    <a:pt x="9316" y="35"/>
                  </a:cubicBezTo>
                  <a:cubicBezTo>
                    <a:pt x="9097" y="12"/>
                    <a:pt x="8876" y="1"/>
                    <a:pt x="8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14"/>
            <p:cNvSpPr/>
            <p:nvPr/>
          </p:nvSpPr>
          <p:spPr>
            <a:xfrm>
              <a:off x="573925" y="2325700"/>
              <a:ext cx="498425" cy="699650"/>
            </a:xfrm>
            <a:custGeom>
              <a:rect b="b" l="l" r="r" t="t"/>
              <a:pathLst>
                <a:path extrusionOk="0" h="27986" w="19937">
                  <a:moveTo>
                    <a:pt x="10735" y="10906"/>
                  </a:moveTo>
                  <a:lnTo>
                    <a:pt x="10735" y="10934"/>
                  </a:lnTo>
                  <a:lnTo>
                    <a:pt x="10707" y="10906"/>
                  </a:lnTo>
                  <a:close/>
                  <a:moveTo>
                    <a:pt x="8890" y="1"/>
                  </a:moveTo>
                  <a:cubicBezTo>
                    <a:pt x="8776" y="29"/>
                    <a:pt x="8776" y="114"/>
                    <a:pt x="8804" y="200"/>
                  </a:cubicBezTo>
                  <a:cubicBezTo>
                    <a:pt x="8918" y="484"/>
                    <a:pt x="9003" y="739"/>
                    <a:pt x="9117" y="995"/>
                  </a:cubicBezTo>
                  <a:cubicBezTo>
                    <a:pt x="9429" y="1648"/>
                    <a:pt x="9742" y="2301"/>
                    <a:pt x="10054" y="2983"/>
                  </a:cubicBezTo>
                  <a:cubicBezTo>
                    <a:pt x="10395" y="3749"/>
                    <a:pt x="10622" y="4601"/>
                    <a:pt x="10764" y="5453"/>
                  </a:cubicBezTo>
                  <a:cubicBezTo>
                    <a:pt x="10963" y="6845"/>
                    <a:pt x="11048" y="8236"/>
                    <a:pt x="11105" y="9628"/>
                  </a:cubicBezTo>
                  <a:cubicBezTo>
                    <a:pt x="11133" y="9770"/>
                    <a:pt x="11161" y="9940"/>
                    <a:pt x="11048" y="10082"/>
                  </a:cubicBezTo>
                  <a:cubicBezTo>
                    <a:pt x="11019" y="10054"/>
                    <a:pt x="10991" y="10054"/>
                    <a:pt x="10991" y="10054"/>
                  </a:cubicBezTo>
                  <a:cubicBezTo>
                    <a:pt x="10821" y="9770"/>
                    <a:pt x="10650" y="9458"/>
                    <a:pt x="10480" y="9174"/>
                  </a:cubicBezTo>
                  <a:cubicBezTo>
                    <a:pt x="10423" y="9060"/>
                    <a:pt x="10366" y="8946"/>
                    <a:pt x="10310" y="8833"/>
                  </a:cubicBezTo>
                  <a:cubicBezTo>
                    <a:pt x="9088" y="6731"/>
                    <a:pt x="7725" y="4687"/>
                    <a:pt x="6220" y="2755"/>
                  </a:cubicBezTo>
                  <a:cubicBezTo>
                    <a:pt x="5709" y="2102"/>
                    <a:pt x="5226" y="1421"/>
                    <a:pt x="4687" y="796"/>
                  </a:cubicBezTo>
                  <a:cubicBezTo>
                    <a:pt x="4545" y="626"/>
                    <a:pt x="4374" y="484"/>
                    <a:pt x="4175" y="370"/>
                  </a:cubicBezTo>
                  <a:cubicBezTo>
                    <a:pt x="4167" y="362"/>
                    <a:pt x="4159" y="358"/>
                    <a:pt x="4150" y="358"/>
                  </a:cubicBezTo>
                  <a:cubicBezTo>
                    <a:pt x="4128" y="358"/>
                    <a:pt x="4102" y="378"/>
                    <a:pt x="4062" y="398"/>
                  </a:cubicBezTo>
                  <a:cubicBezTo>
                    <a:pt x="4033" y="398"/>
                    <a:pt x="4033" y="455"/>
                    <a:pt x="4033" y="484"/>
                  </a:cubicBezTo>
                  <a:cubicBezTo>
                    <a:pt x="4062" y="682"/>
                    <a:pt x="4147" y="881"/>
                    <a:pt x="4261" y="1023"/>
                  </a:cubicBezTo>
                  <a:cubicBezTo>
                    <a:pt x="4601" y="1477"/>
                    <a:pt x="4885" y="1903"/>
                    <a:pt x="5254" y="2329"/>
                  </a:cubicBezTo>
                  <a:cubicBezTo>
                    <a:pt x="5964" y="3238"/>
                    <a:pt x="6646" y="4175"/>
                    <a:pt x="7299" y="5113"/>
                  </a:cubicBezTo>
                  <a:cubicBezTo>
                    <a:pt x="8208" y="6419"/>
                    <a:pt x="9032" y="7782"/>
                    <a:pt x="9855" y="9174"/>
                  </a:cubicBezTo>
                  <a:cubicBezTo>
                    <a:pt x="10111" y="9600"/>
                    <a:pt x="10338" y="10054"/>
                    <a:pt x="10565" y="10508"/>
                  </a:cubicBezTo>
                  <a:cubicBezTo>
                    <a:pt x="10593" y="10594"/>
                    <a:pt x="10650" y="10650"/>
                    <a:pt x="10565" y="10736"/>
                  </a:cubicBezTo>
                  <a:cubicBezTo>
                    <a:pt x="10534" y="10767"/>
                    <a:pt x="10499" y="10779"/>
                    <a:pt x="10462" y="10779"/>
                  </a:cubicBezTo>
                  <a:cubicBezTo>
                    <a:pt x="10400" y="10779"/>
                    <a:pt x="10335" y="10743"/>
                    <a:pt x="10281" y="10707"/>
                  </a:cubicBezTo>
                  <a:cubicBezTo>
                    <a:pt x="9003" y="9969"/>
                    <a:pt x="7725" y="9287"/>
                    <a:pt x="6390" y="8691"/>
                  </a:cubicBezTo>
                  <a:cubicBezTo>
                    <a:pt x="5567" y="8265"/>
                    <a:pt x="4743" y="7867"/>
                    <a:pt x="3977" y="7413"/>
                  </a:cubicBezTo>
                  <a:cubicBezTo>
                    <a:pt x="3238" y="6987"/>
                    <a:pt x="2557" y="6476"/>
                    <a:pt x="1932" y="5851"/>
                  </a:cubicBezTo>
                  <a:lnTo>
                    <a:pt x="625" y="4601"/>
                  </a:lnTo>
                  <a:cubicBezTo>
                    <a:pt x="512" y="4459"/>
                    <a:pt x="341" y="4317"/>
                    <a:pt x="171" y="4232"/>
                  </a:cubicBezTo>
                  <a:cubicBezTo>
                    <a:pt x="143" y="4232"/>
                    <a:pt x="86" y="4232"/>
                    <a:pt x="57" y="4261"/>
                  </a:cubicBezTo>
                  <a:cubicBezTo>
                    <a:pt x="29" y="4289"/>
                    <a:pt x="29" y="4317"/>
                    <a:pt x="29" y="4374"/>
                  </a:cubicBezTo>
                  <a:cubicBezTo>
                    <a:pt x="86" y="4516"/>
                    <a:pt x="171" y="4658"/>
                    <a:pt x="285" y="4772"/>
                  </a:cubicBezTo>
                  <a:cubicBezTo>
                    <a:pt x="1108" y="5709"/>
                    <a:pt x="2017" y="6589"/>
                    <a:pt x="3039" y="7328"/>
                  </a:cubicBezTo>
                  <a:cubicBezTo>
                    <a:pt x="3494" y="7668"/>
                    <a:pt x="3977" y="7952"/>
                    <a:pt x="4488" y="8208"/>
                  </a:cubicBezTo>
                  <a:cubicBezTo>
                    <a:pt x="5567" y="8804"/>
                    <a:pt x="6674" y="9316"/>
                    <a:pt x="7782" y="9855"/>
                  </a:cubicBezTo>
                  <a:cubicBezTo>
                    <a:pt x="8719" y="10281"/>
                    <a:pt x="9628" y="10792"/>
                    <a:pt x="10508" y="11303"/>
                  </a:cubicBezTo>
                  <a:cubicBezTo>
                    <a:pt x="11019" y="11616"/>
                    <a:pt x="11417" y="12070"/>
                    <a:pt x="11673" y="12581"/>
                  </a:cubicBezTo>
                  <a:cubicBezTo>
                    <a:pt x="12297" y="13916"/>
                    <a:pt x="12951" y="15194"/>
                    <a:pt x="13519" y="16529"/>
                  </a:cubicBezTo>
                  <a:cubicBezTo>
                    <a:pt x="13575" y="16699"/>
                    <a:pt x="13632" y="16841"/>
                    <a:pt x="13689" y="17012"/>
                  </a:cubicBezTo>
                  <a:cubicBezTo>
                    <a:pt x="13689" y="17040"/>
                    <a:pt x="13746" y="17068"/>
                    <a:pt x="13746" y="17068"/>
                  </a:cubicBezTo>
                  <a:cubicBezTo>
                    <a:pt x="13714" y="17100"/>
                    <a:pt x="13691" y="17112"/>
                    <a:pt x="13672" y="17112"/>
                  </a:cubicBezTo>
                  <a:cubicBezTo>
                    <a:pt x="13640" y="17112"/>
                    <a:pt x="13622" y="17076"/>
                    <a:pt x="13604" y="17040"/>
                  </a:cubicBezTo>
                  <a:cubicBezTo>
                    <a:pt x="13490" y="17012"/>
                    <a:pt x="13377" y="16955"/>
                    <a:pt x="13263" y="16898"/>
                  </a:cubicBezTo>
                  <a:cubicBezTo>
                    <a:pt x="12894" y="16642"/>
                    <a:pt x="12496" y="16387"/>
                    <a:pt x="12070" y="16188"/>
                  </a:cubicBezTo>
                  <a:cubicBezTo>
                    <a:pt x="11332" y="15762"/>
                    <a:pt x="10565" y="15393"/>
                    <a:pt x="9798" y="15052"/>
                  </a:cubicBezTo>
                  <a:cubicBezTo>
                    <a:pt x="8918" y="14655"/>
                    <a:pt x="8038" y="14342"/>
                    <a:pt x="7186" y="13945"/>
                  </a:cubicBezTo>
                  <a:cubicBezTo>
                    <a:pt x="5993" y="13433"/>
                    <a:pt x="4857" y="12865"/>
                    <a:pt x="3806" y="12155"/>
                  </a:cubicBezTo>
                  <a:cubicBezTo>
                    <a:pt x="2699" y="11389"/>
                    <a:pt x="1648" y="10537"/>
                    <a:pt x="625" y="9628"/>
                  </a:cubicBezTo>
                  <a:cubicBezTo>
                    <a:pt x="483" y="9514"/>
                    <a:pt x="370" y="9372"/>
                    <a:pt x="256" y="9230"/>
                  </a:cubicBezTo>
                  <a:cubicBezTo>
                    <a:pt x="228" y="9202"/>
                    <a:pt x="185" y="9188"/>
                    <a:pt x="143" y="9188"/>
                  </a:cubicBezTo>
                  <a:cubicBezTo>
                    <a:pt x="100" y="9188"/>
                    <a:pt x="57" y="9202"/>
                    <a:pt x="29" y="9230"/>
                  </a:cubicBezTo>
                  <a:cubicBezTo>
                    <a:pt x="1" y="9287"/>
                    <a:pt x="1" y="9344"/>
                    <a:pt x="29" y="9401"/>
                  </a:cubicBezTo>
                  <a:cubicBezTo>
                    <a:pt x="143" y="9600"/>
                    <a:pt x="285" y="9770"/>
                    <a:pt x="455" y="9940"/>
                  </a:cubicBezTo>
                  <a:cubicBezTo>
                    <a:pt x="824" y="10310"/>
                    <a:pt x="1222" y="10707"/>
                    <a:pt x="1648" y="11048"/>
                  </a:cubicBezTo>
                  <a:cubicBezTo>
                    <a:pt x="2301" y="11644"/>
                    <a:pt x="2983" y="12212"/>
                    <a:pt x="3749" y="12695"/>
                  </a:cubicBezTo>
                  <a:cubicBezTo>
                    <a:pt x="4374" y="13093"/>
                    <a:pt x="4999" y="13462"/>
                    <a:pt x="5680" y="13803"/>
                  </a:cubicBezTo>
                  <a:cubicBezTo>
                    <a:pt x="6589" y="14257"/>
                    <a:pt x="7555" y="14626"/>
                    <a:pt x="8492" y="15081"/>
                  </a:cubicBezTo>
                  <a:cubicBezTo>
                    <a:pt x="9230" y="15421"/>
                    <a:pt x="9969" y="15705"/>
                    <a:pt x="10707" y="16046"/>
                  </a:cubicBezTo>
                  <a:cubicBezTo>
                    <a:pt x="11729" y="16500"/>
                    <a:pt x="12695" y="17040"/>
                    <a:pt x="13632" y="17665"/>
                  </a:cubicBezTo>
                  <a:cubicBezTo>
                    <a:pt x="13689" y="17693"/>
                    <a:pt x="13717" y="17750"/>
                    <a:pt x="13774" y="17750"/>
                  </a:cubicBezTo>
                  <a:cubicBezTo>
                    <a:pt x="14172" y="17807"/>
                    <a:pt x="14257" y="18119"/>
                    <a:pt x="14399" y="18403"/>
                  </a:cubicBezTo>
                  <a:cubicBezTo>
                    <a:pt x="14882" y="19340"/>
                    <a:pt x="15365" y="20278"/>
                    <a:pt x="15876" y="21215"/>
                  </a:cubicBezTo>
                  <a:cubicBezTo>
                    <a:pt x="16074" y="21555"/>
                    <a:pt x="16245" y="21925"/>
                    <a:pt x="16415" y="22265"/>
                  </a:cubicBezTo>
                  <a:cubicBezTo>
                    <a:pt x="16472" y="22351"/>
                    <a:pt x="16472" y="22436"/>
                    <a:pt x="16415" y="22521"/>
                  </a:cubicBezTo>
                  <a:lnTo>
                    <a:pt x="15535" y="22152"/>
                  </a:lnTo>
                  <a:cubicBezTo>
                    <a:pt x="15421" y="22095"/>
                    <a:pt x="15279" y="22067"/>
                    <a:pt x="15137" y="22010"/>
                  </a:cubicBezTo>
                  <a:cubicBezTo>
                    <a:pt x="14143" y="21783"/>
                    <a:pt x="13149" y="21499"/>
                    <a:pt x="12127" y="21300"/>
                  </a:cubicBezTo>
                  <a:cubicBezTo>
                    <a:pt x="11076" y="21130"/>
                    <a:pt x="10026" y="20817"/>
                    <a:pt x="9060" y="20420"/>
                  </a:cubicBezTo>
                  <a:cubicBezTo>
                    <a:pt x="8151" y="20050"/>
                    <a:pt x="7271" y="19624"/>
                    <a:pt x="6447" y="19142"/>
                  </a:cubicBezTo>
                  <a:cubicBezTo>
                    <a:pt x="6305" y="19028"/>
                    <a:pt x="6163" y="18971"/>
                    <a:pt x="5993" y="18943"/>
                  </a:cubicBezTo>
                  <a:cubicBezTo>
                    <a:pt x="5964" y="18943"/>
                    <a:pt x="5908" y="18943"/>
                    <a:pt x="5908" y="18971"/>
                  </a:cubicBezTo>
                  <a:cubicBezTo>
                    <a:pt x="5879" y="19000"/>
                    <a:pt x="5879" y="19028"/>
                    <a:pt x="5908" y="19085"/>
                  </a:cubicBezTo>
                  <a:cubicBezTo>
                    <a:pt x="5964" y="19227"/>
                    <a:pt x="6106" y="19340"/>
                    <a:pt x="6248" y="19426"/>
                  </a:cubicBezTo>
                  <a:cubicBezTo>
                    <a:pt x="6561" y="19653"/>
                    <a:pt x="6873" y="19852"/>
                    <a:pt x="7214" y="20022"/>
                  </a:cubicBezTo>
                  <a:cubicBezTo>
                    <a:pt x="7981" y="20448"/>
                    <a:pt x="8776" y="20817"/>
                    <a:pt x="9571" y="21130"/>
                  </a:cubicBezTo>
                  <a:cubicBezTo>
                    <a:pt x="10054" y="21272"/>
                    <a:pt x="10537" y="21442"/>
                    <a:pt x="11019" y="21555"/>
                  </a:cubicBezTo>
                  <a:cubicBezTo>
                    <a:pt x="11729" y="21726"/>
                    <a:pt x="12439" y="21896"/>
                    <a:pt x="13149" y="22010"/>
                  </a:cubicBezTo>
                  <a:cubicBezTo>
                    <a:pt x="13945" y="22180"/>
                    <a:pt x="14740" y="22407"/>
                    <a:pt x="15507" y="22635"/>
                  </a:cubicBezTo>
                  <a:cubicBezTo>
                    <a:pt x="15847" y="22720"/>
                    <a:pt x="16188" y="22890"/>
                    <a:pt x="16472" y="23117"/>
                  </a:cubicBezTo>
                  <a:cubicBezTo>
                    <a:pt x="16557" y="23203"/>
                    <a:pt x="16671" y="23316"/>
                    <a:pt x="16756" y="23316"/>
                  </a:cubicBezTo>
                  <a:cubicBezTo>
                    <a:pt x="17012" y="23345"/>
                    <a:pt x="17097" y="23543"/>
                    <a:pt x="17210" y="23714"/>
                  </a:cubicBezTo>
                  <a:lnTo>
                    <a:pt x="18261" y="25560"/>
                  </a:lnTo>
                  <a:cubicBezTo>
                    <a:pt x="18403" y="25730"/>
                    <a:pt x="18488" y="25929"/>
                    <a:pt x="18630" y="26185"/>
                  </a:cubicBezTo>
                  <a:cubicBezTo>
                    <a:pt x="18204" y="26071"/>
                    <a:pt x="17778" y="25901"/>
                    <a:pt x="17409" y="25702"/>
                  </a:cubicBezTo>
                  <a:cubicBezTo>
                    <a:pt x="16955" y="25531"/>
                    <a:pt x="16529" y="25333"/>
                    <a:pt x="16074" y="25134"/>
                  </a:cubicBezTo>
                  <a:cubicBezTo>
                    <a:pt x="16018" y="25105"/>
                    <a:pt x="15961" y="25105"/>
                    <a:pt x="15904" y="25077"/>
                  </a:cubicBezTo>
                  <a:cubicBezTo>
                    <a:pt x="15847" y="25077"/>
                    <a:pt x="15790" y="25077"/>
                    <a:pt x="15762" y="25134"/>
                  </a:cubicBezTo>
                  <a:cubicBezTo>
                    <a:pt x="15734" y="25191"/>
                    <a:pt x="15734" y="25219"/>
                    <a:pt x="15762" y="25247"/>
                  </a:cubicBezTo>
                  <a:cubicBezTo>
                    <a:pt x="15790" y="25304"/>
                    <a:pt x="15847" y="25333"/>
                    <a:pt x="15876" y="25389"/>
                  </a:cubicBezTo>
                  <a:cubicBezTo>
                    <a:pt x="16103" y="25560"/>
                    <a:pt x="16330" y="25702"/>
                    <a:pt x="16586" y="25844"/>
                  </a:cubicBezTo>
                  <a:cubicBezTo>
                    <a:pt x="17267" y="26156"/>
                    <a:pt x="17977" y="26440"/>
                    <a:pt x="18687" y="26639"/>
                  </a:cubicBezTo>
                  <a:cubicBezTo>
                    <a:pt x="18829" y="26667"/>
                    <a:pt x="18971" y="26781"/>
                    <a:pt x="19056" y="26923"/>
                  </a:cubicBezTo>
                  <a:lnTo>
                    <a:pt x="19511" y="27718"/>
                  </a:lnTo>
                  <a:cubicBezTo>
                    <a:pt x="19568" y="27803"/>
                    <a:pt x="19624" y="27888"/>
                    <a:pt x="19681" y="27945"/>
                  </a:cubicBezTo>
                  <a:cubicBezTo>
                    <a:pt x="19721" y="27965"/>
                    <a:pt x="19761" y="27985"/>
                    <a:pt x="19802" y="27985"/>
                  </a:cubicBezTo>
                  <a:cubicBezTo>
                    <a:pt x="19818" y="27985"/>
                    <a:pt x="19835" y="27982"/>
                    <a:pt x="19852" y="27974"/>
                  </a:cubicBezTo>
                  <a:cubicBezTo>
                    <a:pt x="19908" y="27945"/>
                    <a:pt x="19937" y="27888"/>
                    <a:pt x="19937" y="27832"/>
                  </a:cubicBezTo>
                  <a:cubicBezTo>
                    <a:pt x="19937" y="27633"/>
                    <a:pt x="19880" y="27434"/>
                    <a:pt x="19766" y="27264"/>
                  </a:cubicBezTo>
                  <a:cubicBezTo>
                    <a:pt x="19624" y="27008"/>
                    <a:pt x="19511" y="26724"/>
                    <a:pt x="19426" y="26440"/>
                  </a:cubicBezTo>
                  <a:cubicBezTo>
                    <a:pt x="19369" y="26270"/>
                    <a:pt x="19340" y="26099"/>
                    <a:pt x="19397" y="25929"/>
                  </a:cubicBezTo>
                  <a:cubicBezTo>
                    <a:pt x="19539" y="25304"/>
                    <a:pt x="19624" y="24651"/>
                    <a:pt x="19596" y="23998"/>
                  </a:cubicBezTo>
                  <a:cubicBezTo>
                    <a:pt x="19653" y="23487"/>
                    <a:pt x="19653" y="22947"/>
                    <a:pt x="19596" y="22436"/>
                  </a:cubicBezTo>
                  <a:cubicBezTo>
                    <a:pt x="19596" y="22322"/>
                    <a:pt x="19568" y="22237"/>
                    <a:pt x="19539" y="22123"/>
                  </a:cubicBezTo>
                  <a:cubicBezTo>
                    <a:pt x="19516" y="22077"/>
                    <a:pt x="19493" y="22031"/>
                    <a:pt x="19439" y="22031"/>
                  </a:cubicBezTo>
                  <a:cubicBezTo>
                    <a:pt x="19427" y="22031"/>
                    <a:pt x="19413" y="22033"/>
                    <a:pt x="19397" y="22038"/>
                  </a:cubicBezTo>
                  <a:cubicBezTo>
                    <a:pt x="19369" y="22038"/>
                    <a:pt x="19340" y="22067"/>
                    <a:pt x="19312" y="22123"/>
                  </a:cubicBezTo>
                  <a:cubicBezTo>
                    <a:pt x="19312" y="22180"/>
                    <a:pt x="19284" y="22265"/>
                    <a:pt x="19284" y="22351"/>
                  </a:cubicBezTo>
                  <a:cubicBezTo>
                    <a:pt x="19227" y="23316"/>
                    <a:pt x="19198" y="24282"/>
                    <a:pt x="19142" y="25247"/>
                  </a:cubicBezTo>
                  <a:cubicBezTo>
                    <a:pt x="19113" y="25389"/>
                    <a:pt x="19142" y="25531"/>
                    <a:pt x="19028" y="25645"/>
                  </a:cubicBezTo>
                  <a:cubicBezTo>
                    <a:pt x="18943" y="25645"/>
                    <a:pt x="18914" y="25588"/>
                    <a:pt x="18886" y="25531"/>
                  </a:cubicBezTo>
                  <a:cubicBezTo>
                    <a:pt x="18488" y="24821"/>
                    <a:pt x="18062" y="24083"/>
                    <a:pt x="17665" y="23373"/>
                  </a:cubicBezTo>
                  <a:cubicBezTo>
                    <a:pt x="17580" y="23174"/>
                    <a:pt x="17551" y="22975"/>
                    <a:pt x="17580" y="22777"/>
                  </a:cubicBezTo>
                  <a:cubicBezTo>
                    <a:pt x="17636" y="21726"/>
                    <a:pt x="17665" y="20675"/>
                    <a:pt x="17778" y="19653"/>
                  </a:cubicBezTo>
                  <a:cubicBezTo>
                    <a:pt x="17835" y="18914"/>
                    <a:pt x="17835" y="18176"/>
                    <a:pt x="17835" y="17466"/>
                  </a:cubicBezTo>
                  <a:cubicBezTo>
                    <a:pt x="17835" y="17068"/>
                    <a:pt x="17835" y="16642"/>
                    <a:pt x="17750" y="16245"/>
                  </a:cubicBezTo>
                  <a:cubicBezTo>
                    <a:pt x="17722" y="16160"/>
                    <a:pt x="17693" y="16046"/>
                    <a:pt x="17665" y="15961"/>
                  </a:cubicBezTo>
                  <a:cubicBezTo>
                    <a:pt x="17636" y="15961"/>
                    <a:pt x="17580" y="15933"/>
                    <a:pt x="17551" y="15933"/>
                  </a:cubicBezTo>
                  <a:cubicBezTo>
                    <a:pt x="17523" y="15933"/>
                    <a:pt x="17494" y="15961"/>
                    <a:pt x="17466" y="15989"/>
                  </a:cubicBezTo>
                  <a:cubicBezTo>
                    <a:pt x="17438" y="16046"/>
                    <a:pt x="17438" y="16103"/>
                    <a:pt x="17438" y="16160"/>
                  </a:cubicBezTo>
                  <a:cubicBezTo>
                    <a:pt x="17409" y="16870"/>
                    <a:pt x="17381" y="17580"/>
                    <a:pt x="17381" y="18290"/>
                  </a:cubicBezTo>
                  <a:cubicBezTo>
                    <a:pt x="17409" y="19113"/>
                    <a:pt x="17296" y="19908"/>
                    <a:pt x="17210" y="20732"/>
                  </a:cubicBezTo>
                  <a:cubicBezTo>
                    <a:pt x="17239" y="21186"/>
                    <a:pt x="17182" y="21641"/>
                    <a:pt x="17097" y="22095"/>
                  </a:cubicBezTo>
                  <a:cubicBezTo>
                    <a:pt x="17154" y="22123"/>
                    <a:pt x="17154" y="22180"/>
                    <a:pt x="17125" y="22180"/>
                  </a:cubicBezTo>
                  <a:cubicBezTo>
                    <a:pt x="17118" y="22188"/>
                    <a:pt x="17110" y="22191"/>
                    <a:pt x="17103" y="22191"/>
                  </a:cubicBezTo>
                  <a:cubicBezTo>
                    <a:pt x="17084" y="22191"/>
                    <a:pt x="17068" y="22165"/>
                    <a:pt x="17068" y="22123"/>
                  </a:cubicBezTo>
                  <a:cubicBezTo>
                    <a:pt x="16870" y="21953"/>
                    <a:pt x="16756" y="21754"/>
                    <a:pt x="16671" y="21527"/>
                  </a:cubicBezTo>
                  <a:cubicBezTo>
                    <a:pt x="16046" y="20363"/>
                    <a:pt x="15450" y="19170"/>
                    <a:pt x="14853" y="17977"/>
                  </a:cubicBezTo>
                  <a:cubicBezTo>
                    <a:pt x="14711" y="17693"/>
                    <a:pt x="14626" y="17381"/>
                    <a:pt x="14626" y="17040"/>
                  </a:cubicBezTo>
                  <a:cubicBezTo>
                    <a:pt x="14569" y="16330"/>
                    <a:pt x="14598" y="15592"/>
                    <a:pt x="14683" y="14882"/>
                  </a:cubicBezTo>
                  <a:cubicBezTo>
                    <a:pt x="14797" y="13945"/>
                    <a:pt x="14910" y="13036"/>
                    <a:pt x="14995" y="12099"/>
                  </a:cubicBezTo>
                  <a:cubicBezTo>
                    <a:pt x="15024" y="11673"/>
                    <a:pt x="15024" y="11218"/>
                    <a:pt x="14995" y="10764"/>
                  </a:cubicBezTo>
                  <a:cubicBezTo>
                    <a:pt x="14882" y="9287"/>
                    <a:pt x="14569" y="7810"/>
                    <a:pt x="14087" y="6390"/>
                  </a:cubicBezTo>
                  <a:cubicBezTo>
                    <a:pt x="13973" y="6021"/>
                    <a:pt x="13831" y="5652"/>
                    <a:pt x="13689" y="5311"/>
                  </a:cubicBezTo>
                  <a:cubicBezTo>
                    <a:pt x="13661" y="5198"/>
                    <a:pt x="13604" y="5084"/>
                    <a:pt x="13519" y="4999"/>
                  </a:cubicBezTo>
                  <a:cubicBezTo>
                    <a:pt x="13490" y="4942"/>
                    <a:pt x="13433" y="4942"/>
                    <a:pt x="13377" y="4942"/>
                  </a:cubicBezTo>
                  <a:cubicBezTo>
                    <a:pt x="13320" y="4971"/>
                    <a:pt x="13291" y="5027"/>
                    <a:pt x="13291" y="5084"/>
                  </a:cubicBezTo>
                  <a:cubicBezTo>
                    <a:pt x="13320" y="5340"/>
                    <a:pt x="13377" y="5595"/>
                    <a:pt x="13462" y="5851"/>
                  </a:cubicBezTo>
                  <a:cubicBezTo>
                    <a:pt x="13831" y="7072"/>
                    <a:pt x="14143" y="8293"/>
                    <a:pt x="14371" y="9571"/>
                  </a:cubicBezTo>
                  <a:cubicBezTo>
                    <a:pt x="14541" y="10565"/>
                    <a:pt x="14569" y="11616"/>
                    <a:pt x="14427" y="12638"/>
                  </a:cubicBezTo>
                  <a:cubicBezTo>
                    <a:pt x="14285" y="13575"/>
                    <a:pt x="14200" y="14513"/>
                    <a:pt x="14172" y="15478"/>
                  </a:cubicBezTo>
                  <a:cubicBezTo>
                    <a:pt x="14172" y="15705"/>
                    <a:pt x="14143" y="15961"/>
                    <a:pt x="14058" y="16188"/>
                  </a:cubicBezTo>
                  <a:cubicBezTo>
                    <a:pt x="13859" y="15876"/>
                    <a:pt x="13717" y="15563"/>
                    <a:pt x="13575" y="15223"/>
                  </a:cubicBezTo>
                  <a:cubicBezTo>
                    <a:pt x="13036" y="14001"/>
                    <a:pt x="12439" y="12809"/>
                    <a:pt x="11815" y="11644"/>
                  </a:cubicBezTo>
                  <a:cubicBezTo>
                    <a:pt x="11673" y="11360"/>
                    <a:pt x="11587" y="11076"/>
                    <a:pt x="11587" y="10792"/>
                  </a:cubicBezTo>
                  <a:cubicBezTo>
                    <a:pt x="11587" y="9316"/>
                    <a:pt x="11502" y="7839"/>
                    <a:pt x="11332" y="6362"/>
                  </a:cubicBezTo>
                  <a:cubicBezTo>
                    <a:pt x="11275" y="5397"/>
                    <a:pt x="11076" y="4403"/>
                    <a:pt x="10764" y="3465"/>
                  </a:cubicBezTo>
                  <a:cubicBezTo>
                    <a:pt x="10537" y="2841"/>
                    <a:pt x="10253" y="2244"/>
                    <a:pt x="9940" y="1648"/>
                  </a:cubicBezTo>
                  <a:cubicBezTo>
                    <a:pt x="9713" y="1193"/>
                    <a:pt x="9486" y="796"/>
                    <a:pt x="9259" y="370"/>
                  </a:cubicBezTo>
                  <a:cubicBezTo>
                    <a:pt x="9174" y="256"/>
                    <a:pt x="9117" y="143"/>
                    <a:pt x="9032" y="58"/>
                  </a:cubicBezTo>
                  <a:cubicBezTo>
                    <a:pt x="9003" y="29"/>
                    <a:pt x="8946" y="1"/>
                    <a:pt x="8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14"/>
            <p:cNvSpPr/>
            <p:nvPr/>
          </p:nvSpPr>
          <p:spPr>
            <a:xfrm>
              <a:off x="914000" y="2750975"/>
              <a:ext cx="3575" cy="2525"/>
            </a:xfrm>
            <a:custGeom>
              <a:rect b="b" l="l" r="r" t="t"/>
              <a:pathLst>
                <a:path extrusionOk="0" h="101" w="143">
                  <a:moveTo>
                    <a:pt x="86" y="1"/>
                  </a:moveTo>
                  <a:lnTo>
                    <a:pt x="1" y="29"/>
                  </a:lnTo>
                  <a:cubicBezTo>
                    <a:pt x="19" y="65"/>
                    <a:pt x="37" y="101"/>
                    <a:pt x="69" y="101"/>
                  </a:cubicBezTo>
                  <a:cubicBezTo>
                    <a:pt x="88" y="101"/>
                    <a:pt x="111" y="89"/>
                    <a:pt x="143" y="57"/>
                  </a:cubicBezTo>
                  <a:cubicBezTo>
                    <a:pt x="143" y="57"/>
                    <a:pt x="86" y="29"/>
                    <a:pt x="86"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14"/>
            <p:cNvSpPr/>
            <p:nvPr/>
          </p:nvSpPr>
          <p:spPr>
            <a:xfrm>
              <a:off x="1000625" y="2879475"/>
              <a:ext cx="2150" cy="2450"/>
            </a:xfrm>
            <a:custGeom>
              <a:rect b="b" l="l" r="r" t="t"/>
              <a:pathLst>
                <a:path extrusionOk="0" h="98" w="86">
                  <a:moveTo>
                    <a:pt x="29" y="1"/>
                  </a:moveTo>
                  <a:lnTo>
                    <a:pt x="0" y="29"/>
                  </a:lnTo>
                  <a:cubicBezTo>
                    <a:pt x="0" y="71"/>
                    <a:pt x="16" y="97"/>
                    <a:pt x="35" y="97"/>
                  </a:cubicBezTo>
                  <a:cubicBezTo>
                    <a:pt x="42" y="97"/>
                    <a:pt x="50" y="94"/>
                    <a:pt x="57" y="86"/>
                  </a:cubicBezTo>
                  <a:cubicBezTo>
                    <a:pt x="86" y="58"/>
                    <a:pt x="86" y="29"/>
                    <a:pt x="29" y="1"/>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14"/>
            <p:cNvSpPr/>
            <p:nvPr/>
          </p:nvSpPr>
          <p:spPr>
            <a:xfrm>
              <a:off x="841600" y="2597625"/>
              <a:ext cx="725" cy="725"/>
            </a:xfrm>
            <a:custGeom>
              <a:rect b="b" l="l" r="r" t="t"/>
              <a:pathLst>
                <a:path extrusionOk="0" h="29" w="29">
                  <a:moveTo>
                    <a:pt x="28" y="1"/>
                  </a:moveTo>
                  <a:lnTo>
                    <a:pt x="0" y="29"/>
                  </a:lnTo>
                  <a:lnTo>
                    <a:pt x="28" y="29"/>
                  </a:lnTo>
                  <a:lnTo>
                    <a:pt x="28"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14"/>
            <p:cNvSpPr/>
            <p:nvPr/>
          </p:nvSpPr>
          <p:spPr>
            <a:xfrm>
              <a:off x="769875" y="3171575"/>
              <a:ext cx="704325" cy="121525"/>
            </a:xfrm>
            <a:custGeom>
              <a:rect b="b" l="l" r="r" t="t"/>
              <a:pathLst>
                <a:path extrusionOk="0" h="4861" w="28173">
                  <a:moveTo>
                    <a:pt x="17197" y="1"/>
                  </a:moveTo>
                  <a:cubicBezTo>
                    <a:pt x="14714" y="1"/>
                    <a:pt x="12224" y="100"/>
                    <a:pt x="9770" y="330"/>
                  </a:cubicBezTo>
                  <a:cubicBezTo>
                    <a:pt x="7981" y="443"/>
                    <a:pt x="6220" y="699"/>
                    <a:pt x="4488" y="1096"/>
                  </a:cubicBezTo>
                  <a:cubicBezTo>
                    <a:pt x="3267" y="1352"/>
                    <a:pt x="2074" y="1721"/>
                    <a:pt x="938" y="2232"/>
                  </a:cubicBezTo>
                  <a:cubicBezTo>
                    <a:pt x="626" y="2374"/>
                    <a:pt x="342" y="2545"/>
                    <a:pt x="58" y="2772"/>
                  </a:cubicBezTo>
                  <a:cubicBezTo>
                    <a:pt x="1" y="2800"/>
                    <a:pt x="1" y="2885"/>
                    <a:pt x="29" y="2942"/>
                  </a:cubicBezTo>
                  <a:cubicBezTo>
                    <a:pt x="43" y="2956"/>
                    <a:pt x="72" y="2964"/>
                    <a:pt x="100" y="2964"/>
                  </a:cubicBezTo>
                  <a:cubicBezTo>
                    <a:pt x="129" y="2964"/>
                    <a:pt x="157" y="2956"/>
                    <a:pt x="171" y="2942"/>
                  </a:cubicBezTo>
                  <a:cubicBezTo>
                    <a:pt x="308" y="2825"/>
                    <a:pt x="486" y="2761"/>
                    <a:pt x="667" y="2761"/>
                  </a:cubicBezTo>
                  <a:cubicBezTo>
                    <a:pt x="749" y="2761"/>
                    <a:pt x="830" y="2774"/>
                    <a:pt x="910" y="2800"/>
                  </a:cubicBezTo>
                  <a:cubicBezTo>
                    <a:pt x="2046" y="3056"/>
                    <a:pt x="3181" y="3283"/>
                    <a:pt x="4346" y="3510"/>
                  </a:cubicBezTo>
                  <a:cubicBezTo>
                    <a:pt x="6419" y="3965"/>
                    <a:pt x="8549" y="4305"/>
                    <a:pt x="10679" y="4533"/>
                  </a:cubicBezTo>
                  <a:cubicBezTo>
                    <a:pt x="12099" y="4703"/>
                    <a:pt x="13547" y="4817"/>
                    <a:pt x="14967" y="4845"/>
                  </a:cubicBezTo>
                  <a:cubicBezTo>
                    <a:pt x="15301" y="4856"/>
                    <a:pt x="15635" y="4861"/>
                    <a:pt x="15969" y="4861"/>
                  </a:cubicBezTo>
                  <a:cubicBezTo>
                    <a:pt x="18338" y="4861"/>
                    <a:pt x="20714" y="4594"/>
                    <a:pt x="23004" y="4021"/>
                  </a:cubicBezTo>
                  <a:cubicBezTo>
                    <a:pt x="24253" y="3737"/>
                    <a:pt x="25475" y="3255"/>
                    <a:pt x="26582" y="2602"/>
                  </a:cubicBezTo>
                  <a:cubicBezTo>
                    <a:pt x="27122" y="2289"/>
                    <a:pt x="27661" y="1948"/>
                    <a:pt x="28173" y="1579"/>
                  </a:cubicBezTo>
                  <a:cubicBezTo>
                    <a:pt x="28144" y="1437"/>
                    <a:pt x="28031" y="1352"/>
                    <a:pt x="27889" y="1324"/>
                  </a:cubicBezTo>
                  <a:cubicBezTo>
                    <a:pt x="27633" y="1238"/>
                    <a:pt x="27377" y="1153"/>
                    <a:pt x="27122" y="1096"/>
                  </a:cubicBezTo>
                  <a:cubicBezTo>
                    <a:pt x="24452" y="415"/>
                    <a:pt x="21726" y="46"/>
                    <a:pt x="18971" y="17"/>
                  </a:cubicBezTo>
                  <a:cubicBezTo>
                    <a:pt x="18381" y="6"/>
                    <a:pt x="17789" y="1"/>
                    <a:pt x="17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14"/>
            <p:cNvSpPr/>
            <p:nvPr/>
          </p:nvSpPr>
          <p:spPr>
            <a:xfrm>
              <a:off x="846550" y="3216375"/>
              <a:ext cx="584350" cy="76950"/>
            </a:xfrm>
            <a:custGeom>
              <a:rect b="b" l="l" r="r" t="t"/>
              <a:pathLst>
                <a:path extrusionOk="0" h="3078" w="23374">
                  <a:moveTo>
                    <a:pt x="14320" y="0"/>
                  </a:moveTo>
                  <a:cubicBezTo>
                    <a:pt x="11772" y="0"/>
                    <a:pt x="9223" y="114"/>
                    <a:pt x="6675" y="327"/>
                  </a:cubicBezTo>
                  <a:cubicBezTo>
                    <a:pt x="4914" y="469"/>
                    <a:pt x="3153" y="724"/>
                    <a:pt x="1421" y="1093"/>
                  </a:cubicBezTo>
                  <a:cubicBezTo>
                    <a:pt x="938" y="1207"/>
                    <a:pt x="455" y="1321"/>
                    <a:pt x="1" y="1463"/>
                  </a:cubicBezTo>
                  <a:lnTo>
                    <a:pt x="1279" y="1718"/>
                  </a:lnTo>
                  <a:cubicBezTo>
                    <a:pt x="3380" y="2173"/>
                    <a:pt x="5482" y="2513"/>
                    <a:pt x="7612" y="2769"/>
                  </a:cubicBezTo>
                  <a:cubicBezTo>
                    <a:pt x="9032" y="2911"/>
                    <a:pt x="10480" y="3025"/>
                    <a:pt x="11900" y="3053"/>
                  </a:cubicBezTo>
                  <a:cubicBezTo>
                    <a:pt x="12292" y="3069"/>
                    <a:pt x="12682" y="3077"/>
                    <a:pt x="13073" y="3077"/>
                  </a:cubicBezTo>
                  <a:cubicBezTo>
                    <a:pt x="15399" y="3077"/>
                    <a:pt x="17699" y="2789"/>
                    <a:pt x="19937" y="2229"/>
                  </a:cubicBezTo>
                  <a:cubicBezTo>
                    <a:pt x="21130" y="1945"/>
                    <a:pt x="22294" y="1519"/>
                    <a:pt x="23373" y="923"/>
                  </a:cubicBezTo>
                  <a:cubicBezTo>
                    <a:pt x="20902" y="355"/>
                    <a:pt x="18403" y="43"/>
                    <a:pt x="15876" y="14"/>
                  </a:cubicBezTo>
                  <a:cubicBezTo>
                    <a:pt x="15357" y="5"/>
                    <a:pt x="14839" y="0"/>
                    <a:pt x="143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14"/>
            <p:cNvSpPr/>
            <p:nvPr/>
          </p:nvSpPr>
          <p:spPr>
            <a:xfrm>
              <a:off x="1094350" y="1609350"/>
              <a:ext cx="200925" cy="2009025"/>
            </a:xfrm>
            <a:custGeom>
              <a:rect b="b" l="l" r="r" t="t"/>
              <a:pathLst>
                <a:path extrusionOk="0" h="80361" w="8037">
                  <a:moveTo>
                    <a:pt x="7668" y="0"/>
                  </a:moveTo>
                  <a:cubicBezTo>
                    <a:pt x="7554" y="0"/>
                    <a:pt x="7441" y="29"/>
                    <a:pt x="7327" y="85"/>
                  </a:cubicBezTo>
                  <a:cubicBezTo>
                    <a:pt x="7071" y="171"/>
                    <a:pt x="6873" y="341"/>
                    <a:pt x="6674" y="540"/>
                  </a:cubicBezTo>
                  <a:cubicBezTo>
                    <a:pt x="6021" y="1221"/>
                    <a:pt x="5368" y="1931"/>
                    <a:pt x="4771" y="2670"/>
                  </a:cubicBezTo>
                  <a:cubicBezTo>
                    <a:pt x="3692" y="3976"/>
                    <a:pt x="2726" y="5396"/>
                    <a:pt x="1931" y="6901"/>
                  </a:cubicBezTo>
                  <a:cubicBezTo>
                    <a:pt x="1903" y="6986"/>
                    <a:pt x="1846" y="7072"/>
                    <a:pt x="1789" y="7157"/>
                  </a:cubicBezTo>
                  <a:lnTo>
                    <a:pt x="1647" y="7157"/>
                  </a:lnTo>
                  <a:cubicBezTo>
                    <a:pt x="1647" y="7157"/>
                    <a:pt x="1619" y="7128"/>
                    <a:pt x="1619" y="7100"/>
                  </a:cubicBezTo>
                  <a:cubicBezTo>
                    <a:pt x="1590" y="6958"/>
                    <a:pt x="1590" y="6759"/>
                    <a:pt x="1562" y="6589"/>
                  </a:cubicBezTo>
                  <a:cubicBezTo>
                    <a:pt x="1562" y="6390"/>
                    <a:pt x="1505" y="6220"/>
                    <a:pt x="1448" y="6021"/>
                  </a:cubicBezTo>
                  <a:cubicBezTo>
                    <a:pt x="1399" y="5872"/>
                    <a:pt x="1263" y="5788"/>
                    <a:pt x="1116" y="5788"/>
                  </a:cubicBezTo>
                  <a:cubicBezTo>
                    <a:pt x="1094" y="5788"/>
                    <a:pt x="1073" y="5790"/>
                    <a:pt x="1051" y="5794"/>
                  </a:cubicBezTo>
                  <a:cubicBezTo>
                    <a:pt x="852" y="5822"/>
                    <a:pt x="767" y="5907"/>
                    <a:pt x="738" y="6134"/>
                  </a:cubicBezTo>
                  <a:lnTo>
                    <a:pt x="738" y="6418"/>
                  </a:lnTo>
                  <a:cubicBezTo>
                    <a:pt x="682" y="7270"/>
                    <a:pt x="653" y="8122"/>
                    <a:pt x="596" y="8974"/>
                  </a:cubicBezTo>
                  <a:cubicBezTo>
                    <a:pt x="454" y="11729"/>
                    <a:pt x="341" y="14484"/>
                    <a:pt x="369" y="17238"/>
                  </a:cubicBezTo>
                  <a:cubicBezTo>
                    <a:pt x="398" y="18204"/>
                    <a:pt x="454" y="19170"/>
                    <a:pt x="454" y="20163"/>
                  </a:cubicBezTo>
                  <a:cubicBezTo>
                    <a:pt x="483" y="22577"/>
                    <a:pt x="540" y="24963"/>
                    <a:pt x="540" y="27377"/>
                  </a:cubicBezTo>
                  <a:cubicBezTo>
                    <a:pt x="540" y="30841"/>
                    <a:pt x="568" y="34306"/>
                    <a:pt x="426" y="37771"/>
                  </a:cubicBezTo>
                  <a:cubicBezTo>
                    <a:pt x="369" y="39645"/>
                    <a:pt x="312" y="41519"/>
                    <a:pt x="426" y="43394"/>
                  </a:cubicBezTo>
                  <a:cubicBezTo>
                    <a:pt x="568" y="45864"/>
                    <a:pt x="738" y="48364"/>
                    <a:pt x="880" y="50834"/>
                  </a:cubicBezTo>
                  <a:cubicBezTo>
                    <a:pt x="966" y="52623"/>
                    <a:pt x="966" y="54384"/>
                    <a:pt x="880" y="56173"/>
                  </a:cubicBezTo>
                  <a:cubicBezTo>
                    <a:pt x="738" y="58502"/>
                    <a:pt x="596" y="60831"/>
                    <a:pt x="511" y="63188"/>
                  </a:cubicBezTo>
                  <a:cubicBezTo>
                    <a:pt x="454" y="64636"/>
                    <a:pt x="369" y="66084"/>
                    <a:pt x="227" y="67561"/>
                  </a:cubicBezTo>
                  <a:cubicBezTo>
                    <a:pt x="29" y="69578"/>
                    <a:pt x="0" y="71594"/>
                    <a:pt x="114" y="73639"/>
                  </a:cubicBezTo>
                  <a:cubicBezTo>
                    <a:pt x="199" y="74973"/>
                    <a:pt x="256" y="76194"/>
                    <a:pt x="312" y="77416"/>
                  </a:cubicBezTo>
                  <a:cubicBezTo>
                    <a:pt x="369" y="78154"/>
                    <a:pt x="426" y="78864"/>
                    <a:pt x="483" y="79602"/>
                  </a:cubicBezTo>
                  <a:cubicBezTo>
                    <a:pt x="511" y="79830"/>
                    <a:pt x="568" y="80028"/>
                    <a:pt x="682" y="80227"/>
                  </a:cubicBezTo>
                  <a:cubicBezTo>
                    <a:pt x="758" y="80317"/>
                    <a:pt x="864" y="80360"/>
                    <a:pt x="967" y="80360"/>
                  </a:cubicBezTo>
                  <a:cubicBezTo>
                    <a:pt x="1093" y="80360"/>
                    <a:pt x="1216" y="80295"/>
                    <a:pt x="1278" y="80170"/>
                  </a:cubicBezTo>
                  <a:cubicBezTo>
                    <a:pt x="1335" y="80057"/>
                    <a:pt x="1363" y="79915"/>
                    <a:pt x="1363" y="79801"/>
                  </a:cubicBezTo>
                  <a:cubicBezTo>
                    <a:pt x="1392" y="79574"/>
                    <a:pt x="1392" y="79375"/>
                    <a:pt x="1392" y="79148"/>
                  </a:cubicBezTo>
                  <a:cubicBezTo>
                    <a:pt x="1392" y="77416"/>
                    <a:pt x="1221" y="75683"/>
                    <a:pt x="1136" y="73951"/>
                  </a:cubicBezTo>
                  <a:cubicBezTo>
                    <a:pt x="1022" y="72219"/>
                    <a:pt x="1051" y="70458"/>
                    <a:pt x="1164" y="68697"/>
                  </a:cubicBezTo>
                  <a:cubicBezTo>
                    <a:pt x="1306" y="66823"/>
                    <a:pt x="1477" y="64863"/>
                    <a:pt x="1534" y="63017"/>
                  </a:cubicBezTo>
                  <a:cubicBezTo>
                    <a:pt x="1619" y="61171"/>
                    <a:pt x="1704" y="59326"/>
                    <a:pt x="1789" y="57480"/>
                  </a:cubicBezTo>
                  <a:cubicBezTo>
                    <a:pt x="1874" y="55634"/>
                    <a:pt x="2016" y="53788"/>
                    <a:pt x="1931" y="51913"/>
                  </a:cubicBezTo>
                  <a:cubicBezTo>
                    <a:pt x="1818" y="50181"/>
                    <a:pt x="1732" y="48420"/>
                    <a:pt x="1619" y="46688"/>
                  </a:cubicBezTo>
                  <a:cubicBezTo>
                    <a:pt x="1562" y="46234"/>
                    <a:pt x="1676" y="45808"/>
                    <a:pt x="1874" y="45410"/>
                  </a:cubicBezTo>
                  <a:cubicBezTo>
                    <a:pt x="2641" y="43962"/>
                    <a:pt x="3351" y="42457"/>
                    <a:pt x="3948" y="40923"/>
                  </a:cubicBezTo>
                  <a:cubicBezTo>
                    <a:pt x="4061" y="40667"/>
                    <a:pt x="4260" y="40412"/>
                    <a:pt x="4118" y="40099"/>
                  </a:cubicBezTo>
                  <a:cubicBezTo>
                    <a:pt x="4103" y="40098"/>
                    <a:pt x="4089" y="40098"/>
                    <a:pt x="4076" y="40098"/>
                  </a:cubicBezTo>
                  <a:cubicBezTo>
                    <a:pt x="3714" y="40098"/>
                    <a:pt x="3629" y="40449"/>
                    <a:pt x="3465" y="40667"/>
                  </a:cubicBezTo>
                  <a:cubicBezTo>
                    <a:pt x="2897" y="41519"/>
                    <a:pt x="2386" y="42400"/>
                    <a:pt x="1960" y="43337"/>
                  </a:cubicBezTo>
                  <a:cubicBezTo>
                    <a:pt x="1874" y="43536"/>
                    <a:pt x="1818" y="43735"/>
                    <a:pt x="1590" y="43848"/>
                  </a:cubicBezTo>
                  <a:cubicBezTo>
                    <a:pt x="1363" y="43706"/>
                    <a:pt x="1477" y="43479"/>
                    <a:pt x="1448" y="43280"/>
                  </a:cubicBezTo>
                  <a:cubicBezTo>
                    <a:pt x="1420" y="42968"/>
                    <a:pt x="1420" y="42627"/>
                    <a:pt x="1420" y="42315"/>
                  </a:cubicBezTo>
                  <a:cubicBezTo>
                    <a:pt x="1420" y="40241"/>
                    <a:pt x="1448" y="38140"/>
                    <a:pt x="1505" y="36038"/>
                  </a:cubicBezTo>
                  <a:cubicBezTo>
                    <a:pt x="1647" y="32403"/>
                    <a:pt x="1590" y="28768"/>
                    <a:pt x="1562" y="25162"/>
                  </a:cubicBezTo>
                  <a:cubicBezTo>
                    <a:pt x="1562" y="23600"/>
                    <a:pt x="1562" y="22066"/>
                    <a:pt x="1505" y="20533"/>
                  </a:cubicBezTo>
                  <a:cubicBezTo>
                    <a:pt x="1363" y="17721"/>
                    <a:pt x="1363" y="14938"/>
                    <a:pt x="1420" y="12127"/>
                  </a:cubicBezTo>
                  <a:cubicBezTo>
                    <a:pt x="1420" y="11956"/>
                    <a:pt x="1448" y="11786"/>
                    <a:pt x="1448" y="11615"/>
                  </a:cubicBezTo>
                  <a:cubicBezTo>
                    <a:pt x="1676" y="10139"/>
                    <a:pt x="2158" y="8690"/>
                    <a:pt x="2840" y="7327"/>
                  </a:cubicBezTo>
                  <a:cubicBezTo>
                    <a:pt x="3607" y="5907"/>
                    <a:pt x="4487" y="4572"/>
                    <a:pt x="5538" y="3351"/>
                  </a:cubicBezTo>
                  <a:cubicBezTo>
                    <a:pt x="6163" y="2613"/>
                    <a:pt x="6787" y="1875"/>
                    <a:pt x="7441" y="1136"/>
                  </a:cubicBezTo>
                  <a:cubicBezTo>
                    <a:pt x="7639" y="909"/>
                    <a:pt x="7810" y="682"/>
                    <a:pt x="7952" y="426"/>
                  </a:cubicBezTo>
                  <a:cubicBezTo>
                    <a:pt x="8037" y="227"/>
                    <a:pt x="7895" y="29"/>
                    <a:pt x="7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14"/>
            <p:cNvSpPr/>
            <p:nvPr/>
          </p:nvSpPr>
          <p:spPr>
            <a:xfrm>
              <a:off x="1116350" y="2087075"/>
              <a:ext cx="140500" cy="230850"/>
            </a:xfrm>
            <a:custGeom>
              <a:rect b="b" l="l" r="r" t="t"/>
              <a:pathLst>
                <a:path extrusionOk="0" h="9234" w="5620">
                  <a:moveTo>
                    <a:pt x="5283" y="1"/>
                  </a:moveTo>
                  <a:cubicBezTo>
                    <a:pt x="5273" y="1"/>
                    <a:pt x="5264" y="2"/>
                    <a:pt x="5254" y="4"/>
                  </a:cubicBezTo>
                  <a:cubicBezTo>
                    <a:pt x="5141" y="32"/>
                    <a:pt x="5027" y="89"/>
                    <a:pt x="4942" y="174"/>
                  </a:cubicBezTo>
                  <a:cubicBezTo>
                    <a:pt x="4686" y="345"/>
                    <a:pt x="4459" y="600"/>
                    <a:pt x="4289" y="856"/>
                  </a:cubicBezTo>
                  <a:cubicBezTo>
                    <a:pt x="3295" y="2048"/>
                    <a:pt x="2443" y="3298"/>
                    <a:pt x="1648" y="4633"/>
                  </a:cubicBezTo>
                  <a:cubicBezTo>
                    <a:pt x="1108" y="5570"/>
                    <a:pt x="625" y="6564"/>
                    <a:pt x="228" y="7586"/>
                  </a:cubicBezTo>
                  <a:cubicBezTo>
                    <a:pt x="86" y="7927"/>
                    <a:pt x="0" y="8268"/>
                    <a:pt x="0" y="8637"/>
                  </a:cubicBezTo>
                  <a:cubicBezTo>
                    <a:pt x="0" y="8694"/>
                    <a:pt x="0" y="8751"/>
                    <a:pt x="0" y="8779"/>
                  </a:cubicBezTo>
                  <a:cubicBezTo>
                    <a:pt x="29" y="9091"/>
                    <a:pt x="199" y="9233"/>
                    <a:pt x="398" y="9233"/>
                  </a:cubicBezTo>
                  <a:cubicBezTo>
                    <a:pt x="597" y="9233"/>
                    <a:pt x="710" y="9148"/>
                    <a:pt x="796" y="8893"/>
                  </a:cubicBezTo>
                  <a:cubicBezTo>
                    <a:pt x="1165" y="7671"/>
                    <a:pt x="1704" y="6535"/>
                    <a:pt x="2358" y="5456"/>
                  </a:cubicBezTo>
                  <a:cubicBezTo>
                    <a:pt x="3153" y="4065"/>
                    <a:pt x="4090" y="2758"/>
                    <a:pt x="4970" y="1395"/>
                  </a:cubicBezTo>
                  <a:cubicBezTo>
                    <a:pt x="5197" y="1083"/>
                    <a:pt x="5396" y="714"/>
                    <a:pt x="5567" y="316"/>
                  </a:cubicBezTo>
                  <a:cubicBezTo>
                    <a:pt x="5620" y="183"/>
                    <a:pt x="5425" y="1"/>
                    <a:pt x="5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14"/>
            <p:cNvSpPr/>
            <p:nvPr/>
          </p:nvSpPr>
          <p:spPr>
            <a:xfrm>
              <a:off x="966550" y="2202175"/>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63"/>
                  </a:cubicBezTo>
                  <a:cubicBezTo>
                    <a:pt x="1449" y="1903"/>
                    <a:pt x="2102" y="2471"/>
                    <a:pt x="2755" y="3011"/>
                  </a:cubicBezTo>
                  <a:cubicBezTo>
                    <a:pt x="3579" y="3692"/>
                    <a:pt x="4289" y="4487"/>
                    <a:pt x="4913" y="5396"/>
                  </a:cubicBezTo>
                  <a:cubicBezTo>
                    <a:pt x="5141" y="5765"/>
                    <a:pt x="5396" y="6163"/>
                    <a:pt x="5652" y="6560"/>
                  </a:cubicBezTo>
                  <a:cubicBezTo>
                    <a:pt x="5737" y="6702"/>
                    <a:pt x="5850" y="6816"/>
                    <a:pt x="5964" y="6930"/>
                  </a:cubicBezTo>
                  <a:cubicBezTo>
                    <a:pt x="6035" y="6972"/>
                    <a:pt x="6113" y="6994"/>
                    <a:pt x="6188" y="6994"/>
                  </a:cubicBezTo>
                  <a:cubicBezTo>
                    <a:pt x="6262" y="6994"/>
                    <a:pt x="6333" y="6972"/>
                    <a:pt x="6390" y="6930"/>
                  </a:cubicBezTo>
                  <a:cubicBezTo>
                    <a:pt x="6532" y="6844"/>
                    <a:pt x="6589" y="6702"/>
                    <a:pt x="6532" y="6560"/>
                  </a:cubicBezTo>
                  <a:cubicBezTo>
                    <a:pt x="6504" y="6418"/>
                    <a:pt x="6447" y="6276"/>
                    <a:pt x="6390" y="6134"/>
                  </a:cubicBezTo>
                  <a:cubicBezTo>
                    <a:pt x="5907" y="4999"/>
                    <a:pt x="5169" y="3976"/>
                    <a:pt x="4289" y="3124"/>
                  </a:cubicBezTo>
                  <a:cubicBezTo>
                    <a:pt x="3664" y="2499"/>
                    <a:pt x="3011" y="1903"/>
                    <a:pt x="2357" y="1335"/>
                  </a:cubicBezTo>
                  <a:cubicBezTo>
                    <a:pt x="1988" y="994"/>
                    <a:pt x="1591" y="682"/>
                    <a:pt x="1165"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14"/>
            <p:cNvSpPr/>
            <p:nvPr/>
          </p:nvSpPr>
          <p:spPr>
            <a:xfrm>
              <a:off x="282850" y="1466175"/>
              <a:ext cx="719925" cy="774650"/>
            </a:xfrm>
            <a:custGeom>
              <a:rect b="b" l="l" r="r" t="t"/>
              <a:pathLst>
                <a:path extrusionOk="0" h="30986" w="28797">
                  <a:moveTo>
                    <a:pt x="10562" y="0"/>
                  </a:moveTo>
                  <a:cubicBezTo>
                    <a:pt x="9883" y="0"/>
                    <a:pt x="9205" y="101"/>
                    <a:pt x="8548" y="303"/>
                  </a:cubicBezTo>
                  <a:cubicBezTo>
                    <a:pt x="7412" y="644"/>
                    <a:pt x="6361" y="1212"/>
                    <a:pt x="5453" y="1950"/>
                  </a:cubicBezTo>
                  <a:cubicBezTo>
                    <a:pt x="4402" y="2831"/>
                    <a:pt x="3465" y="3853"/>
                    <a:pt x="2670" y="5017"/>
                  </a:cubicBezTo>
                  <a:cubicBezTo>
                    <a:pt x="1988" y="6011"/>
                    <a:pt x="1448" y="7062"/>
                    <a:pt x="1079" y="8226"/>
                  </a:cubicBezTo>
                  <a:cubicBezTo>
                    <a:pt x="313" y="10555"/>
                    <a:pt x="0" y="13026"/>
                    <a:pt x="171" y="15496"/>
                  </a:cubicBezTo>
                  <a:cubicBezTo>
                    <a:pt x="227" y="16632"/>
                    <a:pt x="483" y="17768"/>
                    <a:pt x="880" y="18819"/>
                  </a:cubicBezTo>
                  <a:cubicBezTo>
                    <a:pt x="1477" y="20267"/>
                    <a:pt x="2499" y="21517"/>
                    <a:pt x="3777" y="22426"/>
                  </a:cubicBezTo>
                  <a:cubicBezTo>
                    <a:pt x="4033" y="22596"/>
                    <a:pt x="4317" y="22767"/>
                    <a:pt x="4601" y="22880"/>
                  </a:cubicBezTo>
                  <a:cubicBezTo>
                    <a:pt x="5737" y="23363"/>
                    <a:pt x="6929" y="23647"/>
                    <a:pt x="8151" y="23704"/>
                  </a:cubicBezTo>
                  <a:cubicBezTo>
                    <a:pt x="8719" y="23761"/>
                    <a:pt x="9258" y="23732"/>
                    <a:pt x="9826" y="23789"/>
                  </a:cubicBezTo>
                  <a:cubicBezTo>
                    <a:pt x="11076" y="23874"/>
                    <a:pt x="12354" y="24045"/>
                    <a:pt x="13575" y="24300"/>
                  </a:cubicBezTo>
                  <a:cubicBezTo>
                    <a:pt x="14711" y="24499"/>
                    <a:pt x="15762" y="24982"/>
                    <a:pt x="16670" y="25663"/>
                  </a:cubicBezTo>
                  <a:cubicBezTo>
                    <a:pt x="16897" y="25862"/>
                    <a:pt x="17153" y="26032"/>
                    <a:pt x="17380" y="26203"/>
                  </a:cubicBezTo>
                  <a:cubicBezTo>
                    <a:pt x="18261" y="26913"/>
                    <a:pt x="19113" y="27623"/>
                    <a:pt x="19993" y="28304"/>
                  </a:cubicBezTo>
                  <a:cubicBezTo>
                    <a:pt x="21356" y="29384"/>
                    <a:pt x="22890" y="30207"/>
                    <a:pt x="24508" y="30803"/>
                  </a:cubicBezTo>
                  <a:cubicBezTo>
                    <a:pt x="24913" y="30926"/>
                    <a:pt x="25334" y="30985"/>
                    <a:pt x="25755" y="30985"/>
                  </a:cubicBezTo>
                  <a:cubicBezTo>
                    <a:pt x="26308" y="30985"/>
                    <a:pt x="26861" y="30883"/>
                    <a:pt x="27377" y="30690"/>
                  </a:cubicBezTo>
                  <a:cubicBezTo>
                    <a:pt x="27746" y="30576"/>
                    <a:pt x="28058" y="30292"/>
                    <a:pt x="28257" y="29952"/>
                  </a:cubicBezTo>
                  <a:cubicBezTo>
                    <a:pt x="28456" y="29611"/>
                    <a:pt x="28598" y="29213"/>
                    <a:pt x="28683" y="28787"/>
                  </a:cubicBezTo>
                  <a:cubicBezTo>
                    <a:pt x="28797" y="27992"/>
                    <a:pt x="28740" y="27197"/>
                    <a:pt x="28569" y="26402"/>
                  </a:cubicBezTo>
                  <a:cubicBezTo>
                    <a:pt x="28399" y="25720"/>
                    <a:pt x="28200" y="25039"/>
                    <a:pt x="28001" y="24357"/>
                  </a:cubicBezTo>
                  <a:cubicBezTo>
                    <a:pt x="27604" y="23107"/>
                    <a:pt x="27292" y="21801"/>
                    <a:pt x="27150" y="20466"/>
                  </a:cubicBezTo>
                  <a:cubicBezTo>
                    <a:pt x="27093" y="20012"/>
                    <a:pt x="27036" y="19558"/>
                    <a:pt x="26979" y="19075"/>
                  </a:cubicBezTo>
                  <a:cubicBezTo>
                    <a:pt x="26866" y="18138"/>
                    <a:pt x="26780" y="17200"/>
                    <a:pt x="26638" y="16235"/>
                  </a:cubicBezTo>
                  <a:cubicBezTo>
                    <a:pt x="26440" y="15014"/>
                    <a:pt x="26014" y="13821"/>
                    <a:pt x="25332" y="12799"/>
                  </a:cubicBezTo>
                  <a:cubicBezTo>
                    <a:pt x="24736" y="11833"/>
                    <a:pt x="23940" y="10981"/>
                    <a:pt x="23060" y="10243"/>
                  </a:cubicBezTo>
                  <a:cubicBezTo>
                    <a:pt x="22293" y="9675"/>
                    <a:pt x="21640" y="8993"/>
                    <a:pt x="21044" y="8255"/>
                  </a:cubicBezTo>
                  <a:cubicBezTo>
                    <a:pt x="20447" y="7431"/>
                    <a:pt x="19851" y="6608"/>
                    <a:pt x="19226" y="5812"/>
                  </a:cubicBezTo>
                  <a:cubicBezTo>
                    <a:pt x="18317" y="4620"/>
                    <a:pt x="17323" y="3512"/>
                    <a:pt x="16216" y="2518"/>
                  </a:cubicBezTo>
                  <a:cubicBezTo>
                    <a:pt x="15307" y="1638"/>
                    <a:pt x="14228" y="956"/>
                    <a:pt x="13064" y="473"/>
                  </a:cubicBezTo>
                  <a:cubicBezTo>
                    <a:pt x="12259" y="158"/>
                    <a:pt x="11411" y="0"/>
                    <a:pt x="10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14"/>
            <p:cNvSpPr/>
            <p:nvPr/>
          </p:nvSpPr>
          <p:spPr>
            <a:xfrm>
              <a:off x="392875" y="1540200"/>
              <a:ext cx="576525" cy="649925"/>
            </a:xfrm>
            <a:custGeom>
              <a:rect b="b" l="l" r="r" t="t"/>
              <a:pathLst>
                <a:path extrusionOk="0" h="25997" w="23061">
                  <a:moveTo>
                    <a:pt x="6170" y="0"/>
                  </a:moveTo>
                  <a:cubicBezTo>
                    <a:pt x="6122" y="0"/>
                    <a:pt x="6071" y="27"/>
                    <a:pt x="6050" y="68"/>
                  </a:cubicBezTo>
                  <a:cubicBezTo>
                    <a:pt x="5993" y="125"/>
                    <a:pt x="6022" y="210"/>
                    <a:pt x="6078" y="267"/>
                  </a:cubicBezTo>
                  <a:cubicBezTo>
                    <a:pt x="6448" y="693"/>
                    <a:pt x="6845" y="1148"/>
                    <a:pt x="7243" y="1574"/>
                  </a:cubicBezTo>
                  <a:cubicBezTo>
                    <a:pt x="8549" y="2937"/>
                    <a:pt x="9486" y="4584"/>
                    <a:pt x="10054" y="6373"/>
                  </a:cubicBezTo>
                  <a:cubicBezTo>
                    <a:pt x="10338" y="7395"/>
                    <a:pt x="10651" y="8418"/>
                    <a:pt x="10935" y="9468"/>
                  </a:cubicBezTo>
                  <a:cubicBezTo>
                    <a:pt x="10935" y="9497"/>
                    <a:pt x="10935" y="9554"/>
                    <a:pt x="10935" y="9610"/>
                  </a:cubicBezTo>
                  <a:cubicBezTo>
                    <a:pt x="10935" y="9657"/>
                    <a:pt x="10878" y="9703"/>
                    <a:pt x="10811" y="9703"/>
                  </a:cubicBezTo>
                  <a:cubicBezTo>
                    <a:pt x="10795" y="9703"/>
                    <a:pt x="10780" y="9701"/>
                    <a:pt x="10764" y="9696"/>
                  </a:cubicBezTo>
                  <a:cubicBezTo>
                    <a:pt x="10679" y="9667"/>
                    <a:pt x="10594" y="9610"/>
                    <a:pt x="10537" y="9554"/>
                  </a:cubicBezTo>
                  <a:cubicBezTo>
                    <a:pt x="9259" y="8531"/>
                    <a:pt x="7839" y="7708"/>
                    <a:pt x="6334" y="7083"/>
                  </a:cubicBezTo>
                  <a:cubicBezTo>
                    <a:pt x="5482" y="6771"/>
                    <a:pt x="4658" y="6430"/>
                    <a:pt x="3835" y="6061"/>
                  </a:cubicBezTo>
                  <a:cubicBezTo>
                    <a:pt x="3267" y="5833"/>
                    <a:pt x="2727" y="5578"/>
                    <a:pt x="2159" y="5322"/>
                  </a:cubicBezTo>
                  <a:cubicBezTo>
                    <a:pt x="1932" y="5209"/>
                    <a:pt x="1648" y="5152"/>
                    <a:pt x="1393" y="5152"/>
                  </a:cubicBezTo>
                  <a:cubicBezTo>
                    <a:pt x="1336" y="5152"/>
                    <a:pt x="1307" y="5180"/>
                    <a:pt x="1279" y="5237"/>
                  </a:cubicBezTo>
                  <a:cubicBezTo>
                    <a:pt x="1222" y="5294"/>
                    <a:pt x="1251" y="5379"/>
                    <a:pt x="1336" y="5407"/>
                  </a:cubicBezTo>
                  <a:cubicBezTo>
                    <a:pt x="2046" y="5748"/>
                    <a:pt x="2756" y="6117"/>
                    <a:pt x="3494" y="6430"/>
                  </a:cubicBezTo>
                  <a:cubicBezTo>
                    <a:pt x="4516" y="6884"/>
                    <a:pt x="5567" y="7310"/>
                    <a:pt x="6590" y="7764"/>
                  </a:cubicBezTo>
                  <a:cubicBezTo>
                    <a:pt x="8038" y="8418"/>
                    <a:pt x="9373" y="9270"/>
                    <a:pt x="10565" y="10292"/>
                  </a:cubicBezTo>
                  <a:cubicBezTo>
                    <a:pt x="10679" y="10406"/>
                    <a:pt x="10849" y="10491"/>
                    <a:pt x="10849" y="10690"/>
                  </a:cubicBezTo>
                  <a:cubicBezTo>
                    <a:pt x="10811" y="10765"/>
                    <a:pt x="10748" y="10778"/>
                    <a:pt x="10685" y="10778"/>
                  </a:cubicBezTo>
                  <a:cubicBezTo>
                    <a:pt x="10654" y="10778"/>
                    <a:pt x="10622" y="10775"/>
                    <a:pt x="10594" y="10775"/>
                  </a:cubicBezTo>
                  <a:cubicBezTo>
                    <a:pt x="10404" y="10775"/>
                    <a:pt x="10228" y="10762"/>
                    <a:pt x="10055" y="10762"/>
                  </a:cubicBezTo>
                  <a:cubicBezTo>
                    <a:pt x="9969" y="10762"/>
                    <a:pt x="9884" y="10765"/>
                    <a:pt x="9799" y="10775"/>
                  </a:cubicBezTo>
                  <a:cubicBezTo>
                    <a:pt x="8805" y="10917"/>
                    <a:pt x="7839" y="11087"/>
                    <a:pt x="6874" y="11371"/>
                  </a:cubicBezTo>
                  <a:cubicBezTo>
                    <a:pt x="5732" y="11619"/>
                    <a:pt x="4603" y="11828"/>
                    <a:pt x="3452" y="11828"/>
                  </a:cubicBezTo>
                  <a:cubicBezTo>
                    <a:pt x="2886" y="11828"/>
                    <a:pt x="2314" y="11777"/>
                    <a:pt x="1733" y="11655"/>
                  </a:cubicBezTo>
                  <a:cubicBezTo>
                    <a:pt x="1279" y="11570"/>
                    <a:pt x="825" y="11542"/>
                    <a:pt x="370" y="11485"/>
                  </a:cubicBezTo>
                  <a:cubicBezTo>
                    <a:pt x="332" y="11480"/>
                    <a:pt x="297" y="11478"/>
                    <a:pt x="264" y="11478"/>
                  </a:cubicBezTo>
                  <a:cubicBezTo>
                    <a:pt x="100" y="11478"/>
                    <a:pt x="1" y="11537"/>
                    <a:pt x="1" y="11655"/>
                  </a:cubicBezTo>
                  <a:cubicBezTo>
                    <a:pt x="29" y="11797"/>
                    <a:pt x="143" y="11854"/>
                    <a:pt x="257" y="11882"/>
                  </a:cubicBezTo>
                  <a:cubicBezTo>
                    <a:pt x="342" y="11939"/>
                    <a:pt x="455" y="11968"/>
                    <a:pt x="541" y="11996"/>
                  </a:cubicBezTo>
                  <a:cubicBezTo>
                    <a:pt x="1500" y="12241"/>
                    <a:pt x="2495" y="12364"/>
                    <a:pt x="3483" y="12364"/>
                  </a:cubicBezTo>
                  <a:cubicBezTo>
                    <a:pt x="3752" y="12364"/>
                    <a:pt x="4021" y="12355"/>
                    <a:pt x="4289" y="12337"/>
                  </a:cubicBezTo>
                  <a:cubicBezTo>
                    <a:pt x="5567" y="12195"/>
                    <a:pt x="6788" y="11968"/>
                    <a:pt x="8038" y="11684"/>
                  </a:cubicBezTo>
                  <a:cubicBezTo>
                    <a:pt x="9003" y="11456"/>
                    <a:pt x="9997" y="11343"/>
                    <a:pt x="10991" y="11343"/>
                  </a:cubicBezTo>
                  <a:cubicBezTo>
                    <a:pt x="11446" y="11343"/>
                    <a:pt x="11872" y="11513"/>
                    <a:pt x="12156" y="11826"/>
                  </a:cubicBezTo>
                  <a:cubicBezTo>
                    <a:pt x="13150" y="12848"/>
                    <a:pt x="14087" y="13899"/>
                    <a:pt x="14967" y="15006"/>
                  </a:cubicBezTo>
                  <a:cubicBezTo>
                    <a:pt x="15024" y="15063"/>
                    <a:pt x="15081" y="15148"/>
                    <a:pt x="15138" y="15233"/>
                  </a:cubicBezTo>
                  <a:cubicBezTo>
                    <a:pt x="15166" y="15347"/>
                    <a:pt x="15109" y="15432"/>
                    <a:pt x="14996" y="15432"/>
                  </a:cubicBezTo>
                  <a:cubicBezTo>
                    <a:pt x="14882" y="15432"/>
                    <a:pt x="14768" y="15432"/>
                    <a:pt x="14655" y="15404"/>
                  </a:cubicBezTo>
                  <a:cubicBezTo>
                    <a:pt x="14361" y="15383"/>
                    <a:pt x="14068" y="15373"/>
                    <a:pt x="13775" y="15373"/>
                  </a:cubicBezTo>
                  <a:cubicBezTo>
                    <a:pt x="12848" y="15373"/>
                    <a:pt x="11926" y="15479"/>
                    <a:pt x="11020" y="15716"/>
                  </a:cubicBezTo>
                  <a:cubicBezTo>
                    <a:pt x="9969" y="15943"/>
                    <a:pt x="8947" y="16227"/>
                    <a:pt x="7867" y="16369"/>
                  </a:cubicBezTo>
                  <a:cubicBezTo>
                    <a:pt x="7388" y="16458"/>
                    <a:pt x="6887" y="16502"/>
                    <a:pt x="6384" y="16502"/>
                  </a:cubicBezTo>
                  <a:cubicBezTo>
                    <a:pt x="6082" y="16502"/>
                    <a:pt x="5780" y="16486"/>
                    <a:pt x="5482" y="16455"/>
                  </a:cubicBezTo>
                  <a:lnTo>
                    <a:pt x="4176" y="16256"/>
                  </a:lnTo>
                  <a:cubicBezTo>
                    <a:pt x="4076" y="16227"/>
                    <a:pt x="3970" y="16213"/>
                    <a:pt x="3860" y="16213"/>
                  </a:cubicBezTo>
                  <a:cubicBezTo>
                    <a:pt x="3750" y="16213"/>
                    <a:pt x="3636" y="16227"/>
                    <a:pt x="3522" y="16256"/>
                  </a:cubicBezTo>
                  <a:cubicBezTo>
                    <a:pt x="3466" y="16256"/>
                    <a:pt x="3466" y="16313"/>
                    <a:pt x="3466" y="16369"/>
                  </a:cubicBezTo>
                  <a:cubicBezTo>
                    <a:pt x="3494" y="16369"/>
                    <a:pt x="3494" y="16398"/>
                    <a:pt x="3494" y="16426"/>
                  </a:cubicBezTo>
                  <a:cubicBezTo>
                    <a:pt x="3608" y="16540"/>
                    <a:pt x="3721" y="16597"/>
                    <a:pt x="3892" y="16625"/>
                  </a:cubicBezTo>
                  <a:cubicBezTo>
                    <a:pt x="4545" y="16767"/>
                    <a:pt x="5198" y="16909"/>
                    <a:pt x="5880" y="16994"/>
                  </a:cubicBezTo>
                  <a:cubicBezTo>
                    <a:pt x="6083" y="17013"/>
                    <a:pt x="6287" y="17022"/>
                    <a:pt x="6490" y="17022"/>
                  </a:cubicBezTo>
                  <a:cubicBezTo>
                    <a:pt x="7477" y="17022"/>
                    <a:pt x="8454" y="16818"/>
                    <a:pt x="9373" y="16653"/>
                  </a:cubicBezTo>
                  <a:cubicBezTo>
                    <a:pt x="10452" y="16426"/>
                    <a:pt x="11531" y="16142"/>
                    <a:pt x="12638" y="16000"/>
                  </a:cubicBezTo>
                  <a:cubicBezTo>
                    <a:pt x="13050" y="15958"/>
                    <a:pt x="13455" y="15936"/>
                    <a:pt x="13856" y="15936"/>
                  </a:cubicBezTo>
                  <a:cubicBezTo>
                    <a:pt x="14257" y="15936"/>
                    <a:pt x="14655" y="15958"/>
                    <a:pt x="15052" y="16000"/>
                  </a:cubicBezTo>
                  <a:cubicBezTo>
                    <a:pt x="15535" y="16000"/>
                    <a:pt x="15961" y="16256"/>
                    <a:pt x="16188" y="16653"/>
                  </a:cubicBezTo>
                  <a:cubicBezTo>
                    <a:pt x="16898" y="17818"/>
                    <a:pt x="17665" y="18954"/>
                    <a:pt x="18375" y="20118"/>
                  </a:cubicBezTo>
                  <a:cubicBezTo>
                    <a:pt x="18432" y="20232"/>
                    <a:pt x="18489" y="20345"/>
                    <a:pt x="18517" y="20459"/>
                  </a:cubicBezTo>
                  <a:cubicBezTo>
                    <a:pt x="18545" y="20544"/>
                    <a:pt x="18460" y="20629"/>
                    <a:pt x="18375" y="20629"/>
                  </a:cubicBezTo>
                  <a:cubicBezTo>
                    <a:pt x="18290" y="20601"/>
                    <a:pt x="18233" y="20601"/>
                    <a:pt x="18148" y="20572"/>
                  </a:cubicBezTo>
                  <a:cubicBezTo>
                    <a:pt x="17608" y="20402"/>
                    <a:pt x="17069" y="20317"/>
                    <a:pt x="16501" y="20260"/>
                  </a:cubicBezTo>
                  <a:cubicBezTo>
                    <a:pt x="15138" y="20118"/>
                    <a:pt x="13774" y="19891"/>
                    <a:pt x="12411" y="19578"/>
                  </a:cubicBezTo>
                  <a:cubicBezTo>
                    <a:pt x="11929" y="19465"/>
                    <a:pt x="11474" y="19323"/>
                    <a:pt x="10991" y="19209"/>
                  </a:cubicBezTo>
                  <a:cubicBezTo>
                    <a:pt x="10965" y="19203"/>
                    <a:pt x="10936" y="19199"/>
                    <a:pt x="10908" y="19199"/>
                  </a:cubicBezTo>
                  <a:cubicBezTo>
                    <a:pt x="10815" y="19199"/>
                    <a:pt x="10722" y="19236"/>
                    <a:pt x="10679" y="19323"/>
                  </a:cubicBezTo>
                  <a:cubicBezTo>
                    <a:pt x="10651" y="19436"/>
                    <a:pt x="10736" y="19493"/>
                    <a:pt x="10821" y="19550"/>
                  </a:cubicBezTo>
                  <a:cubicBezTo>
                    <a:pt x="11105" y="19692"/>
                    <a:pt x="11389" y="19834"/>
                    <a:pt x="11701" y="19891"/>
                  </a:cubicBezTo>
                  <a:cubicBezTo>
                    <a:pt x="13008" y="20232"/>
                    <a:pt x="14342" y="20487"/>
                    <a:pt x="15706" y="20658"/>
                  </a:cubicBezTo>
                  <a:cubicBezTo>
                    <a:pt x="16671" y="20743"/>
                    <a:pt x="17637" y="20942"/>
                    <a:pt x="18574" y="21197"/>
                  </a:cubicBezTo>
                  <a:cubicBezTo>
                    <a:pt x="18943" y="21282"/>
                    <a:pt x="19227" y="21510"/>
                    <a:pt x="19426" y="21822"/>
                  </a:cubicBezTo>
                  <a:cubicBezTo>
                    <a:pt x="19710" y="22305"/>
                    <a:pt x="20022" y="22759"/>
                    <a:pt x="20306" y="23242"/>
                  </a:cubicBezTo>
                  <a:lnTo>
                    <a:pt x="20931" y="24207"/>
                  </a:lnTo>
                  <a:cubicBezTo>
                    <a:pt x="20858" y="24262"/>
                    <a:pt x="20772" y="24294"/>
                    <a:pt x="20683" y="24294"/>
                  </a:cubicBezTo>
                  <a:cubicBezTo>
                    <a:pt x="20634" y="24294"/>
                    <a:pt x="20584" y="24284"/>
                    <a:pt x="20533" y="24264"/>
                  </a:cubicBezTo>
                  <a:cubicBezTo>
                    <a:pt x="19170" y="23952"/>
                    <a:pt x="17779" y="23696"/>
                    <a:pt x="16416" y="23299"/>
                  </a:cubicBezTo>
                  <a:cubicBezTo>
                    <a:pt x="16332" y="23257"/>
                    <a:pt x="16219" y="23231"/>
                    <a:pt x="16108" y="23231"/>
                  </a:cubicBezTo>
                  <a:cubicBezTo>
                    <a:pt x="16068" y="23231"/>
                    <a:pt x="16028" y="23234"/>
                    <a:pt x="15990" y="23242"/>
                  </a:cubicBezTo>
                  <a:cubicBezTo>
                    <a:pt x="15961" y="23270"/>
                    <a:pt x="15904" y="23299"/>
                    <a:pt x="15904" y="23327"/>
                  </a:cubicBezTo>
                  <a:cubicBezTo>
                    <a:pt x="15904" y="23384"/>
                    <a:pt x="15904" y="23441"/>
                    <a:pt x="15961" y="23469"/>
                  </a:cubicBezTo>
                  <a:cubicBezTo>
                    <a:pt x="16132" y="23583"/>
                    <a:pt x="16330" y="23668"/>
                    <a:pt x="16529" y="23753"/>
                  </a:cubicBezTo>
                  <a:cubicBezTo>
                    <a:pt x="17069" y="23952"/>
                    <a:pt x="17637" y="24122"/>
                    <a:pt x="18205" y="24264"/>
                  </a:cubicBezTo>
                  <a:cubicBezTo>
                    <a:pt x="19170" y="24491"/>
                    <a:pt x="20136" y="24662"/>
                    <a:pt x="21130" y="24861"/>
                  </a:cubicBezTo>
                  <a:cubicBezTo>
                    <a:pt x="21357" y="24917"/>
                    <a:pt x="21584" y="25031"/>
                    <a:pt x="21755" y="25230"/>
                  </a:cubicBezTo>
                  <a:cubicBezTo>
                    <a:pt x="21925" y="25429"/>
                    <a:pt x="22152" y="25656"/>
                    <a:pt x="22379" y="25826"/>
                  </a:cubicBezTo>
                  <a:cubicBezTo>
                    <a:pt x="22465" y="25940"/>
                    <a:pt x="22607" y="25997"/>
                    <a:pt x="22777" y="25997"/>
                  </a:cubicBezTo>
                  <a:cubicBezTo>
                    <a:pt x="22919" y="25968"/>
                    <a:pt x="23061" y="25798"/>
                    <a:pt x="22976" y="25684"/>
                  </a:cubicBezTo>
                  <a:cubicBezTo>
                    <a:pt x="22805" y="25400"/>
                    <a:pt x="22635" y="25145"/>
                    <a:pt x="22465" y="24889"/>
                  </a:cubicBezTo>
                  <a:cubicBezTo>
                    <a:pt x="21755" y="23923"/>
                    <a:pt x="21101" y="22929"/>
                    <a:pt x="20533" y="21879"/>
                  </a:cubicBezTo>
                  <a:cubicBezTo>
                    <a:pt x="20420" y="21708"/>
                    <a:pt x="20363" y="21538"/>
                    <a:pt x="20306" y="21339"/>
                  </a:cubicBezTo>
                  <a:cubicBezTo>
                    <a:pt x="20193" y="20658"/>
                    <a:pt x="20107" y="19948"/>
                    <a:pt x="20107" y="19238"/>
                  </a:cubicBezTo>
                  <a:cubicBezTo>
                    <a:pt x="20107" y="18073"/>
                    <a:pt x="20051" y="16909"/>
                    <a:pt x="19880" y="15745"/>
                  </a:cubicBezTo>
                  <a:cubicBezTo>
                    <a:pt x="19767" y="14978"/>
                    <a:pt x="19653" y="14211"/>
                    <a:pt x="19483" y="13444"/>
                  </a:cubicBezTo>
                  <a:cubicBezTo>
                    <a:pt x="19369" y="12933"/>
                    <a:pt x="19170" y="12422"/>
                    <a:pt x="19000" y="11911"/>
                  </a:cubicBezTo>
                  <a:cubicBezTo>
                    <a:pt x="18971" y="11797"/>
                    <a:pt x="18886" y="11684"/>
                    <a:pt x="18773" y="11655"/>
                  </a:cubicBezTo>
                  <a:cubicBezTo>
                    <a:pt x="18752" y="11645"/>
                    <a:pt x="18723" y="11638"/>
                    <a:pt x="18696" y="11638"/>
                  </a:cubicBezTo>
                  <a:cubicBezTo>
                    <a:pt x="18648" y="11638"/>
                    <a:pt x="18602" y="11658"/>
                    <a:pt x="18602" y="11712"/>
                  </a:cubicBezTo>
                  <a:cubicBezTo>
                    <a:pt x="18574" y="11797"/>
                    <a:pt x="18574" y="11882"/>
                    <a:pt x="18602" y="11996"/>
                  </a:cubicBezTo>
                  <a:cubicBezTo>
                    <a:pt x="18858" y="12848"/>
                    <a:pt x="19057" y="13728"/>
                    <a:pt x="19170" y="14637"/>
                  </a:cubicBezTo>
                  <a:cubicBezTo>
                    <a:pt x="19454" y="16284"/>
                    <a:pt x="19625" y="17960"/>
                    <a:pt x="19625" y="19635"/>
                  </a:cubicBezTo>
                  <a:cubicBezTo>
                    <a:pt x="19653" y="19806"/>
                    <a:pt x="19681" y="19976"/>
                    <a:pt x="19511" y="20090"/>
                  </a:cubicBezTo>
                  <a:cubicBezTo>
                    <a:pt x="19454" y="20061"/>
                    <a:pt x="19397" y="20004"/>
                    <a:pt x="19341" y="19948"/>
                  </a:cubicBezTo>
                  <a:cubicBezTo>
                    <a:pt x="18943" y="19351"/>
                    <a:pt x="18574" y="18726"/>
                    <a:pt x="18148" y="18130"/>
                  </a:cubicBezTo>
                  <a:cubicBezTo>
                    <a:pt x="17835" y="17619"/>
                    <a:pt x="17495" y="17108"/>
                    <a:pt x="17154" y="16625"/>
                  </a:cubicBezTo>
                  <a:cubicBezTo>
                    <a:pt x="16785" y="16142"/>
                    <a:pt x="16558" y="15603"/>
                    <a:pt x="16472" y="15006"/>
                  </a:cubicBezTo>
                  <a:cubicBezTo>
                    <a:pt x="16302" y="13984"/>
                    <a:pt x="16103" y="12905"/>
                    <a:pt x="15933" y="11854"/>
                  </a:cubicBezTo>
                  <a:cubicBezTo>
                    <a:pt x="15791" y="10917"/>
                    <a:pt x="15564" y="9980"/>
                    <a:pt x="15280" y="9099"/>
                  </a:cubicBezTo>
                  <a:cubicBezTo>
                    <a:pt x="14683" y="7310"/>
                    <a:pt x="13774" y="5635"/>
                    <a:pt x="12638" y="4158"/>
                  </a:cubicBezTo>
                  <a:cubicBezTo>
                    <a:pt x="12553" y="3987"/>
                    <a:pt x="12411" y="3845"/>
                    <a:pt x="12241" y="3760"/>
                  </a:cubicBezTo>
                  <a:cubicBezTo>
                    <a:pt x="12224" y="3752"/>
                    <a:pt x="12208" y="3748"/>
                    <a:pt x="12192" y="3748"/>
                  </a:cubicBezTo>
                  <a:cubicBezTo>
                    <a:pt x="12153" y="3748"/>
                    <a:pt x="12119" y="3769"/>
                    <a:pt x="12099" y="3789"/>
                  </a:cubicBezTo>
                  <a:cubicBezTo>
                    <a:pt x="12071" y="3817"/>
                    <a:pt x="12042" y="3845"/>
                    <a:pt x="12042" y="3902"/>
                  </a:cubicBezTo>
                  <a:cubicBezTo>
                    <a:pt x="12099" y="4016"/>
                    <a:pt x="12127" y="4129"/>
                    <a:pt x="12184" y="4243"/>
                  </a:cubicBezTo>
                  <a:cubicBezTo>
                    <a:pt x="12582" y="4896"/>
                    <a:pt x="12951" y="5549"/>
                    <a:pt x="13348" y="6174"/>
                  </a:cubicBezTo>
                  <a:cubicBezTo>
                    <a:pt x="14030" y="7367"/>
                    <a:pt x="14570" y="8616"/>
                    <a:pt x="14967" y="9923"/>
                  </a:cubicBezTo>
                  <a:cubicBezTo>
                    <a:pt x="15052" y="10207"/>
                    <a:pt x="15138" y="10519"/>
                    <a:pt x="15194" y="10832"/>
                  </a:cubicBezTo>
                  <a:cubicBezTo>
                    <a:pt x="15422" y="11939"/>
                    <a:pt x="15592" y="13075"/>
                    <a:pt x="15791" y="14211"/>
                  </a:cubicBezTo>
                  <a:cubicBezTo>
                    <a:pt x="15819" y="14325"/>
                    <a:pt x="15904" y="14467"/>
                    <a:pt x="15791" y="14609"/>
                  </a:cubicBezTo>
                  <a:cubicBezTo>
                    <a:pt x="15734" y="14609"/>
                    <a:pt x="15677" y="14609"/>
                    <a:pt x="15649" y="14580"/>
                  </a:cubicBezTo>
                  <a:cubicBezTo>
                    <a:pt x="15507" y="14410"/>
                    <a:pt x="15336" y="14268"/>
                    <a:pt x="15194" y="14097"/>
                  </a:cubicBezTo>
                  <a:cubicBezTo>
                    <a:pt x="14342" y="13103"/>
                    <a:pt x="13434" y="12166"/>
                    <a:pt x="12496" y="11258"/>
                  </a:cubicBezTo>
                  <a:cubicBezTo>
                    <a:pt x="12326" y="11116"/>
                    <a:pt x="12184" y="10945"/>
                    <a:pt x="12071" y="10746"/>
                  </a:cubicBezTo>
                  <a:cubicBezTo>
                    <a:pt x="11843" y="10349"/>
                    <a:pt x="11673" y="9923"/>
                    <a:pt x="11531" y="9468"/>
                  </a:cubicBezTo>
                  <a:cubicBezTo>
                    <a:pt x="11247" y="8474"/>
                    <a:pt x="10991" y="7452"/>
                    <a:pt x="10679" y="6458"/>
                  </a:cubicBezTo>
                  <a:cubicBezTo>
                    <a:pt x="10423" y="5578"/>
                    <a:pt x="10111" y="4754"/>
                    <a:pt x="9685" y="3959"/>
                  </a:cubicBezTo>
                  <a:cubicBezTo>
                    <a:pt x="9060" y="2681"/>
                    <a:pt x="8095" y="1630"/>
                    <a:pt x="7101" y="608"/>
                  </a:cubicBezTo>
                  <a:cubicBezTo>
                    <a:pt x="6930" y="438"/>
                    <a:pt x="6760" y="296"/>
                    <a:pt x="6561" y="154"/>
                  </a:cubicBezTo>
                  <a:cubicBezTo>
                    <a:pt x="6448" y="68"/>
                    <a:pt x="6334" y="40"/>
                    <a:pt x="6220" y="12"/>
                  </a:cubicBezTo>
                  <a:cubicBezTo>
                    <a:pt x="6205" y="4"/>
                    <a:pt x="6188" y="0"/>
                    <a:pt x="6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14"/>
            <p:cNvSpPr/>
            <p:nvPr/>
          </p:nvSpPr>
          <p:spPr>
            <a:xfrm>
              <a:off x="1127700" y="2939050"/>
              <a:ext cx="164650" cy="174225"/>
            </a:xfrm>
            <a:custGeom>
              <a:rect b="b" l="l" r="r" t="t"/>
              <a:pathLst>
                <a:path extrusionOk="0" h="6969" w="6586">
                  <a:moveTo>
                    <a:pt x="6235" y="1"/>
                  </a:moveTo>
                  <a:cubicBezTo>
                    <a:pt x="6221" y="1"/>
                    <a:pt x="6206" y="2"/>
                    <a:pt x="6192" y="3"/>
                  </a:cubicBezTo>
                  <a:cubicBezTo>
                    <a:pt x="5908" y="32"/>
                    <a:pt x="5624" y="145"/>
                    <a:pt x="5425" y="344"/>
                  </a:cubicBezTo>
                  <a:cubicBezTo>
                    <a:pt x="4999" y="657"/>
                    <a:pt x="4601" y="969"/>
                    <a:pt x="4232" y="1310"/>
                  </a:cubicBezTo>
                  <a:cubicBezTo>
                    <a:pt x="3579" y="1878"/>
                    <a:pt x="2926" y="2474"/>
                    <a:pt x="2301" y="3099"/>
                  </a:cubicBezTo>
                  <a:cubicBezTo>
                    <a:pt x="1392" y="3951"/>
                    <a:pt x="682" y="4973"/>
                    <a:pt x="200" y="6109"/>
                  </a:cubicBezTo>
                  <a:cubicBezTo>
                    <a:pt x="114" y="6251"/>
                    <a:pt x="86" y="6393"/>
                    <a:pt x="29" y="6535"/>
                  </a:cubicBezTo>
                  <a:cubicBezTo>
                    <a:pt x="1" y="6677"/>
                    <a:pt x="58" y="6848"/>
                    <a:pt x="200" y="6904"/>
                  </a:cubicBezTo>
                  <a:cubicBezTo>
                    <a:pt x="256" y="6947"/>
                    <a:pt x="327" y="6968"/>
                    <a:pt x="398" y="6968"/>
                  </a:cubicBezTo>
                  <a:cubicBezTo>
                    <a:pt x="469" y="6968"/>
                    <a:pt x="540" y="6947"/>
                    <a:pt x="597" y="6904"/>
                  </a:cubicBezTo>
                  <a:cubicBezTo>
                    <a:pt x="739" y="6791"/>
                    <a:pt x="853" y="6677"/>
                    <a:pt x="938" y="6535"/>
                  </a:cubicBezTo>
                  <a:cubicBezTo>
                    <a:pt x="1194" y="6138"/>
                    <a:pt x="1421" y="5740"/>
                    <a:pt x="1676" y="5371"/>
                  </a:cubicBezTo>
                  <a:cubicBezTo>
                    <a:pt x="2273" y="4490"/>
                    <a:pt x="3011" y="3695"/>
                    <a:pt x="3835" y="3014"/>
                  </a:cubicBezTo>
                  <a:cubicBezTo>
                    <a:pt x="4459" y="2446"/>
                    <a:pt x="5113" y="1878"/>
                    <a:pt x="5766" y="1338"/>
                  </a:cubicBezTo>
                  <a:cubicBezTo>
                    <a:pt x="5965" y="1168"/>
                    <a:pt x="6163" y="969"/>
                    <a:pt x="6334" y="770"/>
                  </a:cubicBezTo>
                  <a:cubicBezTo>
                    <a:pt x="6419" y="657"/>
                    <a:pt x="6476" y="515"/>
                    <a:pt x="6533" y="373"/>
                  </a:cubicBezTo>
                  <a:cubicBezTo>
                    <a:pt x="6586" y="187"/>
                    <a:pt x="6440" y="1"/>
                    <a:pt x="6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14"/>
            <p:cNvSpPr/>
            <p:nvPr/>
          </p:nvSpPr>
          <p:spPr>
            <a:xfrm>
              <a:off x="957325" y="2004800"/>
              <a:ext cx="164725" cy="174850"/>
            </a:xfrm>
            <a:custGeom>
              <a:rect b="b" l="l" r="r" t="t"/>
              <a:pathLst>
                <a:path extrusionOk="0" h="6994" w="6589">
                  <a:moveTo>
                    <a:pt x="398" y="0"/>
                  </a:moveTo>
                  <a:cubicBezTo>
                    <a:pt x="171" y="0"/>
                    <a:pt x="0" y="199"/>
                    <a:pt x="57" y="398"/>
                  </a:cubicBezTo>
                  <a:cubicBezTo>
                    <a:pt x="85" y="540"/>
                    <a:pt x="171" y="682"/>
                    <a:pt x="256" y="796"/>
                  </a:cubicBezTo>
                  <a:cubicBezTo>
                    <a:pt x="426" y="994"/>
                    <a:pt x="625" y="1165"/>
                    <a:pt x="824" y="1335"/>
                  </a:cubicBezTo>
                  <a:cubicBezTo>
                    <a:pt x="1448" y="1903"/>
                    <a:pt x="2102" y="2443"/>
                    <a:pt x="2755" y="3011"/>
                  </a:cubicBezTo>
                  <a:cubicBezTo>
                    <a:pt x="3578" y="3692"/>
                    <a:pt x="4288" y="4487"/>
                    <a:pt x="4913" y="5368"/>
                  </a:cubicBezTo>
                  <a:cubicBezTo>
                    <a:pt x="5140" y="5765"/>
                    <a:pt x="5396" y="6163"/>
                    <a:pt x="5652" y="6561"/>
                  </a:cubicBezTo>
                  <a:cubicBezTo>
                    <a:pt x="5737" y="6703"/>
                    <a:pt x="5850" y="6816"/>
                    <a:pt x="5964" y="6930"/>
                  </a:cubicBezTo>
                  <a:cubicBezTo>
                    <a:pt x="6035" y="6972"/>
                    <a:pt x="6113" y="6994"/>
                    <a:pt x="6188" y="6994"/>
                  </a:cubicBezTo>
                  <a:cubicBezTo>
                    <a:pt x="6262" y="6994"/>
                    <a:pt x="6333" y="6972"/>
                    <a:pt x="6390" y="6930"/>
                  </a:cubicBezTo>
                  <a:cubicBezTo>
                    <a:pt x="6532" y="6845"/>
                    <a:pt x="6589" y="6703"/>
                    <a:pt x="6532" y="6561"/>
                  </a:cubicBezTo>
                  <a:cubicBezTo>
                    <a:pt x="6503" y="6419"/>
                    <a:pt x="6447" y="6277"/>
                    <a:pt x="6390" y="6135"/>
                  </a:cubicBezTo>
                  <a:cubicBezTo>
                    <a:pt x="5907" y="4999"/>
                    <a:pt x="5169" y="3976"/>
                    <a:pt x="4288" y="3096"/>
                  </a:cubicBezTo>
                  <a:cubicBezTo>
                    <a:pt x="3664" y="2500"/>
                    <a:pt x="3010" y="1903"/>
                    <a:pt x="2357" y="1335"/>
                  </a:cubicBezTo>
                  <a:cubicBezTo>
                    <a:pt x="1988" y="994"/>
                    <a:pt x="1562" y="682"/>
                    <a:pt x="1164" y="370"/>
                  </a:cubicBezTo>
                  <a:cubicBezTo>
                    <a:pt x="966" y="171"/>
                    <a:pt x="682" y="57"/>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14"/>
            <p:cNvSpPr/>
            <p:nvPr/>
          </p:nvSpPr>
          <p:spPr>
            <a:xfrm>
              <a:off x="1138350" y="1497775"/>
              <a:ext cx="78125" cy="223050"/>
            </a:xfrm>
            <a:custGeom>
              <a:rect b="b" l="l" r="r" t="t"/>
              <a:pathLst>
                <a:path extrusionOk="0" h="8922" w="3125">
                  <a:moveTo>
                    <a:pt x="342" y="0"/>
                  </a:moveTo>
                  <a:cubicBezTo>
                    <a:pt x="206" y="0"/>
                    <a:pt x="71" y="85"/>
                    <a:pt x="29" y="232"/>
                  </a:cubicBezTo>
                  <a:cubicBezTo>
                    <a:pt x="1" y="374"/>
                    <a:pt x="1" y="516"/>
                    <a:pt x="29" y="658"/>
                  </a:cubicBezTo>
                  <a:cubicBezTo>
                    <a:pt x="86" y="913"/>
                    <a:pt x="171" y="1169"/>
                    <a:pt x="285" y="1425"/>
                  </a:cubicBezTo>
                  <a:cubicBezTo>
                    <a:pt x="597" y="2220"/>
                    <a:pt x="938" y="2987"/>
                    <a:pt x="1222" y="3782"/>
                  </a:cubicBezTo>
                  <a:cubicBezTo>
                    <a:pt x="1648" y="4776"/>
                    <a:pt x="1932" y="5798"/>
                    <a:pt x="2074" y="6877"/>
                  </a:cubicBezTo>
                  <a:cubicBezTo>
                    <a:pt x="2131" y="7332"/>
                    <a:pt x="2159" y="7786"/>
                    <a:pt x="2216" y="8240"/>
                  </a:cubicBezTo>
                  <a:cubicBezTo>
                    <a:pt x="2216" y="8411"/>
                    <a:pt x="2273" y="8581"/>
                    <a:pt x="2330" y="8723"/>
                  </a:cubicBezTo>
                  <a:cubicBezTo>
                    <a:pt x="2386" y="8865"/>
                    <a:pt x="2528" y="8922"/>
                    <a:pt x="2699" y="8922"/>
                  </a:cubicBezTo>
                  <a:cubicBezTo>
                    <a:pt x="2841" y="8922"/>
                    <a:pt x="2954" y="8808"/>
                    <a:pt x="2983" y="8666"/>
                  </a:cubicBezTo>
                  <a:cubicBezTo>
                    <a:pt x="3011" y="8524"/>
                    <a:pt x="3040" y="8382"/>
                    <a:pt x="3040" y="8240"/>
                  </a:cubicBezTo>
                  <a:cubicBezTo>
                    <a:pt x="3125" y="6991"/>
                    <a:pt x="2954" y="5770"/>
                    <a:pt x="2557" y="4577"/>
                  </a:cubicBezTo>
                  <a:cubicBezTo>
                    <a:pt x="2273" y="3753"/>
                    <a:pt x="1960" y="2958"/>
                    <a:pt x="1648" y="2135"/>
                  </a:cubicBezTo>
                  <a:cubicBezTo>
                    <a:pt x="1449" y="1652"/>
                    <a:pt x="1250" y="1169"/>
                    <a:pt x="1023" y="715"/>
                  </a:cubicBezTo>
                  <a:cubicBezTo>
                    <a:pt x="910" y="431"/>
                    <a:pt x="739" y="203"/>
                    <a:pt x="484" y="33"/>
                  </a:cubicBezTo>
                  <a:cubicBezTo>
                    <a:pt x="439" y="11"/>
                    <a:pt x="391"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14"/>
            <p:cNvSpPr/>
            <p:nvPr/>
          </p:nvSpPr>
          <p:spPr>
            <a:xfrm>
              <a:off x="1208650" y="2357525"/>
              <a:ext cx="762525" cy="678650"/>
            </a:xfrm>
            <a:custGeom>
              <a:rect b="b" l="l" r="r" t="t"/>
              <a:pathLst>
                <a:path extrusionOk="0" h="27146" w="30501">
                  <a:moveTo>
                    <a:pt x="21383" y="0"/>
                  </a:moveTo>
                  <a:cubicBezTo>
                    <a:pt x="20966" y="0"/>
                    <a:pt x="20549" y="40"/>
                    <a:pt x="20135" y="119"/>
                  </a:cubicBezTo>
                  <a:cubicBezTo>
                    <a:pt x="18914" y="375"/>
                    <a:pt x="17778" y="829"/>
                    <a:pt x="16727" y="1511"/>
                  </a:cubicBezTo>
                  <a:cubicBezTo>
                    <a:pt x="15478" y="2249"/>
                    <a:pt x="14342" y="3130"/>
                    <a:pt x="13263" y="4095"/>
                  </a:cubicBezTo>
                  <a:cubicBezTo>
                    <a:pt x="12524" y="4777"/>
                    <a:pt x="11786" y="5458"/>
                    <a:pt x="11076" y="6140"/>
                  </a:cubicBezTo>
                  <a:cubicBezTo>
                    <a:pt x="10366" y="6736"/>
                    <a:pt x="9599" y="7276"/>
                    <a:pt x="8776" y="7673"/>
                  </a:cubicBezTo>
                  <a:cubicBezTo>
                    <a:pt x="7782" y="8213"/>
                    <a:pt x="6873" y="8866"/>
                    <a:pt x="6106" y="9690"/>
                  </a:cubicBezTo>
                  <a:cubicBezTo>
                    <a:pt x="5283" y="10570"/>
                    <a:pt x="4629" y="11621"/>
                    <a:pt x="4232" y="12785"/>
                  </a:cubicBezTo>
                  <a:cubicBezTo>
                    <a:pt x="3948" y="13637"/>
                    <a:pt x="3692" y="14546"/>
                    <a:pt x="3408" y="15426"/>
                  </a:cubicBezTo>
                  <a:cubicBezTo>
                    <a:pt x="3266" y="15852"/>
                    <a:pt x="3124" y="16278"/>
                    <a:pt x="2982" y="16704"/>
                  </a:cubicBezTo>
                  <a:cubicBezTo>
                    <a:pt x="2613" y="17954"/>
                    <a:pt x="2102" y="19175"/>
                    <a:pt x="1449" y="20311"/>
                  </a:cubicBezTo>
                  <a:cubicBezTo>
                    <a:pt x="1136" y="20936"/>
                    <a:pt x="852" y="21560"/>
                    <a:pt x="568" y="22185"/>
                  </a:cubicBezTo>
                  <a:cubicBezTo>
                    <a:pt x="228" y="22895"/>
                    <a:pt x="57" y="23662"/>
                    <a:pt x="29" y="24457"/>
                  </a:cubicBezTo>
                  <a:cubicBezTo>
                    <a:pt x="0" y="24855"/>
                    <a:pt x="86" y="25252"/>
                    <a:pt x="228" y="25650"/>
                  </a:cubicBezTo>
                  <a:cubicBezTo>
                    <a:pt x="341" y="26019"/>
                    <a:pt x="597" y="26331"/>
                    <a:pt x="937" y="26502"/>
                  </a:cubicBezTo>
                  <a:cubicBezTo>
                    <a:pt x="1614" y="26937"/>
                    <a:pt x="2414" y="27146"/>
                    <a:pt x="3233" y="27146"/>
                  </a:cubicBezTo>
                  <a:cubicBezTo>
                    <a:pt x="3376" y="27146"/>
                    <a:pt x="3520" y="27139"/>
                    <a:pt x="3664" y="27127"/>
                  </a:cubicBezTo>
                  <a:cubicBezTo>
                    <a:pt x="5311" y="26871"/>
                    <a:pt x="6930" y="26331"/>
                    <a:pt x="8435" y="25536"/>
                  </a:cubicBezTo>
                  <a:cubicBezTo>
                    <a:pt x="9400" y="25054"/>
                    <a:pt x="10366" y="24514"/>
                    <a:pt x="11332" y="24003"/>
                  </a:cubicBezTo>
                  <a:cubicBezTo>
                    <a:pt x="11587" y="23889"/>
                    <a:pt x="11843" y="23747"/>
                    <a:pt x="12098" y="23634"/>
                  </a:cubicBezTo>
                  <a:cubicBezTo>
                    <a:pt x="13092" y="23122"/>
                    <a:pt x="14200" y="22867"/>
                    <a:pt x="15336" y="22867"/>
                  </a:cubicBezTo>
                  <a:cubicBezTo>
                    <a:pt x="15493" y="22863"/>
                    <a:pt x="15651" y="22861"/>
                    <a:pt x="15809" y="22861"/>
                  </a:cubicBezTo>
                  <a:cubicBezTo>
                    <a:pt x="16873" y="22861"/>
                    <a:pt x="17939" y="22942"/>
                    <a:pt x="19028" y="23066"/>
                  </a:cubicBezTo>
                  <a:cubicBezTo>
                    <a:pt x="19567" y="23122"/>
                    <a:pt x="20107" y="23236"/>
                    <a:pt x="20646" y="23293"/>
                  </a:cubicBezTo>
                  <a:cubicBezTo>
                    <a:pt x="21094" y="23358"/>
                    <a:pt x="21549" y="23390"/>
                    <a:pt x="22007" y="23390"/>
                  </a:cubicBezTo>
                  <a:cubicBezTo>
                    <a:pt x="22741" y="23390"/>
                    <a:pt x="23479" y="23308"/>
                    <a:pt x="24196" y="23151"/>
                  </a:cubicBezTo>
                  <a:cubicBezTo>
                    <a:pt x="24480" y="23066"/>
                    <a:pt x="24764" y="22980"/>
                    <a:pt x="25048" y="22838"/>
                  </a:cubicBezTo>
                  <a:cubicBezTo>
                    <a:pt x="26440" y="22214"/>
                    <a:pt x="27632" y="21191"/>
                    <a:pt x="28484" y="19913"/>
                  </a:cubicBezTo>
                  <a:cubicBezTo>
                    <a:pt x="29052" y="18948"/>
                    <a:pt x="29478" y="17925"/>
                    <a:pt x="29762" y="16846"/>
                  </a:cubicBezTo>
                  <a:cubicBezTo>
                    <a:pt x="30359" y="14518"/>
                    <a:pt x="30501" y="12075"/>
                    <a:pt x="30188" y="9690"/>
                  </a:cubicBezTo>
                  <a:cubicBezTo>
                    <a:pt x="30046" y="8554"/>
                    <a:pt x="29734" y="7418"/>
                    <a:pt x="29251" y="6367"/>
                  </a:cubicBezTo>
                  <a:cubicBezTo>
                    <a:pt x="28712" y="5117"/>
                    <a:pt x="28002" y="3953"/>
                    <a:pt x="27150" y="2902"/>
                  </a:cubicBezTo>
                  <a:cubicBezTo>
                    <a:pt x="26411" y="2022"/>
                    <a:pt x="25503" y="1312"/>
                    <a:pt x="24480" y="772"/>
                  </a:cubicBezTo>
                  <a:cubicBezTo>
                    <a:pt x="23519" y="261"/>
                    <a:pt x="22455" y="0"/>
                    <a:pt x="2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14"/>
            <p:cNvSpPr/>
            <p:nvPr/>
          </p:nvSpPr>
          <p:spPr>
            <a:xfrm>
              <a:off x="1238475" y="2430775"/>
              <a:ext cx="617700" cy="548150"/>
            </a:xfrm>
            <a:custGeom>
              <a:rect b="b" l="l" r="r" t="t"/>
              <a:pathLst>
                <a:path extrusionOk="0" h="21926" w="24708">
                  <a:moveTo>
                    <a:pt x="20817" y="1"/>
                  </a:moveTo>
                  <a:cubicBezTo>
                    <a:pt x="20703" y="1"/>
                    <a:pt x="20589" y="29"/>
                    <a:pt x="20476" y="86"/>
                  </a:cubicBezTo>
                  <a:cubicBezTo>
                    <a:pt x="20249" y="171"/>
                    <a:pt x="20050" y="313"/>
                    <a:pt x="19851" y="427"/>
                  </a:cubicBezTo>
                  <a:cubicBezTo>
                    <a:pt x="18715" y="1222"/>
                    <a:pt x="17607" y="2045"/>
                    <a:pt x="16755" y="3153"/>
                  </a:cubicBezTo>
                  <a:cubicBezTo>
                    <a:pt x="16216" y="3863"/>
                    <a:pt x="15761" y="4601"/>
                    <a:pt x="15336" y="5368"/>
                  </a:cubicBezTo>
                  <a:cubicBezTo>
                    <a:pt x="14881" y="6305"/>
                    <a:pt x="14455" y="7214"/>
                    <a:pt x="13972" y="8123"/>
                  </a:cubicBezTo>
                  <a:cubicBezTo>
                    <a:pt x="13774" y="8520"/>
                    <a:pt x="13518" y="8890"/>
                    <a:pt x="13234" y="9230"/>
                  </a:cubicBezTo>
                  <a:cubicBezTo>
                    <a:pt x="13092" y="9401"/>
                    <a:pt x="12922" y="9543"/>
                    <a:pt x="12751" y="9656"/>
                  </a:cubicBezTo>
                  <a:cubicBezTo>
                    <a:pt x="11672" y="10338"/>
                    <a:pt x="10621" y="11105"/>
                    <a:pt x="9627" y="11900"/>
                  </a:cubicBezTo>
                  <a:cubicBezTo>
                    <a:pt x="9457" y="12042"/>
                    <a:pt x="9287" y="12155"/>
                    <a:pt x="9116" y="12269"/>
                  </a:cubicBezTo>
                  <a:lnTo>
                    <a:pt x="8974" y="12269"/>
                  </a:lnTo>
                  <a:cubicBezTo>
                    <a:pt x="8889" y="12127"/>
                    <a:pt x="9003" y="11985"/>
                    <a:pt x="9031" y="11872"/>
                  </a:cubicBezTo>
                  <a:cubicBezTo>
                    <a:pt x="9429" y="10821"/>
                    <a:pt x="9798" y="9770"/>
                    <a:pt x="10195" y="8719"/>
                  </a:cubicBezTo>
                  <a:cubicBezTo>
                    <a:pt x="10309" y="8435"/>
                    <a:pt x="10451" y="8180"/>
                    <a:pt x="10621" y="7896"/>
                  </a:cubicBezTo>
                  <a:cubicBezTo>
                    <a:pt x="11218" y="6731"/>
                    <a:pt x="11956" y="5624"/>
                    <a:pt x="12836" y="4601"/>
                  </a:cubicBezTo>
                  <a:cubicBezTo>
                    <a:pt x="13348" y="4062"/>
                    <a:pt x="13802" y="3494"/>
                    <a:pt x="14285" y="2954"/>
                  </a:cubicBezTo>
                  <a:cubicBezTo>
                    <a:pt x="14370" y="2869"/>
                    <a:pt x="14427" y="2755"/>
                    <a:pt x="14484" y="2642"/>
                  </a:cubicBezTo>
                  <a:cubicBezTo>
                    <a:pt x="14484" y="2613"/>
                    <a:pt x="14484" y="2557"/>
                    <a:pt x="14455" y="2528"/>
                  </a:cubicBezTo>
                  <a:cubicBezTo>
                    <a:pt x="14427" y="2500"/>
                    <a:pt x="14370" y="2471"/>
                    <a:pt x="14342" y="2471"/>
                  </a:cubicBezTo>
                  <a:cubicBezTo>
                    <a:pt x="14143" y="2528"/>
                    <a:pt x="14001" y="2642"/>
                    <a:pt x="13859" y="2784"/>
                  </a:cubicBezTo>
                  <a:cubicBezTo>
                    <a:pt x="12496" y="4005"/>
                    <a:pt x="11360" y="5453"/>
                    <a:pt x="10451" y="7044"/>
                  </a:cubicBezTo>
                  <a:cubicBezTo>
                    <a:pt x="10025" y="7867"/>
                    <a:pt x="9627" y="8691"/>
                    <a:pt x="9315" y="9571"/>
                  </a:cubicBezTo>
                  <a:cubicBezTo>
                    <a:pt x="8974" y="10565"/>
                    <a:pt x="8605" y="11531"/>
                    <a:pt x="8264" y="12525"/>
                  </a:cubicBezTo>
                  <a:cubicBezTo>
                    <a:pt x="8065" y="13064"/>
                    <a:pt x="7753" y="13547"/>
                    <a:pt x="7327" y="13945"/>
                  </a:cubicBezTo>
                  <a:cubicBezTo>
                    <a:pt x="6873" y="14342"/>
                    <a:pt x="6475" y="14768"/>
                    <a:pt x="6077" y="15194"/>
                  </a:cubicBezTo>
                  <a:cubicBezTo>
                    <a:pt x="5566" y="15705"/>
                    <a:pt x="5083" y="16217"/>
                    <a:pt x="4601" y="16728"/>
                  </a:cubicBezTo>
                  <a:cubicBezTo>
                    <a:pt x="4544" y="16785"/>
                    <a:pt x="4487" y="16813"/>
                    <a:pt x="4430" y="16841"/>
                  </a:cubicBezTo>
                  <a:cubicBezTo>
                    <a:pt x="4260" y="16699"/>
                    <a:pt x="4345" y="16529"/>
                    <a:pt x="4374" y="16387"/>
                  </a:cubicBezTo>
                  <a:cubicBezTo>
                    <a:pt x="4686" y="14768"/>
                    <a:pt x="5140" y="13206"/>
                    <a:pt x="5737" y="11673"/>
                  </a:cubicBezTo>
                  <a:cubicBezTo>
                    <a:pt x="5992" y="10821"/>
                    <a:pt x="6333" y="10026"/>
                    <a:pt x="6759" y="9230"/>
                  </a:cubicBezTo>
                  <a:cubicBezTo>
                    <a:pt x="6787" y="9145"/>
                    <a:pt x="6816" y="9060"/>
                    <a:pt x="6816" y="8975"/>
                  </a:cubicBezTo>
                  <a:cubicBezTo>
                    <a:pt x="6816" y="8890"/>
                    <a:pt x="6731" y="8861"/>
                    <a:pt x="6645" y="8861"/>
                  </a:cubicBezTo>
                  <a:cubicBezTo>
                    <a:pt x="6532" y="8890"/>
                    <a:pt x="6447" y="8975"/>
                    <a:pt x="6390" y="9088"/>
                  </a:cubicBezTo>
                  <a:cubicBezTo>
                    <a:pt x="6134" y="9543"/>
                    <a:pt x="5879" y="9997"/>
                    <a:pt x="5651" y="10480"/>
                  </a:cubicBezTo>
                  <a:cubicBezTo>
                    <a:pt x="5367" y="11190"/>
                    <a:pt x="5112" y="11900"/>
                    <a:pt x="4856" y="12610"/>
                  </a:cubicBezTo>
                  <a:cubicBezTo>
                    <a:pt x="4487" y="13689"/>
                    <a:pt x="4203" y="14797"/>
                    <a:pt x="4004" y="15933"/>
                  </a:cubicBezTo>
                  <a:cubicBezTo>
                    <a:pt x="3862" y="16586"/>
                    <a:pt x="3664" y="17267"/>
                    <a:pt x="3408" y="17892"/>
                  </a:cubicBezTo>
                  <a:cubicBezTo>
                    <a:pt x="3351" y="18062"/>
                    <a:pt x="3266" y="18233"/>
                    <a:pt x="3124" y="18375"/>
                  </a:cubicBezTo>
                  <a:cubicBezTo>
                    <a:pt x="2386" y="19255"/>
                    <a:pt x="1562" y="20107"/>
                    <a:pt x="738" y="20902"/>
                  </a:cubicBezTo>
                  <a:cubicBezTo>
                    <a:pt x="511" y="21130"/>
                    <a:pt x="284" y="21357"/>
                    <a:pt x="85" y="21584"/>
                  </a:cubicBezTo>
                  <a:cubicBezTo>
                    <a:pt x="0" y="21669"/>
                    <a:pt x="85" y="21868"/>
                    <a:pt x="227" y="21896"/>
                  </a:cubicBezTo>
                  <a:cubicBezTo>
                    <a:pt x="278" y="21916"/>
                    <a:pt x="328" y="21926"/>
                    <a:pt x="378" y="21926"/>
                  </a:cubicBezTo>
                  <a:cubicBezTo>
                    <a:pt x="470" y="21926"/>
                    <a:pt x="562" y="21895"/>
                    <a:pt x="653" y="21840"/>
                  </a:cubicBezTo>
                  <a:cubicBezTo>
                    <a:pt x="880" y="21698"/>
                    <a:pt x="1136" y="21527"/>
                    <a:pt x="1363" y="21357"/>
                  </a:cubicBezTo>
                  <a:cubicBezTo>
                    <a:pt x="1512" y="21233"/>
                    <a:pt x="1703" y="21153"/>
                    <a:pt x="1919" y="21153"/>
                  </a:cubicBezTo>
                  <a:cubicBezTo>
                    <a:pt x="1951" y="21153"/>
                    <a:pt x="1983" y="21154"/>
                    <a:pt x="2016" y="21158"/>
                  </a:cubicBezTo>
                  <a:cubicBezTo>
                    <a:pt x="2982" y="21158"/>
                    <a:pt x="3948" y="21158"/>
                    <a:pt x="4913" y="21101"/>
                  </a:cubicBezTo>
                  <a:cubicBezTo>
                    <a:pt x="5481" y="21073"/>
                    <a:pt x="6049" y="20988"/>
                    <a:pt x="6617" y="20902"/>
                  </a:cubicBezTo>
                  <a:cubicBezTo>
                    <a:pt x="6844" y="20874"/>
                    <a:pt x="7043" y="20789"/>
                    <a:pt x="7242" y="20732"/>
                  </a:cubicBezTo>
                  <a:cubicBezTo>
                    <a:pt x="7270" y="20704"/>
                    <a:pt x="7299" y="20647"/>
                    <a:pt x="7299" y="20618"/>
                  </a:cubicBezTo>
                  <a:cubicBezTo>
                    <a:pt x="7299" y="20562"/>
                    <a:pt x="7270" y="20533"/>
                    <a:pt x="7213" y="20505"/>
                  </a:cubicBezTo>
                  <a:cubicBezTo>
                    <a:pt x="7147" y="20471"/>
                    <a:pt x="7071" y="20458"/>
                    <a:pt x="6990" y="20458"/>
                  </a:cubicBezTo>
                  <a:cubicBezTo>
                    <a:pt x="6933" y="20458"/>
                    <a:pt x="6875" y="20465"/>
                    <a:pt x="6816" y="20476"/>
                  </a:cubicBezTo>
                  <a:cubicBezTo>
                    <a:pt x="5424" y="20618"/>
                    <a:pt x="4061" y="20618"/>
                    <a:pt x="2698" y="20647"/>
                  </a:cubicBezTo>
                  <a:cubicBezTo>
                    <a:pt x="2664" y="20653"/>
                    <a:pt x="2631" y="20657"/>
                    <a:pt x="2598" y="20657"/>
                  </a:cubicBezTo>
                  <a:cubicBezTo>
                    <a:pt x="2492" y="20657"/>
                    <a:pt x="2394" y="20620"/>
                    <a:pt x="2329" y="20533"/>
                  </a:cubicBezTo>
                  <a:lnTo>
                    <a:pt x="3096" y="19710"/>
                  </a:lnTo>
                  <a:cubicBezTo>
                    <a:pt x="3436" y="19312"/>
                    <a:pt x="3834" y="18914"/>
                    <a:pt x="4203" y="18517"/>
                  </a:cubicBezTo>
                  <a:cubicBezTo>
                    <a:pt x="4430" y="18233"/>
                    <a:pt x="4771" y="18091"/>
                    <a:pt x="5140" y="18091"/>
                  </a:cubicBezTo>
                  <a:cubicBezTo>
                    <a:pt x="5609" y="18048"/>
                    <a:pt x="6085" y="18027"/>
                    <a:pt x="6560" y="18027"/>
                  </a:cubicBezTo>
                  <a:cubicBezTo>
                    <a:pt x="7036" y="18027"/>
                    <a:pt x="7512" y="18048"/>
                    <a:pt x="7980" y="18091"/>
                  </a:cubicBezTo>
                  <a:cubicBezTo>
                    <a:pt x="8648" y="18133"/>
                    <a:pt x="9308" y="18155"/>
                    <a:pt x="9968" y="18155"/>
                  </a:cubicBezTo>
                  <a:cubicBezTo>
                    <a:pt x="10628" y="18155"/>
                    <a:pt x="11289" y="18133"/>
                    <a:pt x="11956" y="18091"/>
                  </a:cubicBezTo>
                  <a:cubicBezTo>
                    <a:pt x="12268" y="18062"/>
                    <a:pt x="12581" y="18006"/>
                    <a:pt x="12865" y="17892"/>
                  </a:cubicBezTo>
                  <a:cubicBezTo>
                    <a:pt x="12950" y="17864"/>
                    <a:pt x="13064" y="17807"/>
                    <a:pt x="13035" y="17693"/>
                  </a:cubicBezTo>
                  <a:cubicBezTo>
                    <a:pt x="13035" y="17580"/>
                    <a:pt x="12893" y="17551"/>
                    <a:pt x="12751" y="17551"/>
                  </a:cubicBezTo>
                  <a:cubicBezTo>
                    <a:pt x="12297" y="17580"/>
                    <a:pt x="11814" y="17608"/>
                    <a:pt x="11331" y="17636"/>
                  </a:cubicBezTo>
                  <a:cubicBezTo>
                    <a:pt x="10998" y="17644"/>
                    <a:pt x="10662" y="17647"/>
                    <a:pt x="10326" y="17647"/>
                  </a:cubicBezTo>
                  <a:cubicBezTo>
                    <a:pt x="9317" y="17647"/>
                    <a:pt x="8300" y="17615"/>
                    <a:pt x="7299" y="17551"/>
                  </a:cubicBezTo>
                  <a:cubicBezTo>
                    <a:pt x="7029" y="17523"/>
                    <a:pt x="6752" y="17509"/>
                    <a:pt x="6475" y="17509"/>
                  </a:cubicBezTo>
                  <a:cubicBezTo>
                    <a:pt x="6198" y="17509"/>
                    <a:pt x="5921" y="17523"/>
                    <a:pt x="5651" y="17551"/>
                  </a:cubicBezTo>
                  <a:lnTo>
                    <a:pt x="5453" y="17551"/>
                  </a:lnTo>
                  <a:cubicBezTo>
                    <a:pt x="5367" y="17551"/>
                    <a:pt x="5282" y="17438"/>
                    <a:pt x="5339" y="17352"/>
                  </a:cubicBezTo>
                  <a:cubicBezTo>
                    <a:pt x="5396" y="17239"/>
                    <a:pt x="5453" y="17154"/>
                    <a:pt x="5538" y="17069"/>
                  </a:cubicBezTo>
                  <a:cubicBezTo>
                    <a:pt x="6447" y="16075"/>
                    <a:pt x="7355" y="15109"/>
                    <a:pt x="8236" y="14143"/>
                  </a:cubicBezTo>
                  <a:cubicBezTo>
                    <a:pt x="8490" y="13843"/>
                    <a:pt x="8837" y="13693"/>
                    <a:pt x="9202" y="13693"/>
                  </a:cubicBezTo>
                  <a:cubicBezTo>
                    <a:pt x="9287" y="13693"/>
                    <a:pt x="9372" y="13701"/>
                    <a:pt x="9457" y="13717"/>
                  </a:cubicBezTo>
                  <a:cubicBezTo>
                    <a:pt x="10224" y="13774"/>
                    <a:pt x="11019" y="13916"/>
                    <a:pt x="11757" y="14143"/>
                  </a:cubicBezTo>
                  <a:cubicBezTo>
                    <a:pt x="12808" y="14484"/>
                    <a:pt x="13802" y="14939"/>
                    <a:pt x="14796" y="15365"/>
                  </a:cubicBezTo>
                  <a:cubicBezTo>
                    <a:pt x="15818" y="15847"/>
                    <a:pt x="16926" y="16160"/>
                    <a:pt x="18062" y="16330"/>
                  </a:cubicBezTo>
                  <a:cubicBezTo>
                    <a:pt x="18280" y="16340"/>
                    <a:pt x="18500" y="16343"/>
                    <a:pt x="18722" y="16343"/>
                  </a:cubicBezTo>
                  <a:cubicBezTo>
                    <a:pt x="19166" y="16343"/>
                    <a:pt x="19614" y="16330"/>
                    <a:pt x="20050" y="16330"/>
                  </a:cubicBezTo>
                  <a:cubicBezTo>
                    <a:pt x="20192" y="16330"/>
                    <a:pt x="20334" y="16273"/>
                    <a:pt x="20447" y="16188"/>
                  </a:cubicBezTo>
                  <a:cubicBezTo>
                    <a:pt x="20476" y="16188"/>
                    <a:pt x="20476" y="16160"/>
                    <a:pt x="20504" y="16131"/>
                  </a:cubicBezTo>
                  <a:cubicBezTo>
                    <a:pt x="20533" y="16103"/>
                    <a:pt x="20504" y="16046"/>
                    <a:pt x="20447" y="16018"/>
                  </a:cubicBezTo>
                  <a:cubicBezTo>
                    <a:pt x="20249" y="15933"/>
                    <a:pt x="20050" y="15904"/>
                    <a:pt x="19823" y="15904"/>
                  </a:cubicBezTo>
                  <a:lnTo>
                    <a:pt x="18545" y="15876"/>
                  </a:lnTo>
                  <a:cubicBezTo>
                    <a:pt x="17778" y="15791"/>
                    <a:pt x="17011" y="15620"/>
                    <a:pt x="16273" y="15336"/>
                  </a:cubicBezTo>
                  <a:cubicBezTo>
                    <a:pt x="15279" y="14995"/>
                    <a:pt x="14342" y="14569"/>
                    <a:pt x="13376" y="14143"/>
                  </a:cubicBezTo>
                  <a:cubicBezTo>
                    <a:pt x="12297" y="13632"/>
                    <a:pt x="11132" y="13320"/>
                    <a:pt x="9968" y="13206"/>
                  </a:cubicBezTo>
                  <a:cubicBezTo>
                    <a:pt x="9826" y="13206"/>
                    <a:pt x="9713" y="13178"/>
                    <a:pt x="9599" y="13149"/>
                  </a:cubicBezTo>
                  <a:cubicBezTo>
                    <a:pt x="9514" y="13149"/>
                    <a:pt x="9457" y="13036"/>
                    <a:pt x="9514" y="12951"/>
                  </a:cubicBezTo>
                  <a:cubicBezTo>
                    <a:pt x="9571" y="12865"/>
                    <a:pt x="9627" y="12809"/>
                    <a:pt x="9713" y="12752"/>
                  </a:cubicBezTo>
                  <a:cubicBezTo>
                    <a:pt x="10763" y="11843"/>
                    <a:pt x="11842" y="11020"/>
                    <a:pt x="12978" y="10224"/>
                  </a:cubicBezTo>
                  <a:cubicBezTo>
                    <a:pt x="13230" y="10036"/>
                    <a:pt x="13542" y="9925"/>
                    <a:pt x="13849" y="9925"/>
                  </a:cubicBezTo>
                  <a:cubicBezTo>
                    <a:pt x="13958" y="9925"/>
                    <a:pt x="14067" y="9939"/>
                    <a:pt x="14171" y="9969"/>
                  </a:cubicBezTo>
                  <a:cubicBezTo>
                    <a:pt x="15137" y="10139"/>
                    <a:pt x="16074" y="10423"/>
                    <a:pt x="16954" y="10821"/>
                  </a:cubicBezTo>
                  <a:cubicBezTo>
                    <a:pt x="18090" y="11332"/>
                    <a:pt x="19255" y="11758"/>
                    <a:pt x="20419" y="12127"/>
                  </a:cubicBezTo>
                  <a:cubicBezTo>
                    <a:pt x="21416" y="12388"/>
                    <a:pt x="22452" y="12510"/>
                    <a:pt x="23478" y="12510"/>
                  </a:cubicBezTo>
                  <a:cubicBezTo>
                    <a:pt x="23680" y="12510"/>
                    <a:pt x="23882" y="12506"/>
                    <a:pt x="24082" y="12496"/>
                  </a:cubicBezTo>
                  <a:cubicBezTo>
                    <a:pt x="24196" y="12468"/>
                    <a:pt x="24281" y="12468"/>
                    <a:pt x="24366" y="12439"/>
                  </a:cubicBezTo>
                  <a:cubicBezTo>
                    <a:pt x="24480" y="12411"/>
                    <a:pt x="24594" y="12411"/>
                    <a:pt x="24650" y="12269"/>
                  </a:cubicBezTo>
                  <a:cubicBezTo>
                    <a:pt x="24707" y="12127"/>
                    <a:pt x="24565" y="12070"/>
                    <a:pt x="24366" y="12042"/>
                  </a:cubicBezTo>
                  <a:cubicBezTo>
                    <a:pt x="23912" y="12014"/>
                    <a:pt x="23458" y="11957"/>
                    <a:pt x="23003" y="11957"/>
                  </a:cubicBezTo>
                  <a:cubicBezTo>
                    <a:pt x="21271" y="11957"/>
                    <a:pt x="19709" y="11417"/>
                    <a:pt x="18147" y="10736"/>
                  </a:cubicBezTo>
                  <a:cubicBezTo>
                    <a:pt x="17267" y="10310"/>
                    <a:pt x="16358" y="9969"/>
                    <a:pt x="15421" y="9685"/>
                  </a:cubicBezTo>
                  <a:cubicBezTo>
                    <a:pt x="15165" y="9600"/>
                    <a:pt x="14910" y="9571"/>
                    <a:pt x="14654" y="9543"/>
                  </a:cubicBezTo>
                  <a:cubicBezTo>
                    <a:pt x="14634" y="9550"/>
                    <a:pt x="14614" y="9553"/>
                    <a:pt x="14594" y="9553"/>
                  </a:cubicBezTo>
                  <a:cubicBezTo>
                    <a:pt x="14530" y="9553"/>
                    <a:pt x="14470" y="9516"/>
                    <a:pt x="14427" y="9429"/>
                  </a:cubicBezTo>
                  <a:cubicBezTo>
                    <a:pt x="14484" y="9230"/>
                    <a:pt x="14654" y="9174"/>
                    <a:pt x="14796" y="9088"/>
                  </a:cubicBezTo>
                  <a:cubicBezTo>
                    <a:pt x="16131" y="8322"/>
                    <a:pt x="17579" y="7754"/>
                    <a:pt x="19084" y="7384"/>
                  </a:cubicBezTo>
                  <a:cubicBezTo>
                    <a:pt x="20135" y="7129"/>
                    <a:pt x="21214" y="6930"/>
                    <a:pt x="22265" y="6675"/>
                  </a:cubicBezTo>
                  <a:cubicBezTo>
                    <a:pt x="23032" y="6504"/>
                    <a:pt x="23798" y="6277"/>
                    <a:pt x="24537" y="6078"/>
                  </a:cubicBezTo>
                  <a:cubicBezTo>
                    <a:pt x="24622" y="6050"/>
                    <a:pt x="24650" y="5965"/>
                    <a:pt x="24622" y="5908"/>
                  </a:cubicBezTo>
                  <a:cubicBezTo>
                    <a:pt x="24594" y="5879"/>
                    <a:pt x="24565" y="5823"/>
                    <a:pt x="24537" y="5823"/>
                  </a:cubicBezTo>
                  <a:cubicBezTo>
                    <a:pt x="24422" y="5797"/>
                    <a:pt x="24301" y="5783"/>
                    <a:pt x="24183" y="5783"/>
                  </a:cubicBezTo>
                  <a:cubicBezTo>
                    <a:pt x="24037" y="5783"/>
                    <a:pt x="23895" y="5804"/>
                    <a:pt x="23770" y="5851"/>
                  </a:cubicBezTo>
                  <a:cubicBezTo>
                    <a:pt x="23174" y="5965"/>
                    <a:pt x="22606" y="6135"/>
                    <a:pt x="22009" y="6249"/>
                  </a:cubicBezTo>
                  <a:cubicBezTo>
                    <a:pt x="21157" y="6419"/>
                    <a:pt x="20305" y="6618"/>
                    <a:pt x="19453" y="6788"/>
                  </a:cubicBezTo>
                  <a:cubicBezTo>
                    <a:pt x="17891" y="7072"/>
                    <a:pt x="16358" y="7612"/>
                    <a:pt x="14966" y="8378"/>
                  </a:cubicBezTo>
                  <a:cubicBezTo>
                    <a:pt x="14881" y="8407"/>
                    <a:pt x="14796" y="8435"/>
                    <a:pt x="14711" y="8464"/>
                  </a:cubicBezTo>
                  <a:cubicBezTo>
                    <a:pt x="14654" y="8464"/>
                    <a:pt x="14569" y="8464"/>
                    <a:pt x="14569" y="8350"/>
                  </a:cubicBezTo>
                  <a:cubicBezTo>
                    <a:pt x="14569" y="8293"/>
                    <a:pt x="14569" y="8265"/>
                    <a:pt x="14597" y="8208"/>
                  </a:cubicBezTo>
                  <a:cubicBezTo>
                    <a:pt x="15080" y="7271"/>
                    <a:pt x="15534" y="6334"/>
                    <a:pt x="16017" y="5425"/>
                  </a:cubicBezTo>
                  <a:cubicBezTo>
                    <a:pt x="16869" y="3778"/>
                    <a:pt x="18090" y="2386"/>
                    <a:pt x="19567" y="1307"/>
                  </a:cubicBezTo>
                  <a:cubicBezTo>
                    <a:pt x="20021" y="966"/>
                    <a:pt x="20476" y="626"/>
                    <a:pt x="20930" y="285"/>
                  </a:cubicBezTo>
                  <a:cubicBezTo>
                    <a:pt x="20987" y="228"/>
                    <a:pt x="21044" y="171"/>
                    <a:pt x="20987" y="86"/>
                  </a:cubicBezTo>
                  <a:cubicBezTo>
                    <a:pt x="20958" y="29"/>
                    <a:pt x="20902" y="1"/>
                    <a:pt x="20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14"/>
            <p:cNvSpPr/>
            <p:nvPr/>
          </p:nvSpPr>
          <p:spPr>
            <a:xfrm>
              <a:off x="1166750" y="1518850"/>
              <a:ext cx="700775" cy="669050"/>
            </a:xfrm>
            <a:custGeom>
              <a:rect b="b" l="l" r="r" t="t"/>
              <a:pathLst>
                <a:path extrusionOk="0" h="26762" w="28031">
                  <a:moveTo>
                    <a:pt x="19105" y="1"/>
                  </a:moveTo>
                  <a:cubicBezTo>
                    <a:pt x="18567" y="1"/>
                    <a:pt x="18027" y="71"/>
                    <a:pt x="17495" y="212"/>
                  </a:cubicBezTo>
                  <a:cubicBezTo>
                    <a:pt x="16359" y="525"/>
                    <a:pt x="15308" y="1036"/>
                    <a:pt x="14371" y="1718"/>
                  </a:cubicBezTo>
                  <a:cubicBezTo>
                    <a:pt x="13235" y="2513"/>
                    <a:pt x="12212" y="3421"/>
                    <a:pt x="11247" y="4415"/>
                  </a:cubicBezTo>
                  <a:cubicBezTo>
                    <a:pt x="10594" y="5069"/>
                    <a:pt x="9940" y="5779"/>
                    <a:pt x="9316" y="6460"/>
                  </a:cubicBezTo>
                  <a:cubicBezTo>
                    <a:pt x="8691" y="7057"/>
                    <a:pt x="7981" y="7596"/>
                    <a:pt x="7243" y="8050"/>
                  </a:cubicBezTo>
                  <a:cubicBezTo>
                    <a:pt x="6334" y="8590"/>
                    <a:pt x="5510" y="9300"/>
                    <a:pt x="4829" y="10095"/>
                  </a:cubicBezTo>
                  <a:cubicBezTo>
                    <a:pt x="4090" y="10976"/>
                    <a:pt x="3551" y="12026"/>
                    <a:pt x="3267" y="13134"/>
                  </a:cubicBezTo>
                  <a:cubicBezTo>
                    <a:pt x="3039" y="13986"/>
                    <a:pt x="2841" y="14838"/>
                    <a:pt x="2613" y="15690"/>
                  </a:cubicBezTo>
                  <a:cubicBezTo>
                    <a:pt x="2528" y="16087"/>
                    <a:pt x="2415" y="16513"/>
                    <a:pt x="2330" y="16939"/>
                  </a:cubicBezTo>
                  <a:cubicBezTo>
                    <a:pt x="2017" y="18132"/>
                    <a:pt x="1620" y="19296"/>
                    <a:pt x="1080" y="20432"/>
                  </a:cubicBezTo>
                  <a:cubicBezTo>
                    <a:pt x="824" y="21029"/>
                    <a:pt x="597" y="21625"/>
                    <a:pt x="342" y="22222"/>
                  </a:cubicBezTo>
                  <a:cubicBezTo>
                    <a:pt x="114" y="22932"/>
                    <a:pt x="1" y="23670"/>
                    <a:pt x="1" y="24408"/>
                  </a:cubicBezTo>
                  <a:cubicBezTo>
                    <a:pt x="29" y="24777"/>
                    <a:pt x="114" y="25175"/>
                    <a:pt x="256" y="25516"/>
                  </a:cubicBezTo>
                  <a:cubicBezTo>
                    <a:pt x="398" y="25857"/>
                    <a:pt x="654" y="26112"/>
                    <a:pt x="966" y="26283"/>
                  </a:cubicBezTo>
                  <a:cubicBezTo>
                    <a:pt x="1563" y="26602"/>
                    <a:pt x="2239" y="26762"/>
                    <a:pt x="2911" y="26762"/>
                  </a:cubicBezTo>
                  <a:cubicBezTo>
                    <a:pt x="3135" y="26762"/>
                    <a:pt x="3359" y="26744"/>
                    <a:pt x="3579" y="26709"/>
                  </a:cubicBezTo>
                  <a:cubicBezTo>
                    <a:pt x="5141" y="26339"/>
                    <a:pt x="6646" y="25743"/>
                    <a:pt x="8009" y="24919"/>
                  </a:cubicBezTo>
                  <a:cubicBezTo>
                    <a:pt x="8890" y="24380"/>
                    <a:pt x="9770" y="23840"/>
                    <a:pt x="10650" y="23301"/>
                  </a:cubicBezTo>
                  <a:cubicBezTo>
                    <a:pt x="10878" y="23159"/>
                    <a:pt x="11105" y="23017"/>
                    <a:pt x="11360" y="22875"/>
                  </a:cubicBezTo>
                  <a:cubicBezTo>
                    <a:pt x="12269" y="22335"/>
                    <a:pt x="13291" y="22023"/>
                    <a:pt x="14342" y="21966"/>
                  </a:cubicBezTo>
                  <a:cubicBezTo>
                    <a:pt x="15019" y="21916"/>
                    <a:pt x="15696" y="21886"/>
                    <a:pt x="16372" y="21886"/>
                  </a:cubicBezTo>
                  <a:cubicBezTo>
                    <a:pt x="16860" y="21886"/>
                    <a:pt x="17348" y="21902"/>
                    <a:pt x="17835" y="21938"/>
                  </a:cubicBezTo>
                  <a:cubicBezTo>
                    <a:pt x="18375" y="21938"/>
                    <a:pt x="18886" y="22023"/>
                    <a:pt x="19397" y="22051"/>
                  </a:cubicBezTo>
                  <a:cubicBezTo>
                    <a:pt x="19631" y="22069"/>
                    <a:pt x="19866" y="22078"/>
                    <a:pt x="20102" y="22078"/>
                  </a:cubicBezTo>
                  <a:cubicBezTo>
                    <a:pt x="20982" y="22078"/>
                    <a:pt x="21869" y="21951"/>
                    <a:pt x="22720" y="21682"/>
                  </a:cubicBezTo>
                  <a:cubicBezTo>
                    <a:pt x="23004" y="21597"/>
                    <a:pt x="23260" y="21483"/>
                    <a:pt x="23515" y="21341"/>
                  </a:cubicBezTo>
                  <a:cubicBezTo>
                    <a:pt x="24793" y="20660"/>
                    <a:pt x="25872" y="19637"/>
                    <a:pt x="26582" y="18359"/>
                  </a:cubicBezTo>
                  <a:cubicBezTo>
                    <a:pt x="27065" y="17422"/>
                    <a:pt x="27406" y="16428"/>
                    <a:pt x="27605" y="15377"/>
                  </a:cubicBezTo>
                  <a:cubicBezTo>
                    <a:pt x="28031" y="13162"/>
                    <a:pt x="28031" y="10862"/>
                    <a:pt x="27576" y="8647"/>
                  </a:cubicBezTo>
                  <a:cubicBezTo>
                    <a:pt x="27349" y="7568"/>
                    <a:pt x="26980" y="6517"/>
                    <a:pt x="26469" y="5551"/>
                  </a:cubicBezTo>
                  <a:cubicBezTo>
                    <a:pt x="25901" y="4387"/>
                    <a:pt x="25134" y="3336"/>
                    <a:pt x="24282" y="2399"/>
                  </a:cubicBezTo>
                  <a:cubicBezTo>
                    <a:pt x="23515" y="1632"/>
                    <a:pt x="22635" y="1008"/>
                    <a:pt x="21641" y="553"/>
                  </a:cubicBezTo>
                  <a:cubicBezTo>
                    <a:pt x="20834" y="185"/>
                    <a:pt x="19973" y="1"/>
                    <a:pt x="19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14"/>
            <p:cNvSpPr/>
            <p:nvPr/>
          </p:nvSpPr>
          <p:spPr>
            <a:xfrm>
              <a:off x="1194450" y="1588050"/>
              <a:ext cx="568700" cy="549100"/>
            </a:xfrm>
            <a:custGeom>
              <a:rect b="b" l="l" r="r" t="t"/>
              <a:pathLst>
                <a:path extrusionOk="0" h="21964" w="22748">
                  <a:moveTo>
                    <a:pt x="18346" y="0"/>
                  </a:moveTo>
                  <a:cubicBezTo>
                    <a:pt x="18232" y="0"/>
                    <a:pt x="18119" y="29"/>
                    <a:pt x="18034" y="85"/>
                  </a:cubicBezTo>
                  <a:cubicBezTo>
                    <a:pt x="17835" y="171"/>
                    <a:pt x="17636" y="313"/>
                    <a:pt x="17466" y="426"/>
                  </a:cubicBezTo>
                  <a:cubicBezTo>
                    <a:pt x="16443" y="1250"/>
                    <a:pt x="15449" y="2102"/>
                    <a:pt x="14711" y="3181"/>
                  </a:cubicBezTo>
                  <a:cubicBezTo>
                    <a:pt x="14257" y="3891"/>
                    <a:pt x="13859" y="4629"/>
                    <a:pt x="13518" y="5368"/>
                  </a:cubicBezTo>
                  <a:cubicBezTo>
                    <a:pt x="13149" y="6276"/>
                    <a:pt x="12780" y="7157"/>
                    <a:pt x="12411" y="8037"/>
                  </a:cubicBezTo>
                  <a:cubicBezTo>
                    <a:pt x="12240" y="8435"/>
                    <a:pt x="12013" y="8804"/>
                    <a:pt x="11758" y="9145"/>
                  </a:cubicBezTo>
                  <a:cubicBezTo>
                    <a:pt x="11644" y="9315"/>
                    <a:pt x="11502" y="9457"/>
                    <a:pt x="11332" y="9571"/>
                  </a:cubicBezTo>
                  <a:cubicBezTo>
                    <a:pt x="10366" y="10281"/>
                    <a:pt x="9429" y="11076"/>
                    <a:pt x="8520" y="11899"/>
                  </a:cubicBezTo>
                  <a:cubicBezTo>
                    <a:pt x="8378" y="12013"/>
                    <a:pt x="8208" y="12155"/>
                    <a:pt x="8066" y="12269"/>
                  </a:cubicBezTo>
                  <a:cubicBezTo>
                    <a:pt x="8051" y="12283"/>
                    <a:pt x="8030" y="12283"/>
                    <a:pt x="8005" y="12283"/>
                  </a:cubicBezTo>
                  <a:cubicBezTo>
                    <a:pt x="7980" y="12283"/>
                    <a:pt x="7952" y="12283"/>
                    <a:pt x="7924" y="12297"/>
                  </a:cubicBezTo>
                  <a:cubicBezTo>
                    <a:pt x="7838" y="12155"/>
                    <a:pt x="7924" y="12041"/>
                    <a:pt x="7980" y="11928"/>
                  </a:cubicBezTo>
                  <a:cubicBezTo>
                    <a:pt x="8264" y="10934"/>
                    <a:pt x="8577" y="9912"/>
                    <a:pt x="8889" y="8889"/>
                  </a:cubicBezTo>
                  <a:cubicBezTo>
                    <a:pt x="8974" y="8634"/>
                    <a:pt x="9088" y="8350"/>
                    <a:pt x="9202" y="8094"/>
                  </a:cubicBezTo>
                  <a:cubicBezTo>
                    <a:pt x="9713" y="6930"/>
                    <a:pt x="10338" y="5850"/>
                    <a:pt x="11104" y="4857"/>
                  </a:cubicBezTo>
                  <a:cubicBezTo>
                    <a:pt x="11530" y="4317"/>
                    <a:pt x="11928" y="3749"/>
                    <a:pt x="12354" y="3209"/>
                  </a:cubicBezTo>
                  <a:cubicBezTo>
                    <a:pt x="12411" y="3096"/>
                    <a:pt x="12467" y="3011"/>
                    <a:pt x="12524" y="2925"/>
                  </a:cubicBezTo>
                  <a:cubicBezTo>
                    <a:pt x="12524" y="2869"/>
                    <a:pt x="12524" y="2840"/>
                    <a:pt x="12524" y="2812"/>
                  </a:cubicBezTo>
                  <a:cubicBezTo>
                    <a:pt x="12467" y="2783"/>
                    <a:pt x="12439" y="2755"/>
                    <a:pt x="12382" y="2755"/>
                  </a:cubicBezTo>
                  <a:cubicBezTo>
                    <a:pt x="12212" y="2840"/>
                    <a:pt x="12070" y="2925"/>
                    <a:pt x="11956" y="3096"/>
                  </a:cubicBezTo>
                  <a:cubicBezTo>
                    <a:pt x="10764" y="4317"/>
                    <a:pt x="9741" y="5737"/>
                    <a:pt x="9003" y="7299"/>
                  </a:cubicBezTo>
                  <a:cubicBezTo>
                    <a:pt x="8634" y="8094"/>
                    <a:pt x="8321" y="8918"/>
                    <a:pt x="8094" y="9770"/>
                  </a:cubicBezTo>
                  <a:cubicBezTo>
                    <a:pt x="7810" y="10707"/>
                    <a:pt x="7526" y="11672"/>
                    <a:pt x="7242" y="12609"/>
                  </a:cubicBezTo>
                  <a:cubicBezTo>
                    <a:pt x="7100" y="13121"/>
                    <a:pt x="6816" y="13603"/>
                    <a:pt x="6447" y="14001"/>
                  </a:cubicBezTo>
                  <a:cubicBezTo>
                    <a:pt x="6049" y="14399"/>
                    <a:pt x="5709" y="14825"/>
                    <a:pt x="5339" y="15251"/>
                  </a:cubicBezTo>
                  <a:cubicBezTo>
                    <a:pt x="4913" y="15762"/>
                    <a:pt x="4487" y="16301"/>
                    <a:pt x="4033" y="16812"/>
                  </a:cubicBezTo>
                  <a:cubicBezTo>
                    <a:pt x="4005" y="16841"/>
                    <a:pt x="3948" y="16898"/>
                    <a:pt x="3891" y="16926"/>
                  </a:cubicBezTo>
                  <a:cubicBezTo>
                    <a:pt x="3749" y="16784"/>
                    <a:pt x="3806" y="16614"/>
                    <a:pt x="3834" y="16472"/>
                  </a:cubicBezTo>
                  <a:cubicBezTo>
                    <a:pt x="4033" y="14938"/>
                    <a:pt x="4345" y="13433"/>
                    <a:pt x="4800" y="11956"/>
                  </a:cubicBezTo>
                  <a:cubicBezTo>
                    <a:pt x="5027" y="11133"/>
                    <a:pt x="5283" y="10337"/>
                    <a:pt x="5623" y="9599"/>
                  </a:cubicBezTo>
                  <a:cubicBezTo>
                    <a:pt x="5652" y="9514"/>
                    <a:pt x="5680" y="9429"/>
                    <a:pt x="5652" y="9344"/>
                  </a:cubicBezTo>
                  <a:cubicBezTo>
                    <a:pt x="5652" y="9280"/>
                    <a:pt x="5620" y="9248"/>
                    <a:pt x="5568" y="9248"/>
                  </a:cubicBezTo>
                  <a:cubicBezTo>
                    <a:pt x="5551" y="9248"/>
                    <a:pt x="5531" y="9251"/>
                    <a:pt x="5510" y="9258"/>
                  </a:cubicBezTo>
                  <a:cubicBezTo>
                    <a:pt x="5396" y="9287"/>
                    <a:pt x="5311" y="9372"/>
                    <a:pt x="5283" y="9486"/>
                  </a:cubicBezTo>
                  <a:cubicBezTo>
                    <a:pt x="5084" y="9940"/>
                    <a:pt x="4828" y="10366"/>
                    <a:pt x="4686" y="10820"/>
                  </a:cubicBezTo>
                  <a:cubicBezTo>
                    <a:pt x="4431" y="11502"/>
                    <a:pt x="4232" y="12183"/>
                    <a:pt x="4033" y="12893"/>
                  </a:cubicBezTo>
                  <a:cubicBezTo>
                    <a:pt x="3749" y="13944"/>
                    <a:pt x="3550" y="14995"/>
                    <a:pt x="3437" y="16074"/>
                  </a:cubicBezTo>
                  <a:cubicBezTo>
                    <a:pt x="3351" y="16727"/>
                    <a:pt x="3209" y="17352"/>
                    <a:pt x="3011" y="17977"/>
                  </a:cubicBezTo>
                  <a:cubicBezTo>
                    <a:pt x="2954" y="18147"/>
                    <a:pt x="2869" y="18318"/>
                    <a:pt x="2755" y="18460"/>
                  </a:cubicBezTo>
                  <a:cubicBezTo>
                    <a:pt x="2102" y="19340"/>
                    <a:pt x="1392" y="20192"/>
                    <a:pt x="654" y="20987"/>
                  </a:cubicBezTo>
                  <a:cubicBezTo>
                    <a:pt x="455" y="21214"/>
                    <a:pt x="284" y="21441"/>
                    <a:pt x="86" y="21669"/>
                  </a:cubicBezTo>
                  <a:cubicBezTo>
                    <a:pt x="0" y="21782"/>
                    <a:pt x="114" y="21953"/>
                    <a:pt x="256" y="21953"/>
                  </a:cubicBezTo>
                  <a:cubicBezTo>
                    <a:pt x="284" y="21960"/>
                    <a:pt x="315" y="21963"/>
                    <a:pt x="346" y="21963"/>
                  </a:cubicBezTo>
                  <a:cubicBezTo>
                    <a:pt x="439" y="21963"/>
                    <a:pt x="540" y="21931"/>
                    <a:pt x="625" y="21867"/>
                  </a:cubicBezTo>
                  <a:cubicBezTo>
                    <a:pt x="852" y="21725"/>
                    <a:pt x="1080" y="21555"/>
                    <a:pt x="1278" y="21385"/>
                  </a:cubicBezTo>
                  <a:cubicBezTo>
                    <a:pt x="1449" y="21243"/>
                    <a:pt x="1647" y="21157"/>
                    <a:pt x="1875" y="21129"/>
                  </a:cubicBezTo>
                  <a:cubicBezTo>
                    <a:pt x="2783" y="21072"/>
                    <a:pt x="3721" y="21015"/>
                    <a:pt x="4629" y="20902"/>
                  </a:cubicBezTo>
                  <a:cubicBezTo>
                    <a:pt x="5169" y="20845"/>
                    <a:pt x="5680" y="20731"/>
                    <a:pt x="6220" y="20618"/>
                  </a:cubicBezTo>
                  <a:cubicBezTo>
                    <a:pt x="6419" y="20561"/>
                    <a:pt x="6589" y="20504"/>
                    <a:pt x="6788" y="20419"/>
                  </a:cubicBezTo>
                  <a:cubicBezTo>
                    <a:pt x="6816" y="20391"/>
                    <a:pt x="6844" y="20362"/>
                    <a:pt x="6844" y="20306"/>
                  </a:cubicBezTo>
                  <a:cubicBezTo>
                    <a:pt x="6816" y="20277"/>
                    <a:pt x="6788" y="20249"/>
                    <a:pt x="6759" y="20220"/>
                  </a:cubicBezTo>
                  <a:cubicBezTo>
                    <a:pt x="6703" y="20192"/>
                    <a:pt x="6639" y="20178"/>
                    <a:pt x="6571" y="20178"/>
                  </a:cubicBezTo>
                  <a:cubicBezTo>
                    <a:pt x="6504" y="20178"/>
                    <a:pt x="6433" y="20192"/>
                    <a:pt x="6362" y="20220"/>
                  </a:cubicBezTo>
                  <a:cubicBezTo>
                    <a:pt x="5084" y="20447"/>
                    <a:pt x="3777" y="20504"/>
                    <a:pt x="2471" y="20618"/>
                  </a:cubicBezTo>
                  <a:cubicBezTo>
                    <a:pt x="2439" y="20634"/>
                    <a:pt x="2405" y="20641"/>
                    <a:pt x="2371" y="20641"/>
                  </a:cubicBezTo>
                  <a:cubicBezTo>
                    <a:pt x="2283" y="20641"/>
                    <a:pt x="2192" y="20594"/>
                    <a:pt x="2130" y="20533"/>
                  </a:cubicBezTo>
                  <a:cubicBezTo>
                    <a:pt x="2357" y="20277"/>
                    <a:pt x="2585" y="19993"/>
                    <a:pt x="2783" y="19709"/>
                  </a:cubicBezTo>
                  <a:cubicBezTo>
                    <a:pt x="3124" y="19312"/>
                    <a:pt x="3465" y="18914"/>
                    <a:pt x="3777" y="18516"/>
                  </a:cubicBezTo>
                  <a:cubicBezTo>
                    <a:pt x="3976" y="18232"/>
                    <a:pt x="4289" y="18062"/>
                    <a:pt x="4629" y="18034"/>
                  </a:cubicBezTo>
                  <a:cubicBezTo>
                    <a:pt x="5282" y="17928"/>
                    <a:pt x="5951" y="17870"/>
                    <a:pt x="6612" y="17870"/>
                  </a:cubicBezTo>
                  <a:cubicBezTo>
                    <a:pt x="6842" y="17870"/>
                    <a:pt x="7071" y="17877"/>
                    <a:pt x="7299" y="17892"/>
                  </a:cubicBezTo>
                  <a:cubicBezTo>
                    <a:pt x="8577" y="17863"/>
                    <a:pt x="9826" y="17778"/>
                    <a:pt x="11076" y="17608"/>
                  </a:cubicBezTo>
                  <a:cubicBezTo>
                    <a:pt x="11360" y="17579"/>
                    <a:pt x="11644" y="17522"/>
                    <a:pt x="11900" y="17380"/>
                  </a:cubicBezTo>
                  <a:cubicBezTo>
                    <a:pt x="11985" y="17352"/>
                    <a:pt x="12070" y="17295"/>
                    <a:pt x="12070" y="17182"/>
                  </a:cubicBezTo>
                  <a:cubicBezTo>
                    <a:pt x="12042" y="17096"/>
                    <a:pt x="11900" y="17068"/>
                    <a:pt x="11786" y="17068"/>
                  </a:cubicBezTo>
                  <a:cubicBezTo>
                    <a:pt x="11360" y="17125"/>
                    <a:pt x="10906" y="17182"/>
                    <a:pt x="10451" y="17238"/>
                  </a:cubicBezTo>
                  <a:cubicBezTo>
                    <a:pt x="9173" y="17352"/>
                    <a:pt x="7895" y="17409"/>
                    <a:pt x="6617" y="17409"/>
                  </a:cubicBezTo>
                  <a:cubicBezTo>
                    <a:pt x="6490" y="17402"/>
                    <a:pt x="6362" y="17398"/>
                    <a:pt x="6234" y="17398"/>
                  </a:cubicBezTo>
                  <a:cubicBezTo>
                    <a:pt x="5851" y="17398"/>
                    <a:pt x="5467" y="17430"/>
                    <a:pt x="5084" y="17494"/>
                  </a:cubicBezTo>
                  <a:lnTo>
                    <a:pt x="4885" y="17494"/>
                  </a:lnTo>
                  <a:cubicBezTo>
                    <a:pt x="4876" y="17497"/>
                    <a:pt x="4867" y="17498"/>
                    <a:pt x="4858" y="17498"/>
                  </a:cubicBezTo>
                  <a:cubicBezTo>
                    <a:pt x="4783" y="17498"/>
                    <a:pt x="4721" y="17400"/>
                    <a:pt x="4771" y="17324"/>
                  </a:cubicBezTo>
                  <a:cubicBezTo>
                    <a:pt x="4800" y="17238"/>
                    <a:pt x="4857" y="17125"/>
                    <a:pt x="4942" y="17040"/>
                  </a:cubicBezTo>
                  <a:cubicBezTo>
                    <a:pt x="5737" y="16074"/>
                    <a:pt x="6532" y="15109"/>
                    <a:pt x="7299" y="14115"/>
                  </a:cubicBezTo>
                  <a:cubicBezTo>
                    <a:pt x="7562" y="13798"/>
                    <a:pt x="7948" y="13629"/>
                    <a:pt x="8343" y="13629"/>
                  </a:cubicBezTo>
                  <a:cubicBezTo>
                    <a:pt x="8374" y="13629"/>
                    <a:pt x="8404" y="13630"/>
                    <a:pt x="8435" y="13632"/>
                  </a:cubicBezTo>
                  <a:cubicBezTo>
                    <a:pt x="9173" y="13660"/>
                    <a:pt x="9912" y="13745"/>
                    <a:pt x="10622" y="13916"/>
                  </a:cubicBezTo>
                  <a:cubicBezTo>
                    <a:pt x="11644" y="14171"/>
                    <a:pt x="12609" y="14541"/>
                    <a:pt x="13575" y="14881"/>
                  </a:cubicBezTo>
                  <a:cubicBezTo>
                    <a:pt x="14597" y="15279"/>
                    <a:pt x="15648" y="15506"/>
                    <a:pt x="16727" y="15591"/>
                  </a:cubicBezTo>
                  <a:cubicBezTo>
                    <a:pt x="17352" y="15591"/>
                    <a:pt x="17977" y="15506"/>
                    <a:pt x="18602" y="15478"/>
                  </a:cubicBezTo>
                  <a:cubicBezTo>
                    <a:pt x="18744" y="15449"/>
                    <a:pt x="18857" y="15421"/>
                    <a:pt x="18971" y="15336"/>
                  </a:cubicBezTo>
                  <a:cubicBezTo>
                    <a:pt x="18999" y="15307"/>
                    <a:pt x="18999" y="15279"/>
                    <a:pt x="18999" y="15279"/>
                  </a:cubicBezTo>
                  <a:cubicBezTo>
                    <a:pt x="19028" y="15222"/>
                    <a:pt x="18999" y="15194"/>
                    <a:pt x="18971" y="15165"/>
                  </a:cubicBezTo>
                  <a:cubicBezTo>
                    <a:pt x="18822" y="15101"/>
                    <a:pt x="18673" y="15069"/>
                    <a:pt x="18524" y="15069"/>
                  </a:cubicBezTo>
                  <a:cubicBezTo>
                    <a:pt x="18474" y="15069"/>
                    <a:pt x="18424" y="15073"/>
                    <a:pt x="18374" y="15080"/>
                  </a:cubicBezTo>
                  <a:lnTo>
                    <a:pt x="17153" y="15137"/>
                  </a:lnTo>
                  <a:cubicBezTo>
                    <a:pt x="16415" y="15109"/>
                    <a:pt x="15677" y="14995"/>
                    <a:pt x="14967" y="14768"/>
                  </a:cubicBezTo>
                  <a:cubicBezTo>
                    <a:pt x="14001" y="14512"/>
                    <a:pt x="13092" y="14171"/>
                    <a:pt x="12155" y="13831"/>
                  </a:cubicBezTo>
                  <a:cubicBezTo>
                    <a:pt x="11104" y="13405"/>
                    <a:pt x="9997" y="13177"/>
                    <a:pt x="8889" y="13149"/>
                  </a:cubicBezTo>
                  <a:cubicBezTo>
                    <a:pt x="8776" y="13149"/>
                    <a:pt x="8662" y="13149"/>
                    <a:pt x="8548" y="13121"/>
                  </a:cubicBezTo>
                  <a:cubicBezTo>
                    <a:pt x="8463" y="13121"/>
                    <a:pt x="8406" y="13007"/>
                    <a:pt x="8435" y="12922"/>
                  </a:cubicBezTo>
                  <a:cubicBezTo>
                    <a:pt x="8492" y="12865"/>
                    <a:pt x="8548" y="12780"/>
                    <a:pt x="8634" y="12723"/>
                  </a:cubicBezTo>
                  <a:cubicBezTo>
                    <a:pt x="9571" y="11814"/>
                    <a:pt x="10536" y="10962"/>
                    <a:pt x="11530" y="10139"/>
                  </a:cubicBezTo>
                  <a:cubicBezTo>
                    <a:pt x="11813" y="9926"/>
                    <a:pt x="12136" y="9812"/>
                    <a:pt x="12465" y="9812"/>
                  </a:cubicBezTo>
                  <a:cubicBezTo>
                    <a:pt x="12532" y="9812"/>
                    <a:pt x="12599" y="9817"/>
                    <a:pt x="12666" y="9826"/>
                  </a:cubicBezTo>
                  <a:cubicBezTo>
                    <a:pt x="13575" y="9940"/>
                    <a:pt x="14484" y="10139"/>
                    <a:pt x="15364" y="10451"/>
                  </a:cubicBezTo>
                  <a:cubicBezTo>
                    <a:pt x="16443" y="10877"/>
                    <a:pt x="17551" y="11218"/>
                    <a:pt x="18687" y="11502"/>
                  </a:cubicBezTo>
                  <a:cubicBezTo>
                    <a:pt x="19366" y="11618"/>
                    <a:pt x="20045" y="11676"/>
                    <a:pt x="20724" y="11676"/>
                  </a:cubicBezTo>
                  <a:cubicBezTo>
                    <a:pt x="21210" y="11676"/>
                    <a:pt x="21695" y="11646"/>
                    <a:pt x="22180" y="11587"/>
                  </a:cubicBezTo>
                  <a:cubicBezTo>
                    <a:pt x="22265" y="11587"/>
                    <a:pt x="22350" y="11559"/>
                    <a:pt x="22436" y="11530"/>
                  </a:cubicBezTo>
                  <a:cubicBezTo>
                    <a:pt x="22549" y="11502"/>
                    <a:pt x="22663" y="11473"/>
                    <a:pt x="22691" y="11331"/>
                  </a:cubicBezTo>
                  <a:cubicBezTo>
                    <a:pt x="22748" y="11218"/>
                    <a:pt x="22606" y="11161"/>
                    <a:pt x="22407" y="11133"/>
                  </a:cubicBezTo>
                  <a:lnTo>
                    <a:pt x="21129" y="11133"/>
                  </a:lnTo>
                  <a:cubicBezTo>
                    <a:pt x="20922" y="11151"/>
                    <a:pt x="20717" y="11159"/>
                    <a:pt x="20514" y="11159"/>
                  </a:cubicBezTo>
                  <a:cubicBezTo>
                    <a:pt x="19103" y="11159"/>
                    <a:pt x="17787" y="10752"/>
                    <a:pt x="16472" y="10281"/>
                  </a:cubicBezTo>
                  <a:cubicBezTo>
                    <a:pt x="15591" y="9968"/>
                    <a:pt x="14711" y="9684"/>
                    <a:pt x="13831" y="9457"/>
                  </a:cubicBezTo>
                  <a:cubicBezTo>
                    <a:pt x="13575" y="9429"/>
                    <a:pt x="13348" y="9400"/>
                    <a:pt x="13092" y="9372"/>
                  </a:cubicBezTo>
                  <a:cubicBezTo>
                    <a:pt x="13007" y="9372"/>
                    <a:pt x="12922" y="9372"/>
                    <a:pt x="12865" y="9258"/>
                  </a:cubicBezTo>
                  <a:cubicBezTo>
                    <a:pt x="12893" y="9088"/>
                    <a:pt x="13035" y="9031"/>
                    <a:pt x="13177" y="8946"/>
                  </a:cubicBezTo>
                  <a:cubicBezTo>
                    <a:pt x="14399" y="8122"/>
                    <a:pt x="15733" y="7498"/>
                    <a:pt x="17125" y="7072"/>
                  </a:cubicBezTo>
                  <a:cubicBezTo>
                    <a:pt x="18119" y="6759"/>
                    <a:pt x="19113" y="6504"/>
                    <a:pt x="20107" y="6220"/>
                  </a:cubicBezTo>
                  <a:cubicBezTo>
                    <a:pt x="20817" y="5992"/>
                    <a:pt x="21527" y="5737"/>
                    <a:pt x="22237" y="5510"/>
                  </a:cubicBezTo>
                  <a:cubicBezTo>
                    <a:pt x="22294" y="5481"/>
                    <a:pt x="22322" y="5396"/>
                    <a:pt x="22294" y="5339"/>
                  </a:cubicBezTo>
                  <a:cubicBezTo>
                    <a:pt x="22265" y="5282"/>
                    <a:pt x="22237" y="5254"/>
                    <a:pt x="22208" y="5254"/>
                  </a:cubicBezTo>
                  <a:cubicBezTo>
                    <a:pt x="22123" y="5245"/>
                    <a:pt x="22038" y="5238"/>
                    <a:pt x="21955" y="5238"/>
                  </a:cubicBezTo>
                  <a:cubicBezTo>
                    <a:pt x="21789" y="5238"/>
                    <a:pt x="21631" y="5264"/>
                    <a:pt x="21498" y="5339"/>
                  </a:cubicBezTo>
                  <a:cubicBezTo>
                    <a:pt x="20959" y="5481"/>
                    <a:pt x="20419" y="5652"/>
                    <a:pt x="19880" y="5822"/>
                  </a:cubicBezTo>
                  <a:cubicBezTo>
                    <a:pt x="19056" y="6049"/>
                    <a:pt x="18261" y="6276"/>
                    <a:pt x="17466" y="6475"/>
                  </a:cubicBezTo>
                  <a:cubicBezTo>
                    <a:pt x="16017" y="6844"/>
                    <a:pt x="14626" y="7441"/>
                    <a:pt x="13348" y="8236"/>
                  </a:cubicBezTo>
                  <a:cubicBezTo>
                    <a:pt x="13263" y="8293"/>
                    <a:pt x="13177" y="8321"/>
                    <a:pt x="13092" y="8350"/>
                  </a:cubicBezTo>
                  <a:cubicBezTo>
                    <a:pt x="13082" y="8355"/>
                    <a:pt x="13070" y="8357"/>
                    <a:pt x="13059" y="8357"/>
                  </a:cubicBezTo>
                  <a:cubicBezTo>
                    <a:pt x="13007" y="8357"/>
                    <a:pt x="12950" y="8311"/>
                    <a:pt x="12950" y="8264"/>
                  </a:cubicBezTo>
                  <a:cubicBezTo>
                    <a:pt x="12950" y="8208"/>
                    <a:pt x="12950" y="8151"/>
                    <a:pt x="12950" y="8122"/>
                  </a:cubicBezTo>
                  <a:cubicBezTo>
                    <a:pt x="13348" y="7214"/>
                    <a:pt x="13745" y="6305"/>
                    <a:pt x="14143" y="5396"/>
                  </a:cubicBezTo>
                  <a:cubicBezTo>
                    <a:pt x="14825" y="3806"/>
                    <a:pt x="15904" y="2414"/>
                    <a:pt x="17239" y="1307"/>
                  </a:cubicBezTo>
                  <a:cubicBezTo>
                    <a:pt x="17636" y="937"/>
                    <a:pt x="18034" y="597"/>
                    <a:pt x="18460" y="227"/>
                  </a:cubicBezTo>
                  <a:cubicBezTo>
                    <a:pt x="18516" y="199"/>
                    <a:pt x="18545" y="114"/>
                    <a:pt x="18516" y="57"/>
                  </a:cubicBezTo>
                  <a:cubicBezTo>
                    <a:pt x="18460" y="29"/>
                    <a:pt x="18403" y="0"/>
                    <a:pt x="18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14"/>
            <p:cNvSpPr/>
            <p:nvPr/>
          </p:nvSpPr>
          <p:spPr>
            <a:xfrm>
              <a:off x="419150" y="1312175"/>
              <a:ext cx="621975" cy="755600"/>
            </a:xfrm>
            <a:custGeom>
              <a:rect b="b" l="l" r="r" t="t"/>
              <a:pathLst>
                <a:path extrusionOk="0" h="30224" w="24879">
                  <a:moveTo>
                    <a:pt x="10627" y="0"/>
                  </a:moveTo>
                  <a:cubicBezTo>
                    <a:pt x="10255" y="0"/>
                    <a:pt x="9883" y="34"/>
                    <a:pt x="9514" y="102"/>
                  </a:cubicBezTo>
                  <a:cubicBezTo>
                    <a:pt x="8435" y="272"/>
                    <a:pt x="7413" y="670"/>
                    <a:pt x="6504" y="1238"/>
                  </a:cubicBezTo>
                  <a:cubicBezTo>
                    <a:pt x="5425" y="1919"/>
                    <a:pt x="4431" y="2771"/>
                    <a:pt x="3607" y="3737"/>
                  </a:cubicBezTo>
                  <a:cubicBezTo>
                    <a:pt x="2841" y="4532"/>
                    <a:pt x="2244" y="5469"/>
                    <a:pt x="1761" y="6463"/>
                  </a:cubicBezTo>
                  <a:cubicBezTo>
                    <a:pt x="767" y="8508"/>
                    <a:pt x="200" y="10723"/>
                    <a:pt x="86" y="12995"/>
                  </a:cubicBezTo>
                  <a:cubicBezTo>
                    <a:pt x="1" y="14074"/>
                    <a:pt x="86" y="15125"/>
                    <a:pt x="342" y="16147"/>
                  </a:cubicBezTo>
                  <a:cubicBezTo>
                    <a:pt x="711" y="17539"/>
                    <a:pt x="1477" y="18817"/>
                    <a:pt x="2557" y="19782"/>
                  </a:cubicBezTo>
                  <a:cubicBezTo>
                    <a:pt x="2784" y="19981"/>
                    <a:pt x="3011" y="20151"/>
                    <a:pt x="3267" y="20293"/>
                  </a:cubicBezTo>
                  <a:cubicBezTo>
                    <a:pt x="4232" y="20890"/>
                    <a:pt x="5283" y="21287"/>
                    <a:pt x="6390" y="21486"/>
                  </a:cubicBezTo>
                  <a:cubicBezTo>
                    <a:pt x="6902" y="21571"/>
                    <a:pt x="7413" y="21628"/>
                    <a:pt x="7924" y="21742"/>
                  </a:cubicBezTo>
                  <a:cubicBezTo>
                    <a:pt x="9060" y="21969"/>
                    <a:pt x="10196" y="22281"/>
                    <a:pt x="11304" y="22650"/>
                  </a:cubicBezTo>
                  <a:cubicBezTo>
                    <a:pt x="12326" y="22963"/>
                    <a:pt x="13235" y="23531"/>
                    <a:pt x="14001" y="24269"/>
                  </a:cubicBezTo>
                  <a:cubicBezTo>
                    <a:pt x="14172" y="24468"/>
                    <a:pt x="14371" y="24638"/>
                    <a:pt x="14569" y="24837"/>
                  </a:cubicBezTo>
                  <a:cubicBezTo>
                    <a:pt x="15279" y="25576"/>
                    <a:pt x="15989" y="26342"/>
                    <a:pt x="16728" y="27052"/>
                  </a:cubicBezTo>
                  <a:cubicBezTo>
                    <a:pt x="17835" y="28217"/>
                    <a:pt x="19142" y="29154"/>
                    <a:pt x="20562" y="29864"/>
                  </a:cubicBezTo>
                  <a:cubicBezTo>
                    <a:pt x="21097" y="30104"/>
                    <a:pt x="21680" y="30224"/>
                    <a:pt x="22265" y="30224"/>
                  </a:cubicBezTo>
                  <a:cubicBezTo>
                    <a:pt x="22579" y="30224"/>
                    <a:pt x="22895" y="30189"/>
                    <a:pt x="23203" y="30119"/>
                  </a:cubicBezTo>
                  <a:cubicBezTo>
                    <a:pt x="23572" y="30034"/>
                    <a:pt x="23884" y="29835"/>
                    <a:pt x="24083" y="29551"/>
                  </a:cubicBezTo>
                  <a:cubicBezTo>
                    <a:pt x="24339" y="29239"/>
                    <a:pt x="24509" y="28898"/>
                    <a:pt x="24594" y="28529"/>
                  </a:cubicBezTo>
                  <a:cubicBezTo>
                    <a:pt x="24793" y="27819"/>
                    <a:pt x="24878" y="27081"/>
                    <a:pt x="24793" y="26342"/>
                  </a:cubicBezTo>
                  <a:cubicBezTo>
                    <a:pt x="24708" y="25718"/>
                    <a:pt x="24623" y="25064"/>
                    <a:pt x="24537" y="24411"/>
                  </a:cubicBezTo>
                  <a:cubicBezTo>
                    <a:pt x="24282" y="23190"/>
                    <a:pt x="24168" y="21969"/>
                    <a:pt x="24197" y="20719"/>
                  </a:cubicBezTo>
                  <a:lnTo>
                    <a:pt x="24197" y="19441"/>
                  </a:lnTo>
                  <a:cubicBezTo>
                    <a:pt x="24197" y="18561"/>
                    <a:pt x="24225" y="17709"/>
                    <a:pt x="24197" y="16829"/>
                  </a:cubicBezTo>
                  <a:cubicBezTo>
                    <a:pt x="24168" y="15664"/>
                    <a:pt x="23913" y="14528"/>
                    <a:pt x="23430" y="13506"/>
                  </a:cubicBezTo>
                  <a:cubicBezTo>
                    <a:pt x="22947" y="12540"/>
                    <a:pt x="22351" y="11688"/>
                    <a:pt x="21612" y="10922"/>
                  </a:cubicBezTo>
                  <a:cubicBezTo>
                    <a:pt x="20988" y="10297"/>
                    <a:pt x="20476" y="9615"/>
                    <a:pt x="20022" y="8877"/>
                  </a:cubicBezTo>
                  <a:cubicBezTo>
                    <a:pt x="19568" y="8053"/>
                    <a:pt x="19113" y="7201"/>
                    <a:pt x="18630" y="6378"/>
                  </a:cubicBezTo>
                  <a:cubicBezTo>
                    <a:pt x="17949" y="5185"/>
                    <a:pt x="17182" y="4049"/>
                    <a:pt x="16273" y="3027"/>
                  </a:cubicBezTo>
                  <a:cubicBezTo>
                    <a:pt x="15535" y="2118"/>
                    <a:pt x="14626" y="1351"/>
                    <a:pt x="13604" y="783"/>
                  </a:cubicBezTo>
                  <a:cubicBezTo>
                    <a:pt x="12685" y="261"/>
                    <a:pt x="11659" y="0"/>
                    <a:pt x="10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14"/>
            <p:cNvSpPr/>
            <p:nvPr/>
          </p:nvSpPr>
          <p:spPr>
            <a:xfrm>
              <a:off x="520675" y="1381850"/>
              <a:ext cx="486250" cy="642950"/>
            </a:xfrm>
            <a:custGeom>
              <a:rect b="b" l="l" r="r" t="t"/>
              <a:pathLst>
                <a:path extrusionOk="0" h="25718" w="19450">
                  <a:moveTo>
                    <a:pt x="6989" y="1"/>
                  </a:moveTo>
                  <a:cubicBezTo>
                    <a:pt x="6942" y="1"/>
                    <a:pt x="6893" y="21"/>
                    <a:pt x="6873" y="41"/>
                  </a:cubicBezTo>
                  <a:cubicBezTo>
                    <a:pt x="6788" y="98"/>
                    <a:pt x="6817" y="155"/>
                    <a:pt x="6873" y="211"/>
                  </a:cubicBezTo>
                  <a:cubicBezTo>
                    <a:pt x="7157" y="666"/>
                    <a:pt x="7470" y="1120"/>
                    <a:pt x="7754" y="1546"/>
                  </a:cubicBezTo>
                  <a:cubicBezTo>
                    <a:pt x="8776" y="2938"/>
                    <a:pt x="9458" y="4585"/>
                    <a:pt x="9742" y="6289"/>
                  </a:cubicBezTo>
                  <a:cubicBezTo>
                    <a:pt x="9912" y="7254"/>
                    <a:pt x="10054" y="8248"/>
                    <a:pt x="10224" y="9214"/>
                  </a:cubicBezTo>
                  <a:cubicBezTo>
                    <a:pt x="10224" y="9242"/>
                    <a:pt x="10224" y="9299"/>
                    <a:pt x="10224" y="9356"/>
                  </a:cubicBezTo>
                  <a:cubicBezTo>
                    <a:pt x="10204" y="9397"/>
                    <a:pt x="10152" y="9424"/>
                    <a:pt x="10104" y="9424"/>
                  </a:cubicBezTo>
                  <a:cubicBezTo>
                    <a:pt x="10086" y="9424"/>
                    <a:pt x="10069" y="9420"/>
                    <a:pt x="10054" y="9413"/>
                  </a:cubicBezTo>
                  <a:cubicBezTo>
                    <a:pt x="9997" y="9356"/>
                    <a:pt x="9912" y="9299"/>
                    <a:pt x="9855" y="9242"/>
                  </a:cubicBezTo>
                  <a:cubicBezTo>
                    <a:pt x="8804" y="8163"/>
                    <a:pt x="7612" y="7254"/>
                    <a:pt x="6277" y="6516"/>
                  </a:cubicBezTo>
                  <a:cubicBezTo>
                    <a:pt x="5539" y="6118"/>
                    <a:pt x="4829" y="5692"/>
                    <a:pt x="4119" y="5266"/>
                  </a:cubicBezTo>
                  <a:cubicBezTo>
                    <a:pt x="3636" y="4982"/>
                    <a:pt x="3153" y="4698"/>
                    <a:pt x="2670" y="4414"/>
                  </a:cubicBezTo>
                  <a:cubicBezTo>
                    <a:pt x="2471" y="4272"/>
                    <a:pt x="2244" y="4187"/>
                    <a:pt x="1989" y="4159"/>
                  </a:cubicBezTo>
                  <a:cubicBezTo>
                    <a:pt x="1960" y="4159"/>
                    <a:pt x="1904" y="4187"/>
                    <a:pt x="1875" y="4216"/>
                  </a:cubicBezTo>
                  <a:cubicBezTo>
                    <a:pt x="1818" y="4272"/>
                    <a:pt x="1847" y="4358"/>
                    <a:pt x="1904" y="4386"/>
                  </a:cubicBezTo>
                  <a:cubicBezTo>
                    <a:pt x="2528" y="4784"/>
                    <a:pt x="3125" y="5210"/>
                    <a:pt x="3778" y="5579"/>
                  </a:cubicBezTo>
                  <a:cubicBezTo>
                    <a:pt x="4687" y="6118"/>
                    <a:pt x="5567" y="6601"/>
                    <a:pt x="6447" y="7141"/>
                  </a:cubicBezTo>
                  <a:cubicBezTo>
                    <a:pt x="7697" y="7908"/>
                    <a:pt x="8833" y="8845"/>
                    <a:pt x="9827" y="9952"/>
                  </a:cubicBezTo>
                  <a:cubicBezTo>
                    <a:pt x="9912" y="10066"/>
                    <a:pt x="10026" y="10151"/>
                    <a:pt x="10026" y="10350"/>
                  </a:cubicBezTo>
                  <a:cubicBezTo>
                    <a:pt x="9992" y="10401"/>
                    <a:pt x="9947" y="10411"/>
                    <a:pt x="9899" y="10411"/>
                  </a:cubicBezTo>
                  <a:cubicBezTo>
                    <a:pt x="9867" y="10411"/>
                    <a:pt x="9832" y="10407"/>
                    <a:pt x="9798" y="10407"/>
                  </a:cubicBezTo>
                  <a:cubicBezTo>
                    <a:pt x="9543" y="10378"/>
                    <a:pt x="9316" y="10293"/>
                    <a:pt x="9060" y="10293"/>
                  </a:cubicBezTo>
                  <a:cubicBezTo>
                    <a:pt x="8151" y="10293"/>
                    <a:pt x="7214" y="10350"/>
                    <a:pt x="6305" y="10463"/>
                  </a:cubicBezTo>
                  <a:cubicBezTo>
                    <a:pt x="5691" y="10518"/>
                    <a:pt x="5077" y="10560"/>
                    <a:pt x="4465" y="10560"/>
                  </a:cubicBezTo>
                  <a:cubicBezTo>
                    <a:pt x="3491" y="10560"/>
                    <a:pt x="2522" y="10454"/>
                    <a:pt x="1563" y="10123"/>
                  </a:cubicBezTo>
                  <a:cubicBezTo>
                    <a:pt x="1165" y="10009"/>
                    <a:pt x="739" y="9924"/>
                    <a:pt x="342" y="9810"/>
                  </a:cubicBezTo>
                  <a:cubicBezTo>
                    <a:pt x="280" y="9801"/>
                    <a:pt x="224" y="9795"/>
                    <a:pt x="176" y="9795"/>
                  </a:cubicBezTo>
                  <a:cubicBezTo>
                    <a:pt x="69" y="9795"/>
                    <a:pt x="1" y="9826"/>
                    <a:pt x="1" y="9924"/>
                  </a:cubicBezTo>
                  <a:cubicBezTo>
                    <a:pt x="1" y="10066"/>
                    <a:pt x="114" y="10123"/>
                    <a:pt x="200" y="10179"/>
                  </a:cubicBezTo>
                  <a:cubicBezTo>
                    <a:pt x="285" y="10236"/>
                    <a:pt x="342" y="10265"/>
                    <a:pt x="427" y="10293"/>
                  </a:cubicBezTo>
                  <a:cubicBezTo>
                    <a:pt x="1534" y="10719"/>
                    <a:pt x="2670" y="10975"/>
                    <a:pt x="3835" y="11060"/>
                  </a:cubicBezTo>
                  <a:cubicBezTo>
                    <a:pt x="4999" y="11060"/>
                    <a:pt x="6163" y="11003"/>
                    <a:pt x="7328" y="10889"/>
                  </a:cubicBezTo>
                  <a:cubicBezTo>
                    <a:pt x="7763" y="10850"/>
                    <a:pt x="8191" y="10829"/>
                    <a:pt x="8617" y="10829"/>
                  </a:cubicBezTo>
                  <a:cubicBezTo>
                    <a:pt x="9108" y="10829"/>
                    <a:pt x="9595" y="10857"/>
                    <a:pt x="10082" y="10918"/>
                  </a:cubicBezTo>
                  <a:cubicBezTo>
                    <a:pt x="10480" y="10975"/>
                    <a:pt x="10849" y="11173"/>
                    <a:pt x="11105" y="11514"/>
                  </a:cubicBezTo>
                  <a:cubicBezTo>
                    <a:pt x="11872" y="12565"/>
                    <a:pt x="12610" y="13616"/>
                    <a:pt x="13291" y="14752"/>
                  </a:cubicBezTo>
                  <a:cubicBezTo>
                    <a:pt x="13348" y="14808"/>
                    <a:pt x="13377" y="14894"/>
                    <a:pt x="13433" y="14979"/>
                  </a:cubicBezTo>
                  <a:cubicBezTo>
                    <a:pt x="13433" y="15064"/>
                    <a:pt x="13377" y="15149"/>
                    <a:pt x="13291" y="15149"/>
                  </a:cubicBezTo>
                  <a:cubicBezTo>
                    <a:pt x="13178" y="15121"/>
                    <a:pt x="13064" y="15092"/>
                    <a:pt x="12951" y="15092"/>
                  </a:cubicBezTo>
                  <a:cubicBezTo>
                    <a:pt x="12239" y="14928"/>
                    <a:pt x="11515" y="14846"/>
                    <a:pt x="10795" y="14846"/>
                  </a:cubicBezTo>
                  <a:cubicBezTo>
                    <a:pt x="10394" y="14846"/>
                    <a:pt x="9995" y="14871"/>
                    <a:pt x="9600" y="14922"/>
                  </a:cubicBezTo>
                  <a:cubicBezTo>
                    <a:pt x="8606" y="15036"/>
                    <a:pt x="7640" y="15149"/>
                    <a:pt x="6646" y="15149"/>
                  </a:cubicBezTo>
                  <a:cubicBezTo>
                    <a:pt x="6462" y="15163"/>
                    <a:pt x="6277" y="15171"/>
                    <a:pt x="6092" y="15171"/>
                  </a:cubicBezTo>
                  <a:cubicBezTo>
                    <a:pt x="5539" y="15171"/>
                    <a:pt x="4985" y="15107"/>
                    <a:pt x="4431" y="14979"/>
                  </a:cubicBezTo>
                  <a:lnTo>
                    <a:pt x="3267" y="14610"/>
                  </a:lnTo>
                  <a:cubicBezTo>
                    <a:pt x="3142" y="14568"/>
                    <a:pt x="2987" y="14542"/>
                    <a:pt x="2835" y="14542"/>
                  </a:cubicBezTo>
                  <a:cubicBezTo>
                    <a:pt x="2779" y="14542"/>
                    <a:pt x="2724" y="14545"/>
                    <a:pt x="2670" y="14553"/>
                  </a:cubicBezTo>
                  <a:cubicBezTo>
                    <a:pt x="2613" y="14553"/>
                    <a:pt x="2613" y="14581"/>
                    <a:pt x="2613" y="14638"/>
                  </a:cubicBezTo>
                  <a:cubicBezTo>
                    <a:pt x="2613" y="14666"/>
                    <a:pt x="2613" y="14666"/>
                    <a:pt x="2642" y="14695"/>
                  </a:cubicBezTo>
                  <a:cubicBezTo>
                    <a:pt x="2699" y="14808"/>
                    <a:pt x="2812" y="14894"/>
                    <a:pt x="2954" y="14922"/>
                  </a:cubicBezTo>
                  <a:cubicBezTo>
                    <a:pt x="3551" y="15121"/>
                    <a:pt x="4147" y="15348"/>
                    <a:pt x="4743" y="15490"/>
                  </a:cubicBezTo>
                  <a:cubicBezTo>
                    <a:pt x="5407" y="15612"/>
                    <a:pt x="6070" y="15670"/>
                    <a:pt x="6734" y="15670"/>
                  </a:cubicBezTo>
                  <a:cubicBezTo>
                    <a:pt x="7150" y="15670"/>
                    <a:pt x="7565" y="15647"/>
                    <a:pt x="7981" y="15604"/>
                  </a:cubicBezTo>
                  <a:cubicBezTo>
                    <a:pt x="9003" y="15518"/>
                    <a:pt x="10026" y="15376"/>
                    <a:pt x="11048" y="15376"/>
                  </a:cubicBezTo>
                  <a:cubicBezTo>
                    <a:pt x="11786" y="15405"/>
                    <a:pt x="12525" y="15490"/>
                    <a:pt x="13263" y="15660"/>
                  </a:cubicBezTo>
                  <a:cubicBezTo>
                    <a:pt x="13689" y="15717"/>
                    <a:pt x="14058" y="16001"/>
                    <a:pt x="14229" y="16399"/>
                  </a:cubicBezTo>
                  <a:cubicBezTo>
                    <a:pt x="14740" y="17535"/>
                    <a:pt x="15279" y="18671"/>
                    <a:pt x="15819" y="19835"/>
                  </a:cubicBezTo>
                  <a:cubicBezTo>
                    <a:pt x="15847" y="19920"/>
                    <a:pt x="15876" y="20034"/>
                    <a:pt x="15904" y="20147"/>
                  </a:cubicBezTo>
                  <a:cubicBezTo>
                    <a:pt x="15929" y="20221"/>
                    <a:pt x="15868" y="20295"/>
                    <a:pt x="15796" y="20295"/>
                  </a:cubicBezTo>
                  <a:cubicBezTo>
                    <a:pt x="15785" y="20295"/>
                    <a:pt x="15774" y="20293"/>
                    <a:pt x="15762" y="20289"/>
                  </a:cubicBezTo>
                  <a:lnTo>
                    <a:pt x="15563" y="20204"/>
                  </a:lnTo>
                  <a:cubicBezTo>
                    <a:pt x="15081" y="20005"/>
                    <a:pt x="14598" y="19835"/>
                    <a:pt x="14087" y="19721"/>
                  </a:cubicBezTo>
                  <a:cubicBezTo>
                    <a:pt x="12837" y="19437"/>
                    <a:pt x="11616" y="19068"/>
                    <a:pt x="10423" y="18614"/>
                  </a:cubicBezTo>
                  <a:cubicBezTo>
                    <a:pt x="9997" y="18472"/>
                    <a:pt x="9571" y="18302"/>
                    <a:pt x="9174" y="18160"/>
                  </a:cubicBezTo>
                  <a:cubicBezTo>
                    <a:pt x="9123" y="18134"/>
                    <a:pt x="9066" y="18120"/>
                    <a:pt x="9014" y="18120"/>
                  </a:cubicBezTo>
                  <a:cubicBezTo>
                    <a:pt x="8950" y="18120"/>
                    <a:pt x="8893" y="18141"/>
                    <a:pt x="8861" y="18188"/>
                  </a:cubicBezTo>
                  <a:cubicBezTo>
                    <a:pt x="8833" y="18302"/>
                    <a:pt x="8918" y="18358"/>
                    <a:pt x="8975" y="18415"/>
                  </a:cubicBezTo>
                  <a:cubicBezTo>
                    <a:pt x="9202" y="18614"/>
                    <a:pt x="9458" y="18756"/>
                    <a:pt x="9742" y="18869"/>
                  </a:cubicBezTo>
                  <a:cubicBezTo>
                    <a:pt x="10906" y="19324"/>
                    <a:pt x="12099" y="19721"/>
                    <a:pt x="13320" y="20034"/>
                  </a:cubicBezTo>
                  <a:cubicBezTo>
                    <a:pt x="14172" y="20233"/>
                    <a:pt x="15052" y="20488"/>
                    <a:pt x="15876" y="20857"/>
                  </a:cubicBezTo>
                  <a:cubicBezTo>
                    <a:pt x="16188" y="20971"/>
                    <a:pt x="16444" y="21198"/>
                    <a:pt x="16586" y="21511"/>
                  </a:cubicBezTo>
                  <a:cubicBezTo>
                    <a:pt x="16785" y="21993"/>
                    <a:pt x="17012" y="22476"/>
                    <a:pt x="17211" y="22931"/>
                  </a:cubicBezTo>
                  <a:cubicBezTo>
                    <a:pt x="17381" y="23243"/>
                    <a:pt x="17523" y="23584"/>
                    <a:pt x="17665" y="23896"/>
                  </a:cubicBezTo>
                  <a:cubicBezTo>
                    <a:pt x="17608" y="23924"/>
                    <a:pt x="17544" y="23939"/>
                    <a:pt x="17484" y="23939"/>
                  </a:cubicBezTo>
                  <a:cubicBezTo>
                    <a:pt x="17424" y="23939"/>
                    <a:pt x="17367" y="23924"/>
                    <a:pt x="17324" y="23896"/>
                  </a:cubicBezTo>
                  <a:cubicBezTo>
                    <a:pt x="16103" y="23442"/>
                    <a:pt x="14853" y="23044"/>
                    <a:pt x="13661" y="22533"/>
                  </a:cubicBezTo>
                  <a:cubicBezTo>
                    <a:pt x="13547" y="22448"/>
                    <a:pt x="13405" y="22419"/>
                    <a:pt x="13263" y="22419"/>
                  </a:cubicBezTo>
                  <a:cubicBezTo>
                    <a:pt x="13235" y="22419"/>
                    <a:pt x="13206" y="22448"/>
                    <a:pt x="13178" y="22505"/>
                  </a:cubicBezTo>
                  <a:cubicBezTo>
                    <a:pt x="13178" y="22533"/>
                    <a:pt x="13178" y="22590"/>
                    <a:pt x="13206" y="22618"/>
                  </a:cubicBezTo>
                  <a:cubicBezTo>
                    <a:pt x="13348" y="22760"/>
                    <a:pt x="13519" y="22874"/>
                    <a:pt x="13689" y="22959"/>
                  </a:cubicBezTo>
                  <a:cubicBezTo>
                    <a:pt x="14200" y="23215"/>
                    <a:pt x="14683" y="23442"/>
                    <a:pt x="15166" y="23640"/>
                  </a:cubicBezTo>
                  <a:cubicBezTo>
                    <a:pt x="16046" y="23953"/>
                    <a:pt x="16898" y="24237"/>
                    <a:pt x="17779" y="24549"/>
                  </a:cubicBezTo>
                  <a:cubicBezTo>
                    <a:pt x="18006" y="24578"/>
                    <a:pt x="18204" y="24720"/>
                    <a:pt x="18318" y="24918"/>
                  </a:cubicBezTo>
                  <a:cubicBezTo>
                    <a:pt x="18460" y="25117"/>
                    <a:pt x="18630" y="25344"/>
                    <a:pt x="18801" y="25543"/>
                  </a:cubicBezTo>
                  <a:cubicBezTo>
                    <a:pt x="18914" y="25657"/>
                    <a:pt x="19028" y="25714"/>
                    <a:pt x="19170" y="25714"/>
                  </a:cubicBezTo>
                  <a:cubicBezTo>
                    <a:pt x="19182" y="25716"/>
                    <a:pt x="19195" y="25717"/>
                    <a:pt x="19207" y="25717"/>
                  </a:cubicBezTo>
                  <a:cubicBezTo>
                    <a:pt x="19335" y="25717"/>
                    <a:pt x="19449" y="25588"/>
                    <a:pt x="19397" y="25458"/>
                  </a:cubicBezTo>
                  <a:cubicBezTo>
                    <a:pt x="19284" y="25202"/>
                    <a:pt x="19142" y="24947"/>
                    <a:pt x="19000" y="24691"/>
                  </a:cubicBezTo>
                  <a:cubicBezTo>
                    <a:pt x="18488" y="23726"/>
                    <a:pt x="18006" y="22732"/>
                    <a:pt x="17580" y="21709"/>
                  </a:cubicBezTo>
                  <a:cubicBezTo>
                    <a:pt x="17523" y="21539"/>
                    <a:pt x="17466" y="21369"/>
                    <a:pt x="17466" y="21198"/>
                  </a:cubicBezTo>
                  <a:cubicBezTo>
                    <a:pt x="17409" y="20545"/>
                    <a:pt x="17438" y="19892"/>
                    <a:pt x="17495" y="19239"/>
                  </a:cubicBezTo>
                  <a:cubicBezTo>
                    <a:pt x="17665" y="18160"/>
                    <a:pt x="17722" y="17080"/>
                    <a:pt x="17722" y="16001"/>
                  </a:cubicBezTo>
                  <a:cubicBezTo>
                    <a:pt x="17693" y="15263"/>
                    <a:pt x="17665" y="14553"/>
                    <a:pt x="17608" y="13843"/>
                  </a:cubicBezTo>
                  <a:cubicBezTo>
                    <a:pt x="17551" y="13360"/>
                    <a:pt x="17438" y="12877"/>
                    <a:pt x="17353" y="12395"/>
                  </a:cubicBezTo>
                  <a:cubicBezTo>
                    <a:pt x="17353" y="12281"/>
                    <a:pt x="17267" y="12167"/>
                    <a:pt x="17182" y="12111"/>
                  </a:cubicBezTo>
                  <a:cubicBezTo>
                    <a:pt x="17161" y="12100"/>
                    <a:pt x="17137" y="12094"/>
                    <a:pt x="17113" y="12094"/>
                  </a:cubicBezTo>
                  <a:cubicBezTo>
                    <a:pt x="17071" y="12094"/>
                    <a:pt x="17030" y="12113"/>
                    <a:pt x="17012" y="12167"/>
                  </a:cubicBezTo>
                  <a:cubicBezTo>
                    <a:pt x="16983" y="12253"/>
                    <a:pt x="16983" y="12338"/>
                    <a:pt x="16983" y="12423"/>
                  </a:cubicBezTo>
                  <a:cubicBezTo>
                    <a:pt x="17125" y="13247"/>
                    <a:pt x="17182" y="14070"/>
                    <a:pt x="17211" y="14922"/>
                  </a:cubicBezTo>
                  <a:cubicBezTo>
                    <a:pt x="17267" y="16456"/>
                    <a:pt x="17211" y="18018"/>
                    <a:pt x="17040" y="19551"/>
                  </a:cubicBezTo>
                  <a:cubicBezTo>
                    <a:pt x="17012" y="19693"/>
                    <a:pt x="17040" y="19863"/>
                    <a:pt x="16870" y="19949"/>
                  </a:cubicBezTo>
                  <a:cubicBezTo>
                    <a:pt x="16813" y="19920"/>
                    <a:pt x="16785" y="19863"/>
                    <a:pt x="16728" y="19807"/>
                  </a:cubicBezTo>
                  <a:cubicBezTo>
                    <a:pt x="16444" y="19210"/>
                    <a:pt x="16160" y="18585"/>
                    <a:pt x="15876" y="17989"/>
                  </a:cubicBezTo>
                  <a:cubicBezTo>
                    <a:pt x="15620" y="17478"/>
                    <a:pt x="15393" y="16967"/>
                    <a:pt x="15109" y="16484"/>
                  </a:cubicBezTo>
                  <a:cubicBezTo>
                    <a:pt x="14825" y="16030"/>
                    <a:pt x="14683" y="15490"/>
                    <a:pt x="14683" y="14950"/>
                  </a:cubicBezTo>
                  <a:cubicBezTo>
                    <a:pt x="14655" y="13956"/>
                    <a:pt x="14598" y="12963"/>
                    <a:pt x="14569" y="11997"/>
                  </a:cubicBezTo>
                  <a:cubicBezTo>
                    <a:pt x="14541" y="11117"/>
                    <a:pt x="14427" y="10236"/>
                    <a:pt x="14285" y="9384"/>
                  </a:cubicBezTo>
                  <a:cubicBezTo>
                    <a:pt x="13945" y="7680"/>
                    <a:pt x="13320" y="6062"/>
                    <a:pt x="12440" y="4556"/>
                  </a:cubicBezTo>
                  <a:cubicBezTo>
                    <a:pt x="12383" y="4386"/>
                    <a:pt x="12269" y="4244"/>
                    <a:pt x="12127" y="4130"/>
                  </a:cubicBezTo>
                  <a:cubicBezTo>
                    <a:pt x="12108" y="4126"/>
                    <a:pt x="12089" y="4123"/>
                    <a:pt x="12071" y="4123"/>
                  </a:cubicBezTo>
                  <a:cubicBezTo>
                    <a:pt x="11987" y="4123"/>
                    <a:pt x="11928" y="4178"/>
                    <a:pt x="11928" y="4272"/>
                  </a:cubicBezTo>
                  <a:cubicBezTo>
                    <a:pt x="11957" y="4358"/>
                    <a:pt x="11985" y="4471"/>
                    <a:pt x="12014" y="4585"/>
                  </a:cubicBezTo>
                  <a:cubicBezTo>
                    <a:pt x="12298" y="5210"/>
                    <a:pt x="12553" y="5863"/>
                    <a:pt x="12837" y="6488"/>
                  </a:cubicBezTo>
                  <a:cubicBezTo>
                    <a:pt x="13348" y="7652"/>
                    <a:pt x="13689" y="8873"/>
                    <a:pt x="13916" y="10123"/>
                  </a:cubicBezTo>
                  <a:cubicBezTo>
                    <a:pt x="13945" y="10407"/>
                    <a:pt x="13973" y="10691"/>
                    <a:pt x="13973" y="10975"/>
                  </a:cubicBezTo>
                  <a:cubicBezTo>
                    <a:pt x="14030" y="12025"/>
                    <a:pt x="14087" y="13076"/>
                    <a:pt x="14115" y="14155"/>
                  </a:cubicBezTo>
                  <a:cubicBezTo>
                    <a:pt x="14115" y="14269"/>
                    <a:pt x="14172" y="14411"/>
                    <a:pt x="14058" y="14496"/>
                  </a:cubicBezTo>
                  <a:cubicBezTo>
                    <a:pt x="14030" y="14496"/>
                    <a:pt x="13973" y="14496"/>
                    <a:pt x="13945" y="14468"/>
                  </a:cubicBezTo>
                  <a:cubicBezTo>
                    <a:pt x="13831" y="14297"/>
                    <a:pt x="13717" y="14127"/>
                    <a:pt x="13604" y="13956"/>
                  </a:cubicBezTo>
                  <a:cubicBezTo>
                    <a:pt x="12951" y="12963"/>
                    <a:pt x="12212" y="11969"/>
                    <a:pt x="11474" y="11031"/>
                  </a:cubicBezTo>
                  <a:cubicBezTo>
                    <a:pt x="11332" y="10889"/>
                    <a:pt x="11218" y="10719"/>
                    <a:pt x="11162" y="10520"/>
                  </a:cubicBezTo>
                  <a:cubicBezTo>
                    <a:pt x="10991" y="10123"/>
                    <a:pt x="10878" y="9725"/>
                    <a:pt x="10792" y="9299"/>
                  </a:cubicBezTo>
                  <a:cubicBezTo>
                    <a:pt x="10650" y="8333"/>
                    <a:pt x="10508" y="7396"/>
                    <a:pt x="10366" y="6431"/>
                  </a:cubicBezTo>
                  <a:cubicBezTo>
                    <a:pt x="10253" y="5607"/>
                    <a:pt x="10026" y="4812"/>
                    <a:pt x="9770" y="4017"/>
                  </a:cubicBezTo>
                  <a:cubicBezTo>
                    <a:pt x="9316" y="2767"/>
                    <a:pt x="8549" y="1745"/>
                    <a:pt x="7782" y="666"/>
                  </a:cubicBezTo>
                  <a:cubicBezTo>
                    <a:pt x="7640" y="495"/>
                    <a:pt x="7498" y="325"/>
                    <a:pt x="7328" y="183"/>
                  </a:cubicBezTo>
                  <a:cubicBezTo>
                    <a:pt x="7243" y="98"/>
                    <a:pt x="7157" y="41"/>
                    <a:pt x="7044" y="13"/>
                  </a:cubicBezTo>
                  <a:cubicBezTo>
                    <a:pt x="7027" y="4"/>
                    <a:pt x="7008" y="1"/>
                    <a:pt x="6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14"/>
            <p:cNvSpPr/>
            <p:nvPr/>
          </p:nvSpPr>
          <p:spPr>
            <a:xfrm>
              <a:off x="1134800" y="1787950"/>
              <a:ext cx="863350" cy="88617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14"/>
            <p:cNvSpPr/>
            <p:nvPr/>
          </p:nvSpPr>
          <p:spPr>
            <a:xfrm>
              <a:off x="1210075" y="1840800"/>
              <a:ext cx="729150" cy="761650"/>
            </a:xfrm>
            <a:custGeom>
              <a:rect b="b" l="l" r="r" t="t"/>
              <a:pathLst>
                <a:path extrusionOk="0" h="30466" w="29166">
                  <a:moveTo>
                    <a:pt x="14938" y="12411"/>
                  </a:moveTo>
                  <a:lnTo>
                    <a:pt x="14995" y="12439"/>
                  </a:lnTo>
                  <a:lnTo>
                    <a:pt x="14938" y="12439"/>
                  </a:lnTo>
                  <a:lnTo>
                    <a:pt x="14938" y="12411"/>
                  </a:lnTo>
                  <a:close/>
                  <a:moveTo>
                    <a:pt x="19737" y="0"/>
                  </a:moveTo>
                  <a:cubicBezTo>
                    <a:pt x="19652" y="0"/>
                    <a:pt x="19595" y="0"/>
                    <a:pt x="19539" y="57"/>
                  </a:cubicBezTo>
                  <a:cubicBezTo>
                    <a:pt x="19397" y="142"/>
                    <a:pt x="19311" y="227"/>
                    <a:pt x="19198" y="341"/>
                  </a:cubicBezTo>
                  <a:cubicBezTo>
                    <a:pt x="18829" y="795"/>
                    <a:pt x="18431" y="1221"/>
                    <a:pt x="18090" y="1676"/>
                  </a:cubicBezTo>
                  <a:cubicBezTo>
                    <a:pt x="17579" y="2329"/>
                    <a:pt x="17125" y="2982"/>
                    <a:pt x="16699" y="3664"/>
                  </a:cubicBezTo>
                  <a:cubicBezTo>
                    <a:pt x="16102" y="4686"/>
                    <a:pt x="15648" y="5794"/>
                    <a:pt x="15336" y="6958"/>
                  </a:cubicBezTo>
                  <a:cubicBezTo>
                    <a:pt x="14796" y="8634"/>
                    <a:pt x="14342" y="10366"/>
                    <a:pt x="14001" y="12098"/>
                  </a:cubicBezTo>
                  <a:cubicBezTo>
                    <a:pt x="13916" y="12439"/>
                    <a:pt x="13745" y="12780"/>
                    <a:pt x="13518" y="13064"/>
                  </a:cubicBezTo>
                  <a:cubicBezTo>
                    <a:pt x="12496" y="14313"/>
                    <a:pt x="11502" y="15563"/>
                    <a:pt x="10565" y="16869"/>
                  </a:cubicBezTo>
                  <a:cubicBezTo>
                    <a:pt x="10337" y="17238"/>
                    <a:pt x="10053" y="17579"/>
                    <a:pt x="9769" y="17892"/>
                  </a:cubicBezTo>
                  <a:cubicBezTo>
                    <a:pt x="9713" y="17579"/>
                    <a:pt x="9713" y="17295"/>
                    <a:pt x="9798" y="16983"/>
                  </a:cubicBezTo>
                  <a:cubicBezTo>
                    <a:pt x="9968" y="15847"/>
                    <a:pt x="10110" y="14711"/>
                    <a:pt x="10167" y="13575"/>
                  </a:cubicBezTo>
                  <a:cubicBezTo>
                    <a:pt x="10252" y="12354"/>
                    <a:pt x="10536" y="11133"/>
                    <a:pt x="10962" y="9968"/>
                  </a:cubicBezTo>
                  <a:cubicBezTo>
                    <a:pt x="11530" y="8548"/>
                    <a:pt x="12183" y="7157"/>
                    <a:pt x="12950" y="5822"/>
                  </a:cubicBezTo>
                  <a:cubicBezTo>
                    <a:pt x="13092" y="5538"/>
                    <a:pt x="13206" y="5254"/>
                    <a:pt x="13319" y="4942"/>
                  </a:cubicBezTo>
                  <a:cubicBezTo>
                    <a:pt x="13348" y="4885"/>
                    <a:pt x="13319" y="4800"/>
                    <a:pt x="13262" y="4771"/>
                  </a:cubicBezTo>
                  <a:cubicBezTo>
                    <a:pt x="13239" y="4760"/>
                    <a:pt x="13211" y="4753"/>
                    <a:pt x="13181" y="4753"/>
                  </a:cubicBezTo>
                  <a:cubicBezTo>
                    <a:pt x="13140" y="4753"/>
                    <a:pt x="13097" y="4766"/>
                    <a:pt x="13064" y="4800"/>
                  </a:cubicBezTo>
                  <a:cubicBezTo>
                    <a:pt x="12950" y="4885"/>
                    <a:pt x="12865" y="4999"/>
                    <a:pt x="12780" y="5112"/>
                  </a:cubicBezTo>
                  <a:cubicBezTo>
                    <a:pt x="12552" y="5510"/>
                    <a:pt x="12297" y="5907"/>
                    <a:pt x="12070" y="6305"/>
                  </a:cubicBezTo>
                  <a:cubicBezTo>
                    <a:pt x="11161" y="7867"/>
                    <a:pt x="10451" y="9514"/>
                    <a:pt x="9968" y="11246"/>
                  </a:cubicBezTo>
                  <a:cubicBezTo>
                    <a:pt x="9826" y="11757"/>
                    <a:pt x="9713" y="12297"/>
                    <a:pt x="9656" y="12837"/>
                  </a:cubicBezTo>
                  <a:cubicBezTo>
                    <a:pt x="9514" y="13944"/>
                    <a:pt x="9457" y="15052"/>
                    <a:pt x="9343" y="16159"/>
                  </a:cubicBezTo>
                  <a:cubicBezTo>
                    <a:pt x="9258" y="17040"/>
                    <a:pt x="9116" y="17892"/>
                    <a:pt x="8889" y="18744"/>
                  </a:cubicBezTo>
                  <a:cubicBezTo>
                    <a:pt x="8804" y="19141"/>
                    <a:pt x="8633" y="19482"/>
                    <a:pt x="8378" y="19794"/>
                  </a:cubicBezTo>
                  <a:cubicBezTo>
                    <a:pt x="7384" y="21044"/>
                    <a:pt x="6418" y="22322"/>
                    <a:pt x="5424" y="23571"/>
                  </a:cubicBezTo>
                  <a:cubicBezTo>
                    <a:pt x="5254" y="23827"/>
                    <a:pt x="5055" y="24026"/>
                    <a:pt x="4800" y="24168"/>
                  </a:cubicBezTo>
                  <a:cubicBezTo>
                    <a:pt x="4778" y="24232"/>
                    <a:pt x="4757" y="24264"/>
                    <a:pt x="4736" y="24264"/>
                  </a:cubicBezTo>
                  <a:cubicBezTo>
                    <a:pt x="4729" y="24264"/>
                    <a:pt x="4721" y="24260"/>
                    <a:pt x="4714" y="24253"/>
                  </a:cubicBezTo>
                  <a:cubicBezTo>
                    <a:pt x="4686" y="24196"/>
                    <a:pt x="4714" y="24139"/>
                    <a:pt x="4771" y="24139"/>
                  </a:cubicBezTo>
                  <a:cubicBezTo>
                    <a:pt x="4771" y="23571"/>
                    <a:pt x="4828" y="23032"/>
                    <a:pt x="4942" y="22464"/>
                  </a:cubicBezTo>
                  <a:cubicBezTo>
                    <a:pt x="5055" y="21527"/>
                    <a:pt x="5112" y="20533"/>
                    <a:pt x="5339" y="19596"/>
                  </a:cubicBezTo>
                  <a:cubicBezTo>
                    <a:pt x="5510" y="18772"/>
                    <a:pt x="5652" y="17920"/>
                    <a:pt x="5794" y="17068"/>
                  </a:cubicBezTo>
                  <a:cubicBezTo>
                    <a:pt x="5794" y="17011"/>
                    <a:pt x="5794" y="16926"/>
                    <a:pt x="5794" y="16869"/>
                  </a:cubicBezTo>
                  <a:cubicBezTo>
                    <a:pt x="5775" y="16794"/>
                    <a:pt x="5718" y="16756"/>
                    <a:pt x="5657" y="16756"/>
                  </a:cubicBezTo>
                  <a:cubicBezTo>
                    <a:pt x="5626" y="16756"/>
                    <a:pt x="5595" y="16765"/>
                    <a:pt x="5566" y="16784"/>
                  </a:cubicBezTo>
                  <a:cubicBezTo>
                    <a:pt x="5481" y="16898"/>
                    <a:pt x="5424" y="16983"/>
                    <a:pt x="5368" y="17096"/>
                  </a:cubicBezTo>
                  <a:cubicBezTo>
                    <a:pt x="5197" y="17551"/>
                    <a:pt x="5084" y="18034"/>
                    <a:pt x="5027" y="18516"/>
                  </a:cubicBezTo>
                  <a:cubicBezTo>
                    <a:pt x="4856" y="19368"/>
                    <a:pt x="4658" y="20220"/>
                    <a:pt x="4544" y="21101"/>
                  </a:cubicBezTo>
                  <a:cubicBezTo>
                    <a:pt x="4402" y="22379"/>
                    <a:pt x="4232" y="23600"/>
                    <a:pt x="4061" y="24849"/>
                  </a:cubicBezTo>
                  <a:cubicBezTo>
                    <a:pt x="4033" y="25105"/>
                    <a:pt x="3948" y="25332"/>
                    <a:pt x="3777" y="25531"/>
                  </a:cubicBezTo>
                  <a:lnTo>
                    <a:pt x="1846" y="27803"/>
                  </a:lnTo>
                  <a:cubicBezTo>
                    <a:pt x="1800" y="27849"/>
                    <a:pt x="1753" y="27896"/>
                    <a:pt x="1691" y="27896"/>
                  </a:cubicBezTo>
                  <a:cubicBezTo>
                    <a:pt x="1678" y="27896"/>
                    <a:pt x="1663" y="27893"/>
                    <a:pt x="1647" y="27888"/>
                  </a:cubicBezTo>
                  <a:cubicBezTo>
                    <a:pt x="1534" y="27718"/>
                    <a:pt x="1590" y="27547"/>
                    <a:pt x="1619" y="27405"/>
                  </a:cubicBezTo>
                  <a:cubicBezTo>
                    <a:pt x="1789" y="26241"/>
                    <a:pt x="1960" y="25105"/>
                    <a:pt x="2130" y="23941"/>
                  </a:cubicBezTo>
                  <a:cubicBezTo>
                    <a:pt x="2158" y="23855"/>
                    <a:pt x="2158" y="23742"/>
                    <a:pt x="2130" y="23657"/>
                  </a:cubicBezTo>
                  <a:cubicBezTo>
                    <a:pt x="2130" y="23600"/>
                    <a:pt x="2102" y="23571"/>
                    <a:pt x="2073" y="23543"/>
                  </a:cubicBezTo>
                  <a:cubicBezTo>
                    <a:pt x="2053" y="23530"/>
                    <a:pt x="2035" y="23524"/>
                    <a:pt x="2018" y="23524"/>
                  </a:cubicBezTo>
                  <a:cubicBezTo>
                    <a:pt x="1962" y="23524"/>
                    <a:pt x="1918" y="23585"/>
                    <a:pt x="1874" y="23628"/>
                  </a:cubicBezTo>
                  <a:cubicBezTo>
                    <a:pt x="1846" y="23742"/>
                    <a:pt x="1789" y="23827"/>
                    <a:pt x="1732" y="23969"/>
                  </a:cubicBezTo>
                  <a:cubicBezTo>
                    <a:pt x="1562" y="24565"/>
                    <a:pt x="1420" y="25190"/>
                    <a:pt x="1335" y="25815"/>
                  </a:cubicBezTo>
                  <a:cubicBezTo>
                    <a:pt x="1164" y="26582"/>
                    <a:pt x="1108" y="27348"/>
                    <a:pt x="1136" y="28144"/>
                  </a:cubicBezTo>
                  <a:cubicBezTo>
                    <a:pt x="1136" y="28342"/>
                    <a:pt x="1079" y="28541"/>
                    <a:pt x="966" y="28740"/>
                  </a:cubicBezTo>
                  <a:cubicBezTo>
                    <a:pt x="795" y="29052"/>
                    <a:pt x="597" y="29365"/>
                    <a:pt x="341" y="29620"/>
                  </a:cubicBezTo>
                  <a:cubicBezTo>
                    <a:pt x="171" y="29791"/>
                    <a:pt x="57" y="30018"/>
                    <a:pt x="0" y="30245"/>
                  </a:cubicBezTo>
                  <a:cubicBezTo>
                    <a:pt x="0" y="30330"/>
                    <a:pt x="29" y="30387"/>
                    <a:pt x="85" y="30444"/>
                  </a:cubicBezTo>
                  <a:cubicBezTo>
                    <a:pt x="114" y="30458"/>
                    <a:pt x="149" y="30465"/>
                    <a:pt x="185" y="30465"/>
                  </a:cubicBezTo>
                  <a:cubicBezTo>
                    <a:pt x="220" y="30465"/>
                    <a:pt x="256" y="30458"/>
                    <a:pt x="284" y="30444"/>
                  </a:cubicBezTo>
                  <a:cubicBezTo>
                    <a:pt x="369" y="30359"/>
                    <a:pt x="455" y="30274"/>
                    <a:pt x="540" y="30188"/>
                  </a:cubicBezTo>
                  <a:lnTo>
                    <a:pt x="1250" y="29365"/>
                  </a:lnTo>
                  <a:cubicBezTo>
                    <a:pt x="1392" y="29223"/>
                    <a:pt x="1562" y="29138"/>
                    <a:pt x="1761" y="29138"/>
                  </a:cubicBezTo>
                  <a:cubicBezTo>
                    <a:pt x="2670" y="29052"/>
                    <a:pt x="3550" y="28882"/>
                    <a:pt x="4402" y="28683"/>
                  </a:cubicBezTo>
                  <a:cubicBezTo>
                    <a:pt x="4743" y="28598"/>
                    <a:pt x="5055" y="28484"/>
                    <a:pt x="5368" y="28314"/>
                  </a:cubicBezTo>
                  <a:cubicBezTo>
                    <a:pt x="5424" y="28286"/>
                    <a:pt x="5481" y="28229"/>
                    <a:pt x="5538" y="28200"/>
                  </a:cubicBezTo>
                  <a:cubicBezTo>
                    <a:pt x="5566" y="28172"/>
                    <a:pt x="5595" y="28115"/>
                    <a:pt x="5595" y="28058"/>
                  </a:cubicBezTo>
                  <a:cubicBezTo>
                    <a:pt x="5595" y="27973"/>
                    <a:pt x="5510" y="27973"/>
                    <a:pt x="5424" y="27973"/>
                  </a:cubicBezTo>
                  <a:lnTo>
                    <a:pt x="5226" y="27973"/>
                  </a:lnTo>
                  <a:cubicBezTo>
                    <a:pt x="4658" y="28115"/>
                    <a:pt x="4090" y="28229"/>
                    <a:pt x="3522" y="28342"/>
                  </a:cubicBezTo>
                  <a:cubicBezTo>
                    <a:pt x="3010" y="28456"/>
                    <a:pt x="2499" y="28513"/>
                    <a:pt x="1988" y="28513"/>
                  </a:cubicBezTo>
                  <a:cubicBezTo>
                    <a:pt x="2215" y="28257"/>
                    <a:pt x="2386" y="28058"/>
                    <a:pt x="2556" y="27860"/>
                  </a:cubicBezTo>
                  <a:cubicBezTo>
                    <a:pt x="3096" y="27206"/>
                    <a:pt x="3664" y="26582"/>
                    <a:pt x="4232" y="25928"/>
                  </a:cubicBezTo>
                  <a:cubicBezTo>
                    <a:pt x="4374" y="25730"/>
                    <a:pt x="4601" y="25588"/>
                    <a:pt x="4828" y="25588"/>
                  </a:cubicBezTo>
                  <a:cubicBezTo>
                    <a:pt x="4970" y="25588"/>
                    <a:pt x="5084" y="25474"/>
                    <a:pt x="5226" y="25417"/>
                  </a:cubicBezTo>
                  <a:cubicBezTo>
                    <a:pt x="5623" y="25219"/>
                    <a:pt x="6049" y="25105"/>
                    <a:pt x="6475" y="25048"/>
                  </a:cubicBezTo>
                  <a:cubicBezTo>
                    <a:pt x="7362" y="24997"/>
                    <a:pt x="8225" y="24902"/>
                    <a:pt x="9087" y="24902"/>
                  </a:cubicBezTo>
                  <a:cubicBezTo>
                    <a:pt x="9191" y="24902"/>
                    <a:pt x="9296" y="24903"/>
                    <a:pt x="9400" y="24906"/>
                  </a:cubicBezTo>
                  <a:cubicBezTo>
                    <a:pt x="9658" y="24914"/>
                    <a:pt x="9916" y="24918"/>
                    <a:pt x="10174" y="24918"/>
                  </a:cubicBezTo>
                  <a:cubicBezTo>
                    <a:pt x="10796" y="24918"/>
                    <a:pt x="11419" y="24898"/>
                    <a:pt x="12041" y="24878"/>
                  </a:cubicBezTo>
                  <a:cubicBezTo>
                    <a:pt x="12638" y="24849"/>
                    <a:pt x="13234" y="24793"/>
                    <a:pt x="13859" y="24707"/>
                  </a:cubicBezTo>
                  <a:cubicBezTo>
                    <a:pt x="14881" y="24537"/>
                    <a:pt x="15904" y="24281"/>
                    <a:pt x="16897" y="23997"/>
                  </a:cubicBezTo>
                  <a:cubicBezTo>
                    <a:pt x="17352" y="23855"/>
                    <a:pt x="17778" y="23685"/>
                    <a:pt x="18204" y="23515"/>
                  </a:cubicBezTo>
                  <a:cubicBezTo>
                    <a:pt x="18374" y="23458"/>
                    <a:pt x="18545" y="23344"/>
                    <a:pt x="18658" y="23174"/>
                  </a:cubicBezTo>
                  <a:cubicBezTo>
                    <a:pt x="18715" y="23145"/>
                    <a:pt x="18715" y="23089"/>
                    <a:pt x="18715" y="23060"/>
                  </a:cubicBezTo>
                  <a:cubicBezTo>
                    <a:pt x="18687" y="23003"/>
                    <a:pt x="18630" y="23003"/>
                    <a:pt x="18601" y="22975"/>
                  </a:cubicBezTo>
                  <a:cubicBezTo>
                    <a:pt x="18403" y="23003"/>
                    <a:pt x="18204" y="23032"/>
                    <a:pt x="18033" y="23117"/>
                  </a:cubicBezTo>
                  <a:cubicBezTo>
                    <a:pt x="16926" y="23515"/>
                    <a:pt x="15790" y="23799"/>
                    <a:pt x="14654" y="23997"/>
                  </a:cubicBezTo>
                  <a:cubicBezTo>
                    <a:pt x="13503" y="24253"/>
                    <a:pt x="12351" y="24371"/>
                    <a:pt x="11179" y="24371"/>
                  </a:cubicBezTo>
                  <a:cubicBezTo>
                    <a:pt x="11050" y="24371"/>
                    <a:pt x="10921" y="24369"/>
                    <a:pt x="10792" y="24367"/>
                  </a:cubicBezTo>
                  <a:cubicBezTo>
                    <a:pt x="10658" y="24363"/>
                    <a:pt x="10524" y="24362"/>
                    <a:pt x="10389" y="24362"/>
                  </a:cubicBezTo>
                  <a:cubicBezTo>
                    <a:pt x="9297" y="24362"/>
                    <a:pt x="8184" y="24455"/>
                    <a:pt x="7071" y="24480"/>
                  </a:cubicBezTo>
                  <a:cubicBezTo>
                    <a:pt x="6901" y="24480"/>
                    <a:pt x="6731" y="24509"/>
                    <a:pt x="6589" y="24537"/>
                  </a:cubicBezTo>
                  <a:cubicBezTo>
                    <a:pt x="6191" y="24622"/>
                    <a:pt x="5794" y="24679"/>
                    <a:pt x="5453" y="24764"/>
                  </a:cubicBezTo>
                  <a:cubicBezTo>
                    <a:pt x="5424" y="24651"/>
                    <a:pt x="5453" y="24537"/>
                    <a:pt x="5538" y="24480"/>
                  </a:cubicBezTo>
                  <a:cubicBezTo>
                    <a:pt x="5822" y="24111"/>
                    <a:pt x="6134" y="23713"/>
                    <a:pt x="6447" y="23344"/>
                  </a:cubicBezTo>
                  <a:cubicBezTo>
                    <a:pt x="7242" y="22350"/>
                    <a:pt x="8037" y="21385"/>
                    <a:pt x="8832" y="20391"/>
                  </a:cubicBezTo>
                  <a:cubicBezTo>
                    <a:pt x="9042" y="20102"/>
                    <a:pt x="9228" y="19788"/>
                    <a:pt x="9615" y="19788"/>
                  </a:cubicBezTo>
                  <a:cubicBezTo>
                    <a:pt x="9646" y="19788"/>
                    <a:pt x="9679" y="19790"/>
                    <a:pt x="9713" y="19794"/>
                  </a:cubicBezTo>
                  <a:cubicBezTo>
                    <a:pt x="9798" y="19794"/>
                    <a:pt x="9855" y="19738"/>
                    <a:pt x="9911" y="19681"/>
                  </a:cubicBezTo>
                  <a:cubicBezTo>
                    <a:pt x="11161" y="19198"/>
                    <a:pt x="12439" y="18772"/>
                    <a:pt x="13745" y="18488"/>
                  </a:cubicBezTo>
                  <a:cubicBezTo>
                    <a:pt x="14682" y="18261"/>
                    <a:pt x="15648" y="18119"/>
                    <a:pt x="16585" y="17863"/>
                  </a:cubicBezTo>
                  <a:cubicBezTo>
                    <a:pt x="17778" y="17579"/>
                    <a:pt x="18999" y="17380"/>
                    <a:pt x="20220" y="17040"/>
                  </a:cubicBezTo>
                  <a:cubicBezTo>
                    <a:pt x="21072" y="16812"/>
                    <a:pt x="21924" y="16500"/>
                    <a:pt x="22776" y="16188"/>
                  </a:cubicBezTo>
                  <a:cubicBezTo>
                    <a:pt x="23770" y="15790"/>
                    <a:pt x="24707" y="15336"/>
                    <a:pt x="25644" y="14768"/>
                  </a:cubicBezTo>
                  <a:cubicBezTo>
                    <a:pt x="26212" y="14455"/>
                    <a:pt x="26752" y="14086"/>
                    <a:pt x="27320" y="13745"/>
                  </a:cubicBezTo>
                  <a:cubicBezTo>
                    <a:pt x="27519" y="13575"/>
                    <a:pt x="27717" y="13405"/>
                    <a:pt x="27916" y="13234"/>
                  </a:cubicBezTo>
                  <a:cubicBezTo>
                    <a:pt x="27945" y="13177"/>
                    <a:pt x="27973" y="13092"/>
                    <a:pt x="27945" y="13035"/>
                  </a:cubicBezTo>
                  <a:cubicBezTo>
                    <a:pt x="27908" y="12980"/>
                    <a:pt x="27848" y="12949"/>
                    <a:pt x="27787" y="12949"/>
                  </a:cubicBezTo>
                  <a:cubicBezTo>
                    <a:pt x="27753" y="12949"/>
                    <a:pt x="27719" y="12958"/>
                    <a:pt x="27689" y="12979"/>
                  </a:cubicBezTo>
                  <a:cubicBezTo>
                    <a:pt x="27519" y="13121"/>
                    <a:pt x="27348" y="13263"/>
                    <a:pt x="27150" y="13376"/>
                  </a:cubicBezTo>
                  <a:cubicBezTo>
                    <a:pt x="25758" y="14171"/>
                    <a:pt x="24281" y="14938"/>
                    <a:pt x="22804" y="15591"/>
                  </a:cubicBezTo>
                  <a:cubicBezTo>
                    <a:pt x="21385" y="16159"/>
                    <a:pt x="19908" y="16585"/>
                    <a:pt x="18403" y="16898"/>
                  </a:cubicBezTo>
                  <a:cubicBezTo>
                    <a:pt x="17295" y="17125"/>
                    <a:pt x="16159" y="17324"/>
                    <a:pt x="15052" y="17579"/>
                  </a:cubicBezTo>
                  <a:cubicBezTo>
                    <a:pt x="14058" y="17806"/>
                    <a:pt x="13064" y="18034"/>
                    <a:pt x="12098" y="18374"/>
                  </a:cubicBezTo>
                  <a:cubicBezTo>
                    <a:pt x="11558" y="18516"/>
                    <a:pt x="11019" y="18687"/>
                    <a:pt x="10508" y="18914"/>
                  </a:cubicBezTo>
                  <a:cubicBezTo>
                    <a:pt x="10366" y="18942"/>
                    <a:pt x="10224" y="18971"/>
                    <a:pt x="10082" y="18999"/>
                  </a:cubicBezTo>
                  <a:cubicBezTo>
                    <a:pt x="10062" y="19019"/>
                    <a:pt x="10029" y="19052"/>
                    <a:pt x="9992" y="19052"/>
                  </a:cubicBezTo>
                  <a:cubicBezTo>
                    <a:pt x="9975" y="19052"/>
                    <a:pt x="9957" y="19045"/>
                    <a:pt x="9940" y="19028"/>
                  </a:cubicBezTo>
                  <a:cubicBezTo>
                    <a:pt x="9940" y="19028"/>
                    <a:pt x="9997" y="18971"/>
                    <a:pt x="10025" y="18942"/>
                  </a:cubicBezTo>
                  <a:cubicBezTo>
                    <a:pt x="10110" y="18772"/>
                    <a:pt x="10224" y="18602"/>
                    <a:pt x="10309" y="18460"/>
                  </a:cubicBezTo>
                  <a:cubicBezTo>
                    <a:pt x="11331" y="17011"/>
                    <a:pt x="12382" y="15648"/>
                    <a:pt x="13461" y="14228"/>
                  </a:cubicBezTo>
                  <a:cubicBezTo>
                    <a:pt x="13887" y="13660"/>
                    <a:pt x="14455" y="13234"/>
                    <a:pt x="15137" y="13007"/>
                  </a:cubicBezTo>
                  <a:cubicBezTo>
                    <a:pt x="16301" y="12581"/>
                    <a:pt x="17465" y="12240"/>
                    <a:pt x="18687" y="11928"/>
                  </a:cubicBezTo>
                  <a:cubicBezTo>
                    <a:pt x="20107" y="11559"/>
                    <a:pt x="21555" y="11189"/>
                    <a:pt x="22975" y="10792"/>
                  </a:cubicBezTo>
                  <a:cubicBezTo>
                    <a:pt x="23628" y="10593"/>
                    <a:pt x="24281" y="10366"/>
                    <a:pt x="24906" y="10082"/>
                  </a:cubicBezTo>
                  <a:cubicBezTo>
                    <a:pt x="26241" y="9429"/>
                    <a:pt x="27547" y="8634"/>
                    <a:pt x="28740" y="7725"/>
                  </a:cubicBezTo>
                  <a:cubicBezTo>
                    <a:pt x="28910" y="7640"/>
                    <a:pt x="29052" y="7469"/>
                    <a:pt x="29137" y="7299"/>
                  </a:cubicBezTo>
                  <a:cubicBezTo>
                    <a:pt x="29166" y="7270"/>
                    <a:pt x="29166" y="7214"/>
                    <a:pt x="29137" y="7185"/>
                  </a:cubicBezTo>
                  <a:cubicBezTo>
                    <a:pt x="29109" y="7128"/>
                    <a:pt x="29052" y="7128"/>
                    <a:pt x="29024" y="7128"/>
                  </a:cubicBezTo>
                  <a:cubicBezTo>
                    <a:pt x="28768" y="7185"/>
                    <a:pt x="28569" y="7299"/>
                    <a:pt x="28371" y="7441"/>
                  </a:cubicBezTo>
                  <a:cubicBezTo>
                    <a:pt x="27746" y="7838"/>
                    <a:pt x="27150" y="8236"/>
                    <a:pt x="26525" y="8634"/>
                  </a:cubicBezTo>
                  <a:cubicBezTo>
                    <a:pt x="25673" y="9173"/>
                    <a:pt x="24736" y="9628"/>
                    <a:pt x="23770" y="9968"/>
                  </a:cubicBezTo>
                  <a:cubicBezTo>
                    <a:pt x="22719" y="10309"/>
                    <a:pt x="21697" y="10593"/>
                    <a:pt x="20618" y="10877"/>
                  </a:cubicBezTo>
                  <a:cubicBezTo>
                    <a:pt x="18885" y="11275"/>
                    <a:pt x="17181" y="11757"/>
                    <a:pt x="15506" y="12325"/>
                  </a:cubicBezTo>
                  <a:cubicBezTo>
                    <a:pt x="15455" y="12351"/>
                    <a:pt x="15398" y="12365"/>
                    <a:pt x="15346" y="12365"/>
                  </a:cubicBezTo>
                  <a:cubicBezTo>
                    <a:pt x="15282" y="12365"/>
                    <a:pt x="15225" y="12344"/>
                    <a:pt x="15194" y="12297"/>
                  </a:cubicBezTo>
                  <a:cubicBezTo>
                    <a:pt x="15137" y="12212"/>
                    <a:pt x="15194" y="12127"/>
                    <a:pt x="15250" y="12041"/>
                  </a:cubicBezTo>
                  <a:cubicBezTo>
                    <a:pt x="15648" y="11559"/>
                    <a:pt x="15989" y="11076"/>
                    <a:pt x="16386" y="10621"/>
                  </a:cubicBezTo>
                  <a:cubicBezTo>
                    <a:pt x="17693" y="9173"/>
                    <a:pt x="18999" y="7782"/>
                    <a:pt x="20391" y="6447"/>
                  </a:cubicBezTo>
                  <a:cubicBezTo>
                    <a:pt x="21385" y="5481"/>
                    <a:pt x="22407" y="4544"/>
                    <a:pt x="23458" y="3664"/>
                  </a:cubicBezTo>
                  <a:cubicBezTo>
                    <a:pt x="23969" y="3238"/>
                    <a:pt x="24452" y="2783"/>
                    <a:pt x="24934" y="2357"/>
                  </a:cubicBezTo>
                  <a:cubicBezTo>
                    <a:pt x="25105" y="2187"/>
                    <a:pt x="25275" y="1988"/>
                    <a:pt x="25360" y="1761"/>
                  </a:cubicBezTo>
                  <a:cubicBezTo>
                    <a:pt x="25360" y="1704"/>
                    <a:pt x="25332" y="1676"/>
                    <a:pt x="25304" y="1619"/>
                  </a:cubicBezTo>
                  <a:cubicBezTo>
                    <a:pt x="25275" y="1591"/>
                    <a:pt x="25247" y="1591"/>
                    <a:pt x="25190" y="1591"/>
                  </a:cubicBezTo>
                  <a:cubicBezTo>
                    <a:pt x="24934" y="1676"/>
                    <a:pt x="24707" y="1789"/>
                    <a:pt x="24508" y="1988"/>
                  </a:cubicBezTo>
                  <a:cubicBezTo>
                    <a:pt x="23713" y="2585"/>
                    <a:pt x="22975" y="3266"/>
                    <a:pt x="22208" y="3919"/>
                  </a:cubicBezTo>
                  <a:cubicBezTo>
                    <a:pt x="19993" y="5850"/>
                    <a:pt x="17891" y="7924"/>
                    <a:pt x="15932" y="10110"/>
                  </a:cubicBezTo>
                  <a:cubicBezTo>
                    <a:pt x="15847" y="10224"/>
                    <a:pt x="15762" y="10366"/>
                    <a:pt x="15676" y="10479"/>
                  </a:cubicBezTo>
                  <a:cubicBezTo>
                    <a:pt x="15392" y="10792"/>
                    <a:pt x="15137" y="11104"/>
                    <a:pt x="14853" y="11388"/>
                  </a:cubicBezTo>
                  <a:lnTo>
                    <a:pt x="14768" y="11388"/>
                  </a:lnTo>
                  <a:cubicBezTo>
                    <a:pt x="14654" y="11218"/>
                    <a:pt x="14768" y="11019"/>
                    <a:pt x="14796" y="10849"/>
                  </a:cubicBezTo>
                  <a:cubicBezTo>
                    <a:pt x="15222" y="9230"/>
                    <a:pt x="15648" y="7611"/>
                    <a:pt x="16216" y="6021"/>
                  </a:cubicBezTo>
                  <a:cubicBezTo>
                    <a:pt x="16557" y="5027"/>
                    <a:pt x="17039" y="4090"/>
                    <a:pt x="17636" y="3238"/>
                  </a:cubicBezTo>
                  <a:cubicBezTo>
                    <a:pt x="18147" y="2528"/>
                    <a:pt x="18687" y="1818"/>
                    <a:pt x="19198" y="1108"/>
                  </a:cubicBezTo>
                  <a:cubicBezTo>
                    <a:pt x="19397" y="852"/>
                    <a:pt x="19567" y="540"/>
                    <a:pt x="19766" y="256"/>
                  </a:cubicBezTo>
                  <a:cubicBezTo>
                    <a:pt x="19823" y="199"/>
                    <a:pt x="19823" y="57"/>
                    <a:pt x="19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14"/>
            <p:cNvSpPr/>
            <p:nvPr/>
          </p:nvSpPr>
          <p:spPr>
            <a:xfrm>
              <a:off x="1458550" y="2312925"/>
              <a:ext cx="3575" cy="4000"/>
            </a:xfrm>
            <a:custGeom>
              <a:rect b="b" l="l" r="r" t="t"/>
              <a:pathLst>
                <a:path extrusionOk="0" h="160" w="143">
                  <a:moveTo>
                    <a:pt x="86" y="1"/>
                  </a:moveTo>
                  <a:cubicBezTo>
                    <a:pt x="58" y="57"/>
                    <a:pt x="1" y="114"/>
                    <a:pt x="1" y="114"/>
                  </a:cubicBezTo>
                  <a:cubicBezTo>
                    <a:pt x="23" y="148"/>
                    <a:pt x="41" y="159"/>
                    <a:pt x="58" y="159"/>
                  </a:cubicBezTo>
                  <a:cubicBezTo>
                    <a:pt x="84" y="159"/>
                    <a:pt x="108" y="131"/>
                    <a:pt x="143" y="114"/>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14"/>
            <p:cNvSpPr/>
            <p:nvPr/>
          </p:nvSpPr>
          <p:spPr>
            <a:xfrm>
              <a:off x="1326500" y="2444975"/>
              <a:ext cx="3575" cy="3150"/>
            </a:xfrm>
            <a:custGeom>
              <a:rect b="b" l="l" r="r" t="t"/>
              <a:pathLst>
                <a:path extrusionOk="0" h="126" w="143">
                  <a:moveTo>
                    <a:pt x="86" y="1"/>
                  </a:moveTo>
                  <a:cubicBezTo>
                    <a:pt x="29" y="29"/>
                    <a:pt x="1" y="86"/>
                    <a:pt x="29" y="114"/>
                  </a:cubicBezTo>
                  <a:cubicBezTo>
                    <a:pt x="44" y="122"/>
                    <a:pt x="57" y="125"/>
                    <a:pt x="69" y="125"/>
                  </a:cubicBezTo>
                  <a:cubicBezTo>
                    <a:pt x="101" y="125"/>
                    <a:pt x="122" y="99"/>
                    <a:pt x="143" y="58"/>
                  </a:cubicBezTo>
                  <a:lnTo>
                    <a:pt x="86"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14"/>
            <p:cNvSpPr/>
            <p:nvPr/>
          </p:nvSpPr>
          <p:spPr>
            <a:xfrm>
              <a:off x="1583500" y="2151050"/>
              <a:ext cx="1450" cy="750"/>
            </a:xfrm>
            <a:custGeom>
              <a:rect b="b" l="l" r="r" t="t"/>
              <a:pathLst>
                <a:path extrusionOk="0" h="30" w="58">
                  <a:moveTo>
                    <a:pt x="1" y="1"/>
                  </a:moveTo>
                  <a:lnTo>
                    <a:pt x="1" y="29"/>
                  </a:lnTo>
                  <a:lnTo>
                    <a:pt x="58" y="29"/>
                  </a:lnTo>
                  <a:lnTo>
                    <a:pt x="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14"/>
            <p:cNvSpPr/>
            <p:nvPr/>
          </p:nvSpPr>
          <p:spPr>
            <a:xfrm>
              <a:off x="237400" y="2357375"/>
              <a:ext cx="891050" cy="778975"/>
            </a:xfrm>
            <a:custGeom>
              <a:rect b="b" l="l" r="r" t="t"/>
              <a:pathLst>
                <a:path extrusionOk="0" h="31159" w="35642">
                  <a:moveTo>
                    <a:pt x="8624" y="0"/>
                  </a:moveTo>
                  <a:cubicBezTo>
                    <a:pt x="8047" y="0"/>
                    <a:pt x="7469" y="61"/>
                    <a:pt x="6902" y="182"/>
                  </a:cubicBezTo>
                  <a:cubicBezTo>
                    <a:pt x="5652" y="494"/>
                    <a:pt x="4488" y="1119"/>
                    <a:pt x="3550" y="2028"/>
                  </a:cubicBezTo>
                  <a:cubicBezTo>
                    <a:pt x="2244" y="3278"/>
                    <a:pt x="1279" y="4868"/>
                    <a:pt x="739" y="6600"/>
                  </a:cubicBezTo>
                  <a:cubicBezTo>
                    <a:pt x="228" y="8247"/>
                    <a:pt x="1" y="9980"/>
                    <a:pt x="29" y="11712"/>
                  </a:cubicBezTo>
                  <a:cubicBezTo>
                    <a:pt x="29" y="12053"/>
                    <a:pt x="57" y="12394"/>
                    <a:pt x="114" y="12734"/>
                  </a:cubicBezTo>
                  <a:cubicBezTo>
                    <a:pt x="341" y="14126"/>
                    <a:pt x="767" y="15489"/>
                    <a:pt x="1364" y="16767"/>
                  </a:cubicBezTo>
                  <a:cubicBezTo>
                    <a:pt x="1960" y="18017"/>
                    <a:pt x="2670" y="19209"/>
                    <a:pt x="3522" y="20317"/>
                  </a:cubicBezTo>
                  <a:cubicBezTo>
                    <a:pt x="4204" y="21197"/>
                    <a:pt x="4999" y="22021"/>
                    <a:pt x="5851" y="22731"/>
                  </a:cubicBezTo>
                  <a:cubicBezTo>
                    <a:pt x="6873" y="23668"/>
                    <a:pt x="8037" y="24463"/>
                    <a:pt x="9259" y="25116"/>
                  </a:cubicBezTo>
                  <a:cubicBezTo>
                    <a:pt x="10934" y="25968"/>
                    <a:pt x="12695" y="26565"/>
                    <a:pt x="14541" y="26934"/>
                  </a:cubicBezTo>
                  <a:cubicBezTo>
                    <a:pt x="15563" y="27133"/>
                    <a:pt x="16586" y="27218"/>
                    <a:pt x="17608" y="27246"/>
                  </a:cubicBezTo>
                  <a:cubicBezTo>
                    <a:pt x="18460" y="27246"/>
                    <a:pt x="19312" y="27234"/>
                    <a:pt x="20155" y="27234"/>
                  </a:cubicBezTo>
                  <a:cubicBezTo>
                    <a:pt x="20577" y="27234"/>
                    <a:pt x="20997" y="27237"/>
                    <a:pt x="21413" y="27246"/>
                  </a:cubicBezTo>
                  <a:cubicBezTo>
                    <a:pt x="21488" y="27244"/>
                    <a:pt x="21563" y="27243"/>
                    <a:pt x="21638" y="27243"/>
                  </a:cubicBezTo>
                  <a:cubicBezTo>
                    <a:pt x="22610" y="27243"/>
                    <a:pt x="23555" y="27415"/>
                    <a:pt x="24452" y="27757"/>
                  </a:cubicBezTo>
                  <a:cubicBezTo>
                    <a:pt x="25077" y="28013"/>
                    <a:pt x="25645" y="28354"/>
                    <a:pt x="26184" y="28751"/>
                  </a:cubicBezTo>
                  <a:cubicBezTo>
                    <a:pt x="26582" y="29064"/>
                    <a:pt x="26951" y="29376"/>
                    <a:pt x="27349" y="29660"/>
                  </a:cubicBezTo>
                  <a:cubicBezTo>
                    <a:pt x="28059" y="30257"/>
                    <a:pt x="28911" y="30597"/>
                    <a:pt x="29819" y="30711"/>
                  </a:cubicBezTo>
                  <a:cubicBezTo>
                    <a:pt x="30558" y="30768"/>
                    <a:pt x="31268" y="30910"/>
                    <a:pt x="31949" y="31080"/>
                  </a:cubicBezTo>
                  <a:cubicBezTo>
                    <a:pt x="32196" y="31134"/>
                    <a:pt x="32447" y="31159"/>
                    <a:pt x="32697" y="31159"/>
                  </a:cubicBezTo>
                  <a:cubicBezTo>
                    <a:pt x="33109" y="31159"/>
                    <a:pt x="33520" y="31090"/>
                    <a:pt x="33909" y="30966"/>
                  </a:cubicBezTo>
                  <a:cubicBezTo>
                    <a:pt x="34676" y="30739"/>
                    <a:pt x="35244" y="30115"/>
                    <a:pt x="35386" y="29319"/>
                  </a:cubicBezTo>
                  <a:cubicBezTo>
                    <a:pt x="35641" y="28183"/>
                    <a:pt x="35556" y="27019"/>
                    <a:pt x="35187" y="25940"/>
                  </a:cubicBezTo>
                  <a:cubicBezTo>
                    <a:pt x="34335" y="23469"/>
                    <a:pt x="32887" y="21282"/>
                    <a:pt x="30984" y="19550"/>
                  </a:cubicBezTo>
                  <a:cubicBezTo>
                    <a:pt x="29791" y="18443"/>
                    <a:pt x="28598" y="17335"/>
                    <a:pt x="27491" y="16171"/>
                  </a:cubicBezTo>
                  <a:cubicBezTo>
                    <a:pt x="26440" y="15035"/>
                    <a:pt x="25531" y="13814"/>
                    <a:pt x="24764" y="12507"/>
                  </a:cubicBezTo>
                  <a:cubicBezTo>
                    <a:pt x="24168" y="11513"/>
                    <a:pt x="23572" y="10491"/>
                    <a:pt x="22947" y="9497"/>
                  </a:cubicBezTo>
                  <a:cubicBezTo>
                    <a:pt x="22010" y="7992"/>
                    <a:pt x="20817" y="6629"/>
                    <a:pt x="19454" y="5493"/>
                  </a:cubicBezTo>
                  <a:cubicBezTo>
                    <a:pt x="18801" y="4981"/>
                    <a:pt x="18119" y="4527"/>
                    <a:pt x="17409" y="4101"/>
                  </a:cubicBezTo>
                  <a:cubicBezTo>
                    <a:pt x="16358" y="3505"/>
                    <a:pt x="15364" y="2823"/>
                    <a:pt x="14370" y="2113"/>
                  </a:cubicBezTo>
                  <a:cubicBezTo>
                    <a:pt x="13518" y="1488"/>
                    <a:pt x="12610" y="1006"/>
                    <a:pt x="11673" y="580"/>
                  </a:cubicBezTo>
                  <a:cubicBezTo>
                    <a:pt x="10704" y="196"/>
                    <a:pt x="9665" y="0"/>
                    <a:pt x="8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14"/>
            <p:cNvSpPr/>
            <p:nvPr/>
          </p:nvSpPr>
          <p:spPr>
            <a:xfrm>
              <a:off x="287100" y="2401850"/>
              <a:ext cx="771050" cy="666800"/>
            </a:xfrm>
            <a:custGeom>
              <a:rect b="b" l="l" r="r" t="t"/>
              <a:pathLst>
                <a:path extrusionOk="0" h="26672" w="30842">
                  <a:moveTo>
                    <a:pt x="14314" y="11268"/>
                  </a:moveTo>
                  <a:lnTo>
                    <a:pt x="14314" y="11296"/>
                  </a:lnTo>
                  <a:lnTo>
                    <a:pt x="14257" y="11296"/>
                  </a:lnTo>
                  <a:lnTo>
                    <a:pt x="14314" y="11268"/>
                  </a:lnTo>
                  <a:close/>
                  <a:moveTo>
                    <a:pt x="8268" y="1"/>
                  </a:moveTo>
                  <a:cubicBezTo>
                    <a:pt x="8236" y="1"/>
                    <a:pt x="8208" y="8"/>
                    <a:pt x="8179" y="22"/>
                  </a:cubicBezTo>
                  <a:cubicBezTo>
                    <a:pt x="8094" y="79"/>
                    <a:pt x="8094" y="192"/>
                    <a:pt x="8179" y="249"/>
                  </a:cubicBezTo>
                  <a:cubicBezTo>
                    <a:pt x="8378" y="505"/>
                    <a:pt x="8605" y="760"/>
                    <a:pt x="8833" y="987"/>
                  </a:cubicBezTo>
                  <a:lnTo>
                    <a:pt x="10565" y="2833"/>
                  </a:lnTo>
                  <a:cubicBezTo>
                    <a:pt x="11247" y="3572"/>
                    <a:pt x="11843" y="4395"/>
                    <a:pt x="12297" y="5304"/>
                  </a:cubicBezTo>
                  <a:cubicBezTo>
                    <a:pt x="13036" y="6752"/>
                    <a:pt x="13632" y="8257"/>
                    <a:pt x="14228" y="9734"/>
                  </a:cubicBezTo>
                  <a:cubicBezTo>
                    <a:pt x="14314" y="9905"/>
                    <a:pt x="14427" y="10075"/>
                    <a:pt x="14342" y="10274"/>
                  </a:cubicBezTo>
                  <a:lnTo>
                    <a:pt x="14257" y="10274"/>
                  </a:lnTo>
                  <a:cubicBezTo>
                    <a:pt x="13973" y="9990"/>
                    <a:pt x="13660" y="9734"/>
                    <a:pt x="13376" y="9479"/>
                  </a:cubicBezTo>
                  <a:cubicBezTo>
                    <a:pt x="13263" y="9393"/>
                    <a:pt x="13178" y="9280"/>
                    <a:pt x="13064" y="9166"/>
                  </a:cubicBezTo>
                  <a:cubicBezTo>
                    <a:pt x="10906" y="7320"/>
                    <a:pt x="8662" y="5616"/>
                    <a:pt x="6277" y="4054"/>
                  </a:cubicBezTo>
                  <a:cubicBezTo>
                    <a:pt x="5482" y="3515"/>
                    <a:pt x="4686" y="2975"/>
                    <a:pt x="3863" y="2493"/>
                  </a:cubicBezTo>
                  <a:cubicBezTo>
                    <a:pt x="3636" y="2351"/>
                    <a:pt x="3408" y="2265"/>
                    <a:pt x="3153" y="2209"/>
                  </a:cubicBezTo>
                  <a:cubicBezTo>
                    <a:pt x="3096" y="2209"/>
                    <a:pt x="3068" y="2237"/>
                    <a:pt x="3039" y="2265"/>
                  </a:cubicBezTo>
                  <a:cubicBezTo>
                    <a:pt x="3011" y="2294"/>
                    <a:pt x="3011" y="2351"/>
                    <a:pt x="3011" y="2407"/>
                  </a:cubicBezTo>
                  <a:cubicBezTo>
                    <a:pt x="3124" y="2606"/>
                    <a:pt x="3295" y="2777"/>
                    <a:pt x="3494" y="2919"/>
                  </a:cubicBezTo>
                  <a:cubicBezTo>
                    <a:pt x="4005" y="3259"/>
                    <a:pt x="4516" y="3628"/>
                    <a:pt x="5056" y="3969"/>
                  </a:cubicBezTo>
                  <a:cubicBezTo>
                    <a:pt x="6191" y="4679"/>
                    <a:pt x="7271" y="5474"/>
                    <a:pt x="8321" y="6241"/>
                  </a:cubicBezTo>
                  <a:cubicBezTo>
                    <a:pt x="9798" y="7320"/>
                    <a:pt x="11247" y="8513"/>
                    <a:pt x="12638" y="9706"/>
                  </a:cubicBezTo>
                  <a:cubicBezTo>
                    <a:pt x="13092" y="10103"/>
                    <a:pt x="13490" y="10529"/>
                    <a:pt x="13916" y="10927"/>
                  </a:cubicBezTo>
                  <a:cubicBezTo>
                    <a:pt x="13973" y="10984"/>
                    <a:pt x="14086" y="11041"/>
                    <a:pt x="14030" y="11154"/>
                  </a:cubicBezTo>
                  <a:cubicBezTo>
                    <a:pt x="13973" y="11230"/>
                    <a:pt x="13903" y="11255"/>
                    <a:pt x="13830" y="11255"/>
                  </a:cubicBezTo>
                  <a:cubicBezTo>
                    <a:pt x="13793" y="11255"/>
                    <a:pt x="13755" y="11249"/>
                    <a:pt x="13717" y="11239"/>
                  </a:cubicBezTo>
                  <a:cubicBezTo>
                    <a:pt x="12042" y="10899"/>
                    <a:pt x="10338" y="10643"/>
                    <a:pt x="8634" y="10501"/>
                  </a:cubicBezTo>
                  <a:cubicBezTo>
                    <a:pt x="7583" y="10387"/>
                    <a:pt x="6561" y="10217"/>
                    <a:pt x="5510" y="10018"/>
                  </a:cubicBezTo>
                  <a:cubicBezTo>
                    <a:pt x="4544" y="9819"/>
                    <a:pt x="3607" y="9507"/>
                    <a:pt x="2727" y="9081"/>
                  </a:cubicBezTo>
                  <a:cubicBezTo>
                    <a:pt x="2074" y="8797"/>
                    <a:pt x="1449" y="8485"/>
                    <a:pt x="824" y="8201"/>
                  </a:cubicBezTo>
                  <a:cubicBezTo>
                    <a:pt x="597" y="8087"/>
                    <a:pt x="398" y="8002"/>
                    <a:pt x="143" y="7974"/>
                  </a:cubicBezTo>
                  <a:cubicBezTo>
                    <a:pt x="57" y="7974"/>
                    <a:pt x="1" y="8087"/>
                    <a:pt x="57" y="8172"/>
                  </a:cubicBezTo>
                  <a:cubicBezTo>
                    <a:pt x="171" y="8314"/>
                    <a:pt x="313" y="8428"/>
                    <a:pt x="483" y="8513"/>
                  </a:cubicBezTo>
                  <a:cubicBezTo>
                    <a:pt x="1733" y="9251"/>
                    <a:pt x="3068" y="9848"/>
                    <a:pt x="4459" y="10302"/>
                  </a:cubicBezTo>
                  <a:cubicBezTo>
                    <a:pt x="5084" y="10473"/>
                    <a:pt x="5737" y="10615"/>
                    <a:pt x="6362" y="10728"/>
                  </a:cubicBezTo>
                  <a:cubicBezTo>
                    <a:pt x="7782" y="10899"/>
                    <a:pt x="9202" y="11097"/>
                    <a:pt x="10622" y="11268"/>
                  </a:cubicBezTo>
                  <a:cubicBezTo>
                    <a:pt x="11814" y="11381"/>
                    <a:pt x="13007" y="11580"/>
                    <a:pt x="14200" y="11836"/>
                  </a:cubicBezTo>
                  <a:cubicBezTo>
                    <a:pt x="14853" y="11978"/>
                    <a:pt x="15450" y="12319"/>
                    <a:pt x="15932" y="12801"/>
                  </a:cubicBezTo>
                  <a:cubicBezTo>
                    <a:pt x="17125" y="13994"/>
                    <a:pt x="18346" y="15158"/>
                    <a:pt x="19454" y="16436"/>
                  </a:cubicBezTo>
                  <a:cubicBezTo>
                    <a:pt x="19596" y="16550"/>
                    <a:pt x="19709" y="16720"/>
                    <a:pt x="19823" y="16862"/>
                  </a:cubicBezTo>
                  <a:lnTo>
                    <a:pt x="19908" y="16948"/>
                  </a:lnTo>
                  <a:cubicBezTo>
                    <a:pt x="19886" y="16981"/>
                    <a:pt x="19864" y="16993"/>
                    <a:pt x="19841" y="16993"/>
                  </a:cubicBezTo>
                  <a:cubicBezTo>
                    <a:pt x="19807" y="16993"/>
                    <a:pt x="19772" y="16965"/>
                    <a:pt x="19738" y="16948"/>
                  </a:cubicBezTo>
                  <a:cubicBezTo>
                    <a:pt x="19596" y="16948"/>
                    <a:pt x="19454" y="16948"/>
                    <a:pt x="19312" y="16919"/>
                  </a:cubicBezTo>
                  <a:cubicBezTo>
                    <a:pt x="18801" y="16777"/>
                    <a:pt x="18261" y="16664"/>
                    <a:pt x="17750" y="16607"/>
                  </a:cubicBezTo>
                  <a:cubicBezTo>
                    <a:pt x="16784" y="16408"/>
                    <a:pt x="15790" y="16294"/>
                    <a:pt x="14825" y="16209"/>
                  </a:cubicBezTo>
                  <a:cubicBezTo>
                    <a:pt x="13717" y="16096"/>
                    <a:pt x="12638" y="16067"/>
                    <a:pt x="11530" y="15982"/>
                  </a:cubicBezTo>
                  <a:cubicBezTo>
                    <a:pt x="10054" y="15897"/>
                    <a:pt x="8605" y="15670"/>
                    <a:pt x="7185" y="15300"/>
                  </a:cubicBezTo>
                  <a:cubicBezTo>
                    <a:pt x="5680" y="14874"/>
                    <a:pt x="4204" y="14335"/>
                    <a:pt x="2755" y="13738"/>
                  </a:cubicBezTo>
                  <a:cubicBezTo>
                    <a:pt x="2556" y="13653"/>
                    <a:pt x="2386" y="13540"/>
                    <a:pt x="2187" y="13454"/>
                  </a:cubicBezTo>
                  <a:cubicBezTo>
                    <a:pt x="2157" y="13434"/>
                    <a:pt x="2123" y="13425"/>
                    <a:pt x="2091" y="13425"/>
                  </a:cubicBezTo>
                  <a:cubicBezTo>
                    <a:pt x="2032" y="13425"/>
                    <a:pt x="1978" y="13456"/>
                    <a:pt x="1960" y="13511"/>
                  </a:cubicBezTo>
                  <a:cubicBezTo>
                    <a:pt x="1932" y="13568"/>
                    <a:pt x="1960" y="13653"/>
                    <a:pt x="2017" y="13710"/>
                  </a:cubicBezTo>
                  <a:cubicBezTo>
                    <a:pt x="2216" y="13852"/>
                    <a:pt x="2414" y="13994"/>
                    <a:pt x="2642" y="14108"/>
                  </a:cubicBezTo>
                  <a:cubicBezTo>
                    <a:pt x="3238" y="14392"/>
                    <a:pt x="3806" y="14647"/>
                    <a:pt x="4374" y="14903"/>
                  </a:cubicBezTo>
                  <a:cubicBezTo>
                    <a:pt x="5340" y="15300"/>
                    <a:pt x="6305" y="15641"/>
                    <a:pt x="7299" y="15897"/>
                  </a:cubicBezTo>
                  <a:cubicBezTo>
                    <a:pt x="8151" y="16096"/>
                    <a:pt x="9003" y="16294"/>
                    <a:pt x="9855" y="16380"/>
                  </a:cubicBezTo>
                  <a:cubicBezTo>
                    <a:pt x="11019" y="16550"/>
                    <a:pt x="12212" y="16578"/>
                    <a:pt x="13405" y="16720"/>
                  </a:cubicBezTo>
                  <a:cubicBezTo>
                    <a:pt x="14342" y="16834"/>
                    <a:pt x="15279" y="16834"/>
                    <a:pt x="16188" y="16948"/>
                  </a:cubicBezTo>
                  <a:cubicBezTo>
                    <a:pt x="17494" y="17061"/>
                    <a:pt x="18772" y="17288"/>
                    <a:pt x="19993" y="17629"/>
                  </a:cubicBezTo>
                  <a:cubicBezTo>
                    <a:pt x="20079" y="17629"/>
                    <a:pt x="20135" y="17686"/>
                    <a:pt x="20192" y="17686"/>
                  </a:cubicBezTo>
                  <a:cubicBezTo>
                    <a:pt x="20258" y="17669"/>
                    <a:pt x="20319" y="17662"/>
                    <a:pt x="20377" y="17662"/>
                  </a:cubicBezTo>
                  <a:cubicBezTo>
                    <a:pt x="20713" y="17662"/>
                    <a:pt x="20911" y="17922"/>
                    <a:pt x="21129" y="18140"/>
                  </a:cubicBezTo>
                  <a:cubicBezTo>
                    <a:pt x="22010" y="18992"/>
                    <a:pt x="22890" y="19816"/>
                    <a:pt x="23799" y="20668"/>
                  </a:cubicBezTo>
                  <a:cubicBezTo>
                    <a:pt x="24140" y="20980"/>
                    <a:pt x="24452" y="21293"/>
                    <a:pt x="24793" y="21633"/>
                  </a:cubicBezTo>
                  <a:cubicBezTo>
                    <a:pt x="24878" y="21690"/>
                    <a:pt x="24935" y="21775"/>
                    <a:pt x="24906" y="21889"/>
                  </a:cubicBezTo>
                  <a:lnTo>
                    <a:pt x="23799" y="21832"/>
                  </a:lnTo>
                  <a:cubicBezTo>
                    <a:pt x="23728" y="21818"/>
                    <a:pt x="23650" y="21811"/>
                    <a:pt x="23568" y="21811"/>
                  </a:cubicBezTo>
                  <a:cubicBezTo>
                    <a:pt x="23486" y="21811"/>
                    <a:pt x="23401" y="21818"/>
                    <a:pt x="23316" y="21832"/>
                  </a:cubicBezTo>
                  <a:cubicBezTo>
                    <a:pt x="22123" y="21946"/>
                    <a:pt x="20931" y="22003"/>
                    <a:pt x="19738" y="22173"/>
                  </a:cubicBezTo>
                  <a:cubicBezTo>
                    <a:pt x="18883" y="22312"/>
                    <a:pt x="18014" y="22382"/>
                    <a:pt x="17151" y="22382"/>
                  </a:cubicBezTo>
                  <a:cubicBezTo>
                    <a:pt x="16781" y="22382"/>
                    <a:pt x="16412" y="22369"/>
                    <a:pt x="16046" y="22343"/>
                  </a:cubicBezTo>
                  <a:cubicBezTo>
                    <a:pt x="14910" y="22287"/>
                    <a:pt x="13802" y="22145"/>
                    <a:pt x="12695" y="21917"/>
                  </a:cubicBezTo>
                  <a:cubicBezTo>
                    <a:pt x="12524" y="21861"/>
                    <a:pt x="12326" y="21861"/>
                    <a:pt x="12155" y="21861"/>
                  </a:cubicBezTo>
                  <a:cubicBezTo>
                    <a:pt x="12098" y="21889"/>
                    <a:pt x="12042" y="21917"/>
                    <a:pt x="12042" y="21946"/>
                  </a:cubicBezTo>
                  <a:cubicBezTo>
                    <a:pt x="12042" y="22003"/>
                    <a:pt x="12070" y="22031"/>
                    <a:pt x="12098" y="22059"/>
                  </a:cubicBezTo>
                  <a:cubicBezTo>
                    <a:pt x="12240" y="22201"/>
                    <a:pt x="12411" y="22287"/>
                    <a:pt x="12581" y="22315"/>
                  </a:cubicBezTo>
                  <a:cubicBezTo>
                    <a:pt x="13007" y="22457"/>
                    <a:pt x="13462" y="22542"/>
                    <a:pt x="13888" y="22627"/>
                  </a:cubicBezTo>
                  <a:cubicBezTo>
                    <a:pt x="14882" y="22769"/>
                    <a:pt x="15876" y="22883"/>
                    <a:pt x="16898" y="22911"/>
                  </a:cubicBezTo>
                  <a:cubicBezTo>
                    <a:pt x="17466" y="22911"/>
                    <a:pt x="18062" y="22911"/>
                    <a:pt x="18630" y="22855"/>
                  </a:cubicBezTo>
                  <a:cubicBezTo>
                    <a:pt x="19482" y="22769"/>
                    <a:pt x="20334" y="22684"/>
                    <a:pt x="21158" y="22542"/>
                  </a:cubicBezTo>
                  <a:cubicBezTo>
                    <a:pt x="22095" y="22400"/>
                    <a:pt x="23032" y="22400"/>
                    <a:pt x="23969" y="22315"/>
                  </a:cubicBezTo>
                  <a:cubicBezTo>
                    <a:pt x="24395" y="22315"/>
                    <a:pt x="24793" y="22372"/>
                    <a:pt x="25219" y="22514"/>
                  </a:cubicBezTo>
                  <a:cubicBezTo>
                    <a:pt x="25320" y="22539"/>
                    <a:pt x="25444" y="22632"/>
                    <a:pt x="25570" y="22632"/>
                  </a:cubicBezTo>
                  <a:cubicBezTo>
                    <a:pt x="25585" y="22632"/>
                    <a:pt x="25601" y="22630"/>
                    <a:pt x="25616" y="22627"/>
                  </a:cubicBezTo>
                  <a:cubicBezTo>
                    <a:pt x="25645" y="22624"/>
                    <a:pt x="25673" y="22622"/>
                    <a:pt x="25701" y="22622"/>
                  </a:cubicBezTo>
                  <a:cubicBezTo>
                    <a:pt x="25899" y="22622"/>
                    <a:pt x="26092" y="22709"/>
                    <a:pt x="26241" y="22883"/>
                  </a:cubicBezTo>
                  <a:lnTo>
                    <a:pt x="28087" y="24502"/>
                  </a:lnTo>
                  <a:cubicBezTo>
                    <a:pt x="28257" y="24672"/>
                    <a:pt x="28456" y="24842"/>
                    <a:pt x="28683" y="25070"/>
                  </a:cubicBezTo>
                  <a:cubicBezTo>
                    <a:pt x="28442" y="25098"/>
                    <a:pt x="28201" y="25112"/>
                    <a:pt x="27956" y="25112"/>
                  </a:cubicBezTo>
                  <a:cubicBezTo>
                    <a:pt x="27711" y="25112"/>
                    <a:pt x="27462" y="25098"/>
                    <a:pt x="27207" y="25070"/>
                  </a:cubicBezTo>
                  <a:cubicBezTo>
                    <a:pt x="26667" y="25070"/>
                    <a:pt x="26099" y="24984"/>
                    <a:pt x="25531" y="24956"/>
                  </a:cubicBezTo>
                  <a:lnTo>
                    <a:pt x="25332" y="24956"/>
                  </a:lnTo>
                  <a:cubicBezTo>
                    <a:pt x="25247" y="24956"/>
                    <a:pt x="25190" y="24984"/>
                    <a:pt x="25190" y="25070"/>
                  </a:cubicBezTo>
                  <a:cubicBezTo>
                    <a:pt x="25190" y="25126"/>
                    <a:pt x="25219" y="25155"/>
                    <a:pt x="25247" y="25183"/>
                  </a:cubicBezTo>
                  <a:cubicBezTo>
                    <a:pt x="25304" y="25212"/>
                    <a:pt x="25389" y="25240"/>
                    <a:pt x="25446" y="25268"/>
                  </a:cubicBezTo>
                  <a:cubicBezTo>
                    <a:pt x="25758" y="25382"/>
                    <a:pt x="26071" y="25467"/>
                    <a:pt x="26412" y="25496"/>
                  </a:cubicBezTo>
                  <a:cubicBezTo>
                    <a:pt x="27062" y="25582"/>
                    <a:pt x="27713" y="25619"/>
                    <a:pt x="28377" y="25619"/>
                  </a:cubicBezTo>
                  <a:cubicBezTo>
                    <a:pt x="28582" y="25619"/>
                    <a:pt x="28788" y="25616"/>
                    <a:pt x="28996" y="25609"/>
                  </a:cubicBezTo>
                  <a:cubicBezTo>
                    <a:pt x="29025" y="25604"/>
                    <a:pt x="29055" y="25602"/>
                    <a:pt x="29086" y="25602"/>
                  </a:cubicBezTo>
                  <a:cubicBezTo>
                    <a:pt x="29233" y="25602"/>
                    <a:pt x="29389" y="25657"/>
                    <a:pt x="29507" y="25751"/>
                  </a:cubicBezTo>
                  <a:cubicBezTo>
                    <a:pt x="29763" y="25978"/>
                    <a:pt x="30047" y="26234"/>
                    <a:pt x="30302" y="26461"/>
                  </a:cubicBezTo>
                  <a:cubicBezTo>
                    <a:pt x="30387" y="26546"/>
                    <a:pt x="30473" y="26603"/>
                    <a:pt x="30586" y="26660"/>
                  </a:cubicBezTo>
                  <a:cubicBezTo>
                    <a:pt x="30603" y="26668"/>
                    <a:pt x="30619" y="26672"/>
                    <a:pt x="30636" y="26672"/>
                  </a:cubicBezTo>
                  <a:cubicBezTo>
                    <a:pt x="30676" y="26672"/>
                    <a:pt x="30716" y="26652"/>
                    <a:pt x="30757" y="26632"/>
                  </a:cubicBezTo>
                  <a:cubicBezTo>
                    <a:pt x="30813" y="26575"/>
                    <a:pt x="30842" y="26518"/>
                    <a:pt x="30842" y="26433"/>
                  </a:cubicBezTo>
                  <a:cubicBezTo>
                    <a:pt x="30757" y="26234"/>
                    <a:pt x="30615" y="26035"/>
                    <a:pt x="30416" y="25893"/>
                  </a:cubicBezTo>
                  <a:cubicBezTo>
                    <a:pt x="30160" y="25666"/>
                    <a:pt x="29905" y="25410"/>
                    <a:pt x="29706" y="25126"/>
                  </a:cubicBezTo>
                  <a:cubicBezTo>
                    <a:pt x="29592" y="24956"/>
                    <a:pt x="29507" y="24757"/>
                    <a:pt x="29479" y="24558"/>
                  </a:cubicBezTo>
                  <a:cubicBezTo>
                    <a:pt x="29422" y="23820"/>
                    <a:pt x="29251" y="23082"/>
                    <a:pt x="28996" y="22400"/>
                  </a:cubicBezTo>
                  <a:cubicBezTo>
                    <a:pt x="28825" y="21804"/>
                    <a:pt x="28627" y="21236"/>
                    <a:pt x="28371" y="20668"/>
                  </a:cubicBezTo>
                  <a:cubicBezTo>
                    <a:pt x="28314" y="20554"/>
                    <a:pt x="28257" y="20469"/>
                    <a:pt x="28201" y="20355"/>
                  </a:cubicBezTo>
                  <a:cubicBezTo>
                    <a:pt x="28161" y="20336"/>
                    <a:pt x="28122" y="20303"/>
                    <a:pt x="28074" y="20303"/>
                  </a:cubicBezTo>
                  <a:cubicBezTo>
                    <a:pt x="28052" y="20303"/>
                    <a:pt x="28028" y="20309"/>
                    <a:pt x="28002" y="20327"/>
                  </a:cubicBezTo>
                  <a:cubicBezTo>
                    <a:pt x="27973" y="20327"/>
                    <a:pt x="27945" y="20384"/>
                    <a:pt x="27945" y="20441"/>
                  </a:cubicBezTo>
                  <a:cubicBezTo>
                    <a:pt x="27945" y="20526"/>
                    <a:pt x="27973" y="20611"/>
                    <a:pt x="28002" y="20696"/>
                  </a:cubicBezTo>
                  <a:cubicBezTo>
                    <a:pt x="28314" y="21775"/>
                    <a:pt x="28627" y="22883"/>
                    <a:pt x="28939" y="23934"/>
                  </a:cubicBezTo>
                  <a:cubicBezTo>
                    <a:pt x="28967" y="24076"/>
                    <a:pt x="29053" y="24246"/>
                    <a:pt x="28967" y="24388"/>
                  </a:cubicBezTo>
                  <a:cubicBezTo>
                    <a:pt x="28932" y="24400"/>
                    <a:pt x="28897" y="24407"/>
                    <a:pt x="28866" y="24407"/>
                  </a:cubicBezTo>
                  <a:cubicBezTo>
                    <a:pt x="28821" y="24407"/>
                    <a:pt x="28785" y="24393"/>
                    <a:pt x="28769" y="24360"/>
                  </a:cubicBezTo>
                  <a:cubicBezTo>
                    <a:pt x="28059" y="23706"/>
                    <a:pt x="27349" y="23082"/>
                    <a:pt x="26639" y="22429"/>
                  </a:cubicBezTo>
                  <a:cubicBezTo>
                    <a:pt x="26468" y="22258"/>
                    <a:pt x="26326" y="22059"/>
                    <a:pt x="26270" y="21832"/>
                  </a:cubicBezTo>
                  <a:cubicBezTo>
                    <a:pt x="25957" y="20639"/>
                    <a:pt x="25616" y="19475"/>
                    <a:pt x="25332" y="18282"/>
                  </a:cubicBezTo>
                  <a:cubicBezTo>
                    <a:pt x="25134" y="17487"/>
                    <a:pt x="24821" y="16692"/>
                    <a:pt x="24566" y="15897"/>
                  </a:cubicBezTo>
                  <a:cubicBezTo>
                    <a:pt x="24424" y="15442"/>
                    <a:pt x="24253" y="15016"/>
                    <a:pt x="24026" y="14590"/>
                  </a:cubicBezTo>
                  <a:cubicBezTo>
                    <a:pt x="23969" y="14505"/>
                    <a:pt x="23884" y="14392"/>
                    <a:pt x="23799" y="14335"/>
                  </a:cubicBezTo>
                  <a:cubicBezTo>
                    <a:pt x="23785" y="14321"/>
                    <a:pt x="23763" y="14314"/>
                    <a:pt x="23742" y="14314"/>
                  </a:cubicBezTo>
                  <a:cubicBezTo>
                    <a:pt x="23721" y="14314"/>
                    <a:pt x="23699" y="14321"/>
                    <a:pt x="23685" y="14335"/>
                  </a:cubicBezTo>
                  <a:cubicBezTo>
                    <a:pt x="23628" y="14335"/>
                    <a:pt x="23600" y="14392"/>
                    <a:pt x="23600" y="14420"/>
                  </a:cubicBezTo>
                  <a:cubicBezTo>
                    <a:pt x="23600" y="14505"/>
                    <a:pt x="23600" y="14562"/>
                    <a:pt x="23628" y="14647"/>
                  </a:cubicBezTo>
                  <a:cubicBezTo>
                    <a:pt x="23884" y="15414"/>
                    <a:pt x="24111" y="16209"/>
                    <a:pt x="24395" y="16976"/>
                  </a:cubicBezTo>
                  <a:cubicBezTo>
                    <a:pt x="24708" y="17856"/>
                    <a:pt x="24878" y="18765"/>
                    <a:pt x="25105" y="19674"/>
                  </a:cubicBezTo>
                  <a:cubicBezTo>
                    <a:pt x="25304" y="20185"/>
                    <a:pt x="25418" y="20725"/>
                    <a:pt x="25503" y="21236"/>
                  </a:cubicBezTo>
                  <a:cubicBezTo>
                    <a:pt x="25560" y="21264"/>
                    <a:pt x="25588" y="21293"/>
                    <a:pt x="25560" y="21349"/>
                  </a:cubicBezTo>
                  <a:cubicBezTo>
                    <a:pt x="25552" y="21357"/>
                    <a:pt x="25544" y="21361"/>
                    <a:pt x="25537" y="21361"/>
                  </a:cubicBezTo>
                  <a:cubicBezTo>
                    <a:pt x="25516" y="21361"/>
                    <a:pt x="25495" y="21334"/>
                    <a:pt x="25474" y="21293"/>
                  </a:cubicBezTo>
                  <a:cubicBezTo>
                    <a:pt x="25219" y="21179"/>
                    <a:pt x="24992" y="21009"/>
                    <a:pt x="24793" y="20781"/>
                  </a:cubicBezTo>
                  <a:cubicBezTo>
                    <a:pt x="23685" y="19702"/>
                    <a:pt x="22606" y="18623"/>
                    <a:pt x="21499" y="17544"/>
                  </a:cubicBezTo>
                  <a:cubicBezTo>
                    <a:pt x="21215" y="17288"/>
                    <a:pt x="21016" y="16976"/>
                    <a:pt x="20874" y="16635"/>
                  </a:cubicBezTo>
                  <a:cubicBezTo>
                    <a:pt x="20561" y="15840"/>
                    <a:pt x="20306" y="15045"/>
                    <a:pt x="20135" y="14221"/>
                  </a:cubicBezTo>
                  <a:cubicBezTo>
                    <a:pt x="19880" y="13171"/>
                    <a:pt x="19681" y="12120"/>
                    <a:pt x="19425" y="11069"/>
                  </a:cubicBezTo>
                  <a:cubicBezTo>
                    <a:pt x="19283" y="10558"/>
                    <a:pt x="19113" y="10075"/>
                    <a:pt x="18914" y="9592"/>
                  </a:cubicBezTo>
                  <a:cubicBezTo>
                    <a:pt x="18233" y="8002"/>
                    <a:pt x="17352" y="6497"/>
                    <a:pt x="16273" y="5134"/>
                  </a:cubicBezTo>
                  <a:cubicBezTo>
                    <a:pt x="16018" y="4793"/>
                    <a:pt x="15734" y="4452"/>
                    <a:pt x="15450" y="4111"/>
                  </a:cubicBezTo>
                  <a:cubicBezTo>
                    <a:pt x="15336" y="3998"/>
                    <a:pt x="15251" y="3884"/>
                    <a:pt x="15137" y="3827"/>
                  </a:cubicBezTo>
                  <a:cubicBezTo>
                    <a:pt x="15109" y="3799"/>
                    <a:pt x="15073" y="3785"/>
                    <a:pt x="15038" y="3785"/>
                  </a:cubicBezTo>
                  <a:cubicBezTo>
                    <a:pt x="15002" y="3785"/>
                    <a:pt x="14967" y="3799"/>
                    <a:pt x="14938" y="3827"/>
                  </a:cubicBezTo>
                  <a:cubicBezTo>
                    <a:pt x="14882" y="3856"/>
                    <a:pt x="14882" y="3941"/>
                    <a:pt x="14910" y="3998"/>
                  </a:cubicBezTo>
                  <a:cubicBezTo>
                    <a:pt x="15052" y="4253"/>
                    <a:pt x="15194" y="4537"/>
                    <a:pt x="15364" y="4793"/>
                  </a:cubicBezTo>
                  <a:cubicBezTo>
                    <a:pt x="16245" y="5957"/>
                    <a:pt x="17068" y="7207"/>
                    <a:pt x="17778" y="8485"/>
                  </a:cubicBezTo>
                  <a:cubicBezTo>
                    <a:pt x="18346" y="9535"/>
                    <a:pt x="18772" y="10671"/>
                    <a:pt x="19028" y="11836"/>
                  </a:cubicBezTo>
                  <a:cubicBezTo>
                    <a:pt x="19227" y="12915"/>
                    <a:pt x="19482" y="13994"/>
                    <a:pt x="19795" y="15045"/>
                  </a:cubicBezTo>
                  <a:cubicBezTo>
                    <a:pt x="19880" y="15300"/>
                    <a:pt x="19937" y="15556"/>
                    <a:pt x="19937" y="15840"/>
                  </a:cubicBezTo>
                  <a:cubicBezTo>
                    <a:pt x="19596" y="15584"/>
                    <a:pt x="19312" y="15300"/>
                    <a:pt x="19056" y="14960"/>
                  </a:cubicBezTo>
                  <a:cubicBezTo>
                    <a:pt x="17977" y="13852"/>
                    <a:pt x="16869" y="12773"/>
                    <a:pt x="15734" y="11722"/>
                  </a:cubicBezTo>
                  <a:cubicBezTo>
                    <a:pt x="15478" y="11467"/>
                    <a:pt x="15279" y="11183"/>
                    <a:pt x="15166" y="10842"/>
                  </a:cubicBezTo>
                  <a:cubicBezTo>
                    <a:pt x="14598" y="9223"/>
                    <a:pt x="13973" y="7661"/>
                    <a:pt x="13234" y="6099"/>
                  </a:cubicBezTo>
                  <a:cubicBezTo>
                    <a:pt x="12808" y="5048"/>
                    <a:pt x="12212" y="4026"/>
                    <a:pt x="11530" y="3117"/>
                  </a:cubicBezTo>
                  <a:cubicBezTo>
                    <a:pt x="11048" y="2521"/>
                    <a:pt x="10508" y="1953"/>
                    <a:pt x="9969" y="1385"/>
                  </a:cubicBezTo>
                  <a:cubicBezTo>
                    <a:pt x="9571" y="987"/>
                    <a:pt x="9145" y="618"/>
                    <a:pt x="8719" y="249"/>
                  </a:cubicBezTo>
                  <a:cubicBezTo>
                    <a:pt x="8605" y="164"/>
                    <a:pt x="8492" y="79"/>
                    <a:pt x="8378" y="22"/>
                  </a:cubicBezTo>
                  <a:cubicBezTo>
                    <a:pt x="8336" y="8"/>
                    <a:pt x="8300" y="1"/>
                    <a:pt x="8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14"/>
            <p:cNvSpPr/>
            <p:nvPr/>
          </p:nvSpPr>
          <p:spPr>
            <a:xfrm>
              <a:off x="781250" y="2823400"/>
              <a:ext cx="3575" cy="3275"/>
            </a:xfrm>
            <a:custGeom>
              <a:rect b="b" l="l" r="r" t="t"/>
              <a:pathLst>
                <a:path extrusionOk="0" h="131" w="143">
                  <a:moveTo>
                    <a:pt x="57" y="0"/>
                  </a:moveTo>
                  <a:lnTo>
                    <a:pt x="0" y="86"/>
                  </a:lnTo>
                  <a:cubicBezTo>
                    <a:pt x="17" y="103"/>
                    <a:pt x="45" y="131"/>
                    <a:pt x="77" y="131"/>
                  </a:cubicBezTo>
                  <a:cubicBezTo>
                    <a:pt x="98" y="131"/>
                    <a:pt x="120" y="119"/>
                    <a:pt x="142" y="86"/>
                  </a:cubicBezTo>
                  <a:lnTo>
                    <a:pt x="57"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14"/>
            <p:cNvSpPr/>
            <p:nvPr/>
          </p:nvSpPr>
          <p:spPr>
            <a:xfrm>
              <a:off x="923950" y="2932025"/>
              <a:ext cx="2850" cy="3150"/>
            </a:xfrm>
            <a:custGeom>
              <a:rect b="b" l="l" r="r" t="t"/>
              <a:pathLst>
                <a:path extrusionOk="0" h="126" w="114">
                  <a:moveTo>
                    <a:pt x="29" y="0"/>
                  </a:moveTo>
                  <a:lnTo>
                    <a:pt x="0" y="57"/>
                  </a:lnTo>
                  <a:cubicBezTo>
                    <a:pt x="21" y="99"/>
                    <a:pt x="42" y="125"/>
                    <a:pt x="63" y="125"/>
                  </a:cubicBezTo>
                  <a:cubicBezTo>
                    <a:pt x="70" y="125"/>
                    <a:pt x="78" y="122"/>
                    <a:pt x="86" y="114"/>
                  </a:cubicBezTo>
                  <a:cubicBezTo>
                    <a:pt x="114" y="57"/>
                    <a:pt x="86" y="29"/>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14"/>
            <p:cNvSpPr/>
            <p:nvPr/>
          </p:nvSpPr>
          <p:spPr>
            <a:xfrm>
              <a:off x="643500" y="2683525"/>
              <a:ext cx="1450" cy="750"/>
            </a:xfrm>
            <a:custGeom>
              <a:rect b="b" l="l" r="r" t="t"/>
              <a:pathLst>
                <a:path extrusionOk="0" h="30" w="58">
                  <a:moveTo>
                    <a:pt x="29" y="1"/>
                  </a:moveTo>
                  <a:lnTo>
                    <a:pt x="1" y="29"/>
                  </a:lnTo>
                  <a:lnTo>
                    <a:pt x="58" y="29"/>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14"/>
            <p:cNvSpPr/>
            <p:nvPr/>
          </p:nvSpPr>
          <p:spPr>
            <a:xfrm>
              <a:off x="1220000" y="1004925"/>
              <a:ext cx="661025" cy="702250"/>
            </a:xfrm>
            <a:custGeom>
              <a:rect b="b" l="l" r="r" t="t"/>
              <a:pathLst>
                <a:path extrusionOk="0" h="28090" w="26441">
                  <a:moveTo>
                    <a:pt x="17888" y="1"/>
                  </a:moveTo>
                  <a:cubicBezTo>
                    <a:pt x="16994" y="1"/>
                    <a:pt x="16102" y="165"/>
                    <a:pt x="15279" y="521"/>
                  </a:cubicBezTo>
                  <a:cubicBezTo>
                    <a:pt x="14456" y="862"/>
                    <a:pt x="13717" y="1345"/>
                    <a:pt x="13149" y="2026"/>
                  </a:cubicBezTo>
                  <a:cubicBezTo>
                    <a:pt x="12922" y="2282"/>
                    <a:pt x="12667" y="2509"/>
                    <a:pt x="12439" y="2736"/>
                  </a:cubicBezTo>
                  <a:cubicBezTo>
                    <a:pt x="10821" y="4355"/>
                    <a:pt x="9174" y="5917"/>
                    <a:pt x="7725" y="7706"/>
                  </a:cubicBezTo>
                  <a:cubicBezTo>
                    <a:pt x="6930" y="8615"/>
                    <a:pt x="6220" y="9609"/>
                    <a:pt x="5595" y="10659"/>
                  </a:cubicBezTo>
                  <a:cubicBezTo>
                    <a:pt x="4999" y="11710"/>
                    <a:pt x="4403" y="12733"/>
                    <a:pt x="3806" y="13755"/>
                  </a:cubicBezTo>
                  <a:cubicBezTo>
                    <a:pt x="3465" y="14380"/>
                    <a:pt x="3096" y="15033"/>
                    <a:pt x="2755" y="15686"/>
                  </a:cubicBezTo>
                  <a:cubicBezTo>
                    <a:pt x="2329" y="16481"/>
                    <a:pt x="2017" y="17305"/>
                    <a:pt x="1790" y="18185"/>
                  </a:cubicBezTo>
                  <a:cubicBezTo>
                    <a:pt x="1477" y="19463"/>
                    <a:pt x="1222" y="20769"/>
                    <a:pt x="909" y="22047"/>
                  </a:cubicBezTo>
                  <a:cubicBezTo>
                    <a:pt x="767" y="22757"/>
                    <a:pt x="625" y="23467"/>
                    <a:pt x="398" y="24177"/>
                  </a:cubicBezTo>
                  <a:cubicBezTo>
                    <a:pt x="285" y="24461"/>
                    <a:pt x="200" y="24774"/>
                    <a:pt x="114" y="25058"/>
                  </a:cubicBezTo>
                  <a:cubicBezTo>
                    <a:pt x="29" y="25427"/>
                    <a:pt x="1" y="25796"/>
                    <a:pt x="29" y="26165"/>
                  </a:cubicBezTo>
                  <a:cubicBezTo>
                    <a:pt x="143" y="26960"/>
                    <a:pt x="682" y="27670"/>
                    <a:pt x="1449" y="27926"/>
                  </a:cubicBezTo>
                  <a:cubicBezTo>
                    <a:pt x="1849" y="28031"/>
                    <a:pt x="2249" y="28090"/>
                    <a:pt x="2650" y="28090"/>
                  </a:cubicBezTo>
                  <a:cubicBezTo>
                    <a:pt x="2789" y="28090"/>
                    <a:pt x="2928" y="28083"/>
                    <a:pt x="3068" y="28068"/>
                  </a:cubicBezTo>
                  <a:cubicBezTo>
                    <a:pt x="3778" y="27983"/>
                    <a:pt x="4488" y="27784"/>
                    <a:pt x="5198" y="27528"/>
                  </a:cubicBezTo>
                  <a:cubicBezTo>
                    <a:pt x="6788" y="26875"/>
                    <a:pt x="8322" y="26023"/>
                    <a:pt x="9713" y="24972"/>
                  </a:cubicBezTo>
                  <a:cubicBezTo>
                    <a:pt x="10594" y="24348"/>
                    <a:pt x="11445" y="23638"/>
                    <a:pt x="12354" y="23041"/>
                  </a:cubicBezTo>
                  <a:cubicBezTo>
                    <a:pt x="14456" y="21735"/>
                    <a:pt x="16699" y="20599"/>
                    <a:pt x="19000" y="19719"/>
                  </a:cubicBezTo>
                  <a:cubicBezTo>
                    <a:pt x="20221" y="19264"/>
                    <a:pt x="21385" y="18696"/>
                    <a:pt x="22493" y="18043"/>
                  </a:cubicBezTo>
                  <a:cubicBezTo>
                    <a:pt x="23373" y="17532"/>
                    <a:pt x="24140" y="16794"/>
                    <a:pt x="24679" y="15942"/>
                  </a:cubicBezTo>
                  <a:cubicBezTo>
                    <a:pt x="25134" y="15232"/>
                    <a:pt x="25475" y="14436"/>
                    <a:pt x="25844" y="13670"/>
                  </a:cubicBezTo>
                  <a:cubicBezTo>
                    <a:pt x="26156" y="13102"/>
                    <a:pt x="26327" y="12477"/>
                    <a:pt x="26412" y="11852"/>
                  </a:cubicBezTo>
                  <a:cubicBezTo>
                    <a:pt x="26440" y="11455"/>
                    <a:pt x="26440" y="11085"/>
                    <a:pt x="26412" y="10688"/>
                  </a:cubicBezTo>
                  <a:cubicBezTo>
                    <a:pt x="26355" y="9097"/>
                    <a:pt x="26071" y="7536"/>
                    <a:pt x="25645" y="6030"/>
                  </a:cubicBezTo>
                  <a:cubicBezTo>
                    <a:pt x="25304" y="4894"/>
                    <a:pt x="24850" y="3815"/>
                    <a:pt x="23998" y="2963"/>
                  </a:cubicBezTo>
                  <a:cubicBezTo>
                    <a:pt x="22805" y="1856"/>
                    <a:pt x="21414" y="947"/>
                    <a:pt x="19908" y="351"/>
                  </a:cubicBezTo>
                  <a:cubicBezTo>
                    <a:pt x="19482" y="209"/>
                    <a:pt x="19056" y="95"/>
                    <a:pt x="18630" y="38"/>
                  </a:cubicBezTo>
                  <a:cubicBezTo>
                    <a:pt x="18384" y="14"/>
                    <a:pt x="18136" y="1"/>
                    <a:pt x="17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14"/>
            <p:cNvSpPr/>
            <p:nvPr/>
          </p:nvSpPr>
          <p:spPr>
            <a:xfrm>
              <a:off x="1244850" y="1041775"/>
              <a:ext cx="587175" cy="623025"/>
            </a:xfrm>
            <a:custGeom>
              <a:rect b="b" l="l" r="r" t="t"/>
              <a:pathLst>
                <a:path extrusionOk="0" h="24921" w="23487">
                  <a:moveTo>
                    <a:pt x="8662" y="13048"/>
                  </a:moveTo>
                  <a:lnTo>
                    <a:pt x="8719" y="13104"/>
                  </a:lnTo>
                  <a:lnTo>
                    <a:pt x="8662" y="13104"/>
                  </a:lnTo>
                  <a:lnTo>
                    <a:pt x="8662" y="13048"/>
                  </a:lnTo>
                  <a:close/>
                  <a:moveTo>
                    <a:pt x="15676" y="1"/>
                  </a:moveTo>
                  <a:cubicBezTo>
                    <a:pt x="15656" y="1"/>
                    <a:pt x="15637" y="4"/>
                    <a:pt x="15620" y="13"/>
                  </a:cubicBezTo>
                  <a:cubicBezTo>
                    <a:pt x="15535" y="41"/>
                    <a:pt x="15450" y="98"/>
                    <a:pt x="15364" y="155"/>
                  </a:cubicBezTo>
                  <a:cubicBezTo>
                    <a:pt x="15109" y="410"/>
                    <a:pt x="14825" y="637"/>
                    <a:pt x="14598" y="921"/>
                  </a:cubicBezTo>
                  <a:cubicBezTo>
                    <a:pt x="13803" y="1688"/>
                    <a:pt x="13149" y="2568"/>
                    <a:pt x="12638" y="3534"/>
                  </a:cubicBezTo>
                  <a:cubicBezTo>
                    <a:pt x="11758" y="5181"/>
                    <a:pt x="11218" y="6970"/>
                    <a:pt x="10991" y="8788"/>
                  </a:cubicBezTo>
                  <a:cubicBezTo>
                    <a:pt x="10963" y="9100"/>
                    <a:pt x="10877" y="9384"/>
                    <a:pt x="10792" y="9640"/>
                  </a:cubicBezTo>
                  <a:cubicBezTo>
                    <a:pt x="10735" y="9867"/>
                    <a:pt x="10622" y="10037"/>
                    <a:pt x="10451" y="10179"/>
                  </a:cubicBezTo>
                  <a:cubicBezTo>
                    <a:pt x="9685" y="10918"/>
                    <a:pt x="8975" y="11656"/>
                    <a:pt x="8208" y="12394"/>
                  </a:cubicBezTo>
                  <a:cubicBezTo>
                    <a:pt x="8094" y="12508"/>
                    <a:pt x="8009" y="12678"/>
                    <a:pt x="7782" y="12678"/>
                  </a:cubicBezTo>
                  <a:cubicBezTo>
                    <a:pt x="7782" y="12281"/>
                    <a:pt x="7725" y="11855"/>
                    <a:pt x="7782" y="11457"/>
                  </a:cubicBezTo>
                  <a:cubicBezTo>
                    <a:pt x="7867" y="10009"/>
                    <a:pt x="8236" y="8617"/>
                    <a:pt x="8833" y="7311"/>
                  </a:cubicBezTo>
                  <a:cubicBezTo>
                    <a:pt x="9145" y="6658"/>
                    <a:pt x="9429" y="5976"/>
                    <a:pt x="9713" y="5295"/>
                  </a:cubicBezTo>
                  <a:cubicBezTo>
                    <a:pt x="9770" y="5210"/>
                    <a:pt x="9713" y="5096"/>
                    <a:pt x="9628" y="5068"/>
                  </a:cubicBezTo>
                  <a:cubicBezTo>
                    <a:pt x="9605" y="5060"/>
                    <a:pt x="9582" y="5056"/>
                    <a:pt x="9561" y="5056"/>
                  </a:cubicBezTo>
                  <a:cubicBezTo>
                    <a:pt x="9501" y="5056"/>
                    <a:pt x="9450" y="5083"/>
                    <a:pt x="9429" y="5124"/>
                  </a:cubicBezTo>
                  <a:cubicBezTo>
                    <a:pt x="9344" y="5210"/>
                    <a:pt x="9287" y="5323"/>
                    <a:pt x="9230" y="5437"/>
                  </a:cubicBezTo>
                  <a:cubicBezTo>
                    <a:pt x="8748" y="6289"/>
                    <a:pt x="8322" y="7197"/>
                    <a:pt x="7981" y="8135"/>
                  </a:cubicBezTo>
                  <a:cubicBezTo>
                    <a:pt x="7725" y="8759"/>
                    <a:pt x="7555" y="9384"/>
                    <a:pt x="7441" y="10037"/>
                  </a:cubicBezTo>
                  <a:cubicBezTo>
                    <a:pt x="7328" y="10634"/>
                    <a:pt x="7242" y="11230"/>
                    <a:pt x="7242" y="11826"/>
                  </a:cubicBezTo>
                  <a:cubicBezTo>
                    <a:pt x="7242" y="12338"/>
                    <a:pt x="7157" y="12849"/>
                    <a:pt x="7129" y="13360"/>
                  </a:cubicBezTo>
                  <a:cubicBezTo>
                    <a:pt x="7100" y="13587"/>
                    <a:pt x="7015" y="13786"/>
                    <a:pt x="6873" y="13956"/>
                  </a:cubicBezTo>
                  <a:cubicBezTo>
                    <a:pt x="6334" y="14666"/>
                    <a:pt x="5794" y="15433"/>
                    <a:pt x="5283" y="16143"/>
                  </a:cubicBezTo>
                  <a:cubicBezTo>
                    <a:pt x="4999" y="16512"/>
                    <a:pt x="4743" y="16881"/>
                    <a:pt x="4459" y="17251"/>
                  </a:cubicBezTo>
                  <a:cubicBezTo>
                    <a:pt x="4419" y="17291"/>
                    <a:pt x="4379" y="17331"/>
                    <a:pt x="4329" y="17331"/>
                  </a:cubicBezTo>
                  <a:cubicBezTo>
                    <a:pt x="4308" y="17331"/>
                    <a:pt x="4285" y="17324"/>
                    <a:pt x="4261" y="17307"/>
                  </a:cubicBezTo>
                  <a:cubicBezTo>
                    <a:pt x="4232" y="17279"/>
                    <a:pt x="4204" y="17251"/>
                    <a:pt x="4204" y="17194"/>
                  </a:cubicBezTo>
                  <a:cubicBezTo>
                    <a:pt x="4062" y="16285"/>
                    <a:pt x="4062" y="15348"/>
                    <a:pt x="4204" y="14439"/>
                  </a:cubicBezTo>
                  <a:cubicBezTo>
                    <a:pt x="4488" y="13161"/>
                    <a:pt x="4601" y="11855"/>
                    <a:pt x="5112" y="10634"/>
                  </a:cubicBezTo>
                  <a:cubicBezTo>
                    <a:pt x="5169" y="10549"/>
                    <a:pt x="5141" y="10463"/>
                    <a:pt x="5056" y="10463"/>
                  </a:cubicBezTo>
                  <a:cubicBezTo>
                    <a:pt x="5039" y="10455"/>
                    <a:pt x="5025" y="10452"/>
                    <a:pt x="5012" y="10452"/>
                  </a:cubicBezTo>
                  <a:cubicBezTo>
                    <a:pt x="4980" y="10452"/>
                    <a:pt x="4954" y="10472"/>
                    <a:pt x="4914" y="10492"/>
                  </a:cubicBezTo>
                  <a:cubicBezTo>
                    <a:pt x="4658" y="10719"/>
                    <a:pt x="4488" y="11003"/>
                    <a:pt x="4403" y="11344"/>
                  </a:cubicBezTo>
                  <a:cubicBezTo>
                    <a:pt x="4261" y="11826"/>
                    <a:pt x="4147" y="12281"/>
                    <a:pt x="4033" y="12764"/>
                  </a:cubicBezTo>
                  <a:cubicBezTo>
                    <a:pt x="3664" y="14212"/>
                    <a:pt x="3551" y="15689"/>
                    <a:pt x="3693" y="17165"/>
                  </a:cubicBezTo>
                  <a:cubicBezTo>
                    <a:pt x="3806" y="18358"/>
                    <a:pt x="3778" y="18358"/>
                    <a:pt x="3153" y="19437"/>
                  </a:cubicBezTo>
                  <a:cubicBezTo>
                    <a:pt x="3096" y="19551"/>
                    <a:pt x="3039" y="19636"/>
                    <a:pt x="2983" y="19750"/>
                  </a:cubicBezTo>
                  <a:cubicBezTo>
                    <a:pt x="2727" y="20176"/>
                    <a:pt x="2471" y="20573"/>
                    <a:pt x="2187" y="20971"/>
                  </a:cubicBezTo>
                  <a:cubicBezTo>
                    <a:pt x="2159" y="20999"/>
                    <a:pt x="2131" y="21028"/>
                    <a:pt x="2074" y="21028"/>
                  </a:cubicBezTo>
                  <a:cubicBezTo>
                    <a:pt x="2045" y="20999"/>
                    <a:pt x="2017" y="20971"/>
                    <a:pt x="1989" y="20943"/>
                  </a:cubicBezTo>
                  <a:cubicBezTo>
                    <a:pt x="1960" y="20488"/>
                    <a:pt x="1960" y="20062"/>
                    <a:pt x="1989" y="19608"/>
                  </a:cubicBezTo>
                  <a:cubicBezTo>
                    <a:pt x="2074" y="19068"/>
                    <a:pt x="2131" y="18500"/>
                    <a:pt x="2187" y="17961"/>
                  </a:cubicBezTo>
                  <a:lnTo>
                    <a:pt x="2187" y="17591"/>
                  </a:lnTo>
                  <a:cubicBezTo>
                    <a:pt x="2187" y="17535"/>
                    <a:pt x="2131" y="17506"/>
                    <a:pt x="2074" y="17506"/>
                  </a:cubicBezTo>
                  <a:cubicBezTo>
                    <a:pt x="2045" y="17506"/>
                    <a:pt x="1960" y="17535"/>
                    <a:pt x="1960" y="17563"/>
                  </a:cubicBezTo>
                  <a:cubicBezTo>
                    <a:pt x="1818" y="17790"/>
                    <a:pt x="1733" y="18046"/>
                    <a:pt x="1705" y="18301"/>
                  </a:cubicBezTo>
                  <a:cubicBezTo>
                    <a:pt x="1506" y="19381"/>
                    <a:pt x="1449" y="20488"/>
                    <a:pt x="1534" y="21596"/>
                  </a:cubicBezTo>
                  <a:cubicBezTo>
                    <a:pt x="1563" y="21851"/>
                    <a:pt x="1506" y="22107"/>
                    <a:pt x="1364" y="22334"/>
                  </a:cubicBezTo>
                  <a:cubicBezTo>
                    <a:pt x="966" y="22959"/>
                    <a:pt x="597" y="23584"/>
                    <a:pt x="228" y="24208"/>
                  </a:cubicBezTo>
                  <a:cubicBezTo>
                    <a:pt x="143" y="24322"/>
                    <a:pt x="86" y="24464"/>
                    <a:pt x="29" y="24606"/>
                  </a:cubicBezTo>
                  <a:cubicBezTo>
                    <a:pt x="1" y="24691"/>
                    <a:pt x="57" y="24805"/>
                    <a:pt x="143" y="24862"/>
                  </a:cubicBezTo>
                  <a:cubicBezTo>
                    <a:pt x="178" y="24897"/>
                    <a:pt x="235" y="24921"/>
                    <a:pt x="293" y="24921"/>
                  </a:cubicBezTo>
                  <a:cubicBezTo>
                    <a:pt x="329" y="24921"/>
                    <a:pt x="366" y="24912"/>
                    <a:pt x="398" y="24890"/>
                  </a:cubicBezTo>
                  <a:cubicBezTo>
                    <a:pt x="597" y="24805"/>
                    <a:pt x="767" y="24634"/>
                    <a:pt x="881" y="24464"/>
                  </a:cubicBezTo>
                  <a:cubicBezTo>
                    <a:pt x="1193" y="24010"/>
                    <a:pt x="1506" y="23584"/>
                    <a:pt x="1790" y="23129"/>
                  </a:cubicBezTo>
                  <a:cubicBezTo>
                    <a:pt x="1979" y="22752"/>
                    <a:pt x="2372" y="22502"/>
                    <a:pt x="2800" y="22502"/>
                  </a:cubicBezTo>
                  <a:cubicBezTo>
                    <a:pt x="2823" y="22502"/>
                    <a:pt x="2846" y="22503"/>
                    <a:pt x="2869" y="22504"/>
                  </a:cubicBezTo>
                  <a:cubicBezTo>
                    <a:pt x="3465" y="22476"/>
                    <a:pt x="4062" y="22448"/>
                    <a:pt x="4687" y="22448"/>
                  </a:cubicBezTo>
                  <a:cubicBezTo>
                    <a:pt x="5766" y="22419"/>
                    <a:pt x="6845" y="22164"/>
                    <a:pt x="7839" y="21709"/>
                  </a:cubicBezTo>
                  <a:cubicBezTo>
                    <a:pt x="8066" y="21624"/>
                    <a:pt x="8236" y="21482"/>
                    <a:pt x="8350" y="21283"/>
                  </a:cubicBezTo>
                  <a:cubicBezTo>
                    <a:pt x="8378" y="21255"/>
                    <a:pt x="8378" y="21198"/>
                    <a:pt x="8350" y="21170"/>
                  </a:cubicBezTo>
                  <a:cubicBezTo>
                    <a:pt x="8322" y="21113"/>
                    <a:pt x="8293" y="21085"/>
                    <a:pt x="8236" y="21085"/>
                  </a:cubicBezTo>
                  <a:cubicBezTo>
                    <a:pt x="8038" y="21170"/>
                    <a:pt x="7810" y="21227"/>
                    <a:pt x="7612" y="21283"/>
                  </a:cubicBezTo>
                  <a:cubicBezTo>
                    <a:pt x="6674" y="21653"/>
                    <a:pt x="5709" y="21851"/>
                    <a:pt x="4715" y="21908"/>
                  </a:cubicBezTo>
                  <a:cubicBezTo>
                    <a:pt x="4412" y="21908"/>
                    <a:pt x="4122" y="21895"/>
                    <a:pt x="3827" y="21895"/>
                  </a:cubicBezTo>
                  <a:cubicBezTo>
                    <a:pt x="3680" y="21895"/>
                    <a:pt x="3532" y="21899"/>
                    <a:pt x="3380" y="21908"/>
                  </a:cubicBezTo>
                  <a:cubicBezTo>
                    <a:pt x="3288" y="21921"/>
                    <a:pt x="3178" y="21940"/>
                    <a:pt x="3075" y="21940"/>
                  </a:cubicBezTo>
                  <a:cubicBezTo>
                    <a:pt x="2955" y="21940"/>
                    <a:pt x="2845" y="21914"/>
                    <a:pt x="2784" y="21823"/>
                  </a:cubicBezTo>
                  <a:cubicBezTo>
                    <a:pt x="2699" y="21653"/>
                    <a:pt x="2897" y="21482"/>
                    <a:pt x="3011" y="21312"/>
                  </a:cubicBezTo>
                  <a:cubicBezTo>
                    <a:pt x="3039" y="21227"/>
                    <a:pt x="3096" y="21141"/>
                    <a:pt x="3153" y="21056"/>
                  </a:cubicBezTo>
                  <a:cubicBezTo>
                    <a:pt x="3664" y="20261"/>
                    <a:pt x="4204" y="19466"/>
                    <a:pt x="4658" y="18642"/>
                  </a:cubicBezTo>
                  <a:cubicBezTo>
                    <a:pt x="4914" y="18195"/>
                    <a:pt x="4962" y="18067"/>
                    <a:pt x="5269" y="18067"/>
                  </a:cubicBezTo>
                  <a:cubicBezTo>
                    <a:pt x="5372" y="18067"/>
                    <a:pt x="5503" y="18081"/>
                    <a:pt x="5680" y="18103"/>
                  </a:cubicBezTo>
                  <a:cubicBezTo>
                    <a:pt x="5879" y="18131"/>
                    <a:pt x="6106" y="18159"/>
                    <a:pt x="6334" y="18188"/>
                  </a:cubicBezTo>
                  <a:cubicBezTo>
                    <a:pt x="6987" y="18273"/>
                    <a:pt x="7640" y="18358"/>
                    <a:pt x="8293" y="18415"/>
                  </a:cubicBezTo>
                  <a:cubicBezTo>
                    <a:pt x="8610" y="18441"/>
                    <a:pt x="8926" y="18454"/>
                    <a:pt x="9242" y="18454"/>
                  </a:cubicBezTo>
                  <a:cubicBezTo>
                    <a:pt x="9946" y="18454"/>
                    <a:pt x="10646" y="18391"/>
                    <a:pt x="11332" y="18273"/>
                  </a:cubicBezTo>
                  <a:cubicBezTo>
                    <a:pt x="13405" y="17904"/>
                    <a:pt x="15279" y="17023"/>
                    <a:pt x="17097" y="16030"/>
                  </a:cubicBezTo>
                  <a:cubicBezTo>
                    <a:pt x="17210" y="15973"/>
                    <a:pt x="17324" y="15888"/>
                    <a:pt x="17438" y="15774"/>
                  </a:cubicBezTo>
                  <a:cubicBezTo>
                    <a:pt x="17494" y="15717"/>
                    <a:pt x="17580" y="15632"/>
                    <a:pt x="17494" y="15547"/>
                  </a:cubicBezTo>
                  <a:cubicBezTo>
                    <a:pt x="17459" y="15512"/>
                    <a:pt x="17413" y="15487"/>
                    <a:pt x="17370" y="15487"/>
                  </a:cubicBezTo>
                  <a:cubicBezTo>
                    <a:pt x="17343" y="15487"/>
                    <a:pt x="17317" y="15497"/>
                    <a:pt x="17296" y="15518"/>
                  </a:cubicBezTo>
                  <a:lnTo>
                    <a:pt x="16046" y="16086"/>
                  </a:lnTo>
                  <a:cubicBezTo>
                    <a:pt x="14683" y="16711"/>
                    <a:pt x="13291" y="17364"/>
                    <a:pt x="11815" y="17648"/>
                  </a:cubicBezTo>
                  <a:cubicBezTo>
                    <a:pt x="10934" y="17819"/>
                    <a:pt x="10082" y="17904"/>
                    <a:pt x="9202" y="17904"/>
                  </a:cubicBezTo>
                  <a:cubicBezTo>
                    <a:pt x="7952" y="17847"/>
                    <a:pt x="6674" y="17705"/>
                    <a:pt x="5453" y="17478"/>
                  </a:cubicBezTo>
                  <a:cubicBezTo>
                    <a:pt x="5453" y="17393"/>
                    <a:pt x="5482" y="17336"/>
                    <a:pt x="5538" y="17251"/>
                  </a:cubicBezTo>
                  <a:cubicBezTo>
                    <a:pt x="6248" y="16257"/>
                    <a:pt x="6958" y="15234"/>
                    <a:pt x="7668" y="14212"/>
                  </a:cubicBezTo>
                  <a:cubicBezTo>
                    <a:pt x="7810" y="13956"/>
                    <a:pt x="8094" y="13758"/>
                    <a:pt x="8407" y="13701"/>
                  </a:cubicBezTo>
                  <a:cubicBezTo>
                    <a:pt x="8885" y="13659"/>
                    <a:pt x="9363" y="13633"/>
                    <a:pt x="9841" y="13633"/>
                  </a:cubicBezTo>
                  <a:cubicBezTo>
                    <a:pt x="10016" y="13633"/>
                    <a:pt x="10191" y="13636"/>
                    <a:pt x="10366" y="13644"/>
                  </a:cubicBezTo>
                  <a:cubicBezTo>
                    <a:pt x="11559" y="13644"/>
                    <a:pt x="12752" y="13701"/>
                    <a:pt x="13945" y="13701"/>
                  </a:cubicBezTo>
                  <a:lnTo>
                    <a:pt x="15109" y="13701"/>
                  </a:lnTo>
                  <a:cubicBezTo>
                    <a:pt x="16273" y="13616"/>
                    <a:pt x="17409" y="13388"/>
                    <a:pt x="18545" y="13048"/>
                  </a:cubicBezTo>
                  <a:cubicBezTo>
                    <a:pt x="18858" y="12962"/>
                    <a:pt x="19170" y="12820"/>
                    <a:pt x="19482" y="12707"/>
                  </a:cubicBezTo>
                  <a:cubicBezTo>
                    <a:pt x="20590" y="12224"/>
                    <a:pt x="21612" y="11628"/>
                    <a:pt x="22606" y="10946"/>
                  </a:cubicBezTo>
                  <a:cubicBezTo>
                    <a:pt x="22691" y="10889"/>
                    <a:pt x="22777" y="10804"/>
                    <a:pt x="22862" y="10719"/>
                  </a:cubicBezTo>
                  <a:cubicBezTo>
                    <a:pt x="22919" y="10662"/>
                    <a:pt x="22947" y="10577"/>
                    <a:pt x="22975" y="10520"/>
                  </a:cubicBezTo>
                  <a:cubicBezTo>
                    <a:pt x="22975" y="10463"/>
                    <a:pt x="22975" y="10407"/>
                    <a:pt x="22947" y="10378"/>
                  </a:cubicBezTo>
                  <a:cubicBezTo>
                    <a:pt x="22919" y="10350"/>
                    <a:pt x="22833" y="10321"/>
                    <a:pt x="22805" y="10321"/>
                  </a:cubicBezTo>
                  <a:cubicBezTo>
                    <a:pt x="22663" y="10378"/>
                    <a:pt x="22493" y="10463"/>
                    <a:pt x="22351" y="10549"/>
                  </a:cubicBezTo>
                  <a:cubicBezTo>
                    <a:pt x="21754" y="10861"/>
                    <a:pt x="21186" y="11230"/>
                    <a:pt x="20562" y="11543"/>
                  </a:cubicBezTo>
                  <a:cubicBezTo>
                    <a:pt x="18801" y="12508"/>
                    <a:pt x="16813" y="13048"/>
                    <a:pt x="14797" y="13133"/>
                  </a:cubicBezTo>
                  <a:cubicBezTo>
                    <a:pt x="14229" y="13133"/>
                    <a:pt x="13661" y="13104"/>
                    <a:pt x="13121" y="13104"/>
                  </a:cubicBezTo>
                  <a:lnTo>
                    <a:pt x="9458" y="13104"/>
                  </a:lnTo>
                  <a:cubicBezTo>
                    <a:pt x="9287" y="13076"/>
                    <a:pt x="9117" y="13076"/>
                    <a:pt x="8975" y="13019"/>
                  </a:cubicBezTo>
                  <a:cubicBezTo>
                    <a:pt x="8861" y="13019"/>
                    <a:pt x="8861" y="12934"/>
                    <a:pt x="8861" y="12849"/>
                  </a:cubicBezTo>
                  <a:cubicBezTo>
                    <a:pt x="8890" y="12792"/>
                    <a:pt x="8890" y="12707"/>
                    <a:pt x="8946" y="12650"/>
                  </a:cubicBezTo>
                  <a:cubicBezTo>
                    <a:pt x="9600" y="11883"/>
                    <a:pt x="10309" y="11173"/>
                    <a:pt x="11048" y="10520"/>
                  </a:cubicBezTo>
                  <a:cubicBezTo>
                    <a:pt x="11247" y="10378"/>
                    <a:pt x="11474" y="10265"/>
                    <a:pt x="11729" y="10265"/>
                  </a:cubicBezTo>
                  <a:lnTo>
                    <a:pt x="13604" y="10151"/>
                  </a:lnTo>
                  <a:cubicBezTo>
                    <a:pt x="15137" y="10094"/>
                    <a:pt x="16642" y="9810"/>
                    <a:pt x="18119" y="9327"/>
                  </a:cubicBezTo>
                  <a:cubicBezTo>
                    <a:pt x="19795" y="8759"/>
                    <a:pt x="21357" y="7851"/>
                    <a:pt x="22720" y="6715"/>
                  </a:cubicBezTo>
                  <a:cubicBezTo>
                    <a:pt x="23032" y="6488"/>
                    <a:pt x="23288" y="6232"/>
                    <a:pt x="23458" y="5920"/>
                  </a:cubicBezTo>
                  <a:cubicBezTo>
                    <a:pt x="23487" y="5834"/>
                    <a:pt x="23458" y="5778"/>
                    <a:pt x="23430" y="5721"/>
                  </a:cubicBezTo>
                  <a:cubicBezTo>
                    <a:pt x="23401" y="5692"/>
                    <a:pt x="23366" y="5678"/>
                    <a:pt x="23330" y="5678"/>
                  </a:cubicBezTo>
                  <a:cubicBezTo>
                    <a:pt x="23295" y="5678"/>
                    <a:pt x="23259" y="5692"/>
                    <a:pt x="23231" y="5721"/>
                  </a:cubicBezTo>
                  <a:cubicBezTo>
                    <a:pt x="22720" y="6090"/>
                    <a:pt x="22180" y="6488"/>
                    <a:pt x="21641" y="6885"/>
                  </a:cubicBezTo>
                  <a:cubicBezTo>
                    <a:pt x="20278" y="7879"/>
                    <a:pt x="18744" y="8589"/>
                    <a:pt x="17097" y="8987"/>
                  </a:cubicBezTo>
                  <a:cubicBezTo>
                    <a:pt x="16302" y="9157"/>
                    <a:pt x="15478" y="9299"/>
                    <a:pt x="14683" y="9413"/>
                  </a:cubicBezTo>
                  <a:cubicBezTo>
                    <a:pt x="13888" y="9526"/>
                    <a:pt x="13121" y="9583"/>
                    <a:pt x="12354" y="9611"/>
                  </a:cubicBezTo>
                  <a:cubicBezTo>
                    <a:pt x="12326" y="9640"/>
                    <a:pt x="12297" y="9668"/>
                    <a:pt x="12241" y="9668"/>
                  </a:cubicBezTo>
                  <a:cubicBezTo>
                    <a:pt x="12212" y="9668"/>
                    <a:pt x="12184" y="9611"/>
                    <a:pt x="12155" y="9611"/>
                  </a:cubicBezTo>
                  <a:cubicBezTo>
                    <a:pt x="12184" y="9611"/>
                    <a:pt x="12184" y="9583"/>
                    <a:pt x="12212" y="9583"/>
                  </a:cubicBezTo>
                  <a:lnTo>
                    <a:pt x="12326" y="9583"/>
                  </a:lnTo>
                  <a:cubicBezTo>
                    <a:pt x="12326" y="9384"/>
                    <a:pt x="12496" y="9299"/>
                    <a:pt x="12638" y="9185"/>
                  </a:cubicBezTo>
                  <a:cubicBezTo>
                    <a:pt x="13803" y="8106"/>
                    <a:pt x="14882" y="6942"/>
                    <a:pt x="15876" y="5721"/>
                  </a:cubicBezTo>
                  <a:cubicBezTo>
                    <a:pt x="16728" y="4613"/>
                    <a:pt x="17722" y="3619"/>
                    <a:pt x="18829" y="2796"/>
                  </a:cubicBezTo>
                  <a:cubicBezTo>
                    <a:pt x="19085" y="2597"/>
                    <a:pt x="19312" y="2370"/>
                    <a:pt x="19568" y="2171"/>
                  </a:cubicBezTo>
                  <a:cubicBezTo>
                    <a:pt x="19624" y="2114"/>
                    <a:pt x="19681" y="2086"/>
                    <a:pt x="19766" y="1972"/>
                  </a:cubicBezTo>
                  <a:cubicBezTo>
                    <a:pt x="19880" y="1858"/>
                    <a:pt x="19908" y="1716"/>
                    <a:pt x="19823" y="1660"/>
                  </a:cubicBezTo>
                  <a:cubicBezTo>
                    <a:pt x="19781" y="1631"/>
                    <a:pt x="19731" y="1617"/>
                    <a:pt x="19681" y="1617"/>
                  </a:cubicBezTo>
                  <a:cubicBezTo>
                    <a:pt x="19631" y="1617"/>
                    <a:pt x="19582" y="1631"/>
                    <a:pt x="19539" y="1660"/>
                  </a:cubicBezTo>
                  <a:cubicBezTo>
                    <a:pt x="18886" y="2000"/>
                    <a:pt x="18261" y="2426"/>
                    <a:pt x="17693" y="2938"/>
                  </a:cubicBezTo>
                  <a:cubicBezTo>
                    <a:pt x="16841" y="3761"/>
                    <a:pt x="16046" y="4613"/>
                    <a:pt x="15336" y="5522"/>
                  </a:cubicBezTo>
                  <a:cubicBezTo>
                    <a:pt x="14285" y="6771"/>
                    <a:pt x="13149" y="7936"/>
                    <a:pt x="11900" y="9015"/>
                  </a:cubicBezTo>
                  <a:cubicBezTo>
                    <a:pt x="11840" y="9075"/>
                    <a:pt x="11779" y="9135"/>
                    <a:pt x="11699" y="9135"/>
                  </a:cubicBezTo>
                  <a:cubicBezTo>
                    <a:pt x="11666" y="9135"/>
                    <a:pt x="11629" y="9125"/>
                    <a:pt x="11587" y="9100"/>
                  </a:cubicBezTo>
                  <a:lnTo>
                    <a:pt x="11587" y="8816"/>
                  </a:lnTo>
                  <a:cubicBezTo>
                    <a:pt x="11701" y="7765"/>
                    <a:pt x="11928" y="6743"/>
                    <a:pt x="12269" y="5749"/>
                  </a:cubicBezTo>
                  <a:cubicBezTo>
                    <a:pt x="12638" y="4471"/>
                    <a:pt x="13263" y="3307"/>
                    <a:pt x="14115" y="2284"/>
                  </a:cubicBezTo>
                  <a:cubicBezTo>
                    <a:pt x="14598" y="1688"/>
                    <a:pt x="15109" y="1092"/>
                    <a:pt x="15620" y="495"/>
                  </a:cubicBezTo>
                  <a:cubicBezTo>
                    <a:pt x="15677" y="410"/>
                    <a:pt x="15790" y="297"/>
                    <a:pt x="15847" y="240"/>
                  </a:cubicBezTo>
                  <a:cubicBezTo>
                    <a:pt x="15876" y="155"/>
                    <a:pt x="15904" y="69"/>
                    <a:pt x="15819" y="41"/>
                  </a:cubicBezTo>
                  <a:cubicBezTo>
                    <a:pt x="15779" y="21"/>
                    <a:pt x="15724" y="1"/>
                    <a:pt x="15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14"/>
            <p:cNvSpPr/>
            <p:nvPr/>
          </p:nvSpPr>
          <p:spPr>
            <a:xfrm>
              <a:off x="1548725" y="1281325"/>
              <a:ext cx="5000" cy="2375"/>
            </a:xfrm>
            <a:custGeom>
              <a:rect b="b" l="l" r="r" t="t"/>
              <a:pathLst>
                <a:path extrusionOk="0" h="95" w="200">
                  <a:moveTo>
                    <a:pt x="57" y="1"/>
                  </a:moveTo>
                  <a:cubicBezTo>
                    <a:pt x="29" y="29"/>
                    <a:pt x="0" y="29"/>
                    <a:pt x="0" y="58"/>
                  </a:cubicBezTo>
                  <a:cubicBezTo>
                    <a:pt x="23" y="58"/>
                    <a:pt x="46" y="94"/>
                    <a:pt x="69" y="94"/>
                  </a:cubicBezTo>
                  <a:cubicBezTo>
                    <a:pt x="74" y="94"/>
                    <a:pt x="80" y="92"/>
                    <a:pt x="86" y="86"/>
                  </a:cubicBezTo>
                  <a:cubicBezTo>
                    <a:pt x="142" y="86"/>
                    <a:pt x="171" y="58"/>
                    <a:pt x="199" y="29"/>
                  </a:cubicBezTo>
                  <a:lnTo>
                    <a:pt x="171"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14"/>
            <p:cNvSpPr/>
            <p:nvPr/>
          </p:nvSpPr>
          <p:spPr>
            <a:xfrm>
              <a:off x="1461400" y="1368675"/>
              <a:ext cx="1450" cy="725"/>
            </a:xfrm>
            <a:custGeom>
              <a:rect b="b" l="l" r="r" t="t"/>
              <a:pathLst>
                <a:path extrusionOk="0" h="29" w="58">
                  <a:moveTo>
                    <a:pt x="0" y="0"/>
                  </a:moveTo>
                  <a:lnTo>
                    <a:pt x="0" y="28"/>
                  </a:lnTo>
                  <a:lnTo>
                    <a:pt x="57" y="28"/>
                  </a:lnTo>
                  <a:lnTo>
                    <a:pt x="0" y="0"/>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14"/>
            <p:cNvSpPr/>
            <p:nvPr/>
          </p:nvSpPr>
          <p:spPr>
            <a:xfrm>
              <a:off x="651325" y="852100"/>
              <a:ext cx="525400" cy="687525"/>
            </a:xfrm>
            <a:custGeom>
              <a:rect b="b" l="l" r="r" t="t"/>
              <a:pathLst>
                <a:path extrusionOk="0" h="27501" w="21016">
                  <a:moveTo>
                    <a:pt x="8417" y="0"/>
                  </a:moveTo>
                  <a:cubicBezTo>
                    <a:pt x="8172" y="0"/>
                    <a:pt x="7920" y="20"/>
                    <a:pt x="7668" y="74"/>
                  </a:cubicBezTo>
                  <a:cubicBezTo>
                    <a:pt x="6220" y="358"/>
                    <a:pt x="4856" y="897"/>
                    <a:pt x="3635" y="1693"/>
                  </a:cubicBezTo>
                  <a:cubicBezTo>
                    <a:pt x="2726" y="2317"/>
                    <a:pt x="2158" y="3169"/>
                    <a:pt x="1647" y="4106"/>
                  </a:cubicBezTo>
                  <a:cubicBezTo>
                    <a:pt x="1023" y="5384"/>
                    <a:pt x="540" y="6719"/>
                    <a:pt x="199" y="8111"/>
                  </a:cubicBezTo>
                  <a:cubicBezTo>
                    <a:pt x="142" y="8423"/>
                    <a:pt x="85" y="8764"/>
                    <a:pt x="57" y="9133"/>
                  </a:cubicBezTo>
                  <a:cubicBezTo>
                    <a:pt x="0" y="9701"/>
                    <a:pt x="57" y="10269"/>
                    <a:pt x="199" y="10809"/>
                  </a:cubicBezTo>
                  <a:cubicBezTo>
                    <a:pt x="426" y="11547"/>
                    <a:pt x="597" y="12285"/>
                    <a:pt x="881" y="12995"/>
                  </a:cubicBezTo>
                  <a:cubicBezTo>
                    <a:pt x="1193" y="13876"/>
                    <a:pt x="1761" y="14642"/>
                    <a:pt x="2442" y="15267"/>
                  </a:cubicBezTo>
                  <a:cubicBezTo>
                    <a:pt x="3323" y="16006"/>
                    <a:pt x="4260" y="16687"/>
                    <a:pt x="5226" y="17312"/>
                  </a:cubicBezTo>
                  <a:cubicBezTo>
                    <a:pt x="7128" y="18476"/>
                    <a:pt x="8917" y="19839"/>
                    <a:pt x="10565" y="21345"/>
                  </a:cubicBezTo>
                  <a:cubicBezTo>
                    <a:pt x="11275" y="21998"/>
                    <a:pt x="11899" y="22765"/>
                    <a:pt x="12581" y="23475"/>
                  </a:cubicBezTo>
                  <a:cubicBezTo>
                    <a:pt x="13632" y="24639"/>
                    <a:pt x="14824" y="25661"/>
                    <a:pt x="16159" y="26513"/>
                  </a:cubicBezTo>
                  <a:cubicBezTo>
                    <a:pt x="16699" y="26854"/>
                    <a:pt x="17295" y="27138"/>
                    <a:pt x="17920" y="27337"/>
                  </a:cubicBezTo>
                  <a:cubicBezTo>
                    <a:pt x="18278" y="27442"/>
                    <a:pt x="18636" y="27501"/>
                    <a:pt x="18982" y="27501"/>
                  </a:cubicBezTo>
                  <a:cubicBezTo>
                    <a:pt x="19103" y="27501"/>
                    <a:pt x="19222" y="27493"/>
                    <a:pt x="19340" y="27479"/>
                  </a:cubicBezTo>
                  <a:cubicBezTo>
                    <a:pt x="20078" y="27365"/>
                    <a:pt x="20675" y="26854"/>
                    <a:pt x="20902" y="26144"/>
                  </a:cubicBezTo>
                  <a:cubicBezTo>
                    <a:pt x="20987" y="25832"/>
                    <a:pt x="21015" y="25491"/>
                    <a:pt x="21015" y="25178"/>
                  </a:cubicBezTo>
                  <a:cubicBezTo>
                    <a:pt x="20959" y="24894"/>
                    <a:pt x="20959" y="24610"/>
                    <a:pt x="20902" y="24327"/>
                  </a:cubicBezTo>
                  <a:cubicBezTo>
                    <a:pt x="20845" y="23673"/>
                    <a:pt x="20817" y="23020"/>
                    <a:pt x="20817" y="22367"/>
                  </a:cubicBezTo>
                  <a:cubicBezTo>
                    <a:pt x="20760" y="21174"/>
                    <a:pt x="20731" y="20010"/>
                    <a:pt x="20675" y="18817"/>
                  </a:cubicBezTo>
                  <a:cubicBezTo>
                    <a:pt x="20618" y="18022"/>
                    <a:pt x="20476" y="17227"/>
                    <a:pt x="20249" y="16432"/>
                  </a:cubicBezTo>
                  <a:cubicBezTo>
                    <a:pt x="20050" y="15807"/>
                    <a:pt x="19851" y="15210"/>
                    <a:pt x="19624" y="14586"/>
                  </a:cubicBezTo>
                  <a:cubicBezTo>
                    <a:pt x="19283" y="13563"/>
                    <a:pt x="18914" y="12569"/>
                    <a:pt x="18573" y="11547"/>
                  </a:cubicBezTo>
                  <a:cubicBezTo>
                    <a:pt x="18204" y="10525"/>
                    <a:pt x="17721" y="9531"/>
                    <a:pt x="17182" y="8594"/>
                  </a:cubicBezTo>
                  <a:cubicBezTo>
                    <a:pt x="16216" y="6776"/>
                    <a:pt x="14995" y="5129"/>
                    <a:pt x="13859" y="3425"/>
                  </a:cubicBezTo>
                  <a:cubicBezTo>
                    <a:pt x="13717" y="3169"/>
                    <a:pt x="13518" y="2914"/>
                    <a:pt x="13348" y="2658"/>
                  </a:cubicBezTo>
                  <a:cubicBezTo>
                    <a:pt x="12950" y="1977"/>
                    <a:pt x="12382" y="1409"/>
                    <a:pt x="11729" y="983"/>
                  </a:cubicBezTo>
                  <a:cubicBezTo>
                    <a:pt x="10849" y="415"/>
                    <a:pt x="9883" y="74"/>
                    <a:pt x="8832" y="17"/>
                  </a:cubicBezTo>
                  <a:cubicBezTo>
                    <a:pt x="8697" y="7"/>
                    <a:pt x="8558" y="0"/>
                    <a:pt x="8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14"/>
            <p:cNvSpPr/>
            <p:nvPr/>
          </p:nvSpPr>
          <p:spPr>
            <a:xfrm>
              <a:off x="705275" y="891750"/>
              <a:ext cx="448025" cy="613075"/>
            </a:xfrm>
            <a:custGeom>
              <a:rect b="b" l="l" r="r" t="t"/>
              <a:pathLst>
                <a:path extrusionOk="0" h="24523" w="17921">
                  <a:moveTo>
                    <a:pt x="12212" y="12659"/>
                  </a:moveTo>
                  <a:lnTo>
                    <a:pt x="12212" y="12716"/>
                  </a:lnTo>
                  <a:lnTo>
                    <a:pt x="12155" y="12659"/>
                  </a:lnTo>
                  <a:close/>
                  <a:moveTo>
                    <a:pt x="8165" y="0"/>
                  </a:moveTo>
                  <a:cubicBezTo>
                    <a:pt x="8130" y="0"/>
                    <a:pt x="8094" y="7"/>
                    <a:pt x="8066" y="21"/>
                  </a:cubicBezTo>
                  <a:cubicBezTo>
                    <a:pt x="7981" y="50"/>
                    <a:pt x="7981" y="78"/>
                    <a:pt x="8037" y="192"/>
                  </a:cubicBezTo>
                  <a:cubicBezTo>
                    <a:pt x="8066" y="277"/>
                    <a:pt x="8123" y="391"/>
                    <a:pt x="8179" y="476"/>
                  </a:cubicBezTo>
                  <a:lnTo>
                    <a:pt x="9202" y="2293"/>
                  </a:lnTo>
                  <a:cubicBezTo>
                    <a:pt x="9770" y="3316"/>
                    <a:pt x="10111" y="4452"/>
                    <a:pt x="10224" y="5644"/>
                  </a:cubicBezTo>
                  <a:cubicBezTo>
                    <a:pt x="10366" y="6553"/>
                    <a:pt x="10395" y="7519"/>
                    <a:pt x="10338" y="8456"/>
                  </a:cubicBezTo>
                  <a:cubicBezTo>
                    <a:pt x="10309" y="8513"/>
                    <a:pt x="10309" y="8598"/>
                    <a:pt x="10309" y="8683"/>
                  </a:cubicBezTo>
                  <a:cubicBezTo>
                    <a:pt x="10277" y="8694"/>
                    <a:pt x="10248" y="8699"/>
                    <a:pt x="10223" y="8699"/>
                  </a:cubicBezTo>
                  <a:cubicBezTo>
                    <a:pt x="10117" y="8699"/>
                    <a:pt x="10071" y="8615"/>
                    <a:pt x="10025" y="8569"/>
                  </a:cubicBezTo>
                  <a:cubicBezTo>
                    <a:pt x="9088" y="7434"/>
                    <a:pt x="8293" y="6212"/>
                    <a:pt x="7583" y="4934"/>
                  </a:cubicBezTo>
                  <a:cubicBezTo>
                    <a:pt x="7100" y="3997"/>
                    <a:pt x="6532" y="3117"/>
                    <a:pt x="5907" y="2265"/>
                  </a:cubicBezTo>
                  <a:cubicBezTo>
                    <a:pt x="5510" y="1725"/>
                    <a:pt x="5027" y="1243"/>
                    <a:pt x="4488" y="817"/>
                  </a:cubicBezTo>
                  <a:cubicBezTo>
                    <a:pt x="4446" y="775"/>
                    <a:pt x="4389" y="749"/>
                    <a:pt x="4328" y="749"/>
                  </a:cubicBezTo>
                  <a:cubicBezTo>
                    <a:pt x="4306" y="749"/>
                    <a:pt x="4283" y="752"/>
                    <a:pt x="4260" y="760"/>
                  </a:cubicBezTo>
                  <a:cubicBezTo>
                    <a:pt x="4204" y="817"/>
                    <a:pt x="4204" y="987"/>
                    <a:pt x="4260" y="1072"/>
                  </a:cubicBezTo>
                  <a:cubicBezTo>
                    <a:pt x="4317" y="1129"/>
                    <a:pt x="4374" y="1214"/>
                    <a:pt x="4431" y="1271"/>
                  </a:cubicBezTo>
                  <a:cubicBezTo>
                    <a:pt x="4601" y="1498"/>
                    <a:pt x="4772" y="1725"/>
                    <a:pt x="4970" y="1924"/>
                  </a:cubicBezTo>
                  <a:cubicBezTo>
                    <a:pt x="5794" y="2861"/>
                    <a:pt x="6504" y="3884"/>
                    <a:pt x="7072" y="4991"/>
                  </a:cubicBezTo>
                  <a:cubicBezTo>
                    <a:pt x="7753" y="6241"/>
                    <a:pt x="8520" y="7462"/>
                    <a:pt x="9344" y="8598"/>
                  </a:cubicBezTo>
                  <a:cubicBezTo>
                    <a:pt x="9429" y="8711"/>
                    <a:pt x="9571" y="8825"/>
                    <a:pt x="9543" y="8995"/>
                  </a:cubicBezTo>
                  <a:cubicBezTo>
                    <a:pt x="9571" y="8995"/>
                    <a:pt x="9599" y="9024"/>
                    <a:pt x="9656" y="9024"/>
                  </a:cubicBezTo>
                  <a:cubicBezTo>
                    <a:pt x="9656" y="9024"/>
                    <a:pt x="9713" y="9052"/>
                    <a:pt x="9685" y="9052"/>
                  </a:cubicBezTo>
                  <a:cubicBezTo>
                    <a:pt x="9656" y="9081"/>
                    <a:pt x="9628" y="9109"/>
                    <a:pt x="9599" y="9109"/>
                  </a:cubicBezTo>
                  <a:cubicBezTo>
                    <a:pt x="9571" y="9081"/>
                    <a:pt x="9543" y="9052"/>
                    <a:pt x="9514" y="8995"/>
                  </a:cubicBezTo>
                  <a:cubicBezTo>
                    <a:pt x="8833" y="8853"/>
                    <a:pt x="8151" y="8683"/>
                    <a:pt x="7498" y="8456"/>
                  </a:cubicBezTo>
                  <a:cubicBezTo>
                    <a:pt x="6816" y="8200"/>
                    <a:pt x="6106" y="7973"/>
                    <a:pt x="5425" y="7689"/>
                  </a:cubicBezTo>
                  <a:cubicBezTo>
                    <a:pt x="4033" y="7064"/>
                    <a:pt x="2812" y="6184"/>
                    <a:pt x="1761" y="5076"/>
                  </a:cubicBezTo>
                  <a:cubicBezTo>
                    <a:pt x="1364" y="4650"/>
                    <a:pt x="966" y="4196"/>
                    <a:pt x="568" y="3770"/>
                  </a:cubicBezTo>
                  <a:cubicBezTo>
                    <a:pt x="540" y="3756"/>
                    <a:pt x="512" y="3749"/>
                    <a:pt x="483" y="3749"/>
                  </a:cubicBezTo>
                  <a:cubicBezTo>
                    <a:pt x="455" y="3749"/>
                    <a:pt x="426" y="3756"/>
                    <a:pt x="398" y="3770"/>
                  </a:cubicBezTo>
                  <a:cubicBezTo>
                    <a:pt x="341" y="3798"/>
                    <a:pt x="313" y="3855"/>
                    <a:pt x="341" y="3940"/>
                  </a:cubicBezTo>
                  <a:cubicBezTo>
                    <a:pt x="426" y="4224"/>
                    <a:pt x="625" y="4508"/>
                    <a:pt x="852" y="4764"/>
                  </a:cubicBezTo>
                  <a:cubicBezTo>
                    <a:pt x="1846" y="5985"/>
                    <a:pt x="3068" y="7036"/>
                    <a:pt x="4459" y="7831"/>
                  </a:cubicBezTo>
                  <a:cubicBezTo>
                    <a:pt x="5680" y="8484"/>
                    <a:pt x="6958" y="8995"/>
                    <a:pt x="8293" y="9308"/>
                  </a:cubicBezTo>
                  <a:lnTo>
                    <a:pt x="9940" y="9705"/>
                  </a:lnTo>
                  <a:cubicBezTo>
                    <a:pt x="10167" y="9762"/>
                    <a:pt x="10366" y="9876"/>
                    <a:pt x="10508" y="10075"/>
                  </a:cubicBezTo>
                  <a:cubicBezTo>
                    <a:pt x="11048" y="10756"/>
                    <a:pt x="11530" y="11495"/>
                    <a:pt x="11985" y="12261"/>
                  </a:cubicBezTo>
                  <a:cubicBezTo>
                    <a:pt x="12013" y="12318"/>
                    <a:pt x="12013" y="12403"/>
                    <a:pt x="12013" y="12460"/>
                  </a:cubicBezTo>
                  <a:cubicBezTo>
                    <a:pt x="12013" y="12517"/>
                    <a:pt x="11985" y="12602"/>
                    <a:pt x="11900" y="12602"/>
                  </a:cubicBezTo>
                  <a:cubicBezTo>
                    <a:pt x="11758" y="12602"/>
                    <a:pt x="11587" y="12574"/>
                    <a:pt x="11445" y="12574"/>
                  </a:cubicBezTo>
                  <a:cubicBezTo>
                    <a:pt x="10395" y="12375"/>
                    <a:pt x="9315" y="12148"/>
                    <a:pt x="8265" y="11949"/>
                  </a:cubicBezTo>
                  <a:cubicBezTo>
                    <a:pt x="7753" y="11864"/>
                    <a:pt x="7271" y="11807"/>
                    <a:pt x="6759" y="11693"/>
                  </a:cubicBezTo>
                  <a:cubicBezTo>
                    <a:pt x="4999" y="11324"/>
                    <a:pt x="3352" y="10501"/>
                    <a:pt x="1932" y="9365"/>
                  </a:cubicBezTo>
                  <a:cubicBezTo>
                    <a:pt x="1449" y="8967"/>
                    <a:pt x="994" y="8569"/>
                    <a:pt x="540" y="8172"/>
                  </a:cubicBezTo>
                  <a:cubicBezTo>
                    <a:pt x="398" y="8087"/>
                    <a:pt x="284" y="8001"/>
                    <a:pt x="142" y="7916"/>
                  </a:cubicBezTo>
                  <a:cubicBezTo>
                    <a:pt x="134" y="7908"/>
                    <a:pt x="123" y="7905"/>
                    <a:pt x="112" y="7905"/>
                  </a:cubicBezTo>
                  <a:cubicBezTo>
                    <a:pt x="83" y="7905"/>
                    <a:pt x="49" y="7925"/>
                    <a:pt x="29" y="7945"/>
                  </a:cubicBezTo>
                  <a:cubicBezTo>
                    <a:pt x="0" y="7973"/>
                    <a:pt x="0" y="8001"/>
                    <a:pt x="0" y="8058"/>
                  </a:cubicBezTo>
                  <a:cubicBezTo>
                    <a:pt x="0" y="8115"/>
                    <a:pt x="0" y="8172"/>
                    <a:pt x="29" y="8229"/>
                  </a:cubicBezTo>
                  <a:cubicBezTo>
                    <a:pt x="114" y="8342"/>
                    <a:pt x="171" y="8427"/>
                    <a:pt x="256" y="8484"/>
                  </a:cubicBezTo>
                  <a:cubicBezTo>
                    <a:pt x="994" y="9251"/>
                    <a:pt x="1818" y="9961"/>
                    <a:pt x="2698" y="10557"/>
                  </a:cubicBezTo>
                  <a:cubicBezTo>
                    <a:pt x="2954" y="10728"/>
                    <a:pt x="3210" y="10870"/>
                    <a:pt x="3465" y="11012"/>
                  </a:cubicBezTo>
                  <a:cubicBezTo>
                    <a:pt x="4402" y="11523"/>
                    <a:pt x="5396" y="11892"/>
                    <a:pt x="6390" y="12148"/>
                  </a:cubicBezTo>
                  <a:cubicBezTo>
                    <a:pt x="6731" y="12233"/>
                    <a:pt x="7072" y="12318"/>
                    <a:pt x="7413" y="12375"/>
                  </a:cubicBezTo>
                  <a:cubicBezTo>
                    <a:pt x="8492" y="12545"/>
                    <a:pt x="9514" y="12716"/>
                    <a:pt x="10593" y="12914"/>
                  </a:cubicBezTo>
                  <a:cubicBezTo>
                    <a:pt x="11161" y="13000"/>
                    <a:pt x="11729" y="13113"/>
                    <a:pt x="12297" y="13312"/>
                  </a:cubicBezTo>
                  <a:cubicBezTo>
                    <a:pt x="12553" y="13397"/>
                    <a:pt x="12780" y="13596"/>
                    <a:pt x="12894" y="13852"/>
                  </a:cubicBezTo>
                  <a:cubicBezTo>
                    <a:pt x="13348" y="14874"/>
                    <a:pt x="13802" y="15896"/>
                    <a:pt x="14285" y="16890"/>
                  </a:cubicBezTo>
                  <a:cubicBezTo>
                    <a:pt x="14285" y="16976"/>
                    <a:pt x="14314" y="17032"/>
                    <a:pt x="14314" y="17118"/>
                  </a:cubicBezTo>
                  <a:cubicBezTo>
                    <a:pt x="13178" y="17089"/>
                    <a:pt x="12042" y="17004"/>
                    <a:pt x="10906" y="16834"/>
                  </a:cubicBezTo>
                  <a:cubicBezTo>
                    <a:pt x="10139" y="16692"/>
                    <a:pt x="9372" y="16464"/>
                    <a:pt x="8662" y="16180"/>
                  </a:cubicBezTo>
                  <a:cubicBezTo>
                    <a:pt x="7413" y="15612"/>
                    <a:pt x="6248" y="14931"/>
                    <a:pt x="5197" y="14079"/>
                  </a:cubicBezTo>
                  <a:lnTo>
                    <a:pt x="4175" y="13369"/>
                  </a:lnTo>
                  <a:cubicBezTo>
                    <a:pt x="4147" y="13355"/>
                    <a:pt x="4118" y="13348"/>
                    <a:pt x="4090" y="13348"/>
                  </a:cubicBezTo>
                  <a:cubicBezTo>
                    <a:pt x="4062" y="13348"/>
                    <a:pt x="4033" y="13355"/>
                    <a:pt x="4005" y="13369"/>
                  </a:cubicBezTo>
                  <a:cubicBezTo>
                    <a:pt x="3891" y="13454"/>
                    <a:pt x="3948" y="13539"/>
                    <a:pt x="4005" y="13596"/>
                  </a:cubicBezTo>
                  <a:cubicBezTo>
                    <a:pt x="4090" y="13710"/>
                    <a:pt x="4175" y="13795"/>
                    <a:pt x="4260" y="13908"/>
                  </a:cubicBezTo>
                  <a:cubicBezTo>
                    <a:pt x="5709" y="15073"/>
                    <a:pt x="7214" y="16180"/>
                    <a:pt x="8975" y="16805"/>
                  </a:cubicBezTo>
                  <a:cubicBezTo>
                    <a:pt x="9827" y="17146"/>
                    <a:pt x="10735" y="17345"/>
                    <a:pt x="11644" y="17430"/>
                  </a:cubicBezTo>
                  <a:cubicBezTo>
                    <a:pt x="12240" y="17487"/>
                    <a:pt x="12808" y="17515"/>
                    <a:pt x="13405" y="17544"/>
                  </a:cubicBezTo>
                  <a:cubicBezTo>
                    <a:pt x="13604" y="17572"/>
                    <a:pt x="13802" y="17572"/>
                    <a:pt x="14001" y="17572"/>
                  </a:cubicBezTo>
                  <a:cubicBezTo>
                    <a:pt x="14626" y="17629"/>
                    <a:pt x="14598" y="17629"/>
                    <a:pt x="14796" y="18225"/>
                  </a:cubicBezTo>
                  <a:cubicBezTo>
                    <a:pt x="15080" y="19049"/>
                    <a:pt x="15421" y="19815"/>
                    <a:pt x="15734" y="20611"/>
                  </a:cubicBezTo>
                  <a:cubicBezTo>
                    <a:pt x="15762" y="20696"/>
                    <a:pt x="15790" y="20781"/>
                    <a:pt x="15819" y="20866"/>
                  </a:cubicBezTo>
                  <a:cubicBezTo>
                    <a:pt x="15875" y="21008"/>
                    <a:pt x="16046" y="21150"/>
                    <a:pt x="15904" y="21349"/>
                  </a:cubicBezTo>
                  <a:cubicBezTo>
                    <a:pt x="15849" y="21425"/>
                    <a:pt x="15787" y="21451"/>
                    <a:pt x="15719" y="21451"/>
                  </a:cubicBezTo>
                  <a:cubicBezTo>
                    <a:pt x="15609" y="21451"/>
                    <a:pt x="15487" y="21384"/>
                    <a:pt x="15364" y="21349"/>
                  </a:cubicBezTo>
                  <a:cubicBezTo>
                    <a:pt x="14995" y="21235"/>
                    <a:pt x="14598" y="21207"/>
                    <a:pt x="14228" y="21122"/>
                  </a:cubicBezTo>
                  <a:cubicBezTo>
                    <a:pt x="13348" y="20895"/>
                    <a:pt x="12524" y="20554"/>
                    <a:pt x="11758" y="20071"/>
                  </a:cubicBezTo>
                  <a:cubicBezTo>
                    <a:pt x="11587" y="19986"/>
                    <a:pt x="11417" y="19901"/>
                    <a:pt x="11246" y="19815"/>
                  </a:cubicBezTo>
                  <a:cubicBezTo>
                    <a:pt x="11235" y="19812"/>
                    <a:pt x="11224" y="19810"/>
                    <a:pt x="11213" y="19810"/>
                  </a:cubicBezTo>
                  <a:cubicBezTo>
                    <a:pt x="11140" y="19810"/>
                    <a:pt x="11080" y="19884"/>
                    <a:pt x="11104" y="19957"/>
                  </a:cubicBezTo>
                  <a:cubicBezTo>
                    <a:pt x="11190" y="20156"/>
                    <a:pt x="11332" y="20298"/>
                    <a:pt x="11502" y="20412"/>
                  </a:cubicBezTo>
                  <a:cubicBezTo>
                    <a:pt x="12297" y="20980"/>
                    <a:pt x="13178" y="21377"/>
                    <a:pt x="14143" y="21605"/>
                  </a:cubicBezTo>
                  <a:cubicBezTo>
                    <a:pt x="14683" y="21690"/>
                    <a:pt x="15222" y="21832"/>
                    <a:pt x="15762" y="21917"/>
                  </a:cubicBezTo>
                  <a:cubicBezTo>
                    <a:pt x="16159" y="22002"/>
                    <a:pt x="16500" y="22315"/>
                    <a:pt x="16614" y="22712"/>
                  </a:cubicBezTo>
                  <a:cubicBezTo>
                    <a:pt x="16784" y="23166"/>
                    <a:pt x="16983" y="23592"/>
                    <a:pt x="17182" y="24018"/>
                  </a:cubicBezTo>
                  <a:cubicBezTo>
                    <a:pt x="17267" y="24217"/>
                    <a:pt x="17381" y="24359"/>
                    <a:pt x="17551" y="24501"/>
                  </a:cubicBezTo>
                  <a:cubicBezTo>
                    <a:pt x="17579" y="24515"/>
                    <a:pt x="17622" y="24523"/>
                    <a:pt x="17665" y="24523"/>
                  </a:cubicBezTo>
                  <a:cubicBezTo>
                    <a:pt x="17707" y="24523"/>
                    <a:pt x="17750" y="24515"/>
                    <a:pt x="17778" y="24501"/>
                  </a:cubicBezTo>
                  <a:cubicBezTo>
                    <a:pt x="17863" y="24444"/>
                    <a:pt x="17920" y="24359"/>
                    <a:pt x="17920" y="24274"/>
                  </a:cubicBezTo>
                  <a:cubicBezTo>
                    <a:pt x="17892" y="24160"/>
                    <a:pt x="17863" y="24018"/>
                    <a:pt x="17835" y="23905"/>
                  </a:cubicBezTo>
                  <a:cubicBezTo>
                    <a:pt x="17579" y="23280"/>
                    <a:pt x="17352" y="22684"/>
                    <a:pt x="17125" y="22059"/>
                  </a:cubicBezTo>
                  <a:cubicBezTo>
                    <a:pt x="17011" y="21832"/>
                    <a:pt x="17011" y="21576"/>
                    <a:pt x="17068" y="21349"/>
                  </a:cubicBezTo>
                  <a:cubicBezTo>
                    <a:pt x="17324" y="20412"/>
                    <a:pt x="17466" y="19418"/>
                    <a:pt x="17466" y="18452"/>
                  </a:cubicBezTo>
                  <a:cubicBezTo>
                    <a:pt x="17494" y="18197"/>
                    <a:pt x="17437" y="17969"/>
                    <a:pt x="17381" y="17742"/>
                  </a:cubicBezTo>
                  <a:cubicBezTo>
                    <a:pt x="17381" y="17714"/>
                    <a:pt x="17324" y="17686"/>
                    <a:pt x="17267" y="17686"/>
                  </a:cubicBezTo>
                  <a:cubicBezTo>
                    <a:pt x="17259" y="17678"/>
                    <a:pt x="17250" y="17674"/>
                    <a:pt x="17240" y="17674"/>
                  </a:cubicBezTo>
                  <a:cubicBezTo>
                    <a:pt x="17212" y="17674"/>
                    <a:pt x="17182" y="17701"/>
                    <a:pt x="17182" y="17742"/>
                  </a:cubicBezTo>
                  <a:cubicBezTo>
                    <a:pt x="17153" y="17827"/>
                    <a:pt x="17125" y="17941"/>
                    <a:pt x="17125" y="18055"/>
                  </a:cubicBezTo>
                  <a:cubicBezTo>
                    <a:pt x="17068" y="18566"/>
                    <a:pt x="17040" y="19049"/>
                    <a:pt x="17011" y="19560"/>
                  </a:cubicBezTo>
                  <a:cubicBezTo>
                    <a:pt x="16955" y="19929"/>
                    <a:pt x="16869" y="20327"/>
                    <a:pt x="16784" y="20724"/>
                  </a:cubicBezTo>
                  <a:cubicBezTo>
                    <a:pt x="16784" y="20753"/>
                    <a:pt x="16727" y="20781"/>
                    <a:pt x="16699" y="20781"/>
                  </a:cubicBezTo>
                  <a:cubicBezTo>
                    <a:pt x="16671" y="20781"/>
                    <a:pt x="16614" y="20753"/>
                    <a:pt x="16585" y="20724"/>
                  </a:cubicBezTo>
                  <a:cubicBezTo>
                    <a:pt x="16443" y="20327"/>
                    <a:pt x="16273" y="19929"/>
                    <a:pt x="16103" y="19503"/>
                  </a:cubicBezTo>
                  <a:cubicBezTo>
                    <a:pt x="16074" y="19418"/>
                    <a:pt x="16046" y="19304"/>
                    <a:pt x="16017" y="19191"/>
                  </a:cubicBezTo>
                  <a:cubicBezTo>
                    <a:pt x="15648" y="18168"/>
                    <a:pt x="15592" y="18140"/>
                    <a:pt x="15904" y="17118"/>
                  </a:cubicBezTo>
                  <a:cubicBezTo>
                    <a:pt x="16273" y="15840"/>
                    <a:pt x="16415" y="14505"/>
                    <a:pt x="16358" y="13170"/>
                  </a:cubicBezTo>
                  <a:cubicBezTo>
                    <a:pt x="16330" y="12744"/>
                    <a:pt x="16301" y="12290"/>
                    <a:pt x="16245" y="11864"/>
                  </a:cubicBezTo>
                  <a:cubicBezTo>
                    <a:pt x="16245" y="11551"/>
                    <a:pt x="16131" y="11267"/>
                    <a:pt x="15932" y="11012"/>
                  </a:cubicBezTo>
                  <a:cubicBezTo>
                    <a:pt x="15904" y="10983"/>
                    <a:pt x="15875" y="10983"/>
                    <a:pt x="15819" y="10983"/>
                  </a:cubicBezTo>
                  <a:cubicBezTo>
                    <a:pt x="15762" y="10983"/>
                    <a:pt x="15705" y="11040"/>
                    <a:pt x="15734" y="11125"/>
                  </a:cubicBezTo>
                  <a:cubicBezTo>
                    <a:pt x="15989" y="12290"/>
                    <a:pt x="15875" y="13454"/>
                    <a:pt x="15904" y="14647"/>
                  </a:cubicBezTo>
                  <a:cubicBezTo>
                    <a:pt x="15875" y="15470"/>
                    <a:pt x="15734" y="16294"/>
                    <a:pt x="15478" y="17089"/>
                  </a:cubicBezTo>
                  <a:cubicBezTo>
                    <a:pt x="15450" y="17118"/>
                    <a:pt x="15421" y="17146"/>
                    <a:pt x="15393" y="17146"/>
                  </a:cubicBezTo>
                  <a:cubicBezTo>
                    <a:pt x="15373" y="17159"/>
                    <a:pt x="15356" y="17165"/>
                    <a:pt x="15342" y="17165"/>
                  </a:cubicBezTo>
                  <a:cubicBezTo>
                    <a:pt x="15294" y="17165"/>
                    <a:pt x="15273" y="17104"/>
                    <a:pt x="15251" y="17061"/>
                  </a:cubicBezTo>
                  <a:cubicBezTo>
                    <a:pt x="15052" y="16692"/>
                    <a:pt x="14882" y="16294"/>
                    <a:pt x="14711" y="15953"/>
                  </a:cubicBezTo>
                  <a:cubicBezTo>
                    <a:pt x="14342" y="15215"/>
                    <a:pt x="14001" y="14476"/>
                    <a:pt x="13632" y="13766"/>
                  </a:cubicBezTo>
                  <a:cubicBezTo>
                    <a:pt x="13547" y="13596"/>
                    <a:pt x="13490" y="13397"/>
                    <a:pt x="13518" y="13198"/>
                  </a:cubicBezTo>
                  <a:cubicBezTo>
                    <a:pt x="13575" y="12744"/>
                    <a:pt x="13604" y="12290"/>
                    <a:pt x="13660" y="11835"/>
                  </a:cubicBezTo>
                  <a:cubicBezTo>
                    <a:pt x="13746" y="11296"/>
                    <a:pt x="13802" y="10756"/>
                    <a:pt x="13802" y="10217"/>
                  </a:cubicBezTo>
                  <a:cubicBezTo>
                    <a:pt x="13802" y="9620"/>
                    <a:pt x="13746" y="9024"/>
                    <a:pt x="13632" y="8427"/>
                  </a:cubicBezTo>
                  <a:cubicBezTo>
                    <a:pt x="13462" y="7547"/>
                    <a:pt x="13263" y="6695"/>
                    <a:pt x="12979" y="5843"/>
                  </a:cubicBezTo>
                  <a:cubicBezTo>
                    <a:pt x="12950" y="5730"/>
                    <a:pt x="12894" y="5644"/>
                    <a:pt x="12837" y="5559"/>
                  </a:cubicBezTo>
                  <a:cubicBezTo>
                    <a:pt x="12816" y="5495"/>
                    <a:pt x="12778" y="5463"/>
                    <a:pt x="12725" y="5463"/>
                  </a:cubicBezTo>
                  <a:cubicBezTo>
                    <a:pt x="12707" y="5463"/>
                    <a:pt x="12688" y="5467"/>
                    <a:pt x="12666" y="5474"/>
                  </a:cubicBezTo>
                  <a:cubicBezTo>
                    <a:pt x="12581" y="5474"/>
                    <a:pt x="12524" y="5559"/>
                    <a:pt x="12581" y="5673"/>
                  </a:cubicBezTo>
                  <a:cubicBezTo>
                    <a:pt x="12695" y="6298"/>
                    <a:pt x="12837" y="6951"/>
                    <a:pt x="13007" y="7575"/>
                  </a:cubicBezTo>
                  <a:cubicBezTo>
                    <a:pt x="13320" y="8825"/>
                    <a:pt x="13405" y="10131"/>
                    <a:pt x="13263" y="11409"/>
                  </a:cubicBezTo>
                  <a:cubicBezTo>
                    <a:pt x="13206" y="11779"/>
                    <a:pt x="13121" y="12119"/>
                    <a:pt x="13064" y="12489"/>
                  </a:cubicBezTo>
                  <a:cubicBezTo>
                    <a:pt x="12837" y="12432"/>
                    <a:pt x="12780" y="12290"/>
                    <a:pt x="12695" y="12176"/>
                  </a:cubicBezTo>
                  <a:cubicBezTo>
                    <a:pt x="12155" y="11381"/>
                    <a:pt x="11644" y="10614"/>
                    <a:pt x="11104" y="9847"/>
                  </a:cubicBezTo>
                  <a:cubicBezTo>
                    <a:pt x="10991" y="9705"/>
                    <a:pt x="10906" y="9507"/>
                    <a:pt x="10877" y="9308"/>
                  </a:cubicBezTo>
                  <a:cubicBezTo>
                    <a:pt x="10849" y="9052"/>
                    <a:pt x="10849" y="8797"/>
                    <a:pt x="10849" y="8541"/>
                  </a:cubicBezTo>
                  <a:cubicBezTo>
                    <a:pt x="10962" y="6866"/>
                    <a:pt x="10792" y="5218"/>
                    <a:pt x="10309" y="3628"/>
                  </a:cubicBezTo>
                  <a:cubicBezTo>
                    <a:pt x="9997" y="2691"/>
                    <a:pt x="9543" y="1782"/>
                    <a:pt x="9003" y="987"/>
                  </a:cubicBezTo>
                  <a:cubicBezTo>
                    <a:pt x="8833" y="703"/>
                    <a:pt x="8634" y="447"/>
                    <a:pt x="8435" y="192"/>
                  </a:cubicBezTo>
                  <a:cubicBezTo>
                    <a:pt x="8407" y="135"/>
                    <a:pt x="8321" y="78"/>
                    <a:pt x="8265" y="21"/>
                  </a:cubicBezTo>
                  <a:cubicBezTo>
                    <a:pt x="8236" y="7"/>
                    <a:pt x="8201" y="0"/>
                    <a:pt x="8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14"/>
            <p:cNvSpPr/>
            <p:nvPr/>
          </p:nvSpPr>
          <p:spPr>
            <a:xfrm>
              <a:off x="943125" y="1115925"/>
              <a:ext cx="4975" cy="2850"/>
            </a:xfrm>
            <a:custGeom>
              <a:rect b="b" l="l" r="r" t="t"/>
              <a:pathLst>
                <a:path extrusionOk="0" h="114" w="199">
                  <a:moveTo>
                    <a:pt x="29" y="0"/>
                  </a:moveTo>
                  <a:lnTo>
                    <a:pt x="0" y="28"/>
                  </a:lnTo>
                  <a:cubicBezTo>
                    <a:pt x="29" y="57"/>
                    <a:pt x="57" y="114"/>
                    <a:pt x="85" y="114"/>
                  </a:cubicBezTo>
                  <a:cubicBezTo>
                    <a:pt x="114" y="114"/>
                    <a:pt x="142" y="85"/>
                    <a:pt x="171" y="85"/>
                  </a:cubicBezTo>
                  <a:cubicBezTo>
                    <a:pt x="199" y="57"/>
                    <a:pt x="142" y="57"/>
                    <a:pt x="142" y="57"/>
                  </a:cubicBezTo>
                  <a:cubicBezTo>
                    <a:pt x="85" y="28"/>
                    <a:pt x="57" y="28"/>
                    <a:pt x="29" y="0"/>
                  </a:cubicBez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14"/>
            <p:cNvSpPr/>
            <p:nvPr/>
          </p:nvSpPr>
          <p:spPr>
            <a:xfrm>
              <a:off x="1009150" y="1208200"/>
              <a:ext cx="725" cy="1450"/>
            </a:xfrm>
            <a:custGeom>
              <a:rect b="b" l="l" r="r" t="t"/>
              <a:pathLst>
                <a:path extrusionOk="0" h="58" w="29">
                  <a:moveTo>
                    <a:pt x="29" y="1"/>
                  </a:moveTo>
                  <a:lnTo>
                    <a:pt x="0" y="29"/>
                  </a:lnTo>
                  <a:lnTo>
                    <a:pt x="29" y="58"/>
                  </a:lnTo>
                  <a:lnTo>
                    <a:pt x="29" y="1"/>
                  </a:lnTo>
                  <a:close/>
                </a:path>
              </a:pathLst>
            </a:custGeom>
            <a:solidFill>
              <a:srgbClr val="3865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14"/>
            <p:cNvSpPr/>
            <p:nvPr/>
          </p:nvSpPr>
          <p:spPr>
            <a:xfrm>
              <a:off x="764925" y="3212325"/>
              <a:ext cx="727725" cy="1214925"/>
            </a:xfrm>
            <a:custGeom>
              <a:rect b="b" l="l" r="r" t="t"/>
              <a:pathLst>
                <a:path extrusionOk="0" h="48597" w="29109">
                  <a:moveTo>
                    <a:pt x="28401" y="0"/>
                  </a:moveTo>
                  <a:cubicBezTo>
                    <a:pt x="28303" y="0"/>
                    <a:pt x="28204" y="29"/>
                    <a:pt x="28115" y="91"/>
                  </a:cubicBezTo>
                  <a:cubicBezTo>
                    <a:pt x="27945" y="205"/>
                    <a:pt x="27774" y="318"/>
                    <a:pt x="27632" y="432"/>
                  </a:cubicBezTo>
                  <a:cubicBezTo>
                    <a:pt x="26865" y="1000"/>
                    <a:pt x="26042" y="1454"/>
                    <a:pt x="25161" y="1767"/>
                  </a:cubicBezTo>
                  <a:cubicBezTo>
                    <a:pt x="23770" y="2278"/>
                    <a:pt x="22322" y="2647"/>
                    <a:pt x="20845" y="2817"/>
                  </a:cubicBezTo>
                  <a:cubicBezTo>
                    <a:pt x="19141" y="3073"/>
                    <a:pt x="17465" y="3187"/>
                    <a:pt x="15761" y="3187"/>
                  </a:cubicBezTo>
                  <a:cubicBezTo>
                    <a:pt x="15080" y="3187"/>
                    <a:pt x="14398" y="3130"/>
                    <a:pt x="13717" y="3101"/>
                  </a:cubicBezTo>
                  <a:cubicBezTo>
                    <a:pt x="12893" y="3045"/>
                    <a:pt x="12041" y="2988"/>
                    <a:pt x="11218" y="2903"/>
                  </a:cubicBezTo>
                  <a:cubicBezTo>
                    <a:pt x="10508" y="2817"/>
                    <a:pt x="9826" y="2732"/>
                    <a:pt x="9116" y="2647"/>
                  </a:cubicBezTo>
                  <a:cubicBezTo>
                    <a:pt x="8548" y="2562"/>
                    <a:pt x="7980" y="2420"/>
                    <a:pt x="7384" y="2363"/>
                  </a:cubicBezTo>
                  <a:cubicBezTo>
                    <a:pt x="6163" y="2221"/>
                    <a:pt x="4941" y="1880"/>
                    <a:pt x="3749" y="1653"/>
                  </a:cubicBezTo>
                  <a:cubicBezTo>
                    <a:pt x="2840" y="1511"/>
                    <a:pt x="1960" y="1284"/>
                    <a:pt x="1108" y="1085"/>
                  </a:cubicBezTo>
                  <a:cubicBezTo>
                    <a:pt x="1033" y="1066"/>
                    <a:pt x="959" y="1058"/>
                    <a:pt x="886" y="1058"/>
                  </a:cubicBezTo>
                  <a:cubicBezTo>
                    <a:pt x="408" y="1058"/>
                    <a:pt x="4" y="1444"/>
                    <a:pt x="28" y="1937"/>
                  </a:cubicBezTo>
                  <a:cubicBezTo>
                    <a:pt x="28" y="3045"/>
                    <a:pt x="0" y="4181"/>
                    <a:pt x="0" y="5288"/>
                  </a:cubicBezTo>
                  <a:cubicBezTo>
                    <a:pt x="57" y="13155"/>
                    <a:pt x="0" y="20993"/>
                    <a:pt x="142" y="28831"/>
                  </a:cubicBezTo>
                  <a:cubicBezTo>
                    <a:pt x="170" y="31869"/>
                    <a:pt x="170" y="34908"/>
                    <a:pt x="199" y="37947"/>
                  </a:cubicBezTo>
                  <a:lnTo>
                    <a:pt x="199" y="44933"/>
                  </a:lnTo>
                  <a:lnTo>
                    <a:pt x="199" y="46012"/>
                  </a:lnTo>
                  <a:lnTo>
                    <a:pt x="284" y="46069"/>
                  </a:lnTo>
                  <a:cubicBezTo>
                    <a:pt x="1193" y="46495"/>
                    <a:pt x="2102" y="46864"/>
                    <a:pt x="3067" y="47176"/>
                  </a:cubicBezTo>
                  <a:cubicBezTo>
                    <a:pt x="6475" y="48114"/>
                    <a:pt x="10025" y="48596"/>
                    <a:pt x="13575" y="48596"/>
                  </a:cubicBezTo>
                  <a:cubicBezTo>
                    <a:pt x="16102" y="48568"/>
                    <a:pt x="18658" y="48341"/>
                    <a:pt x="21157" y="47886"/>
                  </a:cubicBezTo>
                  <a:cubicBezTo>
                    <a:pt x="22975" y="47546"/>
                    <a:pt x="24764" y="47006"/>
                    <a:pt x="26468" y="46296"/>
                  </a:cubicBezTo>
                  <a:cubicBezTo>
                    <a:pt x="27377" y="45899"/>
                    <a:pt x="28229" y="45387"/>
                    <a:pt x="29052" y="44791"/>
                  </a:cubicBezTo>
                  <a:lnTo>
                    <a:pt x="29024" y="43485"/>
                  </a:lnTo>
                  <a:lnTo>
                    <a:pt x="29024" y="28802"/>
                  </a:lnTo>
                  <a:lnTo>
                    <a:pt x="29024" y="22498"/>
                  </a:lnTo>
                  <a:lnTo>
                    <a:pt x="29109" y="22498"/>
                  </a:lnTo>
                  <a:lnTo>
                    <a:pt x="29109" y="3329"/>
                  </a:lnTo>
                  <a:cubicBezTo>
                    <a:pt x="29109" y="2704"/>
                    <a:pt x="29081" y="2079"/>
                    <a:pt x="29109" y="1426"/>
                  </a:cubicBezTo>
                  <a:cubicBezTo>
                    <a:pt x="29109" y="1057"/>
                    <a:pt x="29024" y="716"/>
                    <a:pt x="28882" y="375"/>
                  </a:cubicBezTo>
                  <a:cubicBezTo>
                    <a:pt x="28823" y="141"/>
                    <a:pt x="28617" y="0"/>
                    <a:pt x="28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14"/>
            <p:cNvSpPr/>
            <p:nvPr/>
          </p:nvSpPr>
          <p:spPr>
            <a:xfrm>
              <a:off x="744975" y="3270575"/>
              <a:ext cx="770625" cy="1091350"/>
            </a:xfrm>
            <a:custGeom>
              <a:rect b="b" l="l" r="r" t="t"/>
              <a:pathLst>
                <a:path extrusionOk="0" h="43654" w="30825">
                  <a:moveTo>
                    <a:pt x="29855" y="0"/>
                  </a:moveTo>
                  <a:cubicBezTo>
                    <a:pt x="29834" y="0"/>
                    <a:pt x="29814" y="2"/>
                    <a:pt x="29793" y="5"/>
                  </a:cubicBezTo>
                  <a:cubicBezTo>
                    <a:pt x="29623" y="33"/>
                    <a:pt x="29509" y="90"/>
                    <a:pt x="29396" y="203"/>
                  </a:cubicBezTo>
                  <a:cubicBezTo>
                    <a:pt x="28203" y="970"/>
                    <a:pt x="26925" y="1567"/>
                    <a:pt x="25562" y="1936"/>
                  </a:cubicBezTo>
                  <a:cubicBezTo>
                    <a:pt x="22608" y="2788"/>
                    <a:pt x="19570" y="3271"/>
                    <a:pt x="16503" y="3356"/>
                  </a:cubicBezTo>
                  <a:cubicBezTo>
                    <a:pt x="15660" y="3401"/>
                    <a:pt x="14818" y="3423"/>
                    <a:pt x="13977" y="3423"/>
                  </a:cubicBezTo>
                  <a:cubicBezTo>
                    <a:pt x="12180" y="3423"/>
                    <a:pt x="10387" y="3322"/>
                    <a:pt x="8608" y="3129"/>
                  </a:cubicBezTo>
                  <a:cubicBezTo>
                    <a:pt x="6137" y="2873"/>
                    <a:pt x="3723" y="2305"/>
                    <a:pt x="1394" y="1453"/>
                  </a:cubicBezTo>
                  <a:cubicBezTo>
                    <a:pt x="1196" y="1396"/>
                    <a:pt x="1025" y="1339"/>
                    <a:pt x="826" y="1283"/>
                  </a:cubicBezTo>
                  <a:cubicBezTo>
                    <a:pt x="774" y="1260"/>
                    <a:pt x="719" y="1250"/>
                    <a:pt x="662" y="1250"/>
                  </a:cubicBezTo>
                  <a:cubicBezTo>
                    <a:pt x="504" y="1250"/>
                    <a:pt x="342" y="1335"/>
                    <a:pt x="258" y="1481"/>
                  </a:cubicBezTo>
                  <a:cubicBezTo>
                    <a:pt x="173" y="1709"/>
                    <a:pt x="230" y="1936"/>
                    <a:pt x="429" y="2078"/>
                  </a:cubicBezTo>
                  <a:cubicBezTo>
                    <a:pt x="571" y="2191"/>
                    <a:pt x="713" y="2277"/>
                    <a:pt x="855" y="2333"/>
                  </a:cubicBezTo>
                  <a:cubicBezTo>
                    <a:pt x="1224" y="2532"/>
                    <a:pt x="1622" y="2703"/>
                    <a:pt x="1991" y="2845"/>
                  </a:cubicBezTo>
                  <a:cubicBezTo>
                    <a:pt x="3439" y="3356"/>
                    <a:pt x="4916" y="3753"/>
                    <a:pt x="6449" y="3981"/>
                  </a:cubicBezTo>
                  <a:cubicBezTo>
                    <a:pt x="8674" y="4356"/>
                    <a:pt x="10950" y="4579"/>
                    <a:pt x="13228" y="4579"/>
                  </a:cubicBezTo>
                  <a:cubicBezTo>
                    <a:pt x="13364" y="4579"/>
                    <a:pt x="13499" y="4578"/>
                    <a:pt x="13634" y="4577"/>
                  </a:cubicBezTo>
                  <a:cubicBezTo>
                    <a:pt x="13796" y="4579"/>
                    <a:pt x="13959" y="4580"/>
                    <a:pt x="14121" y="4580"/>
                  </a:cubicBezTo>
                  <a:cubicBezTo>
                    <a:pt x="16543" y="4580"/>
                    <a:pt x="18963" y="4382"/>
                    <a:pt x="21359" y="4009"/>
                  </a:cubicBezTo>
                  <a:cubicBezTo>
                    <a:pt x="23205" y="3725"/>
                    <a:pt x="25022" y="3271"/>
                    <a:pt x="26783" y="2674"/>
                  </a:cubicBezTo>
                  <a:cubicBezTo>
                    <a:pt x="27834" y="2305"/>
                    <a:pt x="28828" y="1822"/>
                    <a:pt x="29737" y="1254"/>
                  </a:cubicBezTo>
                  <a:cubicBezTo>
                    <a:pt x="29935" y="1112"/>
                    <a:pt x="30106" y="999"/>
                    <a:pt x="30248" y="828"/>
                  </a:cubicBezTo>
                  <a:cubicBezTo>
                    <a:pt x="30390" y="686"/>
                    <a:pt x="30418" y="459"/>
                    <a:pt x="30333" y="289"/>
                  </a:cubicBezTo>
                  <a:cubicBezTo>
                    <a:pt x="30231" y="110"/>
                    <a:pt x="30037" y="0"/>
                    <a:pt x="29855" y="0"/>
                  </a:cubicBezTo>
                  <a:close/>
                  <a:moveTo>
                    <a:pt x="30190" y="3316"/>
                  </a:moveTo>
                  <a:cubicBezTo>
                    <a:pt x="30103" y="3316"/>
                    <a:pt x="30015" y="3339"/>
                    <a:pt x="29935" y="3384"/>
                  </a:cubicBezTo>
                  <a:cubicBezTo>
                    <a:pt x="29822" y="3469"/>
                    <a:pt x="29680" y="3555"/>
                    <a:pt x="29595" y="3640"/>
                  </a:cubicBezTo>
                  <a:cubicBezTo>
                    <a:pt x="29140" y="4009"/>
                    <a:pt x="28629" y="4350"/>
                    <a:pt x="28118" y="4577"/>
                  </a:cubicBezTo>
                  <a:cubicBezTo>
                    <a:pt x="27379" y="4946"/>
                    <a:pt x="26641" y="5230"/>
                    <a:pt x="25874" y="5457"/>
                  </a:cubicBezTo>
                  <a:cubicBezTo>
                    <a:pt x="23148" y="6252"/>
                    <a:pt x="20365" y="6678"/>
                    <a:pt x="17525" y="6764"/>
                  </a:cubicBezTo>
                  <a:cubicBezTo>
                    <a:pt x="16650" y="6807"/>
                    <a:pt x="15771" y="6830"/>
                    <a:pt x="14890" y="6830"/>
                  </a:cubicBezTo>
                  <a:cubicBezTo>
                    <a:pt x="13485" y="6830"/>
                    <a:pt x="12078" y="6772"/>
                    <a:pt x="10681" y="6650"/>
                  </a:cubicBezTo>
                  <a:cubicBezTo>
                    <a:pt x="9261" y="6536"/>
                    <a:pt x="7869" y="6366"/>
                    <a:pt x="6478" y="6139"/>
                  </a:cubicBezTo>
                  <a:cubicBezTo>
                    <a:pt x="4717" y="5826"/>
                    <a:pt x="2956" y="5400"/>
                    <a:pt x="1252" y="4861"/>
                  </a:cubicBezTo>
                  <a:cubicBezTo>
                    <a:pt x="1082" y="4804"/>
                    <a:pt x="912" y="4747"/>
                    <a:pt x="741" y="4719"/>
                  </a:cubicBezTo>
                  <a:cubicBezTo>
                    <a:pt x="711" y="4714"/>
                    <a:pt x="683" y="4712"/>
                    <a:pt x="655" y="4712"/>
                  </a:cubicBezTo>
                  <a:cubicBezTo>
                    <a:pt x="203" y="4712"/>
                    <a:pt x="1" y="5330"/>
                    <a:pt x="429" y="5571"/>
                  </a:cubicBezTo>
                  <a:cubicBezTo>
                    <a:pt x="656" y="5713"/>
                    <a:pt x="883" y="5826"/>
                    <a:pt x="1139" y="5912"/>
                  </a:cubicBezTo>
                  <a:cubicBezTo>
                    <a:pt x="2502" y="6423"/>
                    <a:pt x="3922" y="6792"/>
                    <a:pt x="5342" y="7076"/>
                  </a:cubicBezTo>
                  <a:cubicBezTo>
                    <a:pt x="8466" y="7672"/>
                    <a:pt x="11618" y="7956"/>
                    <a:pt x="14799" y="7956"/>
                  </a:cubicBezTo>
                  <a:cubicBezTo>
                    <a:pt x="15991" y="7956"/>
                    <a:pt x="17156" y="7928"/>
                    <a:pt x="18320" y="7814"/>
                  </a:cubicBezTo>
                  <a:cubicBezTo>
                    <a:pt x="20450" y="7701"/>
                    <a:pt x="22580" y="7388"/>
                    <a:pt x="24653" y="6906"/>
                  </a:cubicBezTo>
                  <a:cubicBezTo>
                    <a:pt x="26045" y="6593"/>
                    <a:pt x="27408" y="6110"/>
                    <a:pt x="28714" y="5486"/>
                  </a:cubicBezTo>
                  <a:cubicBezTo>
                    <a:pt x="29254" y="5230"/>
                    <a:pt x="29765" y="4889"/>
                    <a:pt x="30219" y="4492"/>
                  </a:cubicBezTo>
                  <a:cubicBezTo>
                    <a:pt x="30390" y="4378"/>
                    <a:pt x="30503" y="4236"/>
                    <a:pt x="30617" y="4066"/>
                  </a:cubicBezTo>
                  <a:cubicBezTo>
                    <a:pt x="30730" y="3867"/>
                    <a:pt x="30702" y="3611"/>
                    <a:pt x="30532" y="3469"/>
                  </a:cubicBezTo>
                  <a:cubicBezTo>
                    <a:pt x="30446" y="3367"/>
                    <a:pt x="30320" y="3316"/>
                    <a:pt x="30190" y="3316"/>
                  </a:cubicBezTo>
                  <a:close/>
                  <a:moveTo>
                    <a:pt x="30216" y="6611"/>
                  </a:moveTo>
                  <a:cubicBezTo>
                    <a:pt x="30149" y="6611"/>
                    <a:pt x="30082" y="6624"/>
                    <a:pt x="30021" y="6650"/>
                  </a:cubicBezTo>
                  <a:cubicBezTo>
                    <a:pt x="29879" y="6735"/>
                    <a:pt x="29765" y="6820"/>
                    <a:pt x="29651" y="6906"/>
                  </a:cubicBezTo>
                  <a:cubicBezTo>
                    <a:pt x="29055" y="7445"/>
                    <a:pt x="28373" y="7871"/>
                    <a:pt x="27663" y="8240"/>
                  </a:cubicBezTo>
                  <a:cubicBezTo>
                    <a:pt x="26811" y="8638"/>
                    <a:pt x="25959" y="8979"/>
                    <a:pt x="25079" y="9263"/>
                  </a:cubicBezTo>
                  <a:cubicBezTo>
                    <a:pt x="22097" y="10171"/>
                    <a:pt x="19002" y="10654"/>
                    <a:pt x="15878" y="10711"/>
                  </a:cubicBezTo>
                  <a:cubicBezTo>
                    <a:pt x="15467" y="10726"/>
                    <a:pt x="15056" y="10733"/>
                    <a:pt x="14645" y="10733"/>
                  </a:cubicBezTo>
                  <a:cubicBezTo>
                    <a:pt x="13522" y="10733"/>
                    <a:pt x="12400" y="10681"/>
                    <a:pt x="11277" y="10597"/>
                  </a:cubicBezTo>
                  <a:cubicBezTo>
                    <a:pt x="9374" y="10455"/>
                    <a:pt x="7500" y="10171"/>
                    <a:pt x="5654" y="9745"/>
                  </a:cubicBezTo>
                  <a:cubicBezTo>
                    <a:pt x="4234" y="9405"/>
                    <a:pt x="2871" y="8979"/>
                    <a:pt x="1508" y="8439"/>
                  </a:cubicBezTo>
                  <a:cubicBezTo>
                    <a:pt x="1281" y="8297"/>
                    <a:pt x="1025" y="8240"/>
                    <a:pt x="770" y="8184"/>
                  </a:cubicBezTo>
                  <a:cubicBezTo>
                    <a:pt x="749" y="8181"/>
                    <a:pt x="729" y="8180"/>
                    <a:pt x="709" y="8180"/>
                  </a:cubicBezTo>
                  <a:cubicBezTo>
                    <a:pt x="293" y="8180"/>
                    <a:pt x="76" y="8735"/>
                    <a:pt x="429" y="8979"/>
                  </a:cubicBezTo>
                  <a:cubicBezTo>
                    <a:pt x="628" y="9121"/>
                    <a:pt x="855" y="9263"/>
                    <a:pt x="1054" y="9348"/>
                  </a:cubicBezTo>
                  <a:cubicBezTo>
                    <a:pt x="1962" y="9802"/>
                    <a:pt x="2900" y="10143"/>
                    <a:pt x="3865" y="10427"/>
                  </a:cubicBezTo>
                  <a:cubicBezTo>
                    <a:pt x="7273" y="11364"/>
                    <a:pt x="10794" y="11847"/>
                    <a:pt x="14344" y="11847"/>
                  </a:cubicBezTo>
                  <a:cubicBezTo>
                    <a:pt x="16900" y="11847"/>
                    <a:pt x="19456" y="11620"/>
                    <a:pt x="21984" y="11137"/>
                  </a:cubicBezTo>
                  <a:cubicBezTo>
                    <a:pt x="23801" y="10825"/>
                    <a:pt x="25590" y="10285"/>
                    <a:pt x="27294" y="9547"/>
                  </a:cubicBezTo>
                  <a:cubicBezTo>
                    <a:pt x="28345" y="9121"/>
                    <a:pt x="29339" y="8524"/>
                    <a:pt x="30219" y="7814"/>
                  </a:cubicBezTo>
                  <a:cubicBezTo>
                    <a:pt x="30361" y="7701"/>
                    <a:pt x="30503" y="7559"/>
                    <a:pt x="30645" y="7417"/>
                  </a:cubicBezTo>
                  <a:cubicBezTo>
                    <a:pt x="30787" y="7218"/>
                    <a:pt x="30759" y="6962"/>
                    <a:pt x="30617" y="6792"/>
                  </a:cubicBezTo>
                  <a:cubicBezTo>
                    <a:pt x="30519" y="6674"/>
                    <a:pt x="30367" y="6611"/>
                    <a:pt x="30216" y="6611"/>
                  </a:cubicBezTo>
                  <a:close/>
                  <a:moveTo>
                    <a:pt x="30187" y="10104"/>
                  </a:moveTo>
                  <a:cubicBezTo>
                    <a:pt x="30121" y="10104"/>
                    <a:pt x="30054" y="10117"/>
                    <a:pt x="29992" y="10143"/>
                  </a:cubicBezTo>
                  <a:cubicBezTo>
                    <a:pt x="29850" y="10200"/>
                    <a:pt x="29737" y="10285"/>
                    <a:pt x="29623" y="10399"/>
                  </a:cubicBezTo>
                  <a:cubicBezTo>
                    <a:pt x="29027" y="10910"/>
                    <a:pt x="28345" y="11364"/>
                    <a:pt x="27607" y="11705"/>
                  </a:cubicBezTo>
                  <a:cubicBezTo>
                    <a:pt x="26783" y="12131"/>
                    <a:pt x="25931" y="12472"/>
                    <a:pt x="25051" y="12756"/>
                  </a:cubicBezTo>
                  <a:cubicBezTo>
                    <a:pt x="22069" y="13636"/>
                    <a:pt x="18973" y="14147"/>
                    <a:pt x="15849" y="14204"/>
                  </a:cubicBezTo>
                  <a:cubicBezTo>
                    <a:pt x="15487" y="14211"/>
                    <a:pt x="15124" y="14214"/>
                    <a:pt x="14759" y="14214"/>
                  </a:cubicBezTo>
                  <a:cubicBezTo>
                    <a:pt x="13580" y="14214"/>
                    <a:pt x="12392" y="14177"/>
                    <a:pt x="11220" y="14091"/>
                  </a:cubicBezTo>
                  <a:cubicBezTo>
                    <a:pt x="9346" y="13949"/>
                    <a:pt x="7472" y="13665"/>
                    <a:pt x="5654" y="13239"/>
                  </a:cubicBezTo>
                  <a:cubicBezTo>
                    <a:pt x="4234" y="12898"/>
                    <a:pt x="2871" y="12472"/>
                    <a:pt x="1536" y="11961"/>
                  </a:cubicBezTo>
                  <a:cubicBezTo>
                    <a:pt x="1309" y="11819"/>
                    <a:pt x="1054" y="11733"/>
                    <a:pt x="770" y="11705"/>
                  </a:cubicBezTo>
                  <a:cubicBezTo>
                    <a:pt x="749" y="11702"/>
                    <a:pt x="729" y="11701"/>
                    <a:pt x="709" y="11701"/>
                  </a:cubicBezTo>
                  <a:cubicBezTo>
                    <a:pt x="532" y="11701"/>
                    <a:pt x="366" y="11810"/>
                    <a:pt x="315" y="11989"/>
                  </a:cubicBezTo>
                  <a:cubicBezTo>
                    <a:pt x="230" y="12159"/>
                    <a:pt x="287" y="12387"/>
                    <a:pt x="457" y="12500"/>
                  </a:cubicBezTo>
                  <a:cubicBezTo>
                    <a:pt x="656" y="12642"/>
                    <a:pt x="855" y="12756"/>
                    <a:pt x="1082" y="12869"/>
                  </a:cubicBezTo>
                  <a:cubicBezTo>
                    <a:pt x="1991" y="13295"/>
                    <a:pt x="2928" y="13665"/>
                    <a:pt x="3865" y="13949"/>
                  </a:cubicBezTo>
                  <a:cubicBezTo>
                    <a:pt x="7301" y="14886"/>
                    <a:pt x="10823" y="15368"/>
                    <a:pt x="14373" y="15368"/>
                  </a:cubicBezTo>
                  <a:cubicBezTo>
                    <a:pt x="16900" y="15340"/>
                    <a:pt x="19456" y="15113"/>
                    <a:pt x="21955" y="14630"/>
                  </a:cubicBezTo>
                  <a:cubicBezTo>
                    <a:pt x="23773" y="14289"/>
                    <a:pt x="25533" y="13778"/>
                    <a:pt x="27237" y="13040"/>
                  </a:cubicBezTo>
                  <a:cubicBezTo>
                    <a:pt x="28288" y="12585"/>
                    <a:pt x="29282" y="12017"/>
                    <a:pt x="30191" y="11307"/>
                  </a:cubicBezTo>
                  <a:cubicBezTo>
                    <a:pt x="30333" y="11165"/>
                    <a:pt x="30475" y="11023"/>
                    <a:pt x="30588" y="10881"/>
                  </a:cubicBezTo>
                  <a:cubicBezTo>
                    <a:pt x="30730" y="10711"/>
                    <a:pt x="30730" y="10455"/>
                    <a:pt x="30560" y="10285"/>
                  </a:cubicBezTo>
                  <a:cubicBezTo>
                    <a:pt x="30482" y="10167"/>
                    <a:pt x="30336" y="10104"/>
                    <a:pt x="30187" y="10104"/>
                  </a:cubicBezTo>
                  <a:close/>
                  <a:moveTo>
                    <a:pt x="29855" y="14171"/>
                  </a:moveTo>
                  <a:cubicBezTo>
                    <a:pt x="29834" y="14171"/>
                    <a:pt x="29814" y="14173"/>
                    <a:pt x="29793" y="14176"/>
                  </a:cubicBezTo>
                  <a:cubicBezTo>
                    <a:pt x="29623" y="14204"/>
                    <a:pt x="29509" y="14261"/>
                    <a:pt x="29396" y="14374"/>
                  </a:cubicBezTo>
                  <a:cubicBezTo>
                    <a:pt x="28203" y="15141"/>
                    <a:pt x="26925" y="15738"/>
                    <a:pt x="25562" y="16107"/>
                  </a:cubicBezTo>
                  <a:cubicBezTo>
                    <a:pt x="22608" y="16959"/>
                    <a:pt x="19570" y="17442"/>
                    <a:pt x="16503" y="17527"/>
                  </a:cubicBezTo>
                  <a:cubicBezTo>
                    <a:pt x="15660" y="17572"/>
                    <a:pt x="14818" y="17594"/>
                    <a:pt x="13977" y="17594"/>
                  </a:cubicBezTo>
                  <a:cubicBezTo>
                    <a:pt x="12180" y="17594"/>
                    <a:pt x="10387" y="17493"/>
                    <a:pt x="8608" y="17300"/>
                  </a:cubicBezTo>
                  <a:cubicBezTo>
                    <a:pt x="6137" y="17044"/>
                    <a:pt x="3723" y="16476"/>
                    <a:pt x="1394" y="15624"/>
                  </a:cubicBezTo>
                  <a:cubicBezTo>
                    <a:pt x="1196" y="15539"/>
                    <a:pt x="1025" y="15482"/>
                    <a:pt x="826" y="15425"/>
                  </a:cubicBezTo>
                  <a:cubicBezTo>
                    <a:pt x="786" y="15414"/>
                    <a:pt x="743" y="15408"/>
                    <a:pt x="699" y="15408"/>
                  </a:cubicBezTo>
                  <a:cubicBezTo>
                    <a:pt x="529" y="15408"/>
                    <a:pt x="349" y="15494"/>
                    <a:pt x="258" y="15652"/>
                  </a:cubicBezTo>
                  <a:cubicBezTo>
                    <a:pt x="173" y="15851"/>
                    <a:pt x="230" y="16107"/>
                    <a:pt x="429" y="16220"/>
                  </a:cubicBezTo>
                  <a:cubicBezTo>
                    <a:pt x="571" y="16334"/>
                    <a:pt x="713" y="16419"/>
                    <a:pt x="855" y="16504"/>
                  </a:cubicBezTo>
                  <a:cubicBezTo>
                    <a:pt x="1224" y="16675"/>
                    <a:pt x="1622" y="16845"/>
                    <a:pt x="1991" y="16987"/>
                  </a:cubicBezTo>
                  <a:cubicBezTo>
                    <a:pt x="3439" y="17527"/>
                    <a:pt x="4916" y="17896"/>
                    <a:pt x="6449" y="18123"/>
                  </a:cubicBezTo>
                  <a:cubicBezTo>
                    <a:pt x="8807" y="18549"/>
                    <a:pt x="11220" y="18748"/>
                    <a:pt x="13634" y="18748"/>
                  </a:cubicBezTo>
                  <a:cubicBezTo>
                    <a:pt x="16219" y="18748"/>
                    <a:pt x="18803" y="18578"/>
                    <a:pt x="21359" y="18180"/>
                  </a:cubicBezTo>
                  <a:cubicBezTo>
                    <a:pt x="23205" y="17896"/>
                    <a:pt x="25022" y="17470"/>
                    <a:pt x="26783" y="16845"/>
                  </a:cubicBezTo>
                  <a:cubicBezTo>
                    <a:pt x="27834" y="16476"/>
                    <a:pt x="28828" y="15993"/>
                    <a:pt x="29737" y="15425"/>
                  </a:cubicBezTo>
                  <a:cubicBezTo>
                    <a:pt x="29935" y="15312"/>
                    <a:pt x="30106" y="15170"/>
                    <a:pt x="30248" y="14999"/>
                  </a:cubicBezTo>
                  <a:cubicBezTo>
                    <a:pt x="30390" y="14857"/>
                    <a:pt x="30418" y="14630"/>
                    <a:pt x="30333" y="14460"/>
                  </a:cubicBezTo>
                  <a:cubicBezTo>
                    <a:pt x="30231" y="14281"/>
                    <a:pt x="30037" y="14171"/>
                    <a:pt x="29855" y="14171"/>
                  </a:cubicBezTo>
                  <a:close/>
                  <a:moveTo>
                    <a:pt x="30187" y="17458"/>
                  </a:moveTo>
                  <a:cubicBezTo>
                    <a:pt x="30105" y="17458"/>
                    <a:pt x="30020" y="17479"/>
                    <a:pt x="29935" y="17527"/>
                  </a:cubicBezTo>
                  <a:cubicBezTo>
                    <a:pt x="29822" y="17612"/>
                    <a:pt x="29680" y="17697"/>
                    <a:pt x="29595" y="17782"/>
                  </a:cubicBezTo>
                  <a:cubicBezTo>
                    <a:pt x="29140" y="18152"/>
                    <a:pt x="28629" y="18464"/>
                    <a:pt x="28118" y="18720"/>
                  </a:cubicBezTo>
                  <a:cubicBezTo>
                    <a:pt x="27379" y="19089"/>
                    <a:pt x="26641" y="19401"/>
                    <a:pt x="25874" y="19628"/>
                  </a:cubicBezTo>
                  <a:cubicBezTo>
                    <a:pt x="23148" y="20395"/>
                    <a:pt x="20365" y="20849"/>
                    <a:pt x="17525" y="20935"/>
                  </a:cubicBezTo>
                  <a:cubicBezTo>
                    <a:pt x="16650" y="20978"/>
                    <a:pt x="15771" y="21001"/>
                    <a:pt x="14890" y="21001"/>
                  </a:cubicBezTo>
                  <a:cubicBezTo>
                    <a:pt x="13485" y="21001"/>
                    <a:pt x="12078" y="20943"/>
                    <a:pt x="10681" y="20821"/>
                  </a:cubicBezTo>
                  <a:cubicBezTo>
                    <a:pt x="9261" y="20707"/>
                    <a:pt x="7869" y="20537"/>
                    <a:pt x="6478" y="20310"/>
                  </a:cubicBezTo>
                  <a:cubicBezTo>
                    <a:pt x="4717" y="19997"/>
                    <a:pt x="2956" y="19571"/>
                    <a:pt x="1252" y="19032"/>
                  </a:cubicBezTo>
                  <a:cubicBezTo>
                    <a:pt x="1082" y="18975"/>
                    <a:pt x="912" y="18918"/>
                    <a:pt x="741" y="18890"/>
                  </a:cubicBezTo>
                  <a:cubicBezTo>
                    <a:pt x="704" y="18882"/>
                    <a:pt x="668" y="18878"/>
                    <a:pt x="633" y="18878"/>
                  </a:cubicBezTo>
                  <a:cubicBezTo>
                    <a:pt x="196" y="18878"/>
                    <a:pt x="8" y="19505"/>
                    <a:pt x="429" y="19742"/>
                  </a:cubicBezTo>
                  <a:cubicBezTo>
                    <a:pt x="656" y="19884"/>
                    <a:pt x="883" y="19997"/>
                    <a:pt x="1139" y="20083"/>
                  </a:cubicBezTo>
                  <a:cubicBezTo>
                    <a:pt x="2502" y="20594"/>
                    <a:pt x="3922" y="20963"/>
                    <a:pt x="5342" y="21247"/>
                  </a:cubicBezTo>
                  <a:cubicBezTo>
                    <a:pt x="8466" y="21843"/>
                    <a:pt x="11646" y="22127"/>
                    <a:pt x="14799" y="22127"/>
                  </a:cubicBezTo>
                  <a:cubicBezTo>
                    <a:pt x="15991" y="22127"/>
                    <a:pt x="17156" y="22042"/>
                    <a:pt x="18320" y="21985"/>
                  </a:cubicBezTo>
                  <a:cubicBezTo>
                    <a:pt x="20450" y="21843"/>
                    <a:pt x="22580" y="21531"/>
                    <a:pt x="24653" y="21048"/>
                  </a:cubicBezTo>
                  <a:cubicBezTo>
                    <a:pt x="26045" y="20736"/>
                    <a:pt x="27408" y="20253"/>
                    <a:pt x="28714" y="19628"/>
                  </a:cubicBezTo>
                  <a:cubicBezTo>
                    <a:pt x="29254" y="19373"/>
                    <a:pt x="29765" y="19032"/>
                    <a:pt x="30219" y="18634"/>
                  </a:cubicBezTo>
                  <a:cubicBezTo>
                    <a:pt x="30390" y="18521"/>
                    <a:pt x="30503" y="18379"/>
                    <a:pt x="30617" y="18208"/>
                  </a:cubicBezTo>
                  <a:cubicBezTo>
                    <a:pt x="30825" y="17862"/>
                    <a:pt x="30544" y="17458"/>
                    <a:pt x="30187" y="17458"/>
                  </a:cubicBezTo>
                  <a:close/>
                  <a:moveTo>
                    <a:pt x="30188" y="20782"/>
                  </a:moveTo>
                  <a:cubicBezTo>
                    <a:pt x="30121" y="20782"/>
                    <a:pt x="30054" y="20795"/>
                    <a:pt x="29992" y="20821"/>
                  </a:cubicBezTo>
                  <a:cubicBezTo>
                    <a:pt x="29850" y="20878"/>
                    <a:pt x="29737" y="20963"/>
                    <a:pt x="29623" y="21077"/>
                  </a:cubicBezTo>
                  <a:cubicBezTo>
                    <a:pt x="29027" y="21588"/>
                    <a:pt x="28345" y="22042"/>
                    <a:pt x="27607" y="22383"/>
                  </a:cubicBezTo>
                  <a:cubicBezTo>
                    <a:pt x="26783" y="22809"/>
                    <a:pt x="25931" y="23150"/>
                    <a:pt x="25051" y="23434"/>
                  </a:cubicBezTo>
                  <a:cubicBezTo>
                    <a:pt x="22069" y="24342"/>
                    <a:pt x="18973" y="24825"/>
                    <a:pt x="15849" y="24882"/>
                  </a:cubicBezTo>
                  <a:cubicBezTo>
                    <a:pt x="15487" y="24889"/>
                    <a:pt x="15124" y="24892"/>
                    <a:pt x="14759" y="24892"/>
                  </a:cubicBezTo>
                  <a:cubicBezTo>
                    <a:pt x="13580" y="24892"/>
                    <a:pt x="12392" y="24855"/>
                    <a:pt x="11220" y="24768"/>
                  </a:cubicBezTo>
                  <a:cubicBezTo>
                    <a:pt x="9346" y="24598"/>
                    <a:pt x="7472" y="24314"/>
                    <a:pt x="5654" y="23888"/>
                  </a:cubicBezTo>
                  <a:cubicBezTo>
                    <a:pt x="4234" y="23576"/>
                    <a:pt x="2871" y="23121"/>
                    <a:pt x="1536" y="22610"/>
                  </a:cubicBezTo>
                  <a:cubicBezTo>
                    <a:pt x="1309" y="22468"/>
                    <a:pt x="1054" y="22383"/>
                    <a:pt x="770" y="22355"/>
                  </a:cubicBezTo>
                  <a:cubicBezTo>
                    <a:pt x="749" y="22352"/>
                    <a:pt x="729" y="22351"/>
                    <a:pt x="710" y="22351"/>
                  </a:cubicBezTo>
                  <a:cubicBezTo>
                    <a:pt x="296" y="22351"/>
                    <a:pt x="105" y="22906"/>
                    <a:pt x="457" y="23150"/>
                  </a:cubicBezTo>
                  <a:cubicBezTo>
                    <a:pt x="656" y="23292"/>
                    <a:pt x="855" y="23434"/>
                    <a:pt x="1054" y="23547"/>
                  </a:cubicBezTo>
                  <a:cubicBezTo>
                    <a:pt x="1962" y="23973"/>
                    <a:pt x="2900" y="24314"/>
                    <a:pt x="3865" y="24598"/>
                  </a:cubicBezTo>
                  <a:cubicBezTo>
                    <a:pt x="7273" y="25564"/>
                    <a:pt x="10823" y="26018"/>
                    <a:pt x="14373" y="26018"/>
                  </a:cubicBezTo>
                  <a:cubicBezTo>
                    <a:pt x="16900" y="26018"/>
                    <a:pt x="19456" y="25762"/>
                    <a:pt x="21955" y="25308"/>
                  </a:cubicBezTo>
                  <a:cubicBezTo>
                    <a:pt x="23773" y="24967"/>
                    <a:pt x="25533" y="24456"/>
                    <a:pt x="27237" y="23718"/>
                  </a:cubicBezTo>
                  <a:cubicBezTo>
                    <a:pt x="28288" y="23292"/>
                    <a:pt x="29282" y="22695"/>
                    <a:pt x="30191" y="21985"/>
                  </a:cubicBezTo>
                  <a:cubicBezTo>
                    <a:pt x="30333" y="21843"/>
                    <a:pt x="30475" y="21730"/>
                    <a:pt x="30588" y="21559"/>
                  </a:cubicBezTo>
                  <a:cubicBezTo>
                    <a:pt x="30730" y="21389"/>
                    <a:pt x="30730" y="21133"/>
                    <a:pt x="30588" y="20963"/>
                  </a:cubicBezTo>
                  <a:cubicBezTo>
                    <a:pt x="30490" y="20845"/>
                    <a:pt x="30338" y="20782"/>
                    <a:pt x="30188" y="20782"/>
                  </a:cubicBezTo>
                  <a:close/>
                  <a:moveTo>
                    <a:pt x="30210" y="24256"/>
                  </a:moveTo>
                  <a:cubicBezTo>
                    <a:pt x="30135" y="24256"/>
                    <a:pt x="30060" y="24275"/>
                    <a:pt x="29992" y="24314"/>
                  </a:cubicBezTo>
                  <a:cubicBezTo>
                    <a:pt x="29850" y="24371"/>
                    <a:pt x="29737" y="24456"/>
                    <a:pt x="29623" y="24570"/>
                  </a:cubicBezTo>
                  <a:cubicBezTo>
                    <a:pt x="29027" y="25081"/>
                    <a:pt x="28345" y="25535"/>
                    <a:pt x="27607" y="25876"/>
                  </a:cubicBezTo>
                  <a:cubicBezTo>
                    <a:pt x="26783" y="26274"/>
                    <a:pt x="25931" y="26643"/>
                    <a:pt x="25051" y="26898"/>
                  </a:cubicBezTo>
                  <a:cubicBezTo>
                    <a:pt x="22069" y="27807"/>
                    <a:pt x="18973" y="28290"/>
                    <a:pt x="15849" y="28347"/>
                  </a:cubicBezTo>
                  <a:cubicBezTo>
                    <a:pt x="15364" y="28365"/>
                    <a:pt x="14875" y="28374"/>
                    <a:pt x="14386" y="28374"/>
                  </a:cubicBezTo>
                  <a:cubicBezTo>
                    <a:pt x="13330" y="28374"/>
                    <a:pt x="12268" y="28330"/>
                    <a:pt x="11220" y="28233"/>
                  </a:cubicBezTo>
                  <a:cubicBezTo>
                    <a:pt x="9346" y="28091"/>
                    <a:pt x="7472" y="27807"/>
                    <a:pt x="5654" y="27381"/>
                  </a:cubicBezTo>
                  <a:cubicBezTo>
                    <a:pt x="4234" y="27040"/>
                    <a:pt x="2871" y="26614"/>
                    <a:pt x="1536" y="26103"/>
                  </a:cubicBezTo>
                  <a:cubicBezTo>
                    <a:pt x="1281" y="25961"/>
                    <a:pt x="1025" y="25876"/>
                    <a:pt x="770" y="25848"/>
                  </a:cubicBezTo>
                  <a:cubicBezTo>
                    <a:pt x="749" y="25845"/>
                    <a:pt x="729" y="25843"/>
                    <a:pt x="708" y="25843"/>
                  </a:cubicBezTo>
                  <a:cubicBezTo>
                    <a:pt x="531" y="25843"/>
                    <a:pt x="363" y="25950"/>
                    <a:pt x="287" y="26103"/>
                  </a:cubicBezTo>
                  <a:cubicBezTo>
                    <a:pt x="202" y="26302"/>
                    <a:pt x="287" y="26529"/>
                    <a:pt x="457" y="26643"/>
                  </a:cubicBezTo>
                  <a:cubicBezTo>
                    <a:pt x="628" y="26785"/>
                    <a:pt x="855" y="26898"/>
                    <a:pt x="1054" y="27012"/>
                  </a:cubicBezTo>
                  <a:cubicBezTo>
                    <a:pt x="1962" y="27438"/>
                    <a:pt x="2900" y="27807"/>
                    <a:pt x="3865" y="28091"/>
                  </a:cubicBezTo>
                  <a:cubicBezTo>
                    <a:pt x="7273" y="29028"/>
                    <a:pt x="10794" y="29511"/>
                    <a:pt x="14344" y="29511"/>
                  </a:cubicBezTo>
                  <a:cubicBezTo>
                    <a:pt x="16900" y="29483"/>
                    <a:pt x="19428" y="29256"/>
                    <a:pt x="21955" y="28773"/>
                  </a:cubicBezTo>
                  <a:lnTo>
                    <a:pt x="21955" y="28801"/>
                  </a:lnTo>
                  <a:cubicBezTo>
                    <a:pt x="23773" y="28460"/>
                    <a:pt x="25533" y="27921"/>
                    <a:pt x="27237" y="27211"/>
                  </a:cubicBezTo>
                  <a:cubicBezTo>
                    <a:pt x="28288" y="26756"/>
                    <a:pt x="29282" y="26160"/>
                    <a:pt x="30191" y="25450"/>
                  </a:cubicBezTo>
                  <a:cubicBezTo>
                    <a:pt x="30333" y="25336"/>
                    <a:pt x="30475" y="25194"/>
                    <a:pt x="30588" y="25052"/>
                  </a:cubicBezTo>
                  <a:cubicBezTo>
                    <a:pt x="30730" y="24882"/>
                    <a:pt x="30730" y="24626"/>
                    <a:pt x="30588" y="24456"/>
                  </a:cubicBezTo>
                  <a:cubicBezTo>
                    <a:pt x="30495" y="24326"/>
                    <a:pt x="30353" y="24256"/>
                    <a:pt x="30210" y="24256"/>
                  </a:cubicBezTo>
                  <a:close/>
                  <a:moveTo>
                    <a:pt x="29897" y="28332"/>
                  </a:moveTo>
                  <a:cubicBezTo>
                    <a:pt x="29862" y="28332"/>
                    <a:pt x="29827" y="28337"/>
                    <a:pt x="29793" y="28347"/>
                  </a:cubicBezTo>
                  <a:cubicBezTo>
                    <a:pt x="29623" y="28375"/>
                    <a:pt x="29509" y="28432"/>
                    <a:pt x="29396" y="28517"/>
                  </a:cubicBezTo>
                  <a:cubicBezTo>
                    <a:pt x="28203" y="29284"/>
                    <a:pt x="26925" y="29880"/>
                    <a:pt x="25562" y="30249"/>
                  </a:cubicBezTo>
                  <a:cubicBezTo>
                    <a:pt x="22608" y="31101"/>
                    <a:pt x="19570" y="31584"/>
                    <a:pt x="16503" y="31698"/>
                  </a:cubicBezTo>
                  <a:cubicBezTo>
                    <a:pt x="15660" y="31743"/>
                    <a:pt x="14818" y="31765"/>
                    <a:pt x="13977" y="31765"/>
                  </a:cubicBezTo>
                  <a:cubicBezTo>
                    <a:pt x="12180" y="31765"/>
                    <a:pt x="10387" y="31664"/>
                    <a:pt x="8608" y="31471"/>
                  </a:cubicBezTo>
                  <a:cubicBezTo>
                    <a:pt x="6137" y="31187"/>
                    <a:pt x="3723" y="30619"/>
                    <a:pt x="1394" y="29767"/>
                  </a:cubicBezTo>
                  <a:cubicBezTo>
                    <a:pt x="1196" y="29710"/>
                    <a:pt x="1025" y="29625"/>
                    <a:pt x="826" y="29596"/>
                  </a:cubicBezTo>
                  <a:cubicBezTo>
                    <a:pt x="774" y="29574"/>
                    <a:pt x="719" y="29563"/>
                    <a:pt x="662" y="29563"/>
                  </a:cubicBezTo>
                  <a:cubicBezTo>
                    <a:pt x="504" y="29563"/>
                    <a:pt x="342" y="29648"/>
                    <a:pt x="258" y="29795"/>
                  </a:cubicBezTo>
                  <a:cubicBezTo>
                    <a:pt x="173" y="29994"/>
                    <a:pt x="230" y="30249"/>
                    <a:pt x="429" y="30391"/>
                  </a:cubicBezTo>
                  <a:cubicBezTo>
                    <a:pt x="571" y="30477"/>
                    <a:pt x="713" y="30590"/>
                    <a:pt x="855" y="30647"/>
                  </a:cubicBezTo>
                  <a:cubicBezTo>
                    <a:pt x="1224" y="30817"/>
                    <a:pt x="1622" y="31016"/>
                    <a:pt x="1991" y="31130"/>
                  </a:cubicBezTo>
                  <a:cubicBezTo>
                    <a:pt x="3439" y="31669"/>
                    <a:pt x="4916" y="32039"/>
                    <a:pt x="6449" y="32294"/>
                  </a:cubicBezTo>
                  <a:cubicBezTo>
                    <a:pt x="8807" y="32692"/>
                    <a:pt x="11220" y="32891"/>
                    <a:pt x="13634" y="32891"/>
                  </a:cubicBezTo>
                  <a:cubicBezTo>
                    <a:pt x="13796" y="32892"/>
                    <a:pt x="13959" y="32893"/>
                    <a:pt x="14121" y="32893"/>
                  </a:cubicBezTo>
                  <a:cubicBezTo>
                    <a:pt x="16543" y="32893"/>
                    <a:pt x="18963" y="32695"/>
                    <a:pt x="21359" y="32323"/>
                  </a:cubicBezTo>
                  <a:cubicBezTo>
                    <a:pt x="23205" y="32067"/>
                    <a:pt x="25022" y="31613"/>
                    <a:pt x="26783" y="30988"/>
                  </a:cubicBezTo>
                  <a:cubicBezTo>
                    <a:pt x="27834" y="30647"/>
                    <a:pt x="28828" y="30164"/>
                    <a:pt x="29737" y="29568"/>
                  </a:cubicBezTo>
                  <a:cubicBezTo>
                    <a:pt x="29935" y="29454"/>
                    <a:pt x="30106" y="29312"/>
                    <a:pt x="30248" y="29170"/>
                  </a:cubicBezTo>
                  <a:cubicBezTo>
                    <a:pt x="30390" y="29028"/>
                    <a:pt x="30418" y="28801"/>
                    <a:pt x="30333" y="28631"/>
                  </a:cubicBezTo>
                  <a:cubicBezTo>
                    <a:pt x="30239" y="28443"/>
                    <a:pt x="30067" y="28332"/>
                    <a:pt x="29897" y="28332"/>
                  </a:cubicBezTo>
                  <a:close/>
                  <a:moveTo>
                    <a:pt x="30173" y="31640"/>
                  </a:moveTo>
                  <a:cubicBezTo>
                    <a:pt x="30096" y="31640"/>
                    <a:pt x="30016" y="31658"/>
                    <a:pt x="29935" y="31698"/>
                  </a:cubicBezTo>
                  <a:cubicBezTo>
                    <a:pt x="29822" y="31783"/>
                    <a:pt x="29680" y="31868"/>
                    <a:pt x="29595" y="31953"/>
                  </a:cubicBezTo>
                  <a:cubicBezTo>
                    <a:pt x="29140" y="32323"/>
                    <a:pt x="28629" y="32663"/>
                    <a:pt x="28118" y="32919"/>
                  </a:cubicBezTo>
                  <a:cubicBezTo>
                    <a:pt x="27379" y="33260"/>
                    <a:pt x="26641" y="33544"/>
                    <a:pt x="25874" y="33771"/>
                  </a:cubicBezTo>
                  <a:cubicBezTo>
                    <a:pt x="23148" y="34566"/>
                    <a:pt x="20365" y="34992"/>
                    <a:pt x="17525" y="35077"/>
                  </a:cubicBezTo>
                  <a:cubicBezTo>
                    <a:pt x="16650" y="35121"/>
                    <a:pt x="15771" y="35144"/>
                    <a:pt x="14890" y="35144"/>
                  </a:cubicBezTo>
                  <a:cubicBezTo>
                    <a:pt x="13485" y="35144"/>
                    <a:pt x="12078" y="35086"/>
                    <a:pt x="10681" y="34964"/>
                  </a:cubicBezTo>
                  <a:cubicBezTo>
                    <a:pt x="9261" y="34850"/>
                    <a:pt x="7869" y="34680"/>
                    <a:pt x="6478" y="34453"/>
                  </a:cubicBezTo>
                  <a:cubicBezTo>
                    <a:pt x="4717" y="34140"/>
                    <a:pt x="2956" y="33714"/>
                    <a:pt x="1252" y="33175"/>
                  </a:cubicBezTo>
                  <a:cubicBezTo>
                    <a:pt x="1082" y="33118"/>
                    <a:pt x="912" y="33061"/>
                    <a:pt x="741" y="33033"/>
                  </a:cubicBezTo>
                  <a:cubicBezTo>
                    <a:pt x="711" y="33028"/>
                    <a:pt x="683" y="33025"/>
                    <a:pt x="655" y="33025"/>
                  </a:cubicBezTo>
                  <a:cubicBezTo>
                    <a:pt x="203" y="33025"/>
                    <a:pt x="1" y="33645"/>
                    <a:pt x="429" y="33913"/>
                  </a:cubicBezTo>
                  <a:cubicBezTo>
                    <a:pt x="656" y="34027"/>
                    <a:pt x="883" y="34140"/>
                    <a:pt x="1139" y="34225"/>
                  </a:cubicBezTo>
                  <a:cubicBezTo>
                    <a:pt x="2502" y="34736"/>
                    <a:pt x="3922" y="35106"/>
                    <a:pt x="5342" y="35390"/>
                  </a:cubicBezTo>
                  <a:cubicBezTo>
                    <a:pt x="8466" y="35986"/>
                    <a:pt x="11618" y="36270"/>
                    <a:pt x="14799" y="36270"/>
                  </a:cubicBezTo>
                  <a:cubicBezTo>
                    <a:pt x="15991" y="36270"/>
                    <a:pt x="17156" y="36213"/>
                    <a:pt x="18320" y="36128"/>
                  </a:cubicBezTo>
                  <a:cubicBezTo>
                    <a:pt x="20450" y="36014"/>
                    <a:pt x="22580" y="35702"/>
                    <a:pt x="24653" y="35219"/>
                  </a:cubicBezTo>
                  <a:cubicBezTo>
                    <a:pt x="26045" y="34907"/>
                    <a:pt x="27408" y="34453"/>
                    <a:pt x="28714" y="33799"/>
                  </a:cubicBezTo>
                  <a:cubicBezTo>
                    <a:pt x="29254" y="33544"/>
                    <a:pt x="29765" y="33203"/>
                    <a:pt x="30219" y="32805"/>
                  </a:cubicBezTo>
                  <a:cubicBezTo>
                    <a:pt x="30390" y="32692"/>
                    <a:pt x="30503" y="32550"/>
                    <a:pt x="30617" y="32379"/>
                  </a:cubicBezTo>
                  <a:cubicBezTo>
                    <a:pt x="30804" y="32029"/>
                    <a:pt x="30529" y="31640"/>
                    <a:pt x="30173" y="31640"/>
                  </a:cubicBezTo>
                  <a:close/>
                  <a:moveTo>
                    <a:pt x="30188" y="34925"/>
                  </a:moveTo>
                  <a:cubicBezTo>
                    <a:pt x="30121" y="34925"/>
                    <a:pt x="30054" y="34937"/>
                    <a:pt x="29992" y="34964"/>
                  </a:cubicBezTo>
                  <a:cubicBezTo>
                    <a:pt x="29850" y="35049"/>
                    <a:pt x="29737" y="35134"/>
                    <a:pt x="29623" y="35219"/>
                  </a:cubicBezTo>
                  <a:cubicBezTo>
                    <a:pt x="29027" y="35759"/>
                    <a:pt x="28345" y="36185"/>
                    <a:pt x="27607" y="36554"/>
                  </a:cubicBezTo>
                  <a:cubicBezTo>
                    <a:pt x="26783" y="36952"/>
                    <a:pt x="25931" y="37292"/>
                    <a:pt x="25051" y="37576"/>
                  </a:cubicBezTo>
                  <a:cubicBezTo>
                    <a:pt x="22069" y="38485"/>
                    <a:pt x="18973" y="38968"/>
                    <a:pt x="15849" y="39025"/>
                  </a:cubicBezTo>
                  <a:cubicBezTo>
                    <a:pt x="15364" y="39043"/>
                    <a:pt x="14875" y="39052"/>
                    <a:pt x="14386" y="39052"/>
                  </a:cubicBezTo>
                  <a:cubicBezTo>
                    <a:pt x="13330" y="39052"/>
                    <a:pt x="12268" y="39008"/>
                    <a:pt x="11220" y="38911"/>
                  </a:cubicBezTo>
                  <a:cubicBezTo>
                    <a:pt x="9346" y="38769"/>
                    <a:pt x="7472" y="38485"/>
                    <a:pt x="5654" y="38059"/>
                  </a:cubicBezTo>
                  <a:cubicBezTo>
                    <a:pt x="4234" y="37718"/>
                    <a:pt x="2871" y="37292"/>
                    <a:pt x="1536" y="36753"/>
                  </a:cubicBezTo>
                  <a:cubicBezTo>
                    <a:pt x="1309" y="36639"/>
                    <a:pt x="1054" y="36554"/>
                    <a:pt x="770" y="36526"/>
                  </a:cubicBezTo>
                  <a:cubicBezTo>
                    <a:pt x="749" y="36523"/>
                    <a:pt x="729" y="36521"/>
                    <a:pt x="708" y="36521"/>
                  </a:cubicBezTo>
                  <a:cubicBezTo>
                    <a:pt x="531" y="36521"/>
                    <a:pt x="366" y="36628"/>
                    <a:pt x="315" y="36781"/>
                  </a:cubicBezTo>
                  <a:cubicBezTo>
                    <a:pt x="230" y="36980"/>
                    <a:pt x="287" y="37179"/>
                    <a:pt x="457" y="37321"/>
                  </a:cubicBezTo>
                  <a:cubicBezTo>
                    <a:pt x="656" y="37463"/>
                    <a:pt x="855" y="37576"/>
                    <a:pt x="1082" y="37690"/>
                  </a:cubicBezTo>
                  <a:cubicBezTo>
                    <a:pt x="1991" y="38116"/>
                    <a:pt x="2928" y="38485"/>
                    <a:pt x="3865" y="38741"/>
                  </a:cubicBezTo>
                  <a:cubicBezTo>
                    <a:pt x="7206" y="39679"/>
                    <a:pt x="10627" y="40162"/>
                    <a:pt x="14077" y="40162"/>
                  </a:cubicBezTo>
                  <a:cubicBezTo>
                    <a:pt x="14175" y="40162"/>
                    <a:pt x="14274" y="40161"/>
                    <a:pt x="14373" y="40161"/>
                  </a:cubicBezTo>
                  <a:cubicBezTo>
                    <a:pt x="16900" y="40161"/>
                    <a:pt x="19456" y="39905"/>
                    <a:pt x="21955" y="39451"/>
                  </a:cubicBezTo>
                  <a:cubicBezTo>
                    <a:pt x="23773" y="39138"/>
                    <a:pt x="25533" y="38599"/>
                    <a:pt x="27237" y="37889"/>
                  </a:cubicBezTo>
                  <a:cubicBezTo>
                    <a:pt x="28288" y="37434"/>
                    <a:pt x="29282" y="36838"/>
                    <a:pt x="30191" y="36128"/>
                  </a:cubicBezTo>
                  <a:cubicBezTo>
                    <a:pt x="30333" y="36014"/>
                    <a:pt x="30475" y="35872"/>
                    <a:pt x="30588" y="35730"/>
                  </a:cubicBezTo>
                  <a:cubicBezTo>
                    <a:pt x="30730" y="35532"/>
                    <a:pt x="30730" y="35276"/>
                    <a:pt x="30588" y="35106"/>
                  </a:cubicBezTo>
                  <a:cubicBezTo>
                    <a:pt x="30490" y="34988"/>
                    <a:pt x="30338" y="34925"/>
                    <a:pt x="30188" y="34925"/>
                  </a:cubicBezTo>
                  <a:close/>
                  <a:moveTo>
                    <a:pt x="30182" y="38418"/>
                  </a:moveTo>
                  <a:cubicBezTo>
                    <a:pt x="30118" y="38418"/>
                    <a:pt x="30054" y="38430"/>
                    <a:pt x="29992" y="38457"/>
                  </a:cubicBezTo>
                  <a:cubicBezTo>
                    <a:pt x="29850" y="38514"/>
                    <a:pt x="29737" y="38599"/>
                    <a:pt x="29623" y="38712"/>
                  </a:cubicBezTo>
                  <a:cubicBezTo>
                    <a:pt x="29027" y="39224"/>
                    <a:pt x="28345" y="39678"/>
                    <a:pt x="27607" y="40019"/>
                  </a:cubicBezTo>
                  <a:cubicBezTo>
                    <a:pt x="26783" y="40445"/>
                    <a:pt x="25931" y="40785"/>
                    <a:pt x="25051" y="41069"/>
                  </a:cubicBezTo>
                  <a:cubicBezTo>
                    <a:pt x="22069" y="41978"/>
                    <a:pt x="18973" y="42461"/>
                    <a:pt x="15849" y="42518"/>
                  </a:cubicBezTo>
                  <a:cubicBezTo>
                    <a:pt x="15487" y="42524"/>
                    <a:pt x="15124" y="42528"/>
                    <a:pt x="14759" y="42528"/>
                  </a:cubicBezTo>
                  <a:cubicBezTo>
                    <a:pt x="13580" y="42528"/>
                    <a:pt x="12392" y="42491"/>
                    <a:pt x="11220" y="42404"/>
                  </a:cubicBezTo>
                  <a:cubicBezTo>
                    <a:pt x="9346" y="42234"/>
                    <a:pt x="7472" y="41950"/>
                    <a:pt x="5654" y="41524"/>
                  </a:cubicBezTo>
                  <a:cubicBezTo>
                    <a:pt x="4234" y="41211"/>
                    <a:pt x="2871" y="40785"/>
                    <a:pt x="1536" y="40246"/>
                  </a:cubicBezTo>
                  <a:cubicBezTo>
                    <a:pt x="1309" y="40132"/>
                    <a:pt x="1054" y="40047"/>
                    <a:pt x="770" y="39990"/>
                  </a:cubicBezTo>
                  <a:cubicBezTo>
                    <a:pt x="749" y="39987"/>
                    <a:pt x="729" y="39986"/>
                    <a:pt x="709" y="39986"/>
                  </a:cubicBezTo>
                  <a:cubicBezTo>
                    <a:pt x="532" y="39986"/>
                    <a:pt x="366" y="40096"/>
                    <a:pt x="315" y="40274"/>
                  </a:cubicBezTo>
                  <a:cubicBezTo>
                    <a:pt x="230" y="40445"/>
                    <a:pt x="287" y="40672"/>
                    <a:pt x="457" y="40785"/>
                  </a:cubicBezTo>
                  <a:cubicBezTo>
                    <a:pt x="656" y="40927"/>
                    <a:pt x="855" y="41069"/>
                    <a:pt x="1082" y="41183"/>
                  </a:cubicBezTo>
                  <a:cubicBezTo>
                    <a:pt x="1991" y="41609"/>
                    <a:pt x="2928" y="41950"/>
                    <a:pt x="3865" y="42234"/>
                  </a:cubicBezTo>
                  <a:cubicBezTo>
                    <a:pt x="7301" y="43199"/>
                    <a:pt x="10823" y="43654"/>
                    <a:pt x="14373" y="43654"/>
                  </a:cubicBezTo>
                  <a:cubicBezTo>
                    <a:pt x="16900" y="43654"/>
                    <a:pt x="19456" y="43398"/>
                    <a:pt x="21955" y="42944"/>
                  </a:cubicBezTo>
                  <a:cubicBezTo>
                    <a:pt x="23773" y="42603"/>
                    <a:pt x="25533" y="42092"/>
                    <a:pt x="27237" y="41353"/>
                  </a:cubicBezTo>
                  <a:cubicBezTo>
                    <a:pt x="28288" y="40927"/>
                    <a:pt x="29282" y="40331"/>
                    <a:pt x="30191" y="39621"/>
                  </a:cubicBezTo>
                  <a:cubicBezTo>
                    <a:pt x="30333" y="39479"/>
                    <a:pt x="30475" y="39366"/>
                    <a:pt x="30588" y="39195"/>
                  </a:cubicBezTo>
                  <a:cubicBezTo>
                    <a:pt x="30730" y="39025"/>
                    <a:pt x="30730" y="38769"/>
                    <a:pt x="30588" y="38599"/>
                  </a:cubicBezTo>
                  <a:cubicBezTo>
                    <a:pt x="30471" y="38481"/>
                    <a:pt x="30326" y="38418"/>
                    <a:pt x="30182" y="384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114"/>
          <p:cNvGrpSpPr/>
          <p:nvPr/>
        </p:nvGrpSpPr>
        <p:grpSpPr>
          <a:xfrm>
            <a:off x="7728750" y="3206700"/>
            <a:ext cx="837800" cy="1347200"/>
            <a:chOff x="4304125" y="3580575"/>
            <a:chExt cx="837800" cy="1347200"/>
          </a:xfrm>
        </p:grpSpPr>
        <p:sp>
          <p:nvSpPr>
            <p:cNvPr id="9558" name="Google Shape;9558;p114"/>
            <p:cNvSpPr/>
            <p:nvPr/>
          </p:nvSpPr>
          <p:spPr>
            <a:xfrm>
              <a:off x="4325425" y="4743150"/>
              <a:ext cx="816500" cy="184625"/>
            </a:xfrm>
            <a:custGeom>
              <a:rect b="b" l="l" r="r" t="t"/>
              <a:pathLst>
                <a:path extrusionOk="0" h="7385" w="32660">
                  <a:moveTo>
                    <a:pt x="16330" y="1"/>
                  </a:moveTo>
                  <a:cubicBezTo>
                    <a:pt x="7299" y="1"/>
                    <a:pt x="1" y="1648"/>
                    <a:pt x="1" y="3693"/>
                  </a:cubicBezTo>
                  <a:cubicBezTo>
                    <a:pt x="1" y="5738"/>
                    <a:pt x="7299" y="7385"/>
                    <a:pt x="16330" y="7385"/>
                  </a:cubicBezTo>
                  <a:cubicBezTo>
                    <a:pt x="25332" y="7385"/>
                    <a:pt x="32659" y="5738"/>
                    <a:pt x="32659" y="3693"/>
                  </a:cubicBezTo>
                  <a:cubicBezTo>
                    <a:pt x="32659" y="1648"/>
                    <a:pt x="25332"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14"/>
            <p:cNvSpPr/>
            <p:nvPr/>
          </p:nvSpPr>
          <p:spPr>
            <a:xfrm>
              <a:off x="4304125" y="4168075"/>
              <a:ext cx="834250" cy="117175"/>
            </a:xfrm>
            <a:custGeom>
              <a:rect b="b" l="l" r="r" t="t"/>
              <a:pathLst>
                <a:path extrusionOk="0" h="4687" w="33370">
                  <a:moveTo>
                    <a:pt x="16671" y="1"/>
                  </a:moveTo>
                  <a:cubicBezTo>
                    <a:pt x="7441" y="1"/>
                    <a:pt x="1" y="1052"/>
                    <a:pt x="1" y="2330"/>
                  </a:cubicBezTo>
                  <a:cubicBezTo>
                    <a:pt x="1" y="3608"/>
                    <a:pt x="7441" y="4687"/>
                    <a:pt x="16671" y="4687"/>
                  </a:cubicBezTo>
                  <a:cubicBezTo>
                    <a:pt x="25900" y="4687"/>
                    <a:pt x="33369" y="3636"/>
                    <a:pt x="33369" y="2330"/>
                  </a:cubicBezTo>
                  <a:cubicBezTo>
                    <a:pt x="33369" y="1052"/>
                    <a:pt x="25900" y="1"/>
                    <a:pt x="166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14"/>
            <p:cNvSpPr/>
            <p:nvPr/>
          </p:nvSpPr>
          <p:spPr>
            <a:xfrm>
              <a:off x="4338925" y="4214225"/>
              <a:ext cx="763950" cy="71025"/>
            </a:xfrm>
            <a:custGeom>
              <a:rect b="b" l="l" r="r" t="t"/>
              <a:pathLst>
                <a:path extrusionOk="0" h="2841" w="30558">
                  <a:moveTo>
                    <a:pt x="15279" y="1"/>
                  </a:moveTo>
                  <a:cubicBezTo>
                    <a:pt x="8463" y="1"/>
                    <a:pt x="2585" y="597"/>
                    <a:pt x="0" y="1421"/>
                  </a:cubicBezTo>
                  <a:cubicBezTo>
                    <a:pt x="2585" y="2273"/>
                    <a:pt x="8463" y="2841"/>
                    <a:pt x="15279" y="2841"/>
                  </a:cubicBezTo>
                  <a:cubicBezTo>
                    <a:pt x="22123" y="2841"/>
                    <a:pt x="28002" y="2273"/>
                    <a:pt x="30557" y="1421"/>
                  </a:cubicBezTo>
                  <a:cubicBezTo>
                    <a:pt x="28002" y="597"/>
                    <a:pt x="22123" y="1"/>
                    <a:pt x="15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14"/>
            <p:cNvSpPr/>
            <p:nvPr/>
          </p:nvSpPr>
          <p:spPr>
            <a:xfrm>
              <a:off x="4654850" y="3580575"/>
              <a:ext cx="192425" cy="291575"/>
            </a:xfrm>
            <a:custGeom>
              <a:rect b="b" l="l" r="r" t="t"/>
              <a:pathLst>
                <a:path extrusionOk="0" h="11663" w="7697">
                  <a:moveTo>
                    <a:pt x="4278" y="0"/>
                  </a:moveTo>
                  <a:cubicBezTo>
                    <a:pt x="4154" y="0"/>
                    <a:pt x="4029" y="41"/>
                    <a:pt x="3920" y="129"/>
                  </a:cubicBezTo>
                  <a:cubicBezTo>
                    <a:pt x="3778" y="271"/>
                    <a:pt x="3636" y="441"/>
                    <a:pt x="3551" y="640"/>
                  </a:cubicBezTo>
                  <a:cubicBezTo>
                    <a:pt x="3323" y="1123"/>
                    <a:pt x="3153" y="1662"/>
                    <a:pt x="3039" y="2173"/>
                  </a:cubicBezTo>
                  <a:cubicBezTo>
                    <a:pt x="2841" y="3110"/>
                    <a:pt x="2699" y="4048"/>
                    <a:pt x="2500" y="4985"/>
                  </a:cubicBezTo>
                  <a:cubicBezTo>
                    <a:pt x="2443" y="4701"/>
                    <a:pt x="2386" y="4388"/>
                    <a:pt x="2301" y="4104"/>
                  </a:cubicBezTo>
                  <a:cubicBezTo>
                    <a:pt x="2187" y="3366"/>
                    <a:pt x="2017" y="2656"/>
                    <a:pt x="1761" y="1974"/>
                  </a:cubicBezTo>
                  <a:cubicBezTo>
                    <a:pt x="1676" y="1719"/>
                    <a:pt x="1563" y="1492"/>
                    <a:pt x="1392" y="1293"/>
                  </a:cubicBezTo>
                  <a:cubicBezTo>
                    <a:pt x="1265" y="1090"/>
                    <a:pt x="1059" y="994"/>
                    <a:pt x="854" y="994"/>
                  </a:cubicBezTo>
                  <a:cubicBezTo>
                    <a:pt x="601" y="994"/>
                    <a:pt x="350" y="1140"/>
                    <a:pt x="256" y="1407"/>
                  </a:cubicBezTo>
                  <a:cubicBezTo>
                    <a:pt x="86" y="1719"/>
                    <a:pt x="29" y="2031"/>
                    <a:pt x="29" y="2372"/>
                  </a:cubicBezTo>
                  <a:cubicBezTo>
                    <a:pt x="1" y="3252"/>
                    <a:pt x="86" y="4133"/>
                    <a:pt x="256" y="4985"/>
                  </a:cubicBezTo>
                  <a:cubicBezTo>
                    <a:pt x="626" y="6831"/>
                    <a:pt x="1193" y="8591"/>
                    <a:pt x="1960" y="10295"/>
                  </a:cubicBezTo>
                  <a:cubicBezTo>
                    <a:pt x="2131" y="10693"/>
                    <a:pt x="2301" y="11034"/>
                    <a:pt x="2471" y="11403"/>
                  </a:cubicBezTo>
                  <a:cubicBezTo>
                    <a:pt x="2548" y="11556"/>
                    <a:pt x="2716" y="11663"/>
                    <a:pt x="2893" y="11663"/>
                  </a:cubicBezTo>
                  <a:cubicBezTo>
                    <a:pt x="2913" y="11663"/>
                    <a:pt x="2934" y="11661"/>
                    <a:pt x="2954" y="11659"/>
                  </a:cubicBezTo>
                  <a:cubicBezTo>
                    <a:pt x="3267" y="11659"/>
                    <a:pt x="3551" y="11488"/>
                    <a:pt x="3693" y="11204"/>
                  </a:cubicBezTo>
                  <a:cubicBezTo>
                    <a:pt x="4147" y="10551"/>
                    <a:pt x="4630" y="9898"/>
                    <a:pt x="5027" y="9216"/>
                  </a:cubicBezTo>
                  <a:cubicBezTo>
                    <a:pt x="5879" y="7825"/>
                    <a:pt x="6589" y="6376"/>
                    <a:pt x="7157" y="4871"/>
                  </a:cubicBezTo>
                  <a:cubicBezTo>
                    <a:pt x="7384" y="4218"/>
                    <a:pt x="7555" y="3565"/>
                    <a:pt x="7668" y="2883"/>
                  </a:cubicBezTo>
                  <a:cubicBezTo>
                    <a:pt x="7697" y="2684"/>
                    <a:pt x="7668" y="2457"/>
                    <a:pt x="7612" y="2258"/>
                  </a:cubicBezTo>
                  <a:cubicBezTo>
                    <a:pt x="7583" y="2088"/>
                    <a:pt x="7441" y="1974"/>
                    <a:pt x="7271" y="1946"/>
                  </a:cubicBezTo>
                  <a:cubicBezTo>
                    <a:pt x="7210" y="1923"/>
                    <a:pt x="7147" y="1913"/>
                    <a:pt x="7084" y="1913"/>
                  </a:cubicBezTo>
                  <a:cubicBezTo>
                    <a:pt x="6913" y="1913"/>
                    <a:pt x="6742" y="1992"/>
                    <a:pt x="6618" y="2116"/>
                  </a:cubicBezTo>
                  <a:cubicBezTo>
                    <a:pt x="6362" y="2372"/>
                    <a:pt x="6163" y="2656"/>
                    <a:pt x="5965" y="2968"/>
                  </a:cubicBezTo>
                  <a:cubicBezTo>
                    <a:pt x="5510" y="3707"/>
                    <a:pt x="5084" y="4474"/>
                    <a:pt x="4630" y="5212"/>
                  </a:cubicBezTo>
                  <a:cubicBezTo>
                    <a:pt x="4573" y="5297"/>
                    <a:pt x="4516" y="5382"/>
                    <a:pt x="4459" y="5439"/>
                  </a:cubicBezTo>
                  <a:cubicBezTo>
                    <a:pt x="4439" y="5459"/>
                    <a:pt x="4405" y="5479"/>
                    <a:pt x="4377" y="5479"/>
                  </a:cubicBezTo>
                  <a:cubicBezTo>
                    <a:pt x="4365" y="5479"/>
                    <a:pt x="4354" y="5476"/>
                    <a:pt x="4346" y="5468"/>
                  </a:cubicBezTo>
                  <a:cubicBezTo>
                    <a:pt x="4317" y="5439"/>
                    <a:pt x="4289" y="5411"/>
                    <a:pt x="4289" y="5354"/>
                  </a:cubicBezTo>
                  <a:cubicBezTo>
                    <a:pt x="4289" y="5212"/>
                    <a:pt x="4317" y="5042"/>
                    <a:pt x="4346" y="4871"/>
                  </a:cubicBezTo>
                  <a:cubicBezTo>
                    <a:pt x="4431" y="4417"/>
                    <a:pt x="4545" y="3962"/>
                    <a:pt x="4630" y="3480"/>
                  </a:cubicBezTo>
                  <a:cubicBezTo>
                    <a:pt x="4829" y="2741"/>
                    <a:pt x="4942" y="2003"/>
                    <a:pt x="4971" y="1236"/>
                  </a:cubicBezTo>
                  <a:cubicBezTo>
                    <a:pt x="4999" y="924"/>
                    <a:pt x="4914" y="583"/>
                    <a:pt x="4772" y="299"/>
                  </a:cubicBezTo>
                  <a:cubicBezTo>
                    <a:pt x="4667" y="106"/>
                    <a:pt x="4475" y="0"/>
                    <a:pt x="4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14"/>
            <p:cNvSpPr/>
            <p:nvPr/>
          </p:nvSpPr>
          <p:spPr>
            <a:xfrm>
              <a:off x="4442575" y="3801350"/>
              <a:ext cx="566575" cy="550725"/>
            </a:xfrm>
            <a:custGeom>
              <a:rect b="b" l="l" r="r" t="t"/>
              <a:pathLst>
                <a:path extrusionOk="0" h="22029" w="22663">
                  <a:moveTo>
                    <a:pt x="15855" y="1"/>
                  </a:moveTo>
                  <a:cubicBezTo>
                    <a:pt x="15722" y="1"/>
                    <a:pt x="15587" y="6"/>
                    <a:pt x="15449" y="16"/>
                  </a:cubicBezTo>
                  <a:cubicBezTo>
                    <a:pt x="15080" y="44"/>
                    <a:pt x="14711" y="101"/>
                    <a:pt x="14342" y="215"/>
                  </a:cubicBezTo>
                  <a:cubicBezTo>
                    <a:pt x="13092" y="442"/>
                    <a:pt x="11985" y="1209"/>
                    <a:pt x="11360" y="2316"/>
                  </a:cubicBezTo>
                  <a:cubicBezTo>
                    <a:pt x="11332" y="2402"/>
                    <a:pt x="11246" y="2458"/>
                    <a:pt x="11161" y="2487"/>
                  </a:cubicBezTo>
                  <a:cubicBezTo>
                    <a:pt x="11019" y="2174"/>
                    <a:pt x="10906" y="1890"/>
                    <a:pt x="10764" y="1578"/>
                  </a:cubicBezTo>
                  <a:cubicBezTo>
                    <a:pt x="10423" y="811"/>
                    <a:pt x="9713" y="272"/>
                    <a:pt x="8889" y="130"/>
                  </a:cubicBezTo>
                  <a:cubicBezTo>
                    <a:pt x="8628" y="86"/>
                    <a:pt x="8367" y="64"/>
                    <a:pt x="8107" y="64"/>
                  </a:cubicBezTo>
                  <a:cubicBezTo>
                    <a:pt x="7520" y="64"/>
                    <a:pt x="6942" y="177"/>
                    <a:pt x="6390" y="414"/>
                  </a:cubicBezTo>
                  <a:cubicBezTo>
                    <a:pt x="4970" y="982"/>
                    <a:pt x="3806" y="2004"/>
                    <a:pt x="3011" y="3282"/>
                  </a:cubicBezTo>
                  <a:cubicBezTo>
                    <a:pt x="2528" y="4077"/>
                    <a:pt x="2102" y="4901"/>
                    <a:pt x="1761" y="5753"/>
                  </a:cubicBezTo>
                  <a:cubicBezTo>
                    <a:pt x="1023" y="7513"/>
                    <a:pt x="512" y="9331"/>
                    <a:pt x="228" y="11205"/>
                  </a:cubicBezTo>
                  <a:cubicBezTo>
                    <a:pt x="29" y="12426"/>
                    <a:pt x="0" y="13704"/>
                    <a:pt x="142" y="14954"/>
                  </a:cubicBezTo>
                  <a:cubicBezTo>
                    <a:pt x="313" y="16544"/>
                    <a:pt x="1165" y="17993"/>
                    <a:pt x="2443" y="18958"/>
                  </a:cubicBezTo>
                  <a:cubicBezTo>
                    <a:pt x="3011" y="19441"/>
                    <a:pt x="3749" y="19753"/>
                    <a:pt x="4487" y="19838"/>
                  </a:cubicBezTo>
                  <a:cubicBezTo>
                    <a:pt x="4771" y="19838"/>
                    <a:pt x="5055" y="19952"/>
                    <a:pt x="5197" y="20179"/>
                  </a:cubicBezTo>
                  <a:cubicBezTo>
                    <a:pt x="5680" y="20776"/>
                    <a:pt x="6305" y="21202"/>
                    <a:pt x="6987" y="21400"/>
                  </a:cubicBezTo>
                  <a:cubicBezTo>
                    <a:pt x="8151" y="21770"/>
                    <a:pt x="9344" y="21968"/>
                    <a:pt x="10536" y="22025"/>
                  </a:cubicBezTo>
                  <a:cubicBezTo>
                    <a:pt x="10632" y="22027"/>
                    <a:pt x="10728" y="22028"/>
                    <a:pt x="10824" y="22028"/>
                  </a:cubicBezTo>
                  <a:cubicBezTo>
                    <a:pt x="12059" y="22028"/>
                    <a:pt x="13269" y="21859"/>
                    <a:pt x="14456" y="21542"/>
                  </a:cubicBezTo>
                  <a:cubicBezTo>
                    <a:pt x="15109" y="21372"/>
                    <a:pt x="15705" y="21116"/>
                    <a:pt x="16245" y="20719"/>
                  </a:cubicBezTo>
                  <a:cubicBezTo>
                    <a:pt x="16472" y="20577"/>
                    <a:pt x="16699" y="20463"/>
                    <a:pt x="16898" y="20293"/>
                  </a:cubicBezTo>
                  <a:cubicBezTo>
                    <a:pt x="17032" y="20181"/>
                    <a:pt x="17218" y="20105"/>
                    <a:pt x="17403" y="20105"/>
                  </a:cubicBezTo>
                  <a:cubicBezTo>
                    <a:pt x="17453" y="20105"/>
                    <a:pt x="17502" y="20110"/>
                    <a:pt x="17551" y="20122"/>
                  </a:cubicBezTo>
                  <a:cubicBezTo>
                    <a:pt x="17892" y="20179"/>
                    <a:pt x="18261" y="20179"/>
                    <a:pt x="18602" y="20179"/>
                  </a:cubicBezTo>
                  <a:cubicBezTo>
                    <a:pt x="19056" y="20179"/>
                    <a:pt x="19454" y="20037"/>
                    <a:pt x="19795" y="19782"/>
                  </a:cubicBezTo>
                  <a:cubicBezTo>
                    <a:pt x="20135" y="19498"/>
                    <a:pt x="20476" y="19185"/>
                    <a:pt x="20760" y="18844"/>
                  </a:cubicBezTo>
                  <a:cubicBezTo>
                    <a:pt x="21214" y="18305"/>
                    <a:pt x="21555" y="17737"/>
                    <a:pt x="21839" y="17112"/>
                  </a:cubicBezTo>
                  <a:cubicBezTo>
                    <a:pt x="22294" y="16147"/>
                    <a:pt x="22549" y="15096"/>
                    <a:pt x="22578" y="14017"/>
                  </a:cubicBezTo>
                  <a:cubicBezTo>
                    <a:pt x="22663" y="12455"/>
                    <a:pt x="22606" y="10893"/>
                    <a:pt x="22407" y="9359"/>
                  </a:cubicBezTo>
                  <a:cubicBezTo>
                    <a:pt x="22208" y="7769"/>
                    <a:pt x="21811" y="6235"/>
                    <a:pt x="21214" y="4759"/>
                  </a:cubicBezTo>
                  <a:cubicBezTo>
                    <a:pt x="20874" y="3850"/>
                    <a:pt x="20419" y="2998"/>
                    <a:pt x="19851" y="2203"/>
                  </a:cubicBezTo>
                  <a:cubicBezTo>
                    <a:pt x="18850" y="833"/>
                    <a:pt x="17556" y="1"/>
                    <a:pt x="15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14"/>
            <p:cNvSpPr/>
            <p:nvPr/>
          </p:nvSpPr>
          <p:spPr>
            <a:xfrm>
              <a:off x="4627875" y="3951550"/>
              <a:ext cx="188175" cy="247075"/>
            </a:xfrm>
            <a:custGeom>
              <a:rect b="b" l="l" r="r" t="t"/>
              <a:pathLst>
                <a:path extrusionOk="0" h="9883" w="7527">
                  <a:moveTo>
                    <a:pt x="6958" y="0"/>
                  </a:moveTo>
                  <a:cubicBezTo>
                    <a:pt x="6760" y="142"/>
                    <a:pt x="6618" y="171"/>
                    <a:pt x="6561" y="284"/>
                  </a:cubicBezTo>
                  <a:cubicBezTo>
                    <a:pt x="5737" y="1449"/>
                    <a:pt x="4914" y="2641"/>
                    <a:pt x="4090" y="3834"/>
                  </a:cubicBezTo>
                  <a:cubicBezTo>
                    <a:pt x="4050" y="3874"/>
                    <a:pt x="4011" y="3927"/>
                    <a:pt x="3943" y="3927"/>
                  </a:cubicBezTo>
                  <a:cubicBezTo>
                    <a:pt x="3913" y="3927"/>
                    <a:pt x="3878" y="3917"/>
                    <a:pt x="3834" y="3891"/>
                  </a:cubicBezTo>
                  <a:cubicBezTo>
                    <a:pt x="3834" y="3351"/>
                    <a:pt x="3834" y="2783"/>
                    <a:pt x="3834" y="2215"/>
                  </a:cubicBezTo>
                  <a:cubicBezTo>
                    <a:pt x="3834" y="1647"/>
                    <a:pt x="3806" y="1079"/>
                    <a:pt x="3778" y="511"/>
                  </a:cubicBezTo>
                  <a:cubicBezTo>
                    <a:pt x="3778" y="426"/>
                    <a:pt x="3692" y="341"/>
                    <a:pt x="3636" y="227"/>
                  </a:cubicBezTo>
                  <a:cubicBezTo>
                    <a:pt x="3494" y="369"/>
                    <a:pt x="3408" y="568"/>
                    <a:pt x="3437" y="795"/>
                  </a:cubicBezTo>
                  <a:cubicBezTo>
                    <a:pt x="3408" y="1221"/>
                    <a:pt x="3408" y="1676"/>
                    <a:pt x="3408" y="2130"/>
                  </a:cubicBezTo>
                  <a:lnTo>
                    <a:pt x="3408" y="4317"/>
                  </a:lnTo>
                  <a:lnTo>
                    <a:pt x="3295" y="4345"/>
                  </a:lnTo>
                  <a:cubicBezTo>
                    <a:pt x="3181" y="4203"/>
                    <a:pt x="3096" y="4033"/>
                    <a:pt x="3011" y="3891"/>
                  </a:cubicBezTo>
                  <a:cubicBezTo>
                    <a:pt x="2642" y="3266"/>
                    <a:pt x="2272" y="2613"/>
                    <a:pt x="1903" y="1988"/>
                  </a:cubicBezTo>
                  <a:cubicBezTo>
                    <a:pt x="1761" y="1761"/>
                    <a:pt x="1619" y="1534"/>
                    <a:pt x="1477" y="1335"/>
                  </a:cubicBezTo>
                  <a:cubicBezTo>
                    <a:pt x="1441" y="1280"/>
                    <a:pt x="1380" y="1249"/>
                    <a:pt x="1319" y="1249"/>
                  </a:cubicBezTo>
                  <a:cubicBezTo>
                    <a:pt x="1286" y="1249"/>
                    <a:pt x="1252" y="1258"/>
                    <a:pt x="1222" y="1278"/>
                  </a:cubicBezTo>
                  <a:cubicBezTo>
                    <a:pt x="1193" y="1335"/>
                    <a:pt x="1165" y="1392"/>
                    <a:pt x="1193" y="1477"/>
                  </a:cubicBezTo>
                  <a:cubicBezTo>
                    <a:pt x="1335" y="1789"/>
                    <a:pt x="1506" y="2102"/>
                    <a:pt x="1676" y="2414"/>
                  </a:cubicBezTo>
                  <a:cubicBezTo>
                    <a:pt x="1960" y="2868"/>
                    <a:pt x="2244" y="3323"/>
                    <a:pt x="2528" y="3806"/>
                  </a:cubicBezTo>
                  <a:cubicBezTo>
                    <a:pt x="2585" y="3891"/>
                    <a:pt x="2698" y="3976"/>
                    <a:pt x="2585" y="4146"/>
                  </a:cubicBezTo>
                  <a:cubicBezTo>
                    <a:pt x="2471" y="4061"/>
                    <a:pt x="2358" y="3976"/>
                    <a:pt x="2244" y="3891"/>
                  </a:cubicBezTo>
                  <a:cubicBezTo>
                    <a:pt x="1733" y="3578"/>
                    <a:pt x="1193" y="3238"/>
                    <a:pt x="682" y="2925"/>
                  </a:cubicBezTo>
                  <a:cubicBezTo>
                    <a:pt x="635" y="2887"/>
                    <a:pt x="587" y="2868"/>
                    <a:pt x="542" y="2868"/>
                  </a:cubicBezTo>
                  <a:cubicBezTo>
                    <a:pt x="452" y="2868"/>
                    <a:pt x="370" y="2944"/>
                    <a:pt x="313" y="3096"/>
                  </a:cubicBezTo>
                  <a:cubicBezTo>
                    <a:pt x="966" y="3834"/>
                    <a:pt x="1960" y="4175"/>
                    <a:pt x="2698" y="4856"/>
                  </a:cubicBezTo>
                  <a:cubicBezTo>
                    <a:pt x="2613" y="4913"/>
                    <a:pt x="2556" y="4998"/>
                    <a:pt x="2500" y="4998"/>
                  </a:cubicBezTo>
                  <a:cubicBezTo>
                    <a:pt x="1818" y="5169"/>
                    <a:pt x="1137" y="5339"/>
                    <a:pt x="455" y="5510"/>
                  </a:cubicBezTo>
                  <a:cubicBezTo>
                    <a:pt x="313" y="5538"/>
                    <a:pt x="171" y="5595"/>
                    <a:pt x="57" y="5652"/>
                  </a:cubicBezTo>
                  <a:cubicBezTo>
                    <a:pt x="29" y="5680"/>
                    <a:pt x="29" y="5765"/>
                    <a:pt x="1" y="5879"/>
                  </a:cubicBezTo>
                  <a:cubicBezTo>
                    <a:pt x="133" y="5914"/>
                    <a:pt x="263" y="5928"/>
                    <a:pt x="390" y="5928"/>
                  </a:cubicBezTo>
                  <a:cubicBezTo>
                    <a:pt x="780" y="5928"/>
                    <a:pt x="1149" y="5794"/>
                    <a:pt x="1534" y="5708"/>
                  </a:cubicBezTo>
                  <a:cubicBezTo>
                    <a:pt x="2017" y="5595"/>
                    <a:pt x="2528" y="5424"/>
                    <a:pt x="3011" y="5282"/>
                  </a:cubicBezTo>
                  <a:lnTo>
                    <a:pt x="3011" y="5282"/>
                  </a:lnTo>
                  <a:cubicBezTo>
                    <a:pt x="2670" y="5850"/>
                    <a:pt x="2272" y="6390"/>
                    <a:pt x="1875" y="6901"/>
                  </a:cubicBezTo>
                  <a:cubicBezTo>
                    <a:pt x="1449" y="7412"/>
                    <a:pt x="1080" y="7980"/>
                    <a:pt x="767" y="8548"/>
                  </a:cubicBezTo>
                  <a:cubicBezTo>
                    <a:pt x="848" y="8602"/>
                    <a:pt x="916" y="8630"/>
                    <a:pt x="977" y="8630"/>
                  </a:cubicBezTo>
                  <a:cubicBezTo>
                    <a:pt x="1045" y="8630"/>
                    <a:pt x="1105" y="8595"/>
                    <a:pt x="1165" y="8520"/>
                  </a:cubicBezTo>
                  <a:cubicBezTo>
                    <a:pt x="1619" y="7895"/>
                    <a:pt x="2102" y="7299"/>
                    <a:pt x="2585" y="6674"/>
                  </a:cubicBezTo>
                  <a:cubicBezTo>
                    <a:pt x="2755" y="6418"/>
                    <a:pt x="2954" y="6191"/>
                    <a:pt x="3181" y="6021"/>
                  </a:cubicBezTo>
                  <a:cubicBezTo>
                    <a:pt x="3210" y="6191"/>
                    <a:pt x="3210" y="6276"/>
                    <a:pt x="3210" y="6362"/>
                  </a:cubicBezTo>
                  <a:cubicBezTo>
                    <a:pt x="3210" y="7270"/>
                    <a:pt x="3295" y="8179"/>
                    <a:pt x="3408" y="9059"/>
                  </a:cubicBezTo>
                  <a:cubicBezTo>
                    <a:pt x="3437" y="9287"/>
                    <a:pt x="3494" y="9514"/>
                    <a:pt x="3579" y="9741"/>
                  </a:cubicBezTo>
                  <a:cubicBezTo>
                    <a:pt x="3579" y="9798"/>
                    <a:pt x="3692" y="9826"/>
                    <a:pt x="3778" y="9883"/>
                  </a:cubicBezTo>
                  <a:cubicBezTo>
                    <a:pt x="3920" y="9627"/>
                    <a:pt x="3834" y="9400"/>
                    <a:pt x="3806" y="9145"/>
                  </a:cubicBezTo>
                  <a:cubicBezTo>
                    <a:pt x="3806" y="8889"/>
                    <a:pt x="3778" y="8605"/>
                    <a:pt x="3778" y="8378"/>
                  </a:cubicBezTo>
                  <a:cubicBezTo>
                    <a:pt x="3749" y="8122"/>
                    <a:pt x="3721" y="7923"/>
                    <a:pt x="3721" y="7668"/>
                  </a:cubicBezTo>
                  <a:cubicBezTo>
                    <a:pt x="3692" y="7412"/>
                    <a:pt x="3692" y="7128"/>
                    <a:pt x="3692" y="6873"/>
                  </a:cubicBezTo>
                  <a:cubicBezTo>
                    <a:pt x="3664" y="6646"/>
                    <a:pt x="3664" y="6390"/>
                    <a:pt x="3664" y="6163"/>
                  </a:cubicBezTo>
                  <a:cubicBezTo>
                    <a:pt x="3607" y="5879"/>
                    <a:pt x="3607" y="5595"/>
                    <a:pt x="3692" y="5339"/>
                  </a:cubicBezTo>
                  <a:lnTo>
                    <a:pt x="4118" y="5964"/>
                  </a:lnTo>
                  <a:cubicBezTo>
                    <a:pt x="4686" y="6731"/>
                    <a:pt x="5254" y="7526"/>
                    <a:pt x="5851" y="8293"/>
                  </a:cubicBezTo>
                  <a:cubicBezTo>
                    <a:pt x="5936" y="8463"/>
                    <a:pt x="6078" y="8605"/>
                    <a:pt x="6220" y="8719"/>
                  </a:cubicBezTo>
                  <a:cubicBezTo>
                    <a:pt x="6267" y="8754"/>
                    <a:pt x="6318" y="8779"/>
                    <a:pt x="6369" y="8779"/>
                  </a:cubicBezTo>
                  <a:cubicBezTo>
                    <a:pt x="6441" y="8779"/>
                    <a:pt x="6511" y="8727"/>
                    <a:pt x="6561" y="8577"/>
                  </a:cubicBezTo>
                  <a:lnTo>
                    <a:pt x="6163" y="7980"/>
                  </a:lnTo>
                  <a:cubicBezTo>
                    <a:pt x="5993" y="7781"/>
                    <a:pt x="5851" y="7583"/>
                    <a:pt x="5709" y="7355"/>
                  </a:cubicBezTo>
                  <a:cubicBezTo>
                    <a:pt x="5538" y="7128"/>
                    <a:pt x="5340" y="6873"/>
                    <a:pt x="5198" y="6646"/>
                  </a:cubicBezTo>
                  <a:cubicBezTo>
                    <a:pt x="5056" y="6447"/>
                    <a:pt x="4885" y="6248"/>
                    <a:pt x="4743" y="6021"/>
                  </a:cubicBezTo>
                  <a:cubicBezTo>
                    <a:pt x="4544" y="5822"/>
                    <a:pt x="4402" y="5595"/>
                    <a:pt x="4317" y="5339"/>
                  </a:cubicBezTo>
                  <a:lnTo>
                    <a:pt x="4317" y="5339"/>
                  </a:lnTo>
                  <a:cubicBezTo>
                    <a:pt x="4516" y="5396"/>
                    <a:pt x="4601" y="5424"/>
                    <a:pt x="4715" y="5453"/>
                  </a:cubicBezTo>
                  <a:cubicBezTo>
                    <a:pt x="5311" y="5680"/>
                    <a:pt x="5908" y="5907"/>
                    <a:pt x="6504" y="6106"/>
                  </a:cubicBezTo>
                  <a:cubicBezTo>
                    <a:pt x="6731" y="6163"/>
                    <a:pt x="6958" y="6220"/>
                    <a:pt x="7214" y="6220"/>
                  </a:cubicBezTo>
                  <a:cubicBezTo>
                    <a:pt x="7327" y="6220"/>
                    <a:pt x="7441" y="6163"/>
                    <a:pt x="7413" y="5964"/>
                  </a:cubicBezTo>
                  <a:cubicBezTo>
                    <a:pt x="6958" y="5794"/>
                    <a:pt x="6532" y="5623"/>
                    <a:pt x="6050" y="5424"/>
                  </a:cubicBezTo>
                  <a:cubicBezTo>
                    <a:pt x="5567" y="5226"/>
                    <a:pt x="5084" y="5084"/>
                    <a:pt x="4544" y="4885"/>
                  </a:cubicBezTo>
                  <a:cubicBezTo>
                    <a:pt x="4715" y="4771"/>
                    <a:pt x="4828" y="4714"/>
                    <a:pt x="4942" y="4629"/>
                  </a:cubicBezTo>
                  <a:cubicBezTo>
                    <a:pt x="5624" y="4288"/>
                    <a:pt x="6305" y="3976"/>
                    <a:pt x="6958" y="3607"/>
                  </a:cubicBezTo>
                  <a:cubicBezTo>
                    <a:pt x="7129" y="3522"/>
                    <a:pt x="7242" y="3436"/>
                    <a:pt x="7384" y="3351"/>
                  </a:cubicBezTo>
                  <a:cubicBezTo>
                    <a:pt x="7526" y="3266"/>
                    <a:pt x="7498" y="3152"/>
                    <a:pt x="7271" y="2954"/>
                  </a:cubicBezTo>
                  <a:cubicBezTo>
                    <a:pt x="7157" y="3039"/>
                    <a:pt x="7044" y="3124"/>
                    <a:pt x="6930" y="3209"/>
                  </a:cubicBezTo>
                  <a:cubicBezTo>
                    <a:pt x="6050" y="3635"/>
                    <a:pt x="5198" y="4033"/>
                    <a:pt x="4317" y="4459"/>
                  </a:cubicBezTo>
                  <a:cubicBezTo>
                    <a:pt x="4308" y="4468"/>
                    <a:pt x="4298" y="4471"/>
                    <a:pt x="4290" y="4471"/>
                  </a:cubicBezTo>
                  <a:cubicBezTo>
                    <a:pt x="4273" y="4471"/>
                    <a:pt x="4260" y="4459"/>
                    <a:pt x="4260" y="4459"/>
                  </a:cubicBezTo>
                  <a:cubicBezTo>
                    <a:pt x="4232" y="4459"/>
                    <a:pt x="4232" y="4430"/>
                    <a:pt x="4204" y="4402"/>
                  </a:cubicBezTo>
                  <a:lnTo>
                    <a:pt x="4488" y="4004"/>
                  </a:lnTo>
                  <a:cubicBezTo>
                    <a:pt x="5141" y="3067"/>
                    <a:pt x="5794" y="2159"/>
                    <a:pt x="6447" y="1221"/>
                  </a:cubicBezTo>
                  <a:cubicBezTo>
                    <a:pt x="6618" y="966"/>
                    <a:pt x="6788" y="710"/>
                    <a:pt x="6930" y="426"/>
                  </a:cubicBezTo>
                  <a:cubicBezTo>
                    <a:pt x="6958" y="284"/>
                    <a:pt x="6958" y="142"/>
                    <a:pt x="6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14"/>
            <p:cNvSpPr/>
            <p:nvPr/>
          </p:nvSpPr>
          <p:spPr>
            <a:xfrm>
              <a:off x="4537700" y="3840300"/>
              <a:ext cx="177525" cy="446375"/>
            </a:xfrm>
            <a:custGeom>
              <a:rect b="b" l="l" r="r" t="t"/>
              <a:pathLst>
                <a:path extrusionOk="0" h="17855" w="7101">
                  <a:moveTo>
                    <a:pt x="5066" y="1"/>
                  </a:moveTo>
                  <a:cubicBezTo>
                    <a:pt x="4558" y="1"/>
                    <a:pt x="4058" y="198"/>
                    <a:pt x="3721" y="560"/>
                  </a:cubicBezTo>
                  <a:cubicBezTo>
                    <a:pt x="3409" y="872"/>
                    <a:pt x="3125" y="1213"/>
                    <a:pt x="2898" y="1553"/>
                  </a:cubicBezTo>
                  <a:cubicBezTo>
                    <a:pt x="2415" y="2263"/>
                    <a:pt x="2046" y="3030"/>
                    <a:pt x="1790" y="3825"/>
                  </a:cubicBezTo>
                  <a:cubicBezTo>
                    <a:pt x="1023" y="5984"/>
                    <a:pt x="512" y="8199"/>
                    <a:pt x="256" y="10442"/>
                  </a:cubicBezTo>
                  <a:cubicBezTo>
                    <a:pt x="1" y="12771"/>
                    <a:pt x="171" y="15128"/>
                    <a:pt x="768" y="17400"/>
                  </a:cubicBezTo>
                  <a:cubicBezTo>
                    <a:pt x="796" y="17542"/>
                    <a:pt x="853" y="17684"/>
                    <a:pt x="938" y="17798"/>
                  </a:cubicBezTo>
                  <a:cubicBezTo>
                    <a:pt x="966" y="17826"/>
                    <a:pt x="995" y="17854"/>
                    <a:pt x="1052" y="17854"/>
                  </a:cubicBezTo>
                  <a:cubicBezTo>
                    <a:pt x="1108" y="17826"/>
                    <a:pt x="1194" y="17769"/>
                    <a:pt x="1194" y="17712"/>
                  </a:cubicBezTo>
                  <a:cubicBezTo>
                    <a:pt x="1194" y="17428"/>
                    <a:pt x="1165" y="17173"/>
                    <a:pt x="1108" y="16889"/>
                  </a:cubicBezTo>
                  <a:cubicBezTo>
                    <a:pt x="540" y="14418"/>
                    <a:pt x="654" y="11947"/>
                    <a:pt x="966" y="9477"/>
                  </a:cubicBezTo>
                  <a:cubicBezTo>
                    <a:pt x="1222" y="7631"/>
                    <a:pt x="1676" y="5813"/>
                    <a:pt x="2330" y="4053"/>
                  </a:cubicBezTo>
                  <a:cubicBezTo>
                    <a:pt x="2642" y="3144"/>
                    <a:pt x="3096" y="2263"/>
                    <a:pt x="3664" y="1497"/>
                  </a:cubicBezTo>
                  <a:cubicBezTo>
                    <a:pt x="3892" y="1213"/>
                    <a:pt x="4147" y="957"/>
                    <a:pt x="4403" y="730"/>
                  </a:cubicBezTo>
                  <a:cubicBezTo>
                    <a:pt x="4637" y="538"/>
                    <a:pt x="4919" y="442"/>
                    <a:pt x="5201" y="442"/>
                  </a:cubicBezTo>
                  <a:cubicBezTo>
                    <a:pt x="5296" y="442"/>
                    <a:pt x="5390" y="453"/>
                    <a:pt x="5482" y="474"/>
                  </a:cubicBezTo>
                  <a:cubicBezTo>
                    <a:pt x="5908" y="531"/>
                    <a:pt x="6334" y="730"/>
                    <a:pt x="6675" y="1014"/>
                  </a:cubicBezTo>
                  <a:cubicBezTo>
                    <a:pt x="6788" y="1128"/>
                    <a:pt x="6902" y="1213"/>
                    <a:pt x="7015" y="1298"/>
                  </a:cubicBezTo>
                  <a:lnTo>
                    <a:pt x="7101" y="1213"/>
                  </a:lnTo>
                  <a:cubicBezTo>
                    <a:pt x="7101" y="1128"/>
                    <a:pt x="7072" y="1071"/>
                    <a:pt x="7044" y="1014"/>
                  </a:cubicBezTo>
                  <a:cubicBezTo>
                    <a:pt x="6646" y="446"/>
                    <a:pt x="6021" y="77"/>
                    <a:pt x="5340" y="20"/>
                  </a:cubicBezTo>
                  <a:cubicBezTo>
                    <a:pt x="5249" y="7"/>
                    <a:pt x="5158" y="1"/>
                    <a:pt x="50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14"/>
            <p:cNvSpPr/>
            <p:nvPr/>
          </p:nvSpPr>
          <p:spPr>
            <a:xfrm>
              <a:off x="4757800" y="3836775"/>
              <a:ext cx="163325" cy="464100"/>
            </a:xfrm>
            <a:custGeom>
              <a:rect b="b" l="l" r="r" t="t"/>
              <a:pathLst>
                <a:path extrusionOk="0" h="18564" w="6533">
                  <a:moveTo>
                    <a:pt x="1801" y="1"/>
                  </a:moveTo>
                  <a:cubicBezTo>
                    <a:pt x="1230" y="1"/>
                    <a:pt x="664" y="187"/>
                    <a:pt x="199" y="559"/>
                  </a:cubicBezTo>
                  <a:cubicBezTo>
                    <a:pt x="114" y="615"/>
                    <a:pt x="1" y="701"/>
                    <a:pt x="114" y="871"/>
                  </a:cubicBezTo>
                  <a:lnTo>
                    <a:pt x="682" y="615"/>
                  </a:lnTo>
                  <a:cubicBezTo>
                    <a:pt x="944" y="473"/>
                    <a:pt x="1245" y="410"/>
                    <a:pt x="1537" y="410"/>
                  </a:cubicBezTo>
                  <a:cubicBezTo>
                    <a:pt x="1593" y="410"/>
                    <a:pt x="1649" y="412"/>
                    <a:pt x="1705" y="417"/>
                  </a:cubicBezTo>
                  <a:cubicBezTo>
                    <a:pt x="2443" y="445"/>
                    <a:pt x="3096" y="814"/>
                    <a:pt x="3522" y="1411"/>
                  </a:cubicBezTo>
                  <a:cubicBezTo>
                    <a:pt x="4118" y="2177"/>
                    <a:pt x="4601" y="3029"/>
                    <a:pt x="4914" y="3938"/>
                  </a:cubicBezTo>
                  <a:cubicBezTo>
                    <a:pt x="5311" y="5188"/>
                    <a:pt x="5567" y="6466"/>
                    <a:pt x="5709" y="7743"/>
                  </a:cubicBezTo>
                  <a:cubicBezTo>
                    <a:pt x="5908" y="9561"/>
                    <a:pt x="5908" y="11379"/>
                    <a:pt x="5737" y="13196"/>
                  </a:cubicBezTo>
                  <a:cubicBezTo>
                    <a:pt x="5595" y="14900"/>
                    <a:pt x="5198" y="16576"/>
                    <a:pt x="4544" y="18137"/>
                  </a:cubicBezTo>
                  <a:cubicBezTo>
                    <a:pt x="4488" y="18251"/>
                    <a:pt x="4459" y="18365"/>
                    <a:pt x="4402" y="18563"/>
                  </a:cubicBezTo>
                  <a:cubicBezTo>
                    <a:pt x="4715" y="18478"/>
                    <a:pt x="4970" y="18251"/>
                    <a:pt x="5056" y="17939"/>
                  </a:cubicBezTo>
                  <a:cubicBezTo>
                    <a:pt x="5425" y="17143"/>
                    <a:pt x="5680" y="16348"/>
                    <a:pt x="5879" y="15525"/>
                  </a:cubicBezTo>
                  <a:cubicBezTo>
                    <a:pt x="6135" y="14332"/>
                    <a:pt x="6277" y="13139"/>
                    <a:pt x="6334" y="11946"/>
                  </a:cubicBezTo>
                  <a:cubicBezTo>
                    <a:pt x="6532" y="9334"/>
                    <a:pt x="6277" y="6721"/>
                    <a:pt x="5595" y="4222"/>
                  </a:cubicBezTo>
                  <a:cubicBezTo>
                    <a:pt x="5283" y="3114"/>
                    <a:pt x="4743" y="2092"/>
                    <a:pt x="4033" y="1212"/>
                  </a:cubicBezTo>
                  <a:cubicBezTo>
                    <a:pt x="3806" y="899"/>
                    <a:pt x="3494" y="615"/>
                    <a:pt x="3181" y="388"/>
                  </a:cubicBezTo>
                  <a:cubicBezTo>
                    <a:pt x="2755" y="130"/>
                    <a:pt x="2276" y="1"/>
                    <a:pt x="1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14"/>
            <p:cNvSpPr/>
            <p:nvPr/>
          </p:nvSpPr>
          <p:spPr>
            <a:xfrm>
              <a:off x="4380100" y="4112675"/>
              <a:ext cx="110775" cy="164775"/>
            </a:xfrm>
            <a:custGeom>
              <a:rect b="b" l="l" r="r" t="t"/>
              <a:pathLst>
                <a:path extrusionOk="0" h="6591" w="4431">
                  <a:moveTo>
                    <a:pt x="4093" y="0"/>
                  </a:moveTo>
                  <a:cubicBezTo>
                    <a:pt x="3957" y="0"/>
                    <a:pt x="3820" y="35"/>
                    <a:pt x="3692" y="115"/>
                  </a:cubicBezTo>
                  <a:cubicBezTo>
                    <a:pt x="2499" y="513"/>
                    <a:pt x="1307" y="939"/>
                    <a:pt x="114" y="1393"/>
                  </a:cubicBezTo>
                  <a:cubicBezTo>
                    <a:pt x="57" y="1393"/>
                    <a:pt x="29" y="1478"/>
                    <a:pt x="0" y="1564"/>
                  </a:cubicBezTo>
                  <a:cubicBezTo>
                    <a:pt x="57" y="1592"/>
                    <a:pt x="142" y="1620"/>
                    <a:pt x="228" y="1620"/>
                  </a:cubicBezTo>
                  <a:cubicBezTo>
                    <a:pt x="1165" y="1507"/>
                    <a:pt x="2017" y="1109"/>
                    <a:pt x="2982" y="797"/>
                  </a:cubicBezTo>
                  <a:lnTo>
                    <a:pt x="2982" y="797"/>
                  </a:lnTo>
                  <a:cubicBezTo>
                    <a:pt x="2755" y="1109"/>
                    <a:pt x="2499" y="1393"/>
                    <a:pt x="2187" y="1620"/>
                  </a:cubicBezTo>
                  <a:cubicBezTo>
                    <a:pt x="1960" y="1848"/>
                    <a:pt x="1704" y="2075"/>
                    <a:pt x="1477" y="2330"/>
                  </a:cubicBezTo>
                  <a:cubicBezTo>
                    <a:pt x="1221" y="2558"/>
                    <a:pt x="994" y="2813"/>
                    <a:pt x="796" y="3126"/>
                  </a:cubicBezTo>
                  <a:cubicBezTo>
                    <a:pt x="862" y="3173"/>
                    <a:pt x="922" y="3192"/>
                    <a:pt x="976" y="3192"/>
                  </a:cubicBezTo>
                  <a:cubicBezTo>
                    <a:pt x="1086" y="3192"/>
                    <a:pt x="1174" y="3116"/>
                    <a:pt x="1250" y="3040"/>
                  </a:cubicBezTo>
                  <a:cubicBezTo>
                    <a:pt x="1875" y="2472"/>
                    <a:pt x="2528" y="1876"/>
                    <a:pt x="3181" y="1280"/>
                  </a:cubicBezTo>
                  <a:cubicBezTo>
                    <a:pt x="3250" y="1234"/>
                    <a:pt x="3282" y="1151"/>
                    <a:pt x="3397" y="1151"/>
                  </a:cubicBezTo>
                  <a:cubicBezTo>
                    <a:pt x="3424" y="1151"/>
                    <a:pt x="3455" y="1155"/>
                    <a:pt x="3493" y="1166"/>
                  </a:cubicBezTo>
                  <a:cubicBezTo>
                    <a:pt x="3380" y="1393"/>
                    <a:pt x="3238" y="1592"/>
                    <a:pt x="3124" y="1791"/>
                  </a:cubicBezTo>
                  <a:cubicBezTo>
                    <a:pt x="2727" y="2529"/>
                    <a:pt x="2301" y="3268"/>
                    <a:pt x="1903" y="4006"/>
                  </a:cubicBezTo>
                  <a:cubicBezTo>
                    <a:pt x="1846" y="4120"/>
                    <a:pt x="1789" y="4205"/>
                    <a:pt x="1903" y="4347"/>
                  </a:cubicBezTo>
                  <a:cubicBezTo>
                    <a:pt x="1918" y="4350"/>
                    <a:pt x="1932" y="4351"/>
                    <a:pt x="1946" y="4351"/>
                  </a:cubicBezTo>
                  <a:cubicBezTo>
                    <a:pt x="2063" y="4351"/>
                    <a:pt x="2139" y="4250"/>
                    <a:pt x="2215" y="4148"/>
                  </a:cubicBezTo>
                  <a:cubicBezTo>
                    <a:pt x="2641" y="3410"/>
                    <a:pt x="3096" y="2671"/>
                    <a:pt x="3522" y="1961"/>
                  </a:cubicBezTo>
                  <a:cubicBezTo>
                    <a:pt x="3607" y="1819"/>
                    <a:pt x="3721" y="1706"/>
                    <a:pt x="3806" y="1564"/>
                  </a:cubicBezTo>
                  <a:lnTo>
                    <a:pt x="3863" y="1592"/>
                  </a:lnTo>
                  <a:cubicBezTo>
                    <a:pt x="3749" y="2501"/>
                    <a:pt x="3635" y="3381"/>
                    <a:pt x="3550" y="4262"/>
                  </a:cubicBezTo>
                  <a:cubicBezTo>
                    <a:pt x="3465" y="4886"/>
                    <a:pt x="3408" y="5540"/>
                    <a:pt x="3351" y="6164"/>
                  </a:cubicBezTo>
                  <a:cubicBezTo>
                    <a:pt x="3351" y="6278"/>
                    <a:pt x="3380" y="6391"/>
                    <a:pt x="3408" y="6533"/>
                  </a:cubicBezTo>
                  <a:cubicBezTo>
                    <a:pt x="3408" y="6562"/>
                    <a:pt x="3493" y="6562"/>
                    <a:pt x="3522" y="6590"/>
                  </a:cubicBezTo>
                  <a:cubicBezTo>
                    <a:pt x="3579" y="6590"/>
                    <a:pt x="3664" y="6562"/>
                    <a:pt x="3664" y="6562"/>
                  </a:cubicBezTo>
                  <a:cubicBezTo>
                    <a:pt x="3692" y="6448"/>
                    <a:pt x="3721" y="6335"/>
                    <a:pt x="3749" y="6221"/>
                  </a:cubicBezTo>
                  <a:cubicBezTo>
                    <a:pt x="3834" y="5596"/>
                    <a:pt x="3891" y="4943"/>
                    <a:pt x="3948" y="4318"/>
                  </a:cubicBezTo>
                  <a:cubicBezTo>
                    <a:pt x="4118" y="3069"/>
                    <a:pt x="4260" y="1819"/>
                    <a:pt x="4402" y="598"/>
                  </a:cubicBezTo>
                  <a:cubicBezTo>
                    <a:pt x="4431" y="399"/>
                    <a:pt x="4431" y="229"/>
                    <a:pt x="4402" y="59"/>
                  </a:cubicBezTo>
                  <a:cubicBezTo>
                    <a:pt x="4303" y="21"/>
                    <a:pt x="4198" y="0"/>
                    <a:pt x="4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14"/>
            <p:cNvSpPr/>
            <p:nvPr/>
          </p:nvSpPr>
          <p:spPr>
            <a:xfrm>
              <a:off x="4972925" y="4075075"/>
              <a:ext cx="95150" cy="155500"/>
            </a:xfrm>
            <a:custGeom>
              <a:rect b="b" l="l" r="r" t="t"/>
              <a:pathLst>
                <a:path extrusionOk="0" h="6220" w="3806">
                  <a:moveTo>
                    <a:pt x="3607" y="1"/>
                  </a:moveTo>
                  <a:lnTo>
                    <a:pt x="3607" y="1"/>
                  </a:lnTo>
                  <a:cubicBezTo>
                    <a:pt x="3408" y="29"/>
                    <a:pt x="3266" y="1"/>
                    <a:pt x="3181" y="57"/>
                  </a:cubicBezTo>
                  <a:cubicBezTo>
                    <a:pt x="2698" y="370"/>
                    <a:pt x="2216" y="654"/>
                    <a:pt x="1733" y="1023"/>
                  </a:cubicBezTo>
                  <a:cubicBezTo>
                    <a:pt x="1108" y="1392"/>
                    <a:pt x="512" y="1818"/>
                    <a:pt x="0" y="2329"/>
                  </a:cubicBezTo>
                  <a:cubicBezTo>
                    <a:pt x="86" y="3380"/>
                    <a:pt x="852" y="5624"/>
                    <a:pt x="1335" y="6220"/>
                  </a:cubicBezTo>
                  <a:cubicBezTo>
                    <a:pt x="1420" y="6135"/>
                    <a:pt x="1477" y="6050"/>
                    <a:pt x="1506" y="5936"/>
                  </a:cubicBezTo>
                  <a:cubicBezTo>
                    <a:pt x="1506" y="5851"/>
                    <a:pt x="1449" y="5766"/>
                    <a:pt x="1420" y="5680"/>
                  </a:cubicBezTo>
                  <a:cubicBezTo>
                    <a:pt x="1165" y="4885"/>
                    <a:pt x="881" y="4118"/>
                    <a:pt x="625" y="3323"/>
                  </a:cubicBezTo>
                  <a:cubicBezTo>
                    <a:pt x="597" y="3181"/>
                    <a:pt x="568" y="3011"/>
                    <a:pt x="540" y="2812"/>
                  </a:cubicBezTo>
                  <a:lnTo>
                    <a:pt x="540" y="2812"/>
                  </a:lnTo>
                  <a:cubicBezTo>
                    <a:pt x="625" y="2840"/>
                    <a:pt x="710" y="2869"/>
                    <a:pt x="767" y="2926"/>
                  </a:cubicBezTo>
                  <a:cubicBezTo>
                    <a:pt x="1420" y="3352"/>
                    <a:pt x="2074" y="3778"/>
                    <a:pt x="2727" y="4232"/>
                  </a:cubicBezTo>
                  <a:cubicBezTo>
                    <a:pt x="2784" y="4289"/>
                    <a:pt x="2869" y="4317"/>
                    <a:pt x="2954" y="4346"/>
                  </a:cubicBezTo>
                  <a:cubicBezTo>
                    <a:pt x="3039" y="4346"/>
                    <a:pt x="3124" y="4289"/>
                    <a:pt x="3238" y="4232"/>
                  </a:cubicBezTo>
                  <a:cubicBezTo>
                    <a:pt x="3124" y="4118"/>
                    <a:pt x="2982" y="4005"/>
                    <a:pt x="2869" y="3920"/>
                  </a:cubicBezTo>
                  <a:lnTo>
                    <a:pt x="1449" y="2840"/>
                  </a:lnTo>
                  <a:cubicBezTo>
                    <a:pt x="1364" y="2784"/>
                    <a:pt x="1250" y="2727"/>
                    <a:pt x="1307" y="2556"/>
                  </a:cubicBezTo>
                  <a:cubicBezTo>
                    <a:pt x="1676" y="2556"/>
                    <a:pt x="2074" y="2556"/>
                    <a:pt x="2414" y="2585"/>
                  </a:cubicBezTo>
                  <a:cubicBezTo>
                    <a:pt x="2784" y="2642"/>
                    <a:pt x="3124" y="2642"/>
                    <a:pt x="3494" y="2642"/>
                  </a:cubicBezTo>
                  <a:cubicBezTo>
                    <a:pt x="3579" y="2642"/>
                    <a:pt x="3664" y="2528"/>
                    <a:pt x="3806" y="2443"/>
                  </a:cubicBezTo>
                  <a:cubicBezTo>
                    <a:pt x="3607" y="2358"/>
                    <a:pt x="3494" y="2329"/>
                    <a:pt x="3323" y="2301"/>
                  </a:cubicBezTo>
                  <a:cubicBezTo>
                    <a:pt x="3153" y="2273"/>
                    <a:pt x="3011" y="2244"/>
                    <a:pt x="2840" y="2244"/>
                  </a:cubicBezTo>
                  <a:lnTo>
                    <a:pt x="2414" y="2187"/>
                  </a:lnTo>
                  <a:cubicBezTo>
                    <a:pt x="2244" y="2187"/>
                    <a:pt x="2074" y="2159"/>
                    <a:pt x="1932" y="2131"/>
                  </a:cubicBezTo>
                  <a:cubicBezTo>
                    <a:pt x="1861" y="2116"/>
                    <a:pt x="1790" y="2116"/>
                    <a:pt x="1719" y="2116"/>
                  </a:cubicBezTo>
                  <a:cubicBezTo>
                    <a:pt x="1648" y="2116"/>
                    <a:pt x="1577" y="2116"/>
                    <a:pt x="1506" y="2102"/>
                  </a:cubicBezTo>
                  <a:cubicBezTo>
                    <a:pt x="1437" y="2102"/>
                    <a:pt x="1369" y="2111"/>
                    <a:pt x="1303" y="2111"/>
                  </a:cubicBezTo>
                  <a:cubicBezTo>
                    <a:pt x="1203" y="2111"/>
                    <a:pt x="1108" y="2091"/>
                    <a:pt x="1023" y="1989"/>
                  </a:cubicBezTo>
                  <a:cubicBezTo>
                    <a:pt x="1307" y="1790"/>
                    <a:pt x="1562" y="1648"/>
                    <a:pt x="1790" y="1477"/>
                  </a:cubicBezTo>
                  <a:cubicBezTo>
                    <a:pt x="2301" y="1108"/>
                    <a:pt x="2812" y="767"/>
                    <a:pt x="3295" y="398"/>
                  </a:cubicBezTo>
                  <a:cubicBezTo>
                    <a:pt x="3408" y="285"/>
                    <a:pt x="3522" y="143"/>
                    <a:pt x="3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14"/>
            <p:cNvSpPr/>
            <p:nvPr/>
          </p:nvSpPr>
          <p:spPr>
            <a:xfrm>
              <a:off x="4867850" y="3719375"/>
              <a:ext cx="89475" cy="89775"/>
            </a:xfrm>
            <a:custGeom>
              <a:rect b="b" l="l" r="r" t="t"/>
              <a:pathLst>
                <a:path extrusionOk="0" h="3591" w="3579">
                  <a:moveTo>
                    <a:pt x="852" y="1"/>
                  </a:moveTo>
                  <a:cubicBezTo>
                    <a:pt x="568" y="1"/>
                    <a:pt x="540" y="171"/>
                    <a:pt x="512" y="342"/>
                  </a:cubicBezTo>
                  <a:cubicBezTo>
                    <a:pt x="341" y="1080"/>
                    <a:pt x="199" y="1847"/>
                    <a:pt x="57" y="2613"/>
                  </a:cubicBezTo>
                  <a:cubicBezTo>
                    <a:pt x="29" y="2784"/>
                    <a:pt x="0" y="2954"/>
                    <a:pt x="29" y="3125"/>
                  </a:cubicBezTo>
                  <a:cubicBezTo>
                    <a:pt x="6" y="3376"/>
                    <a:pt x="222" y="3591"/>
                    <a:pt x="471" y="3591"/>
                  </a:cubicBezTo>
                  <a:cubicBezTo>
                    <a:pt x="531" y="3591"/>
                    <a:pt x="593" y="3578"/>
                    <a:pt x="654" y="3551"/>
                  </a:cubicBezTo>
                  <a:cubicBezTo>
                    <a:pt x="1392" y="3267"/>
                    <a:pt x="2102" y="2954"/>
                    <a:pt x="2812" y="2642"/>
                  </a:cubicBezTo>
                  <a:cubicBezTo>
                    <a:pt x="3039" y="2528"/>
                    <a:pt x="3238" y="2358"/>
                    <a:pt x="3437" y="2187"/>
                  </a:cubicBezTo>
                  <a:cubicBezTo>
                    <a:pt x="3493" y="2131"/>
                    <a:pt x="3522" y="2045"/>
                    <a:pt x="3579" y="1875"/>
                  </a:cubicBezTo>
                  <a:cubicBezTo>
                    <a:pt x="3437" y="1875"/>
                    <a:pt x="3266" y="1903"/>
                    <a:pt x="3124" y="1960"/>
                  </a:cubicBezTo>
                  <a:cubicBezTo>
                    <a:pt x="2528" y="2244"/>
                    <a:pt x="1903" y="2528"/>
                    <a:pt x="1307" y="2841"/>
                  </a:cubicBezTo>
                  <a:lnTo>
                    <a:pt x="966" y="2841"/>
                  </a:lnTo>
                  <a:lnTo>
                    <a:pt x="1562" y="2045"/>
                  </a:lnTo>
                  <a:cubicBezTo>
                    <a:pt x="1875" y="1591"/>
                    <a:pt x="2216" y="1165"/>
                    <a:pt x="2528" y="739"/>
                  </a:cubicBezTo>
                  <a:cubicBezTo>
                    <a:pt x="2556" y="682"/>
                    <a:pt x="2556" y="569"/>
                    <a:pt x="2556" y="484"/>
                  </a:cubicBezTo>
                  <a:cubicBezTo>
                    <a:pt x="2535" y="481"/>
                    <a:pt x="2515" y="480"/>
                    <a:pt x="2496" y="480"/>
                  </a:cubicBezTo>
                  <a:cubicBezTo>
                    <a:pt x="2259" y="480"/>
                    <a:pt x="2177" y="636"/>
                    <a:pt x="2045" y="768"/>
                  </a:cubicBezTo>
                  <a:cubicBezTo>
                    <a:pt x="1619" y="1279"/>
                    <a:pt x="1222" y="1790"/>
                    <a:pt x="796" y="2301"/>
                  </a:cubicBezTo>
                  <a:cubicBezTo>
                    <a:pt x="733" y="2342"/>
                    <a:pt x="686" y="2429"/>
                    <a:pt x="600" y="2429"/>
                  </a:cubicBezTo>
                  <a:cubicBezTo>
                    <a:pt x="567" y="2429"/>
                    <a:pt x="529" y="2417"/>
                    <a:pt x="483" y="2386"/>
                  </a:cubicBezTo>
                  <a:cubicBezTo>
                    <a:pt x="540" y="2017"/>
                    <a:pt x="654" y="1619"/>
                    <a:pt x="682" y="1222"/>
                  </a:cubicBezTo>
                  <a:cubicBezTo>
                    <a:pt x="739" y="824"/>
                    <a:pt x="909" y="427"/>
                    <a:pt x="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14"/>
            <p:cNvSpPr/>
            <p:nvPr/>
          </p:nvSpPr>
          <p:spPr>
            <a:xfrm>
              <a:off x="4495825" y="3744225"/>
              <a:ext cx="88775" cy="80525"/>
            </a:xfrm>
            <a:custGeom>
              <a:rect b="b" l="l" r="r" t="t"/>
              <a:pathLst>
                <a:path extrusionOk="0" h="3221" w="3551">
                  <a:moveTo>
                    <a:pt x="3039" y="1"/>
                  </a:moveTo>
                  <a:lnTo>
                    <a:pt x="3039" y="1"/>
                  </a:lnTo>
                  <a:cubicBezTo>
                    <a:pt x="2954" y="767"/>
                    <a:pt x="3209" y="1477"/>
                    <a:pt x="3067" y="2187"/>
                  </a:cubicBezTo>
                  <a:lnTo>
                    <a:pt x="2954" y="2187"/>
                  </a:lnTo>
                  <a:lnTo>
                    <a:pt x="1790" y="654"/>
                  </a:lnTo>
                  <a:cubicBezTo>
                    <a:pt x="1591" y="711"/>
                    <a:pt x="1562" y="853"/>
                    <a:pt x="1648" y="938"/>
                  </a:cubicBezTo>
                  <a:cubicBezTo>
                    <a:pt x="1931" y="1392"/>
                    <a:pt x="2215" y="1847"/>
                    <a:pt x="2499" y="2329"/>
                  </a:cubicBezTo>
                  <a:cubicBezTo>
                    <a:pt x="2528" y="2415"/>
                    <a:pt x="2641" y="2528"/>
                    <a:pt x="2528" y="2670"/>
                  </a:cubicBezTo>
                  <a:lnTo>
                    <a:pt x="398" y="2187"/>
                  </a:lnTo>
                  <a:cubicBezTo>
                    <a:pt x="332" y="2168"/>
                    <a:pt x="275" y="2159"/>
                    <a:pt x="228" y="2159"/>
                  </a:cubicBezTo>
                  <a:cubicBezTo>
                    <a:pt x="133" y="2159"/>
                    <a:pt x="76" y="2197"/>
                    <a:pt x="57" y="2273"/>
                  </a:cubicBezTo>
                  <a:cubicBezTo>
                    <a:pt x="0" y="2471"/>
                    <a:pt x="142" y="2528"/>
                    <a:pt x="284" y="2585"/>
                  </a:cubicBezTo>
                  <a:cubicBezTo>
                    <a:pt x="313" y="2613"/>
                    <a:pt x="341" y="2642"/>
                    <a:pt x="398" y="2642"/>
                  </a:cubicBezTo>
                  <a:cubicBezTo>
                    <a:pt x="1222" y="2841"/>
                    <a:pt x="2045" y="3039"/>
                    <a:pt x="2897" y="3210"/>
                  </a:cubicBezTo>
                  <a:cubicBezTo>
                    <a:pt x="2930" y="3217"/>
                    <a:pt x="2964" y="3221"/>
                    <a:pt x="2997" y="3221"/>
                  </a:cubicBezTo>
                  <a:cubicBezTo>
                    <a:pt x="3216" y="3221"/>
                    <a:pt x="3419" y="3063"/>
                    <a:pt x="3493" y="2841"/>
                  </a:cubicBezTo>
                  <a:cubicBezTo>
                    <a:pt x="3522" y="2670"/>
                    <a:pt x="3550" y="2500"/>
                    <a:pt x="3550" y="2329"/>
                  </a:cubicBezTo>
                  <a:cubicBezTo>
                    <a:pt x="3522" y="1676"/>
                    <a:pt x="3465" y="1023"/>
                    <a:pt x="3380" y="370"/>
                  </a:cubicBezTo>
                  <a:cubicBezTo>
                    <a:pt x="3380" y="256"/>
                    <a:pt x="3323" y="143"/>
                    <a:pt x="3266" y="58"/>
                  </a:cubicBezTo>
                  <a:cubicBezTo>
                    <a:pt x="3238" y="1"/>
                    <a:pt x="3124" y="29"/>
                    <a:pt x="30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14"/>
            <p:cNvSpPr/>
            <p:nvPr/>
          </p:nvSpPr>
          <p:spPr>
            <a:xfrm>
              <a:off x="4309100" y="4234825"/>
              <a:ext cx="825000" cy="646475"/>
            </a:xfrm>
            <a:custGeom>
              <a:rect b="b" l="l" r="r" t="t"/>
              <a:pathLst>
                <a:path extrusionOk="0" h="25859" w="33000">
                  <a:moveTo>
                    <a:pt x="33000" y="0"/>
                  </a:moveTo>
                  <a:lnTo>
                    <a:pt x="33000" y="0"/>
                  </a:lnTo>
                  <a:cubicBezTo>
                    <a:pt x="31836" y="1108"/>
                    <a:pt x="25361" y="1960"/>
                    <a:pt x="17381" y="2017"/>
                  </a:cubicBezTo>
                  <a:lnTo>
                    <a:pt x="16472" y="2017"/>
                  </a:lnTo>
                  <a:cubicBezTo>
                    <a:pt x="8151" y="2017"/>
                    <a:pt x="1278" y="1136"/>
                    <a:pt x="0" y="29"/>
                  </a:cubicBezTo>
                  <a:lnTo>
                    <a:pt x="0" y="29"/>
                  </a:lnTo>
                  <a:cubicBezTo>
                    <a:pt x="0" y="86"/>
                    <a:pt x="29" y="142"/>
                    <a:pt x="57" y="199"/>
                  </a:cubicBezTo>
                  <a:cubicBezTo>
                    <a:pt x="171" y="710"/>
                    <a:pt x="256" y="1193"/>
                    <a:pt x="398" y="1704"/>
                  </a:cubicBezTo>
                  <a:cubicBezTo>
                    <a:pt x="1165" y="4715"/>
                    <a:pt x="1903" y="7725"/>
                    <a:pt x="2670" y="10707"/>
                  </a:cubicBezTo>
                  <a:cubicBezTo>
                    <a:pt x="3522" y="14001"/>
                    <a:pt x="4374" y="17295"/>
                    <a:pt x="5254" y="20590"/>
                  </a:cubicBezTo>
                  <a:cubicBezTo>
                    <a:pt x="5453" y="21356"/>
                    <a:pt x="5595" y="22123"/>
                    <a:pt x="5879" y="22833"/>
                  </a:cubicBezTo>
                  <a:cubicBezTo>
                    <a:pt x="5936" y="23117"/>
                    <a:pt x="6135" y="23344"/>
                    <a:pt x="6362" y="23486"/>
                  </a:cubicBezTo>
                  <a:cubicBezTo>
                    <a:pt x="6845" y="23827"/>
                    <a:pt x="7413" y="24054"/>
                    <a:pt x="8009" y="24168"/>
                  </a:cubicBezTo>
                  <a:cubicBezTo>
                    <a:pt x="8127" y="24286"/>
                    <a:pt x="8265" y="24345"/>
                    <a:pt x="8423" y="24345"/>
                  </a:cubicBezTo>
                  <a:cubicBezTo>
                    <a:pt x="8455" y="24345"/>
                    <a:pt x="8487" y="24343"/>
                    <a:pt x="8520" y="24338"/>
                  </a:cubicBezTo>
                  <a:cubicBezTo>
                    <a:pt x="9344" y="24679"/>
                    <a:pt x="10167" y="24878"/>
                    <a:pt x="11048" y="24991"/>
                  </a:cubicBezTo>
                  <a:cubicBezTo>
                    <a:pt x="11145" y="25088"/>
                    <a:pt x="11268" y="25132"/>
                    <a:pt x="11400" y="25132"/>
                  </a:cubicBezTo>
                  <a:cubicBezTo>
                    <a:pt x="11461" y="25132"/>
                    <a:pt x="11524" y="25123"/>
                    <a:pt x="11587" y="25105"/>
                  </a:cubicBezTo>
                  <a:cubicBezTo>
                    <a:pt x="12468" y="25417"/>
                    <a:pt x="13405" y="25559"/>
                    <a:pt x="14342" y="25588"/>
                  </a:cubicBezTo>
                  <a:cubicBezTo>
                    <a:pt x="14228" y="23685"/>
                    <a:pt x="14086" y="21782"/>
                    <a:pt x="14001" y="19880"/>
                  </a:cubicBezTo>
                  <a:lnTo>
                    <a:pt x="14001" y="19880"/>
                  </a:lnTo>
                  <a:cubicBezTo>
                    <a:pt x="14115" y="21782"/>
                    <a:pt x="14228" y="23685"/>
                    <a:pt x="14342" y="25588"/>
                  </a:cubicBezTo>
                  <a:cubicBezTo>
                    <a:pt x="14439" y="25685"/>
                    <a:pt x="14563" y="25729"/>
                    <a:pt x="14685" y="25729"/>
                  </a:cubicBezTo>
                  <a:cubicBezTo>
                    <a:pt x="14742" y="25729"/>
                    <a:pt x="14799" y="25719"/>
                    <a:pt x="14853" y="25701"/>
                  </a:cubicBezTo>
                  <a:cubicBezTo>
                    <a:pt x="15293" y="25756"/>
                    <a:pt x="15733" y="25788"/>
                    <a:pt x="16181" y="25788"/>
                  </a:cubicBezTo>
                  <a:cubicBezTo>
                    <a:pt x="16427" y="25788"/>
                    <a:pt x="16675" y="25778"/>
                    <a:pt x="16926" y="25758"/>
                  </a:cubicBezTo>
                  <a:cubicBezTo>
                    <a:pt x="17022" y="25822"/>
                    <a:pt x="17127" y="25859"/>
                    <a:pt x="17235" y="25859"/>
                  </a:cubicBezTo>
                  <a:cubicBezTo>
                    <a:pt x="17320" y="25859"/>
                    <a:pt x="17407" y="25836"/>
                    <a:pt x="17494" y="25787"/>
                  </a:cubicBezTo>
                  <a:cubicBezTo>
                    <a:pt x="17665" y="25815"/>
                    <a:pt x="17835" y="25843"/>
                    <a:pt x="18005" y="25843"/>
                  </a:cubicBezTo>
                  <a:cubicBezTo>
                    <a:pt x="18137" y="25848"/>
                    <a:pt x="18268" y="25851"/>
                    <a:pt x="18398" y="25851"/>
                  </a:cubicBezTo>
                  <a:cubicBezTo>
                    <a:pt x="19026" y="25851"/>
                    <a:pt x="19642" y="25795"/>
                    <a:pt x="20277" y="25701"/>
                  </a:cubicBezTo>
                  <a:cubicBezTo>
                    <a:pt x="20354" y="25727"/>
                    <a:pt x="20430" y="25741"/>
                    <a:pt x="20507" y="25741"/>
                  </a:cubicBezTo>
                  <a:cubicBezTo>
                    <a:pt x="20601" y="25741"/>
                    <a:pt x="20695" y="25720"/>
                    <a:pt x="20788" y="25673"/>
                  </a:cubicBezTo>
                  <a:cubicBezTo>
                    <a:pt x="21243" y="25645"/>
                    <a:pt x="21669" y="25616"/>
                    <a:pt x="22123" y="25531"/>
                  </a:cubicBezTo>
                  <a:cubicBezTo>
                    <a:pt x="22521" y="25503"/>
                    <a:pt x="22890" y="25389"/>
                    <a:pt x="23231" y="25247"/>
                  </a:cubicBezTo>
                  <a:cubicBezTo>
                    <a:pt x="23275" y="25262"/>
                    <a:pt x="23321" y="25269"/>
                    <a:pt x="23367" y="25269"/>
                  </a:cubicBezTo>
                  <a:cubicBezTo>
                    <a:pt x="23498" y="25269"/>
                    <a:pt x="23629" y="25210"/>
                    <a:pt x="23714" y="25105"/>
                  </a:cubicBezTo>
                  <a:cubicBezTo>
                    <a:pt x="24338" y="25048"/>
                    <a:pt x="24963" y="24821"/>
                    <a:pt x="25503" y="24509"/>
                  </a:cubicBezTo>
                  <a:cubicBezTo>
                    <a:pt x="25535" y="24513"/>
                    <a:pt x="25567" y="24516"/>
                    <a:pt x="25599" y="24516"/>
                  </a:cubicBezTo>
                  <a:cubicBezTo>
                    <a:pt x="25764" y="24516"/>
                    <a:pt x="25919" y="24453"/>
                    <a:pt x="26014" y="24310"/>
                  </a:cubicBezTo>
                  <a:cubicBezTo>
                    <a:pt x="26752" y="24054"/>
                    <a:pt x="27434" y="23657"/>
                    <a:pt x="28002" y="23145"/>
                  </a:cubicBezTo>
                  <a:cubicBezTo>
                    <a:pt x="28286" y="22890"/>
                    <a:pt x="28485" y="22549"/>
                    <a:pt x="28541" y="22151"/>
                  </a:cubicBezTo>
                  <a:cubicBezTo>
                    <a:pt x="28854" y="20448"/>
                    <a:pt x="29251" y="18715"/>
                    <a:pt x="29592" y="17011"/>
                  </a:cubicBezTo>
                  <a:cubicBezTo>
                    <a:pt x="29990" y="15109"/>
                    <a:pt x="30387" y="13206"/>
                    <a:pt x="30785" y="11331"/>
                  </a:cubicBezTo>
                  <a:lnTo>
                    <a:pt x="32432" y="3522"/>
                  </a:lnTo>
                  <a:cubicBezTo>
                    <a:pt x="32602" y="2641"/>
                    <a:pt x="32801" y="1789"/>
                    <a:pt x="32943" y="938"/>
                  </a:cubicBezTo>
                  <a:cubicBezTo>
                    <a:pt x="33000" y="625"/>
                    <a:pt x="33000" y="313"/>
                    <a:pt x="330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14"/>
            <p:cNvSpPr/>
            <p:nvPr/>
          </p:nvSpPr>
          <p:spPr>
            <a:xfrm>
              <a:off x="4891975" y="4390000"/>
              <a:ext cx="74575" cy="88675"/>
            </a:xfrm>
            <a:custGeom>
              <a:rect b="b" l="l" r="r" t="t"/>
              <a:pathLst>
                <a:path extrusionOk="0" h="3547" w="2983">
                  <a:moveTo>
                    <a:pt x="1577" y="1"/>
                  </a:moveTo>
                  <a:cubicBezTo>
                    <a:pt x="894" y="1"/>
                    <a:pt x="249" y="679"/>
                    <a:pt x="143" y="1603"/>
                  </a:cubicBezTo>
                  <a:cubicBezTo>
                    <a:pt x="1" y="2569"/>
                    <a:pt x="512" y="3449"/>
                    <a:pt x="1251" y="3534"/>
                  </a:cubicBezTo>
                  <a:cubicBezTo>
                    <a:pt x="1305" y="3542"/>
                    <a:pt x="1359" y="3546"/>
                    <a:pt x="1412" y="3546"/>
                  </a:cubicBezTo>
                  <a:cubicBezTo>
                    <a:pt x="2115" y="3546"/>
                    <a:pt x="2737" y="2868"/>
                    <a:pt x="2869" y="1944"/>
                  </a:cubicBezTo>
                  <a:cubicBezTo>
                    <a:pt x="2983" y="978"/>
                    <a:pt x="2472" y="98"/>
                    <a:pt x="1733" y="13"/>
                  </a:cubicBezTo>
                  <a:cubicBezTo>
                    <a:pt x="1681" y="5"/>
                    <a:pt x="1629" y="1"/>
                    <a:pt x="1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14"/>
            <p:cNvSpPr/>
            <p:nvPr/>
          </p:nvSpPr>
          <p:spPr>
            <a:xfrm>
              <a:off x="4691775" y="4394575"/>
              <a:ext cx="77400" cy="96575"/>
            </a:xfrm>
            <a:custGeom>
              <a:rect b="b" l="l" r="r" t="t"/>
              <a:pathLst>
                <a:path extrusionOk="0" h="3863" w="3096">
                  <a:moveTo>
                    <a:pt x="1534" y="0"/>
                  </a:moveTo>
                  <a:cubicBezTo>
                    <a:pt x="682" y="0"/>
                    <a:pt x="0" y="852"/>
                    <a:pt x="0" y="1931"/>
                  </a:cubicBezTo>
                  <a:cubicBezTo>
                    <a:pt x="0" y="2982"/>
                    <a:pt x="682" y="3862"/>
                    <a:pt x="1534" y="3862"/>
                  </a:cubicBezTo>
                  <a:cubicBezTo>
                    <a:pt x="2386" y="3862"/>
                    <a:pt x="3096" y="2982"/>
                    <a:pt x="3096" y="1931"/>
                  </a:cubicBezTo>
                  <a:cubicBezTo>
                    <a:pt x="3096" y="880"/>
                    <a:pt x="2386" y="0"/>
                    <a:pt x="1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14"/>
            <p:cNvSpPr/>
            <p:nvPr/>
          </p:nvSpPr>
          <p:spPr>
            <a:xfrm>
              <a:off x="5062375" y="4339750"/>
              <a:ext cx="64650" cy="96175"/>
            </a:xfrm>
            <a:custGeom>
              <a:rect b="b" l="l" r="r" t="t"/>
              <a:pathLst>
                <a:path extrusionOk="0" h="3847" w="2586">
                  <a:moveTo>
                    <a:pt x="1466" y="0"/>
                  </a:moveTo>
                  <a:cubicBezTo>
                    <a:pt x="849" y="0"/>
                    <a:pt x="278" y="768"/>
                    <a:pt x="143" y="1767"/>
                  </a:cubicBezTo>
                  <a:cubicBezTo>
                    <a:pt x="1" y="2818"/>
                    <a:pt x="398" y="3755"/>
                    <a:pt x="1023" y="3840"/>
                  </a:cubicBezTo>
                  <a:cubicBezTo>
                    <a:pt x="1055" y="3844"/>
                    <a:pt x="1087" y="3846"/>
                    <a:pt x="1119" y="3846"/>
                  </a:cubicBezTo>
                  <a:cubicBezTo>
                    <a:pt x="1737" y="3846"/>
                    <a:pt x="2308" y="3079"/>
                    <a:pt x="2443" y="2079"/>
                  </a:cubicBezTo>
                  <a:cubicBezTo>
                    <a:pt x="2585" y="1029"/>
                    <a:pt x="2187" y="92"/>
                    <a:pt x="1563" y="6"/>
                  </a:cubicBezTo>
                  <a:cubicBezTo>
                    <a:pt x="1530" y="2"/>
                    <a:pt x="1498" y="0"/>
                    <a:pt x="1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14"/>
            <p:cNvSpPr/>
            <p:nvPr/>
          </p:nvSpPr>
          <p:spPr>
            <a:xfrm>
              <a:off x="4493700" y="4390000"/>
              <a:ext cx="74575" cy="88675"/>
            </a:xfrm>
            <a:custGeom>
              <a:rect b="b" l="l" r="r" t="t"/>
              <a:pathLst>
                <a:path extrusionOk="0" h="3547" w="2983">
                  <a:moveTo>
                    <a:pt x="1411" y="1"/>
                  </a:moveTo>
                  <a:cubicBezTo>
                    <a:pt x="1358" y="1"/>
                    <a:pt x="1304" y="5"/>
                    <a:pt x="1250" y="13"/>
                  </a:cubicBezTo>
                  <a:cubicBezTo>
                    <a:pt x="511" y="98"/>
                    <a:pt x="0" y="978"/>
                    <a:pt x="142" y="1944"/>
                  </a:cubicBezTo>
                  <a:cubicBezTo>
                    <a:pt x="274" y="2868"/>
                    <a:pt x="897" y="3546"/>
                    <a:pt x="1577" y="3546"/>
                  </a:cubicBezTo>
                  <a:cubicBezTo>
                    <a:pt x="1628" y="3546"/>
                    <a:pt x="1680" y="3542"/>
                    <a:pt x="1733" y="3534"/>
                  </a:cubicBezTo>
                  <a:cubicBezTo>
                    <a:pt x="2499" y="3449"/>
                    <a:pt x="2982" y="2569"/>
                    <a:pt x="2868" y="1603"/>
                  </a:cubicBezTo>
                  <a:cubicBezTo>
                    <a:pt x="2736" y="679"/>
                    <a:pt x="2114" y="1"/>
                    <a:pt x="14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14"/>
            <p:cNvSpPr/>
            <p:nvPr/>
          </p:nvSpPr>
          <p:spPr>
            <a:xfrm>
              <a:off x="4331100" y="4339725"/>
              <a:ext cx="64650" cy="95500"/>
            </a:xfrm>
            <a:custGeom>
              <a:rect b="b" l="l" r="r" t="t"/>
              <a:pathLst>
                <a:path extrusionOk="0" h="3820" w="2586">
                  <a:moveTo>
                    <a:pt x="1123" y="1"/>
                  </a:moveTo>
                  <a:cubicBezTo>
                    <a:pt x="1090" y="1"/>
                    <a:pt x="1056" y="3"/>
                    <a:pt x="1023" y="7"/>
                  </a:cubicBezTo>
                  <a:cubicBezTo>
                    <a:pt x="398" y="93"/>
                    <a:pt x="1" y="1030"/>
                    <a:pt x="143" y="2080"/>
                  </a:cubicBezTo>
                  <a:cubicBezTo>
                    <a:pt x="278" y="3078"/>
                    <a:pt x="847" y="3819"/>
                    <a:pt x="1463" y="3819"/>
                  </a:cubicBezTo>
                  <a:cubicBezTo>
                    <a:pt x="1496" y="3819"/>
                    <a:pt x="1530" y="3817"/>
                    <a:pt x="1563" y="3813"/>
                  </a:cubicBezTo>
                  <a:cubicBezTo>
                    <a:pt x="2188" y="3728"/>
                    <a:pt x="2585" y="2819"/>
                    <a:pt x="2443" y="1740"/>
                  </a:cubicBezTo>
                  <a:cubicBezTo>
                    <a:pt x="2308" y="742"/>
                    <a:pt x="1739" y="1"/>
                    <a:pt x="1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14"/>
            <p:cNvSpPr/>
            <p:nvPr/>
          </p:nvSpPr>
          <p:spPr>
            <a:xfrm>
              <a:off x="4877775" y="4576125"/>
              <a:ext cx="68200" cy="81350"/>
            </a:xfrm>
            <a:custGeom>
              <a:rect b="b" l="l" r="r" t="t"/>
              <a:pathLst>
                <a:path extrusionOk="0" h="3254" w="2728">
                  <a:moveTo>
                    <a:pt x="1471" y="1"/>
                  </a:moveTo>
                  <a:cubicBezTo>
                    <a:pt x="835" y="1"/>
                    <a:pt x="250" y="628"/>
                    <a:pt x="143" y="1457"/>
                  </a:cubicBezTo>
                  <a:cubicBezTo>
                    <a:pt x="1" y="2337"/>
                    <a:pt x="484" y="3132"/>
                    <a:pt x="1165" y="3246"/>
                  </a:cubicBezTo>
                  <a:cubicBezTo>
                    <a:pt x="1205" y="3251"/>
                    <a:pt x="1246" y="3253"/>
                    <a:pt x="1285" y="3253"/>
                  </a:cubicBezTo>
                  <a:cubicBezTo>
                    <a:pt x="1922" y="3253"/>
                    <a:pt x="2507" y="2626"/>
                    <a:pt x="2614" y="1797"/>
                  </a:cubicBezTo>
                  <a:cubicBezTo>
                    <a:pt x="2727" y="889"/>
                    <a:pt x="2273" y="93"/>
                    <a:pt x="1591" y="8"/>
                  </a:cubicBezTo>
                  <a:cubicBezTo>
                    <a:pt x="1551" y="3"/>
                    <a:pt x="1511" y="1"/>
                    <a:pt x="14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14"/>
            <p:cNvSpPr/>
            <p:nvPr/>
          </p:nvSpPr>
          <p:spPr>
            <a:xfrm>
              <a:off x="4694625" y="4579875"/>
              <a:ext cx="71000" cy="88775"/>
            </a:xfrm>
            <a:custGeom>
              <a:rect b="b" l="l" r="r" t="t"/>
              <a:pathLst>
                <a:path extrusionOk="0" h="3551" w="2840">
                  <a:moveTo>
                    <a:pt x="1420" y="0"/>
                  </a:moveTo>
                  <a:cubicBezTo>
                    <a:pt x="625" y="0"/>
                    <a:pt x="0" y="824"/>
                    <a:pt x="0" y="1789"/>
                  </a:cubicBezTo>
                  <a:cubicBezTo>
                    <a:pt x="0" y="2755"/>
                    <a:pt x="625" y="3550"/>
                    <a:pt x="1420" y="3550"/>
                  </a:cubicBezTo>
                  <a:cubicBezTo>
                    <a:pt x="2215" y="3550"/>
                    <a:pt x="2840" y="2755"/>
                    <a:pt x="2840" y="1789"/>
                  </a:cubicBezTo>
                  <a:cubicBezTo>
                    <a:pt x="2840" y="795"/>
                    <a:pt x="2215" y="0"/>
                    <a:pt x="1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14"/>
            <p:cNvSpPr/>
            <p:nvPr/>
          </p:nvSpPr>
          <p:spPr>
            <a:xfrm>
              <a:off x="5033275" y="4530000"/>
              <a:ext cx="59650" cy="87600"/>
            </a:xfrm>
            <a:custGeom>
              <a:rect b="b" l="l" r="r" t="t"/>
              <a:pathLst>
                <a:path extrusionOk="0" h="3504" w="2386">
                  <a:moveTo>
                    <a:pt x="1323" y="0"/>
                  </a:moveTo>
                  <a:cubicBezTo>
                    <a:pt x="763" y="0"/>
                    <a:pt x="248" y="685"/>
                    <a:pt x="114" y="1598"/>
                  </a:cubicBezTo>
                  <a:cubicBezTo>
                    <a:pt x="0" y="2563"/>
                    <a:pt x="370" y="3415"/>
                    <a:pt x="938" y="3500"/>
                  </a:cubicBezTo>
                  <a:cubicBezTo>
                    <a:pt x="960" y="3502"/>
                    <a:pt x="982" y="3504"/>
                    <a:pt x="1005" y="3504"/>
                  </a:cubicBezTo>
                  <a:cubicBezTo>
                    <a:pt x="1578" y="3504"/>
                    <a:pt x="2135" y="2811"/>
                    <a:pt x="2244" y="1882"/>
                  </a:cubicBezTo>
                  <a:cubicBezTo>
                    <a:pt x="2386" y="916"/>
                    <a:pt x="2017" y="92"/>
                    <a:pt x="1420" y="7"/>
                  </a:cubicBezTo>
                  <a:cubicBezTo>
                    <a:pt x="1388" y="3"/>
                    <a:pt x="1355" y="0"/>
                    <a:pt x="1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14"/>
            <p:cNvSpPr/>
            <p:nvPr/>
          </p:nvSpPr>
          <p:spPr>
            <a:xfrm>
              <a:off x="4514275" y="4576125"/>
              <a:ext cx="68200" cy="81350"/>
            </a:xfrm>
            <a:custGeom>
              <a:rect b="b" l="l" r="r" t="t"/>
              <a:pathLst>
                <a:path extrusionOk="0" h="3254" w="2728">
                  <a:moveTo>
                    <a:pt x="1261" y="1"/>
                  </a:moveTo>
                  <a:cubicBezTo>
                    <a:pt x="1220" y="1"/>
                    <a:pt x="1179" y="3"/>
                    <a:pt x="1137" y="8"/>
                  </a:cubicBezTo>
                  <a:cubicBezTo>
                    <a:pt x="455" y="93"/>
                    <a:pt x="1" y="889"/>
                    <a:pt x="114" y="1797"/>
                  </a:cubicBezTo>
                  <a:cubicBezTo>
                    <a:pt x="248" y="2626"/>
                    <a:pt x="834" y="3253"/>
                    <a:pt x="1471" y="3253"/>
                  </a:cubicBezTo>
                  <a:cubicBezTo>
                    <a:pt x="1511" y="3253"/>
                    <a:pt x="1551" y="3251"/>
                    <a:pt x="1591" y="3246"/>
                  </a:cubicBezTo>
                  <a:cubicBezTo>
                    <a:pt x="2273" y="3132"/>
                    <a:pt x="2727" y="2337"/>
                    <a:pt x="2613" y="1457"/>
                  </a:cubicBezTo>
                  <a:cubicBezTo>
                    <a:pt x="2507" y="628"/>
                    <a:pt x="1922"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14"/>
            <p:cNvSpPr/>
            <p:nvPr/>
          </p:nvSpPr>
          <p:spPr>
            <a:xfrm>
              <a:off x="4372275" y="4530400"/>
              <a:ext cx="63225" cy="86725"/>
            </a:xfrm>
            <a:custGeom>
              <a:rect b="b" l="l" r="r" t="t"/>
              <a:pathLst>
                <a:path extrusionOk="0" h="3469" w="2529">
                  <a:moveTo>
                    <a:pt x="1041" y="1"/>
                  </a:moveTo>
                  <a:cubicBezTo>
                    <a:pt x="988" y="1"/>
                    <a:pt x="934" y="7"/>
                    <a:pt x="881" y="20"/>
                  </a:cubicBezTo>
                  <a:cubicBezTo>
                    <a:pt x="313" y="133"/>
                    <a:pt x="1" y="1014"/>
                    <a:pt x="228" y="1951"/>
                  </a:cubicBezTo>
                  <a:cubicBezTo>
                    <a:pt x="412" y="2843"/>
                    <a:pt x="959" y="3469"/>
                    <a:pt x="1512" y="3469"/>
                  </a:cubicBezTo>
                  <a:cubicBezTo>
                    <a:pt x="1558" y="3469"/>
                    <a:pt x="1603" y="3465"/>
                    <a:pt x="1648" y="3456"/>
                  </a:cubicBezTo>
                  <a:cubicBezTo>
                    <a:pt x="2216" y="3314"/>
                    <a:pt x="2528" y="2462"/>
                    <a:pt x="2301" y="1496"/>
                  </a:cubicBezTo>
                  <a:cubicBezTo>
                    <a:pt x="2120" y="643"/>
                    <a:pt x="1585" y="1"/>
                    <a:pt x="1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14"/>
            <p:cNvSpPr/>
            <p:nvPr/>
          </p:nvSpPr>
          <p:spPr>
            <a:xfrm>
              <a:off x="4867150" y="4733025"/>
              <a:ext cx="62500" cy="74975"/>
            </a:xfrm>
            <a:custGeom>
              <a:rect b="b" l="l" r="r" t="t"/>
              <a:pathLst>
                <a:path extrusionOk="0" h="2999" w="2500">
                  <a:moveTo>
                    <a:pt x="1329" y="0"/>
                  </a:moveTo>
                  <a:cubicBezTo>
                    <a:pt x="749" y="0"/>
                    <a:pt x="220" y="572"/>
                    <a:pt x="114" y="1343"/>
                  </a:cubicBezTo>
                  <a:cubicBezTo>
                    <a:pt x="0" y="2167"/>
                    <a:pt x="426" y="2905"/>
                    <a:pt x="1051" y="2990"/>
                  </a:cubicBezTo>
                  <a:cubicBezTo>
                    <a:pt x="1092" y="2996"/>
                    <a:pt x="1134" y="2998"/>
                    <a:pt x="1175" y="2998"/>
                  </a:cubicBezTo>
                  <a:cubicBezTo>
                    <a:pt x="1778" y="2998"/>
                    <a:pt x="2308" y="2426"/>
                    <a:pt x="2414" y="1655"/>
                  </a:cubicBezTo>
                  <a:cubicBezTo>
                    <a:pt x="2499" y="832"/>
                    <a:pt x="2102" y="94"/>
                    <a:pt x="1448" y="8"/>
                  </a:cubicBezTo>
                  <a:cubicBezTo>
                    <a:pt x="1408" y="3"/>
                    <a:pt x="1369" y="0"/>
                    <a:pt x="13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14"/>
            <p:cNvSpPr/>
            <p:nvPr/>
          </p:nvSpPr>
          <p:spPr>
            <a:xfrm>
              <a:off x="4698175" y="4736775"/>
              <a:ext cx="64625" cy="81675"/>
            </a:xfrm>
            <a:custGeom>
              <a:rect b="b" l="l" r="r" t="t"/>
              <a:pathLst>
                <a:path extrusionOk="0" h="3267" w="2585">
                  <a:moveTo>
                    <a:pt x="1306" y="0"/>
                  </a:moveTo>
                  <a:cubicBezTo>
                    <a:pt x="568" y="0"/>
                    <a:pt x="0" y="739"/>
                    <a:pt x="0" y="1647"/>
                  </a:cubicBezTo>
                  <a:cubicBezTo>
                    <a:pt x="0" y="2528"/>
                    <a:pt x="568" y="3266"/>
                    <a:pt x="1306" y="3266"/>
                  </a:cubicBezTo>
                  <a:cubicBezTo>
                    <a:pt x="2016" y="3266"/>
                    <a:pt x="2584" y="2528"/>
                    <a:pt x="2584" y="1647"/>
                  </a:cubicBezTo>
                  <a:cubicBezTo>
                    <a:pt x="2584" y="739"/>
                    <a:pt x="2016" y="0"/>
                    <a:pt x="1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14"/>
            <p:cNvSpPr/>
            <p:nvPr/>
          </p:nvSpPr>
          <p:spPr>
            <a:xfrm>
              <a:off x="5010550" y="4690425"/>
              <a:ext cx="54700" cy="80625"/>
            </a:xfrm>
            <a:custGeom>
              <a:rect b="b" l="l" r="r" t="t"/>
              <a:pathLst>
                <a:path extrusionOk="0" h="3225" w="2188">
                  <a:moveTo>
                    <a:pt x="1212" y="1"/>
                  </a:moveTo>
                  <a:cubicBezTo>
                    <a:pt x="705" y="1"/>
                    <a:pt x="221" y="630"/>
                    <a:pt x="114" y="1485"/>
                  </a:cubicBezTo>
                  <a:cubicBezTo>
                    <a:pt x="1" y="2366"/>
                    <a:pt x="341" y="3161"/>
                    <a:pt x="881" y="3217"/>
                  </a:cubicBezTo>
                  <a:cubicBezTo>
                    <a:pt x="913" y="3223"/>
                    <a:pt x="944" y="3225"/>
                    <a:pt x="976" y="3225"/>
                  </a:cubicBezTo>
                  <a:cubicBezTo>
                    <a:pt x="1483" y="3225"/>
                    <a:pt x="1967" y="2596"/>
                    <a:pt x="2074" y="1741"/>
                  </a:cubicBezTo>
                  <a:cubicBezTo>
                    <a:pt x="2187" y="860"/>
                    <a:pt x="1847" y="65"/>
                    <a:pt x="1307" y="8"/>
                  </a:cubicBezTo>
                  <a:cubicBezTo>
                    <a:pt x="1275" y="3"/>
                    <a:pt x="1243" y="1"/>
                    <a:pt x="1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14"/>
            <p:cNvSpPr/>
            <p:nvPr/>
          </p:nvSpPr>
          <p:spPr>
            <a:xfrm>
              <a:off x="4531325" y="4733025"/>
              <a:ext cx="62500" cy="74975"/>
            </a:xfrm>
            <a:custGeom>
              <a:rect b="b" l="l" r="r" t="t"/>
              <a:pathLst>
                <a:path extrusionOk="0" h="2999" w="2500">
                  <a:moveTo>
                    <a:pt x="1147" y="0"/>
                  </a:moveTo>
                  <a:cubicBezTo>
                    <a:pt x="1106" y="0"/>
                    <a:pt x="1064" y="3"/>
                    <a:pt x="1023" y="8"/>
                  </a:cubicBezTo>
                  <a:cubicBezTo>
                    <a:pt x="398" y="94"/>
                    <a:pt x="0" y="832"/>
                    <a:pt x="86" y="1655"/>
                  </a:cubicBezTo>
                  <a:cubicBezTo>
                    <a:pt x="192" y="2426"/>
                    <a:pt x="721" y="2998"/>
                    <a:pt x="1301" y="2998"/>
                  </a:cubicBezTo>
                  <a:cubicBezTo>
                    <a:pt x="1341" y="2998"/>
                    <a:pt x="1380" y="2996"/>
                    <a:pt x="1420" y="2990"/>
                  </a:cubicBezTo>
                  <a:cubicBezTo>
                    <a:pt x="2073" y="2905"/>
                    <a:pt x="2499" y="2167"/>
                    <a:pt x="2386" y="1343"/>
                  </a:cubicBezTo>
                  <a:cubicBezTo>
                    <a:pt x="2279" y="572"/>
                    <a:pt x="1750" y="0"/>
                    <a:pt x="1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14"/>
            <p:cNvSpPr/>
            <p:nvPr/>
          </p:nvSpPr>
          <p:spPr>
            <a:xfrm>
              <a:off x="4400675" y="4690975"/>
              <a:ext cx="56825" cy="80225"/>
            </a:xfrm>
            <a:custGeom>
              <a:rect b="b" l="l" r="r" t="t"/>
              <a:pathLst>
                <a:path extrusionOk="0" h="3209" w="2273">
                  <a:moveTo>
                    <a:pt x="923" y="1"/>
                  </a:moveTo>
                  <a:cubicBezTo>
                    <a:pt x="881" y="1"/>
                    <a:pt x="838" y="6"/>
                    <a:pt x="796" y="15"/>
                  </a:cubicBezTo>
                  <a:cubicBezTo>
                    <a:pt x="257" y="128"/>
                    <a:pt x="1" y="924"/>
                    <a:pt x="171" y="1804"/>
                  </a:cubicBezTo>
                  <a:cubicBezTo>
                    <a:pt x="354" y="2615"/>
                    <a:pt x="851" y="3209"/>
                    <a:pt x="1350" y="3209"/>
                  </a:cubicBezTo>
                  <a:cubicBezTo>
                    <a:pt x="1392" y="3209"/>
                    <a:pt x="1435" y="3204"/>
                    <a:pt x="1478" y="3195"/>
                  </a:cubicBezTo>
                  <a:cubicBezTo>
                    <a:pt x="2017" y="3082"/>
                    <a:pt x="2273" y="2258"/>
                    <a:pt x="2102" y="1378"/>
                  </a:cubicBezTo>
                  <a:cubicBezTo>
                    <a:pt x="1920" y="570"/>
                    <a:pt x="1402" y="1"/>
                    <a:pt x="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9500"/>
                                        </p:tgtEl>
                                        <p:attrNameLst>
                                          <p:attrName>style.visibility</p:attrName>
                                        </p:attrNameLst>
                                      </p:cBhvr>
                                      <p:to>
                                        <p:strVal val="visible"/>
                                      </p:to>
                                    </p:set>
                                    <p:animEffect filter="fade" transition="in">
                                      <p:cBhvr>
                                        <p:cTn dur="1000"/>
                                        <p:tgtEl>
                                          <p:spTgt spid="950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9499"/>
                                        </p:tgtEl>
                                        <p:attrNameLst>
                                          <p:attrName>style.visibility</p:attrName>
                                        </p:attrNameLst>
                                      </p:cBhvr>
                                      <p:to>
                                        <p:strVal val="visible"/>
                                      </p:to>
                                    </p:set>
                                    <p:animEffect filter="fade" transition="in">
                                      <p:cBhvr>
                                        <p:cTn dur="1000"/>
                                        <p:tgtEl>
                                          <p:spTgt spid="949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9506"/>
                                        </p:tgtEl>
                                        <p:attrNameLst>
                                          <p:attrName>style.visibility</p:attrName>
                                        </p:attrNameLst>
                                      </p:cBhvr>
                                      <p:to>
                                        <p:strVal val="visible"/>
                                      </p:to>
                                    </p:set>
                                    <p:animEffect filter="fade" transition="in">
                                      <p:cBhvr>
                                        <p:cTn dur="1000"/>
                                        <p:tgtEl>
                                          <p:spTgt spid="950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9557"/>
                                        </p:tgtEl>
                                        <p:attrNameLst>
                                          <p:attrName>style.visibility</p:attrName>
                                        </p:attrNameLst>
                                      </p:cBhvr>
                                      <p:to>
                                        <p:strVal val="visible"/>
                                      </p:to>
                                    </p:set>
                                    <p:animEffect filter="fade" transition="in">
                                      <p:cBhvr>
                                        <p:cTn dur="1000"/>
                                        <p:tgtEl>
                                          <p:spTgt spid="95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9" name="Shape 9589"/>
        <p:cNvGrpSpPr/>
        <p:nvPr/>
      </p:nvGrpSpPr>
      <p:grpSpPr>
        <a:xfrm>
          <a:off x="0" y="0"/>
          <a:ext cx="0" cy="0"/>
          <a:chOff x="0" y="0"/>
          <a:chExt cx="0" cy="0"/>
        </a:xfrm>
      </p:grpSpPr>
      <p:sp>
        <p:nvSpPr>
          <p:cNvPr id="9590" name="Google Shape;9590;p115"/>
          <p:cNvSpPr/>
          <p:nvPr/>
        </p:nvSpPr>
        <p:spPr>
          <a:xfrm>
            <a:off x="807841" y="2419138"/>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91" name="Google Shape;9591;p115"/>
          <p:cNvSpPr/>
          <p:nvPr/>
        </p:nvSpPr>
        <p:spPr>
          <a:xfrm>
            <a:off x="3475500" y="3042663"/>
            <a:ext cx="21930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92" name="Google Shape;9592;p115"/>
          <p:cNvSpPr/>
          <p:nvPr/>
        </p:nvSpPr>
        <p:spPr>
          <a:xfrm>
            <a:off x="6143159" y="3665938"/>
            <a:ext cx="21930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93" name="Google Shape;9593;p115"/>
          <p:cNvSpPr txBox="1"/>
          <p:nvPr>
            <p:ph idx="6" type="subTitle"/>
          </p:nvPr>
        </p:nvSpPr>
        <p:spPr>
          <a:xfrm>
            <a:off x="717541" y="2513663"/>
            <a:ext cx="2373600" cy="21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9594" name="Google Shape;9594;p115"/>
          <p:cNvSpPr txBox="1"/>
          <p:nvPr>
            <p:ph idx="1" type="subTitle"/>
          </p:nvPr>
        </p:nvSpPr>
        <p:spPr>
          <a:xfrm>
            <a:off x="6052859" y="3760732"/>
            <a:ext cx="2373600" cy="21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9595" name="Google Shape;9595;p115"/>
          <p:cNvSpPr txBox="1"/>
          <p:nvPr>
            <p:ph idx="2" type="subTitle"/>
          </p:nvPr>
        </p:nvSpPr>
        <p:spPr>
          <a:xfrm>
            <a:off x="6052859" y="4183833"/>
            <a:ext cx="2373600" cy="3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596" name="Google Shape;9596;p115"/>
          <p:cNvSpPr txBox="1"/>
          <p:nvPr>
            <p:ph idx="3" type="subTitle"/>
          </p:nvPr>
        </p:nvSpPr>
        <p:spPr>
          <a:xfrm>
            <a:off x="3385200" y="3560829"/>
            <a:ext cx="2373600" cy="3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597" name="Google Shape;9597;p115"/>
          <p:cNvSpPr txBox="1"/>
          <p:nvPr>
            <p:ph idx="4" type="subTitle"/>
          </p:nvPr>
        </p:nvSpPr>
        <p:spPr>
          <a:xfrm>
            <a:off x="717541" y="2937292"/>
            <a:ext cx="2373600" cy="3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598" name="Google Shape;9598;p115"/>
          <p:cNvSpPr txBox="1"/>
          <p:nvPr>
            <p:ph idx="5" type="subTitle"/>
          </p:nvPr>
        </p:nvSpPr>
        <p:spPr>
          <a:xfrm>
            <a:off x="3385200" y="3137198"/>
            <a:ext cx="2373600" cy="21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9599" name="Google Shape;9599;p115"/>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Participants</a:t>
            </a:r>
            <a:endParaRPr/>
          </a:p>
        </p:txBody>
      </p:sp>
      <p:grpSp>
        <p:nvGrpSpPr>
          <p:cNvPr id="9600" name="Google Shape;9600;p115"/>
          <p:cNvGrpSpPr/>
          <p:nvPr/>
        </p:nvGrpSpPr>
        <p:grpSpPr>
          <a:xfrm rot="-5400000">
            <a:off x="1251579" y="938425"/>
            <a:ext cx="1305525" cy="1438625"/>
            <a:chOff x="1164975" y="1697075"/>
            <a:chExt cx="1305525" cy="1438625"/>
          </a:xfrm>
        </p:grpSpPr>
        <p:sp>
          <p:nvSpPr>
            <p:cNvPr id="9601" name="Google Shape;9601;p115"/>
            <p:cNvSpPr/>
            <p:nvPr/>
          </p:nvSpPr>
          <p:spPr>
            <a:xfrm>
              <a:off x="1164975" y="1718750"/>
              <a:ext cx="1283225" cy="1416950"/>
            </a:xfrm>
            <a:custGeom>
              <a:rect b="b" l="l" r="r" t="t"/>
              <a:pathLst>
                <a:path extrusionOk="0" h="56678" w="51329">
                  <a:moveTo>
                    <a:pt x="49569" y="1953"/>
                  </a:moveTo>
                  <a:lnTo>
                    <a:pt x="49569" y="54726"/>
                  </a:lnTo>
                  <a:lnTo>
                    <a:pt x="1783" y="54726"/>
                  </a:lnTo>
                  <a:lnTo>
                    <a:pt x="1783" y="1953"/>
                  </a:lnTo>
                  <a:close/>
                  <a:moveTo>
                    <a:pt x="0" y="1"/>
                  </a:moveTo>
                  <a:lnTo>
                    <a:pt x="0" y="56678"/>
                  </a:lnTo>
                  <a:lnTo>
                    <a:pt x="51328" y="56678"/>
                  </a:lnTo>
                  <a:lnTo>
                    <a:pt x="51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15"/>
            <p:cNvSpPr/>
            <p:nvPr/>
          </p:nvSpPr>
          <p:spPr>
            <a:xfrm>
              <a:off x="1209550" y="1721175"/>
              <a:ext cx="1238650" cy="1368150"/>
            </a:xfrm>
            <a:custGeom>
              <a:rect b="b" l="l" r="r" t="t"/>
              <a:pathLst>
                <a:path extrusionOk="0" h="54726" w="49546">
                  <a:moveTo>
                    <a:pt x="1" y="0"/>
                  </a:moveTo>
                  <a:lnTo>
                    <a:pt x="1" y="54725"/>
                  </a:lnTo>
                  <a:lnTo>
                    <a:pt x="49545" y="54725"/>
                  </a:lnTo>
                  <a:lnTo>
                    <a:pt x="49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15"/>
            <p:cNvSpPr/>
            <p:nvPr/>
          </p:nvSpPr>
          <p:spPr>
            <a:xfrm>
              <a:off x="1187275" y="1697075"/>
              <a:ext cx="1283225" cy="1416350"/>
            </a:xfrm>
            <a:custGeom>
              <a:rect b="b" l="l" r="r" t="t"/>
              <a:pathLst>
                <a:path extrusionOk="0" h="56654" w="51329">
                  <a:moveTo>
                    <a:pt x="49545" y="1928"/>
                  </a:moveTo>
                  <a:lnTo>
                    <a:pt x="49545" y="54725"/>
                  </a:lnTo>
                  <a:lnTo>
                    <a:pt x="1759" y="54725"/>
                  </a:lnTo>
                  <a:lnTo>
                    <a:pt x="1759" y="1928"/>
                  </a:lnTo>
                  <a:close/>
                  <a:moveTo>
                    <a:pt x="0" y="0"/>
                  </a:moveTo>
                  <a:lnTo>
                    <a:pt x="0" y="56653"/>
                  </a:lnTo>
                  <a:lnTo>
                    <a:pt x="51328" y="56653"/>
                  </a:lnTo>
                  <a:lnTo>
                    <a:pt x="513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115"/>
          <p:cNvGrpSpPr/>
          <p:nvPr/>
        </p:nvGrpSpPr>
        <p:grpSpPr>
          <a:xfrm rot="-5400000">
            <a:off x="6586896" y="2185500"/>
            <a:ext cx="1305525" cy="1438625"/>
            <a:chOff x="1164975" y="1697075"/>
            <a:chExt cx="1305525" cy="1438625"/>
          </a:xfrm>
        </p:grpSpPr>
        <p:sp>
          <p:nvSpPr>
            <p:cNvPr id="9605" name="Google Shape;9605;p115"/>
            <p:cNvSpPr/>
            <p:nvPr/>
          </p:nvSpPr>
          <p:spPr>
            <a:xfrm>
              <a:off x="1164975" y="1718750"/>
              <a:ext cx="1283225" cy="1416950"/>
            </a:xfrm>
            <a:custGeom>
              <a:rect b="b" l="l" r="r" t="t"/>
              <a:pathLst>
                <a:path extrusionOk="0" h="56678" w="51329">
                  <a:moveTo>
                    <a:pt x="49569" y="1953"/>
                  </a:moveTo>
                  <a:lnTo>
                    <a:pt x="49569" y="54726"/>
                  </a:lnTo>
                  <a:lnTo>
                    <a:pt x="1783" y="54726"/>
                  </a:lnTo>
                  <a:lnTo>
                    <a:pt x="1783" y="1953"/>
                  </a:lnTo>
                  <a:close/>
                  <a:moveTo>
                    <a:pt x="0" y="1"/>
                  </a:moveTo>
                  <a:lnTo>
                    <a:pt x="0" y="56678"/>
                  </a:lnTo>
                  <a:lnTo>
                    <a:pt x="51328" y="56678"/>
                  </a:lnTo>
                  <a:lnTo>
                    <a:pt x="51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15"/>
            <p:cNvSpPr/>
            <p:nvPr/>
          </p:nvSpPr>
          <p:spPr>
            <a:xfrm>
              <a:off x="1209550" y="1721175"/>
              <a:ext cx="1238650" cy="1368150"/>
            </a:xfrm>
            <a:custGeom>
              <a:rect b="b" l="l" r="r" t="t"/>
              <a:pathLst>
                <a:path extrusionOk="0" h="54726" w="49546">
                  <a:moveTo>
                    <a:pt x="1" y="0"/>
                  </a:moveTo>
                  <a:lnTo>
                    <a:pt x="1" y="54725"/>
                  </a:lnTo>
                  <a:lnTo>
                    <a:pt x="49545" y="54725"/>
                  </a:lnTo>
                  <a:lnTo>
                    <a:pt x="49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15"/>
            <p:cNvSpPr/>
            <p:nvPr/>
          </p:nvSpPr>
          <p:spPr>
            <a:xfrm>
              <a:off x="1187275" y="1697075"/>
              <a:ext cx="1283225" cy="1416350"/>
            </a:xfrm>
            <a:custGeom>
              <a:rect b="b" l="l" r="r" t="t"/>
              <a:pathLst>
                <a:path extrusionOk="0" h="56654" w="51329">
                  <a:moveTo>
                    <a:pt x="49545" y="1928"/>
                  </a:moveTo>
                  <a:lnTo>
                    <a:pt x="49545" y="54725"/>
                  </a:lnTo>
                  <a:lnTo>
                    <a:pt x="1759" y="54725"/>
                  </a:lnTo>
                  <a:lnTo>
                    <a:pt x="1759" y="1928"/>
                  </a:lnTo>
                  <a:close/>
                  <a:moveTo>
                    <a:pt x="0" y="0"/>
                  </a:moveTo>
                  <a:lnTo>
                    <a:pt x="0" y="56653"/>
                  </a:lnTo>
                  <a:lnTo>
                    <a:pt x="51328" y="56653"/>
                  </a:lnTo>
                  <a:lnTo>
                    <a:pt x="513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115"/>
          <p:cNvGrpSpPr/>
          <p:nvPr/>
        </p:nvGrpSpPr>
        <p:grpSpPr>
          <a:xfrm rot="-5400000">
            <a:off x="3919238" y="1561950"/>
            <a:ext cx="1305525" cy="1438625"/>
            <a:chOff x="1164975" y="1697075"/>
            <a:chExt cx="1305525" cy="1438625"/>
          </a:xfrm>
        </p:grpSpPr>
        <p:sp>
          <p:nvSpPr>
            <p:cNvPr id="9609" name="Google Shape;9609;p115"/>
            <p:cNvSpPr/>
            <p:nvPr/>
          </p:nvSpPr>
          <p:spPr>
            <a:xfrm>
              <a:off x="1164975" y="1718750"/>
              <a:ext cx="1283225" cy="1416950"/>
            </a:xfrm>
            <a:custGeom>
              <a:rect b="b" l="l" r="r" t="t"/>
              <a:pathLst>
                <a:path extrusionOk="0" h="56678" w="51329">
                  <a:moveTo>
                    <a:pt x="49569" y="1953"/>
                  </a:moveTo>
                  <a:lnTo>
                    <a:pt x="49569" y="54726"/>
                  </a:lnTo>
                  <a:lnTo>
                    <a:pt x="1783" y="54726"/>
                  </a:lnTo>
                  <a:lnTo>
                    <a:pt x="1783" y="1953"/>
                  </a:lnTo>
                  <a:close/>
                  <a:moveTo>
                    <a:pt x="0" y="1"/>
                  </a:moveTo>
                  <a:lnTo>
                    <a:pt x="0" y="56678"/>
                  </a:lnTo>
                  <a:lnTo>
                    <a:pt x="51328" y="56678"/>
                  </a:lnTo>
                  <a:lnTo>
                    <a:pt x="51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15"/>
            <p:cNvSpPr/>
            <p:nvPr/>
          </p:nvSpPr>
          <p:spPr>
            <a:xfrm>
              <a:off x="1209550" y="1721175"/>
              <a:ext cx="1238650" cy="1368150"/>
            </a:xfrm>
            <a:custGeom>
              <a:rect b="b" l="l" r="r" t="t"/>
              <a:pathLst>
                <a:path extrusionOk="0" h="54726" w="49546">
                  <a:moveTo>
                    <a:pt x="1" y="0"/>
                  </a:moveTo>
                  <a:lnTo>
                    <a:pt x="1" y="54725"/>
                  </a:lnTo>
                  <a:lnTo>
                    <a:pt x="49545" y="54725"/>
                  </a:lnTo>
                  <a:lnTo>
                    <a:pt x="49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15"/>
            <p:cNvSpPr/>
            <p:nvPr/>
          </p:nvSpPr>
          <p:spPr>
            <a:xfrm>
              <a:off x="1187275" y="1697075"/>
              <a:ext cx="1283225" cy="1416350"/>
            </a:xfrm>
            <a:custGeom>
              <a:rect b="b" l="l" r="r" t="t"/>
              <a:pathLst>
                <a:path extrusionOk="0" h="56654" w="51329">
                  <a:moveTo>
                    <a:pt x="49545" y="1928"/>
                  </a:moveTo>
                  <a:lnTo>
                    <a:pt x="49545" y="54725"/>
                  </a:lnTo>
                  <a:lnTo>
                    <a:pt x="1759" y="54725"/>
                  </a:lnTo>
                  <a:lnTo>
                    <a:pt x="1759" y="1928"/>
                  </a:lnTo>
                  <a:close/>
                  <a:moveTo>
                    <a:pt x="0" y="0"/>
                  </a:moveTo>
                  <a:lnTo>
                    <a:pt x="0" y="56653"/>
                  </a:lnTo>
                  <a:lnTo>
                    <a:pt x="51328" y="56653"/>
                  </a:lnTo>
                  <a:lnTo>
                    <a:pt x="513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115"/>
          <p:cNvGrpSpPr/>
          <p:nvPr/>
        </p:nvGrpSpPr>
        <p:grpSpPr>
          <a:xfrm>
            <a:off x="499950" y="3511525"/>
            <a:ext cx="837800" cy="1347200"/>
            <a:chOff x="4304125" y="3580575"/>
            <a:chExt cx="837800" cy="1347200"/>
          </a:xfrm>
        </p:grpSpPr>
        <p:sp>
          <p:nvSpPr>
            <p:cNvPr id="9613" name="Google Shape;9613;p115"/>
            <p:cNvSpPr/>
            <p:nvPr/>
          </p:nvSpPr>
          <p:spPr>
            <a:xfrm>
              <a:off x="4325425" y="4743150"/>
              <a:ext cx="816500" cy="184625"/>
            </a:xfrm>
            <a:custGeom>
              <a:rect b="b" l="l" r="r" t="t"/>
              <a:pathLst>
                <a:path extrusionOk="0" h="7385" w="32660">
                  <a:moveTo>
                    <a:pt x="16330" y="1"/>
                  </a:moveTo>
                  <a:cubicBezTo>
                    <a:pt x="7299" y="1"/>
                    <a:pt x="1" y="1648"/>
                    <a:pt x="1" y="3693"/>
                  </a:cubicBezTo>
                  <a:cubicBezTo>
                    <a:pt x="1" y="5738"/>
                    <a:pt x="7299" y="7385"/>
                    <a:pt x="16330" y="7385"/>
                  </a:cubicBezTo>
                  <a:cubicBezTo>
                    <a:pt x="25332" y="7385"/>
                    <a:pt x="32659" y="5738"/>
                    <a:pt x="32659" y="3693"/>
                  </a:cubicBezTo>
                  <a:cubicBezTo>
                    <a:pt x="32659" y="1648"/>
                    <a:pt x="25332"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15"/>
            <p:cNvSpPr/>
            <p:nvPr/>
          </p:nvSpPr>
          <p:spPr>
            <a:xfrm>
              <a:off x="4304125" y="4168075"/>
              <a:ext cx="834250" cy="117175"/>
            </a:xfrm>
            <a:custGeom>
              <a:rect b="b" l="l" r="r" t="t"/>
              <a:pathLst>
                <a:path extrusionOk="0" h="4687" w="33370">
                  <a:moveTo>
                    <a:pt x="16671" y="1"/>
                  </a:moveTo>
                  <a:cubicBezTo>
                    <a:pt x="7441" y="1"/>
                    <a:pt x="1" y="1052"/>
                    <a:pt x="1" y="2330"/>
                  </a:cubicBezTo>
                  <a:cubicBezTo>
                    <a:pt x="1" y="3608"/>
                    <a:pt x="7441" y="4687"/>
                    <a:pt x="16671" y="4687"/>
                  </a:cubicBezTo>
                  <a:cubicBezTo>
                    <a:pt x="25900" y="4687"/>
                    <a:pt x="33369" y="3636"/>
                    <a:pt x="33369" y="2330"/>
                  </a:cubicBezTo>
                  <a:cubicBezTo>
                    <a:pt x="33369" y="1052"/>
                    <a:pt x="25900" y="1"/>
                    <a:pt x="166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15"/>
            <p:cNvSpPr/>
            <p:nvPr/>
          </p:nvSpPr>
          <p:spPr>
            <a:xfrm>
              <a:off x="4338925" y="4214225"/>
              <a:ext cx="763950" cy="71025"/>
            </a:xfrm>
            <a:custGeom>
              <a:rect b="b" l="l" r="r" t="t"/>
              <a:pathLst>
                <a:path extrusionOk="0" h="2841" w="30558">
                  <a:moveTo>
                    <a:pt x="15279" y="1"/>
                  </a:moveTo>
                  <a:cubicBezTo>
                    <a:pt x="8463" y="1"/>
                    <a:pt x="2585" y="597"/>
                    <a:pt x="0" y="1421"/>
                  </a:cubicBezTo>
                  <a:cubicBezTo>
                    <a:pt x="2585" y="2273"/>
                    <a:pt x="8463" y="2841"/>
                    <a:pt x="15279" y="2841"/>
                  </a:cubicBezTo>
                  <a:cubicBezTo>
                    <a:pt x="22123" y="2841"/>
                    <a:pt x="28002" y="2273"/>
                    <a:pt x="30557" y="1421"/>
                  </a:cubicBezTo>
                  <a:cubicBezTo>
                    <a:pt x="28002" y="597"/>
                    <a:pt x="22123" y="1"/>
                    <a:pt x="15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15"/>
            <p:cNvSpPr/>
            <p:nvPr/>
          </p:nvSpPr>
          <p:spPr>
            <a:xfrm>
              <a:off x="4654850" y="3580575"/>
              <a:ext cx="192425" cy="291575"/>
            </a:xfrm>
            <a:custGeom>
              <a:rect b="b" l="l" r="r" t="t"/>
              <a:pathLst>
                <a:path extrusionOk="0" h="11663" w="7697">
                  <a:moveTo>
                    <a:pt x="4278" y="0"/>
                  </a:moveTo>
                  <a:cubicBezTo>
                    <a:pt x="4154" y="0"/>
                    <a:pt x="4029" y="41"/>
                    <a:pt x="3920" y="129"/>
                  </a:cubicBezTo>
                  <a:cubicBezTo>
                    <a:pt x="3778" y="271"/>
                    <a:pt x="3636" y="441"/>
                    <a:pt x="3551" y="640"/>
                  </a:cubicBezTo>
                  <a:cubicBezTo>
                    <a:pt x="3323" y="1123"/>
                    <a:pt x="3153" y="1662"/>
                    <a:pt x="3039" y="2173"/>
                  </a:cubicBezTo>
                  <a:cubicBezTo>
                    <a:pt x="2841" y="3110"/>
                    <a:pt x="2699" y="4048"/>
                    <a:pt x="2500" y="4985"/>
                  </a:cubicBezTo>
                  <a:cubicBezTo>
                    <a:pt x="2443" y="4701"/>
                    <a:pt x="2386" y="4388"/>
                    <a:pt x="2301" y="4104"/>
                  </a:cubicBezTo>
                  <a:cubicBezTo>
                    <a:pt x="2187" y="3366"/>
                    <a:pt x="2017" y="2656"/>
                    <a:pt x="1761" y="1974"/>
                  </a:cubicBezTo>
                  <a:cubicBezTo>
                    <a:pt x="1676" y="1719"/>
                    <a:pt x="1563" y="1492"/>
                    <a:pt x="1392" y="1293"/>
                  </a:cubicBezTo>
                  <a:cubicBezTo>
                    <a:pt x="1265" y="1090"/>
                    <a:pt x="1059" y="994"/>
                    <a:pt x="854" y="994"/>
                  </a:cubicBezTo>
                  <a:cubicBezTo>
                    <a:pt x="601" y="994"/>
                    <a:pt x="350" y="1140"/>
                    <a:pt x="256" y="1407"/>
                  </a:cubicBezTo>
                  <a:cubicBezTo>
                    <a:pt x="86" y="1719"/>
                    <a:pt x="29" y="2031"/>
                    <a:pt x="29" y="2372"/>
                  </a:cubicBezTo>
                  <a:cubicBezTo>
                    <a:pt x="1" y="3252"/>
                    <a:pt x="86" y="4133"/>
                    <a:pt x="256" y="4985"/>
                  </a:cubicBezTo>
                  <a:cubicBezTo>
                    <a:pt x="626" y="6831"/>
                    <a:pt x="1193" y="8591"/>
                    <a:pt x="1960" y="10295"/>
                  </a:cubicBezTo>
                  <a:cubicBezTo>
                    <a:pt x="2131" y="10693"/>
                    <a:pt x="2301" y="11034"/>
                    <a:pt x="2471" y="11403"/>
                  </a:cubicBezTo>
                  <a:cubicBezTo>
                    <a:pt x="2548" y="11556"/>
                    <a:pt x="2716" y="11663"/>
                    <a:pt x="2893" y="11663"/>
                  </a:cubicBezTo>
                  <a:cubicBezTo>
                    <a:pt x="2913" y="11663"/>
                    <a:pt x="2934" y="11661"/>
                    <a:pt x="2954" y="11659"/>
                  </a:cubicBezTo>
                  <a:cubicBezTo>
                    <a:pt x="3267" y="11659"/>
                    <a:pt x="3551" y="11488"/>
                    <a:pt x="3693" y="11204"/>
                  </a:cubicBezTo>
                  <a:cubicBezTo>
                    <a:pt x="4147" y="10551"/>
                    <a:pt x="4630" y="9898"/>
                    <a:pt x="5027" y="9216"/>
                  </a:cubicBezTo>
                  <a:cubicBezTo>
                    <a:pt x="5879" y="7825"/>
                    <a:pt x="6589" y="6376"/>
                    <a:pt x="7157" y="4871"/>
                  </a:cubicBezTo>
                  <a:cubicBezTo>
                    <a:pt x="7384" y="4218"/>
                    <a:pt x="7555" y="3565"/>
                    <a:pt x="7668" y="2883"/>
                  </a:cubicBezTo>
                  <a:cubicBezTo>
                    <a:pt x="7697" y="2684"/>
                    <a:pt x="7668" y="2457"/>
                    <a:pt x="7612" y="2258"/>
                  </a:cubicBezTo>
                  <a:cubicBezTo>
                    <a:pt x="7583" y="2088"/>
                    <a:pt x="7441" y="1974"/>
                    <a:pt x="7271" y="1946"/>
                  </a:cubicBezTo>
                  <a:cubicBezTo>
                    <a:pt x="7210" y="1923"/>
                    <a:pt x="7147" y="1913"/>
                    <a:pt x="7084" y="1913"/>
                  </a:cubicBezTo>
                  <a:cubicBezTo>
                    <a:pt x="6913" y="1913"/>
                    <a:pt x="6742" y="1992"/>
                    <a:pt x="6618" y="2116"/>
                  </a:cubicBezTo>
                  <a:cubicBezTo>
                    <a:pt x="6362" y="2372"/>
                    <a:pt x="6163" y="2656"/>
                    <a:pt x="5965" y="2968"/>
                  </a:cubicBezTo>
                  <a:cubicBezTo>
                    <a:pt x="5510" y="3707"/>
                    <a:pt x="5084" y="4474"/>
                    <a:pt x="4630" y="5212"/>
                  </a:cubicBezTo>
                  <a:cubicBezTo>
                    <a:pt x="4573" y="5297"/>
                    <a:pt x="4516" y="5382"/>
                    <a:pt x="4459" y="5439"/>
                  </a:cubicBezTo>
                  <a:cubicBezTo>
                    <a:pt x="4439" y="5459"/>
                    <a:pt x="4405" y="5479"/>
                    <a:pt x="4377" y="5479"/>
                  </a:cubicBezTo>
                  <a:cubicBezTo>
                    <a:pt x="4365" y="5479"/>
                    <a:pt x="4354" y="5476"/>
                    <a:pt x="4346" y="5468"/>
                  </a:cubicBezTo>
                  <a:cubicBezTo>
                    <a:pt x="4317" y="5439"/>
                    <a:pt x="4289" y="5411"/>
                    <a:pt x="4289" y="5354"/>
                  </a:cubicBezTo>
                  <a:cubicBezTo>
                    <a:pt x="4289" y="5212"/>
                    <a:pt x="4317" y="5042"/>
                    <a:pt x="4346" y="4871"/>
                  </a:cubicBezTo>
                  <a:cubicBezTo>
                    <a:pt x="4431" y="4417"/>
                    <a:pt x="4545" y="3962"/>
                    <a:pt x="4630" y="3480"/>
                  </a:cubicBezTo>
                  <a:cubicBezTo>
                    <a:pt x="4829" y="2741"/>
                    <a:pt x="4942" y="2003"/>
                    <a:pt x="4971" y="1236"/>
                  </a:cubicBezTo>
                  <a:cubicBezTo>
                    <a:pt x="4999" y="924"/>
                    <a:pt x="4914" y="583"/>
                    <a:pt x="4772" y="299"/>
                  </a:cubicBezTo>
                  <a:cubicBezTo>
                    <a:pt x="4667" y="106"/>
                    <a:pt x="4475" y="0"/>
                    <a:pt x="42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15"/>
            <p:cNvSpPr/>
            <p:nvPr/>
          </p:nvSpPr>
          <p:spPr>
            <a:xfrm>
              <a:off x="4442575" y="3801350"/>
              <a:ext cx="566575" cy="550725"/>
            </a:xfrm>
            <a:custGeom>
              <a:rect b="b" l="l" r="r" t="t"/>
              <a:pathLst>
                <a:path extrusionOk="0" h="22029" w="22663">
                  <a:moveTo>
                    <a:pt x="15855" y="1"/>
                  </a:moveTo>
                  <a:cubicBezTo>
                    <a:pt x="15722" y="1"/>
                    <a:pt x="15587" y="6"/>
                    <a:pt x="15449" y="16"/>
                  </a:cubicBezTo>
                  <a:cubicBezTo>
                    <a:pt x="15080" y="44"/>
                    <a:pt x="14711" y="101"/>
                    <a:pt x="14342" y="215"/>
                  </a:cubicBezTo>
                  <a:cubicBezTo>
                    <a:pt x="13092" y="442"/>
                    <a:pt x="11985" y="1209"/>
                    <a:pt x="11360" y="2316"/>
                  </a:cubicBezTo>
                  <a:cubicBezTo>
                    <a:pt x="11332" y="2402"/>
                    <a:pt x="11246" y="2458"/>
                    <a:pt x="11161" y="2487"/>
                  </a:cubicBezTo>
                  <a:cubicBezTo>
                    <a:pt x="11019" y="2174"/>
                    <a:pt x="10906" y="1890"/>
                    <a:pt x="10764" y="1578"/>
                  </a:cubicBezTo>
                  <a:cubicBezTo>
                    <a:pt x="10423" y="811"/>
                    <a:pt x="9713" y="272"/>
                    <a:pt x="8889" y="130"/>
                  </a:cubicBezTo>
                  <a:cubicBezTo>
                    <a:pt x="8628" y="86"/>
                    <a:pt x="8367" y="64"/>
                    <a:pt x="8107" y="64"/>
                  </a:cubicBezTo>
                  <a:cubicBezTo>
                    <a:pt x="7520" y="64"/>
                    <a:pt x="6942" y="177"/>
                    <a:pt x="6390" y="414"/>
                  </a:cubicBezTo>
                  <a:cubicBezTo>
                    <a:pt x="4970" y="982"/>
                    <a:pt x="3806" y="2004"/>
                    <a:pt x="3011" y="3282"/>
                  </a:cubicBezTo>
                  <a:cubicBezTo>
                    <a:pt x="2528" y="4077"/>
                    <a:pt x="2102" y="4901"/>
                    <a:pt x="1761" y="5753"/>
                  </a:cubicBezTo>
                  <a:cubicBezTo>
                    <a:pt x="1023" y="7513"/>
                    <a:pt x="512" y="9331"/>
                    <a:pt x="228" y="11205"/>
                  </a:cubicBezTo>
                  <a:cubicBezTo>
                    <a:pt x="29" y="12426"/>
                    <a:pt x="0" y="13704"/>
                    <a:pt x="142" y="14954"/>
                  </a:cubicBezTo>
                  <a:cubicBezTo>
                    <a:pt x="313" y="16544"/>
                    <a:pt x="1165" y="17993"/>
                    <a:pt x="2443" y="18958"/>
                  </a:cubicBezTo>
                  <a:cubicBezTo>
                    <a:pt x="3011" y="19441"/>
                    <a:pt x="3749" y="19753"/>
                    <a:pt x="4487" y="19838"/>
                  </a:cubicBezTo>
                  <a:cubicBezTo>
                    <a:pt x="4771" y="19838"/>
                    <a:pt x="5055" y="19952"/>
                    <a:pt x="5197" y="20179"/>
                  </a:cubicBezTo>
                  <a:cubicBezTo>
                    <a:pt x="5680" y="20776"/>
                    <a:pt x="6305" y="21202"/>
                    <a:pt x="6987" y="21400"/>
                  </a:cubicBezTo>
                  <a:cubicBezTo>
                    <a:pt x="8151" y="21770"/>
                    <a:pt x="9344" y="21968"/>
                    <a:pt x="10536" y="22025"/>
                  </a:cubicBezTo>
                  <a:cubicBezTo>
                    <a:pt x="10632" y="22027"/>
                    <a:pt x="10728" y="22028"/>
                    <a:pt x="10824" y="22028"/>
                  </a:cubicBezTo>
                  <a:cubicBezTo>
                    <a:pt x="12059" y="22028"/>
                    <a:pt x="13269" y="21859"/>
                    <a:pt x="14456" y="21542"/>
                  </a:cubicBezTo>
                  <a:cubicBezTo>
                    <a:pt x="15109" y="21372"/>
                    <a:pt x="15705" y="21116"/>
                    <a:pt x="16245" y="20719"/>
                  </a:cubicBezTo>
                  <a:cubicBezTo>
                    <a:pt x="16472" y="20577"/>
                    <a:pt x="16699" y="20463"/>
                    <a:pt x="16898" y="20293"/>
                  </a:cubicBezTo>
                  <a:cubicBezTo>
                    <a:pt x="17032" y="20181"/>
                    <a:pt x="17218" y="20105"/>
                    <a:pt x="17403" y="20105"/>
                  </a:cubicBezTo>
                  <a:cubicBezTo>
                    <a:pt x="17453" y="20105"/>
                    <a:pt x="17502" y="20110"/>
                    <a:pt x="17551" y="20122"/>
                  </a:cubicBezTo>
                  <a:cubicBezTo>
                    <a:pt x="17892" y="20179"/>
                    <a:pt x="18261" y="20179"/>
                    <a:pt x="18602" y="20179"/>
                  </a:cubicBezTo>
                  <a:cubicBezTo>
                    <a:pt x="19056" y="20179"/>
                    <a:pt x="19454" y="20037"/>
                    <a:pt x="19795" y="19782"/>
                  </a:cubicBezTo>
                  <a:cubicBezTo>
                    <a:pt x="20135" y="19498"/>
                    <a:pt x="20476" y="19185"/>
                    <a:pt x="20760" y="18844"/>
                  </a:cubicBezTo>
                  <a:cubicBezTo>
                    <a:pt x="21214" y="18305"/>
                    <a:pt x="21555" y="17737"/>
                    <a:pt x="21839" y="17112"/>
                  </a:cubicBezTo>
                  <a:cubicBezTo>
                    <a:pt x="22294" y="16147"/>
                    <a:pt x="22549" y="15096"/>
                    <a:pt x="22578" y="14017"/>
                  </a:cubicBezTo>
                  <a:cubicBezTo>
                    <a:pt x="22663" y="12455"/>
                    <a:pt x="22606" y="10893"/>
                    <a:pt x="22407" y="9359"/>
                  </a:cubicBezTo>
                  <a:cubicBezTo>
                    <a:pt x="22208" y="7769"/>
                    <a:pt x="21811" y="6235"/>
                    <a:pt x="21214" y="4759"/>
                  </a:cubicBezTo>
                  <a:cubicBezTo>
                    <a:pt x="20874" y="3850"/>
                    <a:pt x="20419" y="2998"/>
                    <a:pt x="19851" y="2203"/>
                  </a:cubicBezTo>
                  <a:cubicBezTo>
                    <a:pt x="18850" y="833"/>
                    <a:pt x="17556" y="1"/>
                    <a:pt x="15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15"/>
            <p:cNvSpPr/>
            <p:nvPr/>
          </p:nvSpPr>
          <p:spPr>
            <a:xfrm>
              <a:off x="4627875" y="3951550"/>
              <a:ext cx="188175" cy="247075"/>
            </a:xfrm>
            <a:custGeom>
              <a:rect b="b" l="l" r="r" t="t"/>
              <a:pathLst>
                <a:path extrusionOk="0" h="9883" w="7527">
                  <a:moveTo>
                    <a:pt x="6958" y="0"/>
                  </a:moveTo>
                  <a:cubicBezTo>
                    <a:pt x="6760" y="142"/>
                    <a:pt x="6618" y="171"/>
                    <a:pt x="6561" y="284"/>
                  </a:cubicBezTo>
                  <a:cubicBezTo>
                    <a:pt x="5737" y="1449"/>
                    <a:pt x="4914" y="2641"/>
                    <a:pt x="4090" y="3834"/>
                  </a:cubicBezTo>
                  <a:cubicBezTo>
                    <a:pt x="4050" y="3874"/>
                    <a:pt x="4011" y="3927"/>
                    <a:pt x="3943" y="3927"/>
                  </a:cubicBezTo>
                  <a:cubicBezTo>
                    <a:pt x="3913" y="3927"/>
                    <a:pt x="3878" y="3917"/>
                    <a:pt x="3834" y="3891"/>
                  </a:cubicBezTo>
                  <a:cubicBezTo>
                    <a:pt x="3834" y="3351"/>
                    <a:pt x="3834" y="2783"/>
                    <a:pt x="3834" y="2215"/>
                  </a:cubicBezTo>
                  <a:cubicBezTo>
                    <a:pt x="3834" y="1647"/>
                    <a:pt x="3806" y="1079"/>
                    <a:pt x="3778" y="511"/>
                  </a:cubicBezTo>
                  <a:cubicBezTo>
                    <a:pt x="3778" y="426"/>
                    <a:pt x="3692" y="341"/>
                    <a:pt x="3636" y="227"/>
                  </a:cubicBezTo>
                  <a:cubicBezTo>
                    <a:pt x="3494" y="369"/>
                    <a:pt x="3408" y="568"/>
                    <a:pt x="3437" y="795"/>
                  </a:cubicBezTo>
                  <a:cubicBezTo>
                    <a:pt x="3408" y="1221"/>
                    <a:pt x="3408" y="1676"/>
                    <a:pt x="3408" y="2130"/>
                  </a:cubicBezTo>
                  <a:lnTo>
                    <a:pt x="3408" y="4317"/>
                  </a:lnTo>
                  <a:lnTo>
                    <a:pt x="3295" y="4345"/>
                  </a:lnTo>
                  <a:cubicBezTo>
                    <a:pt x="3181" y="4203"/>
                    <a:pt x="3096" y="4033"/>
                    <a:pt x="3011" y="3891"/>
                  </a:cubicBezTo>
                  <a:cubicBezTo>
                    <a:pt x="2642" y="3266"/>
                    <a:pt x="2272" y="2613"/>
                    <a:pt x="1903" y="1988"/>
                  </a:cubicBezTo>
                  <a:cubicBezTo>
                    <a:pt x="1761" y="1761"/>
                    <a:pt x="1619" y="1534"/>
                    <a:pt x="1477" y="1335"/>
                  </a:cubicBezTo>
                  <a:cubicBezTo>
                    <a:pt x="1441" y="1280"/>
                    <a:pt x="1380" y="1249"/>
                    <a:pt x="1319" y="1249"/>
                  </a:cubicBezTo>
                  <a:cubicBezTo>
                    <a:pt x="1286" y="1249"/>
                    <a:pt x="1252" y="1258"/>
                    <a:pt x="1222" y="1278"/>
                  </a:cubicBezTo>
                  <a:cubicBezTo>
                    <a:pt x="1193" y="1335"/>
                    <a:pt x="1165" y="1392"/>
                    <a:pt x="1193" y="1477"/>
                  </a:cubicBezTo>
                  <a:cubicBezTo>
                    <a:pt x="1335" y="1789"/>
                    <a:pt x="1506" y="2102"/>
                    <a:pt x="1676" y="2414"/>
                  </a:cubicBezTo>
                  <a:cubicBezTo>
                    <a:pt x="1960" y="2868"/>
                    <a:pt x="2244" y="3323"/>
                    <a:pt x="2528" y="3806"/>
                  </a:cubicBezTo>
                  <a:cubicBezTo>
                    <a:pt x="2585" y="3891"/>
                    <a:pt x="2698" y="3976"/>
                    <a:pt x="2585" y="4146"/>
                  </a:cubicBezTo>
                  <a:cubicBezTo>
                    <a:pt x="2471" y="4061"/>
                    <a:pt x="2358" y="3976"/>
                    <a:pt x="2244" y="3891"/>
                  </a:cubicBezTo>
                  <a:cubicBezTo>
                    <a:pt x="1733" y="3578"/>
                    <a:pt x="1193" y="3238"/>
                    <a:pt x="682" y="2925"/>
                  </a:cubicBezTo>
                  <a:cubicBezTo>
                    <a:pt x="635" y="2887"/>
                    <a:pt x="587" y="2868"/>
                    <a:pt x="542" y="2868"/>
                  </a:cubicBezTo>
                  <a:cubicBezTo>
                    <a:pt x="452" y="2868"/>
                    <a:pt x="370" y="2944"/>
                    <a:pt x="313" y="3096"/>
                  </a:cubicBezTo>
                  <a:cubicBezTo>
                    <a:pt x="966" y="3834"/>
                    <a:pt x="1960" y="4175"/>
                    <a:pt x="2698" y="4856"/>
                  </a:cubicBezTo>
                  <a:cubicBezTo>
                    <a:pt x="2613" y="4913"/>
                    <a:pt x="2556" y="4998"/>
                    <a:pt x="2500" y="4998"/>
                  </a:cubicBezTo>
                  <a:cubicBezTo>
                    <a:pt x="1818" y="5169"/>
                    <a:pt x="1137" y="5339"/>
                    <a:pt x="455" y="5510"/>
                  </a:cubicBezTo>
                  <a:cubicBezTo>
                    <a:pt x="313" y="5538"/>
                    <a:pt x="171" y="5595"/>
                    <a:pt x="57" y="5652"/>
                  </a:cubicBezTo>
                  <a:cubicBezTo>
                    <a:pt x="29" y="5680"/>
                    <a:pt x="29" y="5765"/>
                    <a:pt x="1" y="5879"/>
                  </a:cubicBezTo>
                  <a:cubicBezTo>
                    <a:pt x="133" y="5914"/>
                    <a:pt x="263" y="5928"/>
                    <a:pt x="390" y="5928"/>
                  </a:cubicBezTo>
                  <a:cubicBezTo>
                    <a:pt x="780" y="5928"/>
                    <a:pt x="1149" y="5794"/>
                    <a:pt x="1534" y="5708"/>
                  </a:cubicBezTo>
                  <a:cubicBezTo>
                    <a:pt x="2017" y="5595"/>
                    <a:pt x="2528" y="5424"/>
                    <a:pt x="3011" y="5282"/>
                  </a:cubicBezTo>
                  <a:lnTo>
                    <a:pt x="3011" y="5282"/>
                  </a:lnTo>
                  <a:cubicBezTo>
                    <a:pt x="2670" y="5850"/>
                    <a:pt x="2272" y="6390"/>
                    <a:pt x="1875" y="6901"/>
                  </a:cubicBezTo>
                  <a:cubicBezTo>
                    <a:pt x="1449" y="7412"/>
                    <a:pt x="1080" y="7980"/>
                    <a:pt x="767" y="8548"/>
                  </a:cubicBezTo>
                  <a:cubicBezTo>
                    <a:pt x="848" y="8602"/>
                    <a:pt x="916" y="8630"/>
                    <a:pt x="977" y="8630"/>
                  </a:cubicBezTo>
                  <a:cubicBezTo>
                    <a:pt x="1045" y="8630"/>
                    <a:pt x="1105" y="8595"/>
                    <a:pt x="1165" y="8520"/>
                  </a:cubicBezTo>
                  <a:cubicBezTo>
                    <a:pt x="1619" y="7895"/>
                    <a:pt x="2102" y="7299"/>
                    <a:pt x="2585" y="6674"/>
                  </a:cubicBezTo>
                  <a:cubicBezTo>
                    <a:pt x="2755" y="6418"/>
                    <a:pt x="2954" y="6191"/>
                    <a:pt x="3181" y="6021"/>
                  </a:cubicBezTo>
                  <a:cubicBezTo>
                    <a:pt x="3210" y="6191"/>
                    <a:pt x="3210" y="6276"/>
                    <a:pt x="3210" y="6362"/>
                  </a:cubicBezTo>
                  <a:cubicBezTo>
                    <a:pt x="3210" y="7270"/>
                    <a:pt x="3295" y="8179"/>
                    <a:pt x="3408" y="9059"/>
                  </a:cubicBezTo>
                  <a:cubicBezTo>
                    <a:pt x="3437" y="9287"/>
                    <a:pt x="3494" y="9514"/>
                    <a:pt x="3579" y="9741"/>
                  </a:cubicBezTo>
                  <a:cubicBezTo>
                    <a:pt x="3579" y="9798"/>
                    <a:pt x="3692" y="9826"/>
                    <a:pt x="3778" y="9883"/>
                  </a:cubicBezTo>
                  <a:cubicBezTo>
                    <a:pt x="3920" y="9627"/>
                    <a:pt x="3834" y="9400"/>
                    <a:pt x="3806" y="9145"/>
                  </a:cubicBezTo>
                  <a:cubicBezTo>
                    <a:pt x="3806" y="8889"/>
                    <a:pt x="3778" y="8605"/>
                    <a:pt x="3778" y="8378"/>
                  </a:cubicBezTo>
                  <a:cubicBezTo>
                    <a:pt x="3749" y="8122"/>
                    <a:pt x="3721" y="7923"/>
                    <a:pt x="3721" y="7668"/>
                  </a:cubicBezTo>
                  <a:cubicBezTo>
                    <a:pt x="3692" y="7412"/>
                    <a:pt x="3692" y="7128"/>
                    <a:pt x="3692" y="6873"/>
                  </a:cubicBezTo>
                  <a:cubicBezTo>
                    <a:pt x="3664" y="6646"/>
                    <a:pt x="3664" y="6390"/>
                    <a:pt x="3664" y="6163"/>
                  </a:cubicBezTo>
                  <a:cubicBezTo>
                    <a:pt x="3607" y="5879"/>
                    <a:pt x="3607" y="5595"/>
                    <a:pt x="3692" y="5339"/>
                  </a:cubicBezTo>
                  <a:lnTo>
                    <a:pt x="4118" y="5964"/>
                  </a:lnTo>
                  <a:cubicBezTo>
                    <a:pt x="4686" y="6731"/>
                    <a:pt x="5254" y="7526"/>
                    <a:pt x="5851" y="8293"/>
                  </a:cubicBezTo>
                  <a:cubicBezTo>
                    <a:pt x="5936" y="8463"/>
                    <a:pt x="6078" y="8605"/>
                    <a:pt x="6220" y="8719"/>
                  </a:cubicBezTo>
                  <a:cubicBezTo>
                    <a:pt x="6267" y="8754"/>
                    <a:pt x="6318" y="8779"/>
                    <a:pt x="6369" y="8779"/>
                  </a:cubicBezTo>
                  <a:cubicBezTo>
                    <a:pt x="6441" y="8779"/>
                    <a:pt x="6511" y="8727"/>
                    <a:pt x="6561" y="8577"/>
                  </a:cubicBezTo>
                  <a:lnTo>
                    <a:pt x="6163" y="7980"/>
                  </a:lnTo>
                  <a:cubicBezTo>
                    <a:pt x="5993" y="7781"/>
                    <a:pt x="5851" y="7583"/>
                    <a:pt x="5709" y="7355"/>
                  </a:cubicBezTo>
                  <a:cubicBezTo>
                    <a:pt x="5538" y="7128"/>
                    <a:pt x="5340" y="6873"/>
                    <a:pt x="5198" y="6646"/>
                  </a:cubicBezTo>
                  <a:cubicBezTo>
                    <a:pt x="5056" y="6447"/>
                    <a:pt x="4885" y="6248"/>
                    <a:pt x="4743" y="6021"/>
                  </a:cubicBezTo>
                  <a:cubicBezTo>
                    <a:pt x="4544" y="5822"/>
                    <a:pt x="4402" y="5595"/>
                    <a:pt x="4317" y="5339"/>
                  </a:cubicBezTo>
                  <a:lnTo>
                    <a:pt x="4317" y="5339"/>
                  </a:lnTo>
                  <a:cubicBezTo>
                    <a:pt x="4516" y="5396"/>
                    <a:pt x="4601" y="5424"/>
                    <a:pt x="4715" y="5453"/>
                  </a:cubicBezTo>
                  <a:cubicBezTo>
                    <a:pt x="5311" y="5680"/>
                    <a:pt x="5908" y="5907"/>
                    <a:pt x="6504" y="6106"/>
                  </a:cubicBezTo>
                  <a:cubicBezTo>
                    <a:pt x="6731" y="6163"/>
                    <a:pt x="6958" y="6220"/>
                    <a:pt x="7214" y="6220"/>
                  </a:cubicBezTo>
                  <a:cubicBezTo>
                    <a:pt x="7327" y="6220"/>
                    <a:pt x="7441" y="6163"/>
                    <a:pt x="7413" y="5964"/>
                  </a:cubicBezTo>
                  <a:cubicBezTo>
                    <a:pt x="6958" y="5794"/>
                    <a:pt x="6532" y="5623"/>
                    <a:pt x="6050" y="5424"/>
                  </a:cubicBezTo>
                  <a:cubicBezTo>
                    <a:pt x="5567" y="5226"/>
                    <a:pt x="5084" y="5084"/>
                    <a:pt x="4544" y="4885"/>
                  </a:cubicBezTo>
                  <a:cubicBezTo>
                    <a:pt x="4715" y="4771"/>
                    <a:pt x="4828" y="4714"/>
                    <a:pt x="4942" y="4629"/>
                  </a:cubicBezTo>
                  <a:cubicBezTo>
                    <a:pt x="5624" y="4288"/>
                    <a:pt x="6305" y="3976"/>
                    <a:pt x="6958" y="3607"/>
                  </a:cubicBezTo>
                  <a:cubicBezTo>
                    <a:pt x="7129" y="3522"/>
                    <a:pt x="7242" y="3436"/>
                    <a:pt x="7384" y="3351"/>
                  </a:cubicBezTo>
                  <a:cubicBezTo>
                    <a:pt x="7526" y="3266"/>
                    <a:pt x="7498" y="3152"/>
                    <a:pt x="7271" y="2954"/>
                  </a:cubicBezTo>
                  <a:cubicBezTo>
                    <a:pt x="7157" y="3039"/>
                    <a:pt x="7044" y="3124"/>
                    <a:pt x="6930" y="3209"/>
                  </a:cubicBezTo>
                  <a:cubicBezTo>
                    <a:pt x="6050" y="3635"/>
                    <a:pt x="5198" y="4033"/>
                    <a:pt x="4317" y="4459"/>
                  </a:cubicBezTo>
                  <a:cubicBezTo>
                    <a:pt x="4308" y="4468"/>
                    <a:pt x="4298" y="4471"/>
                    <a:pt x="4290" y="4471"/>
                  </a:cubicBezTo>
                  <a:cubicBezTo>
                    <a:pt x="4273" y="4471"/>
                    <a:pt x="4260" y="4459"/>
                    <a:pt x="4260" y="4459"/>
                  </a:cubicBezTo>
                  <a:cubicBezTo>
                    <a:pt x="4232" y="4459"/>
                    <a:pt x="4232" y="4430"/>
                    <a:pt x="4204" y="4402"/>
                  </a:cubicBezTo>
                  <a:lnTo>
                    <a:pt x="4488" y="4004"/>
                  </a:lnTo>
                  <a:cubicBezTo>
                    <a:pt x="5141" y="3067"/>
                    <a:pt x="5794" y="2159"/>
                    <a:pt x="6447" y="1221"/>
                  </a:cubicBezTo>
                  <a:cubicBezTo>
                    <a:pt x="6618" y="966"/>
                    <a:pt x="6788" y="710"/>
                    <a:pt x="6930" y="426"/>
                  </a:cubicBezTo>
                  <a:cubicBezTo>
                    <a:pt x="6958" y="284"/>
                    <a:pt x="6958" y="142"/>
                    <a:pt x="6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15"/>
            <p:cNvSpPr/>
            <p:nvPr/>
          </p:nvSpPr>
          <p:spPr>
            <a:xfrm>
              <a:off x="4537700" y="3840300"/>
              <a:ext cx="177525" cy="446375"/>
            </a:xfrm>
            <a:custGeom>
              <a:rect b="b" l="l" r="r" t="t"/>
              <a:pathLst>
                <a:path extrusionOk="0" h="17855" w="7101">
                  <a:moveTo>
                    <a:pt x="5066" y="1"/>
                  </a:moveTo>
                  <a:cubicBezTo>
                    <a:pt x="4558" y="1"/>
                    <a:pt x="4058" y="198"/>
                    <a:pt x="3721" y="560"/>
                  </a:cubicBezTo>
                  <a:cubicBezTo>
                    <a:pt x="3409" y="872"/>
                    <a:pt x="3125" y="1213"/>
                    <a:pt x="2898" y="1553"/>
                  </a:cubicBezTo>
                  <a:cubicBezTo>
                    <a:pt x="2415" y="2263"/>
                    <a:pt x="2046" y="3030"/>
                    <a:pt x="1790" y="3825"/>
                  </a:cubicBezTo>
                  <a:cubicBezTo>
                    <a:pt x="1023" y="5984"/>
                    <a:pt x="512" y="8199"/>
                    <a:pt x="256" y="10442"/>
                  </a:cubicBezTo>
                  <a:cubicBezTo>
                    <a:pt x="1" y="12771"/>
                    <a:pt x="171" y="15128"/>
                    <a:pt x="768" y="17400"/>
                  </a:cubicBezTo>
                  <a:cubicBezTo>
                    <a:pt x="796" y="17542"/>
                    <a:pt x="853" y="17684"/>
                    <a:pt x="938" y="17798"/>
                  </a:cubicBezTo>
                  <a:cubicBezTo>
                    <a:pt x="966" y="17826"/>
                    <a:pt x="995" y="17854"/>
                    <a:pt x="1052" y="17854"/>
                  </a:cubicBezTo>
                  <a:cubicBezTo>
                    <a:pt x="1108" y="17826"/>
                    <a:pt x="1194" y="17769"/>
                    <a:pt x="1194" y="17712"/>
                  </a:cubicBezTo>
                  <a:cubicBezTo>
                    <a:pt x="1194" y="17428"/>
                    <a:pt x="1165" y="17173"/>
                    <a:pt x="1108" y="16889"/>
                  </a:cubicBezTo>
                  <a:cubicBezTo>
                    <a:pt x="540" y="14418"/>
                    <a:pt x="654" y="11947"/>
                    <a:pt x="966" y="9477"/>
                  </a:cubicBezTo>
                  <a:cubicBezTo>
                    <a:pt x="1222" y="7631"/>
                    <a:pt x="1676" y="5813"/>
                    <a:pt x="2330" y="4053"/>
                  </a:cubicBezTo>
                  <a:cubicBezTo>
                    <a:pt x="2642" y="3144"/>
                    <a:pt x="3096" y="2263"/>
                    <a:pt x="3664" y="1497"/>
                  </a:cubicBezTo>
                  <a:cubicBezTo>
                    <a:pt x="3892" y="1213"/>
                    <a:pt x="4147" y="957"/>
                    <a:pt x="4403" y="730"/>
                  </a:cubicBezTo>
                  <a:cubicBezTo>
                    <a:pt x="4637" y="538"/>
                    <a:pt x="4919" y="442"/>
                    <a:pt x="5201" y="442"/>
                  </a:cubicBezTo>
                  <a:cubicBezTo>
                    <a:pt x="5296" y="442"/>
                    <a:pt x="5390" y="453"/>
                    <a:pt x="5482" y="474"/>
                  </a:cubicBezTo>
                  <a:cubicBezTo>
                    <a:pt x="5908" y="531"/>
                    <a:pt x="6334" y="730"/>
                    <a:pt x="6675" y="1014"/>
                  </a:cubicBezTo>
                  <a:cubicBezTo>
                    <a:pt x="6788" y="1128"/>
                    <a:pt x="6902" y="1213"/>
                    <a:pt x="7015" y="1298"/>
                  </a:cubicBezTo>
                  <a:lnTo>
                    <a:pt x="7101" y="1213"/>
                  </a:lnTo>
                  <a:cubicBezTo>
                    <a:pt x="7101" y="1128"/>
                    <a:pt x="7072" y="1071"/>
                    <a:pt x="7044" y="1014"/>
                  </a:cubicBezTo>
                  <a:cubicBezTo>
                    <a:pt x="6646" y="446"/>
                    <a:pt x="6021" y="77"/>
                    <a:pt x="5340" y="20"/>
                  </a:cubicBezTo>
                  <a:cubicBezTo>
                    <a:pt x="5249" y="7"/>
                    <a:pt x="5158" y="1"/>
                    <a:pt x="50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15"/>
            <p:cNvSpPr/>
            <p:nvPr/>
          </p:nvSpPr>
          <p:spPr>
            <a:xfrm>
              <a:off x="4757800" y="3836775"/>
              <a:ext cx="163325" cy="464100"/>
            </a:xfrm>
            <a:custGeom>
              <a:rect b="b" l="l" r="r" t="t"/>
              <a:pathLst>
                <a:path extrusionOk="0" h="18564" w="6533">
                  <a:moveTo>
                    <a:pt x="1801" y="1"/>
                  </a:moveTo>
                  <a:cubicBezTo>
                    <a:pt x="1230" y="1"/>
                    <a:pt x="664" y="187"/>
                    <a:pt x="199" y="559"/>
                  </a:cubicBezTo>
                  <a:cubicBezTo>
                    <a:pt x="114" y="615"/>
                    <a:pt x="1" y="701"/>
                    <a:pt x="114" y="871"/>
                  </a:cubicBezTo>
                  <a:lnTo>
                    <a:pt x="682" y="615"/>
                  </a:lnTo>
                  <a:cubicBezTo>
                    <a:pt x="944" y="473"/>
                    <a:pt x="1245" y="410"/>
                    <a:pt x="1537" y="410"/>
                  </a:cubicBezTo>
                  <a:cubicBezTo>
                    <a:pt x="1593" y="410"/>
                    <a:pt x="1649" y="412"/>
                    <a:pt x="1705" y="417"/>
                  </a:cubicBezTo>
                  <a:cubicBezTo>
                    <a:pt x="2443" y="445"/>
                    <a:pt x="3096" y="814"/>
                    <a:pt x="3522" y="1411"/>
                  </a:cubicBezTo>
                  <a:cubicBezTo>
                    <a:pt x="4118" y="2177"/>
                    <a:pt x="4601" y="3029"/>
                    <a:pt x="4914" y="3938"/>
                  </a:cubicBezTo>
                  <a:cubicBezTo>
                    <a:pt x="5311" y="5188"/>
                    <a:pt x="5567" y="6466"/>
                    <a:pt x="5709" y="7743"/>
                  </a:cubicBezTo>
                  <a:cubicBezTo>
                    <a:pt x="5908" y="9561"/>
                    <a:pt x="5908" y="11379"/>
                    <a:pt x="5737" y="13196"/>
                  </a:cubicBezTo>
                  <a:cubicBezTo>
                    <a:pt x="5595" y="14900"/>
                    <a:pt x="5198" y="16576"/>
                    <a:pt x="4544" y="18137"/>
                  </a:cubicBezTo>
                  <a:cubicBezTo>
                    <a:pt x="4488" y="18251"/>
                    <a:pt x="4459" y="18365"/>
                    <a:pt x="4402" y="18563"/>
                  </a:cubicBezTo>
                  <a:cubicBezTo>
                    <a:pt x="4715" y="18478"/>
                    <a:pt x="4970" y="18251"/>
                    <a:pt x="5056" y="17939"/>
                  </a:cubicBezTo>
                  <a:cubicBezTo>
                    <a:pt x="5425" y="17143"/>
                    <a:pt x="5680" y="16348"/>
                    <a:pt x="5879" y="15525"/>
                  </a:cubicBezTo>
                  <a:cubicBezTo>
                    <a:pt x="6135" y="14332"/>
                    <a:pt x="6277" y="13139"/>
                    <a:pt x="6334" y="11946"/>
                  </a:cubicBezTo>
                  <a:cubicBezTo>
                    <a:pt x="6532" y="9334"/>
                    <a:pt x="6277" y="6721"/>
                    <a:pt x="5595" y="4222"/>
                  </a:cubicBezTo>
                  <a:cubicBezTo>
                    <a:pt x="5283" y="3114"/>
                    <a:pt x="4743" y="2092"/>
                    <a:pt x="4033" y="1212"/>
                  </a:cubicBezTo>
                  <a:cubicBezTo>
                    <a:pt x="3806" y="899"/>
                    <a:pt x="3494" y="615"/>
                    <a:pt x="3181" y="388"/>
                  </a:cubicBezTo>
                  <a:cubicBezTo>
                    <a:pt x="2755" y="130"/>
                    <a:pt x="2276" y="1"/>
                    <a:pt x="1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15"/>
            <p:cNvSpPr/>
            <p:nvPr/>
          </p:nvSpPr>
          <p:spPr>
            <a:xfrm>
              <a:off x="4380100" y="4112675"/>
              <a:ext cx="110775" cy="164775"/>
            </a:xfrm>
            <a:custGeom>
              <a:rect b="b" l="l" r="r" t="t"/>
              <a:pathLst>
                <a:path extrusionOk="0" h="6591" w="4431">
                  <a:moveTo>
                    <a:pt x="4093" y="0"/>
                  </a:moveTo>
                  <a:cubicBezTo>
                    <a:pt x="3957" y="0"/>
                    <a:pt x="3820" y="35"/>
                    <a:pt x="3692" y="115"/>
                  </a:cubicBezTo>
                  <a:cubicBezTo>
                    <a:pt x="2499" y="513"/>
                    <a:pt x="1307" y="939"/>
                    <a:pt x="114" y="1393"/>
                  </a:cubicBezTo>
                  <a:cubicBezTo>
                    <a:pt x="57" y="1393"/>
                    <a:pt x="29" y="1478"/>
                    <a:pt x="0" y="1564"/>
                  </a:cubicBezTo>
                  <a:cubicBezTo>
                    <a:pt x="57" y="1592"/>
                    <a:pt x="142" y="1620"/>
                    <a:pt x="228" y="1620"/>
                  </a:cubicBezTo>
                  <a:cubicBezTo>
                    <a:pt x="1165" y="1507"/>
                    <a:pt x="2017" y="1109"/>
                    <a:pt x="2982" y="797"/>
                  </a:cubicBezTo>
                  <a:lnTo>
                    <a:pt x="2982" y="797"/>
                  </a:lnTo>
                  <a:cubicBezTo>
                    <a:pt x="2755" y="1109"/>
                    <a:pt x="2499" y="1393"/>
                    <a:pt x="2187" y="1620"/>
                  </a:cubicBezTo>
                  <a:cubicBezTo>
                    <a:pt x="1960" y="1848"/>
                    <a:pt x="1704" y="2075"/>
                    <a:pt x="1477" y="2330"/>
                  </a:cubicBezTo>
                  <a:cubicBezTo>
                    <a:pt x="1221" y="2558"/>
                    <a:pt x="994" y="2813"/>
                    <a:pt x="796" y="3126"/>
                  </a:cubicBezTo>
                  <a:cubicBezTo>
                    <a:pt x="862" y="3173"/>
                    <a:pt x="922" y="3192"/>
                    <a:pt x="976" y="3192"/>
                  </a:cubicBezTo>
                  <a:cubicBezTo>
                    <a:pt x="1086" y="3192"/>
                    <a:pt x="1174" y="3116"/>
                    <a:pt x="1250" y="3040"/>
                  </a:cubicBezTo>
                  <a:cubicBezTo>
                    <a:pt x="1875" y="2472"/>
                    <a:pt x="2528" y="1876"/>
                    <a:pt x="3181" y="1280"/>
                  </a:cubicBezTo>
                  <a:cubicBezTo>
                    <a:pt x="3250" y="1234"/>
                    <a:pt x="3282" y="1151"/>
                    <a:pt x="3397" y="1151"/>
                  </a:cubicBezTo>
                  <a:cubicBezTo>
                    <a:pt x="3424" y="1151"/>
                    <a:pt x="3455" y="1155"/>
                    <a:pt x="3493" y="1166"/>
                  </a:cubicBezTo>
                  <a:cubicBezTo>
                    <a:pt x="3380" y="1393"/>
                    <a:pt x="3238" y="1592"/>
                    <a:pt x="3124" y="1791"/>
                  </a:cubicBezTo>
                  <a:cubicBezTo>
                    <a:pt x="2727" y="2529"/>
                    <a:pt x="2301" y="3268"/>
                    <a:pt x="1903" y="4006"/>
                  </a:cubicBezTo>
                  <a:cubicBezTo>
                    <a:pt x="1846" y="4120"/>
                    <a:pt x="1789" y="4205"/>
                    <a:pt x="1903" y="4347"/>
                  </a:cubicBezTo>
                  <a:cubicBezTo>
                    <a:pt x="1918" y="4350"/>
                    <a:pt x="1932" y="4351"/>
                    <a:pt x="1946" y="4351"/>
                  </a:cubicBezTo>
                  <a:cubicBezTo>
                    <a:pt x="2063" y="4351"/>
                    <a:pt x="2139" y="4250"/>
                    <a:pt x="2215" y="4148"/>
                  </a:cubicBezTo>
                  <a:cubicBezTo>
                    <a:pt x="2641" y="3410"/>
                    <a:pt x="3096" y="2671"/>
                    <a:pt x="3522" y="1961"/>
                  </a:cubicBezTo>
                  <a:cubicBezTo>
                    <a:pt x="3607" y="1819"/>
                    <a:pt x="3721" y="1706"/>
                    <a:pt x="3806" y="1564"/>
                  </a:cubicBezTo>
                  <a:lnTo>
                    <a:pt x="3863" y="1592"/>
                  </a:lnTo>
                  <a:cubicBezTo>
                    <a:pt x="3749" y="2501"/>
                    <a:pt x="3635" y="3381"/>
                    <a:pt x="3550" y="4262"/>
                  </a:cubicBezTo>
                  <a:cubicBezTo>
                    <a:pt x="3465" y="4886"/>
                    <a:pt x="3408" y="5540"/>
                    <a:pt x="3351" y="6164"/>
                  </a:cubicBezTo>
                  <a:cubicBezTo>
                    <a:pt x="3351" y="6278"/>
                    <a:pt x="3380" y="6391"/>
                    <a:pt x="3408" y="6533"/>
                  </a:cubicBezTo>
                  <a:cubicBezTo>
                    <a:pt x="3408" y="6562"/>
                    <a:pt x="3493" y="6562"/>
                    <a:pt x="3522" y="6590"/>
                  </a:cubicBezTo>
                  <a:cubicBezTo>
                    <a:pt x="3579" y="6590"/>
                    <a:pt x="3664" y="6562"/>
                    <a:pt x="3664" y="6562"/>
                  </a:cubicBezTo>
                  <a:cubicBezTo>
                    <a:pt x="3692" y="6448"/>
                    <a:pt x="3721" y="6335"/>
                    <a:pt x="3749" y="6221"/>
                  </a:cubicBezTo>
                  <a:cubicBezTo>
                    <a:pt x="3834" y="5596"/>
                    <a:pt x="3891" y="4943"/>
                    <a:pt x="3948" y="4318"/>
                  </a:cubicBezTo>
                  <a:cubicBezTo>
                    <a:pt x="4118" y="3069"/>
                    <a:pt x="4260" y="1819"/>
                    <a:pt x="4402" y="598"/>
                  </a:cubicBezTo>
                  <a:cubicBezTo>
                    <a:pt x="4431" y="399"/>
                    <a:pt x="4431" y="229"/>
                    <a:pt x="4402" y="59"/>
                  </a:cubicBezTo>
                  <a:cubicBezTo>
                    <a:pt x="4303" y="21"/>
                    <a:pt x="4198" y="0"/>
                    <a:pt x="4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15"/>
            <p:cNvSpPr/>
            <p:nvPr/>
          </p:nvSpPr>
          <p:spPr>
            <a:xfrm>
              <a:off x="4972925" y="4075075"/>
              <a:ext cx="95150" cy="155500"/>
            </a:xfrm>
            <a:custGeom>
              <a:rect b="b" l="l" r="r" t="t"/>
              <a:pathLst>
                <a:path extrusionOk="0" h="6220" w="3806">
                  <a:moveTo>
                    <a:pt x="3607" y="1"/>
                  </a:moveTo>
                  <a:lnTo>
                    <a:pt x="3607" y="1"/>
                  </a:lnTo>
                  <a:cubicBezTo>
                    <a:pt x="3408" y="29"/>
                    <a:pt x="3266" y="1"/>
                    <a:pt x="3181" y="57"/>
                  </a:cubicBezTo>
                  <a:cubicBezTo>
                    <a:pt x="2698" y="370"/>
                    <a:pt x="2216" y="654"/>
                    <a:pt x="1733" y="1023"/>
                  </a:cubicBezTo>
                  <a:cubicBezTo>
                    <a:pt x="1108" y="1392"/>
                    <a:pt x="512" y="1818"/>
                    <a:pt x="0" y="2329"/>
                  </a:cubicBezTo>
                  <a:cubicBezTo>
                    <a:pt x="86" y="3380"/>
                    <a:pt x="852" y="5624"/>
                    <a:pt x="1335" y="6220"/>
                  </a:cubicBezTo>
                  <a:cubicBezTo>
                    <a:pt x="1420" y="6135"/>
                    <a:pt x="1477" y="6050"/>
                    <a:pt x="1506" y="5936"/>
                  </a:cubicBezTo>
                  <a:cubicBezTo>
                    <a:pt x="1506" y="5851"/>
                    <a:pt x="1449" y="5766"/>
                    <a:pt x="1420" y="5680"/>
                  </a:cubicBezTo>
                  <a:cubicBezTo>
                    <a:pt x="1165" y="4885"/>
                    <a:pt x="881" y="4118"/>
                    <a:pt x="625" y="3323"/>
                  </a:cubicBezTo>
                  <a:cubicBezTo>
                    <a:pt x="597" y="3181"/>
                    <a:pt x="568" y="3011"/>
                    <a:pt x="540" y="2812"/>
                  </a:cubicBezTo>
                  <a:lnTo>
                    <a:pt x="540" y="2812"/>
                  </a:lnTo>
                  <a:cubicBezTo>
                    <a:pt x="625" y="2840"/>
                    <a:pt x="710" y="2869"/>
                    <a:pt x="767" y="2926"/>
                  </a:cubicBezTo>
                  <a:cubicBezTo>
                    <a:pt x="1420" y="3352"/>
                    <a:pt x="2074" y="3778"/>
                    <a:pt x="2727" y="4232"/>
                  </a:cubicBezTo>
                  <a:cubicBezTo>
                    <a:pt x="2784" y="4289"/>
                    <a:pt x="2869" y="4317"/>
                    <a:pt x="2954" y="4346"/>
                  </a:cubicBezTo>
                  <a:cubicBezTo>
                    <a:pt x="3039" y="4346"/>
                    <a:pt x="3124" y="4289"/>
                    <a:pt x="3238" y="4232"/>
                  </a:cubicBezTo>
                  <a:cubicBezTo>
                    <a:pt x="3124" y="4118"/>
                    <a:pt x="2982" y="4005"/>
                    <a:pt x="2869" y="3920"/>
                  </a:cubicBezTo>
                  <a:lnTo>
                    <a:pt x="1449" y="2840"/>
                  </a:lnTo>
                  <a:cubicBezTo>
                    <a:pt x="1364" y="2784"/>
                    <a:pt x="1250" y="2727"/>
                    <a:pt x="1307" y="2556"/>
                  </a:cubicBezTo>
                  <a:cubicBezTo>
                    <a:pt x="1676" y="2556"/>
                    <a:pt x="2074" y="2556"/>
                    <a:pt x="2414" y="2585"/>
                  </a:cubicBezTo>
                  <a:cubicBezTo>
                    <a:pt x="2784" y="2642"/>
                    <a:pt x="3124" y="2642"/>
                    <a:pt x="3494" y="2642"/>
                  </a:cubicBezTo>
                  <a:cubicBezTo>
                    <a:pt x="3579" y="2642"/>
                    <a:pt x="3664" y="2528"/>
                    <a:pt x="3806" y="2443"/>
                  </a:cubicBezTo>
                  <a:cubicBezTo>
                    <a:pt x="3607" y="2358"/>
                    <a:pt x="3494" y="2329"/>
                    <a:pt x="3323" y="2301"/>
                  </a:cubicBezTo>
                  <a:cubicBezTo>
                    <a:pt x="3153" y="2273"/>
                    <a:pt x="3011" y="2244"/>
                    <a:pt x="2840" y="2244"/>
                  </a:cubicBezTo>
                  <a:lnTo>
                    <a:pt x="2414" y="2187"/>
                  </a:lnTo>
                  <a:cubicBezTo>
                    <a:pt x="2244" y="2187"/>
                    <a:pt x="2074" y="2159"/>
                    <a:pt x="1932" y="2131"/>
                  </a:cubicBezTo>
                  <a:cubicBezTo>
                    <a:pt x="1861" y="2116"/>
                    <a:pt x="1790" y="2116"/>
                    <a:pt x="1719" y="2116"/>
                  </a:cubicBezTo>
                  <a:cubicBezTo>
                    <a:pt x="1648" y="2116"/>
                    <a:pt x="1577" y="2116"/>
                    <a:pt x="1506" y="2102"/>
                  </a:cubicBezTo>
                  <a:cubicBezTo>
                    <a:pt x="1437" y="2102"/>
                    <a:pt x="1369" y="2111"/>
                    <a:pt x="1303" y="2111"/>
                  </a:cubicBezTo>
                  <a:cubicBezTo>
                    <a:pt x="1203" y="2111"/>
                    <a:pt x="1108" y="2091"/>
                    <a:pt x="1023" y="1989"/>
                  </a:cubicBezTo>
                  <a:cubicBezTo>
                    <a:pt x="1307" y="1790"/>
                    <a:pt x="1562" y="1648"/>
                    <a:pt x="1790" y="1477"/>
                  </a:cubicBezTo>
                  <a:cubicBezTo>
                    <a:pt x="2301" y="1108"/>
                    <a:pt x="2812" y="767"/>
                    <a:pt x="3295" y="398"/>
                  </a:cubicBezTo>
                  <a:cubicBezTo>
                    <a:pt x="3408" y="285"/>
                    <a:pt x="3522" y="143"/>
                    <a:pt x="3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15"/>
            <p:cNvSpPr/>
            <p:nvPr/>
          </p:nvSpPr>
          <p:spPr>
            <a:xfrm>
              <a:off x="4867850" y="3719375"/>
              <a:ext cx="89475" cy="89775"/>
            </a:xfrm>
            <a:custGeom>
              <a:rect b="b" l="l" r="r" t="t"/>
              <a:pathLst>
                <a:path extrusionOk="0" h="3591" w="3579">
                  <a:moveTo>
                    <a:pt x="852" y="1"/>
                  </a:moveTo>
                  <a:cubicBezTo>
                    <a:pt x="568" y="1"/>
                    <a:pt x="540" y="171"/>
                    <a:pt x="512" y="342"/>
                  </a:cubicBezTo>
                  <a:cubicBezTo>
                    <a:pt x="341" y="1080"/>
                    <a:pt x="199" y="1847"/>
                    <a:pt x="57" y="2613"/>
                  </a:cubicBezTo>
                  <a:cubicBezTo>
                    <a:pt x="29" y="2784"/>
                    <a:pt x="0" y="2954"/>
                    <a:pt x="29" y="3125"/>
                  </a:cubicBezTo>
                  <a:cubicBezTo>
                    <a:pt x="6" y="3376"/>
                    <a:pt x="222" y="3591"/>
                    <a:pt x="471" y="3591"/>
                  </a:cubicBezTo>
                  <a:cubicBezTo>
                    <a:pt x="531" y="3591"/>
                    <a:pt x="593" y="3578"/>
                    <a:pt x="654" y="3551"/>
                  </a:cubicBezTo>
                  <a:cubicBezTo>
                    <a:pt x="1392" y="3267"/>
                    <a:pt x="2102" y="2954"/>
                    <a:pt x="2812" y="2642"/>
                  </a:cubicBezTo>
                  <a:cubicBezTo>
                    <a:pt x="3039" y="2528"/>
                    <a:pt x="3238" y="2358"/>
                    <a:pt x="3437" y="2187"/>
                  </a:cubicBezTo>
                  <a:cubicBezTo>
                    <a:pt x="3493" y="2131"/>
                    <a:pt x="3522" y="2045"/>
                    <a:pt x="3579" y="1875"/>
                  </a:cubicBezTo>
                  <a:cubicBezTo>
                    <a:pt x="3437" y="1875"/>
                    <a:pt x="3266" y="1903"/>
                    <a:pt x="3124" y="1960"/>
                  </a:cubicBezTo>
                  <a:cubicBezTo>
                    <a:pt x="2528" y="2244"/>
                    <a:pt x="1903" y="2528"/>
                    <a:pt x="1307" y="2841"/>
                  </a:cubicBezTo>
                  <a:lnTo>
                    <a:pt x="966" y="2841"/>
                  </a:lnTo>
                  <a:lnTo>
                    <a:pt x="1562" y="2045"/>
                  </a:lnTo>
                  <a:cubicBezTo>
                    <a:pt x="1875" y="1591"/>
                    <a:pt x="2216" y="1165"/>
                    <a:pt x="2528" y="739"/>
                  </a:cubicBezTo>
                  <a:cubicBezTo>
                    <a:pt x="2556" y="682"/>
                    <a:pt x="2556" y="569"/>
                    <a:pt x="2556" y="484"/>
                  </a:cubicBezTo>
                  <a:cubicBezTo>
                    <a:pt x="2535" y="481"/>
                    <a:pt x="2515" y="480"/>
                    <a:pt x="2496" y="480"/>
                  </a:cubicBezTo>
                  <a:cubicBezTo>
                    <a:pt x="2259" y="480"/>
                    <a:pt x="2177" y="636"/>
                    <a:pt x="2045" y="768"/>
                  </a:cubicBezTo>
                  <a:cubicBezTo>
                    <a:pt x="1619" y="1279"/>
                    <a:pt x="1222" y="1790"/>
                    <a:pt x="796" y="2301"/>
                  </a:cubicBezTo>
                  <a:cubicBezTo>
                    <a:pt x="733" y="2342"/>
                    <a:pt x="686" y="2429"/>
                    <a:pt x="600" y="2429"/>
                  </a:cubicBezTo>
                  <a:cubicBezTo>
                    <a:pt x="567" y="2429"/>
                    <a:pt x="529" y="2417"/>
                    <a:pt x="483" y="2386"/>
                  </a:cubicBezTo>
                  <a:cubicBezTo>
                    <a:pt x="540" y="2017"/>
                    <a:pt x="654" y="1619"/>
                    <a:pt x="682" y="1222"/>
                  </a:cubicBezTo>
                  <a:cubicBezTo>
                    <a:pt x="739" y="824"/>
                    <a:pt x="909" y="427"/>
                    <a:pt x="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15"/>
            <p:cNvSpPr/>
            <p:nvPr/>
          </p:nvSpPr>
          <p:spPr>
            <a:xfrm>
              <a:off x="4495825" y="3744225"/>
              <a:ext cx="88775" cy="80525"/>
            </a:xfrm>
            <a:custGeom>
              <a:rect b="b" l="l" r="r" t="t"/>
              <a:pathLst>
                <a:path extrusionOk="0" h="3221" w="3551">
                  <a:moveTo>
                    <a:pt x="3039" y="1"/>
                  </a:moveTo>
                  <a:lnTo>
                    <a:pt x="3039" y="1"/>
                  </a:lnTo>
                  <a:cubicBezTo>
                    <a:pt x="2954" y="767"/>
                    <a:pt x="3209" y="1477"/>
                    <a:pt x="3067" y="2187"/>
                  </a:cubicBezTo>
                  <a:lnTo>
                    <a:pt x="2954" y="2187"/>
                  </a:lnTo>
                  <a:lnTo>
                    <a:pt x="1790" y="654"/>
                  </a:lnTo>
                  <a:cubicBezTo>
                    <a:pt x="1591" y="711"/>
                    <a:pt x="1562" y="853"/>
                    <a:pt x="1648" y="938"/>
                  </a:cubicBezTo>
                  <a:cubicBezTo>
                    <a:pt x="1931" y="1392"/>
                    <a:pt x="2215" y="1847"/>
                    <a:pt x="2499" y="2329"/>
                  </a:cubicBezTo>
                  <a:cubicBezTo>
                    <a:pt x="2528" y="2415"/>
                    <a:pt x="2641" y="2528"/>
                    <a:pt x="2528" y="2670"/>
                  </a:cubicBezTo>
                  <a:lnTo>
                    <a:pt x="398" y="2187"/>
                  </a:lnTo>
                  <a:cubicBezTo>
                    <a:pt x="332" y="2168"/>
                    <a:pt x="275" y="2159"/>
                    <a:pt x="228" y="2159"/>
                  </a:cubicBezTo>
                  <a:cubicBezTo>
                    <a:pt x="133" y="2159"/>
                    <a:pt x="76" y="2197"/>
                    <a:pt x="57" y="2273"/>
                  </a:cubicBezTo>
                  <a:cubicBezTo>
                    <a:pt x="0" y="2471"/>
                    <a:pt x="142" y="2528"/>
                    <a:pt x="284" y="2585"/>
                  </a:cubicBezTo>
                  <a:cubicBezTo>
                    <a:pt x="313" y="2613"/>
                    <a:pt x="341" y="2642"/>
                    <a:pt x="398" y="2642"/>
                  </a:cubicBezTo>
                  <a:cubicBezTo>
                    <a:pt x="1222" y="2841"/>
                    <a:pt x="2045" y="3039"/>
                    <a:pt x="2897" y="3210"/>
                  </a:cubicBezTo>
                  <a:cubicBezTo>
                    <a:pt x="2930" y="3217"/>
                    <a:pt x="2964" y="3221"/>
                    <a:pt x="2997" y="3221"/>
                  </a:cubicBezTo>
                  <a:cubicBezTo>
                    <a:pt x="3216" y="3221"/>
                    <a:pt x="3419" y="3063"/>
                    <a:pt x="3493" y="2841"/>
                  </a:cubicBezTo>
                  <a:cubicBezTo>
                    <a:pt x="3522" y="2670"/>
                    <a:pt x="3550" y="2500"/>
                    <a:pt x="3550" y="2329"/>
                  </a:cubicBezTo>
                  <a:cubicBezTo>
                    <a:pt x="3522" y="1676"/>
                    <a:pt x="3465" y="1023"/>
                    <a:pt x="3380" y="370"/>
                  </a:cubicBezTo>
                  <a:cubicBezTo>
                    <a:pt x="3380" y="256"/>
                    <a:pt x="3323" y="143"/>
                    <a:pt x="3266" y="58"/>
                  </a:cubicBezTo>
                  <a:cubicBezTo>
                    <a:pt x="3238" y="1"/>
                    <a:pt x="3124" y="29"/>
                    <a:pt x="30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15"/>
            <p:cNvSpPr/>
            <p:nvPr/>
          </p:nvSpPr>
          <p:spPr>
            <a:xfrm>
              <a:off x="4309100" y="4234825"/>
              <a:ext cx="825000" cy="646475"/>
            </a:xfrm>
            <a:custGeom>
              <a:rect b="b" l="l" r="r" t="t"/>
              <a:pathLst>
                <a:path extrusionOk="0" h="25859" w="33000">
                  <a:moveTo>
                    <a:pt x="33000" y="0"/>
                  </a:moveTo>
                  <a:lnTo>
                    <a:pt x="33000" y="0"/>
                  </a:lnTo>
                  <a:cubicBezTo>
                    <a:pt x="31836" y="1108"/>
                    <a:pt x="25361" y="1960"/>
                    <a:pt x="17381" y="2017"/>
                  </a:cubicBezTo>
                  <a:lnTo>
                    <a:pt x="16472" y="2017"/>
                  </a:lnTo>
                  <a:cubicBezTo>
                    <a:pt x="8151" y="2017"/>
                    <a:pt x="1278" y="1136"/>
                    <a:pt x="0" y="29"/>
                  </a:cubicBezTo>
                  <a:lnTo>
                    <a:pt x="0" y="29"/>
                  </a:lnTo>
                  <a:cubicBezTo>
                    <a:pt x="0" y="86"/>
                    <a:pt x="29" y="142"/>
                    <a:pt x="57" y="199"/>
                  </a:cubicBezTo>
                  <a:cubicBezTo>
                    <a:pt x="171" y="710"/>
                    <a:pt x="256" y="1193"/>
                    <a:pt x="398" y="1704"/>
                  </a:cubicBezTo>
                  <a:cubicBezTo>
                    <a:pt x="1165" y="4715"/>
                    <a:pt x="1903" y="7725"/>
                    <a:pt x="2670" y="10707"/>
                  </a:cubicBezTo>
                  <a:cubicBezTo>
                    <a:pt x="3522" y="14001"/>
                    <a:pt x="4374" y="17295"/>
                    <a:pt x="5254" y="20590"/>
                  </a:cubicBezTo>
                  <a:cubicBezTo>
                    <a:pt x="5453" y="21356"/>
                    <a:pt x="5595" y="22123"/>
                    <a:pt x="5879" y="22833"/>
                  </a:cubicBezTo>
                  <a:cubicBezTo>
                    <a:pt x="5936" y="23117"/>
                    <a:pt x="6135" y="23344"/>
                    <a:pt x="6362" y="23486"/>
                  </a:cubicBezTo>
                  <a:cubicBezTo>
                    <a:pt x="6845" y="23827"/>
                    <a:pt x="7413" y="24054"/>
                    <a:pt x="8009" y="24168"/>
                  </a:cubicBezTo>
                  <a:cubicBezTo>
                    <a:pt x="8127" y="24286"/>
                    <a:pt x="8265" y="24345"/>
                    <a:pt x="8423" y="24345"/>
                  </a:cubicBezTo>
                  <a:cubicBezTo>
                    <a:pt x="8455" y="24345"/>
                    <a:pt x="8487" y="24343"/>
                    <a:pt x="8520" y="24338"/>
                  </a:cubicBezTo>
                  <a:cubicBezTo>
                    <a:pt x="9344" y="24679"/>
                    <a:pt x="10167" y="24878"/>
                    <a:pt x="11048" y="24991"/>
                  </a:cubicBezTo>
                  <a:cubicBezTo>
                    <a:pt x="11145" y="25088"/>
                    <a:pt x="11268" y="25132"/>
                    <a:pt x="11400" y="25132"/>
                  </a:cubicBezTo>
                  <a:cubicBezTo>
                    <a:pt x="11461" y="25132"/>
                    <a:pt x="11524" y="25123"/>
                    <a:pt x="11587" y="25105"/>
                  </a:cubicBezTo>
                  <a:cubicBezTo>
                    <a:pt x="12468" y="25417"/>
                    <a:pt x="13405" y="25559"/>
                    <a:pt x="14342" y="25588"/>
                  </a:cubicBezTo>
                  <a:cubicBezTo>
                    <a:pt x="14228" y="23685"/>
                    <a:pt x="14086" y="21782"/>
                    <a:pt x="14001" y="19880"/>
                  </a:cubicBezTo>
                  <a:lnTo>
                    <a:pt x="14001" y="19880"/>
                  </a:lnTo>
                  <a:cubicBezTo>
                    <a:pt x="14115" y="21782"/>
                    <a:pt x="14228" y="23685"/>
                    <a:pt x="14342" y="25588"/>
                  </a:cubicBezTo>
                  <a:cubicBezTo>
                    <a:pt x="14439" y="25685"/>
                    <a:pt x="14563" y="25729"/>
                    <a:pt x="14685" y="25729"/>
                  </a:cubicBezTo>
                  <a:cubicBezTo>
                    <a:pt x="14742" y="25729"/>
                    <a:pt x="14799" y="25719"/>
                    <a:pt x="14853" y="25701"/>
                  </a:cubicBezTo>
                  <a:cubicBezTo>
                    <a:pt x="15293" y="25756"/>
                    <a:pt x="15733" y="25788"/>
                    <a:pt x="16181" y="25788"/>
                  </a:cubicBezTo>
                  <a:cubicBezTo>
                    <a:pt x="16427" y="25788"/>
                    <a:pt x="16675" y="25778"/>
                    <a:pt x="16926" y="25758"/>
                  </a:cubicBezTo>
                  <a:cubicBezTo>
                    <a:pt x="17022" y="25822"/>
                    <a:pt x="17127" y="25859"/>
                    <a:pt x="17235" y="25859"/>
                  </a:cubicBezTo>
                  <a:cubicBezTo>
                    <a:pt x="17320" y="25859"/>
                    <a:pt x="17407" y="25836"/>
                    <a:pt x="17494" y="25787"/>
                  </a:cubicBezTo>
                  <a:cubicBezTo>
                    <a:pt x="17665" y="25815"/>
                    <a:pt x="17835" y="25843"/>
                    <a:pt x="18005" y="25843"/>
                  </a:cubicBezTo>
                  <a:cubicBezTo>
                    <a:pt x="18137" y="25848"/>
                    <a:pt x="18268" y="25851"/>
                    <a:pt x="18398" y="25851"/>
                  </a:cubicBezTo>
                  <a:cubicBezTo>
                    <a:pt x="19026" y="25851"/>
                    <a:pt x="19642" y="25795"/>
                    <a:pt x="20277" y="25701"/>
                  </a:cubicBezTo>
                  <a:cubicBezTo>
                    <a:pt x="20354" y="25727"/>
                    <a:pt x="20430" y="25741"/>
                    <a:pt x="20507" y="25741"/>
                  </a:cubicBezTo>
                  <a:cubicBezTo>
                    <a:pt x="20601" y="25741"/>
                    <a:pt x="20695" y="25720"/>
                    <a:pt x="20788" y="25673"/>
                  </a:cubicBezTo>
                  <a:cubicBezTo>
                    <a:pt x="21243" y="25645"/>
                    <a:pt x="21669" y="25616"/>
                    <a:pt x="22123" y="25531"/>
                  </a:cubicBezTo>
                  <a:cubicBezTo>
                    <a:pt x="22521" y="25503"/>
                    <a:pt x="22890" y="25389"/>
                    <a:pt x="23231" y="25247"/>
                  </a:cubicBezTo>
                  <a:cubicBezTo>
                    <a:pt x="23275" y="25262"/>
                    <a:pt x="23321" y="25269"/>
                    <a:pt x="23367" y="25269"/>
                  </a:cubicBezTo>
                  <a:cubicBezTo>
                    <a:pt x="23498" y="25269"/>
                    <a:pt x="23629" y="25210"/>
                    <a:pt x="23714" y="25105"/>
                  </a:cubicBezTo>
                  <a:cubicBezTo>
                    <a:pt x="24338" y="25048"/>
                    <a:pt x="24963" y="24821"/>
                    <a:pt x="25503" y="24509"/>
                  </a:cubicBezTo>
                  <a:cubicBezTo>
                    <a:pt x="25535" y="24513"/>
                    <a:pt x="25567" y="24516"/>
                    <a:pt x="25599" y="24516"/>
                  </a:cubicBezTo>
                  <a:cubicBezTo>
                    <a:pt x="25764" y="24516"/>
                    <a:pt x="25919" y="24453"/>
                    <a:pt x="26014" y="24310"/>
                  </a:cubicBezTo>
                  <a:cubicBezTo>
                    <a:pt x="26752" y="24054"/>
                    <a:pt x="27434" y="23657"/>
                    <a:pt x="28002" y="23145"/>
                  </a:cubicBezTo>
                  <a:cubicBezTo>
                    <a:pt x="28286" y="22890"/>
                    <a:pt x="28485" y="22549"/>
                    <a:pt x="28541" y="22151"/>
                  </a:cubicBezTo>
                  <a:cubicBezTo>
                    <a:pt x="28854" y="20448"/>
                    <a:pt x="29251" y="18715"/>
                    <a:pt x="29592" y="17011"/>
                  </a:cubicBezTo>
                  <a:cubicBezTo>
                    <a:pt x="29990" y="15109"/>
                    <a:pt x="30387" y="13206"/>
                    <a:pt x="30785" y="11331"/>
                  </a:cubicBezTo>
                  <a:lnTo>
                    <a:pt x="32432" y="3522"/>
                  </a:lnTo>
                  <a:cubicBezTo>
                    <a:pt x="32602" y="2641"/>
                    <a:pt x="32801" y="1789"/>
                    <a:pt x="32943" y="938"/>
                  </a:cubicBezTo>
                  <a:cubicBezTo>
                    <a:pt x="33000" y="625"/>
                    <a:pt x="33000" y="313"/>
                    <a:pt x="330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15"/>
            <p:cNvSpPr/>
            <p:nvPr/>
          </p:nvSpPr>
          <p:spPr>
            <a:xfrm>
              <a:off x="4891975" y="4390000"/>
              <a:ext cx="74575" cy="88675"/>
            </a:xfrm>
            <a:custGeom>
              <a:rect b="b" l="l" r="r" t="t"/>
              <a:pathLst>
                <a:path extrusionOk="0" h="3547" w="2983">
                  <a:moveTo>
                    <a:pt x="1577" y="1"/>
                  </a:moveTo>
                  <a:cubicBezTo>
                    <a:pt x="894" y="1"/>
                    <a:pt x="249" y="679"/>
                    <a:pt x="143" y="1603"/>
                  </a:cubicBezTo>
                  <a:cubicBezTo>
                    <a:pt x="1" y="2569"/>
                    <a:pt x="512" y="3449"/>
                    <a:pt x="1251" y="3534"/>
                  </a:cubicBezTo>
                  <a:cubicBezTo>
                    <a:pt x="1305" y="3542"/>
                    <a:pt x="1359" y="3546"/>
                    <a:pt x="1412" y="3546"/>
                  </a:cubicBezTo>
                  <a:cubicBezTo>
                    <a:pt x="2115" y="3546"/>
                    <a:pt x="2737" y="2868"/>
                    <a:pt x="2869" y="1944"/>
                  </a:cubicBezTo>
                  <a:cubicBezTo>
                    <a:pt x="2983" y="978"/>
                    <a:pt x="2472" y="98"/>
                    <a:pt x="1733" y="13"/>
                  </a:cubicBezTo>
                  <a:cubicBezTo>
                    <a:pt x="1681" y="5"/>
                    <a:pt x="1629" y="1"/>
                    <a:pt x="1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15"/>
            <p:cNvSpPr/>
            <p:nvPr/>
          </p:nvSpPr>
          <p:spPr>
            <a:xfrm>
              <a:off x="4691775" y="4394575"/>
              <a:ext cx="77400" cy="96575"/>
            </a:xfrm>
            <a:custGeom>
              <a:rect b="b" l="l" r="r" t="t"/>
              <a:pathLst>
                <a:path extrusionOk="0" h="3863" w="3096">
                  <a:moveTo>
                    <a:pt x="1534" y="0"/>
                  </a:moveTo>
                  <a:cubicBezTo>
                    <a:pt x="682" y="0"/>
                    <a:pt x="0" y="852"/>
                    <a:pt x="0" y="1931"/>
                  </a:cubicBezTo>
                  <a:cubicBezTo>
                    <a:pt x="0" y="2982"/>
                    <a:pt x="682" y="3862"/>
                    <a:pt x="1534" y="3862"/>
                  </a:cubicBezTo>
                  <a:cubicBezTo>
                    <a:pt x="2386" y="3862"/>
                    <a:pt x="3096" y="2982"/>
                    <a:pt x="3096" y="1931"/>
                  </a:cubicBezTo>
                  <a:cubicBezTo>
                    <a:pt x="3096" y="880"/>
                    <a:pt x="2386" y="0"/>
                    <a:pt x="1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15"/>
            <p:cNvSpPr/>
            <p:nvPr/>
          </p:nvSpPr>
          <p:spPr>
            <a:xfrm>
              <a:off x="5062375" y="4339750"/>
              <a:ext cx="64650" cy="96175"/>
            </a:xfrm>
            <a:custGeom>
              <a:rect b="b" l="l" r="r" t="t"/>
              <a:pathLst>
                <a:path extrusionOk="0" h="3847" w="2586">
                  <a:moveTo>
                    <a:pt x="1466" y="0"/>
                  </a:moveTo>
                  <a:cubicBezTo>
                    <a:pt x="849" y="0"/>
                    <a:pt x="278" y="768"/>
                    <a:pt x="143" y="1767"/>
                  </a:cubicBezTo>
                  <a:cubicBezTo>
                    <a:pt x="1" y="2818"/>
                    <a:pt x="398" y="3755"/>
                    <a:pt x="1023" y="3840"/>
                  </a:cubicBezTo>
                  <a:cubicBezTo>
                    <a:pt x="1055" y="3844"/>
                    <a:pt x="1087" y="3846"/>
                    <a:pt x="1119" y="3846"/>
                  </a:cubicBezTo>
                  <a:cubicBezTo>
                    <a:pt x="1737" y="3846"/>
                    <a:pt x="2308" y="3079"/>
                    <a:pt x="2443" y="2079"/>
                  </a:cubicBezTo>
                  <a:cubicBezTo>
                    <a:pt x="2585" y="1029"/>
                    <a:pt x="2187" y="92"/>
                    <a:pt x="1563" y="6"/>
                  </a:cubicBezTo>
                  <a:cubicBezTo>
                    <a:pt x="1530" y="2"/>
                    <a:pt x="1498" y="0"/>
                    <a:pt x="1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15"/>
            <p:cNvSpPr/>
            <p:nvPr/>
          </p:nvSpPr>
          <p:spPr>
            <a:xfrm>
              <a:off x="4493700" y="4390000"/>
              <a:ext cx="74575" cy="88675"/>
            </a:xfrm>
            <a:custGeom>
              <a:rect b="b" l="l" r="r" t="t"/>
              <a:pathLst>
                <a:path extrusionOk="0" h="3547" w="2983">
                  <a:moveTo>
                    <a:pt x="1411" y="1"/>
                  </a:moveTo>
                  <a:cubicBezTo>
                    <a:pt x="1358" y="1"/>
                    <a:pt x="1304" y="5"/>
                    <a:pt x="1250" y="13"/>
                  </a:cubicBezTo>
                  <a:cubicBezTo>
                    <a:pt x="511" y="98"/>
                    <a:pt x="0" y="978"/>
                    <a:pt x="142" y="1944"/>
                  </a:cubicBezTo>
                  <a:cubicBezTo>
                    <a:pt x="274" y="2868"/>
                    <a:pt x="897" y="3546"/>
                    <a:pt x="1577" y="3546"/>
                  </a:cubicBezTo>
                  <a:cubicBezTo>
                    <a:pt x="1628" y="3546"/>
                    <a:pt x="1680" y="3542"/>
                    <a:pt x="1733" y="3534"/>
                  </a:cubicBezTo>
                  <a:cubicBezTo>
                    <a:pt x="2499" y="3449"/>
                    <a:pt x="2982" y="2569"/>
                    <a:pt x="2868" y="1603"/>
                  </a:cubicBezTo>
                  <a:cubicBezTo>
                    <a:pt x="2736" y="679"/>
                    <a:pt x="2114" y="1"/>
                    <a:pt x="14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15"/>
            <p:cNvSpPr/>
            <p:nvPr/>
          </p:nvSpPr>
          <p:spPr>
            <a:xfrm>
              <a:off x="4331100" y="4339725"/>
              <a:ext cx="64650" cy="95500"/>
            </a:xfrm>
            <a:custGeom>
              <a:rect b="b" l="l" r="r" t="t"/>
              <a:pathLst>
                <a:path extrusionOk="0" h="3820" w="2586">
                  <a:moveTo>
                    <a:pt x="1123" y="1"/>
                  </a:moveTo>
                  <a:cubicBezTo>
                    <a:pt x="1090" y="1"/>
                    <a:pt x="1056" y="3"/>
                    <a:pt x="1023" y="7"/>
                  </a:cubicBezTo>
                  <a:cubicBezTo>
                    <a:pt x="398" y="93"/>
                    <a:pt x="1" y="1030"/>
                    <a:pt x="143" y="2080"/>
                  </a:cubicBezTo>
                  <a:cubicBezTo>
                    <a:pt x="278" y="3078"/>
                    <a:pt x="847" y="3819"/>
                    <a:pt x="1463" y="3819"/>
                  </a:cubicBezTo>
                  <a:cubicBezTo>
                    <a:pt x="1496" y="3819"/>
                    <a:pt x="1530" y="3817"/>
                    <a:pt x="1563" y="3813"/>
                  </a:cubicBezTo>
                  <a:cubicBezTo>
                    <a:pt x="2188" y="3728"/>
                    <a:pt x="2585" y="2819"/>
                    <a:pt x="2443" y="1740"/>
                  </a:cubicBezTo>
                  <a:cubicBezTo>
                    <a:pt x="2308" y="742"/>
                    <a:pt x="1739" y="1"/>
                    <a:pt x="1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15"/>
            <p:cNvSpPr/>
            <p:nvPr/>
          </p:nvSpPr>
          <p:spPr>
            <a:xfrm>
              <a:off x="4877775" y="4576125"/>
              <a:ext cx="68200" cy="81350"/>
            </a:xfrm>
            <a:custGeom>
              <a:rect b="b" l="l" r="r" t="t"/>
              <a:pathLst>
                <a:path extrusionOk="0" h="3254" w="2728">
                  <a:moveTo>
                    <a:pt x="1471" y="1"/>
                  </a:moveTo>
                  <a:cubicBezTo>
                    <a:pt x="835" y="1"/>
                    <a:pt x="250" y="628"/>
                    <a:pt x="143" y="1457"/>
                  </a:cubicBezTo>
                  <a:cubicBezTo>
                    <a:pt x="1" y="2337"/>
                    <a:pt x="484" y="3132"/>
                    <a:pt x="1165" y="3246"/>
                  </a:cubicBezTo>
                  <a:cubicBezTo>
                    <a:pt x="1205" y="3251"/>
                    <a:pt x="1246" y="3253"/>
                    <a:pt x="1285" y="3253"/>
                  </a:cubicBezTo>
                  <a:cubicBezTo>
                    <a:pt x="1922" y="3253"/>
                    <a:pt x="2507" y="2626"/>
                    <a:pt x="2614" y="1797"/>
                  </a:cubicBezTo>
                  <a:cubicBezTo>
                    <a:pt x="2727" y="889"/>
                    <a:pt x="2273" y="93"/>
                    <a:pt x="1591" y="8"/>
                  </a:cubicBezTo>
                  <a:cubicBezTo>
                    <a:pt x="1551" y="3"/>
                    <a:pt x="1511" y="1"/>
                    <a:pt x="14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15"/>
            <p:cNvSpPr/>
            <p:nvPr/>
          </p:nvSpPr>
          <p:spPr>
            <a:xfrm>
              <a:off x="4694625" y="4579875"/>
              <a:ext cx="71000" cy="88775"/>
            </a:xfrm>
            <a:custGeom>
              <a:rect b="b" l="l" r="r" t="t"/>
              <a:pathLst>
                <a:path extrusionOk="0" h="3551" w="2840">
                  <a:moveTo>
                    <a:pt x="1420" y="0"/>
                  </a:moveTo>
                  <a:cubicBezTo>
                    <a:pt x="625" y="0"/>
                    <a:pt x="0" y="824"/>
                    <a:pt x="0" y="1789"/>
                  </a:cubicBezTo>
                  <a:cubicBezTo>
                    <a:pt x="0" y="2755"/>
                    <a:pt x="625" y="3550"/>
                    <a:pt x="1420" y="3550"/>
                  </a:cubicBezTo>
                  <a:cubicBezTo>
                    <a:pt x="2215" y="3550"/>
                    <a:pt x="2840" y="2755"/>
                    <a:pt x="2840" y="1789"/>
                  </a:cubicBezTo>
                  <a:cubicBezTo>
                    <a:pt x="2840" y="795"/>
                    <a:pt x="2215" y="0"/>
                    <a:pt x="14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15"/>
            <p:cNvSpPr/>
            <p:nvPr/>
          </p:nvSpPr>
          <p:spPr>
            <a:xfrm>
              <a:off x="5033275" y="4530000"/>
              <a:ext cx="59650" cy="87600"/>
            </a:xfrm>
            <a:custGeom>
              <a:rect b="b" l="l" r="r" t="t"/>
              <a:pathLst>
                <a:path extrusionOk="0" h="3504" w="2386">
                  <a:moveTo>
                    <a:pt x="1323" y="0"/>
                  </a:moveTo>
                  <a:cubicBezTo>
                    <a:pt x="763" y="0"/>
                    <a:pt x="248" y="685"/>
                    <a:pt x="114" y="1598"/>
                  </a:cubicBezTo>
                  <a:cubicBezTo>
                    <a:pt x="0" y="2563"/>
                    <a:pt x="370" y="3415"/>
                    <a:pt x="938" y="3500"/>
                  </a:cubicBezTo>
                  <a:cubicBezTo>
                    <a:pt x="960" y="3502"/>
                    <a:pt x="982" y="3504"/>
                    <a:pt x="1005" y="3504"/>
                  </a:cubicBezTo>
                  <a:cubicBezTo>
                    <a:pt x="1578" y="3504"/>
                    <a:pt x="2135" y="2811"/>
                    <a:pt x="2244" y="1882"/>
                  </a:cubicBezTo>
                  <a:cubicBezTo>
                    <a:pt x="2386" y="916"/>
                    <a:pt x="2017" y="92"/>
                    <a:pt x="1420" y="7"/>
                  </a:cubicBezTo>
                  <a:cubicBezTo>
                    <a:pt x="1388" y="3"/>
                    <a:pt x="1355" y="0"/>
                    <a:pt x="1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15"/>
            <p:cNvSpPr/>
            <p:nvPr/>
          </p:nvSpPr>
          <p:spPr>
            <a:xfrm>
              <a:off x="4514275" y="4576125"/>
              <a:ext cx="68200" cy="81350"/>
            </a:xfrm>
            <a:custGeom>
              <a:rect b="b" l="l" r="r" t="t"/>
              <a:pathLst>
                <a:path extrusionOk="0" h="3254" w="2728">
                  <a:moveTo>
                    <a:pt x="1261" y="1"/>
                  </a:moveTo>
                  <a:cubicBezTo>
                    <a:pt x="1220" y="1"/>
                    <a:pt x="1179" y="3"/>
                    <a:pt x="1137" y="8"/>
                  </a:cubicBezTo>
                  <a:cubicBezTo>
                    <a:pt x="455" y="93"/>
                    <a:pt x="1" y="889"/>
                    <a:pt x="114" y="1797"/>
                  </a:cubicBezTo>
                  <a:cubicBezTo>
                    <a:pt x="248" y="2626"/>
                    <a:pt x="834" y="3253"/>
                    <a:pt x="1471" y="3253"/>
                  </a:cubicBezTo>
                  <a:cubicBezTo>
                    <a:pt x="1511" y="3253"/>
                    <a:pt x="1551" y="3251"/>
                    <a:pt x="1591" y="3246"/>
                  </a:cubicBezTo>
                  <a:cubicBezTo>
                    <a:pt x="2273" y="3132"/>
                    <a:pt x="2727" y="2337"/>
                    <a:pt x="2613" y="1457"/>
                  </a:cubicBezTo>
                  <a:cubicBezTo>
                    <a:pt x="2507" y="628"/>
                    <a:pt x="1922"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15"/>
            <p:cNvSpPr/>
            <p:nvPr/>
          </p:nvSpPr>
          <p:spPr>
            <a:xfrm>
              <a:off x="4372275" y="4530400"/>
              <a:ext cx="63225" cy="86725"/>
            </a:xfrm>
            <a:custGeom>
              <a:rect b="b" l="l" r="r" t="t"/>
              <a:pathLst>
                <a:path extrusionOk="0" h="3469" w="2529">
                  <a:moveTo>
                    <a:pt x="1041" y="1"/>
                  </a:moveTo>
                  <a:cubicBezTo>
                    <a:pt x="988" y="1"/>
                    <a:pt x="934" y="7"/>
                    <a:pt x="881" y="20"/>
                  </a:cubicBezTo>
                  <a:cubicBezTo>
                    <a:pt x="313" y="133"/>
                    <a:pt x="1" y="1014"/>
                    <a:pt x="228" y="1951"/>
                  </a:cubicBezTo>
                  <a:cubicBezTo>
                    <a:pt x="412" y="2843"/>
                    <a:pt x="959" y="3469"/>
                    <a:pt x="1512" y="3469"/>
                  </a:cubicBezTo>
                  <a:cubicBezTo>
                    <a:pt x="1558" y="3469"/>
                    <a:pt x="1603" y="3465"/>
                    <a:pt x="1648" y="3456"/>
                  </a:cubicBezTo>
                  <a:cubicBezTo>
                    <a:pt x="2216" y="3314"/>
                    <a:pt x="2528" y="2462"/>
                    <a:pt x="2301" y="1496"/>
                  </a:cubicBezTo>
                  <a:cubicBezTo>
                    <a:pt x="2120" y="643"/>
                    <a:pt x="1585" y="1"/>
                    <a:pt x="1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15"/>
            <p:cNvSpPr/>
            <p:nvPr/>
          </p:nvSpPr>
          <p:spPr>
            <a:xfrm>
              <a:off x="4867150" y="4733025"/>
              <a:ext cx="62500" cy="74975"/>
            </a:xfrm>
            <a:custGeom>
              <a:rect b="b" l="l" r="r" t="t"/>
              <a:pathLst>
                <a:path extrusionOk="0" h="2999" w="2500">
                  <a:moveTo>
                    <a:pt x="1329" y="0"/>
                  </a:moveTo>
                  <a:cubicBezTo>
                    <a:pt x="749" y="0"/>
                    <a:pt x="220" y="572"/>
                    <a:pt x="114" y="1343"/>
                  </a:cubicBezTo>
                  <a:cubicBezTo>
                    <a:pt x="0" y="2167"/>
                    <a:pt x="426" y="2905"/>
                    <a:pt x="1051" y="2990"/>
                  </a:cubicBezTo>
                  <a:cubicBezTo>
                    <a:pt x="1092" y="2996"/>
                    <a:pt x="1134" y="2998"/>
                    <a:pt x="1175" y="2998"/>
                  </a:cubicBezTo>
                  <a:cubicBezTo>
                    <a:pt x="1778" y="2998"/>
                    <a:pt x="2308" y="2426"/>
                    <a:pt x="2414" y="1655"/>
                  </a:cubicBezTo>
                  <a:cubicBezTo>
                    <a:pt x="2499" y="832"/>
                    <a:pt x="2102" y="94"/>
                    <a:pt x="1448" y="8"/>
                  </a:cubicBezTo>
                  <a:cubicBezTo>
                    <a:pt x="1408" y="3"/>
                    <a:pt x="1369" y="0"/>
                    <a:pt x="13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15"/>
            <p:cNvSpPr/>
            <p:nvPr/>
          </p:nvSpPr>
          <p:spPr>
            <a:xfrm>
              <a:off x="4698175" y="4736775"/>
              <a:ext cx="64625" cy="81675"/>
            </a:xfrm>
            <a:custGeom>
              <a:rect b="b" l="l" r="r" t="t"/>
              <a:pathLst>
                <a:path extrusionOk="0" h="3267" w="2585">
                  <a:moveTo>
                    <a:pt x="1306" y="0"/>
                  </a:moveTo>
                  <a:cubicBezTo>
                    <a:pt x="568" y="0"/>
                    <a:pt x="0" y="739"/>
                    <a:pt x="0" y="1647"/>
                  </a:cubicBezTo>
                  <a:cubicBezTo>
                    <a:pt x="0" y="2528"/>
                    <a:pt x="568" y="3266"/>
                    <a:pt x="1306" y="3266"/>
                  </a:cubicBezTo>
                  <a:cubicBezTo>
                    <a:pt x="2016" y="3266"/>
                    <a:pt x="2584" y="2528"/>
                    <a:pt x="2584" y="1647"/>
                  </a:cubicBezTo>
                  <a:cubicBezTo>
                    <a:pt x="2584" y="739"/>
                    <a:pt x="2016" y="0"/>
                    <a:pt x="1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15"/>
            <p:cNvSpPr/>
            <p:nvPr/>
          </p:nvSpPr>
          <p:spPr>
            <a:xfrm>
              <a:off x="5010550" y="4690425"/>
              <a:ext cx="54700" cy="80625"/>
            </a:xfrm>
            <a:custGeom>
              <a:rect b="b" l="l" r="r" t="t"/>
              <a:pathLst>
                <a:path extrusionOk="0" h="3225" w="2188">
                  <a:moveTo>
                    <a:pt x="1212" y="1"/>
                  </a:moveTo>
                  <a:cubicBezTo>
                    <a:pt x="705" y="1"/>
                    <a:pt x="221" y="630"/>
                    <a:pt x="114" y="1485"/>
                  </a:cubicBezTo>
                  <a:cubicBezTo>
                    <a:pt x="1" y="2366"/>
                    <a:pt x="341" y="3161"/>
                    <a:pt x="881" y="3217"/>
                  </a:cubicBezTo>
                  <a:cubicBezTo>
                    <a:pt x="913" y="3223"/>
                    <a:pt x="944" y="3225"/>
                    <a:pt x="976" y="3225"/>
                  </a:cubicBezTo>
                  <a:cubicBezTo>
                    <a:pt x="1483" y="3225"/>
                    <a:pt x="1967" y="2596"/>
                    <a:pt x="2074" y="1741"/>
                  </a:cubicBezTo>
                  <a:cubicBezTo>
                    <a:pt x="2187" y="860"/>
                    <a:pt x="1847" y="65"/>
                    <a:pt x="1307" y="8"/>
                  </a:cubicBezTo>
                  <a:cubicBezTo>
                    <a:pt x="1275" y="3"/>
                    <a:pt x="1243" y="1"/>
                    <a:pt x="1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15"/>
            <p:cNvSpPr/>
            <p:nvPr/>
          </p:nvSpPr>
          <p:spPr>
            <a:xfrm>
              <a:off x="4531325" y="4733025"/>
              <a:ext cx="62500" cy="74975"/>
            </a:xfrm>
            <a:custGeom>
              <a:rect b="b" l="l" r="r" t="t"/>
              <a:pathLst>
                <a:path extrusionOk="0" h="2999" w="2500">
                  <a:moveTo>
                    <a:pt x="1147" y="0"/>
                  </a:moveTo>
                  <a:cubicBezTo>
                    <a:pt x="1106" y="0"/>
                    <a:pt x="1064" y="3"/>
                    <a:pt x="1023" y="8"/>
                  </a:cubicBezTo>
                  <a:cubicBezTo>
                    <a:pt x="398" y="94"/>
                    <a:pt x="0" y="832"/>
                    <a:pt x="86" y="1655"/>
                  </a:cubicBezTo>
                  <a:cubicBezTo>
                    <a:pt x="192" y="2426"/>
                    <a:pt x="721" y="2998"/>
                    <a:pt x="1301" y="2998"/>
                  </a:cubicBezTo>
                  <a:cubicBezTo>
                    <a:pt x="1341" y="2998"/>
                    <a:pt x="1380" y="2996"/>
                    <a:pt x="1420" y="2990"/>
                  </a:cubicBezTo>
                  <a:cubicBezTo>
                    <a:pt x="2073" y="2905"/>
                    <a:pt x="2499" y="2167"/>
                    <a:pt x="2386" y="1343"/>
                  </a:cubicBezTo>
                  <a:cubicBezTo>
                    <a:pt x="2279" y="572"/>
                    <a:pt x="1750" y="0"/>
                    <a:pt x="1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15"/>
            <p:cNvSpPr/>
            <p:nvPr/>
          </p:nvSpPr>
          <p:spPr>
            <a:xfrm>
              <a:off x="4400675" y="4690975"/>
              <a:ext cx="56825" cy="80225"/>
            </a:xfrm>
            <a:custGeom>
              <a:rect b="b" l="l" r="r" t="t"/>
              <a:pathLst>
                <a:path extrusionOk="0" h="3209" w="2273">
                  <a:moveTo>
                    <a:pt x="923" y="1"/>
                  </a:moveTo>
                  <a:cubicBezTo>
                    <a:pt x="881" y="1"/>
                    <a:pt x="838" y="6"/>
                    <a:pt x="796" y="15"/>
                  </a:cubicBezTo>
                  <a:cubicBezTo>
                    <a:pt x="257" y="128"/>
                    <a:pt x="1" y="924"/>
                    <a:pt x="171" y="1804"/>
                  </a:cubicBezTo>
                  <a:cubicBezTo>
                    <a:pt x="354" y="2615"/>
                    <a:pt x="851" y="3209"/>
                    <a:pt x="1350" y="3209"/>
                  </a:cubicBezTo>
                  <a:cubicBezTo>
                    <a:pt x="1392" y="3209"/>
                    <a:pt x="1435" y="3204"/>
                    <a:pt x="1478" y="3195"/>
                  </a:cubicBezTo>
                  <a:cubicBezTo>
                    <a:pt x="2017" y="3082"/>
                    <a:pt x="2273" y="2258"/>
                    <a:pt x="2102" y="1378"/>
                  </a:cubicBezTo>
                  <a:cubicBezTo>
                    <a:pt x="1920" y="570"/>
                    <a:pt x="1402" y="1"/>
                    <a:pt x="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1" name="Google Shape;9641;p115">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15">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15">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15">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45" name="Google Shape;9645;p115"/>
          <p:cNvPicPr preferRelativeResize="0"/>
          <p:nvPr/>
        </p:nvPicPr>
        <p:blipFill rotWithShape="1">
          <a:blip r:embed="rId3">
            <a:alphaModFix/>
          </a:blip>
          <a:srcRect b="54549" l="25744" r="40588" t="1911"/>
          <a:stretch/>
        </p:blipFill>
        <p:spPr>
          <a:xfrm>
            <a:off x="1306228" y="1107200"/>
            <a:ext cx="1196227" cy="1086974"/>
          </a:xfrm>
          <a:prstGeom prst="rect">
            <a:avLst/>
          </a:prstGeom>
          <a:noFill/>
          <a:ln>
            <a:noFill/>
          </a:ln>
        </p:spPr>
      </p:pic>
      <p:pic>
        <p:nvPicPr>
          <p:cNvPr id="9646" name="Google Shape;9646;p115"/>
          <p:cNvPicPr preferRelativeResize="0"/>
          <p:nvPr/>
        </p:nvPicPr>
        <p:blipFill rotWithShape="1">
          <a:blip r:embed="rId4">
            <a:alphaModFix/>
          </a:blip>
          <a:srcRect b="56318" l="21361" r="46548" t="0"/>
          <a:stretch/>
        </p:blipFill>
        <p:spPr>
          <a:xfrm>
            <a:off x="3973887" y="1730650"/>
            <a:ext cx="1196227" cy="1086973"/>
          </a:xfrm>
          <a:prstGeom prst="rect">
            <a:avLst/>
          </a:prstGeom>
          <a:noFill/>
          <a:ln>
            <a:noFill/>
          </a:ln>
        </p:spPr>
      </p:pic>
      <p:pic>
        <p:nvPicPr>
          <p:cNvPr id="9647" name="Google Shape;9647;p115"/>
          <p:cNvPicPr preferRelativeResize="0"/>
          <p:nvPr/>
        </p:nvPicPr>
        <p:blipFill rotWithShape="1">
          <a:blip r:embed="rId5">
            <a:alphaModFix/>
          </a:blip>
          <a:srcRect b="54048" l="18201" r="48142" t="0"/>
          <a:stretch/>
        </p:blipFill>
        <p:spPr>
          <a:xfrm>
            <a:off x="6641546" y="2346225"/>
            <a:ext cx="1196227" cy="1086972"/>
          </a:xfrm>
          <a:prstGeom prst="rect">
            <a:avLst/>
          </a:prstGeom>
          <a:noFill/>
          <a:ln>
            <a:noFill/>
          </a:ln>
        </p:spPr>
      </p:pic>
      <p:grpSp>
        <p:nvGrpSpPr>
          <p:cNvPr id="9648" name="Google Shape;9648;p115"/>
          <p:cNvGrpSpPr/>
          <p:nvPr/>
        </p:nvGrpSpPr>
        <p:grpSpPr>
          <a:xfrm>
            <a:off x="7072124" y="845900"/>
            <a:ext cx="842676" cy="749700"/>
            <a:chOff x="597474" y="530075"/>
            <a:chExt cx="842676" cy="749700"/>
          </a:xfrm>
        </p:grpSpPr>
        <p:sp>
          <p:nvSpPr>
            <p:cNvPr id="9649" name="Google Shape;9649;p115"/>
            <p:cNvSpPr/>
            <p:nvPr/>
          </p:nvSpPr>
          <p:spPr>
            <a:xfrm>
              <a:off x="715050" y="530075"/>
              <a:ext cx="725100" cy="74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0" name="Google Shape;9650;p115"/>
            <p:cNvGrpSpPr/>
            <p:nvPr/>
          </p:nvGrpSpPr>
          <p:grpSpPr>
            <a:xfrm>
              <a:off x="597474" y="530137"/>
              <a:ext cx="842566" cy="695015"/>
              <a:chOff x="6651400" y="1853700"/>
              <a:chExt cx="547050" cy="451250"/>
            </a:xfrm>
          </p:grpSpPr>
          <p:sp>
            <p:nvSpPr>
              <p:cNvPr id="9651" name="Google Shape;9651;p115"/>
              <p:cNvSpPr/>
              <p:nvPr/>
            </p:nvSpPr>
            <p:spPr>
              <a:xfrm>
                <a:off x="6708025" y="1865500"/>
                <a:ext cx="490425" cy="434100"/>
              </a:xfrm>
              <a:custGeom>
                <a:rect b="b" l="l" r="r" t="t"/>
                <a:pathLst>
                  <a:path extrusionOk="0" h="17364" w="19617">
                    <a:moveTo>
                      <a:pt x="9815" y="1"/>
                    </a:moveTo>
                    <a:cubicBezTo>
                      <a:pt x="7198" y="1"/>
                      <a:pt x="4608" y="1179"/>
                      <a:pt x="2893" y="3432"/>
                    </a:cubicBezTo>
                    <a:cubicBezTo>
                      <a:pt x="1" y="7240"/>
                      <a:pt x="748" y="12686"/>
                      <a:pt x="4555" y="15602"/>
                    </a:cubicBezTo>
                    <a:cubicBezTo>
                      <a:pt x="6119" y="16789"/>
                      <a:pt x="7960" y="17363"/>
                      <a:pt x="9788" y="17363"/>
                    </a:cubicBezTo>
                    <a:cubicBezTo>
                      <a:pt x="12410" y="17363"/>
                      <a:pt x="15007" y="16182"/>
                      <a:pt x="16725" y="13939"/>
                    </a:cubicBezTo>
                    <a:cubicBezTo>
                      <a:pt x="19616" y="10107"/>
                      <a:pt x="18869" y="4661"/>
                      <a:pt x="15062" y="1770"/>
                    </a:cubicBezTo>
                    <a:cubicBezTo>
                      <a:pt x="13494" y="579"/>
                      <a:pt x="11648" y="1"/>
                      <a:pt x="9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15"/>
              <p:cNvSpPr/>
              <p:nvPr/>
            </p:nvSpPr>
            <p:spPr>
              <a:xfrm>
                <a:off x="6693575" y="1885625"/>
                <a:ext cx="453675" cy="388175"/>
              </a:xfrm>
              <a:custGeom>
                <a:rect b="b" l="l" r="r" t="t"/>
                <a:pathLst>
                  <a:path extrusionOk="0" h="15527" w="18147">
                    <a:moveTo>
                      <a:pt x="10407" y="1"/>
                    </a:moveTo>
                    <a:cubicBezTo>
                      <a:pt x="10392" y="1"/>
                      <a:pt x="10377" y="1"/>
                      <a:pt x="10363" y="1"/>
                    </a:cubicBezTo>
                    <a:cubicBezTo>
                      <a:pt x="3447" y="1"/>
                      <a:pt x="1" y="8363"/>
                      <a:pt x="4892" y="13254"/>
                    </a:cubicBezTo>
                    <a:cubicBezTo>
                      <a:pt x="6477" y="14824"/>
                      <a:pt x="8418" y="15526"/>
                      <a:pt x="10320" y="15526"/>
                    </a:cubicBezTo>
                    <a:cubicBezTo>
                      <a:pt x="14318" y="15526"/>
                      <a:pt x="18146" y="12422"/>
                      <a:pt x="18146" y="7736"/>
                    </a:cubicBezTo>
                    <a:cubicBezTo>
                      <a:pt x="18122" y="3461"/>
                      <a:pt x="14676" y="1"/>
                      <a:pt x="10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15"/>
              <p:cNvSpPr/>
              <p:nvPr/>
            </p:nvSpPr>
            <p:spPr>
              <a:xfrm>
                <a:off x="6651400" y="1853700"/>
                <a:ext cx="527175" cy="451250"/>
              </a:xfrm>
              <a:custGeom>
                <a:rect b="b" l="l" r="r" t="t"/>
                <a:pathLst>
                  <a:path extrusionOk="0" h="18050" w="21087">
                    <a:moveTo>
                      <a:pt x="12094" y="1278"/>
                    </a:moveTo>
                    <a:cubicBezTo>
                      <a:pt x="16363" y="1278"/>
                      <a:pt x="19809" y="4738"/>
                      <a:pt x="19833" y="9013"/>
                    </a:cubicBezTo>
                    <a:cubicBezTo>
                      <a:pt x="19833" y="13699"/>
                      <a:pt x="16005" y="16803"/>
                      <a:pt x="12007" y="16803"/>
                    </a:cubicBezTo>
                    <a:cubicBezTo>
                      <a:pt x="10105" y="16803"/>
                      <a:pt x="8164" y="16101"/>
                      <a:pt x="6579" y="14531"/>
                    </a:cubicBezTo>
                    <a:cubicBezTo>
                      <a:pt x="1688" y="9640"/>
                      <a:pt x="5134" y="1278"/>
                      <a:pt x="12050" y="1278"/>
                    </a:cubicBezTo>
                    <a:cubicBezTo>
                      <a:pt x="12064" y="1278"/>
                      <a:pt x="12079" y="1278"/>
                      <a:pt x="12094" y="1278"/>
                    </a:cubicBezTo>
                    <a:close/>
                    <a:moveTo>
                      <a:pt x="11998" y="1"/>
                    </a:moveTo>
                    <a:cubicBezTo>
                      <a:pt x="9772" y="1"/>
                      <a:pt x="7503" y="828"/>
                      <a:pt x="5664" y="2675"/>
                    </a:cubicBezTo>
                    <a:cubicBezTo>
                      <a:pt x="1" y="8362"/>
                      <a:pt x="4049" y="18050"/>
                      <a:pt x="12074" y="18050"/>
                    </a:cubicBezTo>
                    <a:cubicBezTo>
                      <a:pt x="17062" y="18025"/>
                      <a:pt x="21086" y="13977"/>
                      <a:pt x="21086" y="9013"/>
                    </a:cubicBezTo>
                    <a:cubicBezTo>
                      <a:pt x="21070" y="3578"/>
                      <a:pt x="16626" y="1"/>
                      <a:pt x="11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15"/>
              <p:cNvSpPr/>
              <p:nvPr/>
            </p:nvSpPr>
            <p:spPr>
              <a:xfrm>
                <a:off x="6888775" y="1998175"/>
                <a:ext cx="78325" cy="123625"/>
              </a:xfrm>
              <a:custGeom>
                <a:rect b="b" l="l" r="r" t="t"/>
                <a:pathLst>
                  <a:path extrusionOk="0" h="4945" w="3133">
                    <a:moveTo>
                      <a:pt x="544" y="1"/>
                    </a:moveTo>
                    <a:cubicBezTo>
                      <a:pt x="473" y="1"/>
                      <a:pt x="402" y="17"/>
                      <a:pt x="338" y="53"/>
                    </a:cubicBezTo>
                    <a:cubicBezTo>
                      <a:pt x="97" y="174"/>
                      <a:pt x="0" y="439"/>
                      <a:pt x="121" y="680"/>
                    </a:cubicBezTo>
                    <a:lnTo>
                      <a:pt x="2193" y="4704"/>
                    </a:lnTo>
                    <a:cubicBezTo>
                      <a:pt x="2265" y="4849"/>
                      <a:pt x="2434" y="4945"/>
                      <a:pt x="2603" y="4945"/>
                    </a:cubicBezTo>
                    <a:cubicBezTo>
                      <a:pt x="2675" y="4945"/>
                      <a:pt x="2747" y="4921"/>
                      <a:pt x="2820" y="4897"/>
                    </a:cubicBezTo>
                    <a:cubicBezTo>
                      <a:pt x="3061" y="4776"/>
                      <a:pt x="3133" y="4487"/>
                      <a:pt x="3012" y="4270"/>
                    </a:cubicBezTo>
                    <a:lnTo>
                      <a:pt x="964" y="246"/>
                    </a:lnTo>
                    <a:cubicBezTo>
                      <a:pt x="879" y="94"/>
                      <a:pt x="712"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15"/>
              <p:cNvSpPr/>
              <p:nvPr/>
            </p:nvSpPr>
            <p:spPr>
              <a:xfrm>
                <a:off x="6903225" y="2063175"/>
                <a:ext cx="207975" cy="45375"/>
              </a:xfrm>
              <a:custGeom>
                <a:rect b="b" l="l" r="r" t="t"/>
                <a:pathLst>
                  <a:path extrusionOk="0" h="1815" w="8319">
                    <a:moveTo>
                      <a:pt x="8015" y="0"/>
                    </a:moveTo>
                    <a:cubicBezTo>
                      <a:pt x="7995" y="0"/>
                      <a:pt x="7975" y="2"/>
                      <a:pt x="7953" y="7"/>
                    </a:cubicBezTo>
                    <a:lnTo>
                      <a:pt x="290" y="1333"/>
                    </a:lnTo>
                    <a:cubicBezTo>
                      <a:pt x="1" y="1381"/>
                      <a:pt x="49" y="1815"/>
                      <a:pt x="338" y="1815"/>
                    </a:cubicBezTo>
                    <a:lnTo>
                      <a:pt x="386" y="1791"/>
                    </a:lnTo>
                    <a:lnTo>
                      <a:pt x="8049" y="465"/>
                    </a:lnTo>
                    <a:cubicBezTo>
                      <a:pt x="8318" y="420"/>
                      <a:pt x="8274" y="0"/>
                      <a:pt x="8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59" name="Shape 9659"/>
        <p:cNvGrpSpPr/>
        <p:nvPr/>
      </p:nvGrpSpPr>
      <p:grpSpPr>
        <a:xfrm>
          <a:off x="0" y="0"/>
          <a:ext cx="0" cy="0"/>
          <a:chOff x="0" y="0"/>
          <a:chExt cx="0" cy="0"/>
        </a:xfrm>
      </p:grpSpPr>
      <p:sp>
        <p:nvSpPr>
          <p:cNvPr id="9660" name="Google Shape;9660;p116"/>
          <p:cNvSpPr txBox="1"/>
          <p:nvPr>
            <p:ph idx="1" type="subTitle"/>
          </p:nvPr>
        </p:nvSpPr>
        <p:spPr>
          <a:xfrm>
            <a:off x="2982045" y="3341125"/>
            <a:ext cx="28434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9661" name="Google Shape;9661;p116"/>
          <p:cNvGrpSpPr/>
          <p:nvPr/>
        </p:nvGrpSpPr>
        <p:grpSpPr>
          <a:xfrm>
            <a:off x="2478273" y="756183"/>
            <a:ext cx="3850943" cy="2461937"/>
            <a:chOff x="2609018" y="535000"/>
            <a:chExt cx="3589284" cy="2294657"/>
          </a:xfrm>
        </p:grpSpPr>
        <p:sp>
          <p:nvSpPr>
            <p:cNvPr id="9662" name="Google Shape;9662;p116"/>
            <p:cNvSpPr/>
            <p:nvPr/>
          </p:nvSpPr>
          <p:spPr>
            <a:xfrm>
              <a:off x="2665714" y="2533067"/>
              <a:ext cx="3475891" cy="640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16"/>
            <p:cNvSpPr/>
            <p:nvPr/>
          </p:nvSpPr>
          <p:spPr>
            <a:xfrm>
              <a:off x="2665714" y="604477"/>
              <a:ext cx="22765" cy="199259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4" name="Google Shape;9664;p116"/>
            <p:cNvGrpSpPr/>
            <p:nvPr/>
          </p:nvGrpSpPr>
          <p:grpSpPr>
            <a:xfrm>
              <a:off x="2609018" y="535000"/>
              <a:ext cx="3589284" cy="2294657"/>
              <a:chOff x="2609018" y="535000"/>
              <a:chExt cx="3589284" cy="2294657"/>
            </a:xfrm>
          </p:grpSpPr>
          <p:sp>
            <p:nvSpPr>
              <p:cNvPr id="9665" name="Google Shape;9665;p116"/>
              <p:cNvSpPr/>
              <p:nvPr/>
            </p:nvSpPr>
            <p:spPr>
              <a:xfrm>
                <a:off x="2609018" y="2596959"/>
                <a:ext cx="3589284" cy="232698"/>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16"/>
              <p:cNvSpPr/>
              <p:nvPr/>
            </p:nvSpPr>
            <p:spPr>
              <a:xfrm>
                <a:off x="2609018" y="535000"/>
                <a:ext cx="3589284" cy="2155596"/>
              </a:xfrm>
              <a:custGeom>
                <a:rect b="b" l="l" r="r" t="t"/>
                <a:pathLst>
                  <a:path extrusionOk="0" h="20074" w="33426">
                    <a:moveTo>
                      <a:pt x="0" y="0"/>
                    </a:moveTo>
                    <a:lnTo>
                      <a:pt x="0" y="19625"/>
                    </a:lnTo>
                    <a:lnTo>
                      <a:pt x="33426" y="20074"/>
                    </a:lnTo>
                    <a:lnTo>
                      <a:pt x="334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16"/>
              <p:cNvSpPr/>
              <p:nvPr/>
            </p:nvSpPr>
            <p:spPr>
              <a:xfrm>
                <a:off x="2688372" y="621443"/>
                <a:ext cx="3430576" cy="1955757"/>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sp>
        <p:nvSpPr>
          <p:cNvPr id="9668" name="Google Shape;9668;p116"/>
          <p:cNvSpPr/>
          <p:nvPr/>
        </p:nvSpPr>
        <p:spPr>
          <a:xfrm>
            <a:off x="2824095" y="2034975"/>
            <a:ext cx="31593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16"/>
          <p:cNvSpPr txBox="1"/>
          <p:nvPr>
            <p:ph type="title"/>
          </p:nvPr>
        </p:nvSpPr>
        <p:spPr>
          <a:xfrm>
            <a:off x="2982045" y="2071136"/>
            <a:ext cx="2843400" cy="46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Application</a:t>
            </a:r>
            <a:endParaRPr/>
          </a:p>
        </p:txBody>
      </p:sp>
      <p:sp>
        <p:nvSpPr>
          <p:cNvPr id="9670" name="Google Shape;9670;p116"/>
          <p:cNvSpPr txBox="1"/>
          <p:nvPr>
            <p:ph idx="2" type="title"/>
          </p:nvPr>
        </p:nvSpPr>
        <p:spPr>
          <a:xfrm>
            <a:off x="2982045" y="1137500"/>
            <a:ext cx="28434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09.</a:t>
            </a:r>
            <a:endParaRPr/>
          </a:p>
        </p:txBody>
      </p:sp>
      <p:sp>
        <p:nvSpPr>
          <p:cNvPr id="9671" name="Google Shape;9671;p116">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16">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16">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16">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5" name="Google Shape;9675;p116"/>
          <p:cNvGrpSpPr/>
          <p:nvPr/>
        </p:nvGrpSpPr>
        <p:grpSpPr>
          <a:xfrm flipH="1">
            <a:off x="6189742" y="1008012"/>
            <a:ext cx="1284701" cy="3582075"/>
            <a:chOff x="715040" y="969674"/>
            <a:chExt cx="1285472" cy="3584226"/>
          </a:xfrm>
        </p:grpSpPr>
        <p:grpSp>
          <p:nvGrpSpPr>
            <p:cNvPr id="9676" name="Google Shape;9676;p116"/>
            <p:cNvGrpSpPr/>
            <p:nvPr/>
          </p:nvGrpSpPr>
          <p:grpSpPr>
            <a:xfrm>
              <a:off x="715040" y="969674"/>
              <a:ext cx="1285472" cy="3584226"/>
              <a:chOff x="715040" y="969674"/>
              <a:chExt cx="1285472" cy="3584226"/>
            </a:xfrm>
          </p:grpSpPr>
          <p:grpSp>
            <p:nvGrpSpPr>
              <p:cNvPr id="9677" name="Google Shape;9677;p116"/>
              <p:cNvGrpSpPr/>
              <p:nvPr/>
            </p:nvGrpSpPr>
            <p:grpSpPr>
              <a:xfrm>
                <a:off x="715040" y="969674"/>
                <a:ext cx="1285472" cy="3584226"/>
                <a:chOff x="715040" y="969674"/>
                <a:chExt cx="1285472" cy="3584226"/>
              </a:xfrm>
            </p:grpSpPr>
            <p:grpSp>
              <p:nvGrpSpPr>
                <p:cNvPr id="9678" name="Google Shape;9678;p116"/>
                <p:cNvGrpSpPr/>
                <p:nvPr/>
              </p:nvGrpSpPr>
              <p:grpSpPr>
                <a:xfrm>
                  <a:off x="715040" y="969674"/>
                  <a:ext cx="1285472" cy="3584226"/>
                  <a:chOff x="1152865" y="1164424"/>
                  <a:chExt cx="1285472" cy="3584226"/>
                </a:xfrm>
              </p:grpSpPr>
              <p:sp>
                <p:nvSpPr>
                  <p:cNvPr id="9679" name="Google Shape;9679;p116"/>
                  <p:cNvSpPr/>
                  <p:nvPr/>
                </p:nvSpPr>
                <p:spPr>
                  <a:xfrm flipH="1" rot="-7621430">
                    <a:off x="1608182" y="1784307"/>
                    <a:ext cx="295647" cy="273156"/>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16"/>
                  <p:cNvSpPr/>
                  <p:nvPr/>
                </p:nvSpPr>
                <p:spPr>
                  <a:xfrm rot="8350349">
                    <a:off x="1386302" y="1775089"/>
                    <a:ext cx="301216" cy="294665"/>
                  </a:xfrm>
                  <a:custGeom>
                    <a:rect b="b" l="l" r="r" t="t"/>
                    <a:pathLst>
                      <a:path extrusionOk="0" h="35447" w="34534">
                        <a:moveTo>
                          <a:pt x="25042" y="1"/>
                        </a:moveTo>
                        <a:cubicBezTo>
                          <a:pt x="23632" y="1"/>
                          <a:pt x="22234" y="376"/>
                          <a:pt x="21016" y="1092"/>
                        </a:cubicBezTo>
                        <a:cubicBezTo>
                          <a:pt x="20079" y="1632"/>
                          <a:pt x="19227" y="2256"/>
                          <a:pt x="18460" y="2995"/>
                        </a:cubicBezTo>
                        <a:cubicBezTo>
                          <a:pt x="17523" y="3875"/>
                          <a:pt x="16586" y="4699"/>
                          <a:pt x="15563" y="5494"/>
                        </a:cubicBezTo>
                        <a:cubicBezTo>
                          <a:pt x="14882" y="6005"/>
                          <a:pt x="14257" y="6573"/>
                          <a:pt x="13661" y="7198"/>
                        </a:cubicBezTo>
                        <a:cubicBezTo>
                          <a:pt x="12411" y="8561"/>
                          <a:pt x="11360" y="10094"/>
                          <a:pt x="10622" y="11798"/>
                        </a:cubicBezTo>
                        <a:cubicBezTo>
                          <a:pt x="10082" y="12906"/>
                          <a:pt x="9628" y="14042"/>
                          <a:pt x="9145" y="15149"/>
                        </a:cubicBezTo>
                        <a:cubicBezTo>
                          <a:pt x="8521" y="16598"/>
                          <a:pt x="7754" y="17989"/>
                          <a:pt x="6845" y="19267"/>
                        </a:cubicBezTo>
                        <a:cubicBezTo>
                          <a:pt x="5851" y="20659"/>
                          <a:pt x="4800" y="21937"/>
                          <a:pt x="3721" y="23215"/>
                        </a:cubicBezTo>
                        <a:cubicBezTo>
                          <a:pt x="1960" y="25288"/>
                          <a:pt x="768" y="27730"/>
                          <a:pt x="256" y="30371"/>
                        </a:cubicBezTo>
                        <a:cubicBezTo>
                          <a:pt x="1" y="31536"/>
                          <a:pt x="86" y="32757"/>
                          <a:pt x="484" y="33893"/>
                        </a:cubicBezTo>
                        <a:cubicBezTo>
                          <a:pt x="739" y="34688"/>
                          <a:pt x="1421" y="35256"/>
                          <a:pt x="2244" y="35369"/>
                        </a:cubicBezTo>
                        <a:cubicBezTo>
                          <a:pt x="2494" y="35421"/>
                          <a:pt x="2744" y="35447"/>
                          <a:pt x="2993" y="35447"/>
                        </a:cubicBezTo>
                        <a:cubicBezTo>
                          <a:pt x="3422" y="35447"/>
                          <a:pt x="3847" y="35371"/>
                          <a:pt x="4261" y="35227"/>
                        </a:cubicBezTo>
                        <a:cubicBezTo>
                          <a:pt x="4971" y="34943"/>
                          <a:pt x="5681" y="34716"/>
                          <a:pt x="6419" y="34574"/>
                        </a:cubicBezTo>
                        <a:cubicBezTo>
                          <a:pt x="7356" y="34319"/>
                          <a:pt x="8180" y="33836"/>
                          <a:pt x="8861" y="33154"/>
                        </a:cubicBezTo>
                        <a:cubicBezTo>
                          <a:pt x="9202" y="32785"/>
                          <a:pt x="9571" y="32416"/>
                          <a:pt x="9912" y="32047"/>
                        </a:cubicBezTo>
                        <a:cubicBezTo>
                          <a:pt x="10395" y="31564"/>
                          <a:pt x="10934" y="31138"/>
                          <a:pt x="11531" y="30797"/>
                        </a:cubicBezTo>
                        <a:cubicBezTo>
                          <a:pt x="12468" y="30314"/>
                          <a:pt x="13519" y="29974"/>
                          <a:pt x="14569" y="29860"/>
                        </a:cubicBezTo>
                        <a:cubicBezTo>
                          <a:pt x="15876" y="29661"/>
                          <a:pt x="17182" y="29491"/>
                          <a:pt x="18489" y="29349"/>
                        </a:cubicBezTo>
                        <a:cubicBezTo>
                          <a:pt x="19539" y="29178"/>
                          <a:pt x="20590" y="28923"/>
                          <a:pt x="21612" y="28610"/>
                        </a:cubicBezTo>
                        <a:cubicBezTo>
                          <a:pt x="23458" y="27986"/>
                          <a:pt x="25219" y="27105"/>
                          <a:pt x="26809" y="25998"/>
                        </a:cubicBezTo>
                        <a:cubicBezTo>
                          <a:pt x="27974" y="25174"/>
                          <a:pt x="29053" y="24180"/>
                          <a:pt x="29990" y="23101"/>
                        </a:cubicBezTo>
                        <a:cubicBezTo>
                          <a:pt x="30785" y="22221"/>
                          <a:pt x="31467" y="21284"/>
                          <a:pt x="32063" y="20290"/>
                        </a:cubicBezTo>
                        <a:cubicBezTo>
                          <a:pt x="32773" y="19040"/>
                          <a:pt x="33370" y="17734"/>
                          <a:pt x="33796" y="16342"/>
                        </a:cubicBezTo>
                        <a:cubicBezTo>
                          <a:pt x="34250" y="14951"/>
                          <a:pt x="34506" y="13502"/>
                          <a:pt x="34534" y="12026"/>
                        </a:cubicBezTo>
                        <a:cubicBezTo>
                          <a:pt x="34534" y="11685"/>
                          <a:pt x="34534" y="11316"/>
                          <a:pt x="34506" y="10946"/>
                        </a:cubicBezTo>
                        <a:cubicBezTo>
                          <a:pt x="34307" y="9157"/>
                          <a:pt x="33824" y="7396"/>
                          <a:pt x="33086" y="5749"/>
                        </a:cubicBezTo>
                        <a:cubicBezTo>
                          <a:pt x="32290" y="4045"/>
                          <a:pt x="31069" y="2569"/>
                          <a:pt x="29564" y="1461"/>
                        </a:cubicBezTo>
                        <a:cubicBezTo>
                          <a:pt x="28485" y="638"/>
                          <a:pt x="27207" y="155"/>
                          <a:pt x="25844" y="41"/>
                        </a:cubicBezTo>
                        <a:cubicBezTo>
                          <a:pt x="25577" y="14"/>
                          <a:pt x="25310" y="1"/>
                          <a:pt x="2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1" name="Google Shape;9681;p116"/>
                  <p:cNvGrpSpPr/>
                  <p:nvPr/>
                </p:nvGrpSpPr>
                <p:grpSpPr>
                  <a:xfrm flipH="1">
                    <a:off x="1505175" y="1637756"/>
                    <a:ext cx="319901" cy="486431"/>
                    <a:chOff x="544781" y="1529932"/>
                    <a:chExt cx="315174" cy="479242"/>
                  </a:xfrm>
                </p:grpSpPr>
                <p:sp>
                  <p:nvSpPr>
                    <p:cNvPr id="9682" name="Google Shape;9682;p116"/>
                    <p:cNvSpPr/>
                    <p:nvPr/>
                  </p:nvSpPr>
                  <p:spPr>
                    <a:xfrm>
                      <a:off x="564820" y="1529932"/>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16"/>
                    <p:cNvSpPr/>
                    <p:nvPr/>
                  </p:nvSpPr>
                  <p:spPr>
                    <a:xfrm>
                      <a:off x="653525" y="1866176"/>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16"/>
                    <p:cNvSpPr/>
                    <p:nvPr/>
                  </p:nvSpPr>
                  <p:spPr>
                    <a:xfrm>
                      <a:off x="544781" y="1747902"/>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16"/>
                    <p:cNvSpPr/>
                    <p:nvPr/>
                  </p:nvSpPr>
                  <p:spPr>
                    <a:xfrm>
                      <a:off x="763245" y="1747401"/>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16"/>
                    <p:cNvSpPr/>
                    <p:nvPr/>
                  </p:nvSpPr>
                  <p:spPr>
                    <a:xfrm>
                      <a:off x="580864" y="1572028"/>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16"/>
                    <p:cNvSpPr/>
                    <p:nvPr/>
                  </p:nvSpPr>
                  <p:spPr>
                    <a:xfrm>
                      <a:off x="768255" y="1607097"/>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16"/>
                    <p:cNvSpPr/>
                    <p:nvPr/>
                  </p:nvSpPr>
                  <p:spPr>
                    <a:xfrm>
                      <a:off x="546785" y="1607097"/>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16"/>
                    <p:cNvSpPr/>
                    <p:nvPr/>
                  </p:nvSpPr>
                  <p:spPr>
                    <a:xfrm>
                      <a:off x="591392" y="1538443"/>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116"/>
                    <p:cNvGrpSpPr/>
                    <p:nvPr/>
                  </p:nvGrpSpPr>
                  <p:grpSpPr>
                    <a:xfrm>
                      <a:off x="607561" y="1746189"/>
                      <a:ext cx="182684" cy="109684"/>
                      <a:chOff x="6478625" y="1323824"/>
                      <a:chExt cx="217325" cy="130483"/>
                    </a:xfrm>
                  </p:grpSpPr>
                  <p:sp>
                    <p:nvSpPr>
                      <p:cNvPr id="9691" name="Google Shape;9691;p116"/>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16"/>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16"/>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16"/>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16"/>
                      <p:cNvSpPr/>
                      <p:nvPr/>
                    </p:nvSpPr>
                    <p:spPr>
                      <a:xfrm>
                        <a:off x="6549187" y="1423424"/>
                        <a:ext cx="75509" cy="30884"/>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16"/>
                      <p:cNvSpPr/>
                      <p:nvPr/>
                    </p:nvSpPr>
                    <p:spPr>
                      <a:xfrm>
                        <a:off x="6571896" y="1339580"/>
                        <a:ext cx="34547" cy="67847"/>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7" name="Google Shape;9697;p116"/>
                    <p:cNvSpPr/>
                    <p:nvPr/>
                  </p:nvSpPr>
                  <p:spPr>
                    <a:xfrm rot="785631">
                      <a:off x="621089" y="1712359"/>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16"/>
                    <p:cNvSpPr/>
                    <p:nvPr/>
                  </p:nvSpPr>
                  <p:spPr>
                    <a:xfrm flipH="1" rot="-722579">
                      <a:off x="728420" y="1711820"/>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9" name="Google Shape;9699;p116"/>
                  <p:cNvSpPr/>
                  <p:nvPr/>
                </p:nvSpPr>
                <p:spPr>
                  <a:xfrm>
                    <a:off x="1305838" y="447985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16"/>
                  <p:cNvSpPr/>
                  <p:nvPr/>
                </p:nvSpPr>
                <p:spPr>
                  <a:xfrm>
                    <a:off x="1970812" y="1819619"/>
                    <a:ext cx="150189" cy="221993"/>
                  </a:xfrm>
                  <a:custGeom>
                    <a:rect b="b" l="l" r="r" t="t"/>
                    <a:pathLst>
                      <a:path extrusionOk="0" h="13359" w="9038">
                        <a:moveTo>
                          <a:pt x="252" y="576"/>
                        </a:moveTo>
                        <a:cubicBezTo>
                          <a:pt x="0" y="720"/>
                          <a:pt x="612" y="2089"/>
                          <a:pt x="684" y="3277"/>
                        </a:cubicBezTo>
                        <a:cubicBezTo>
                          <a:pt x="756" y="4573"/>
                          <a:pt x="324" y="5761"/>
                          <a:pt x="504" y="6301"/>
                        </a:cubicBezTo>
                        <a:cubicBezTo>
                          <a:pt x="936" y="7814"/>
                          <a:pt x="1296" y="9326"/>
                          <a:pt x="1584" y="10838"/>
                        </a:cubicBezTo>
                        <a:cubicBezTo>
                          <a:pt x="1656" y="11594"/>
                          <a:pt x="3889" y="12171"/>
                          <a:pt x="4897" y="12027"/>
                        </a:cubicBezTo>
                        <a:cubicBezTo>
                          <a:pt x="5149" y="12459"/>
                          <a:pt x="5437" y="12891"/>
                          <a:pt x="5797" y="13359"/>
                        </a:cubicBezTo>
                        <a:cubicBezTo>
                          <a:pt x="6733" y="10262"/>
                          <a:pt x="9038" y="7346"/>
                          <a:pt x="8750" y="5833"/>
                        </a:cubicBezTo>
                        <a:cubicBezTo>
                          <a:pt x="8498" y="4321"/>
                          <a:pt x="6697" y="4105"/>
                          <a:pt x="6697" y="4105"/>
                        </a:cubicBezTo>
                        <a:cubicBezTo>
                          <a:pt x="5689" y="4285"/>
                          <a:pt x="4753" y="4789"/>
                          <a:pt x="4105" y="5545"/>
                        </a:cubicBezTo>
                        <a:cubicBezTo>
                          <a:pt x="3889" y="5221"/>
                          <a:pt x="3637" y="4933"/>
                          <a:pt x="3385" y="4645"/>
                        </a:cubicBezTo>
                        <a:lnTo>
                          <a:pt x="3061" y="4429"/>
                        </a:lnTo>
                        <a:cubicBezTo>
                          <a:pt x="3169" y="4357"/>
                          <a:pt x="1440" y="0"/>
                          <a:pt x="252" y="576"/>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16"/>
                  <p:cNvSpPr/>
                  <p:nvPr/>
                </p:nvSpPr>
                <p:spPr>
                  <a:xfrm>
                    <a:off x="1993545" y="1979978"/>
                    <a:ext cx="99339" cy="83785"/>
                  </a:xfrm>
                  <a:custGeom>
                    <a:rect b="b" l="l" r="r" t="t"/>
                    <a:pathLst>
                      <a:path extrusionOk="0" h="5042" w="5978">
                        <a:moveTo>
                          <a:pt x="180" y="4897"/>
                        </a:moveTo>
                        <a:lnTo>
                          <a:pt x="0" y="0"/>
                        </a:lnTo>
                        <a:cubicBezTo>
                          <a:pt x="1080" y="2161"/>
                          <a:pt x="2809" y="1980"/>
                          <a:pt x="5617" y="1620"/>
                        </a:cubicBezTo>
                        <a:lnTo>
                          <a:pt x="5977" y="4465"/>
                        </a:lnTo>
                        <a:cubicBezTo>
                          <a:pt x="3457" y="4645"/>
                          <a:pt x="720" y="4825"/>
                          <a:pt x="540" y="4969"/>
                        </a:cubicBezTo>
                        <a:cubicBezTo>
                          <a:pt x="504" y="5041"/>
                          <a:pt x="396" y="4969"/>
                          <a:pt x="180" y="489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16"/>
                  <p:cNvSpPr/>
                  <p:nvPr/>
                </p:nvSpPr>
                <p:spPr>
                  <a:xfrm>
                    <a:off x="1658469" y="1164424"/>
                    <a:ext cx="439201" cy="847276"/>
                  </a:xfrm>
                  <a:custGeom>
                    <a:rect b="b" l="l" r="r" t="t"/>
                    <a:pathLst>
                      <a:path extrusionOk="0" h="50987" w="26430">
                        <a:moveTo>
                          <a:pt x="865" y="433"/>
                        </a:moveTo>
                        <a:cubicBezTo>
                          <a:pt x="649" y="1"/>
                          <a:pt x="0" y="325"/>
                          <a:pt x="217" y="721"/>
                        </a:cubicBezTo>
                        <a:cubicBezTo>
                          <a:pt x="7490" y="15232"/>
                          <a:pt x="14871" y="30067"/>
                          <a:pt x="22001" y="44325"/>
                        </a:cubicBezTo>
                        <a:cubicBezTo>
                          <a:pt x="22145" y="44289"/>
                          <a:pt x="22469" y="44217"/>
                          <a:pt x="22505" y="44109"/>
                        </a:cubicBezTo>
                        <a:cubicBezTo>
                          <a:pt x="22541" y="43965"/>
                          <a:pt x="22721" y="43641"/>
                          <a:pt x="22793" y="43389"/>
                        </a:cubicBezTo>
                        <a:close/>
                        <a:moveTo>
                          <a:pt x="22577" y="45441"/>
                        </a:moveTo>
                        <a:lnTo>
                          <a:pt x="25133" y="50590"/>
                        </a:lnTo>
                        <a:cubicBezTo>
                          <a:pt x="25349" y="50986"/>
                          <a:pt x="26429" y="50518"/>
                          <a:pt x="26213" y="50122"/>
                        </a:cubicBezTo>
                        <a:lnTo>
                          <a:pt x="23765" y="45261"/>
                        </a:lnTo>
                        <a:cubicBezTo>
                          <a:pt x="23621" y="45405"/>
                          <a:pt x="23477" y="45513"/>
                          <a:pt x="23333" y="45621"/>
                        </a:cubicBezTo>
                        <a:cubicBezTo>
                          <a:pt x="23045" y="45621"/>
                          <a:pt x="22793" y="45549"/>
                          <a:pt x="22577" y="454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16"/>
                  <p:cNvSpPr/>
                  <p:nvPr/>
                </p:nvSpPr>
                <p:spPr>
                  <a:xfrm>
                    <a:off x="1782918" y="2011086"/>
                    <a:ext cx="339878" cy="431424"/>
                  </a:xfrm>
                  <a:custGeom>
                    <a:rect b="b" l="l" r="r" t="t"/>
                    <a:pathLst>
                      <a:path extrusionOk="0" h="25962" w="20453">
                        <a:moveTo>
                          <a:pt x="577" y="8642"/>
                        </a:moveTo>
                        <a:cubicBezTo>
                          <a:pt x="577" y="8642"/>
                          <a:pt x="3278" y="6842"/>
                          <a:pt x="3422" y="6842"/>
                        </a:cubicBezTo>
                        <a:cubicBezTo>
                          <a:pt x="3854" y="6950"/>
                          <a:pt x="4214" y="7130"/>
                          <a:pt x="4574" y="7382"/>
                        </a:cubicBezTo>
                        <a:cubicBezTo>
                          <a:pt x="6302" y="8570"/>
                          <a:pt x="12243" y="14151"/>
                          <a:pt x="12243" y="14151"/>
                        </a:cubicBezTo>
                        <a:cubicBezTo>
                          <a:pt x="12243" y="14151"/>
                          <a:pt x="11307" y="5690"/>
                          <a:pt x="11307" y="4213"/>
                        </a:cubicBezTo>
                        <a:cubicBezTo>
                          <a:pt x="11307" y="2737"/>
                          <a:pt x="11091" y="937"/>
                          <a:pt x="12135" y="613"/>
                        </a:cubicBezTo>
                        <a:cubicBezTo>
                          <a:pt x="12135" y="613"/>
                          <a:pt x="16384" y="1153"/>
                          <a:pt x="19012" y="0"/>
                        </a:cubicBezTo>
                        <a:cubicBezTo>
                          <a:pt x="19445" y="289"/>
                          <a:pt x="19733" y="793"/>
                          <a:pt x="19805" y="1333"/>
                        </a:cubicBezTo>
                        <a:cubicBezTo>
                          <a:pt x="19985" y="2305"/>
                          <a:pt x="20453" y="20668"/>
                          <a:pt x="20453" y="20668"/>
                        </a:cubicBezTo>
                        <a:cubicBezTo>
                          <a:pt x="20453" y="20668"/>
                          <a:pt x="20381" y="24593"/>
                          <a:pt x="17248" y="25205"/>
                        </a:cubicBezTo>
                        <a:cubicBezTo>
                          <a:pt x="13431" y="25961"/>
                          <a:pt x="9039" y="23189"/>
                          <a:pt x="4970" y="20776"/>
                        </a:cubicBezTo>
                        <a:cubicBezTo>
                          <a:pt x="3241" y="19768"/>
                          <a:pt x="1585" y="19120"/>
                          <a:pt x="1" y="183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16"/>
                  <p:cNvSpPr/>
                  <p:nvPr/>
                </p:nvSpPr>
                <p:spPr>
                  <a:xfrm>
                    <a:off x="1784114" y="2121177"/>
                    <a:ext cx="267475" cy="312957"/>
                  </a:xfrm>
                  <a:custGeom>
                    <a:rect b="b" l="l" r="r" t="t"/>
                    <a:pathLst>
                      <a:path extrusionOk="0" h="18833" w="16096">
                        <a:moveTo>
                          <a:pt x="505" y="2017"/>
                        </a:moveTo>
                        <a:cubicBezTo>
                          <a:pt x="505" y="2017"/>
                          <a:pt x="2089" y="1009"/>
                          <a:pt x="2881" y="505"/>
                        </a:cubicBezTo>
                        <a:lnTo>
                          <a:pt x="3602" y="901"/>
                        </a:lnTo>
                        <a:lnTo>
                          <a:pt x="16096" y="18724"/>
                        </a:lnTo>
                        <a:cubicBezTo>
                          <a:pt x="12567" y="18832"/>
                          <a:pt x="8607" y="16348"/>
                          <a:pt x="4934" y="14151"/>
                        </a:cubicBezTo>
                        <a:cubicBezTo>
                          <a:pt x="3386" y="13251"/>
                          <a:pt x="1909" y="12639"/>
                          <a:pt x="505" y="11991"/>
                        </a:cubicBezTo>
                        <a:lnTo>
                          <a:pt x="1" y="11127"/>
                        </a:lnTo>
                        <a:lnTo>
                          <a:pt x="541" y="2017"/>
                        </a:lnTo>
                        <a:close/>
                        <a:moveTo>
                          <a:pt x="12207" y="7526"/>
                        </a:moveTo>
                        <a:lnTo>
                          <a:pt x="14800" y="9975"/>
                        </a:lnTo>
                        <a:lnTo>
                          <a:pt x="11415" y="1"/>
                        </a:lnTo>
                        <a:cubicBezTo>
                          <a:pt x="11703" y="3025"/>
                          <a:pt x="12207" y="7526"/>
                          <a:pt x="12207" y="752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16"/>
                  <p:cNvSpPr/>
                  <p:nvPr/>
                </p:nvSpPr>
                <p:spPr>
                  <a:xfrm>
                    <a:off x="2087483" y="4265632"/>
                    <a:ext cx="176528" cy="338083"/>
                  </a:xfrm>
                  <a:custGeom>
                    <a:rect b="b" l="l" r="r" t="t"/>
                    <a:pathLst>
                      <a:path extrusionOk="0" h="20345" w="10623">
                        <a:moveTo>
                          <a:pt x="9794" y="17788"/>
                        </a:moveTo>
                        <a:cubicBezTo>
                          <a:pt x="9794" y="17788"/>
                          <a:pt x="8354" y="17392"/>
                          <a:pt x="7886" y="15484"/>
                        </a:cubicBezTo>
                        <a:cubicBezTo>
                          <a:pt x="7418" y="13575"/>
                          <a:pt x="7130" y="7886"/>
                          <a:pt x="6950" y="6014"/>
                        </a:cubicBezTo>
                        <a:cubicBezTo>
                          <a:pt x="6806" y="4142"/>
                          <a:pt x="5365" y="1"/>
                          <a:pt x="5365" y="1"/>
                        </a:cubicBezTo>
                        <a:lnTo>
                          <a:pt x="648" y="2089"/>
                        </a:lnTo>
                        <a:lnTo>
                          <a:pt x="0" y="3169"/>
                        </a:lnTo>
                        <a:lnTo>
                          <a:pt x="1261" y="6086"/>
                        </a:lnTo>
                        <a:cubicBezTo>
                          <a:pt x="792" y="6986"/>
                          <a:pt x="792" y="8066"/>
                          <a:pt x="1225" y="8966"/>
                        </a:cubicBezTo>
                        <a:cubicBezTo>
                          <a:pt x="1981" y="10659"/>
                          <a:pt x="5293" y="19552"/>
                          <a:pt x="6518" y="19948"/>
                        </a:cubicBezTo>
                        <a:cubicBezTo>
                          <a:pt x="7742" y="20345"/>
                          <a:pt x="10622" y="19516"/>
                          <a:pt x="10622" y="19516"/>
                        </a:cubicBezTo>
                        <a:cubicBezTo>
                          <a:pt x="10586" y="19084"/>
                          <a:pt x="10514" y="18616"/>
                          <a:pt x="10442" y="18184"/>
                        </a:cubicBezTo>
                        <a:cubicBezTo>
                          <a:pt x="10298" y="17968"/>
                          <a:pt x="10046" y="17788"/>
                          <a:pt x="9794"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16"/>
                  <p:cNvSpPr/>
                  <p:nvPr/>
                </p:nvSpPr>
                <p:spPr>
                  <a:xfrm>
                    <a:off x="1492128" y="4290176"/>
                    <a:ext cx="114295" cy="311744"/>
                  </a:xfrm>
                  <a:custGeom>
                    <a:rect b="b" l="l" r="r" t="t"/>
                    <a:pathLst>
                      <a:path extrusionOk="0" h="18760" w="6878">
                        <a:moveTo>
                          <a:pt x="2233" y="0"/>
                        </a:moveTo>
                        <a:cubicBezTo>
                          <a:pt x="2233" y="2629"/>
                          <a:pt x="2197" y="4861"/>
                          <a:pt x="2053" y="6517"/>
                        </a:cubicBezTo>
                        <a:cubicBezTo>
                          <a:pt x="1981" y="7345"/>
                          <a:pt x="685" y="14151"/>
                          <a:pt x="685" y="14151"/>
                        </a:cubicBezTo>
                        <a:lnTo>
                          <a:pt x="1" y="16923"/>
                        </a:lnTo>
                        <a:lnTo>
                          <a:pt x="109" y="18039"/>
                        </a:lnTo>
                        <a:lnTo>
                          <a:pt x="3205" y="18760"/>
                        </a:lnTo>
                        <a:lnTo>
                          <a:pt x="6122" y="16671"/>
                        </a:lnTo>
                        <a:cubicBezTo>
                          <a:pt x="6122" y="16671"/>
                          <a:pt x="6770" y="9434"/>
                          <a:pt x="6626" y="8066"/>
                        </a:cubicBezTo>
                        <a:cubicBezTo>
                          <a:pt x="6554" y="7345"/>
                          <a:pt x="6410" y="6625"/>
                          <a:pt x="6266" y="5905"/>
                        </a:cubicBezTo>
                        <a:lnTo>
                          <a:pt x="6014" y="5545"/>
                        </a:lnTo>
                        <a:cubicBezTo>
                          <a:pt x="6302" y="3709"/>
                          <a:pt x="6590" y="1872"/>
                          <a:pt x="6878"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16"/>
                  <p:cNvSpPr/>
                  <p:nvPr/>
                </p:nvSpPr>
                <p:spPr>
                  <a:xfrm>
                    <a:off x="1450850" y="4382320"/>
                    <a:ext cx="168751" cy="244128"/>
                  </a:xfrm>
                  <a:custGeom>
                    <a:rect b="b" l="l" r="r" t="t"/>
                    <a:pathLst>
                      <a:path extrusionOk="0" h="14691" w="10155">
                        <a:moveTo>
                          <a:pt x="3169" y="8606"/>
                        </a:moveTo>
                        <a:cubicBezTo>
                          <a:pt x="2917" y="9326"/>
                          <a:pt x="2593" y="10046"/>
                          <a:pt x="2233" y="10730"/>
                        </a:cubicBezTo>
                        <a:cubicBezTo>
                          <a:pt x="1944" y="11126"/>
                          <a:pt x="720" y="12494"/>
                          <a:pt x="540" y="12926"/>
                        </a:cubicBezTo>
                        <a:cubicBezTo>
                          <a:pt x="360" y="13359"/>
                          <a:pt x="0" y="14691"/>
                          <a:pt x="1440" y="14691"/>
                        </a:cubicBezTo>
                        <a:lnTo>
                          <a:pt x="6625" y="14691"/>
                        </a:lnTo>
                        <a:cubicBezTo>
                          <a:pt x="8030" y="14691"/>
                          <a:pt x="9182" y="14259"/>
                          <a:pt x="9218" y="12962"/>
                        </a:cubicBezTo>
                        <a:cubicBezTo>
                          <a:pt x="9218" y="11702"/>
                          <a:pt x="9326" y="7129"/>
                          <a:pt x="9506" y="6121"/>
                        </a:cubicBezTo>
                        <a:cubicBezTo>
                          <a:pt x="9686" y="5149"/>
                          <a:pt x="10154" y="4033"/>
                          <a:pt x="9938" y="3061"/>
                        </a:cubicBezTo>
                        <a:cubicBezTo>
                          <a:pt x="9650" y="2088"/>
                          <a:pt x="9290" y="1116"/>
                          <a:pt x="8786" y="216"/>
                        </a:cubicBezTo>
                        <a:cubicBezTo>
                          <a:pt x="8714" y="144"/>
                          <a:pt x="8606" y="72"/>
                          <a:pt x="8498" y="0"/>
                        </a:cubicBezTo>
                        <a:lnTo>
                          <a:pt x="8642" y="864"/>
                        </a:lnTo>
                        <a:cubicBezTo>
                          <a:pt x="8678" y="1080"/>
                          <a:pt x="8714" y="1260"/>
                          <a:pt x="8750" y="1476"/>
                        </a:cubicBezTo>
                        <a:cubicBezTo>
                          <a:pt x="8858" y="2917"/>
                          <a:pt x="8354" y="9326"/>
                          <a:pt x="8354" y="9866"/>
                        </a:cubicBezTo>
                        <a:cubicBezTo>
                          <a:pt x="8354" y="10406"/>
                          <a:pt x="7778" y="10766"/>
                          <a:pt x="6733" y="11018"/>
                        </a:cubicBezTo>
                        <a:cubicBezTo>
                          <a:pt x="5725" y="11306"/>
                          <a:pt x="3601" y="11558"/>
                          <a:pt x="2809" y="10802"/>
                        </a:cubicBezTo>
                        <a:cubicBezTo>
                          <a:pt x="2737" y="10694"/>
                          <a:pt x="2701" y="10550"/>
                          <a:pt x="2737" y="10406"/>
                        </a:cubicBezTo>
                        <a:cubicBezTo>
                          <a:pt x="2809" y="10118"/>
                          <a:pt x="3169" y="8606"/>
                          <a:pt x="3169" y="86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16"/>
                  <p:cNvSpPr/>
                  <p:nvPr/>
                </p:nvSpPr>
                <p:spPr>
                  <a:xfrm>
                    <a:off x="1666845" y="2575316"/>
                    <a:ext cx="557667" cy="1768119"/>
                  </a:xfrm>
                  <a:custGeom>
                    <a:rect b="b" l="l" r="r" t="t"/>
                    <a:pathLst>
                      <a:path extrusionOk="0" h="106401" w="33559">
                        <a:moveTo>
                          <a:pt x="16060" y="15412"/>
                        </a:moveTo>
                        <a:cubicBezTo>
                          <a:pt x="19444" y="38600"/>
                          <a:pt x="29994" y="85697"/>
                          <a:pt x="33451" y="102116"/>
                        </a:cubicBezTo>
                        <a:cubicBezTo>
                          <a:pt x="33559" y="102620"/>
                          <a:pt x="33415" y="103160"/>
                          <a:pt x="33019" y="103520"/>
                        </a:cubicBezTo>
                        <a:cubicBezTo>
                          <a:pt x="32335" y="104060"/>
                          <a:pt x="28662" y="106041"/>
                          <a:pt x="26358" y="106113"/>
                        </a:cubicBezTo>
                        <a:cubicBezTo>
                          <a:pt x="26358" y="106113"/>
                          <a:pt x="25061" y="106401"/>
                          <a:pt x="24557" y="105536"/>
                        </a:cubicBezTo>
                        <a:cubicBezTo>
                          <a:pt x="22793" y="102728"/>
                          <a:pt x="7490" y="43101"/>
                          <a:pt x="1837" y="29490"/>
                        </a:cubicBezTo>
                        <a:cubicBezTo>
                          <a:pt x="1837" y="29490"/>
                          <a:pt x="1" y="10371"/>
                          <a:pt x="3421" y="5186"/>
                        </a:cubicBezTo>
                        <a:cubicBezTo>
                          <a:pt x="6878" y="1"/>
                          <a:pt x="15483" y="7238"/>
                          <a:pt x="15483" y="72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16"/>
                  <p:cNvSpPr/>
                  <p:nvPr/>
                </p:nvSpPr>
                <p:spPr>
                  <a:xfrm>
                    <a:off x="1371269" y="2629772"/>
                    <a:ext cx="458942" cy="1736994"/>
                  </a:xfrm>
                  <a:custGeom>
                    <a:rect b="b" l="l" r="r" t="t"/>
                    <a:pathLst>
                      <a:path extrusionOk="0" h="104528" w="27618">
                        <a:moveTo>
                          <a:pt x="27617" y="3745"/>
                        </a:moveTo>
                        <a:cubicBezTo>
                          <a:pt x="27617" y="3745"/>
                          <a:pt x="22648" y="4897"/>
                          <a:pt x="22000" y="13359"/>
                        </a:cubicBezTo>
                        <a:cubicBezTo>
                          <a:pt x="19084" y="50086"/>
                          <a:pt x="15555" y="64524"/>
                          <a:pt x="15159" y="103196"/>
                        </a:cubicBezTo>
                        <a:cubicBezTo>
                          <a:pt x="14007" y="104528"/>
                          <a:pt x="9470" y="104384"/>
                          <a:pt x="8174" y="103196"/>
                        </a:cubicBezTo>
                        <a:cubicBezTo>
                          <a:pt x="6553" y="85516"/>
                          <a:pt x="0" y="25961"/>
                          <a:pt x="3421" y="11991"/>
                        </a:cubicBezTo>
                        <a:cubicBezTo>
                          <a:pt x="5689" y="2665"/>
                          <a:pt x="8750" y="0"/>
                          <a:pt x="27617" y="37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16"/>
                  <p:cNvSpPr/>
                  <p:nvPr/>
                </p:nvSpPr>
                <p:spPr>
                  <a:xfrm>
                    <a:off x="1440066" y="2096649"/>
                    <a:ext cx="493656" cy="694096"/>
                  </a:xfrm>
                  <a:custGeom>
                    <a:rect b="b" l="l" r="r" t="t"/>
                    <a:pathLst>
                      <a:path extrusionOk="0" h="41769" w="29707">
                        <a:moveTo>
                          <a:pt x="24054" y="1729"/>
                        </a:moveTo>
                        <a:cubicBezTo>
                          <a:pt x="24054" y="1729"/>
                          <a:pt x="26322" y="7418"/>
                          <a:pt x="26754" y="8282"/>
                        </a:cubicBezTo>
                        <a:cubicBezTo>
                          <a:pt x="27222" y="9146"/>
                          <a:pt x="28986" y="12927"/>
                          <a:pt x="29347" y="14835"/>
                        </a:cubicBezTo>
                        <a:cubicBezTo>
                          <a:pt x="29707" y="16744"/>
                          <a:pt x="28986" y="19444"/>
                          <a:pt x="28230" y="20884"/>
                        </a:cubicBezTo>
                        <a:lnTo>
                          <a:pt x="28230" y="39788"/>
                        </a:lnTo>
                        <a:cubicBezTo>
                          <a:pt x="21029" y="41768"/>
                          <a:pt x="12063" y="41084"/>
                          <a:pt x="4826" y="39788"/>
                        </a:cubicBezTo>
                        <a:lnTo>
                          <a:pt x="5978" y="31902"/>
                        </a:lnTo>
                        <a:lnTo>
                          <a:pt x="1" y="2953"/>
                        </a:lnTo>
                        <a:lnTo>
                          <a:pt x="8787" y="108"/>
                        </a:lnTo>
                        <a:lnTo>
                          <a:pt x="14656" y="1621"/>
                        </a:lnTo>
                        <a:lnTo>
                          <a:pt x="170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16"/>
                  <p:cNvSpPr/>
                  <p:nvPr/>
                </p:nvSpPr>
                <p:spPr>
                  <a:xfrm>
                    <a:off x="1572308" y="2069131"/>
                    <a:ext cx="113099" cy="129849"/>
                  </a:xfrm>
                  <a:custGeom>
                    <a:rect b="b" l="l" r="r" t="t"/>
                    <a:pathLst>
                      <a:path extrusionOk="0" h="7814" w="6806">
                        <a:moveTo>
                          <a:pt x="829" y="0"/>
                        </a:moveTo>
                        <a:lnTo>
                          <a:pt x="6806" y="4321"/>
                        </a:lnTo>
                        <a:lnTo>
                          <a:pt x="4177" y="7814"/>
                        </a:lnTo>
                        <a:lnTo>
                          <a:pt x="0" y="201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16"/>
                  <p:cNvSpPr/>
                  <p:nvPr/>
                </p:nvSpPr>
                <p:spPr>
                  <a:xfrm>
                    <a:off x="1685390" y="2078104"/>
                    <a:ext cx="57463" cy="107116"/>
                  </a:xfrm>
                  <a:custGeom>
                    <a:rect b="b" l="l" r="r" t="t"/>
                    <a:pathLst>
                      <a:path extrusionOk="0" h="6446" w="3458">
                        <a:moveTo>
                          <a:pt x="1" y="3781"/>
                        </a:moveTo>
                        <a:lnTo>
                          <a:pt x="2305" y="0"/>
                        </a:lnTo>
                        <a:lnTo>
                          <a:pt x="3457" y="1404"/>
                        </a:lnTo>
                        <a:lnTo>
                          <a:pt x="3133" y="644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16"/>
                  <p:cNvSpPr/>
                  <p:nvPr/>
                </p:nvSpPr>
                <p:spPr>
                  <a:xfrm>
                    <a:off x="1352700" y="2108250"/>
                    <a:ext cx="357243" cy="937388"/>
                  </a:xfrm>
                  <a:custGeom>
                    <a:rect b="b" l="l" r="r" t="t"/>
                    <a:pathLst>
                      <a:path extrusionOk="0" h="56820" w="21498">
                        <a:moveTo>
                          <a:pt x="3890" y="1981"/>
                        </a:moveTo>
                        <a:cubicBezTo>
                          <a:pt x="3890" y="1981"/>
                          <a:pt x="11307" y="0"/>
                          <a:pt x="11559" y="0"/>
                        </a:cubicBezTo>
                        <a:cubicBezTo>
                          <a:pt x="11811" y="72"/>
                          <a:pt x="12063" y="217"/>
                          <a:pt x="12279" y="397"/>
                        </a:cubicBezTo>
                        <a:lnTo>
                          <a:pt x="20201" y="15663"/>
                        </a:lnTo>
                        <a:cubicBezTo>
                          <a:pt x="21137" y="17140"/>
                          <a:pt x="21497" y="18940"/>
                          <a:pt x="21173" y="20668"/>
                        </a:cubicBezTo>
                        <a:cubicBezTo>
                          <a:pt x="20741" y="23657"/>
                          <a:pt x="19517" y="29202"/>
                          <a:pt x="19517" y="29202"/>
                        </a:cubicBezTo>
                        <a:cubicBezTo>
                          <a:pt x="18761" y="35431"/>
                          <a:pt x="17716" y="45225"/>
                          <a:pt x="16456" y="52318"/>
                        </a:cubicBezTo>
                        <a:cubicBezTo>
                          <a:pt x="16456" y="52318"/>
                          <a:pt x="16348" y="53074"/>
                          <a:pt x="15196" y="53398"/>
                        </a:cubicBezTo>
                        <a:cubicBezTo>
                          <a:pt x="14080" y="53722"/>
                          <a:pt x="685" y="56567"/>
                          <a:pt x="685" y="56567"/>
                        </a:cubicBezTo>
                        <a:cubicBezTo>
                          <a:pt x="685" y="56567"/>
                          <a:pt x="1" y="56819"/>
                          <a:pt x="181" y="55595"/>
                        </a:cubicBezTo>
                        <a:cubicBezTo>
                          <a:pt x="325" y="54767"/>
                          <a:pt x="4610" y="42164"/>
                          <a:pt x="7202" y="33487"/>
                        </a:cubicBezTo>
                        <a:cubicBezTo>
                          <a:pt x="7670" y="32010"/>
                          <a:pt x="8067" y="30678"/>
                          <a:pt x="8355" y="29490"/>
                        </a:cubicBezTo>
                        <a:cubicBezTo>
                          <a:pt x="8751" y="27978"/>
                          <a:pt x="8751" y="26393"/>
                          <a:pt x="8355" y="24881"/>
                        </a:cubicBezTo>
                        <a:lnTo>
                          <a:pt x="5258" y="1587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16"/>
                  <p:cNvSpPr/>
                  <p:nvPr/>
                </p:nvSpPr>
                <p:spPr>
                  <a:xfrm>
                    <a:off x="1749417" y="2099641"/>
                    <a:ext cx="245341" cy="908296"/>
                  </a:xfrm>
                  <a:custGeom>
                    <a:rect b="b" l="l" r="r" t="t"/>
                    <a:pathLst>
                      <a:path extrusionOk="0" h="54659" w="14764">
                        <a:moveTo>
                          <a:pt x="1" y="216"/>
                        </a:moveTo>
                        <a:cubicBezTo>
                          <a:pt x="1657" y="4825"/>
                          <a:pt x="6590" y="15591"/>
                          <a:pt x="5726" y="20560"/>
                        </a:cubicBezTo>
                        <a:cubicBezTo>
                          <a:pt x="5618" y="20992"/>
                          <a:pt x="5582" y="21424"/>
                          <a:pt x="5582" y="21893"/>
                        </a:cubicBezTo>
                        <a:cubicBezTo>
                          <a:pt x="5582" y="22865"/>
                          <a:pt x="5690" y="28050"/>
                          <a:pt x="5690" y="28050"/>
                        </a:cubicBezTo>
                        <a:lnTo>
                          <a:pt x="3961" y="51526"/>
                        </a:lnTo>
                        <a:cubicBezTo>
                          <a:pt x="4069" y="52066"/>
                          <a:pt x="4429" y="52534"/>
                          <a:pt x="4969" y="52786"/>
                        </a:cubicBezTo>
                        <a:cubicBezTo>
                          <a:pt x="5834" y="53110"/>
                          <a:pt x="14259" y="54515"/>
                          <a:pt x="14259" y="54515"/>
                        </a:cubicBezTo>
                        <a:cubicBezTo>
                          <a:pt x="14259" y="54515"/>
                          <a:pt x="14763" y="54659"/>
                          <a:pt x="14763" y="53975"/>
                        </a:cubicBezTo>
                        <a:cubicBezTo>
                          <a:pt x="14763" y="45333"/>
                          <a:pt x="10118" y="35215"/>
                          <a:pt x="10803" y="21713"/>
                        </a:cubicBezTo>
                        <a:cubicBezTo>
                          <a:pt x="10803" y="21713"/>
                          <a:pt x="11955" y="17248"/>
                          <a:pt x="12423" y="15555"/>
                        </a:cubicBezTo>
                        <a:cubicBezTo>
                          <a:pt x="12891" y="13827"/>
                          <a:pt x="11163" y="11595"/>
                          <a:pt x="9758" y="9254"/>
                        </a:cubicBezTo>
                        <a:cubicBezTo>
                          <a:pt x="8354" y="6878"/>
                          <a:pt x="5438" y="1549"/>
                          <a:pt x="5438" y="1549"/>
                        </a:cubicBezTo>
                        <a:lnTo>
                          <a:pt x="397" y="36"/>
                        </a:lnTo>
                        <a:cubicBezTo>
                          <a:pt x="253" y="0"/>
                          <a:pt x="73" y="72"/>
                          <a:pt x="1" y="2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16"/>
                  <p:cNvSpPr/>
                  <p:nvPr/>
                </p:nvSpPr>
                <p:spPr>
                  <a:xfrm>
                    <a:off x="2058170" y="4414026"/>
                    <a:ext cx="60438" cy="212422"/>
                  </a:xfrm>
                  <a:custGeom>
                    <a:rect b="b" l="l" r="r" t="t"/>
                    <a:pathLst>
                      <a:path extrusionOk="0" h="12783" w="3637">
                        <a:moveTo>
                          <a:pt x="720" y="0"/>
                        </a:moveTo>
                        <a:cubicBezTo>
                          <a:pt x="720" y="0"/>
                          <a:pt x="0" y="216"/>
                          <a:pt x="216" y="1657"/>
                        </a:cubicBezTo>
                        <a:cubicBezTo>
                          <a:pt x="468" y="3061"/>
                          <a:pt x="1584" y="3997"/>
                          <a:pt x="1584" y="6806"/>
                        </a:cubicBezTo>
                        <a:lnTo>
                          <a:pt x="1584" y="12171"/>
                        </a:lnTo>
                        <a:cubicBezTo>
                          <a:pt x="1584" y="12171"/>
                          <a:pt x="1548" y="12783"/>
                          <a:pt x="1944" y="12783"/>
                        </a:cubicBezTo>
                        <a:lnTo>
                          <a:pt x="2196" y="12783"/>
                        </a:lnTo>
                        <a:cubicBezTo>
                          <a:pt x="2376" y="12783"/>
                          <a:pt x="2520" y="12639"/>
                          <a:pt x="2520" y="12171"/>
                        </a:cubicBezTo>
                        <a:lnTo>
                          <a:pt x="2520" y="6194"/>
                        </a:lnTo>
                        <a:cubicBezTo>
                          <a:pt x="2520" y="5293"/>
                          <a:pt x="2881" y="3565"/>
                          <a:pt x="3277" y="3241"/>
                        </a:cubicBezTo>
                        <a:cubicBezTo>
                          <a:pt x="3637" y="2917"/>
                          <a:pt x="720" y="0"/>
                          <a:pt x="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16"/>
                  <p:cNvSpPr/>
                  <p:nvPr/>
                </p:nvSpPr>
                <p:spPr>
                  <a:xfrm>
                    <a:off x="2056957" y="4366749"/>
                    <a:ext cx="281251" cy="259698"/>
                  </a:xfrm>
                  <a:custGeom>
                    <a:rect b="b" l="l" r="r" t="t"/>
                    <a:pathLst>
                      <a:path extrusionOk="0" h="15628" w="16925">
                        <a:moveTo>
                          <a:pt x="3134" y="1"/>
                        </a:moveTo>
                        <a:cubicBezTo>
                          <a:pt x="1837" y="685"/>
                          <a:pt x="793" y="1729"/>
                          <a:pt x="73" y="2989"/>
                        </a:cubicBezTo>
                        <a:cubicBezTo>
                          <a:pt x="1" y="3278"/>
                          <a:pt x="109" y="3566"/>
                          <a:pt x="361" y="3710"/>
                        </a:cubicBezTo>
                        <a:cubicBezTo>
                          <a:pt x="757" y="3998"/>
                          <a:pt x="3494" y="6302"/>
                          <a:pt x="4070" y="7814"/>
                        </a:cubicBezTo>
                        <a:cubicBezTo>
                          <a:pt x="4610" y="9291"/>
                          <a:pt x="5474" y="12243"/>
                          <a:pt x="5834" y="13395"/>
                        </a:cubicBezTo>
                        <a:cubicBezTo>
                          <a:pt x="6194" y="14548"/>
                          <a:pt x="6986" y="15628"/>
                          <a:pt x="8355" y="15628"/>
                        </a:cubicBezTo>
                        <a:lnTo>
                          <a:pt x="15556" y="15628"/>
                        </a:lnTo>
                        <a:cubicBezTo>
                          <a:pt x="16924" y="15628"/>
                          <a:pt x="16456" y="14476"/>
                          <a:pt x="15484" y="13863"/>
                        </a:cubicBezTo>
                        <a:cubicBezTo>
                          <a:pt x="14512" y="13287"/>
                          <a:pt x="12315" y="11811"/>
                          <a:pt x="12027" y="11703"/>
                        </a:cubicBezTo>
                        <a:cubicBezTo>
                          <a:pt x="11739" y="11595"/>
                          <a:pt x="11631" y="11703"/>
                          <a:pt x="11631" y="11703"/>
                        </a:cubicBezTo>
                        <a:cubicBezTo>
                          <a:pt x="11631" y="11703"/>
                          <a:pt x="11955" y="11847"/>
                          <a:pt x="11847" y="12099"/>
                        </a:cubicBezTo>
                        <a:cubicBezTo>
                          <a:pt x="11739" y="12315"/>
                          <a:pt x="11019" y="12207"/>
                          <a:pt x="10299" y="12207"/>
                        </a:cubicBezTo>
                        <a:cubicBezTo>
                          <a:pt x="9255" y="12171"/>
                          <a:pt x="8355" y="11595"/>
                          <a:pt x="7922" y="10695"/>
                        </a:cubicBezTo>
                        <a:cubicBezTo>
                          <a:pt x="7382" y="9543"/>
                          <a:pt x="5258" y="3566"/>
                          <a:pt x="5042" y="3025"/>
                        </a:cubicBezTo>
                        <a:cubicBezTo>
                          <a:pt x="4862" y="2521"/>
                          <a:pt x="3458" y="1297"/>
                          <a:pt x="3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16"/>
                  <p:cNvSpPr/>
                  <p:nvPr/>
                </p:nvSpPr>
                <p:spPr>
                  <a:xfrm>
                    <a:off x="1152865" y="2130150"/>
                    <a:ext cx="377583" cy="645041"/>
                  </a:xfrm>
                  <a:custGeom>
                    <a:rect b="b" l="l" r="r" t="t"/>
                    <a:pathLst>
                      <a:path extrusionOk="0" h="38817" w="22722">
                        <a:moveTo>
                          <a:pt x="18868" y="1"/>
                        </a:moveTo>
                        <a:cubicBezTo>
                          <a:pt x="18868" y="1"/>
                          <a:pt x="15448" y="433"/>
                          <a:pt x="14619" y="1081"/>
                        </a:cubicBezTo>
                        <a:cubicBezTo>
                          <a:pt x="13935" y="1585"/>
                          <a:pt x="5114" y="13107"/>
                          <a:pt x="2413" y="17716"/>
                        </a:cubicBezTo>
                        <a:cubicBezTo>
                          <a:pt x="1" y="21785"/>
                          <a:pt x="2881" y="25278"/>
                          <a:pt x="6014" y="29238"/>
                        </a:cubicBezTo>
                        <a:cubicBezTo>
                          <a:pt x="8426" y="32227"/>
                          <a:pt x="13755" y="38492"/>
                          <a:pt x="13755" y="38492"/>
                        </a:cubicBezTo>
                        <a:cubicBezTo>
                          <a:pt x="13935" y="38744"/>
                          <a:pt x="14259" y="38816"/>
                          <a:pt x="14511" y="38744"/>
                        </a:cubicBezTo>
                        <a:cubicBezTo>
                          <a:pt x="14980" y="38528"/>
                          <a:pt x="18076" y="32011"/>
                          <a:pt x="18076" y="32011"/>
                        </a:cubicBezTo>
                        <a:cubicBezTo>
                          <a:pt x="18076" y="32011"/>
                          <a:pt x="18364" y="31687"/>
                          <a:pt x="17824" y="31003"/>
                        </a:cubicBezTo>
                        <a:cubicBezTo>
                          <a:pt x="17284" y="30282"/>
                          <a:pt x="11127" y="22361"/>
                          <a:pt x="11127" y="22361"/>
                        </a:cubicBezTo>
                        <a:lnTo>
                          <a:pt x="18004" y="13323"/>
                        </a:lnTo>
                        <a:cubicBezTo>
                          <a:pt x="18004" y="13323"/>
                          <a:pt x="22721" y="6302"/>
                          <a:pt x="18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16"/>
                  <p:cNvSpPr/>
                  <p:nvPr/>
                </p:nvSpPr>
                <p:spPr>
                  <a:xfrm>
                    <a:off x="1698551" y="2210330"/>
                    <a:ext cx="22766" cy="20955"/>
                  </a:xfrm>
                  <a:custGeom>
                    <a:rect b="b" l="l" r="r" t="t"/>
                    <a:pathLst>
                      <a:path extrusionOk="0" h="1261" w="1370">
                        <a:moveTo>
                          <a:pt x="613" y="1"/>
                        </a:moveTo>
                        <a:cubicBezTo>
                          <a:pt x="973" y="1"/>
                          <a:pt x="1261" y="289"/>
                          <a:pt x="1297" y="649"/>
                        </a:cubicBezTo>
                        <a:cubicBezTo>
                          <a:pt x="1369" y="973"/>
                          <a:pt x="1081" y="1261"/>
                          <a:pt x="757" y="1261"/>
                        </a:cubicBezTo>
                        <a:cubicBezTo>
                          <a:pt x="397" y="1261"/>
                          <a:pt x="73" y="973"/>
                          <a:pt x="37" y="649"/>
                        </a:cubicBezTo>
                        <a:cubicBezTo>
                          <a:pt x="1" y="289"/>
                          <a:pt x="253"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16"/>
                  <p:cNvSpPr/>
                  <p:nvPr/>
                </p:nvSpPr>
                <p:spPr>
                  <a:xfrm>
                    <a:off x="1740444" y="2321019"/>
                    <a:ext cx="22749" cy="21570"/>
                  </a:xfrm>
                  <a:custGeom>
                    <a:rect b="b" l="l" r="r" t="t"/>
                    <a:pathLst>
                      <a:path extrusionOk="0" h="1298" w="1369">
                        <a:moveTo>
                          <a:pt x="613" y="1"/>
                        </a:moveTo>
                        <a:cubicBezTo>
                          <a:pt x="973" y="37"/>
                          <a:pt x="1297" y="289"/>
                          <a:pt x="1333" y="649"/>
                        </a:cubicBezTo>
                        <a:cubicBezTo>
                          <a:pt x="1369" y="973"/>
                          <a:pt x="1117" y="1297"/>
                          <a:pt x="757" y="1297"/>
                        </a:cubicBezTo>
                        <a:cubicBezTo>
                          <a:pt x="396" y="1261"/>
                          <a:pt x="108" y="1009"/>
                          <a:pt x="72" y="649"/>
                        </a:cubicBezTo>
                        <a:cubicBezTo>
                          <a:pt x="0" y="289"/>
                          <a:pt x="288"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16"/>
                  <p:cNvSpPr/>
                  <p:nvPr/>
                </p:nvSpPr>
                <p:spPr>
                  <a:xfrm>
                    <a:off x="1751810" y="2514297"/>
                    <a:ext cx="22749" cy="21553"/>
                  </a:xfrm>
                  <a:custGeom>
                    <a:rect b="b" l="l" r="r" t="t"/>
                    <a:pathLst>
                      <a:path extrusionOk="0" h="1297" w="1369">
                        <a:moveTo>
                          <a:pt x="613" y="1296"/>
                        </a:moveTo>
                        <a:cubicBezTo>
                          <a:pt x="973" y="1296"/>
                          <a:pt x="1297" y="1008"/>
                          <a:pt x="1333" y="648"/>
                        </a:cubicBezTo>
                        <a:cubicBezTo>
                          <a:pt x="1369" y="324"/>
                          <a:pt x="1117" y="0"/>
                          <a:pt x="793" y="36"/>
                        </a:cubicBezTo>
                        <a:cubicBezTo>
                          <a:pt x="397" y="36"/>
                          <a:pt x="109" y="288"/>
                          <a:pt x="73" y="648"/>
                        </a:cubicBezTo>
                        <a:cubicBezTo>
                          <a:pt x="1" y="1008"/>
                          <a:pt x="289" y="1296"/>
                          <a:pt x="613" y="12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16"/>
                  <p:cNvSpPr/>
                  <p:nvPr/>
                </p:nvSpPr>
                <p:spPr>
                  <a:xfrm>
                    <a:off x="1738051" y="2700978"/>
                    <a:ext cx="22749" cy="21553"/>
                  </a:xfrm>
                  <a:custGeom>
                    <a:rect b="b" l="l" r="r" t="t"/>
                    <a:pathLst>
                      <a:path extrusionOk="0" h="1297" w="1369">
                        <a:moveTo>
                          <a:pt x="612" y="1296"/>
                        </a:moveTo>
                        <a:cubicBezTo>
                          <a:pt x="973" y="1296"/>
                          <a:pt x="1261" y="1008"/>
                          <a:pt x="1333" y="648"/>
                        </a:cubicBezTo>
                        <a:cubicBezTo>
                          <a:pt x="1369" y="324"/>
                          <a:pt x="1117" y="0"/>
                          <a:pt x="757" y="36"/>
                        </a:cubicBezTo>
                        <a:cubicBezTo>
                          <a:pt x="396" y="36"/>
                          <a:pt x="108" y="288"/>
                          <a:pt x="72" y="648"/>
                        </a:cubicBezTo>
                        <a:cubicBezTo>
                          <a:pt x="0" y="1008"/>
                          <a:pt x="252" y="1296"/>
                          <a:pt x="612" y="12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16"/>
                  <p:cNvSpPr/>
                  <p:nvPr/>
                </p:nvSpPr>
                <p:spPr>
                  <a:xfrm>
                    <a:off x="1414342" y="2587281"/>
                    <a:ext cx="162170" cy="156188"/>
                  </a:xfrm>
                  <a:custGeom>
                    <a:rect b="b" l="l" r="r" t="t"/>
                    <a:pathLst>
                      <a:path extrusionOk="0" h="9399" w="9759">
                        <a:moveTo>
                          <a:pt x="3061" y="3422"/>
                        </a:moveTo>
                        <a:cubicBezTo>
                          <a:pt x="3673" y="2665"/>
                          <a:pt x="4249" y="1873"/>
                          <a:pt x="4754" y="1045"/>
                        </a:cubicBezTo>
                        <a:lnTo>
                          <a:pt x="7490" y="1"/>
                        </a:lnTo>
                        <a:cubicBezTo>
                          <a:pt x="8426" y="901"/>
                          <a:pt x="6590" y="1513"/>
                          <a:pt x="6014" y="1801"/>
                        </a:cubicBezTo>
                        <a:cubicBezTo>
                          <a:pt x="5726" y="1981"/>
                          <a:pt x="6122" y="2053"/>
                          <a:pt x="5474" y="3206"/>
                        </a:cubicBezTo>
                        <a:cubicBezTo>
                          <a:pt x="5474" y="3206"/>
                          <a:pt x="6482" y="2377"/>
                          <a:pt x="7598" y="2773"/>
                        </a:cubicBezTo>
                        <a:cubicBezTo>
                          <a:pt x="8714" y="3134"/>
                          <a:pt x="9506" y="3458"/>
                          <a:pt x="9506" y="3458"/>
                        </a:cubicBezTo>
                        <a:cubicBezTo>
                          <a:pt x="9506" y="3998"/>
                          <a:pt x="9759" y="4250"/>
                          <a:pt x="9290" y="4394"/>
                        </a:cubicBezTo>
                        <a:cubicBezTo>
                          <a:pt x="8822" y="4538"/>
                          <a:pt x="7418" y="3890"/>
                          <a:pt x="7094" y="4070"/>
                        </a:cubicBezTo>
                        <a:lnTo>
                          <a:pt x="5726" y="4898"/>
                        </a:lnTo>
                        <a:cubicBezTo>
                          <a:pt x="6986" y="4862"/>
                          <a:pt x="6950" y="4826"/>
                          <a:pt x="7922" y="5186"/>
                        </a:cubicBezTo>
                        <a:cubicBezTo>
                          <a:pt x="8354" y="5294"/>
                          <a:pt x="8822" y="5510"/>
                          <a:pt x="9218" y="5726"/>
                        </a:cubicBezTo>
                        <a:cubicBezTo>
                          <a:pt x="9542" y="6158"/>
                          <a:pt x="9110" y="6662"/>
                          <a:pt x="8534" y="6734"/>
                        </a:cubicBezTo>
                        <a:cubicBezTo>
                          <a:pt x="7994" y="6806"/>
                          <a:pt x="6950" y="6410"/>
                          <a:pt x="6410" y="6410"/>
                        </a:cubicBezTo>
                        <a:cubicBezTo>
                          <a:pt x="6050" y="6410"/>
                          <a:pt x="5762" y="6410"/>
                          <a:pt x="6230" y="6626"/>
                        </a:cubicBezTo>
                        <a:cubicBezTo>
                          <a:pt x="6590" y="6770"/>
                          <a:pt x="7742" y="7058"/>
                          <a:pt x="7994" y="7310"/>
                        </a:cubicBezTo>
                        <a:cubicBezTo>
                          <a:pt x="8426" y="7670"/>
                          <a:pt x="7886" y="8426"/>
                          <a:pt x="7310" y="8282"/>
                        </a:cubicBezTo>
                        <a:cubicBezTo>
                          <a:pt x="6734" y="8138"/>
                          <a:pt x="5222" y="7526"/>
                          <a:pt x="4790" y="7814"/>
                        </a:cubicBezTo>
                        <a:cubicBezTo>
                          <a:pt x="4358" y="8138"/>
                          <a:pt x="3277" y="9399"/>
                          <a:pt x="2125" y="9003"/>
                        </a:cubicBezTo>
                        <a:cubicBezTo>
                          <a:pt x="793" y="8571"/>
                          <a:pt x="253" y="8895"/>
                          <a:pt x="145" y="8607"/>
                        </a:cubicBezTo>
                        <a:cubicBezTo>
                          <a:pt x="1" y="8030"/>
                          <a:pt x="973" y="6086"/>
                          <a:pt x="1513" y="5042"/>
                        </a:cubicBezTo>
                        <a:cubicBezTo>
                          <a:pt x="1765" y="4574"/>
                          <a:pt x="2125" y="4682"/>
                          <a:pt x="3061" y="3422"/>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16"/>
                  <p:cNvSpPr/>
                  <p:nvPr/>
                </p:nvSpPr>
                <p:spPr>
                  <a:xfrm>
                    <a:off x="1994143" y="1848932"/>
                    <a:ext cx="126260" cy="164563"/>
                  </a:xfrm>
                  <a:custGeom>
                    <a:rect b="b" l="l" r="r" t="t"/>
                    <a:pathLst>
                      <a:path extrusionOk="0" h="9903" w="7598">
                        <a:moveTo>
                          <a:pt x="5005" y="9902"/>
                        </a:moveTo>
                        <a:cubicBezTo>
                          <a:pt x="5329" y="9074"/>
                          <a:pt x="7598" y="4069"/>
                          <a:pt x="6301" y="3133"/>
                        </a:cubicBezTo>
                        <a:cubicBezTo>
                          <a:pt x="6049" y="2953"/>
                          <a:pt x="5761" y="2737"/>
                          <a:pt x="5185" y="2305"/>
                        </a:cubicBezTo>
                        <a:cubicBezTo>
                          <a:pt x="4213" y="2521"/>
                          <a:pt x="3313" y="3025"/>
                          <a:pt x="2665" y="3781"/>
                        </a:cubicBezTo>
                        <a:cubicBezTo>
                          <a:pt x="2449" y="3457"/>
                          <a:pt x="2197" y="3169"/>
                          <a:pt x="1945" y="2881"/>
                        </a:cubicBezTo>
                        <a:lnTo>
                          <a:pt x="1657" y="2629"/>
                        </a:lnTo>
                        <a:cubicBezTo>
                          <a:pt x="1333" y="1693"/>
                          <a:pt x="900" y="829"/>
                          <a:pt x="396" y="1"/>
                        </a:cubicBezTo>
                        <a:cubicBezTo>
                          <a:pt x="180" y="37"/>
                          <a:pt x="36" y="181"/>
                          <a:pt x="0" y="397"/>
                        </a:cubicBezTo>
                        <a:cubicBezTo>
                          <a:pt x="540" y="1765"/>
                          <a:pt x="3349" y="8174"/>
                          <a:pt x="3349" y="8174"/>
                        </a:cubicBezTo>
                        <a:cubicBezTo>
                          <a:pt x="3817" y="8786"/>
                          <a:pt x="4393" y="9362"/>
                          <a:pt x="5005" y="9902"/>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16"/>
                  <p:cNvSpPr/>
                  <p:nvPr/>
                </p:nvSpPr>
                <p:spPr>
                  <a:xfrm>
                    <a:off x="1954045" y="1757387"/>
                    <a:ext cx="143625" cy="251921"/>
                  </a:xfrm>
                  <a:custGeom>
                    <a:rect b="b" l="l" r="r" t="t"/>
                    <a:pathLst>
                      <a:path extrusionOk="0" h="15160" w="8643">
                        <a:moveTo>
                          <a:pt x="8318" y="14727"/>
                        </a:moveTo>
                        <a:lnTo>
                          <a:pt x="7670" y="15051"/>
                        </a:lnTo>
                        <a:cubicBezTo>
                          <a:pt x="7454" y="15159"/>
                          <a:pt x="7166" y="15087"/>
                          <a:pt x="7058" y="14835"/>
                        </a:cubicBezTo>
                        <a:lnTo>
                          <a:pt x="109" y="1045"/>
                        </a:lnTo>
                        <a:cubicBezTo>
                          <a:pt x="1" y="829"/>
                          <a:pt x="73" y="541"/>
                          <a:pt x="325" y="433"/>
                        </a:cubicBezTo>
                        <a:lnTo>
                          <a:pt x="937" y="109"/>
                        </a:lnTo>
                        <a:cubicBezTo>
                          <a:pt x="1189" y="1"/>
                          <a:pt x="1441" y="73"/>
                          <a:pt x="1585" y="325"/>
                        </a:cubicBezTo>
                        <a:lnTo>
                          <a:pt x="8498" y="14115"/>
                        </a:lnTo>
                        <a:cubicBezTo>
                          <a:pt x="8642" y="14331"/>
                          <a:pt x="8534" y="14619"/>
                          <a:pt x="8318" y="147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16"/>
                  <p:cNvSpPr/>
                  <p:nvPr/>
                </p:nvSpPr>
                <p:spPr>
                  <a:xfrm>
                    <a:off x="1998929" y="1795092"/>
                    <a:ext cx="109509" cy="171725"/>
                  </a:xfrm>
                  <a:custGeom>
                    <a:rect b="b" l="l" r="r" t="t"/>
                    <a:pathLst>
                      <a:path extrusionOk="0" h="10334" w="6590">
                        <a:moveTo>
                          <a:pt x="1045" y="2052"/>
                        </a:moveTo>
                        <a:cubicBezTo>
                          <a:pt x="396" y="3529"/>
                          <a:pt x="0" y="5689"/>
                          <a:pt x="648" y="6265"/>
                        </a:cubicBezTo>
                        <a:cubicBezTo>
                          <a:pt x="1333" y="6841"/>
                          <a:pt x="1657" y="5905"/>
                          <a:pt x="1657" y="5905"/>
                        </a:cubicBezTo>
                        <a:cubicBezTo>
                          <a:pt x="1657" y="5905"/>
                          <a:pt x="1189" y="7309"/>
                          <a:pt x="1873" y="7633"/>
                        </a:cubicBezTo>
                        <a:cubicBezTo>
                          <a:pt x="2521" y="7958"/>
                          <a:pt x="2881" y="7021"/>
                          <a:pt x="2881" y="7021"/>
                        </a:cubicBezTo>
                        <a:cubicBezTo>
                          <a:pt x="2881" y="7021"/>
                          <a:pt x="2089" y="8894"/>
                          <a:pt x="2989" y="9110"/>
                        </a:cubicBezTo>
                        <a:cubicBezTo>
                          <a:pt x="3457" y="9290"/>
                          <a:pt x="3961" y="9038"/>
                          <a:pt x="4105" y="8570"/>
                        </a:cubicBezTo>
                        <a:cubicBezTo>
                          <a:pt x="4105" y="8570"/>
                          <a:pt x="3601" y="10334"/>
                          <a:pt x="4249" y="10226"/>
                        </a:cubicBezTo>
                        <a:cubicBezTo>
                          <a:pt x="4897" y="10154"/>
                          <a:pt x="6590" y="7850"/>
                          <a:pt x="6446" y="6481"/>
                        </a:cubicBezTo>
                        <a:cubicBezTo>
                          <a:pt x="6302" y="5077"/>
                          <a:pt x="5509" y="5509"/>
                          <a:pt x="5509" y="5509"/>
                        </a:cubicBezTo>
                        <a:cubicBezTo>
                          <a:pt x="5509" y="5509"/>
                          <a:pt x="5689" y="4321"/>
                          <a:pt x="4897" y="4069"/>
                        </a:cubicBezTo>
                        <a:cubicBezTo>
                          <a:pt x="4105" y="3817"/>
                          <a:pt x="4033" y="4357"/>
                          <a:pt x="4033" y="4357"/>
                        </a:cubicBezTo>
                        <a:cubicBezTo>
                          <a:pt x="4033" y="4357"/>
                          <a:pt x="4429" y="2773"/>
                          <a:pt x="3853" y="2665"/>
                        </a:cubicBezTo>
                        <a:cubicBezTo>
                          <a:pt x="3385" y="2629"/>
                          <a:pt x="2953" y="2773"/>
                          <a:pt x="2629" y="3025"/>
                        </a:cubicBezTo>
                        <a:cubicBezTo>
                          <a:pt x="2629" y="3025"/>
                          <a:pt x="2269" y="0"/>
                          <a:pt x="1045" y="2052"/>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16"/>
                  <p:cNvSpPr/>
                  <p:nvPr/>
                </p:nvSpPr>
                <p:spPr>
                  <a:xfrm rot="-728030">
                    <a:off x="1869220" y="2987266"/>
                    <a:ext cx="96556" cy="1362513"/>
                  </a:xfrm>
                  <a:custGeom>
                    <a:rect b="b" l="l" r="r" t="t"/>
                    <a:pathLst>
                      <a:path extrusionOk="0" h="21939" w="2061">
                        <a:moveTo>
                          <a:pt x="102" y="0"/>
                        </a:moveTo>
                        <a:cubicBezTo>
                          <a:pt x="50" y="0"/>
                          <a:pt x="0" y="37"/>
                          <a:pt x="0" y="108"/>
                        </a:cubicBezTo>
                        <a:lnTo>
                          <a:pt x="1519" y="11558"/>
                        </a:lnTo>
                        <a:cubicBezTo>
                          <a:pt x="1479" y="11809"/>
                          <a:pt x="977" y="14860"/>
                          <a:pt x="1849" y="21846"/>
                        </a:cubicBezTo>
                        <a:cubicBezTo>
                          <a:pt x="1849" y="21899"/>
                          <a:pt x="1902" y="21938"/>
                          <a:pt x="1955" y="21938"/>
                        </a:cubicBezTo>
                        <a:lnTo>
                          <a:pt x="1968" y="21938"/>
                        </a:lnTo>
                        <a:cubicBezTo>
                          <a:pt x="2021" y="21938"/>
                          <a:pt x="2060" y="21886"/>
                          <a:pt x="2060" y="21820"/>
                        </a:cubicBezTo>
                        <a:cubicBezTo>
                          <a:pt x="1149" y="14582"/>
                          <a:pt x="1730" y="11611"/>
                          <a:pt x="1730" y="11585"/>
                        </a:cubicBezTo>
                        <a:cubicBezTo>
                          <a:pt x="1730" y="11571"/>
                          <a:pt x="1730" y="11558"/>
                          <a:pt x="1730" y="11545"/>
                        </a:cubicBezTo>
                        <a:lnTo>
                          <a:pt x="211" y="82"/>
                        </a:lnTo>
                        <a:cubicBezTo>
                          <a:pt x="193" y="27"/>
                          <a:pt x="147" y="0"/>
                          <a:pt x="1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7" name="Google Shape;9727;p116"/>
                  <p:cNvGrpSpPr/>
                  <p:nvPr/>
                </p:nvGrpSpPr>
                <p:grpSpPr>
                  <a:xfrm rot="392228">
                    <a:off x="1683636" y="2775185"/>
                    <a:ext cx="83061" cy="244046"/>
                    <a:chOff x="490700" y="2360275"/>
                    <a:chExt cx="38300" cy="115575"/>
                  </a:xfrm>
                </p:grpSpPr>
                <p:sp>
                  <p:nvSpPr>
                    <p:cNvPr id="9728" name="Google Shape;9728;p116"/>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16"/>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116"/>
                  <p:cNvGrpSpPr/>
                  <p:nvPr/>
                </p:nvGrpSpPr>
                <p:grpSpPr>
                  <a:xfrm>
                    <a:off x="1279160" y="2480774"/>
                    <a:ext cx="60825" cy="26343"/>
                    <a:chOff x="284000" y="2200125"/>
                    <a:chExt cx="36675" cy="15875"/>
                  </a:xfrm>
                </p:grpSpPr>
                <p:sp>
                  <p:nvSpPr>
                    <p:cNvPr id="9731" name="Google Shape;9731;p116"/>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16"/>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116"/>
                  <p:cNvSpPr/>
                  <p:nvPr/>
                </p:nvSpPr>
                <p:spPr>
                  <a:xfrm rot="-4357623">
                    <a:off x="2086575" y="4201016"/>
                    <a:ext cx="107575" cy="152042"/>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16"/>
                  <p:cNvSpPr/>
                  <p:nvPr/>
                </p:nvSpPr>
                <p:spPr>
                  <a:xfrm rot="-3181261">
                    <a:off x="1521912" y="4261301"/>
                    <a:ext cx="86826" cy="114525"/>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5" name="Google Shape;9735;p116"/>
                  <p:cNvGrpSpPr/>
                  <p:nvPr/>
                </p:nvGrpSpPr>
                <p:grpSpPr>
                  <a:xfrm>
                    <a:off x="1567423" y="1876714"/>
                    <a:ext cx="210129" cy="46100"/>
                    <a:chOff x="479450" y="1865650"/>
                    <a:chExt cx="81575" cy="17900"/>
                  </a:xfrm>
                </p:grpSpPr>
                <p:sp>
                  <p:nvSpPr>
                    <p:cNvPr id="9736" name="Google Shape;9736;p116"/>
                    <p:cNvSpPr/>
                    <p:nvPr/>
                  </p:nvSpPr>
                  <p:spPr>
                    <a:xfrm>
                      <a:off x="479450" y="1866000"/>
                      <a:ext cx="36025" cy="17550"/>
                    </a:xfrm>
                    <a:custGeom>
                      <a:rect b="b" l="l" r="r" t="t"/>
                      <a:pathLst>
                        <a:path extrusionOk="0" h="702" w="1441">
                          <a:moveTo>
                            <a:pt x="760" y="0"/>
                          </a:moveTo>
                          <a:cubicBezTo>
                            <a:pt x="745" y="0"/>
                            <a:pt x="730" y="0"/>
                            <a:pt x="714" y="1"/>
                          </a:cubicBezTo>
                          <a:cubicBezTo>
                            <a:pt x="318" y="14"/>
                            <a:pt x="1" y="173"/>
                            <a:pt x="14" y="371"/>
                          </a:cubicBezTo>
                          <a:cubicBezTo>
                            <a:pt x="14" y="560"/>
                            <a:pt x="317" y="702"/>
                            <a:pt x="679" y="702"/>
                          </a:cubicBezTo>
                          <a:cubicBezTo>
                            <a:pt x="695" y="702"/>
                            <a:pt x="711" y="701"/>
                            <a:pt x="727" y="701"/>
                          </a:cubicBezTo>
                          <a:cubicBezTo>
                            <a:pt x="1124" y="688"/>
                            <a:pt x="1440" y="516"/>
                            <a:pt x="1440" y="331"/>
                          </a:cubicBezTo>
                          <a:cubicBezTo>
                            <a:pt x="1428" y="153"/>
                            <a:pt x="1135"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16"/>
                    <p:cNvSpPr/>
                    <p:nvPr/>
                  </p:nvSpPr>
                  <p:spPr>
                    <a:xfrm>
                      <a:off x="525025" y="1865650"/>
                      <a:ext cx="36000" cy="17250"/>
                    </a:xfrm>
                    <a:custGeom>
                      <a:rect b="b" l="l" r="r" t="t"/>
                      <a:pathLst>
                        <a:path extrusionOk="0" h="690" w="1440">
                          <a:moveTo>
                            <a:pt x="763" y="1"/>
                          </a:moveTo>
                          <a:cubicBezTo>
                            <a:pt x="747" y="1"/>
                            <a:pt x="730" y="1"/>
                            <a:pt x="714" y="2"/>
                          </a:cubicBezTo>
                          <a:cubicBezTo>
                            <a:pt x="317" y="2"/>
                            <a:pt x="0" y="173"/>
                            <a:pt x="14" y="358"/>
                          </a:cubicBezTo>
                          <a:cubicBezTo>
                            <a:pt x="14" y="548"/>
                            <a:pt x="304" y="689"/>
                            <a:pt x="677" y="689"/>
                          </a:cubicBezTo>
                          <a:cubicBezTo>
                            <a:pt x="694" y="689"/>
                            <a:pt x="710" y="689"/>
                            <a:pt x="727" y="688"/>
                          </a:cubicBezTo>
                          <a:cubicBezTo>
                            <a:pt x="1123" y="688"/>
                            <a:pt x="1440" y="517"/>
                            <a:pt x="1440" y="332"/>
                          </a:cubicBezTo>
                          <a:cubicBezTo>
                            <a:pt x="1427" y="142"/>
                            <a:pt x="1136"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16"/>
                    <p:cNvSpPr/>
                    <p:nvPr/>
                  </p:nvSpPr>
                  <p:spPr>
                    <a:xfrm>
                      <a:off x="513650" y="1871075"/>
                      <a:ext cx="12725" cy="3875"/>
                    </a:xfrm>
                    <a:custGeom>
                      <a:rect b="b" l="l" r="r" t="t"/>
                      <a:pathLst>
                        <a:path extrusionOk="0" h="155" w="509">
                          <a:moveTo>
                            <a:pt x="247" y="0"/>
                          </a:moveTo>
                          <a:cubicBezTo>
                            <a:pt x="176" y="0"/>
                            <a:pt x="106" y="20"/>
                            <a:pt x="46" y="62"/>
                          </a:cubicBezTo>
                          <a:cubicBezTo>
                            <a:pt x="1" y="85"/>
                            <a:pt x="24" y="147"/>
                            <a:pt x="65" y="147"/>
                          </a:cubicBezTo>
                          <a:cubicBezTo>
                            <a:pt x="71" y="147"/>
                            <a:pt x="78" y="145"/>
                            <a:pt x="86" y="141"/>
                          </a:cubicBezTo>
                          <a:cubicBezTo>
                            <a:pt x="139" y="102"/>
                            <a:pt x="201" y="82"/>
                            <a:pt x="264" y="82"/>
                          </a:cubicBezTo>
                          <a:cubicBezTo>
                            <a:pt x="327" y="82"/>
                            <a:pt x="389" y="102"/>
                            <a:pt x="442" y="141"/>
                          </a:cubicBezTo>
                          <a:cubicBezTo>
                            <a:pt x="442" y="141"/>
                            <a:pt x="455" y="141"/>
                            <a:pt x="469" y="154"/>
                          </a:cubicBezTo>
                          <a:cubicBezTo>
                            <a:pt x="482" y="154"/>
                            <a:pt x="495" y="154"/>
                            <a:pt x="495" y="141"/>
                          </a:cubicBezTo>
                          <a:cubicBezTo>
                            <a:pt x="508" y="128"/>
                            <a:pt x="508" y="102"/>
                            <a:pt x="495" y="88"/>
                          </a:cubicBezTo>
                          <a:cubicBezTo>
                            <a:pt x="422" y="30"/>
                            <a:pt x="334"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39" name="Google Shape;9739;p116"/>
                <p:cNvSpPr/>
                <p:nvPr/>
              </p:nvSpPr>
              <p:spPr>
                <a:xfrm rot="515122">
                  <a:off x="997818" y="2589422"/>
                  <a:ext cx="151017" cy="75879"/>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16"/>
                <p:cNvSpPr/>
                <p:nvPr/>
              </p:nvSpPr>
              <p:spPr>
                <a:xfrm rot="3962403">
                  <a:off x="1459580" y="2581444"/>
                  <a:ext cx="85467" cy="91836"/>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1" name="Google Shape;9741;p116"/>
                <p:cNvGrpSpPr/>
                <p:nvPr/>
              </p:nvGrpSpPr>
              <p:grpSpPr>
                <a:xfrm flipH="1" rot="808828">
                  <a:off x="953466" y="2105370"/>
                  <a:ext cx="79175" cy="97578"/>
                  <a:chOff x="341450" y="2082850"/>
                  <a:chExt cx="68689" cy="84625"/>
                </a:xfrm>
              </p:grpSpPr>
              <p:sp>
                <p:nvSpPr>
                  <p:cNvPr id="9742" name="Google Shape;9742;p116"/>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16"/>
                  <p:cNvSpPr/>
                  <p:nvPr/>
                </p:nvSpPr>
                <p:spPr>
                  <a:xfrm rot="212">
                    <a:off x="372603" y="2110973"/>
                    <a:ext cx="37535" cy="6973"/>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44" name="Google Shape;9744;p116"/>
              <p:cNvSpPr/>
              <p:nvPr/>
            </p:nvSpPr>
            <p:spPr>
              <a:xfrm rot="-625783">
                <a:off x="1266931" y="2243042"/>
                <a:ext cx="126131" cy="32536"/>
              </a:xfrm>
              <a:custGeom>
                <a:rect b="b" l="l" r="r" t="t"/>
                <a:pathLst>
                  <a:path extrusionOk="0" h="1007" w="7542">
                    <a:moveTo>
                      <a:pt x="4300" y="1"/>
                    </a:moveTo>
                    <a:cubicBezTo>
                      <a:pt x="3875" y="1"/>
                      <a:pt x="3449" y="41"/>
                      <a:pt x="3025" y="122"/>
                    </a:cubicBezTo>
                    <a:cubicBezTo>
                      <a:pt x="2439" y="235"/>
                      <a:pt x="1898" y="286"/>
                      <a:pt x="1409" y="286"/>
                    </a:cubicBezTo>
                    <a:cubicBezTo>
                      <a:pt x="874" y="286"/>
                      <a:pt x="401" y="225"/>
                      <a:pt x="1" y="122"/>
                    </a:cubicBezTo>
                    <a:lnTo>
                      <a:pt x="1" y="122"/>
                    </a:lnTo>
                    <a:cubicBezTo>
                      <a:pt x="54" y="188"/>
                      <a:pt x="107" y="228"/>
                      <a:pt x="107" y="228"/>
                    </a:cubicBezTo>
                    <a:lnTo>
                      <a:pt x="107" y="241"/>
                    </a:lnTo>
                    <a:cubicBezTo>
                      <a:pt x="107" y="294"/>
                      <a:pt x="93" y="333"/>
                      <a:pt x="93" y="373"/>
                    </a:cubicBezTo>
                    <a:cubicBezTo>
                      <a:pt x="574" y="470"/>
                      <a:pt x="1064" y="520"/>
                      <a:pt x="1557" y="520"/>
                    </a:cubicBezTo>
                    <a:cubicBezTo>
                      <a:pt x="2065" y="520"/>
                      <a:pt x="2575" y="467"/>
                      <a:pt x="3078" y="360"/>
                    </a:cubicBezTo>
                    <a:cubicBezTo>
                      <a:pt x="3477" y="287"/>
                      <a:pt x="3879" y="251"/>
                      <a:pt x="4280" y="251"/>
                    </a:cubicBezTo>
                    <a:cubicBezTo>
                      <a:pt x="5342" y="251"/>
                      <a:pt x="6395" y="501"/>
                      <a:pt x="7344" y="980"/>
                    </a:cubicBezTo>
                    <a:cubicBezTo>
                      <a:pt x="7370" y="994"/>
                      <a:pt x="7383" y="1007"/>
                      <a:pt x="7410" y="1007"/>
                    </a:cubicBezTo>
                    <a:cubicBezTo>
                      <a:pt x="7449" y="1007"/>
                      <a:pt x="7489" y="980"/>
                      <a:pt x="7502" y="941"/>
                    </a:cubicBezTo>
                    <a:cubicBezTo>
                      <a:pt x="7542" y="888"/>
                      <a:pt x="7529" y="809"/>
                      <a:pt x="7463" y="782"/>
                    </a:cubicBezTo>
                    <a:cubicBezTo>
                      <a:pt x="6482" y="268"/>
                      <a:pt x="5398" y="1"/>
                      <a:pt x="4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5" name="Google Shape;9745;p116"/>
            <p:cNvSpPr/>
            <p:nvPr/>
          </p:nvSpPr>
          <p:spPr>
            <a:xfrm rot="-226357">
              <a:off x="1559233" y="3511711"/>
              <a:ext cx="110412" cy="18227"/>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16"/>
            <p:cNvSpPr/>
            <p:nvPr/>
          </p:nvSpPr>
          <p:spPr>
            <a:xfrm rot="196139">
              <a:off x="1092273" y="3537022"/>
              <a:ext cx="122291" cy="18231"/>
            </a:xfrm>
            <a:custGeom>
              <a:rect b="b" l="l" r="r" t="t"/>
              <a:pathLst>
                <a:path extrusionOk="0" h="912" w="2378">
                  <a:moveTo>
                    <a:pt x="2378" y="0"/>
                  </a:moveTo>
                  <a:lnTo>
                    <a:pt x="2378" y="0"/>
                  </a:lnTo>
                  <a:cubicBezTo>
                    <a:pt x="1744" y="370"/>
                    <a:pt x="688" y="449"/>
                    <a:pt x="238" y="449"/>
                  </a:cubicBezTo>
                  <a:cubicBezTo>
                    <a:pt x="231" y="448"/>
                    <a:pt x="224" y="448"/>
                    <a:pt x="216" y="448"/>
                  </a:cubicBezTo>
                  <a:cubicBezTo>
                    <a:pt x="95" y="448"/>
                    <a:pt x="1" y="549"/>
                    <a:pt x="1" y="674"/>
                  </a:cubicBezTo>
                  <a:cubicBezTo>
                    <a:pt x="1" y="806"/>
                    <a:pt x="106" y="911"/>
                    <a:pt x="225" y="911"/>
                  </a:cubicBezTo>
                  <a:lnTo>
                    <a:pt x="278" y="911"/>
                  </a:lnTo>
                  <a:cubicBezTo>
                    <a:pt x="516" y="911"/>
                    <a:pt x="1559" y="898"/>
                    <a:pt x="2365" y="541"/>
                  </a:cubicBezTo>
                  <a:cubicBezTo>
                    <a:pt x="2365" y="357"/>
                    <a:pt x="2365" y="185"/>
                    <a:pt x="23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116"/>
          <p:cNvGrpSpPr/>
          <p:nvPr/>
        </p:nvGrpSpPr>
        <p:grpSpPr>
          <a:xfrm>
            <a:off x="7340210" y="906464"/>
            <a:ext cx="1088866" cy="412795"/>
            <a:chOff x="6526100" y="2651025"/>
            <a:chExt cx="959100" cy="363600"/>
          </a:xfrm>
        </p:grpSpPr>
        <p:sp>
          <p:nvSpPr>
            <p:cNvPr id="9748" name="Google Shape;9748;p116"/>
            <p:cNvSpPr/>
            <p:nvPr/>
          </p:nvSpPr>
          <p:spPr>
            <a:xfrm>
              <a:off x="7127325" y="2803150"/>
              <a:ext cx="191600" cy="162075"/>
            </a:xfrm>
            <a:custGeom>
              <a:rect b="b" l="l" r="r" t="t"/>
              <a:pathLst>
                <a:path extrusionOk="0" h="6483" w="7664">
                  <a:moveTo>
                    <a:pt x="3832" y="0"/>
                  </a:moveTo>
                  <a:cubicBezTo>
                    <a:pt x="1712" y="0"/>
                    <a:pt x="1" y="1325"/>
                    <a:pt x="25" y="3350"/>
                  </a:cubicBezTo>
                  <a:cubicBezTo>
                    <a:pt x="25" y="4651"/>
                    <a:pt x="748" y="5856"/>
                    <a:pt x="1881" y="6482"/>
                  </a:cubicBezTo>
                  <a:lnTo>
                    <a:pt x="5857" y="6482"/>
                  </a:lnTo>
                  <a:cubicBezTo>
                    <a:pt x="6965" y="5832"/>
                    <a:pt x="7664" y="4627"/>
                    <a:pt x="7664" y="3350"/>
                  </a:cubicBezTo>
                  <a:cubicBezTo>
                    <a:pt x="7664" y="1301"/>
                    <a:pt x="5953" y="0"/>
                    <a:pt x="3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16"/>
            <p:cNvSpPr/>
            <p:nvPr/>
          </p:nvSpPr>
          <p:spPr>
            <a:xfrm>
              <a:off x="6526100" y="2963375"/>
              <a:ext cx="959100" cy="51250"/>
            </a:xfrm>
            <a:custGeom>
              <a:rect b="b" l="l" r="r" t="t"/>
              <a:pathLst>
                <a:path extrusionOk="0" h="2050" w="38364">
                  <a:moveTo>
                    <a:pt x="38340" y="1"/>
                  </a:moveTo>
                  <a:lnTo>
                    <a:pt x="0" y="97"/>
                  </a:lnTo>
                  <a:lnTo>
                    <a:pt x="0" y="2049"/>
                  </a:lnTo>
                  <a:lnTo>
                    <a:pt x="38364" y="1953"/>
                  </a:lnTo>
                  <a:lnTo>
                    <a:pt x="38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16"/>
            <p:cNvSpPr/>
            <p:nvPr/>
          </p:nvSpPr>
          <p:spPr>
            <a:xfrm>
              <a:off x="6686350" y="2651325"/>
              <a:ext cx="62675" cy="312700"/>
            </a:xfrm>
            <a:custGeom>
              <a:rect b="b" l="l" r="r" t="t"/>
              <a:pathLst>
                <a:path extrusionOk="0" h="12508" w="2507">
                  <a:moveTo>
                    <a:pt x="362" y="1"/>
                  </a:moveTo>
                  <a:cubicBezTo>
                    <a:pt x="169" y="1"/>
                    <a:pt x="0" y="169"/>
                    <a:pt x="0" y="386"/>
                  </a:cubicBezTo>
                  <a:lnTo>
                    <a:pt x="25" y="12122"/>
                  </a:lnTo>
                  <a:cubicBezTo>
                    <a:pt x="25" y="12338"/>
                    <a:pt x="193" y="12507"/>
                    <a:pt x="410" y="12507"/>
                  </a:cubicBezTo>
                  <a:lnTo>
                    <a:pt x="2121" y="12507"/>
                  </a:lnTo>
                  <a:cubicBezTo>
                    <a:pt x="2338" y="12507"/>
                    <a:pt x="2507" y="12338"/>
                    <a:pt x="2507" y="12122"/>
                  </a:cubicBezTo>
                  <a:lnTo>
                    <a:pt x="2482" y="386"/>
                  </a:lnTo>
                  <a:cubicBezTo>
                    <a:pt x="2482" y="169"/>
                    <a:pt x="2314" y="1"/>
                    <a:pt x="20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16"/>
            <p:cNvSpPr/>
            <p:nvPr/>
          </p:nvSpPr>
          <p:spPr>
            <a:xfrm>
              <a:off x="6758038" y="2651025"/>
              <a:ext cx="62075" cy="312700"/>
            </a:xfrm>
            <a:custGeom>
              <a:rect b="b" l="l" r="r" t="t"/>
              <a:pathLst>
                <a:path extrusionOk="0" h="12508" w="2483">
                  <a:moveTo>
                    <a:pt x="386" y="1"/>
                  </a:moveTo>
                  <a:cubicBezTo>
                    <a:pt x="170" y="1"/>
                    <a:pt x="1" y="169"/>
                    <a:pt x="1" y="362"/>
                  </a:cubicBezTo>
                  <a:lnTo>
                    <a:pt x="1" y="12122"/>
                  </a:lnTo>
                  <a:cubicBezTo>
                    <a:pt x="1" y="12338"/>
                    <a:pt x="170" y="12507"/>
                    <a:pt x="386" y="12507"/>
                  </a:cubicBezTo>
                  <a:lnTo>
                    <a:pt x="2122" y="12507"/>
                  </a:lnTo>
                  <a:cubicBezTo>
                    <a:pt x="2314" y="12507"/>
                    <a:pt x="2483" y="12338"/>
                    <a:pt x="2483" y="12122"/>
                  </a:cubicBezTo>
                  <a:lnTo>
                    <a:pt x="2483" y="362"/>
                  </a:lnTo>
                  <a:cubicBezTo>
                    <a:pt x="2483" y="169"/>
                    <a:pt x="2314" y="1"/>
                    <a:pt x="21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16"/>
            <p:cNvSpPr/>
            <p:nvPr/>
          </p:nvSpPr>
          <p:spPr>
            <a:xfrm>
              <a:off x="6829125" y="2659150"/>
              <a:ext cx="195225" cy="296900"/>
            </a:xfrm>
            <a:custGeom>
              <a:rect b="b" l="l" r="r" t="t"/>
              <a:pathLst>
                <a:path extrusionOk="0" h="11876" w="7809">
                  <a:moveTo>
                    <a:pt x="1938" y="1"/>
                  </a:moveTo>
                  <a:cubicBezTo>
                    <a:pt x="1877" y="1"/>
                    <a:pt x="1816" y="17"/>
                    <a:pt x="1760" y="49"/>
                  </a:cubicBezTo>
                  <a:lnTo>
                    <a:pt x="217" y="1013"/>
                  </a:lnTo>
                  <a:cubicBezTo>
                    <a:pt x="49" y="1133"/>
                    <a:pt x="1" y="1350"/>
                    <a:pt x="97" y="1519"/>
                  </a:cubicBezTo>
                  <a:lnTo>
                    <a:pt x="5567" y="11688"/>
                  </a:lnTo>
                  <a:cubicBezTo>
                    <a:pt x="5617" y="11805"/>
                    <a:pt x="5737" y="11876"/>
                    <a:pt x="5862" y="11876"/>
                  </a:cubicBezTo>
                  <a:cubicBezTo>
                    <a:pt x="5917" y="11876"/>
                    <a:pt x="5973" y="11862"/>
                    <a:pt x="6025" y="11833"/>
                  </a:cubicBezTo>
                  <a:lnTo>
                    <a:pt x="7567" y="10869"/>
                  </a:lnTo>
                  <a:cubicBezTo>
                    <a:pt x="7736" y="10748"/>
                    <a:pt x="7808" y="10531"/>
                    <a:pt x="7712" y="10339"/>
                  </a:cubicBezTo>
                  <a:lnTo>
                    <a:pt x="2242" y="194"/>
                  </a:lnTo>
                  <a:cubicBezTo>
                    <a:pt x="2177" y="65"/>
                    <a:pt x="2060" y="1"/>
                    <a:pt x="1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16"/>
            <p:cNvSpPr/>
            <p:nvPr/>
          </p:nvSpPr>
          <p:spPr>
            <a:xfrm>
              <a:off x="6915275" y="2658875"/>
              <a:ext cx="195225" cy="297000"/>
            </a:xfrm>
            <a:custGeom>
              <a:rect b="b" l="l" r="r" t="t"/>
              <a:pathLst>
                <a:path extrusionOk="0" h="11880" w="7809">
                  <a:moveTo>
                    <a:pt x="1943" y="0"/>
                  </a:moveTo>
                  <a:cubicBezTo>
                    <a:pt x="1881" y="0"/>
                    <a:pt x="1817" y="19"/>
                    <a:pt x="1760" y="60"/>
                  </a:cubicBezTo>
                  <a:lnTo>
                    <a:pt x="217" y="1024"/>
                  </a:lnTo>
                  <a:cubicBezTo>
                    <a:pt x="49" y="1120"/>
                    <a:pt x="1" y="1361"/>
                    <a:pt x="97" y="1530"/>
                  </a:cubicBezTo>
                  <a:lnTo>
                    <a:pt x="5543" y="11699"/>
                  </a:lnTo>
                  <a:cubicBezTo>
                    <a:pt x="5606" y="11810"/>
                    <a:pt x="5722" y="11879"/>
                    <a:pt x="5842" y="11879"/>
                  </a:cubicBezTo>
                  <a:cubicBezTo>
                    <a:pt x="5904" y="11879"/>
                    <a:pt x="5967" y="11861"/>
                    <a:pt x="6025" y="11820"/>
                  </a:cubicBezTo>
                  <a:lnTo>
                    <a:pt x="7567" y="10856"/>
                  </a:lnTo>
                  <a:cubicBezTo>
                    <a:pt x="7736" y="10759"/>
                    <a:pt x="7808" y="10518"/>
                    <a:pt x="7712" y="10350"/>
                  </a:cubicBezTo>
                  <a:lnTo>
                    <a:pt x="2242" y="180"/>
                  </a:lnTo>
                  <a:cubicBezTo>
                    <a:pt x="2178" y="69"/>
                    <a:pt x="2062" y="0"/>
                    <a:pt x="19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116"/>
          <p:cNvGrpSpPr/>
          <p:nvPr/>
        </p:nvGrpSpPr>
        <p:grpSpPr>
          <a:xfrm>
            <a:off x="7555377" y="2784300"/>
            <a:ext cx="1040094" cy="1374971"/>
            <a:chOff x="7555377" y="2784300"/>
            <a:chExt cx="1040094" cy="1374971"/>
          </a:xfrm>
        </p:grpSpPr>
        <p:grpSp>
          <p:nvGrpSpPr>
            <p:cNvPr id="9755" name="Google Shape;9755;p116"/>
            <p:cNvGrpSpPr/>
            <p:nvPr/>
          </p:nvGrpSpPr>
          <p:grpSpPr>
            <a:xfrm>
              <a:off x="7555377" y="2784300"/>
              <a:ext cx="1040094" cy="1374971"/>
              <a:chOff x="68650" y="4109075"/>
              <a:chExt cx="509600" cy="673675"/>
            </a:xfrm>
          </p:grpSpPr>
          <p:sp>
            <p:nvSpPr>
              <p:cNvPr id="9756" name="Google Shape;9756;p116"/>
              <p:cNvSpPr/>
              <p:nvPr/>
            </p:nvSpPr>
            <p:spPr>
              <a:xfrm>
                <a:off x="68650" y="4132000"/>
                <a:ext cx="486700" cy="650750"/>
              </a:xfrm>
              <a:custGeom>
                <a:rect b="b" l="l" r="r" t="t"/>
                <a:pathLst>
                  <a:path extrusionOk="0" h="26030" w="19468">
                    <a:moveTo>
                      <a:pt x="1" y="0"/>
                    </a:moveTo>
                    <a:lnTo>
                      <a:pt x="1" y="26029"/>
                    </a:lnTo>
                    <a:lnTo>
                      <a:pt x="19467" y="26029"/>
                    </a:lnTo>
                    <a:lnTo>
                      <a:pt x="194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16"/>
              <p:cNvSpPr/>
              <p:nvPr/>
            </p:nvSpPr>
            <p:spPr>
              <a:xfrm>
                <a:off x="91575" y="4109075"/>
                <a:ext cx="486675" cy="650750"/>
              </a:xfrm>
              <a:custGeom>
                <a:rect b="b" l="l" r="r" t="t"/>
                <a:pathLst>
                  <a:path extrusionOk="0" h="26030" w="19467">
                    <a:moveTo>
                      <a:pt x="0" y="1"/>
                    </a:moveTo>
                    <a:lnTo>
                      <a:pt x="0" y="26030"/>
                    </a:lnTo>
                    <a:lnTo>
                      <a:pt x="19467" y="26030"/>
                    </a:lnTo>
                    <a:lnTo>
                      <a:pt x="194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16"/>
              <p:cNvSpPr/>
              <p:nvPr/>
            </p:nvSpPr>
            <p:spPr>
              <a:xfrm>
                <a:off x="141050" y="4159500"/>
                <a:ext cx="387725" cy="550825"/>
              </a:xfrm>
              <a:custGeom>
                <a:rect b="b" l="l" r="r" t="t"/>
                <a:pathLst>
                  <a:path extrusionOk="0" h="22033" w="15509">
                    <a:moveTo>
                      <a:pt x="1" y="0"/>
                    </a:moveTo>
                    <a:lnTo>
                      <a:pt x="1" y="22033"/>
                    </a:lnTo>
                    <a:lnTo>
                      <a:pt x="15508" y="22033"/>
                    </a:lnTo>
                    <a:lnTo>
                      <a:pt x="155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16"/>
              <p:cNvSpPr/>
              <p:nvPr/>
            </p:nvSpPr>
            <p:spPr>
              <a:xfrm>
                <a:off x="116325" y="4133825"/>
                <a:ext cx="437200" cy="601250"/>
              </a:xfrm>
              <a:custGeom>
                <a:rect b="b" l="l" r="r" t="t"/>
                <a:pathLst>
                  <a:path extrusionOk="0" h="24050" w="17488">
                    <a:moveTo>
                      <a:pt x="16497" y="1027"/>
                    </a:moveTo>
                    <a:lnTo>
                      <a:pt x="16497" y="23060"/>
                    </a:lnTo>
                    <a:lnTo>
                      <a:pt x="990" y="23060"/>
                    </a:lnTo>
                    <a:lnTo>
                      <a:pt x="990" y="1027"/>
                    </a:lnTo>
                    <a:close/>
                    <a:moveTo>
                      <a:pt x="0" y="1"/>
                    </a:moveTo>
                    <a:lnTo>
                      <a:pt x="0" y="24050"/>
                    </a:lnTo>
                    <a:lnTo>
                      <a:pt x="17487" y="24050"/>
                    </a:lnTo>
                    <a:lnTo>
                      <a:pt x="17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116"/>
            <p:cNvGrpSpPr/>
            <p:nvPr/>
          </p:nvGrpSpPr>
          <p:grpSpPr>
            <a:xfrm>
              <a:off x="7809625" y="2990152"/>
              <a:ext cx="563400" cy="912223"/>
              <a:chOff x="7809625" y="2990152"/>
              <a:chExt cx="563400" cy="912223"/>
            </a:xfrm>
          </p:grpSpPr>
          <p:sp>
            <p:nvSpPr>
              <p:cNvPr id="9761" name="Google Shape;9761;p116"/>
              <p:cNvSpPr/>
              <p:nvPr/>
            </p:nvSpPr>
            <p:spPr>
              <a:xfrm>
                <a:off x="7864675" y="2990152"/>
                <a:ext cx="453300" cy="453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16"/>
              <p:cNvSpPr/>
              <p:nvPr/>
            </p:nvSpPr>
            <p:spPr>
              <a:xfrm>
                <a:off x="7809625" y="3542925"/>
                <a:ext cx="563400" cy="70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16"/>
              <p:cNvSpPr/>
              <p:nvPr/>
            </p:nvSpPr>
            <p:spPr>
              <a:xfrm>
                <a:off x="7809625" y="3687550"/>
                <a:ext cx="563400" cy="70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16"/>
              <p:cNvSpPr/>
              <p:nvPr/>
            </p:nvSpPr>
            <p:spPr>
              <a:xfrm>
                <a:off x="7809625" y="3832175"/>
                <a:ext cx="563400" cy="70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9670"/>
                                        </p:tgtEl>
                                        <p:attrNameLst>
                                          <p:attrName>style.visibility</p:attrName>
                                        </p:attrNameLst>
                                      </p:cBhvr>
                                      <p:to>
                                        <p:strVal val="visible"/>
                                      </p:to>
                                    </p:set>
                                    <p:animEffect filter="fade" transition="in">
                                      <p:cBhvr>
                                        <p:cTn dur="1000"/>
                                        <p:tgtEl>
                                          <p:spTgt spid="967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9669"/>
                                        </p:tgtEl>
                                        <p:attrNameLst>
                                          <p:attrName>style.visibility</p:attrName>
                                        </p:attrNameLst>
                                      </p:cBhvr>
                                      <p:to>
                                        <p:strVal val="visible"/>
                                      </p:to>
                                    </p:set>
                                    <p:animEffect filter="fade" transition="in">
                                      <p:cBhvr>
                                        <p:cTn dur="1000"/>
                                        <p:tgtEl>
                                          <p:spTgt spid="966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9675"/>
                                        </p:tgtEl>
                                        <p:attrNameLst>
                                          <p:attrName>style.visibility</p:attrName>
                                        </p:attrNameLst>
                                      </p:cBhvr>
                                      <p:to>
                                        <p:strVal val="visible"/>
                                      </p:to>
                                    </p:set>
                                    <p:animEffect filter="fade" transition="in">
                                      <p:cBhvr>
                                        <p:cTn dur="1000"/>
                                        <p:tgtEl>
                                          <p:spTgt spid="967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9754"/>
                                        </p:tgtEl>
                                        <p:attrNameLst>
                                          <p:attrName>style.visibility</p:attrName>
                                        </p:attrNameLst>
                                      </p:cBhvr>
                                      <p:to>
                                        <p:strVal val="visible"/>
                                      </p:to>
                                    </p:set>
                                    <p:animEffect filter="fade" transition="in">
                                      <p:cBhvr>
                                        <p:cTn dur="1000"/>
                                        <p:tgtEl>
                                          <p:spTgt spid="97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8" name="Shape 9768"/>
        <p:cNvGrpSpPr/>
        <p:nvPr/>
      </p:nvGrpSpPr>
      <p:grpSpPr>
        <a:xfrm>
          <a:off x="0" y="0"/>
          <a:ext cx="0" cy="0"/>
          <a:chOff x="0" y="0"/>
          <a:chExt cx="0" cy="0"/>
        </a:xfrm>
      </p:grpSpPr>
      <p:grpSp>
        <p:nvGrpSpPr>
          <p:cNvPr id="9769" name="Google Shape;9769;p117"/>
          <p:cNvGrpSpPr/>
          <p:nvPr/>
        </p:nvGrpSpPr>
        <p:grpSpPr>
          <a:xfrm>
            <a:off x="2938419" y="1850457"/>
            <a:ext cx="3050603" cy="1703851"/>
            <a:chOff x="3030700" y="1949130"/>
            <a:chExt cx="2866031" cy="1600762"/>
          </a:xfrm>
        </p:grpSpPr>
        <p:grpSp>
          <p:nvGrpSpPr>
            <p:cNvPr id="9770" name="Google Shape;9770;p117"/>
            <p:cNvGrpSpPr/>
            <p:nvPr/>
          </p:nvGrpSpPr>
          <p:grpSpPr>
            <a:xfrm>
              <a:off x="3030700" y="1949130"/>
              <a:ext cx="2866031" cy="1600762"/>
              <a:chOff x="532269" y="1398675"/>
              <a:chExt cx="3095400" cy="1728685"/>
            </a:xfrm>
          </p:grpSpPr>
          <p:sp>
            <p:nvSpPr>
              <p:cNvPr id="9771" name="Google Shape;9771;p117"/>
              <p:cNvSpPr/>
              <p:nvPr/>
            </p:nvSpPr>
            <p:spPr>
              <a:xfrm>
                <a:off x="748975" y="1398675"/>
                <a:ext cx="2661900" cy="1588200"/>
              </a:xfrm>
              <a:prstGeom prst="roundRect">
                <a:avLst>
                  <a:gd fmla="val 6101" name="adj"/>
                </a:avLst>
              </a:prstGeom>
              <a:solidFill>
                <a:schemeClr val="lt2"/>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17"/>
              <p:cNvSpPr/>
              <p:nvPr/>
            </p:nvSpPr>
            <p:spPr>
              <a:xfrm>
                <a:off x="532269" y="3001660"/>
                <a:ext cx="3095400" cy="125700"/>
              </a:xfrm>
              <a:prstGeom prst="roundRect">
                <a:avLst>
                  <a:gd fmla="val 24076"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17"/>
              <p:cNvSpPr/>
              <p:nvPr/>
            </p:nvSpPr>
            <p:spPr>
              <a:xfrm>
                <a:off x="2051750" y="1479875"/>
                <a:ext cx="56400" cy="56400"/>
              </a:xfrm>
              <a:prstGeom prst="ellipse">
                <a:avLst/>
              </a:prstGeom>
              <a:solidFill>
                <a:schemeClr val="l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4" name="Google Shape;9774;p117"/>
            <p:cNvSpPr/>
            <p:nvPr/>
          </p:nvSpPr>
          <p:spPr>
            <a:xfrm>
              <a:off x="4167025" y="3431250"/>
              <a:ext cx="593400" cy="42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5" name="Google Shape;9775;p117"/>
          <p:cNvSpPr txBox="1"/>
          <p:nvPr>
            <p:ph idx="1" type="subTitle"/>
          </p:nvPr>
        </p:nvSpPr>
        <p:spPr>
          <a:xfrm>
            <a:off x="720000" y="1061700"/>
            <a:ext cx="7704000" cy="53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9776" name="Google Shape;9776;p117"/>
          <p:cNvPicPr preferRelativeResize="0"/>
          <p:nvPr/>
        </p:nvPicPr>
        <p:blipFill rotWithShape="1">
          <a:blip r:embed="rId3">
            <a:alphaModFix/>
          </a:blip>
          <a:srcRect b="6703" l="1523" r="2663" t="2585"/>
          <a:stretch/>
        </p:blipFill>
        <p:spPr>
          <a:xfrm>
            <a:off x="3255131" y="2033125"/>
            <a:ext cx="2417180" cy="1268877"/>
          </a:xfrm>
          <a:prstGeom prst="rect">
            <a:avLst/>
          </a:prstGeom>
          <a:noFill/>
          <a:ln>
            <a:noFill/>
          </a:ln>
        </p:spPr>
      </p:pic>
      <p:sp>
        <p:nvSpPr>
          <p:cNvPr id="9777" name="Google Shape;9777;p11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Laptop</a:t>
            </a:r>
            <a:r>
              <a:rPr lang="en"/>
              <a:t> mockup</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1" name="Shape 9781"/>
        <p:cNvGrpSpPr/>
        <p:nvPr/>
      </p:nvGrpSpPr>
      <p:grpSpPr>
        <a:xfrm>
          <a:off x="0" y="0"/>
          <a:ext cx="0" cy="0"/>
          <a:chOff x="0" y="0"/>
          <a:chExt cx="0" cy="0"/>
        </a:xfrm>
      </p:grpSpPr>
      <p:sp>
        <p:nvSpPr>
          <p:cNvPr id="9782" name="Google Shape;9782;p118"/>
          <p:cNvSpPr/>
          <p:nvPr/>
        </p:nvSpPr>
        <p:spPr>
          <a:xfrm>
            <a:off x="4437150" y="2022425"/>
            <a:ext cx="3991800" cy="516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18"/>
          <p:cNvSpPr txBox="1"/>
          <p:nvPr>
            <p:ph idx="1" type="subTitle"/>
          </p:nvPr>
        </p:nvSpPr>
        <p:spPr>
          <a:xfrm>
            <a:off x="4432375" y="2676175"/>
            <a:ext cx="3991800" cy="74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9784" name="Google Shape;9784;p118"/>
          <p:cNvSpPr txBox="1"/>
          <p:nvPr>
            <p:ph type="title"/>
          </p:nvPr>
        </p:nvSpPr>
        <p:spPr>
          <a:xfrm>
            <a:off x="4636400" y="2076175"/>
            <a:ext cx="37878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Phone mockup</a:t>
            </a:r>
            <a:endParaRPr/>
          </a:p>
        </p:txBody>
      </p:sp>
      <p:grpSp>
        <p:nvGrpSpPr>
          <p:cNvPr id="9785" name="Google Shape;9785;p118"/>
          <p:cNvGrpSpPr/>
          <p:nvPr/>
        </p:nvGrpSpPr>
        <p:grpSpPr>
          <a:xfrm>
            <a:off x="715089" y="2127967"/>
            <a:ext cx="1288790" cy="2219887"/>
            <a:chOff x="1561194" y="1275453"/>
            <a:chExt cx="1519800" cy="2618100"/>
          </a:xfrm>
        </p:grpSpPr>
        <p:sp>
          <p:nvSpPr>
            <p:cNvPr id="9786" name="Google Shape;9786;p118"/>
            <p:cNvSpPr/>
            <p:nvPr/>
          </p:nvSpPr>
          <p:spPr>
            <a:xfrm>
              <a:off x="1561194" y="1275453"/>
              <a:ext cx="1519800" cy="2618100"/>
            </a:xfrm>
            <a:prstGeom prst="roundRect">
              <a:avLst>
                <a:gd fmla="val 11412"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18"/>
            <p:cNvSpPr/>
            <p:nvPr/>
          </p:nvSpPr>
          <p:spPr>
            <a:xfrm>
              <a:off x="1711802" y="1531022"/>
              <a:ext cx="1242900" cy="2011500"/>
            </a:xfrm>
            <a:prstGeom prst="roundRect">
              <a:avLst>
                <a:gd fmla="val 0" name="adj"/>
              </a:avLst>
            </a:prstGeom>
            <a:gradFill>
              <a:gsLst>
                <a:gs pos="0">
                  <a:srgbClr val="FFFFFF"/>
                </a:gs>
                <a:gs pos="100000">
                  <a:srgbClr val="EEEEFF"/>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18"/>
            <p:cNvSpPr/>
            <p:nvPr/>
          </p:nvSpPr>
          <p:spPr>
            <a:xfrm>
              <a:off x="2260098" y="3637367"/>
              <a:ext cx="146400" cy="14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789" name="Google Shape;9789;p118"/>
          <p:cNvPicPr preferRelativeResize="0"/>
          <p:nvPr/>
        </p:nvPicPr>
        <p:blipFill rotWithShape="1">
          <a:blip r:embed="rId3">
            <a:alphaModFix/>
          </a:blip>
          <a:srcRect b="2317" l="475" r="485" t="2326"/>
          <a:stretch/>
        </p:blipFill>
        <p:spPr>
          <a:xfrm>
            <a:off x="854858" y="2356245"/>
            <a:ext cx="1028607" cy="1681225"/>
          </a:xfrm>
          <a:prstGeom prst="rect">
            <a:avLst/>
          </a:prstGeom>
          <a:noFill/>
          <a:ln cap="flat" cmpd="sng" w="38100">
            <a:solidFill>
              <a:schemeClr val="dk2"/>
            </a:solidFill>
            <a:prstDash val="solid"/>
            <a:round/>
            <a:headEnd len="sm" w="sm" type="none"/>
            <a:tailEnd len="sm" w="sm" type="none"/>
          </a:ln>
        </p:spPr>
      </p:pic>
      <p:grpSp>
        <p:nvGrpSpPr>
          <p:cNvPr id="9790" name="Google Shape;9790;p118"/>
          <p:cNvGrpSpPr/>
          <p:nvPr/>
        </p:nvGrpSpPr>
        <p:grpSpPr>
          <a:xfrm>
            <a:off x="597474" y="530075"/>
            <a:ext cx="842676" cy="749700"/>
            <a:chOff x="597474" y="530075"/>
            <a:chExt cx="842676" cy="749700"/>
          </a:xfrm>
        </p:grpSpPr>
        <p:sp>
          <p:nvSpPr>
            <p:cNvPr id="9791" name="Google Shape;9791;p118"/>
            <p:cNvSpPr/>
            <p:nvPr/>
          </p:nvSpPr>
          <p:spPr>
            <a:xfrm>
              <a:off x="715050" y="530075"/>
              <a:ext cx="725100" cy="749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118"/>
            <p:cNvGrpSpPr/>
            <p:nvPr/>
          </p:nvGrpSpPr>
          <p:grpSpPr>
            <a:xfrm>
              <a:off x="597474" y="530137"/>
              <a:ext cx="842566" cy="695015"/>
              <a:chOff x="6651400" y="1853700"/>
              <a:chExt cx="547050" cy="451250"/>
            </a:xfrm>
          </p:grpSpPr>
          <p:sp>
            <p:nvSpPr>
              <p:cNvPr id="9793" name="Google Shape;9793;p118"/>
              <p:cNvSpPr/>
              <p:nvPr/>
            </p:nvSpPr>
            <p:spPr>
              <a:xfrm>
                <a:off x="6708025" y="1865500"/>
                <a:ext cx="490425" cy="434100"/>
              </a:xfrm>
              <a:custGeom>
                <a:rect b="b" l="l" r="r" t="t"/>
                <a:pathLst>
                  <a:path extrusionOk="0" h="17364" w="19617">
                    <a:moveTo>
                      <a:pt x="9815" y="1"/>
                    </a:moveTo>
                    <a:cubicBezTo>
                      <a:pt x="7198" y="1"/>
                      <a:pt x="4608" y="1179"/>
                      <a:pt x="2893" y="3432"/>
                    </a:cubicBezTo>
                    <a:cubicBezTo>
                      <a:pt x="1" y="7240"/>
                      <a:pt x="748" y="12686"/>
                      <a:pt x="4555" y="15602"/>
                    </a:cubicBezTo>
                    <a:cubicBezTo>
                      <a:pt x="6119" y="16789"/>
                      <a:pt x="7960" y="17363"/>
                      <a:pt x="9788" y="17363"/>
                    </a:cubicBezTo>
                    <a:cubicBezTo>
                      <a:pt x="12410" y="17363"/>
                      <a:pt x="15007" y="16182"/>
                      <a:pt x="16725" y="13939"/>
                    </a:cubicBezTo>
                    <a:cubicBezTo>
                      <a:pt x="19616" y="10107"/>
                      <a:pt x="18869" y="4661"/>
                      <a:pt x="15062" y="1770"/>
                    </a:cubicBezTo>
                    <a:cubicBezTo>
                      <a:pt x="13494" y="579"/>
                      <a:pt x="11648" y="1"/>
                      <a:pt x="9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18"/>
              <p:cNvSpPr/>
              <p:nvPr/>
            </p:nvSpPr>
            <p:spPr>
              <a:xfrm>
                <a:off x="6693575" y="1885625"/>
                <a:ext cx="453675" cy="388175"/>
              </a:xfrm>
              <a:custGeom>
                <a:rect b="b" l="l" r="r" t="t"/>
                <a:pathLst>
                  <a:path extrusionOk="0" h="15527" w="18147">
                    <a:moveTo>
                      <a:pt x="10407" y="1"/>
                    </a:moveTo>
                    <a:cubicBezTo>
                      <a:pt x="10392" y="1"/>
                      <a:pt x="10377" y="1"/>
                      <a:pt x="10363" y="1"/>
                    </a:cubicBezTo>
                    <a:cubicBezTo>
                      <a:pt x="3447" y="1"/>
                      <a:pt x="1" y="8363"/>
                      <a:pt x="4892" y="13254"/>
                    </a:cubicBezTo>
                    <a:cubicBezTo>
                      <a:pt x="6477" y="14824"/>
                      <a:pt x="8418" y="15526"/>
                      <a:pt x="10320" y="15526"/>
                    </a:cubicBezTo>
                    <a:cubicBezTo>
                      <a:pt x="14318" y="15526"/>
                      <a:pt x="18146" y="12422"/>
                      <a:pt x="18146" y="7736"/>
                    </a:cubicBezTo>
                    <a:cubicBezTo>
                      <a:pt x="18122" y="3461"/>
                      <a:pt x="14676" y="1"/>
                      <a:pt x="10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18"/>
              <p:cNvSpPr/>
              <p:nvPr/>
            </p:nvSpPr>
            <p:spPr>
              <a:xfrm>
                <a:off x="6651400" y="1853700"/>
                <a:ext cx="527175" cy="451250"/>
              </a:xfrm>
              <a:custGeom>
                <a:rect b="b" l="l" r="r" t="t"/>
                <a:pathLst>
                  <a:path extrusionOk="0" h="18050" w="21087">
                    <a:moveTo>
                      <a:pt x="12094" y="1278"/>
                    </a:moveTo>
                    <a:cubicBezTo>
                      <a:pt x="16363" y="1278"/>
                      <a:pt x="19809" y="4738"/>
                      <a:pt x="19833" y="9013"/>
                    </a:cubicBezTo>
                    <a:cubicBezTo>
                      <a:pt x="19833" y="13699"/>
                      <a:pt x="16005" y="16803"/>
                      <a:pt x="12007" y="16803"/>
                    </a:cubicBezTo>
                    <a:cubicBezTo>
                      <a:pt x="10105" y="16803"/>
                      <a:pt x="8164" y="16101"/>
                      <a:pt x="6579" y="14531"/>
                    </a:cubicBezTo>
                    <a:cubicBezTo>
                      <a:pt x="1688" y="9640"/>
                      <a:pt x="5134" y="1278"/>
                      <a:pt x="12050" y="1278"/>
                    </a:cubicBezTo>
                    <a:cubicBezTo>
                      <a:pt x="12064" y="1278"/>
                      <a:pt x="12079" y="1278"/>
                      <a:pt x="12094" y="1278"/>
                    </a:cubicBezTo>
                    <a:close/>
                    <a:moveTo>
                      <a:pt x="11998" y="1"/>
                    </a:moveTo>
                    <a:cubicBezTo>
                      <a:pt x="9772" y="1"/>
                      <a:pt x="7503" y="828"/>
                      <a:pt x="5664" y="2675"/>
                    </a:cubicBezTo>
                    <a:cubicBezTo>
                      <a:pt x="1" y="8362"/>
                      <a:pt x="4049" y="18050"/>
                      <a:pt x="12074" y="18050"/>
                    </a:cubicBezTo>
                    <a:cubicBezTo>
                      <a:pt x="17062" y="18025"/>
                      <a:pt x="21086" y="13977"/>
                      <a:pt x="21086" y="9013"/>
                    </a:cubicBezTo>
                    <a:cubicBezTo>
                      <a:pt x="21070" y="3578"/>
                      <a:pt x="16626" y="1"/>
                      <a:pt x="11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18"/>
              <p:cNvSpPr/>
              <p:nvPr/>
            </p:nvSpPr>
            <p:spPr>
              <a:xfrm>
                <a:off x="6888775" y="1998175"/>
                <a:ext cx="78325" cy="123625"/>
              </a:xfrm>
              <a:custGeom>
                <a:rect b="b" l="l" r="r" t="t"/>
                <a:pathLst>
                  <a:path extrusionOk="0" h="4945" w="3133">
                    <a:moveTo>
                      <a:pt x="544" y="1"/>
                    </a:moveTo>
                    <a:cubicBezTo>
                      <a:pt x="473" y="1"/>
                      <a:pt x="402" y="17"/>
                      <a:pt x="338" y="53"/>
                    </a:cubicBezTo>
                    <a:cubicBezTo>
                      <a:pt x="97" y="174"/>
                      <a:pt x="0" y="439"/>
                      <a:pt x="121" y="680"/>
                    </a:cubicBezTo>
                    <a:lnTo>
                      <a:pt x="2193" y="4704"/>
                    </a:lnTo>
                    <a:cubicBezTo>
                      <a:pt x="2265" y="4849"/>
                      <a:pt x="2434" y="4945"/>
                      <a:pt x="2603" y="4945"/>
                    </a:cubicBezTo>
                    <a:cubicBezTo>
                      <a:pt x="2675" y="4945"/>
                      <a:pt x="2747" y="4921"/>
                      <a:pt x="2820" y="4897"/>
                    </a:cubicBezTo>
                    <a:cubicBezTo>
                      <a:pt x="3061" y="4776"/>
                      <a:pt x="3133" y="4487"/>
                      <a:pt x="3012" y="4270"/>
                    </a:cubicBezTo>
                    <a:lnTo>
                      <a:pt x="964" y="246"/>
                    </a:lnTo>
                    <a:cubicBezTo>
                      <a:pt x="879" y="94"/>
                      <a:pt x="712" y="1"/>
                      <a:pt x="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18"/>
              <p:cNvSpPr/>
              <p:nvPr/>
            </p:nvSpPr>
            <p:spPr>
              <a:xfrm>
                <a:off x="6903225" y="2063175"/>
                <a:ext cx="207975" cy="45375"/>
              </a:xfrm>
              <a:custGeom>
                <a:rect b="b" l="l" r="r" t="t"/>
                <a:pathLst>
                  <a:path extrusionOk="0" h="1815" w="8319">
                    <a:moveTo>
                      <a:pt x="8015" y="0"/>
                    </a:moveTo>
                    <a:cubicBezTo>
                      <a:pt x="7995" y="0"/>
                      <a:pt x="7975" y="2"/>
                      <a:pt x="7953" y="7"/>
                    </a:cubicBezTo>
                    <a:lnTo>
                      <a:pt x="290" y="1333"/>
                    </a:lnTo>
                    <a:cubicBezTo>
                      <a:pt x="1" y="1381"/>
                      <a:pt x="49" y="1815"/>
                      <a:pt x="338" y="1815"/>
                    </a:cubicBezTo>
                    <a:lnTo>
                      <a:pt x="386" y="1791"/>
                    </a:lnTo>
                    <a:lnTo>
                      <a:pt x="8049" y="465"/>
                    </a:lnTo>
                    <a:cubicBezTo>
                      <a:pt x="8318" y="420"/>
                      <a:pt x="8274" y="0"/>
                      <a:pt x="8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798" name="Google Shape;9798;p118">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18">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18">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18">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2" name="Google Shape;9802;p118"/>
          <p:cNvGrpSpPr/>
          <p:nvPr/>
        </p:nvGrpSpPr>
        <p:grpSpPr>
          <a:xfrm>
            <a:off x="2527423" y="1137501"/>
            <a:ext cx="1386174" cy="1269725"/>
            <a:chOff x="2314020" y="530075"/>
            <a:chExt cx="1606972" cy="1471974"/>
          </a:xfrm>
        </p:grpSpPr>
        <p:grpSp>
          <p:nvGrpSpPr>
            <p:cNvPr id="9803" name="Google Shape;9803;p118"/>
            <p:cNvGrpSpPr/>
            <p:nvPr/>
          </p:nvGrpSpPr>
          <p:grpSpPr>
            <a:xfrm>
              <a:off x="2465963" y="530075"/>
              <a:ext cx="1303100" cy="1438625"/>
              <a:chOff x="1187275" y="1697075"/>
              <a:chExt cx="1303100" cy="1438625"/>
            </a:xfrm>
          </p:grpSpPr>
          <p:sp>
            <p:nvSpPr>
              <p:cNvPr id="9804" name="Google Shape;9804;p118"/>
              <p:cNvSpPr/>
              <p:nvPr/>
            </p:nvSpPr>
            <p:spPr>
              <a:xfrm>
                <a:off x="1207150" y="1718750"/>
                <a:ext cx="1283225" cy="1416950"/>
              </a:xfrm>
              <a:custGeom>
                <a:rect b="b" l="l" r="r" t="t"/>
                <a:pathLst>
                  <a:path extrusionOk="0" h="56678" w="51329">
                    <a:moveTo>
                      <a:pt x="49569" y="1953"/>
                    </a:moveTo>
                    <a:lnTo>
                      <a:pt x="49569" y="54726"/>
                    </a:lnTo>
                    <a:lnTo>
                      <a:pt x="1783" y="54726"/>
                    </a:lnTo>
                    <a:lnTo>
                      <a:pt x="1783" y="1953"/>
                    </a:lnTo>
                    <a:close/>
                    <a:moveTo>
                      <a:pt x="0" y="1"/>
                    </a:moveTo>
                    <a:lnTo>
                      <a:pt x="0" y="56678"/>
                    </a:lnTo>
                    <a:lnTo>
                      <a:pt x="51328" y="56678"/>
                    </a:lnTo>
                    <a:lnTo>
                      <a:pt x="513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18"/>
              <p:cNvSpPr/>
              <p:nvPr/>
            </p:nvSpPr>
            <p:spPr>
              <a:xfrm>
                <a:off x="1209550" y="1721175"/>
                <a:ext cx="1238650" cy="1368150"/>
              </a:xfrm>
              <a:custGeom>
                <a:rect b="b" l="l" r="r" t="t"/>
                <a:pathLst>
                  <a:path extrusionOk="0" h="54726" w="49546">
                    <a:moveTo>
                      <a:pt x="1" y="0"/>
                    </a:moveTo>
                    <a:lnTo>
                      <a:pt x="1" y="54725"/>
                    </a:lnTo>
                    <a:lnTo>
                      <a:pt x="49545" y="54725"/>
                    </a:lnTo>
                    <a:lnTo>
                      <a:pt x="49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18"/>
              <p:cNvSpPr/>
              <p:nvPr/>
            </p:nvSpPr>
            <p:spPr>
              <a:xfrm>
                <a:off x="1187275" y="1697075"/>
                <a:ext cx="1283225" cy="1416350"/>
              </a:xfrm>
              <a:custGeom>
                <a:rect b="b" l="l" r="r" t="t"/>
                <a:pathLst>
                  <a:path extrusionOk="0" h="56654" w="51329">
                    <a:moveTo>
                      <a:pt x="49545" y="1928"/>
                    </a:moveTo>
                    <a:lnTo>
                      <a:pt x="49545" y="54725"/>
                    </a:lnTo>
                    <a:lnTo>
                      <a:pt x="1759" y="54725"/>
                    </a:lnTo>
                    <a:lnTo>
                      <a:pt x="1759" y="1928"/>
                    </a:lnTo>
                    <a:close/>
                    <a:moveTo>
                      <a:pt x="0" y="0"/>
                    </a:moveTo>
                    <a:lnTo>
                      <a:pt x="0" y="56653"/>
                    </a:lnTo>
                    <a:lnTo>
                      <a:pt x="51328" y="56653"/>
                    </a:lnTo>
                    <a:lnTo>
                      <a:pt x="513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18"/>
              <p:cNvSpPr/>
              <p:nvPr/>
            </p:nvSpPr>
            <p:spPr>
              <a:xfrm>
                <a:off x="1382450" y="1895275"/>
                <a:ext cx="891650" cy="1004275"/>
              </a:xfrm>
              <a:custGeom>
                <a:rect b="b" l="l" r="r" t="t"/>
                <a:pathLst>
                  <a:path extrusionOk="0" h="40171" w="35666">
                    <a:moveTo>
                      <a:pt x="1" y="0"/>
                    </a:moveTo>
                    <a:lnTo>
                      <a:pt x="1" y="40171"/>
                    </a:lnTo>
                    <a:lnTo>
                      <a:pt x="35665" y="40171"/>
                    </a:lnTo>
                    <a:lnTo>
                      <a:pt x="356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18"/>
              <p:cNvSpPr/>
              <p:nvPr/>
            </p:nvSpPr>
            <p:spPr>
              <a:xfrm>
                <a:off x="1451125" y="1995825"/>
                <a:ext cx="311500" cy="274125"/>
              </a:xfrm>
              <a:custGeom>
                <a:rect b="b" l="l" r="r" t="t"/>
                <a:pathLst>
                  <a:path extrusionOk="0" h="10965" w="12460">
                    <a:moveTo>
                      <a:pt x="6249" y="1"/>
                    </a:moveTo>
                    <a:cubicBezTo>
                      <a:pt x="5538" y="1"/>
                      <a:pt x="4815" y="141"/>
                      <a:pt x="4121" y="436"/>
                    </a:cubicBezTo>
                    <a:cubicBezTo>
                      <a:pt x="1326" y="1593"/>
                      <a:pt x="1" y="4798"/>
                      <a:pt x="1182" y="7593"/>
                    </a:cubicBezTo>
                    <a:cubicBezTo>
                      <a:pt x="2069" y="9694"/>
                      <a:pt x="4100" y="10965"/>
                      <a:pt x="6242" y="10965"/>
                    </a:cubicBezTo>
                    <a:cubicBezTo>
                      <a:pt x="6949" y="10965"/>
                      <a:pt x="7669" y="10826"/>
                      <a:pt x="8363" y="10533"/>
                    </a:cubicBezTo>
                    <a:cubicBezTo>
                      <a:pt x="11134" y="9352"/>
                      <a:pt x="12459" y="6147"/>
                      <a:pt x="11278" y="3352"/>
                    </a:cubicBezTo>
                    <a:cubicBezTo>
                      <a:pt x="10411" y="1257"/>
                      <a:pt x="8380" y="1"/>
                      <a:pt x="62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18"/>
              <p:cNvSpPr/>
              <p:nvPr/>
            </p:nvSpPr>
            <p:spPr>
              <a:xfrm>
                <a:off x="1669225" y="2285325"/>
                <a:ext cx="582575" cy="514200"/>
              </a:xfrm>
              <a:custGeom>
                <a:rect b="b" l="l" r="r" t="t"/>
                <a:pathLst>
                  <a:path extrusionOk="0" h="20568" w="23303">
                    <a:moveTo>
                      <a:pt x="11664" y="1"/>
                    </a:moveTo>
                    <a:cubicBezTo>
                      <a:pt x="10378" y="1"/>
                      <a:pt x="9071" y="245"/>
                      <a:pt x="7808" y="760"/>
                    </a:cubicBezTo>
                    <a:cubicBezTo>
                      <a:pt x="2530" y="2881"/>
                      <a:pt x="0" y="8881"/>
                      <a:pt x="2121" y="14134"/>
                    </a:cubicBezTo>
                    <a:cubicBezTo>
                      <a:pt x="3753" y="18133"/>
                      <a:pt x="7605" y="20568"/>
                      <a:pt x="11669" y="20568"/>
                    </a:cubicBezTo>
                    <a:cubicBezTo>
                      <a:pt x="12944" y="20568"/>
                      <a:pt x="14240" y="20328"/>
                      <a:pt x="15495" y="19821"/>
                    </a:cubicBezTo>
                    <a:cubicBezTo>
                      <a:pt x="20772" y="17677"/>
                      <a:pt x="23303" y="11701"/>
                      <a:pt x="21182" y="6423"/>
                    </a:cubicBezTo>
                    <a:cubicBezTo>
                      <a:pt x="19571" y="2434"/>
                      <a:pt x="15723" y="1"/>
                      <a:pt x="116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18"/>
              <p:cNvSpPr/>
              <p:nvPr/>
            </p:nvSpPr>
            <p:spPr>
              <a:xfrm>
                <a:off x="1819825" y="2063950"/>
                <a:ext cx="273525" cy="122925"/>
              </a:xfrm>
              <a:custGeom>
                <a:rect b="b" l="l" r="r" t="t"/>
                <a:pathLst>
                  <a:path extrusionOk="0" h="4917" w="10941">
                    <a:moveTo>
                      <a:pt x="1" y="1"/>
                    </a:moveTo>
                    <a:lnTo>
                      <a:pt x="1" y="4916"/>
                    </a:lnTo>
                    <a:lnTo>
                      <a:pt x="10941" y="4916"/>
                    </a:lnTo>
                    <a:lnTo>
                      <a:pt x="109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118"/>
            <p:cNvSpPr/>
            <p:nvPr/>
          </p:nvSpPr>
          <p:spPr>
            <a:xfrm>
              <a:off x="2314020" y="1943875"/>
              <a:ext cx="1606972" cy="58174"/>
            </a:xfrm>
            <a:custGeom>
              <a:rect b="b" l="l" r="r" t="t"/>
              <a:pathLst>
                <a:path extrusionOk="0" h="2050" w="38364">
                  <a:moveTo>
                    <a:pt x="38340" y="1"/>
                  </a:moveTo>
                  <a:lnTo>
                    <a:pt x="0" y="97"/>
                  </a:lnTo>
                  <a:lnTo>
                    <a:pt x="0" y="2049"/>
                  </a:lnTo>
                  <a:lnTo>
                    <a:pt x="38364" y="1953"/>
                  </a:lnTo>
                  <a:lnTo>
                    <a:pt x="38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5" name="Shape 9815"/>
        <p:cNvGrpSpPr/>
        <p:nvPr/>
      </p:nvGrpSpPr>
      <p:grpSpPr>
        <a:xfrm>
          <a:off x="0" y="0"/>
          <a:ext cx="0" cy="0"/>
          <a:chOff x="0" y="0"/>
          <a:chExt cx="0" cy="0"/>
        </a:xfrm>
      </p:grpSpPr>
      <p:sp>
        <p:nvSpPr>
          <p:cNvPr id="9816" name="Google Shape;9816;p119"/>
          <p:cNvSpPr/>
          <p:nvPr/>
        </p:nvSpPr>
        <p:spPr>
          <a:xfrm>
            <a:off x="715050" y="1870075"/>
            <a:ext cx="3991800" cy="516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19"/>
          <p:cNvSpPr txBox="1"/>
          <p:nvPr>
            <p:ph idx="1" type="subTitle"/>
          </p:nvPr>
        </p:nvSpPr>
        <p:spPr>
          <a:xfrm>
            <a:off x="715050" y="2523775"/>
            <a:ext cx="3794400" cy="74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9818" name="Google Shape;9818;p119"/>
          <p:cNvSpPr txBox="1"/>
          <p:nvPr>
            <p:ph type="title"/>
          </p:nvPr>
        </p:nvSpPr>
        <p:spPr>
          <a:xfrm>
            <a:off x="814698" y="1923775"/>
            <a:ext cx="36948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Tablet mockup</a:t>
            </a:r>
            <a:endParaRPr/>
          </a:p>
        </p:txBody>
      </p:sp>
      <p:grpSp>
        <p:nvGrpSpPr>
          <p:cNvPr id="9819" name="Google Shape;9819;p119"/>
          <p:cNvGrpSpPr/>
          <p:nvPr/>
        </p:nvGrpSpPr>
        <p:grpSpPr>
          <a:xfrm rot="5400000">
            <a:off x="5903485" y="2015697"/>
            <a:ext cx="1988730" cy="2668297"/>
            <a:chOff x="3668000" y="1355888"/>
            <a:chExt cx="1814700" cy="2434800"/>
          </a:xfrm>
        </p:grpSpPr>
        <p:sp>
          <p:nvSpPr>
            <p:cNvPr id="9820" name="Google Shape;9820;p119"/>
            <p:cNvSpPr/>
            <p:nvPr/>
          </p:nvSpPr>
          <p:spPr>
            <a:xfrm>
              <a:off x="3668000" y="1355888"/>
              <a:ext cx="1814700" cy="2434800"/>
            </a:xfrm>
            <a:prstGeom prst="roundRect">
              <a:avLst>
                <a:gd fmla="val 7189"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19"/>
            <p:cNvSpPr/>
            <p:nvPr/>
          </p:nvSpPr>
          <p:spPr>
            <a:xfrm>
              <a:off x="4510502" y="3582900"/>
              <a:ext cx="129600" cy="12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822" name="Google Shape;9822;p119"/>
          <p:cNvPicPr preferRelativeResize="0"/>
          <p:nvPr/>
        </p:nvPicPr>
        <p:blipFill rotWithShape="1">
          <a:blip r:embed="rId3">
            <a:alphaModFix/>
          </a:blip>
          <a:srcRect b="0" l="1314" r="1324" t="0"/>
          <a:stretch/>
        </p:blipFill>
        <p:spPr>
          <a:xfrm>
            <a:off x="5938775" y="2539375"/>
            <a:ext cx="2066247" cy="1620897"/>
          </a:xfrm>
          <a:prstGeom prst="rect">
            <a:avLst/>
          </a:prstGeom>
          <a:noFill/>
          <a:ln cap="flat" cmpd="sng" w="38100">
            <a:solidFill>
              <a:schemeClr val="dk2"/>
            </a:solidFill>
            <a:prstDash val="solid"/>
            <a:round/>
            <a:headEnd len="sm" w="sm" type="none"/>
            <a:tailEnd len="sm" w="sm" type="none"/>
          </a:ln>
        </p:spPr>
      </p:pic>
      <p:grpSp>
        <p:nvGrpSpPr>
          <p:cNvPr id="9823" name="Google Shape;9823;p119"/>
          <p:cNvGrpSpPr/>
          <p:nvPr/>
        </p:nvGrpSpPr>
        <p:grpSpPr>
          <a:xfrm>
            <a:off x="715106" y="588803"/>
            <a:ext cx="1827165" cy="749690"/>
            <a:chOff x="-1392368" y="1166229"/>
            <a:chExt cx="1323266" cy="542939"/>
          </a:xfrm>
        </p:grpSpPr>
        <p:sp>
          <p:nvSpPr>
            <p:cNvPr id="9824" name="Google Shape;9824;p119"/>
            <p:cNvSpPr/>
            <p:nvPr/>
          </p:nvSpPr>
          <p:spPr>
            <a:xfrm>
              <a:off x="-1392364" y="1596078"/>
              <a:ext cx="1323262" cy="37247"/>
            </a:xfrm>
            <a:custGeom>
              <a:rect b="b" l="l" r="r" t="t"/>
              <a:pathLst>
                <a:path extrusionOk="0" h="1358" w="48245">
                  <a:moveTo>
                    <a:pt x="0" y="1"/>
                  </a:moveTo>
                  <a:lnTo>
                    <a:pt x="0" y="1357"/>
                  </a:lnTo>
                  <a:lnTo>
                    <a:pt x="48245" y="1357"/>
                  </a:lnTo>
                  <a:lnTo>
                    <a:pt x="482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19"/>
            <p:cNvSpPr/>
            <p:nvPr/>
          </p:nvSpPr>
          <p:spPr>
            <a:xfrm>
              <a:off x="-321491" y="1633295"/>
              <a:ext cx="252388" cy="75873"/>
            </a:xfrm>
            <a:custGeom>
              <a:rect b="b" l="l" r="r" t="t"/>
              <a:pathLst>
                <a:path extrusionOk="0" h="5500" w="9202">
                  <a:moveTo>
                    <a:pt x="0" y="0"/>
                  </a:moveTo>
                  <a:lnTo>
                    <a:pt x="0" y="5499"/>
                  </a:lnTo>
                  <a:lnTo>
                    <a:pt x="92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19"/>
            <p:cNvSpPr/>
            <p:nvPr/>
          </p:nvSpPr>
          <p:spPr>
            <a:xfrm>
              <a:off x="-1392368" y="1633295"/>
              <a:ext cx="1070879" cy="75873"/>
            </a:xfrm>
            <a:custGeom>
              <a:rect b="b" l="l" r="r" t="t"/>
              <a:pathLst>
                <a:path extrusionOk="0" h="5500" w="39044">
                  <a:moveTo>
                    <a:pt x="0" y="0"/>
                  </a:moveTo>
                  <a:lnTo>
                    <a:pt x="0" y="5499"/>
                  </a:lnTo>
                  <a:lnTo>
                    <a:pt x="39043" y="5499"/>
                  </a:lnTo>
                  <a:lnTo>
                    <a:pt x="390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7" name="Google Shape;9827;p119"/>
            <p:cNvGrpSpPr/>
            <p:nvPr/>
          </p:nvGrpSpPr>
          <p:grpSpPr>
            <a:xfrm>
              <a:off x="-1392175" y="1166229"/>
              <a:ext cx="1172696" cy="430592"/>
              <a:chOff x="7183950" y="745675"/>
              <a:chExt cx="836775" cy="450950"/>
            </a:xfrm>
          </p:grpSpPr>
          <p:sp>
            <p:nvSpPr>
              <p:cNvPr id="9828" name="Google Shape;9828;p119"/>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19"/>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19"/>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19"/>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19"/>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19"/>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19"/>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19"/>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19"/>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19"/>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19"/>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19"/>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19"/>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19"/>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19"/>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19"/>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19"/>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19"/>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19"/>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19"/>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19"/>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19"/>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19"/>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1" name="Google Shape;9851;p119"/>
          <p:cNvGrpSpPr/>
          <p:nvPr/>
        </p:nvGrpSpPr>
        <p:grpSpPr>
          <a:xfrm>
            <a:off x="5938781" y="606263"/>
            <a:ext cx="2490169" cy="1263813"/>
            <a:chOff x="5938781" y="606263"/>
            <a:chExt cx="2490169" cy="1263813"/>
          </a:xfrm>
        </p:grpSpPr>
        <p:grpSp>
          <p:nvGrpSpPr>
            <p:cNvPr id="9852" name="Google Shape;9852;p119"/>
            <p:cNvGrpSpPr/>
            <p:nvPr/>
          </p:nvGrpSpPr>
          <p:grpSpPr>
            <a:xfrm>
              <a:off x="7250338" y="606263"/>
              <a:ext cx="1178613" cy="886450"/>
              <a:chOff x="-787" y="1042538"/>
              <a:chExt cx="1178613" cy="886450"/>
            </a:xfrm>
          </p:grpSpPr>
          <p:sp>
            <p:nvSpPr>
              <p:cNvPr id="9853" name="Google Shape;9853;p119"/>
              <p:cNvSpPr/>
              <p:nvPr/>
            </p:nvSpPr>
            <p:spPr>
              <a:xfrm>
                <a:off x="-175" y="1151288"/>
                <a:ext cx="1178000" cy="777700"/>
              </a:xfrm>
              <a:custGeom>
                <a:rect b="b" l="l" r="r" t="t"/>
                <a:pathLst>
                  <a:path extrusionOk="0" h="31108" w="47120">
                    <a:moveTo>
                      <a:pt x="1" y="0"/>
                    </a:moveTo>
                    <a:lnTo>
                      <a:pt x="1" y="31107"/>
                    </a:lnTo>
                    <a:lnTo>
                      <a:pt x="47119" y="31107"/>
                    </a:lnTo>
                    <a:lnTo>
                      <a:pt x="471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19"/>
              <p:cNvSpPr/>
              <p:nvPr/>
            </p:nvSpPr>
            <p:spPr>
              <a:xfrm>
                <a:off x="-787" y="1042538"/>
                <a:ext cx="1178000" cy="110925"/>
              </a:xfrm>
              <a:custGeom>
                <a:rect b="b" l="l" r="r" t="t"/>
                <a:pathLst>
                  <a:path extrusionOk="0" h="4437" w="47120">
                    <a:moveTo>
                      <a:pt x="1" y="0"/>
                    </a:moveTo>
                    <a:lnTo>
                      <a:pt x="1" y="4437"/>
                    </a:lnTo>
                    <a:lnTo>
                      <a:pt x="47119" y="4437"/>
                    </a:lnTo>
                    <a:lnTo>
                      <a:pt x="471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19"/>
              <p:cNvSpPr/>
              <p:nvPr/>
            </p:nvSpPr>
            <p:spPr>
              <a:xfrm>
                <a:off x="413375" y="1081363"/>
                <a:ext cx="349675" cy="36175"/>
              </a:xfrm>
              <a:custGeom>
                <a:rect b="b" l="l" r="r" t="t"/>
                <a:pathLst>
                  <a:path extrusionOk="0" h="1447" w="13987">
                    <a:moveTo>
                      <a:pt x="1" y="0"/>
                    </a:moveTo>
                    <a:lnTo>
                      <a:pt x="1" y="1447"/>
                    </a:lnTo>
                    <a:lnTo>
                      <a:pt x="13987" y="1447"/>
                    </a:lnTo>
                    <a:lnTo>
                      <a:pt x="1398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19"/>
              <p:cNvSpPr/>
              <p:nvPr/>
            </p:nvSpPr>
            <p:spPr>
              <a:xfrm>
                <a:off x="99900" y="1251363"/>
                <a:ext cx="129025" cy="123000"/>
              </a:xfrm>
              <a:custGeom>
                <a:rect b="b" l="l" r="r" t="t"/>
                <a:pathLst>
                  <a:path extrusionOk="0" h="4920" w="5161">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19"/>
              <p:cNvSpPr/>
              <p:nvPr/>
            </p:nvSpPr>
            <p:spPr>
              <a:xfrm>
                <a:off x="269900" y="1251363"/>
                <a:ext cx="127825" cy="123000"/>
              </a:xfrm>
              <a:custGeom>
                <a:rect b="b" l="l" r="r" t="t"/>
                <a:pathLst>
                  <a:path extrusionOk="0" h="4920" w="5113">
                    <a:moveTo>
                      <a:pt x="1" y="0"/>
                    </a:moveTo>
                    <a:lnTo>
                      <a:pt x="1" y="4919"/>
                    </a:lnTo>
                    <a:lnTo>
                      <a:pt x="5113" y="4919"/>
                    </a:lnTo>
                    <a:lnTo>
                      <a:pt x="5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19"/>
              <p:cNvSpPr/>
              <p:nvPr/>
            </p:nvSpPr>
            <p:spPr>
              <a:xfrm>
                <a:off x="438700" y="1251363"/>
                <a:ext cx="129025" cy="123000"/>
              </a:xfrm>
              <a:custGeom>
                <a:rect b="b" l="l" r="r" t="t"/>
                <a:pathLst>
                  <a:path extrusionOk="0" h="4920" w="5161">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19"/>
              <p:cNvSpPr/>
              <p:nvPr/>
            </p:nvSpPr>
            <p:spPr>
              <a:xfrm>
                <a:off x="60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19"/>
              <p:cNvSpPr/>
              <p:nvPr/>
            </p:nvSpPr>
            <p:spPr>
              <a:xfrm>
                <a:off x="77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19"/>
              <p:cNvSpPr/>
              <p:nvPr/>
            </p:nvSpPr>
            <p:spPr>
              <a:xfrm>
                <a:off x="99900" y="1403263"/>
                <a:ext cx="129025" cy="123025"/>
              </a:xfrm>
              <a:custGeom>
                <a:rect b="b" l="l" r="r" t="t"/>
                <a:pathLst>
                  <a:path extrusionOk="0" h="4921" w="5161">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19"/>
              <p:cNvSpPr/>
              <p:nvPr/>
            </p:nvSpPr>
            <p:spPr>
              <a:xfrm>
                <a:off x="269900" y="1403263"/>
                <a:ext cx="127825" cy="123025"/>
              </a:xfrm>
              <a:custGeom>
                <a:rect b="b" l="l" r="r" t="t"/>
                <a:pathLst>
                  <a:path extrusionOk="0" h="4921" w="5113">
                    <a:moveTo>
                      <a:pt x="1" y="1"/>
                    </a:moveTo>
                    <a:lnTo>
                      <a:pt x="1" y="4920"/>
                    </a:lnTo>
                    <a:lnTo>
                      <a:pt x="5113" y="4920"/>
                    </a:lnTo>
                    <a:lnTo>
                      <a:pt x="51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19"/>
              <p:cNvSpPr/>
              <p:nvPr/>
            </p:nvSpPr>
            <p:spPr>
              <a:xfrm>
                <a:off x="438700" y="1403263"/>
                <a:ext cx="129025" cy="123025"/>
              </a:xfrm>
              <a:custGeom>
                <a:rect b="b" l="l" r="r" t="t"/>
                <a:pathLst>
                  <a:path extrusionOk="0" h="4921" w="5161">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19"/>
              <p:cNvSpPr/>
              <p:nvPr/>
            </p:nvSpPr>
            <p:spPr>
              <a:xfrm>
                <a:off x="60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19"/>
              <p:cNvSpPr/>
              <p:nvPr/>
            </p:nvSpPr>
            <p:spPr>
              <a:xfrm>
                <a:off x="77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19"/>
              <p:cNvSpPr/>
              <p:nvPr/>
            </p:nvSpPr>
            <p:spPr>
              <a:xfrm>
                <a:off x="99900" y="1555188"/>
                <a:ext cx="129025" cy="121800"/>
              </a:xfrm>
              <a:custGeom>
                <a:rect b="b" l="l" r="r" t="t"/>
                <a:pathLst>
                  <a:path extrusionOk="0" h="4872" w="5161">
                    <a:moveTo>
                      <a:pt x="1" y="1"/>
                    </a:moveTo>
                    <a:lnTo>
                      <a:pt x="1" y="4872"/>
                    </a:lnTo>
                    <a:lnTo>
                      <a:pt x="5161" y="4872"/>
                    </a:lnTo>
                    <a:lnTo>
                      <a:pt x="51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19"/>
              <p:cNvSpPr/>
              <p:nvPr/>
            </p:nvSpPr>
            <p:spPr>
              <a:xfrm>
                <a:off x="269900" y="1555188"/>
                <a:ext cx="127825" cy="121800"/>
              </a:xfrm>
              <a:custGeom>
                <a:rect b="b" l="l" r="r" t="t"/>
                <a:pathLst>
                  <a:path extrusionOk="0" h="4872" w="5113">
                    <a:moveTo>
                      <a:pt x="1" y="1"/>
                    </a:moveTo>
                    <a:lnTo>
                      <a:pt x="1" y="4872"/>
                    </a:lnTo>
                    <a:lnTo>
                      <a:pt x="5113" y="4872"/>
                    </a:lnTo>
                    <a:lnTo>
                      <a:pt x="51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19"/>
              <p:cNvSpPr/>
              <p:nvPr/>
            </p:nvSpPr>
            <p:spPr>
              <a:xfrm>
                <a:off x="438700" y="1555188"/>
                <a:ext cx="129025" cy="121800"/>
              </a:xfrm>
              <a:custGeom>
                <a:rect b="b" l="l" r="r" t="t"/>
                <a:pathLst>
                  <a:path extrusionOk="0" h="4872" w="5161">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19"/>
              <p:cNvSpPr/>
              <p:nvPr/>
            </p:nvSpPr>
            <p:spPr>
              <a:xfrm>
                <a:off x="60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19"/>
              <p:cNvSpPr/>
              <p:nvPr/>
            </p:nvSpPr>
            <p:spPr>
              <a:xfrm>
                <a:off x="77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19"/>
              <p:cNvSpPr/>
              <p:nvPr/>
            </p:nvSpPr>
            <p:spPr>
              <a:xfrm>
                <a:off x="99900" y="1707113"/>
                <a:ext cx="129025" cy="121800"/>
              </a:xfrm>
              <a:custGeom>
                <a:rect b="b" l="l" r="r" t="t"/>
                <a:pathLst>
                  <a:path extrusionOk="0" h="4872" w="5161">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19"/>
              <p:cNvSpPr/>
              <p:nvPr/>
            </p:nvSpPr>
            <p:spPr>
              <a:xfrm>
                <a:off x="269900" y="1707113"/>
                <a:ext cx="127825" cy="121800"/>
              </a:xfrm>
              <a:custGeom>
                <a:rect b="b" l="l" r="r" t="t"/>
                <a:pathLst>
                  <a:path extrusionOk="0" h="4872" w="5113">
                    <a:moveTo>
                      <a:pt x="1" y="0"/>
                    </a:moveTo>
                    <a:lnTo>
                      <a:pt x="1" y="4871"/>
                    </a:lnTo>
                    <a:lnTo>
                      <a:pt x="5113" y="4871"/>
                    </a:lnTo>
                    <a:lnTo>
                      <a:pt x="5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19"/>
              <p:cNvSpPr/>
              <p:nvPr/>
            </p:nvSpPr>
            <p:spPr>
              <a:xfrm>
                <a:off x="438700" y="1707113"/>
                <a:ext cx="129025" cy="121800"/>
              </a:xfrm>
              <a:custGeom>
                <a:rect b="b" l="l" r="r" t="t"/>
                <a:pathLst>
                  <a:path extrusionOk="0" h="4872" w="5161">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19"/>
              <p:cNvSpPr/>
              <p:nvPr/>
            </p:nvSpPr>
            <p:spPr>
              <a:xfrm>
                <a:off x="60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19"/>
              <p:cNvSpPr/>
              <p:nvPr/>
            </p:nvSpPr>
            <p:spPr>
              <a:xfrm>
                <a:off x="77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19"/>
              <p:cNvSpPr/>
              <p:nvPr/>
            </p:nvSpPr>
            <p:spPr>
              <a:xfrm>
                <a:off x="823325" y="1293563"/>
                <a:ext cx="39800" cy="38600"/>
              </a:xfrm>
              <a:custGeom>
                <a:rect b="b" l="l" r="r" t="t"/>
                <a:pathLst>
                  <a:path extrusionOk="0" h="1544" w="1592">
                    <a:moveTo>
                      <a:pt x="772" y="0"/>
                    </a:moveTo>
                    <a:cubicBezTo>
                      <a:pt x="386" y="0"/>
                      <a:pt x="0" y="338"/>
                      <a:pt x="0" y="772"/>
                    </a:cubicBezTo>
                    <a:cubicBezTo>
                      <a:pt x="0" y="1206"/>
                      <a:pt x="386" y="1543"/>
                      <a:pt x="772" y="1543"/>
                    </a:cubicBezTo>
                    <a:cubicBezTo>
                      <a:pt x="1206" y="1543"/>
                      <a:pt x="1592" y="1206"/>
                      <a:pt x="1592" y="772"/>
                    </a:cubicBezTo>
                    <a:cubicBezTo>
                      <a:pt x="1592" y="338"/>
                      <a:pt x="1206" y="0"/>
                      <a:pt x="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19"/>
              <p:cNvSpPr/>
              <p:nvPr/>
            </p:nvSpPr>
            <p:spPr>
              <a:xfrm>
                <a:off x="817300" y="1445463"/>
                <a:ext cx="45825" cy="38800"/>
              </a:xfrm>
              <a:custGeom>
                <a:rect b="b" l="l" r="r" t="t"/>
                <a:pathLst>
                  <a:path extrusionOk="0" h="1552" w="1833">
                    <a:moveTo>
                      <a:pt x="1061" y="1"/>
                    </a:moveTo>
                    <a:cubicBezTo>
                      <a:pt x="338" y="1"/>
                      <a:pt x="0" y="821"/>
                      <a:pt x="482" y="1303"/>
                    </a:cubicBezTo>
                    <a:cubicBezTo>
                      <a:pt x="655" y="1476"/>
                      <a:pt x="859" y="1551"/>
                      <a:pt x="1055" y="1551"/>
                    </a:cubicBezTo>
                    <a:cubicBezTo>
                      <a:pt x="1460" y="1551"/>
                      <a:pt x="1833" y="1228"/>
                      <a:pt x="1833" y="773"/>
                    </a:cubicBezTo>
                    <a:cubicBezTo>
                      <a:pt x="1833" y="338"/>
                      <a:pt x="1495"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19"/>
              <p:cNvSpPr/>
              <p:nvPr/>
            </p:nvSpPr>
            <p:spPr>
              <a:xfrm>
                <a:off x="817300" y="1597388"/>
                <a:ext cx="45825" cy="38800"/>
              </a:xfrm>
              <a:custGeom>
                <a:rect b="b" l="l" r="r" t="t"/>
                <a:pathLst>
                  <a:path extrusionOk="0" h="1552" w="1833">
                    <a:moveTo>
                      <a:pt x="1061" y="1"/>
                    </a:moveTo>
                    <a:cubicBezTo>
                      <a:pt x="338" y="1"/>
                      <a:pt x="0" y="820"/>
                      <a:pt x="482" y="1303"/>
                    </a:cubicBezTo>
                    <a:cubicBezTo>
                      <a:pt x="639" y="1476"/>
                      <a:pt x="838" y="1551"/>
                      <a:pt x="1033" y="1551"/>
                    </a:cubicBezTo>
                    <a:cubicBezTo>
                      <a:pt x="1438" y="1551"/>
                      <a:pt x="1833" y="1227"/>
                      <a:pt x="1833" y="772"/>
                    </a:cubicBezTo>
                    <a:cubicBezTo>
                      <a:pt x="1833" y="338"/>
                      <a:pt x="1495" y="1"/>
                      <a:pt x="1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19"/>
              <p:cNvSpPr/>
              <p:nvPr/>
            </p:nvSpPr>
            <p:spPr>
              <a:xfrm>
                <a:off x="817300" y="1749213"/>
                <a:ext cx="45825" cy="38875"/>
              </a:xfrm>
              <a:custGeom>
                <a:rect b="b" l="l" r="r" t="t"/>
                <a:pathLst>
                  <a:path extrusionOk="0" h="1555" w="1833">
                    <a:moveTo>
                      <a:pt x="1134" y="0"/>
                    </a:moveTo>
                    <a:cubicBezTo>
                      <a:pt x="1110" y="0"/>
                      <a:pt x="1086" y="2"/>
                      <a:pt x="1061" y="4"/>
                    </a:cubicBezTo>
                    <a:cubicBezTo>
                      <a:pt x="338" y="4"/>
                      <a:pt x="0" y="824"/>
                      <a:pt x="482" y="1306"/>
                    </a:cubicBezTo>
                    <a:cubicBezTo>
                      <a:pt x="655" y="1479"/>
                      <a:pt x="859" y="1555"/>
                      <a:pt x="1055" y="1555"/>
                    </a:cubicBezTo>
                    <a:cubicBezTo>
                      <a:pt x="1460" y="1555"/>
                      <a:pt x="1833" y="1231"/>
                      <a:pt x="1833" y="776"/>
                    </a:cubicBezTo>
                    <a:cubicBezTo>
                      <a:pt x="1833" y="367"/>
                      <a:pt x="1533" y="0"/>
                      <a:pt x="11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19"/>
              <p:cNvSpPr/>
              <p:nvPr/>
            </p:nvSpPr>
            <p:spPr>
              <a:xfrm>
                <a:off x="948700" y="1251363"/>
                <a:ext cx="129050" cy="123000"/>
              </a:xfrm>
              <a:custGeom>
                <a:rect b="b" l="l" r="r" t="t"/>
                <a:pathLst>
                  <a:path extrusionOk="0" h="4920" w="5162">
                    <a:moveTo>
                      <a:pt x="1" y="0"/>
                    </a:moveTo>
                    <a:lnTo>
                      <a:pt x="1" y="4919"/>
                    </a:lnTo>
                    <a:lnTo>
                      <a:pt x="5161" y="4919"/>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19"/>
              <p:cNvSpPr/>
              <p:nvPr/>
            </p:nvSpPr>
            <p:spPr>
              <a:xfrm>
                <a:off x="948700" y="1403263"/>
                <a:ext cx="129050" cy="123025"/>
              </a:xfrm>
              <a:custGeom>
                <a:rect b="b" l="l" r="r" t="t"/>
                <a:pathLst>
                  <a:path extrusionOk="0" h="4921" w="5162">
                    <a:moveTo>
                      <a:pt x="1" y="1"/>
                    </a:moveTo>
                    <a:lnTo>
                      <a:pt x="1" y="4920"/>
                    </a:lnTo>
                    <a:lnTo>
                      <a:pt x="5161" y="4920"/>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19"/>
              <p:cNvSpPr/>
              <p:nvPr/>
            </p:nvSpPr>
            <p:spPr>
              <a:xfrm>
                <a:off x="948700" y="1555188"/>
                <a:ext cx="129050" cy="121800"/>
              </a:xfrm>
              <a:custGeom>
                <a:rect b="b" l="l" r="r" t="t"/>
                <a:pathLst>
                  <a:path extrusionOk="0" h="4872" w="5162">
                    <a:moveTo>
                      <a:pt x="1" y="1"/>
                    </a:moveTo>
                    <a:lnTo>
                      <a:pt x="1" y="4872"/>
                    </a:lnTo>
                    <a:lnTo>
                      <a:pt x="5161" y="4872"/>
                    </a:lnTo>
                    <a:lnTo>
                      <a:pt x="51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19"/>
              <p:cNvSpPr/>
              <p:nvPr/>
            </p:nvSpPr>
            <p:spPr>
              <a:xfrm>
                <a:off x="948700" y="1707113"/>
                <a:ext cx="129050" cy="121800"/>
              </a:xfrm>
              <a:custGeom>
                <a:rect b="b" l="l" r="r" t="t"/>
                <a:pathLst>
                  <a:path extrusionOk="0" h="4872" w="5162">
                    <a:moveTo>
                      <a:pt x="1" y="0"/>
                    </a:moveTo>
                    <a:lnTo>
                      <a:pt x="1" y="4871"/>
                    </a:lnTo>
                    <a:lnTo>
                      <a:pt x="5161" y="4871"/>
                    </a:lnTo>
                    <a:lnTo>
                      <a:pt x="5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19"/>
              <p:cNvSpPr/>
              <p:nvPr/>
            </p:nvSpPr>
            <p:spPr>
              <a:xfrm>
                <a:off x="993325" y="1293563"/>
                <a:ext cx="39800" cy="38600"/>
              </a:xfrm>
              <a:custGeom>
                <a:rect b="b" l="l" r="r" t="t"/>
                <a:pathLst>
                  <a:path extrusionOk="0" h="1544" w="1592">
                    <a:moveTo>
                      <a:pt x="772" y="0"/>
                    </a:moveTo>
                    <a:cubicBezTo>
                      <a:pt x="338" y="0"/>
                      <a:pt x="0" y="338"/>
                      <a:pt x="0" y="772"/>
                    </a:cubicBezTo>
                    <a:cubicBezTo>
                      <a:pt x="0" y="1206"/>
                      <a:pt x="338" y="1543"/>
                      <a:pt x="772" y="1543"/>
                    </a:cubicBezTo>
                    <a:cubicBezTo>
                      <a:pt x="1206" y="1543"/>
                      <a:pt x="1592" y="1206"/>
                      <a:pt x="1592" y="772"/>
                    </a:cubicBezTo>
                    <a:cubicBezTo>
                      <a:pt x="1592" y="338"/>
                      <a:pt x="1206" y="0"/>
                      <a:pt x="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19"/>
              <p:cNvSpPr/>
              <p:nvPr/>
            </p:nvSpPr>
            <p:spPr>
              <a:xfrm>
                <a:off x="987300" y="1445463"/>
                <a:ext cx="45825" cy="38800"/>
              </a:xfrm>
              <a:custGeom>
                <a:rect b="b" l="l" r="r" t="t"/>
                <a:pathLst>
                  <a:path extrusionOk="0" h="1552" w="1833">
                    <a:moveTo>
                      <a:pt x="1013" y="1"/>
                    </a:moveTo>
                    <a:cubicBezTo>
                      <a:pt x="338" y="1"/>
                      <a:pt x="0" y="821"/>
                      <a:pt x="482" y="1303"/>
                    </a:cubicBezTo>
                    <a:cubicBezTo>
                      <a:pt x="640" y="1476"/>
                      <a:pt x="838" y="1551"/>
                      <a:pt x="1033" y="1551"/>
                    </a:cubicBezTo>
                    <a:cubicBezTo>
                      <a:pt x="1438" y="1551"/>
                      <a:pt x="1833" y="1228"/>
                      <a:pt x="1833" y="773"/>
                    </a:cubicBezTo>
                    <a:cubicBezTo>
                      <a:pt x="1833" y="338"/>
                      <a:pt x="14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19"/>
              <p:cNvSpPr/>
              <p:nvPr/>
            </p:nvSpPr>
            <p:spPr>
              <a:xfrm>
                <a:off x="987300" y="1597388"/>
                <a:ext cx="45825" cy="38800"/>
              </a:xfrm>
              <a:custGeom>
                <a:rect b="b" l="l" r="r" t="t"/>
                <a:pathLst>
                  <a:path extrusionOk="0" h="1552" w="1833">
                    <a:moveTo>
                      <a:pt x="1013" y="1"/>
                    </a:moveTo>
                    <a:cubicBezTo>
                      <a:pt x="338" y="1"/>
                      <a:pt x="0" y="820"/>
                      <a:pt x="482" y="1303"/>
                    </a:cubicBezTo>
                    <a:cubicBezTo>
                      <a:pt x="640" y="1476"/>
                      <a:pt x="838" y="1551"/>
                      <a:pt x="1033" y="1551"/>
                    </a:cubicBezTo>
                    <a:cubicBezTo>
                      <a:pt x="1438" y="1551"/>
                      <a:pt x="1833" y="1227"/>
                      <a:pt x="1833" y="772"/>
                    </a:cubicBezTo>
                    <a:cubicBezTo>
                      <a:pt x="1833" y="338"/>
                      <a:pt x="14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19"/>
              <p:cNvSpPr/>
              <p:nvPr/>
            </p:nvSpPr>
            <p:spPr>
              <a:xfrm>
                <a:off x="987300" y="1749213"/>
                <a:ext cx="45825" cy="38875"/>
              </a:xfrm>
              <a:custGeom>
                <a:rect b="b" l="l" r="r" t="t"/>
                <a:pathLst>
                  <a:path extrusionOk="0" h="1555" w="1833">
                    <a:moveTo>
                      <a:pt x="1087" y="0"/>
                    </a:moveTo>
                    <a:cubicBezTo>
                      <a:pt x="1062" y="0"/>
                      <a:pt x="1038" y="2"/>
                      <a:pt x="1013" y="4"/>
                    </a:cubicBezTo>
                    <a:cubicBezTo>
                      <a:pt x="338" y="4"/>
                      <a:pt x="0" y="824"/>
                      <a:pt x="482" y="1306"/>
                    </a:cubicBezTo>
                    <a:cubicBezTo>
                      <a:pt x="640" y="1479"/>
                      <a:pt x="838" y="1555"/>
                      <a:pt x="1033" y="1555"/>
                    </a:cubicBezTo>
                    <a:cubicBezTo>
                      <a:pt x="1438" y="1555"/>
                      <a:pt x="1833" y="1231"/>
                      <a:pt x="1833" y="776"/>
                    </a:cubicBezTo>
                    <a:cubicBezTo>
                      <a:pt x="1833" y="367"/>
                      <a:pt x="1490" y="0"/>
                      <a:pt x="10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19"/>
              <p:cNvSpPr/>
              <p:nvPr/>
            </p:nvSpPr>
            <p:spPr>
              <a:xfrm>
                <a:off x="647275" y="1293563"/>
                <a:ext cx="45850" cy="38775"/>
              </a:xfrm>
              <a:custGeom>
                <a:rect b="b" l="l" r="r" t="t"/>
                <a:pathLst>
                  <a:path extrusionOk="0" h="1551" w="1834">
                    <a:moveTo>
                      <a:pt x="1062" y="0"/>
                    </a:moveTo>
                    <a:cubicBezTo>
                      <a:pt x="339" y="0"/>
                      <a:pt x="1" y="820"/>
                      <a:pt x="483" y="1302"/>
                    </a:cubicBezTo>
                    <a:cubicBezTo>
                      <a:pt x="640" y="1475"/>
                      <a:pt x="838" y="1551"/>
                      <a:pt x="1034" y="1551"/>
                    </a:cubicBezTo>
                    <a:cubicBezTo>
                      <a:pt x="1439" y="1551"/>
                      <a:pt x="1834" y="1227"/>
                      <a:pt x="1834" y="772"/>
                    </a:cubicBezTo>
                    <a:cubicBezTo>
                      <a:pt x="1834"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19"/>
              <p:cNvSpPr/>
              <p:nvPr/>
            </p:nvSpPr>
            <p:spPr>
              <a:xfrm>
                <a:off x="647275" y="1445463"/>
                <a:ext cx="45850" cy="38800"/>
              </a:xfrm>
              <a:custGeom>
                <a:rect b="b" l="l" r="r" t="t"/>
                <a:pathLst>
                  <a:path extrusionOk="0" h="1552" w="1834">
                    <a:moveTo>
                      <a:pt x="1062" y="1"/>
                    </a:moveTo>
                    <a:cubicBezTo>
                      <a:pt x="339" y="1"/>
                      <a:pt x="1" y="821"/>
                      <a:pt x="483" y="1303"/>
                    </a:cubicBezTo>
                    <a:cubicBezTo>
                      <a:pt x="640" y="1476"/>
                      <a:pt x="838" y="1551"/>
                      <a:pt x="1034" y="1551"/>
                    </a:cubicBezTo>
                    <a:cubicBezTo>
                      <a:pt x="1439" y="1551"/>
                      <a:pt x="1834" y="1228"/>
                      <a:pt x="1834" y="773"/>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19"/>
              <p:cNvSpPr/>
              <p:nvPr/>
            </p:nvSpPr>
            <p:spPr>
              <a:xfrm>
                <a:off x="647275" y="1597388"/>
                <a:ext cx="45850" cy="38800"/>
              </a:xfrm>
              <a:custGeom>
                <a:rect b="b" l="l" r="r" t="t"/>
                <a:pathLst>
                  <a:path extrusionOk="0" h="1552" w="1834">
                    <a:moveTo>
                      <a:pt x="1062" y="1"/>
                    </a:moveTo>
                    <a:cubicBezTo>
                      <a:pt x="339" y="1"/>
                      <a:pt x="1" y="820"/>
                      <a:pt x="483" y="1303"/>
                    </a:cubicBezTo>
                    <a:cubicBezTo>
                      <a:pt x="640" y="1476"/>
                      <a:pt x="838" y="1551"/>
                      <a:pt x="1034" y="1551"/>
                    </a:cubicBezTo>
                    <a:cubicBezTo>
                      <a:pt x="1439" y="1551"/>
                      <a:pt x="1834" y="1227"/>
                      <a:pt x="1834" y="772"/>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19"/>
              <p:cNvSpPr/>
              <p:nvPr/>
            </p:nvSpPr>
            <p:spPr>
              <a:xfrm>
                <a:off x="647275" y="1749213"/>
                <a:ext cx="45850" cy="38875"/>
              </a:xfrm>
              <a:custGeom>
                <a:rect b="b" l="l" r="r" t="t"/>
                <a:pathLst>
                  <a:path extrusionOk="0" h="1555" w="1834">
                    <a:moveTo>
                      <a:pt x="1135" y="0"/>
                    </a:moveTo>
                    <a:cubicBezTo>
                      <a:pt x="1111" y="0"/>
                      <a:pt x="1087" y="2"/>
                      <a:pt x="1062" y="4"/>
                    </a:cubicBezTo>
                    <a:cubicBezTo>
                      <a:pt x="339" y="4"/>
                      <a:pt x="1" y="824"/>
                      <a:pt x="483" y="1306"/>
                    </a:cubicBezTo>
                    <a:cubicBezTo>
                      <a:pt x="640" y="1479"/>
                      <a:pt x="838" y="1555"/>
                      <a:pt x="1034" y="1555"/>
                    </a:cubicBezTo>
                    <a:cubicBezTo>
                      <a:pt x="1439" y="1555"/>
                      <a:pt x="1834" y="1231"/>
                      <a:pt x="1834" y="776"/>
                    </a:cubicBezTo>
                    <a:cubicBezTo>
                      <a:pt x="1834"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19"/>
              <p:cNvSpPr/>
              <p:nvPr/>
            </p:nvSpPr>
            <p:spPr>
              <a:xfrm>
                <a:off x="477275" y="1293563"/>
                <a:ext cx="45850" cy="38775"/>
              </a:xfrm>
              <a:custGeom>
                <a:rect b="b" l="l" r="r" t="t"/>
                <a:pathLst>
                  <a:path extrusionOk="0" h="1551" w="1834">
                    <a:moveTo>
                      <a:pt x="1062" y="0"/>
                    </a:moveTo>
                    <a:cubicBezTo>
                      <a:pt x="338" y="0"/>
                      <a:pt x="1" y="820"/>
                      <a:pt x="483" y="1302"/>
                    </a:cubicBezTo>
                    <a:cubicBezTo>
                      <a:pt x="640" y="1475"/>
                      <a:pt x="838" y="1551"/>
                      <a:pt x="1034" y="1551"/>
                    </a:cubicBezTo>
                    <a:cubicBezTo>
                      <a:pt x="1439" y="1551"/>
                      <a:pt x="1834" y="1227"/>
                      <a:pt x="1834" y="772"/>
                    </a:cubicBezTo>
                    <a:cubicBezTo>
                      <a:pt x="1834"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19"/>
              <p:cNvSpPr/>
              <p:nvPr/>
            </p:nvSpPr>
            <p:spPr>
              <a:xfrm>
                <a:off x="477275" y="1445463"/>
                <a:ext cx="45850" cy="38800"/>
              </a:xfrm>
              <a:custGeom>
                <a:rect b="b" l="l" r="r" t="t"/>
                <a:pathLst>
                  <a:path extrusionOk="0" h="1552" w="1834">
                    <a:moveTo>
                      <a:pt x="1062" y="1"/>
                    </a:moveTo>
                    <a:cubicBezTo>
                      <a:pt x="338" y="1"/>
                      <a:pt x="1" y="821"/>
                      <a:pt x="483" y="1303"/>
                    </a:cubicBezTo>
                    <a:cubicBezTo>
                      <a:pt x="656" y="1476"/>
                      <a:pt x="860" y="1551"/>
                      <a:pt x="1055" y="1551"/>
                    </a:cubicBezTo>
                    <a:cubicBezTo>
                      <a:pt x="1461" y="1551"/>
                      <a:pt x="1834" y="1228"/>
                      <a:pt x="1834" y="773"/>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19"/>
              <p:cNvSpPr/>
              <p:nvPr/>
            </p:nvSpPr>
            <p:spPr>
              <a:xfrm>
                <a:off x="477275" y="1597388"/>
                <a:ext cx="45850" cy="38800"/>
              </a:xfrm>
              <a:custGeom>
                <a:rect b="b" l="l" r="r" t="t"/>
                <a:pathLst>
                  <a:path extrusionOk="0" h="1552" w="1834">
                    <a:moveTo>
                      <a:pt x="1062" y="1"/>
                    </a:moveTo>
                    <a:cubicBezTo>
                      <a:pt x="338" y="1"/>
                      <a:pt x="1" y="820"/>
                      <a:pt x="483" y="1303"/>
                    </a:cubicBezTo>
                    <a:cubicBezTo>
                      <a:pt x="640" y="1476"/>
                      <a:pt x="838" y="1551"/>
                      <a:pt x="1034" y="1551"/>
                    </a:cubicBezTo>
                    <a:cubicBezTo>
                      <a:pt x="1439" y="1551"/>
                      <a:pt x="1834" y="1227"/>
                      <a:pt x="1834" y="772"/>
                    </a:cubicBezTo>
                    <a:cubicBezTo>
                      <a:pt x="1834"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19"/>
              <p:cNvSpPr/>
              <p:nvPr/>
            </p:nvSpPr>
            <p:spPr>
              <a:xfrm>
                <a:off x="477275" y="1749213"/>
                <a:ext cx="45850" cy="38875"/>
              </a:xfrm>
              <a:custGeom>
                <a:rect b="b" l="l" r="r" t="t"/>
                <a:pathLst>
                  <a:path extrusionOk="0" h="1555" w="1834">
                    <a:moveTo>
                      <a:pt x="1135" y="0"/>
                    </a:moveTo>
                    <a:cubicBezTo>
                      <a:pt x="1111" y="0"/>
                      <a:pt x="1087" y="2"/>
                      <a:pt x="1062" y="4"/>
                    </a:cubicBezTo>
                    <a:cubicBezTo>
                      <a:pt x="338" y="4"/>
                      <a:pt x="1" y="824"/>
                      <a:pt x="483" y="1306"/>
                    </a:cubicBezTo>
                    <a:cubicBezTo>
                      <a:pt x="656" y="1479"/>
                      <a:pt x="860" y="1555"/>
                      <a:pt x="1055" y="1555"/>
                    </a:cubicBezTo>
                    <a:cubicBezTo>
                      <a:pt x="1461" y="1555"/>
                      <a:pt x="1834" y="1231"/>
                      <a:pt x="1834" y="776"/>
                    </a:cubicBezTo>
                    <a:cubicBezTo>
                      <a:pt x="1834"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19"/>
              <p:cNvSpPr/>
              <p:nvPr/>
            </p:nvSpPr>
            <p:spPr>
              <a:xfrm>
                <a:off x="307275" y="1293563"/>
                <a:ext cx="45850" cy="38775"/>
              </a:xfrm>
              <a:custGeom>
                <a:rect b="b" l="l" r="r" t="t"/>
                <a:pathLst>
                  <a:path extrusionOk="0" h="1551" w="1834">
                    <a:moveTo>
                      <a:pt x="1062" y="0"/>
                    </a:moveTo>
                    <a:cubicBezTo>
                      <a:pt x="338" y="0"/>
                      <a:pt x="1" y="820"/>
                      <a:pt x="483" y="1302"/>
                    </a:cubicBezTo>
                    <a:cubicBezTo>
                      <a:pt x="656" y="1475"/>
                      <a:pt x="859" y="1551"/>
                      <a:pt x="1055" y="1551"/>
                    </a:cubicBezTo>
                    <a:cubicBezTo>
                      <a:pt x="1461" y="1551"/>
                      <a:pt x="1833" y="1227"/>
                      <a:pt x="1833" y="772"/>
                    </a:cubicBezTo>
                    <a:cubicBezTo>
                      <a:pt x="1833"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19"/>
              <p:cNvSpPr/>
              <p:nvPr/>
            </p:nvSpPr>
            <p:spPr>
              <a:xfrm>
                <a:off x="307275" y="1445463"/>
                <a:ext cx="45850" cy="38800"/>
              </a:xfrm>
              <a:custGeom>
                <a:rect b="b" l="l" r="r" t="t"/>
                <a:pathLst>
                  <a:path extrusionOk="0" h="1552" w="1834">
                    <a:moveTo>
                      <a:pt x="1062" y="1"/>
                    </a:moveTo>
                    <a:cubicBezTo>
                      <a:pt x="338" y="1"/>
                      <a:pt x="1" y="821"/>
                      <a:pt x="483" y="1303"/>
                    </a:cubicBezTo>
                    <a:cubicBezTo>
                      <a:pt x="656" y="1476"/>
                      <a:pt x="859" y="1551"/>
                      <a:pt x="1055" y="1551"/>
                    </a:cubicBezTo>
                    <a:cubicBezTo>
                      <a:pt x="1461" y="1551"/>
                      <a:pt x="1833" y="1228"/>
                      <a:pt x="1833" y="773"/>
                    </a:cubicBezTo>
                    <a:cubicBezTo>
                      <a:pt x="1833"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19"/>
              <p:cNvSpPr/>
              <p:nvPr/>
            </p:nvSpPr>
            <p:spPr>
              <a:xfrm>
                <a:off x="307275" y="1597388"/>
                <a:ext cx="45850" cy="38800"/>
              </a:xfrm>
              <a:custGeom>
                <a:rect b="b" l="l" r="r" t="t"/>
                <a:pathLst>
                  <a:path extrusionOk="0" h="1552" w="1834">
                    <a:moveTo>
                      <a:pt x="1062" y="1"/>
                    </a:moveTo>
                    <a:cubicBezTo>
                      <a:pt x="338" y="1"/>
                      <a:pt x="1" y="820"/>
                      <a:pt x="483" y="1303"/>
                    </a:cubicBezTo>
                    <a:cubicBezTo>
                      <a:pt x="656" y="1476"/>
                      <a:pt x="859" y="1551"/>
                      <a:pt x="1055" y="1551"/>
                    </a:cubicBezTo>
                    <a:cubicBezTo>
                      <a:pt x="1461" y="1551"/>
                      <a:pt x="1833" y="1227"/>
                      <a:pt x="1833" y="772"/>
                    </a:cubicBezTo>
                    <a:cubicBezTo>
                      <a:pt x="1833" y="338"/>
                      <a:pt x="1496"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19"/>
              <p:cNvSpPr/>
              <p:nvPr/>
            </p:nvSpPr>
            <p:spPr>
              <a:xfrm>
                <a:off x="307275" y="1749213"/>
                <a:ext cx="45850" cy="38875"/>
              </a:xfrm>
              <a:custGeom>
                <a:rect b="b" l="l" r="r" t="t"/>
                <a:pathLst>
                  <a:path extrusionOk="0" h="1555" w="1834">
                    <a:moveTo>
                      <a:pt x="1135" y="0"/>
                    </a:moveTo>
                    <a:cubicBezTo>
                      <a:pt x="1111" y="0"/>
                      <a:pt x="1087" y="2"/>
                      <a:pt x="1062" y="4"/>
                    </a:cubicBezTo>
                    <a:cubicBezTo>
                      <a:pt x="338" y="4"/>
                      <a:pt x="1" y="824"/>
                      <a:pt x="483" y="1306"/>
                    </a:cubicBezTo>
                    <a:cubicBezTo>
                      <a:pt x="656" y="1479"/>
                      <a:pt x="859" y="1555"/>
                      <a:pt x="1055" y="1555"/>
                    </a:cubicBezTo>
                    <a:cubicBezTo>
                      <a:pt x="1461" y="1555"/>
                      <a:pt x="1833" y="1231"/>
                      <a:pt x="1833" y="776"/>
                    </a:cubicBezTo>
                    <a:cubicBezTo>
                      <a:pt x="1833"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19"/>
              <p:cNvSpPr/>
              <p:nvPr/>
            </p:nvSpPr>
            <p:spPr>
              <a:xfrm>
                <a:off x="137275" y="1293563"/>
                <a:ext cx="45850" cy="38775"/>
              </a:xfrm>
              <a:custGeom>
                <a:rect b="b" l="l" r="r" t="t"/>
                <a:pathLst>
                  <a:path extrusionOk="0" h="1551" w="1834">
                    <a:moveTo>
                      <a:pt x="1062" y="0"/>
                    </a:moveTo>
                    <a:cubicBezTo>
                      <a:pt x="387" y="0"/>
                      <a:pt x="1" y="820"/>
                      <a:pt x="531" y="1302"/>
                    </a:cubicBezTo>
                    <a:cubicBezTo>
                      <a:pt x="688" y="1475"/>
                      <a:pt x="881" y="1551"/>
                      <a:pt x="1070" y="1551"/>
                    </a:cubicBezTo>
                    <a:cubicBezTo>
                      <a:pt x="1461" y="1551"/>
                      <a:pt x="1833" y="1227"/>
                      <a:pt x="1833" y="772"/>
                    </a:cubicBezTo>
                    <a:cubicBezTo>
                      <a:pt x="1833" y="338"/>
                      <a:pt x="1496" y="0"/>
                      <a:pt x="1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19"/>
              <p:cNvSpPr/>
              <p:nvPr/>
            </p:nvSpPr>
            <p:spPr>
              <a:xfrm>
                <a:off x="137275" y="1445463"/>
                <a:ext cx="45850" cy="38800"/>
              </a:xfrm>
              <a:custGeom>
                <a:rect b="b" l="l" r="r" t="t"/>
                <a:pathLst>
                  <a:path extrusionOk="0" h="1552" w="1834">
                    <a:moveTo>
                      <a:pt x="1062" y="1"/>
                    </a:moveTo>
                    <a:cubicBezTo>
                      <a:pt x="338" y="1"/>
                      <a:pt x="1" y="821"/>
                      <a:pt x="531" y="1303"/>
                    </a:cubicBezTo>
                    <a:cubicBezTo>
                      <a:pt x="688" y="1476"/>
                      <a:pt x="881" y="1551"/>
                      <a:pt x="1070" y="1551"/>
                    </a:cubicBezTo>
                    <a:cubicBezTo>
                      <a:pt x="1461" y="1551"/>
                      <a:pt x="1833" y="1228"/>
                      <a:pt x="1833" y="773"/>
                    </a:cubicBezTo>
                    <a:cubicBezTo>
                      <a:pt x="1833" y="338"/>
                      <a:pt x="1496" y="1"/>
                      <a:pt x="10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19"/>
              <p:cNvSpPr/>
              <p:nvPr/>
            </p:nvSpPr>
            <p:spPr>
              <a:xfrm>
                <a:off x="137275" y="1597388"/>
                <a:ext cx="45850" cy="38800"/>
              </a:xfrm>
              <a:custGeom>
                <a:rect b="b" l="l" r="r" t="t"/>
                <a:pathLst>
                  <a:path extrusionOk="0" h="1552" w="1834">
                    <a:moveTo>
                      <a:pt x="1062" y="1"/>
                    </a:moveTo>
                    <a:cubicBezTo>
                      <a:pt x="387" y="1"/>
                      <a:pt x="1" y="820"/>
                      <a:pt x="531" y="1303"/>
                    </a:cubicBezTo>
                    <a:cubicBezTo>
                      <a:pt x="688" y="1476"/>
                      <a:pt x="881" y="1551"/>
                      <a:pt x="1070" y="1551"/>
                    </a:cubicBezTo>
                    <a:cubicBezTo>
                      <a:pt x="1461" y="1551"/>
                      <a:pt x="1833" y="1227"/>
                      <a:pt x="1833" y="772"/>
                    </a:cubicBezTo>
                    <a:cubicBezTo>
                      <a:pt x="1833" y="338"/>
                      <a:pt x="1496"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19"/>
              <p:cNvSpPr/>
              <p:nvPr/>
            </p:nvSpPr>
            <p:spPr>
              <a:xfrm>
                <a:off x="137275" y="1749213"/>
                <a:ext cx="45850" cy="38875"/>
              </a:xfrm>
              <a:custGeom>
                <a:rect b="b" l="l" r="r" t="t"/>
                <a:pathLst>
                  <a:path extrusionOk="0" h="1555" w="1834">
                    <a:moveTo>
                      <a:pt x="1135" y="0"/>
                    </a:moveTo>
                    <a:cubicBezTo>
                      <a:pt x="1111" y="0"/>
                      <a:pt x="1086" y="2"/>
                      <a:pt x="1062" y="4"/>
                    </a:cubicBezTo>
                    <a:cubicBezTo>
                      <a:pt x="338" y="4"/>
                      <a:pt x="1" y="824"/>
                      <a:pt x="531" y="1306"/>
                    </a:cubicBezTo>
                    <a:cubicBezTo>
                      <a:pt x="688" y="1479"/>
                      <a:pt x="881" y="1555"/>
                      <a:pt x="1070" y="1555"/>
                    </a:cubicBezTo>
                    <a:cubicBezTo>
                      <a:pt x="1461" y="1555"/>
                      <a:pt x="1833" y="1231"/>
                      <a:pt x="1833" y="776"/>
                    </a:cubicBezTo>
                    <a:cubicBezTo>
                      <a:pt x="1833" y="367"/>
                      <a:pt x="1533" y="0"/>
                      <a:pt x="1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19"/>
              <p:cNvSpPr/>
              <p:nvPr/>
            </p:nvSpPr>
            <p:spPr>
              <a:xfrm>
                <a:off x="993325" y="1089788"/>
                <a:ext cx="133850" cy="18125"/>
              </a:xfrm>
              <a:custGeom>
                <a:rect b="b" l="l" r="r" t="t"/>
                <a:pathLst>
                  <a:path extrusionOk="0" h="725" w="5354">
                    <a:moveTo>
                      <a:pt x="0" y="1"/>
                    </a:moveTo>
                    <a:lnTo>
                      <a:pt x="0" y="724"/>
                    </a:lnTo>
                    <a:lnTo>
                      <a:pt x="5354" y="724"/>
                    </a:lnTo>
                    <a:lnTo>
                      <a:pt x="53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19"/>
              <p:cNvSpPr/>
              <p:nvPr/>
            </p:nvSpPr>
            <p:spPr>
              <a:xfrm>
                <a:off x="49275" y="1089788"/>
                <a:ext cx="133850" cy="18125"/>
              </a:xfrm>
              <a:custGeom>
                <a:rect b="b" l="l" r="r" t="t"/>
                <a:pathLst>
                  <a:path extrusionOk="0" h="725" w="5354">
                    <a:moveTo>
                      <a:pt x="0" y="1"/>
                    </a:moveTo>
                    <a:lnTo>
                      <a:pt x="0" y="724"/>
                    </a:lnTo>
                    <a:lnTo>
                      <a:pt x="5353" y="724"/>
                    </a:lnTo>
                    <a:lnTo>
                      <a:pt x="53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119"/>
            <p:cNvGrpSpPr/>
            <p:nvPr/>
          </p:nvGrpSpPr>
          <p:grpSpPr>
            <a:xfrm flipH="1">
              <a:off x="5938781" y="999495"/>
              <a:ext cx="654976" cy="870581"/>
              <a:chOff x="7954319" y="1353706"/>
              <a:chExt cx="650230" cy="864271"/>
            </a:xfrm>
          </p:grpSpPr>
          <p:grpSp>
            <p:nvGrpSpPr>
              <p:cNvPr id="9907" name="Google Shape;9907;p119"/>
              <p:cNvGrpSpPr/>
              <p:nvPr/>
            </p:nvGrpSpPr>
            <p:grpSpPr>
              <a:xfrm>
                <a:off x="7985737" y="1385006"/>
                <a:ext cx="593412" cy="807774"/>
                <a:chOff x="6003750" y="3839525"/>
                <a:chExt cx="736700" cy="1069475"/>
              </a:xfrm>
            </p:grpSpPr>
            <p:sp>
              <p:nvSpPr>
                <p:cNvPr id="9908" name="Google Shape;9908;p119"/>
                <p:cNvSpPr/>
                <p:nvPr/>
              </p:nvSpPr>
              <p:spPr>
                <a:xfrm>
                  <a:off x="6003750" y="3839525"/>
                  <a:ext cx="736700" cy="1069475"/>
                </a:xfrm>
                <a:custGeom>
                  <a:rect b="b" l="l" r="r" t="t"/>
                  <a:pathLst>
                    <a:path extrusionOk="0" h="42779" w="29468">
                      <a:moveTo>
                        <a:pt x="0" y="1"/>
                      </a:moveTo>
                      <a:lnTo>
                        <a:pt x="0" y="42779"/>
                      </a:lnTo>
                      <a:lnTo>
                        <a:pt x="29467" y="42779"/>
                      </a:lnTo>
                      <a:lnTo>
                        <a:pt x="29467" y="7090"/>
                      </a:lnTo>
                      <a:lnTo>
                        <a:pt x="223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19"/>
                <p:cNvSpPr/>
                <p:nvPr/>
              </p:nvSpPr>
              <p:spPr>
                <a:xfrm>
                  <a:off x="6259350" y="3948050"/>
                  <a:ext cx="225500" cy="25325"/>
                </a:xfrm>
                <a:custGeom>
                  <a:rect b="b" l="l" r="r" t="t"/>
                  <a:pathLst>
                    <a:path extrusionOk="0" h="1013" w="9020">
                      <a:moveTo>
                        <a:pt x="1" y="0"/>
                      </a:moveTo>
                      <a:lnTo>
                        <a:pt x="1" y="1013"/>
                      </a:lnTo>
                      <a:lnTo>
                        <a:pt x="9019" y="1013"/>
                      </a:lnTo>
                      <a:lnTo>
                        <a:pt x="9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19"/>
                <p:cNvSpPr/>
                <p:nvPr/>
              </p:nvSpPr>
              <p:spPr>
                <a:xfrm>
                  <a:off x="6094216" y="4067400"/>
                  <a:ext cx="558243" cy="26550"/>
                </a:xfrm>
                <a:custGeom>
                  <a:rect b="b" l="l" r="r" t="t"/>
                  <a:pathLst>
                    <a:path extrusionOk="0" h="1062" w="5836">
                      <a:moveTo>
                        <a:pt x="0" y="1"/>
                      </a:moveTo>
                      <a:lnTo>
                        <a:pt x="0" y="1062"/>
                      </a:lnTo>
                      <a:lnTo>
                        <a:pt x="5836" y="1062"/>
                      </a:lnTo>
                      <a:lnTo>
                        <a:pt x="58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19"/>
                <p:cNvSpPr/>
                <p:nvPr/>
              </p:nvSpPr>
              <p:spPr>
                <a:xfrm>
                  <a:off x="6094175" y="41277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19"/>
                <p:cNvSpPr/>
                <p:nvPr/>
              </p:nvSpPr>
              <p:spPr>
                <a:xfrm>
                  <a:off x="6094175" y="466905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19"/>
                <p:cNvSpPr/>
                <p:nvPr/>
              </p:nvSpPr>
              <p:spPr>
                <a:xfrm>
                  <a:off x="6094175" y="4729325"/>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19"/>
                <p:cNvSpPr/>
                <p:nvPr/>
              </p:nvSpPr>
              <p:spPr>
                <a:xfrm>
                  <a:off x="6511350" y="4789625"/>
                  <a:ext cx="141075" cy="26550"/>
                </a:xfrm>
                <a:custGeom>
                  <a:rect b="b" l="l" r="r" t="t"/>
                  <a:pathLst>
                    <a:path extrusionOk="0" h="1062" w="5643">
                      <a:moveTo>
                        <a:pt x="0" y="0"/>
                      </a:moveTo>
                      <a:lnTo>
                        <a:pt x="0" y="1061"/>
                      </a:lnTo>
                      <a:lnTo>
                        <a:pt x="5643" y="1061"/>
                      </a:lnTo>
                      <a:lnTo>
                        <a:pt x="5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19"/>
                <p:cNvSpPr/>
                <p:nvPr/>
              </p:nvSpPr>
              <p:spPr>
                <a:xfrm>
                  <a:off x="6094175" y="41928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19"/>
                <p:cNvSpPr/>
                <p:nvPr/>
              </p:nvSpPr>
              <p:spPr>
                <a:xfrm>
                  <a:off x="6094175" y="4489400"/>
                  <a:ext cx="558250" cy="25350"/>
                </a:xfrm>
                <a:custGeom>
                  <a:rect b="b" l="l" r="r" t="t"/>
                  <a:pathLst>
                    <a:path extrusionOk="0" h="1014"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19"/>
                <p:cNvSpPr/>
                <p:nvPr/>
              </p:nvSpPr>
              <p:spPr>
                <a:xfrm>
                  <a:off x="6094175" y="4553300"/>
                  <a:ext cx="558250" cy="26550"/>
                </a:xfrm>
                <a:custGeom>
                  <a:rect b="b" l="l" r="r" t="t"/>
                  <a:pathLst>
                    <a:path extrusionOk="0" h="1062" w="22330">
                      <a:moveTo>
                        <a:pt x="0" y="0"/>
                      </a:moveTo>
                      <a:lnTo>
                        <a:pt x="0" y="1061"/>
                      </a:lnTo>
                      <a:lnTo>
                        <a:pt x="22330" y="1061"/>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19"/>
                <p:cNvSpPr/>
                <p:nvPr/>
              </p:nvSpPr>
              <p:spPr>
                <a:xfrm>
                  <a:off x="6094175" y="46087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19"/>
                <p:cNvSpPr/>
                <p:nvPr/>
              </p:nvSpPr>
              <p:spPr>
                <a:xfrm>
                  <a:off x="6094175" y="4308550"/>
                  <a:ext cx="558250" cy="25325"/>
                </a:xfrm>
                <a:custGeom>
                  <a:rect b="b" l="l" r="r" t="t"/>
                  <a:pathLst>
                    <a:path extrusionOk="0" h="1013" w="22330">
                      <a:moveTo>
                        <a:pt x="0" y="0"/>
                      </a:moveTo>
                      <a:lnTo>
                        <a:pt x="0" y="1013"/>
                      </a:lnTo>
                      <a:lnTo>
                        <a:pt x="22330" y="1013"/>
                      </a:lnTo>
                      <a:lnTo>
                        <a:pt x="223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19"/>
                <p:cNvSpPr/>
                <p:nvPr/>
              </p:nvSpPr>
              <p:spPr>
                <a:xfrm>
                  <a:off x="6234065" y="4429125"/>
                  <a:ext cx="278525" cy="25325"/>
                </a:xfrm>
                <a:custGeom>
                  <a:rect b="b" l="l" r="r" t="t"/>
                  <a:pathLst>
                    <a:path extrusionOk="0" h="1013" w="11141">
                      <a:moveTo>
                        <a:pt x="0" y="0"/>
                      </a:moveTo>
                      <a:lnTo>
                        <a:pt x="0" y="1013"/>
                      </a:lnTo>
                      <a:lnTo>
                        <a:pt x="11141" y="1013"/>
                      </a:lnTo>
                      <a:lnTo>
                        <a:pt x="111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19"/>
                <p:cNvSpPr/>
                <p:nvPr/>
              </p:nvSpPr>
              <p:spPr>
                <a:xfrm>
                  <a:off x="6094175" y="4248250"/>
                  <a:ext cx="558250" cy="26550"/>
                </a:xfrm>
                <a:custGeom>
                  <a:rect b="b" l="l" r="r" t="t"/>
                  <a:pathLst>
                    <a:path extrusionOk="0" h="1062" w="22330">
                      <a:moveTo>
                        <a:pt x="0" y="1"/>
                      </a:moveTo>
                      <a:lnTo>
                        <a:pt x="0" y="1062"/>
                      </a:lnTo>
                      <a:lnTo>
                        <a:pt x="22330" y="1062"/>
                      </a:lnTo>
                      <a:lnTo>
                        <a:pt x="2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19"/>
                <p:cNvSpPr/>
                <p:nvPr/>
              </p:nvSpPr>
              <p:spPr>
                <a:xfrm>
                  <a:off x="6563175" y="3839525"/>
                  <a:ext cx="177275" cy="177275"/>
                </a:xfrm>
                <a:custGeom>
                  <a:rect b="b" l="l" r="r" t="t"/>
                  <a:pathLst>
                    <a:path extrusionOk="0" h="7091" w="7091">
                      <a:moveTo>
                        <a:pt x="1" y="1"/>
                      </a:moveTo>
                      <a:lnTo>
                        <a:pt x="1" y="7090"/>
                      </a:lnTo>
                      <a:lnTo>
                        <a:pt x="7090" y="709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3" name="Google Shape;9923;p119"/>
              <p:cNvSpPr/>
              <p:nvPr/>
            </p:nvSpPr>
            <p:spPr>
              <a:xfrm flipH="1" rot="-1798898">
                <a:off x="8464708" y="2160732"/>
                <a:ext cx="144080" cy="21508"/>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19"/>
              <p:cNvSpPr/>
              <p:nvPr/>
            </p:nvSpPr>
            <p:spPr>
              <a:xfrm flipH="1" rot="1872548">
                <a:off x="7949437" y="2160775"/>
                <a:ext cx="144163" cy="21403"/>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19"/>
              <p:cNvSpPr/>
              <p:nvPr/>
            </p:nvSpPr>
            <p:spPr>
              <a:xfrm flipH="1" rot="-2033306">
                <a:off x="7949162" y="1391979"/>
                <a:ext cx="144195" cy="21554"/>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9" name="Shape 9929"/>
        <p:cNvGrpSpPr/>
        <p:nvPr/>
      </p:nvGrpSpPr>
      <p:grpSpPr>
        <a:xfrm>
          <a:off x="0" y="0"/>
          <a:ext cx="0" cy="0"/>
          <a:chOff x="0" y="0"/>
          <a:chExt cx="0" cy="0"/>
        </a:xfrm>
      </p:grpSpPr>
      <p:sp>
        <p:nvSpPr>
          <p:cNvPr id="9930" name="Google Shape;9930;p120"/>
          <p:cNvSpPr/>
          <p:nvPr/>
        </p:nvSpPr>
        <p:spPr>
          <a:xfrm>
            <a:off x="720000" y="1290075"/>
            <a:ext cx="7704000" cy="2659500"/>
          </a:xfrm>
          <a:prstGeom prst="roundRect">
            <a:avLst>
              <a:gd fmla="val 7972"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931" name="Google Shape;9931;p120"/>
          <p:cNvGraphicFramePr/>
          <p:nvPr/>
        </p:nvGraphicFramePr>
        <p:xfrm>
          <a:off x="720000" y="1289900"/>
          <a:ext cx="3000000" cy="3000000"/>
        </p:xfrm>
        <a:graphic>
          <a:graphicData uri="http://schemas.openxmlformats.org/drawingml/2006/table">
            <a:tbl>
              <a:tblPr>
                <a:noFill/>
                <a:tableStyleId>{F350DAE5-CD21-4FBE-827A-FA60B65FDEA6}</a:tableStyleId>
              </a:tblPr>
              <a:tblGrid>
                <a:gridCol w="2257775"/>
                <a:gridCol w="4814600"/>
                <a:gridCol w="631625"/>
              </a:tblGrid>
              <a:tr h="5319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Last name</a:t>
                      </a:r>
                      <a:endParaRPr b="1" sz="1800">
                        <a:solidFill>
                          <a:schemeClr val="lt1"/>
                        </a:solidFill>
                        <a:latin typeface="Balsamiq Sans"/>
                        <a:ea typeface="Balsamiq Sans"/>
                        <a:cs typeface="Balsamiq Sans"/>
                        <a:sym typeface="Balsamiq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Mercury is the closest planet to the Sun and the smallest one of them all </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5319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E-mail</a:t>
                      </a:r>
                      <a:endParaRPr b="1" sz="1800">
                        <a:solidFill>
                          <a:schemeClr val="lt1"/>
                        </a:solidFill>
                        <a:latin typeface="Balsamiq Sans"/>
                        <a:ea typeface="Balsamiq Sans"/>
                        <a:cs typeface="Balsamiq Sans"/>
                        <a:sym typeface="Balsamiq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Venus has a beautiful name and is the second planet from the Sun</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5319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Institution</a:t>
                      </a:r>
                      <a:endParaRPr b="1" sz="1800">
                        <a:solidFill>
                          <a:schemeClr val="lt1"/>
                        </a:solidFill>
                        <a:latin typeface="Balsamiq Sans"/>
                        <a:ea typeface="Balsamiq Sans"/>
                        <a:cs typeface="Balsamiq Sans"/>
                        <a:sym typeface="Balsamiq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Earth is the only planet</a:t>
                      </a:r>
                      <a:r>
                        <a:rPr lang="en" sz="1000">
                          <a:solidFill>
                            <a:schemeClr val="lt1"/>
                          </a:solidFill>
                          <a:latin typeface="Open Sans"/>
                          <a:ea typeface="Open Sans"/>
                          <a:cs typeface="Open Sans"/>
                          <a:sym typeface="Open Sans"/>
                        </a:rPr>
                        <a:t> that harbors life in the Solar System</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5319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City, Country</a:t>
                      </a:r>
                      <a:endParaRPr b="1" sz="1800">
                        <a:solidFill>
                          <a:schemeClr val="lt1"/>
                        </a:solidFill>
                        <a:latin typeface="Balsamiq Sans"/>
                        <a:ea typeface="Balsamiq Sans"/>
                        <a:cs typeface="Balsamiq Sans"/>
                        <a:sym typeface="Balsamiq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Despite being red, Mars is actually a cold place. It's full of iron oxide dust</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531900">
                <a:tc>
                  <a:txBody>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Position or title</a:t>
                      </a:r>
                      <a:endParaRPr b="1" sz="1800">
                        <a:solidFill>
                          <a:schemeClr val="lt1"/>
                        </a:solidFill>
                        <a:latin typeface="Balsamiq Sans"/>
                        <a:ea typeface="Balsamiq Sans"/>
                        <a:cs typeface="Balsamiq Sans"/>
                        <a:sym typeface="Balsamiq Sans"/>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lt1"/>
                          </a:solidFill>
                          <a:latin typeface="Open Sans"/>
                          <a:ea typeface="Open Sans"/>
                          <a:cs typeface="Open Sans"/>
                          <a:sym typeface="Open Sans"/>
                        </a:rPr>
                        <a:t>Jupiter is a gas giant and the biggest planet in the Solar System</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l">
                        <a:spcBef>
                          <a:spcPts val="0"/>
                        </a:spcBef>
                        <a:spcAft>
                          <a:spcPts val="1600"/>
                        </a:spcAft>
                        <a:buNone/>
                      </a:pPr>
                      <a:r>
                        <a:t/>
                      </a:r>
                      <a:endParaRPr sz="1000">
                        <a:solidFill>
                          <a:schemeClr val="lt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sp>
        <p:nvSpPr>
          <p:cNvPr id="9932" name="Google Shape;9932;p12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Application information</a:t>
            </a:r>
            <a:endParaRPr/>
          </a:p>
        </p:txBody>
      </p:sp>
      <p:sp>
        <p:nvSpPr>
          <p:cNvPr id="9933" name="Google Shape;9933;p120">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20">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20">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20">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7" name="Google Shape;9937;p120"/>
          <p:cNvGrpSpPr/>
          <p:nvPr/>
        </p:nvGrpSpPr>
        <p:grpSpPr>
          <a:xfrm>
            <a:off x="7925709" y="1425074"/>
            <a:ext cx="371782" cy="274285"/>
            <a:chOff x="5223609" y="3731112"/>
            <a:chExt cx="371782" cy="274285"/>
          </a:xfrm>
        </p:grpSpPr>
        <p:sp>
          <p:nvSpPr>
            <p:cNvPr id="9938" name="Google Shape;9938;p12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2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120"/>
          <p:cNvGrpSpPr/>
          <p:nvPr/>
        </p:nvGrpSpPr>
        <p:grpSpPr>
          <a:xfrm>
            <a:off x="7925709" y="1957912"/>
            <a:ext cx="371782" cy="274285"/>
            <a:chOff x="5223609" y="3731112"/>
            <a:chExt cx="371782" cy="274285"/>
          </a:xfrm>
        </p:grpSpPr>
        <p:sp>
          <p:nvSpPr>
            <p:cNvPr id="9941" name="Google Shape;9941;p12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2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120"/>
          <p:cNvGrpSpPr/>
          <p:nvPr/>
        </p:nvGrpSpPr>
        <p:grpSpPr>
          <a:xfrm>
            <a:off x="7925709" y="2490762"/>
            <a:ext cx="371782" cy="274285"/>
            <a:chOff x="5223609" y="3731112"/>
            <a:chExt cx="371782" cy="274285"/>
          </a:xfrm>
        </p:grpSpPr>
        <p:sp>
          <p:nvSpPr>
            <p:cNvPr id="9944" name="Google Shape;9944;p12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2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120"/>
          <p:cNvGrpSpPr/>
          <p:nvPr/>
        </p:nvGrpSpPr>
        <p:grpSpPr>
          <a:xfrm>
            <a:off x="7925709" y="3023599"/>
            <a:ext cx="371782" cy="274285"/>
            <a:chOff x="5223609" y="3731112"/>
            <a:chExt cx="371782" cy="274285"/>
          </a:xfrm>
        </p:grpSpPr>
        <p:sp>
          <p:nvSpPr>
            <p:cNvPr id="9947" name="Google Shape;9947;p12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2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120"/>
          <p:cNvGrpSpPr/>
          <p:nvPr/>
        </p:nvGrpSpPr>
        <p:grpSpPr>
          <a:xfrm>
            <a:off x="7925709" y="3550537"/>
            <a:ext cx="371782" cy="274285"/>
            <a:chOff x="5223609" y="3731112"/>
            <a:chExt cx="371782" cy="274285"/>
          </a:xfrm>
        </p:grpSpPr>
        <p:sp>
          <p:nvSpPr>
            <p:cNvPr id="9950" name="Google Shape;9950;p12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2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120"/>
          <p:cNvGrpSpPr/>
          <p:nvPr/>
        </p:nvGrpSpPr>
        <p:grpSpPr>
          <a:xfrm>
            <a:off x="7924363" y="1630109"/>
            <a:ext cx="1377929" cy="3383033"/>
            <a:chOff x="4641700" y="1190407"/>
            <a:chExt cx="1268928" cy="3115418"/>
          </a:xfrm>
        </p:grpSpPr>
        <p:sp>
          <p:nvSpPr>
            <p:cNvPr id="9953" name="Google Shape;9953;p120"/>
            <p:cNvSpPr/>
            <p:nvPr/>
          </p:nvSpPr>
          <p:spPr>
            <a:xfrm>
              <a:off x="4641700" y="4037025"/>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20"/>
            <p:cNvSpPr/>
            <p:nvPr/>
          </p:nvSpPr>
          <p:spPr>
            <a:xfrm>
              <a:off x="4814985" y="3787550"/>
              <a:ext cx="175864" cy="336811"/>
            </a:xfrm>
            <a:custGeom>
              <a:rect b="b" l="l" r="r" t="t"/>
              <a:pathLst>
                <a:path extrusionOk="0" h="20345" w="10623">
                  <a:moveTo>
                    <a:pt x="829" y="17788"/>
                  </a:moveTo>
                  <a:cubicBezTo>
                    <a:pt x="829" y="17788"/>
                    <a:pt x="2269" y="17392"/>
                    <a:pt x="2737" y="15484"/>
                  </a:cubicBezTo>
                  <a:cubicBezTo>
                    <a:pt x="3205" y="13575"/>
                    <a:pt x="3494" y="7886"/>
                    <a:pt x="3674" y="6014"/>
                  </a:cubicBezTo>
                  <a:cubicBezTo>
                    <a:pt x="3818" y="4142"/>
                    <a:pt x="5258" y="1"/>
                    <a:pt x="5258" y="1"/>
                  </a:cubicBezTo>
                  <a:lnTo>
                    <a:pt x="9975" y="2089"/>
                  </a:lnTo>
                  <a:lnTo>
                    <a:pt x="10623" y="3169"/>
                  </a:lnTo>
                  <a:lnTo>
                    <a:pt x="9363" y="6086"/>
                  </a:lnTo>
                  <a:cubicBezTo>
                    <a:pt x="9831" y="6986"/>
                    <a:pt x="9831" y="8066"/>
                    <a:pt x="9363" y="8966"/>
                  </a:cubicBezTo>
                  <a:cubicBezTo>
                    <a:pt x="8642" y="10659"/>
                    <a:pt x="5330" y="19552"/>
                    <a:pt x="4106" y="19948"/>
                  </a:cubicBezTo>
                  <a:cubicBezTo>
                    <a:pt x="2881" y="20345"/>
                    <a:pt x="1" y="19516"/>
                    <a:pt x="1" y="19516"/>
                  </a:cubicBezTo>
                  <a:cubicBezTo>
                    <a:pt x="37" y="19084"/>
                    <a:pt x="73" y="18616"/>
                    <a:pt x="181" y="18184"/>
                  </a:cubicBezTo>
                  <a:cubicBezTo>
                    <a:pt x="289" y="17932"/>
                    <a:pt x="541" y="17788"/>
                    <a:pt x="829" y="17788"/>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20"/>
            <p:cNvSpPr/>
            <p:nvPr/>
          </p:nvSpPr>
          <p:spPr>
            <a:xfrm>
              <a:off x="5470695" y="3812002"/>
              <a:ext cx="113269" cy="310572"/>
            </a:xfrm>
            <a:custGeom>
              <a:rect b="b" l="l" r="r" t="t"/>
              <a:pathLst>
                <a:path extrusionOk="0" h="18760" w="6842">
                  <a:moveTo>
                    <a:pt x="4645" y="0"/>
                  </a:moveTo>
                  <a:cubicBezTo>
                    <a:pt x="4645" y="2629"/>
                    <a:pt x="4645" y="4861"/>
                    <a:pt x="4789" y="6517"/>
                  </a:cubicBezTo>
                  <a:cubicBezTo>
                    <a:pt x="4861" y="7345"/>
                    <a:pt x="6157" y="14151"/>
                    <a:pt x="6157" y="14151"/>
                  </a:cubicBezTo>
                  <a:lnTo>
                    <a:pt x="6842" y="16887"/>
                  </a:lnTo>
                  <a:lnTo>
                    <a:pt x="6734" y="18039"/>
                  </a:lnTo>
                  <a:lnTo>
                    <a:pt x="3673" y="18760"/>
                  </a:lnTo>
                  <a:lnTo>
                    <a:pt x="756" y="16671"/>
                  </a:lnTo>
                  <a:cubicBezTo>
                    <a:pt x="756" y="16671"/>
                    <a:pt x="108" y="9434"/>
                    <a:pt x="252" y="8066"/>
                  </a:cubicBezTo>
                  <a:cubicBezTo>
                    <a:pt x="324" y="7309"/>
                    <a:pt x="432" y="6589"/>
                    <a:pt x="612" y="5905"/>
                  </a:cubicBezTo>
                  <a:lnTo>
                    <a:pt x="864" y="5545"/>
                  </a:lnTo>
                  <a:cubicBezTo>
                    <a:pt x="576" y="3709"/>
                    <a:pt x="288" y="1836"/>
                    <a:pt x="0" y="0"/>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20"/>
            <p:cNvSpPr/>
            <p:nvPr/>
          </p:nvSpPr>
          <p:spPr>
            <a:xfrm>
              <a:off x="5456988" y="3903799"/>
              <a:ext cx="168116" cy="243210"/>
            </a:xfrm>
            <a:custGeom>
              <a:rect b="b" l="l" r="r" t="t"/>
              <a:pathLst>
                <a:path extrusionOk="0" h="14691" w="10155">
                  <a:moveTo>
                    <a:pt x="6985" y="8606"/>
                  </a:moveTo>
                  <a:cubicBezTo>
                    <a:pt x="7238" y="9326"/>
                    <a:pt x="7562" y="10046"/>
                    <a:pt x="7922" y="10730"/>
                  </a:cubicBezTo>
                  <a:cubicBezTo>
                    <a:pt x="8210" y="11126"/>
                    <a:pt x="9434" y="12494"/>
                    <a:pt x="9614" y="12926"/>
                  </a:cubicBezTo>
                  <a:cubicBezTo>
                    <a:pt x="9794" y="13359"/>
                    <a:pt x="10154" y="14691"/>
                    <a:pt x="8714" y="14691"/>
                  </a:cubicBezTo>
                  <a:lnTo>
                    <a:pt x="3529" y="14691"/>
                  </a:lnTo>
                  <a:cubicBezTo>
                    <a:pt x="2161" y="14691"/>
                    <a:pt x="972" y="14259"/>
                    <a:pt x="972" y="12962"/>
                  </a:cubicBezTo>
                  <a:cubicBezTo>
                    <a:pt x="936" y="11702"/>
                    <a:pt x="864" y="7129"/>
                    <a:pt x="648" y="6121"/>
                  </a:cubicBezTo>
                  <a:cubicBezTo>
                    <a:pt x="468" y="5149"/>
                    <a:pt x="0" y="4033"/>
                    <a:pt x="216" y="3061"/>
                  </a:cubicBezTo>
                  <a:cubicBezTo>
                    <a:pt x="504" y="2088"/>
                    <a:pt x="864" y="1116"/>
                    <a:pt x="1368" y="216"/>
                  </a:cubicBezTo>
                  <a:cubicBezTo>
                    <a:pt x="1440" y="144"/>
                    <a:pt x="1548" y="72"/>
                    <a:pt x="1656" y="0"/>
                  </a:cubicBezTo>
                  <a:lnTo>
                    <a:pt x="1512" y="864"/>
                  </a:lnTo>
                  <a:cubicBezTo>
                    <a:pt x="1476" y="1080"/>
                    <a:pt x="1440" y="1260"/>
                    <a:pt x="1404" y="1476"/>
                  </a:cubicBezTo>
                  <a:cubicBezTo>
                    <a:pt x="1296" y="2917"/>
                    <a:pt x="1801" y="9326"/>
                    <a:pt x="1801" y="9866"/>
                  </a:cubicBezTo>
                  <a:cubicBezTo>
                    <a:pt x="1801" y="10406"/>
                    <a:pt x="2377" y="10766"/>
                    <a:pt x="3385" y="11018"/>
                  </a:cubicBezTo>
                  <a:cubicBezTo>
                    <a:pt x="4429" y="11306"/>
                    <a:pt x="6553" y="11558"/>
                    <a:pt x="7346" y="10802"/>
                  </a:cubicBezTo>
                  <a:cubicBezTo>
                    <a:pt x="7418" y="10694"/>
                    <a:pt x="7454" y="10550"/>
                    <a:pt x="7382" y="10406"/>
                  </a:cubicBezTo>
                  <a:cubicBezTo>
                    <a:pt x="7346" y="10118"/>
                    <a:pt x="6985" y="8606"/>
                    <a:pt x="6985" y="86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20"/>
            <p:cNvSpPr/>
            <p:nvPr/>
          </p:nvSpPr>
          <p:spPr>
            <a:xfrm>
              <a:off x="4853740" y="2103592"/>
              <a:ext cx="556165" cy="1761469"/>
            </a:xfrm>
            <a:custGeom>
              <a:rect b="b" l="l" r="r" t="t"/>
              <a:pathLst>
                <a:path extrusionOk="0" h="106401" w="33595">
                  <a:moveTo>
                    <a:pt x="17536" y="15412"/>
                  </a:moveTo>
                  <a:cubicBezTo>
                    <a:pt x="14115" y="38600"/>
                    <a:pt x="3601" y="85697"/>
                    <a:pt x="108" y="102116"/>
                  </a:cubicBezTo>
                  <a:cubicBezTo>
                    <a:pt x="0" y="102620"/>
                    <a:pt x="180" y="103160"/>
                    <a:pt x="576" y="103520"/>
                  </a:cubicBezTo>
                  <a:cubicBezTo>
                    <a:pt x="1225" y="104060"/>
                    <a:pt x="4897" y="106041"/>
                    <a:pt x="7238" y="106113"/>
                  </a:cubicBezTo>
                  <a:cubicBezTo>
                    <a:pt x="7238" y="106113"/>
                    <a:pt x="8498" y="106401"/>
                    <a:pt x="9038" y="105536"/>
                  </a:cubicBezTo>
                  <a:cubicBezTo>
                    <a:pt x="10802" y="102728"/>
                    <a:pt x="26105" y="43101"/>
                    <a:pt x="31758" y="29490"/>
                  </a:cubicBezTo>
                  <a:cubicBezTo>
                    <a:pt x="31758" y="29490"/>
                    <a:pt x="33595" y="10371"/>
                    <a:pt x="30174" y="5186"/>
                  </a:cubicBezTo>
                  <a:cubicBezTo>
                    <a:pt x="26717" y="1"/>
                    <a:pt x="18112" y="7238"/>
                    <a:pt x="18112" y="723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20"/>
            <p:cNvSpPr/>
            <p:nvPr/>
          </p:nvSpPr>
          <p:spPr>
            <a:xfrm>
              <a:off x="5247749" y="2157843"/>
              <a:ext cx="456620" cy="1730461"/>
            </a:xfrm>
            <a:custGeom>
              <a:rect b="b" l="l" r="r" t="t"/>
              <a:pathLst>
                <a:path extrusionOk="0" h="104528" w="27582">
                  <a:moveTo>
                    <a:pt x="1" y="3745"/>
                  </a:moveTo>
                  <a:cubicBezTo>
                    <a:pt x="1" y="3745"/>
                    <a:pt x="4934" y="4897"/>
                    <a:pt x="5582" y="13359"/>
                  </a:cubicBezTo>
                  <a:cubicBezTo>
                    <a:pt x="8498" y="50086"/>
                    <a:pt x="12027" y="64524"/>
                    <a:pt x="12423" y="103196"/>
                  </a:cubicBezTo>
                  <a:cubicBezTo>
                    <a:pt x="13575" y="104528"/>
                    <a:pt x="18112" y="104384"/>
                    <a:pt x="19408" y="103196"/>
                  </a:cubicBezTo>
                  <a:cubicBezTo>
                    <a:pt x="21029" y="85516"/>
                    <a:pt x="27582" y="25961"/>
                    <a:pt x="24197" y="11991"/>
                  </a:cubicBezTo>
                  <a:cubicBezTo>
                    <a:pt x="21929" y="2665"/>
                    <a:pt x="18832" y="0"/>
                    <a:pt x="1" y="37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20"/>
            <p:cNvSpPr/>
            <p:nvPr/>
          </p:nvSpPr>
          <p:spPr>
            <a:xfrm>
              <a:off x="4959245" y="3935386"/>
              <a:ext cx="60823" cy="211623"/>
            </a:xfrm>
            <a:custGeom>
              <a:rect b="b" l="l" r="r" t="t"/>
              <a:pathLst>
                <a:path extrusionOk="0" h="12783" w="3674">
                  <a:moveTo>
                    <a:pt x="2953" y="0"/>
                  </a:moveTo>
                  <a:cubicBezTo>
                    <a:pt x="2953" y="0"/>
                    <a:pt x="3673" y="216"/>
                    <a:pt x="3457" y="1657"/>
                  </a:cubicBezTo>
                  <a:cubicBezTo>
                    <a:pt x="3241" y="3061"/>
                    <a:pt x="2089" y="3997"/>
                    <a:pt x="2089" y="6806"/>
                  </a:cubicBezTo>
                  <a:lnTo>
                    <a:pt x="2089" y="12171"/>
                  </a:lnTo>
                  <a:cubicBezTo>
                    <a:pt x="2089" y="12171"/>
                    <a:pt x="2125" y="12783"/>
                    <a:pt x="1729" y="12783"/>
                  </a:cubicBezTo>
                  <a:lnTo>
                    <a:pt x="1441" y="12783"/>
                  </a:lnTo>
                  <a:cubicBezTo>
                    <a:pt x="1297" y="12783"/>
                    <a:pt x="1153" y="12639"/>
                    <a:pt x="1153" y="12171"/>
                  </a:cubicBezTo>
                  <a:lnTo>
                    <a:pt x="1153" y="6194"/>
                  </a:lnTo>
                  <a:cubicBezTo>
                    <a:pt x="1153" y="5293"/>
                    <a:pt x="757" y="3565"/>
                    <a:pt x="397" y="3241"/>
                  </a:cubicBezTo>
                  <a:cubicBezTo>
                    <a:pt x="0" y="2917"/>
                    <a:pt x="2953" y="0"/>
                    <a:pt x="2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20"/>
            <p:cNvSpPr/>
            <p:nvPr/>
          </p:nvSpPr>
          <p:spPr>
            <a:xfrm>
              <a:off x="4741679" y="3888287"/>
              <a:ext cx="279581" cy="258722"/>
            </a:xfrm>
            <a:custGeom>
              <a:rect b="b" l="l" r="r" t="t"/>
              <a:pathLst>
                <a:path extrusionOk="0" h="15628" w="16888">
                  <a:moveTo>
                    <a:pt x="13791" y="1"/>
                  </a:moveTo>
                  <a:cubicBezTo>
                    <a:pt x="15051" y="685"/>
                    <a:pt x="16095" y="1729"/>
                    <a:pt x="16815" y="2989"/>
                  </a:cubicBezTo>
                  <a:cubicBezTo>
                    <a:pt x="16887" y="3278"/>
                    <a:pt x="16779" y="3566"/>
                    <a:pt x="16527" y="3710"/>
                  </a:cubicBezTo>
                  <a:cubicBezTo>
                    <a:pt x="16131" y="3998"/>
                    <a:pt x="13395" y="6302"/>
                    <a:pt x="12854" y="7814"/>
                  </a:cubicBezTo>
                  <a:cubicBezTo>
                    <a:pt x="12314" y="9291"/>
                    <a:pt x="11450" y="12243"/>
                    <a:pt x="11054" y="13395"/>
                  </a:cubicBezTo>
                  <a:cubicBezTo>
                    <a:pt x="10694" y="14548"/>
                    <a:pt x="9902" y="15628"/>
                    <a:pt x="8570" y="15628"/>
                  </a:cubicBezTo>
                  <a:lnTo>
                    <a:pt x="1368" y="15628"/>
                  </a:lnTo>
                  <a:cubicBezTo>
                    <a:pt x="0" y="15628"/>
                    <a:pt x="468" y="14476"/>
                    <a:pt x="1440" y="13863"/>
                  </a:cubicBezTo>
                  <a:cubicBezTo>
                    <a:pt x="2412" y="13287"/>
                    <a:pt x="4573" y="11811"/>
                    <a:pt x="4861" y="11703"/>
                  </a:cubicBezTo>
                  <a:cubicBezTo>
                    <a:pt x="5185" y="11595"/>
                    <a:pt x="5293" y="11703"/>
                    <a:pt x="5293" y="11703"/>
                  </a:cubicBezTo>
                  <a:cubicBezTo>
                    <a:pt x="5293" y="11703"/>
                    <a:pt x="4969" y="11847"/>
                    <a:pt x="5077" y="12099"/>
                  </a:cubicBezTo>
                  <a:cubicBezTo>
                    <a:pt x="5185" y="12315"/>
                    <a:pt x="5905" y="12207"/>
                    <a:pt x="6625" y="12207"/>
                  </a:cubicBezTo>
                  <a:cubicBezTo>
                    <a:pt x="7633" y="12171"/>
                    <a:pt x="8570" y="11595"/>
                    <a:pt x="9002" y="10695"/>
                  </a:cubicBezTo>
                  <a:cubicBezTo>
                    <a:pt x="9542" y="9543"/>
                    <a:pt x="11666" y="3566"/>
                    <a:pt x="11882" y="3025"/>
                  </a:cubicBezTo>
                  <a:cubicBezTo>
                    <a:pt x="12062" y="2521"/>
                    <a:pt x="13431" y="1297"/>
                    <a:pt x="13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20"/>
            <p:cNvSpPr/>
            <p:nvPr/>
          </p:nvSpPr>
          <p:spPr>
            <a:xfrm>
              <a:off x="5315111" y="2228781"/>
              <a:ext cx="22664" cy="21472"/>
            </a:xfrm>
            <a:custGeom>
              <a:rect b="b" l="l" r="r" t="t"/>
              <a:pathLst>
                <a:path extrusionOk="0" h="1297" w="1369">
                  <a:moveTo>
                    <a:pt x="757" y="1296"/>
                  </a:moveTo>
                  <a:cubicBezTo>
                    <a:pt x="397" y="1296"/>
                    <a:pt x="73" y="1008"/>
                    <a:pt x="37" y="648"/>
                  </a:cubicBezTo>
                  <a:cubicBezTo>
                    <a:pt x="1" y="324"/>
                    <a:pt x="253" y="0"/>
                    <a:pt x="613" y="36"/>
                  </a:cubicBezTo>
                  <a:cubicBezTo>
                    <a:pt x="973" y="36"/>
                    <a:pt x="1261" y="288"/>
                    <a:pt x="1297" y="648"/>
                  </a:cubicBezTo>
                  <a:cubicBezTo>
                    <a:pt x="1369" y="1008"/>
                    <a:pt x="1081" y="1296"/>
                    <a:pt x="757" y="12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2" name="Google Shape;9962;p120"/>
            <p:cNvGrpSpPr/>
            <p:nvPr/>
          </p:nvGrpSpPr>
          <p:grpSpPr>
            <a:xfrm rot="140772">
              <a:off x="5320756" y="2310946"/>
              <a:ext cx="90096" cy="271875"/>
              <a:chOff x="490700" y="2360275"/>
              <a:chExt cx="38300" cy="115575"/>
            </a:xfrm>
          </p:grpSpPr>
          <p:sp>
            <p:nvSpPr>
              <p:cNvPr id="9963" name="Google Shape;9963;p120"/>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20"/>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120"/>
            <p:cNvGrpSpPr/>
            <p:nvPr/>
          </p:nvGrpSpPr>
          <p:grpSpPr>
            <a:xfrm>
              <a:off x="4947921" y="1190407"/>
              <a:ext cx="962706" cy="1381742"/>
              <a:chOff x="4947921" y="1190407"/>
              <a:chExt cx="962706" cy="1381742"/>
            </a:xfrm>
          </p:grpSpPr>
          <p:sp>
            <p:nvSpPr>
              <p:cNvPr id="9966" name="Google Shape;9966;p120"/>
              <p:cNvSpPr/>
              <p:nvPr/>
            </p:nvSpPr>
            <p:spPr>
              <a:xfrm>
                <a:off x="5062375" y="1655325"/>
                <a:ext cx="180270" cy="268257"/>
              </a:xfrm>
              <a:custGeom>
                <a:rect b="b" l="l" r="r" t="t"/>
                <a:pathLst>
                  <a:path extrusionOk="0" h="16204" w="10587">
                    <a:moveTo>
                      <a:pt x="10587" y="1"/>
                    </a:moveTo>
                    <a:cubicBezTo>
                      <a:pt x="10587" y="1"/>
                      <a:pt x="7130" y="1225"/>
                      <a:pt x="5762" y="2737"/>
                    </a:cubicBezTo>
                    <a:cubicBezTo>
                      <a:pt x="4430" y="4250"/>
                      <a:pt x="1" y="14331"/>
                      <a:pt x="1" y="14331"/>
                    </a:cubicBezTo>
                    <a:lnTo>
                      <a:pt x="9795" y="1620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20"/>
              <p:cNvSpPr/>
              <p:nvPr/>
            </p:nvSpPr>
            <p:spPr>
              <a:xfrm>
                <a:off x="5229949" y="1277592"/>
                <a:ext cx="421875" cy="489618"/>
              </a:xfrm>
              <a:custGeom>
                <a:rect b="b" l="l" r="r" t="t"/>
                <a:pathLst>
                  <a:path extrusionOk="0" h="35180" w="30318">
                    <a:moveTo>
                      <a:pt x="22504" y="13107"/>
                    </a:moveTo>
                    <a:cubicBezTo>
                      <a:pt x="22504" y="13107"/>
                      <a:pt x="30318" y="21461"/>
                      <a:pt x="23405" y="28302"/>
                    </a:cubicBezTo>
                    <a:cubicBezTo>
                      <a:pt x="16491" y="35179"/>
                      <a:pt x="0" y="27798"/>
                      <a:pt x="6949" y="13899"/>
                    </a:cubicBezTo>
                    <a:cubicBezTo>
                      <a:pt x="13935" y="1"/>
                      <a:pt x="22504" y="13107"/>
                      <a:pt x="22504" y="131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20"/>
              <p:cNvSpPr/>
              <p:nvPr/>
            </p:nvSpPr>
            <p:spPr>
              <a:xfrm>
                <a:off x="5279045" y="1190407"/>
                <a:ext cx="293620" cy="238045"/>
              </a:xfrm>
              <a:custGeom>
                <a:rect b="b" l="l" r="r" t="t"/>
                <a:pathLst>
                  <a:path extrusionOk="0" h="17104" w="21101">
                    <a:moveTo>
                      <a:pt x="19588" y="17104"/>
                    </a:moveTo>
                    <a:cubicBezTo>
                      <a:pt x="19588" y="17104"/>
                      <a:pt x="21101" y="12243"/>
                      <a:pt x="20885" y="9795"/>
                    </a:cubicBezTo>
                    <a:cubicBezTo>
                      <a:pt x="20705" y="7346"/>
                      <a:pt x="18904" y="4970"/>
                      <a:pt x="17572" y="5258"/>
                    </a:cubicBezTo>
                    <a:cubicBezTo>
                      <a:pt x="17572" y="5258"/>
                      <a:pt x="16312" y="2881"/>
                      <a:pt x="14728" y="1981"/>
                    </a:cubicBezTo>
                    <a:cubicBezTo>
                      <a:pt x="13143" y="1045"/>
                      <a:pt x="9687" y="1"/>
                      <a:pt x="4826" y="2881"/>
                    </a:cubicBezTo>
                    <a:cubicBezTo>
                      <a:pt x="1" y="5726"/>
                      <a:pt x="73" y="10443"/>
                      <a:pt x="37" y="12135"/>
                    </a:cubicBezTo>
                    <a:cubicBezTo>
                      <a:pt x="1" y="13791"/>
                      <a:pt x="19588" y="17104"/>
                      <a:pt x="19588" y="17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20"/>
              <p:cNvSpPr/>
              <p:nvPr/>
            </p:nvSpPr>
            <p:spPr>
              <a:xfrm>
                <a:off x="5160640" y="1629700"/>
                <a:ext cx="491203" cy="691486"/>
              </a:xfrm>
              <a:custGeom>
                <a:rect b="b" l="l" r="r" t="t"/>
                <a:pathLst>
                  <a:path extrusionOk="0" h="41769" w="29671">
                    <a:moveTo>
                      <a:pt x="5618" y="1729"/>
                    </a:moveTo>
                    <a:cubicBezTo>
                      <a:pt x="5618" y="1729"/>
                      <a:pt x="3385" y="7418"/>
                      <a:pt x="2953" y="8282"/>
                    </a:cubicBezTo>
                    <a:cubicBezTo>
                      <a:pt x="2521" y="9146"/>
                      <a:pt x="721" y="12927"/>
                      <a:pt x="361" y="14835"/>
                    </a:cubicBezTo>
                    <a:cubicBezTo>
                      <a:pt x="1" y="16744"/>
                      <a:pt x="721" y="19444"/>
                      <a:pt x="1477" y="20884"/>
                    </a:cubicBezTo>
                    <a:lnTo>
                      <a:pt x="1477" y="39788"/>
                    </a:lnTo>
                    <a:cubicBezTo>
                      <a:pt x="8678" y="41768"/>
                      <a:pt x="17644" y="41084"/>
                      <a:pt x="24881" y="39788"/>
                    </a:cubicBezTo>
                    <a:lnTo>
                      <a:pt x="23693" y="31902"/>
                    </a:lnTo>
                    <a:lnTo>
                      <a:pt x="29670" y="2953"/>
                    </a:lnTo>
                    <a:lnTo>
                      <a:pt x="20885" y="108"/>
                    </a:lnTo>
                    <a:lnTo>
                      <a:pt x="15015" y="1621"/>
                    </a:lnTo>
                    <a:lnTo>
                      <a:pt x="126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20"/>
              <p:cNvSpPr/>
              <p:nvPr/>
            </p:nvSpPr>
            <p:spPr>
              <a:xfrm>
                <a:off x="5367750" y="1526651"/>
                <a:ext cx="114722" cy="142998"/>
              </a:xfrm>
              <a:custGeom>
                <a:rect b="b" l="l" r="r" t="t"/>
                <a:pathLst>
                  <a:path extrusionOk="0" h="9146" w="8246">
                    <a:moveTo>
                      <a:pt x="8246" y="0"/>
                    </a:moveTo>
                    <a:lnTo>
                      <a:pt x="0" y="0"/>
                    </a:lnTo>
                    <a:lnTo>
                      <a:pt x="0" y="9146"/>
                    </a:lnTo>
                    <a:lnTo>
                      <a:pt x="3277" y="9146"/>
                    </a:lnTo>
                    <a:lnTo>
                      <a:pt x="8246" y="7202"/>
                    </a:ln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20"/>
              <p:cNvSpPr/>
              <p:nvPr/>
            </p:nvSpPr>
            <p:spPr>
              <a:xfrm>
                <a:off x="5259006" y="1408377"/>
                <a:ext cx="81180" cy="81696"/>
              </a:xfrm>
              <a:custGeom>
                <a:rect b="b" l="l" r="r" t="t"/>
                <a:pathLst>
                  <a:path extrusionOk="0" h="5870" w="5834">
                    <a:moveTo>
                      <a:pt x="2917" y="1"/>
                    </a:moveTo>
                    <a:lnTo>
                      <a:pt x="2701" y="37"/>
                    </a:lnTo>
                    <a:lnTo>
                      <a:pt x="2701" y="37"/>
                    </a:lnTo>
                    <a:cubicBezTo>
                      <a:pt x="613" y="505"/>
                      <a:pt x="1" y="3169"/>
                      <a:pt x="1657" y="4537"/>
                    </a:cubicBezTo>
                    <a:cubicBezTo>
                      <a:pt x="3313" y="5870"/>
                      <a:pt x="5798" y="4718"/>
                      <a:pt x="5798" y="2593"/>
                    </a:cubicBezTo>
                    <a:cubicBezTo>
                      <a:pt x="5834" y="1801"/>
                      <a:pt x="5474" y="1045"/>
                      <a:pt x="4861" y="541"/>
                    </a:cubicBezTo>
                    <a:cubicBezTo>
                      <a:pt x="4933" y="1297"/>
                      <a:pt x="4789" y="2233"/>
                      <a:pt x="3853" y="2341"/>
                    </a:cubicBezTo>
                    <a:lnTo>
                      <a:pt x="3853" y="865"/>
                    </a:lnTo>
                    <a:cubicBezTo>
                      <a:pt x="3817" y="361"/>
                      <a:pt x="3385" y="1"/>
                      <a:pt x="2917" y="1"/>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20"/>
              <p:cNvSpPr/>
              <p:nvPr/>
            </p:nvSpPr>
            <p:spPr>
              <a:xfrm>
                <a:off x="5477470" y="1407876"/>
                <a:ext cx="96709" cy="79692"/>
              </a:xfrm>
              <a:custGeom>
                <a:rect b="b" l="l" r="r" t="t"/>
                <a:pathLst>
                  <a:path extrusionOk="0" h="5726" w="6950">
                    <a:moveTo>
                      <a:pt x="4033" y="37"/>
                    </a:moveTo>
                    <a:lnTo>
                      <a:pt x="4213" y="73"/>
                    </a:lnTo>
                    <a:lnTo>
                      <a:pt x="4213" y="73"/>
                    </a:lnTo>
                    <a:cubicBezTo>
                      <a:pt x="6878" y="613"/>
                      <a:pt x="6950" y="4393"/>
                      <a:pt x="4321" y="5042"/>
                    </a:cubicBezTo>
                    <a:cubicBezTo>
                      <a:pt x="1693" y="5726"/>
                      <a:pt x="0" y="2341"/>
                      <a:pt x="2089" y="613"/>
                    </a:cubicBezTo>
                    <a:cubicBezTo>
                      <a:pt x="2053" y="1369"/>
                      <a:pt x="2161" y="2305"/>
                      <a:pt x="3133" y="2377"/>
                    </a:cubicBezTo>
                    <a:lnTo>
                      <a:pt x="3097" y="901"/>
                    </a:lnTo>
                    <a:cubicBezTo>
                      <a:pt x="3097" y="397"/>
                      <a:pt x="3529" y="1"/>
                      <a:pt x="4033" y="37"/>
                    </a:cubicBezTo>
                    <a:close/>
                  </a:path>
                </a:pathLst>
              </a:custGeom>
              <a:solidFill>
                <a:srgbClr val="D77F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20"/>
              <p:cNvSpPr/>
              <p:nvPr/>
            </p:nvSpPr>
            <p:spPr>
              <a:xfrm>
                <a:off x="5295089" y="1232503"/>
                <a:ext cx="243513" cy="354312"/>
              </a:xfrm>
              <a:custGeom>
                <a:rect b="b" l="l" r="r" t="t"/>
                <a:pathLst>
                  <a:path extrusionOk="0" h="25458" w="17500">
                    <a:moveTo>
                      <a:pt x="8750" y="25457"/>
                    </a:moveTo>
                    <a:cubicBezTo>
                      <a:pt x="13503" y="25457"/>
                      <a:pt x="17499" y="19552"/>
                      <a:pt x="17499" y="14907"/>
                    </a:cubicBezTo>
                    <a:lnTo>
                      <a:pt x="17499" y="8750"/>
                    </a:lnTo>
                    <a:cubicBezTo>
                      <a:pt x="17499" y="3925"/>
                      <a:pt x="13575" y="0"/>
                      <a:pt x="8750" y="0"/>
                    </a:cubicBezTo>
                    <a:lnTo>
                      <a:pt x="8750" y="0"/>
                    </a:lnTo>
                    <a:cubicBezTo>
                      <a:pt x="3925" y="0"/>
                      <a:pt x="0" y="3925"/>
                      <a:pt x="0" y="8750"/>
                    </a:cubicBezTo>
                    <a:lnTo>
                      <a:pt x="0" y="14799"/>
                    </a:lnTo>
                    <a:cubicBezTo>
                      <a:pt x="0" y="19912"/>
                      <a:pt x="3457" y="25457"/>
                      <a:pt x="8750" y="25457"/>
                    </a:cubicBezTo>
                    <a:close/>
                  </a:path>
                </a:pathLst>
              </a:custGeom>
              <a:solidFill>
                <a:srgbClr val="E6A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20"/>
              <p:cNvSpPr/>
              <p:nvPr/>
            </p:nvSpPr>
            <p:spPr>
              <a:xfrm>
                <a:off x="5367574" y="1630897"/>
                <a:ext cx="355883" cy="941251"/>
              </a:xfrm>
              <a:custGeom>
                <a:rect b="b" l="l" r="r" t="t"/>
                <a:pathLst>
                  <a:path extrusionOk="0" h="56856" w="21497">
                    <a:moveTo>
                      <a:pt x="16203" y="2701"/>
                    </a:moveTo>
                    <a:cubicBezTo>
                      <a:pt x="16203" y="2701"/>
                      <a:pt x="10154" y="0"/>
                      <a:pt x="9938" y="36"/>
                    </a:cubicBezTo>
                    <a:cubicBezTo>
                      <a:pt x="9650" y="108"/>
                      <a:pt x="9398" y="253"/>
                      <a:pt x="9182" y="433"/>
                    </a:cubicBezTo>
                    <a:lnTo>
                      <a:pt x="1296" y="15699"/>
                    </a:lnTo>
                    <a:cubicBezTo>
                      <a:pt x="360" y="17176"/>
                      <a:pt x="0" y="18976"/>
                      <a:pt x="288" y="20704"/>
                    </a:cubicBezTo>
                    <a:cubicBezTo>
                      <a:pt x="756" y="23693"/>
                      <a:pt x="1945" y="29238"/>
                      <a:pt x="1945" y="29238"/>
                    </a:cubicBezTo>
                    <a:cubicBezTo>
                      <a:pt x="2737" y="35503"/>
                      <a:pt x="3745" y="45297"/>
                      <a:pt x="5041" y="52354"/>
                    </a:cubicBezTo>
                    <a:cubicBezTo>
                      <a:pt x="5041" y="52354"/>
                      <a:pt x="5113" y="53110"/>
                      <a:pt x="6265" y="53434"/>
                    </a:cubicBezTo>
                    <a:cubicBezTo>
                      <a:pt x="7382" y="53758"/>
                      <a:pt x="20776" y="56603"/>
                      <a:pt x="20776" y="56603"/>
                    </a:cubicBezTo>
                    <a:cubicBezTo>
                      <a:pt x="20776" y="56603"/>
                      <a:pt x="21496" y="56855"/>
                      <a:pt x="21280" y="55631"/>
                    </a:cubicBezTo>
                    <a:cubicBezTo>
                      <a:pt x="21136" y="54803"/>
                      <a:pt x="16851" y="42236"/>
                      <a:pt x="14259" y="33523"/>
                    </a:cubicBezTo>
                    <a:cubicBezTo>
                      <a:pt x="13791" y="32046"/>
                      <a:pt x="13431" y="30714"/>
                      <a:pt x="13107" y="29526"/>
                    </a:cubicBezTo>
                    <a:cubicBezTo>
                      <a:pt x="12711" y="28014"/>
                      <a:pt x="12711" y="26429"/>
                      <a:pt x="13107" y="24917"/>
                    </a:cubicBezTo>
                    <a:lnTo>
                      <a:pt x="16203" y="1591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20"/>
              <p:cNvSpPr/>
              <p:nvPr/>
            </p:nvSpPr>
            <p:spPr>
              <a:xfrm>
                <a:off x="5083225" y="1629700"/>
                <a:ext cx="249454" cy="904880"/>
              </a:xfrm>
              <a:custGeom>
                <a:rect b="b" l="l" r="r" t="t"/>
                <a:pathLst>
                  <a:path extrusionOk="0" h="54659" w="14800">
                    <a:moveTo>
                      <a:pt x="14800" y="216"/>
                    </a:moveTo>
                    <a:cubicBezTo>
                      <a:pt x="14800" y="216"/>
                      <a:pt x="8859" y="13719"/>
                      <a:pt x="8463" y="14907"/>
                    </a:cubicBezTo>
                    <a:cubicBezTo>
                      <a:pt x="8066" y="16095"/>
                      <a:pt x="8607" y="17896"/>
                      <a:pt x="9075" y="20560"/>
                    </a:cubicBezTo>
                    <a:cubicBezTo>
                      <a:pt x="9147" y="20992"/>
                      <a:pt x="9219" y="21460"/>
                      <a:pt x="9183" y="21893"/>
                    </a:cubicBezTo>
                    <a:cubicBezTo>
                      <a:pt x="9183" y="22865"/>
                      <a:pt x="9075" y="28086"/>
                      <a:pt x="9075" y="28086"/>
                    </a:cubicBezTo>
                    <a:lnTo>
                      <a:pt x="10803" y="51526"/>
                    </a:lnTo>
                    <a:cubicBezTo>
                      <a:pt x="10695" y="52066"/>
                      <a:pt x="10335" y="52534"/>
                      <a:pt x="9795" y="52786"/>
                    </a:cubicBezTo>
                    <a:cubicBezTo>
                      <a:pt x="8931" y="53110"/>
                      <a:pt x="541" y="54515"/>
                      <a:pt x="541" y="54515"/>
                    </a:cubicBezTo>
                    <a:cubicBezTo>
                      <a:pt x="541" y="54515"/>
                      <a:pt x="1" y="54659"/>
                      <a:pt x="1" y="53975"/>
                    </a:cubicBezTo>
                    <a:cubicBezTo>
                      <a:pt x="1" y="53290"/>
                      <a:pt x="4394" y="30138"/>
                      <a:pt x="4394" y="30138"/>
                    </a:cubicBezTo>
                    <a:lnTo>
                      <a:pt x="4862" y="21496"/>
                    </a:lnTo>
                    <a:cubicBezTo>
                      <a:pt x="4862" y="21496"/>
                      <a:pt x="3674" y="17032"/>
                      <a:pt x="3206" y="15339"/>
                    </a:cubicBezTo>
                    <a:cubicBezTo>
                      <a:pt x="2737" y="13647"/>
                      <a:pt x="3602" y="11595"/>
                      <a:pt x="5006" y="9254"/>
                    </a:cubicBezTo>
                    <a:cubicBezTo>
                      <a:pt x="6410" y="6914"/>
                      <a:pt x="9327" y="1549"/>
                      <a:pt x="9327" y="1549"/>
                    </a:cubicBezTo>
                    <a:lnTo>
                      <a:pt x="14368" y="36"/>
                    </a:lnTo>
                    <a:cubicBezTo>
                      <a:pt x="14548" y="0"/>
                      <a:pt x="14692" y="72"/>
                      <a:pt x="14800" y="2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20"/>
              <p:cNvSpPr/>
              <p:nvPr/>
            </p:nvSpPr>
            <p:spPr>
              <a:xfrm>
                <a:off x="5572624" y="1675596"/>
                <a:ext cx="338003" cy="627716"/>
              </a:xfrm>
              <a:custGeom>
                <a:rect b="b" l="l" r="r" t="t"/>
                <a:pathLst>
                  <a:path extrusionOk="0" h="37917" w="20417">
                    <a:moveTo>
                      <a:pt x="3817" y="1"/>
                    </a:moveTo>
                    <a:cubicBezTo>
                      <a:pt x="4717" y="397"/>
                      <a:pt x="5582" y="865"/>
                      <a:pt x="6410" y="1405"/>
                    </a:cubicBezTo>
                    <a:cubicBezTo>
                      <a:pt x="7058" y="1909"/>
                      <a:pt x="15303" y="13035"/>
                      <a:pt x="18004" y="17644"/>
                    </a:cubicBezTo>
                    <a:cubicBezTo>
                      <a:pt x="20416" y="21749"/>
                      <a:pt x="18256" y="24342"/>
                      <a:pt x="15087" y="28302"/>
                    </a:cubicBezTo>
                    <a:cubicBezTo>
                      <a:pt x="12711" y="31291"/>
                      <a:pt x="7346" y="37592"/>
                      <a:pt x="7346" y="37592"/>
                    </a:cubicBezTo>
                    <a:cubicBezTo>
                      <a:pt x="7166" y="37808"/>
                      <a:pt x="6878" y="37916"/>
                      <a:pt x="6590" y="37808"/>
                    </a:cubicBezTo>
                    <a:cubicBezTo>
                      <a:pt x="6158" y="37592"/>
                      <a:pt x="3061" y="31111"/>
                      <a:pt x="3061" y="31111"/>
                    </a:cubicBezTo>
                    <a:cubicBezTo>
                      <a:pt x="3061" y="31111"/>
                      <a:pt x="2773" y="30751"/>
                      <a:pt x="3277" y="30067"/>
                    </a:cubicBezTo>
                    <a:cubicBezTo>
                      <a:pt x="3817" y="29382"/>
                      <a:pt x="9038" y="21425"/>
                      <a:pt x="9038" y="21425"/>
                    </a:cubicBezTo>
                    <a:lnTo>
                      <a:pt x="3133" y="12387"/>
                    </a:lnTo>
                    <a:cubicBezTo>
                      <a:pt x="3133" y="12387"/>
                      <a:pt x="0" y="6302"/>
                      <a:pt x="38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20"/>
              <p:cNvSpPr/>
              <p:nvPr/>
            </p:nvSpPr>
            <p:spPr>
              <a:xfrm>
                <a:off x="5482480" y="1267572"/>
                <a:ext cx="90197" cy="172410"/>
              </a:xfrm>
              <a:custGeom>
                <a:rect b="b" l="l" r="r" t="t"/>
                <a:pathLst>
                  <a:path extrusionOk="0" h="12388" w="6482">
                    <a:moveTo>
                      <a:pt x="4033" y="12387"/>
                    </a:moveTo>
                    <a:lnTo>
                      <a:pt x="3061" y="8534"/>
                    </a:lnTo>
                    <a:cubicBezTo>
                      <a:pt x="3061" y="8534"/>
                      <a:pt x="1" y="6302"/>
                      <a:pt x="1081" y="3133"/>
                    </a:cubicBezTo>
                    <a:cubicBezTo>
                      <a:pt x="2197" y="1"/>
                      <a:pt x="2413" y="325"/>
                      <a:pt x="2413" y="325"/>
                    </a:cubicBezTo>
                    <a:cubicBezTo>
                      <a:pt x="2413" y="325"/>
                      <a:pt x="6482" y="2161"/>
                      <a:pt x="4645"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20"/>
              <p:cNvSpPr/>
              <p:nvPr/>
            </p:nvSpPr>
            <p:spPr>
              <a:xfrm>
                <a:off x="5261010" y="1267572"/>
                <a:ext cx="90197" cy="172410"/>
              </a:xfrm>
              <a:custGeom>
                <a:rect b="b" l="l" r="r" t="t"/>
                <a:pathLst>
                  <a:path extrusionOk="0" h="12388" w="6482">
                    <a:moveTo>
                      <a:pt x="2449" y="12387"/>
                    </a:moveTo>
                    <a:lnTo>
                      <a:pt x="3385" y="8534"/>
                    </a:lnTo>
                    <a:cubicBezTo>
                      <a:pt x="3385" y="8534"/>
                      <a:pt x="6482" y="6302"/>
                      <a:pt x="5366" y="3133"/>
                    </a:cubicBezTo>
                    <a:cubicBezTo>
                      <a:pt x="4285" y="1"/>
                      <a:pt x="4069" y="325"/>
                      <a:pt x="4069" y="325"/>
                    </a:cubicBezTo>
                    <a:cubicBezTo>
                      <a:pt x="4069" y="325"/>
                      <a:pt x="1" y="2161"/>
                      <a:pt x="1837" y="104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20"/>
              <p:cNvSpPr/>
              <p:nvPr/>
            </p:nvSpPr>
            <p:spPr>
              <a:xfrm>
                <a:off x="5305617" y="1198918"/>
                <a:ext cx="222473" cy="169891"/>
              </a:xfrm>
              <a:custGeom>
                <a:rect b="b" l="l" r="r" t="t"/>
                <a:pathLst>
                  <a:path extrusionOk="0" h="12207" w="15988">
                    <a:moveTo>
                      <a:pt x="14619" y="11486"/>
                    </a:moveTo>
                    <a:lnTo>
                      <a:pt x="11846" y="8354"/>
                    </a:lnTo>
                    <a:cubicBezTo>
                      <a:pt x="11666" y="8138"/>
                      <a:pt x="11558" y="7885"/>
                      <a:pt x="11594" y="7597"/>
                    </a:cubicBezTo>
                    <a:cubicBezTo>
                      <a:pt x="11630" y="7165"/>
                      <a:pt x="11414" y="6625"/>
                      <a:pt x="10694" y="7309"/>
                    </a:cubicBezTo>
                    <a:cubicBezTo>
                      <a:pt x="9938" y="7994"/>
                      <a:pt x="4681" y="12206"/>
                      <a:pt x="0" y="10190"/>
                    </a:cubicBezTo>
                    <a:lnTo>
                      <a:pt x="612" y="4141"/>
                    </a:lnTo>
                    <a:cubicBezTo>
                      <a:pt x="612" y="4141"/>
                      <a:pt x="3709" y="0"/>
                      <a:pt x="9794" y="756"/>
                    </a:cubicBezTo>
                    <a:cubicBezTo>
                      <a:pt x="15843" y="1512"/>
                      <a:pt x="15987" y="7129"/>
                      <a:pt x="15987" y="71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20"/>
              <p:cNvSpPr/>
              <p:nvPr/>
            </p:nvSpPr>
            <p:spPr>
              <a:xfrm>
                <a:off x="4947921" y="1848463"/>
                <a:ext cx="552589" cy="346347"/>
              </a:xfrm>
              <a:custGeom>
                <a:rect b="b" l="l" r="r" t="t"/>
                <a:pathLst>
                  <a:path extrusionOk="0" h="20921" w="33379">
                    <a:moveTo>
                      <a:pt x="1081" y="1657"/>
                    </a:moveTo>
                    <a:cubicBezTo>
                      <a:pt x="1081" y="1657"/>
                      <a:pt x="9974" y="15376"/>
                      <a:pt x="10442" y="16384"/>
                    </a:cubicBezTo>
                    <a:cubicBezTo>
                      <a:pt x="10766" y="17032"/>
                      <a:pt x="11234" y="17536"/>
                      <a:pt x="11847" y="17896"/>
                    </a:cubicBezTo>
                    <a:cubicBezTo>
                      <a:pt x="11847" y="17896"/>
                      <a:pt x="28986" y="20669"/>
                      <a:pt x="31182" y="20777"/>
                    </a:cubicBezTo>
                    <a:cubicBezTo>
                      <a:pt x="33379" y="20921"/>
                      <a:pt x="32551" y="19409"/>
                      <a:pt x="32551" y="19409"/>
                    </a:cubicBezTo>
                    <a:cubicBezTo>
                      <a:pt x="32551" y="19409"/>
                      <a:pt x="23873" y="4466"/>
                      <a:pt x="23117" y="3097"/>
                    </a:cubicBezTo>
                    <a:cubicBezTo>
                      <a:pt x="22325" y="1729"/>
                      <a:pt x="20488" y="1801"/>
                      <a:pt x="20488" y="1801"/>
                    </a:cubicBezTo>
                    <a:lnTo>
                      <a:pt x="1873" y="1"/>
                    </a:lnTo>
                    <a:cubicBezTo>
                      <a:pt x="1873" y="1"/>
                      <a:pt x="0" y="1"/>
                      <a:pt x="1081" y="16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20"/>
              <p:cNvSpPr/>
              <p:nvPr/>
            </p:nvSpPr>
            <p:spPr>
              <a:xfrm>
                <a:off x="4961033" y="1865167"/>
                <a:ext cx="516831" cy="327855"/>
              </a:xfrm>
              <a:custGeom>
                <a:rect b="b" l="l" r="r" t="t"/>
                <a:pathLst>
                  <a:path extrusionOk="0" h="19804" w="31219">
                    <a:moveTo>
                      <a:pt x="289" y="648"/>
                    </a:moveTo>
                    <a:cubicBezTo>
                      <a:pt x="289" y="648"/>
                      <a:pt x="9182" y="14367"/>
                      <a:pt x="9650" y="15375"/>
                    </a:cubicBezTo>
                    <a:cubicBezTo>
                      <a:pt x="9974" y="16023"/>
                      <a:pt x="10442" y="16527"/>
                      <a:pt x="11055" y="16887"/>
                    </a:cubicBezTo>
                    <a:cubicBezTo>
                      <a:pt x="11055" y="16887"/>
                      <a:pt x="28194" y="19660"/>
                      <a:pt x="30390" y="19768"/>
                    </a:cubicBezTo>
                    <a:cubicBezTo>
                      <a:pt x="30678" y="19804"/>
                      <a:pt x="30966" y="19804"/>
                      <a:pt x="31218" y="19732"/>
                    </a:cubicBezTo>
                    <a:cubicBezTo>
                      <a:pt x="31182" y="19624"/>
                      <a:pt x="31146" y="19516"/>
                      <a:pt x="31110" y="19408"/>
                    </a:cubicBezTo>
                    <a:cubicBezTo>
                      <a:pt x="31110" y="19408"/>
                      <a:pt x="22433" y="4465"/>
                      <a:pt x="21677" y="3097"/>
                    </a:cubicBezTo>
                    <a:cubicBezTo>
                      <a:pt x="20920" y="1764"/>
                      <a:pt x="19084" y="1800"/>
                      <a:pt x="19084" y="1800"/>
                    </a:cubicBezTo>
                    <a:lnTo>
                      <a:pt x="433" y="0"/>
                    </a:lnTo>
                    <a:cubicBezTo>
                      <a:pt x="289" y="0"/>
                      <a:pt x="145" y="0"/>
                      <a:pt x="1" y="36"/>
                    </a:cubicBezTo>
                    <a:cubicBezTo>
                      <a:pt x="73" y="252"/>
                      <a:pt x="181" y="468"/>
                      <a:pt x="289" y="6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20"/>
              <p:cNvSpPr/>
              <p:nvPr/>
            </p:nvSpPr>
            <p:spPr>
              <a:xfrm>
                <a:off x="5489767" y="2095248"/>
                <a:ext cx="161560" cy="154408"/>
              </a:xfrm>
              <a:custGeom>
                <a:rect b="b" l="l" r="r" t="t"/>
                <a:pathLst>
                  <a:path extrusionOk="0" h="9327" w="9759">
                    <a:moveTo>
                      <a:pt x="6662" y="3385"/>
                    </a:moveTo>
                    <a:cubicBezTo>
                      <a:pt x="6050" y="2629"/>
                      <a:pt x="5510" y="1837"/>
                      <a:pt x="5005" y="1009"/>
                    </a:cubicBezTo>
                    <a:lnTo>
                      <a:pt x="2269" y="1"/>
                    </a:lnTo>
                    <a:cubicBezTo>
                      <a:pt x="1297" y="901"/>
                      <a:pt x="3169" y="1477"/>
                      <a:pt x="3709" y="1801"/>
                    </a:cubicBezTo>
                    <a:cubicBezTo>
                      <a:pt x="3997" y="1945"/>
                      <a:pt x="3637" y="2053"/>
                      <a:pt x="4285" y="3169"/>
                    </a:cubicBezTo>
                    <a:cubicBezTo>
                      <a:pt x="4285" y="3169"/>
                      <a:pt x="3241" y="2341"/>
                      <a:pt x="2125" y="2737"/>
                    </a:cubicBezTo>
                    <a:cubicBezTo>
                      <a:pt x="1045" y="3097"/>
                      <a:pt x="253" y="3421"/>
                      <a:pt x="253" y="3421"/>
                    </a:cubicBezTo>
                    <a:cubicBezTo>
                      <a:pt x="253" y="3961"/>
                      <a:pt x="1" y="4213"/>
                      <a:pt x="469" y="4358"/>
                    </a:cubicBezTo>
                    <a:cubicBezTo>
                      <a:pt x="901" y="4538"/>
                      <a:pt x="2341" y="3889"/>
                      <a:pt x="2629" y="4069"/>
                    </a:cubicBezTo>
                    <a:lnTo>
                      <a:pt x="4033" y="4898"/>
                    </a:lnTo>
                    <a:cubicBezTo>
                      <a:pt x="2773" y="4826"/>
                      <a:pt x="2809" y="4790"/>
                      <a:pt x="1837" y="5150"/>
                    </a:cubicBezTo>
                    <a:cubicBezTo>
                      <a:pt x="1369" y="5294"/>
                      <a:pt x="937" y="5474"/>
                      <a:pt x="505" y="5726"/>
                    </a:cubicBezTo>
                    <a:cubicBezTo>
                      <a:pt x="217" y="6122"/>
                      <a:pt x="649" y="6662"/>
                      <a:pt x="1189" y="6734"/>
                    </a:cubicBezTo>
                    <a:cubicBezTo>
                      <a:pt x="1765" y="6806"/>
                      <a:pt x="2809" y="6374"/>
                      <a:pt x="3313" y="6374"/>
                    </a:cubicBezTo>
                    <a:cubicBezTo>
                      <a:pt x="3709" y="6374"/>
                      <a:pt x="3997" y="6374"/>
                      <a:pt x="3493" y="6554"/>
                    </a:cubicBezTo>
                    <a:cubicBezTo>
                      <a:pt x="3169" y="6698"/>
                      <a:pt x="2017" y="7022"/>
                      <a:pt x="1729" y="7238"/>
                    </a:cubicBezTo>
                    <a:cubicBezTo>
                      <a:pt x="1333" y="7634"/>
                      <a:pt x="1837" y="8354"/>
                      <a:pt x="2413" y="8246"/>
                    </a:cubicBezTo>
                    <a:cubicBezTo>
                      <a:pt x="2989" y="8102"/>
                      <a:pt x="4537" y="7490"/>
                      <a:pt x="4969" y="7778"/>
                    </a:cubicBezTo>
                    <a:cubicBezTo>
                      <a:pt x="5366" y="8102"/>
                      <a:pt x="6482" y="9326"/>
                      <a:pt x="7634" y="8966"/>
                    </a:cubicBezTo>
                    <a:cubicBezTo>
                      <a:pt x="8930" y="8534"/>
                      <a:pt x="9506" y="8858"/>
                      <a:pt x="9578" y="8570"/>
                    </a:cubicBezTo>
                    <a:cubicBezTo>
                      <a:pt x="9758" y="7994"/>
                      <a:pt x="8750" y="6050"/>
                      <a:pt x="8246" y="5006"/>
                    </a:cubicBezTo>
                    <a:cubicBezTo>
                      <a:pt x="7994" y="4538"/>
                      <a:pt x="7598" y="4646"/>
                      <a:pt x="6662" y="3385"/>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20"/>
              <p:cNvSpPr/>
              <p:nvPr/>
            </p:nvSpPr>
            <p:spPr>
              <a:xfrm>
                <a:off x="5275777" y="1965904"/>
                <a:ext cx="170500" cy="170500"/>
              </a:xfrm>
              <a:custGeom>
                <a:rect b="b" l="l" r="r" t="t"/>
                <a:pathLst>
                  <a:path extrusionOk="0" h="10299" w="10299">
                    <a:moveTo>
                      <a:pt x="0" y="5653"/>
                    </a:moveTo>
                    <a:cubicBezTo>
                      <a:pt x="108" y="4537"/>
                      <a:pt x="1008" y="3781"/>
                      <a:pt x="1980" y="2197"/>
                    </a:cubicBezTo>
                    <a:cubicBezTo>
                      <a:pt x="2917" y="612"/>
                      <a:pt x="2629" y="468"/>
                      <a:pt x="2629" y="468"/>
                    </a:cubicBezTo>
                    <a:cubicBezTo>
                      <a:pt x="2629" y="468"/>
                      <a:pt x="3889" y="0"/>
                      <a:pt x="3925" y="1693"/>
                    </a:cubicBezTo>
                    <a:cubicBezTo>
                      <a:pt x="3961" y="3385"/>
                      <a:pt x="4177" y="3493"/>
                      <a:pt x="4177" y="3493"/>
                    </a:cubicBezTo>
                    <a:lnTo>
                      <a:pt x="7021" y="2413"/>
                    </a:lnTo>
                    <a:lnTo>
                      <a:pt x="6445" y="1368"/>
                    </a:lnTo>
                    <a:cubicBezTo>
                      <a:pt x="6445" y="1368"/>
                      <a:pt x="8498" y="1116"/>
                      <a:pt x="8858" y="2269"/>
                    </a:cubicBezTo>
                    <a:cubicBezTo>
                      <a:pt x="9218" y="3385"/>
                      <a:pt x="8966" y="3601"/>
                      <a:pt x="8966" y="3601"/>
                    </a:cubicBezTo>
                    <a:cubicBezTo>
                      <a:pt x="9326" y="3817"/>
                      <a:pt x="9542" y="4213"/>
                      <a:pt x="9578" y="4609"/>
                    </a:cubicBezTo>
                    <a:cubicBezTo>
                      <a:pt x="9650" y="5041"/>
                      <a:pt x="9578" y="5473"/>
                      <a:pt x="9434" y="5905"/>
                    </a:cubicBezTo>
                    <a:cubicBezTo>
                      <a:pt x="9830" y="6229"/>
                      <a:pt x="10082" y="6733"/>
                      <a:pt x="10118" y="7238"/>
                    </a:cubicBezTo>
                    <a:cubicBezTo>
                      <a:pt x="10298" y="8210"/>
                      <a:pt x="7886" y="9542"/>
                      <a:pt x="5761" y="10010"/>
                    </a:cubicBezTo>
                    <a:cubicBezTo>
                      <a:pt x="4393" y="10298"/>
                      <a:pt x="2953" y="10298"/>
                      <a:pt x="1584" y="10010"/>
                    </a:cubicBezTo>
                    <a:close/>
                  </a:path>
                </a:pathLst>
              </a:custGeom>
              <a:solidFill>
                <a:srgbClr val="E6A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20"/>
              <p:cNvSpPr/>
              <p:nvPr/>
            </p:nvSpPr>
            <p:spPr>
              <a:xfrm>
                <a:off x="5004556" y="1983187"/>
                <a:ext cx="309976" cy="296268"/>
              </a:xfrm>
              <a:custGeom>
                <a:rect b="b" l="l" r="r" t="t"/>
                <a:pathLst>
                  <a:path extrusionOk="0" h="17896" w="18724">
                    <a:moveTo>
                      <a:pt x="16599" y="4069"/>
                    </a:moveTo>
                    <a:cubicBezTo>
                      <a:pt x="16599" y="4069"/>
                      <a:pt x="18147" y="8030"/>
                      <a:pt x="18724" y="8822"/>
                    </a:cubicBezTo>
                    <a:cubicBezTo>
                      <a:pt x="18724" y="9002"/>
                      <a:pt x="18688" y="9146"/>
                      <a:pt x="18652" y="9326"/>
                    </a:cubicBezTo>
                    <a:cubicBezTo>
                      <a:pt x="18363" y="9938"/>
                      <a:pt x="0" y="17896"/>
                      <a:pt x="540" y="8678"/>
                    </a:cubicBezTo>
                    <a:cubicBezTo>
                      <a:pt x="828" y="5762"/>
                      <a:pt x="1260" y="2881"/>
                      <a:pt x="1836" y="0"/>
                    </a:cubicBezTo>
                    <a:lnTo>
                      <a:pt x="5329" y="5473"/>
                    </a:lnTo>
                    <a:lnTo>
                      <a:pt x="15519" y="4069"/>
                    </a:lnTo>
                    <a:cubicBezTo>
                      <a:pt x="15519" y="4069"/>
                      <a:pt x="16419" y="3889"/>
                      <a:pt x="16599" y="406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5" name="Google Shape;9985;p120"/>
              <p:cNvGrpSpPr/>
              <p:nvPr/>
            </p:nvGrpSpPr>
            <p:grpSpPr>
              <a:xfrm>
                <a:off x="5321786" y="1406664"/>
                <a:ext cx="182684" cy="113939"/>
                <a:chOff x="6478625" y="1323824"/>
                <a:chExt cx="217325" cy="135545"/>
              </a:xfrm>
            </p:grpSpPr>
            <p:sp>
              <p:nvSpPr>
                <p:cNvPr id="9986" name="Google Shape;9986;p120"/>
                <p:cNvSpPr/>
                <p:nvPr/>
              </p:nvSpPr>
              <p:spPr>
                <a:xfrm>
                  <a:off x="6515152" y="1323877"/>
                  <a:ext cx="22251" cy="40648"/>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20"/>
                <p:cNvSpPr/>
                <p:nvPr/>
              </p:nvSpPr>
              <p:spPr>
                <a:xfrm>
                  <a:off x="6636470" y="1323824"/>
                  <a:ext cx="22270" cy="40686"/>
                </a:xfrm>
                <a:custGeom>
                  <a:rect b="b" l="l" r="r" t="t"/>
                  <a:pathLst>
                    <a:path extrusionOk="0" h="846" w="463">
                      <a:moveTo>
                        <a:pt x="225" y="0"/>
                      </a:moveTo>
                      <a:cubicBezTo>
                        <a:pt x="106" y="0"/>
                        <a:pt x="0" y="198"/>
                        <a:pt x="0" y="423"/>
                      </a:cubicBezTo>
                      <a:cubicBezTo>
                        <a:pt x="0" y="647"/>
                        <a:pt x="106" y="845"/>
                        <a:pt x="225" y="845"/>
                      </a:cubicBezTo>
                      <a:cubicBezTo>
                        <a:pt x="357" y="845"/>
                        <a:pt x="463" y="647"/>
                        <a:pt x="463" y="423"/>
                      </a:cubicBezTo>
                      <a:cubicBezTo>
                        <a:pt x="463" y="185"/>
                        <a:pt x="357"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20"/>
                <p:cNvSpPr/>
                <p:nvPr/>
              </p:nvSpPr>
              <p:spPr>
                <a:xfrm>
                  <a:off x="6638049"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20"/>
                <p:cNvSpPr/>
                <p:nvPr/>
              </p:nvSpPr>
              <p:spPr>
                <a:xfrm>
                  <a:off x="6478625" y="1387824"/>
                  <a:ext cx="57902" cy="25038"/>
                </a:xfrm>
                <a:custGeom>
                  <a:rect b="b" l="l" r="r" t="t"/>
                  <a:pathLst>
                    <a:path extrusionOk="0" h="609" w="1546">
                      <a:moveTo>
                        <a:pt x="766" y="1"/>
                      </a:moveTo>
                      <a:cubicBezTo>
                        <a:pt x="344" y="1"/>
                        <a:pt x="0" y="133"/>
                        <a:pt x="0" y="304"/>
                      </a:cubicBezTo>
                      <a:cubicBezTo>
                        <a:pt x="0" y="463"/>
                        <a:pt x="344" y="608"/>
                        <a:pt x="766" y="608"/>
                      </a:cubicBezTo>
                      <a:cubicBezTo>
                        <a:pt x="1202" y="608"/>
                        <a:pt x="1546" y="476"/>
                        <a:pt x="1546" y="304"/>
                      </a:cubicBezTo>
                      <a:cubicBezTo>
                        <a:pt x="1546" y="133"/>
                        <a:pt x="1202" y="1"/>
                        <a:pt x="766"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20"/>
                <p:cNvSpPr/>
                <p:nvPr/>
              </p:nvSpPr>
              <p:spPr>
                <a:xfrm>
                  <a:off x="6549186" y="1428023"/>
                  <a:ext cx="75509" cy="31346"/>
                </a:xfrm>
                <a:custGeom>
                  <a:rect b="b" l="l" r="r" t="t"/>
                  <a:pathLst>
                    <a:path extrusionOk="0" h="580" w="2016">
                      <a:moveTo>
                        <a:pt x="1904" y="1"/>
                      </a:moveTo>
                      <a:cubicBezTo>
                        <a:pt x="1882" y="1"/>
                        <a:pt x="1861" y="8"/>
                        <a:pt x="1844" y="24"/>
                      </a:cubicBezTo>
                      <a:cubicBezTo>
                        <a:pt x="1826" y="43"/>
                        <a:pt x="1382" y="399"/>
                        <a:pt x="878" y="399"/>
                      </a:cubicBezTo>
                      <a:cubicBezTo>
                        <a:pt x="651" y="399"/>
                        <a:pt x="411" y="327"/>
                        <a:pt x="193" y="117"/>
                      </a:cubicBezTo>
                      <a:cubicBezTo>
                        <a:pt x="175" y="96"/>
                        <a:pt x="155" y="87"/>
                        <a:pt x="134" y="87"/>
                      </a:cubicBezTo>
                      <a:cubicBezTo>
                        <a:pt x="65" y="87"/>
                        <a:pt x="0" y="188"/>
                        <a:pt x="61" y="249"/>
                      </a:cubicBezTo>
                      <a:cubicBezTo>
                        <a:pt x="273" y="460"/>
                        <a:pt x="563" y="579"/>
                        <a:pt x="867" y="579"/>
                      </a:cubicBezTo>
                      <a:cubicBezTo>
                        <a:pt x="1263" y="553"/>
                        <a:pt x="1646" y="407"/>
                        <a:pt x="1976" y="170"/>
                      </a:cubicBezTo>
                      <a:cubicBezTo>
                        <a:pt x="2016" y="130"/>
                        <a:pt x="2016" y="77"/>
                        <a:pt x="1990" y="38"/>
                      </a:cubicBezTo>
                      <a:cubicBezTo>
                        <a:pt x="1967" y="15"/>
                        <a:pt x="1935" y="1"/>
                        <a:pt x="1904"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20"/>
                <p:cNvSpPr/>
                <p:nvPr/>
              </p:nvSpPr>
              <p:spPr>
                <a:xfrm>
                  <a:off x="6571578" y="1339570"/>
                  <a:ext cx="35124" cy="51125"/>
                </a:xfrm>
                <a:custGeom>
                  <a:rect b="b" l="l" r="r" t="t"/>
                  <a:pathLst>
                    <a:path extrusionOk="0" h="1206" w="799">
                      <a:moveTo>
                        <a:pt x="448" y="0"/>
                      </a:moveTo>
                      <a:cubicBezTo>
                        <a:pt x="406" y="0"/>
                        <a:pt x="368" y="24"/>
                        <a:pt x="357" y="57"/>
                      </a:cubicBezTo>
                      <a:lnTo>
                        <a:pt x="1" y="1060"/>
                      </a:lnTo>
                      <a:cubicBezTo>
                        <a:pt x="1" y="1087"/>
                        <a:pt x="1" y="1113"/>
                        <a:pt x="1" y="1139"/>
                      </a:cubicBezTo>
                      <a:cubicBezTo>
                        <a:pt x="14" y="1166"/>
                        <a:pt x="40" y="1179"/>
                        <a:pt x="67" y="1192"/>
                      </a:cubicBezTo>
                      <a:cubicBezTo>
                        <a:pt x="133" y="1206"/>
                        <a:pt x="199" y="1206"/>
                        <a:pt x="252" y="1206"/>
                      </a:cubicBezTo>
                      <a:cubicBezTo>
                        <a:pt x="410" y="1206"/>
                        <a:pt x="568" y="1179"/>
                        <a:pt x="701" y="1100"/>
                      </a:cubicBezTo>
                      <a:cubicBezTo>
                        <a:pt x="799" y="1056"/>
                        <a:pt x="753" y="922"/>
                        <a:pt x="666" y="922"/>
                      </a:cubicBezTo>
                      <a:cubicBezTo>
                        <a:pt x="648" y="922"/>
                        <a:pt x="629" y="928"/>
                        <a:pt x="608" y="941"/>
                      </a:cubicBezTo>
                      <a:cubicBezTo>
                        <a:pt x="489" y="994"/>
                        <a:pt x="357" y="1021"/>
                        <a:pt x="225" y="1021"/>
                      </a:cubicBezTo>
                      <a:lnTo>
                        <a:pt x="529" y="123"/>
                      </a:lnTo>
                      <a:cubicBezTo>
                        <a:pt x="555" y="83"/>
                        <a:pt x="529" y="17"/>
                        <a:pt x="476" y="4"/>
                      </a:cubicBezTo>
                      <a:cubicBezTo>
                        <a:pt x="467" y="1"/>
                        <a:pt x="457" y="0"/>
                        <a:pt x="448"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2" name="Google Shape;9992;p120"/>
              <p:cNvSpPr/>
              <p:nvPr/>
            </p:nvSpPr>
            <p:spPr>
              <a:xfrm rot="785631">
                <a:off x="5335314" y="1372834"/>
                <a:ext cx="53648" cy="2953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20"/>
              <p:cNvSpPr/>
              <p:nvPr/>
            </p:nvSpPr>
            <p:spPr>
              <a:xfrm flipH="1" rot="-722579">
                <a:off x="5442645" y="1372295"/>
                <a:ext cx="55637" cy="30622"/>
              </a:xfrm>
              <a:custGeom>
                <a:rect b="b" l="l" r="r" t="t"/>
                <a:pathLst>
                  <a:path extrusionOk="0" h="938" w="1704">
                    <a:moveTo>
                      <a:pt x="1347" y="0"/>
                    </a:moveTo>
                    <a:cubicBezTo>
                      <a:pt x="0" y="159"/>
                      <a:pt x="211" y="938"/>
                      <a:pt x="211" y="938"/>
                    </a:cubicBezTo>
                    <a:cubicBezTo>
                      <a:pt x="726" y="330"/>
                      <a:pt x="1453" y="700"/>
                      <a:pt x="1572" y="370"/>
                    </a:cubicBezTo>
                    <a:cubicBezTo>
                      <a:pt x="1704" y="40"/>
                      <a:pt x="1347" y="0"/>
                      <a:pt x="1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4" name="Google Shape;9994;p120"/>
              <p:cNvGrpSpPr/>
              <p:nvPr/>
            </p:nvGrpSpPr>
            <p:grpSpPr>
              <a:xfrm flipH="1">
                <a:off x="5548792" y="1802903"/>
                <a:ext cx="122777" cy="143008"/>
                <a:chOff x="341450" y="2082850"/>
                <a:chExt cx="72675" cy="84625"/>
              </a:xfrm>
            </p:grpSpPr>
            <p:sp>
              <p:nvSpPr>
                <p:cNvPr id="9995" name="Google Shape;9995;p120"/>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20"/>
                <p:cNvSpPr/>
                <p:nvPr/>
              </p:nvSpPr>
              <p:spPr>
                <a:xfrm>
                  <a:off x="390975" y="2093150"/>
                  <a:ext cx="23150" cy="6975"/>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120"/>
              <p:cNvGrpSpPr/>
              <p:nvPr/>
            </p:nvGrpSpPr>
            <p:grpSpPr>
              <a:xfrm flipH="1">
                <a:off x="5718290" y="2016211"/>
                <a:ext cx="48206" cy="20876"/>
                <a:chOff x="284000" y="2200125"/>
                <a:chExt cx="36675" cy="15875"/>
              </a:xfrm>
            </p:grpSpPr>
            <p:sp>
              <p:nvSpPr>
                <p:cNvPr id="9998" name="Google Shape;9998;p120"/>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20"/>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3" name="Shape 10003"/>
        <p:cNvGrpSpPr/>
        <p:nvPr/>
      </p:nvGrpSpPr>
      <p:grpSpPr>
        <a:xfrm>
          <a:off x="0" y="0"/>
          <a:ext cx="0" cy="0"/>
          <a:chOff x="0" y="0"/>
          <a:chExt cx="0" cy="0"/>
        </a:xfrm>
      </p:grpSpPr>
      <p:sp>
        <p:nvSpPr>
          <p:cNvPr id="10004" name="Google Shape;10004;p121"/>
          <p:cNvSpPr txBox="1"/>
          <p:nvPr>
            <p:ph type="title"/>
          </p:nvPr>
        </p:nvSpPr>
        <p:spPr>
          <a:xfrm>
            <a:off x="2620175" y="3736825"/>
            <a:ext cx="3825600" cy="42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—Someone Famous</a:t>
            </a:r>
            <a:endParaRPr>
              <a:solidFill>
                <a:schemeClr val="dk1"/>
              </a:solidFill>
            </a:endParaRPr>
          </a:p>
        </p:txBody>
      </p:sp>
      <p:grpSp>
        <p:nvGrpSpPr>
          <p:cNvPr id="10005" name="Google Shape;10005;p121"/>
          <p:cNvGrpSpPr/>
          <p:nvPr/>
        </p:nvGrpSpPr>
        <p:grpSpPr>
          <a:xfrm>
            <a:off x="2162577" y="706063"/>
            <a:ext cx="4740810" cy="3030765"/>
            <a:chOff x="2413900" y="1707875"/>
            <a:chExt cx="835650" cy="534225"/>
          </a:xfrm>
        </p:grpSpPr>
        <p:sp>
          <p:nvSpPr>
            <p:cNvPr id="10006" name="Google Shape;10006;p121"/>
            <p:cNvSpPr/>
            <p:nvPr/>
          </p:nvSpPr>
          <p:spPr>
            <a:xfrm>
              <a:off x="2413900" y="2187925"/>
              <a:ext cx="835650" cy="54175"/>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21"/>
            <p:cNvSpPr/>
            <p:nvPr/>
          </p:nvSpPr>
          <p:spPr>
            <a:xfrm>
              <a:off x="2413900" y="1707875"/>
              <a:ext cx="835650" cy="501850"/>
            </a:xfrm>
            <a:custGeom>
              <a:rect b="b" l="l" r="r" t="t"/>
              <a:pathLst>
                <a:path extrusionOk="0" h="20074" w="33426">
                  <a:moveTo>
                    <a:pt x="0" y="0"/>
                  </a:moveTo>
                  <a:lnTo>
                    <a:pt x="0" y="19625"/>
                  </a:lnTo>
                  <a:lnTo>
                    <a:pt x="33426" y="20074"/>
                  </a:lnTo>
                  <a:lnTo>
                    <a:pt x="334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21"/>
            <p:cNvSpPr/>
            <p:nvPr/>
          </p:nvSpPr>
          <p:spPr>
            <a:xfrm>
              <a:off x="3231050" y="1720075"/>
              <a:ext cx="5300" cy="466875"/>
            </a:xfrm>
            <a:custGeom>
              <a:rect b="b" l="l" r="r" t="t"/>
              <a:pathLst>
                <a:path extrusionOk="0" h="18675" w="212">
                  <a:moveTo>
                    <a:pt x="212" y="1"/>
                  </a:moveTo>
                  <a:lnTo>
                    <a:pt x="0" y="318"/>
                  </a:lnTo>
                  <a:lnTo>
                    <a:pt x="0" y="18529"/>
                  </a:lnTo>
                  <a:lnTo>
                    <a:pt x="212" y="18675"/>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21"/>
            <p:cNvSpPr/>
            <p:nvPr/>
          </p:nvSpPr>
          <p:spPr>
            <a:xfrm>
              <a:off x="2427100" y="1720075"/>
              <a:ext cx="809250" cy="7950"/>
            </a:xfrm>
            <a:custGeom>
              <a:rect b="b" l="l" r="r" t="t"/>
              <a:pathLst>
                <a:path extrusionOk="0" h="318" w="32370">
                  <a:moveTo>
                    <a:pt x="32370" y="1"/>
                  </a:moveTo>
                  <a:lnTo>
                    <a:pt x="0" y="159"/>
                  </a:lnTo>
                  <a:lnTo>
                    <a:pt x="0" y="318"/>
                  </a:lnTo>
                  <a:lnTo>
                    <a:pt x="32158" y="318"/>
                  </a:lnTo>
                  <a:lnTo>
                    <a:pt x="32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21"/>
            <p:cNvSpPr/>
            <p:nvPr/>
          </p:nvSpPr>
          <p:spPr>
            <a:xfrm>
              <a:off x="2427100" y="1724050"/>
              <a:ext cx="5300" cy="463900"/>
            </a:xfrm>
            <a:custGeom>
              <a:rect b="b" l="l" r="r" t="t"/>
              <a:pathLst>
                <a:path extrusionOk="0" h="18556" w="212">
                  <a:moveTo>
                    <a:pt x="0" y="0"/>
                  </a:moveTo>
                  <a:lnTo>
                    <a:pt x="0" y="18555"/>
                  </a:lnTo>
                  <a:lnTo>
                    <a:pt x="212" y="18185"/>
                  </a:lnTo>
                  <a:lnTo>
                    <a:pt x="212" y="15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21"/>
            <p:cNvSpPr/>
            <p:nvPr/>
          </p:nvSpPr>
          <p:spPr>
            <a:xfrm>
              <a:off x="2427100" y="2173050"/>
              <a:ext cx="809250" cy="14900"/>
            </a:xfrm>
            <a:custGeom>
              <a:rect b="b" l="l" r="r" t="t"/>
              <a:pathLst>
                <a:path extrusionOk="0" h="596" w="32370">
                  <a:moveTo>
                    <a:pt x="32158" y="1"/>
                  </a:moveTo>
                  <a:lnTo>
                    <a:pt x="291" y="93"/>
                  </a:lnTo>
                  <a:lnTo>
                    <a:pt x="0" y="595"/>
                  </a:lnTo>
                  <a:lnTo>
                    <a:pt x="32370" y="556"/>
                  </a:lnTo>
                  <a:lnTo>
                    <a:pt x="32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21"/>
            <p:cNvSpPr/>
            <p:nvPr/>
          </p:nvSpPr>
          <p:spPr>
            <a:xfrm>
              <a:off x="2432375" y="1728000"/>
              <a:ext cx="798700" cy="455325"/>
            </a:xfrm>
            <a:custGeom>
              <a:rect b="b" l="l" r="r" t="t"/>
              <a:pathLst>
                <a:path extrusionOk="0" h="18213" w="31948">
                  <a:moveTo>
                    <a:pt x="1" y="1"/>
                  </a:moveTo>
                  <a:lnTo>
                    <a:pt x="1" y="18027"/>
                  </a:lnTo>
                  <a:lnTo>
                    <a:pt x="31947" y="18212"/>
                  </a:lnTo>
                  <a:lnTo>
                    <a:pt x="319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0013" name="Google Shape;10013;p121"/>
          <p:cNvSpPr txBox="1"/>
          <p:nvPr>
            <p:ph idx="1" type="subTitle"/>
          </p:nvPr>
        </p:nvSpPr>
        <p:spPr>
          <a:xfrm>
            <a:off x="2620100" y="1127250"/>
            <a:ext cx="3825600" cy="19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0014" name="Google Shape;10014;p12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2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2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2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21"/>
          <p:cNvSpPr/>
          <p:nvPr/>
        </p:nvSpPr>
        <p:spPr>
          <a:xfrm>
            <a:off x="328025" y="4693675"/>
            <a:ext cx="20871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9" name="Google Shape;10019;p121"/>
          <p:cNvGrpSpPr/>
          <p:nvPr/>
        </p:nvGrpSpPr>
        <p:grpSpPr>
          <a:xfrm>
            <a:off x="408663" y="1269398"/>
            <a:ext cx="1258847" cy="3581103"/>
            <a:chOff x="637263" y="1137498"/>
            <a:chExt cx="1258847" cy="3581103"/>
          </a:xfrm>
        </p:grpSpPr>
        <p:sp>
          <p:nvSpPr>
            <p:cNvPr id="10020" name="Google Shape;10020;p121"/>
            <p:cNvSpPr/>
            <p:nvPr/>
          </p:nvSpPr>
          <p:spPr>
            <a:xfrm>
              <a:off x="971785" y="2780073"/>
              <a:ext cx="337269" cy="1675227"/>
            </a:xfrm>
            <a:custGeom>
              <a:rect b="b" l="l" r="r" t="t"/>
              <a:pathLst>
                <a:path extrusionOk="0" h="32938" w="6631">
                  <a:moveTo>
                    <a:pt x="663" y="0"/>
                  </a:moveTo>
                  <a:cubicBezTo>
                    <a:pt x="403" y="0"/>
                    <a:pt x="178" y="33"/>
                    <a:pt x="1" y="106"/>
                  </a:cubicBezTo>
                  <a:cubicBezTo>
                    <a:pt x="1" y="106"/>
                    <a:pt x="53" y="793"/>
                    <a:pt x="159" y="1889"/>
                  </a:cubicBezTo>
                  <a:cubicBezTo>
                    <a:pt x="172" y="1968"/>
                    <a:pt x="186" y="2035"/>
                    <a:pt x="186" y="2114"/>
                  </a:cubicBezTo>
                  <a:cubicBezTo>
                    <a:pt x="476" y="5376"/>
                    <a:pt x="1084" y="11741"/>
                    <a:pt x="1467" y="14686"/>
                  </a:cubicBezTo>
                  <a:cubicBezTo>
                    <a:pt x="1467" y="14686"/>
                    <a:pt x="1414" y="19797"/>
                    <a:pt x="1612" y="23759"/>
                  </a:cubicBezTo>
                  <a:cubicBezTo>
                    <a:pt x="1731" y="26533"/>
                    <a:pt x="2483" y="29729"/>
                    <a:pt x="2932" y="31591"/>
                  </a:cubicBezTo>
                  <a:lnTo>
                    <a:pt x="2998" y="31908"/>
                  </a:lnTo>
                  <a:cubicBezTo>
                    <a:pt x="3104" y="32370"/>
                    <a:pt x="3183" y="32726"/>
                    <a:pt x="3223" y="32938"/>
                  </a:cubicBezTo>
                  <a:lnTo>
                    <a:pt x="6591" y="32938"/>
                  </a:lnTo>
                  <a:lnTo>
                    <a:pt x="6630" y="32462"/>
                  </a:lnTo>
                  <a:lnTo>
                    <a:pt x="6630" y="1889"/>
                  </a:lnTo>
                  <a:cubicBezTo>
                    <a:pt x="5389" y="1308"/>
                    <a:pt x="4108" y="806"/>
                    <a:pt x="2800" y="397"/>
                  </a:cubicBezTo>
                  <a:lnTo>
                    <a:pt x="2576" y="331"/>
                  </a:lnTo>
                  <a:cubicBezTo>
                    <a:pt x="1866" y="136"/>
                    <a:pt x="1193" y="0"/>
                    <a:pt x="6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21"/>
            <p:cNvSpPr/>
            <p:nvPr/>
          </p:nvSpPr>
          <p:spPr>
            <a:xfrm>
              <a:off x="1023512" y="2942520"/>
              <a:ext cx="129699" cy="1460394"/>
            </a:xfrm>
            <a:custGeom>
              <a:rect b="b" l="l" r="r" t="t"/>
              <a:pathLst>
                <a:path extrusionOk="0" h="28714" w="2550">
                  <a:moveTo>
                    <a:pt x="136" y="1"/>
                  </a:moveTo>
                  <a:cubicBezTo>
                    <a:pt x="131" y="1"/>
                    <a:pt x="125" y="1"/>
                    <a:pt x="119" y="3"/>
                  </a:cubicBezTo>
                  <a:cubicBezTo>
                    <a:pt x="53" y="3"/>
                    <a:pt x="1" y="56"/>
                    <a:pt x="14" y="122"/>
                  </a:cubicBezTo>
                  <a:cubicBezTo>
                    <a:pt x="14" y="201"/>
                    <a:pt x="621" y="8970"/>
                    <a:pt x="925" y="11519"/>
                  </a:cubicBezTo>
                  <a:cubicBezTo>
                    <a:pt x="925" y="11809"/>
                    <a:pt x="740" y="19258"/>
                    <a:pt x="1123" y="21939"/>
                  </a:cubicBezTo>
                  <a:cubicBezTo>
                    <a:pt x="1414" y="23854"/>
                    <a:pt x="1955" y="26812"/>
                    <a:pt x="2259" y="28397"/>
                  </a:cubicBezTo>
                  <a:cubicBezTo>
                    <a:pt x="2272" y="28515"/>
                    <a:pt x="2298" y="28621"/>
                    <a:pt x="2312" y="28714"/>
                  </a:cubicBezTo>
                  <a:lnTo>
                    <a:pt x="2549" y="28714"/>
                  </a:lnTo>
                  <a:cubicBezTo>
                    <a:pt x="2523" y="28621"/>
                    <a:pt x="2510" y="28502"/>
                    <a:pt x="2483" y="28397"/>
                  </a:cubicBezTo>
                  <a:cubicBezTo>
                    <a:pt x="2193" y="26825"/>
                    <a:pt x="1638" y="23840"/>
                    <a:pt x="1348" y="21899"/>
                  </a:cubicBezTo>
                  <a:cubicBezTo>
                    <a:pt x="951" y="19192"/>
                    <a:pt x="1149" y="11598"/>
                    <a:pt x="1149" y="11519"/>
                  </a:cubicBezTo>
                  <a:lnTo>
                    <a:pt x="1149" y="11506"/>
                  </a:lnTo>
                  <a:cubicBezTo>
                    <a:pt x="859" y="8970"/>
                    <a:pt x="238" y="188"/>
                    <a:pt x="238" y="95"/>
                  </a:cubicBezTo>
                  <a:cubicBezTo>
                    <a:pt x="226" y="48"/>
                    <a:pt x="183" y="1"/>
                    <a:pt x="1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21"/>
            <p:cNvSpPr/>
            <p:nvPr/>
          </p:nvSpPr>
          <p:spPr>
            <a:xfrm>
              <a:off x="1630099" y="1702655"/>
              <a:ext cx="266011" cy="270677"/>
            </a:xfrm>
            <a:custGeom>
              <a:rect b="b" l="l" r="r" t="t"/>
              <a:pathLst>
                <a:path extrusionOk="0" h="5322" w="5230">
                  <a:moveTo>
                    <a:pt x="2125" y="0"/>
                  </a:moveTo>
                  <a:cubicBezTo>
                    <a:pt x="2101" y="0"/>
                    <a:pt x="2075" y="5"/>
                    <a:pt x="2047" y="15"/>
                  </a:cubicBezTo>
                  <a:cubicBezTo>
                    <a:pt x="1651" y="160"/>
                    <a:pt x="1413" y="926"/>
                    <a:pt x="1360" y="1533"/>
                  </a:cubicBezTo>
                  <a:lnTo>
                    <a:pt x="1347" y="1705"/>
                  </a:lnTo>
                  <a:lnTo>
                    <a:pt x="1255" y="1705"/>
                  </a:lnTo>
                  <a:cubicBezTo>
                    <a:pt x="991" y="1732"/>
                    <a:pt x="238" y="1837"/>
                    <a:pt x="132" y="2379"/>
                  </a:cubicBezTo>
                  <a:cubicBezTo>
                    <a:pt x="0" y="3026"/>
                    <a:pt x="1360" y="4637"/>
                    <a:pt x="1360" y="4637"/>
                  </a:cubicBezTo>
                  <a:cubicBezTo>
                    <a:pt x="1360" y="4637"/>
                    <a:pt x="2123" y="5322"/>
                    <a:pt x="2982" y="5322"/>
                  </a:cubicBezTo>
                  <a:cubicBezTo>
                    <a:pt x="3183" y="5322"/>
                    <a:pt x="3389" y="5284"/>
                    <a:pt x="3592" y="5192"/>
                  </a:cubicBezTo>
                  <a:cubicBezTo>
                    <a:pt x="4451" y="4782"/>
                    <a:pt x="4583" y="3554"/>
                    <a:pt x="4596" y="3092"/>
                  </a:cubicBezTo>
                  <a:lnTo>
                    <a:pt x="4596" y="2907"/>
                  </a:lnTo>
                  <a:cubicBezTo>
                    <a:pt x="4636" y="2881"/>
                    <a:pt x="4688" y="2841"/>
                    <a:pt x="4728" y="2814"/>
                  </a:cubicBezTo>
                  <a:cubicBezTo>
                    <a:pt x="4913" y="2656"/>
                    <a:pt x="5230" y="2352"/>
                    <a:pt x="5164" y="2009"/>
                  </a:cubicBezTo>
                  <a:cubicBezTo>
                    <a:pt x="5130" y="1805"/>
                    <a:pt x="4953" y="1747"/>
                    <a:pt x="4761" y="1747"/>
                  </a:cubicBezTo>
                  <a:cubicBezTo>
                    <a:pt x="4506" y="1747"/>
                    <a:pt x="4226" y="1850"/>
                    <a:pt x="4226" y="1850"/>
                  </a:cubicBezTo>
                  <a:cubicBezTo>
                    <a:pt x="4226" y="1850"/>
                    <a:pt x="4332" y="1256"/>
                    <a:pt x="4068" y="1111"/>
                  </a:cubicBezTo>
                  <a:cubicBezTo>
                    <a:pt x="4015" y="1079"/>
                    <a:pt x="3952" y="1066"/>
                    <a:pt x="3887" y="1066"/>
                  </a:cubicBezTo>
                  <a:cubicBezTo>
                    <a:pt x="3623" y="1066"/>
                    <a:pt x="3302" y="1269"/>
                    <a:pt x="3302" y="1269"/>
                  </a:cubicBezTo>
                  <a:cubicBezTo>
                    <a:pt x="3302" y="1269"/>
                    <a:pt x="3539" y="543"/>
                    <a:pt x="3143" y="384"/>
                  </a:cubicBezTo>
                  <a:cubicBezTo>
                    <a:pt x="3077" y="360"/>
                    <a:pt x="3017" y="349"/>
                    <a:pt x="2962" y="349"/>
                  </a:cubicBezTo>
                  <a:cubicBezTo>
                    <a:pt x="2518" y="349"/>
                    <a:pt x="2401" y="1064"/>
                    <a:pt x="2377" y="1111"/>
                  </a:cubicBezTo>
                  <a:cubicBezTo>
                    <a:pt x="2377" y="1049"/>
                    <a:pt x="2482" y="0"/>
                    <a:pt x="2125"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21"/>
            <p:cNvSpPr/>
            <p:nvPr/>
          </p:nvSpPr>
          <p:spPr>
            <a:xfrm>
              <a:off x="1730247" y="1794457"/>
              <a:ext cx="140330" cy="81427"/>
            </a:xfrm>
            <a:custGeom>
              <a:rect b="b" l="l" r="r" t="t"/>
              <a:pathLst>
                <a:path extrusionOk="0" h="1601" w="2759">
                  <a:moveTo>
                    <a:pt x="1011" y="1"/>
                  </a:moveTo>
                  <a:cubicBezTo>
                    <a:pt x="987" y="1"/>
                    <a:pt x="964" y="10"/>
                    <a:pt x="950" y="32"/>
                  </a:cubicBezTo>
                  <a:cubicBezTo>
                    <a:pt x="923" y="59"/>
                    <a:pt x="884" y="111"/>
                    <a:pt x="844" y="191"/>
                  </a:cubicBezTo>
                  <a:cubicBezTo>
                    <a:pt x="738" y="283"/>
                    <a:pt x="633" y="376"/>
                    <a:pt x="527" y="455"/>
                  </a:cubicBezTo>
                  <a:cubicBezTo>
                    <a:pt x="487" y="481"/>
                    <a:pt x="435" y="508"/>
                    <a:pt x="382" y="521"/>
                  </a:cubicBezTo>
                  <a:cubicBezTo>
                    <a:pt x="342" y="521"/>
                    <a:pt x="303" y="508"/>
                    <a:pt x="289" y="468"/>
                  </a:cubicBezTo>
                  <a:cubicBezTo>
                    <a:pt x="223" y="389"/>
                    <a:pt x="197" y="296"/>
                    <a:pt x="184" y="191"/>
                  </a:cubicBezTo>
                  <a:cubicBezTo>
                    <a:pt x="184" y="151"/>
                    <a:pt x="157" y="125"/>
                    <a:pt x="118" y="125"/>
                  </a:cubicBezTo>
                  <a:cubicBezTo>
                    <a:pt x="111" y="123"/>
                    <a:pt x="104" y="122"/>
                    <a:pt x="97" y="122"/>
                  </a:cubicBezTo>
                  <a:cubicBezTo>
                    <a:pt x="49" y="122"/>
                    <a:pt x="1" y="160"/>
                    <a:pt x="12" y="217"/>
                  </a:cubicBezTo>
                  <a:cubicBezTo>
                    <a:pt x="25" y="349"/>
                    <a:pt x="65" y="468"/>
                    <a:pt x="131" y="587"/>
                  </a:cubicBezTo>
                  <a:cubicBezTo>
                    <a:pt x="189" y="656"/>
                    <a:pt x="266" y="695"/>
                    <a:pt x="355" y="695"/>
                  </a:cubicBezTo>
                  <a:cubicBezTo>
                    <a:pt x="368" y="695"/>
                    <a:pt x="382" y="694"/>
                    <a:pt x="395" y="693"/>
                  </a:cubicBezTo>
                  <a:cubicBezTo>
                    <a:pt x="408" y="693"/>
                    <a:pt x="435" y="693"/>
                    <a:pt x="461" y="679"/>
                  </a:cubicBezTo>
                  <a:cubicBezTo>
                    <a:pt x="501" y="666"/>
                    <a:pt x="553" y="640"/>
                    <a:pt x="606" y="613"/>
                  </a:cubicBezTo>
                  <a:lnTo>
                    <a:pt x="606" y="613"/>
                  </a:lnTo>
                  <a:cubicBezTo>
                    <a:pt x="593" y="653"/>
                    <a:pt x="580" y="706"/>
                    <a:pt x="580" y="759"/>
                  </a:cubicBezTo>
                  <a:cubicBezTo>
                    <a:pt x="567" y="798"/>
                    <a:pt x="580" y="838"/>
                    <a:pt x="580" y="877"/>
                  </a:cubicBezTo>
                  <a:cubicBezTo>
                    <a:pt x="606" y="957"/>
                    <a:pt x="672" y="1023"/>
                    <a:pt x="765" y="1036"/>
                  </a:cubicBezTo>
                  <a:cubicBezTo>
                    <a:pt x="797" y="1043"/>
                    <a:pt x="831" y="1047"/>
                    <a:pt x="867" y="1047"/>
                  </a:cubicBezTo>
                  <a:cubicBezTo>
                    <a:pt x="1079" y="1047"/>
                    <a:pt x="1340" y="923"/>
                    <a:pt x="1544" y="798"/>
                  </a:cubicBezTo>
                  <a:lnTo>
                    <a:pt x="1544" y="798"/>
                  </a:lnTo>
                  <a:cubicBezTo>
                    <a:pt x="1452" y="983"/>
                    <a:pt x="1438" y="1194"/>
                    <a:pt x="1478" y="1406"/>
                  </a:cubicBezTo>
                  <a:cubicBezTo>
                    <a:pt x="1504" y="1498"/>
                    <a:pt x="1584" y="1564"/>
                    <a:pt x="1676" y="1591"/>
                  </a:cubicBezTo>
                  <a:cubicBezTo>
                    <a:pt x="1716" y="1597"/>
                    <a:pt x="1759" y="1600"/>
                    <a:pt x="1801" y="1600"/>
                  </a:cubicBezTo>
                  <a:cubicBezTo>
                    <a:pt x="1844" y="1600"/>
                    <a:pt x="1887" y="1597"/>
                    <a:pt x="1927" y="1591"/>
                  </a:cubicBezTo>
                  <a:cubicBezTo>
                    <a:pt x="2165" y="1511"/>
                    <a:pt x="2402" y="1419"/>
                    <a:pt x="2627" y="1287"/>
                  </a:cubicBezTo>
                  <a:lnTo>
                    <a:pt x="2627" y="1102"/>
                  </a:lnTo>
                  <a:cubicBezTo>
                    <a:pt x="2667" y="1076"/>
                    <a:pt x="2719" y="1036"/>
                    <a:pt x="2759" y="1009"/>
                  </a:cubicBezTo>
                  <a:cubicBezTo>
                    <a:pt x="2746" y="1009"/>
                    <a:pt x="2733" y="1009"/>
                    <a:pt x="2719" y="1023"/>
                  </a:cubicBezTo>
                  <a:cubicBezTo>
                    <a:pt x="2453" y="1180"/>
                    <a:pt x="1988" y="1425"/>
                    <a:pt x="1780" y="1425"/>
                  </a:cubicBezTo>
                  <a:cubicBezTo>
                    <a:pt x="1761" y="1425"/>
                    <a:pt x="1743" y="1423"/>
                    <a:pt x="1729" y="1419"/>
                  </a:cubicBezTo>
                  <a:cubicBezTo>
                    <a:pt x="1689" y="1406"/>
                    <a:pt x="1663" y="1379"/>
                    <a:pt x="1650" y="1340"/>
                  </a:cubicBezTo>
                  <a:cubicBezTo>
                    <a:pt x="1597" y="1181"/>
                    <a:pt x="1702" y="785"/>
                    <a:pt x="1874" y="547"/>
                  </a:cubicBezTo>
                  <a:cubicBezTo>
                    <a:pt x="1914" y="521"/>
                    <a:pt x="1914" y="468"/>
                    <a:pt x="1874" y="428"/>
                  </a:cubicBezTo>
                  <a:cubicBezTo>
                    <a:pt x="1861" y="415"/>
                    <a:pt x="1841" y="409"/>
                    <a:pt x="1820" y="409"/>
                  </a:cubicBezTo>
                  <a:cubicBezTo>
                    <a:pt x="1798" y="409"/>
                    <a:pt x="1775" y="415"/>
                    <a:pt x="1755" y="428"/>
                  </a:cubicBezTo>
                  <a:cubicBezTo>
                    <a:pt x="1598" y="562"/>
                    <a:pt x="1163" y="872"/>
                    <a:pt x="888" y="872"/>
                  </a:cubicBezTo>
                  <a:cubicBezTo>
                    <a:pt x="863" y="872"/>
                    <a:pt x="840" y="870"/>
                    <a:pt x="818" y="864"/>
                  </a:cubicBezTo>
                  <a:cubicBezTo>
                    <a:pt x="778" y="851"/>
                    <a:pt x="765" y="838"/>
                    <a:pt x="765" y="825"/>
                  </a:cubicBezTo>
                  <a:cubicBezTo>
                    <a:pt x="752" y="759"/>
                    <a:pt x="765" y="706"/>
                    <a:pt x="791" y="640"/>
                  </a:cubicBezTo>
                  <a:cubicBezTo>
                    <a:pt x="870" y="468"/>
                    <a:pt x="976" y="296"/>
                    <a:pt x="1095" y="151"/>
                  </a:cubicBezTo>
                  <a:cubicBezTo>
                    <a:pt x="1095" y="138"/>
                    <a:pt x="1108" y="111"/>
                    <a:pt x="1108" y="98"/>
                  </a:cubicBezTo>
                  <a:cubicBezTo>
                    <a:pt x="1108" y="72"/>
                    <a:pt x="1095" y="32"/>
                    <a:pt x="1069" y="19"/>
                  </a:cubicBezTo>
                  <a:cubicBezTo>
                    <a:pt x="1051" y="7"/>
                    <a:pt x="1030" y="1"/>
                    <a:pt x="1011"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21"/>
            <p:cNvSpPr/>
            <p:nvPr/>
          </p:nvSpPr>
          <p:spPr>
            <a:xfrm>
              <a:off x="1589765" y="1948309"/>
              <a:ext cx="274810" cy="412780"/>
            </a:xfrm>
            <a:custGeom>
              <a:rect b="b" l="l" r="r" t="t"/>
              <a:pathLst>
                <a:path extrusionOk="0" h="8116" w="5403">
                  <a:moveTo>
                    <a:pt x="2595" y="1"/>
                  </a:moveTo>
                  <a:cubicBezTo>
                    <a:pt x="1985" y="1"/>
                    <a:pt x="1514" y="21"/>
                    <a:pt x="1519" y="84"/>
                  </a:cubicBezTo>
                  <a:cubicBezTo>
                    <a:pt x="1533" y="256"/>
                    <a:pt x="1533" y="441"/>
                    <a:pt x="1519" y="613"/>
                  </a:cubicBezTo>
                  <a:cubicBezTo>
                    <a:pt x="1453" y="1339"/>
                    <a:pt x="1097" y="2026"/>
                    <a:pt x="793" y="2673"/>
                  </a:cubicBezTo>
                  <a:cubicBezTo>
                    <a:pt x="397" y="3492"/>
                    <a:pt x="1" y="5697"/>
                    <a:pt x="225" y="6582"/>
                  </a:cubicBezTo>
                  <a:cubicBezTo>
                    <a:pt x="433" y="7393"/>
                    <a:pt x="1353" y="8116"/>
                    <a:pt x="2218" y="8116"/>
                  </a:cubicBezTo>
                  <a:cubicBezTo>
                    <a:pt x="2507" y="8116"/>
                    <a:pt x="2790" y="8035"/>
                    <a:pt x="3038" y="7850"/>
                  </a:cubicBezTo>
                  <a:cubicBezTo>
                    <a:pt x="4121" y="7031"/>
                    <a:pt x="4927" y="4627"/>
                    <a:pt x="5191" y="3267"/>
                  </a:cubicBezTo>
                  <a:cubicBezTo>
                    <a:pt x="5389" y="2211"/>
                    <a:pt x="5402" y="1114"/>
                    <a:pt x="5257" y="58"/>
                  </a:cubicBezTo>
                  <a:cubicBezTo>
                    <a:pt x="5058" y="58"/>
                    <a:pt x="3627" y="1"/>
                    <a:pt x="2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21"/>
            <p:cNvSpPr/>
            <p:nvPr/>
          </p:nvSpPr>
          <p:spPr>
            <a:xfrm>
              <a:off x="1661633" y="2031668"/>
              <a:ext cx="206960" cy="15004"/>
            </a:xfrm>
            <a:custGeom>
              <a:rect b="b" l="l" r="r" t="t"/>
              <a:pathLst>
                <a:path extrusionOk="0" h="295" w="4069">
                  <a:moveTo>
                    <a:pt x="2048" y="1"/>
                  </a:moveTo>
                  <a:cubicBezTo>
                    <a:pt x="1037" y="1"/>
                    <a:pt x="122" y="43"/>
                    <a:pt x="106" y="43"/>
                  </a:cubicBezTo>
                  <a:cubicBezTo>
                    <a:pt x="40" y="57"/>
                    <a:pt x="1" y="96"/>
                    <a:pt x="1" y="162"/>
                  </a:cubicBezTo>
                  <a:cubicBezTo>
                    <a:pt x="14" y="215"/>
                    <a:pt x="54" y="268"/>
                    <a:pt x="120" y="268"/>
                  </a:cubicBezTo>
                  <a:cubicBezTo>
                    <a:pt x="136" y="268"/>
                    <a:pt x="1122" y="216"/>
                    <a:pt x="2173" y="216"/>
                  </a:cubicBezTo>
                  <a:cubicBezTo>
                    <a:pt x="2803" y="216"/>
                    <a:pt x="3456" y="235"/>
                    <a:pt x="3936" y="294"/>
                  </a:cubicBezTo>
                  <a:cubicBezTo>
                    <a:pt x="3976" y="294"/>
                    <a:pt x="4002" y="294"/>
                    <a:pt x="4029" y="268"/>
                  </a:cubicBezTo>
                  <a:cubicBezTo>
                    <a:pt x="4042" y="255"/>
                    <a:pt x="4055" y="228"/>
                    <a:pt x="4055" y="202"/>
                  </a:cubicBezTo>
                  <a:cubicBezTo>
                    <a:pt x="4068" y="149"/>
                    <a:pt x="4029" y="96"/>
                    <a:pt x="3963" y="83"/>
                  </a:cubicBezTo>
                  <a:cubicBezTo>
                    <a:pt x="3440" y="20"/>
                    <a:pt x="2722" y="1"/>
                    <a:pt x="20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21"/>
            <p:cNvSpPr/>
            <p:nvPr/>
          </p:nvSpPr>
          <p:spPr>
            <a:xfrm>
              <a:off x="979160" y="4242349"/>
              <a:ext cx="115610" cy="142408"/>
            </a:xfrm>
            <a:custGeom>
              <a:rect b="b" l="l" r="r" t="t"/>
              <a:pathLst>
                <a:path extrusionOk="0" h="2800" w="2273">
                  <a:moveTo>
                    <a:pt x="1057" y="0"/>
                  </a:moveTo>
                  <a:lnTo>
                    <a:pt x="1" y="885"/>
                  </a:lnTo>
                  <a:lnTo>
                    <a:pt x="1216" y="2800"/>
                  </a:lnTo>
                  <a:lnTo>
                    <a:pt x="2272" y="1915"/>
                  </a:lnTo>
                  <a:lnTo>
                    <a:pt x="1057"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21"/>
            <p:cNvSpPr/>
            <p:nvPr/>
          </p:nvSpPr>
          <p:spPr>
            <a:xfrm>
              <a:off x="809890" y="4270780"/>
              <a:ext cx="273437" cy="445788"/>
            </a:xfrm>
            <a:custGeom>
              <a:rect b="b" l="l" r="r" t="t"/>
              <a:pathLst>
                <a:path extrusionOk="0" h="8765" w="5376">
                  <a:moveTo>
                    <a:pt x="3381" y="0"/>
                  </a:moveTo>
                  <a:cubicBezTo>
                    <a:pt x="3297" y="0"/>
                    <a:pt x="3196" y="28"/>
                    <a:pt x="3078" y="102"/>
                  </a:cubicBezTo>
                  <a:cubicBezTo>
                    <a:pt x="2999" y="154"/>
                    <a:pt x="2906" y="194"/>
                    <a:pt x="2827" y="234"/>
                  </a:cubicBezTo>
                  <a:lnTo>
                    <a:pt x="2616" y="339"/>
                  </a:lnTo>
                  <a:cubicBezTo>
                    <a:pt x="1955" y="630"/>
                    <a:pt x="899" y="1026"/>
                    <a:pt x="331" y="1449"/>
                  </a:cubicBezTo>
                  <a:cubicBezTo>
                    <a:pt x="199" y="1541"/>
                    <a:pt x="93" y="1647"/>
                    <a:pt x="1" y="1792"/>
                  </a:cubicBezTo>
                  <a:lnTo>
                    <a:pt x="4438" y="8765"/>
                  </a:lnTo>
                  <a:cubicBezTo>
                    <a:pt x="4597" y="8752"/>
                    <a:pt x="4755" y="8686"/>
                    <a:pt x="4861" y="8567"/>
                  </a:cubicBezTo>
                  <a:cubicBezTo>
                    <a:pt x="5125" y="8316"/>
                    <a:pt x="5376" y="7748"/>
                    <a:pt x="5138" y="6441"/>
                  </a:cubicBezTo>
                  <a:cubicBezTo>
                    <a:pt x="4966" y="5424"/>
                    <a:pt x="4689" y="4262"/>
                    <a:pt x="4848" y="3403"/>
                  </a:cubicBezTo>
                  <a:cubicBezTo>
                    <a:pt x="4993" y="2545"/>
                    <a:pt x="5006" y="2254"/>
                    <a:pt x="5006" y="2254"/>
                  </a:cubicBezTo>
                  <a:cubicBezTo>
                    <a:pt x="5059" y="1567"/>
                    <a:pt x="3514" y="1422"/>
                    <a:pt x="3751" y="273"/>
                  </a:cubicBezTo>
                  <a:cubicBezTo>
                    <a:pt x="3751" y="273"/>
                    <a:pt x="3645" y="0"/>
                    <a:pt x="33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21"/>
            <p:cNvSpPr/>
            <p:nvPr/>
          </p:nvSpPr>
          <p:spPr>
            <a:xfrm>
              <a:off x="809890" y="4344425"/>
              <a:ext cx="247243" cy="372143"/>
            </a:xfrm>
            <a:custGeom>
              <a:rect b="b" l="l" r="r" t="t"/>
              <a:pathLst>
                <a:path extrusionOk="0" h="7317" w="4861">
                  <a:moveTo>
                    <a:pt x="331" y="1"/>
                  </a:moveTo>
                  <a:cubicBezTo>
                    <a:pt x="199" y="93"/>
                    <a:pt x="93" y="199"/>
                    <a:pt x="1" y="344"/>
                  </a:cubicBezTo>
                  <a:lnTo>
                    <a:pt x="4438" y="7317"/>
                  </a:lnTo>
                  <a:cubicBezTo>
                    <a:pt x="4597" y="7304"/>
                    <a:pt x="4755" y="7238"/>
                    <a:pt x="4861" y="7132"/>
                  </a:cubicBezTo>
                  <a:lnTo>
                    <a:pt x="3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21"/>
            <p:cNvSpPr/>
            <p:nvPr/>
          </p:nvSpPr>
          <p:spPr>
            <a:xfrm>
              <a:off x="826725" y="4283291"/>
              <a:ext cx="127004" cy="115096"/>
            </a:xfrm>
            <a:custGeom>
              <a:rect b="b" l="l" r="r" t="t"/>
              <a:pathLst>
                <a:path extrusionOk="0" h="2263" w="2497">
                  <a:moveTo>
                    <a:pt x="2496" y="1"/>
                  </a:moveTo>
                  <a:lnTo>
                    <a:pt x="2285" y="93"/>
                  </a:lnTo>
                  <a:cubicBezTo>
                    <a:pt x="2219" y="740"/>
                    <a:pt x="1875" y="1321"/>
                    <a:pt x="1360" y="1718"/>
                  </a:cubicBezTo>
                  <a:cubicBezTo>
                    <a:pt x="1036" y="1945"/>
                    <a:pt x="649" y="2066"/>
                    <a:pt x="259" y="2066"/>
                  </a:cubicBezTo>
                  <a:cubicBezTo>
                    <a:pt x="172" y="2066"/>
                    <a:pt x="86" y="2060"/>
                    <a:pt x="0" y="2048"/>
                  </a:cubicBezTo>
                  <a:lnTo>
                    <a:pt x="0" y="2048"/>
                  </a:lnTo>
                  <a:lnTo>
                    <a:pt x="132" y="2259"/>
                  </a:lnTo>
                  <a:cubicBezTo>
                    <a:pt x="172" y="2261"/>
                    <a:pt x="212" y="2262"/>
                    <a:pt x="251" y="2262"/>
                  </a:cubicBezTo>
                  <a:cubicBezTo>
                    <a:pt x="686" y="2262"/>
                    <a:pt x="1115" y="2130"/>
                    <a:pt x="1466" y="1876"/>
                  </a:cubicBezTo>
                  <a:cubicBezTo>
                    <a:pt x="2073" y="1427"/>
                    <a:pt x="2443" y="740"/>
                    <a:pt x="2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21"/>
            <p:cNvSpPr/>
            <p:nvPr/>
          </p:nvSpPr>
          <p:spPr>
            <a:xfrm>
              <a:off x="958358" y="2563816"/>
              <a:ext cx="681151" cy="402709"/>
            </a:xfrm>
            <a:custGeom>
              <a:rect b="b" l="l" r="r" t="t"/>
              <a:pathLst>
                <a:path extrusionOk="0" h="7918" w="13392">
                  <a:moveTo>
                    <a:pt x="11424" y="0"/>
                  </a:moveTo>
                  <a:lnTo>
                    <a:pt x="317" y="2325"/>
                  </a:lnTo>
                  <a:cubicBezTo>
                    <a:pt x="317" y="2325"/>
                    <a:pt x="0" y="5336"/>
                    <a:pt x="687" y="7000"/>
                  </a:cubicBezTo>
                  <a:cubicBezTo>
                    <a:pt x="953" y="7648"/>
                    <a:pt x="2436" y="7917"/>
                    <a:pt x="4286" y="7917"/>
                  </a:cubicBezTo>
                  <a:cubicBezTo>
                    <a:pt x="7225" y="7917"/>
                    <a:pt x="11090" y="7237"/>
                    <a:pt x="12467" y="6313"/>
                  </a:cubicBezTo>
                  <a:cubicBezTo>
                    <a:pt x="13392" y="5692"/>
                    <a:pt x="11424" y="0"/>
                    <a:pt x="11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21"/>
            <p:cNvSpPr/>
            <p:nvPr/>
          </p:nvSpPr>
          <p:spPr>
            <a:xfrm>
              <a:off x="979872" y="2708767"/>
              <a:ext cx="166320" cy="178824"/>
            </a:xfrm>
            <a:custGeom>
              <a:rect b="b" l="l" r="r" t="t"/>
              <a:pathLst>
                <a:path extrusionOk="0" h="3516" w="3270">
                  <a:moveTo>
                    <a:pt x="3146" y="1"/>
                  </a:moveTo>
                  <a:cubicBezTo>
                    <a:pt x="3100" y="1"/>
                    <a:pt x="3055" y="26"/>
                    <a:pt x="3038" y="82"/>
                  </a:cubicBezTo>
                  <a:cubicBezTo>
                    <a:pt x="2906" y="663"/>
                    <a:pt x="2694" y="1218"/>
                    <a:pt x="2404" y="1733"/>
                  </a:cubicBezTo>
                  <a:cubicBezTo>
                    <a:pt x="2153" y="2195"/>
                    <a:pt x="1783" y="2604"/>
                    <a:pt x="1347" y="2895"/>
                  </a:cubicBezTo>
                  <a:cubicBezTo>
                    <a:pt x="938" y="3159"/>
                    <a:pt x="476" y="3291"/>
                    <a:pt x="0" y="3291"/>
                  </a:cubicBezTo>
                  <a:cubicBezTo>
                    <a:pt x="0" y="3357"/>
                    <a:pt x="13" y="3437"/>
                    <a:pt x="13" y="3516"/>
                  </a:cubicBezTo>
                  <a:cubicBezTo>
                    <a:pt x="528" y="3516"/>
                    <a:pt x="1030" y="3370"/>
                    <a:pt x="1466" y="3093"/>
                  </a:cubicBezTo>
                  <a:cubicBezTo>
                    <a:pt x="1955" y="2763"/>
                    <a:pt x="2351" y="2314"/>
                    <a:pt x="2628" y="1799"/>
                  </a:cubicBezTo>
                  <a:cubicBezTo>
                    <a:pt x="2932" y="1271"/>
                    <a:pt x="3143" y="703"/>
                    <a:pt x="3262" y="122"/>
                  </a:cubicBezTo>
                  <a:cubicBezTo>
                    <a:pt x="3270" y="46"/>
                    <a:pt x="3208" y="1"/>
                    <a:pt x="31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21"/>
            <p:cNvSpPr/>
            <p:nvPr/>
          </p:nvSpPr>
          <p:spPr>
            <a:xfrm>
              <a:off x="894525" y="1620770"/>
              <a:ext cx="714109" cy="1177155"/>
            </a:xfrm>
            <a:custGeom>
              <a:rect b="b" l="l" r="r" t="t"/>
              <a:pathLst>
                <a:path extrusionOk="0" h="23145" w="14040">
                  <a:moveTo>
                    <a:pt x="5402" y="0"/>
                  </a:moveTo>
                  <a:cubicBezTo>
                    <a:pt x="5165" y="185"/>
                    <a:pt x="4914" y="330"/>
                    <a:pt x="4636" y="463"/>
                  </a:cubicBezTo>
                  <a:lnTo>
                    <a:pt x="4504" y="542"/>
                  </a:lnTo>
                  <a:cubicBezTo>
                    <a:pt x="3976" y="779"/>
                    <a:pt x="3421" y="951"/>
                    <a:pt x="2853" y="1030"/>
                  </a:cubicBezTo>
                  <a:cubicBezTo>
                    <a:pt x="1348" y="1268"/>
                    <a:pt x="490" y="2866"/>
                    <a:pt x="318" y="5455"/>
                  </a:cubicBezTo>
                  <a:cubicBezTo>
                    <a:pt x="239" y="6762"/>
                    <a:pt x="146" y="7990"/>
                    <a:pt x="93" y="9179"/>
                  </a:cubicBezTo>
                  <a:lnTo>
                    <a:pt x="80" y="9417"/>
                  </a:lnTo>
                  <a:cubicBezTo>
                    <a:pt x="1" y="10803"/>
                    <a:pt x="1" y="12203"/>
                    <a:pt x="80" y="13603"/>
                  </a:cubicBezTo>
                  <a:cubicBezTo>
                    <a:pt x="107" y="13894"/>
                    <a:pt x="120" y="14171"/>
                    <a:pt x="159" y="14461"/>
                  </a:cubicBezTo>
                  <a:cubicBezTo>
                    <a:pt x="305" y="15888"/>
                    <a:pt x="833" y="20655"/>
                    <a:pt x="1322" y="22002"/>
                  </a:cubicBezTo>
                  <a:cubicBezTo>
                    <a:pt x="2965" y="22802"/>
                    <a:pt x="4785" y="23145"/>
                    <a:pt x="6552" y="23145"/>
                  </a:cubicBezTo>
                  <a:cubicBezTo>
                    <a:pt x="9598" y="23145"/>
                    <a:pt x="12485" y="22127"/>
                    <a:pt x="14039" y="20682"/>
                  </a:cubicBezTo>
                  <a:cubicBezTo>
                    <a:pt x="13524" y="18674"/>
                    <a:pt x="12930" y="15042"/>
                    <a:pt x="12692" y="13484"/>
                  </a:cubicBezTo>
                  <a:cubicBezTo>
                    <a:pt x="12653" y="13194"/>
                    <a:pt x="12613" y="12903"/>
                    <a:pt x="12587" y="12626"/>
                  </a:cubicBezTo>
                  <a:cubicBezTo>
                    <a:pt x="12547" y="12362"/>
                    <a:pt x="12521" y="12097"/>
                    <a:pt x="12494" y="11847"/>
                  </a:cubicBezTo>
                  <a:cubicBezTo>
                    <a:pt x="12468" y="11556"/>
                    <a:pt x="12441" y="11292"/>
                    <a:pt x="12415" y="10988"/>
                  </a:cubicBezTo>
                  <a:cubicBezTo>
                    <a:pt x="12402" y="10698"/>
                    <a:pt x="12375" y="10420"/>
                    <a:pt x="12362" y="10130"/>
                  </a:cubicBezTo>
                  <a:cubicBezTo>
                    <a:pt x="12349" y="9839"/>
                    <a:pt x="12336" y="9549"/>
                    <a:pt x="12336" y="9271"/>
                  </a:cubicBezTo>
                  <a:cubicBezTo>
                    <a:pt x="12270" y="5521"/>
                    <a:pt x="12956" y="3672"/>
                    <a:pt x="12772" y="2774"/>
                  </a:cubicBezTo>
                  <a:cubicBezTo>
                    <a:pt x="12494" y="1334"/>
                    <a:pt x="11108" y="1440"/>
                    <a:pt x="9919" y="925"/>
                  </a:cubicBezTo>
                  <a:lnTo>
                    <a:pt x="9787" y="872"/>
                  </a:lnTo>
                  <a:cubicBezTo>
                    <a:pt x="9364" y="674"/>
                    <a:pt x="9008" y="383"/>
                    <a:pt x="8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21"/>
            <p:cNvSpPr/>
            <p:nvPr/>
          </p:nvSpPr>
          <p:spPr>
            <a:xfrm>
              <a:off x="637263" y="1686583"/>
              <a:ext cx="449421" cy="1165050"/>
            </a:xfrm>
            <a:custGeom>
              <a:rect b="b" l="l" r="r" t="t"/>
              <a:pathLst>
                <a:path extrusionOk="0" h="22907" w="8836">
                  <a:moveTo>
                    <a:pt x="7243" y="0"/>
                  </a:moveTo>
                  <a:cubicBezTo>
                    <a:pt x="6517" y="0"/>
                    <a:pt x="5846" y="407"/>
                    <a:pt x="5508" y="1044"/>
                  </a:cubicBezTo>
                  <a:lnTo>
                    <a:pt x="5191" y="1638"/>
                  </a:lnTo>
                  <a:lnTo>
                    <a:pt x="4887" y="2219"/>
                  </a:lnTo>
                  <a:cubicBezTo>
                    <a:pt x="4689" y="2615"/>
                    <a:pt x="4478" y="2998"/>
                    <a:pt x="4280" y="3395"/>
                  </a:cubicBezTo>
                  <a:lnTo>
                    <a:pt x="3685" y="4583"/>
                  </a:lnTo>
                  <a:lnTo>
                    <a:pt x="3117" y="5772"/>
                  </a:lnTo>
                  <a:cubicBezTo>
                    <a:pt x="2735" y="6564"/>
                    <a:pt x="2352" y="7370"/>
                    <a:pt x="1982" y="8175"/>
                  </a:cubicBezTo>
                  <a:cubicBezTo>
                    <a:pt x="1625" y="8981"/>
                    <a:pt x="1269" y="9800"/>
                    <a:pt x="925" y="10645"/>
                  </a:cubicBezTo>
                  <a:cubicBezTo>
                    <a:pt x="767" y="11068"/>
                    <a:pt x="595" y="11503"/>
                    <a:pt x="437" y="11952"/>
                  </a:cubicBezTo>
                  <a:cubicBezTo>
                    <a:pt x="357" y="12177"/>
                    <a:pt x="278" y="12415"/>
                    <a:pt x="199" y="12666"/>
                  </a:cubicBezTo>
                  <a:cubicBezTo>
                    <a:pt x="172" y="12784"/>
                    <a:pt x="133" y="12916"/>
                    <a:pt x="93" y="13049"/>
                  </a:cubicBezTo>
                  <a:cubicBezTo>
                    <a:pt x="80" y="13115"/>
                    <a:pt x="67" y="13194"/>
                    <a:pt x="40" y="13260"/>
                  </a:cubicBezTo>
                  <a:lnTo>
                    <a:pt x="27" y="13379"/>
                  </a:lnTo>
                  <a:lnTo>
                    <a:pt x="14" y="13432"/>
                  </a:lnTo>
                  <a:lnTo>
                    <a:pt x="14" y="13445"/>
                  </a:lnTo>
                  <a:lnTo>
                    <a:pt x="14" y="13484"/>
                  </a:lnTo>
                  <a:lnTo>
                    <a:pt x="1" y="13524"/>
                  </a:lnTo>
                  <a:lnTo>
                    <a:pt x="1" y="13577"/>
                  </a:lnTo>
                  <a:lnTo>
                    <a:pt x="1" y="13616"/>
                  </a:lnTo>
                  <a:lnTo>
                    <a:pt x="1" y="13682"/>
                  </a:lnTo>
                  <a:lnTo>
                    <a:pt x="1" y="13748"/>
                  </a:lnTo>
                  <a:lnTo>
                    <a:pt x="1" y="13788"/>
                  </a:lnTo>
                  <a:lnTo>
                    <a:pt x="1" y="13947"/>
                  </a:lnTo>
                  <a:lnTo>
                    <a:pt x="1" y="14013"/>
                  </a:lnTo>
                  <a:cubicBezTo>
                    <a:pt x="1" y="14092"/>
                    <a:pt x="14" y="14145"/>
                    <a:pt x="14" y="14198"/>
                  </a:cubicBezTo>
                  <a:cubicBezTo>
                    <a:pt x="27" y="14290"/>
                    <a:pt x="40" y="14382"/>
                    <a:pt x="54" y="14448"/>
                  </a:cubicBezTo>
                  <a:cubicBezTo>
                    <a:pt x="93" y="14607"/>
                    <a:pt x="120" y="14739"/>
                    <a:pt x="146" y="14858"/>
                  </a:cubicBezTo>
                  <a:cubicBezTo>
                    <a:pt x="199" y="15109"/>
                    <a:pt x="265" y="15333"/>
                    <a:pt x="318" y="15558"/>
                  </a:cubicBezTo>
                  <a:cubicBezTo>
                    <a:pt x="437" y="16007"/>
                    <a:pt x="569" y="16429"/>
                    <a:pt x="701" y="16852"/>
                  </a:cubicBezTo>
                  <a:cubicBezTo>
                    <a:pt x="965" y="17710"/>
                    <a:pt x="1242" y="18542"/>
                    <a:pt x="1520" y="19388"/>
                  </a:cubicBezTo>
                  <a:lnTo>
                    <a:pt x="1942" y="20629"/>
                  </a:lnTo>
                  <a:cubicBezTo>
                    <a:pt x="2087" y="21052"/>
                    <a:pt x="2233" y="21461"/>
                    <a:pt x="2378" y="21884"/>
                  </a:cubicBezTo>
                  <a:cubicBezTo>
                    <a:pt x="2612" y="22511"/>
                    <a:pt x="3213" y="22907"/>
                    <a:pt x="3859" y="22907"/>
                  </a:cubicBezTo>
                  <a:cubicBezTo>
                    <a:pt x="4016" y="22907"/>
                    <a:pt x="4175" y="22884"/>
                    <a:pt x="4333" y="22835"/>
                  </a:cubicBezTo>
                  <a:cubicBezTo>
                    <a:pt x="5125" y="22584"/>
                    <a:pt x="5587" y="21752"/>
                    <a:pt x="5376" y="20933"/>
                  </a:cubicBezTo>
                  <a:lnTo>
                    <a:pt x="5046" y="19678"/>
                  </a:lnTo>
                  <a:lnTo>
                    <a:pt x="4715" y="18424"/>
                  </a:lnTo>
                  <a:cubicBezTo>
                    <a:pt x="4491" y="17592"/>
                    <a:pt x="4266" y="16760"/>
                    <a:pt x="4055" y="15928"/>
                  </a:cubicBezTo>
                  <a:cubicBezTo>
                    <a:pt x="3963" y="15518"/>
                    <a:pt x="3857" y="15109"/>
                    <a:pt x="3778" y="14699"/>
                  </a:cubicBezTo>
                  <a:cubicBezTo>
                    <a:pt x="3725" y="14501"/>
                    <a:pt x="3685" y="14303"/>
                    <a:pt x="3659" y="14131"/>
                  </a:cubicBezTo>
                  <a:cubicBezTo>
                    <a:pt x="3659" y="14092"/>
                    <a:pt x="3646" y="14052"/>
                    <a:pt x="3633" y="14013"/>
                  </a:cubicBezTo>
                  <a:lnTo>
                    <a:pt x="3633" y="13999"/>
                  </a:lnTo>
                  <a:cubicBezTo>
                    <a:pt x="3659" y="13933"/>
                    <a:pt x="3685" y="13841"/>
                    <a:pt x="3725" y="13762"/>
                  </a:cubicBezTo>
                  <a:cubicBezTo>
                    <a:pt x="3778" y="13603"/>
                    <a:pt x="3844" y="13418"/>
                    <a:pt x="3910" y="13233"/>
                  </a:cubicBezTo>
                  <a:cubicBezTo>
                    <a:pt x="4055" y="12864"/>
                    <a:pt x="4227" y="12494"/>
                    <a:pt x="4399" y="12111"/>
                  </a:cubicBezTo>
                  <a:cubicBezTo>
                    <a:pt x="4729" y="11345"/>
                    <a:pt x="5098" y="10579"/>
                    <a:pt x="5481" y="9813"/>
                  </a:cubicBezTo>
                  <a:cubicBezTo>
                    <a:pt x="5864" y="9047"/>
                    <a:pt x="6247" y="8281"/>
                    <a:pt x="6630" y="7515"/>
                  </a:cubicBezTo>
                  <a:lnTo>
                    <a:pt x="7225" y="6353"/>
                  </a:lnTo>
                  <a:lnTo>
                    <a:pt x="7819" y="5204"/>
                  </a:lnTo>
                  <a:lnTo>
                    <a:pt x="8427" y="4042"/>
                  </a:lnTo>
                  <a:lnTo>
                    <a:pt x="8836" y="3263"/>
                  </a:lnTo>
                  <a:cubicBezTo>
                    <a:pt x="8519" y="2087"/>
                    <a:pt x="7991" y="978"/>
                    <a:pt x="7278" y="1"/>
                  </a:cubicBezTo>
                  <a:cubicBezTo>
                    <a:pt x="7266" y="0"/>
                    <a:pt x="7254" y="0"/>
                    <a:pt x="7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21"/>
            <p:cNvSpPr/>
            <p:nvPr/>
          </p:nvSpPr>
          <p:spPr>
            <a:xfrm>
              <a:off x="766911" y="2726060"/>
              <a:ext cx="31738" cy="26345"/>
            </a:xfrm>
            <a:custGeom>
              <a:rect b="b" l="l" r="r" t="t"/>
              <a:pathLst>
                <a:path extrusionOk="0" h="518" w="624">
                  <a:moveTo>
                    <a:pt x="324" y="1"/>
                  </a:moveTo>
                  <a:cubicBezTo>
                    <a:pt x="283" y="1"/>
                    <a:pt x="240" y="11"/>
                    <a:pt x="199" y="33"/>
                  </a:cubicBezTo>
                  <a:cubicBezTo>
                    <a:pt x="1" y="151"/>
                    <a:pt x="53" y="455"/>
                    <a:pt x="265" y="508"/>
                  </a:cubicBezTo>
                  <a:cubicBezTo>
                    <a:pt x="288" y="514"/>
                    <a:pt x="311" y="517"/>
                    <a:pt x="333" y="517"/>
                  </a:cubicBezTo>
                  <a:cubicBezTo>
                    <a:pt x="450" y="517"/>
                    <a:pt x="548" y="434"/>
                    <a:pt x="582" y="323"/>
                  </a:cubicBezTo>
                  <a:cubicBezTo>
                    <a:pt x="624" y="145"/>
                    <a:pt x="483" y="1"/>
                    <a:pt x="3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21"/>
            <p:cNvSpPr/>
            <p:nvPr/>
          </p:nvSpPr>
          <p:spPr>
            <a:xfrm>
              <a:off x="725967" y="2645904"/>
              <a:ext cx="158538" cy="72628"/>
            </a:xfrm>
            <a:custGeom>
              <a:rect b="b" l="l" r="r" t="t"/>
              <a:pathLst>
                <a:path extrusionOk="0" h="1428" w="3117">
                  <a:moveTo>
                    <a:pt x="3013" y="1"/>
                  </a:moveTo>
                  <a:cubicBezTo>
                    <a:pt x="3001" y="1"/>
                    <a:pt x="2991" y="4"/>
                    <a:pt x="2985" y="11"/>
                  </a:cubicBezTo>
                  <a:cubicBezTo>
                    <a:pt x="2034" y="552"/>
                    <a:pt x="92" y="1239"/>
                    <a:pt x="79" y="1252"/>
                  </a:cubicBezTo>
                  <a:cubicBezTo>
                    <a:pt x="26" y="1265"/>
                    <a:pt x="0" y="1318"/>
                    <a:pt x="13" y="1358"/>
                  </a:cubicBezTo>
                  <a:cubicBezTo>
                    <a:pt x="24" y="1401"/>
                    <a:pt x="62" y="1427"/>
                    <a:pt x="98" y="1427"/>
                  </a:cubicBezTo>
                  <a:cubicBezTo>
                    <a:pt x="105" y="1427"/>
                    <a:pt x="112" y="1426"/>
                    <a:pt x="119" y="1424"/>
                  </a:cubicBezTo>
                  <a:cubicBezTo>
                    <a:pt x="145" y="1424"/>
                    <a:pt x="2100" y="724"/>
                    <a:pt x="3051" y="169"/>
                  </a:cubicBezTo>
                  <a:cubicBezTo>
                    <a:pt x="3090" y="143"/>
                    <a:pt x="3117" y="90"/>
                    <a:pt x="3090" y="50"/>
                  </a:cubicBezTo>
                  <a:cubicBezTo>
                    <a:pt x="3090" y="24"/>
                    <a:pt x="3064" y="11"/>
                    <a:pt x="3051" y="11"/>
                  </a:cubicBezTo>
                  <a:cubicBezTo>
                    <a:pt x="3038" y="4"/>
                    <a:pt x="3024" y="1"/>
                    <a:pt x="30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21"/>
            <p:cNvSpPr/>
            <p:nvPr/>
          </p:nvSpPr>
          <p:spPr>
            <a:xfrm>
              <a:off x="832931" y="2666248"/>
              <a:ext cx="38350" cy="77765"/>
            </a:xfrm>
            <a:custGeom>
              <a:rect b="b" l="l" r="r" t="t"/>
              <a:pathLst>
                <a:path extrusionOk="0" h="1529" w="754">
                  <a:moveTo>
                    <a:pt x="107" y="1"/>
                  </a:moveTo>
                  <a:cubicBezTo>
                    <a:pt x="45" y="1"/>
                    <a:pt x="1" y="59"/>
                    <a:pt x="23" y="126"/>
                  </a:cubicBezTo>
                  <a:lnTo>
                    <a:pt x="538" y="1473"/>
                  </a:lnTo>
                  <a:cubicBezTo>
                    <a:pt x="543" y="1513"/>
                    <a:pt x="571" y="1529"/>
                    <a:pt x="605" y="1529"/>
                  </a:cubicBezTo>
                  <a:cubicBezTo>
                    <a:pt x="670" y="1529"/>
                    <a:pt x="754" y="1468"/>
                    <a:pt x="710" y="1407"/>
                  </a:cubicBezTo>
                  <a:lnTo>
                    <a:pt x="195" y="60"/>
                  </a:lnTo>
                  <a:cubicBezTo>
                    <a:pt x="182" y="33"/>
                    <a:pt x="169" y="20"/>
                    <a:pt x="142" y="7"/>
                  </a:cubicBezTo>
                  <a:cubicBezTo>
                    <a:pt x="130" y="3"/>
                    <a:pt x="118"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21"/>
            <p:cNvSpPr/>
            <p:nvPr/>
          </p:nvSpPr>
          <p:spPr>
            <a:xfrm>
              <a:off x="908665" y="1954513"/>
              <a:ext cx="136668" cy="239500"/>
            </a:xfrm>
            <a:custGeom>
              <a:rect b="b" l="l" r="r" t="t"/>
              <a:pathLst>
                <a:path extrusionOk="0" h="4709" w="2687">
                  <a:moveTo>
                    <a:pt x="2570" y="1"/>
                  </a:moveTo>
                  <a:cubicBezTo>
                    <a:pt x="2543" y="1"/>
                    <a:pt x="2517" y="13"/>
                    <a:pt x="2496" y="42"/>
                  </a:cubicBezTo>
                  <a:lnTo>
                    <a:pt x="27" y="4571"/>
                  </a:lnTo>
                  <a:cubicBezTo>
                    <a:pt x="0" y="4611"/>
                    <a:pt x="13" y="4677"/>
                    <a:pt x="66" y="4703"/>
                  </a:cubicBezTo>
                  <a:lnTo>
                    <a:pt x="79" y="4703"/>
                  </a:lnTo>
                  <a:cubicBezTo>
                    <a:pt x="89" y="4707"/>
                    <a:pt x="99" y="4708"/>
                    <a:pt x="109" y="4708"/>
                  </a:cubicBezTo>
                  <a:cubicBezTo>
                    <a:pt x="138" y="4708"/>
                    <a:pt x="165" y="4694"/>
                    <a:pt x="185" y="4664"/>
                  </a:cubicBezTo>
                  <a:lnTo>
                    <a:pt x="2668" y="134"/>
                  </a:lnTo>
                  <a:cubicBezTo>
                    <a:pt x="2686" y="61"/>
                    <a:pt x="2629" y="1"/>
                    <a:pt x="2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21"/>
            <p:cNvSpPr/>
            <p:nvPr/>
          </p:nvSpPr>
          <p:spPr>
            <a:xfrm>
              <a:off x="736038" y="2375736"/>
              <a:ext cx="82652" cy="25837"/>
            </a:xfrm>
            <a:custGeom>
              <a:rect b="b" l="l" r="r" t="t"/>
              <a:pathLst>
                <a:path extrusionOk="0" h="508" w="1625">
                  <a:moveTo>
                    <a:pt x="106" y="0"/>
                  </a:moveTo>
                  <a:cubicBezTo>
                    <a:pt x="53" y="0"/>
                    <a:pt x="13" y="27"/>
                    <a:pt x="0" y="80"/>
                  </a:cubicBezTo>
                  <a:cubicBezTo>
                    <a:pt x="0" y="132"/>
                    <a:pt x="27" y="185"/>
                    <a:pt x="79" y="198"/>
                  </a:cubicBezTo>
                  <a:cubicBezTo>
                    <a:pt x="93" y="198"/>
                    <a:pt x="1175" y="370"/>
                    <a:pt x="1479" y="502"/>
                  </a:cubicBezTo>
                  <a:cubicBezTo>
                    <a:pt x="1492" y="505"/>
                    <a:pt x="1504" y="507"/>
                    <a:pt x="1516" y="507"/>
                  </a:cubicBezTo>
                  <a:cubicBezTo>
                    <a:pt x="1556" y="507"/>
                    <a:pt x="1591" y="490"/>
                    <a:pt x="1611" y="449"/>
                  </a:cubicBezTo>
                  <a:cubicBezTo>
                    <a:pt x="1625" y="397"/>
                    <a:pt x="1611" y="344"/>
                    <a:pt x="1558" y="317"/>
                  </a:cubicBezTo>
                  <a:cubicBezTo>
                    <a:pt x="1228" y="185"/>
                    <a:pt x="159" y="14"/>
                    <a:pt x="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21"/>
            <p:cNvSpPr/>
            <p:nvPr/>
          </p:nvSpPr>
          <p:spPr>
            <a:xfrm>
              <a:off x="772303" y="2358088"/>
              <a:ext cx="40181" cy="40586"/>
            </a:xfrm>
            <a:custGeom>
              <a:rect b="b" l="l" r="r" t="t"/>
              <a:pathLst>
                <a:path extrusionOk="0" h="798" w="790">
                  <a:moveTo>
                    <a:pt x="106" y="1"/>
                  </a:moveTo>
                  <a:cubicBezTo>
                    <a:pt x="83" y="1"/>
                    <a:pt x="60" y="11"/>
                    <a:pt x="40" y="30"/>
                  </a:cubicBezTo>
                  <a:cubicBezTo>
                    <a:pt x="0" y="57"/>
                    <a:pt x="0" y="123"/>
                    <a:pt x="40" y="163"/>
                  </a:cubicBezTo>
                  <a:cubicBezTo>
                    <a:pt x="40" y="163"/>
                    <a:pt x="436" y="572"/>
                    <a:pt x="595" y="757"/>
                  </a:cubicBezTo>
                  <a:cubicBezTo>
                    <a:pt x="608" y="770"/>
                    <a:pt x="621" y="783"/>
                    <a:pt x="647" y="796"/>
                  </a:cubicBezTo>
                  <a:cubicBezTo>
                    <a:pt x="653" y="797"/>
                    <a:pt x="658" y="798"/>
                    <a:pt x="663" y="798"/>
                  </a:cubicBezTo>
                  <a:cubicBezTo>
                    <a:pt x="746" y="798"/>
                    <a:pt x="790" y="700"/>
                    <a:pt x="740" y="638"/>
                  </a:cubicBezTo>
                  <a:cubicBezTo>
                    <a:pt x="581" y="440"/>
                    <a:pt x="185" y="44"/>
                    <a:pt x="172" y="30"/>
                  </a:cubicBezTo>
                  <a:cubicBezTo>
                    <a:pt x="152" y="11"/>
                    <a:pt x="129" y="1"/>
                    <a:pt x="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21"/>
            <p:cNvSpPr/>
            <p:nvPr/>
          </p:nvSpPr>
          <p:spPr>
            <a:xfrm>
              <a:off x="783696" y="2742487"/>
              <a:ext cx="312397" cy="220275"/>
            </a:xfrm>
            <a:custGeom>
              <a:rect b="b" l="l" r="r" t="t"/>
              <a:pathLst>
                <a:path extrusionOk="0" h="4331" w="6142">
                  <a:moveTo>
                    <a:pt x="3078" y="0"/>
                  </a:moveTo>
                  <a:cubicBezTo>
                    <a:pt x="2827" y="13"/>
                    <a:pt x="2602" y="53"/>
                    <a:pt x="2365" y="119"/>
                  </a:cubicBezTo>
                  <a:cubicBezTo>
                    <a:pt x="2127" y="185"/>
                    <a:pt x="1942" y="251"/>
                    <a:pt x="1942" y="251"/>
                  </a:cubicBezTo>
                  <a:lnTo>
                    <a:pt x="1" y="1902"/>
                  </a:lnTo>
                  <a:cubicBezTo>
                    <a:pt x="1" y="1902"/>
                    <a:pt x="40" y="1981"/>
                    <a:pt x="67" y="2060"/>
                  </a:cubicBezTo>
                  <a:cubicBezTo>
                    <a:pt x="172" y="2404"/>
                    <a:pt x="701" y="3156"/>
                    <a:pt x="1427" y="3355"/>
                  </a:cubicBezTo>
                  <a:cubicBezTo>
                    <a:pt x="2061" y="3526"/>
                    <a:pt x="2708" y="3658"/>
                    <a:pt x="3342" y="3764"/>
                  </a:cubicBezTo>
                  <a:cubicBezTo>
                    <a:pt x="3567" y="3790"/>
                    <a:pt x="3870" y="4015"/>
                    <a:pt x="4121" y="4187"/>
                  </a:cubicBezTo>
                  <a:cubicBezTo>
                    <a:pt x="4259" y="4271"/>
                    <a:pt x="4379" y="4330"/>
                    <a:pt x="4462" y="4330"/>
                  </a:cubicBezTo>
                  <a:cubicBezTo>
                    <a:pt x="4483" y="4330"/>
                    <a:pt x="4502" y="4327"/>
                    <a:pt x="4517" y="4319"/>
                  </a:cubicBezTo>
                  <a:cubicBezTo>
                    <a:pt x="4583" y="4279"/>
                    <a:pt x="4597" y="4187"/>
                    <a:pt x="4570" y="4068"/>
                  </a:cubicBezTo>
                  <a:cubicBezTo>
                    <a:pt x="4531" y="3856"/>
                    <a:pt x="4425" y="3658"/>
                    <a:pt x="4280" y="3500"/>
                  </a:cubicBezTo>
                  <a:cubicBezTo>
                    <a:pt x="4214" y="3434"/>
                    <a:pt x="4134" y="3368"/>
                    <a:pt x="4068" y="3302"/>
                  </a:cubicBezTo>
                  <a:lnTo>
                    <a:pt x="4042" y="3289"/>
                  </a:lnTo>
                  <a:cubicBezTo>
                    <a:pt x="3923" y="3196"/>
                    <a:pt x="3831" y="3130"/>
                    <a:pt x="3831" y="3130"/>
                  </a:cubicBezTo>
                  <a:cubicBezTo>
                    <a:pt x="3857" y="3123"/>
                    <a:pt x="3884" y="3120"/>
                    <a:pt x="3910" y="3120"/>
                  </a:cubicBezTo>
                  <a:cubicBezTo>
                    <a:pt x="3936" y="3120"/>
                    <a:pt x="3963" y="3123"/>
                    <a:pt x="3989" y="3130"/>
                  </a:cubicBezTo>
                  <a:lnTo>
                    <a:pt x="4029" y="3130"/>
                  </a:lnTo>
                  <a:cubicBezTo>
                    <a:pt x="4134" y="3183"/>
                    <a:pt x="4240" y="3236"/>
                    <a:pt x="4333" y="3302"/>
                  </a:cubicBezTo>
                  <a:cubicBezTo>
                    <a:pt x="4451" y="3381"/>
                    <a:pt x="4570" y="3447"/>
                    <a:pt x="4702" y="3500"/>
                  </a:cubicBezTo>
                  <a:cubicBezTo>
                    <a:pt x="4837" y="3557"/>
                    <a:pt x="4978" y="3580"/>
                    <a:pt x="5102" y="3580"/>
                  </a:cubicBezTo>
                  <a:cubicBezTo>
                    <a:pt x="5353" y="3580"/>
                    <a:pt x="5535" y="3483"/>
                    <a:pt x="5455" y="3368"/>
                  </a:cubicBezTo>
                  <a:cubicBezTo>
                    <a:pt x="5363" y="3249"/>
                    <a:pt x="5244" y="3143"/>
                    <a:pt x="5099" y="3064"/>
                  </a:cubicBezTo>
                  <a:cubicBezTo>
                    <a:pt x="5006" y="2998"/>
                    <a:pt x="4927" y="2932"/>
                    <a:pt x="4848" y="2879"/>
                  </a:cubicBezTo>
                  <a:lnTo>
                    <a:pt x="4729" y="2787"/>
                  </a:lnTo>
                  <a:cubicBezTo>
                    <a:pt x="4531" y="2668"/>
                    <a:pt x="4319" y="2575"/>
                    <a:pt x="4095" y="2523"/>
                  </a:cubicBezTo>
                  <a:cubicBezTo>
                    <a:pt x="4143" y="2519"/>
                    <a:pt x="4188" y="2517"/>
                    <a:pt x="4232" y="2517"/>
                  </a:cubicBezTo>
                  <a:cubicBezTo>
                    <a:pt x="4509" y="2517"/>
                    <a:pt x="4707" y="2584"/>
                    <a:pt x="5072" y="2641"/>
                  </a:cubicBezTo>
                  <a:cubicBezTo>
                    <a:pt x="5125" y="2641"/>
                    <a:pt x="5165" y="2655"/>
                    <a:pt x="5217" y="2655"/>
                  </a:cubicBezTo>
                  <a:lnTo>
                    <a:pt x="5574" y="2721"/>
                  </a:lnTo>
                  <a:cubicBezTo>
                    <a:pt x="5702" y="2743"/>
                    <a:pt x="5821" y="2761"/>
                    <a:pt x="5916" y="2761"/>
                  </a:cubicBezTo>
                  <a:cubicBezTo>
                    <a:pt x="6047" y="2761"/>
                    <a:pt x="6134" y="2728"/>
                    <a:pt x="6142" y="2628"/>
                  </a:cubicBezTo>
                  <a:cubicBezTo>
                    <a:pt x="6142" y="2536"/>
                    <a:pt x="6049" y="2443"/>
                    <a:pt x="5917" y="2351"/>
                  </a:cubicBezTo>
                  <a:cubicBezTo>
                    <a:pt x="5851" y="2298"/>
                    <a:pt x="5759" y="2258"/>
                    <a:pt x="5680" y="2219"/>
                  </a:cubicBezTo>
                  <a:cubicBezTo>
                    <a:pt x="5508" y="2126"/>
                    <a:pt x="5310" y="2034"/>
                    <a:pt x="5178" y="1968"/>
                  </a:cubicBezTo>
                  <a:cubicBezTo>
                    <a:pt x="4914" y="1862"/>
                    <a:pt x="4636" y="1783"/>
                    <a:pt x="4346" y="1743"/>
                  </a:cubicBezTo>
                  <a:cubicBezTo>
                    <a:pt x="4431" y="1736"/>
                    <a:pt x="4516" y="1733"/>
                    <a:pt x="4600" y="1733"/>
                  </a:cubicBezTo>
                  <a:cubicBezTo>
                    <a:pt x="4832" y="1733"/>
                    <a:pt x="5061" y="1758"/>
                    <a:pt x="5283" y="1796"/>
                  </a:cubicBezTo>
                  <a:cubicBezTo>
                    <a:pt x="5338" y="1808"/>
                    <a:pt x="5391" y="1813"/>
                    <a:pt x="5441" y="1813"/>
                  </a:cubicBezTo>
                  <a:cubicBezTo>
                    <a:pt x="5782" y="1813"/>
                    <a:pt x="6006" y="1570"/>
                    <a:pt x="5798" y="1466"/>
                  </a:cubicBezTo>
                  <a:cubicBezTo>
                    <a:pt x="5548" y="1347"/>
                    <a:pt x="5138" y="1017"/>
                    <a:pt x="4636" y="964"/>
                  </a:cubicBezTo>
                  <a:cubicBezTo>
                    <a:pt x="4526" y="948"/>
                    <a:pt x="4415" y="940"/>
                    <a:pt x="4304" y="940"/>
                  </a:cubicBezTo>
                  <a:cubicBezTo>
                    <a:pt x="4151" y="940"/>
                    <a:pt x="3997" y="954"/>
                    <a:pt x="3844" y="977"/>
                  </a:cubicBezTo>
                  <a:lnTo>
                    <a:pt x="3699" y="211"/>
                  </a:lnTo>
                  <a:lnTo>
                    <a:pt x="3553" y="145"/>
                  </a:lnTo>
                  <a:cubicBezTo>
                    <a:pt x="3474" y="132"/>
                    <a:pt x="3395" y="66"/>
                    <a:pt x="3302" y="27"/>
                  </a:cubicBezTo>
                  <a:cubicBezTo>
                    <a:pt x="3236" y="13"/>
                    <a:pt x="3157" y="0"/>
                    <a:pt x="3078"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21"/>
            <p:cNvSpPr/>
            <p:nvPr/>
          </p:nvSpPr>
          <p:spPr>
            <a:xfrm>
              <a:off x="756840" y="2708208"/>
              <a:ext cx="155894" cy="131015"/>
            </a:xfrm>
            <a:custGeom>
              <a:rect b="b" l="l" r="r" t="t"/>
              <a:pathLst>
                <a:path extrusionOk="0" h="2576" w="3065">
                  <a:moveTo>
                    <a:pt x="2734" y="1"/>
                  </a:moveTo>
                  <a:cubicBezTo>
                    <a:pt x="1665" y="1123"/>
                    <a:pt x="1" y="1916"/>
                    <a:pt x="1" y="1916"/>
                  </a:cubicBezTo>
                  <a:cubicBezTo>
                    <a:pt x="93" y="2180"/>
                    <a:pt x="278" y="2404"/>
                    <a:pt x="516" y="2576"/>
                  </a:cubicBezTo>
                  <a:cubicBezTo>
                    <a:pt x="1691" y="2246"/>
                    <a:pt x="3064" y="753"/>
                    <a:pt x="3064" y="753"/>
                  </a:cubicBezTo>
                  <a:cubicBezTo>
                    <a:pt x="3038" y="529"/>
                    <a:pt x="2919" y="172"/>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21"/>
            <p:cNvSpPr/>
            <p:nvPr/>
          </p:nvSpPr>
          <p:spPr>
            <a:xfrm>
              <a:off x="786391" y="2732366"/>
              <a:ext cx="109914" cy="85597"/>
            </a:xfrm>
            <a:custGeom>
              <a:rect b="b" l="l" r="r" t="t"/>
              <a:pathLst>
                <a:path extrusionOk="0" h="1683" w="2161">
                  <a:moveTo>
                    <a:pt x="1082" y="1"/>
                  </a:moveTo>
                  <a:cubicBezTo>
                    <a:pt x="927" y="1"/>
                    <a:pt x="771" y="43"/>
                    <a:pt x="635" y="133"/>
                  </a:cubicBezTo>
                  <a:cubicBezTo>
                    <a:pt x="1" y="543"/>
                    <a:pt x="185" y="1507"/>
                    <a:pt x="912" y="1665"/>
                  </a:cubicBezTo>
                  <a:cubicBezTo>
                    <a:pt x="971" y="1677"/>
                    <a:pt x="1029" y="1682"/>
                    <a:pt x="1085" y="1682"/>
                  </a:cubicBezTo>
                  <a:cubicBezTo>
                    <a:pt x="1722" y="1682"/>
                    <a:pt x="2161" y="966"/>
                    <a:pt x="1797" y="384"/>
                  </a:cubicBezTo>
                  <a:cubicBezTo>
                    <a:pt x="1635" y="138"/>
                    <a:pt x="1360" y="1"/>
                    <a:pt x="10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21"/>
            <p:cNvSpPr/>
            <p:nvPr/>
          </p:nvSpPr>
          <p:spPr>
            <a:xfrm>
              <a:off x="807245" y="2744573"/>
              <a:ext cx="68614" cy="61083"/>
            </a:xfrm>
            <a:custGeom>
              <a:rect b="b" l="l" r="r" t="t"/>
              <a:pathLst>
                <a:path extrusionOk="0" h="1201" w="1349">
                  <a:moveTo>
                    <a:pt x="685" y="1"/>
                  </a:moveTo>
                  <a:cubicBezTo>
                    <a:pt x="576" y="1"/>
                    <a:pt x="463" y="32"/>
                    <a:pt x="357" y="104"/>
                  </a:cubicBezTo>
                  <a:cubicBezTo>
                    <a:pt x="79" y="276"/>
                    <a:pt x="0" y="646"/>
                    <a:pt x="172" y="923"/>
                  </a:cubicBezTo>
                  <a:cubicBezTo>
                    <a:pt x="294" y="1112"/>
                    <a:pt x="486" y="1200"/>
                    <a:pt x="676" y="1200"/>
                  </a:cubicBezTo>
                  <a:cubicBezTo>
                    <a:pt x="939" y="1200"/>
                    <a:pt x="1199" y="1032"/>
                    <a:pt x="1268" y="725"/>
                  </a:cubicBezTo>
                  <a:cubicBezTo>
                    <a:pt x="1348" y="332"/>
                    <a:pt x="1037" y="1"/>
                    <a:pt x="6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21"/>
            <p:cNvSpPr/>
            <p:nvPr/>
          </p:nvSpPr>
          <p:spPr>
            <a:xfrm>
              <a:off x="1727449" y="1830669"/>
              <a:ext cx="54474" cy="107671"/>
            </a:xfrm>
            <a:custGeom>
              <a:rect b="b" l="l" r="r" t="t"/>
              <a:pathLst>
                <a:path extrusionOk="0" h="2117" w="1071">
                  <a:moveTo>
                    <a:pt x="475" y="1"/>
                  </a:moveTo>
                  <a:cubicBezTo>
                    <a:pt x="442" y="1"/>
                    <a:pt x="411" y="18"/>
                    <a:pt x="397" y="60"/>
                  </a:cubicBezTo>
                  <a:cubicBezTo>
                    <a:pt x="371" y="99"/>
                    <a:pt x="1" y="945"/>
                    <a:pt x="278" y="1565"/>
                  </a:cubicBezTo>
                  <a:cubicBezTo>
                    <a:pt x="397" y="1829"/>
                    <a:pt x="635" y="2041"/>
                    <a:pt x="925" y="2107"/>
                  </a:cubicBezTo>
                  <a:cubicBezTo>
                    <a:pt x="932" y="2113"/>
                    <a:pt x="939" y="2117"/>
                    <a:pt x="945" y="2117"/>
                  </a:cubicBezTo>
                  <a:cubicBezTo>
                    <a:pt x="952" y="2117"/>
                    <a:pt x="958" y="2113"/>
                    <a:pt x="965" y="2107"/>
                  </a:cubicBezTo>
                  <a:cubicBezTo>
                    <a:pt x="1058" y="2094"/>
                    <a:pt x="1071" y="1962"/>
                    <a:pt x="978" y="1935"/>
                  </a:cubicBezTo>
                  <a:cubicBezTo>
                    <a:pt x="741" y="1882"/>
                    <a:pt x="542" y="1711"/>
                    <a:pt x="450" y="1499"/>
                  </a:cubicBezTo>
                  <a:cubicBezTo>
                    <a:pt x="199" y="945"/>
                    <a:pt x="556" y="152"/>
                    <a:pt x="556" y="139"/>
                  </a:cubicBezTo>
                  <a:cubicBezTo>
                    <a:pt x="599" y="62"/>
                    <a:pt x="535" y="1"/>
                    <a:pt x="475"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21"/>
            <p:cNvSpPr/>
            <p:nvPr/>
          </p:nvSpPr>
          <p:spPr>
            <a:xfrm>
              <a:off x="1575218" y="1502063"/>
              <a:ext cx="134836" cy="279272"/>
            </a:xfrm>
            <a:custGeom>
              <a:rect b="b" l="l" r="r" t="t"/>
              <a:pathLst>
                <a:path extrusionOk="0" h="5491" w="2651">
                  <a:moveTo>
                    <a:pt x="119" y="0"/>
                  </a:moveTo>
                  <a:cubicBezTo>
                    <a:pt x="60" y="0"/>
                    <a:pt x="0" y="62"/>
                    <a:pt x="36" y="142"/>
                  </a:cubicBezTo>
                  <a:lnTo>
                    <a:pt x="2439" y="5491"/>
                  </a:lnTo>
                  <a:cubicBezTo>
                    <a:pt x="2453" y="5372"/>
                    <a:pt x="2479" y="5279"/>
                    <a:pt x="2505" y="5094"/>
                  </a:cubicBezTo>
                  <a:cubicBezTo>
                    <a:pt x="2532" y="4923"/>
                    <a:pt x="2571" y="4751"/>
                    <a:pt x="2637" y="4593"/>
                  </a:cubicBezTo>
                  <a:lnTo>
                    <a:pt x="2651" y="4593"/>
                  </a:lnTo>
                  <a:lnTo>
                    <a:pt x="194" y="50"/>
                  </a:lnTo>
                  <a:cubicBezTo>
                    <a:pt x="177" y="15"/>
                    <a:pt x="148" y="0"/>
                    <a:pt x="1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21"/>
            <p:cNvSpPr/>
            <p:nvPr/>
          </p:nvSpPr>
          <p:spPr>
            <a:xfrm>
              <a:off x="1730145" y="1826957"/>
              <a:ext cx="86059" cy="119623"/>
            </a:xfrm>
            <a:custGeom>
              <a:rect b="b" l="l" r="r" t="t"/>
              <a:pathLst>
                <a:path extrusionOk="0" h="2352" w="1692">
                  <a:moveTo>
                    <a:pt x="569" y="1"/>
                  </a:moveTo>
                  <a:cubicBezTo>
                    <a:pt x="529" y="14"/>
                    <a:pt x="489" y="40"/>
                    <a:pt x="450" y="54"/>
                  </a:cubicBezTo>
                  <a:cubicBezTo>
                    <a:pt x="423" y="54"/>
                    <a:pt x="410" y="67"/>
                    <a:pt x="384" y="67"/>
                  </a:cubicBezTo>
                  <a:cubicBezTo>
                    <a:pt x="318" y="67"/>
                    <a:pt x="252" y="54"/>
                    <a:pt x="212" y="14"/>
                  </a:cubicBezTo>
                  <a:cubicBezTo>
                    <a:pt x="186" y="120"/>
                    <a:pt x="146" y="212"/>
                    <a:pt x="67" y="278"/>
                  </a:cubicBezTo>
                  <a:cubicBezTo>
                    <a:pt x="54" y="304"/>
                    <a:pt x="27" y="331"/>
                    <a:pt x="1" y="344"/>
                  </a:cubicBezTo>
                  <a:lnTo>
                    <a:pt x="978" y="2351"/>
                  </a:lnTo>
                  <a:cubicBezTo>
                    <a:pt x="1691" y="2285"/>
                    <a:pt x="1638" y="1955"/>
                    <a:pt x="1638" y="1955"/>
                  </a:cubicBezTo>
                  <a:lnTo>
                    <a:pt x="793" y="410"/>
                  </a:lnTo>
                  <a:lnTo>
                    <a:pt x="754" y="410"/>
                  </a:lnTo>
                  <a:cubicBezTo>
                    <a:pt x="674" y="384"/>
                    <a:pt x="608" y="331"/>
                    <a:pt x="582" y="252"/>
                  </a:cubicBezTo>
                  <a:cubicBezTo>
                    <a:pt x="569" y="212"/>
                    <a:pt x="569" y="172"/>
                    <a:pt x="569" y="120"/>
                  </a:cubicBezTo>
                  <a:cubicBezTo>
                    <a:pt x="569" y="93"/>
                    <a:pt x="582" y="67"/>
                    <a:pt x="582" y="27"/>
                  </a:cubicBezTo>
                  <a:lnTo>
                    <a:pt x="56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21"/>
            <p:cNvSpPr/>
            <p:nvPr/>
          </p:nvSpPr>
          <p:spPr>
            <a:xfrm>
              <a:off x="1667839" y="1781284"/>
              <a:ext cx="74463" cy="74764"/>
            </a:xfrm>
            <a:custGeom>
              <a:rect b="b" l="l" r="r" t="t"/>
              <a:pathLst>
                <a:path extrusionOk="0" h="1470" w="1464">
                  <a:moveTo>
                    <a:pt x="632" y="1"/>
                  </a:moveTo>
                  <a:lnTo>
                    <a:pt x="605" y="159"/>
                  </a:lnTo>
                  <a:lnTo>
                    <a:pt x="513" y="159"/>
                  </a:lnTo>
                  <a:cubicBezTo>
                    <a:pt x="764" y="238"/>
                    <a:pt x="1239" y="436"/>
                    <a:pt x="1252" y="819"/>
                  </a:cubicBezTo>
                  <a:cubicBezTo>
                    <a:pt x="1265" y="899"/>
                    <a:pt x="1226" y="978"/>
                    <a:pt x="1173" y="1031"/>
                  </a:cubicBezTo>
                  <a:cubicBezTo>
                    <a:pt x="978" y="1226"/>
                    <a:pt x="485" y="1271"/>
                    <a:pt x="211" y="1271"/>
                  </a:cubicBezTo>
                  <a:cubicBezTo>
                    <a:pt x="169" y="1271"/>
                    <a:pt x="133" y="1270"/>
                    <a:pt x="103" y="1268"/>
                  </a:cubicBezTo>
                  <a:cubicBezTo>
                    <a:pt x="100" y="1268"/>
                    <a:pt x="97" y="1268"/>
                    <a:pt x="94" y="1268"/>
                  </a:cubicBezTo>
                  <a:cubicBezTo>
                    <a:pt x="1" y="1268"/>
                    <a:pt x="0" y="1454"/>
                    <a:pt x="82" y="1454"/>
                  </a:cubicBezTo>
                  <a:cubicBezTo>
                    <a:pt x="85" y="1454"/>
                    <a:pt x="87" y="1454"/>
                    <a:pt x="90" y="1453"/>
                  </a:cubicBezTo>
                  <a:lnTo>
                    <a:pt x="103" y="1467"/>
                  </a:lnTo>
                  <a:cubicBezTo>
                    <a:pt x="144" y="1469"/>
                    <a:pt x="185" y="1470"/>
                    <a:pt x="226" y="1470"/>
                  </a:cubicBezTo>
                  <a:cubicBezTo>
                    <a:pt x="423" y="1470"/>
                    <a:pt x="619" y="1444"/>
                    <a:pt x="816" y="1401"/>
                  </a:cubicBezTo>
                  <a:cubicBezTo>
                    <a:pt x="1001" y="1374"/>
                    <a:pt x="1173" y="1295"/>
                    <a:pt x="1318" y="1176"/>
                  </a:cubicBezTo>
                  <a:cubicBezTo>
                    <a:pt x="1411" y="1084"/>
                    <a:pt x="1464" y="952"/>
                    <a:pt x="1450" y="819"/>
                  </a:cubicBezTo>
                  <a:cubicBezTo>
                    <a:pt x="1437" y="344"/>
                    <a:pt x="922" y="106"/>
                    <a:pt x="632"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21"/>
            <p:cNvSpPr/>
            <p:nvPr/>
          </p:nvSpPr>
          <p:spPr>
            <a:xfrm>
              <a:off x="1741589" y="1981317"/>
              <a:ext cx="33111" cy="25939"/>
            </a:xfrm>
            <a:custGeom>
              <a:rect b="b" l="l" r="r" t="t"/>
              <a:pathLst>
                <a:path extrusionOk="0" h="510" w="651">
                  <a:moveTo>
                    <a:pt x="320" y="1"/>
                  </a:moveTo>
                  <a:cubicBezTo>
                    <a:pt x="275" y="1"/>
                    <a:pt x="228" y="14"/>
                    <a:pt x="185" y="43"/>
                  </a:cubicBezTo>
                  <a:cubicBezTo>
                    <a:pt x="0" y="175"/>
                    <a:pt x="53" y="452"/>
                    <a:pt x="278" y="505"/>
                  </a:cubicBezTo>
                  <a:cubicBezTo>
                    <a:pt x="293" y="508"/>
                    <a:pt x="309" y="509"/>
                    <a:pt x="324" y="509"/>
                  </a:cubicBezTo>
                  <a:cubicBezTo>
                    <a:pt x="513" y="509"/>
                    <a:pt x="651" y="292"/>
                    <a:pt x="529" y="109"/>
                  </a:cubicBezTo>
                  <a:cubicBezTo>
                    <a:pt x="478" y="41"/>
                    <a:pt x="401" y="1"/>
                    <a:pt x="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21"/>
            <p:cNvSpPr/>
            <p:nvPr/>
          </p:nvSpPr>
          <p:spPr>
            <a:xfrm>
              <a:off x="1796826" y="1946020"/>
              <a:ext cx="13631" cy="96990"/>
            </a:xfrm>
            <a:custGeom>
              <a:rect b="b" l="l" r="r" t="t"/>
              <a:pathLst>
                <a:path extrusionOk="0" h="1907" w="268">
                  <a:moveTo>
                    <a:pt x="149" y="1"/>
                  </a:moveTo>
                  <a:cubicBezTo>
                    <a:pt x="90" y="1"/>
                    <a:pt x="30" y="30"/>
                    <a:pt x="37" y="90"/>
                  </a:cubicBezTo>
                  <a:lnTo>
                    <a:pt x="10" y="1793"/>
                  </a:lnTo>
                  <a:cubicBezTo>
                    <a:pt x="1" y="1861"/>
                    <a:pt x="61" y="1907"/>
                    <a:pt x="120" y="1907"/>
                  </a:cubicBezTo>
                  <a:cubicBezTo>
                    <a:pt x="142" y="1907"/>
                    <a:pt x="164" y="1900"/>
                    <a:pt x="182" y="1886"/>
                  </a:cubicBezTo>
                  <a:cubicBezTo>
                    <a:pt x="209" y="1859"/>
                    <a:pt x="222" y="1833"/>
                    <a:pt x="222" y="1793"/>
                  </a:cubicBezTo>
                  <a:lnTo>
                    <a:pt x="261" y="90"/>
                  </a:lnTo>
                  <a:cubicBezTo>
                    <a:pt x="268" y="30"/>
                    <a:pt x="209"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21"/>
            <p:cNvSpPr/>
            <p:nvPr/>
          </p:nvSpPr>
          <p:spPr>
            <a:xfrm>
              <a:off x="1345930" y="1779962"/>
              <a:ext cx="443928" cy="598927"/>
            </a:xfrm>
            <a:custGeom>
              <a:rect b="b" l="l" r="r" t="t"/>
              <a:pathLst>
                <a:path extrusionOk="0" h="11776" w="8728">
                  <a:moveTo>
                    <a:pt x="8070" y="7779"/>
                  </a:moveTo>
                  <a:lnTo>
                    <a:pt x="8083" y="7792"/>
                  </a:lnTo>
                  <a:lnTo>
                    <a:pt x="8096" y="7805"/>
                  </a:lnTo>
                  <a:lnTo>
                    <a:pt x="8070" y="7779"/>
                  </a:lnTo>
                  <a:close/>
                  <a:moveTo>
                    <a:pt x="3883" y="0"/>
                  </a:moveTo>
                  <a:cubicBezTo>
                    <a:pt x="3883" y="13"/>
                    <a:pt x="1" y="370"/>
                    <a:pt x="1" y="370"/>
                  </a:cubicBezTo>
                  <a:lnTo>
                    <a:pt x="27" y="595"/>
                  </a:lnTo>
                  <a:cubicBezTo>
                    <a:pt x="27" y="647"/>
                    <a:pt x="40" y="713"/>
                    <a:pt x="40" y="779"/>
                  </a:cubicBezTo>
                  <a:lnTo>
                    <a:pt x="53" y="951"/>
                  </a:lnTo>
                  <a:cubicBezTo>
                    <a:pt x="67" y="1017"/>
                    <a:pt x="80" y="1070"/>
                    <a:pt x="80" y="1136"/>
                  </a:cubicBezTo>
                  <a:cubicBezTo>
                    <a:pt x="106" y="1361"/>
                    <a:pt x="146" y="1598"/>
                    <a:pt x="186" y="1823"/>
                  </a:cubicBezTo>
                  <a:cubicBezTo>
                    <a:pt x="278" y="2272"/>
                    <a:pt x="384" y="2721"/>
                    <a:pt x="489" y="3170"/>
                  </a:cubicBezTo>
                  <a:cubicBezTo>
                    <a:pt x="740" y="4055"/>
                    <a:pt x="1044" y="4926"/>
                    <a:pt x="1427" y="5771"/>
                  </a:cubicBezTo>
                  <a:lnTo>
                    <a:pt x="1572" y="6075"/>
                  </a:lnTo>
                  <a:cubicBezTo>
                    <a:pt x="1625" y="6181"/>
                    <a:pt x="1665" y="6287"/>
                    <a:pt x="1731" y="6392"/>
                  </a:cubicBezTo>
                  <a:cubicBezTo>
                    <a:pt x="1784" y="6498"/>
                    <a:pt x="1836" y="6603"/>
                    <a:pt x="1889" y="6709"/>
                  </a:cubicBezTo>
                  <a:lnTo>
                    <a:pt x="2061" y="7013"/>
                  </a:lnTo>
                  <a:cubicBezTo>
                    <a:pt x="2285" y="7422"/>
                    <a:pt x="2536" y="7818"/>
                    <a:pt x="2800" y="8215"/>
                  </a:cubicBezTo>
                  <a:cubicBezTo>
                    <a:pt x="3065" y="8598"/>
                    <a:pt x="3355" y="8981"/>
                    <a:pt x="3659" y="9337"/>
                  </a:cubicBezTo>
                  <a:cubicBezTo>
                    <a:pt x="3963" y="9707"/>
                    <a:pt x="4293" y="10064"/>
                    <a:pt x="4636" y="10394"/>
                  </a:cubicBezTo>
                  <a:cubicBezTo>
                    <a:pt x="4729" y="10473"/>
                    <a:pt x="4808" y="10565"/>
                    <a:pt x="4887" y="10645"/>
                  </a:cubicBezTo>
                  <a:lnTo>
                    <a:pt x="5164" y="10882"/>
                  </a:lnTo>
                  <a:lnTo>
                    <a:pt x="5296" y="11001"/>
                  </a:lnTo>
                  <a:lnTo>
                    <a:pt x="5323" y="11028"/>
                  </a:lnTo>
                  <a:lnTo>
                    <a:pt x="5363" y="11067"/>
                  </a:lnTo>
                  <a:lnTo>
                    <a:pt x="5415" y="11107"/>
                  </a:lnTo>
                  <a:cubicBezTo>
                    <a:pt x="5481" y="11160"/>
                    <a:pt x="5547" y="11199"/>
                    <a:pt x="5613" y="11252"/>
                  </a:cubicBezTo>
                  <a:cubicBezTo>
                    <a:pt x="5878" y="11437"/>
                    <a:pt x="6195" y="11582"/>
                    <a:pt x="6511" y="11675"/>
                  </a:cubicBezTo>
                  <a:cubicBezTo>
                    <a:pt x="6591" y="11701"/>
                    <a:pt x="6657" y="11714"/>
                    <a:pt x="6736" y="11728"/>
                  </a:cubicBezTo>
                  <a:lnTo>
                    <a:pt x="6855" y="11754"/>
                  </a:lnTo>
                  <a:lnTo>
                    <a:pt x="6961" y="11767"/>
                  </a:lnTo>
                  <a:cubicBezTo>
                    <a:pt x="7007" y="11773"/>
                    <a:pt x="7053" y="11776"/>
                    <a:pt x="7097" y="11776"/>
                  </a:cubicBezTo>
                  <a:cubicBezTo>
                    <a:pt x="7563" y="11776"/>
                    <a:pt x="7887" y="11469"/>
                    <a:pt x="8189" y="11107"/>
                  </a:cubicBezTo>
                  <a:cubicBezTo>
                    <a:pt x="8479" y="10764"/>
                    <a:pt x="8651" y="10341"/>
                    <a:pt x="8691" y="9905"/>
                  </a:cubicBezTo>
                  <a:cubicBezTo>
                    <a:pt x="8728" y="9319"/>
                    <a:pt x="8130" y="7651"/>
                    <a:pt x="7419" y="7554"/>
                  </a:cubicBezTo>
                  <a:lnTo>
                    <a:pt x="7594" y="7554"/>
                  </a:lnTo>
                  <a:cubicBezTo>
                    <a:pt x="7621" y="7554"/>
                    <a:pt x="7647" y="7568"/>
                    <a:pt x="7674" y="7568"/>
                  </a:cubicBezTo>
                  <a:cubicBezTo>
                    <a:pt x="7793" y="7607"/>
                    <a:pt x="7898" y="7660"/>
                    <a:pt x="8004" y="7726"/>
                  </a:cubicBezTo>
                  <a:cubicBezTo>
                    <a:pt x="8030" y="7739"/>
                    <a:pt x="8043" y="7766"/>
                    <a:pt x="8070" y="7779"/>
                  </a:cubicBezTo>
                  <a:lnTo>
                    <a:pt x="7991" y="7700"/>
                  </a:lnTo>
                  <a:lnTo>
                    <a:pt x="7793" y="7528"/>
                  </a:lnTo>
                  <a:cubicBezTo>
                    <a:pt x="7740" y="7475"/>
                    <a:pt x="7674" y="7409"/>
                    <a:pt x="7621" y="7356"/>
                  </a:cubicBezTo>
                  <a:cubicBezTo>
                    <a:pt x="7370" y="7119"/>
                    <a:pt x="7132" y="6868"/>
                    <a:pt x="6921" y="6603"/>
                  </a:cubicBezTo>
                  <a:cubicBezTo>
                    <a:pt x="6710" y="6339"/>
                    <a:pt x="6485" y="6075"/>
                    <a:pt x="6287" y="5785"/>
                  </a:cubicBezTo>
                  <a:cubicBezTo>
                    <a:pt x="6195" y="5639"/>
                    <a:pt x="6102" y="5494"/>
                    <a:pt x="5996" y="5349"/>
                  </a:cubicBezTo>
                  <a:cubicBezTo>
                    <a:pt x="5957" y="5283"/>
                    <a:pt x="5904" y="5204"/>
                    <a:pt x="5864" y="5138"/>
                  </a:cubicBezTo>
                  <a:cubicBezTo>
                    <a:pt x="5812" y="5058"/>
                    <a:pt x="5772" y="4979"/>
                    <a:pt x="5732" y="4913"/>
                  </a:cubicBezTo>
                  <a:cubicBezTo>
                    <a:pt x="5547" y="4609"/>
                    <a:pt x="5389" y="4292"/>
                    <a:pt x="5217" y="3975"/>
                  </a:cubicBezTo>
                  <a:cubicBezTo>
                    <a:pt x="5151" y="3830"/>
                    <a:pt x="5072" y="3658"/>
                    <a:pt x="4993" y="3500"/>
                  </a:cubicBezTo>
                  <a:cubicBezTo>
                    <a:pt x="4927" y="3328"/>
                    <a:pt x="4847" y="3170"/>
                    <a:pt x="4781" y="2998"/>
                  </a:cubicBezTo>
                  <a:cubicBezTo>
                    <a:pt x="4649" y="2668"/>
                    <a:pt x="4531" y="2338"/>
                    <a:pt x="4412" y="1994"/>
                  </a:cubicBezTo>
                  <a:cubicBezTo>
                    <a:pt x="4293" y="1651"/>
                    <a:pt x="4187" y="1308"/>
                    <a:pt x="4095" y="964"/>
                  </a:cubicBezTo>
                  <a:cubicBezTo>
                    <a:pt x="4055" y="793"/>
                    <a:pt x="4002" y="621"/>
                    <a:pt x="3976" y="449"/>
                  </a:cubicBezTo>
                  <a:cubicBezTo>
                    <a:pt x="3963" y="410"/>
                    <a:pt x="3949" y="370"/>
                    <a:pt x="3936" y="330"/>
                  </a:cubicBezTo>
                  <a:cubicBezTo>
                    <a:pt x="3936" y="291"/>
                    <a:pt x="3910" y="238"/>
                    <a:pt x="3910" y="198"/>
                  </a:cubicBezTo>
                  <a:lnTo>
                    <a:pt x="3897" y="93"/>
                  </a:lnTo>
                  <a:lnTo>
                    <a:pt x="3883" y="40"/>
                  </a:lnTo>
                  <a:lnTo>
                    <a:pt x="3883" y="13"/>
                  </a:lnTo>
                  <a:lnTo>
                    <a:pt x="38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21"/>
            <p:cNvSpPr/>
            <p:nvPr/>
          </p:nvSpPr>
          <p:spPr>
            <a:xfrm>
              <a:off x="1631421" y="2054555"/>
              <a:ext cx="32247" cy="102941"/>
            </a:xfrm>
            <a:custGeom>
              <a:rect b="b" l="l" r="r" t="t"/>
              <a:pathLst>
                <a:path extrusionOk="0" h="2024" w="634">
                  <a:moveTo>
                    <a:pt x="493" y="1"/>
                  </a:moveTo>
                  <a:cubicBezTo>
                    <a:pt x="454" y="1"/>
                    <a:pt x="416" y="21"/>
                    <a:pt x="397" y="69"/>
                  </a:cubicBezTo>
                  <a:cubicBezTo>
                    <a:pt x="199" y="663"/>
                    <a:pt x="66" y="1284"/>
                    <a:pt x="0" y="1904"/>
                  </a:cubicBezTo>
                  <a:cubicBezTo>
                    <a:pt x="0" y="1957"/>
                    <a:pt x="27" y="1997"/>
                    <a:pt x="80" y="2023"/>
                  </a:cubicBezTo>
                  <a:lnTo>
                    <a:pt x="106" y="2023"/>
                  </a:lnTo>
                  <a:cubicBezTo>
                    <a:pt x="159" y="2023"/>
                    <a:pt x="212" y="1984"/>
                    <a:pt x="212" y="1918"/>
                  </a:cubicBezTo>
                  <a:cubicBezTo>
                    <a:pt x="278" y="1310"/>
                    <a:pt x="410" y="716"/>
                    <a:pt x="608" y="148"/>
                  </a:cubicBezTo>
                  <a:cubicBezTo>
                    <a:pt x="633" y="64"/>
                    <a:pt x="562" y="1"/>
                    <a:pt x="4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21"/>
            <p:cNvSpPr/>
            <p:nvPr/>
          </p:nvSpPr>
          <p:spPr>
            <a:xfrm>
              <a:off x="1609906" y="2056183"/>
              <a:ext cx="49794" cy="49182"/>
            </a:xfrm>
            <a:custGeom>
              <a:rect b="b" l="l" r="r" t="t"/>
              <a:pathLst>
                <a:path extrusionOk="0" h="967" w="979">
                  <a:moveTo>
                    <a:pt x="849" y="0"/>
                  </a:moveTo>
                  <a:cubicBezTo>
                    <a:pt x="829" y="0"/>
                    <a:pt x="809" y="8"/>
                    <a:pt x="793" y="24"/>
                  </a:cubicBezTo>
                  <a:cubicBezTo>
                    <a:pt x="516" y="261"/>
                    <a:pt x="265" y="525"/>
                    <a:pt x="40" y="790"/>
                  </a:cubicBezTo>
                  <a:cubicBezTo>
                    <a:pt x="1" y="842"/>
                    <a:pt x="1" y="908"/>
                    <a:pt x="40" y="948"/>
                  </a:cubicBezTo>
                  <a:cubicBezTo>
                    <a:pt x="54" y="948"/>
                    <a:pt x="67" y="961"/>
                    <a:pt x="93" y="961"/>
                  </a:cubicBezTo>
                  <a:cubicBezTo>
                    <a:pt x="104" y="965"/>
                    <a:pt x="115" y="966"/>
                    <a:pt x="125" y="966"/>
                  </a:cubicBezTo>
                  <a:cubicBezTo>
                    <a:pt x="153" y="966"/>
                    <a:pt x="180" y="954"/>
                    <a:pt x="199" y="935"/>
                  </a:cubicBezTo>
                  <a:cubicBezTo>
                    <a:pt x="423" y="671"/>
                    <a:pt x="661" y="433"/>
                    <a:pt x="912" y="195"/>
                  </a:cubicBezTo>
                  <a:cubicBezTo>
                    <a:pt x="965" y="169"/>
                    <a:pt x="978" y="90"/>
                    <a:pt x="938" y="50"/>
                  </a:cubicBezTo>
                  <a:cubicBezTo>
                    <a:pt x="915" y="18"/>
                    <a:pt x="881" y="0"/>
                    <a:pt x="8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21"/>
            <p:cNvSpPr/>
            <p:nvPr/>
          </p:nvSpPr>
          <p:spPr>
            <a:xfrm>
              <a:off x="1029006" y="4441618"/>
              <a:ext cx="35553" cy="31838"/>
            </a:xfrm>
            <a:custGeom>
              <a:rect b="b" l="l" r="r" t="t"/>
              <a:pathLst>
                <a:path extrusionOk="0" h="626" w="699">
                  <a:moveTo>
                    <a:pt x="176" y="0"/>
                  </a:moveTo>
                  <a:cubicBezTo>
                    <a:pt x="82" y="0"/>
                    <a:pt x="0" y="101"/>
                    <a:pt x="51" y="203"/>
                  </a:cubicBezTo>
                  <a:cubicBezTo>
                    <a:pt x="51" y="203"/>
                    <a:pt x="64" y="216"/>
                    <a:pt x="64" y="229"/>
                  </a:cubicBezTo>
                  <a:lnTo>
                    <a:pt x="447" y="586"/>
                  </a:lnTo>
                  <a:cubicBezTo>
                    <a:pt x="480" y="612"/>
                    <a:pt x="517" y="625"/>
                    <a:pt x="551" y="625"/>
                  </a:cubicBezTo>
                  <a:cubicBezTo>
                    <a:pt x="586" y="625"/>
                    <a:pt x="619" y="612"/>
                    <a:pt x="645" y="586"/>
                  </a:cubicBezTo>
                  <a:cubicBezTo>
                    <a:pt x="698" y="533"/>
                    <a:pt x="698" y="454"/>
                    <a:pt x="645" y="401"/>
                  </a:cubicBezTo>
                  <a:lnTo>
                    <a:pt x="262" y="31"/>
                  </a:lnTo>
                  <a:cubicBezTo>
                    <a:pt x="235" y="9"/>
                    <a:pt x="205"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21"/>
            <p:cNvSpPr/>
            <p:nvPr/>
          </p:nvSpPr>
          <p:spPr>
            <a:xfrm>
              <a:off x="1030328" y="4471829"/>
              <a:ext cx="38147" cy="32347"/>
            </a:xfrm>
            <a:custGeom>
              <a:rect b="b" l="l" r="r" t="t"/>
              <a:pathLst>
                <a:path extrusionOk="0" h="636" w="750">
                  <a:moveTo>
                    <a:pt x="177" y="0"/>
                  </a:moveTo>
                  <a:cubicBezTo>
                    <a:pt x="82" y="0"/>
                    <a:pt x="1" y="102"/>
                    <a:pt x="51" y="203"/>
                  </a:cubicBezTo>
                  <a:cubicBezTo>
                    <a:pt x="51" y="216"/>
                    <a:pt x="65" y="216"/>
                    <a:pt x="78" y="229"/>
                  </a:cubicBezTo>
                  <a:lnTo>
                    <a:pt x="461" y="599"/>
                  </a:lnTo>
                  <a:cubicBezTo>
                    <a:pt x="489" y="625"/>
                    <a:pt x="521" y="636"/>
                    <a:pt x="550" y="636"/>
                  </a:cubicBezTo>
                  <a:cubicBezTo>
                    <a:pt x="658" y="636"/>
                    <a:pt x="749" y="494"/>
                    <a:pt x="646" y="401"/>
                  </a:cubicBezTo>
                  <a:lnTo>
                    <a:pt x="263" y="31"/>
                  </a:lnTo>
                  <a:cubicBezTo>
                    <a:pt x="235" y="10"/>
                    <a:pt x="205"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21"/>
            <p:cNvSpPr/>
            <p:nvPr/>
          </p:nvSpPr>
          <p:spPr>
            <a:xfrm>
              <a:off x="1033583" y="4501582"/>
              <a:ext cx="36875" cy="32856"/>
            </a:xfrm>
            <a:custGeom>
              <a:rect b="b" l="l" r="r" t="t"/>
              <a:pathLst>
                <a:path extrusionOk="0" h="646" w="725">
                  <a:moveTo>
                    <a:pt x="139" y="1"/>
                  </a:moveTo>
                  <a:cubicBezTo>
                    <a:pt x="103" y="1"/>
                    <a:pt x="67" y="14"/>
                    <a:pt x="40" y="41"/>
                  </a:cubicBezTo>
                  <a:cubicBezTo>
                    <a:pt x="1" y="80"/>
                    <a:pt x="1" y="146"/>
                    <a:pt x="27" y="199"/>
                  </a:cubicBezTo>
                  <a:cubicBezTo>
                    <a:pt x="27" y="212"/>
                    <a:pt x="40" y="225"/>
                    <a:pt x="53" y="239"/>
                  </a:cubicBezTo>
                  <a:lnTo>
                    <a:pt x="436" y="608"/>
                  </a:lnTo>
                  <a:cubicBezTo>
                    <a:pt x="465" y="634"/>
                    <a:pt x="496" y="645"/>
                    <a:pt x="526" y="645"/>
                  </a:cubicBezTo>
                  <a:cubicBezTo>
                    <a:pt x="634" y="645"/>
                    <a:pt x="725" y="503"/>
                    <a:pt x="621" y="410"/>
                  </a:cubicBezTo>
                  <a:lnTo>
                    <a:pt x="238" y="41"/>
                  </a:lnTo>
                  <a:cubicBezTo>
                    <a:pt x="212" y="14"/>
                    <a:pt x="176"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21"/>
            <p:cNvSpPr/>
            <p:nvPr/>
          </p:nvSpPr>
          <p:spPr>
            <a:xfrm>
              <a:off x="1035770" y="4533217"/>
              <a:ext cx="38961" cy="32703"/>
            </a:xfrm>
            <a:custGeom>
              <a:rect b="b" l="l" r="r" t="t"/>
              <a:pathLst>
                <a:path extrusionOk="0" h="643" w="766">
                  <a:moveTo>
                    <a:pt x="173" y="1"/>
                  </a:moveTo>
                  <a:cubicBezTo>
                    <a:pt x="84" y="1"/>
                    <a:pt x="1" y="99"/>
                    <a:pt x="50" y="198"/>
                  </a:cubicBezTo>
                  <a:cubicBezTo>
                    <a:pt x="63" y="211"/>
                    <a:pt x="63" y="224"/>
                    <a:pt x="76" y="224"/>
                  </a:cubicBezTo>
                  <a:lnTo>
                    <a:pt x="459" y="594"/>
                  </a:lnTo>
                  <a:cubicBezTo>
                    <a:pt x="491" y="629"/>
                    <a:pt x="527" y="643"/>
                    <a:pt x="561" y="643"/>
                  </a:cubicBezTo>
                  <a:cubicBezTo>
                    <a:pt x="671" y="643"/>
                    <a:pt x="765" y="496"/>
                    <a:pt x="644" y="396"/>
                  </a:cubicBezTo>
                  <a:lnTo>
                    <a:pt x="261" y="39"/>
                  </a:lnTo>
                  <a:cubicBezTo>
                    <a:pt x="234" y="12"/>
                    <a:pt x="203" y="1"/>
                    <a:pt x="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21"/>
            <p:cNvSpPr/>
            <p:nvPr/>
          </p:nvSpPr>
          <p:spPr>
            <a:xfrm>
              <a:off x="1043654" y="4565412"/>
              <a:ext cx="37994" cy="33364"/>
            </a:xfrm>
            <a:custGeom>
              <a:rect b="b" l="l" r="r" t="t"/>
              <a:pathLst>
                <a:path extrusionOk="0" h="656" w="747">
                  <a:moveTo>
                    <a:pt x="148" y="1"/>
                  </a:moveTo>
                  <a:cubicBezTo>
                    <a:pt x="113" y="1"/>
                    <a:pt x="80" y="14"/>
                    <a:pt x="54" y="40"/>
                  </a:cubicBezTo>
                  <a:cubicBezTo>
                    <a:pt x="14" y="80"/>
                    <a:pt x="1" y="159"/>
                    <a:pt x="40" y="212"/>
                  </a:cubicBezTo>
                  <a:cubicBezTo>
                    <a:pt x="40" y="212"/>
                    <a:pt x="54" y="225"/>
                    <a:pt x="54" y="238"/>
                  </a:cubicBezTo>
                  <a:lnTo>
                    <a:pt x="437" y="608"/>
                  </a:lnTo>
                  <a:cubicBezTo>
                    <a:pt x="467" y="642"/>
                    <a:pt x="502" y="655"/>
                    <a:pt x="535" y="655"/>
                  </a:cubicBezTo>
                  <a:cubicBezTo>
                    <a:pt x="647" y="655"/>
                    <a:pt x="746" y="501"/>
                    <a:pt x="635" y="410"/>
                  </a:cubicBezTo>
                  <a:lnTo>
                    <a:pt x="252" y="40"/>
                  </a:lnTo>
                  <a:cubicBezTo>
                    <a:pt x="219" y="14"/>
                    <a:pt x="182" y="1"/>
                    <a:pt x="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21"/>
            <p:cNvSpPr/>
            <p:nvPr/>
          </p:nvSpPr>
          <p:spPr>
            <a:xfrm>
              <a:off x="1002710" y="2821727"/>
              <a:ext cx="706022" cy="1550315"/>
            </a:xfrm>
            <a:custGeom>
              <a:rect b="b" l="l" r="r" t="t"/>
              <a:pathLst>
                <a:path extrusionOk="0" h="30482" w="13881">
                  <a:moveTo>
                    <a:pt x="11833" y="1"/>
                  </a:moveTo>
                  <a:lnTo>
                    <a:pt x="10829" y="357"/>
                  </a:lnTo>
                  <a:lnTo>
                    <a:pt x="10592" y="436"/>
                  </a:lnTo>
                  <a:lnTo>
                    <a:pt x="6392" y="1929"/>
                  </a:lnTo>
                  <a:lnTo>
                    <a:pt x="6511" y="2629"/>
                  </a:lnTo>
                  <a:lnTo>
                    <a:pt x="8413" y="13854"/>
                  </a:lnTo>
                  <a:cubicBezTo>
                    <a:pt x="7567" y="14686"/>
                    <a:pt x="6775" y="15795"/>
                    <a:pt x="6062" y="16984"/>
                  </a:cubicBezTo>
                  <a:cubicBezTo>
                    <a:pt x="6049" y="16997"/>
                    <a:pt x="6036" y="17024"/>
                    <a:pt x="6022" y="17037"/>
                  </a:cubicBezTo>
                  <a:cubicBezTo>
                    <a:pt x="5917" y="17209"/>
                    <a:pt x="5824" y="17380"/>
                    <a:pt x="5719" y="17552"/>
                  </a:cubicBezTo>
                  <a:cubicBezTo>
                    <a:pt x="5190" y="18463"/>
                    <a:pt x="4728" y="19388"/>
                    <a:pt x="4332" y="20233"/>
                  </a:cubicBezTo>
                  <a:cubicBezTo>
                    <a:pt x="3790" y="21369"/>
                    <a:pt x="2351" y="23825"/>
                    <a:pt x="1281" y="25621"/>
                  </a:cubicBezTo>
                  <a:cubicBezTo>
                    <a:pt x="1043" y="26017"/>
                    <a:pt x="819" y="26374"/>
                    <a:pt x="634" y="26691"/>
                  </a:cubicBezTo>
                  <a:lnTo>
                    <a:pt x="449" y="26981"/>
                  </a:lnTo>
                  <a:cubicBezTo>
                    <a:pt x="172" y="27444"/>
                    <a:pt x="0" y="27721"/>
                    <a:pt x="0" y="27721"/>
                  </a:cubicBezTo>
                  <a:cubicBezTo>
                    <a:pt x="621" y="29081"/>
                    <a:pt x="1955" y="30481"/>
                    <a:pt x="1955" y="30481"/>
                  </a:cubicBezTo>
                  <a:lnTo>
                    <a:pt x="2219" y="30336"/>
                  </a:lnTo>
                  <a:cubicBezTo>
                    <a:pt x="2404" y="30230"/>
                    <a:pt x="2589" y="30125"/>
                    <a:pt x="2747" y="30019"/>
                  </a:cubicBezTo>
                  <a:lnTo>
                    <a:pt x="3011" y="29860"/>
                  </a:lnTo>
                  <a:cubicBezTo>
                    <a:pt x="3936" y="29240"/>
                    <a:pt x="4754" y="28487"/>
                    <a:pt x="5428" y="27628"/>
                  </a:cubicBezTo>
                  <a:cubicBezTo>
                    <a:pt x="5626" y="27391"/>
                    <a:pt x="5824" y="27140"/>
                    <a:pt x="6022" y="26889"/>
                  </a:cubicBezTo>
                  <a:cubicBezTo>
                    <a:pt x="6471" y="26321"/>
                    <a:pt x="6907" y="25753"/>
                    <a:pt x="7330" y="25159"/>
                  </a:cubicBezTo>
                  <a:cubicBezTo>
                    <a:pt x="9482" y="22161"/>
                    <a:pt x="11437" y="19031"/>
                    <a:pt x="13207" y="15782"/>
                  </a:cubicBezTo>
                  <a:lnTo>
                    <a:pt x="13326" y="15558"/>
                  </a:lnTo>
                  <a:lnTo>
                    <a:pt x="13326" y="15518"/>
                  </a:lnTo>
                  <a:cubicBezTo>
                    <a:pt x="13880" y="11332"/>
                    <a:pt x="12639" y="4134"/>
                    <a:pt x="12084" y="1242"/>
                  </a:cubicBezTo>
                  <a:cubicBezTo>
                    <a:pt x="12071" y="1163"/>
                    <a:pt x="12058" y="1083"/>
                    <a:pt x="12044" y="1004"/>
                  </a:cubicBezTo>
                  <a:cubicBezTo>
                    <a:pt x="11912" y="370"/>
                    <a:pt x="11833" y="1"/>
                    <a:pt x="11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21"/>
            <p:cNvSpPr/>
            <p:nvPr/>
          </p:nvSpPr>
          <p:spPr>
            <a:xfrm>
              <a:off x="1025547" y="4179181"/>
              <a:ext cx="130361" cy="169313"/>
            </a:xfrm>
            <a:custGeom>
              <a:rect b="b" l="l" r="r" t="t"/>
              <a:pathLst>
                <a:path extrusionOk="0" h="3329" w="2563">
                  <a:moveTo>
                    <a:pt x="172" y="1"/>
                  </a:moveTo>
                  <a:lnTo>
                    <a:pt x="0" y="291"/>
                  </a:lnTo>
                  <a:lnTo>
                    <a:pt x="515" y="978"/>
                  </a:lnTo>
                  <a:lnTo>
                    <a:pt x="674" y="1176"/>
                  </a:lnTo>
                  <a:lnTo>
                    <a:pt x="2298" y="3329"/>
                  </a:lnTo>
                  <a:lnTo>
                    <a:pt x="2562" y="3170"/>
                  </a:lnTo>
                  <a:lnTo>
                    <a:pt x="832" y="872"/>
                  </a:lnTo>
                  <a:lnTo>
                    <a:pt x="687" y="674"/>
                  </a:lnTo>
                  <a:lnTo>
                    <a:pt x="1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21"/>
            <p:cNvSpPr/>
            <p:nvPr/>
          </p:nvSpPr>
          <p:spPr>
            <a:xfrm>
              <a:off x="1582390" y="3576591"/>
              <a:ext cx="98114" cy="47859"/>
            </a:xfrm>
            <a:custGeom>
              <a:rect b="b" l="l" r="r" t="t"/>
              <a:pathLst>
                <a:path extrusionOk="0" h="941" w="1929">
                  <a:moveTo>
                    <a:pt x="159" y="1"/>
                  </a:moveTo>
                  <a:cubicBezTo>
                    <a:pt x="111" y="1"/>
                    <a:pt x="65" y="27"/>
                    <a:pt x="40" y="69"/>
                  </a:cubicBezTo>
                  <a:cubicBezTo>
                    <a:pt x="0" y="135"/>
                    <a:pt x="14" y="214"/>
                    <a:pt x="80" y="254"/>
                  </a:cubicBezTo>
                  <a:cubicBezTo>
                    <a:pt x="608" y="584"/>
                    <a:pt x="1202" y="821"/>
                    <a:pt x="1810" y="940"/>
                  </a:cubicBezTo>
                  <a:lnTo>
                    <a:pt x="1929" y="716"/>
                  </a:lnTo>
                  <a:lnTo>
                    <a:pt x="1929" y="676"/>
                  </a:lnTo>
                  <a:cubicBezTo>
                    <a:pt x="1334" y="557"/>
                    <a:pt x="753" y="346"/>
                    <a:pt x="238" y="29"/>
                  </a:cubicBezTo>
                  <a:cubicBezTo>
                    <a:pt x="214" y="10"/>
                    <a:pt x="186" y="1"/>
                    <a:pt x="1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21"/>
            <p:cNvSpPr/>
            <p:nvPr/>
          </p:nvSpPr>
          <p:spPr>
            <a:xfrm>
              <a:off x="1051741" y="2942520"/>
              <a:ext cx="436655" cy="1296523"/>
            </a:xfrm>
            <a:custGeom>
              <a:rect b="b" l="l" r="r" t="t"/>
              <a:pathLst>
                <a:path extrusionOk="0" h="25492" w="8585">
                  <a:moveTo>
                    <a:pt x="6365" y="0"/>
                  </a:moveTo>
                  <a:cubicBezTo>
                    <a:pt x="6356" y="0"/>
                    <a:pt x="6348" y="1"/>
                    <a:pt x="6339" y="3"/>
                  </a:cubicBezTo>
                  <a:cubicBezTo>
                    <a:pt x="6287" y="3"/>
                    <a:pt x="6234" y="69"/>
                    <a:pt x="6247" y="135"/>
                  </a:cubicBezTo>
                  <a:cubicBezTo>
                    <a:pt x="6313" y="531"/>
                    <a:pt x="7832" y="9934"/>
                    <a:pt x="8334" y="11770"/>
                  </a:cubicBezTo>
                  <a:cubicBezTo>
                    <a:pt x="7990" y="12126"/>
                    <a:pt x="5824" y="14609"/>
                    <a:pt x="172" y="24989"/>
                  </a:cubicBezTo>
                  <a:lnTo>
                    <a:pt x="0" y="25293"/>
                  </a:lnTo>
                  <a:lnTo>
                    <a:pt x="159" y="25491"/>
                  </a:lnTo>
                  <a:cubicBezTo>
                    <a:pt x="211" y="25386"/>
                    <a:pt x="264" y="25293"/>
                    <a:pt x="317" y="25187"/>
                  </a:cubicBezTo>
                  <a:cubicBezTo>
                    <a:pt x="6405" y="14002"/>
                    <a:pt x="8518" y="11902"/>
                    <a:pt x="8532" y="11875"/>
                  </a:cubicBezTo>
                  <a:cubicBezTo>
                    <a:pt x="8571" y="11849"/>
                    <a:pt x="8584" y="11809"/>
                    <a:pt x="8571" y="11770"/>
                  </a:cubicBezTo>
                  <a:cubicBezTo>
                    <a:pt x="8096" y="10119"/>
                    <a:pt x="6498" y="188"/>
                    <a:pt x="6471" y="95"/>
                  </a:cubicBezTo>
                  <a:cubicBezTo>
                    <a:pt x="6471" y="38"/>
                    <a:pt x="6421" y="0"/>
                    <a:pt x="63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21"/>
            <p:cNvSpPr/>
            <p:nvPr/>
          </p:nvSpPr>
          <p:spPr>
            <a:xfrm>
              <a:off x="1475575" y="2754577"/>
              <a:ext cx="141805" cy="131032"/>
            </a:xfrm>
            <a:custGeom>
              <a:rect b="b" l="l" r="r" t="t"/>
              <a:pathLst>
                <a:path extrusionOk="0" h="3490" w="2788">
                  <a:moveTo>
                    <a:pt x="131" y="0"/>
                  </a:moveTo>
                  <a:cubicBezTo>
                    <a:pt x="123" y="0"/>
                    <a:pt x="115" y="1"/>
                    <a:pt x="106" y="3"/>
                  </a:cubicBezTo>
                  <a:cubicBezTo>
                    <a:pt x="40" y="16"/>
                    <a:pt x="1" y="69"/>
                    <a:pt x="14" y="135"/>
                  </a:cubicBezTo>
                  <a:cubicBezTo>
                    <a:pt x="27" y="201"/>
                    <a:pt x="317" y="1693"/>
                    <a:pt x="1295" y="2684"/>
                  </a:cubicBezTo>
                  <a:cubicBezTo>
                    <a:pt x="1453" y="2842"/>
                    <a:pt x="1625" y="2987"/>
                    <a:pt x="1810" y="3106"/>
                  </a:cubicBezTo>
                  <a:cubicBezTo>
                    <a:pt x="1995" y="3225"/>
                    <a:pt x="2180" y="3317"/>
                    <a:pt x="2391" y="3383"/>
                  </a:cubicBezTo>
                  <a:cubicBezTo>
                    <a:pt x="2523" y="3423"/>
                    <a:pt x="2655" y="3463"/>
                    <a:pt x="2787" y="3489"/>
                  </a:cubicBezTo>
                  <a:cubicBezTo>
                    <a:pt x="2774" y="3397"/>
                    <a:pt x="2747" y="3317"/>
                    <a:pt x="2734" y="3251"/>
                  </a:cubicBezTo>
                  <a:cubicBezTo>
                    <a:pt x="2655" y="3225"/>
                    <a:pt x="2576" y="3199"/>
                    <a:pt x="2483" y="3185"/>
                  </a:cubicBezTo>
                  <a:cubicBezTo>
                    <a:pt x="2298" y="3119"/>
                    <a:pt x="2100" y="3027"/>
                    <a:pt x="1929" y="2908"/>
                  </a:cubicBezTo>
                  <a:cubicBezTo>
                    <a:pt x="1783" y="2816"/>
                    <a:pt x="1651" y="2710"/>
                    <a:pt x="1532" y="2591"/>
                  </a:cubicBezTo>
                  <a:cubicBezTo>
                    <a:pt x="542" y="1653"/>
                    <a:pt x="238" y="108"/>
                    <a:pt x="238" y="95"/>
                  </a:cubicBezTo>
                  <a:cubicBezTo>
                    <a:pt x="227" y="38"/>
                    <a:pt x="185" y="0"/>
                    <a:pt x="1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21"/>
            <p:cNvSpPr/>
            <p:nvPr/>
          </p:nvSpPr>
          <p:spPr>
            <a:xfrm>
              <a:off x="1163232" y="4441161"/>
              <a:ext cx="133718" cy="95413"/>
            </a:xfrm>
            <a:custGeom>
              <a:rect b="b" l="l" r="r" t="t"/>
              <a:pathLst>
                <a:path extrusionOk="0" h="1876" w="2629">
                  <a:moveTo>
                    <a:pt x="2629" y="0"/>
                  </a:moveTo>
                  <a:lnTo>
                    <a:pt x="0" y="93"/>
                  </a:lnTo>
                  <a:lnTo>
                    <a:pt x="225" y="1876"/>
                  </a:lnTo>
                  <a:lnTo>
                    <a:pt x="2497" y="1876"/>
                  </a:lnTo>
                  <a:lnTo>
                    <a:pt x="2629" y="0"/>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21"/>
            <p:cNvSpPr/>
            <p:nvPr/>
          </p:nvSpPr>
          <p:spPr>
            <a:xfrm>
              <a:off x="1120253" y="4386740"/>
              <a:ext cx="188802" cy="16173"/>
            </a:xfrm>
            <a:custGeom>
              <a:rect b="b" l="l" r="r" t="t"/>
              <a:pathLst>
                <a:path extrusionOk="0" h="318" w="3712">
                  <a:moveTo>
                    <a:pt x="0" y="1"/>
                  </a:moveTo>
                  <a:lnTo>
                    <a:pt x="79" y="318"/>
                  </a:lnTo>
                  <a:lnTo>
                    <a:pt x="3711" y="318"/>
                  </a:lnTo>
                  <a:lnTo>
                    <a:pt x="371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21"/>
            <p:cNvSpPr/>
            <p:nvPr/>
          </p:nvSpPr>
          <p:spPr>
            <a:xfrm>
              <a:off x="1160536" y="3561944"/>
              <a:ext cx="148518" cy="21514"/>
            </a:xfrm>
            <a:custGeom>
              <a:rect b="b" l="l" r="r" t="t"/>
              <a:pathLst>
                <a:path extrusionOk="0" h="423" w="2920">
                  <a:moveTo>
                    <a:pt x="2919" y="0"/>
                  </a:moveTo>
                  <a:cubicBezTo>
                    <a:pt x="2543" y="102"/>
                    <a:pt x="2095" y="136"/>
                    <a:pt x="1671" y="136"/>
                  </a:cubicBezTo>
                  <a:cubicBezTo>
                    <a:pt x="891" y="136"/>
                    <a:pt x="194" y="22"/>
                    <a:pt x="186" y="13"/>
                  </a:cubicBezTo>
                  <a:cubicBezTo>
                    <a:pt x="177" y="12"/>
                    <a:pt x="169" y="11"/>
                    <a:pt x="161" y="11"/>
                  </a:cubicBezTo>
                  <a:cubicBezTo>
                    <a:pt x="91" y="11"/>
                    <a:pt x="26" y="61"/>
                    <a:pt x="14" y="132"/>
                  </a:cubicBezTo>
                  <a:cubicBezTo>
                    <a:pt x="1" y="211"/>
                    <a:pt x="53" y="291"/>
                    <a:pt x="133" y="304"/>
                  </a:cubicBezTo>
                  <a:cubicBezTo>
                    <a:pt x="635" y="383"/>
                    <a:pt x="1136" y="423"/>
                    <a:pt x="1651" y="423"/>
                  </a:cubicBezTo>
                  <a:cubicBezTo>
                    <a:pt x="2074" y="423"/>
                    <a:pt x="2497" y="383"/>
                    <a:pt x="2919" y="291"/>
                  </a:cubicBezTo>
                  <a:lnTo>
                    <a:pt x="291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21"/>
            <p:cNvSpPr/>
            <p:nvPr/>
          </p:nvSpPr>
          <p:spPr>
            <a:xfrm>
              <a:off x="1071221" y="4489528"/>
              <a:ext cx="263366" cy="229073"/>
            </a:xfrm>
            <a:custGeom>
              <a:rect b="b" l="l" r="r" t="t"/>
              <a:pathLst>
                <a:path extrusionOk="0" h="4504" w="5178">
                  <a:moveTo>
                    <a:pt x="3170" y="0"/>
                  </a:moveTo>
                  <a:cubicBezTo>
                    <a:pt x="2259" y="0"/>
                    <a:pt x="2100" y="172"/>
                    <a:pt x="1942" y="528"/>
                  </a:cubicBezTo>
                  <a:cubicBezTo>
                    <a:pt x="1915" y="568"/>
                    <a:pt x="1743" y="1149"/>
                    <a:pt x="1717" y="1189"/>
                  </a:cubicBezTo>
                  <a:cubicBezTo>
                    <a:pt x="1519" y="1532"/>
                    <a:pt x="1902" y="1374"/>
                    <a:pt x="938" y="2113"/>
                  </a:cubicBezTo>
                  <a:cubicBezTo>
                    <a:pt x="225" y="2668"/>
                    <a:pt x="53" y="3487"/>
                    <a:pt x="13" y="4015"/>
                  </a:cubicBezTo>
                  <a:cubicBezTo>
                    <a:pt x="0" y="4173"/>
                    <a:pt x="0" y="4345"/>
                    <a:pt x="13" y="4504"/>
                  </a:cubicBezTo>
                  <a:lnTo>
                    <a:pt x="5138" y="4504"/>
                  </a:lnTo>
                  <a:cubicBezTo>
                    <a:pt x="5138" y="4504"/>
                    <a:pt x="5151" y="4411"/>
                    <a:pt x="5151" y="4253"/>
                  </a:cubicBezTo>
                  <a:cubicBezTo>
                    <a:pt x="5164" y="4187"/>
                    <a:pt x="5164" y="4107"/>
                    <a:pt x="5164" y="4015"/>
                  </a:cubicBezTo>
                  <a:lnTo>
                    <a:pt x="5164" y="3962"/>
                  </a:lnTo>
                  <a:cubicBezTo>
                    <a:pt x="5177" y="3658"/>
                    <a:pt x="5151" y="3355"/>
                    <a:pt x="5111" y="3051"/>
                  </a:cubicBezTo>
                  <a:cubicBezTo>
                    <a:pt x="5071" y="2760"/>
                    <a:pt x="4992" y="2391"/>
                    <a:pt x="4926" y="2034"/>
                  </a:cubicBezTo>
                  <a:cubicBezTo>
                    <a:pt x="4887" y="1889"/>
                    <a:pt x="4860" y="1757"/>
                    <a:pt x="4834" y="1625"/>
                  </a:cubicBezTo>
                  <a:cubicBezTo>
                    <a:pt x="4781" y="1387"/>
                    <a:pt x="4715" y="1136"/>
                    <a:pt x="4622" y="911"/>
                  </a:cubicBezTo>
                  <a:cubicBezTo>
                    <a:pt x="4490" y="595"/>
                    <a:pt x="4385" y="0"/>
                    <a:pt x="3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21"/>
            <p:cNvSpPr/>
            <p:nvPr/>
          </p:nvSpPr>
          <p:spPr>
            <a:xfrm>
              <a:off x="1290184" y="4572125"/>
              <a:ext cx="43691" cy="133711"/>
            </a:xfrm>
            <a:custGeom>
              <a:rect b="b" l="l" r="r" t="t"/>
              <a:pathLst>
                <a:path extrusionOk="0" h="2629" w="859">
                  <a:moveTo>
                    <a:pt x="516" y="1"/>
                  </a:moveTo>
                  <a:cubicBezTo>
                    <a:pt x="489" y="53"/>
                    <a:pt x="1" y="1084"/>
                    <a:pt x="317" y="1942"/>
                  </a:cubicBezTo>
                  <a:cubicBezTo>
                    <a:pt x="423" y="2219"/>
                    <a:pt x="608" y="2470"/>
                    <a:pt x="846" y="2629"/>
                  </a:cubicBezTo>
                  <a:cubicBezTo>
                    <a:pt x="859" y="2563"/>
                    <a:pt x="859" y="2483"/>
                    <a:pt x="859" y="2391"/>
                  </a:cubicBezTo>
                  <a:lnTo>
                    <a:pt x="859" y="2338"/>
                  </a:lnTo>
                  <a:cubicBezTo>
                    <a:pt x="714" y="2206"/>
                    <a:pt x="608" y="2034"/>
                    <a:pt x="542" y="1863"/>
                  </a:cubicBezTo>
                  <a:cubicBezTo>
                    <a:pt x="357" y="1361"/>
                    <a:pt x="502" y="767"/>
                    <a:pt x="608" y="410"/>
                  </a:cubicBezTo>
                  <a:cubicBezTo>
                    <a:pt x="582" y="278"/>
                    <a:pt x="555" y="133"/>
                    <a:pt x="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21"/>
            <p:cNvSpPr/>
            <p:nvPr/>
          </p:nvSpPr>
          <p:spPr>
            <a:xfrm>
              <a:off x="1166334" y="4551985"/>
              <a:ext cx="82906" cy="19530"/>
            </a:xfrm>
            <a:custGeom>
              <a:rect b="b" l="l" r="r" t="t"/>
              <a:pathLst>
                <a:path extrusionOk="0" h="384" w="1630">
                  <a:moveTo>
                    <a:pt x="794" y="0"/>
                  </a:moveTo>
                  <a:cubicBezTo>
                    <a:pt x="585" y="0"/>
                    <a:pt x="374" y="23"/>
                    <a:pt x="164" y="66"/>
                  </a:cubicBezTo>
                  <a:cubicBezTo>
                    <a:pt x="1" y="129"/>
                    <a:pt x="64" y="359"/>
                    <a:pt x="218" y="359"/>
                  </a:cubicBezTo>
                  <a:cubicBezTo>
                    <a:pt x="226" y="359"/>
                    <a:pt x="235" y="358"/>
                    <a:pt x="243" y="357"/>
                  </a:cubicBezTo>
                  <a:cubicBezTo>
                    <a:pt x="422" y="315"/>
                    <a:pt x="600" y="295"/>
                    <a:pt x="778" y="295"/>
                  </a:cubicBezTo>
                  <a:cubicBezTo>
                    <a:pt x="996" y="295"/>
                    <a:pt x="1214" y="325"/>
                    <a:pt x="1432" y="383"/>
                  </a:cubicBezTo>
                  <a:lnTo>
                    <a:pt x="1471" y="383"/>
                  </a:lnTo>
                  <a:cubicBezTo>
                    <a:pt x="1537" y="383"/>
                    <a:pt x="1590" y="331"/>
                    <a:pt x="1604" y="278"/>
                  </a:cubicBezTo>
                  <a:cubicBezTo>
                    <a:pt x="1630" y="199"/>
                    <a:pt x="1577" y="119"/>
                    <a:pt x="1498" y="93"/>
                  </a:cubicBezTo>
                  <a:cubicBezTo>
                    <a:pt x="1266" y="30"/>
                    <a:pt x="1031" y="0"/>
                    <a:pt x="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21"/>
            <p:cNvSpPr/>
            <p:nvPr/>
          </p:nvSpPr>
          <p:spPr>
            <a:xfrm>
              <a:off x="1172082" y="4523401"/>
              <a:ext cx="83211" cy="19225"/>
            </a:xfrm>
            <a:custGeom>
              <a:rect b="b" l="l" r="r" t="t"/>
              <a:pathLst>
                <a:path extrusionOk="0" h="378" w="1636">
                  <a:moveTo>
                    <a:pt x="795" y="1"/>
                  </a:moveTo>
                  <a:cubicBezTo>
                    <a:pt x="584" y="1"/>
                    <a:pt x="374" y="24"/>
                    <a:pt x="170" y="74"/>
                  </a:cubicBezTo>
                  <a:cubicBezTo>
                    <a:pt x="1" y="122"/>
                    <a:pt x="52" y="358"/>
                    <a:pt x="204" y="358"/>
                  </a:cubicBezTo>
                  <a:cubicBezTo>
                    <a:pt x="218" y="358"/>
                    <a:pt x="233" y="356"/>
                    <a:pt x="249" y="351"/>
                  </a:cubicBezTo>
                  <a:cubicBezTo>
                    <a:pt x="421" y="309"/>
                    <a:pt x="599" y="289"/>
                    <a:pt x="779" y="289"/>
                  </a:cubicBezTo>
                  <a:cubicBezTo>
                    <a:pt x="998" y="289"/>
                    <a:pt x="1220" y="319"/>
                    <a:pt x="1438" y="378"/>
                  </a:cubicBezTo>
                  <a:lnTo>
                    <a:pt x="1464" y="378"/>
                  </a:lnTo>
                  <a:cubicBezTo>
                    <a:pt x="1530" y="378"/>
                    <a:pt x="1596" y="338"/>
                    <a:pt x="1609" y="272"/>
                  </a:cubicBezTo>
                  <a:cubicBezTo>
                    <a:pt x="1636" y="193"/>
                    <a:pt x="1583" y="113"/>
                    <a:pt x="1504" y="87"/>
                  </a:cubicBezTo>
                  <a:cubicBezTo>
                    <a:pt x="1272" y="31"/>
                    <a:pt x="1033" y="1"/>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21"/>
            <p:cNvSpPr/>
            <p:nvPr/>
          </p:nvSpPr>
          <p:spPr>
            <a:xfrm>
              <a:off x="1155602" y="4575482"/>
              <a:ext cx="84940" cy="19530"/>
            </a:xfrm>
            <a:custGeom>
              <a:rect b="b" l="l" r="r" t="t"/>
              <a:pathLst>
                <a:path extrusionOk="0" h="384" w="1670">
                  <a:moveTo>
                    <a:pt x="788" y="0"/>
                  </a:moveTo>
                  <a:cubicBezTo>
                    <a:pt x="578" y="0"/>
                    <a:pt x="368" y="23"/>
                    <a:pt x="164" y="67"/>
                  </a:cubicBezTo>
                  <a:cubicBezTo>
                    <a:pt x="1" y="129"/>
                    <a:pt x="52" y="359"/>
                    <a:pt x="205" y="359"/>
                  </a:cubicBezTo>
                  <a:cubicBezTo>
                    <a:pt x="213" y="359"/>
                    <a:pt x="221" y="359"/>
                    <a:pt x="230" y="357"/>
                  </a:cubicBezTo>
                  <a:cubicBezTo>
                    <a:pt x="408" y="316"/>
                    <a:pt x="589" y="295"/>
                    <a:pt x="769" y="295"/>
                  </a:cubicBezTo>
                  <a:cubicBezTo>
                    <a:pt x="989" y="295"/>
                    <a:pt x="1208" y="326"/>
                    <a:pt x="1418" y="384"/>
                  </a:cubicBezTo>
                  <a:lnTo>
                    <a:pt x="1458" y="384"/>
                  </a:lnTo>
                  <a:cubicBezTo>
                    <a:pt x="1630" y="384"/>
                    <a:pt x="1669" y="133"/>
                    <a:pt x="1498" y="93"/>
                  </a:cubicBezTo>
                  <a:cubicBezTo>
                    <a:pt x="1266" y="30"/>
                    <a:pt x="1027"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21"/>
            <p:cNvSpPr/>
            <p:nvPr/>
          </p:nvSpPr>
          <p:spPr>
            <a:xfrm>
              <a:off x="1144413" y="4602336"/>
              <a:ext cx="81990" cy="19530"/>
            </a:xfrm>
            <a:custGeom>
              <a:rect b="b" l="l" r="r" t="t"/>
              <a:pathLst>
                <a:path extrusionOk="0" h="384" w="1612">
                  <a:moveTo>
                    <a:pt x="749" y="1"/>
                  </a:moveTo>
                  <a:cubicBezTo>
                    <a:pt x="540" y="1"/>
                    <a:pt x="330" y="24"/>
                    <a:pt x="120" y="67"/>
                  </a:cubicBezTo>
                  <a:cubicBezTo>
                    <a:pt x="40" y="93"/>
                    <a:pt x="1" y="173"/>
                    <a:pt x="14" y="252"/>
                  </a:cubicBezTo>
                  <a:cubicBezTo>
                    <a:pt x="37" y="321"/>
                    <a:pt x="100" y="360"/>
                    <a:pt x="169" y="360"/>
                  </a:cubicBezTo>
                  <a:cubicBezTo>
                    <a:pt x="179" y="360"/>
                    <a:pt x="189" y="359"/>
                    <a:pt x="199" y="357"/>
                  </a:cubicBezTo>
                  <a:cubicBezTo>
                    <a:pt x="383" y="315"/>
                    <a:pt x="567" y="294"/>
                    <a:pt x="751" y="294"/>
                  </a:cubicBezTo>
                  <a:cubicBezTo>
                    <a:pt x="963" y="294"/>
                    <a:pt x="1175" y="321"/>
                    <a:pt x="1387" y="371"/>
                  </a:cubicBezTo>
                  <a:lnTo>
                    <a:pt x="1427" y="371"/>
                  </a:lnTo>
                  <a:lnTo>
                    <a:pt x="1427" y="384"/>
                  </a:lnTo>
                  <a:cubicBezTo>
                    <a:pt x="1585" y="371"/>
                    <a:pt x="1612" y="146"/>
                    <a:pt x="1453" y="93"/>
                  </a:cubicBezTo>
                  <a:cubicBezTo>
                    <a:pt x="1222" y="30"/>
                    <a:pt x="987" y="1"/>
                    <a:pt x="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21"/>
            <p:cNvSpPr/>
            <p:nvPr/>
          </p:nvSpPr>
          <p:spPr>
            <a:xfrm>
              <a:off x="1521253" y="1950699"/>
              <a:ext cx="22888" cy="311568"/>
            </a:xfrm>
            <a:custGeom>
              <a:rect b="b" l="l" r="r" t="t"/>
              <a:pathLst>
                <a:path extrusionOk="0" h="6126" w="450">
                  <a:moveTo>
                    <a:pt x="106" y="1"/>
                  </a:moveTo>
                  <a:cubicBezTo>
                    <a:pt x="57" y="1"/>
                    <a:pt x="7" y="31"/>
                    <a:pt x="1" y="90"/>
                  </a:cubicBezTo>
                  <a:cubicBezTo>
                    <a:pt x="1" y="130"/>
                    <a:pt x="1" y="4052"/>
                    <a:pt x="225" y="6020"/>
                  </a:cubicBezTo>
                  <a:cubicBezTo>
                    <a:pt x="225" y="6086"/>
                    <a:pt x="278" y="6126"/>
                    <a:pt x="331" y="6126"/>
                  </a:cubicBezTo>
                  <a:lnTo>
                    <a:pt x="344" y="6126"/>
                  </a:lnTo>
                  <a:cubicBezTo>
                    <a:pt x="397" y="6112"/>
                    <a:pt x="450" y="6059"/>
                    <a:pt x="436" y="6007"/>
                  </a:cubicBezTo>
                  <a:cubicBezTo>
                    <a:pt x="212" y="4039"/>
                    <a:pt x="212" y="130"/>
                    <a:pt x="212" y="90"/>
                  </a:cubicBezTo>
                  <a:cubicBezTo>
                    <a:pt x="205" y="31"/>
                    <a:pt x="156" y="1"/>
                    <a:pt x="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21"/>
            <p:cNvSpPr/>
            <p:nvPr/>
          </p:nvSpPr>
          <p:spPr>
            <a:xfrm>
              <a:off x="1339216" y="1885395"/>
              <a:ext cx="151214" cy="151919"/>
            </a:xfrm>
            <a:custGeom>
              <a:rect b="b" l="l" r="r" t="t"/>
              <a:pathLst>
                <a:path extrusionOk="0" h="2987" w="2973">
                  <a:moveTo>
                    <a:pt x="2523" y="212"/>
                  </a:moveTo>
                  <a:cubicBezTo>
                    <a:pt x="2563" y="569"/>
                    <a:pt x="2668" y="1889"/>
                    <a:pt x="2153" y="2483"/>
                  </a:cubicBezTo>
                  <a:cubicBezTo>
                    <a:pt x="1975" y="2682"/>
                    <a:pt x="1734" y="2781"/>
                    <a:pt x="1493" y="2781"/>
                  </a:cubicBezTo>
                  <a:cubicBezTo>
                    <a:pt x="1252" y="2781"/>
                    <a:pt x="1011" y="2682"/>
                    <a:pt x="833" y="2483"/>
                  </a:cubicBezTo>
                  <a:cubicBezTo>
                    <a:pt x="318" y="1889"/>
                    <a:pt x="436" y="569"/>
                    <a:pt x="476" y="212"/>
                  </a:cubicBezTo>
                  <a:close/>
                  <a:moveTo>
                    <a:pt x="370" y="1"/>
                  </a:moveTo>
                  <a:cubicBezTo>
                    <a:pt x="318" y="1"/>
                    <a:pt x="278" y="40"/>
                    <a:pt x="265" y="93"/>
                  </a:cubicBezTo>
                  <a:cubicBezTo>
                    <a:pt x="252" y="159"/>
                    <a:pt x="1" y="1863"/>
                    <a:pt x="661" y="2629"/>
                  </a:cubicBezTo>
                  <a:cubicBezTo>
                    <a:pt x="863" y="2856"/>
                    <a:pt x="1148" y="2986"/>
                    <a:pt x="1450" y="2986"/>
                  </a:cubicBezTo>
                  <a:cubicBezTo>
                    <a:pt x="1464" y="2986"/>
                    <a:pt x="1478" y="2986"/>
                    <a:pt x="1493" y="2985"/>
                  </a:cubicBezTo>
                  <a:cubicBezTo>
                    <a:pt x="1507" y="2986"/>
                    <a:pt x="1522" y="2986"/>
                    <a:pt x="1536" y="2986"/>
                  </a:cubicBezTo>
                  <a:cubicBezTo>
                    <a:pt x="1836" y="2986"/>
                    <a:pt x="2110" y="2856"/>
                    <a:pt x="2312" y="2629"/>
                  </a:cubicBezTo>
                  <a:cubicBezTo>
                    <a:pt x="2972" y="1863"/>
                    <a:pt x="2721" y="159"/>
                    <a:pt x="2708" y="93"/>
                  </a:cubicBezTo>
                  <a:cubicBezTo>
                    <a:pt x="2708" y="40"/>
                    <a:pt x="2655" y="1"/>
                    <a:pt x="2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21"/>
            <p:cNvSpPr/>
            <p:nvPr/>
          </p:nvSpPr>
          <p:spPr>
            <a:xfrm>
              <a:off x="1115523" y="1137498"/>
              <a:ext cx="396575" cy="338880"/>
            </a:xfrm>
            <a:custGeom>
              <a:rect b="b" l="l" r="r" t="t"/>
              <a:pathLst>
                <a:path extrusionOk="0" h="6663" w="7797">
                  <a:moveTo>
                    <a:pt x="6574" y="1"/>
                  </a:moveTo>
                  <a:cubicBezTo>
                    <a:pt x="5644" y="1"/>
                    <a:pt x="4460" y="695"/>
                    <a:pt x="2671" y="695"/>
                  </a:cubicBezTo>
                  <a:cubicBezTo>
                    <a:pt x="2627" y="695"/>
                    <a:pt x="2582" y="694"/>
                    <a:pt x="2536" y="694"/>
                  </a:cubicBezTo>
                  <a:cubicBezTo>
                    <a:pt x="2501" y="693"/>
                    <a:pt x="2467" y="692"/>
                    <a:pt x="2434" y="692"/>
                  </a:cubicBezTo>
                  <a:cubicBezTo>
                    <a:pt x="523" y="692"/>
                    <a:pt x="1097" y="2146"/>
                    <a:pt x="1097" y="2146"/>
                  </a:cubicBezTo>
                  <a:cubicBezTo>
                    <a:pt x="1097" y="2146"/>
                    <a:pt x="1" y="2701"/>
                    <a:pt x="159" y="4246"/>
                  </a:cubicBezTo>
                  <a:cubicBezTo>
                    <a:pt x="278" y="5197"/>
                    <a:pt x="754" y="6055"/>
                    <a:pt x="1493" y="6663"/>
                  </a:cubicBezTo>
                  <a:cubicBezTo>
                    <a:pt x="1108" y="4159"/>
                    <a:pt x="4269" y="2366"/>
                    <a:pt x="5561" y="2366"/>
                  </a:cubicBezTo>
                  <a:cubicBezTo>
                    <a:pt x="5598" y="2366"/>
                    <a:pt x="5633" y="2368"/>
                    <a:pt x="5666" y="2371"/>
                  </a:cubicBezTo>
                  <a:cubicBezTo>
                    <a:pt x="5694" y="2373"/>
                    <a:pt x="5721" y="2374"/>
                    <a:pt x="5748" y="2374"/>
                  </a:cubicBezTo>
                  <a:cubicBezTo>
                    <a:pt x="6935" y="2374"/>
                    <a:pt x="7797" y="162"/>
                    <a:pt x="6829" y="20"/>
                  </a:cubicBezTo>
                  <a:cubicBezTo>
                    <a:pt x="6746" y="7"/>
                    <a:pt x="6661" y="1"/>
                    <a:pt x="6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21"/>
            <p:cNvSpPr/>
            <p:nvPr/>
          </p:nvSpPr>
          <p:spPr>
            <a:xfrm>
              <a:off x="1170607" y="1485076"/>
              <a:ext cx="172017" cy="178163"/>
            </a:xfrm>
            <a:custGeom>
              <a:rect b="b" l="l" r="r" t="t"/>
              <a:pathLst>
                <a:path extrusionOk="0" h="3503" w="3382">
                  <a:moveTo>
                    <a:pt x="1" y="1"/>
                  </a:moveTo>
                  <a:lnTo>
                    <a:pt x="1" y="2946"/>
                  </a:lnTo>
                  <a:cubicBezTo>
                    <a:pt x="1" y="2946"/>
                    <a:pt x="805" y="3502"/>
                    <a:pt x="1807" y="3502"/>
                  </a:cubicBezTo>
                  <a:cubicBezTo>
                    <a:pt x="2212" y="3502"/>
                    <a:pt x="2649" y="3411"/>
                    <a:pt x="3078" y="3157"/>
                  </a:cubicBezTo>
                  <a:cubicBezTo>
                    <a:pt x="3184" y="3091"/>
                    <a:pt x="3276" y="3025"/>
                    <a:pt x="3382" y="2946"/>
                  </a:cubicBezTo>
                  <a:lnTo>
                    <a:pt x="3382" y="2100"/>
                  </a:lnTo>
                  <a:lnTo>
                    <a:pt x="2972" y="1850"/>
                  </a:lnTo>
                  <a:lnTo>
                    <a:pt x="1" y="1"/>
                  </a:ln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21"/>
            <p:cNvSpPr/>
            <p:nvPr/>
          </p:nvSpPr>
          <p:spPr>
            <a:xfrm>
              <a:off x="1216281" y="1553584"/>
              <a:ext cx="126342" cy="92057"/>
            </a:xfrm>
            <a:custGeom>
              <a:rect b="b" l="l" r="r" t="t"/>
              <a:pathLst>
                <a:path extrusionOk="0" h="1810" w="2484">
                  <a:moveTo>
                    <a:pt x="1" y="1"/>
                  </a:moveTo>
                  <a:cubicBezTo>
                    <a:pt x="1" y="1"/>
                    <a:pt x="925" y="1321"/>
                    <a:pt x="2180" y="1810"/>
                  </a:cubicBezTo>
                  <a:cubicBezTo>
                    <a:pt x="2286" y="1744"/>
                    <a:pt x="2378" y="1678"/>
                    <a:pt x="2484" y="1599"/>
                  </a:cubicBezTo>
                  <a:lnTo>
                    <a:pt x="2484" y="727"/>
                  </a:lnTo>
                  <a:lnTo>
                    <a:pt x="2074" y="516"/>
                  </a:lnTo>
                  <a:lnTo>
                    <a:pt x="1" y="1"/>
                  </a:ln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21"/>
            <p:cNvSpPr/>
            <p:nvPr/>
          </p:nvSpPr>
          <p:spPr>
            <a:xfrm>
              <a:off x="1106825" y="1591220"/>
              <a:ext cx="163269" cy="175365"/>
            </a:xfrm>
            <a:custGeom>
              <a:rect b="b" l="l" r="r" t="t"/>
              <a:pathLst>
                <a:path extrusionOk="0" h="3448" w="3210">
                  <a:moveTo>
                    <a:pt x="1268" y="0"/>
                  </a:moveTo>
                  <a:cubicBezTo>
                    <a:pt x="621" y="145"/>
                    <a:pt x="132" y="661"/>
                    <a:pt x="0" y="1308"/>
                  </a:cubicBezTo>
                  <a:cubicBezTo>
                    <a:pt x="964" y="2311"/>
                    <a:pt x="1823" y="3196"/>
                    <a:pt x="3209" y="3447"/>
                  </a:cubicBezTo>
                  <a:lnTo>
                    <a:pt x="3209" y="1427"/>
                  </a:lnTo>
                  <a:cubicBezTo>
                    <a:pt x="2417" y="1189"/>
                    <a:pt x="1730" y="687"/>
                    <a:pt x="12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21"/>
            <p:cNvSpPr/>
            <p:nvPr/>
          </p:nvSpPr>
          <p:spPr>
            <a:xfrm>
              <a:off x="1270043" y="1605970"/>
              <a:ext cx="136413" cy="160616"/>
            </a:xfrm>
            <a:custGeom>
              <a:rect b="b" l="l" r="r" t="t"/>
              <a:pathLst>
                <a:path extrusionOk="0" h="3158" w="2682">
                  <a:moveTo>
                    <a:pt x="1453" y="1"/>
                  </a:moveTo>
                  <a:cubicBezTo>
                    <a:pt x="740" y="1110"/>
                    <a:pt x="0" y="1137"/>
                    <a:pt x="0" y="1137"/>
                  </a:cubicBezTo>
                  <a:lnTo>
                    <a:pt x="0" y="3157"/>
                  </a:lnTo>
                  <a:cubicBezTo>
                    <a:pt x="1308" y="2827"/>
                    <a:pt x="1796" y="2418"/>
                    <a:pt x="2681" y="1321"/>
                  </a:cubicBezTo>
                  <a:cubicBezTo>
                    <a:pt x="2338" y="199"/>
                    <a:pt x="1453" y="1"/>
                    <a:pt x="14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21"/>
            <p:cNvSpPr/>
            <p:nvPr/>
          </p:nvSpPr>
          <p:spPr>
            <a:xfrm>
              <a:off x="1190087" y="1794711"/>
              <a:ext cx="179392" cy="808115"/>
            </a:xfrm>
            <a:custGeom>
              <a:rect b="b" l="l" r="r" t="t"/>
              <a:pathLst>
                <a:path extrusionOk="0" h="15889" w="3527">
                  <a:moveTo>
                    <a:pt x="1929" y="1"/>
                  </a:moveTo>
                  <a:lnTo>
                    <a:pt x="1229" y="27"/>
                  </a:lnTo>
                  <a:lnTo>
                    <a:pt x="1123" y="978"/>
                  </a:lnTo>
                  <a:lnTo>
                    <a:pt x="1084" y="1387"/>
                  </a:lnTo>
                  <a:lnTo>
                    <a:pt x="991" y="2312"/>
                  </a:lnTo>
                  <a:lnTo>
                    <a:pt x="952" y="2721"/>
                  </a:lnTo>
                  <a:lnTo>
                    <a:pt x="859" y="3646"/>
                  </a:lnTo>
                  <a:lnTo>
                    <a:pt x="820" y="4055"/>
                  </a:lnTo>
                  <a:lnTo>
                    <a:pt x="714" y="4980"/>
                  </a:lnTo>
                  <a:lnTo>
                    <a:pt x="674" y="5376"/>
                  </a:lnTo>
                  <a:lnTo>
                    <a:pt x="582" y="6300"/>
                  </a:lnTo>
                  <a:lnTo>
                    <a:pt x="542" y="6710"/>
                  </a:lnTo>
                  <a:lnTo>
                    <a:pt x="450" y="7634"/>
                  </a:lnTo>
                  <a:lnTo>
                    <a:pt x="410" y="8044"/>
                  </a:lnTo>
                  <a:lnTo>
                    <a:pt x="318" y="8968"/>
                  </a:lnTo>
                  <a:lnTo>
                    <a:pt x="278" y="9377"/>
                  </a:lnTo>
                  <a:lnTo>
                    <a:pt x="172" y="10302"/>
                  </a:lnTo>
                  <a:lnTo>
                    <a:pt x="133" y="10698"/>
                  </a:lnTo>
                  <a:lnTo>
                    <a:pt x="40" y="11622"/>
                  </a:lnTo>
                  <a:lnTo>
                    <a:pt x="1" y="12032"/>
                  </a:lnTo>
                  <a:lnTo>
                    <a:pt x="1" y="12085"/>
                  </a:lnTo>
                  <a:lnTo>
                    <a:pt x="265" y="12600"/>
                  </a:lnTo>
                  <a:lnTo>
                    <a:pt x="384" y="12837"/>
                  </a:lnTo>
                  <a:lnTo>
                    <a:pt x="384" y="12851"/>
                  </a:lnTo>
                  <a:lnTo>
                    <a:pt x="674" y="13392"/>
                  </a:lnTo>
                  <a:lnTo>
                    <a:pt x="793" y="13630"/>
                  </a:lnTo>
                  <a:lnTo>
                    <a:pt x="1084" y="14171"/>
                  </a:lnTo>
                  <a:lnTo>
                    <a:pt x="1203" y="14422"/>
                  </a:lnTo>
                  <a:lnTo>
                    <a:pt x="1480" y="14964"/>
                  </a:lnTo>
                  <a:lnTo>
                    <a:pt x="1612" y="15201"/>
                  </a:lnTo>
                  <a:lnTo>
                    <a:pt x="1969" y="15888"/>
                  </a:lnTo>
                  <a:lnTo>
                    <a:pt x="2695" y="14119"/>
                  </a:lnTo>
                  <a:lnTo>
                    <a:pt x="2946" y="13498"/>
                  </a:lnTo>
                  <a:lnTo>
                    <a:pt x="3527" y="12111"/>
                  </a:lnTo>
                  <a:lnTo>
                    <a:pt x="3527" y="12098"/>
                  </a:lnTo>
                  <a:lnTo>
                    <a:pt x="3487" y="11768"/>
                  </a:lnTo>
                  <a:lnTo>
                    <a:pt x="3382" y="11041"/>
                  </a:lnTo>
                  <a:lnTo>
                    <a:pt x="3342" y="10711"/>
                  </a:lnTo>
                  <a:lnTo>
                    <a:pt x="3250" y="9985"/>
                  </a:lnTo>
                  <a:lnTo>
                    <a:pt x="3197" y="9668"/>
                  </a:lnTo>
                  <a:lnTo>
                    <a:pt x="3104" y="8928"/>
                  </a:lnTo>
                  <a:lnTo>
                    <a:pt x="3065" y="8611"/>
                  </a:lnTo>
                  <a:lnTo>
                    <a:pt x="2972" y="7872"/>
                  </a:lnTo>
                  <a:lnTo>
                    <a:pt x="2919" y="7555"/>
                  </a:lnTo>
                  <a:lnTo>
                    <a:pt x="2827" y="6815"/>
                  </a:lnTo>
                  <a:lnTo>
                    <a:pt x="2787" y="6498"/>
                  </a:lnTo>
                  <a:lnTo>
                    <a:pt x="2695" y="5759"/>
                  </a:lnTo>
                  <a:lnTo>
                    <a:pt x="2642" y="5442"/>
                  </a:lnTo>
                  <a:lnTo>
                    <a:pt x="2550" y="4702"/>
                  </a:lnTo>
                  <a:lnTo>
                    <a:pt x="2510" y="4385"/>
                  </a:lnTo>
                  <a:lnTo>
                    <a:pt x="2404" y="3646"/>
                  </a:lnTo>
                  <a:lnTo>
                    <a:pt x="2365" y="3329"/>
                  </a:lnTo>
                  <a:lnTo>
                    <a:pt x="2272" y="2589"/>
                  </a:lnTo>
                  <a:lnTo>
                    <a:pt x="2233" y="2272"/>
                  </a:lnTo>
                  <a:lnTo>
                    <a:pt x="2127" y="1546"/>
                  </a:lnTo>
                  <a:lnTo>
                    <a:pt x="2087" y="1216"/>
                  </a:lnTo>
                  <a:lnTo>
                    <a:pt x="1995" y="489"/>
                  </a:lnTo>
                  <a:lnTo>
                    <a:pt x="1955" y="159"/>
                  </a:lnTo>
                  <a:lnTo>
                    <a:pt x="19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21"/>
            <p:cNvSpPr/>
            <p:nvPr/>
          </p:nvSpPr>
          <p:spPr>
            <a:xfrm>
              <a:off x="1245171" y="1802798"/>
              <a:ext cx="46387" cy="62507"/>
            </a:xfrm>
            <a:custGeom>
              <a:rect b="b" l="l" r="r" t="t"/>
              <a:pathLst>
                <a:path extrusionOk="0" h="1229" w="912">
                  <a:moveTo>
                    <a:pt x="872" y="0"/>
                  </a:moveTo>
                  <a:lnTo>
                    <a:pt x="40" y="819"/>
                  </a:lnTo>
                  <a:lnTo>
                    <a:pt x="1" y="1228"/>
                  </a:lnTo>
                  <a:lnTo>
                    <a:pt x="912" y="330"/>
                  </a:lnTo>
                  <a:lnTo>
                    <a:pt x="8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21"/>
            <p:cNvSpPr/>
            <p:nvPr/>
          </p:nvSpPr>
          <p:spPr>
            <a:xfrm>
              <a:off x="1238457" y="1856506"/>
              <a:ext cx="59814" cy="76646"/>
            </a:xfrm>
            <a:custGeom>
              <a:rect b="b" l="l" r="r" t="t"/>
              <a:pathLst>
                <a:path extrusionOk="0" h="1507" w="1176">
                  <a:moveTo>
                    <a:pt x="1136" y="1"/>
                  </a:moveTo>
                  <a:lnTo>
                    <a:pt x="40" y="1097"/>
                  </a:lnTo>
                  <a:lnTo>
                    <a:pt x="1" y="1506"/>
                  </a:lnTo>
                  <a:lnTo>
                    <a:pt x="1176" y="331"/>
                  </a:lnTo>
                  <a:lnTo>
                    <a:pt x="11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21"/>
            <p:cNvSpPr/>
            <p:nvPr/>
          </p:nvSpPr>
          <p:spPr>
            <a:xfrm>
              <a:off x="1231743" y="1910265"/>
              <a:ext cx="73954" cy="90734"/>
            </a:xfrm>
            <a:custGeom>
              <a:rect b="b" l="l" r="r" t="t"/>
              <a:pathLst>
                <a:path extrusionOk="0" h="1784" w="1454">
                  <a:moveTo>
                    <a:pt x="1414" y="0"/>
                  </a:moveTo>
                  <a:lnTo>
                    <a:pt x="40" y="1374"/>
                  </a:lnTo>
                  <a:lnTo>
                    <a:pt x="1" y="1783"/>
                  </a:lnTo>
                  <a:lnTo>
                    <a:pt x="1453" y="317"/>
                  </a:lnTo>
                  <a:lnTo>
                    <a:pt x="14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21"/>
            <p:cNvSpPr/>
            <p:nvPr/>
          </p:nvSpPr>
          <p:spPr>
            <a:xfrm>
              <a:off x="1224368" y="1963973"/>
              <a:ext cx="88043" cy="104161"/>
            </a:xfrm>
            <a:custGeom>
              <a:rect b="b" l="l" r="r" t="t"/>
              <a:pathLst>
                <a:path extrusionOk="0" h="2048" w="1731">
                  <a:moveTo>
                    <a:pt x="1691" y="1"/>
                  </a:moveTo>
                  <a:lnTo>
                    <a:pt x="40" y="1652"/>
                  </a:lnTo>
                  <a:lnTo>
                    <a:pt x="0" y="2048"/>
                  </a:lnTo>
                  <a:lnTo>
                    <a:pt x="1730" y="318"/>
                  </a:lnTo>
                  <a:lnTo>
                    <a:pt x="1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21"/>
            <p:cNvSpPr/>
            <p:nvPr/>
          </p:nvSpPr>
          <p:spPr>
            <a:xfrm>
              <a:off x="1217655" y="2017732"/>
              <a:ext cx="102132" cy="118249"/>
            </a:xfrm>
            <a:custGeom>
              <a:rect b="b" l="l" r="r" t="t"/>
              <a:pathLst>
                <a:path extrusionOk="0" h="2325" w="2008">
                  <a:moveTo>
                    <a:pt x="1968" y="0"/>
                  </a:moveTo>
                  <a:lnTo>
                    <a:pt x="40" y="1915"/>
                  </a:lnTo>
                  <a:lnTo>
                    <a:pt x="0" y="2325"/>
                  </a:lnTo>
                  <a:lnTo>
                    <a:pt x="2008" y="317"/>
                  </a:lnTo>
                  <a:lnTo>
                    <a:pt x="19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21"/>
            <p:cNvSpPr/>
            <p:nvPr/>
          </p:nvSpPr>
          <p:spPr>
            <a:xfrm>
              <a:off x="1210941" y="2071441"/>
              <a:ext cx="116221" cy="132389"/>
            </a:xfrm>
            <a:custGeom>
              <a:rect b="b" l="l" r="r" t="t"/>
              <a:pathLst>
                <a:path extrusionOk="0" h="2603" w="2285">
                  <a:moveTo>
                    <a:pt x="2232" y="1"/>
                  </a:moveTo>
                  <a:lnTo>
                    <a:pt x="40" y="2193"/>
                  </a:lnTo>
                  <a:lnTo>
                    <a:pt x="0" y="2603"/>
                  </a:lnTo>
                  <a:lnTo>
                    <a:pt x="2285" y="318"/>
                  </a:lnTo>
                  <a:lnTo>
                    <a:pt x="22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21"/>
            <p:cNvSpPr/>
            <p:nvPr/>
          </p:nvSpPr>
          <p:spPr>
            <a:xfrm>
              <a:off x="1204227" y="2125200"/>
              <a:ext cx="129649" cy="146477"/>
            </a:xfrm>
            <a:custGeom>
              <a:rect b="b" l="l" r="r" t="t"/>
              <a:pathLst>
                <a:path extrusionOk="0" h="2880" w="2549">
                  <a:moveTo>
                    <a:pt x="2509" y="0"/>
                  </a:moveTo>
                  <a:lnTo>
                    <a:pt x="40" y="2470"/>
                  </a:lnTo>
                  <a:lnTo>
                    <a:pt x="0" y="2879"/>
                  </a:lnTo>
                  <a:lnTo>
                    <a:pt x="2549" y="317"/>
                  </a:lnTo>
                  <a:lnTo>
                    <a:pt x="25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21"/>
            <p:cNvSpPr/>
            <p:nvPr/>
          </p:nvSpPr>
          <p:spPr>
            <a:xfrm>
              <a:off x="1196801" y="2178908"/>
              <a:ext cx="144500" cy="159955"/>
            </a:xfrm>
            <a:custGeom>
              <a:rect b="b" l="l" r="r" t="t"/>
              <a:pathLst>
                <a:path extrusionOk="0" h="3145" w="2841">
                  <a:moveTo>
                    <a:pt x="2787" y="1"/>
                  </a:moveTo>
                  <a:lnTo>
                    <a:pt x="40" y="2748"/>
                  </a:lnTo>
                  <a:lnTo>
                    <a:pt x="1" y="3144"/>
                  </a:lnTo>
                  <a:lnTo>
                    <a:pt x="2840" y="318"/>
                  </a:lnTo>
                  <a:lnTo>
                    <a:pt x="2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21"/>
            <p:cNvSpPr/>
            <p:nvPr/>
          </p:nvSpPr>
          <p:spPr>
            <a:xfrm>
              <a:off x="1190087" y="2232667"/>
              <a:ext cx="157928" cy="173992"/>
            </a:xfrm>
            <a:custGeom>
              <a:rect b="b" l="l" r="r" t="t"/>
              <a:pathLst>
                <a:path extrusionOk="0" h="3421" w="3105">
                  <a:moveTo>
                    <a:pt x="3065" y="0"/>
                  </a:moveTo>
                  <a:lnTo>
                    <a:pt x="40" y="3011"/>
                  </a:lnTo>
                  <a:lnTo>
                    <a:pt x="1" y="3421"/>
                  </a:lnTo>
                  <a:lnTo>
                    <a:pt x="3104" y="317"/>
                  </a:lnTo>
                  <a:lnTo>
                    <a:pt x="30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21"/>
            <p:cNvSpPr/>
            <p:nvPr/>
          </p:nvSpPr>
          <p:spPr>
            <a:xfrm>
              <a:off x="1203515" y="2286375"/>
              <a:ext cx="151875" cy="161277"/>
            </a:xfrm>
            <a:custGeom>
              <a:rect b="b" l="l" r="r" t="t"/>
              <a:pathLst>
                <a:path extrusionOk="0" h="3171" w="2986">
                  <a:moveTo>
                    <a:pt x="2933" y="1"/>
                  </a:moveTo>
                  <a:lnTo>
                    <a:pt x="1" y="2933"/>
                  </a:lnTo>
                  <a:lnTo>
                    <a:pt x="120" y="3170"/>
                  </a:lnTo>
                  <a:lnTo>
                    <a:pt x="2986" y="318"/>
                  </a:lnTo>
                  <a:lnTo>
                    <a:pt x="29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21"/>
            <p:cNvSpPr/>
            <p:nvPr/>
          </p:nvSpPr>
          <p:spPr>
            <a:xfrm>
              <a:off x="1224368" y="2339473"/>
              <a:ext cx="137736" cy="148460"/>
            </a:xfrm>
            <a:custGeom>
              <a:rect b="b" l="l" r="r" t="t"/>
              <a:pathLst>
                <a:path extrusionOk="0" h="2919" w="2708">
                  <a:moveTo>
                    <a:pt x="2668" y="0"/>
                  </a:moveTo>
                  <a:lnTo>
                    <a:pt x="0" y="2681"/>
                  </a:lnTo>
                  <a:lnTo>
                    <a:pt x="119" y="2919"/>
                  </a:lnTo>
                  <a:lnTo>
                    <a:pt x="2708" y="330"/>
                  </a:lnTo>
                  <a:lnTo>
                    <a:pt x="26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21"/>
            <p:cNvSpPr/>
            <p:nvPr/>
          </p:nvSpPr>
          <p:spPr>
            <a:xfrm>
              <a:off x="1245171" y="2393181"/>
              <a:ext cx="124308" cy="135084"/>
            </a:xfrm>
            <a:custGeom>
              <a:rect b="b" l="l" r="r" t="t"/>
              <a:pathLst>
                <a:path extrusionOk="0" h="2656" w="2444">
                  <a:moveTo>
                    <a:pt x="2404" y="1"/>
                  </a:moveTo>
                  <a:lnTo>
                    <a:pt x="1" y="2404"/>
                  </a:lnTo>
                  <a:lnTo>
                    <a:pt x="120" y="2655"/>
                  </a:lnTo>
                  <a:lnTo>
                    <a:pt x="2444" y="331"/>
                  </a:lnTo>
                  <a:lnTo>
                    <a:pt x="24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21"/>
            <p:cNvSpPr/>
            <p:nvPr/>
          </p:nvSpPr>
          <p:spPr>
            <a:xfrm>
              <a:off x="1265313" y="2481169"/>
              <a:ext cx="74615" cy="86716"/>
            </a:xfrm>
            <a:custGeom>
              <a:rect b="b" l="l" r="r" t="t"/>
              <a:pathLst>
                <a:path extrusionOk="0" h="1705" w="1467">
                  <a:moveTo>
                    <a:pt x="1467" y="1"/>
                  </a:moveTo>
                  <a:lnTo>
                    <a:pt x="1" y="1467"/>
                  </a:lnTo>
                  <a:lnTo>
                    <a:pt x="133" y="1704"/>
                  </a:lnTo>
                  <a:lnTo>
                    <a:pt x="1216" y="622"/>
                  </a:lnTo>
                  <a:lnTo>
                    <a:pt x="1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21"/>
            <p:cNvSpPr/>
            <p:nvPr/>
          </p:nvSpPr>
          <p:spPr>
            <a:xfrm>
              <a:off x="1250563" y="1794711"/>
              <a:ext cx="40995" cy="45062"/>
            </a:xfrm>
            <a:custGeom>
              <a:rect b="b" l="l" r="r" t="t"/>
              <a:pathLst>
                <a:path extrusionOk="0" h="886" w="806">
                  <a:moveTo>
                    <a:pt x="740" y="1"/>
                  </a:moveTo>
                  <a:lnTo>
                    <a:pt x="383" y="555"/>
                  </a:lnTo>
                  <a:lnTo>
                    <a:pt x="40" y="27"/>
                  </a:lnTo>
                  <a:lnTo>
                    <a:pt x="0" y="397"/>
                  </a:lnTo>
                  <a:lnTo>
                    <a:pt x="397" y="886"/>
                  </a:lnTo>
                  <a:lnTo>
                    <a:pt x="806" y="476"/>
                  </a:lnTo>
                  <a:lnTo>
                    <a:pt x="7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21"/>
            <p:cNvSpPr/>
            <p:nvPr/>
          </p:nvSpPr>
          <p:spPr>
            <a:xfrm>
              <a:off x="1222334" y="1691974"/>
              <a:ext cx="93434" cy="131015"/>
            </a:xfrm>
            <a:custGeom>
              <a:rect b="b" l="l" r="r" t="t"/>
              <a:pathLst>
                <a:path extrusionOk="0" h="2576" w="1837">
                  <a:moveTo>
                    <a:pt x="938" y="0"/>
                  </a:moveTo>
                  <a:lnTo>
                    <a:pt x="1" y="1176"/>
                  </a:lnTo>
                  <a:lnTo>
                    <a:pt x="938" y="2575"/>
                  </a:lnTo>
                  <a:lnTo>
                    <a:pt x="1836" y="1176"/>
                  </a:lnTo>
                  <a:lnTo>
                    <a:pt x="9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21"/>
            <p:cNvSpPr/>
            <p:nvPr/>
          </p:nvSpPr>
          <p:spPr>
            <a:xfrm>
              <a:off x="1100111" y="1651795"/>
              <a:ext cx="313466" cy="148359"/>
            </a:xfrm>
            <a:custGeom>
              <a:rect b="b" l="l" r="r" t="t"/>
              <a:pathLst>
                <a:path extrusionOk="0" h="2917" w="6163">
                  <a:moveTo>
                    <a:pt x="137" y="1"/>
                  </a:moveTo>
                  <a:cubicBezTo>
                    <a:pt x="122" y="1"/>
                    <a:pt x="107" y="4"/>
                    <a:pt x="93" y="11"/>
                  </a:cubicBezTo>
                  <a:cubicBezTo>
                    <a:pt x="40" y="37"/>
                    <a:pt x="0" y="103"/>
                    <a:pt x="26" y="156"/>
                  </a:cubicBezTo>
                  <a:cubicBezTo>
                    <a:pt x="66" y="236"/>
                    <a:pt x="858" y="2150"/>
                    <a:pt x="1783" y="2903"/>
                  </a:cubicBezTo>
                  <a:cubicBezTo>
                    <a:pt x="1809" y="2916"/>
                    <a:pt x="1836" y="2916"/>
                    <a:pt x="1862" y="2916"/>
                  </a:cubicBezTo>
                  <a:lnTo>
                    <a:pt x="1875" y="2916"/>
                  </a:lnTo>
                  <a:cubicBezTo>
                    <a:pt x="1902" y="2916"/>
                    <a:pt x="1928" y="2890"/>
                    <a:pt x="1941" y="2877"/>
                  </a:cubicBezTo>
                  <a:lnTo>
                    <a:pt x="3341" y="975"/>
                  </a:lnTo>
                  <a:lnTo>
                    <a:pt x="4675" y="2864"/>
                  </a:lnTo>
                  <a:cubicBezTo>
                    <a:pt x="4688" y="2903"/>
                    <a:pt x="4728" y="2916"/>
                    <a:pt x="4768" y="2916"/>
                  </a:cubicBezTo>
                  <a:cubicBezTo>
                    <a:pt x="4807" y="2916"/>
                    <a:pt x="4834" y="2890"/>
                    <a:pt x="4860" y="2864"/>
                  </a:cubicBezTo>
                  <a:cubicBezTo>
                    <a:pt x="4860" y="2850"/>
                    <a:pt x="5560" y="1609"/>
                    <a:pt x="6128" y="473"/>
                  </a:cubicBezTo>
                  <a:cubicBezTo>
                    <a:pt x="6163" y="386"/>
                    <a:pt x="6095" y="317"/>
                    <a:pt x="6025" y="317"/>
                  </a:cubicBezTo>
                  <a:cubicBezTo>
                    <a:pt x="5989" y="317"/>
                    <a:pt x="5952" y="336"/>
                    <a:pt x="5930" y="381"/>
                  </a:cubicBezTo>
                  <a:cubicBezTo>
                    <a:pt x="5481" y="1266"/>
                    <a:pt x="4953" y="2243"/>
                    <a:pt x="4754" y="2599"/>
                  </a:cubicBezTo>
                  <a:lnTo>
                    <a:pt x="3434" y="724"/>
                  </a:lnTo>
                  <a:cubicBezTo>
                    <a:pt x="3407" y="698"/>
                    <a:pt x="3381" y="685"/>
                    <a:pt x="3341" y="685"/>
                  </a:cubicBezTo>
                  <a:cubicBezTo>
                    <a:pt x="3302" y="685"/>
                    <a:pt x="3275" y="698"/>
                    <a:pt x="3249" y="724"/>
                  </a:cubicBezTo>
                  <a:lnTo>
                    <a:pt x="1836" y="2652"/>
                  </a:lnTo>
                  <a:cubicBezTo>
                    <a:pt x="977" y="1900"/>
                    <a:pt x="225" y="90"/>
                    <a:pt x="225" y="64"/>
                  </a:cubicBezTo>
                  <a:cubicBezTo>
                    <a:pt x="215" y="25"/>
                    <a:pt x="177" y="1"/>
                    <a:pt x="1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21"/>
            <p:cNvSpPr/>
            <p:nvPr/>
          </p:nvSpPr>
          <p:spPr>
            <a:xfrm>
              <a:off x="1264652" y="1662424"/>
              <a:ext cx="10783" cy="35653"/>
            </a:xfrm>
            <a:custGeom>
              <a:rect b="b" l="l" r="r" t="t"/>
              <a:pathLst>
                <a:path extrusionOk="0" h="701" w="212">
                  <a:moveTo>
                    <a:pt x="106" y="0"/>
                  </a:moveTo>
                  <a:cubicBezTo>
                    <a:pt x="53" y="0"/>
                    <a:pt x="1" y="40"/>
                    <a:pt x="1" y="106"/>
                  </a:cubicBezTo>
                  <a:lnTo>
                    <a:pt x="1" y="581"/>
                  </a:lnTo>
                  <a:cubicBezTo>
                    <a:pt x="1" y="647"/>
                    <a:pt x="53" y="700"/>
                    <a:pt x="106" y="700"/>
                  </a:cubicBezTo>
                  <a:cubicBezTo>
                    <a:pt x="172" y="700"/>
                    <a:pt x="212" y="647"/>
                    <a:pt x="212" y="581"/>
                  </a:cubicBezTo>
                  <a:lnTo>
                    <a:pt x="212" y="106"/>
                  </a:lnTo>
                  <a:cubicBezTo>
                    <a:pt x="212" y="40"/>
                    <a:pt x="172" y="0"/>
                    <a:pt x="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21"/>
            <p:cNvSpPr/>
            <p:nvPr/>
          </p:nvSpPr>
          <p:spPr>
            <a:xfrm>
              <a:off x="1345930" y="1229860"/>
              <a:ext cx="109558" cy="121606"/>
            </a:xfrm>
            <a:custGeom>
              <a:rect b="b" l="l" r="r" t="t"/>
              <a:pathLst>
                <a:path extrusionOk="0" h="2391" w="2154">
                  <a:moveTo>
                    <a:pt x="40" y="0"/>
                  </a:moveTo>
                  <a:lnTo>
                    <a:pt x="40" y="0"/>
                  </a:lnTo>
                  <a:cubicBezTo>
                    <a:pt x="1" y="568"/>
                    <a:pt x="1401" y="2391"/>
                    <a:pt x="1401" y="2391"/>
                  </a:cubicBezTo>
                  <a:cubicBezTo>
                    <a:pt x="2153" y="185"/>
                    <a:pt x="41" y="0"/>
                    <a:pt x="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21"/>
            <p:cNvSpPr/>
            <p:nvPr/>
          </p:nvSpPr>
          <p:spPr>
            <a:xfrm>
              <a:off x="1149804" y="1230420"/>
              <a:ext cx="272776" cy="360852"/>
            </a:xfrm>
            <a:custGeom>
              <a:rect b="b" l="l" r="r" t="t"/>
              <a:pathLst>
                <a:path extrusionOk="0" h="7095" w="5363">
                  <a:moveTo>
                    <a:pt x="2744" y="1"/>
                  </a:moveTo>
                  <a:cubicBezTo>
                    <a:pt x="2427" y="1"/>
                    <a:pt x="2095" y="32"/>
                    <a:pt x="1757" y="95"/>
                  </a:cubicBezTo>
                  <a:cubicBezTo>
                    <a:pt x="0" y="438"/>
                    <a:pt x="238" y="2287"/>
                    <a:pt x="238" y="2287"/>
                  </a:cubicBezTo>
                  <a:lnTo>
                    <a:pt x="291" y="3304"/>
                  </a:lnTo>
                  <a:lnTo>
                    <a:pt x="397" y="5232"/>
                  </a:lnTo>
                  <a:lnTo>
                    <a:pt x="423" y="5602"/>
                  </a:lnTo>
                  <a:cubicBezTo>
                    <a:pt x="476" y="5668"/>
                    <a:pt x="1717" y="7094"/>
                    <a:pt x="3540" y="7094"/>
                  </a:cubicBezTo>
                  <a:cubicBezTo>
                    <a:pt x="5362" y="7094"/>
                    <a:pt x="5362" y="5338"/>
                    <a:pt x="5362" y="5338"/>
                  </a:cubicBezTo>
                  <a:lnTo>
                    <a:pt x="5323" y="3951"/>
                  </a:lnTo>
                  <a:lnTo>
                    <a:pt x="5309" y="3502"/>
                  </a:lnTo>
                  <a:lnTo>
                    <a:pt x="5257" y="1666"/>
                  </a:lnTo>
                  <a:cubicBezTo>
                    <a:pt x="5230" y="1349"/>
                    <a:pt x="5111" y="1046"/>
                    <a:pt x="4913" y="808"/>
                  </a:cubicBezTo>
                  <a:cubicBezTo>
                    <a:pt x="4887" y="782"/>
                    <a:pt x="4874" y="755"/>
                    <a:pt x="4847" y="742"/>
                  </a:cubicBezTo>
                  <a:cubicBezTo>
                    <a:pt x="4400" y="246"/>
                    <a:pt x="3630" y="1"/>
                    <a:pt x="2744"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21"/>
            <p:cNvSpPr/>
            <p:nvPr/>
          </p:nvSpPr>
          <p:spPr>
            <a:xfrm>
              <a:off x="1248528" y="1317594"/>
              <a:ext cx="65867" cy="33008"/>
            </a:xfrm>
            <a:custGeom>
              <a:rect b="b" l="l" r="r" t="t"/>
              <a:pathLst>
                <a:path extrusionOk="0" h="649" w="1295">
                  <a:moveTo>
                    <a:pt x="1102" y="0"/>
                  </a:moveTo>
                  <a:cubicBezTo>
                    <a:pt x="843" y="0"/>
                    <a:pt x="288" y="45"/>
                    <a:pt x="1" y="401"/>
                  </a:cubicBezTo>
                  <a:cubicBezTo>
                    <a:pt x="69" y="557"/>
                    <a:pt x="216" y="648"/>
                    <a:pt x="374" y="648"/>
                  </a:cubicBezTo>
                  <a:cubicBezTo>
                    <a:pt x="430" y="648"/>
                    <a:pt x="487" y="637"/>
                    <a:pt x="542" y="613"/>
                  </a:cubicBezTo>
                  <a:cubicBezTo>
                    <a:pt x="674" y="560"/>
                    <a:pt x="806" y="507"/>
                    <a:pt x="952" y="481"/>
                  </a:cubicBezTo>
                  <a:cubicBezTo>
                    <a:pt x="1163" y="428"/>
                    <a:pt x="1295" y="216"/>
                    <a:pt x="1242" y="5"/>
                  </a:cubicBezTo>
                  <a:cubicBezTo>
                    <a:pt x="1242" y="5"/>
                    <a:pt x="1188" y="0"/>
                    <a:pt x="11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21"/>
            <p:cNvSpPr/>
            <p:nvPr/>
          </p:nvSpPr>
          <p:spPr>
            <a:xfrm>
              <a:off x="1350660" y="1317594"/>
              <a:ext cx="65867" cy="33008"/>
            </a:xfrm>
            <a:custGeom>
              <a:rect b="b" l="l" r="r" t="t"/>
              <a:pathLst>
                <a:path extrusionOk="0" h="649" w="1295">
                  <a:moveTo>
                    <a:pt x="193" y="0"/>
                  </a:moveTo>
                  <a:cubicBezTo>
                    <a:pt x="107" y="0"/>
                    <a:pt x="53" y="5"/>
                    <a:pt x="53" y="5"/>
                  </a:cubicBezTo>
                  <a:cubicBezTo>
                    <a:pt x="0" y="216"/>
                    <a:pt x="132" y="428"/>
                    <a:pt x="343" y="481"/>
                  </a:cubicBezTo>
                  <a:cubicBezTo>
                    <a:pt x="489" y="507"/>
                    <a:pt x="621" y="560"/>
                    <a:pt x="753" y="613"/>
                  </a:cubicBezTo>
                  <a:cubicBezTo>
                    <a:pt x="808" y="637"/>
                    <a:pt x="866" y="648"/>
                    <a:pt x="921" y="648"/>
                  </a:cubicBezTo>
                  <a:cubicBezTo>
                    <a:pt x="1079" y="648"/>
                    <a:pt x="1226" y="557"/>
                    <a:pt x="1294" y="401"/>
                  </a:cubicBezTo>
                  <a:cubicBezTo>
                    <a:pt x="1007" y="45"/>
                    <a:pt x="452" y="0"/>
                    <a:pt x="1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21"/>
            <p:cNvSpPr/>
            <p:nvPr/>
          </p:nvSpPr>
          <p:spPr>
            <a:xfrm>
              <a:off x="1238457" y="1407819"/>
              <a:ext cx="59814" cy="24260"/>
            </a:xfrm>
            <a:custGeom>
              <a:rect b="b" l="l" r="r" t="t"/>
              <a:pathLst>
                <a:path extrusionOk="0" h="477" w="1176">
                  <a:moveTo>
                    <a:pt x="595" y="1"/>
                  </a:moveTo>
                  <a:cubicBezTo>
                    <a:pt x="265" y="1"/>
                    <a:pt x="1" y="107"/>
                    <a:pt x="1" y="239"/>
                  </a:cubicBezTo>
                  <a:cubicBezTo>
                    <a:pt x="1" y="371"/>
                    <a:pt x="265" y="476"/>
                    <a:pt x="595" y="476"/>
                  </a:cubicBezTo>
                  <a:cubicBezTo>
                    <a:pt x="912" y="476"/>
                    <a:pt x="1176" y="371"/>
                    <a:pt x="1176" y="239"/>
                  </a:cubicBezTo>
                  <a:cubicBezTo>
                    <a:pt x="1176" y="107"/>
                    <a:pt x="912" y="1"/>
                    <a:pt x="595" y="1"/>
                  </a:cubicBezTo>
                  <a:close/>
                </a:path>
              </a:pathLst>
            </a:custGeom>
            <a:solidFill>
              <a:srgbClr val="EF8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21"/>
            <p:cNvSpPr/>
            <p:nvPr/>
          </p:nvSpPr>
          <p:spPr>
            <a:xfrm>
              <a:off x="1383568" y="1407819"/>
              <a:ext cx="36977" cy="23599"/>
            </a:xfrm>
            <a:custGeom>
              <a:rect b="b" l="l" r="r" t="t"/>
              <a:pathLst>
                <a:path extrusionOk="0" h="464" w="727">
                  <a:moveTo>
                    <a:pt x="581" y="1"/>
                  </a:moveTo>
                  <a:cubicBezTo>
                    <a:pt x="264" y="1"/>
                    <a:pt x="0" y="107"/>
                    <a:pt x="0" y="239"/>
                  </a:cubicBezTo>
                  <a:cubicBezTo>
                    <a:pt x="0" y="357"/>
                    <a:pt x="251" y="463"/>
                    <a:pt x="581" y="463"/>
                  </a:cubicBezTo>
                  <a:lnTo>
                    <a:pt x="727" y="463"/>
                  </a:lnTo>
                  <a:lnTo>
                    <a:pt x="713" y="1"/>
                  </a:lnTo>
                  <a:close/>
                </a:path>
              </a:pathLst>
            </a:custGeom>
            <a:solidFill>
              <a:srgbClr val="EF8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21"/>
            <p:cNvSpPr/>
            <p:nvPr/>
          </p:nvSpPr>
          <p:spPr>
            <a:xfrm>
              <a:off x="1278791" y="1368199"/>
              <a:ext cx="18158" cy="32296"/>
            </a:xfrm>
            <a:custGeom>
              <a:rect b="b" l="l" r="r" t="t"/>
              <a:pathLst>
                <a:path extrusionOk="0" h="635" w="357">
                  <a:moveTo>
                    <a:pt x="172" y="1"/>
                  </a:moveTo>
                  <a:cubicBezTo>
                    <a:pt x="79" y="1"/>
                    <a:pt x="0" y="146"/>
                    <a:pt x="0" y="318"/>
                  </a:cubicBezTo>
                  <a:cubicBezTo>
                    <a:pt x="0" y="489"/>
                    <a:pt x="79" y="635"/>
                    <a:pt x="172" y="635"/>
                  </a:cubicBezTo>
                  <a:cubicBezTo>
                    <a:pt x="277" y="635"/>
                    <a:pt x="357" y="489"/>
                    <a:pt x="357" y="318"/>
                  </a:cubicBezTo>
                  <a:cubicBezTo>
                    <a:pt x="357" y="133"/>
                    <a:pt x="277"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21"/>
            <p:cNvSpPr/>
            <p:nvPr/>
          </p:nvSpPr>
          <p:spPr>
            <a:xfrm>
              <a:off x="1368767" y="1368199"/>
              <a:ext cx="18209" cy="32296"/>
            </a:xfrm>
            <a:custGeom>
              <a:rect b="b" l="l" r="r" t="t"/>
              <a:pathLst>
                <a:path extrusionOk="0" h="635" w="358">
                  <a:moveTo>
                    <a:pt x="172" y="1"/>
                  </a:moveTo>
                  <a:cubicBezTo>
                    <a:pt x="80" y="1"/>
                    <a:pt x="1" y="146"/>
                    <a:pt x="1" y="318"/>
                  </a:cubicBezTo>
                  <a:cubicBezTo>
                    <a:pt x="1" y="489"/>
                    <a:pt x="80" y="635"/>
                    <a:pt x="172" y="635"/>
                  </a:cubicBezTo>
                  <a:cubicBezTo>
                    <a:pt x="278" y="635"/>
                    <a:pt x="357" y="489"/>
                    <a:pt x="357" y="318"/>
                  </a:cubicBezTo>
                  <a:cubicBezTo>
                    <a:pt x="357" y="133"/>
                    <a:pt x="265"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21"/>
            <p:cNvSpPr/>
            <p:nvPr/>
          </p:nvSpPr>
          <p:spPr>
            <a:xfrm>
              <a:off x="1293541" y="1438234"/>
              <a:ext cx="97453" cy="34127"/>
            </a:xfrm>
            <a:custGeom>
              <a:rect b="b" l="l" r="r" t="t"/>
              <a:pathLst>
                <a:path extrusionOk="0" h="671" w="1916">
                  <a:moveTo>
                    <a:pt x="96" y="1"/>
                  </a:moveTo>
                  <a:cubicBezTo>
                    <a:pt x="43" y="1"/>
                    <a:pt x="0" y="66"/>
                    <a:pt x="40" y="116"/>
                  </a:cubicBezTo>
                  <a:cubicBezTo>
                    <a:pt x="40" y="129"/>
                    <a:pt x="568" y="671"/>
                    <a:pt x="1216" y="671"/>
                  </a:cubicBezTo>
                  <a:cubicBezTo>
                    <a:pt x="1453" y="671"/>
                    <a:pt x="1691" y="605"/>
                    <a:pt x="1876" y="459"/>
                  </a:cubicBezTo>
                  <a:cubicBezTo>
                    <a:pt x="1915" y="433"/>
                    <a:pt x="1915" y="393"/>
                    <a:pt x="1889" y="354"/>
                  </a:cubicBezTo>
                  <a:cubicBezTo>
                    <a:pt x="1881" y="337"/>
                    <a:pt x="1858" y="326"/>
                    <a:pt x="1835" y="326"/>
                  </a:cubicBezTo>
                  <a:cubicBezTo>
                    <a:pt x="1821" y="326"/>
                    <a:pt x="1807" y="330"/>
                    <a:pt x="1797" y="341"/>
                  </a:cubicBezTo>
                  <a:cubicBezTo>
                    <a:pt x="1597" y="481"/>
                    <a:pt x="1397" y="534"/>
                    <a:pt x="1208" y="534"/>
                  </a:cubicBezTo>
                  <a:cubicBezTo>
                    <a:pt x="634" y="534"/>
                    <a:pt x="166" y="43"/>
                    <a:pt x="146" y="24"/>
                  </a:cubicBezTo>
                  <a:cubicBezTo>
                    <a:pt x="130" y="8"/>
                    <a:pt x="112" y="1"/>
                    <a:pt x="96"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21"/>
            <p:cNvSpPr/>
            <p:nvPr/>
          </p:nvSpPr>
          <p:spPr>
            <a:xfrm>
              <a:off x="1169946" y="1479023"/>
              <a:ext cx="30263" cy="36314"/>
            </a:xfrm>
            <a:custGeom>
              <a:rect b="b" l="l" r="r" t="t"/>
              <a:pathLst>
                <a:path extrusionOk="0" h="714" w="595">
                  <a:moveTo>
                    <a:pt x="595" y="1"/>
                  </a:moveTo>
                  <a:lnTo>
                    <a:pt x="595" y="1"/>
                  </a:lnTo>
                  <a:cubicBezTo>
                    <a:pt x="436" y="159"/>
                    <a:pt x="225" y="278"/>
                    <a:pt x="1" y="344"/>
                  </a:cubicBezTo>
                  <a:lnTo>
                    <a:pt x="27" y="714"/>
                  </a:lnTo>
                  <a:cubicBezTo>
                    <a:pt x="357" y="555"/>
                    <a:pt x="582" y="14"/>
                    <a:pt x="595"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21"/>
            <p:cNvSpPr/>
            <p:nvPr/>
          </p:nvSpPr>
          <p:spPr>
            <a:xfrm>
              <a:off x="1103163" y="1392053"/>
              <a:ext cx="80922" cy="104314"/>
            </a:xfrm>
            <a:custGeom>
              <a:rect b="b" l="l" r="r" t="t"/>
              <a:pathLst>
                <a:path extrusionOk="0" h="2051" w="1591">
                  <a:moveTo>
                    <a:pt x="827" y="0"/>
                  </a:moveTo>
                  <a:cubicBezTo>
                    <a:pt x="670" y="0"/>
                    <a:pt x="508" y="75"/>
                    <a:pt x="363" y="284"/>
                  </a:cubicBezTo>
                  <a:cubicBezTo>
                    <a:pt x="1" y="804"/>
                    <a:pt x="539" y="2050"/>
                    <a:pt x="1232" y="2050"/>
                  </a:cubicBezTo>
                  <a:cubicBezTo>
                    <a:pt x="1348" y="2050"/>
                    <a:pt x="1469" y="2015"/>
                    <a:pt x="1591" y="1935"/>
                  </a:cubicBezTo>
                  <a:lnTo>
                    <a:pt x="1591" y="483"/>
                  </a:lnTo>
                  <a:cubicBezTo>
                    <a:pt x="1591" y="483"/>
                    <a:pt x="1224" y="0"/>
                    <a:pt x="827"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21"/>
            <p:cNvSpPr/>
            <p:nvPr/>
          </p:nvSpPr>
          <p:spPr>
            <a:xfrm>
              <a:off x="1136071" y="1416364"/>
              <a:ext cx="46692" cy="60015"/>
            </a:xfrm>
            <a:custGeom>
              <a:rect b="b" l="l" r="r" t="t"/>
              <a:pathLst>
                <a:path extrusionOk="0" h="1180" w="918">
                  <a:moveTo>
                    <a:pt x="99" y="1"/>
                  </a:moveTo>
                  <a:cubicBezTo>
                    <a:pt x="26" y="1"/>
                    <a:pt x="1" y="101"/>
                    <a:pt x="72" y="137"/>
                  </a:cubicBezTo>
                  <a:cubicBezTo>
                    <a:pt x="455" y="308"/>
                    <a:pt x="719" y="691"/>
                    <a:pt x="772" y="1114"/>
                  </a:cubicBezTo>
                  <a:cubicBezTo>
                    <a:pt x="772" y="1154"/>
                    <a:pt x="799" y="1180"/>
                    <a:pt x="838" y="1180"/>
                  </a:cubicBezTo>
                  <a:lnTo>
                    <a:pt x="851" y="1180"/>
                  </a:lnTo>
                  <a:cubicBezTo>
                    <a:pt x="891" y="1167"/>
                    <a:pt x="917" y="1140"/>
                    <a:pt x="917" y="1101"/>
                  </a:cubicBezTo>
                  <a:cubicBezTo>
                    <a:pt x="865" y="612"/>
                    <a:pt x="561" y="203"/>
                    <a:pt x="125" y="5"/>
                  </a:cubicBezTo>
                  <a:cubicBezTo>
                    <a:pt x="116" y="2"/>
                    <a:pt x="107" y="1"/>
                    <a:pt x="99"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21"/>
            <p:cNvSpPr/>
            <p:nvPr/>
          </p:nvSpPr>
          <p:spPr>
            <a:xfrm>
              <a:off x="1140394" y="1438284"/>
              <a:ext cx="30924" cy="15970"/>
            </a:xfrm>
            <a:custGeom>
              <a:rect b="b" l="l" r="r" t="t"/>
              <a:pathLst>
                <a:path extrusionOk="0" h="314" w="608">
                  <a:moveTo>
                    <a:pt x="463" y="0"/>
                  </a:moveTo>
                  <a:cubicBezTo>
                    <a:pt x="262" y="0"/>
                    <a:pt x="63" y="158"/>
                    <a:pt x="40" y="181"/>
                  </a:cubicBezTo>
                  <a:cubicBezTo>
                    <a:pt x="0" y="207"/>
                    <a:pt x="0" y="247"/>
                    <a:pt x="27" y="287"/>
                  </a:cubicBezTo>
                  <a:cubicBezTo>
                    <a:pt x="40" y="300"/>
                    <a:pt x="53" y="313"/>
                    <a:pt x="80" y="313"/>
                  </a:cubicBezTo>
                  <a:cubicBezTo>
                    <a:pt x="93" y="313"/>
                    <a:pt x="106" y="313"/>
                    <a:pt x="133" y="300"/>
                  </a:cubicBezTo>
                  <a:cubicBezTo>
                    <a:pt x="180" y="252"/>
                    <a:pt x="346" y="151"/>
                    <a:pt x="465" y="151"/>
                  </a:cubicBezTo>
                  <a:cubicBezTo>
                    <a:pt x="478" y="151"/>
                    <a:pt x="491" y="152"/>
                    <a:pt x="502" y="155"/>
                  </a:cubicBezTo>
                  <a:cubicBezTo>
                    <a:pt x="509" y="157"/>
                    <a:pt x="516" y="158"/>
                    <a:pt x="523" y="158"/>
                  </a:cubicBezTo>
                  <a:cubicBezTo>
                    <a:pt x="555" y="158"/>
                    <a:pt x="584" y="134"/>
                    <a:pt x="595" y="102"/>
                  </a:cubicBezTo>
                  <a:cubicBezTo>
                    <a:pt x="608" y="62"/>
                    <a:pt x="582" y="23"/>
                    <a:pt x="542" y="9"/>
                  </a:cubicBezTo>
                  <a:cubicBezTo>
                    <a:pt x="516" y="3"/>
                    <a:pt x="489" y="0"/>
                    <a:pt x="463" y="0"/>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21"/>
            <p:cNvSpPr/>
            <p:nvPr/>
          </p:nvSpPr>
          <p:spPr>
            <a:xfrm>
              <a:off x="1331841" y="1345109"/>
              <a:ext cx="38350" cy="84326"/>
            </a:xfrm>
            <a:custGeom>
              <a:rect b="b" l="l" r="r" t="t"/>
              <a:pathLst>
                <a:path extrusionOk="0" h="1658" w="754">
                  <a:moveTo>
                    <a:pt x="83" y="1"/>
                  </a:moveTo>
                  <a:cubicBezTo>
                    <a:pt x="73" y="1"/>
                    <a:pt x="63" y="2"/>
                    <a:pt x="53" y="6"/>
                  </a:cubicBezTo>
                  <a:cubicBezTo>
                    <a:pt x="27" y="32"/>
                    <a:pt x="0" y="72"/>
                    <a:pt x="27" y="111"/>
                  </a:cubicBezTo>
                  <a:cubicBezTo>
                    <a:pt x="27" y="111"/>
                    <a:pt x="317" y="719"/>
                    <a:pt x="608" y="1313"/>
                  </a:cubicBezTo>
                  <a:cubicBezTo>
                    <a:pt x="510" y="1436"/>
                    <a:pt x="366" y="1513"/>
                    <a:pt x="209" y="1513"/>
                  </a:cubicBezTo>
                  <a:cubicBezTo>
                    <a:pt x="197" y="1513"/>
                    <a:pt x="184" y="1512"/>
                    <a:pt x="172" y="1511"/>
                  </a:cubicBezTo>
                  <a:cubicBezTo>
                    <a:pt x="66" y="1511"/>
                    <a:pt x="66" y="1656"/>
                    <a:pt x="172" y="1656"/>
                  </a:cubicBezTo>
                  <a:cubicBezTo>
                    <a:pt x="184" y="1657"/>
                    <a:pt x="196" y="1657"/>
                    <a:pt x="208" y="1657"/>
                  </a:cubicBezTo>
                  <a:cubicBezTo>
                    <a:pt x="432" y="1657"/>
                    <a:pt x="640" y="1540"/>
                    <a:pt x="753" y="1340"/>
                  </a:cubicBezTo>
                  <a:cubicBezTo>
                    <a:pt x="753" y="1326"/>
                    <a:pt x="753" y="1300"/>
                    <a:pt x="753" y="1273"/>
                  </a:cubicBezTo>
                  <a:cubicBezTo>
                    <a:pt x="449" y="679"/>
                    <a:pt x="159" y="45"/>
                    <a:pt x="159" y="45"/>
                  </a:cubicBezTo>
                  <a:cubicBezTo>
                    <a:pt x="139" y="16"/>
                    <a:pt x="112" y="1"/>
                    <a:pt x="83"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21"/>
            <p:cNvSpPr/>
            <p:nvPr/>
          </p:nvSpPr>
          <p:spPr>
            <a:xfrm>
              <a:off x="997979" y="2008832"/>
              <a:ext cx="46387" cy="21717"/>
            </a:xfrm>
            <a:custGeom>
              <a:rect b="b" l="l" r="r" t="t"/>
              <a:pathLst>
                <a:path extrusionOk="0" h="427" w="912">
                  <a:moveTo>
                    <a:pt x="807" y="0"/>
                  </a:moveTo>
                  <a:cubicBezTo>
                    <a:pt x="798" y="0"/>
                    <a:pt x="789" y="1"/>
                    <a:pt x="780" y="4"/>
                  </a:cubicBezTo>
                  <a:lnTo>
                    <a:pt x="93" y="241"/>
                  </a:lnTo>
                  <a:cubicBezTo>
                    <a:pt x="1" y="268"/>
                    <a:pt x="14" y="400"/>
                    <a:pt x="106" y="426"/>
                  </a:cubicBezTo>
                  <a:lnTo>
                    <a:pt x="106" y="413"/>
                  </a:lnTo>
                  <a:cubicBezTo>
                    <a:pt x="113" y="420"/>
                    <a:pt x="120" y="423"/>
                    <a:pt x="128" y="423"/>
                  </a:cubicBezTo>
                  <a:cubicBezTo>
                    <a:pt x="136" y="423"/>
                    <a:pt x="146" y="420"/>
                    <a:pt x="159" y="413"/>
                  </a:cubicBezTo>
                  <a:lnTo>
                    <a:pt x="833" y="189"/>
                  </a:lnTo>
                  <a:cubicBezTo>
                    <a:pt x="886" y="162"/>
                    <a:pt x="912" y="109"/>
                    <a:pt x="899" y="70"/>
                  </a:cubicBezTo>
                  <a:cubicBezTo>
                    <a:pt x="888" y="26"/>
                    <a:pt x="850" y="0"/>
                    <a:pt x="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21"/>
            <p:cNvSpPr/>
            <p:nvPr/>
          </p:nvSpPr>
          <p:spPr>
            <a:xfrm>
              <a:off x="1141717" y="1221316"/>
              <a:ext cx="251973" cy="203389"/>
            </a:xfrm>
            <a:custGeom>
              <a:rect b="b" l="l" r="r" t="t"/>
              <a:pathLst>
                <a:path extrusionOk="0" h="3999" w="4954">
                  <a:moveTo>
                    <a:pt x="2832" y="0"/>
                  </a:moveTo>
                  <a:cubicBezTo>
                    <a:pt x="2499" y="0"/>
                    <a:pt x="2150" y="34"/>
                    <a:pt x="1797" y="102"/>
                  </a:cubicBezTo>
                  <a:cubicBezTo>
                    <a:pt x="1" y="445"/>
                    <a:pt x="239" y="2347"/>
                    <a:pt x="239" y="2347"/>
                  </a:cubicBezTo>
                  <a:lnTo>
                    <a:pt x="291" y="3391"/>
                  </a:lnTo>
                  <a:cubicBezTo>
                    <a:pt x="503" y="3509"/>
                    <a:pt x="674" y="3707"/>
                    <a:pt x="767" y="3932"/>
                  </a:cubicBezTo>
                  <a:lnTo>
                    <a:pt x="1229" y="3998"/>
                  </a:lnTo>
                  <a:cubicBezTo>
                    <a:pt x="1269" y="3549"/>
                    <a:pt x="1229" y="3087"/>
                    <a:pt x="1137" y="2651"/>
                  </a:cubicBezTo>
                  <a:cubicBezTo>
                    <a:pt x="965" y="2070"/>
                    <a:pt x="1718" y="2004"/>
                    <a:pt x="1493" y="1251"/>
                  </a:cubicBezTo>
                  <a:cubicBezTo>
                    <a:pt x="1763" y="1001"/>
                    <a:pt x="2110" y="863"/>
                    <a:pt x="2462" y="863"/>
                  </a:cubicBezTo>
                  <a:cubicBezTo>
                    <a:pt x="2593" y="863"/>
                    <a:pt x="2725" y="882"/>
                    <a:pt x="2853" y="921"/>
                  </a:cubicBezTo>
                  <a:cubicBezTo>
                    <a:pt x="3297" y="1059"/>
                    <a:pt x="3756" y="1161"/>
                    <a:pt x="4139" y="1161"/>
                  </a:cubicBezTo>
                  <a:cubicBezTo>
                    <a:pt x="4452" y="1161"/>
                    <a:pt x="4714" y="1093"/>
                    <a:pt x="4874" y="921"/>
                  </a:cubicBezTo>
                  <a:cubicBezTo>
                    <a:pt x="4914" y="868"/>
                    <a:pt x="4953" y="815"/>
                    <a:pt x="4953" y="749"/>
                  </a:cubicBezTo>
                  <a:cubicBezTo>
                    <a:pt x="4510" y="248"/>
                    <a:pt x="3729" y="0"/>
                    <a:pt x="28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121"/>
          <p:cNvGrpSpPr/>
          <p:nvPr/>
        </p:nvGrpSpPr>
        <p:grpSpPr>
          <a:xfrm rot="-120523">
            <a:off x="1414970" y="4124248"/>
            <a:ext cx="881143" cy="715823"/>
            <a:chOff x="7760931" y="2997007"/>
            <a:chExt cx="1235411" cy="1003624"/>
          </a:xfrm>
        </p:grpSpPr>
        <p:sp>
          <p:nvSpPr>
            <p:cNvPr id="10114" name="Google Shape;10114;p121"/>
            <p:cNvSpPr/>
            <p:nvPr/>
          </p:nvSpPr>
          <p:spPr>
            <a:xfrm>
              <a:off x="7765913" y="3161537"/>
              <a:ext cx="1230429" cy="839093"/>
            </a:xfrm>
            <a:custGeom>
              <a:rect b="b" l="l" r="r" t="t"/>
              <a:pathLst>
                <a:path extrusionOk="0" h="6737" w="9879">
                  <a:moveTo>
                    <a:pt x="8703" y="1"/>
                  </a:moveTo>
                  <a:lnTo>
                    <a:pt x="1585" y="106"/>
                  </a:lnTo>
                  <a:cubicBezTo>
                    <a:pt x="1577" y="106"/>
                    <a:pt x="1569" y="106"/>
                    <a:pt x="1560" y="106"/>
                  </a:cubicBezTo>
                  <a:cubicBezTo>
                    <a:pt x="1004" y="106"/>
                    <a:pt x="555" y="550"/>
                    <a:pt x="542" y="1110"/>
                  </a:cubicBezTo>
                  <a:lnTo>
                    <a:pt x="13" y="5178"/>
                  </a:lnTo>
                  <a:cubicBezTo>
                    <a:pt x="0" y="5746"/>
                    <a:pt x="819" y="6512"/>
                    <a:pt x="1400" y="6525"/>
                  </a:cubicBezTo>
                  <a:lnTo>
                    <a:pt x="8664" y="6736"/>
                  </a:lnTo>
                  <a:cubicBezTo>
                    <a:pt x="8672" y="6736"/>
                    <a:pt x="8680" y="6736"/>
                    <a:pt x="8688" y="6736"/>
                  </a:cubicBezTo>
                  <a:cubicBezTo>
                    <a:pt x="9245" y="6736"/>
                    <a:pt x="9707" y="6292"/>
                    <a:pt x="9720" y="5732"/>
                  </a:cubicBezTo>
                  <a:lnTo>
                    <a:pt x="9865" y="1374"/>
                  </a:lnTo>
                  <a:cubicBezTo>
                    <a:pt x="9879" y="806"/>
                    <a:pt x="9271" y="14"/>
                    <a:pt x="8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21"/>
            <p:cNvSpPr/>
            <p:nvPr/>
          </p:nvSpPr>
          <p:spPr>
            <a:xfrm>
              <a:off x="7760931" y="3125418"/>
              <a:ext cx="1184471" cy="825891"/>
            </a:xfrm>
            <a:custGeom>
              <a:rect b="b" l="l" r="r" t="t"/>
              <a:pathLst>
                <a:path extrusionOk="0" h="6631" w="9510">
                  <a:moveTo>
                    <a:pt x="1191" y="0"/>
                  </a:moveTo>
                  <a:cubicBezTo>
                    <a:pt x="634" y="0"/>
                    <a:pt x="185" y="444"/>
                    <a:pt x="172" y="1004"/>
                  </a:cubicBezTo>
                  <a:lnTo>
                    <a:pt x="14" y="5362"/>
                  </a:lnTo>
                  <a:cubicBezTo>
                    <a:pt x="0" y="5930"/>
                    <a:pt x="449" y="6392"/>
                    <a:pt x="1031" y="6405"/>
                  </a:cubicBezTo>
                  <a:lnTo>
                    <a:pt x="8294" y="6630"/>
                  </a:lnTo>
                  <a:cubicBezTo>
                    <a:pt x="8302" y="6630"/>
                    <a:pt x="8310" y="6630"/>
                    <a:pt x="8319" y="6630"/>
                  </a:cubicBezTo>
                  <a:cubicBezTo>
                    <a:pt x="8875" y="6630"/>
                    <a:pt x="9324" y="6186"/>
                    <a:pt x="9337" y="5626"/>
                  </a:cubicBezTo>
                  <a:lnTo>
                    <a:pt x="9496" y="1268"/>
                  </a:lnTo>
                  <a:cubicBezTo>
                    <a:pt x="9509" y="700"/>
                    <a:pt x="9060" y="225"/>
                    <a:pt x="8479" y="212"/>
                  </a:cubicBezTo>
                  <a:lnTo>
                    <a:pt x="1215" y="0"/>
                  </a:lnTo>
                  <a:cubicBezTo>
                    <a:pt x="1207" y="0"/>
                    <a:pt x="1199"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21"/>
            <p:cNvSpPr/>
            <p:nvPr/>
          </p:nvSpPr>
          <p:spPr>
            <a:xfrm>
              <a:off x="7775753" y="3125418"/>
              <a:ext cx="1169649" cy="516758"/>
            </a:xfrm>
            <a:custGeom>
              <a:rect b="b" l="l" r="r" t="t"/>
              <a:pathLst>
                <a:path extrusionOk="0" h="4149" w="9391">
                  <a:moveTo>
                    <a:pt x="1090" y="0"/>
                  </a:moveTo>
                  <a:cubicBezTo>
                    <a:pt x="530" y="0"/>
                    <a:pt x="53" y="550"/>
                    <a:pt x="40" y="1255"/>
                  </a:cubicBezTo>
                  <a:lnTo>
                    <a:pt x="14" y="2615"/>
                  </a:lnTo>
                  <a:cubicBezTo>
                    <a:pt x="0" y="3328"/>
                    <a:pt x="436" y="3909"/>
                    <a:pt x="1017" y="3923"/>
                  </a:cubicBezTo>
                  <a:lnTo>
                    <a:pt x="8281" y="4147"/>
                  </a:lnTo>
                  <a:cubicBezTo>
                    <a:pt x="8294" y="4148"/>
                    <a:pt x="8306" y="4148"/>
                    <a:pt x="8319" y="4148"/>
                  </a:cubicBezTo>
                  <a:cubicBezTo>
                    <a:pt x="8870" y="4148"/>
                    <a:pt x="9324" y="3590"/>
                    <a:pt x="9337" y="2893"/>
                  </a:cubicBezTo>
                  <a:lnTo>
                    <a:pt x="9364" y="1532"/>
                  </a:lnTo>
                  <a:cubicBezTo>
                    <a:pt x="9390" y="819"/>
                    <a:pt x="8941" y="238"/>
                    <a:pt x="8373" y="225"/>
                  </a:cubicBezTo>
                  <a:lnTo>
                    <a:pt x="1110" y="0"/>
                  </a:lnTo>
                  <a:cubicBezTo>
                    <a:pt x="1103" y="0"/>
                    <a:pt x="1096" y="0"/>
                    <a:pt x="1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21"/>
            <p:cNvSpPr/>
            <p:nvPr/>
          </p:nvSpPr>
          <p:spPr>
            <a:xfrm>
              <a:off x="8201714" y="2997007"/>
              <a:ext cx="350484" cy="176238"/>
            </a:xfrm>
            <a:custGeom>
              <a:rect b="b" l="l" r="r" t="t"/>
              <a:pathLst>
                <a:path extrusionOk="0" h="1415" w="2814">
                  <a:moveTo>
                    <a:pt x="1403" y="1"/>
                  </a:moveTo>
                  <a:cubicBezTo>
                    <a:pt x="635" y="1"/>
                    <a:pt x="14" y="617"/>
                    <a:pt x="1" y="1388"/>
                  </a:cubicBezTo>
                  <a:lnTo>
                    <a:pt x="582" y="1414"/>
                  </a:lnTo>
                  <a:cubicBezTo>
                    <a:pt x="569" y="960"/>
                    <a:pt x="939" y="582"/>
                    <a:pt x="1391" y="582"/>
                  </a:cubicBezTo>
                  <a:cubicBezTo>
                    <a:pt x="1398" y="582"/>
                    <a:pt x="1406" y="582"/>
                    <a:pt x="1414" y="582"/>
                  </a:cubicBezTo>
                  <a:cubicBezTo>
                    <a:pt x="1876" y="582"/>
                    <a:pt x="2246" y="965"/>
                    <a:pt x="2246" y="1414"/>
                  </a:cubicBezTo>
                  <a:lnTo>
                    <a:pt x="2814" y="1414"/>
                  </a:lnTo>
                  <a:cubicBezTo>
                    <a:pt x="2814" y="648"/>
                    <a:pt x="2193" y="14"/>
                    <a:pt x="1427" y="1"/>
                  </a:cubicBezTo>
                  <a:cubicBezTo>
                    <a:pt x="1419" y="1"/>
                    <a:pt x="1411" y="1"/>
                    <a:pt x="1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21"/>
            <p:cNvSpPr/>
            <p:nvPr/>
          </p:nvSpPr>
          <p:spPr>
            <a:xfrm>
              <a:off x="8226375" y="3319218"/>
              <a:ext cx="309382" cy="120440"/>
            </a:xfrm>
            <a:custGeom>
              <a:rect b="b" l="l" r="r" t="t"/>
              <a:pathLst>
                <a:path extrusionOk="0" h="967" w="2484">
                  <a:moveTo>
                    <a:pt x="288" y="1"/>
                  </a:moveTo>
                  <a:cubicBezTo>
                    <a:pt x="136" y="1"/>
                    <a:pt x="14" y="64"/>
                    <a:pt x="14" y="161"/>
                  </a:cubicBezTo>
                  <a:lnTo>
                    <a:pt x="1" y="716"/>
                  </a:lnTo>
                  <a:cubicBezTo>
                    <a:pt x="1" y="821"/>
                    <a:pt x="133" y="901"/>
                    <a:pt x="305" y="901"/>
                  </a:cubicBezTo>
                  <a:lnTo>
                    <a:pt x="2154" y="967"/>
                  </a:lnTo>
                  <a:cubicBezTo>
                    <a:pt x="2325" y="967"/>
                    <a:pt x="2457" y="888"/>
                    <a:pt x="2471" y="795"/>
                  </a:cubicBezTo>
                  <a:lnTo>
                    <a:pt x="2484" y="240"/>
                  </a:lnTo>
                  <a:cubicBezTo>
                    <a:pt x="2484" y="148"/>
                    <a:pt x="2352" y="55"/>
                    <a:pt x="2180" y="55"/>
                  </a:cubicBezTo>
                  <a:lnTo>
                    <a:pt x="331" y="3"/>
                  </a:lnTo>
                  <a:cubicBezTo>
                    <a:pt x="316" y="2"/>
                    <a:pt x="30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21"/>
            <p:cNvSpPr/>
            <p:nvPr/>
          </p:nvSpPr>
          <p:spPr>
            <a:xfrm>
              <a:off x="7936921" y="3122055"/>
              <a:ext cx="90548" cy="635080"/>
            </a:xfrm>
            <a:custGeom>
              <a:rect b="b" l="l" r="r" t="t"/>
              <a:pathLst>
                <a:path extrusionOk="0" h="5099" w="727">
                  <a:moveTo>
                    <a:pt x="384" y="1"/>
                  </a:moveTo>
                  <a:cubicBezTo>
                    <a:pt x="251" y="1"/>
                    <a:pt x="146" y="107"/>
                    <a:pt x="146" y="239"/>
                  </a:cubicBezTo>
                  <a:lnTo>
                    <a:pt x="14" y="4861"/>
                  </a:lnTo>
                  <a:cubicBezTo>
                    <a:pt x="1" y="4980"/>
                    <a:pt x="106" y="5085"/>
                    <a:pt x="238" y="5099"/>
                  </a:cubicBezTo>
                  <a:lnTo>
                    <a:pt x="357" y="5099"/>
                  </a:lnTo>
                  <a:cubicBezTo>
                    <a:pt x="476" y="5099"/>
                    <a:pt x="582" y="4993"/>
                    <a:pt x="595" y="4861"/>
                  </a:cubicBezTo>
                  <a:lnTo>
                    <a:pt x="714" y="239"/>
                  </a:lnTo>
                  <a:cubicBezTo>
                    <a:pt x="727" y="120"/>
                    <a:pt x="621" y="14"/>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21"/>
            <p:cNvSpPr/>
            <p:nvPr/>
          </p:nvSpPr>
          <p:spPr>
            <a:xfrm>
              <a:off x="8739645" y="3143477"/>
              <a:ext cx="88929" cy="633586"/>
            </a:xfrm>
            <a:custGeom>
              <a:rect b="b" l="l" r="r" t="t"/>
              <a:pathLst>
                <a:path extrusionOk="0" h="5087" w="714">
                  <a:moveTo>
                    <a:pt x="370" y="1"/>
                  </a:moveTo>
                  <a:cubicBezTo>
                    <a:pt x="238" y="1"/>
                    <a:pt x="132" y="93"/>
                    <a:pt x="132" y="225"/>
                  </a:cubicBezTo>
                  <a:lnTo>
                    <a:pt x="0" y="4847"/>
                  </a:lnTo>
                  <a:cubicBezTo>
                    <a:pt x="0" y="4979"/>
                    <a:pt x="93" y="5085"/>
                    <a:pt x="225" y="5085"/>
                  </a:cubicBezTo>
                  <a:lnTo>
                    <a:pt x="344" y="5085"/>
                  </a:lnTo>
                  <a:cubicBezTo>
                    <a:pt x="351" y="5086"/>
                    <a:pt x="359" y="5086"/>
                    <a:pt x="366" y="5086"/>
                  </a:cubicBezTo>
                  <a:cubicBezTo>
                    <a:pt x="487" y="5086"/>
                    <a:pt x="581" y="4985"/>
                    <a:pt x="581" y="4861"/>
                  </a:cubicBezTo>
                  <a:lnTo>
                    <a:pt x="714" y="238"/>
                  </a:lnTo>
                  <a:cubicBezTo>
                    <a:pt x="714" y="106"/>
                    <a:pt x="621"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21"/>
            <p:cNvSpPr/>
            <p:nvPr/>
          </p:nvSpPr>
          <p:spPr>
            <a:xfrm>
              <a:off x="7920480" y="3608796"/>
              <a:ext cx="123429" cy="39731"/>
            </a:xfrm>
            <a:custGeom>
              <a:rect b="b" l="l" r="r" t="t"/>
              <a:pathLst>
                <a:path extrusionOk="0" h="319" w="991">
                  <a:moveTo>
                    <a:pt x="141" y="1"/>
                  </a:moveTo>
                  <a:cubicBezTo>
                    <a:pt x="68" y="1"/>
                    <a:pt x="0" y="74"/>
                    <a:pt x="0" y="147"/>
                  </a:cubicBezTo>
                  <a:cubicBezTo>
                    <a:pt x="0" y="227"/>
                    <a:pt x="67" y="306"/>
                    <a:pt x="159" y="306"/>
                  </a:cubicBezTo>
                  <a:lnTo>
                    <a:pt x="833" y="319"/>
                  </a:lnTo>
                  <a:cubicBezTo>
                    <a:pt x="925" y="319"/>
                    <a:pt x="991" y="253"/>
                    <a:pt x="991" y="160"/>
                  </a:cubicBezTo>
                  <a:cubicBezTo>
                    <a:pt x="991" y="81"/>
                    <a:pt x="925" y="15"/>
                    <a:pt x="846" y="15"/>
                  </a:cubicBezTo>
                  <a:lnTo>
                    <a:pt x="159" y="2"/>
                  </a:lnTo>
                  <a:cubicBezTo>
                    <a:pt x="153" y="1"/>
                    <a:pt x="147"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21"/>
            <p:cNvSpPr/>
            <p:nvPr/>
          </p:nvSpPr>
          <p:spPr>
            <a:xfrm>
              <a:off x="8714984" y="3640183"/>
              <a:ext cx="123429" cy="39607"/>
            </a:xfrm>
            <a:custGeom>
              <a:rect b="b" l="l" r="r" t="t"/>
              <a:pathLst>
                <a:path extrusionOk="0" h="318" w="991">
                  <a:moveTo>
                    <a:pt x="159" y="1"/>
                  </a:moveTo>
                  <a:cubicBezTo>
                    <a:pt x="66" y="1"/>
                    <a:pt x="0" y="67"/>
                    <a:pt x="0" y="146"/>
                  </a:cubicBezTo>
                  <a:cubicBezTo>
                    <a:pt x="0" y="225"/>
                    <a:pt x="66" y="305"/>
                    <a:pt x="146" y="305"/>
                  </a:cubicBezTo>
                  <a:lnTo>
                    <a:pt x="832" y="318"/>
                  </a:lnTo>
                  <a:cubicBezTo>
                    <a:pt x="925" y="318"/>
                    <a:pt x="991" y="252"/>
                    <a:pt x="991" y="173"/>
                  </a:cubicBezTo>
                  <a:cubicBezTo>
                    <a:pt x="991" y="80"/>
                    <a:pt x="925" y="14"/>
                    <a:pt x="845" y="14"/>
                  </a:cubicBezTo>
                  <a:lnTo>
                    <a:pt x="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21"/>
            <p:cNvSpPr/>
            <p:nvPr/>
          </p:nvSpPr>
          <p:spPr>
            <a:xfrm>
              <a:off x="8303720" y="3556236"/>
              <a:ext cx="174495" cy="146720"/>
            </a:xfrm>
            <a:custGeom>
              <a:rect b="b" l="l" r="r" t="t"/>
              <a:pathLst>
                <a:path extrusionOk="0" h="1178" w="1401">
                  <a:moveTo>
                    <a:pt x="412" y="1"/>
                  </a:moveTo>
                  <a:cubicBezTo>
                    <a:pt x="199" y="1"/>
                    <a:pt x="27" y="168"/>
                    <a:pt x="14" y="371"/>
                  </a:cubicBezTo>
                  <a:lnTo>
                    <a:pt x="1" y="741"/>
                  </a:lnTo>
                  <a:cubicBezTo>
                    <a:pt x="1" y="952"/>
                    <a:pt x="159" y="1137"/>
                    <a:pt x="384" y="1150"/>
                  </a:cubicBezTo>
                  <a:lnTo>
                    <a:pt x="965" y="1177"/>
                  </a:lnTo>
                  <a:cubicBezTo>
                    <a:pt x="972" y="1177"/>
                    <a:pt x="980" y="1177"/>
                    <a:pt x="988" y="1177"/>
                  </a:cubicBezTo>
                  <a:cubicBezTo>
                    <a:pt x="1189" y="1177"/>
                    <a:pt x="1361" y="1010"/>
                    <a:pt x="1374" y="794"/>
                  </a:cubicBezTo>
                  <a:lnTo>
                    <a:pt x="1387" y="424"/>
                  </a:lnTo>
                  <a:cubicBezTo>
                    <a:pt x="1401" y="213"/>
                    <a:pt x="1229" y="28"/>
                    <a:pt x="1004" y="15"/>
                  </a:cubicBezTo>
                  <a:lnTo>
                    <a:pt x="436" y="1"/>
                  </a:lnTo>
                  <a:cubicBezTo>
                    <a:pt x="428" y="1"/>
                    <a:pt x="420" y="1"/>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0013"/>
                                        </p:tgtEl>
                                        <p:attrNameLst>
                                          <p:attrName>style.visibility</p:attrName>
                                        </p:attrNameLst>
                                      </p:cBhvr>
                                      <p:to>
                                        <p:strVal val="visible"/>
                                      </p:to>
                                    </p:set>
                                    <p:animEffect filter="fade" transition="in">
                                      <p:cBhvr>
                                        <p:cTn dur="1000"/>
                                        <p:tgtEl>
                                          <p:spTgt spid="1001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0004"/>
                                        </p:tgtEl>
                                        <p:attrNameLst>
                                          <p:attrName>style.visibility</p:attrName>
                                        </p:attrNameLst>
                                      </p:cBhvr>
                                      <p:to>
                                        <p:strVal val="visible"/>
                                      </p:to>
                                    </p:set>
                                    <p:animEffect filter="fade" transition="in">
                                      <p:cBhvr>
                                        <p:cTn dur="1000"/>
                                        <p:tgtEl>
                                          <p:spTgt spid="1000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0019"/>
                                        </p:tgtEl>
                                        <p:attrNameLst>
                                          <p:attrName>style.visibility</p:attrName>
                                        </p:attrNameLst>
                                      </p:cBhvr>
                                      <p:to>
                                        <p:strVal val="visible"/>
                                      </p:to>
                                    </p:set>
                                    <p:animEffect filter="fade" transition="in">
                                      <p:cBhvr>
                                        <p:cTn dur="1000"/>
                                        <p:tgtEl>
                                          <p:spTgt spid="100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7" name="Shape 10127"/>
        <p:cNvGrpSpPr/>
        <p:nvPr/>
      </p:nvGrpSpPr>
      <p:grpSpPr>
        <a:xfrm>
          <a:off x="0" y="0"/>
          <a:ext cx="0" cy="0"/>
          <a:chOff x="0" y="0"/>
          <a:chExt cx="0" cy="0"/>
        </a:xfrm>
      </p:grpSpPr>
      <p:grpSp>
        <p:nvGrpSpPr>
          <p:cNvPr id="10128" name="Google Shape;10128;p122"/>
          <p:cNvGrpSpPr/>
          <p:nvPr/>
        </p:nvGrpSpPr>
        <p:grpSpPr>
          <a:xfrm>
            <a:off x="2436187" y="763293"/>
            <a:ext cx="3936839" cy="2460939"/>
            <a:chOff x="744758" y="1270511"/>
            <a:chExt cx="2284742" cy="1371226"/>
          </a:xfrm>
        </p:grpSpPr>
        <p:sp>
          <p:nvSpPr>
            <p:cNvPr id="10129" name="Google Shape;10129;p122"/>
            <p:cNvSpPr/>
            <p:nvPr/>
          </p:nvSpPr>
          <p:spPr>
            <a:xfrm>
              <a:off x="791775" y="2528338"/>
              <a:ext cx="2192996" cy="113399"/>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0" name="Google Shape;10130;p122"/>
            <p:cNvGrpSpPr/>
            <p:nvPr/>
          </p:nvGrpSpPr>
          <p:grpSpPr>
            <a:xfrm>
              <a:off x="744758" y="1270511"/>
              <a:ext cx="2284742" cy="1286364"/>
              <a:chOff x="744683" y="1534186"/>
              <a:chExt cx="2284742" cy="1286364"/>
            </a:xfrm>
          </p:grpSpPr>
          <p:grpSp>
            <p:nvGrpSpPr>
              <p:cNvPr id="10131" name="Google Shape;10131;p122"/>
              <p:cNvGrpSpPr/>
              <p:nvPr/>
            </p:nvGrpSpPr>
            <p:grpSpPr>
              <a:xfrm>
                <a:off x="744683" y="1534186"/>
                <a:ext cx="2238168" cy="1286364"/>
                <a:chOff x="744683" y="1534186"/>
                <a:chExt cx="2238168" cy="1286364"/>
              </a:xfrm>
            </p:grpSpPr>
            <p:sp>
              <p:nvSpPr>
                <p:cNvPr id="10132" name="Google Shape;10132;p122"/>
                <p:cNvSpPr/>
                <p:nvPr/>
              </p:nvSpPr>
              <p:spPr>
                <a:xfrm>
                  <a:off x="790151" y="1590850"/>
                  <a:ext cx="2192700" cy="1229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22"/>
                <p:cNvSpPr/>
                <p:nvPr/>
              </p:nvSpPr>
              <p:spPr>
                <a:xfrm rot="8012701">
                  <a:off x="725498" y="1608361"/>
                  <a:ext cx="225569" cy="4095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4" name="Google Shape;10134;p122"/>
              <p:cNvSpPr/>
              <p:nvPr/>
            </p:nvSpPr>
            <p:spPr>
              <a:xfrm rot="1595940">
                <a:off x="2804590" y="1608790"/>
                <a:ext cx="226469" cy="40234"/>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35" name="Google Shape;10135;p122"/>
          <p:cNvSpPr/>
          <p:nvPr/>
        </p:nvSpPr>
        <p:spPr>
          <a:xfrm>
            <a:off x="2905475" y="2124100"/>
            <a:ext cx="3159300" cy="537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22"/>
          <p:cNvSpPr txBox="1"/>
          <p:nvPr>
            <p:ph type="title"/>
          </p:nvPr>
        </p:nvSpPr>
        <p:spPr>
          <a:xfrm>
            <a:off x="2981938" y="2160261"/>
            <a:ext cx="2843400" cy="46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Contact</a:t>
            </a:r>
            <a:endParaRPr/>
          </a:p>
        </p:txBody>
      </p:sp>
      <p:sp>
        <p:nvSpPr>
          <p:cNvPr id="10137" name="Google Shape;10137;p122"/>
          <p:cNvSpPr txBox="1"/>
          <p:nvPr>
            <p:ph idx="2" type="title"/>
          </p:nvPr>
        </p:nvSpPr>
        <p:spPr>
          <a:xfrm>
            <a:off x="2981938" y="1226625"/>
            <a:ext cx="2843400" cy="69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10138" name="Google Shape;10138;p122"/>
          <p:cNvSpPr txBox="1"/>
          <p:nvPr>
            <p:ph idx="1" type="subTitle"/>
          </p:nvPr>
        </p:nvSpPr>
        <p:spPr>
          <a:xfrm>
            <a:off x="2982038" y="3341125"/>
            <a:ext cx="2843400" cy="50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0139" name="Google Shape;10139;p122"/>
          <p:cNvGrpSpPr/>
          <p:nvPr/>
        </p:nvGrpSpPr>
        <p:grpSpPr>
          <a:xfrm>
            <a:off x="646574" y="2178573"/>
            <a:ext cx="1025369" cy="2546535"/>
            <a:chOff x="7280950" y="1859275"/>
            <a:chExt cx="1123200" cy="2789500"/>
          </a:xfrm>
        </p:grpSpPr>
        <p:sp>
          <p:nvSpPr>
            <p:cNvPr id="10140" name="Google Shape;10140;p122"/>
            <p:cNvSpPr/>
            <p:nvPr/>
          </p:nvSpPr>
          <p:spPr>
            <a:xfrm>
              <a:off x="7426500" y="4427250"/>
              <a:ext cx="793050" cy="221525"/>
            </a:xfrm>
            <a:custGeom>
              <a:rect b="b" l="l" r="r" t="t"/>
              <a:pathLst>
                <a:path extrusionOk="0" h="8861" w="31722">
                  <a:moveTo>
                    <a:pt x="15875" y="0"/>
                  </a:moveTo>
                  <a:cubicBezTo>
                    <a:pt x="7100" y="0"/>
                    <a:pt x="0" y="1988"/>
                    <a:pt x="0" y="4431"/>
                  </a:cubicBezTo>
                  <a:cubicBezTo>
                    <a:pt x="0" y="6873"/>
                    <a:pt x="7100" y="8861"/>
                    <a:pt x="15875" y="8861"/>
                  </a:cubicBezTo>
                  <a:cubicBezTo>
                    <a:pt x="24622" y="8861"/>
                    <a:pt x="31722" y="6873"/>
                    <a:pt x="31722" y="4431"/>
                  </a:cubicBezTo>
                  <a:cubicBezTo>
                    <a:pt x="31722" y="1988"/>
                    <a:pt x="24622" y="0"/>
                    <a:pt x="15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22"/>
            <p:cNvSpPr/>
            <p:nvPr/>
          </p:nvSpPr>
          <p:spPr>
            <a:xfrm>
              <a:off x="7448500" y="3988375"/>
              <a:ext cx="719225" cy="576900"/>
            </a:xfrm>
            <a:custGeom>
              <a:rect b="b" l="l" r="r" t="t"/>
              <a:pathLst>
                <a:path extrusionOk="0" h="23076" w="28769">
                  <a:moveTo>
                    <a:pt x="401" y="1"/>
                  </a:moveTo>
                  <a:cubicBezTo>
                    <a:pt x="382" y="1"/>
                    <a:pt x="362" y="2"/>
                    <a:pt x="341" y="5"/>
                  </a:cubicBezTo>
                  <a:cubicBezTo>
                    <a:pt x="114" y="62"/>
                    <a:pt x="1" y="260"/>
                    <a:pt x="57" y="544"/>
                  </a:cubicBezTo>
                  <a:cubicBezTo>
                    <a:pt x="86" y="885"/>
                    <a:pt x="143" y="1254"/>
                    <a:pt x="228" y="1595"/>
                  </a:cubicBezTo>
                  <a:cubicBezTo>
                    <a:pt x="512" y="2703"/>
                    <a:pt x="796" y="3810"/>
                    <a:pt x="1080" y="4946"/>
                  </a:cubicBezTo>
                  <a:cubicBezTo>
                    <a:pt x="2358" y="9944"/>
                    <a:pt x="3664" y="14943"/>
                    <a:pt x="4942" y="19941"/>
                  </a:cubicBezTo>
                  <a:cubicBezTo>
                    <a:pt x="4999" y="20140"/>
                    <a:pt x="5084" y="20310"/>
                    <a:pt x="5141" y="20480"/>
                  </a:cubicBezTo>
                  <a:cubicBezTo>
                    <a:pt x="5226" y="20764"/>
                    <a:pt x="5396" y="20963"/>
                    <a:pt x="5652" y="21105"/>
                  </a:cubicBezTo>
                  <a:cubicBezTo>
                    <a:pt x="6050" y="21332"/>
                    <a:pt x="6476" y="21531"/>
                    <a:pt x="6930" y="21645"/>
                  </a:cubicBezTo>
                  <a:cubicBezTo>
                    <a:pt x="9563" y="22486"/>
                    <a:pt x="12223" y="23068"/>
                    <a:pt x="14834" y="23068"/>
                  </a:cubicBezTo>
                  <a:cubicBezTo>
                    <a:pt x="14954" y="23068"/>
                    <a:pt x="15074" y="23067"/>
                    <a:pt x="15194" y="23065"/>
                  </a:cubicBezTo>
                  <a:cubicBezTo>
                    <a:pt x="15420" y="23072"/>
                    <a:pt x="15645" y="23075"/>
                    <a:pt x="15870" y="23075"/>
                  </a:cubicBezTo>
                  <a:cubicBezTo>
                    <a:pt x="17462" y="23075"/>
                    <a:pt x="19048" y="22898"/>
                    <a:pt x="20590" y="22525"/>
                  </a:cubicBezTo>
                  <a:cubicBezTo>
                    <a:pt x="21726" y="22241"/>
                    <a:pt x="22833" y="21787"/>
                    <a:pt x="23827" y="21190"/>
                  </a:cubicBezTo>
                  <a:cubicBezTo>
                    <a:pt x="24395" y="20821"/>
                    <a:pt x="24850" y="20367"/>
                    <a:pt x="24907" y="19628"/>
                  </a:cubicBezTo>
                  <a:cubicBezTo>
                    <a:pt x="24907" y="19572"/>
                    <a:pt x="24907" y="19515"/>
                    <a:pt x="24935" y="19458"/>
                  </a:cubicBezTo>
                  <a:cubicBezTo>
                    <a:pt x="25730" y="15624"/>
                    <a:pt x="26525" y="11762"/>
                    <a:pt x="27349" y="7900"/>
                  </a:cubicBezTo>
                  <a:cubicBezTo>
                    <a:pt x="27803" y="5741"/>
                    <a:pt x="28258" y="3555"/>
                    <a:pt x="28684" y="1368"/>
                  </a:cubicBezTo>
                  <a:cubicBezTo>
                    <a:pt x="28740" y="1084"/>
                    <a:pt x="28769" y="772"/>
                    <a:pt x="28740" y="488"/>
                  </a:cubicBezTo>
                  <a:cubicBezTo>
                    <a:pt x="28769" y="346"/>
                    <a:pt x="28655" y="204"/>
                    <a:pt x="28513" y="204"/>
                  </a:cubicBezTo>
                  <a:cubicBezTo>
                    <a:pt x="28494" y="199"/>
                    <a:pt x="28474" y="196"/>
                    <a:pt x="28455" y="196"/>
                  </a:cubicBezTo>
                  <a:cubicBezTo>
                    <a:pt x="28362" y="196"/>
                    <a:pt x="28276" y="252"/>
                    <a:pt x="28229" y="346"/>
                  </a:cubicBezTo>
                  <a:cubicBezTo>
                    <a:pt x="28030" y="715"/>
                    <a:pt x="27661" y="970"/>
                    <a:pt x="27235" y="970"/>
                  </a:cubicBezTo>
                  <a:cubicBezTo>
                    <a:pt x="27036" y="999"/>
                    <a:pt x="26866" y="1056"/>
                    <a:pt x="26696" y="1141"/>
                  </a:cubicBezTo>
                  <a:cubicBezTo>
                    <a:pt x="25333" y="1595"/>
                    <a:pt x="23941" y="1879"/>
                    <a:pt x="22521" y="1993"/>
                  </a:cubicBezTo>
                  <a:cubicBezTo>
                    <a:pt x="21328" y="2106"/>
                    <a:pt x="20164" y="2248"/>
                    <a:pt x="18943" y="2362"/>
                  </a:cubicBezTo>
                  <a:cubicBezTo>
                    <a:pt x="17693" y="2504"/>
                    <a:pt x="16472" y="2646"/>
                    <a:pt x="15251" y="2646"/>
                  </a:cubicBezTo>
                  <a:lnTo>
                    <a:pt x="12695" y="2646"/>
                  </a:lnTo>
                  <a:cubicBezTo>
                    <a:pt x="11502" y="2646"/>
                    <a:pt x="10309" y="2532"/>
                    <a:pt x="9117" y="2334"/>
                  </a:cubicBezTo>
                  <a:cubicBezTo>
                    <a:pt x="8350" y="2248"/>
                    <a:pt x="7612" y="2106"/>
                    <a:pt x="6845" y="1993"/>
                  </a:cubicBezTo>
                  <a:cubicBezTo>
                    <a:pt x="5851" y="1851"/>
                    <a:pt x="4828" y="1709"/>
                    <a:pt x="3835" y="1567"/>
                  </a:cubicBezTo>
                  <a:cubicBezTo>
                    <a:pt x="3636" y="1510"/>
                    <a:pt x="3430" y="1482"/>
                    <a:pt x="3227" y="1482"/>
                  </a:cubicBezTo>
                  <a:cubicBezTo>
                    <a:pt x="3025" y="1482"/>
                    <a:pt x="2826" y="1510"/>
                    <a:pt x="2642" y="1567"/>
                  </a:cubicBezTo>
                  <a:cubicBezTo>
                    <a:pt x="2557" y="1609"/>
                    <a:pt x="2471" y="1631"/>
                    <a:pt x="2390" y="1631"/>
                  </a:cubicBezTo>
                  <a:cubicBezTo>
                    <a:pt x="2308" y="1631"/>
                    <a:pt x="2230" y="1609"/>
                    <a:pt x="2159" y="1567"/>
                  </a:cubicBezTo>
                  <a:cubicBezTo>
                    <a:pt x="1903" y="1510"/>
                    <a:pt x="1676" y="1425"/>
                    <a:pt x="1449" y="1340"/>
                  </a:cubicBezTo>
                  <a:cubicBezTo>
                    <a:pt x="1222" y="1283"/>
                    <a:pt x="1051" y="1112"/>
                    <a:pt x="995" y="914"/>
                  </a:cubicBezTo>
                  <a:cubicBezTo>
                    <a:pt x="938" y="686"/>
                    <a:pt x="881" y="488"/>
                    <a:pt x="796" y="289"/>
                  </a:cubicBezTo>
                  <a:cubicBezTo>
                    <a:pt x="719" y="110"/>
                    <a:pt x="574" y="1"/>
                    <a:pt x="4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22"/>
            <p:cNvSpPr/>
            <p:nvPr/>
          </p:nvSpPr>
          <p:spPr>
            <a:xfrm>
              <a:off x="7368975" y="3711475"/>
              <a:ext cx="881125" cy="367325"/>
            </a:xfrm>
            <a:custGeom>
              <a:rect b="b" l="l" r="r" t="t"/>
              <a:pathLst>
                <a:path extrusionOk="0" h="14693" w="35245">
                  <a:moveTo>
                    <a:pt x="15437" y="655"/>
                  </a:moveTo>
                  <a:cubicBezTo>
                    <a:pt x="17070" y="655"/>
                    <a:pt x="18702" y="698"/>
                    <a:pt x="20335" y="772"/>
                  </a:cubicBezTo>
                  <a:cubicBezTo>
                    <a:pt x="22209" y="857"/>
                    <a:pt x="24112" y="999"/>
                    <a:pt x="25986" y="1198"/>
                  </a:cubicBezTo>
                  <a:cubicBezTo>
                    <a:pt x="27548" y="1368"/>
                    <a:pt x="29138" y="1596"/>
                    <a:pt x="30672" y="1908"/>
                  </a:cubicBezTo>
                  <a:cubicBezTo>
                    <a:pt x="31637" y="2078"/>
                    <a:pt x="32546" y="2362"/>
                    <a:pt x="33427" y="2703"/>
                  </a:cubicBezTo>
                  <a:cubicBezTo>
                    <a:pt x="33767" y="2817"/>
                    <a:pt x="34080" y="3016"/>
                    <a:pt x="34335" y="3271"/>
                  </a:cubicBezTo>
                  <a:cubicBezTo>
                    <a:pt x="34449" y="3356"/>
                    <a:pt x="34449" y="3527"/>
                    <a:pt x="34335" y="3640"/>
                  </a:cubicBezTo>
                  <a:cubicBezTo>
                    <a:pt x="34137" y="3811"/>
                    <a:pt x="33909" y="3953"/>
                    <a:pt x="33654" y="4066"/>
                  </a:cubicBezTo>
                  <a:cubicBezTo>
                    <a:pt x="32972" y="4322"/>
                    <a:pt x="32291" y="4521"/>
                    <a:pt x="31609" y="4634"/>
                  </a:cubicBezTo>
                  <a:cubicBezTo>
                    <a:pt x="30246" y="4890"/>
                    <a:pt x="28883" y="5089"/>
                    <a:pt x="27520" y="5202"/>
                  </a:cubicBezTo>
                  <a:cubicBezTo>
                    <a:pt x="24935" y="5401"/>
                    <a:pt x="22294" y="5515"/>
                    <a:pt x="19710" y="5515"/>
                  </a:cubicBezTo>
                  <a:cubicBezTo>
                    <a:pt x="16842" y="5515"/>
                    <a:pt x="14030" y="5373"/>
                    <a:pt x="11219" y="5174"/>
                  </a:cubicBezTo>
                  <a:cubicBezTo>
                    <a:pt x="9429" y="5060"/>
                    <a:pt x="7669" y="4833"/>
                    <a:pt x="5908" y="4521"/>
                  </a:cubicBezTo>
                  <a:cubicBezTo>
                    <a:pt x="4630" y="4294"/>
                    <a:pt x="3352" y="3981"/>
                    <a:pt x="2103" y="3555"/>
                  </a:cubicBezTo>
                  <a:cubicBezTo>
                    <a:pt x="1677" y="3442"/>
                    <a:pt x="1279" y="3214"/>
                    <a:pt x="967" y="2959"/>
                  </a:cubicBezTo>
                  <a:cubicBezTo>
                    <a:pt x="825" y="2845"/>
                    <a:pt x="825" y="2618"/>
                    <a:pt x="967" y="2504"/>
                  </a:cubicBezTo>
                  <a:cubicBezTo>
                    <a:pt x="1194" y="2334"/>
                    <a:pt x="1449" y="2164"/>
                    <a:pt x="1733" y="2078"/>
                  </a:cubicBezTo>
                  <a:cubicBezTo>
                    <a:pt x="2500" y="1794"/>
                    <a:pt x="3295" y="1567"/>
                    <a:pt x="4119" y="1454"/>
                  </a:cubicBezTo>
                  <a:cubicBezTo>
                    <a:pt x="6391" y="1084"/>
                    <a:pt x="8663" y="857"/>
                    <a:pt x="10963" y="772"/>
                  </a:cubicBezTo>
                  <a:cubicBezTo>
                    <a:pt x="12454" y="691"/>
                    <a:pt x="13946" y="655"/>
                    <a:pt x="15437" y="655"/>
                  </a:cubicBezTo>
                  <a:close/>
                  <a:moveTo>
                    <a:pt x="15256" y="0"/>
                  </a:moveTo>
                  <a:cubicBezTo>
                    <a:pt x="11962" y="0"/>
                    <a:pt x="8661" y="191"/>
                    <a:pt x="5397" y="602"/>
                  </a:cubicBezTo>
                  <a:cubicBezTo>
                    <a:pt x="4147" y="744"/>
                    <a:pt x="2954" y="999"/>
                    <a:pt x="1790" y="1397"/>
                  </a:cubicBezTo>
                  <a:cubicBezTo>
                    <a:pt x="1393" y="1510"/>
                    <a:pt x="1023" y="1681"/>
                    <a:pt x="683" y="1908"/>
                  </a:cubicBezTo>
                  <a:cubicBezTo>
                    <a:pt x="228" y="2220"/>
                    <a:pt x="1" y="2788"/>
                    <a:pt x="115" y="3328"/>
                  </a:cubicBezTo>
                  <a:cubicBezTo>
                    <a:pt x="143" y="3555"/>
                    <a:pt x="171" y="3726"/>
                    <a:pt x="228" y="3896"/>
                  </a:cubicBezTo>
                  <a:cubicBezTo>
                    <a:pt x="626" y="5515"/>
                    <a:pt x="995" y="7162"/>
                    <a:pt x="1393" y="8781"/>
                  </a:cubicBezTo>
                  <a:cubicBezTo>
                    <a:pt x="1449" y="8923"/>
                    <a:pt x="1478" y="9093"/>
                    <a:pt x="1478" y="9263"/>
                  </a:cubicBezTo>
                  <a:cubicBezTo>
                    <a:pt x="1506" y="9831"/>
                    <a:pt x="1648" y="10399"/>
                    <a:pt x="1932" y="10910"/>
                  </a:cubicBezTo>
                  <a:cubicBezTo>
                    <a:pt x="2131" y="11507"/>
                    <a:pt x="2642" y="11961"/>
                    <a:pt x="3238" y="12160"/>
                  </a:cubicBezTo>
                  <a:cubicBezTo>
                    <a:pt x="4062" y="12416"/>
                    <a:pt x="4857" y="12700"/>
                    <a:pt x="5681" y="12927"/>
                  </a:cubicBezTo>
                  <a:cubicBezTo>
                    <a:pt x="7669" y="13438"/>
                    <a:pt x="9713" y="13836"/>
                    <a:pt x="11787" y="14120"/>
                  </a:cubicBezTo>
                  <a:cubicBezTo>
                    <a:pt x="14257" y="14489"/>
                    <a:pt x="16728" y="14602"/>
                    <a:pt x="18517" y="14688"/>
                  </a:cubicBezTo>
                  <a:cubicBezTo>
                    <a:pt x="18751" y="14691"/>
                    <a:pt x="18986" y="14693"/>
                    <a:pt x="19220" y="14693"/>
                  </a:cubicBezTo>
                  <a:cubicBezTo>
                    <a:pt x="20860" y="14693"/>
                    <a:pt x="22500" y="14606"/>
                    <a:pt x="24140" y="14432"/>
                  </a:cubicBezTo>
                  <a:cubicBezTo>
                    <a:pt x="26327" y="14176"/>
                    <a:pt x="28514" y="13665"/>
                    <a:pt x="30587" y="12927"/>
                  </a:cubicBezTo>
                  <a:cubicBezTo>
                    <a:pt x="31240" y="12671"/>
                    <a:pt x="31836" y="12387"/>
                    <a:pt x="32433" y="12046"/>
                  </a:cubicBezTo>
                  <a:cubicBezTo>
                    <a:pt x="33029" y="11677"/>
                    <a:pt x="33455" y="11109"/>
                    <a:pt x="33625" y="10456"/>
                  </a:cubicBezTo>
                  <a:cubicBezTo>
                    <a:pt x="33995" y="9093"/>
                    <a:pt x="34392" y="7758"/>
                    <a:pt x="34733" y="6395"/>
                  </a:cubicBezTo>
                  <a:cubicBezTo>
                    <a:pt x="34960" y="5628"/>
                    <a:pt x="35074" y="4805"/>
                    <a:pt x="35159" y="3981"/>
                  </a:cubicBezTo>
                  <a:cubicBezTo>
                    <a:pt x="35244" y="3300"/>
                    <a:pt x="34875" y="2646"/>
                    <a:pt x="34250" y="2391"/>
                  </a:cubicBezTo>
                  <a:cubicBezTo>
                    <a:pt x="34023" y="2277"/>
                    <a:pt x="33796" y="2164"/>
                    <a:pt x="33569" y="2078"/>
                  </a:cubicBezTo>
                  <a:cubicBezTo>
                    <a:pt x="33057" y="1908"/>
                    <a:pt x="32546" y="1738"/>
                    <a:pt x="32007" y="1596"/>
                  </a:cubicBezTo>
                  <a:cubicBezTo>
                    <a:pt x="29678" y="1028"/>
                    <a:pt x="27292" y="658"/>
                    <a:pt x="24878" y="460"/>
                  </a:cubicBezTo>
                  <a:cubicBezTo>
                    <a:pt x="22493" y="204"/>
                    <a:pt x="20079" y="90"/>
                    <a:pt x="17665" y="34"/>
                  </a:cubicBezTo>
                  <a:cubicBezTo>
                    <a:pt x="16863" y="11"/>
                    <a:pt x="16060" y="0"/>
                    <a:pt x="152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22"/>
            <p:cNvSpPr/>
            <p:nvPr/>
          </p:nvSpPr>
          <p:spPr>
            <a:xfrm>
              <a:off x="7389575" y="3727650"/>
              <a:ext cx="840625" cy="121700"/>
            </a:xfrm>
            <a:custGeom>
              <a:rect b="b" l="l" r="r" t="t"/>
              <a:pathLst>
                <a:path extrusionOk="0" h="4868" w="33625">
                  <a:moveTo>
                    <a:pt x="14595" y="1"/>
                  </a:moveTo>
                  <a:cubicBezTo>
                    <a:pt x="13119" y="1"/>
                    <a:pt x="11643" y="30"/>
                    <a:pt x="10167" y="97"/>
                  </a:cubicBezTo>
                  <a:cubicBezTo>
                    <a:pt x="7867" y="182"/>
                    <a:pt x="5567" y="409"/>
                    <a:pt x="3295" y="778"/>
                  </a:cubicBezTo>
                  <a:cubicBezTo>
                    <a:pt x="2500" y="920"/>
                    <a:pt x="1704" y="1119"/>
                    <a:pt x="938" y="1403"/>
                  </a:cubicBezTo>
                  <a:cubicBezTo>
                    <a:pt x="625" y="1517"/>
                    <a:pt x="370" y="1659"/>
                    <a:pt x="143" y="1857"/>
                  </a:cubicBezTo>
                  <a:cubicBezTo>
                    <a:pt x="1" y="1971"/>
                    <a:pt x="1" y="2170"/>
                    <a:pt x="143" y="2283"/>
                  </a:cubicBezTo>
                  <a:cubicBezTo>
                    <a:pt x="483" y="2567"/>
                    <a:pt x="881" y="2766"/>
                    <a:pt x="1307" y="2908"/>
                  </a:cubicBezTo>
                  <a:cubicBezTo>
                    <a:pt x="2528" y="3306"/>
                    <a:pt x="3806" y="3618"/>
                    <a:pt x="5084" y="3845"/>
                  </a:cubicBezTo>
                  <a:cubicBezTo>
                    <a:pt x="6845" y="4158"/>
                    <a:pt x="8605" y="4385"/>
                    <a:pt x="10366" y="4498"/>
                  </a:cubicBezTo>
                  <a:cubicBezTo>
                    <a:pt x="13206" y="4726"/>
                    <a:pt x="16018" y="4868"/>
                    <a:pt x="18886" y="4868"/>
                  </a:cubicBezTo>
                  <a:cubicBezTo>
                    <a:pt x="21470" y="4868"/>
                    <a:pt x="24111" y="4754"/>
                    <a:pt x="26724" y="4527"/>
                  </a:cubicBezTo>
                  <a:cubicBezTo>
                    <a:pt x="28087" y="4413"/>
                    <a:pt x="29450" y="4243"/>
                    <a:pt x="30785" y="3987"/>
                  </a:cubicBezTo>
                  <a:cubicBezTo>
                    <a:pt x="31495" y="3845"/>
                    <a:pt x="32177" y="3647"/>
                    <a:pt x="32830" y="3391"/>
                  </a:cubicBezTo>
                  <a:cubicBezTo>
                    <a:pt x="33114" y="3306"/>
                    <a:pt x="33341" y="3164"/>
                    <a:pt x="33540" y="2965"/>
                  </a:cubicBezTo>
                  <a:cubicBezTo>
                    <a:pt x="33625" y="2880"/>
                    <a:pt x="33625" y="2709"/>
                    <a:pt x="33540" y="2596"/>
                  </a:cubicBezTo>
                  <a:cubicBezTo>
                    <a:pt x="33284" y="2369"/>
                    <a:pt x="32972" y="2170"/>
                    <a:pt x="32631" y="2056"/>
                  </a:cubicBezTo>
                  <a:cubicBezTo>
                    <a:pt x="31751" y="1687"/>
                    <a:pt x="30813" y="1431"/>
                    <a:pt x="29876" y="1261"/>
                  </a:cubicBezTo>
                  <a:cubicBezTo>
                    <a:pt x="28314" y="920"/>
                    <a:pt x="26752" y="721"/>
                    <a:pt x="25190" y="551"/>
                  </a:cubicBezTo>
                  <a:cubicBezTo>
                    <a:pt x="23288" y="324"/>
                    <a:pt x="21413" y="182"/>
                    <a:pt x="19539" y="97"/>
                  </a:cubicBezTo>
                  <a:cubicBezTo>
                    <a:pt x="17891" y="37"/>
                    <a:pt x="16243" y="1"/>
                    <a:pt x="145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22"/>
            <p:cNvSpPr/>
            <p:nvPr/>
          </p:nvSpPr>
          <p:spPr>
            <a:xfrm>
              <a:off x="7443525" y="3781775"/>
              <a:ext cx="734150" cy="67575"/>
            </a:xfrm>
            <a:custGeom>
              <a:rect b="b" l="l" r="r" t="t"/>
              <a:pathLst>
                <a:path extrusionOk="0" h="2703" w="29366">
                  <a:moveTo>
                    <a:pt x="12484" y="1"/>
                  </a:moveTo>
                  <a:cubicBezTo>
                    <a:pt x="10992" y="1"/>
                    <a:pt x="9501" y="37"/>
                    <a:pt x="8009" y="118"/>
                  </a:cubicBezTo>
                  <a:cubicBezTo>
                    <a:pt x="5709" y="175"/>
                    <a:pt x="3409" y="431"/>
                    <a:pt x="1137" y="800"/>
                  </a:cubicBezTo>
                  <a:cubicBezTo>
                    <a:pt x="768" y="857"/>
                    <a:pt x="370" y="942"/>
                    <a:pt x="1" y="1027"/>
                  </a:cubicBezTo>
                  <a:cubicBezTo>
                    <a:pt x="966" y="1311"/>
                    <a:pt x="1960" y="1510"/>
                    <a:pt x="2954" y="1709"/>
                  </a:cubicBezTo>
                  <a:cubicBezTo>
                    <a:pt x="4687" y="2021"/>
                    <a:pt x="6476" y="2220"/>
                    <a:pt x="8237" y="2333"/>
                  </a:cubicBezTo>
                  <a:cubicBezTo>
                    <a:pt x="11048" y="2561"/>
                    <a:pt x="13860" y="2703"/>
                    <a:pt x="16756" y="2703"/>
                  </a:cubicBezTo>
                  <a:cubicBezTo>
                    <a:pt x="19341" y="2703"/>
                    <a:pt x="21953" y="2589"/>
                    <a:pt x="24566" y="2390"/>
                  </a:cubicBezTo>
                  <a:cubicBezTo>
                    <a:pt x="25929" y="2277"/>
                    <a:pt x="27292" y="2078"/>
                    <a:pt x="28627" y="1822"/>
                  </a:cubicBezTo>
                  <a:cubicBezTo>
                    <a:pt x="28883" y="1766"/>
                    <a:pt x="29138" y="1709"/>
                    <a:pt x="29365" y="1652"/>
                  </a:cubicBezTo>
                  <a:cubicBezTo>
                    <a:pt x="28826" y="1510"/>
                    <a:pt x="28286" y="1368"/>
                    <a:pt x="27718" y="1254"/>
                  </a:cubicBezTo>
                  <a:cubicBezTo>
                    <a:pt x="26156" y="942"/>
                    <a:pt x="24594" y="715"/>
                    <a:pt x="23004" y="544"/>
                  </a:cubicBezTo>
                  <a:cubicBezTo>
                    <a:pt x="21130" y="346"/>
                    <a:pt x="19255" y="175"/>
                    <a:pt x="17381" y="118"/>
                  </a:cubicBezTo>
                  <a:cubicBezTo>
                    <a:pt x="15749" y="44"/>
                    <a:pt x="14116" y="1"/>
                    <a:pt x="12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22"/>
            <p:cNvSpPr/>
            <p:nvPr/>
          </p:nvSpPr>
          <p:spPr>
            <a:xfrm>
              <a:off x="7280950" y="2061108"/>
              <a:ext cx="415350" cy="1746802"/>
            </a:xfrm>
            <a:custGeom>
              <a:rect b="b" l="l" r="r" t="t"/>
              <a:pathLst>
                <a:path extrusionOk="0" h="72943" w="16614">
                  <a:moveTo>
                    <a:pt x="4277" y="1"/>
                  </a:moveTo>
                  <a:cubicBezTo>
                    <a:pt x="4253" y="1"/>
                    <a:pt x="4228" y="3"/>
                    <a:pt x="4204" y="6"/>
                  </a:cubicBezTo>
                  <a:cubicBezTo>
                    <a:pt x="4005" y="6"/>
                    <a:pt x="3834" y="148"/>
                    <a:pt x="3778" y="318"/>
                  </a:cubicBezTo>
                  <a:cubicBezTo>
                    <a:pt x="3721" y="517"/>
                    <a:pt x="3664" y="688"/>
                    <a:pt x="3664" y="886"/>
                  </a:cubicBezTo>
                  <a:cubicBezTo>
                    <a:pt x="3607" y="1369"/>
                    <a:pt x="3607" y="1880"/>
                    <a:pt x="3550" y="2363"/>
                  </a:cubicBezTo>
                  <a:cubicBezTo>
                    <a:pt x="3323" y="4550"/>
                    <a:pt x="3011" y="6765"/>
                    <a:pt x="2613" y="8923"/>
                  </a:cubicBezTo>
                  <a:cubicBezTo>
                    <a:pt x="2159" y="11224"/>
                    <a:pt x="1676" y="13496"/>
                    <a:pt x="1307" y="15796"/>
                  </a:cubicBezTo>
                  <a:cubicBezTo>
                    <a:pt x="625" y="19999"/>
                    <a:pt x="199" y="24259"/>
                    <a:pt x="86" y="28519"/>
                  </a:cubicBezTo>
                  <a:cubicBezTo>
                    <a:pt x="1" y="31216"/>
                    <a:pt x="285" y="33886"/>
                    <a:pt x="938" y="36499"/>
                  </a:cubicBezTo>
                  <a:cubicBezTo>
                    <a:pt x="1676" y="39651"/>
                    <a:pt x="2613" y="42775"/>
                    <a:pt x="3749" y="45842"/>
                  </a:cubicBezTo>
                  <a:cubicBezTo>
                    <a:pt x="5254" y="49960"/>
                    <a:pt x="6277" y="54220"/>
                    <a:pt x="7299" y="58479"/>
                  </a:cubicBezTo>
                  <a:cubicBezTo>
                    <a:pt x="7924" y="61546"/>
                    <a:pt x="8776" y="64585"/>
                    <a:pt x="9770" y="67567"/>
                  </a:cubicBezTo>
                  <a:cubicBezTo>
                    <a:pt x="10054" y="68334"/>
                    <a:pt x="10281" y="69129"/>
                    <a:pt x="10451" y="69924"/>
                  </a:cubicBezTo>
                  <a:cubicBezTo>
                    <a:pt x="10537" y="70379"/>
                    <a:pt x="10622" y="70833"/>
                    <a:pt x="10735" y="71287"/>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878"/>
                  </a:cubicBezTo>
                  <a:cubicBezTo>
                    <a:pt x="12491" y="72887"/>
                    <a:pt x="12657" y="72892"/>
                    <a:pt x="12822" y="72892"/>
                  </a:cubicBezTo>
                  <a:cubicBezTo>
                    <a:pt x="13649" y="72892"/>
                    <a:pt x="14470" y="72773"/>
                    <a:pt x="15251" y="72537"/>
                  </a:cubicBezTo>
                  <a:lnTo>
                    <a:pt x="15080" y="71188"/>
                  </a:lnTo>
                  <a:lnTo>
                    <a:pt x="15080" y="71188"/>
                  </a:lnTo>
                  <a:cubicBezTo>
                    <a:pt x="15137" y="71635"/>
                    <a:pt x="15194" y="72082"/>
                    <a:pt x="15251" y="72537"/>
                  </a:cubicBezTo>
                  <a:cubicBezTo>
                    <a:pt x="16160" y="72224"/>
                    <a:pt x="16330" y="72054"/>
                    <a:pt x="16330" y="71145"/>
                  </a:cubicBezTo>
                  <a:lnTo>
                    <a:pt x="16330" y="69243"/>
                  </a:lnTo>
                  <a:cubicBezTo>
                    <a:pt x="16273" y="67652"/>
                    <a:pt x="16245" y="66033"/>
                    <a:pt x="16330" y="64415"/>
                  </a:cubicBezTo>
                  <a:cubicBezTo>
                    <a:pt x="16358" y="63023"/>
                    <a:pt x="16387" y="61603"/>
                    <a:pt x="16415" y="60212"/>
                  </a:cubicBezTo>
                  <a:lnTo>
                    <a:pt x="16415" y="56605"/>
                  </a:lnTo>
                  <a:cubicBezTo>
                    <a:pt x="16415" y="54134"/>
                    <a:pt x="16529" y="51692"/>
                    <a:pt x="16444" y="49221"/>
                  </a:cubicBezTo>
                  <a:cubicBezTo>
                    <a:pt x="16415" y="48199"/>
                    <a:pt x="16415" y="47205"/>
                    <a:pt x="16444" y="46183"/>
                  </a:cubicBezTo>
                  <a:cubicBezTo>
                    <a:pt x="16444" y="44195"/>
                    <a:pt x="16500" y="42178"/>
                    <a:pt x="16500" y="40190"/>
                  </a:cubicBezTo>
                  <a:cubicBezTo>
                    <a:pt x="16500" y="39168"/>
                    <a:pt x="16500" y="38174"/>
                    <a:pt x="16529" y="37152"/>
                  </a:cubicBezTo>
                  <a:cubicBezTo>
                    <a:pt x="16614" y="34426"/>
                    <a:pt x="16415" y="31671"/>
                    <a:pt x="15989" y="28973"/>
                  </a:cubicBezTo>
                  <a:cubicBezTo>
                    <a:pt x="15506" y="26303"/>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22"/>
            <p:cNvSpPr/>
            <p:nvPr/>
          </p:nvSpPr>
          <p:spPr>
            <a:xfrm>
              <a:off x="7280950" y="2061108"/>
              <a:ext cx="414650" cy="1746802"/>
            </a:xfrm>
            <a:custGeom>
              <a:rect b="b" l="l" r="r" t="t"/>
              <a:pathLst>
                <a:path extrusionOk="0" h="72943" w="16586">
                  <a:moveTo>
                    <a:pt x="4277" y="1"/>
                  </a:moveTo>
                  <a:cubicBezTo>
                    <a:pt x="4253" y="1"/>
                    <a:pt x="4228" y="3"/>
                    <a:pt x="4204" y="6"/>
                  </a:cubicBezTo>
                  <a:cubicBezTo>
                    <a:pt x="4005" y="6"/>
                    <a:pt x="3834" y="120"/>
                    <a:pt x="3778" y="318"/>
                  </a:cubicBezTo>
                  <a:cubicBezTo>
                    <a:pt x="3721" y="489"/>
                    <a:pt x="3664" y="688"/>
                    <a:pt x="3664" y="886"/>
                  </a:cubicBezTo>
                  <a:cubicBezTo>
                    <a:pt x="3607" y="1369"/>
                    <a:pt x="3607" y="1852"/>
                    <a:pt x="3550" y="2363"/>
                  </a:cubicBezTo>
                  <a:cubicBezTo>
                    <a:pt x="3323" y="4550"/>
                    <a:pt x="3039" y="6765"/>
                    <a:pt x="2613" y="8923"/>
                  </a:cubicBezTo>
                  <a:cubicBezTo>
                    <a:pt x="2159" y="11224"/>
                    <a:pt x="1676" y="13496"/>
                    <a:pt x="1307" y="15796"/>
                  </a:cubicBezTo>
                  <a:cubicBezTo>
                    <a:pt x="625" y="19999"/>
                    <a:pt x="199" y="24259"/>
                    <a:pt x="86" y="28519"/>
                  </a:cubicBezTo>
                  <a:cubicBezTo>
                    <a:pt x="1" y="31216"/>
                    <a:pt x="285" y="33886"/>
                    <a:pt x="909" y="36499"/>
                  </a:cubicBezTo>
                  <a:cubicBezTo>
                    <a:pt x="1676" y="39651"/>
                    <a:pt x="2613" y="42775"/>
                    <a:pt x="3749" y="45842"/>
                  </a:cubicBezTo>
                  <a:cubicBezTo>
                    <a:pt x="5254" y="49960"/>
                    <a:pt x="6277" y="54220"/>
                    <a:pt x="7271" y="58479"/>
                  </a:cubicBezTo>
                  <a:cubicBezTo>
                    <a:pt x="7924" y="61546"/>
                    <a:pt x="8747" y="64585"/>
                    <a:pt x="9770" y="67567"/>
                  </a:cubicBezTo>
                  <a:cubicBezTo>
                    <a:pt x="10054" y="68334"/>
                    <a:pt x="10281" y="69129"/>
                    <a:pt x="10451" y="69924"/>
                  </a:cubicBezTo>
                  <a:cubicBezTo>
                    <a:pt x="10537" y="70379"/>
                    <a:pt x="10622" y="70861"/>
                    <a:pt x="10735" y="71316"/>
                  </a:cubicBezTo>
                  <a:cubicBezTo>
                    <a:pt x="10821" y="71656"/>
                    <a:pt x="10934" y="71997"/>
                    <a:pt x="11048" y="72310"/>
                  </a:cubicBezTo>
                  <a:cubicBezTo>
                    <a:pt x="11177" y="72696"/>
                    <a:pt x="11516" y="72942"/>
                    <a:pt x="11896" y="72942"/>
                  </a:cubicBezTo>
                  <a:cubicBezTo>
                    <a:pt x="11934" y="72942"/>
                    <a:pt x="11974" y="72940"/>
                    <a:pt x="12013" y="72934"/>
                  </a:cubicBezTo>
                  <a:cubicBezTo>
                    <a:pt x="12127" y="72934"/>
                    <a:pt x="12212" y="72906"/>
                    <a:pt x="12326" y="72906"/>
                  </a:cubicBezTo>
                  <a:cubicBezTo>
                    <a:pt x="12240" y="72196"/>
                    <a:pt x="12127" y="71514"/>
                    <a:pt x="11928" y="70833"/>
                  </a:cubicBezTo>
                  <a:cubicBezTo>
                    <a:pt x="11843" y="70577"/>
                    <a:pt x="11814" y="70293"/>
                    <a:pt x="11786" y="70038"/>
                  </a:cubicBezTo>
                  <a:cubicBezTo>
                    <a:pt x="11616" y="69669"/>
                    <a:pt x="11530" y="69299"/>
                    <a:pt x="11474" y="68902"/>
                  </a:cubicBezTo>
                  <a:cubicBezTo>
                    <a:pt x="11246" y="68305"/>
                    <a:pt x="11105" y="67709"/>
                    <a:pt x="10991" y="67113"/>
                  </a:cubicBezTo>
                  <a:cubicBezTo>
                    <a:pt x="10821" y="66743"/>
                    <a:pt x="10707" y="66374"/>
                    <a:pt x="10707" y="65977"/>
                  </a:cubicBezTo>
                  <a:cubicBezTo>
                    <a:pt x="10451" y="65352"/>
                    <a:pt x="10281" y="64699"/>
                    <a:pt x="10196" y="64046"/>
                  </a:cubicBezTo>
                  <a:cubicBezTo>
                    <a:pt x="10054" y="63733"/>
                    <a:pt x="9969" y="63421"/>
                    <a:pt x="9940" y="63080"/>
                  </a:cubicBezTo>
                  <a:cubicBezTo>
                    <a:pt x="9685" y="62171"/>
                    <a:pt x="9457" y="61234"/>
                    <a:pt x="9287" y="60297"/>
                  </a:cubicBezTo>
                  <a:cubicBezTo>
                    <a:pt x="9117" y="59956"/>
                    <a:pt x="9031" y="59559"/>
                    <a:pt x="9003" y="59161"/>
                  </a:cubicBezTo>
                  <a:cubicBezTo>
                    <a:pt x="8719" y="58309"/>
                    <a:pt x="8520" y="57457"/>
                    <a:pt x="8350" y="56577"/>
                  </a:cubicBezTo>
                  <a:cubicBezTo>
                    <a:pt x="8208" y="56207"/>
                    <a:pt x="8094" y="55838"/>
                    <a:pt x="8066" y="55441"/>
                  </a:cubicBezTo>
                  <a:cubicBezTo>
                    <a:pt x="7924" y="55157"/>
                    <a:pt x="7810" y="54844"/>
                    <a:pt x="7782" y="54504"/>
                  </a:cubicBezTo>
                  <a:cubicBezTo>
                    <a:pt x="7555" y="53595"/>
                    <a:pt x="7356" y="52686"/>
                    <a:pt x="7129" y="51777"/>
                  </a:cubicBezTo>
                  <a:cubicBezTo>
                    <a:pt x="6930" y="51380"/>
                    <a:pt x="6816" y="50982"/>
                    <a:pt x="6788" y="50556"/>
                  </a:cubicBezTo>
                  <a:cubicBezTo>
                    <a:pt x="6617" y="50300"/>
                    <a:pt x="6532" y="50017"/>
                    <a:pt x="6504" y="49733"/>
                  </a:cubicBezTo>
                  <a:cubicBezTo>
                    <a:pt x="6277" y="48881"/>
                    <a:pt x="6021" y="48029"/>
                    <a:pt x="5794" y="47177"/>
                  </a:cubicBezTo>
                  <a:cubicBezTo>
                    <a:pt x="5624" y="46836"/>
                    <a:pt x="5510" y="46467"/>
                    <a:pt x="5425" y="46069"/>
                  </a:cubicBezTo>
                  <a:cubicBezTo>
                    <a:pt x="5056" y="44990"/>
                    <a:pt x="4686" y="43854"/>
                    <a:pt x="4402" y="42718"/>
                  </a:cubicBezTo>
                  <a:cubicBezTo>
                    <a:pt x="4175" y="42320"/>
                    <a:pt x="4062" y="41866"/>
                    <a:pt x="4005" y="41412"/>
                  </a:cubicBezTo>
                  <a:cubicBezTo>
                    <a:pt x="3749" y="40673"/>
                    <a:pt x="3522" y="39907"/>
                    <a:pt x="3380" y="39140"/>
                  </a:cubicBezTo>
                  <a:cubicBezTo>
                    <a:pt x="3068" y="38345"/>
                    <a:pt x="2869" y="37521"/>
                    <a:pt x="2755" y="36669"/>
                  </a:cubicBezTo>
                  <a:cubicBezTo>
                    <a:pt x="2500" y="36243"/>
                    <a:pt x="2528" y="35732"/>
                    <a:pt x="2386" y="35277"/>
                  </a:cubicBezTo>
                  <a:cubicBezTo>
                    <a:pt x="2301" y="34937"/>
                    <a:pt x="2244" y="34596"/>
                    <a:pt x="2216" y="34255"/>
                  </a:cubicBezTo>
                  <a:cubicBezTo>
                    <a:pt x="2102" y="33858"/>
                    <a:pt x="2045" y="33460"/>
                    <a:pt x="2045" y="33062"/>
                  </a:cubicBezTo>
                  <a:cubicBezTo>
                    <a:pt x="2017" y="33062"/>
                    <a:pt x="2017" y="33034"/>
                    <a:pt x="1988" y="33006"/>
                  </a:cubicBezTo>
                  <a:cubicBezTo>
                    <a:pt x="1790" y="32125"/>
                    <a:pt x="1676" y="31216"/>
                    <a:pt x="1619" y="30308"/>
                  </a:cubicBezTo>
                  <a:cubicBezTo>
                    <a:pt x="1506" y="29938"/>
                    <a:pt x="1477" y="29541"/>
                    <a:pt x="1534" y="29143"/>
                  </a:cubicBezTo>
                  <a:cubicBezTo>
                    <a:pt x="1392" y="28178"/>
                    <a:pt x="1364" y="27212"/>
                    <a:pt x="1477" y="26218"/>
                  </a:cubicBezTo>
                  <a:cubicBezTo>
                    <a:pt x="1392" y="25735"/>
                    <a:pt x="1392" y="25224"/>
                    <a:pt x="1506" y="24741"/>
                  </a:cubicBezTo>
                  <a:cubicBezTo>
                    <a:pt x="1477" y="24145"/>
                    <a:pt x="1506" y="23520"/>
                    <a:pt x="1619" y="22924"/>
                  </a:cubicBezTo>
                  <a:cubicBezTo>
                    <a:pt x="1591" y="22498"/>
                    <a:pt x="1648" y="22044"/>
                    <a:pt x="1733" y="21589"/>
                  </a:cubicBezTo>
                  <a:cubicBezTo>
                    <a:pt x="1761" y="20538"/>
                    <a:pt x="1903" y="19488"/>
                    <a:pt x="2130" y="18465"/>
                  </a:cubicBezTo>
                  <a:cubicBezTo>
                    <a:pt x="2102" y="18039"/>
                    <a:pt x="2187" y="17642"/>
                    <a:pt x="2329" y="17273"/>
                  </a:cubicBezTo>
                  <a:cubicBezTo>
                    <a:pt x="2414" y="16222"/>
                    <a:pt x="2585" y="15228"/>
                    <a:pt x="2869" y="14234"/>
                  </a:cubicBezTo>
                  <a:cubicBezTo>
                    <a:pt x="2869" y="13865"/>
                    <a:pt x="2954" y="13524"/>
                    <a:pt x="3096" y="13212"/>
                  </a:cubicBezTo>
                  <a:cubicBezTo>
                    <a:pt x="3096" y="12700"/>
                    <a:pt x="3181" y="12218"/>
                    <a:pt x="3352" y="11735"/>
                  </a:cubicBezTo>
                  <a:cubicBezTo>
                    <a:pt x="3352" y="11252"/>
                    <a:pt x="3437" y="10741"/>
                    <a:pt x="3607" y="10286"/>
                  </a:cubicBezTo>
                  <a:cubicBezTo>
                    <a:pt x="3692" y="9491"/>
                    <a:pt x="3806" y="8696"/>
                    <a:pt x="3976" y="7929"/>
                  </a:cubicBezTo>
                  <a:cubicBezTo>
                    <a:pt x="3976" y="7532"/>
                    <a:pt x="4062" y="7134"/>
                    <a:pt x="4204" y="6765"/>
                  </a:cubicBezTo>
                  <a:cubicBezTo>
                    <a:pt x="4204" y="6169"/>
                    <a:pt x="4289" y="5601"/>
                    <a:pt x="4402" y="5033"/>
                  </a:cubicBezTo>
                  <a:cubicBezTo>
                    <a:pt x="4772" y="5544"/>
                    <a:pt x="5112" y="6083"/>
                    <a:pt x="5368" y="6680"/>
                  </a:cubicBezTo>
                  <a:cubicBezTo>
                    <a:pt x="5652" y="6992"/>
                    <a:pt x="5879" y="7361"/>
                    <a:pt x="6021" y="7787"/>
                  </a:cubicBezTo>
                  <a:cubicBezTo>
                    <a:pt x="6362" y="8270"/>
                    <a:pt x="6646" y="8781"/>
                    <a:pt x="6845" y="9349"/>
                  </a:cubicBezTo>
                  <a:cubicBezTo>
                    <a:pt x="7100" y="9690"/>
                    <a:pt x="7299" y="10059"/>
                    <a:pt x="7413" y="10485"/>
                  </a:cubicBezTo>
                  <a:cubicBezTo>
                    <a:pt x="7782" y="11025"/>
                    <a:pt x="8066" y="11621"/>
                    <a:pt x="8293" y="12246"/>
                  </a:cubicBezTo>
                  <a:cubicBezTo>
                    <a:pt x="8549" y="12558"/>
                    <a:pt x="8747" y="12928"/>
                    <a:pt x="8861" y="13354"/>
                  </a:cubicBezTo>
                  <a:cubicBezTo>
                    <a:pt x="9315" y="14149"/>
                    <a:pt x="9713" y="14972"/>
                    <a:pt x="9997" y="15853"/>
                  </a:cubicBezTo>
                  <a:cubicBezTo>
                    <a:pt x="10224" y="16165"/>
                    <a:pt x="10395" y="16477"/>
                    <a:pt x="10480" y="16847"/>
                  </a:cubicBezTo>
                  <a:cubicBezTo>
                    <a:pt x="10707" y="17187"/>
                    <a:pt x="10877" y="17585"/>
                    <a:pt x="10963" y="17983"/>
                  </a:cubicBezTo>
                  <a:cubicBezTo>
                    <a:pt x="11190" y="18323"/>
                    <a:pt x="11360" y="18693"/>
                    <a:pt x="11474" y="19090"/>
                  </a:cubicBezTo>
                  <a:cubicBezTo>
                    <a:pt x="11900" y="19970"/>
                    <a:pt x="12240" y="20908"/>
                    <a:pt x="12496" y="21845"/>
                  </a:cubicBezTo>
                  <a:cubicBezTo>
                    <a:pt x="12752" y="22356"/>
                    <a:pt x="12922" y="22896"/>
                    <a:pt x="13007" y="23464"/>
                  </a:cubicBezTo>
                  <a:cubicBezTo>
                    <a:pt x="13320" y="24514"/>
                    <a:pt x="13604" y="25593"/>
                    <a:pt x="13802" y="26701"/>
                  </a:cubicBezTo>
                  <a:cubicBezTo>
                    <a:pt x="13973" y="27042"/>
                    <a:pt x="14058" y="27439"/>
                    <a:pt x="14058" y="27837"/>
                  </a:cubicBezTo>
                  <a:cubicBezTo>
                    <a:pt x="14342" y="28661"/>
                    <a:pt x="14484" y="29541"/>
                    <a:pt x="14484" y="30421"/>
                  </a:cubicBezTo>
                  <a:cubicBezTo>
                    <a:pt x="14569" y="30819"/>
                    <a:pt x="14598" y="31216"/>
                    <a:pt x="14569" y="31614"/>
                  </a:cubicBezTo>
                  <a:cubicBezTo>
                    <a:pt x="14683" y="32523"/>
                    <a:pt x="14740" y="33460"/>
                    <a:pt x="14740" y="34397"/>
                  </a:cubicBezTo>
                  <a:cubicBezTo>
                    <a:pt x="14853" y="35135"/>
                    <a:pt x="14853" y="35902"/>
                    <a:pt x="14768" y="36669"/>
                  </a:cubicBezTo>
                  <a:cubicBezTo>
                    <a:pt x="14882" y="37379"/>
                    <a:pt x="14910" y="38089"/>
                    <a:pt x="14853" y="38799"/>
                  </a:cubicBezTo>
                  <a:cubicBezTo>
                    <a:pt x="14938" y="39168"/>
                    <a:pt x="14967" y="39566"/>
                    <a:pt x="14910" y="39963"/>
                  </a:cubicBezTo>
                  <a:cubicBezTo>
                    <a:pt x="14967" y="40531"/>
                    <a:pt x="15052" y="41042"/>
                    <a:pt x="15052" y="41582"/>
                  </a:cubicBezTo>
                  <a:cubicBezTo>
                    <a:pt x="15080" y="42576"/>
                    <a:pt x="15080" y="43570"/>
                    <a:pt x="15080" y="44592"/>
                  </a:cubicBezTo>
                  <a:cubicBezTo>
                    <a:pt x="15137" y="44962"/>
                    <a:pt x="15137" y="45359"/>
                    <a:pt x="15109" y="45728"/>
                  </a:cubicBezTo>
                  <a:cubicBezTo>
                    <a:pt x="15137" y="46893"/>
                    <a:pt x="15109" y="48057"/>
                    <a:pt x="14995" y="49193"/>
                  </a:cubicBezTo>
                  <a:cubicBezTo>
                    <a:pt x="15024" y="49619"/>
                    <a:pt x="14995" y="50073"/>
                    <a:pt x="14910" y="50499"/>
                  </a:cubicBezTo>
                  <a:cubicBezTo>
                    <a:pt x="14882" y="51522"/>
                    <a:pt x="14825" y="52544"/>
                    <a:pt x="14796" y="53566"/>
                  </a:cubicBezTo>
                  <a:cubicBezTo>
                    <a:pt x="14768" y="53652"/>
                    <a:pt x="14740" y="53708"/>
                    <a:pt x="14711" y="53794"/>
                  </a:cubicBezTo>
                  <a:cubicBezTo>
                    <a:pt x="14768" y="54191"/>
                    <a:pt x="14768" y="54589"/>
                    <a:pt x="14711" y="54986"/>
                  </a:cubicBezTo>
                  <a:cubicBezTo>
                    <a:pt x="14683" y="55923"/>
                    <a:pt x="14711" y="56861"/>
                    <a:pt x="14598" y="57798"/>
                  </a:cubicBezTo>
                  <a:cubicBezTo>
                    <a:pt x="14683" y="58224"/>
                    <a:pt x="14654" y="58650"/>
                    <a:pt x="14569" y="59076"/>
                  </a:cubicBezTo>
                  <a:cubicBezTo>
                    <a:pt x="14598" y="59899"/>
                    <a:pt x="14626" y="60751"/>
                    <a:pt x="14654" y="61575"/>
                  </a:cubicBezTo>
                  <a:cubicBezTo>
                    <a:pt x="14626" y="61745"/>
                    <a:pt x="14626" y="61887"/>
                    <a:pt x="14569" y="62058"/>
                  </a:cubicBezTo>
                  <a:cubicBezTo>
                    <a:pt x="14626" y="62484"/>
                    <a:pt x="14654" y="62910"/>
                    <a:pt x="14598" y="63364"/>
                  </a:cubicBezTo>
                  <a:cubicBezTo>
                    <a:pt x="14683" y="63733"/>
                    <a:pt x="14683" y="64131"/>
                    <a:pt x="14626" y="64500"/>
                  </a:cubicBezTo>
                  <a:cubicBezTo>
                    <a:pt x="14711" y="64898"/>
                    <a:pt x="14711" y="65295"/>
                    <a:pt x="14626" y="65693"/>
                  </a:cubicBezTo>
                  <a:cubicBezTo>
                    <a:pt x="14683" y="66658"/>
                    <a:pt x="14740" y="67652"/>
                    <a:pt x="14796" y="68618"/>
                  </a:cubicBezTo>
                  <a:cubicBezTo>
                    <a:pt x="14853" y="69015"/>
                    <a:pt x="14882" y="69413"/>
                    <a:pt x="14882" y="69811"/>
                  </a:cubicBezTo>
                  <a:cubicBezTo>
                    <a:pt x="14995" y="70691"/>
                    <a:pt x="15109" y="71600"/>
                    <a:pt x="15222" y="72508"/>
                  </a:cubicBezTo>
                  <a:cubicBezTo>
                    <a:pt x="16131" y="72168"/>
                    <a:pt x="16302" y="72026"/>
                    <a:pt x="16302" y="71117"/>
                  </a:cubicBezTo>
                  <a:lnTo>
                    <a:pt x="16302" y="69214"/>
                  </a:lnTo>
                  <a:cubicBezTo>
                    <a:pt x="16245" y="67595"/>
                    <a:pt x="16245" y="66005"/>
                    <a:pt x="16302" y="64386"/>
                  </a:cubicBezTo>
                  <a:cubicBezTo>
                    <a:pt x="16330" y="62966"/>
                    <a:pt x="16358" y="61575"/>
                    <a:pt x="16387" y="60183"/>
                  </a:cubicBezTo>
                  <a:lnTo>
                    <a:pt x="16387" y="56577"/>
                  </a:lnTo>
                  <a:cubicBezTo>
                    <a:pt x="16387" y="54106"/>
                    <a:pt x="16500" y="51664"/>
                    <a:pt x="16415" y="49193"/>
                  </a:cubicBezTo>
                  <a:lnTo>
                    <a:pt x="16415" y="46154"/>
                  </a:lnTo>
                  <a:cubicBezTo>
                    <a:pt x="16444" y="44166"/>
                    <a:pt x="16472" y="42150"/>
                    <a:pt x="16500" y="40162"/>
                  </a:cubicBezTo>
                  <a:cubicBezTo>
                    <a:pt x="16500" y="39140"/>
                    <a:pt x="16500" y="38146"/>
                    <a:pt x="16500" y="37123"/>
                  </a:cubicBezTo>
                  <a:cubicBezTo>
                    <a:pt x="16586" y="34397"/>
                    <a:pt x="16415" y="31642"/>
                    <a:pt x="15989" y="28945"/>
                  </a:cubicBezTo>
                  <a:cubicBezTo>
                    <a:pt x="15506" y="26275"/>
                    <a:pt x="14882" y="23662"/>
                    <a:pt x="14058" y="21078"/>
                  </a:cubicBezTo>
                  <a:cubicBezTo>
                    <a:pt x="12865" y="17244"/>
                    <a:pt x="11246" y="13581"/>
                    <a:pt x="9202" y="10173"/>
                  </a:cubicBezTo>
                  <a:cubicBezTo>
                    <a:pt x="7327" y="7219"/>
                    <a:pt x="5879" y="4039"/>
                    <a:pt x="4857" y="716"/>
                  </a:cubicBezTo>
                  <a:cubicBezTo>
                    <a:pt x="4800" y="546"/>
                    <a:pt x="4743" y="404"/>
                    <a:pt x="4686" y="262"/>
                  </a:cubicBezTo>
                  <a:cubicBezTo>
                    <a:pt x="4587" y="88"/>
                    <a:pt x="4444" y="1"/>
                    <a:pt x="4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22"/>
            <p:cNvSpPr/>
            <p:nvPr/>
          </p:nvSpPr>
          <p:spPr>
            <a:xfrm>
              <a:off x="7315025" y="2221037"/>
              <a:ext cx="345775" cy="1517290"/>
            </a:xfrm>
            <a:custGeom>
              <a:rect b="b" l="l" r="r" t="t"/>
              <a:pathLst>
                <a:path extrusionOk="0" h="63359" w="13831">
                  <a:moveTo>
                    <a:pt x="4005" y="1"/>
                  </a:moveTo>
                  <a:lnTo>
                    <a:pt x="2841" y="86"/>
                  </a:lnTo>
                  <a:cubicBezTo>
                    <a:pt x="2699" y="455"/>
                    <a:pt x="2613" y="853"/>
                    <a:pt x="2613" y="1279"/>
                  </a:cubicBezTo>
                  <a:lnTo>
                    <a:pt x="4658" y="1108"/>
                  </a:lnTo>
                  <a:cubicBezTo>
                    <a:pt x="4516" y="711"/>
                    <a:pt x="4289" y="313"/>
                    <a:pt x="4005" y="1"/>
                  </a:cubicBezTo>
                  <a:close/>
                  <a:moveTo>
                    <a:pt x="5482" y="2670"/>
                  </a:moveTo>
                  <a:cubicBezTo>
                    <a:pt x="5254" y="2727"/>
                    <a:pt x="5056" y="2755"/>
                    <a:pt x="4857" y="2812"/>
                  </a:cubicBezTo>
                  <a:cubicBezTo>
                    <a:pt x="3977" y="3039"/>
                    <a:pt x="3096" y="3295"/>
                    <a:pt x="2244" y="3607"/>
                  </a:cubicBezTo>
                  <a:cubicBezTo>
                    <a:pt x="2074" y="4062"/>
                    <a:pt x="1989" y="4573"/>
                    <a:pt x="1989" y="5084"/>
                  </a:cubicBezTo>
                  <a:cubicBezTo>
                    <a:pt x="2386" y="4885"/>
                    <a:pt x="2784" y="4715"/>
                    <a:pt x="3210" y="4573"/>
                  </a:cubicBezTo>
                  <a:cubicBezTo>
                    <a:pt x="4147" y="4289"/>
                    <a:pt x="5112" y="4062"/>
                    <a:pt x="6050" y="3806"/>
                  </a:cubicBezTo>
                  <a:cubicBezTo>
                    <a:pt x="5936" y="3380"/>
                    <a:pt x="5737" y="3011"/>
                    <a:pt x="5482" y="2670"/>
                  </a:cubicBezTo>
                  <a:close/>
                  <a:moveTo>
                    <a:pt x="6958" y="5595"/>
                  </a:moveTo>
                  <a:cubicBezTo>
                    <a:pt x="6305" y="5823"/>
                    <a:pt x="5680" y="6107"/>
                    <a:pt x="5056" y="6476"/>
                  </a:cubicBezTo>
                  <a:cubicBezTo>
                    <a:pt x="4658" y="6675"/>
                    <a:pt x="4232" y="6788"/>
                    <a:pt x="3806" y="6788"/>
                  </a:cubicBezTo>
                  <a:cubicBezTo>
                    <a:pt x="3735" y="6795"/>
                    <a:pt x="3662" y="6799"/>
                    <a:pt x="3589" y="6799"/>
                  </a:cubicBezTo>
                  <a:cubicBezTo>
                    <a:pt x="3368" y="6799"/>
                    <a:pt x="3139" y="6767"/>
                    <a:pt x="2926" y="6703"/>
                  </a:cubicBezTo>
                  <a:cubicBezTo>
                    <a:pt x="2594" y="6585"/>
                    <a:pt x="2263" y="6525"/>
                    <a:pt x="1932" y="6525"/>
                  </a:cubicBezTo>
                  <a:cubicBezTo>
                    <a:pt x="1866" y="6525"/>
                    <a:pt x="1799" y="6528"/>
                    <a:pt x="1733" y="6533"/>
                  </a:cubicBezTo>
                  <a:cubicBezTo>
                    <a:pt x="1591" y="6845"/>
                    <a:pt x="1506" y="7214"/>
                    <a:pt x="1506" y="7555"/>
                  </a:cubicBezTo>
                  <a:cubicBezTo>
                    <a:pt x="1903" y="7555"/>
                    <a:pt x="2301" y="7640"/>
                    <a:pt x="2699" y="7782"/>
                  </a:cubicBezTo>
                  <a:cubicBezTo>
                    <a:pt x="3068" y="7867"/>
                    <a:pt x="3437" y="7924"/>
                    <a:pt x="3806" y="7952"/>
                  </a:cubicBezTo>
                  <a:cubicBezTo>
                    <a:pt x="4516" y="7924"/>
                    <a:pt x="5198" y="7725"/>
                    <a:pt x="5794" y="7385"/>
                  </a:cubicBezTo>
                  <a:cubicBezTo>
                    <a:pt x="6334" y="7044"/>
                    <a:pt x="6930" y="6817"/>
                    <a:pt x="7526" y="6703"/>
                  </a:cubicBezTo>
                  <a:cubicBezTo>
                    <a:pt x="7413" y="6305"/>
                    <a:pt x="7242" y="5908"/>
                    <a:pt x="6958" y="5595"/>
                  </a:cubicBezTo>
                  <a:close/>
                  <a:moveTo>
                    <a:pt x="8691" y="9202"/>
                  </a:moveTo>
                  <a:cubicBezTo>
                    <a:pt x="8350" y="9316"/>
                    <a:pt x="8009" y="9401"/>
                    <a:pt x="7668" y="9514"/>
                  </a:cubicBezTo>
                  <a:cubicBezTo>
                    <a:pt x="6873" y="9827"/>
                    <a:pt x="6021" y="10054"/>
                    <a:pt x="5169" y="10139"/>
                  </a:cubicBezTo>
                  <a:cubicBezTo>
                    <a:pt x="3778" y="10281"/>
                    <a:pt x="2329" y="10224"/>
                    <a:pt x="966" y="10594"/>
                  </a:cubicBezTo>
                  <a:cubicBezTo>
                    <a:pt x="824" y="10963"/>
                    <a:pt x="739" y="11360"/>
                    <a:pt x="767" y="11786"/>
                  </a:cubicBezTo>
                  <a:cubicBezTo>
                    <a:pt x="1847" y="11531"/>
                    <a:pt x="2983" y="11389"/>
                    <a:pt x="4090" y="11360"/>
                  </a:cubicBezTo>
                  <a:cubicBezTo>
                    <a:pt x="4346" y="11360"/>
                    <a:pt x="4573" y="11332"/>
                    <a:pt x="4828" y="11304"/>
                  </a:cubicBezTo>
                  <a:cubicBezTo>
                    <a:pt x="5964" y="11247"/>
                    <a:pt x="7100" y="10991"/>
                    <a:pt x="8151" y="10565"/>
                  </a:cubicBezTo>
                  <a:lnTo>
                    <a:pt x="9145" y="10196"/>
                  </a:lnTo>
                  <a:cubicBezTo>
                    <a:pt x="9060" y="9855"/>
                    <a:pt x="8890" y="9514"/>
                    <a:pt x="8691" y="9202"/>
                  </a:cubicBezTo>
                  <a:close/>
                  <a:moveTo>
                    <a:pt x="9685" y="11332"/>
                  </a:moveTo>
                  <a:cubicBezTo>
                    <a:pt x="9316" y="11616"/>
                    <a:pt x="8975" y="11928"/>
                    <a:pt x="8606" y="12212"/>
                  </a:cubicBezTo>
                  <a:cubicBezTo>
                    <a:pt x="8350" y="12440"/>
                    <a:pt x="8038" y="12582"/>
                    <a:pt x="7697" y="12610"/>
                  </a:cubicBezTo>
                  <a:cubicBezTo>
                    <a:pt x="7322" y="12657"/>
                    <a:pt x="6946" y="12678"/>
                    <a:pt x="6571" y="12678"/>
                  </a:cubicBezTo>
                  <a:cubicBezTo>
                    <a:pt x="6265" y="12678"/>
                    <a:pt x="5958" y="12664"/>
                    <a:pt x="5652" y="12638"/>
                  </a:cubicBezTo>
                  <a:cubicBezTo>
                    <a:pt x="5474" y="12615"/>
                    <a:pt x="5294" y="12604"/>
                    <a:pt x="5113" y="12604"/>
                  </a:cubicBezTo>
                  <a:cubicBezTo>
                    <a:pt x="4399" y="12604"/>
                    <a:pt x="3674" y="12781"/>
                    <a:pt x="3039" y="13121"/>
                  </a:cubicBezTo>
                  <a:cubicBezTo>
                    <a:pt x="2415" y="13462"/>
                    <a:pt x="1847" y="13859"/>
                    <a:pt x="1307" y="14342"/>
                  </a:cubicBezTo>
                  <a:cubicBezTo>
                    <a:pt x="1080" y="14626"/>
                    <a:pt x="739" y="14825"/>
                    <a:pt x="370" y="14910"/>
                  </a:cubicBezTo>
                  <a:cubicBezTo>
                    <a:pt x="256" y="15365"/>
                    <a:pt x="228" y="15819"/>
                    <a:pt x="256" y="16245"/>
                  </a:cubicBezTo>
                  <a:cubicBezTo>
                    <a:pt x="909" y="16131"/>
                    <a:pt x="1534" y="15819"/>
                    <a:pt x="2017" y="15308"/>
                  </a:cubicBezTo>
                  <a:cubicBezTo>
                    <a:pt x="2500" y="14853"/>
                    <a:pt x="3068" y="14456"/>
                    <a:pt x="3664" y="14143"/>
                  </a:cubicBezTo>
                  <a:cubicBezTo>
                    <a:pt x="4068" y="13882"/>
                    <a:pt x="4511" y="13760"/>
                    <a:pt x="4977" y="13760"/>
                  </a:cubicBezTo>
                  <a:cubicBezTo>
                    <a:pt x="5068" y="13760"/>
                    <a:pt x="5161" y="13765"/>
                    <a:pt x="5254" y="13774"/>
                  </a:cubicBezTo>
                  <a:cubicBezTo>
                    <a:pt x="5529" y="13822"/>
                    <a:pt x="5800" y="13837"/>
                    <a:pt x="6071" y="13837"/>
                  </a:cubicBezTo>
                  <a:cubicBezTo>
                    <a:pt x="6611" y="13837"/>
                    <a:pt x="7148" y="13774"/>
                    <a:pt x="7697" y="13774"/>
                  </a:cubicBezTo>
                  <a:cubicBezTo>
                    <a:pt x="8180" y="13746"/>
                    <a:pt x="8662" y="13575"/>
                    <a:pt x="9060" y="13291"/>
                  </a:cubicBezTo>
                  <a:cubicBezTo>
                    <a:pt x="9287" y="13093"/>
                    <a:pt x="9543" y="12922"/>
                    <a:pt x="9770" y="12724"/>
                  </a:cubicBezTo>
                  <a:cubicBezTo>
                    <a:pt x="9883" y="12582"/>
                    <a:pt x="10025" y="12496"/>
                    <a:pt x="10167" y="12468"/>
                  </a:cubicBezTo>
                  <a:cubicBezTo>
                    <a:pt x="10082" y="12042"/>
                    <a:pt x="9912" y="11673"/>
                    <a:pt x="9685" y="11332"/>
                  </a:cubicBezTo>
                  <a:close/>
                  <a:moveTo>
                    <a:pt x="11161" y="15194"/>
                  </a:moveTo>
                  <a:cubicBezTo>
                    <a:pt x="10338" y="15365"/>
                    <a:pt x="9514" y="15592"/>
                    <a:pt x="8691" y="15734"/>
                  </a:cubicBezTo>
                  <a:cubicBezTo>
                    <a:pt x="8236" y="15791"/>
                    <a:pt x="7782" y="15876"/>
                    <a:pt x="7328" y="15989"/>
                  </a:cubicBezTo>
                  <a:cubicBezTo>
                    <a:pt x="6731" y="16131"/>
                    <a:pt x="6163" y="16245"/>
                    <a:pt x="5567" y="16387"/>
                  </a:cubicBezTo>
                  <a:cubicBezTo>
                    <a:pt x="4999" y="16501"/>
                    <a:pt x="4516" y="16586"/>
                    <a:pt x="3977" y="16728"/>
                  </a:cubicBezTo>
                  <a:cubicBezTo>
                    <a:pt x="2897" y="17012"/>
                    <a:pt x="1847" y="17381"/>
                    <a:pt x="824" y="17835"/>
                  </a:cubicBezTo>
                  <a:cubicBezTo>
                    <a:pt x="597" y="17949"/>
                    <a:pt x="341" y="18006"/>
                    <a:pt x="114" y="18034"/>
                  </a:cubicBezTo>
                  <a:cubicBezTo>
                    <a:pt x="1" y="18545"/>
                    <a:pt x="1" y="19056"/>
                    <a:pt x="86" y="19539"/>
                  </a:cubicBezTo>
                  <a:cubicBezTo>
                    <a:pt x="171" y="19539"/>
                    <a:pt x="256" y="19511"/>
                    <a:pt x="341" y="19511"/>
                  </a:cubicBezTo>
                  <a:cubicBezTo>
                    <a:pt x="1108" y="19170"/>
                    <a:pt x="1932" y="18914"/>
                    <a:pt x="2755" y="18744"/>
                  </a:cubicBezTo>
                  <a:cubicBezTo>
                    <a:pt x="3238" y="18630"/>
                    <a:pt x="3693" y="18545"/>
                    <a:pt x="4175" y="18432"/>
                  </a:cubicBezTo>
                  <a:cubicBezTo>
                    <a:pt x="4772" y="18318"/>
                    <a:pt x="5368" y="18233"/>
                    <a:pt x="5936" y="18119"/>
                  </a:cubicBezTo>
                  <a:cubicBezTo>
                    <a:pt x="6958" y="17921"/>
                    <a:pt x="7981" y="17693"/>
                    <a:pt x="8975" y="17466"/>
                  </a:cubicBezTo>
                  <a:cubicBezTo>
                    <a:pt x="9401" y="17381"/>
                    <a:pt x="9855" y="17324"/>
                    <a:pt x="10253" y="17182"/>
                  </a:cubicBezTo>
                  <a:cubicBezTo>
                    <a:pt x="10735" y="17040"/>
                    <a:pt x="11247" y="17069"/>
                    <a:pt x="11673" y="16813"/>
                  </a:cubicBezTo>
                  <a:cubicBezTo>
                    <a:pt x="11587" y="16245"/>
                    <a:pt x="11417" y="15705"/>
                    <a:pt x="11161" y="15194"/>
                  </a:cubicBezTo>
                  <a:close/>
                  <a:moveTo>
                    <a:pt x="7121" y="19870"/>
                  </a:moveTo>
                  <a:cubicBezTo>
                    <a:pt x="6645" y="19870"/>
                    <a:pt x="6172" y="20016"/>
                    <a:pt x="5766" y="20306"/>
                  </a:cubicBezTo>
                  <a:cubicBezTo>
                    <a:pt x="5482" y="20505"/>
                    <a:pt x="5198" y="20732"/>
                    <a:pt x="4942" y="20959"/>
                  </a:cubicBezTo>
                  <a:cubicBezTo>
                    <a:pt x="4544" y="21272"/>
                    <a:pt x="4147" y="21612"/>
                    <a:pt x="3749" y="21953"/>
                  </a:cubicBezTo>
                  <a:cubicBezTo>
                    <a:pt x="3310" y="22324"/>
                    <a:pt x="2775" y="22524"/>
                    <a:pt x="2224" y="22524"/>
                  </a:cubicBezTo>
                  <a:cubicBezTo>
                    <a:pt x="2099" y="22524"/>
                    <a:pt x="1973" y="22514"/>
                    <a:pt x="1847" y="22493"/>
                  </a:cubicBezTo>
                  <a:cubicBezTo>
                    <a:pt x="1496" y="22458"/>
                    <a:pt x="1145" y="22433"/>
                    <a:pt x="794" y="22433"/>
                  </a:cubicBezTo>
                  <a:cubicBezTo>
                    <a:pt x="577" y="22433"/>
                    <a:pt x="360" y="22443"/>
                    <a:pt x="143" y="22464"/>
                  </a:cubicBezTo>
                  <a:cubicBezTo>
                    <a:pt x="114" y="22862"/>
                    <a:pt x="143" y="23259"/>
                    <a:pt x="228" y="23629"/>
                  </a:cubicBezTo>
                  <a:cubicBezTo>
                    <a:pt x="449" y="23609"/>
                    <a:pt x="655" y="23589"/>
                    <a:pt x="868" y="23589"/>
                  </a:cubicBezTo>
                  <a:cubicBezTo>
                    <a:pt x="956" y="23589"/>
                    <a:pt x="1045" y="23592"/>
                    <a:pt x="1137" y="23600"/>
                  </a:cubicBezTo>
                  <a:cubicBezTo>
                    <a:pt x="1485" y="23655"/>
                    <a:pt x="1833" y="23687"/>
                    <a:pt x="2182" y="23687"/>
                  </a:cubicBezTo>
                  <a:cubicBezTo>
                    <a:pt x="2373" y="23687"/>
                    <a:pt x="2564" y="23677"/>
                    <a:pt x="2755" y="23657"/>
                  </a:cubicBezTo>
                  <a:cubicBezTo>
                    <a:pt x="3323" y="23629"/>
                    <a:pt x="3891" y="23401"/>
                    <a:pt x="4346" y="23061"/>
                  </a:cubicBezTo>
                  <a:cubicBezTo>
                    <a:pt x="4743" y="22720"/>
                    <a:pt x="5141" y="22408"/>
                    <a:pt x="5510" y="22067"/>
                  </a:cubicBezTo>
                  <a:cubicBezTo>
                    <a:pt x="5879" y="21726"/>
                    <a:pt x="6277" y="21442"/>
                    <a:pt x="6703" y="21186"/>
                  </a:cubicBezTo>
                  <a:cubicBezTo>
                    <a:pt x="6854" y="21111"/>
                    <a:pt x="7018" y="21073"/>
                    <a:pt x="7178" y="21073"/>
                  </a:cubicBezTo>
                  <a:cubicBezTo>
                    <a:pt x="7258" y="21073"/>
                    <a:pt x="7337" y="21082"/>
                    <a:pt x="7413" y="21101"/>
                  </a:cubicBezTo>
                  <a:cubicBezTo>
                    <a:pt x="7754" y="21215"/>
                    <a:pt x="8094" y="21328"/>
                    <a:pt x="8435" y="21470"/>
                  </a:cubicBezTo>
                  <a:cubicBezTo>
                    <a:pt x="8989" y="21712"/>
                    <a:pt x="9592" y="21832"/>
                    <a:pt x="10199" y="21832"/>
                  </a:cubicBezTo>
                  <a:cubicBezTo>
                    <a:pt x="10806" y="21832"/>
                    <a:pt x="11417" y="21712"/>
                    <a:pt x="11985" y="21470"/>
                  </a:cubicBezTo>
                  <a:cubicBezTo>
                    <a:pt x="12212" y="21357"/>
                    <a:pt x="12496" y="21272"/>
                    <a:pt x="12752" y="21186"/>
                  </a:cubicBezTo>
                  <a:cubicBezTo>
                    <a:pt x="12752" y="20789"/>
                    <a:pt x="12638" y="20391"/>
                    <a:pt x="12468" y="20050"/>
                  </a:cubicBezTo>
                  <a:cubicBezTo>
                    <a:pt x="12184" y="20079"/>
                    <a:pt x="11900" y="20164"/>
                    <a:pt x="11616" y="20334"/>
                  </a:cubicBezTo>
                  <a:cubicBezTo>
                    <a:pt x="11176" y="20547"/>
                    <a:pt x="10693" y="20654"/>
                    <a:pt x="10207" y="20654"/>
                  </a:cubicBezTo>
                  <a:cubicBezTo>
                    <a:pt x="9720" y="20654"/>
                    <a:pt x="9230" y="20547"/>
                    <a:pt x="8776" y="20334"/>
                  </a:cubicBezTo>
                  <a:cubicBezTo>
                    <a:pt x="8662" y="20278"/>
                    <a:pt x="8549" y="20221"/>
                    <a:pt x="8407" y="20164"/>
                  </a:cubicBezTo>
                  <a:cubicBezTo>
                    <a:pt x="8208" y="20107"/>
                    <a:pt x="8009" y="20022"/>
                    <a:pt x="7782" y="19965"/>
                  </a:cubicBezTo>
                  <a:cubicBezTo>
                    <a:pt x="7565" y="19902"/>
                    <a:pt x="7342" y="19870"/>
                    <a:pt x="7121" y="19870"/>
                  </a:cubicBezTo>
                  <a:close/>
                  <a:moveTo>
                    <a:pt x="13178" y="23771"/>
                  </a:moveTo>
                  <a:cubicBezTo>
                    <a:pt x="12667" y="23827"/>
                    <a:pt x="12155" y="23969"/>
                    <a:pt x="11644" y="24055"/>
                  </a:cubicBezTo>
                  <a:cubicBezTo>
                    <a:pt x="11048" y="24140"/>
                    <a:pt x="10423" y="24282"/>
                    <a:pt x="9827" y="24452"/>
                  </a:cubicBezTo>
                  <a:cubicBezTo>
                    <a:pt x="8776" y="24736"/>
                    <a:pt x="7782" y="25219"/>
                    <a:pt x="6760" y="25531"/>
                  </a:cubicBezTo>
                  <a:cubicBezTo>
                    <a:pt x="6106" y="25759"/>
                    <a:pt x="5425" y="25901"/>
                    <a:pt x="4772" y="25957"/>
                  </a:cubicBezTo>
                  <a:cubicBezTo>
                    <a:pt x="4474" y="25986"/>
                    <a:pt x="4182" y="26000"/>
                    <a:pt x="3895" y="26000"/>
                  </a:cubicBezTo>
                  <a:cubicBezTo>
                    <a:pt x="3607" y="26000"/>
                    <a:pt x="3323" y="25986"/>
                    <a:pt x="3039" y="25957"/>
                  </a:cubicBezTo>
                  <a:cubicBezTo>
                    <a:pt x="2920" y="25941"/>
                    <a:pt x="2801" y="25933"/>
                    <a:pt x="2682" y="25933"/>
                  </a:cubicBezTo>
                  <a:cubicBezTo>
                    <a:pt x="1985" y="25933"/>
                    <a:pt x="1309" y="26193"/>
                    <a:pt x="654" y="26412"/>
                  </a:cubicBezTo>
                  <a:cubicBezTo>
                    <a:pt x="654" y="26781"/>
                    <a:pt x="711" y="27179"/>
                    <a:pt x="824" y="27576"/>
                  </a:cubicBezTo>
                  <a:cubicBezTo>
                    <a:pt x="1421" y="27377"/>
                    <a:pt x="1983" y="27144"/>
                    <a:pt x="2592" y="27144"/>
                  </a:cubicBezTo>
                  <a:cubicBezTo>
                    <a:pt x="2765" y="27144"/>
                    <a:pt x="2942" y="27163"/>
                    <a:pt x="3125" y="27207"/>
                  </a:cubicBezTo>
                  <a:cubicBezTo>
                    <a:pt x="3181" y="27221"/>
                    <a:pt x="3238" y="27228"/>
                    <a:pt x="3295" y="27228"/>
                  </a:cubicBezTo>
                  <a:cubicBezTo>
                    <a:pt x="3352" y="27228"/>
                    <a:pt x="3409" y="27221"/>
                    <a:pt x="3465" y="27207"/>
                  </a:cubicBezTo>
                  <a:cubicBezTo>
                    <a:pt x="4033" y="27179"/>
                    <a:pt x="4601" y="27150"/>
                    <a:pt x="5169" y="27122"/>
                  </a:cubicBezTo>
                  <a:cubicBezTo>
                    <a:pt x="5453" y="27122"/>
                    <a:pt x="5709" y="27093"/>
                    <a:pt x="5993" y="27037"/>
                  </a:cubicBezTo>
                  <a:cubicBezTo>
                    <a:pt x="6731" y="26809"/>
                    <a:pt x="7498" y="26582"/>
                    <a:pt x="8236" y="26327"/>
                  </a:cubicBezTo>
                  <a:cubicBezTo>
                    <a:pt x="9259" y="25872"/>
                    <a:pt x="10338" y="25588"/>
                    <a:pt x="11417" y="25389"/>
                  </a:cubicBezTo>
                  <a:cubicBezTo>
                    <a:pt x="12042" y="25304"/>
                    <a:pt x="12638" y="25105"/>
                    <a:pt x="13235" y="24963"/>
                  </a:cubicBezTo>
                  <a:cubicBezTo>
                    <a:pt x="13263" y="24566"/>
                    <a:pt x="13263" y="24168"/>
                    <a:pt x="13178" y="23771"/>
                  </a:cubicBezTo>
                  <a:close/>
                  <a:moveTo>
                    <a:pt x="13405" y="27747"/>
                  </a:moveTo>
                  <a:cubicBezTo>
                    <a:pt x="12155" y="28059"/>
                    <a:pt x="10906" y="28258"/>
                    <a:pt x="9628" y="28314"/>
                  </a:cubicBezTo>
                  <a:cubicBezTo>
                    <a:pt x="9287" y="28343"/>
                    <a:pt x="8918" y="28400"/>
                    <a:pt x="8577" y="28485"/>
                  </a:cubicBezTo>
                  <a:cubicBezTo>
                    <a:pt x="8123" y="28570"/>
                    <a:pt x="7668" y="28598"/>
                    <a:pt x="7214" y="28627"/>
                  </a:cubicBezTo>
                  <a:cubicBezTo>
                    <a:pt x="6731" y="28627"/>
                    <a:pt x="6220" y="28684"/>
                    <a:pt x="5766" y="28854"/>
                  </a:cubicBezTo>
                  <a:cubicBezTo>
                    <a:pt x="5680" y="28882"/>
                    <a:pt x="5595" y="28882"/>
                    <a:pt x="5538" y="28882"/>
                  </a:cubicBezTo>
                  <a:cubicBezTo>
                    <a:pt x="4317" y="28996"/>
                    <a:pt x="3125" y="29308"/>
                    <a:pt x="2017" y="29820"/>
                  </a:cubicBezTo>
                  <a:cubicBezTo>
                    <a:pt x="1818" y="29905"/>
                    <a:pt x="1591" y="29962"/>
                    <a:pt x="1392" y="29990"/>
                  </a:cubicBezTo>
                  <a:cubicBezTo>
                    <a:pt x="1506" y="30842"/>
                    <a:pt x="1705" y="31666"/>
                    <a:pt x="2017" y="32461"/>
                  </a:cubicBezTo>
                  <a:cubicBezTo>
                    <a:pt x="2983" y="32148"/>
                    <a:pt x="3920" y="31808"/>
                    <a:pt x="4885" y="31524"/>
                  </a:cubicBezTo>
                  <a:cubicBezTo>
                    <a:pt x="5908" y="31154"/>
                    <a:pt x="6987" y="30927"/>
                    <a:pt x="8066" y="30870"/>
                  </a:cubicBezTo>
                  <a:cubicBezTo>
                    <a:pt x="8606" y="30842"/>
                    <a:pt x="9117" y="30586"/>
                    <a:pt x="9685" y="30586"/>
                  </a:cubicBezTo>
                  <a:cubicBezTo>
                    <a:pt x="10196" y="30586"/>
                    <a:pt x="10707" y="30501"/>
                    <a:pt x="11218" y="30388"/>
                  </a:cubicBezTo>
                  <a:cubicBezTo>
                    <a:pt x="11957" y="30217"/>
                    <a:pt x="12695" y="30132"/>
                    <a:pt x="13462" y="30018"/>
                  </a:cubicBezTo>
                  <a:cubicBezTo>
                    <a:pt x="13547" y="29252"/>
                    <a:pt x="13519" y="28485"/>
                    <a:pt x="13405" y="27747"/>
                  </a:cubicBezTo>
                  <a:close/>
                  <a:moveTo>
                    <a:pt x="13547" y="32148"/>
                  </a:moveTo>
                  <a:cubicBezTo>
                    <a:pt x="13206" y="32177"/>
                    <a:pt x="12894" y="32205"/>
                    <a:pt x="12581" y="32290"/>
                  </a:cubicBezTo>
                  <a:cubicBezTo>
                    <a:pt x="11758" y="32518"/>
                    <a:pt x="10963" y="32773"/>
                    <a:pt x="10167" y="33057"/>
                  </a:cubicBezTo>
                  <a:cubicBezTo>
                    <a:pt x="9202" y="33483"/>
                    <a:pt x="8151" y="33710"/>
                    <a:pt x="7072" y="33739"/>
                  </a:cubicBezTo>
                  <a:cubicBezTo>
                    <a:pt x="6788" y="33739"/>
                    <a:pt x="6476" y="33795"/>
                    <a:pt x="6192" y="33795"/>
                  </a:cubicBezTo>
                  <a:cubicBezTo>
                    <a:pt x="5112" y="33824"/>
                    <a:pt x="4062" y="34079"/>
                    <a:pt x="3125" y="34562"/>
                  </a:cubicBezTo>
                  <a:cubicBezTo>
                    <a:pt x="2954" y="34647"/>
                    <a:pt x="2812" y="34676"/>
                    <a:pt x="2642" y="34704"/>
                  </a:cubicBezTo>
                  <a:cubicBezTo>
                    <a:pt x="2699" y="35187"/>
                    <a:pt x="2812" y="35641"/>
                    <a:pt x="3039" y="36039"/>
                  </a:cubicBezTo>
                  <a:cubicBezTo>
                    <a:pt x="3096" y="35954"/>
                    <a:pt x="3181" y="35869"/>
                    <a:pt x="3267" y="35812"/>
                  </a:cubicBezTo>
                  <a:cubicBezTo>
                    <a:pt x="3778" y="35443"/>
                    <a:pt x="4374" y="35215"/>
                    <a:pt x="4999" y="35187"/>
                  </a:cubicBezTo>
                  <a:cubicBezTo>
                    <a:pt x="5680" y="35130"/>
                    <a:pt x="6390" y="35102"/>
                    <a:pt x="7072" y="35045"/>
                  </a:cubicBezTo>
                  <a:cubicBezTo>
                    <a:pt x="8009" y="34960"/>
                    <a:pt x="8946" y="34789"/>
                    <a:pt x="9855" y="34477"/>
                  </a:cubicBezTo>
                  <a:cubicBezTo>
                    <a:pt x="10508" y="34278"/>
                    <a:pt x="11133" y="33994"/>
                    <a:pt x="11786" y="33824"/>
                  </a:cubicBezTo>
                  <a:cubicBezTo>
                    <a:pt x="12383" y="33597"/>
                    <a:pt x="12979" y="33426"/>
                    <a:pt x="13604" y="33313"/>
                  </a:cubicBezTo>
                  <a:cubicBezTo>
                    <a:pt x="13632" y="32915"/>
                    <a:pt x="13604" y="32518"/>
                    <a:pt x="13547" y="32148"/>
                  </a:cubicBezTo>
                  <a:close/>
                  <a:moveTo>
                    <a:pt x="9912" y="37374"/>
                  </a:moveTo>
                  <a:cubicBezTo>
                    <a:pt x="9145" y="37374"/>
                    <a:pt x="8378" y="37487"/>
                    <a:pt x="7668" y="37715"/>
                  </a:cubicBezTo>
                  <a:cubicBezTo>
                    <a:pt x="6390" y="38055"/>
                    <a:pt x="5169" y="38652"/>
                    <a:pt x="4090" y="39418"/>
                  </a:cubicBezTo>
                  <a:cubicBezTo>
                    <a:pt x="4147" y="39788"/>
                    <a:pt x="4232" y="40157"/>
                    <a:pt x="4403" y="40498"/>
                  </a:cubicBezTo>
                  <a:cubicBezTo>
                    <a:pt x="4715" y="40327"/>
                    <a:pt x="5056" y="40185"/>
                    <a:pt x="5340" y="40015"/>
                  </a:cubicBezTo>
                  <a:cubicBezTo>
                    <a:pt x="6731" y="39220"/>
                    <a:pt x="8180" y="38652"/>
                    <a:pt x="9827" y="38652"/>
                  </a:cubicBezTo>
                  <a:cubicBezTo>
                    <a:pt x="10168" y="38632"/>
                    <a:pt x="10524" y="38612"/>
                    <a:pt x="10873" y="38612"/>
                  </a:cubicBezTo>
                  <a:cubicBezTo>
                    <a:pt x="11018" y="38612"/>
                    <a:pt x="11162" y="38615"/>
                    <a:pt x="11303" y="38623"/>
                  </a:cubicBezTo>
                  <a:cubicBezTo>
                    <a:pt x="12155" y="38680"/>
                    <a:pt x="12979" y="38850"/>
                    <a:pt x="13774" y="39078"/>
                  </a:cubicBezTo>
                  <a:cubicBezTo>
                    <a:pt x="13831" y="38708"/>
                    <a:pt x="13831" y="38311"/>
                    <a:pt x="13746" y="37942"/>
                  </a:cubicBezTo>
                  <a:cubicBezTo>
                    <a:pt x="13689" y="37942"/>
                    <a:pt x="13632" y="37913"/>
                    <a:pt x="13575" y="37913"/>
                  </a:cubicBezTo>
                  <a:cubicBezTo>
                    <a:pt x="12411" y="37431"/>
                    <a:pt x="11161" y="37431"/>
                    <a:pt x="9912" y="37374"/>
                  </a:cubicBezTo>
                  <a:close/>
                  <a:moveTo>
                    <a:pt x="13689" y="42542"/>
                  </a:moveTo>
                  <a:lnTo>
                    <a:pt x="13689" y="42542"/>
                  </a:lnTo>
                  <a:cubicBezTo>
                    <a:pt x="12809" y="42656"/>
                    <a:pt x="11957" y="42912"/>
                    <a:pt x="11190" y="43338"/>
                  </a:cubicBezTo>
                  <a:cubicBezTo>
                    <a:pt x="10963" y="43451"/>
                    <a:pt x="10707" y="43565"/>
                    <a:pt x="10451" y="43678"/>
                  </a:cubicBezTo>
                  <a:cubicBezTo>
                    <a:pt x="10239" y="43761"/>
                    <a:pt x="10012" y="43804"/>
                    <a:pt x="9786" y="43804"/>
                  </a:cubicBezTo>
                  <a:cubicBezTo>
                    <a:pt x="9469" y="43804"/>
                    <a:pt x="9155" y="43719"/>
                    <a:pt x="8890" y="43536"/>
                  </a:cubicBezTo>
                  <a:cubicBezTo>
                    <a:pt x="8634" y="43366"/>
                    <a:pt x="8378" y="43252"/>
                    <a:pt x="8123" y="43082"/>
                  </a:cubicBezTo>
                  <a:cubicBezTo>
                    <a:pt x="7858" y="42906"/>
                    <a:pt x="7554" y="42819"/>
                    <a:pt x="7254" y="42819"/>
                  </a:cubicBezTo>
                  <a:cubicBezTo>
                    <a:pt x="6877" y="42819"/>
                    <a:pt x="6504" y="42955"/>
                    <a:pt x="6220" y="43224"/>
                  </a:cubicBezTo>
                  <a:cubicBezTo>
                    <a:pt x="5936" y="43423"/>
                    <a:pt x="5680" y="43650"/>
                    <a:pt x="5396" y="43877"/>
                  </a:cubicBezTo>
                  <a:cubicBezTo>
                    <a:pt x="5453" y="44303"/>
                    <a:pt x="5567" y="44701"/>
                    <a:pt x="5766" y="45098"/>
                  </a:cubicBezTo>
                  <a:cubicBezTo>
                    <a:pt x="5964" y="44615"/>
                    <a:pt x="6419" y="44388"/>
                    <a:pt x="6816" y="44076"/>
                  </a:cubicBezTo>
                  <a:cubicBezTo>
                    <a:pt x="6944" y="43986"/>
                    <a:pt x="7089" y="43943"/>
                    <a:pt x="7234" y="43943"/>
                  </a:cubicBezTo>
                  <a:cubicBezTo>
                    <a:pt x="7410" y="43943"/>
                    <a:pt x="7585" y="44008"/>
                    <a:pt x="7725" y="44133"/>
                  </a:cubicBezTo>
                  <a:cubicBezTo>
                    <a:pt x="7952" y="44303"/>
                    <a:pt x="8208" y="44473"/>
                    <a:pt x="8464" y="44615"/>
                  </a:cubicBezTo>
                  <a:cubicBezTo>
                    <a:pt x="8841" y="44828"/>
                    <a:pt x="9278" y="44942"/>
                    <a:pt x="9708" y="44942"/>
                  </a:cubicBezTo>
                  <a:cubicBezTo>
                    <a:pt x="9795" y="44942"/>
                    <a:pt x="9882" y="44937"/>
                    <a:pt x="9969" y="44928"/>
                  </a:cubicBezTo>
                  <a:cubicBezTo>
                    <a:pt x="10508" y="44899"/>
                    <a:pt x="11019" y="44757"/>
                    <a:pt x="11531" y="44502"/>
                  </a:cubicBezTo>
                  <a:cubicBezTo>
                    <a:pt x="12155" y="44133"/>
                    <a:pt x="12865" y="43934"/>
                    <a:pt x="13604" y="43849"/>
                  </a:cubicBezTo>
                  <a:cubicBezTo>
                    <a:pt x="13689" y="43423"/>
                    <a:pt x="13689" y="42968"/>
                    <a:pt x="13689" y="42542"/>
                  </a:cubicBezTo>
                  <a:close/>
                  <a:moveTo>
                    <a:pt x="13377" y="47143"/>
                  </a:moveTo>
                  <a:cubicBezTo>
                    <a:pt x="13036" y="47200"/>
                    <a:pt x="12695" y="47257"/>
                    <a:pt x="12354" y="47370"/>
                  </a:cubicBezTo>
                  <a:cubicBezTo>
                    <a:pt x="11531" y="47626"/>
                    <a:pt x="10707" y="47853"/>
                    <a:pt x="9883" y="48052"/>
                  </a:cubicBezTo>
                  <a:cubicBezTo>
                    <a:pt x="9003" y="48194"/>
                    <a:pt x="8123" y="48393"/>
                    <a:pt x="7271" y="48648"/>
                  </a:cubicBezTo>
                  <a:cubicBezTo>
                    <a:pt x="7100" y="48705"/>
                    <a:pt x="6902" y="48733"/>
                    <a:pt x="6731" y="48762"/>
                  </a:cubicBezTo>
                  <a:cubicBezTo>
                    <a:pt x="6760" y="49159"/>
                    <a:pt x="6845" y="49528"/>
                    <a:pt x="6987" y="49898"/>
                  </a:cubicBezTo>
                  <a:cubicBezTo>
                    <a:pt x="7981" y="49756"/>
                    <a:pt x="8890" y="49443"/>
                    <a:pt x="9855" y="49301"/>
                  </a:cubicBezTo>
                  <a:cubicBezTo>
                    <a:pt x="11076" y="49102"/>
                    <a:pt x="12241" y="48762"/>
                    <a:pt x="13377" y="48336"/>
                  </a:cubicBezTo>
                  <a:cubicBezTo>
                    <a:pt x="13433" y="47938"/>
                    <a:pt x="13433" y="47541"/>
                    <a:pt x="13377" y="47143"/>
                  </a:cubicBezTo>
                  <a:close/>
                  <a:moveTo>
                    <a:pt x="13263" y="51147"/>
                  </a:moveTo>
                  <a:cubicBezTo>
                    <a:pt x="12894" y="51176"/>
                    <a:pt x="12525" y="51261"/>
                    <a:pt x="12155" y="51403"/>
                  </a:cubicBezTo>
                  <a:cubicBezTo>
                    <a:pt x="11360" y="51573"/>
                    <a:pt x="10537" y="51687"/>
                    <a:pt x="9770" y="51942"/>
                  </a:cubicBezTo>
                  <a:cubicBezTo>
                    <a:pt x="9060" y="52170"/>
                    <a:pt x="8350" y="52312"/>
                    <a:pt x="7640" y="52482"/>
                  </a:cubicBezTo>
                  <a:cubicBezTo>
                    <a:pt x="7668" y="52880"/>
                    <a:pt x="7754" y="53277"/>
                    <a:pt x="7924" y="53618"/>
                  </a:cubicBezTo>
                  <a:lnTo>
                    <a:pt x="8861" y="53391"/>
                  </a:lnTo>
                  <a:cubicBezTo>
                    <a:pt x="9742" y="53164"/>
                    <a:pt x="10593" y="52936"/>
                    <a:pt x="11474" y="52738"/>
                  </a:cubicBezTo>
                  <a:cubicBezTo>
                    <a:pt x="12042" y="52567"/>
                    <a:pt x="12638" y="52454"/>
                    <a:pt x="13235" y="52425"/>
                  </a:cubicBezTo>
                  <a:cubicBezTo>
                    <a:pt x="13348" y="51999"/>
                    <a:pt x="13348" y="51573"/>
                    <a:pt x="13263" y="51147"/>
                  </a:cubicBezTo>
                  <a:close/>
                  <a:moveTo>
                    <a:pt x="13235" y="55407"/>
                  </a:moveTo>
                  <a:cubicBezTo>
                    <a:pt x="12027" y="55764"/>
                    <a:pt x="10847" y="56147"/>
                    <a:pt x="9539" y="56147"/>
                  </a:cubicBezTo>
                  <a:cubicBezTo>
                    <a:pt x="9493" y="56147"/>
                    <a:pt x="9447" y="56146"/>
                    <a:pt x="9401" y="56145"/>
                  </a:cubicBezTo>
                  <a:cubicBezTo>
                    <a:pt x="9230" y="56145"/>
                    <a:pt x="9088" y="56174"/>
                    <a:pt x="8918" y="56202"/>
                  </a:cubicBezTo>
                  <a:cubicBezTo>
                    <a:pt x="8776" y="56231"/>
                    <a:pt x="8634" y="56287"/>
                    <a:pt x="8549" y="56401"/>
                  </a:cubicBezTo>
                  <a:cubicBezTo>
                    <a:pt x="8577" y="56742"/>
                    <a:pt x="8662" y="57054"/>
                    <a:pt x="8804" y="57367"/>
                  </a:cubicBezTo>
                  <a:cubicBezTo>
                    <a:pt x="9401" y="57310"/>
                    <a:pt x="9969" y="57253"/>
                    <a:pt x="10565" y="57225"/>
                  </a:cubicBezTo>
                  <a:cubicBezTo>
                    <a:pt x="11190" y="57225"/>
                    <a:pt x="11815" y="57083"/>
                    <a:pt x="12383" y="56884"/>
                  </a:cubicBezTo>
                  <a:cubicBezTo>
                    <a:pt x="12667" y="56770"/>
                    <a:pt x="12951" y="56713"/>
                    <a:pt x="13235" y="56685"/>
                  </a:cubicBezTo>
                  <a:cubicBezTo>
                    <a:pt x="13291" y="56259"/>
                    <a:pt x="13291" y="55833"/>
                    <a:pt x="13235" y="55407"/>
                  </a:cubicBezTo>
                  <a:close/>
                  <a:moveTo>
                    <a:pt x="13263" y="57849"/>
                  </a:moveTo>
                  <a:cubicBezTo>
                    <a:pt x="12951" y="57878"/>
                    <a:pt x="12638" y="57963"/>
                    <a:pt x="12326" y="58077"/>
                  </a:cubicBezTo>
                  <a:cubicBezTo>
                    <a:pt x="11616" y="58417"/>
                    <a:pt x="10906" y="58645"/>
                    <a:pt x="10224" y="58985"/>
                  </a:cubicBezTo>
                  <a:cubicBezTo>
                    <a:pt x="9940" y="59156"/>
                    <a:pt x="9628" y="59269"/>
                    <a:pt x="9316" y="59298"/>
                  </a:cubicBezTo>
                  <a:cubicBezTo>
                    <a:pt x="9344" y="59695"/>
                    <a:pt x="9429" y="60064"/>
                    <a:pt x="9600" y="60434"/>
                  </a:cubicBezTo>
                  <a:cubicBezTo>
                    <a:pt x="10451" y="60178"/>
                    <a:pt x="11275" y="59866"/>
                    <a:pt x="12099" y="59525"/>
                  </a:cubicBezTo>
                  <a:cubicBezTo>
                    <a:pt x="12468" y="59383"/>
                    <a:pt x="12865" y="59212"/>
                    <a:pt x="13263" y="59042"/>
                  </a:cubicBezTo>
                  <a:cubicBezTo>
                    <a:pt x="13348" y="58645"/>
                    <a:pt x="13348" y="58247"/>
                    <a:pt x="13263" y="57849"/>
                  </a:cubicBezTo>
                  <a:close/>
                  <a:moveTo>
                    <a:pt x="13433" y="61967"/>
                  </a:moveTo>
                  <a:lnTo>
                    <a:pt x="10111" y="62223"/>
                  </a:lnTo>
                  <a:cubicBezTo>
                    <a:pt x="10139" y="62620"/>
                    <a:pt x="10253" y="62990"/>
                    <a:pt x="10423" y="63359"/>
                  </a:cubicBezTo>
                  <a:lnTo>
                    <a:pt x="13519" y="63160"/>
                  </a:lnTo>
                  <a:cubicBezTo>
                    <a:pt x="13547" y="62762"/>
                    <a:pt x="13519" y="62365"/>
                    <a:pt x="13433" y="61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22"/>
            <p:cNvSpPr/>
            <p:nvPr/>
          </p:nvSpPr>
          <p:spPr>
            <a:xfrm>
              <a:off x="7950450" y="2098510"/>
              <a:ext cx="453700" cy="1738157"/>
            </a:xfrm>
            <a:custGeom>
              <a:rect b="b" l="l" r="r" t="t"/>
              <a:pathLst>
                <a:path extrusionOk="0" h="72582" w="18148">
                  <a:moveTo>
                    <a:pt x="15147" y="1"/>
                  </a:moveTo>
                  <a:cubicBezTo>
                    <a:pt x="14975" y="1"/>
                    <a:pt x="14811" y="84"/>
                    <a:pt x="14711" y="233"/>
                  </a:cubicBezTo>
                  <a:cubicBezTo>
                    <a:pt x="14655" y="375"/>
                    <a:pt x="14569" y="546"/>
                    <a:pt x="14541" y="688"/>
                  </a:cubicBezTo>
                  <a:cubicBezTo>
                    <a:pt x="13348" y="3953"/>
                    <a:pt x="11758" y="7077"/>
                    <a:pt x="9770" y="9917"/>
                  </a:cubicBezTo>
                  <a:cubicBezTo>
                    <a:pt x="7583" y="13268"/>
                    <a:pt x="5794" y="16875"/>
                    <a:pt x="4459" y="20624"/>
                  </a:cubicBezTo>
                  <a:cubicBezTo>
                    <a:pt x="3522" y="23179"/>
                    <a:pt x="2755" y="25792"/>
                    <a:pt x="2187" y="28433"/>
                  </a:cubicBezTo>
                  <a:cubicBezTo>
                    <a:pt x="1648" y="31131"/>
                    <a:pt x="1335" y="33886"/>
                    <a:pt x="1307" y="36641"/>
                  </a:cubicBezTo>
                  <a:cubicBezTo>
                    <a:pt x="1250" y="37635"/>
                    <a:pt x="1222" y="38657"/>
                    <a:pt x="1193" y="39651"/>
                  </a:cubicBezTo>
                  <a:cubicBezTo>
                    <a:pt x="1137" y="41667"/>
                    <a:pt x="1080" y="43655"/>
                    <a:pt x="995" y="45643"/>
                  </a:cubicBezTo>
                  <a:cubicBezTo>
                    <a:pt x="966" y="46665"/>
                    <a:pt x="938" y="47688"/>
                    <a:pt x="853" y="48682"/>
                  </a:cubicBezTo>
                  <a:cubicBezTo>
                    <a:pt x="654" y="51152"/>
                    <a:pt x="654" y="53623"/>
                    <a:pt x="569" y="56065"/>
                  </a:cubicBezTo>
                  <a:cubicBezTo>
                    <a:pt x="512" y="57287"/>
                    <a:pt x="455" y="58479"/>
                    <a:pt x="398" y="59672"/>
                  </a:cubicBezTo>
                  <a:cubicBezTo>
                    <a:pt x="370" y="61092"/>
                    <a:pt x="313" y="62484"/>
                    <a:pt x="313" y="63875"/>
                  </a:cubicBezTo>
                  <a:cubicBezTo>
                    <a:pt x="313" y="65494"/>
                    <a:pt x="228" y="67113"/>
                    <a:pt x="86" y="68703"/>
                  </a:cubicBezTo>
                  <a:cubicBezTo>
                    <a:pt x="58" y="69328"/>
                    <a:pt x="29" y="69981"/>
                    <a:pt x="29" y="70606"/>
                  </a:cubicBezTo>
                  <a:cubicBezTo>
                    <a:pt x="1" y="71486"/>
                    <a:pt x="114" y="71656"/>
                    <a:pt x="1023" y="72026"/>
                  </a:cubicBezTo>
                  <a:cubicBezTo>
                    <a:pt x="1960" y="72338"/>
                    <a:pt x="2926" y="72508"/>
                    <a:pt x="3920" y="72508"/>
                  </a:cubicBezTo>
                  <a:cubicBezTo>
                    <a:pt x="4033" y="72537"/>
                    <a:pt x="4147" y="72565"/>
                    <a:pt x="4261" y="72565"/>
                  </a:cubicBezTo>
                  <a:cubicBezTo>
                    <a:pt x="4312" y="72576"/>
                    <a:pt x="4364" y="72582"/>
                    <a:pt x="4416" y="72582"/>
                  </a:cubicBezTo>
                  <a:cubicBezTo>
                    <a:pt x="4764" y="72582"/>
                    <a:pt x="5103" y="72343"/>
                    <a:pt x="5226" y="71997"/>
                  </a:cubicBezTo>
                  <a:cubicBezTo>
                    <a:pt x="5368" y="71656"/>
                    <a:pt x="5482" y="71344"/>
                    <a:pt x="5595" y="71003"/>
                  </a:cubicBezTo>
                  <a:cubicBezTo>
                    <a:pt x="5709" y="70549"/>
                    <a:pt x="5822" y="70094"/>
                    <a:pt x="5936" y="69640"/>
                  </a:cubicBezTo>
                  <a:cubicBezTo>
                    <a:pt x="6135" y="68845"/>
                    <a:pt x="6390" y="68078"/>
                    <a:pt x="6703" y="67311"/>
                  </a:cubicBezTo>
                  <a:cubicBezTo>
                    <a:pt x="7839" y="64386"/>
                    <a:pt x="8833" y="61376"/>
                    <a:pt x="9600" y="58337"/>
                  </a:cubicBezTo>
                  <a:cubicBezTo>
                    <a:pt x="10764" y="54106"/>
                    <a:pt x="11985" y="49903"/>
                    <a:pt x="13689" y="45870"/>
                  </a:cubicBezTo>
                  <a:cubicBezTo>
                    <a:pt x="14939" y="42832"/>
                    <a:pt x="15989" y="39764"/>
                    <a:pt x="16898" y="36641"/>
                  </a:cubicBezTo>
                  <a:cubicBezTo>
                    <a:pt x="17636" y="34056"/>
                    <a:pt x="18034" y="31387"/>
                    <a:pt x="18062" y="28689"/>
                  </a:cubicBezTo>
                  <a:cubicBezTo>
                    <a:pt x="18148" y="24429"/>
                    <a:pt x="17920" y="20169"/>
                    <a:pt x="17409" y="15909"/>
                  </a:cubicBezTo>
                  <a:cubicBezTo>
                    <a:pt x="17125" y="13609"/>
                    <a:pt x="16784" y="11309"/>
                    <a:pt x="16415" y="9008"/>
                  </a:cubicBezTo>
                  <a:cubicBezTo>
                    <a:pt x="16103" y="6822"/>
                    <a:pt x="15904" y="4607"/>
                    <a:pt x="15762" y="2392"/>
                  </a:cubicBezTo>
                  <a:cubicBezTo>
                    <a:pt x="15705" y="1909"/>
                    <a:pt x="15734" y="1426"/>
                    <a:pt x="15705" y="915"/>
                  </a:cubicBezTo>
                  <a:cubicBezTo>
                    <a:pt x="15705" y="744"/>
                    <a:pt x="15677" y="546"/>
                    <a:pt x="15620" y="375"/>
                  </a:cubicBezTo>
                  <a:cubicBezTo>
                    <a:pt x="15592" y="176"/>
                    <a:pt x="15421" y="6"/>
                    <a:pt x="15223" y="6"/>
                  </a:cubicBezTo>
                  <a:cubicBezTo>
                    <a:pt x="15197" y="2"/>
                    <a:pt x="15172" y="1"/>
                    <a:pt x="15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22"/>
            <p:cNvSpPr/>
            <p:nvPr/>
          </p:nvSpPr>
          <p:spPr>
            <a:xfrm>
              <a:off x="7950450" y="2097840"/>
              <a:ext cx="453700" cy="1738157"/>
            </a:xfrm>
            <a:custGeom>
              <a:rect b="b" l="l" r="r" t="t"/>
              <a:pathLst>
                <a:path extrusionOk="0" h="72582" w="18148">
                  <a:moveTo>
                    <a:pt x="15147" y="0"/>
                  </a:moveTo>
                  <a:cubicBezTo>
                    <a:pt x="14975" y="0"/>
                    <a:pt x="14811" y="84"/>
                    <a:pt x="14711" y="233"/>
                  </a:cubicBezTo>
                  <a:cubicBezTo>
                    <a:pt x="14655" y="375"/>
                    <a:pt x="14569" y="545"/>
                    <a:pt x="14541" y="687"/>
                  </a:cubicBezTo>
                  <a:cubicBezTo>
                    <a:pt x="13348" y="3953"/>
                    <a:pt x="11758" y="7077"/>
                    <a:pt x="9798" y="9945"/>
                  </a:cubicBezTo>
                  <a:cubicBezTo>
                    <a:pt x="7583" y="13268"/>
                    <a:pt x="5794" y="16875"/>
                    <a:pt x="4459" y="20652"/>
                  </a:cubicBezTo>
                  <a:cubicBezTo>
                    <a:pt x="3522" y="23179"/>
                    <a:pt x="2784" y="25792"/>
                    <a:pt x="2187" y="28461"/>
                  </a:cubicBezTo>
                  <a:cubicBezTo>
                    <a:pt x="1648" y="31131"/>
                    <a:pt x="1364" y="33857"/>
                    <a:pt x="1307" y="36612"/>
                  </a:cubicBezTo>
                  <a:cubicBezTo>
                    <a:pt x="1279" y="37634"/>
                    <a:pt x="1222" y="38628"/>
                    <a:pt x="1193" y="39650"/>
                  </a:cubicBezTo>
                  <a:cubicBezTo>
                    <a:pt x="1137" y="41638"/>
                    <a:pt x="1080" y="43655"/>
                    <a:pt x="1023" y="45643"/>
                  </a:cubicBezTo>
                  <a:cubicBezTo>
                    <a:pt x="966" y="46665"/>
                    <a:pt x="938" y="47659"/>
                    <a:pt x="853" y="48681"/>
                  </a:cubicBezTo>
                  <a:cubicBezTo>
                    <a:pt x="682" y="51124"/>
                    <a:pt x="682" y="53594"/>
                    <a:pt x="569" y="56065"/>
                  </a:cubicBezTo>
                  <a:cubicBezTo>
                    <a:pt x="540" y="57258"/>
                    <a:pt x="455" y="58451"/>
                    <a:pt x="427" y="59672"/>
                  </a:cubicBezTo>
                  <a:cubicBezTo>
                    <a:pt x="370" y="61063"/>
                    <a:pt x="342" y="62455"/>
                    <a:pt x="342" y="63846"/>
                  </a:cubicBezTo>
                  <a:cubicBezTo>
                    <a:pt x="342" y="65465"/>
                    <a:pt x="228" y="67084"/>
                    <a:pt x="114" y="68703"/>
                  </a:cubicBezTo>
                  <a:cubicBezTo>
                    <a:pt x="58" y="69327"/>
                    <a:pt x="58" y="69952"/>
                    <a:pt x="29" y="70577"/>
                  </a:cubicBezTo>
                  <a:cubicBezTo>
                    <a:pt x="1" y="71486"/>
                    <a:pt x="143" y="71656"/>
                    <a:pt x="1023" y="71997"/>
                  </a:cubicBezTo>
                  <a:cubicBezTo>
                    <a:pt x="1193" y="71116"/>
                    <a:pt x="1364" y="70236"/>
                    <a:pt x="1506" y="69327"/>
                  </a:cubicBezTo>
                  <a:cubicBezTo>
                    <a:pt x="1506" y="68930"/>
                    <a:pt x="1563" y="68532"/>
                    <a:pt x="1648" y="68163"/>
                  </a:cubicBezTo>
                  <a:lnTo>
                    <a:pt x="1932" y="65209"/>
                  </a:lnTo>
                  <a:cubicBezTo>
                    <a:pt x="1875" y="64812"/>
                    <a:pt x="1875" y="64414"/>
                    <a:pt x="1989" y="64017"/>
                  </a:cubicBezTo>
                  <a:cubicBezTo>
                    <a:pt x="1932" y="63648"/>
                    <a:pt x="1960" y="63250"/>
                    <a:pt x="2045" y="62881"/>
                  </a:cubicBezTo>
                  <a:cubicBezTo>
                    <a:pt x="2017" y="62455"/>
                    <a:pt x="2045" y="62029"/>
                    <a:pt x="2131" y="61603"/>
                  </a:cubicBezTo>
                  <a:cubicBezTo>
                    <a:pt x="2102" y="61432"/>
                    <a:pt x="2102" y="61262"/>
                    <a:pt x="2102" y="61120"/>
                  </a:cubicBezTo>
                  <a:cubicBezTo>
                    <a:pt x="2159" y="60268"/>
                    <a:pt x="2216" y="59444"/>
                    <a:pt x="2273" y="58621"/>
                  </a:cubicBezTo>
                  <a:cubicBezTo>
                    <a:pt x="2187" y="58195"/>
                    <a:pt x="2216" y="57741"/>
                    <a:pt x="2301" y="57315"/>
                  </a:cubicBezTo>
                  <a:cubicBezTo>
                    <a:pt x="2216" y="56377"/>
                    <a:pt x="2301" y="55469"/>
                    <a:pt x="2301" y="54531"/>
                  </a:cubicBezTo>
                  <a:cubicBezTo>
                    <a:pt x="2244" y="54105"/>
                    <a:pt x="2273" y="53708"/>
                    <a:pt x="2329" y="53310"/>
                  </a:cubicBezTo>
                  <a:cubicBezTo>
                    <a:pt x="2301" y="53254"/>
                    <a:pt x="2273" y="53168"/>
                    <a:pt x="2273" y="53083"/>
                  </a:cubicBezTo>
                  <a:lnTo>
                    <a:pt x="2273" y="50044"/>
                  </a:lnTo>
                  <a:cubicBezTo>
                    <a:pt x="2216" y="49590"/>
                    <a:pt x="2216" y="49164"/>
                    <a:pt x="2244" y="48710"/>
                  </a:cubicBezTo>
                  <a:cubicBezTo>
                    <a:pt x="2187" y="47574"/>
                    <a:pt x="2187" y="46409"/>
                    <a:pt x="2301" y="45273"/>
                  </a:cubicBezTo>
                  <a:cubicBezTo>
                    <a:pt x="2273" y="44876"/>
                    <a:pt x="2301" y="44478"/>
                    <a:pt x="2386" y="44109"/>
                  </a:cubicBezTo>
                  <a:cubicBezTo>
                    <a:pt x="2443" y="43115"/>
                    <a:pt x="2471" y="42121"/>
                    <a:pt x="2528" y="41127"/>
                  </a:cubicBezTo>
                  <a:cubicBezTo>
                    <a:pt x="2585" y="40588"/>
                    <a:pt x="2670" y="40048"/>
                    <a:pt x="2727" y="39508"/>
                  </a:cubicBezTo>
                  <a:cubicBezTo>
                    <a:pt x="2699" y="39111"/>
                    <a:pt x="2755" y="38713"/>
                    <a:pt x="2841" y="38344"/>
                  </a:cubicBezTo>
                  <a:cubicBezTo>
                    <a:pt x="2841" y="37634"/>
                    <a:pt x="2897" y="36924"/>
                    <a:pt x="3011" y="36214"/>
                  </a:cubicBezTo>
                  <a:cubicBezTo>
                    <a:pt x="2954" y="35447"/>
                    <a:pt x="3011" y="34681"/>
                    <a:pt x="3153" y="33942"/>
                  </a:cubicBezTo>
                  <a:cubicBezTo>
                    <a:pt x="3181" y="33005"/>
                    <a:pt x="3295" y="32068"/>
                    <a:pt x="3437" y="31159"/>
                  </a:cubicBezTo>
                  <a:cubicBezTo>
                    <a:pt x="3437" y="30762"/>
                    <a:pt x="3465" y="30364"/>
                    <a:pt x="3551" y="29995"/>
                  </a:cubicBezTo>
                  <a:cubicBezTo>
                    <a:pt x="3607" y="29114"/>
                    <a:pt x="3778" y="28234"/>
                    <a:pt x="4090" y="27439"/>
                  </a:cubicBezTo>
                  <a:cubicBezTo>
                    <a:pt x="4119" y="27013"/>
                    <a:pt x="4232" y="26644"/>
                    <a:pt x="4403" y="26275"/>
                  </a:cubicBezTo>
                  <a:cubicBezTo>
                    <a:pt x="4658" y="25195"/>
                    <a:pt x="4971" y="24145"/>
                    <a:pt x="5340" y="23094"/>
                  </a:cubicBezTo>
                  <a:cubicBezTo>
                    <a:pt x="5453" y="22526"/>
                    <a:pt x="5652" y="21986"/>
                    <a:pt x="5936" y="21504"/>
                  </a:cubicBezTo>
                  <a:cubicBezTo>
                    <a:pt x="6220" y="20566"/>
                    <a:pt x="6618" y="19686"/>
                    <a:pt x="7072" y="18834"/>
                  </a:cubicBezTo>
                  <a:cubicBezTo>
                    <a:pt x="7186" y="18436"/>
                    <a:pt x="7384" y="18067"/>
                    <a:pt x="7612" y="17755"/>
                  </a:cubicBezTo>
                  <a:cubicBezTo>
                    <a:pt x="7725" y="17357"/>
                    <a:pt x="7896" y="16960"/>
                    <a:pt x="8151" y="16647"/>
                  </a:cubicBezTo>
                  <a:cubicBezTo>
                    <a:pt x="8265" y="16278"/>
                    <a:pt x="8435" y="15966"/>
                    <a:pt x="8662" y="15682"/>
                  </a:cubicBezTo>
                  <a:cubicBezTo>
                    <a:pt x="9003" y="14801"/>
                    <a:pt x="9429" y="13978"/>
                    <a:pt x="9940" y="13211"/>
                  </a:cubicBezTo>
                  <a:cubicBezTo>
                    <a:pt x="10054" y="12814"/>
                    <a:pt x="10253" y="12444"/>
                    <a:pt x="10537" y="12132"/>
                  </a:cubicBezTo>
                  <a:cubicBezTo>
                    <a:pt x="10792" y="11507"/>
                    <a:pt x="11133" y="10911"/>
                    <a:pt x="11559" y="10343"/>
                  </a:cubicBezTo>
                  <a:cubicBezTo>
                    <a:pt x="11673" y="9945"/>
                    <a:pt x="11871" y="9576"/>
                    <a:pt x="12155" y="9264"/>
                  </a:cubicBezTo>
                  <a:cubicBezTo>
                    <a:pt x="12383" y="8724"/>
                    <a:pt x="12667" y="8213"/>
                    <a:pt x="13036" y="7730"/>
                  </a:cubicBezTo>
                  <a:cubicBezTo>
                    <a:pt x="13206" y="7333"/>
                    <a:pt x="13462" y="6963"/>
                    <a:pt x="13746" y="6651"/>
                  </a:cubicBezTo>
                  <a:cubicBezTo>
                    <a:pt x="14030" y="6083"/>
                    <a:pt x="14371" y="5543"/>
                    <a:pt x="14768" y="5061"/>
                  </a:cubicBezTo>
                  <a:cubicBezTo>
                    <a:pt x="14882" y="5629"/>
                    <a:pt x="14910" y="6197"/>
                    <a:pt x="14910" y="6793"/>
                  </a:cubicBezTo>
                  <a:cubicBezTo>
                    <a:pt x="15024" y="7162"/>
                    <a:pt x="15081" y="7560"/>
                    <a:pt x="15052" y="7986"/>
                  </a:cubicBezTo>
                  <a:cubicBezTo>
                    <a:pt x="15194" y="8752"/>
                    <a:pt x="15308" y="9548"/>
                    <a:pt x="15336" y="10343"/>
                  </a:cubicBezTo>
                  <a:cubicBezTo>
                    <a:pt x="15478" y="10826"/>
                    <a:pt x="15535" y="11308"/>
                    <a:pt x="15535" y="11820"/>
                  </a:cubicBezTo>
                  <a:cubicBezTo>
                    <a:pt x="15677" y="12274"/>
                    <a:pt x="15734" y="12785"/>
                    <a:pt x="15734" y="13268"/>
                  </a:cubicBezTo>
                  <a:cubicBezTo>
                    <a:pt x="15876" y="13609"/>
                    <a:pt x="15933" y="13949"/>
                    <a:pt x="15904" y="14319"/>
                  </a:cubicBezTo>
                  <a:cubicBezTo>
                    <a:pt x="16131" y="15313"/>
                    <a:pt x="16273" y="16335"/>
                    <a:pt x="16330" y="17357"/>
                  </a:cubicBezTo>
                  <a:cubicBezTo>
                    <a:pt x="16444" y="17755"/>
                    <a:pt x="16500" y="18152"/>
                    <a:pt x="16472" y="18578"/>
                  </a:cubicBezTo>
                  <a:cubicBezTo>
                    <a:pt x="16642" y="19601"/>
                    <a:pt x="16756" y="20652"/>
                    <a:pt x="16728" y="21731"/>
                  </a:cubicBezTo>
                  <a:cubicBezTo>
                    <a:pt x="16813" y="22157"/>
                    <a:pt x="16841" y="22611"/>
                    <a:pt x="16784" y="23066"/>
                  </a:cubicBezTo>
                  <a:cubicBezTo>
                    <a:pt x="16870" y="23662"/>
                    <a:pt x="16898" y="24258"/>
                    <a:pt x="16841" y="24855"/>
                  </a:cubicBezTo>
                  <a:cubicBezTo>
                    <a:pt x="16926" y="25337"/>
                    <a:pt x="16926" y="25849"/>
                    <a:pt x="16813" y="26360"/>
                  </a:cubicBezTo>
                  <a:cubicBezTo>
                    <a:pt x="16870" y="27325"/>
                    <a:pt x="16813" y="28319"/>
                    <a:pt x="16642" y="29285"/>
                  </a:cubicBezTo>
                  <a:cubicBezTo>
                    <a:pt x="16642" y="29654"/>
                    <a:pt x="16614" y="30052"/>
                    <a:pt x="16500" y="30421"/>
                  </a:cubicBezTo>
                  <a:cubicBezTo>
                    <a:pt x="16415" y="31330"/>
                    <a:pt x="16245" y="32210"/>
                    <a:pt x="15989" y="33090"/>
                  </a:cubicBezTo>
                  <a:cubicBezTo>
                    <a:pt x="15989" y="33119"/>
                    <a:pt x="15989" y="33147"/>
                    <a:pt x="15961" y="33176"/>
                  </a:cubicBezTo>
                  <a:cubicBezTo>
                    <a:pt x="15933" y="33573"/>
                    <a:pt x="15876" y="33942"/>
                    <a:pt x="15734" y="34340"/>
                  </a:cubicBezTo>
                  <a:cubicBezTo>
                    <a:pt x="15677" y="34681"/>
                    <a:pt x="15592" y="35021"/>
                    <a:pt x="15507" y="35362"/>
                  </a:cubicBezTo>
                  <a:cubicBezTo>
                    <a:pt x="15336" y="35817"/>
                    <a:pt x="15336" y="36328"/>
                    <a:pt x="15081" y="36725"/>
                  </a:cubicBezTo>
                  <a:cubicBezTo>
                    <a:pt x="14939" y="37577"/>
                    <a:pt x="14683" y="38373"/>
                    <a:pt x="14342" y="39168"/>
                  </a:cubicBezTo>
                  <a:cubicBezTo>
                    <a:pt x="14172" y="39934"/>
                    <a:pt x="13916" y="40673"/>
                    <a:pt x="13604" y="41383"/>
                  </a:cubicBezTo>
                  <a:cubicBezTo>
                    <a:pt x="13547" y="41866"/>
                    <a:pt x="13405" y="42292"/>
                    <a:pt x="13178" y="42689"/>
                  </a:cubicBezTo>
                  <a:cubicBezTo>
                    <a:pt x="12837" y="43825"/>
                    <a:pt x="12411" y="44933"/>
                    <a:pt x="11985" y="46012"/>
                  </a:cubicBezTo>
                  <a:cubicBezTo>
                    <a:pt x="11900" y="46381"/>
                    <a:pt x="11786" y="46750"/>
                    <a:pt x="11587" y="47063"/>
                  </a:cubicBezTo>
                  <a:cubicBezTo>
                    <a:pt x="11332" y="47915"/>
                    <a:pt x="11048" y="48766"/>
                    <a:pt x="10764" y="49590"/>
                  </a:cubicBezTo>
                  <a:cubicBezTo>
                    <a:pt x="10707" y="49874"/>
                    <a:pt x="10622" y="50158"/>
                    <a:pt x="10452" y="50414"/>
                  </a:cubicBezTo>
                  <a:cubicBezTo>
                    <a:pt x="10395" y="50840"/>
                    <a:pt x="10253" y="51237"/>
                    <a:pt x="10054" y="51606"/>
                  </a:cubicBezTo>
                  <a:cubicBezTo>
                    <a:pt x="9798" y="52515"/>
                    <a:pt x="9543" y="53424"/>
                    <a:pt x="9287" y="54304"/>
                  </a:cubicBezTo>
                  <a:cubicBezTo>
                    <a:pt x="9230" y="54645"/>
                    <a:pt x="9117" y="54957"/>
                    <a:pt x="8946" y="55213"/>
                  </a:cubicBezTo>
                  <a:cubicBezTo>
                    <a:pt x="8890" y="55611"/>
                    <a:pt x="8776" y="56008"/>
                    <a:pt x="8634" y="56349"/>
                  </a:cubicBezTo>
                  <a:cubicBezTo>
                    <a:pt x="8435" y="57229"/>
                    <a:pt x="8180" y="58081"/>
                    <a:pt x="7867" y="58933"/>
                  </a:cubicBezTo>
                  <a:cubicBezTo>
                    <a:pt x="7810" y="59331"/>
                    <a:pt x="7697" y="59700"/>
                    <a:pt x="7526" y="60069"/>
                  </a:cubicBezTo>
                  <a:cubicBezTo>
                    <a:pt x="7328" y="61006"/>
                    <a:pt x="7044" y="61915"/>
                    <a:pt x="6731" y="62824"/>
                  </a:cubicBezTo>
                  <a:cubicBezTo>
                    <a:pt x="6703" y="63165"/>
                    <a:pt x="6589" y="63477"/>
                    <a:pt x="6447" y="63761"/>
                  </a:cubicBezTo>
                  <a:cubicBezTo>
                    <a:pt x="6334" y="64414"/>
                    <a:pt x="6135" y="65067"/>
                    <a:pt x="5851" y="65664"/>
                  </a:cubicBezTo>
                  <a:cubicBezTo>
                    <a:pt x="5822" y="66061"/>
                    <a:pt x="5709" y="66431"/>
                    <a:pt x="5539" y="66771"/>
                  </a:cubicBezTo>
                  <a:cubicBezTo>
                    <a:pt x="5397" y="67396"/>
                    <a:pt x="5198" y="67993"/>
                    <a:pt x="4942" y="68561"/>
                  </a:cubicBezTo>
                  <a:cubicBezTo>
                    <a:pt x="4885" y="68958"/>
                    <a:pt x="4772" y="69327"/>
                    <a:pt x="4601" y="69668"/>
                  </a:cubicBezTo>
                  <a:cubicBezTo>
                    <a:pt x="4573" y="69952"/>
                    <a:pt x="4516" y="70208"/>
                    <a:pt x="4431" y="70463"/>
                  </a:cubicBezTo>
                  <a:cubicBezTo>
                    <a:pt x="4204" y="71145"/>
                    <a:pt x="4033" y="71826"/>
                    <a:pt x="3920" y="72508"/>
                  </a:cubicBezTo>
                  <a:cubicBezTo>
                    <a:pt x="4033" y="72536"/>
                    <a:pt x="4147" y="72565"/>
                    <a:pt x="4261" y="72565"/>
                  </a:cubicBezTo>
                  <a:cubicBezTo>
                    <a:pt x="4312" y="72576"/>
                    <a:pt x="4364" y="72581"/>
                    <a:pt x="4416" y="72581"/>
                  </a:cubicBezTo>
                  <a:cubicBezTo>
                    <a:pt x="4764" y="72581"/>
                    <a:pt x="5103" y="72343"/>
                    <a:pt x="5226" y="71997"/>
                  </a:cubicBezTo>
                  <a:cubicBezTo>
                    <a:pt x="5368" y="71656"/>
                    <a:pt x="5482" y="71344"/>
                    <a:pt x="5595" y="71003"/>
                  </a:cubicBezTo>
                  <a:cubicBezTo>
                    <a:pt x="5709" y="70548"/>
                    <a:pt x="5822" y="70094"/>
                    <a:pt x="5936" y="69640"/>
                  </a:cubicBezTo>
                  <a:cubicBezTo>
                    <a:pt x="6135" y="68845"/>
                    <a:pt x="6390" y="68078"/>
                    <a:pt x="6703" y="67311"/>
                  </a:cubicBezTo>
                  <a:cubicBezTo>
                    <a:pt x="7839" y="64386"/>
                    <a:pt x="8833" y="61376"/>
                    <a:pt x="9600" y="58337"/>
                  </a:cubicBezTo>
                  <a:cubicBezTo>
                    <a:pt x="10764" y="54105"/>
                    <a:pt x="11985" y="49902"/>
                    <a:pt x="13689" y="45870"/>
                  </a:cubicBezTo>
                  <a:cubicBezTo>
                    <a:pt x="14939" y="42831"/>
                    <a:pt x="15989" y="39764"/>
                    <a:pt x="16898" y="36640"/>
                  </a:cubicBezTo>
                  <a:cubicBezTo>
                    <a:pt x="17636" y="34056"/>
                    <a:pt x="18034" y="31386"/>
                    <a:pt x="18062" y="28688"/>
                  </a:cubicBezTo>
                  <a:cubicBezTo>
                    <a:pt x="18148" y="24429"/>
                    <a:pt x="17920" y="20169"/>
                    <a:pt x="17409" y="15909"/>
                  </a:cubicBezTo>
                  <a:cubicBezTo>
                    <a:pt x="17125" y="13609"/>
                    <a:pt x="16756" y="11308"/>
                    <a:pt x="16415" y="9008"/>
                  </a:cubicBezTo>
                  <a:cubicBezTo>
                    <a:pt x="16103" y="6821"/>
                    <a:pt x="15904" y="4606"/>
                    <a:pt x="15762" y="2391"/>
                  </a:cubicBezTo>
                  <a:cubicBezTo>
                    <a:pt x="15734" y="1908"/>
                    <a:pt x="15734" y="1426"/>
                    <a:pt x="15705" y="914"/>
                  </a:cubicBezTo>
                  <a:cubicBezTo>
                    <a:pt x="15705" y="744"/>
                    <a:pt x="15677" y="545"/>
                    <a:pt x="15620" y="375"/>
                  </a:cubicBezTo>
                  <a:cubicBezTo>
                    <a:pt x="15592" y="176"/>
                    <a:pt x="15421" y="6"/>
                    <a:pt x="15223" y="6"/>
                  </a:cubicBezTo>
                  <a:cubicBezTo>
                    <a:pt x="15197" y="2"/>
                    <a:pt x="15172" y="0"/>
                    <a:pt x="15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22"/>
            <p:cNvSpPr/>
            <p:nvPr/>
          </p:nvSpPr>
          <p:spPr>
            <a:xfrm>
              <a:off x="7988075" y="2257074"/>
              <a:ext cx="385550" cy="1509148"/>
            </a:xfrm>
            <a:custGeom>
              <a:rect b="b" l="l" r="r" t="t"/>
              <a:pathLst>
                <a:path extrusionOk="0" h="63019" w="15422">
                  <a:moveTo>
                    <a:pt x="12269" y="1"/>
                  </a:moveTo>
                  <a:cubicBezTo>
                    <a:pt x="11957" y="313"/>
                    <a:pt x="11730" y="683"/>
                    <a:pt x="11559" y="1080"/>
                  </a:cubicBezTo>
                  <a:lnTo>
                    <a:pt x="13576" y="1336"/>
                  </a:lnTo>
                  <a:cubicBezTo>
                    <a:pt x="13576" y="910"/>
                    <a:pt x="13547" y="512"/>
                    <a:pt x="13405" y="143"/>
                  </a:cubicBezTo>
                  <a:lnTo>
                    <a:pt x="12269" y="1"/>
                  </a:lnTo>
                  <a:close/>
                  <a:moveTo>
                    <a:pt x="10679" y="2614"/>
                  </a:moveTo>
                  <a:cubicBezTo>
                    <a:pt x="10395" y="2926"/>
                    <a:pt x="10196" y="3295"/>
                    <a:pt x="10054" y="3693"/>
                  </a:cubicBezTo>
                  <a:cubicBezTo>
                    <a:pt x="10991" y="4005"/>
                    <a:pt x="11928" y="4289"/>
                    <a:pt x="12866" y="4602"/>
                  </a:cubicBezTo>
                  <a:cubicBezTo>
                    <a:pt x="13263" y="4772"/>
                    <a:pt x="13661" y="4942"/>
                    <a:pt x="14030" y="5170"/>
                  </a:cubicBezTo>
                  <a:cubicBezTo>
                    <a:pt x="14058" y="4658"/>
                    <a:pt x="13973" y="4176"/>
                    <a:pt x="13860" y="3693"/>
                  </a:cubicBezTo>
                  <a:cubicBezTo>
                    <a:pt x="13008" y="3324"/>
                    <a:pt x="12156" y="3040"/>
                    <a:pt x="11275" y="2784"/>
                  </a:cubicBezTo>
                  <a:lnTo>
                    <a:pt x="10679" y="2614"/>
                  </a:lnTo>
                  <a:close/>
                  <a:moveTo>
                    <a:pt x="9032" y="5454"/>
                  </a:moveTo>
                  <a:cubicBezTo>
                    <a:pt x="8776" y="5766"/>
                    <a:pt x="8549" y="6135"/>
                    <a:pt x="8435" y="6533"/>
                  </a:cubicBezTo>
                  <a:cubicBezTo>
                    <a:pt x="9032" y="6703"/>
                    <a:pt x="9600" y="6930"/>
                    <a:pt x="10139" y="7299"/>
                  </a:cubicBezTo>
                  <a:cubicBezTo>
                    <a:pt x="10754" y="7716"/>
                    <a:pt x="11492" y="7938"/>
                    <a:pt x="12250" y="7938"/>
                  </a:cubicBezTo>
                  <a:cubicBezTo>
                    <a:pt x="12577" y="7938"/>
                    <a:pt x="12909" y="7896"/>
                    <a:pt x="13235" y="7811"/>
                  </a:cubicBezTo>
                  <a:cubicBezTo>
                    <a:pt x="13541" y="7717"/>
                    <a:pt x="13866" y="7661"/>
                    <a:pt x="14211" y="7661"/>
                  </a:cubicBezTo>
                  <a:cubicBezTo>
                    <a:pt x="14282" y="7661"/>
                    <a:pt x="14354" y="7664"/>
                    <a:pt x="14428" y="7669"/>
                  </a:cubicBezTo>
                  <a:cubicBezTo>
                    <a:pt x="14428" y="7299"/>
                    <a:pt x="14371" y="6959"/>
                    <a:pt x="14229" y="6618"/>
                  </a:cubicBezTo>
                  <a:cubicBezTo>
                    <a:pt x="14158" y="6613"/>
                    <a:pt x="14088" y="6611"/>
                    <a:pt x="14017" y="6611"/>
                  </a:cubicBezTo>
                  <a:cubicBezTo>
                    <a:pt x="13690" y="6611"/>
                    <a:pt x="13363" y="6661"/>
                    <a:pt x="13036" y="6731"/>
                  </a:cubicBezTo>
                  <a:cubicBezTo>
                    <a:pt x="12853" y="6787"/>
                    <a:pt x="12657" y="6818"/>
                    <a:pt x="12466" y="6818"/>
                  </a:cubicBezTo>
                  <a:cubicBezTo>
                    <a:pt x="12360" y="6818"/>
                    <a:pt x="12256" y="6808"/>
                    <a:pt x="12156" y="6788"/>
                  </a:cubicBezTo>
                  <a:cubicBezTo>
                    <a:pt x="11701" y="6760"/>
                    <a:pt x="11304" y="6646"/>
                    <a:pt x="10906" y="6419"/>
                  </a:cubicBezTo>
                  <a:cubicBezTo>
                    <a:pt x="10310" y="6050"/>
                    <a:pt x="9685" y="5738"/>
                    <a:pt x="9032" y="5454"/>
                  </a:cubicBezTo>
                  <a:close/>
                  <a:moveTo>
                    <a:pt x="7186" y="9003"/>
                  </a:moveTo>
                  <a:cubicBezTo>
                    <a:pt x="6959" y="9287"/>
                    <a:pt x="6760" y="9628"/>
                    <a:pt x="6675" y="9969"/>
                  </a:cubicBezTo>
                  <a:lnTo>
                    <a:pt x="7640" y="10395"/>
                  </a:lnTo>
                  <a:cubicBezTo>
                    <a:pt x="8691" y="10849"/>
                    <a:pt x="9798" y="11162"/>
                    <a:pt x="10934" y="11275"/>
                  </a:cubicBezTo>
                  <a:cubicBezTo>
                    <a:pt x="11190" y="11304"/>
                    <a:pt x="11417" y="11332"/>
                    <a:pt x="11673" y="11361"/>
                  </a:cubicBezTo>
                  <a:cubicBezTo>
                    <a:pt x="12780" y="11446"/>
                    <a:pt x="13888" y="11616"/>
                    <a:pt x="14967" y="11928"/>
                  </a:cubicBezTo>
                  <a:cubicBezTo>
                    <a:pt x="14995" y="11502"/>
                    <a:pt x="14967" y="11105"/>
                    <a:pt x="14825" y="10707"/>
                  </a:cubicBezTo>
                  <a:cubicBezTo>
                    <a:pt x="13462" y="10310"/>
                    <a:pt x="12042" y="10281"/>
                    <a:pt x="10650" y="10083"/>
                  </a:cubicBezTo>
                  <a:cubicBezTo>
                    <a:pt x="9798" y="9969"/>
                    <a:pt x="8947" y="9713"/>
                    <a:pt x="8180" y="9373"/>
                  </a:cubicBezTo>
                  <a:cubicBezTo>
                    <a:pt x="7839" y="9231"/>
                    <a:pt x="7498" y="9117"/>
                    <a:pt x="7186" y="9003"/>
                  </a:cubicBezTo>
                  <a:close/>
                  <a:moveTo>
                    <a:pt x="6135" y="11077"/>
                  </a:moveTo>
                  <a:cubicBezTo>
                    <a:pt x="5879" y="11417"/>
                    <a:pt x="5681" y="11786"/>
                    <a:pt x="5567" y="12184"/>
                  </a:cubicBezTo>
                  <a:cubicBezTo>
                    <a:pt x="5737" y="12212"/>
                    <a:pt x="5851" y="12326"/>
                    <a:pt x="5965" y="12440"/>
                  </a:cubicBezTo>
                  <a:cubicBezTo>
                    <a:pt x="6192" y="12667"/>
                    <a:pt x="6391" y="12866"/>
                    <a:pt x="6646" y="13036"/>
                  </a:cubicBezTo>
                  <a:cubicBezTo>
                    <a:pt x="7015" y="13348"/>
                    <a:pt x="7498" y="13547"/>
                    <a:pt x="7981" y="13604"/>
                  </a:cubicBezTo>
                  <a:cubicBezTo>
                    <a:pt x="8606" y="13647"/>
                    <a:pt x="9216" y="13756"/>
                    <a:pt x="9833" y="13756"/>
                  </a:cubicBezTo>
                  <a:cubicBezTo>
                    <a:pt x="10029" y="13756"/>
                    <a:pt x="10225" y="13745"/>
                    <a:pt x="10423" y="13718"/>
                  </a:cubicBezTo>
                  <a:cubicBezTo>
                    <a:pt x="10468" y="13715"/>
                    <a:pt x="10513" y="13714"/>
                    <a:pt x="10558" y="13714"/>
                  </a:cubicBezTo>
                  <a:cubicBezTo>
                    <a:pt x="11052" y="13714"/>
                    <a:pt x="11543" y="13857"/>
                    <a:pt x="11985" y="14144"/>
                  </a:cubicBezTo>
                  <a:cubicBezTo>
                    <a:pt x="12553" y="14456"/>
                    <a:pt x="13093" y="14882"/>
                    <a:pt x="13576" y="15393"/>
                  </a:cubicBezTo>
                  <a:cubicBezTo>
                    <a:pt x="14002" y="15904"/>
                    <a:pt x="14626" y="16274"/>
                    <a:pt x="15279" y="16416"/>
                  </a:cubicBezTo>
                  <a:cubicBezTo>
                    <a:pt x="15336" y="15961"/>
                    <a:pt x="15308" y="15507"/>
                    <a:pt x="15251" y="15081"/>
                  </a:cubicBezTo>
                  <a:lnTo>
                    <a:pt x="15251" y="15052"/>
                  </a:lnTo>
                  <a:cubicBezTo>
                    <a:pt x="14882" y="14967"/>
                    <a:pt x="14541" y="14740"/>
                    <a:pt x="14314" y="14428"/>
                  </a:cubicBezTo>
                  <a:cubicBezTo>
                    <a:pt x="13803" y="13945"/>
                    <a:pt x="13263" y="13519"/>
                    <a:pt x="12638" y="13150"/>
                  </a:cubicBezTo>
                  <a:cubicBezTo>
                    <a:pt x="11987" y="12739"/>
                    <a:pt x="11232" y="12534"/>
                    <a:pt x="10463" y="12534"/>
                  </a:cubicBezTo>
                  <a:cubicBezTo>
                    <a:pt x="10327" y="12534"/>
                    <a:pt x="10190" y="12540"/>
                    <a:pt x="10054" y="12553"/>
                  </a:cubicBezTo>
                  <a:cubicBezTo>
                    <a:pt x="9893" y="12560"/>
                    <a:pt x="9732" y="12563"/>
                    <a:pt x="9572" y="12563"/>
                  </a:cubicBezTo>
                  <a:cubicBezTo>
                    <a:pt x="9052" y="12563"/>
                    <a:pt x="8537" y="12526"/>
                    <a:pt x="8038" y="12440"/>
                  </a:cubicBezTo>
                  <a:cubicBezTo>
                    <a:pt x="7697" y="12383"/>
                    <a:pt x="7413" y="12212"/>
                    <a:pt x="7186" y="11985"/>
                  </a:cubicBezTo>
                  <a:cubicBezTo>
                    <a:pt x="6817" y="11730"/>
                    <a:pt x="6476" y="11389"/>
                    <a:pt x="6135" y="11077"/>
                  </a:cubicBezTo>
                  <a:close/>
                  <a:moveTo>
                    <a:pt x="4431" y="14882"/>
                  </a:moveTo>
                  <a:cubicBezTo>
                    <a:pt x="4176" y="15365"/>
                    <a:pt x="3977" y="15904"/>
                    <a:pt x="3863" y="16444"/>
                  </a:cubicBezTo>
                  <a:cubicBezTo>
                    <a:pt x="4289" y="16728"/>
                    <a:pt x="4800" y="16728"/>
                    <a:pt x="5255" y="16898"/>
                  </a:cubicBezTo>
                  <a:cubicBezTo>
                    <a:pt x="5652" y="17040"/>
                    <a:pt x="6107" y="17097"/>
                    <a:pt x="6504" y="17239"/>
                  </a:cubicBezTo>
                  <a:cubicBezTo>
                    <a:pt x="7498" y="17523"/>
                    <a:pt x="8521" y="17779"/>
                    <a:pt x="9515" y="18006"/>
                  </a:cubicBezTo>
                  <a:cubicBezTo>
                    <a:pt x="10082" y="18176"/>
                    <a:pt x="10679" y="18261"/>
                    <a:pt x="11275" y="18403"/>
                  </a:cubicBezTo>
                  <a:cubicBezTo>
                    <a:pt x="11758" y="18517"/>
                    <a:pt x="12212" y="18659"/>
                    <a:pt x="12695" y="18773"/>
                  </a:cubicBezTo>
                  <a:cubicBezTo>
                    <a:pt x="13519" y="18971"/>
                    <a:pt x="14314" y="19255"/>
                    <a:pt x="15081" y="19625"/>
                  </a:cubicBezTo>
                  <a:cubicBezTo>
                    <a:pt x="15137" y="19653"/>
                    <a:pt x="15223" y="19681"/>
                    <a:pt x="15308" y="19681"/>
                  </a:cubicBezTo>
                  <a:cubicBezTo>
                    <a:pt x="15421" y="19199"/>
                    <a:pt x="15421" y="18687"/>
                    <a:pt x="15336" y="18205"/>
                  </a:cubicBezTo>
                  <a:cubicBezTo>
                    <a:pt x="15081" y="18176"/>
                    <a:pt x="14854" y="18091"/>
                    <a:pt x="14655" y="17949"/>
                  </a:cubicBezTo>
                  <a:cubicBezTo>
                    <a:pt x="13632" y="17466"/>
                    <a:pt x="12610" y="17069"/>
                    <a:pt x="11531" y="16728"/>
                  </a:cubicBezTo>
                  <a:cubicBezTo>
                    <a:pt x="11020" y="16557"/>
                    <a:pt x="10480" y="16444"/>
                    <a:pt x="9969" y="16302"/>
                  </a:cubicBezTo>
                  <a:cubicBezTo>
                    <a:pt x="9429" y="16132"/>
                    <a:pt x="8805" y="15990"/>
                    <a:pt x="8237" y="15819"/>
                  </a:cubicBezTo>
                  <a:cubicBezTo>
                    <a:pt x="7782" y="15706"/>
                    <a:pt x="7328" y="15592"/>
                    <a:pt x="6873" y="15507"/>
                  </a:cubicBezTo>
                  <a:cubicBezTo>
                    <a:pt x="6050" y="15336"/>
                    <a:pt x="5255" y="15081"/>
                    <a:pt x="4431" y="14882"/>
                  </a:cubicBezTo>
                  <a:close/>
                  <a:moveTo>
                    <a:pt x="2898" y="19625"/>
                  </a:moveTo>
                  <a:cubicBezTo>
                    <a:pt x="2727" y="19994"/>
                    <a:pt x="2614" y="20363"/>
                    <a:pt x="2585" y="20789"/>
                  </a:cubicBezTo>
                  <a:cubicBezTo>
                    <a:pt x="2841" y="20874"/>
                    <a:pt x="3125" y="20959"/>
                    <a:pt x="3352" y="21073"/>
                  </a:cubicBezTo>
                  <a:cubicBezTo>
                    <a:pt x="3961" y="21370"/>
                    <a:pt x="4622" y="21520"/>
                    <a:pt x="5287" y="21520"/>
                  </a:cubicBezTo>
                  <a:cubicBezTo>
                    <a:pt x="5831" y="21520"/>
                    <a:pt x="6378" y="21419"/>
                    <a:pt x="6902" y="21215"/>
                  </a:cubicBezTo>
                  <a:cubicBezTo>
                    <a:pt x="7243" y="21101"/>
                    <a:pt x="7583" y="21016"/>
                    <a:pt x="7924" y="20931"/>
                  </a:cubicBezTo>
                  <a:cubicBezTo>
                    <a:pt x="7997" y="20904"/>
                    <a:pt x="8073" y="20891"/>
                    <a:pt x="8150" y="20891"/>
                  </a:cubicBezTo>
                  <a:cubicBezTo>
                    <a:pt x="8312" y="20891"/>
                    <a:pt x="8480" y="20948"/>
                    <a:pt x="8634" y="21045"/>
                  </a:cubicBezTo>
                  <a:cubicBezTo>
                    <a:pt x="9032" y="21300"/>
                    <a:pt x="9429" y="21613"/>
                    <a:pt x="9770" y="21953"/>
                  </a:cubicBezTo>
                  <a:cubicBezTo>
                    <a:pt x="10168" y="22294"/>
                    <a:pt x="10537" y="22663"/>
                    <a:pt x="10934" y="23004"/>
                  </a:cubicBezTo>
                  <a:cubicBezTo>
                    <a:pt x="11360" y="23373"/>
                    <a:pt x="11900" y="23600"/>
                    <a:pt x="12468" y="23657"/>
                  </a:cubicBezTo>
                  <a:cubicBezTo>
                    <a:pt x="12765" y="23704"/>
                    <a:pt x="13062" y="23725"/>
                    <a:pt x="13359" y="23725"/>
                  </a:cubicBezTo>
                  <a:cubicBezTo>
                    <a:pt x="13602" y="23725"/>
                    <a:pt x="13844" y="23711"/>
                    <a:pt x="14087" y="23686"/>
                  </a:cubicBezTo>
                  <a:cubicBezTo>
                    <a:pt x="14399" y="23686"/>
                    <a:pt x="14712" y="23686"/>
                    <a:pt x="14995" y="23742"/>
                  </a:cubicBezTo>
                  <a:cubicBezTo>
                    <a:pt x="15081" y="23373"/>
                    <a:pt x="15137" y="23004"/>
                    <a:pt x="15137" y="22635"/>
                  </a:cubicBezTo>
                  <a:cubicBezTo>
                    <a:pt x="14771" y="22580"/>
                    <a:pt x="14404" y="22549"/>
                    <a:pt x="14037" y="22549"/>
                  </a:cubicBezTo>
                  <a:cubicBezTo>
                    <a:pt x="13836" y="22549"/>
                    <a:pt x="13635" y="22558"/>
                    <a:pt x="13434" y="22578"/>
                  </a:cubicBezTo>
                  <a:cubicBezTo>
                    <a:pt x="13339" y="22590"/>
                    <a:pt x="13245" y="22596"/>
                    <a:pt x="13150" y="22596"/>
                  </a:cubicBezTo>
                  <a:cubicBezTo>
                    <a:pt x="12560" y="22596"/>
                    <a:pt x="11975" y="22369"/>
                    <a:pt x="11559" y="21953"/>
                  </a:cubicBezTo>
                  <a:cubicBezTo>
                    <a:pt x="11190" y="21584"/>
                    <a:pt x="10792" y="21243"/>
                    <a:pt x="10423" y="20874"/>
                  </a:cubicBezTo>
                  <a:cubicBezTo>
                    <a:pt x="10139" y="20647"/>
                    <a:pt x="9884" y="20420"/>
                    <a:pt x="9600" y="20193"/>
                  </a:cubicBezTo>
                  <a:cubicBezTo>
                    <a:pt x="9178" y="19877"/>
                    <a:pt x="8663" y="19701"/>
                    <a:pt x="8147" y="19701"/>
                  </a:cubicBezTo>
                  <a:cubicBezTo>
                    <a:pt x="7968" y="19701"/>
                    <a:pt x="7788" y="19723"/>
                    <a:pt x="7612" y="19767"/>
                  </a:cubicBezTo>
                  <a:cubicBezTo>
                    <a:pt x="7385" y="19823"/>
                    <a:pt x="7186" y="19880"/>
                    <a:pt x="6959" y="19937"/>
                  </a:cubicBezTo>
                  <a:cubicBezTo>
                    <a:pt x="6845" y="19994"/>
                    <a:pt x="6703" y="20051"/>
                    <a:pt x="6589" y="20079"/>
                  </a:cubicBezTo>
                  <a:cubicBezTo>
                    <a:pt x="6168" y="20258"/>
                    <a:pt x="5728" y="20345"/>
                    <a:pt x="5293" y="20345"/>
                  </a:cubicBezTo>
                  <a:cubicBezTo>
                    <a:pt x="4761" y="20345"/>
                    <a:pt x="4234" y="20215"/>
                    <a:pt x="3750" y="19965"/>
                  </a:cubicBezTo>
                  <a:cubicBezTo>
                    <a:pt x="3494" y="19795"/>
                    <a:pt x="3210" y="19681"/>
                    <a:pt x="2898" y="19625"/>
                  </a:cubicBezTo>
                  <a:close/>
                  <a:moveTo>
                    <a:pt x="2074" y="23345"/>
                  </a:moveTo>
                  <a:cubicBezTo>
                    <a:pt x="1960" y="23742"/>
                    <a:pt x="1932" y="24140"/>
                    <a:pt x="1932" y="24538"/>
                  </a:cubicBezTo>
                  <a:cubicBezTo>
                    <a:pt x="2528" y="24708"/>
                    <a:pt x="3125" y="24907"/>
                    <a:pt x="3750" y="25020"/>
                  </a:cubicBezTo>
                  <a:cubicBezTo>
                    <a:pt x="4829" y="25276"/>
                    <a:pt x="5879" y="25617"/>
                    <a:pt x="6902" y="26100"/>
                  </a:cubicBezTo>
                  <a:cubicBezTo>
                    <a:pt x="7612" y="26412"/>
                    <a:pt x="8379" y="26668"/>
                    <a:pt x="9117" y="26923"/>
                  </a:cubicBezTo>
                  <a:cubicBezTo>
                    <a:pt x="9373" y="26980"/>
                    <a:pt x="9628" y="27008"/>
                    <a:pt x="9912" y="27037"/>
                  </a:cubicBezTo>
                  <a:cubicBezTo>
                    <a:pt x="10480" y="27093"/>
                    <a:pt x="11048" y="27150"/>
                    <a:pt x="11616" y="27207"/>
                  </a:cubicBezTo>
                  <a:cubicBezTo>
                    <a:pt x="11730" y="27235"/>
                    <a:pt x="11843" y="27235"/>
                    <a:pt x="11957" y="27235"/>
                  </a:cubicBezTo>
                  <a:cubicBezTo>
                    <a:pt x="12119" y="27196"/>
                    <a:pt x="12278" y="27179"/>
                    <a:pt x="12432" y="27179"/>
                  </a:cubicBezTo>
                  <a:cubicBezTo>
                    <a:pt x="13062" y="27179"/>
                    <a:pt x="13636" y="27462"/>
                    <a:pt x="14229" y="27690"/>
                  </a:cubicBezTo>
                  <a:cubicBezTo>
                    <a:pt x="14371" y="27321"/>
                    <a:pt x="14428" y="26923"/>
                    <a:pt x="14456" y="26526"/>
                  </a:cubicBezTo>
                  <a:cubicBezTo>
                    <a:pt x="13771" y="26272"/>
                    <a:pt x="13086" y="25973"/>
                    <a:pt x="12360" y="25973"/>
                  </a:cubicBezTo>
                  <a:cubicBezTo>
                    <a:pt x="12273" y="25973"/>
                    <a:pt x="12186" y="25977"/>
                    <a:pt x="12099" y="25986"/>
                  </a:cubicBezTo>
                  <a:cubicBezTo>
                    <a:pt x="11950" y="25993"/>
                    <a:pt x="11802" y="25997"/>
                    <a:pt x="11656" y="25997"/>
                  </a:cubicBezTo>
                  <a:cubicBezTo>
                    <a:pt x="11218" y="25997"/>
                    <a:pt x="10792" y="25965"/>
                    <a:pt x="10366" y="25901"/>
                  </a:cubicBezTo>
                  <a:cubicBezTo>
                    <a:pt x="9713" y="25816"/>
                    <a:pt x="9032" y="25645"/>
                    <a:pt x="8407" y="25390"/>
                  </a:cubicBezTo>
                  <a:cubicBezTo>
                    <a:pt x="7385" y="25049"/>
                    <a:pt x="6419" y="24509"/>
                    <a:pt x="5368" y="24197"/>
                  </a:cubicBezTo>
                  <a:cubicBezTo>
                    <a:pt x="4772" y="23998"/>
                    <a:pt x="4176" y="23828"/>
                    <a:pt x="3579" y="23686"/>
                  </a:cubicBezTo>
                  <a:cubicBezTo>
                    <a:pt x="3068" y="23600"/>
                    <a:pt x="2585" y="23430"/>
                    <a:pt x="2074" y="23345"/>
                  </a:cubicBezTo>
                  <a:close/>
                  <a:moveTo>
                    <a:pt x="1648" y="27321"/>
                  </a:moveTo>
                  <a:cubicBezTo>
                    <a:pt x="1506" y="28059"/>
                    <a:pt x="1449" y="28826"/>
                    <a:pt x="1506" y="29593"/>
                  </a:cubicBezTo>
                  <a:cubicBezTo>
                    <a:pt x="2244" y="29735"/>
                    <a:pt x="3011" y="29848"/>
                    <a:pt x="3750" y="30047"/>
                  </a:cubicBezTo>
                  <a:cubicBezTo>
                    <a:pt x="4232" y="30217"/>
                    <a:pt x="4743" y="30303"/>
                    <a:pt x="5255" y="30331"/>
                  </a:cubicBezTo>
                  <a:cubicBezTo>
                    <a:pt x="5823" y="30359"/>
                    <a:pt x="6305" y="30615"/>
                    <a:pt x="6873" y="30672"/>
                  </a:cubicBezTo>
                  <a:cubicBezTo>
                    <a:pt x="7953" y="30785"/>
                    <a:pt x="9003" y="31069"/>
                    <a:pt x="10026" y="31467"/>
                  </a:cubicBezTo>
                  <a:cubicBezTo>
                    <a:pt x="10963" y="31779"/>
                    <a:pt x="11900" y="32148"/>
                    <a:pt x="12809" y="32489"/>
                  </a:cubicBezTo>
                  <a:cubicBezTo>
                    <a:pt x="13150" y="31723"/>
                    <a:pt x="13405" y="30899"/>
                    <a:pt x="13547" y="30075"/>
                  </a:cubicBezTo>
                  <a:cubicBezTo>
                    <a:pt x="13348" y="30019"/>
                    <a:pt x="13121" y="29962"/>
                    <a:pt x="12951" y="29848"/>
                  </a:cubicBezTo>
                  <a:cubicBezTo>
                    <a:pt x="11843" y="29309"/>
                    <a:pt x="10679" y="28939"/>
                    <a:pt x="9458" y="28797"/>
                  </a:cubicBezTo>
                  <a:cubicBezTo>
                    <a:pt x="9373" y="28797"/>
                    <a:pt x="9287" y="28769"/>
                    <a:pt x="9231" y="28741"/>
                  </a:cubicBezTo>
                  <a:cubicBezTo>
                    <a:pt x="8776" y="28570"/>
                    <a:pt x="8293" y="28485"/>
                    <a:pt x="7811" y="28457"/>
                  </a:cubicBezTo>
                  <a:cubicBezTo>
                    <a:pt x="7328" y="28428"/>
                    <a:pt x="6873" y="28343"/>
                    <a:pt x="6447" y="28258"/>
                  </a:cubicBezTo>
                  <a:cubicBezTo>
                    <a:pt x="6107" y="28144"/>
                    <a:pt x="5737" y="28087"/>
                    <a:pt x="5397" y="28059"/>
                  </a:cubicBezTo>
                  <a:cubicBezTo>
                    <a:pt x="4119" y="27917"/>
                    <a:pt x="2869" y="27690"/>
                    <a:pt x="1648" y="27321"/>
                  </a:cubicBezTo>
                  <a:close/>
                  <a:moveTo>
                    <a:pt x="1336" y="31694"/>
                  </a:moveTo>
                  <a:cubicBezTo>
                    <a:pt x="1250" y="32092"/>
                    <a:pt x="1194" y="32461"/>
                    <a:pt x="1222" y="32858"/>
                  </a:cubicBezTo>
                  <a:cubicBezTo>
                    <a:pt x="1818" y="33000"/>
                    <a:pt x="2415" y="33199"/>
                    <a:pt x="3011" y="33455"/>
                  </a:cubicBezTo>
                  <a:cubicBezTo>
                    <a:pt x="3636" y="33654"/>
                    <a:pt x="4261" y="33966"/>
                    <a:pt x="4914" y="34193"/>
                  </a:cubicBezTo>
                  <a:cubicBezTo>
                    <a:pt x="5794" y="34534"/>
                    <a:pt x="6731" y="34761"/>
                    <a:pt x="7669" y="34875"/>
                  </a:cubicBezTo>
                  <a:cubicBezTo>
                    <a:pt x="8350" y="34960"/>
                    <a:pt x="9032" y="35017"/>
                    <a:pt x="9713" y="35102"/>
                  </a:cubicBezTo>
                  <a:cubicBezTo>
                    <a:pt x="10338" y="35187"/>
                    <a:pt x="10934" y="35414"/>
                    <a:pt x="11446" y="35812"/>
                  </a:cubicBezTo>
                  <a:cubicBezTo>
                    <a:pt x="11531" y="35897"/>
                    <a:pt x="11588" y="35982"/>
                    <a:pt x="11644" y="36068"/>
                  </a:cubicBezTo>
                  <a:cubicBezTo>
                    <a:pt x="11900" y="35670"/>
                    <a:pt x="12042" y="35216"/>
                    <a:pt x="12099" y="34761"/>
                  </a:cubicBezTo>
                  <a:lnTo>
                    <a:pt x="12099" y="34733"/>
                  </a:lnTo>
                  <a:cubicBezTo>
                    <a:pt x="11928" y="34704"/>
                    <a:pt x="11786" y="34648"/>
                    <a:pt x="11644" y="34591"/>
                  </a:cubicBezTo>
                  <a:cubicBezTo>
                    <a:pt x="10707" y="34051"/>
                    <a:pt x="9685" y="33739"/>
                    <a:pt x="8606" y="33682"/>
                  </a:cubicBezTo>
                  <a:cubicBezTo>
                    <a:pt x="8322" y="33654"/>
                    <a:pt x="8009" y="33597"/>
                    <a:pt x="7725" y="33597"/>
                  </a:cubicBezTo>
                  <a:cubicBezTo>
                    <a:pt x="6675" y="33512"/>
                    <a:pt x="5624" y="33228"/>
                    <a:pt x="4658" y="32773"/>
                  </a:cubicBezTo>
                  <a:cubicBezTo>
                    <a:pt x="3892" y="32461"/>
                    <a:pt x="3096" y="32148"/>
                    <a:pt x="2301" y="31893"/>
                  </a:cubicBezTo>
                  <a:cubicBezTo>
                    <a:pt x="1989" y="31808"/>
                    <a:pt x="1648" y="31723"/>
                    <a:pt x="1336" y="31694"/>
                  </a:cubicBezTo>
                  <a:close/>
                  <a:moveTo>
                    <a:pt x="4743" y="37061"/>
                  </a:moveTo>
                  <a:cubicBezTo>
                    <a:pt x="3494" y="37090"/>
                    <a:pt x="2244" y="37033"/>
                    <a:pt x="1052" y="37459"/>
                  </a:cubicBezTo>
                  <a:lnTo>
                    <a:pt x="881" y="37459"/>
                  </a:lnTo>
                  <a:cubicBezTo>
                    <a:pt x="796" y="37828"/>
                    <a:pt x="768" y="38226"/>
                    <a:pt x="796" y="38623"/>
                  </a:cubicBezTo>
                  <a:cubicBezTo>
                    <a:pt x="1620" y="38396"/>
                    <a:pt x="2443" y="38283"/>
                    <a:pt x="3295" y="38226"/>
                  </a:cubicBezTo>
                  <a:cubicBezTo>
                    <a:pt x="3778" y="38254"/>
                    <a:pt x="4261" y="38283"/>
                    <a:pt x="4743" y="38339"/>
                  </a:cubicBezTo>
                  <a:cubicBezTo>
                    <a:pt x="6391" y="38396"/>
                    <a:pt x="7811" y="39049"/>
                    <a:pt x="9174" y="39901"/>
                  </a:cubicBezTo>
                  <a:cubicBezTo>
                    <a:pt x="9458" y="40072"/>
                    <a:pt x="9770" y="40242"/>
                    <a:pt x="10082" y="40441"/>
                  </a:cubicBezTo>
                  <a:cubicBezTo>
                    <a:pt x="10253" y="40100"/>
                    <a:pt x="10395" y="39731"/>
                    <a:pt x="10480" y="39362"/>
                  </a:cubicBezTo>
                  <a:cubicBezTo>
                    <a:pt x="9429" y="38538"/>
                    <a:pt x="8237" y="37913"/>
                    <a:pt x="6959" y="37516"/>
                  </a:cubicBezTo>
                  <a:cubicBezTo>
                    <a:pt x="6249" y="37260"/>
                    <a:pt x="5510" y="37090"/>
                    <a:pt x="4743" y="37061"/>
                  </a:cubicBezTo>
                  <a:close/>
                  <a:moveTo>
                    <a:pt x="768" y="42116"/>
                  </a:moveTo>
                  <a:lnTo>
                    <a:pt x="768" y="42116"/>
                  </a:lnTo>
                  <a:cubicBezTo>
                    <a:pt x="739" y="42542"/>
                    <a:pt x="739" y="42968"/>
                    <a:pt x="796" y="43423"/>
                  </a:cubicBezTo>
                  <a:cubicBezTo>
                    <a:pt x="1506" y="43508"/>
                    <a:pt x="2216" y="43764"/>
                    <a:pt x="2841" y="44161"/>
                  </a:cubicBezTo>
                  <a:cubicBezTo>
                    <a:pt x="3295" y="44417"/>
                    <a:pt x="3835" y="44587"/>
                    <a:pt x="4374" y="44644"/>
                  </a:cubicBezTo>
                  <a:cubicBezTo>
                    <a:pt x="4477" y="44655"/>
                    <a:pt x="4579" y="44661"/>
                    <a:pt x="4681" y="44661"/>
                  </a:cubicBezTo>
                  <a:cubicBezTo>
                    <a:pt x="5089" y="44661"/>
                    <a:pt x="5493" y="44570"/>
                    <a:pt x="5879" y="44388"/>
                  </a:cubicBezTo>
                  <a:cubicBezTo>
                    <a:pt x="6135" y="44246"/>
                    <a:pt x="6391" y="44104"/>
                    <a:pt x="6646" y="43934"/>
                  </a:cubicBezTo>
                  <a:cubicBezTo>
                    <a:pt x="6774" y="43820"/>
                    <a:pt x="6930" y="43764"/>
                    <a:pt x="7090" y="43764"/>
                  </a:cubicBezTo>
                  <a:cubicBezTo>
                    <a:pt x="7250" y="43764"/>
                    <a:pt x="7413" y="43820"/>
                    <a:pt x="7555" y="43934"/>
                  </a:cubicBezTo>
                  <a:cubicBezTo>
                    <a:pt x="7924" y="44246"/>
                    <a:pt x="8350" y="44502"/>
                    <a:pt x="8549" y="44985"/>
                  </a:cubicBezTo>
                  <a:cubicBezTo>
                    <a:pt x="8776" y="44616"/>
                    <a:pt x="8890" y="44218"/>
                    <a:pt x="8975" y="43792"/>
                  </a:cubicBezTo>
                  <a:cubicBezTo>
                    <a:pt x="8691" y="43565"/>
                    <a:pt x="8435" y="43309"/>
                    <a:pt x="8180" y="43082"/>
                  </a:cubicBezTo>
                  <a:cubicBezTo>
                    <a:pt x="7882" y="42801"/>
                    <a:pt x="7497" y="42654"/>
                    <a:pt x="7104" y="42654"/>
                  </a:cubicBezTo>
                  <a:cubicBezTo>
                    <a:pt x="6823" y="42654"/>
                    <a:pt x="6538" y="42729"/>
                    <a:pt x="6277" y="42883"/>
                  </a:cubicBezTo>
                  <a:cubicBezTo>
                    <a:pt x="6021" y="43025"/>
                    <a:pt x="5737" y="43139"/>
                    <a:pt x="5482" y="43281"/>
                  </a:cubicBezTo>
                  <a:cubicBezTo>
                    <a:pt x="5221" y="43434"/>
                    <a:pt x="4936" y="43513"/>
                    <a:pt x="4649" y="43513"/>
                  </a:cubicBezTo>
                  <a:cubicBezTo>
                    <a:pt x="4403" y="43513"/>
                    <a:pt x="4155" y="43455"/>
                    <a:pt x="3920" y="43338"/>
                  </a:cubicBezTo>
                  <a:cubicBezTo>
                    <a:pt x="3693" y="43252"/>
                    <a:pt x="3437" y="43110"/>
                    <a:pt x="3210" y="42997"/>
                  </a:cubicBezTo>
                  <a:cubicBezTo>
                    <a:pt x="2472" y="42542"/>
                    <a:pt x="1620" y="42258"/>
                    <a:pt x="768" y="42116"/>
                  </a:cubicBezTo>
                  <a:close/>
                  <a:moveTo>
                    <a:pt x="796" y="46717"/>
                  </a:moveTo>
                  <a:cubicBezTo>
                    <a:pt x="739" y="47086"/>
                    <a:pt x="739" y="47484"/>
                    <a:pt x="796" y="47881"/>
                  </a:cubicBezTo>
                  <a:cubicBezTo>
                    <a:pt x="1904" y="48364"/>
                    <a:pt x="3068" y="48762"/>
                    <a:pt x="4261" y="49017"/>
                  </a:cubicBezTo>
                  <a:cubicBezTo>
                    <a:pt x="5226" y="49216"/>
                    <a:pt x="6135" y="49557"/>
                    <a:pt x="7101" y="49727"/>
                  </a:cubicBezTo>
                  <a:cubicBezTo>
                    <a:pt x="7271" y="49358"/>
                    <a:pt x="7385" y="48989"/>
                    <a:pt x="7413" y="48591"/>
                  </a:cubicBezTo>
                  <a:cubicBezTo>
                    <a:pt x="7243" y="48563"/>
                    <a:pt x="7044" y="48535"/>
                    <a:pt x="6873" y="48478"/>
                  </a:cubicBezTo>
                  <a:cubicBezTo>
                    <a:pt x="6021" y="48165"/>
                    <a:pt x="5169" y="47938"/>
                    <a:pt x="4317" y="47768"/>
                  </a:cubicBezTo>
                  <a:cubicBezTo>
                    <a:pt x="3466" y="47541"/>
                    <a:pt x="2642" y="47285"/>
                    <a:pt x="1818" y="46973"/>
                  </a:cubicBezTo>
                  <a:cubicBezTo>
                    <a:pt x="1478" y="46859"/>
                    <a:pt x="1137" y="46774"/>
                    <a:pt x="796" y="46717"/>
                  </a:cubicBezTo>
                  <a:close/>
                  <a:moveTo>
                    <a:pt x="768" y="50693"/>
                  </a:moveTo>
                  <a:cubicBezTo>
                    <a:pt x="682" y="51119"/>
                    <a:pt x="682" y="51545"/>
                    <a:pt x="768" y="51971"/>
                  </a:cubicBezTo>
                  <a:lnTo>
                    <a:pt x="739" y="51971"/>
                  </a:lnTo>
                  <a:cubicBezTo>
                    <a:pt x="1336" y="52056"/>
                    <a:pt x="1932" y="52170"/>
                    <a:pt x="2500" y="52368"/>
                  </a:cubicBezTo>
                  <a:cubicBezTo>
                    <a:pt x="3352" y="52624"/>
                    <a:pt x="4204" y="52880"/>
                    <a:pt x="5084" y="53135"/>
                  </a:cubicBezTo>
                  <a:cubicBezTo>
                    <a:pt x="5397" y="53220"/>
                    <a:pt x="5709" y="53334"/>
                    <a:pt x="6021" y="53419"/>
                  </a:cubicBezTo>
                  <a:cubicBezTo>
                    <a:pt x="6192" y="53050"/>
                    <a:pt x="6277" y="52681"/>
                    <a:pt x="6334" y="52283"/>
                  </a:cubicBezTo>
                  <a:cubicBezTo>
                    <a:pt x="5624" y="52085"/>
                    <a:pt x="4914" y="51914"/>
                    <a:pt x="4204" y="51659"/>
                  </a:cubicBezTo>
                  <a:cubicBezTo>
                    <a:pt x="3437" y="51375"/>
                    <a:pt x="2642" y="51204"/>
                    <a:pt x="1847" y="51005"/>
                  </a:cubicBezTo>
                  <a:cubicBezTo>
                    <a:pt x="1506" y="50863"/>
                    <a:pt x="1137" y="50750"/>
                    <a:pt x="768" y="50693"/>
                  </a:cubicBezTo>
                  <a:close/>
                  <a:moveTo>
                    <a:pt x="597" y="54953"/>
                  </a:moveTo>
                  <a:cubicBezTo>
                    <a:pt x="540" y="55379"/>
                    <a:pt x="512" y="55805"/>
                    <a:pt x="540" y="56259"/>
                  </a:cubicBezTo>
                  <a:lnTo>
                    <a:pt x="540" y="56231"/>
                  </a:lnTo>
                  <a:cubicBezTo>
                    <a:pt x="824" y="56288"/>
                    <a:pt x="1108" y="56344"/>
                    <a:pt x="1392" y="56458"/>
                  </a:cubicBezTo>
                  <a:cubicBezTo>
                    <a:pt x="1960" y="56714"/>
                    <a:pt x="2557" y="56856"/>
                    <a:pt x="3153" y="56884"/>
                  </a:cubicBezTo>
                  <a:cubicBezTo>
                    <a:pt x="3750" y="56941"/>
                    <a:pt x="4346" y="57026"/>
                    <a:pt x="4942" y="57083"/>
                  </a:cubicBezTo>
                  <a:cubicBezTo>
                    <a:pt x="5084" y="56799"/>
                    <a:pt x="5169" y="56486"/>
                    <a:pt x="5226" y="56146"/>
                  </a:cubicBezTo>
                  <a:cubicBezTo>
                    <a:pt x="5141" y="56032"/>
                    <a:pt x="5027" y="55975"/>
                    <a:pt x="4885" y="55918"/>
                  </a:cubicBezTo>
                  <a:cubicBezTo>
                    <a:pt x="4715" y="55890"/>
                    <a:pt x="4573" y="55862"/>
                    <a:pt x="4403" y="55862"/>
                  </a:cubicBezTo>
                  <a:cubicBezTo>
                    <a:pt x="3068" y="55833"/>
                    <a:pt x="1847" y="55379"/>
                    <a:pt x="597" y="54953"/>
                  </a:cubicBezTo>
                  <a:close/>
                  <a:moveTo>
                    <a:pt x="455" y="57423"/>
                  </a:moveTo>
                  <a:cubicBezTo>
                    <a:pt x="370" y="57793"/>
                    <a:pt x="342" y="58190"/>
                    <a:pt x="427" y="58588"/>
                  </a:cubicBezTo>
                  <a:cubicBezTo>
                    <a:pt x="796" y="58787"/>
                    <a:pt x="1194" y="58957"/>
                    <a:pt x="1591" y="59156"/>
                  </a:cubicBezTo>
                  <a:cubicBezTo>
                    <a:pt x="2386" y="59525"/>
                    <a:pt x="3182" y="59866"/>
                    <a:pt x="4034" y="60150"/>
                  </a:cubicBezTo>
                  <a:cubicBezTo>
                    <a:pt x="4204" y="59809"/>
                    <a:pt x="4317" y="59411"/>
                    <a:pt x="4346" y="59042"/>
                  </a:cubicBezTo>
                  <a:cubicBezTo>
                    <a:pt x="4034" y="58985"/>
                    <a:pt x="3721" y="58843"/>
                    <a:pt x="3437" y="58673"/>
                  </a:cubicBezTo>
                  <a:cubicBezTo>
                    <a:pt x="2784" y="58304"/>
                    <a:pt x="2074" y="58048"/>
                    <a:pt x="1392" y="57679"/>
                  </a:cubicBezTo>
                  <a:cubicBezTo>
                    <a:pt x="1108" y="57565"/>
                    <a:pt x="796" y="57452"/>
                    <a:pt x="455" y="57423"/>
                  </a:cubicBezTo>
                  <a:close/>
                  <a:moveTo>
                    <a:pt x="143" y="61513"/>
                  </a:moveTo>
                  <a:cubicBezTo>
                    <a:pt x="29" y="61882"/>
                    <a:pt x="1" y="62280"/>
                    <a:pt x="1" y="62677"/>
                  </a:cubicBezTo>
                  <a:lnTo>
                    <a:pt x="3096" y="63018"/>
                  </a:lnTo>
                  <a:cubicBezTo>
                    <a:pt x="3267" y="62677"/>
                    <a:pt x="3380" y="62280"/>
                    <a:pt x="3437" y="61911"/>
                  </a:cubicBezTo>
                  <a:lnTo>
                    <a:pt x="143" y="6151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22"/>
            <p:cNvSpPr/>
            <p:nvPr/>
          </p:nvSpPr>
          <p:spPr>
            <a:xfrm>
              <a:off x="7674275" y="1859969"/>
              <a:ext cx="382000" cy="1989463"/>
            </a:xfrm>
            <a:custGeom>
              <a:rect b="b" l="l" r="r" t="t"/>
              <a:pathLst>
                <a:path extrusionOk="0" h="83076" w="15280">
                  <a:moveTo>
                    <a:pt x="8630" y="0"/>
                  </a:moveTo>
                  <a:cubicBezTo>
                    <a:pt x="8442" y="0"/>
                    <a:pt x="8250" y="85"/>
                    <a:pt x="8123" y="256"/>
                  </a:cubicBezTo>
                  <a:cubicBezTo>
                    <a:pt x="8037" y="426"/>
                    <a:pt x="7952" y="568"/>
                    <a:pt x="7895" y="738"/>
                  </a:cubicBezTo>
                  <a:cubicBezTo>
                    <a:pt x="7583" y="1477"/>
                    <a:pt x="7327" y="2244"/>
                    <a:pt x="7129" y="3010"/>
                  </a:cubicBezTo>
                  <a:cubicBezTo>
                    <a:pt x="6419" y="5424"/>
                    <a:pt x="5709" y="7810"/>
                    <a:pt x="4885" y="10195"/>
                  </a:cubicBezTo>
                  <a:cubicBezTo>
                    <a:pt x="4090" y="12581"/>
                    <a:pt x="3380" y="14995"/>
                    <a:pt x="2812" y="17437"/>
                  </a:cubicBezTo>
                  <a:cubicBezTo>
                    <a:pt x="2187" y="20078"/>
                    <a:pt x="1676" y="22748"/>
                    <a:pt x="938" y="25389"/>
                  </a:cubicBezTo>
                  <a:cubicBezTo>
                    <a:pt x="114" y="28257"/>
                    <a:pt x="86" y="31125"/>
                    <a:pt x="370" y="34022"/>
                  </a:cubicBezTo>
                  <a:cubicBezTo>
                    <a:pt x="540" y="35925"/>
                    <a:pt x="796" y="37827"/>
                    <a:pt x="994" y="39758"/>
                  </a:cubicBezTo>
                  <a:cubicBezTo>
                    <a:pt x="1108" y="41292"/>
                    <a:pt x="1136" y="42826"/>
                    <a:pt x="1051" y="44387"/>
                  </a:cubicBezTo>
                  <a:cubicBezTo>
                    <a:pt x="938" y="46290"/>
                    <a:pt x="625" y="48193"/>
                    <a:pt x="370" y="50067"/>
                  </a:cubicBezTo>
                  <a:cubicBezTo>
                    <a:pt x="86" y="52055"/>
                    <a:pt x="1" y="54043"/>
                    <a:pt x="143" y="56031"/>
                  </a:cubicBezTo>
                  <a:cubicBezTo>
                    <a:pt x="285" y="57849"/>
                    <a:pt x="569" y="59638"/>
                    <a:pt x="853" y="61427"/>
                  </a:cubicBezTo>
                  <a:cubicBezTo>
                    <a:pt x="1108" y="63188"/>
                    <a:pt x="1307" y="64920"/>
                    <a:pt x="1506" y="66681"/>
                  </a:cubicBezTo>
                  <a:cubicBezTo>
                    <a:pt x="1676" y="68101"/>
                    <a:pt x="1790" y="69520"/>
                    <a:pt x="1903" y="70940"/>
                  </a:cubicBezTo>
                  <a:cubicBezTo>
                    <a:pt x="2017" y="72247"/>
                    <a:pt x="2187" y="73553"/>
                    <a:pt x="2045" y="74859"/>
                  </a:cubicBezTo>
                  <a:cubicBezTo>
                    <a:pt x="1903" y="76251"/>
                    <a:pt x="1846" y="77671"/>
                    <a:pt x="1903" y="79062"/>
                  </a:cubicBezTo>
                  <a:cubicBezTo>
                    <a:pt x="1903" y="80028"/>
                    <a:pt x="2045" y="80965"/>
                    <a:pt x="2301" y="81874"/>
                  </a:cubicBezTo>
                  <a:cubicBezTo>
                    <a:pt x="2443" y="82385"/>
                    <a:pt x="2642" y="82840"/>
                    <a:pt x="3323" y="82953"/>
                  </a:cubicBezTo>
                  <a:cubicBezTo>
                    <a:pt x="3408" y="82982"/>
                    <a:pt x="3494" y="83038"/>
                    <a:pt x="3579" y="83038"/>
                  </a:cubicBezTo>
                  <a:cubicBezTo>
                    <a:pt x="3885" y="83063"/>
                    <a:pt x="4191" y="83076"/>
                    <a:pt x="4498" y="83076"/>
                  </a:cubicBezTo>
                  <a:cubicBezTo>
                    <a:pt x="5242" y="83076"/>
                    <a:pt x="5987" y="83001"/>
                    <a:pt x="6731" y="82840"/>
                  </a:cubicBezTo>
                  <a:cubicBezTo>
                    <a:pt x="7441" y="82811"/>
                    <a:pt x="8037" y="82272"/>
                    <a:pt x="8151" y="81562"/>
                  </a:cubicBezTo>
                  <a:cubicBezTo>
                    <a:pt x="8179" y="81420"/>
                    <a:pt x="8208" y="81278"/>
                    <a:pt x="8208" y="81136"/>
                  </a:cubicBezTo>
                  <a:cubicBezTo>
                    <a:pt x="8492" y="79204"/>
                    <a:pt x="8719" y="77273"/>
                    <a:pt x="9003" y="75371"/>
                  </a:cubicBezTo>
                  <a:cubicBezTo>
                    <a:pt x="9173" y="73752"/>
                    <a:pt x="9457" y="72162"/>
                    <a:pt x="9798" y="70571"/>
                  </a:cubicBezTo>
                  <a:cubicBezTo>
                    <a:pt x="10111" y="69236"/>
                    <a:pt x="10423" y="67930"/>
                    <a:pt x="10764" y="66595"/>
                  </a:cubicBezTo>
                  <a:cubicBezTo>
                    <a:pt x="11190" y="64948"/>
                    <a:pt x="11531" y="63273"/>
                    <a:pt x="11814" y="61597"/>
                  </a:cubicBezTo>
                  <a:cubicBezTo>
                    <a:pt x="12269" y="58984"/>
                    <a:pt x="12752" y="56372"/>
                    <a:pt x="13462" y="53787"/>
                  </a:cubicBezTo>
                  <a:cubicBezTo>
                    <a:pt x="14314" y="50777"/>
                    <a:pt x="14882" y="47682"/>
                    <a:pt x="15080" y="44558"/>
                  </a:cubicBezTo>
                  <a:cubicBezTo>
                    <a:pt x="15279" y="42144"/>
                    <a:pt x="15137" y="39730"/>
                    <a:pt x="14711" y="37373"/>
                  </a:cubicBezTo>
                  <a:cubicBezTo>
                    <a:pt x="14427" y="36038"/>
                    <a:pt x="14200" y="34732"/>
                    <a:pt x="13944" y="33397"/>
                  </a:cubicBezTo>
                  <a:cubicBezTo>
                    <a:pt x="13234" y="29762"/>
                    <a:pt x="13149" y="26013"/>
                    <a:pt x="13121" y="22293"/>
                  </a:cubicBezTo>
                  <a:cubicBezTo>
                    <a:pt x="13121" y="19538"/>
                    <a:pt x="12865" y="16755"/>
                    <a:pt x="12354" y="14029"/>
                  </a:cubicBezTo>
                  <a:cubicBezTo>
                    <a:pt x="11985" y="12070"/>
                    <a:pt x="11474" y="10138"/>
                    <a:pt x="10934" y="8179"/>
                  </a:cubicBezTo>
                  <a:cubicBezTo>
                    <a:pt x="10537" y="6702"/>
                    <a:pt x="10139" y="5225"/>
                    <a:pt x="9883" y="3692"/>
                  </a:cubicBezTo>
                  <a:cubicBezTo>
                    <a:pt x="9741" y="2811"/>
                    <a:pt x="9571" y="1931"/>
                    <a:pt x="9401" y="1051"/>
                  </a:cubicBezTo>
                  <a:cubicBezTo>
                    <a:pt x="9372" y="767"/>
                    <a:pt x="9259" y="511"/>
                    <a:pt x="9117" y="256"/>
                  </a:cubicBezTo>
                  <a:cubicBezTo>
                    <a:pt x="9003" y="85"/>
                    <a:pt x="8818" y="0"/>
                    <a:pt x="8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22"/>
            <p:cNvSpPr/>
            <p:nvPr/>
          </p:nvSpPr>
          <p:spPr>
            <a:xfrm>
              <a:off x="7673575" y="1859275"/>
              <a:ext cx="381275" cy="1986541"/>
            </a:xfrm>
            <a:custGeom>
              <a:rect b="b" l="l" r="r" t="t"/>
              <a:pathLst>
                <a:path extrusionOk="0" h="82954" w="15251">
                  <a:moveTo>
                    <a:pt x="8630" y="1"/>
                  </a:moveTo>
                  <a:cubicBezTo>
                    <a:pt x="8442" y="1"/>
                    <a:pt x="8250" y="86"/>
                    <a:pt x="8122" y="256"/>
                  </a:cubicBezTo>
                  <a:cubicBezTo>
                    <a:pt x="8037" y="427"/>
                    <a:pt x="7952" y="569"/>
                    <a:pt x="7895" y="739"/>
                  </a:cubicBezTo>
                  <a:cubicBezTo>
                    <a:pt x="7583" y="1477"/>
                    <a:pt x="7327" y="2244"/>
                    <a:pt x="7128" y="3011"/>
                  </a:cubicBezTo>
                  <a:cubicBezTo>
                    <a:pt x="6418" y="5425"/>
                    <a:pt x="5708" y="7810"/>
                    <a:pt x="4885" y="10196"/>
                  </a:cubicBezTo>
                  <a:cubicBezTo>
                    <a:pt x="4090" y="12581"/>
                    <a:pt x="3380" y="14995"/>
                    <a:pt x="2812" y="17438"/>
                  </a:cubicBezTo>
                  <a:cubicBezTo>
                    <a:pt x="2187" y="20079"/>
                    <a:pt x="1676" y="22748"/>
                    <a:pt x="937" y="25389"/>
                  </a:cubicBezTo>
                  <a:cubicBezTo>
                    <a:pt x="114" y="28257"/>
                    <a:pt x="85" y="31126"/>
                    <a:pt x="369" y="34022"/>
                  </a:cubicBezTo>
                  <a:cubicBezTo>
                    <a:pt x="540" y="35925"/>
                    <a:pt x="767" y="37828"/>
                    <a:pt x="966" y="39759"/>
                  </a:cubicBezTo>
                  <a:cubicBezTo>
                    <a:pt x="1108" y="41293"/>
                    <a:pt x="1136" y="42826"/>
                    <a:pt x="1051" y="44388"/>
                  </a:cubicBezTo>
                  <a:cubicBezTo>
                    <a:pt x="937" y="46291"/>
                    <a:pt x="625" y="48194"/>
                    <a:pt x="369" y="50068"/>
                  </a:cubicBezTo>
                  <a:cubicBezTo>
                    <a:pt x="85" y="52056"/>
                    <a:pt x="0" y="54044"/>
                    <a:pt x="142" y="56032"/>
                  </a:cubicBezTo>
                  <a:cubicBezTo>
                    <a:pt x="284" y="57849"/>
                    <a:pt x="568" y="59638"/>
                    <a:pt x="852" y="61427"/>
                  </a:cubicBezTo>
                  <a:cubicBezTo>
                    <a:pt x="1108" y="63188"/>
                    <a:pt x="1306" y="64920"/>
                    <a:pt x="1505" y="66681"/>
                  </a:cubicBezTo>
                  <a:cubicBezTo>
                    <a:pt x="1676" y="68101"/>
                    <a:pt x="1789" y="69521"/>
                    <a:pt x="1903" y="70941"/>
                  </a:cubicBezTo>
                  <a:cubicBezTo>
                    <a:pt x="2016" y="72247"/>
                    <a:pt x="2187" y="73554"/>
                    <a:pt x="2045" y="74860"/>
                  </a:cubicBezTo>
                  <a:cubicBezTo>
                    <a:pt x="1903" y="76280"/>
                    <a:pt x="1846" y="77672"/>
                    <a:pt x="1903" y="79063"/>
                  </a:cubicBezTo>
                  <a:cubicBezTo>
                    <a:pt x="1903" y="80029"/>
                    <a:pt x="2045" y="80966"/>
                    <a:pt x="2300" y="81875"/>
                  </a:cubicBezTo>
                  <a:cubicBezTo>
                    <a:pt x="2442" y="82386"/>
                    <a:pt x="2641" y="82869"/>
                    <a:pt x="3323" y="82954"/>
                  </a:cubicBezTo>
                  <a:cubicBezTo>
                    <a:pt x="3294" y="82528"/>
                    <a:pt x="3238" y="82130"/>
                    <a:pt x="3209" y="81733"/>
                  </a:cubicBezTo>
                  <a:cubicBezTo>
                    <a:pt x="3152" y="81449"/>
                    <a:pt x="3152" y="81193"/>
                    <a:pt x="3209" y="80909"/>
                  </a:cubicBezTo>
                  <a:cubicBezTo>
                    <a:pt x="3124" y="80597"/>
                    <a:pt x="3096" y="80256"/>
                    <a:pt x="3124" y="79915"/>
                  </a:cubicBezTo>
                  <a:cubicBezTo>
                    <a:pt x="3067" y="79404"/>
                    <a:pt x="3067" y="78893"/>
                    <a:pt x="3152" y="78410"/>
                  </a:cubicBezTo>
                  <a:cubicBezTo>
                    <a:pt x="3067" y="78012"/>
                    <a:pt x="3067" y="77615"/>
                    <a:pt x="3152" y="77217"/>
                  </a:cubicBezTo>
                  <a:cubicBezTo>
                    <a:pt x="3067" y="76536"/>
                    <a:pt x="3067" y="75854"/>
                    <a:pt x="3181" y="75172"/>
                  </a:cubicBezTo>
                  <a:cubicBezTo>
                    <a:pt x="3096" y="74775"/>
                    <a:pt x="3096" y="74377"/>
                    <a:pt x="3209" y="73980"/>
                  </a:cubicBezTo>
                  <a:cubicBezTo>
                    <a:pt x="3124" y="73525"/>
                    <a:pt x="3124" y="73071"/>
                    <a:pt x="3152" y="72617"/>
                  </a:cubicBezTo>
                  <a:cubicBezTo>
                    <a:pt x="3039" y="72105"/>
                    <a:pt x="3039" y="71594"/>
                    <a:pt x="3096" y="71083"/>
                  </a:cubicBezTo>
                  <a:cubicBezTo>
                    <a:pt x="2954" y="70259"/>
                    <a:pt x="2868" y="69407"/>
                    <a:pt x="2868" y="68556"/>
                  </a:cubicBezTo>
                  <a:cubicBezTo>
                    <a:pt x="2726" y="68130"/>
                    <a:pt x="2670" y="67675"/>
                    <a:pt x="2726" y="67249"/>
                  </a:cubicBezTo>
                  <a:cubicBezTo>
                    <a:pt x="2613" y="66454"/>
                    <a:pt x="2499" y="65687"/>
                    <a:pt x="2386" y="64892"/>
                  </a:cubicBezTo>
                  <a:cubicBezTo>
                    <a:pt x="2244" y="64523"/>
                    <a:pt x="2187" y="64154"/>
                    <a:pt x="2187" y="63756"/>
                  </a:cubicBezTo>
                  <a:cubicBezTo>
                    <a:pt x="1960" y="62734"/>
                    <a:pt x="1846" y="61683"/>
                    <a:pt x="1846" y="60632"/>
                  </a:cubicBezTo>
                  <a:cubicBezTo>
                    <a:pt x="1732" y="60235"/>
                    <a:pt x="1676" y="59837"/>
                    <a:pt x="1704" y="59439"/>
                  </a:cubicBezTo>
                  <a:cubicBezTo>
                    <a:pt x="1505" y="58389"/>
                    <a:pt x="1448" y="57310"/>
                    <a:pt x="1505" y="56230"/>
                  </a:cubicBezTo>
                  <a:cubicBezTo>
                    <a:pt x="1448" y="55776"/>
                    <a:pt x="1420" y="55322"/>
                    <a:pt x="1477" y="54867"/>
                  </a:cubicBezTo>
                  <a:cubicBezTo>
                    <a:pt x="1420" y="53731"/>
                    <a:pt x="1505" y="52567"/>
                    <a:pt x="1761" y="51431"/>
                  </a:cubicBezTo>
                  <a:cubicBezTo>
                    <a:pt x="1704" y="50948"/>
                    <a:pt x="1789" y="50465"/>
                    <a:pt x="1931" y="50011"/>
                  </a:cubicBezTo>
                  <a:cubicBezTo>
                    <a:pt x="1931" y="49528"/>
                    <a:pt x="1988" y="49045"/>
                    <a:pt x="2102" y="48591"/>
                  </a:cubicBezTo>
                  <a:cubicBezTo>
                    <a:pt x="2215" y="47938"/>
                    <a:pt x="2329" y="47313"/>
                    <a:pt x="2471" y="46688"/>
                  </a:cubicBezTo>
                  <a:cubicBezTo>
                    <a:pt x="2442" y="46035"/>
                    <a:pt x="2528" y="45410"/>
                    <a:pt x="2726" y="44786"/>
                  </a:cubicBezTo>
                  <a:cubicBezTo>
                    <a:pt x="2755" y="44189"/>
                    <a:pt x="2783" y="43593"/>
                    <a:pt x="2868" y="42997"/>
                  </a:cubicBezTo>
                  <a:cubicBezTo>
                    <a:pt x="2925" y="42627"/>
                    <a:pt x="2840" y="42201"/>
                    <a:pt x="2982" y="41861"/>
                  </a:cubicBezTo>
                  <a:cubicBezTo>
                    <a:pt x="2897" y="41463"/>
                    <a:pt x="2897" y="41037"/>
                    <a:pt x="2982" y="40639"/>
                  </a:cubicBezTo>
                  <a:cubicBezTo>
                    <a:pt x="2925" y="39702"/>
                    <a:pt x="2868" y="38737"/>
                    <a:pt x="2783" y="37800"/>
                  </a:cubicBezTo>
                  <a:lnTo>
                    <a:pt x="2698" y="36436"/>
                  </a:lnTo>
                  <a:cubicBezTo>
                    <a:pt x="2528" y="35556"/>
                    <a:pt x="2414" y="34647"/>
                    <a:pt x="2414" y="33767"/>
                  </a:cubicBezTo>
                  <a:cubicBezTo>
                    <a:pt x="2300" y="33199"/>
                    <a:pt x="2272" y="32631"/>
                    <a:pt x="2357" y="32063"/>
                  </a:cubicBezTo>
                  <a:cubicBezTo>
                    <a:pt x="2300" y="31154"/>
                    <a:pt x="2329" y="30217"/>
                    <a:pt x="2471" y="29308"/>
                  </a:cubicBezTo>
                  <a:cubicBezTo>
                    <a:pt x="2442" y="28797"/>
                    <a:pt x="2528" y="28257"/>
                    <a:pt x="2670" y="27775"/>
                  </a:cubicBezTo>
                  <a:cubicBezTo>
                    <a:pt x="2641" y="27320"/>
                    <a:pt x="2698" y="26894"/>
                    <a:pt x="2812" y="26468"/>
                  </a:cubicBezTo>
                  <a:cubicBezTo>
                    <a:pt x="2954" y="25645"/>
                    <a:pt x="3096" y="24850"/>
                    <a:pt x="3238" y="24054"/>
                  </a:cubicBezTo>
                  <a:cubicBezTo>
                    <a:pt x="3266" y="23543"/>
                    <a:pt x="3380" y="23004"/>
                    <a:pt x="3550" y="22521"/>
                  </a:cubicBezTo>
                  <a:cubicBezTo>
                    <a:pt x="3578" y="22067"/>
                    <a:pt x="3692" y="21641"/>
                    <a:pt x="3862" y="21243"/>
                  </a:cubicBezTo>
                  <a:cubicBezTo>
                    <a:pt x="3862" y="20760"/>
                    <a:pt x="4004" y="20277"/>
                    <a:pt x="4203" y="19823"/>
                  </a:cubicBezTo>
                  <a:cubicBezTo>
                    <a:pt x="4288" y="19227"/>
                    <a:pt x="4430" y="18630"/>
                    <a:pt x="4658" y="18062"/>
                  </a:cubicBezTo>
                  <a:cubicBezTo>
                    <a:pt x="4800" y="17210"/>
                    <a:pt x="5027" y="16387"/>
                    <a:pt x="5339" y="15592"/>
                  </a:cubicBezTo>
                  <a:cubicBezTo>
                    <a:pt x="5538" y="14598"/>
                    <a:pt x="5822" y="13632"/>
                    <a:pt x="6220" y="12695"/>
                  </a:cubicBezTo>
                  <a:cubicBezTo>
                    <a:pt x="6276" y="12184"/>
                    <a:pt x="6447" y="11701"/>
                    <a:pt x="6645" y="11275"/>
                  </a:cubicBezTo>
                  <a:cubicBezTo>
                    <a:pt x="6787" y="10593"/>
                    <a:pt x="7015" y="9912"/>
                    <a:pt x="7299" y="9287"/>
                  </a:cubicBezTo>
                  <a:cubicBezTo>
                    <a:pt x="7355" y="8833"/>
                    <a:pt x="7497" y="8407"/>
                    <a:pt x="7725" y="8009"/>
                  </a:cubicBezTo>
                  <a:cubicBezTo>
                    <a:pt x="7895" y="7157"/>
                    <a:pt x="8179" y="6334"/>
                    <a:pt x="8491" y="5538"/>
                  </a:cubicBezTo>
                  <a:cubicBezTo>
                    <a:pt x="8520" y="5482"/>
                    <a:pt x="8577" y="5453"/>
                    <a:pt x="8633" y="5453"/>
                  </a:cubicBezTo>
                  <a:cubicBezTo>
                    <a:pt x="8690" y="5453"/>
                    <a:pt x="8747" y="5482"/>
                    <a:pt x="8747" y="5538"/>
                  </a:cubicBezTo>
                  <a:cubicBezTo>
                    <a:pt x="8974" y="6277"/>
                    <a:pt x="9145" y="7015"/>
                    <a:pt x="9315" y="7753"/>
                  </a:cubicBezTo>
                  <a:cubicBezTo>
                    <a:pt x="9485" y="8179"/>
                    <a:pt x="9599" y="8605"/>
                    <a:pt x="9627" y="9060"/>
                  </a:cubicBezTo>
                  <a:cubicBezTo>
                    <a:pt x="9997" y="9997"/>
                    <a:pt x="10224" y="11019"/>
                    <a:pt x="10337" y="12042"/>
                  </a:cubicBezTo>
                  <a:cubicBezTo>
                    <a:pt x="10479" y="12383"/>
                    <a:pt x="10565" y="12780"/>
                    <a:pt x="10565" y="13178"/>
                  </a:cubicBezTo>
                  <a:cubicBezTo>
                    <a:pt x="10792" y="14200"/>
                    <a:pt x="10991" y="15251"/>
                    <a:pt x="11104" y="16302"/>
                  </a:cubicBezTo>
                  <a:cubicBezTo>
                    <a:pt x="11246" y="16756"/>
                    <a:pt x="11303" y="17210"/>
                    <a:pt x="11275" y="17665"/>
                  </a:cubicBezTo>
                  <a:cubicBezTo>
                    <a:pt x="11360" y="18204"/>
                    <a:pt x="11360" y="18801"/>
                    <a:pt x="11275" y="19369"/>
                  </a:cubicBezTo>
                  <a:cubicBezTo>
                    <a:pt x="11388" y="19766"/>
                    <a:pt x="11388" y="20192"/>
                    <a:pt x="11303" y="20590"/>
                  </a:cubicBezTo>
                  <a:cubicBezTo>
                    <a:pt x="11360" y="21186"/>
                    <a:pt x="11388" y="21811"/>
                    <a:pt x="11303" y="22407"/>
                  </a:cubicBezTo>
                  <a:cubicBezTo>
                    <a:pt x="11360" y="22919"/>
                    <a:pt x="11360" y="23430"/>
                    <a:pt x="11246" y="23941"/>
                  </a:cubicBezTo>
                  <a:cubicBezTo>
                    <a:pt x="11331" y="24310"/>
                    <a:pt x="11246" y="24708"/>
                    <a:pt x="11246" y="25077"/>
                  </a:cubicBezTo>
                  <a:cubicBezTo>
                    <a:pt x="11275" y="26014"/>
                    <a:pt x="11303" y="26923"/>
                    <a:pt x="11303" y="27832"/>
                  </a:cubicBezTo>
                  <a:cubicBezTo>
                    <a:pt x="11303" y="27917"/>
                    <a:pt x="11303" y="28002"/>
                    <a:pt x="11275" y="28087"/>
                  </a:cubicBezTo>
                  <a:cubicBezTo>
                    <a:pt x="11303" y="28570"/>
                    <a:pt x="11331" y="29053"/>
                    <a:pt x="11360" y="29535"/>
                  </a:cubicBezTo>
                  <a:cubicBezTo>
                    <a:pt x="11388" y="30387"/>
                    <a:pt x="11615" y="31211"/>
                    <a:pt x="11530" y="32063"/>
                  </a:cubicBezTo>
                  <a:cubicBezTo>
                    <a:pt x="11672" y="32546"/>
                    <a:pt x="11729" y="33057"/>
                    <a:pt x="11729" y="33568"/>
                  </a:cubicBezTo>
                  <a:cubicBezTo>
                    <a:pt x="11899" y="34505"/>
                    <a:pt x="12041" y="35442"/>
                    <a:pt x="12126" y="36380"/>
                  </a:cubicBezTo>
                  <a:cubicBezTo>
                    <a:pt x="12297" y="36777"/>
                    <a:pt x="12382" y="37232"/>
                    <a:pt x="12382" y="37686"/>
                  </a:cubicBezTo>
                  <a:cubicBezTo>
                    <a:pt x="12609" y="38509"/>
                    <a:pt x="12751" y="39361"/>
                    <a:pt x="12780" y="40213"/>
                  </a:cubicBezTo>
                  <a:cubicBezTo>
                    <a:pt x="12893" y="40639"/>
                    <a:pt x="12950" y="41094"/>
                    <a:pt x="12950" y="41520"/>
                  </a:cubicBezTo>
                  <a:cubicBezTo>
                    <a:pt x="13064" y="42230"/>
                    <a:pt x="13149" y="42940"/>
                    <a:pt x="13262" y="43650"/>
                  </a:cubicBezTo>
                  <a:cubicBezTo>
                    <a:pt x="13404" y="44047"/>
                    <a:pt x="13461" y="44445"/>
                    <a:pt x="13461" y="44842"/>
                  </a:cubicBezTo>
                  <a:cubicBezTo>
                    <a:pt x="13490" y="45524"/>
                    <a:pt x="13433" y="46234"/>
                    <a:pt x="13291" y="46916"/>
                  </a:cubicBezTo>
                  <a:cubicBezTo>
                    <a:pt x="13206" y="47853"/>
                    <a:pt x="13035" y="48790"/>
                    <a:pt x="12780" y="49699"/>
                  </a:cubicBezTo>
                  <a:cubicBezTo>
                    <a:pt x="12751" y="50238"/>
                    <a:pt x="12666" y="50778"/>
                    <a:pt x="12467" y="51289"/>
                  </a:cubicBezTo>
                  <a:cubicBezTo>
                    <a:pt x="12183" y="52595"/>
                    <a:pt x="11842" y="53902"/>
                    <a:pt x="11445" y="55208"/>
                  </a:cubicBezTo>
                  <a:cubicBezTo>
                    <a:pt x="11388" y="55691"/>
                    <a:pt x="11246" y="56202"/>
                    <a:pt x="11019" y="56656"/>
                  </a:cubicBezTo>
                  <a:cubicBezTo>
                    <a:pt x="10792" y="57679"/>
                    <a:pt x="10508" y="58673"/>
                    <a:pt x="10167" y="59667"/>
                  </a:cubicBezTo>
                  <a:cubicBezTo>
                    <a:pt x="10110" y="60064"/>
                    <a:pt x="10025" y="60433"/>
                    <a:pt x="9855" y="60774"/>
                  </a:cubicBezTo>
                  <a:lnTo>
                    <a:pt x="9145" y="63472"/>
                  </a:lnTo>
                  <a:cubicBezTo>
                    <a:pt x="9116" y="63870"/>
                    <a:pt x="9003" y="64296"/>
                    <a:pt x="8861" y="64665"/>
                  </a:cubicBezTo>
                  <a:cubicBezTo>
                    <a:pt x="8747" y="65488"/>
                    <a:pt x="8577" y="66340"/>
                    <a:pt x="8349" y="67136"/>
                  </a:cubicBezTo>
                  <a:cubicBezTo>
                    <a:pt x="8349" y="67562"/>
                    <a:pt x="8293" y="67988"/>
                    <a:pt x="8122" y="68385"/>
                  </a:cubicBezTo>
                  <a:cubicBezTo>
                    <a:pt x="8037" y="69265"/>
                    <a:pt x="7895" y="70146"/>
                    <a:pt x="7668" y="70998"/>
                  </a:cubicBezTo>
                  <a:cubicBezTo>
                    <a:pt x="7725" y="71424"/>
                    <a:pt x="7668" y="71821"/>
                    <a:pt x="7497" y="72219"/>
                  </a:cubicBezTo>
                  <a:cubicBezTo>
                    <a:pt x="7526" y="72503"/>
                    <a:pt x="7497" y="72815"/>
                    <a:pt x="7384" y="73099"/>
                  </a:cubicBezTo>
                  <a:cubicBezTo>
                    <a:pt x="7384" y="73525"/>
                    <a:pt x="7327" y="73923"/>
                    <a:pt x="7213" y="74320"/>
                  </a:cubicBezTo>
                  <a:cubicBezTo>
                    <a:pt x="7185" y="75201"/>
                    <a:pt x="7071" y="76053"/>
                    <a:pt x="6929" y="76933"/>
                  </a:cubicBezTo>
                  <a:cubicBezTo>
                    <a:pt x="6958" y="77388"/>
                    <a:pt x="6929" y="77842"/>
                    <a:pt x="6816" y="78296"/>
                  </a:cubicBezTo>
                  <a:cubicBezTo>
                    <a:pt x="6873" y="78637"/>
                    <a:pt x="6844" y="78978"/>
                    <a:pt x="6759" y="79319"/>
                  </a:cubicBezTo>
                  <a:cubicBezTo>
                    <a:pt x="6816" y="79716"/>
                    <a:pt x="6759" y="80142"/>
                    <a:pt x="6674" y="80540"/>
                  </a:cubicBezTo>
                  <a:lnTo>
                    <a:pt x="6674" y="82357"/>
                  </a:lnTo>
                  <a:cubicBezTo>
                    <a:pt x="6674" y="82528"/>
                    <a:pt x="6702" y="82670"/>
                    <a:pt x="6702" y="82840"/>
                  </a:cubicBezTo>
                  <a:cubicBezTo>
                    <a:pt x="7412" y="82812"/>
                    <a:pt x="8009" y="82272"/>
                    <a:pt x="8122" y="81562"/>
                  </a:cubicBezTo>
                  <a:cubicBezTo>
                    <a:pt x="8151" y="81420"/>
                    <a:pt x="8207" y="81278"/>
                    <a:pt x="8207" y="81136"/>
                  </a:cubicBezTo>
                  <a:cubicBezTo>
                    <a:pt x="8463" y="79233"/>
                    <a:pt x="8719" y="77302"/>
                    <a:pt x="8974" y="75371"/>
                  </a:cubicBezTo>
                  <a:cubicBezTo>
                    <a:pt x="9173" y="73753"/>
                    <a:pt x="9429" y="72162"/>
                    <a:pt x="9769" y="70600"/>
                  </a:cubicBezTo>
                  <a:cubicBezTo>
                    <a:pt x="10110" y="69294"/>
                    <a:pt x="10394" y="67959"/>
                    <a:pt x="10763" y="66624"/>
                  </a:cubicBezTo>
                  <a:cubicBezTo>
                    <a:pt x="11189" y="64977"/>
                    <a:pt x="11502" y="63302"/>
                    <a:pt x="11814" y="61655"/>
                  </a:cubicBezTo>
                  <a:cubicBezTo>
                    <a:pt x="12268" y="59042"/>
                    <a:pt x="12723" y="56429"/>
                    <a:pt x="13433" y="53845"/>
                  </a:cubicBezTo>
                  <a:cubicBezTo>
                    <a:pt x="14313" y="50806"/>
                    <a:pt x="14853" y="47711"/>
                    <a:pt x="15080" y="44587"/>
                  </a:cubicBezTo>
                  <a:cubicBezTo>
                    <a:pt x="15250" y="42173"/>
                    <a:pt x="15137" y="39759"/>
                    <a:pt x="14682" y="37402"/>
                  </a:cubicBezTo>
                  <a:cubicBezTo>
                    <a:pt x="14427" y="36067"/>
                    <a:pt x="14200" y="34761"/>
                    <a:pt x="13944" y="33454"/>
                  </a:cubicBezTo>
                  <a:cubicBezTo>
                    <a:pt x="13206" y="29791"/>
                    <a:pt x="13149" y="26071"/>
                    <a:pt x="13120" y="22322"/>
                  </a:cubicBezTo>
                  <a:cubicBezTo>
                    <a:pt x="13092" y="19567"/>
                    <a:pt x="12865" y="16813"/>
                    <a:pt x="12354" y="14086"/>
                  </a:cubicBezTo>
                  <a:cubicBezTo>
                    <a:pt x="12013" y="12099"/>
                    <a:pt x="11473" y="10167"/>
                    <a:pt x="10934" y="8208"/>
                  </a:cubicBezTo>
                  <a:cubicBezTo>
                    <a:pt x="10536" y="6731"/>
                    <a:pt x="10139" y="5254"/>
                    <a:pt x="9883" y="3749"/>
                  </a:cubicBezTo>
                  <a:cubicBezTo>
                    <a:pt x="9741" y="2840"/>
                    <a:pt x="9571" y="1989"/>
                    <a:pt x="9400" y="1108"/>
                  </a:cubicBezTo>
                  <a:cubicBezTo>
                    <a:pt x="9372" y="796"/>
                    <a:pt x="9258" y="512"/>
                    <a:pt x="9116" y="256"/>
                  </a:cubicBezTo>
                  <a:cubicBezTo>
                    <a:pt x="9003" y="86"/>
                    <a:pt x="8818" y="1"/>
                    <a:pt x="86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22"/>
            <p:cNvSpPr/>
            <p:nvPr/>
          </p:nvSpPr>
          <p:spPr>
            <a:xfrm>
              <a:off x="7709775" y="2045592"/>
              <a:ext cx="299625" cy="1751927"/>
            </a:xfrm>
            <a:custGeom>
              <a:rect b="b" l="l" r="r" t="t"/>
              <a:pathLst>
                <a:path extrusionOk="0" h="73157" w="11985">
                  <a:moveTo>
                    <a:pt x="7867" y="1"/>
                  </a:moveTo>
                  <a:lnTo>
                    <a:pt x="7867" y="29"/>
                  </a:lnTo>
                  <a:lnTo>
                    <a:pt x="6277" y="285"/>
                  </a:lnTo>
                  <a:cubicBezTo>
                    <a:pt x="6049" y="682"/>
                    <a:pt x="5907" y="1108"/>
                    <a:pt x="5851" y="1563"/>
                  </a:cubicBezTo>
                  <a:cubicBezTo>
                    <a:pt x="6617" y="1478"/>
                    <a:pt x="7413" y="1534"/>
                    <a:pt x="8179" y="1336"/>
                  </a:cubicBezTo>
                  <a:cubicBezTo>
                    <a:pt x="8151" y="853"/>
                    <a:pt x="8066" y="427"/>
                    <a:pt x="7867" y="1"/>
                  </a:cubicBezTo>
                  <a:close/>
                  <a:moveTo>
                    <a:pt x="6063" y="3399"/>
                  </a:moveTo>
                  <a:cubicBezTo>
                    <a:pt x="5772" y="3399"/>
                    <a:pt x="5480" y="3440"/>
                    <a:pt x="5197" y="3522"/>
                  </a:cubicBezTo>
                  <a:cubicBezTo>
                    <a:pt x="4999" y="3977"/>
                    <a:pt x="4857" y="4431"/>
                    <a:pt x="4772" y="4942"/>
                  </a:cubicBezTo>
                  <a:lnTo>
                    <a:pt x="4772" y="4971"/>
                  </a:lnTo>
                  <a:cubicBezTo>
                    <a:pt x="4942" y="4942"/>
                    <a:pt x="5084" y="4914"/>
                    <a:pt x="5226" y="4886"/>
                  </a:cubicBezTo>
                  <a:cubicBezTo>
                    <a:pt x="5489" y="4795"/>
                    <a:pt x="5759" y="4750"/>
                    <a:pt x="6027" y="4750"/>
                  </a:cubicBezTo>
                  <a:cubicBezTo>
                    <a:pt x="6512" y="4750"/>
                    <a:pt x="6992" y="4895"/>
                    <a:pt x="7413" y="5169"/>
                  </a:cubicBezTo>
                  <a:cubicBezTo>
                    <a:pt x="7764" y="5384"/>
                    <a:pt x="8156" y="5492"/>
                    <a:pt x="8560" y="5492"/>
                  </a:cubicBezTo>
                  <a:cubicBezTo>
                    <a:pt x="8744" y="5492"/>
                    <a:pt x="8930" y="5469"/>
                    <a:pt x="9117" y="5425"/>
                  </a:cubicBezTo>
                  <a:cubicBezTo>
                    <a:pt x="9117" y="5027"/>
                    <a:pt x="9031" y="4658"/>
                    <a:pt x="8889" y="4289"/>
                  </a:cubicBezTo>
                  <a:cubicBezTo>
                    <a:pt x="8821" y="4304"/>
                    <a:pt x="8754" y="4311"/>
                    <a:pt x="8689" y="4311"/>
                  </a:cubicBezTo>
                  <a:cubicBezTo>
                    <a:pt x="8512" y="4311"/>
                    <a:pt x="8346" y="4259"/>
                    <a:pt x="8179" y="4176"/>
                  </a:cubicBezTo>
                  <a:cubicBezTo>
                    <a:pt x="8066" y="4090"/>
                    <a:pt x="7924" y="4034"/>
                    <a:pt x="7810" y="3948"/>
                  </a:cubicBezTo>
                  <a:cubicBezTo>
                    <a:pt x="7290" y="3582"/>
                    <a:pt x="6678" y="3399"/>
                    <a:pt x="6063" y="3399"/>
                  </a:cubicBezTo>
                  <a:close/>
                  <a:moveTo>
                    <a:pt x="5251" y="7527"/>
                  </a:moveTo>
                  <a:cubicBezTo>
                    <a:pt x="4877" y="7527"/>
                    <a:pt x="4492" y="7609"/>
                    <a:pt x="4090" y="7811"/>
                  </a:cubicBezTo>
                  <a:cubicBezTo>
                    <a:pt x="4033" y="7839"/>
                    <a:pt x="3976" y="7867"/>
                    <a:pt x="3891" y="7867"/>
                  </a:cubicBezTo>
                  <a:cubicBezTo>
                    <a:pt x="3579" y="8663"/>
                    <a:pt x="3352" y="9515"/>
                    <a:pt x="3210" y="10366"/>
                  </a:cubicBezTo>
                  <a:cubicBezTo>
                    <a:pt x="3494" y="10253"/>
                    <a:pt x="3749" y="10054"/>
                    <a:pt x="3891" y="9770"/>
                  </a:cubicBezTo>
                  <a:cubicBezTo>
                    <a:pt x="4147" y="9429"/>
                    <a:pt x="4488" y="9145"/>
                    <a:pt x="4857" y="8947"/>
                  </a:cubicBezTo>
                  <a:cubicBezTo>
                    <a:pt x="4992" y="8850"/>
                    <a:pt x="5153" y="8793"/>
                    <a:pt x="5323" y="8793"/>
                  </a:cubicBezTo>
                  <a:cubicBezTo>
                    <a:pt x="5403" y="8793"/>
                    <a:pt x="5485" y="8806"/>
                    <a:pt x="5567" y="8833"/>
                  </a:cubicBezTo>
                  <a:cubicBezTo>
                    <a:pt x="5879" y="8947"/>
                    <a:pt x="6163" y="9089"/>
                    <a:pt x="6447" y="9259"/>
                  </a:cubicBezTo>
                  <a:cubicBezTo>
                    <a:pt x="7209" y="9640"/>
                    <a:pt x="8002" y="9942"/>
                    <a:pt x="8874" y="9942"/>
                  </a:cubicBezTo>
                  <a:cubicBezTo>
                    <a:pt x="9172" y="9942"/>
                    <a:pt x="9480" y="9907"/>
                    <a:pt x="9798" y="9827"/>
                  </a:cubicBezTo>
                  <a:cubicBezTo>
                    <a:pt x="9827" y="9401"/>
                    <a:pt x="9770" y="8947"/>
                    <a:pt x="9628" y="8521"/>
                  </a:cubicBezTo>
                  <a:lnTo>
                    <a:pt x="9628" y="8549"/>
                  </a:lnTo>
                  <a:cubicBezTo>
                    <a:pt x="9415" y="8608"/>
                    <a:pt x="9197" y="8638"/>
                    <a:pt x="8978" y="8638"/>
                  </a:cubicBezTo>
                  <a:cubicBezTo>
                    <a:pt x="8672" y="8638"/>
                    <a:pt x="8364" y="8580"/>
                    <a:pt x="8066" y="8464"/>
                  </a:cubicBezTo>
                  <a:cubicBezTo>
                    <a:pt x="7668" y="8322"/>
                    <a:pt x="7299" y="8151"/>
                    <a:pt x="6930" y="7981"/>
                  </a:cubicBezTo>
                  <a:cubicBezTo>
                    <a:pt x="6379" y="7723"/>
                    <a:pt x="5828" y="7527"/>
                    <a:pt x="5251" y="7527"/>
                  </a:cubicBezTo>
                  <a:close/>
                  <a:moveTo>
                    <a:pt x="6518" y="11258"/>
                  </a:moveTo>
                  <a:cubicBezTo>
                    <a:pt x="6287" y="11258"/>
                    <a:pt x="6055" y="11264"/>
                    <a:pt x="5822" y="11275"/>
                  </a:cubicBezTo>
                  <a:cubicBezTo>
                    <a:pt x="5538" y="11304"/>
                    <a:pt x="5283" y="11360"/>
                    <a:pt x="4999" y="11446"/>
                  </a:cubicBezTo>
                  <a:cubicBezTo>
                    <a:pt x="4289" y="11701"/>
                    <a:pt x="3522" y="11928"/>
                    <a:pt x="2784" y="12127"/>
                  </a:cubicBezTo>
                  <a:cubicBezTo>
                    <a:pt x="2556" y="12553"/>
                    <a:pt x="2443" y="13008"/>
                    <a:pt x="2443" y="13490"/>
                  </a:cubicBezTo>
                  <a:lnTo>
                    <a:pt x="2443" y="13519"/>
                  </a:lnTo>
                  <a:cubicBezTo>
                    <a:pt x="3323" y="13377"/>
                    <a:pt x="4204" y="13150"/>
                    <a:pt x="5027" y="12809"/>
                  </a:cubicBezTo>
                  <a:cubicBezTo>
                    <a:pt x="5368" y="12667"/>
                    <a:pt x="5709" y="12610"/>
                    <a:pt x="6049" y="12582"/>
                  </a:cubicBezTo>
                  <a:cubicBezTo>
                    <a:pt x="6182" y="12577"/>
                    <a:pt x="6315" y="12575"/>
                    <a:pt x="6447" y="12575"/>
                  </a:cubicBezTo>
                  <a:cubicBezTo>
                    <a:pt x="7110" y="12575"/>
                    <a:pt x="7772" y="12634"/>
                    <a:pt x="8435" y="12752"/>
                  </a:cubicBezTo>
                  <a:cubicBezTo>
                    <a:pt x="8701" y="12819"/>
                    <a:pt x="8977" y="12846"/>
                    <a:pt x="9251" y="12846"/>
                  </a:cubicBezTo>
                  <a:cubicBezTo>
                    <a:pt x="9445" y="12846"/>
                    <a:pt x="9638" y="12832"/>
                    <a:pt x="9827" y="12809"/>
                  </a:cubicBezTo>
                  <a:cubicBezTo>
                    <a:pt x="9912" y="12411"/>
                    <a:pt x="9912" y="11985"/>
                    <a:pt x="9798" y="11588"/>
                  </a:cubicBezTo>
                  <a:cubicBezTo>
                    <a:pt x="9628" y="11588"/>
                    <a:pt x="9457" y="11559"/>
                    <a:pt x="9259" y="11531"/>
                  </a:cubicBezTo>
                  <a:cubicBezTo>
                    <a:pt x="8350" y="11349"/>
                    <a:pt x="7441" y="11258"/>
                    <a:pt x="6518" y="11258"/>
                  </a:cubicBezTo>
                  <a:close/>
                  <a:moveTo>
                    <a:pt x="5192" y="14081"/>
                  </a:moveTo>
                  <a:cubicBezTo>
                    <a:pt x="5146" y="14081"/>
                    <a:pt x="5101" y="14083"/>
                    <a:pt x="5055" y="14087"/>
                  </a:cubicBezTo>
                  <a:cubicBezTo>
                    <a:pt x="4459" y="14115"/>
                    <a:pt x="3863" y="14257"/>
                    <a:pt x="3323" y="14456"/>
                  </a:cubicBezTo>
                  <a:cubicBezTo>
                    <a:pt x="2926" y="14598"/>
                    <a:pt x="2556" y="14712"/>
                    <a:pt x="2159" y="14768"/>
                  </a:cubicBezTo>
                  <a:cubicBezTo>
                    <a:pt x="1960" y="15279"/>
                    <a:pt x="1846" y="15791"/>
                    <a:pt x="1818" y="16330"/>
                  </a:cubicBezTo>
                  <a:cubicBezTo>
                    <a:pt x="2556" y="16075"/>
                    <a:pt x="3323" y="15876"/>
                    <a:pt x="4033" y="15563"/>
                  </a:cubicBezTo>
                  <a:cubicBezTo>
                    <a:pt x="4246" y="15457"/>
                    <a:pt x="4474" y="15405"/>
                    <a:pt x="4701" y="15405"/>
                  </a:cubicBezTo>
                  <a:cubicBezTo>
                    <a:pt x="5017" y="15405"/>
                    <a:pt x="5330" y="15507"/>
                    <a:pt x="5595" y="15705"/>
                  </a:cubicBezTo>
                  <a:cubicBezTo>
                    <a:pt x="5851" y="15847"/>
                    <a:pt x="6106" y="15989"/>
                    <a:pt x="6362" y="16160"/>
                  </a:cubicBezTo>
                  <a:cubicBezTo>
                    <a:pt x="6706" y="16403"/>
                    <a:pt x="7107" y="16544"/>
                    <a:pt x="7515" y="16544"/>
                  </a:cubicBezTo>
                  <a:cubicBezTo>
                    <a:pt x="7680" y="16544"/>
                    <a:pt x="7846" y="16521"/>
                    <a:pt x="8009" y="16472"/>
                  </a:cubicBezTo>
                  <a:cubicBezTo>
                    <a:pt x="8605" y="16359"/>
                    <a:pt x="9202" y="16245"/>
                    <a:pt x="9798" y="16131"/>
                  </a:cubicBezTo>
                  <a:cubicBezTo>
                    <a:pt x="9912" y="15649"/>
                    <a:pt x="9912" y="15138"/>
                    <a:pt x="9855" y="14626"/>
                  </a:cubicBezTo>
                  <a:lnTo>
                    <a:pt x="9855" y="14626"/>
                  </a:lnTo>
                  <a:cubicBezTo>
                    <a:pt x="9457" y="14854"/>
                    <a:pt x="8946" y="14882"/>
                    <a:pt x="8549" y="15081"/>
                  </a:cubicBezTo>
                  <a:cubicBezTo>
                    <a:pt x="8343" y="15189"/>
                    <a:pt x="8122" y="15242"/>
                    <a:pt x="7903" y="15242"/>
                  </a:cubicBezTo>
                  <a:cubicBezTo>
                    <a:pt x="7608" y="15242"/>
                    <a:pt x="7317" y="15147"/>
                    <a:pt x="7072" y="14967"/>
                  </a:cubicBezTo>
                  <a:cubicBezTo>
                    <a:pt x="6731" y="14768"/>
                    <a:pt x="6419" y="14570"/>
                    <a:pt x="6106" y="14371"/>
                  </a:cubicBezTo>
                  <a:cubicBezTo>
                    <a:pt x="5832" y="14172"/>
                    <a:pt x="5515" y="14081"/>
                    <a:pt x="5192" y="14081"/>
                  </a:cubicBezTo>
                  <a:close/>
                  <a:moveTo>
                    <a:pt x="7998" y="18681"/>
                  </a:moveTo>
                  <a:cubicBezTo>
                    <a:pt x="7866" y="18681"/>
                    <a:pt x="7720" y="18703"/>
                    <a:pt x="7555" y="18744"/>
                  </a:cubicBezTo>
                  <a:cubicBezTo>
                    <a:pt x="7327" y="18801"/>
                    <a:pt x="7100" y="18943"/>
                    <a:pt x="6930" y="19113"/>
                  </a:cubicBezTo>
                  <a:cubicBezTo>
                    <a:pt x="6617" y="19369"/>
                    <a:pt x="6333" y="19625"/>
                    <a:pt x="6078" y="19909"/>
                  </a:cubicBezTo>
                  <a:cubicBezTo>
                    <a:pt x="5694" y="20306"/>
                    <a:pt x="5496" y="20448"/>
                    <a:pt x="5318" y="20448"/>
                  </a:cubicBezTo>
                  <a:cubicBezTo>
                    <a:pt x="5141" y="20448"/>
                    <a:pt x="4984" y="20306"/>
                    <a:pt x="4686" y="20136"/>
                  </a:cubicBezTo>
                  <a:cubicBezTo>
                    <a:pt x="4601" y="20107"/>
                    <a:pt x="4544" y="20051"/>
                    <a:pt x="4459" y="19994"/>
                  </a:cubicBezTo>
                  <a:cubicBezTo>
                    <a:pt x="3957" y="19760"/>
                    <a:pt x="3456" y="19585"/>
                    <a:pt x="2931" y="19585"/>
                  </a:cubicBezTo>
                  <a:cubicBezTo>
                    <a:pt x="2564" y="19585"/>
                    <a:pt x="2187" y="19670"/>
                    <a:pt x="1790" y="19880"/>
                  </a:cubicBezTo>
                  <a:cubicBezTo>
                    <a:pt x="1619" y="19937"/>
                    <a:pt x="1449" y="19994"/>
                    <a:pt x="1250" y="20022"/>
                  </a:cubicBezTo>
                  <a:cubicBezTo>
                    <a:pt x="1080" y="20533"/>
                    <a:pt x="1023" y="21044"/>
                    <a:pt x="1051" y="21556"/>
                  </a:cubicBezTo>
                  <a:cubicBezTo>
                    <a:pt x="1392" y="21527"/>
                    <a:pt x="1704" y="21414"/>
                    <a:pt x="1988" y="21215"/>
                  </a:cubicBezTo>
                  <a:cubicBezTo>
                    <a:pt x="2258" y="21026"/>
                    <a:pt x="2572" y="20934"/>
                    <a:pt x="2888" y="20934"/>
                  </a:cubicBezTo>
                  <a:cubicBezTo>
                    <a:pt x="3239" y="20934"/>
                    <a:pt x="3592" y="21048"/>
                    <a:pt x="3891" y="21272"/>
                  </a:cubicBezTo>
                  <a:cubicBezTo>
                    <a:pt x="4260" y="21527"/>
                    <a:pt x="4686" y="21698"/>
                    <a:pt x="5141" y="21754"/>
                  </a:cubicBezTo>
                  <a:cubicBezTo>
                    <a:pt x="5257" y="21788"/>
                    <a:pt x="5375" y="21804"/>
                    <a:pt x="5492" y="21804"/>
                  </a:cubicBezTo>
                  <a:cubicBezTo>
                    <a:pt x="5777" y="21804"/>
                    <a:pt x="6055" y="21708"/>
                    <a:pt x="6277" y="21527"/>
                  </a:cubicBezTo>
                  <a:cubicBezTo>
                    <a:pt x="6589" y="21272"/>
                    <a:pt x="6873" y="21016"/>
                    <a:pt x="7157" y="20732"/>
                  </a:cubicBezTo>
                  <a:cubicBezTo>
                    <a:pt x="7327" y="20533"/>
                    <a:pt x="7555" y="20391"/>
                    <a:pt x="7810" y="20363"/>
                  </a:cubicBezTo>
                  <a:cubicBezTo>
                    <a:pt x="8321" y="21016"/>
                    <a:pt x="8861" y="21669"/>
                    <a:pt x="9940" y="21726"/>
                  </a:cubicBezTo>
                  <a:cubicBezTo>
                    <a:pt x="9883" y="21243"/>
                    <a:pt x="9855" y="20760"/>
                    <a:pt x="9827" y="20306"/>
                  </a:cubicBezTo>
                  <a:cubicBezTo>
                    <a:pt x="9599" y="20249"/>
                    <a:pt x="9372" y="20107"/>
                    <a:pt x="9287" y="19880"/>
                  </a:cubicBezTo>
                  <a:cubicBezTo>
                    <a:pt x="9145" y="19625"/>
                    <a:pt x="8975" y="19341"/>
                    <a:pt x="8776" y="19113"/>
                  </a:cubicBezTo>
                  <a:cubicBezTo>
                    <a:pt x="8554" y="18811"/>
                    <a:pt x="8319" y="18681"/>
                    <a:pt x="7998" y="18681"/>
                  </a:cubicBezTo>
                  <a:close/>
                  <a:moveTo>
                    <a:pt x="3873" y="23369"/>
                  </a:moveTo>
                  <a:cubicBezTo>
                    <a:pt x="3822" y="23369"/>
                    <a:pt x="3771" y="23370"/>
                    <a:pt x="3721" y="23373"/>
                  </a:cubicBezTo>
                  <a:cubicBezTo>
                    <a:pt x="2869" y="23402"/>
                    <a:pt x="2045" y="23657"/>
                    <a:pt x="1335" y="24140"/>
                  </a:cubicBezTo>
                  <a:cubicBezTo>
                    <a:pt x="1193" y="24225"/>
                    <a:pt x="1051" y="24282"/>
                    <a:pt x="909" y="24367"/>
                  </a:cubicBezTo>
                  <a:cubicBezTo>
                    <a:pt x="852" y="24907"/>
                    <a:pt x="852" y="25475"/>
                    <a:pt x="966" y="26043"/>
                  </a:cubicBezTo>
                  <a:cubicBezTo>
                    <a:pt x="1449" y="25759"/>
                    <a:pt x="1818" y="25333"/>
                    <a:pt x="2329" y="25077"/>
                  </a:cubicBezTo>
                  <a:cubicBezTo>
                    <a:pt x="2825" y="24848"/>
                    <a:pt x="3246" y="24728"/>
                    <a:pt x="3642" y="24728"/>
                  </a:cubicBezTo>
                  <a:cubicBezTo>
                    <a:pt x="4131" y="24728"/>
                    <a:pt x="4582" y="24912"/>
                    <a:pt x="5084" y="25304"/>
                  </a:cubicBezTo>
                  <a:cubicBezTo>
                    <a:pt x="5396" y="25560"/>
                    <a:pt x="5709" y="25815"/>
                    <a:pt x="5993" y="26099"/>
                  </a:cubicBezTo>
                  <a:cubicBezTo>
                    <a:pt x="6390" y="26440"/>
                    <a:pt x="6873" y="26667"/>
                    <a:pt x="7356" y="26753"/>
                  </a:cubicBezTo>
                  <a:cubicBezTo>
                    <a:pt x="7549" y="26803"/>
                    <a:pt x="7741" y="26829"/>
                    <a:pt x="7931" y="26829"/>
                  </a:cubicBezTo>
                  <a:cubicBezTo>
                    <a:pt x="8274" y="26829"/>
                    <a:pt x="8607" y="26747"/>
                    <a:pt x="8918" y="26582"/>
                  </a:cubicBezTo>
                  <a:cubicBezTo>
                    <a:pt x="9372" y="26355"/>
                    <a:pt x="9827" y="26071"/>
                    <a:pt x="10281" y="25787"/>
                  </a:cubicBezTo>
                  <a:cubicBezTo>
                    <a:pt x="10281" y="25276"/>
                    <a:pt x="10224" y="24765"/>
                    <a:pt x="10082" y="24254"/>
                  </a:cubicBezTo>
                  <a:lnTo>
                    <a:pt x="10082" y="24282"/>
                  </a:lnTo>
                  <a:cubicBezTo>
                    <a:pt x="9912" y="24310"/>
                    <a:pt x="9741" y="24424"/>
                    <a:pt x="9599" y="24538"/>
                  </a:cubicBezTo>
                  <a:cubicBezTo>
                    <a:pt x="9287" y="24765"/>
                    <a:pt x="8946" y="24992"/>
                    <a:pt x="8634" y="25248"/>
                  </a:cubicBezTo>
                  <a:cubicBezTo>
                    <a:pt x="8435" y="25401"/>
                    <a:pt x="8186" y="25480"/>
                    <a:pt x="7937" y="25480"/>
                  </a:cubicBezTo>
                  <a:cubicBezTo>
                    <a:pt x="7724" y="25480"/>
                    <a:pt x="7511" y="25422"/>
                    <a:pt x="7327" y="25304"/>
                  </a:cubicBezTo>
                  <a:cubicBezTo>
                    <a:pt x="7157" y="25219"/>
                    <a:pt x="7043" y="25106"/>
                    <a:pt x="6901" y="24992"/>
                  </a:cubicBezTo>
                  <a:cubicBezTo>
                    <a:pt x="6390" y="24509"/>
                    <a:pt x="5822" y="24112"/>
                    <a:pt x="5197" y="23742"/>
                  </a:cubicBezTo>
                  <a:cubicBezTo>
                    <a:pt x="4788" y="23486"/>
                    <a:pt x="4333" y="23369"/>
                    <a:pt x="3873" y="23369"/>
                  </a:cubicBezTo>
                  <a:close/>
                  <a:moveTo>
                    <a:pt x="3341" y="28072"/>
                  </a:moveTo>
                  <a:cubicBezTo>
                    <a:pt x="2656" y="28072"/>
                    <a:pt x="1985" y="28239"/>
                    <a:pt x="1335" y="28684"/>
                  </a:cubicBezTo>
                  <a:cubicBezTo>
                    <a:pt x="1307" y="28684"/>
                    <a:pt x="1278" y="28712"/>
                    <a:pt x="1250" y="28712"/>
                  </a:cubicBezTo>
                  <a:lnTo>
                    <a:pt x="1364" y="30075"/>
                  </a:lnTo>
                  <a:cubicBezTo>
                    <a:pt x="1591" y="30019"/>
                    <a:pt x="1818" y="29905"/>
                    <a:pt x="2017" y="29735"/>
                  </a:cubicBezTo>
                  <a:cubicBezTo>
                    <a:pt x="2406" y="29506"/>
                    <a:pt x="2850" y="29369"/>
                    <a:pt x="3290" y="29369"/>
                  </a:cubicBezTo>
                  <a:cubicBezTo>
                    <a:pt x="3396" y="29369"/>
                    <a:pt x="3502" y="29377"/>
                    <a:pt x="3607" y="29394"/>
                  </a:cubicBezTo>
                  <a:cubicBezTo>
                    <a:pt x="3976" y="29422"/>
                    <a:pt x="4346" y="29507"/>
                    <a:pt x="4686" y="29593"/>
                  </a:cubicBezTo>
                  <a:cubicBezTo>
                    <a:pt x="5425" y="29763"/>
                    <a:pt x="6163" y="29962"/>
                    <a:pt x="6901" y="30132"/>
                  </a:cubicBezTo>
                  <a:cubicBezTo>
                    <a:pt x="7519" y="30264"/>
                    <a:pt x="8129" y="30374"/>
                    <a:pt x="8739" y="30374"/>
                  </a:cubicBezTo>
                  <a:cubicBezTo>
                    <a:pt x="9307" y="30374"/>
                    <a:pt x="9876" y="30279"/>
                    <a:pt x="10451" y="30019"/>
                  </a:cubicBezTo>
                  <a:cubicBezTo>
                    <a:pt x="10593" y="29962"/>
                    <a:pt x="10764" y="29933"/>
                    <a:pt x="10906" y="29905"/>
                  </a:cubicBezTo>
                  <a:cubicBezTo>
                    <a:pt x="10934" y="29451"/>
                    <a:pt x="10849" y="29025"/>
                    <a:pt x="10650" y="28599"/>
                  </a:cubicBezTo>
                  <a:cubicBezTo>
                    <a:pt x="10508" y="28627"/>
                    <a:pt x="10366" y="28684"/>
                    <a:pt x="10224" y="28712"/>
                  </a:cubicBezTo>
                  <a:cubicBezTo>
                    <a:pt x="9750" y="28959"/>
                    <a:pt x="9232" y="29072"/>
                    <a:pt x="8712" y="29072"/>
                  </a:cubicBezTo>
                  <a:cubicBezTo>
                    <a:pt x="8515" y="29072"/>
                    <a:pt x="8318" y="29056"/>
                    <a:pt x="8123" y="29025"/>
                  </a:cubicBezTo>
                  <a:cubicBezTo>
                    <a:pt x="7668" y="28939"/>
                    <a:pt x="7214" y="28854"/>
                    <a:pt x="6759" y="28769"/>
                  </a:cubicBezTo>
                  <a:cubicBezTo>
                    <a:pt x="6078" y="28599"/>
                    <a:pt x="5396" y="28400"/>
                    <a:pt x="4715" y="28258"/>
                  </a:cubicBezTo>
                  <a:cubicBezTo>
                    <a:pt x="4252" y="28145"/>
                    <a:pt x="3793" y="28072"/>
                    <a:pt x="3341" y="28072"/>
                  </a:cubicBezTo>
                  <a:close/>
                  <a:moveTo>
                    <a:pt x="11332" y="32404"/>
                  </a:moveTo>
                  <a:lnTo>
                    <a:pt x="11332" y="32432"/>
                  </a:lnTo>
                  <a:cubicBezTo>
                    <a:pt x="10622" y="32546"/>
                    <a:pt x="9912" y="32546"/>
                    <a:pt x="9202" y="32631"/>
                  </a:cubicBezTo>
                  <a:cubicBezTo>
                    <a:pt x="8453" y="32709"/>
                    <a:pt x="7704" y="32753"/>
                    <a:pt x="6955" y="32753"/>
                  </a:cubicBezTo>
                  <a:cubicBezTo>
                    <a:pt x="6340" y="32753"/>
                    <a:pt x="5726" y="32724"/>
                    <a:pt x="5112" y="32660"/>
                  </a:cubicBezTo>
                  <a:cubicBezTo>
                    <a:pt x="4761" y="32621"/>
                    <a:pt x="4407" y="32602"/>
                    <a:pt x="4053" y="32602"/>
                  </a:cubicBezTo>
                  <a:cubicBezTo>
                    <a:pt x="3375" y="32602"/>
                    <a:pt x="2698" y="32671"/>
                    <a:pt x="2045" y="32802"/>
                  </a:cubicBezTo>
                  <a:cubicBezTo>
                    <a:pt x="1903" y="32830"/>
                    <a:pt x="1733" y="32858"/>
                    <a:pt x="1591" y="32887"/>
                  </a:cubicBezTo>
                  <a:cubicBezTo>
                    <a:pt x="1477" y="33284"/>
                    <a:pt x="1477" y="33710"/>
                    <a:pt x="1591" y="34108"/>
                  </a:cubicBezTo>
                  <a:cubicBezTo>
                    <a:pt x="2239" y="33916"/>
                    <a:pt x="2928" y="33846"/>
                    <a:pt x="3623" y="33846"/>
                  </a:cubicBezTo>
                  <a:cubicBezTo>
                    <a:pt x="3750" y="33846"/>
                    <a:pt x="3877" y="33848"/>
                    <a:pt x="4005" y="33852"/>
                  </a:cubicBezTo>
                  <a:cubicBezTo>
                    <a:pt x="4937" y="33983"/>
                    <a:pt x="5895" y="34052"/>
                    <a:pt x="6852" y="34052"/>
                  </a:cubicBezTo>
                  <a:cubicBezTo>
                    <a:pt x="7352" y="34052"/>
                    <a:pt x="7853" y="34033"/>
                    <a:pt x="8350" y="33994"/>
                  </a:cubicBezTo>
                  <a:cubicBezTo>
                    <a:pt x="9429" y="33909"/>
                    <a:pt x="10480" y="33938"/>
                    <a:pt x="11530" y="33739"/>
                  </a:cubicBezTo>
                  <a:cubicBezTo>
                    <a:pt x="11502" y="33284"/>
                    <a:pt x="11445" y="32858"/>
                    <a:pt x="11332" y="32404"/>
                  </a:cubicBezTo>
                  <a:close/>
                  <a:moveTo>
                    <a:pt x="3926" y="35762"/>
                  </a:moveTo>
                  <a:cubicBezTo>
                    <a:pt x="3420" y="35762"/>
                    <a:pt x="2921" y="35913"/>
                    <a:pt x="2500" y="36209"/>
                  </a:cubicBezTo>
                  <a:lnTo>
                    <a:pt x="1278" y="37033"/>
                  </a:lnTo>
                  <a:cubicBezTo>
                    <a:pt x="1080" y="37629"/>
                    <a:pt x="1023" y="38283"/>
                    <a:pt x="1023" y="38907"/>
                  </a:cubicBezTo>
                  <a:cubicBezTo>
                    <a:pt x="1222" y="38851"/>
                    <a:pt x="1307" y="38680"/>
                    <a:pt x="1449" y="38567"/>
                  </a:cubicBezTo>
                  <a:cubicBezTo>
                    <a:pt x="1988" y="38027"/>
                    <a:pt x="2585" y="37544"/>
                    <a:pt x="3210" y="37147"/>
                  </a:cubicBezTo>
                  <a:cubicBezTo>
                    <a:pt x="3406" y="37026"/>
                    <a:pt x="3634" y="36961"/>
                    <a:pt x="3864" y="36961"/>
                  </a:cubicBezTo>
                  <a:cubicBezTo>
                    <a:pt x="4068" y="36961"/>
                    <a:pt x="4273" y="37012"/>
                    <a:pt x="4459" y="37118"/>
                  </a:cubicBezTo>
                  <a:cubicBezTo>
                    <a:pt x="4772" y="37260"/>
                    <a:pt x="5055" y="37459"/>
                    <a:pt x="5368" y="37658"/>
                  </a:cubicBezTo>
                  <a:cubicBezTo>
                    <a:pt x="5907" y="37999"/>
                    <a:pt x="6532" y="38197"/>
                    <a:pt x="7185" y="38254"/>
                  </a:cubicBezTo>
                  <a:cubicBezTo>
                    <a:pt x="7226" y="38259"/>
                    <a:pt x="7267" y="38262"/>
                    <a:pt x="7308" y="38262"/>
                  </a:cubicBezTo>
                  <a:cubicBezTo>
                    <a:pt x="7502" y="38262"/>
                    <a:pt x="7708" y="38211"/>
                    <a:pt x="7895" y="38141"/>
                  </a:cubicBezTo>
                  <a:cubicBezTo>
                    <a:pt x="8265" y="37999"/>
                    <a:pt x="8605" y="37828"/>
                    <a:pt x="8946" y="37601"/>
                  </a:cubicBezTo>
                  <a:cubicBezTo>
                    <a:pt x="9456" y="37207"/>
                    <a:pt x="10080" y="37002"/>
                    <a:pt x="10709" y="37002"/>
                  </a:cubicBezTo>
                  <a:cubicBezTo>
                    <a:pt x="10851" y="37002"/>
                    <a:pt x="10992" y="37012"/>
                    <a:pt x="11133" y="37033"/>
                  </a:cubicBezTo>
                  <a:cubicBezTo>
                    <a:pt x="11275" y="37061"/>
                    <a:pt x="11417" y="37076"/>
                    <a:pt x="11559" y="37076"/>
                  </a:cubicBezTo>
                  <a:cubicBezTo>
                    <a:pt x="11701" y="37076"/>
                    <a:pt x="11843" y="37061"/>
                    <a:pt x="11985" y="37033"/>
                  </a:cubicBezTo>
                  <a:cubicBezTo>
                    <a:pt x="11985" y="36635"/>
                    <a:pt x="11928" y="36238"/>
                    <a:pt x="11786" y="35869"/>
                  </a:cubicBezTo>
                  <a:lnTo>
                    <a:pt x="11530" y="35869"/>
                  </a:lnTo>
                  <a:cubicBezTo>
                    <a:pt x="11256" y="35811"/>
                    <a:pt x="10978" y="35783"/>
                    <a:pt x="10702" y="35783"/>
                  </a:cubicBezTo>
                  <a:cubicBezTo>
                    <a:pt x="9889" y="35783"/>
                    <a:pt x="9084" y="36027"/>
                    <a:pt x="8407" y="36493"/>
                  </a:cubicBezTo>
                  <a:cubicBezTo>
                    <a:pt x="8208" y="36607"/>
                    <a:pt x="7981" y="36721"/>
                    <a:pt x="7753" y="36834"/>
                  </a:cubicBezTo>
                  <a:cubicBezTo>
                    <a:pt x="7574" y="36945"/>
                    <a:pt x="7368" y="37001"/>
                    <a:pt x="7165" y="37001"/>
                  </a:cubicBezTo>
                  <a:cubicBezTo>
                    <a:pt x="6949" y="37001"/>
                    <a:pt x="6736" y="36937"/>
                    <a:pt x="6561" y="36806"/>
                  </a:cubicBezTo>
                  <a:cubicBezTo>
                    <a:pt x="6106" y="36522"/>
                    <a:pt x="5623" y="36266"/>
                    <a:pt x="5141" y="36067"/>
                  </a:cubicBezTo>
                  <a:cubicBezTo>
                    <a:pt x="4757" y="35863"/>
                    <a:pt x="4339" y="35762"/>
                    <a:pt x="3926" y="35762"/>
                  </a:cubicBezTo>
                  <a:close/>
                  <a:moveTo>
                    <a:pt x="9989" y="41436"/>
                  </a:moveTo>
                  <a:cubicBezTo>
                    <a:pt x="9830" y="41436"/>
                    <a:pt x="9671" y="41455"/>
                    <a:pt x="9514" y="41492"/>
                  </a:cubicBezTo>
                  <a:cubicBezTo>
                    <a:pt x="9003" y="41605"/>
                    <a:pt x="8520" y="41832"/>
                    <a:pt x="8151" y="42202"/>
                  </a:cubicBezTo>
                  <a:cubicBezTo>
                    <a:pt x="7668" y="42628"/>
                    <a:pt x="7214" y="43054"/>
                    <a:pt x="6759" y="43508"/>
                  </a:cubicBezTo>
                  <a:cubicBezTo>
                    <a:pt x="6674" y="43610"/>
                    <a:pt x="6548" y="43661"/>
                    <a:pt x="6424" y="43661"/>
                  </a:cubicBezTo>
                  <a:cubicBezTo>
                    <a:pt x="6341" y="43661"/>
                    <a:pt x="6260" y="43639"/>
                    <a:pt x="6191" y="43593"/>
                  </a:cubicBezTo>
                  <a:cubicBezTo>
                    <a:pt x="5538" y="43281"/>
                    <a:pt x="4885" y="42997"/>
                    <a:pt x="4232" y="42684"/>
                  </a:cubicBezTo>
                  <a:cubicBezTo>
                    <a:pt x="3475" y="42286"/>
                    <a:pt x="2676" y="42013"/>
                    <a:pt x="1816" y="42013"/>
                  </a:cubicBezTo>
                  <a:cubicBezTo>
                    <a:pt x="1450" y="42013"/>
                    <a:pt x="1072" y="42063"/>
                    <a:pt x="682" y="42173"/>
                  </a:cubicBezTo>
                  <a:cubicBezTo>
                    <a:pt x="625" y="42173"/>
                    <a:pt x="568" y="42173"/>
                    <a:pt x="512" y="42202"/>
                  </a:cubicBezTo>
                  <a:cubicBezTo>
                    <a:pt x="341" y="42656"/>
                    <a:pt x="284" y="43139"/>
                    <a:pt x="313" y="43622"/>
                  </a:cubicBezTo>
                  <a:cubicBezTo>
                    <a:pt x="512" y="43593"/>
                    <a:pt x="682" y="43536"/>
                    <a:pt x="881" y="43480"/>
                  </a:cubicBezTo>
                  <a:cubicBezTo>
                    <a:pt x="1151" y="43380"/>
                    <a:pt x="1435" y="43330"/>
                    <a:pt x="1722" y="43330"/>
                  </a:cubicBezTo>
                  <a:cubicBezTo>
                    <a:pt x="2010" y="43330"/>
                    <a:pt x="2301" y="43380"/>
                    <a:pt x="2585" y="43480"/>
                  </a:cubicBezTo>
                  <a:cubicBezTo>
                    <a:pt x="2869" y="43593"/>
                    <a:pt x="3153" y="43707"/>
                    <a:pt x="3408" y="43849"/>
                  </a:cubicBezTo>
                  <a:cubicBezTo>
                    <a:pt x="4090" y="44161"/>
                    <a:pt x="4772" y="44474"/>
                    <a:pt x="5453" y="44786"/>
                  </a:cubicBezTo>
                  <a:cubicBezTo>
                    <a:pt x="5821" y="44959"/>
                    <a:pt x="6143" y="45046"/>
                    <a:pt x="6446" y="45046"/>
                  </a:cubicBezTo>
                  <a:cubicBezTo>
                    <a:pt x="6937" y="45046"/>
                    <a:pt x="7375" y="44817"/>
                    <a:pt x="7867" y="44360"/>
                  </a:cubicBezTo>
                  <a:cubicBezTo>
                    <a:pt x="7924" y="44303"/>
                    <a:pt x="7981" y="44218"/>
                    <a:pt x="8037" y="44161"/>
                  </a:cubicBezTo>
                  <a:cubicBezTo>
                    <a:pt x="8520" y="43707"/>
                    <a:pt x="9003" y="43281"/>
                    <a:pt x="9543" y="42855"/>
                  </a:cubicBezTo>
                  <a:cubicBezTo>
                    <a:pt x="9632" y="42780"/>
                    <a:pt x="9738" y="42744"/>
                    <a:pt x="9847" y="42744"/>
                  </a:cubicBezTo>
                  <a:cubicBezTo>
                    <a:pt x="9945" y="42744"/>
                    <a:pt x="10045" y="42773"/>
                    <a:pt x="10139" y="42826"/>
                  </a:cubicBezTo>
                  <a:cubicBezTo>
                    <a:pt x="10508" y="42968"/>
                    <a:pt x="10678" y="43366"/>
                    <a:pt x="11019" y="43508"/>
                  </a:cubicBezTo>
                  <a:cubicBezTo>
                    <a:pt x="11218" y="42997"/>
                    <a:pt x="11303" y="42429"/>
                    <a:pt x="11332" y="41889"/>
                  </a:cubicBezTo>
                  <a:cubicBezTo>
                    <a:pt x="11190" y="41804"/>
                    <a:pt x="11048" y="41776"/>
                    <a:pt x="10934" y="41690"/>
                  </a:cubicBezTo>
                  <a:cubicBezTo>
                    <a:pt x="10646" y="41518"/>
                    <a:pt x="10320" y="41436"/>
                    <a:pt x="9989" y="41436"/>
                  </a:cubicBezTo>
                  <a:close/>
                  <a:moveTo>
                    <a:pt x="1914" y="46698"/>
                  </a:moveTo>
                  <a:cubicBezTo>
                    <a:pt x="1453" y="46698"/>
                    <a:pt x="985" y="46789"/>
                    <a:pt x="512" y="47001"/>
                  </a:cubicBezTo>
                  <a:cubicBezTo>
                    <a:pt x="370" y="47058"/>
                    <a:pt x="199" y="47086"/>
                    <a:pt x="57" y="47115"/>
                  </a:cubicBezTo>
                  <a:cubicBezTo>
                    <a:pt x="0" y="47569"/>
                    <a:pt x="0" y="48023"/>
                    <a:pt x="86" y="48449"/>
                  </a:cubicBezTo>
                  <a:cubicBezTo>
                    <a:pt x="540" y="48222"/>
                    <a:pt x="1080" y="48080"/>
                    <a:pt x="1591" y="48023"/>
                  </a:cubicBezTo>
                  <a:cubicBezTo>
                    <a:pt x="1710" y="47998"/>
                    <a:pt x="1832" y="47985"/>
                    <a:pt x="1953" y="47985"/>
                  </a:cubicBezTo>
                  <a:cubicBezTo>
                    <a:pt x="2236" y="47985"/>
                    <a:pt x="2517" y="48055"/>
                    <a:pt x="2755" y="48194"/>
                  </a:cubicBezTo>
                  <a:cubicBezTo>
                    <a:pt x="3437" y="48478"/>
                    <a:pt x="4090" y="48762"/>
                    <a:pt x="4772" y="48989"/>
                  </a:cubicBezTo>
                  <a:cubicBezTo>
                    <a:pt x="5339" y="49216"/>
                    <a:pt x="5933" y="49330"/>
                    <a:pt x="6526" y="49330"/>
                  </a:cubicBezTo>
                  <a:cubicBezTo>
                    <a:pt x="6823" y="49330"/>
                    <a:pt x="7119" y="49301"/>
                    <a:pt x="7413" y="49245"/>
                  </a:cubicBezTo>
                  <a:cubicBezTo>
                    <a:pt x="8123" y="49103"/>
                    <a:pt x="8833" y="48989"/>
                    <a:pt x="9543" y="48904"/>
                  </a:cubicBezTo>
                  <a:cubicBezTo>
                    <a:pt x="9798" y="48421"/>
                    <a:pt x="9940" y="47938"/>
                    <a:pt x="9997" y="47427"/>
                  </a:cubicBezTo>
                  <a:lnTo>
                    <a:pt x="9997" y="47427"/>
                  </a:lnTo>
                  <a:cubicBezTo>
                    <a:pt x="9486" y="47484"/>
                    <a:pt x="9003" y="47597"/>
                    <a:pt x="8520" y="47739"/>
                  </a:cubicBezTo>
                  <a:cubicBezTo>
                    <a:pt x="8062" y="47938"/>
                    <a:pt x="7603" y="47989"/>
                    <a:pt x="7141" y="47989"/>
                  </a:cubicBezTo>
                  <a:cubicBezTo>
                    <a:pt x="6743" y="47989"/>
                    <a:pt x="6343" y="47951"/>
                    <a:pt x="5936" y="47938"/>
                  </a:cubicBezTo>
                  <a:cubicBezTo>
                    <a:pt x="5822" y="47938"/>
                    <a:pt x="5709" y="47910"/>
                    <a:pt x="5595" y="47853"/>
                  </a:cubicBezTo>
                  <a:cubicBezTo>
                    <a:pt x="4942" y="47597"/>
                    <a:pt x="4289" y="47370"/>
                    <a:pt x="3636" y="47086"/>
                  </a:cubicBezTo>
                  <a:cubicBezTo>
                    <a:pt x="3078" y="46847"/>
                    <a:pt x="2502" y="46698"/>
                    <a:pt x="1914" y="46698"/>
                  </a:cubicBezTo>
                  <a:close/>
                  <a:moveTo>
                    <a:pt x="2481" y="50628"/>
                  </a:moveTo>
                  <a:cubicBezTo>
                    <a:pt x="2139" y="50628"/>
                    <a:pt x="1794" y="50723"/>
                    <a:pt x="1449" y="50948"/>
                  </a:cubicBezTo>
                  <a:cubicBezTo>
                    <a:pt x="1051" y="51176"/>
                    <a:pt x="654" y="51403"/>
                    <a:pt x="256" y="51658"/>
                  </a:cubicBezTo>
                  <a:cubicBezTo>
                    <a:pt x="256" y="52056"/>
                    <a:pt x="284" y="52454"/>
                    <a:pt x="398" y="52851"/>
                  </a:cubicBezTo>
                  <a:cubicBezTo>
                    <a:pt x="796" y="52738"/>
                    <a:pt x="1165" y="52567"/>
                    <a:pt x="1477" y="52312"/>
                  </a:cubicBezTo>
                  <a:cubicBezTo>
                    <a:pt x="1856" y="52085"/>
                    <a:pt x="2129" y="51962"/>
                    <a:pt x="2401" y="51962"/>
                  </a:cubicBezTo>
                  <a:cubicBezTo>
                    <a:pt x="2639" y="51962"/>
                    <a:pt x="2876" y="52056"/>
                    <a:pt x="3181" y="52255"/>
                  </a:cubicBezTo>
                  <a:cubicBezTo>
                    <a:pt x="3891" y="52709"/>
                    <a:pt x="4743" y="52965"/>
                    <a:pt x="5595" y="52965"/>
                  </a:cubicBezTo>
                  <a:cubicBezTo>
                    <a:pt x="6532" y="52965"/>
                    <a:pt x="7469" y="52993"/>
                    <a:pt x="8407" y="52993"/>
                  </a:cubicBezTo>
                  <a:cubicBezTo>
                    <a:pt x="8577" y="52652"/>
                    <a:pt x="8691" y="52283"/>
                    <a:pt x="8719" y="51886"/>
                  </a:cubicBezTo>
                  <a:cubicBezTo>
                    <a:pt x="8570" y="51737"/>
                    <a:pt x="8357" y="51653"/>
                    <a:pt x="8153" y="51653"/>
                  </a:cubicBezTo>
                  <a:cubicBezTo>
                    <a:pt x="8124" y="51653"/>
                    <a:pt x="8095" y="51655"/>
                    <a:pt x="8066" y="51658"/>
                  </a:cubicBezTo>
                  <a:cubicBezTo>
                    <a:pt x="7524" y="51679"/>
                    <a:pt x="6996" y="51699"/>
                    <a:pt x="6472" y="51699"/>
                  </a:cubicBezTo>
                  <a:cubicBezTo>
                    <a:pt x="6255" y="51699"/>
                    <a:pt x="6039" y="51695"/>
                    <a:pt x="5822" y="51687"/>
                  </a:cubicBezTo>
                  <a:cubicBezTo>
                    <a:pt x="5777" y="51689"/>
                    <a:pt x="5733" y="51690"/>
                    <a:pt x="5688" y="51690"/>
                  </a:cubicBezTo>
                  <a:cubicBezTo>
                    <a:pt x="5112" y="51690"/>
                    <a:pt x="4564" y="51520"/>
                    <a:pt x="4090" y="51204"/>
                  </a:cubicBezTo>
                  <a:cubicBezTo>
                    <a:pt x="3948" y="51119"/>
                    <a:pt x="3806" y="51005"/>
                    <a:pt x="3636" y="50948"/>
                  </a:cubicBezTo>
                  <a:cubicBezTo>
                    <a:pt x="3257" y="50752"/>
                    <a:pt x="2871" y="50628"/>
                    <a:pt x="2481" y="50628"/>
                  </a:cubicBezTo>
                  <a:close/>
                  <a:moveTo>
                    <a:pt x="6546" y="55389"/>
                  </a:moveTo>
                  <a:cubicBezTo>
                    <a:pt x="6170" y="55389"/>
                    <a:pt x="5786" y="55481"/>
                    <a:pt x="5396" y="55634"/>
                  </a:cubicBezTo>
                  <a:cubicBezTo>
                    <a:pt x="5254" y="55663"/>
                    <a:pt x="5141" y="55720"/>
                    <a:pt x="5027" y="55776"/>
                  </a:cubicBezTo>
                  <a:cubicBezTo>
                    <a:pt x="4494" y="56043"/>
                    <a:pt x="3886" y="56176"/>
                    <a:pt x="3280" y="56176"/>
                  </a:cubicBezTo>
                  <a:cubicBezTo>
                    <a:pt x="3047" y="56176"/>
                    <a:pt x="2814" y="56157"/>
                    <a:pt x="2585" y="56117"/>
                  </a:cubicBezTo>
                  <a:cubicBezTo>
                    <a:pt x="2202" y="56008"/>
                    <a:pt x="1808" y="55957"/>
                    <a:pt x="1410" y="55957"/>
                  </a:cubicBezTo>
                  <a:cubicBezTo>
                    <a:pt x="1187" y="55957"/>
                    <a:pt x="963" y="55973"/>
                    <a:pt x="739" y="56003"/>
                  </a:cubicBezTo>
                  <a:cubicBezTo>
                    <a:pt x="739" y="56401"/>
                    <a:pt x="796" y="56770"/>
                    <a:pt x="938" y="57139"/>
                  </a:cubicBezTo>
                  <a:lnTo>
                    <a:pt x="1477" y="57139"/>
                  </a:lnTo>
                  <a:cubicBezTo>
                    <a:pt x="1903" y="57225"/>
                    <a:pt x="2329" y="57310"/>
                    <a:pt x="2727" y="57367"/>
                  </a:cubicBezTo>
                  <a:cubicBezTo>
                    <a:pt x="2963" y="57420"/>
                    <a:pt x="3198" y="57446"/>
                    <a:pt x="3431" y="57446"/>
                  </a:cubicBezTo>
                  <a:cubicBezTo>
                    <a:pt x="3815" y="57446"/>
                    <a:pt x="4191" y="57377"/>
                    <a:pt x="4544" y="57253"/>
                  </a:cubicBezTo>
                  <a:cubicBezTo>
                    <a:pt x="5027" y="57083"/>
                    <a:pt x="5538" y="56912"/>
                    <a:pt x="6021" y="56713"/>
                  </a:cubicBezTo>
                  <a:cubicBezTo>
                    <a:pt x="6176" y="56645"/>
                    <a:pt x="6341" y="56607"/>
                    <a:pt x="6504" y="56607"/>
                  </a:cubicBezTo>
                  <a:cubicBezTo>
                    <a:pt x="6610" y="56607"/>
                    <a:pt x="6715" y="56623"/>
                    <a:pt x="6816" y="56657"/>
                  </a:cubicBezTo>
                  <a:cubicBezTo>
                    <a:pt x="7015" y="56713"/>
                    <a:pt x="7214" y="56827"/>
                    <a:pt x="7413" y="56884"/>
                  </a:cubicBezTo>
                  <a:cubicBezTo>
                    <a:pt x="7552" y="56523"/>
                    <a:pt x="7663" y="56134"/>
                    <a:pt x="7695" y="55718"/>
                  </a:cubicBezTo>
                  <a:lnTo>
                    <a:pt x="7695" y="55718"/>
                  </a:lnTo>
                  <a:cubicBezTo>
                    <a:pt x="7695" y="55719"/>
                    <a:pt x="7696" y="55719"/>
                    <a:pt x="7697" y="55720"/>
                  </a:cubicBezTo>
                  <a:lnTo>
                    <a:pt x="7697" y="55691"/>
                  </a:lnTo>
                  <a:cubicBezTo>
                    <a:pt x="7696" y="55700"/>
                    <a:pt x="7695" y="55709"/>
                    <a:pt x="7695" y="55718"/>
                  </a:cubicBezTo>
                  <a:lnTo>
                    <a:pt x="7695" y="55718"/>
                  </a:lnTo>
                  <a:cubicBezTo>
                    <a:pt x="7319" y="55488"/>
                    <a:pt x="6936" y="55389"/>
                    <a:pt x="6546" y="55389"/>
                  </a:cubicBezTo>
                  <a:close/>
                  <a:moveTo>
                    <a:pt x="6901" y="59355"/>
                  </a:moveTo>
                  <a:lnTo>
                    <a:pt x="6901" y="59383"/>
                  </a:lnTo>
                  <a:cubicBezTo>
                    <a:pt x="6504" y="59440"/>
                    <a:pt x="6106" y="59525"/>
                    <a:pt x="5737" y="59695"/>
                  </a:cubicBezTo>
                  <a:cubicBezTo>
                    <a:pt x="5463" y="59801"/>
                    <a:pt x="5189" y="59859"/>
                    <a:pt x="4916" y="59859"/>
                  </a:cubicBezTo>
                  <a:cubicBezTo>
                    <a:pt x="4820" y="59859"/>
                    <a:pt x="4725" y="59852"/>
                    <a:pt x="4630" y="59837"/>
                  </a:cubicBezTo>
                  <a:cubicBezTo>
                    <a:pt x="3522" y="59809"/>
                    <a:pt x="2414" y="59695"/>
                    <a:pt x="1307" y="59497"/>
                  </a:cubicBezTo>
                  <a:lnTo>
                    <a:pt x="1307" y="59497"/>
                  </a:lnTo>
                  <a:cubicBezTo>
                    <a:pt x="1250" y="59923"/>
                    <a:pt x="1307" y="60377"/>
                    <a:pt x="1449" y="60803"/>
                  </a:cubicBezTo>
                  <a:cubicBezTo>
                    <a:pt x="1733" y="60803"/>
                    <a:pt x="2045" y="60831"/>
                    <a:pt x="2358" y="60917"/>
                  </a:cubicBezTo>
                  <a:cubicBezTo>
                    <a:pt x="3018" y="61006"/>
                    <a:pt x="3691" y="61118"/>
                    <a:pt x="4360" y="61118"/>
                  </a:cubicBezTo>
                  <a:cubicBezTo>
                    <a:pt x="4755" y="61118"/>
                    <a:pt x="5148" y="61079"/>
                    <a:pt x="5538" y="60973"/>
                  </a:cubicBezTo>
                  <a:cubicBezTo>
                    <a:pt x="5936" y="60888"/>
                    <a:pt x="6305" y="60746"/>
                    <a:pt x="6674" y="60633"/>
                  </a:cubicBezTo>
                  <a:cubicBezTo>
                    <a:pt x="6845" y="60207"/>
                    <a:pt x="6930" y="59781"/>
                    <a:pt x="6901" y="59355"/>
                  </a:cubicBezTo>
                  <a:close/>
                  <a:moveTo>
                    <a:pt x="3036" y="62854"/>
                  </a:moveTo>
                  <a:cubicBezTo>
                    <a:pt x="2556" y="62854"/>
                    <a:pt x="2101" y="62990"/>
                    <a:pt x="1676" y="63330"/>
                  </a:cubicBezTo>
                  <a:cubicBezTo>
                    <a:pt x="1591" y="63842"/>
                    <a:pt x="1619" y="64353"/>
                    <a:pt x="1733" y="64836"/>
                  </a:cubicBezTo>
                  <a:lnTo>
                    <a:pt x="1733" y="64864"/>
                  </a:lnTo>
                  <a:cubicBezTo>
                    <a:pt x="1818" y="64807"/>
                    <a:pt x="1875" y="64750"/>
                    <a:pt x="1932" y="64694"/>
                  </a:cubicBezTo>
                  <a:cubicBezTo>
                    <a:pt x="2232" y="64333"/>
                    <a:pt x="2674" y="64128"/>
                    <a:pt x="3127" y="64128"/>
                  </a:cubicBezTo>
                  <a:cubicBezTo>
                    <a:pt x="3317" y="64128"/>
                    <a:pt x="3508" y="64164"/>
                    <a:pt x="3692" y="64239"/>
                  </a:cubicBezTo>
                  <a:cubicBezTo>
                    <a:pt x="4459" y="64523"/>
                    <a:pt x="5254" y="64410"/>
                    <a:pt x="6049" y="64466"/>
                  </a:cubicBezTo>
                  <a:cubicBezTo>
                    <a:pt x="6220" y="64069"/>
                    <a:pt x="6277" y="63671"/>
                    <a:pt x="6248" y="63245"/>
                  </a:cubicBezTo>
                  <a:lnTo>
                    <a:pt x="6248" y="63245"/>
                  </a:lnTo>
                  <a:cubicBezTo>
                    <a:pt x="6154" y="63249"/>
                    <a:pt x="6060" y="63251"/>
                    <a:pt x="5966" y="63251"/>
                  </a:cubicBezTo>
                  <a:cubicBezTo>
                    <a:pt x="5316" y="63251"/>
                    <a:pt x="4653" y="63167"/>
                    <a:pt x="4033" y="63018"/>
                  </a:cubicBezTo>
                  <a:cubicBezTo>
                    <a:pt x="3691" y="62915"/>
                    <a:pt x="3358" y="62854"/>
                    <a:pt x="3036" y="62854"/>
                  </a:cubicBezTo>
                  <a:close/>
                  <a:moveTo>
                    <a:pt x="5936" y="65347"/>
                  </a:moveTo>
                  <a:lnTo>
                    <a:pt x="5936" y="65347"/>
                  </a:lnTo>
                  <a:cubicBezTo>
                    <a:pt x="5254" y="65432"/>
                    <a:pt x="4601" y="65546"/>
                    <a:pt x="3948" y="65716"/>
                  </a:cubicBezTo>
                  <a:cubicBezTo>
                    <a:pt x="3238" y="65915"/>
                    <a:pt x="2500" y="66085"/>
                    <a:pt x="1790" y="66227"/>
                  </a:cubicBezTo>
                  <a:cubicBezTo>
                    <a:pt x="1676" y="66596"/>
                    <a:pt x="1676" y="66994"/>
                    <a:pt x="1761" y="67363"/>
                  </a:cubicBezTo>
                  <a:lnTo>
                    <a:pt x="1761" y="67420"/>
                  </a:lnTo>
                  <a:cubicBezTo>
                    <a:pt x="2556" y="67306"/>
                    <a:pt x="3352" y="67136"/>
                    <a:pt x="4147" y="66937"/>
                  </a:cubicBezTo>
                  <a:cubicBezTo>
                    <a:pt x="4686" y="66767"/>
                    <a:pt x="5226" y="66653"/>
                    <a:pt x="5794" y="66568"/>
                  </a:cubicBezTo>
                  <a:cubicBezTo>
                    <a:pt x="5879" y="66170"/>
                    <a:pt x="5936" y="65773"/>
                    <a:pt x="5936" y="65347"/>
                  </a:cubicBezTo>
                  <a:close/>
                  <a:moveTo>
                    <a:pt x="5481" y="69181"/>
                  </a:moveTo>
                  <a:lnTo>
                    <a:pt x="5481" y="69181"/>
                  </a:lnTo>
                  <a:cubicBezTo>
                    <a:pt x="4531" y="69380"/>
                    <a:pt x="3545" y="69493"/>
                    <a:pt x="2566" y="69493"/>
                  </a:cubicBezTo>
                  <a:cubicBezTo>
                    <a:pt x="2287" y="69493"/>
                    <a:pt x="2009" y="69483"/>
                    <a:pt x="1733" y="69465"/>
                  </a:cubicBezTo>
                  <a:cubicBezTo>
                    <a:pt x="1648" y="69834"/>
                    <a:pt x="1648" y="70231"/>
                    <a:pt x="1733" y="70629"/>
                  </a:cubicBezTo>
                  <a:lnTo>
                    <a:pt x="1733" y="70657"/>
                  </a:lnTo>
                  <a:cubicBezTo>
                    <a:pt x="2241" y="70728"/>
                    <a:pt x="2749" y="70765"/>
                    <a:pt x="3255" y="70765"/>
                  </a:cubicBezTo>
                  <a:cubicBezTo>
                    <a:pt x="3966" y="70765"/>
                    <a:pt x="4672" y="70693"/>
                    <a:pt x="5368" y="70544"/>
                  </a:cubicBezTo>
                  <a:cubicBezTo>
                    <a:pt x="5481" y="70089"/>
                    <a:pt x="5510" y="69635"/>
                    <a:pt x="5481" y="69181"/>
                  </a:cubicBezTo>
                  <a:close/>
                  <a:moveTo>
                    <a:pt x="5311" y="71566"/>
                  </a:moveTo>
                  <a:lnTo>
                    <a:pt x="1704" y="72134"/>
                  </a:lnTo>
                  <a:cubicBezTo>
                    <a:pt x="1648" y="72446"/>
                    <a:pt x="1676" y="72816"/>
                    <a:pt x="1790" y="73128"/>
                  </a:cubicBezTo>
                  <a:lnTo>
                    <a:pt x="1790" y="73156"/>
                  </a:lnTo>
                  <a:cubicBezTo>
                    <a:pt x="2926" y="73128"/>
                    <a:pt x="4090" y="72986"/>
                    <a:pt x="5226" y="72787"/>
                  </a:cubicBezTo>
                  <a:cubicBezTo>
                    <a:pt x="5339" y="72390"/>
                    <a:pt x="5368" y="71964"/>
                    <a:pt x="5311" y="715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122"/>
          <p:cNvGrpSpPr/>
          <p:nvPr/>
        </p:nvGrpSpPr>
        <p:grpSpPr>
          <a:xfrm flipH="1">
            <a:off x="7077098" y="2727522"/>
            <a:ext cx="1123240" cy="1826369"/>
            <a:chOff x="-668855" y="2961316"/>
            <a:chExt cx="1133441" cy="1842956"/>
          </a:xfrm>
        </p:grpSpPr>
        <p:sp>
          <p:nvSpPr>
            <p:cNvPr id="10155" name="Google Shape;10155;p122"/>
            <p:cNvSpPr/>
            <p:nvPr/>
          </p:nvSpPr>
          <p:spPr>
            <a:xfrm>
              <a:off x="-481719" y="4765328"/>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6" name="Google Shape;10156;p122"/>
            <p:cNvGrpSpPr/>
            <p:nvPr/>
          </p:nvGrpSpPr>
          <p:grpSpPr>
            <a:xfrm>
              <a:off x="-668855" y="2961316"/>
              <a:ext cx="1133441" cy="1830531"/>
              <a:chOff x="-668855" y="2961316"/>
              <a:chExt cx="1133441" cy="1830531"/>
            </a:xfrm>
          </p:grpSpPr>
          <p:sp>
            <p:nvSpPr>
              <p:cNvPr id="10157" name="Google Shape;10157;p122"/>
              <p:cNvSpPr/>
              <p:nvPr/>
            </p:nvSpPr>
            <p:spPr>
              <a:xfrm>
                <a:off x="-548811" y="3395139"/>
                <a:ext cx="107706" cy="494274"/>
              </a:xfrm>
              <a:custGeom>
                <a:rect b="b" l="l" r="r" t="t"/>
                <a:pathLst>
                  <a:path extrusionOk="0" h="11537" w="2514">
                    <a:moveTo>
                      <a:pt x="1" y="0"/>
                    </a:moveTo>
                    <a:lnTo>
                      <a:pt x="967" y="11537"/>
                    </a:lnTo>
                    <a:lnTo>
                      <a:pt x="2069"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22"/>
              <p:cNvSpPr/>
              <p:nvPr/>
            </p:nvSpPr>
            <p:spPr>
              <a:xfrm>
                <a:off x="-538014" y="3531721"/>
                <a:ext cx="91940" cy="45584"/>
              </a:xfrm>
              <a:custGeom>
                <a:rect b="b" l="l" r="r" t="t"/>
                <a:pathLst>
                  <a:path extrusionOk="0" h="1064" w="2146">
                    <a:moveTo>
                      <a:pt x="0" y="1"/>
                    </a:moveTo>
                    <a:lnTo>
                      <a:pt x="77" y="1064"/>
                    </a:lnTo>
                    <a:lnTo>
                      <a:pt x="2126" y="542"/>
                    </a:lnTo>
                    <a:lnTo>
                      <a:pt x="21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122"/>
              <p:cNvGrpSpPr/>
              <p:nvPr/>
            </p:nvGrpSpPr>
            <p:grpSpPr>
              <a:xfrm>
                <a:off x="-668855" y="2961316"/>
                <a:ext cx="1133441" cy="1830531"/>
                <a:chOff x="4722745" y="2927241"/>
                <a:chExt cx="1133441" cy="1830531"/>
              </a:xfrm>
            </p:grpSpPr>
            <p:sp>
              <p:nvSpPr>
                <p:cNvPr id="10160" name="Google Shape;10160;p122"/>
                <p:cNvSpPr/>
                <p:nvPr/>
              </p:nvSpPr>
              <p:spPr>
                <a:xfrm>
                  <a:off x="4841975" y="3361878"/>
                  <a:ext cx="53853" cy="494317"/>
                </a:xfrm>
                <a:custGeom>
                  <a:rect b="b" l="l" r="r" t="t"/>
                  <a:pathLst>
                    <a:path extrusionOk="0" h="11538" w="1257">
                      <a:moveTo>
                        <a:pt x="1" y="1"/>
                      </a:moveTo>
                      <a:lnTo>
                        <a:pt x="967" y="11537"/>
                      </a:lnTo>
                      <a:lnTo>
                        <a:pt x="1257"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22"/>
                <p:cNvSpPr/>
                <p:nvPr/>
              </p:nvSpPr>
              <p:spPr>
                <a:xfrm>
                  <a:off x="5523343" y="3361064"/>
                  <a:ext cx="107663" cy="494274"/>
                </a:xfrm>
                <a:custGeom>
                  <a:rect b="b" l="l" r="r" t="t"/>
                  <a:pathLst>
                    <a:path extrusionOk="0" h="11537" w="2513">
                      <a:moveTo>
                        <a:pt x="1" y="0"/>
                      </a:moveTo>
                      <a:lnTo>
                        <a:pt x="967" y="11537"/>
                      </a:lnTo>
                      <a:lnTo>
                        <a:pt x="2068" y="11537"/>
                      </a:lnTo>
                      <a:lnTo>
                        <a:pt x="25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22"/>
                <p:cNvSpPr/>
                <p:nvPr/>
              </p:nvSpPr>
              <p:spPr>
                <a:xfrm>
                  <a:off x="5522529" y="3361878"/>
                  <a:ext cx="53853" cy="494317"/>
                </a:xfrm>
                <a:custGeom>
                  <a:rect b="b" l="l" r="r" t="t"/>
                  <a:pathLst>
                    <a:path extrusionOk="0" h="11538" w="1257">
                      <a:moveTo>
                        <a:pt x="0" y="1"/>
                      </a:moveTo>
                      <a:lnTo>
                        <a:pt x="966" y="11537"/>
                      </a:lnTo>
                      <a:lnTo>
                        <a:pt x="1256" y="11537"/>
                      </a:lnTo>
                      <a:lnTo>
                        <a:pt x="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22"/>
                <p:cNvSpPr/>
                <p:nvPr/>
              </p:nvSpPr>
              <p:spPr>
                <a:xfrm>
                  <a:off x="5534096" y="3497646"/>
                  <a:ext cx="91940" cy="45584"/>
                </a:xfrm>
                <a:custGeom>
                  <a:rect b="b" l="l" r="r" t="t"/>
                  <a:pathLst>
                    <a:path extrusionOk="0" h="1064" w="2146">
                      <a:moveTo>
                        <a:pt x="1" y="1"/>
                      </a:moveTo>
                      <a:lnTo>
                        <a:pt x="78" y="1064"/>
                      </a:lnTo>
                      <a:lnTo>
                        <a:pt x="2126" y="542"/>
                      </a:lnTo>
                      <a:lnTo>
                        <a:pt x="21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22"/>
                <p:cNvSpPr/>
                <p:nvPr/>
              </p:nvSpPr>
              <p:spPr>
                <a:xfrm>
                  <a:off x="5441385" y="3919045"/>
                  <a:ext cx="108477" cy="837057"/>
                </a:xfrm>
                <a:custGeom>
                  <a:rect b="b" l="l" r="r" t="t"/>
                  <a:pathLst>
                    <a:path extrusionOk="0" h="19538" w="2532">
                      <a:moveTo>
                        <a:pt x="0" y="1"/>
                      </a:moveTo>
                      <a:lnTo>
                        <a:pt x="967" y="19538"/>
                      </a:lnTo>
                      <a:lnTo>
                        <a:pt x="2087" y="19538"/>
                      </a:lnTo>
                      <a:lnTo>
                        <a:pt x="25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22"/>
                <p:cNvSpPr/>
                <p:nvPr/>
              </p:nvSpPr>
              <p:spPr>
                <a:xfrm>
                  <a:off x="5441385" y="3919902"/>
                  <a:ext cx="53039" cy="837871"/>
                </a:xfrm>
                <a:custGeom>
                  <a:rect b="b" l="l" r="r" t="t"/>
                  <a:pathLst>
                    <a:path extrusionOk="0" h="19557" w="1238">
                      <a:moveTo>
                        <a:pt x="0" y="0"/>
                      </a:moveTo>
                      <a:lnTo>
                        <a:pt x="947" y="19556"/>
                      </a:lnTo>
                      <a:lnTo>
                        <a:pt x="123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22"/>
                <p:cNvSpPr/>
                <p:nvPr/>
              </p:nvSpPr>
              <p:spPr>
                <a:xfrm>
                  <a:off x="4869309" y="3919045"/>
                  <a:ext cx="107663" cy="837057"/>
                </a:xfrm>
                <a:custGeom>
                  <a:rect b="b" l="l" r="r" t="t"/>
                  <a:pathLst>
                    <a:path extrusionOk="0" h="19538" w="2513">
                      <a:moveTo>
                        <a:pt x="0" y="1"/>
                      </a:moveTo>
                      <a:lnTo>
                        <a:pt x="966" y="19538"/>
                      </a:lnTo>
                      <a:lnTo>
                        <a:pt x="2068" y="19538"/>
                      </a:lnTo>
                      <a:lnTo>
                        <a:pt x="2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22"/>
                <p:cNvSpPr/>
                <p:nvPr/>
              </p:nvSpPr>
              <p:spPr>
                <a:xfrm>
                  <a:off x="4868452" y="3919902"/>
                  <a:ext cx="53853" cy="837871"/>
                </a:xfrm>
                <a:custGeom>
                  <a:rect b="b" l="l" r="r" t="t"/>
                  <a:pathLst>
                    <a:path extrusionOk="0" h="19557" w="1257">
                      <a:moveTo>
                        <a:pt x="1" y="0"/>
                      </a:moveTo>
                      <a:lnTo>
                        <a:pt x="967" y="19556"/>
                      </a:lnTo>
                      <a:lnTo>
                        <a:pt x="1257" y="19556"/>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22"/>
                <p:cNvSpPr/>
                <p:nvPr/>
              </p:nvSpPr>
              <p:spPr>
                <a:xfrm>
                  <a:off x="5036523" y="3919045"/>
                  <a:ext cx="107663" cy="837057"/>
                </a:xfrm>
                <a:custGeom>
                  <a:rect b="b" l="l" r="r" t="t"/>
                  <a:pathLst>
                    <a:path extrusionOk="0" h="19538" w="2513">
                      <a:moveTo>
                        <a:pt x="1" y="1"/>
                      </a:moveTo>
                      <a:lnTo>
                        <a:pt x="967" y="19538"/>
                      </a:lnTo>
                      <a:lnTo>
                        <a:pt x="2068"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22"/>
                <p:cNvSpPr/>
                <p:nvPr/>
              </p:nvSpPr>
              <p:spPr>
                <a:xfrm>
                  <a:off x="5035709" y="3919902"/>
                  <a:ext cx="53853" cy="837871"/>
                </a:xfrm>
                <a:custGeom>
                  <a:rect b="b" l="l" r="r" t="t"/>
                  <a:pathLst>
                    <a:path extrusionOk="0" h="19557" w="1257">
                      <a:moveTo>
                        <a:pt x="0" y="0"/>
                      </a:moveTo>
                      <a:lnTo>
                        <a:pt x="967"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22"/>
                <p:cNvSpPr/>
                <p:nvPr/>
              </p:nvSpPr>
              <p:spPr>
                <a:xfrm>
                  <a:off x="5695527" y="3919045"/>
                  <a:ext cx="107706" cy="837057"/>
                </a:xfrm>
                <a:custGeom>
                  <a:rect b="b" l="l" r="r" t="t"/>
                  <a:pathLst>
                    <a:path extrusionOk="0" h="19538" w="2514">
                      <a:moveTo>
                        <a:pt x="1" y="1"/>
                      </a:moveTo>
                      <a:lnTo>
                        <a:pt x="948" y="19538"/>
                      </a:lnTo>
                      <a:lnTo>
                        <a:pt x="2069" y="19538"/>
                      </a:lnTo>
                      <a:lnTo>
                        <a:pt x="2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22"/>
                <p:cNvSpPr/>
                <p:nvPr/>
              </p:nvSpPr>
              <p:spPr>
                <a:xfrm>
                  <a:off x="5694713" y="3919902"/>
                  <a:ext cx="53853" cy="837871"/>
                </a:xfrm>
                <a:custGeom>
                  <a:rect b="b" l="l" r="r" t="t"/>
                  <a:pathLst>
                    <a:path extrusionOk="0" h="19557" w="1257">
                      <a:moveTo>
                        <a:pt x="1" y="0"/>
                      </a:moveTo>
                      <a:lnTo>
                        <a:pt x="948" y="19556"/>
                      </a:lnTo>
                      <a:lnTo>
                        <a:pt x="1257" y="19556"/>
                      </a:lnTo>
                      <a:lnTo>
                        <a:pt x="7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22"/>
                <p:cNvSpPr/>
                <p:nvPr/>
              </p:nvSpPr>
              <p:spPr>
                <a:xfrm>
                  <a:off x="4722745" y="292724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22"/>
                <p:cNvSpPr/>
                <p:nvPr/>
              </p:nvSpPr>
              <p:spPr>
                <a:xfrm>
                  <a:off x="4722745" y="292724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22"/>
                <p:cNvSpPr/>
                <p:nvPr/>
              </p:nvSpPr>
              <p:spPr>
                <a:xfrm>
                  <a:off x="4776555" y="385529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122"/>
              <p:cNvSpPr/>
              <p:nvPr/>
            </p:nvSpPr>
            <p:spPr>
              <a:xfrm>
                <a:off x="-615045" y="3890184"/>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22"/>
              <p:cNvSpPr/>
              <p:nvPr/>
            </p:nvSpPr>
            <p:spPr>
              <a:xfrm>
                <a:off x="52270"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22"/>
              <p:cNvSpPr/>
              <p:nvPr/>
            </p:nvSpPr>
            <p:spPr>
              <a:xfrm>
                <a:off x="-520663" y="3994549"/>
                <a:ext cx="105221" cy="67091"/>
              </a:xfrm>
              <a:custGeom>
                <a:rect b="b" l="l" r="r" t="t"/>
                <a:pathLst>
                  <a:path extrusionOk="0" h="1566" w="2456">
                    <a:moveTo>
                      <a:pt x="1" y="0"/>
                    </a:moveTo>
                    <a:lnTo>
                      <a:pt x="78" y="1565"/>
                    </a:lnTo>
                    <a:lnTo>
                      <a:pt x="2436" y="1005"/>
                    </a:lnTo>
                    <a:lnTo>
                      <a:pt x="2455" y="50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22"/>
              <p:cNvSpPr/>
              <p:nvPr/>
            </p:nvSpPr>
            <p:spPr>
              <a:xfrm>
                <a:off x="-352592" y="4016056"/>
                <a:ext cx="103550" cy="45584"/>
              </a:xfrm>
              <a:custGeom>
                <a:rect b="b" l="l" r="r" t="t"/>
                <a:pathLst>
                  <a:path extrusionOk="0" h="1064" w="2417">
                    <a:moveTo>
                      <a:pt x="1" y="1"/>
                    </a:moveTo>
                    <a:lnTo>
                      <a:pt x="5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22"/>
              <p:cNvSpPr/>
              <p:nvPr/>
            </p:nvSpPr>
            <p:spPr>
              <a:xfrm>
                <a:off x="304783" y="4016056"/>
                <a:ext cx="103507" cy="45584"/>
              </a:xfrm>
              <a:custGeom>
                <a:rect b="b" l="l" r="r" t="t"/>
                <a:pathLst>
                  <a:path extrusionOk="0" h="1064" w="2416">
                    <a:moveTo>
                      <a:pt x="0" y="1"/>
                    </a:moveTo>
                    <a:lnTo>
                      <a:pt x="39" y="1063"/>
                    </a:lnTo>
                    <a:lnTo>
                      <a:pt x="2416" y="503"/>
                    </a:lnTo>
                    <a:lnTo>
                      <a:pt x="24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22"/>
              <p:cNvSpPr/>
              <p:nvPr/>
            </p:nvSpPr>
            <p:spPr>
              <a:xfrm>
                <a:off x="-614188" y="3971371"/>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81" name="Google Shape;10181;p122">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22">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22">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22">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0137"/>
                                        </p:tgtEl>
                                        <p:attrNameLst>
                                          <p:attrName>style.visibility</p:attrName>
                                        </p:attrNameLst>
                                      </p:cBhvr>
                                      <p:to>
                                        <p:strVal val="visible"/>
                                      </p:to>
                                    </p:set>
                                    <p:animEffect filter="fade" transition="in">
                                      <p:cBhvr>
                                        <p:cTn dur="1000"/>
                                        <p:tgtEl>
                                          <p:spTgt spid="1013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0136"/>
                                        </p:tgtEl>
                                        <p:attrNameLst>
                                          <p:attrName>style.visibility</p:attrName>
                                        </p:attrNameLst>
                                      </p:cBhvr>
                                      <p:to>
                                        <p:strVal val="visible"/>
                                      </p:to>
                                    </p:set>
                                    <p:animEffect filter="fade" transition="in">
                                      <p:cBhvr>
                                        <p:cTn dur="1000"/>
                                        <p:tgtEl>
                                          <p:spTgt spid="1013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0139"/>
                                        </p:tgtEl>
                                        <p:attrNameLst>
                                          <p:attrName>style.visibility</p:attrName>
                                        </p:attrNameLst>
                                      </p:cBhvr>
                                      <p:to>
                                        <p:strVal val="visible"/>
                                      </p:to>
                                    </p:set>
                                    <p:animEffect filter="fade" transition="in">
                                      <p:cBhvr>
                                        <p:cTn dur="1000"/>
                                        <p:tgtEl>
                                          <p:spTgt spid="1013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0154"/>
                                        </p:tgtEl>
                                        <p:attrNameLst>
                                          <p:attrName>style.visibility</p:attrName>
                                        </p:attrNameLst>
                                      </p:cBhvr>
                                      <p:to>
                                        <p:strVal val="visible"/>
                                      </p:to>
                                    </p:set>
                                    <p:animEffect filter="fade" transition="in">
                                      <p:cBhvr>
                                        <p:cTn dur="1000"/>
                                        <p:tgtEl>
                                          <p:spTgt spid="101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88" name="Shape 10188"/>
        <p:cNvGrpSpPr/>
        <p:nvPr/>
      </p:nvGrpSpPr>
      <p:grpSpPr>
        <a:xfrm>
          <a:off x="0" y="0"/>
          <a:ext cx="0" cy="0"/>
          <a:chOff x="0" y="0"/>
          <a:chExt cx="0" cy="0"/>
        </a:xfrm>
      </p:grpSpPr>
      <p:sp>
        <p:nvSpPr>
          <p:cNvPr id="10189" name="Google Shape;10189;p123"/>
          <p:cNvSpPr/>
          <p:nvPr/>
        </p:nvSpPr>
        <p:spPr>
          <a:xfrm>
            <a:off x="4660825" y="2761250"/>
            <a:ext cx="17925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190" name="Google Shape;10190;p123"/>
          <p:cNvSpPr/>
          <p:nvPr/>
        </p:nvSpPr>
        <p:spPr>
          <a:xfrm>
            <a:off x="2679150" y="2761250"/>
            <a:ext cx="17925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191" name="Google Shape;10191;p123"/>
          <p:cNvSpPr txBox="1"/>
          <p:nvPr>
            <p:ph idx="4" type="subTitle"/>
          </p:nvPr>
        </p:nvSpPr>
        <p:spPr>
          <a:xfrm>
            <a:off x="2679138" y="1775600"/>
            <a:ext cx="17925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is the closest planet to the Sun</a:t>
            </a:r>
            <a:endParaRPr/>
          </a:p>
        </p:txBody>
      </p:sp>
      <p:sp>
        <p:nvSpPr>
          <p:cNvPr id="10192" name="Google Shape;10192;p123"/>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Contact</a:t>
            </a:r>
            <a:endParaRPr/>
          </a:p>
        </p:txBody>
      </p:sp>
      <p:sp>
        <p:nvSpPr>
          <p:cNvPr id="10193" name="Google Shape;10193;p123"/>
          <p:cNvSpPr txBox="1"/>
          <p:nvPr>
            <p:ph idx="2" type="subTitle"/>
          </p:nvPr>
        </p:nvSpPr>
        <p:spPr>
          <a:xfrm>
            <a:off x="2679150" y="3245700"/>
            <a:ext cx="17925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0194" name="Google Shape;10194;p123"/>
          <p:cNvSpPr txBox="1"/>
          <p:nvPr>
            <p:ph idx="3" type="subTitle"/>
          </p:nvPr>
        </p:nvSpPr>
        <p:spPr>
          <a:xfrm>
            <a:off x="4660800" y="1775601"/>
            <a:ext cx="17925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with rings</a:t>
            </a:r>
            <a:endParaRPr/>
          </a:p>
        </p:txBody>
      </p:sp>
      <p:sp>
        <p:nvSpPr>
          <p:cNvPr id="10195" name="Google Shape;10195;p123"/>
          <p:cNvSpPr txBox="1"/>
          <p:nvPr>
            <p:ph idx="5" type="subTitle"/>
          </p:nvPr>
        </p:nvSpPr>
        <p:spPr>
          <a:xfrm>
            <a:off x="4660813" y="3245554"/>
            <a:ext cx="1792500" cy="5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far away from us</a:t>
            </a:r>
            <a:endParaRPr/>
          </a:p>
        </p:txBody>
      </p:sp>
      <p:sp>
        <p:nvSpPr>
          <p:cNvPr id="10196" name="Google Shape;10196;p123"/>
          <p:cNvSpPr txBox="1"/>
          <p:nvPr>
            <p:ph idx="8" type="subTitle"/>
          </p:nvPr>
        </p:nvSpPr>
        <p:spPr>
          <a:xfrm>
            <a:off x="4660838" y="2836325"/>
            <a:ext cx="1792500" cy="25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0197" name="Google Shape;10197;p123"/>
          <p:cNvSpPr/>
          <p:nvPr/>
        </p:nvSpPr>
        <p:spPr>
          <a:xfrm>
            <a:off x="1330399" y="1289907"/>
            <a:ext cx="661500" cy="6615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23"/>
          <p:cNvSpPr/>
          <p:nvPr/>
        </p:nvSpPr>
        <p:spPr>
          <a:xfrm>
            <a:off x="1330412" y="2761257"/>
            <a:ext cx="661500" cy="661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23"/>
          <p:cNvSpPr/>
          <p:nvPr/>
        </p:nvSpPr>
        <p:spPr>
          <a:xfrm>
            <a:off x="7152099" y="1289907"/>
            <a:ext cx="661500" cy="661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23"/>
          <p:cNvSpPr/>
          <p:nvPr/>
        </p:nvSpPr>
        <p:spPr>
          <a:xfrm>
            <a:off x="7152112" y="2761257"/>
            <a:ext cx="661500" cy="661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23"/>
          <p:cNvSpPr/>
          <p:nvPr/>
        </p:nvSpPr>
        <p:spPr>
          <a:xfrm>
            <a:off x="4660838" y="1289900"/>
            <a:ext cx="17925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02" name="Google Shape;10202;p123"/>
          <p:cNvSpPr/>
          <p:nvPr/>
        </p:nvSpPr>
        <p:spPr>
          <a:xfrm>
            <a:off x="2679163" y="1289900"/>
            <a:ext cx="17925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03" name="Google Shape;10203;p123"/>
          <p:cNvSpPr txBox="1"/>
          <p:nvPr>
            <p:ph idx="1" type="subTitle"/>
          </p:nvPr>
        </p:nvSpPr>
        <p:spPr>
          <a:xfrm>
            <a:off x="2679201" y="2836325"/>
            <a:ext cx="1792500" cy="25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0204" name="Google Shape;10204;p123"/>
          <p:cNvSpPr txBox="1"/>
          <p:nvPr>
            <p:ph idx="6" type="subTitle"/>
          </p:nvPr>
        </p:nvSpPr>
        <p:spPr>
          <a:xfrm>
            <a:off x="2679138" y="1366250"/>
            <a:ext cx="1792500" cy="25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0205" name="Google Shape;10205;p123"/>
          <p:cNvSpPr txBox="1"/>
          <p:nvPr>
            <p:ph idx="7" type="subTitle"/>
          </p:nvPr>
        </p:nvSpPr>
        <p:spPr>
          <a:xfrm>
            <a:off x="4660826" y="1366250"/>
            <a:ext cx="1792500" cy="25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cxnSp>
        <p:nvCxnSpPr>
          <p:cNvPr id="10206" name="Google Shape;10206;p123"/>
          <p:cNvCxnSpPr>
            <a:stCxn id="10204" idx="1"/>
            <a:endCxn id="10197" idx="3"/>
          </p:cNvCxnSpPr>
          <p:nvPr/>
        </p:nvCxnSpPr>
        <p:spPr>
          <a:xfrm flipH="1">
            <a:off x="1991838" y="1494650"/>
            <a:ext cx="687300" cy="126000"/>
          </a:xfrm>
          <a:prstGeom prst="bentConnector3">
            <a:avLst>
              <a:gd fmla="val 49995" name="adj1"/>
            </a:avLst>
          </a:prstGeom>
          <a:noFill/>
          <a:ln cap="flat" cmpd="sng" w="19050">
            <a:solidFill>
              <a:schemeClr val="lt2"/>
            </a:solidFill>
            <a:prstDash val="solid"/>
            <a:round/>
            <a:headEnd len="med" w="med" type="none"/>
            <a:tailEnd len="med" w="med" type="none"/>
          </a:ln>
        </p:spPr>
      </p:cxnSp>
      <p:cxnSp>
        <p:nvCxnSpPr>
          <p:cNvPr id="10207" name="Google Shape;10207;p123"/>
          <p:cNvCxnSpPr>
            <a:stCxn id="10203" idx="1"/>
            <a:endCxn id="10198" idx="3"/>
          </p:cNvCxnSpPr>
          <p:nvPr/>
        </p:nvCxnSpPr>
        <p:spPr>
          <a:xfrm flipH="1">
            <a:off x="1991901" y="2964725"/>
            <a:ext cx="687300" cy="127200"/>
          </a:xfrm>
          <a:prstGeom prst="bentConnector3">
            <a:avLst>
              <a:gd fmla="val 49999" name="adj1"/>
            </a:avLst>
          </a:prstGeom>
          <a:noFill/>
          <a:ln cap="flat" cmpd="sng" w="19050">
            <a:solidFill>
              <a:schemeClr val="lt2"/>
            </a:solidFill>
            <a:prstDash val="solid"/>
            <a:round/>
            <a:headEnd len="med" w="med" type="none"/>
            <a:tailEnd len="med" w="med" type="none"/>
          </a:ln>
        </p:spPr>
      </p:cxnSp>
      <p:cxnSp>
        <p:nvCxnSpPr>
          <p:cNvPr id="10208" name="Google Shape;10208;p123"/>
          <p:cNvCxnSpPr>
            <a:stCxn id="10205" idx="3"/>
            <a:endCxn id="10199" idx="1"/>
          </p:cNvCxnSpPr>
          <p:nvPr/>
        </p:nvCxnSpPr>
        <p:spPr>
          <a:xfrm>
            <a:off x="6453326" y="1494650"/>
            <a:ext cx="698700" cy="126000"/>
          </a:xfrm>
          <a:prstGeom prst="bentConnector3">
            <a:avLst>
              <a:gd fmla="val 50005" name="adj1"/>
            </a:avLst>
          </a:prstGeom>
          <a:noFill/>
          <a:ln cap="flat" cmpd="sng" w="19050">
            <a:solidFill>
              <a:schemeClr val="lt2"/>
            </a:solidFill>
            <a:prstDash val="solid"/>
            <a:round/>
            <a:headEnd len="med" w="med" type="none"/>
            <a:tailEnd len="med" w="med" type="none"/>
          </a:ln>
        </p:spPr>
      </p:cxnSp>
      <p:cxnSp>
        <p:nvCxnSpPr>
          <p:cNvPr id="10209" name="Google Shape;10209;p123"/>
          <p:cNvCxnSpPr>
            <a:stCxn id="10200" idx="1"/>
            <a:endCxn id="10196" idx="3"/>
          </p:cNvCxnSpPr>
          <p:nvPr/>
        </p:nvCxnSpPr>
        <p:spPr>
          <a:xfrm rot="10800000">
            <a:off x="6453412" y="2964807"/>
            <a:ext cx="698700" cy="127200"/>
          </a:xfrm>
          <a:prstGeom prst="bentConnector3">
            <a:avLst>
              <a:gd fmla="val 50005" name="adj1"/>
            </a:avLst>
          </a:prstGeom>
          <a:noFill/>
          <a:ln cap="flat" cmpd="sng" w="19050">
            <a:solidFill>
              <a:schemeClr val="lt2"/>
            </a:solidFill>
            <a:prstDash val="solid"/>
            <a:round/>
            <a:headEnd len="med" w="med" type="none"/>
            <a:tailEnd len="med" w="med" type="none"/>
          </a:ln>
        </p:spPr>
      </p:cxnSp>
      <p:grpSp>
        <p:nvGrpSpPr>
          <p:cNvPr id="10210" name="Google Shape;10210;p123"/>
          <p:cNvGrpSpPr/>
          <p:nvPr/>
        </p:nvGrpSpPr>
        <p:grpSpPr>
          <a:xfrm>
            <a:off x="7301193" y="2913714"/>
            <a:ext cx="363314" cy="356576"/>
            <a:chOff x="3763184" y="3817357"/>
            <a:chExt cx="363314" cy="356576"/>
          </a:xfrm>
        </p:grpSpPr>
        <p:sp>
          <p:nvSpPr>
            <p:cNvPr id="10211" name="Google Shape;10211;p12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2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2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2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2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123"/>
          <p:cNvGrpSpPr/>
          <p:nvPr/>
        </p:nvGrpSpPr>
        <p:grpSpPr>
          <a:xfrm>
            <a:off x="1479673" y="2913714"/>
            <a:ext cx="362947" cy="356576"/>
            <a:chOff x="4211985" y="3817357"/>
            <a:chExt cx="362947" cy="356576"/>
          </a:xfrm>
        </p:grpSpPr>
        <p:sp>
          <p:nvSpPr>
            <p:cNvPr id="10217" name="Google Shape;10217;p12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2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2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123"/>
          <p:cNvGrpSpPr/>
          <p:nvPr/>
        </p:nvGrpSpPr>
        <p:grpSpPr>
          <a:xfrm>
            <a:off x="7301380" y="1442220"/>
            <a:ext cx="362920" cy="356865"/>
            <a:chOff x="3314750" y="3817357"/>
            <a:chExt cx="362920" cy="356865"/>
          </a:xfrm>
        </p:grpSpPr>
        <p:grpSp>
          <p:nvGrpSpPr>
            <p:cNvPr id="10221" name="Google Shape;10221;p123"/>
            <p:cNvGrpSpPr/>
            <p:nvPr/>
          </p:nvGrpSpPr>
          <p:grpSpPr>
            <a:xfrm>
              <a:off x="3314750" y="3817357"/>
              <a:ext cx="362920" cy="356865"/>
              <a:chOff x="3314750" y="3817357"/>
              <a:chExt cx="362920" cy="356865"/>
            </a:xfrm>
          </p:grpSpPr>
          <p:sp>
            <p:nvSpPr>
              <p:cNvPr id="10222" name="Google Shape;10222;p12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2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123"/>
            <p:cNvGrpSpPr/>
            <p:nvPr/>
          </p:nvGrpSpPr>
          <p:grpSpPr>
            <a:xfrm>
              <a:off x="3394986" y="3894612"/>
              <a:ext cx="202339" cy="202323"/>
              <a:chOff x="935197" y="1793977"/>
              <a:chExt cx="256451" cy="256430"/>
            </a:xfrm>
          </p:grpSpPr>
          <p:sp>
            <p:nvSpPr>
              <p:cNvPr id="10225" name="Google Shape;10225;p12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2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7" name="Google Shape;10227;p123"/>
          <p:cNvGrpSpPr/>
          <p:nvPr/>
        </p:nvGrpSpPr>
        <p:grpSpPr>
          <a:xfrm>
            <a:off x="1479667" y="1442220"/>
            <a:ext cx="362920" cy="356865"/>
            <a:chOff x="2866317" y="3817357"/>
            <a:chExt cx="362920" cy="356865"/>
          </a:xfrm>
        </p:grpSpPr>
        <p:sp>
          <p:nvSpPr>
            <p:cNvPr id="10228" name="Google Shape;10228;p12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2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2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1" name="Google Shape;10231;p123">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23">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23">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23">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5" name="Google Shape;10235;p123"/>
          <p:cNvGrpSpPr/>
          <p:nvPr/>
        </p:nvGrpSpPr>
        <p:grpSpPr>
          <a:xfrm>
            <a:off x="6770450" y="3774000"/>
            <a:ext cx="1653550" cy="1209875"/>
            <a:chOff x="2013050" y="3587975"/>
            <a:chExt cx="1653550" cy="1209875"/>
          </a:xfrm>
        </p:grpSpPr>
        <p:sp>
          <p:nvSpPr>
            <p:cNvPr id="10236" name="Google Shape;10236;p123"/>
            <p:cNvSpPr/>
            <p:nvPr/>
          </p:nvSpPr>
          <p:spPr>
            <a:xfrm>
              <a:off x="2697450" y="4613225"/>
              <a:ext cx="816500" cy="184625"/>
            </a:xfrm>
            <a:custGeom>
              <a:rect b="b" l="l" r="r" t="t"/>
              <a:pathLst>
                <a:path extrusionOk="0" h="7385" w="32660">
                  <a:moveTo>
                    <a:pt x="16330" y="1"/>
                  </a:moveTo>
                  <a:cubicBezTo>
                    <a:pt x="7328" y="1"/>
                    <a:pt x="1" y="1648"/>
                    <a:pt x="1" y="3693"/>
                  </a:cubicBezTo>
                  <a:cubicBezTo>
                    <a:pt x="1" y="5738"/>
                    <a:pt x="7328" y="7385"/>
                    <a:pt x="16330" y="7385"/>
                  </a:cubicBezTo>
                  <a:cubicBezTo>
                    <a:pt x="25361" y="7385"/>
                    <a:pt x="32660" y="5738"/>
                    <a:pt x="32660" y="3693"/>
                  </a:cubicBezTo>
                  <a:cubicBezTo>
                    <a:pt x="32660" y="1648"/>
                    <a:pt x="25361" y="1"/>
                    <a:pt x="16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23"/>
            <p:cNvSpPr/>
            <p:nvPr/>
          </p:nvSpPr>
          <p:spPr>
            <a:xfrm>
              <a:off x="2757100" y="4585400"/>
              <a:ext cx="711425" cy="148550"/>
            </a:xfrm>
            <a:custGeom>
              <a:rect b="b" l="l" r="r" t="t"/>
              <a:pathLst>
                <a:path extrusionOk="0" h="5942" w="28457">
                  <a:moveTo>
                    <a:pt x="28009" y="1"/>
                  </a:moveTo>
                  <a:cubicBezTo>
                    <a:pt x="27988" y="1"/>
                    <a:pt x="27967" y="3"/>
                    <a:pt x="27945" y="6"/>
                  </a:cubicBezTo>
                  <a:cubicBezTo>
                    <a:pt x="27888" y="6"/>
                    <a:pt x="27831" y="6"/>
                    <a:pt x="27775" y="35"/>
                  </a:cubicBezTo>
                  <a:cubicBezTo>
                    <a:pt x="26639" y="234"/>
                    <a:pt x="25503" y="432"/>
                    <a:pt x="24367" y="688"/>
                  </a:cubicBezTo>
                  <a:cubicBezTo>
                    <a:pt x="23202" y="915"/>
                    <a:pt x="22066" y="1086"/>
                    <a:pt x="20902" y="1171"/>
                  </a:cubicBezTo>
                  <a:cubicBezTo>
                    <a:pt x="19510" y="1313"/>
                    <a:pt x="18091" y="1455"/>
                    <a:pt x="16699" y="1568"/>
                  </a:cubicBezTo>
                  <a:cubicBezTo>
                    <a:pt x="15620" y="1654"/>
                    <a:pt x="14541" y="1767"/>
                    <a:pt x="13461" y="1796"/>
                  </a:cubicBezTo>
                  <a:cubicBezTo>
                    <a:pt x="12879" y="1823"/>
                    <a:pt x="12293" y="1836"/>
                    <a:pt x="11707" y="1836"/>
                  </a:cubicBezTo>
                  <a:cubicBezTo>
                    <a:pt x="10463" y="1836"/>
                    <a:pt x="9215" y="1778"/>
                    <a:pt x="7980" y="1682"/>
                  </a:cubicBezTo>
                  <a:cubicBezTo>
                    <a:pt x="6759" y="1568"/>
                    <a:pt x="5510" y="1540"/>
                    <a:pt x="4260" y="1341"/>
                  </a:cubicBezTo>
                  <a:cubicBezTo>
                    <a:pt x="3493" y="1228"/>
                    <a:pt x="2783" y="1057"/>
                    <a:pt x="2017" y="887"/>
                  </a:cubicBezTo>
                  <a:cubicBezTo>
                    <a:pt x="1562" y="830"/>
                    <a:pt x="1136" y="660"/>
                    <a:pt x="767" y="432"/>
                  </a:cubicBezTo>
                  <a:cubicBezTo>
                    <a:pt x="720" y="393"/>
                    <a:pt x="655" y="376"/>
                    <a:pt x="584" y="376"/>
                  </a:cubicBezTo>
                  <a:cubicBezTo>
                    <a:pt x="396" y="376"/>
                    <a:pt x="160" y="495"/>
                    <a:pt x="57" y="660"/>
                  </a:cubicBezTo>
                  <a:cubicBezTo>
                    <a:pt x="0" y="745"/>
                    <a:pt x="0" y="858"/>
                    <a:pt x="86" y="944"/>
                  </a:cubicBezTo>
                  <a:cubicBezTo>
                    <a:pt x="256" y="1142"/>
                    <a:pt x="512" y="1228"/>
                    <a:pt x="654" y="1455"/>
                  </a:cubicBezTo>
                  <a:cubicBezTo>
                    <a:pt x="1108" y="2051"/>
                    <a:pt x="1676" y="2562"/>
                    <a:pt x="2329" y="2931"/>
                  </a:cubicBezTo>
                  <a:cubicBezTo>
                    <a:pt x="3493" y="3727"/>
                    <a:pt x="4800" y="4351"/>
                    <a:pt x="6191" y="4749"/>
                  </a:cubicBezTo>
                  <a:cubicBezTo>
                    <a:pt x="7583" y="5175"/>
                    <a:pt x="9003" y="5487"/>
                    <a:pt x="10451" y="5686"/>
                  </a:cubicBezTo>
                  <a:cubicBezTo>
                    <a:pt x="11843" y="5857"/>
                    <a:pt x="13291" y="5942"/>
                    <a:pt x="14711" y="5942"/>
                  </a:cubicBezTo>
                  <a:cubicBezTo>
                    <a:pt x="16216" y="5913"/>
                    <a:pt x="17721" y="5771"/>
                    <a:pt x="19226" y="5487"/>
                  </a:cubicBezTo>
                  <a:cubicBezTo>
                    <a:pt x="21158" y="5175"/>
                    <a:pt x="23032" y="4550"/>
                    <a:pt x="24793" y="3698"/>
                  </a:cubicBezTo>
                  <a:cubicBezTo>
                    <a:pt x="25815" y="3187"/>
                    <a:pt x="26752" y="2534"/>
                    <a:pt x="27576" y="1739"/>
                  </a:cubicBezTo>
                  <a:cubicBezTo>
                    <a:pt x="27860" y="1426"/>
                    <a:pt x="28115" y="1086"/>
                    <a:pt x="28343" y="716"/>
                  </a:cubicBezTo>
                  <a:cubicBezTo>
                    <a:pt x="28456" y="574"/>
                    <a:pt x="28456" y="347"/>
                    <a:pt x="28343" y="205"/>
                  </a:cubicBezTo>
                  <a:cubicBezTo>
                    <a:pt x="28268" y="82"/>
                    <a:pt x="28151" y="1"/>
                    <a:pt x="280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23"/>
            <p:cNvSpPr/>
            <p:nvPr/>
          </p:nvSpPr>
          <p:spPr>
            <a:xfrm>
              <a:off x="2739350" y="4494675"/>
              <a:ext cx="746200" cy="169000"/>
            </a:xfrm>
            <a:custGeom>
              <a:rect b="b" l="l" r="r" t="t"/>
              <a:pathLst>
                <a:path extrusionOk="0" h="6760" w="29848">
                  <a:moveTo>
                    <a:pt x="14597" y="0"/>
                  </a:moveTo>
                  <a:cubicBezTo>
                    <a:pt x="14001" y="0"/>
                    <a:pt x="13376" y="29"/>
                    <a:pt x="12752" y="29"/>
                  </a:cubicBezTo>
                  <a:cubicBezTo>
                    <a:pt x="11814" y="57"/>
                    <a:pt x="10877" y="57"/>
                    <a:pt x="9912" y="171"/>
                  </a:cubicBezTo>
                  <a:cubicBezTo>
                    <a:pt x="9372" y="171"/>
                    <a:pt x="8861" y="228"/>
                    <a:pt x="8321" y="313"/>
                  </a:cubicBezTo>
                  <a:cubicBezTo>
                    <a:pt x="7810" y="455"/>
                    <a:pt x="7271" y="398"/>
                    <a:pt x="6759" y="512"/>
                  </a:cubicBezTo>
                  <a:cubicBezTo>
                    <a:pt x="5851" y="682"/>
                    <a:pt x="4913" y="824"/>
                    <a:pt x="4005" y="1023"/>
                  </a:cubicBezTo>
                  <a:cubicBezTo>
                    <a:pt x="3096" y="1221"/>
                    <a:pt x="2216" y="1534"/>
                    <a:pt x="1392" y="1903"/>
                  </a:cubicBezTo>
                  <a:cubicBezTo>
                    <a:pt x="966" y="2073"/>
                    <a:pt x="597" y="2357"/>
                    <a:pt x="313" y="2727"/>
                  </a:cubicBezTo>
                  <a:cubicBezTo>
                    <a:pt x="0" y="3124"/>
                    <a:pt x="29" y="3721"/>
                    <a:pt x="398" y="4090"/>
                  </a:cubicBezTo>
                  <a:cubicBezTo>
                    <a:pt x="483" y="4203"/>
                    <a:pt x="568" y="4289"/>
                    <a:pt x="682" y="4374"/>
                  </a:cubicBezTo>
                  <a:cubicBezTo>
                    <a:pt x="1080" y="4658"/>
                    <a:pt x="1477" y="4885"/>
                    <a:pt x="1932" y="5055"/>
                  </a:cubicBezTo>
                  <a:cubicBezTo>
                    <a:pt x="2414" y="5197"/>
                    <a:pt x="2926" y="5368"/>
                    <a:pt x="3408" y="5510"/>
                  </a:cubicBezTo>
                  <a:cubicBezTo>
                    <a:pt x="4345" y="5794"/>
                    <a:pt x="5283" y="5992"/>
                    <a:pt x="6248" y="6134"/>
                  </a:cubicBezTo>
                  <a:cubicBezTo>
                    <a:pt x="7214" y="6276"/>
                    <a:pt x="8151" y="6390"/>
                    <a:pt x="9116" y="6447"/>
                  </a:cubicBezTo>
                  <a:cubicBezTo>
                    <a:pt x="10394" y="6560"/>
                    <a:pt x="11616" y="6646"/>
                    <a:pt x="12865" y="6702"/>
                  </a:cubicBezTo>
                  <a:cubicBezTo>
                    <a:pt x="13102" y="6712"/>
                    <a:pt x="13338" y="6715"/>
                    <a:pt x="13575" y="6715"/>
                  </a:cubicBezTo>
                  <a:cubicBezTo>
                    <a:pt x="14048" y="6715"/>
                    <a:pt x="14522" y="6702"/>
                    <a:pt x="14995" y="6702"/>
                  </a:cubicBezTo>
                  <a:lnTo>
                    <a:pt x="15023" y="6759"/>
                  </a:lnTo>
                  <a:cubicBezTo>
                    <a:pt x="16245" y="6731"/>
                    <a:pt x="17466" y="6702"/>
                    <a:pt x="18715" y="6617"/>
                  </a:cubicBezTo>
                  <a:cubicBezTo>
                    <a:pt x="19738" y="6560"/>
                    <a:pt x="20817" y="6475"/>
                    <a:pt x="21868" y="6362"/>
                  </a:cubicBezTo>
                  <a:cubicBezTo>
                    <a:pt x="22805" y="6248"/>
                    <a:pt x="23714" y="6134"/>
                    <a:pt x="24622" y="5964"/>
                  </a:cubicBezTo>
                  <a:cubicBezTo>
                    <a:pt x="25077" y="5879"/>
                    <a:pt x="25531" y="5737"/>
                    <a:pt x="25985" y="5652"/>
                  </a:cubicBezTo>
                  <a:cubicBezTo>
                    <a:pt x="26894" y="5481"/>
                    <a:pt x="27775" y="5169"/>
                    <a:pt x="28598" y="4771"/>
                  </a:cubicBezTo>
                  <a:cubicBezTo>
                    <a:pt x="28911" y="4601"/>
                    <a:pt x="29195" y="4402"/>
                    <a:pt x="29422" y="4118"/>
                  </a:cubicBezTo>
                  <a:cubicBezTo>
                    <a:pt x="29791" y="3749"/>
                    <a:pt x="29848" y="3181"/>
                    <a:pt x="29564" y="2755"/>
                  </a:cubicBezTo>
                  <a:cubicBezTo>
                    <a:pt x="29450" y="2556"/>
                    <a:pt x="29308" y="2386"/>
                    <a:pt x="29138" y="2272"/>
                  </a:cubicBezTo>
                  <a:cubicBezTo>
                    <a:pt x="28825" y="2073"/>
                    <a:pt x="28485" y="1875"/>
                    <a:pt x="28144" y="1733"/>
                  </a:cubicBezTo>
                  <a:cubicBezTo>
                    <a:pt x="27065" y="1278"/>
                    <a:pt x="25900" y="966"/>
                    <a:pt x="24736" y="767"/>
                  </a:cubicBezTo>
                  <a:cubicBezTo>
                    <a:pt x="23827" y="597"/>
                    <a:pt x="22890" y="455"/>
                    <a:pt x="21953" y="370"/>
                  </a:cubicBezTo>
                  <a:cubicBezTo>
                    <a:pt x="20504" y="228"/>
                    <a:pt x="19085" y="57"/>
                    <a:pt x="17636" y="57"/>
                  </a:cubicBezTo>
                  <a:cubicBezTo>
                    <a:pt x="17153" y="57"/>
                    <a:pt x="16699" y="29"/>
                    <a:pt x="16216" y="29"/>
                  </a:cubicBezTo>
                  <a:cubicBezTo>
                    <a:pt x="15677" y="29"/>
                    <a:pt x="15137" y="0"/>
                    <a:pt x="145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23"/>
            <p:cNvSpPr/>
            <p:nvPr/>
          </p:nvSpPr>
          <p:spPr>
            <a:xfrm>
              <a:off x="2791175" y="4070100"/>
              <a:ext cx="668100" cy="197400"/>
            </a:xfrm>
            <a:custGeom>
              <a:rect b="b" l="l" r="r" t="t"/>
              <a:pathLst>
                <a:path extrusionOk="0" h="7896" w="26724">
                  <a:moveTo>
                    <a:pt x="13462" y="1"/>
                  </a:moveTo>
                  <a:cubicBezTo>
                    <a:pt x="6135" y="1"/>
                    <a:pt x="1" y="1591"/>
                    <a:pt x="1" y="3579"/>
                  </a:cubicBezTo>
                  <a:cubicBezTo>
                    <a:pt x="1" y="5567"/>
                    <a:pt x="6135" y="7896"/>
                    <a:pt x="13462" y="7896"/>
                  </a:cubicBezTo>
                  <a:cubicBezTo>
                    <a:pt x="20789" y="7896"/>
                    <a:pt x="26724" y="5567"/>
                    <a:pt x="26724" y="3579"/>
                  </a:cubicBezTo>
                  <a:cubicBezTo>
                    <a:pt x="26724" y="1591"/>
                    <a:pt x="20789" y="1"/>
                    <a:pt x="134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23"/>
            <p:cNvSpPr/>
            <p:nvPr/>
          </p:nvSpPr>
          <p:spPr>
            <a:xfrm>
              <a:off x="2790475" y="4159375"/>
              <a:ext cx="667400" cy="425525"/>
            </a:xfrm>
            <a:custGeom>
              <a:rect b="b" l="l" r="r" t="t"/>
              <a:pathLst>
                <a:path extrusionOk="0" h="17021" w="26696">
                  <a:moveTo>
                    <a:pt x="26667" y="8"/>
                  </a:moveTo>
                  <a:cubicBezTo>
                    <a:pt x="26667" y="14"/>
                    <a:pt x="26667" y="20"/>
                    <a:pt x="26667" y="26"/>
                  </a:cubicBezTo>
                  <a:lnTo>
                    <a:pt x="26667" y="26"/>
                  </a:lnTo>
                  <a:cubicBezTo>
                    <a:pt x="26676" y="20"/>
                    <a:pt x="26686" y="14"/>
                    <a:pt x="26695" y="8"/>
                  </a:cubicBezTo>
                  <a:close/>
                  <a:moveTo>
                    <a:pt x="130" y="1"/>
                  </a:moveTo>
                  <a:cubicBezTo>
                    <a:pt x="107" y="1"/>
                    <a:pt x="83" y="3"/>
                    <a:pt x="57" y="8"/>
                  </a:cubicBezTo>
                  <a:cubicBezTo>
                    <a:pt x="29" y="93"/>
                    <a:pt x="0" y="150"/>
                    <a:pt x="0" y="207"/>
                  </a:cubicBezTo>
                  <a:cubicBezTo>
                    <a:pt x="114" y="690"/>
                    <a:pt x="199" y="1172"/>
                    <a:pt x="313" y="1655"/>
                  </a:cubicBezTo>
                  <a:cubicBezTo>
                    <a:pt x="398" y="2166"/>
                    <a:pt x="540" y="2678"/>
                    <a:pt x="653" y="3189"/>
                  </a:cubicBezTo>
                  <a:cubicBezTo>
                    <a:pt x="852" y="4211"/>
                    <a:pt x="1079" y="5262"/>
                    <a:pt x="1363" y="6284"/>
                  </a:cubicBezTo>
                  <a:cubicBezTo>
                    <a:pt x="1477" y="6739"/>
                    <a:pt x="1590" y="7193"/>
                    <a:pt x="1704" y="7647"/>
                  </a:cubicBezTo>
                  <a:cubicBezTo>
                    <a:pt x="1931" y="8670"/>
                    <a:pt x="2187" y="9720"/>
                    <a:pt x="2414" y="10686"/>
                  </a:cubicBezTo>
                  <a:cubicBezTo>
                    <a:pt x="2641" y="11652"/>
                    <a:pt x="2868" y="12617"/>
                    <a:pt x="3096" y="13583"/>
                  </a:cubicBezTo>
                  <a:cubicBezTo>
                    <a:pt x="3238" y="14151"/>
                    <a:pt x="3408" y="14747"/>
                    <a:pt x="3550" y="15343"/>
                  </a:cubicBezTo>
                  <a:cubicBezTo>
                    <a:pt x="3607" y="15713"/>
                    <a:pt x="3891" y="15968"/>
                    <a:pt x="4260" y="15997"/>
                  </a:cubicBezTo>
                  <a:cubicBezTo>
                    <a:pt x="4913" y="16139"/>
                    <a:pt x="5595" y="16309"/>
                    <a:pt x="6248" y="16451"/>
                  </a:cubicBezTo>
                  <a:cubicBezTo>
                    <a:pt x="7071" y="16593"/>
                    <a:pt x="7867" y="16763"/>
                    <a:pt x="8690" y="16849"/>
                  </a:cubicBezTo>
                  <a:cubicBezTo>
                    <a:pt x="9457" y="16934"/>
                    <a:pt x="10195" y="16962"/>
                    <a:pt x="10962" y="16991"/>
                  </a:cubicBezTo>
                  <a:cubicBezTo>
                    <a:pt x="11495" y="17011"/>
                    <a:pt x="12029" y="17020"/>
                    <a:pt x="12562" y="17020"/>
                  </a:cubicBezTo>
                  <a:cubicBezTo>
                    <a:pt x="13534" y="17020"/>
                    <a:pt x="14506" y="16989"/>
                    <a:pt x="15478" y="16934"/>
                  </a:cubicBezTo>
                  <a:cubicBezTo>
                    <a:pt x="15875" y="16905"/>
                    <a:pt x="16273" y="16877"/>
                    <a:pt x="16670" y="16849"/>
                  </a:cubicBezTo>
                  <a:cubicBezTo>
                    <a:pt x="17238" y="16735"/>
                    <a:pt x="17749" y="16707"/>
                    <a:pt x="18289" y="16621"/>
                  </a:cubicBezTo>
                  <a:cubicBezTo>
                    <a:pt x="19027" y="16536"/>
                    <a:pt x="19737" y="16394"/>
                    <a:pt x="20447" y="16195"/>
                  </a:cubicBezTo>
                  <a:cubicBezTo>
                    <a:pt x="20930" y="16082"/>
                    <a:pt x="21385" y="15883"/>
                    <a:pt x="21867" y="15769"/>
                  </a:cubicBezTo>
                  <a:cubicBezTo>
                    <a:pt x="22123" y="15741"/>
                    <a:pt x="22350" y="15514"/>
                    <a:pt x="22379" y="15258"/>
                  </a:cubicBezTo>
                  <a:cubicBezTo>
                    <a:pt x="22407" y="15116"/>
                    <a:pt x="22492" y="14946"/>
                    <a:pt x="22520" y="14804"/>
                  </a:cubicBezTo>
                  <a:cubicBezTo>
                    <a:pt x="23060" y="13043"/>
                    <a:pt x="23543" y="11282"/>
                    <a:pt x="24026" y="9550"/>
                  </a:cubicBezTo>
                  <a:cubicBezTo>
                    <a:pt x="24452" y="7960"/>
                    <a:pt x="24934" y="6426"/>
                    <a:pt x="25389" y="4864"/>
                  </a:cubicBezTo>
                  <a:cubicBezTo>
                    <a:pt x="25758" y="3586"/>
                    <a:pt x="26127" y="2308"/>
                    <a:pt x="26468" y="1030"/>
                  </a:cubicBezTo>
                  <a:cubicBezTo>
                    <a:pt x="26607" y="724"/>
                    <a:pt x="26665" y="362"/>
                    <a:pt x="26667" y="26"/>
                  </a:cubicBezTo>
                  <a:lnTo>
                    <a:pt x="26667" y="26"/>
                  </a:lnTo>
                  <a:cubicBezTo>
                    <a:pt x="26281" y="276"/>
                    <a:pt x="25948" y="526"/>
                    <a:pt x="25588" y="803"/>
                  </a:cubicBezTo>
                  <a:cubicBezTo>
                    <a:pt x="24281" y="1797"/>
                    <a:pt x="22776" y="2536"/>
                    <a:pt x="21186" y="2990"/>
                  </a:cubicBezTo>
                  <a:cubicBezTo>
                    <a:pt x="20305" y="3246"/>
                    <a:pt x="19397" y="3444"/>
                    <a:pt x="18488" y="3615"/>
                  </a:cubicBezTo>
                  <a:cubicBezTo>
                    <a:pt x="17579" y="3785"/>
                    <a:pt x="16642" y="3899"/>
                    <a:pt x="15676" y="3927"/>
                  </a:cubicBezTo>
                  <a:cubicBezTo>
                    <a:pt x="15176" y="3959"/>
                    <a:pt x="14671" y="3975"/>
                    <a:pt x="14166" y="3975"/>
                  </a:cubicBezTo>
                  <a:cubicBezTo>
                    <a:pt x="13323" y="3975"/>
                    <a:pt x="12478" y="3931"/>
                    <a:pt x="11644" y="3842"/>
                  </a:cubicBezTo>
                  <a:cubicBezTo>
                    <a:pt x="10735" y="3757"/>
                    <a:pt x="9826" y="3615"/>
                    <a:pt x="8917" y="3444"/>
                  </a:cubicBezTo>
                  <a:cubicBezTo>
                    <a:pt x="7583" y="3160"/>
                    <a:pt x="6276" y="2763"/>
                    <a:pt x="4998" y="2223"/>
                  </a:cubicBezTo>
                  <a:cubicBezTo>
                    <a:pt x="3408" y="1627"/>
                    <a:pt x="1874" y="917"/>
                    <a:pt x="398" y="93"/>
                  </a:cubicBezTo>
                  <a:cubicBezTo>
                    <a:pt x="305" y="47"/>
                    <a:pt x="231" y="1"/>
                    <a:pt x="1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23"/>
            <p:cNvSpPr/>
            <p:nvPr/>
          </p:nvSpPr>
          <p:spPr>
            <a:xfrm>
              <a:off x="2791175" y="3924000"/>
              <a:ext cx="305325" cy="438300"/>
            </a:xfrm>
            <a:custGeom>
              <a:rect b="b" l="l" r="r" t="t"/>
              <a:pathLst>
                <a:path extrusionOk="0" h="17532" w="12213">
                  <a:moveTo>
                    <a:pt x="4813" y="1"/>
                  </a:moveTo>
                  <a:cubicBezTo>
                    <a:pt x="4442" y="1"/>
                    <a:pt x="4069" y="74"/>
                    <a:pt x="3721" y="222"/>
                  </a:cubicBezTo>
                  <a:cubicBezTo>
                    <a:pt x="2329" y="875"/>
                    <a:pt x="1222" y="1983"/>
                    <a:pt x="597" y="3374"/>
                  </a:cubicBezTo>
                  <a:cubicBezTo>
                    <a:pt x="114" y="4425"/>
                    <a:pt x="29" y="5561"/>
                    <a:pt x="1" y="6697"/>
                  </a:cubicBezTo>
                  <a:cubicBezTo>
                    <a:pt x="1" y="7094"/>
                    <a:pt x="29" y="7492"/>
                    <a:pt x="57" y="7890"/>
                  </a:cubicBezTo>
                  <a:cubicBezTo>
                    <a:pt x="199" y="9792"/>
                    <a:pt x="540" y="11695"/>
                    <a:pt x="1080" y="13512"/>
                  </a:cubicBezTo>
                  <a:cubicBezTo>
                    <a:pt x="1335" y="14421"/>
                    <a:pt x="1591" y="15330"/>
                    <a:pt x="1846" y="16239"/>
                  </a:cubicBezTo>
                  <a:cubicBezTo>
                    <a:pt x="1960" y="16580"/>
                    <a:pt x="2074" y="16920"/>
                    <a:pt x="2216" y="17233"/>
                  </a:cubicBezTo>
                  <a:cubicBezTo>
                    <a:pt x="2303" y="17425"/>
                    <a:pt x="2477" y="17532"/>
                    <a:pt x="2657" y="17532"/>
                  </a:cubicBezTo>
                  <a:cubicBezTo>
                    <a:pt x="2770" y="17532"/>
                    <a:pt x="2884" y="17490"/>
                    <a:pt x="2982" y="17403"/>
                  </a:cubicBezTo>
                  <a:cubicBezTo>
                    <a:pt x="3124" y="17318"/>
                    <a:pt x="3238" y="17204"/>
                    <a:pt x="3323" y="17062"/>
                  </a:cubicBezTo>
                  <a:cubicBezTo>
                    <a:pt x="3636" y="16523"/>
                    <a:pt x="4005" y="16040"/>
                    <a:pt x="4374" y="15557"/>
                  </a:cubicBezTo>
                  <a:cubicBezTo>
                    <a:pt x="5141" y="14563"/>
                    <a:pt x="5964" y="13626"/>
                    <a:pt x="6845" y="12717"/>
                  </a:cubicBezTo>
                  <a:cubicBezTo>
                    <a:pt x="7583" y="12007"/>
                    <a:pt x="8350" y="11269"/>
                    <a:pt x="9060" y="10531"/>
                  </a:cubicBezTo>
                  <a:cubicBezTo>
                    <a:pt x="10054" y="9537"/>
                    <a:pt x="10849" y="8401"/>
                    <a:pt x="11474" y="7123"/>
                  </a:cubicBezTo>
                  <a:cubicBezTo>
                    <a:pt x="12155" y="5731"/>
                    <a:pt x="12212" y="4112"/>
                    <a:pt x="11587" y="2664"/>
                  </a:cubicBezTo>
                  <a:cubicBezTo>
                    <a:pt x="11161" y="1613"/>
                    <a:pt x="10196" y="847"/>
                    <a:pt x="9060" y="761"/>
                  </a:cubicBezTo>
                  <a:cubicBezTo>
                    <a:pt x="8873" y="727"/>
                    <a:pt x="8687" y="711"/>
                    <a:pt x="8502" y="711"/>
                  </a:cubicBezTo>
                  <a:cubicBezTo>
                    <a:pt x="8067" y="711"/>
                    <a:pt x="7641" y="801"/>
                    <a:pt x="7242" y="960"/>
                  </a:cubicBezTo>
                  <a:cubicBezTo>
                    <a:pt x="7189" y="992"/>
                    <a:pt x="7128" y="1008"/>
                    <a:pt x="7068" y="1008"/>
                  </a:cubicBezTo>
                  <a:cubicBezTo>
                    <a:pt x="6967" y="1008"/>
                    <a:pt x="6870" y="964"/>
                    <a:pt x="6816" y="875"/>
                  </a:cubicBezTo>
                  <a:cubicBezTo>
                    <a:pt x="6731" y="790"/>
                    <a:pt x="6646" y="705"/>
                    <a:pt x="6561" y="619"/>
                  </a:cubicBezTo>
                  <a:cubicBezTo>
                    <a:pt x="6061" y="209"/>
                    <a:pt x="5439" y="1"/>
                    <a:pt x="4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23"/>
            <p:cNvSpPr/>
            <p:nvPr/>
          </p:nvSpPr>
          <p:spPr>
            <a:xfrm>
              <a:off x="2791175" y="3924000"/>
              <a:ext cx="175400" cy="435100"/>
            </a:xfrm>
            <a:custGeom>
              <a:rect b="b" l="l" r="r" t="t"/>
              <a:pathLst>
                <a:path extrusionOk="0" h="17404" w="7016">
                  <a:moveTo>
                    <a:pt x="4825" y="1"/>
                  </a:moveTo>
                  <a:cubicBezTo>
                    <a:pt x="4455" y="1"/>
                    <a:pt x="4080" y="74"/>
                    <a:pt x="3721" y="222"/>
                  </a:cubicBezTo>
                  <a:cubicBezTo>
                    <a:pt x="2358" y="875"/>
                    <a:pt x="1250" y="1983"/>
                    <a:pt x="625" y="3374"/>
                  </a:cubicBezTo>
                  <a:cubicBezTo>
                    <a:pt x="114" y="4425"/>
                    <a:pt x="29" y="5561"/>
                    <a:pt x="1" y="6697"/>
                  </a:cubicBezTo>
                  <a:cubicBezTo>
                    <a:pt x="1" y="7094"/>
                    <a:pt x="29" y="7492"/>
                    <a:pt x="57" y="7890"/>
                  </a:cubicBezTo>
                  <a:cubicBezTo>
                    <a:pt x="199" y="9821"/>
                    <a:pt x="540" y="11695"/>
                    <a:pt x="1080" y="13541"/>
                  </a:cubicBezTo>
                  <a:cubicBezTo>
                    <a:pt x="1335" y="14450"/>
                    <a:pt x="1591" y="15358"/>
                    <a:pt x="1846" y="16267"/>
                  </a:cubicBezTo>
                  <a:cubicBezTo>
                    <a:pt x="1960" y="16608"/>
                    <a:pt x="2074" y="16920"/>
                    <a:pt x="2216" y="17261"/>
                  </a:cubicBezTo>
                  <a:cubicBezTo>
                    <a:pt x="2244" y="17318"/>
                    <a:pt x="2272" y="17375"/>
                    <a:pt x="2329" y="17403"/>
                  </a:cubicBezTo>
                  <a:cubicBezTo>
                    <a:pt x="2982" y="8316"/>
                    <a:pt x="5340" y="3402"/>
                    <a:pt x="7015" y="1017"/>
                  </a:cubicBezTo>
                  <a:cubicBezTo>
                    <a:pt x="6930" y="989"/>
                    <a:pt x="6873" y="932"/>
                    <a:pt x="6816" y="875"/>
                  </a:cubicBezTo>
                  <a:cubicBezTo>
                    <a:pt x="6731" y="790"/>
                    <a:pt x="6646" y="705"/>
                    <a:pt x="6561" y="619"/>
                  </a:cubicBezTo>
                  <a:cubicBezTo>
                    <a:pt x="6061" y="209"/>
                    <a:pt x="5450" y="1"/>
                    <a:pt x="48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23"/>
            <p:cNvSpPr/>
            <p:nvPr/>
          </p:nvSpPr>
          <p:spPr>
            <a:xfrm>
              <a:off x="2013050" y="3654775"/>
              <a:ext cx="735550" cy="874275"/>
            </a:xfrm>
            <a:custGeom>
              <a:rect b="b" l="l" r="r" t="t"/>
              <a:pathLst>
                <a:path extrusionOk="0" h="34971" w="29422">
                  <a:moveTo>
                    <a:pt x="20888" y="0"/>
                  </a:moveTo>
                  <a:cubicBezTo>
                    <a:pt x="20440" y="0"/>
                    <a:pt x="19993" y="29"/>
                    <a:pt x="19539" y="86"/>
                  </a:cubicBezTo>
                  <a:cubicBezTo>
                    <a:pt x="19397" y="114"/>
                    <a:pt x="19283" y="171"/>
                    <a:pt x="19141" y="228"/>
                  </a:cubicBezTo>
                  <a:cubicBezTo>
                    <a:pt x="19056" y="284"/>
                    <a:pt x="19028" y="370"/>
                    <a:pt x="19028" y="483"/>
                  </a:cubicBezTo>
                  <a:cubicBezTo>
                    <a:pt x="19028" y="557"/>
                    <a:pt x="19091" y="631"/>
                    <a:pt x="19182" y="631"/>
                  </a:cubicBezTo>
                  <a:cubicBezTo>
                    <a:pt x="19196" y="631"/>
                    <a:pt x="19211" y="629"/>
                    <a:pt x="19226" y="625"/>
                  </a:cubicBezTo>
                  <a:lnTo>
                    <a:pt x="19425" y="625"/>
                  </a:lnTo>
                  <a:cubicBezTo>
                    <a:pt x="19924" y="584"/>
                    <a:pt x="20438" y="557"/>
                    <a:pt x="20945" y="557"/>
                  </a:cubicBezTo>
                  <a:cubicBezTo>
                    <a:pt x="21131" y="557"/>
                    <a:pt x="21316" y="561"/>
                    <a:pt x="21498" y="568"/>
                  </a:cubicBezTo>
                  <a:cubicBezTo>
                    <a:pt x="22350" y="568"/>
                    <a:pt x="23174" y="824"/>
                    <a:pt x="23912" y="1278"/>
                  </a:cubicBezTo>
                  <a:cubicBezTo>
                    <a:pt x="24622" y="1761"/>
                    <a:pt x="25247" y="2329"/>
                    <a:pt x="25787" y="3011"/>
                  </a:cubicBezTo>
                  <a:cubicBezTo>
                    <a:pt x="26497" y="3976"/>
                    <a:pt x="27178" y="5027"/>
                    <a:pt x="27774" y="6078"/>
                  </a:cubicBezTo>
                  <a:cubicBezTo>
                    <a:pt x="28200" y="6873"/>
                    <a:pt x="28541" y="7697"/>
                    <a:pt x="28768" y="8577"/>
                  </a:cubicBezTo>
                  <a:cubicBezTo>
                    <a:pt x="28399" y="8719"/>
                    <a:pt x="28030" y="8889"/>
                    <a:pt x="27632" y="9003"/>
                  </a:cubicBezTo>
                  <a:cubicBezTo>
                    <a:pt x="26951" y="9202"/>
                    <a:pt x="26298" y="9429"/>
                    <a:pt x="25645" y="9656"/>
                  </a:cubicBezTo>
                  <a:cubicBezTo>
                    <a:pt x="24764" y="9968"/>
                    <a:pt x="23912" y="10281"/>
                    <a:pt x="23032" y="10593"/>
                  </a:cubicBezTo>
                  <a:cubicBezTo>
                    <a:pt x="22322" y="10792"/>
                    <a:pt x="21640" y="11076"/>
                    <a:pt x="21016" y="11417"/>
                  </a:cubicBezTo>
                  <a:cubicBezTo>
                    <a:pt x="20050" y="11928"/>
                    <a:pt x="19056" y="12382"/>
                    <a:pt x="18119" y="12894"/>
                  </a:cubicBezTo>
                  <a:cubicBezTo>
                    <a:pt x="17437" y="13206"/>
                    <a:pt x="16841" y="13632"/>
                    <a:pt x="16301" y="14143"/>
                  </a:cubicBezTo>
                  <a:cubicBezTo>
                    <a:pt x="15875" y="14597"/>
                    <a:pt x="15478" y="15052"/>
                    <a:pt x="15080" y="15535"/>
                  </a:cubicBezTo>
                  <a:cubicBezTo>
                    <a:pt x="14768" y="15875"/>
                    <a:pt x="14484" y="16245"/>
                    <a:pt x="14228" y="16642"/>
                  </a:cubicBezTo>
                  <a:cubicBezTo>
                    <a:pt x="13575" y="17579"/>
                    <a:pt x="13007" y="18545"/>
                    <a:pt x="12467" y="19539"/>
                  </a:cubicBezTo>
                  <a:cubicBezTo>
                    <a:pt x="12240" y="19936"/>
                    <a:pt x="12041" y="20362"/>
                    <a:pt x="11814" y="20732"/>
                  </a:cubicBezTo>
                  <a:cubicBezTo>
                    <a:pt x="10735" y="22521"/>
                    <a:pt x="9230" y="24026"/>
                    <a:pt x="7412" y="25048"/>
                  </a:cubicBezTo>
                  <a:cubicBezTo>
                    <a:pt x="6418" y="25645"/>
                    <a:pt x="5311" y="26014"/>
                    <a:pt x="4147" y="26156"/>
                  </a:cubicBezTo>
                  <a:cubicBezTo>
                    <a:pt x="4044" y="26163"/>
                    <a:pt x="3943" y="26166"/>
                    <a:pt x="3842" y="26166"/>
                  </a:cubicBezTo>
                  <a:cubicBezTo>
                    <a:pt x="3127" y="26166"/>
                    <a:pt x="2443" y="25989"/>
                    <a:pt x="1846" y="25616"/>
                  </a:cubicBezTo>
                  <a:cubicBezTo>
                    <a:pt x="1193" y="25219"/>
                    <a:pt x="767" y="24565"/>
                    <a:pt x="710" y="23827"/>
                  </a:cubicBezTo>
                  <a:cubicBezTo>
                    <a:pt x="625" y="23032"/>
                    <a:pt x="739" y="22208"/>
                    <a:pt x="1023" y="21470"/>
                  </a:cubicBezTo>
                  <a:cubicBezTo>
                    <a:pt x="1108" y="21214"/>
                    <a:pt x="1250" y="20959"/>
                    <a:pt x="1392" y="20703"/>
                  </a:cubicBezTo>
                  <a:cubicBezTo>
                    <a:pt x="1420" y="20646"/>
                    <a:pt x="1449" y="20561"/>
                    <a:pt x="1477" y="20504"/>
                  </a:cubicBezTo>
                  <a:cubicBezTo>
                    <a:pt x="1505" y="20419"/>
                    <a:pt x="1477" y="20306"/>
                    <a:pt x="1392" y="20277"/>
                  </a:cubicBezTo>
                  <a:cubicBezTo>
                    <a:pt x="1349" y="20235"/>
                    <a:pt x="1300" y="20213"/>
                    <a:pt x="1253" y="20213"/>
                  </a:cubicBezTo>
                  <a:cubicBezTo>
                    <a:pt x="1207" y="20213"/>
                    <a:pt x="1165" y="20235"/>
                    <a:pt x="1136" y="20277"/>
                  </a:cubicBezTo>
                  <a:cubicBezTo>
                    <a:pt x="909" y="20476"/>
                    <a:pt x="739" y="20732"/>
                    <a:pt x="597" y="21016"/>
                  </a:cubicBezTo>
                  <a:cubicBezTo>
                    <a:pt x="171" y="21953"/>
                    <a:pt x="0" y="23004"/>
                    <a:pt x="114" y="24054"/>
                  </a:cubicBezTo>
                  <a:cubicBezTo>
                    <a:pt x="171" y="24565"/>
                    <a:pt x="398" y="25077"/>
                    <a:pt x="767" y="25446"/>
                  </a:cubicBezTo>
                  <a:cubicBezTo>
                    <a:pt x="1493" y="26280"/>
                    <a:pt x="2525" y="26757"/>
                    <a:pt x="3597" y="26757"/>
                  </a:cubicBezTo>
                  <a:cubicBezTo>
                    <a:pt x="3657" y="26757"/>
                    <a:pt x="3717" y="26755"/>
                    <a:pt x="3777" y="26752"/>
                  </a:cubicBezTo>
                  <a:cubicBezTo>
                    <a:pt x="4658" y="26724"/>
                    <a:pt x="5538" y="26553"/>
                    <a:pt x="6333" y="26213"/>
                  </a:cubicBezTo>
                  <a:cubicBezTo>
                    <a:pt x="7185" y="25843"/>
                    <a:pt x="7980" y="25389"/>
                    <a:pt x="8747" y="24878"/>
                  </a:cubicBezTo>
                  <a:cubicBezTo>
                    <a:pt x="8861" y="24793"/>
                    <a:pt x="8946" y="24736"/>
                    <a:pt x="9031" y="24679"/>
                  </a:cubicBezTo>
                  <a:cubicBezTo>
                    <a:pt x="9060" y="24665"/>
                    <a:pt x="9088" y="24658"/>
                    <a:pt x="9113" y="24658"/>
                  </a:cubicBezTo>
                  <a:cubicBezTo>
                    <a:pt x="9138" y="24658"/>
                    <a:pt x="9159" y="24665"/>
                    <a:pt x="9173" y="24679"/>
                  </a:cubicBezTo>
                  <a:cubicBezTo>
                    <a:pt x="9230" y="24707"/>
                    <a:pt x="9258" y="24793"/>
                    <a:pt x="9230" y="24849"/>
                  </a:cubicBezTo>
                  <a:cubicBezTo>
                    <a:pt x="9202" y="24906"/>
                    <a:pt x="9202" y="24991"/>
                    <a:pt x="9173" y="25048"/>
                  </a:cubicBezTo>
                  <a:cubicBezTo>
                    <a:pt x="8861" y="25673"/>
                    <a:pt x="8605" y="26355"/>
                    <a:pt x="8406" y="27036"/>
                  </a:cubicBezTo>
                  <a:cubicBezTo>
                    <a:pt x="8009" y="28257"/>
                    <a:pt x="7668" y="29507"/>
                    <a:pt x="7412" y="30785"/>
                  </a:cubicBezTo>
                  <a:cubicBezTo>
                    <a:pt x="7157" y="31949"/>
                    <a:pt x="6930" y="33114"/>
                    <a:pt x="6731" y="34278"/>
                  </a:cubicBezTo>
                  <a:cubicBezTo>
                    <a:pt x="6702" y="34448"/>
                    <a:pt x="6702" y="34647"/>
                    <a:pt x="6731" y="34817"/>
                  </a:cubicBezTo>
                  <a:cubicBezTo>
                    <a:pt x="6759" y="34903"/>
                    <a:pt x="6816" y="34931"/>
                    <a:pt x="6873" y="34959"/>
                  </a:cubicBezTo>
                  <a:cubicBezTo>
                    <a:pt x="6888" y="34967"/>
                    <a:pt x="6905" y="34971"/>
                    <a:pt x="6923" y="34971"/>
                  </a:cubicBezTo>
                  <a:cubicBezTo>
                    <a:pt x="6971" y="34971"/>
                    <a:pt x="7022" y="34944"/>
                    <a:pt x="7043" y="34903"/>
                  </a:cubicBezTo>
                  <a:cubicBezTo>
                    <a:pt x="7185" y="34562"/>
                    <a:pt x="7299" y="34221"/>
                    <a:pt x="7327" y="33880"/>
                  </a:cubicBezTo>
                  <a:cubicBezTo>
                    <a:pt x="7554" y="32773"/>
                    <a:pt x="7725" y="31694"/>
                    <a:pt x="7980" y="30614"/>
                  </a:cubicBezTo>
                  <a:cubicBezTo>
                    <a:pt x="8151" y="29706"/>
                    <a:pt x="8378" y="28825"/>
                    <a:pt x="8634" y="27945"/>
                  </a:cubicBezTo>
                  <a:cubicBezTo>
                    <a:pt x="8974" y="26752"/>
                    <a:pt x="9429" y="25588"/>
                    <a:pt x="9968" y="24509"/>
                  </a:cubicBezTo>
                  <a:cubicBezTo>
                    <a:pt x="10167" y="24083"/>
                    <a:pt x="10536" y="23742"/>
                    <a:pt x="10622" y="23259"/>
                  </a:cubicBezTo>
                  <a:cubicBezTo>
                    <a:pt x="10622" y="23174"/>
                    <a:pt x="10735" y="23117"/>
                    <a:pt x="10792" y="23032"/>
                  </a:cubicBezTo>
                  <a:cubicBezTo>
                    <a:pt x="11360" y="22407"/>
                    <a:pt x="11843" y="21754"/>
                    <a:pt x="12240" y="21044"/>
                  </a:cubicBezTo>
                  <a:cubicBezTo>
                    <a:pt x="12325" y="20817"/>
                    <a:pt x="12496" y="20618"/>
                    <a:pt x="12666" y="20448"/>
                  </a:cubicBezTo>
                  <a:cubicBezTo>
                    <a:pt x="12979" y="20874"/>
                    <a:pt x="13376" y="21243"/>
                    <a:pt x="13859" y="21470"/>
                  </a:cubicBezTo>
                  <a:cubicBezTo>
                    <a:pt x="14455" y="21839"/>
                    <a:pt x="15080" y="22152"/>
                    <a:pt x="15733" y="22436"/>
                  </a:cubicBezTo>
                  <a:cubicBezTo>
                    <a:pt x="15847" y="22464"/>
                    <a:pt x="15961" y="22521"/>
                    <a:pt x="16074" y="22549"/>
                  </a:cubicBezTo>
                  <a:cubicBezTo>
                    <a:pt x="16159" y="22549"/>
                    <a:pt x="16273" y="22549"/>
                    <a:pt x="16358" y="22521"/>
                  </a:cubicBezTo>
                  <a:cubicBezTo>
                    <a:pt x="16500" y="22464"/>
                    <a:pt x="16585" y="22322"/>
                    <a:pt x="16585" y="22180"/>
                  </a:cubicBezTo>
                  <a:cubicBezTo>
                    <a:pt x="16585" y="22078"/>
                    <a:pt x="16524" y="22057"/>
                    <a:pt x="16450" y="22057"/>
                  </a:cubicBezTo>
                  <a:cubicBezTo>
                    <a:pt x="16401" y="22057"/>
                    <a:pt x="16347" y="22066"/>
                    <a:pt x="16301" y="22066"/>
                  </a:cubicBezTo>
                  <a:cubicBezTo>
                    <a:pt x="16245" y="22066"/>
                    <a:pt x="16159" y="22066"/>
                    <a:pt x="16103" y="22038"/>
                  </a:cubicBezTo>
                  <a:cubicBezTo>
                    <a:pt x="15421" y="21697"/>
                    <a:pt x="14739" y="21385"/>
                    <a:pt x="14086" y="21044"/>
                  </a:cubicBezTo>
                  <a:cubicBezTo>
                    <a:pt x="13660" y="20817"/>
                    <a:pt x="13291" y="20504"/>
                    <a:pt x="13007" y="20135"/>
                  </a:cubicBezTo>
                  <a:cubicBezTo>
                    <a:pt x="12893" y="19993"/>
                    <a:pt x="12893" y="19823"/>
                    <a:pt x="12979" y="19681"/>
                  </a:cubicBezTo>
                  <a:cubicBezTo>
                    <a:pt x="13405" y="18971"/>
                    <a:pt x="13802" y="18261"/>
                    <a:pt x="14228" y="17551"/>
                  </a:cubicBezTo>
                  <a:cubicBezTo>
                    <a:pt x="14938" y="16500"/>
                    <a:pt x="15733" y="15478"/>
                    <a:pt x="16614" y="14541"/>
                  </a:cubicBezTo>
                  <a:cubicBezTo>
                    <a:pt x="16756" y="14370"/>
                    <a:pt x="16926" y="14228"/>
                    <a:pt x="17125" y="14086"/>
                  </a:cubicBezTo>
                  <a:cubicBezTo>
                    <a:pt x="17892" y="13575"/>
                    <a:pt x="18658" y="13149"/>
                    <a:pt x="19482" y="12780"/>
                  </a:cubicBezTo>
                  <a:cubicBezTo>
                    <a:pt x="19681" y="12666"/>
                    <a:pt x="19908" y="12553"/>
                    <a:pt x="20107" y="12439"/>
                  </a:cubicBezTo>
                  <a:cubicBezTo>
                    <a:pt x="21044" y="11900"/>
                    <a:pt x="22038" y="11445"/>
                    <a:pt x="23060" y="11104"/>
                  </a:cubicBezTo>
                  <a:cubicBezTo>
                    <a:pt x="23628" y="10906"/>
                    <a:pt x="24168" y="10678"/>
                    <a:pt x="24736" y="10508"/>
                  </a:cubicBezTo>
                  <a:cubicBezTo>
                    <a:pt x="25701" y="10167"/>
                    <a:pt x="26639" y="9798"/>
                    <a:pt x="27604" y="9542"/>
                  </a:cubicBezTo>
                  <a:cubicBezTo>
                    <a:pt x="28002" y="9457"/>
                    <a:pt x="28371" y="9315"/>
                    <a:pt x="28768" y="9173"/>
                  </a:cubicBezTo>
                  <a:cubicBezTo>
                    <a:pt x="29166" y="9088"/>
                    <a:pt x="29422" y="8634"/>
                    <a:pt x="29251" y="8236"/>
                  </a:cubicBezTo>
                  <a:cubicBezTo>
                    <a:pt x="29251" y="8179"/>
                    <a:pt x="29223" y="8151"/>
                    <a:pt x="29223" y="8094"/>
                  </a:cubicBezTo>
                  <a:cubicBezTo>
                    <a:pt x="28740" y="6617"/>
                    <a:pt x="28030" y="5226"/>
                    <a:pt x="27150" y="3919"/>
                  </a:cubicBezTo>
                  <a:cubicBezTo>
                    <a:pt x="26837" y="3380"/>
                    <a:pt x="26468" y="2869"/>
                    <a:pt x="26042" y="2386"/>
                  </a:cubicBezTo>
                  <a:cubicBezTo>
                    <a:pt x="25531" y="1875"/>
                    <a:pt x="25020" y="1392"/>
                    <a:pt x="24452" y="966"/>
                  </a:cubicBezTo>
                  <a:cubicBezTo>
                    <a:pt x="23799" y="483"/>
                    <a:pt x="23032" y="199"/>
                    <a:pt x="22237" y="86"/>
                  </a:cubicBezTo>
                  <a:cubicBezTo>
                    <a:pt x="21782" y="29"/>
                    <a:pt x="21335" y="0"/>
                    <a:pt x="20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23"/>
            <p:cNvSpPr/>
            <p:nvPr/>
          </p:nvSpPr>
          <p:spPr>
            <a:xfrm>
              <a:off x="3127700" y="3701800"/>
              <a:ext cx="223675" cy="197950"/>
            </a:xfrm>
            <a:custGeom>
              <a:rect b="b" l="l" r="r" t="t"/>
              <a:pathLst>
                <a:path extrusionOk="0" h="7918" w="8947">
                  <a:moveTo>
                    <a:pt x="256" y="1"/>
                  </a:moveTo>
                  <a:cubicBezTo>
                    <a:pt x="207" y="1"/>
                    <a:pt x="157" y="8"/>
                    <a:pt x="114" y="22"/>
                  </a:cubicBezTo>
                  <a:cubicBezTo>
                    <a:pt x="57" y="51"/>
                    <a:pt x="1" y="107"/>
                    <a:pt x="1" y="164"/>
                  </a:cubicBezTo>
                  <a:cubicBezTo>
                    <a:pt x="1" y="221"/>
                    <a:pt x="29" y="363"/>
                    <a:pt x="57" y="363"/>
                  </a:cubicBezTo>
                  <a:cubicBezTo>
                    <a:pt x="256" y="420"/>
                    <a:pt x="427" y="448"/>
                    <a:pt x="625" y="477"/>
                  </a:cubicBezTo>
                  <a:cubicBezTo>
                    <a:pt x="2784" y="817"/>
                    <a:pt x="4800" y="1897"/>
                    <a:pt x="6305" y="3515"/>
                  </a:cubicBezTo>
                  <a:cubicBezTo>
                    <a:pt x="6760" y="3970"/>
                    <a:pt x="7129" y="4481"/>
                    <a:pt x="7441" y="5049"/>
                  </a:cubicBezTo>
                  <a:cubicBezTo>
                    <a:pt x="7810" y="5730"/>
                    <a:pt x="8094" y="6469"/>
                    <a:pt x="8322" y="7207"/>
                  </a:cubicBezTo>
                  <a:cubicBezTo>
                    <a:pt x="8350" y="7434"/>
                    <a:pt x="8464" y="7661"/>
                    <a:pt x="8606" y="7832"/>
                  </a:cubicBezTo>
                  <a:cubicBezTo>
                    <a:pt x="8662" y="7889"/>
                    <a:pt x="8719" y="7917"/>
                    <a:pt x="8776" y="7917"/>
                  </a:cubicBezTo>
                  <a:cubicBezTo>
                    <a:pt x="8890" y="7917"/>
                    <a:pt x="8946" y="7803"/>
                    <a:pt x="8946" y="7718"/>
                  </a:cubicBezTo>
                  <a:cubicBezTo>
                    <a:pt x="8918" y="7633"/>
                    <a:pt x="8918" y="7576"/>
                    <a:pt x="8890" y="7519"/>
                  </a:cubicBezTo>
                  <a:cubicBezTo>
                    <a:pt x="8577" y="6156"/>
                    <a:pt x="7981" y="4907"/>
                    <a:pt x="7157" y="3771"/>
                  </a:cubicBezTo>
                  <a:cubicBezTo>
                    <a:pt x="6305" y="2720"/>
                    <a:pt x="5254" y="1840"/>
                    <a:pt x="4090" y="1215"/>
                  </a:cubicBezTo>
                  <a:cubicBezTo>
                    <a:pt x="3437" y="874"/>
                    <a:pt x="2755" y="590"/>
                    <a:pt x="2045" y="363"/>
                  </a:cubicBezTo>
                  <a:cubicBezTo>
                    <a:pt x="1506" y="193"/>
                    <a:pt x="966" y="79"/>
                    <a:pt x="398" y="22"/>
                  </a:cubicBezTo>
                  <a:cubicBezTo>
                    <a:pt x="356" y="8"/>
                    <a:pt x="306" y="1"/>
                    <a:pt x="2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23"/>
            <p:cNvSpPr/>
            <p:nvPr/>
          </p:nvSpPr>
          <p:spPr>
            <a:xfrm>
              <a:off x="3153975" y="3821775"/>
              <a:ext cx="186025" cy="487925"/>
            </a:xfrm>
            <a:custGeom>
              <a:rect b="b" l="l" r="r" t="t"/>
              <a:pathLst>
                <a:path extrusionOk="0" h="19517" w="7441">
                  <a:moveTo>
                    <a:pt x="2917" y="1"/>
                  </a:moveTo>
                  <a:cubicBezTo>
                    <a:pt x="2552" y="1"/>
                    <a:pt x="2185" y="90"/>
                    <a:pt x="1846" y="250"/>
                  </a:cubicBezTo>
                  <a:cubicBezTo>
                    <a:pt x="1364" y="477"/>
                    <a:pt x="881" y="761"/>
                    <a:pt x="483" y="1102"/>
                  </a:cubicBezTo>
                  <a:cubicBezTo>
                    <a:pt x="341" y="1215"/>
                    <a:pt x="199" y="1272"/>
                    <a:pt x="29" y="1272"/>
                  </a:cubicBezTo>
                  <a:cubicBezTo>
                    <a:pt x="0" y="1613"/>
                    <a:pt x="29" y="1982"/>
                    <a:pt x="142" y="2294"/>
                  </a:cubicBezTo>
                  <a:cubicBezTo>
                    <a:pt x="228" y="2862"/>
                    <a:pt x="341" y="3430"/>
                    <a:pt x="426" y="3970"/>
                  </a:cubicBezTo>
                  <a:cubicBezTo>
                    <a:pt x="625" y="5049"/>
                    <a:pt x="824" y="6100"/>
                    <a:pt x="966" y="7179"/>
                  </a:cubicBezTo>
                  <a:cubicBezTo>
                    <a:pt x="1136" y="8173"/>
                    <a:pt x="1307" y="9167"/>
                    <a:pt x="1364" y="10161"/>
                  </a:cubicBezTo>
                  <a:cubicBezTo>
                    <a:pt x="1420" y="10928"/>
                    <a:pt x="1506" y="11666"/>
                    <a:pt x="1562" y="12433"/>
                  </a:cubicBezTo>
                  <a:cubicBezTo>
                    <a:pt x="1790" y="14563"/>
                    <a:pt x="1619" y="16693"/>
                    <a:pt x="1676" y="18823"/>
                  </a:cubicBezTo>
                  <a:cubicBezTo>
                    <a:pt x="1676" y="19021"/>
                    <a:pt x="1761" y="19305"/>
                    <a:pt x="1534" y="19476"/>
                  </a:cubicBezTo>
                  <a:cubicBezTo>
                    <a:pt x="1622" y="19503"/>
                    <a:pt x="1706" y="19516"/>
                    <a:pt x="1784" y="19516"/>
                  </a:cubicBezTo>
                  <a:cubicBezTo>
                    <a:pt x="2108" y="19516"/>
                    <a:pt x="2351" y="19301"/>
                    <a:pt x="2556" y="19050"/>
                  </a:cubicBezTo>
                  <a:cubicBezTo>
                    <a:pt x="2925" y="18595"/>
                    <a:pt x="3266" y="18113"/>
                    <a:pt x="3579" y="17601"/>
                  </a:cubicBezTo>
                  <a:cubicBezTo>
                    <a:pt x="4005" y="16778"/>
                    <a:pt x="4402" y="15954"/>
                    <a:pt x="4771" y="15102"/>
                  </a:cubicBezTo>
                  <a:cubicBezTo>
                    <a:pt x="5481" y="13597"/>
                    <a:pt x="6106" y="12035"/>
                    <a:pt x="6617" y="10445"/>
                  </a:cubicBezTo>
                  <a:cubicBezTo>
                    <a:pt x="7100" y="8883"/>
                    <a:pt x="7384" y="7264"/>
                    <a:pt x="7413" y="5646"/>
                  </a:cubicBezTo>
                  <a:cubicBezTo>
                    <a:pt x="7441" y="4907"/>
                    <a:pt x="7384" y="4169"/>
                    <a:pt x="7271" y="3459"/>
                  </a:cubicBezTo>
                  <a:cubicBezTo>
                    <a:pt x="7157" y="2891"/>
                    <a:pt x="6930" y="2380"/>
                    <a:pt x="6589" y="1925"/>
                  </a:cubicBezTo>
                  <a:cubicBezTo>
                    <a:pt x="5822" y="875"/>
                    <a:pt x="4658" y="221"/>
                    <a:pt x="3380" y="51"/>
                  </a:cubicBezTo>
                  <a:cubicBezTo>
                    <a:pt x="3227" y="17"/>
                    <a:pt x="3072" y="1"/>
                    <a:pt x="2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23"/>
            <p:cNvSpPr/>
            <p:nvPr/>
          </p:nvSpPr>
          <p:spPr>
            <a:xfrm>
              <a:off x="3007725" y="3843675"/>
              <a:ext cx="191000" cy="465000"/>
            </a:xfrm>
            <a:custGeom>
              <a:rect b="b" l="l" r="r" t="t"/>
              <a:pathLst>
                <a:path extrusionOk="0" h="18600" w="7640">
                  <a:moveTo>
                    <a:pt x="4667" y="1"/>
                  </a:moveTo>
                  <a:cubicBezTo>
                    <a:pt x="4514" y="1"/>
                    <a:pt x="4358" y="18"/>
                    <a:pt x="4203" y="55"/>
                  </a:cubicBezTo>
                  <a:cubicBezTo>
                    <a:pt x="3635" y="141"/>
                    <a:pt x="3096" y="311"/>
                    <a:pt x="2585" y="567"/>
                  </a:cubicBezTo>
                  <a:cubicBezTo>
                    <a:pt x="1562" y="993"/>
                    <a:pt x="767" y="1873"/>
                    <a:pt x="426" y="2952"/>
                  </a:cubicBezTo>
                  <a:cubicBezTo>
                    <a:pt x="57" y="4088"/>
                    <a:pt x="0" y="5309"/>
                    <a:pt x="256" y="6502"/>
                  </a:cubicBezTo>
                  <a:cubicBezTo>
                    <a:pt x="511" y="7638"/>
                    <a:pt x="937" y="8745"/>
                    <a:pt x="1534" y="9768"/>
                  </a:cubicBezTo>
                  <a:cubicBezTo>
                    <a:pt x="2244" y="11103"/>
                    <a:pt x="2982" y="12380"/>
                    <a:pt x="3749" y="13658"/>
                  </a:cubicBezTo>
                  <a:cubicBezTo>
                    <a:pt x="4317" y="14596"/>
                    <a:pt x="4885" y="15533"/>
                    <a:pt x="5481" y="16498"/>
                  </a:cubicBezTo>
                  <a:cubicBezTo>
                    <a:pt x="5822" y="17095"/>
                    <a:pt x="6248" y="17663"/>
                    <a:pt x="6759" y="18174"/>
                  </a:cubicBezTo>
                  <a:cubicBezTo>
                    <a:pt x="6901" y="18401"/>
                    <a:pt x="7128" y="18543"/>
                    <a:pt x="7384" y="18600"/>
                  </a:cubicBezTo>
                  <a:cubicBezTo>
                    <a:pt x="7640" y="18429"/>
                    <a:pt x="7526" y="18174"/>
                    <a:pt x="7526" y="17947"/>
                  </a:cubicBezTo>
                  <a:cubicBezTo>
                    <a:pt x="7498" y="15817"/>
                    <a:pt x="7640" y="13687"/>
                    <a:pt x="7441" y="11557"/>
                  </a:cubicBezTo>
                  <a:cubicBezTo>
                    <a:pt x="7356" y="10819"/>
                    <a:pt x="7299" y="10052"/>
                    <a:pt x="7242" y="9313"/>
                  </a:cubicBezTo>
                  <a:cubicBezTo>
                    <a:pt x="7157" y="8291"/>
                    <a:pt x="6986" y="7297"/>
                    <a:pt x="6844" y="6303"/>
                  </a:cubicBezTo>
                  <a:cubicBezTo>
                    <a:pt x="6674" y="5252"/>
                    <a:pt x="6475" y="4173"/>
                    <a:pt x="6276" y="3122"/>
                  </a:cubicBezTo>
                  <a:cubicBezTo>
                    <a:pt x="6191" y="2554"/>
                    <a:pt x="6106" y="1986"/>
                    <a:pt x="5992" y="1447"/>
                  </a:cubicBezTo>
                  <a:cubicBezTo>
                    <a:pt x="5907" y="1106"/>
                    <a:pt x="5850" y="737"/>
                    <a:pt x="5879" y="396"/>
                  </a:cubicBezTo>
                  <a:cubicBezTo>
                    <a:pt x="5522" y="144"/>
                    <a:pt x="5102" y="1"/>
                    <a:pt x="46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23"/>
            <p:cNvSpPr/>
            <p:nvPr/>
          </p:nvSpPr>
          <p:spPr>
            <a:xfrm>
              <a:off x="2175625" y="3668275"/>
              <a:ext cx="383425" cy="210975"/>
            </a:xfrm>
            <a:custGeom>
              <a:rect b="b" l="l" r="r" t="t"/>
              <a:pathLst>
                <a:path extrusionOk="0" h="8439" w="15337">
                  <a:moveTo>
                    <a:pt x="12865" y="0"/>
                  </a:moveTo>
                  <a:cubicBezTo>
                    <a:pt x="12184" y="454"/>
                    <a:pt x="11445" y="824"/>
                    <a:pt x="10707" y="1136"/>
                  </a:cubicBezTo>
                  <a:cubicBezTo>
                    <a:pt x="9429" y="1704"/>
                    <a:pt x="8180" y="2329"/>
                    <a:pt x="6930" y="2954"/>
                  </a:cubicBezTo>
                  <a:cubicBezTo>
                    <a:pt x="5056" y="3919"/>
                    <a:pt x="3295" y="5083"/>
                    <a:pt x="1676" y="6390"/>
                  </a:cubicBezTo>
                  <a:cubicBezTo>
                    <a:pt x="1165" y="6901"/>
                    <a:pt x="625" y="7355"/>
                    <a:pt x="86" y="7781"/>
                  </a:cubicBezTo>
                  <a:cubicBezTo>
                    <a:pt x="1" y="7923"/>
                    <a:pt x="1" y="8094"/>
                    <a:pt x="143" y="8207"/>
                  </a:cubicBezTo>
                  <a:cubicBezTo>
                    <a:pt x="394" y="8354"/>
                    <a:pt x="708" y="8439"/>
                    <a:pt x="1015" y="8439"/>
                  </a:cubicBezTo>
                  <a:cubicBezTo>
                    <a:pt x="1124" y="8439"/>
                    <a:pt x="1232" y="8428"/>
                    <a:pt x="1335" y="8406"/>
                  </a:cubicBezTo>
                  <a:cubicBezTo>
                    <a:pt x="2159" y="8264"/>
                    <a:pt x="2954" y="8179"/>
                    <a:pt x="3778" y="8179"/>
                  </a:cubicBezTo>
                  <a:cubicBezTo>
                    <a:pt x="3835" y="8151"/>
                    <a:pt x="3863" y="8094"/>
                    <a:pt x="3891" y="8094"/>
                  </a:cubicBezTo>
                  <a:cubicBezTo>
                    <a:pt x="4554" y="8067"/>
                    <a:pt x="5217" y="7892"/>
                    <a:pt x="5880" y="7892"/>
                  </a:cubicBezTo>
                  <a:cubicBezTo>
                    <a:pt x="5927" y="7892"/>
                    <a:pt x="5974" y="7893"/>
                    <a:pt x="6021" y="7895"/>
                  </a:cubicBezTo>
                  <a:cubicBezTo>
                    <a:pt x="7044" y="7781"/>
                    <a:pt x="8038" y="7583"/>
                    <a:pt x="9003" y="7299"/>
                  </a:cubicBezTo>
                  <a:cubicBezTo>
                    <a:pt x="10451" y="6901"/>
                    <a:pt x="11815" y="6305"/>
                    <a:pt x="13121" y="5595"/>
                  </a:cubicBezTo>
                  <a:cubicBezTo>
                    <a:pt x="14257" y="5027"/>
                    <a:pt x="15052" y="3919"/>
                    <a:pt x="15222" y="2670"/>
                  </a:cubicBezTo>
                  <a:cubicBezTo>
                    <a:pt x="15336" y="2158"/>
                    <a:pt x="15222" y="1647"/>
                    <a:pt x="14939" y="1250"/>
                  </a:cubicBezTo>
                  <a:cubicBezTo>
                    <a:pt x="14484" y="540"/>
                    <a:pt x="13717" y="85"/>
                    <a:pt x="128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23"/>
            <p:cNvSpPr/>
            <p:nvPr/>
          </p:nvSpPr>
          <p:spPr>
            <a:xfrm>
              <a:off x="2689650" y="3859425"/>
              <a:ext cx="156225" cy="389500"/>
            </a:xfrm>
            <a:custGeom>
              <a:rect b="b" l="l" r="r" t="t"/>
              <a:pathLst>
                <a:path extrusionOk="0" h="15580" w="6249">
                  <a:moveTo>
                    <a:pt x="3482" y="0"/>
                  </a:moveTo>
                  <a:cubicBezTo>
                    <a:pt x="3155" y="0"/>
                    <a:pt x="2819" y="64"/>
                    <a:pt x="2500" y="192"/>
                  </a:cubicBezTo>
                  <a:cubicBezTo>
                    <a:pt x="1534" y="533"/>
                    <a:pt x="682" y="1129"/>
                    <a:pt x="0" y="1896"/>
                  </a:cubicBezTo>
                  <a:cubicBezTo>
                    <a:pt x="540" y="3288"/>
                    <a:pt x="938" y="4708"/>
                    <a:pt x="1136" y="6184"/>
                  </a:cubicBezTo>
                  <a:cubicBezTo>
                    <a:pt x="1222" y="6667"/>
                    <a:pt x="1335" y="7150"/>
                    <a:pt x="1420" y="7633"/>
                  </a:cubicBezTo>
                  <a:cubicBezTo>
                    <a:pt x="1562" y="8627"/>
                    <a:pt x="1648" y="9592"/>
                    <a:pt x="1704" y="10586"/>
                  </a:cubicBezTo>
                  <a:cubicBezTo>
                    <a:pt x="1704" y="11523"/>
                    <a:pt x="1790" y="12460"/>
                    <a:pt x="1932" y="13398"/>
                  </a:cubicBezTo>
                  <a:cubicBezTo>
                    <a:pt x="1960" y="13596"/>
                    <a:pt x="1960" y="13767"/>
                    <a:pt x="1960" y="13966"/>
                  </a:cubicBezTo>
                  <a:cubicBezTo>
                    <a:pt x="1960" y="14306"/>
                    <a:pt x="1988" y="14676"/>
                    <a:pt x="2074" y="15016"/>
                  </a:cubicBezTo>
                  <a:cubicBezTo>
                    <a:pt x="2074" y="15244"/>
                    <a:pt x="2017" y="15357"/>
                    <a:pt x="1818" y="15386"/>
                  </a:cubicBezTo>
                  <a:cubicBezTo>
                    <a:pt x="1846" y="15414"/>
                    <a:pt x="1846" y="15499"/>
                    <a:pt x="1903" y="15499"/>
                  </a:cubicBezTo>
                  <a:cubicBezTo>
                    <a:pt x="2043" y="15551"/>
                    <a:pt x="2172" y="15580"/>
                    <a:pt x="2288" y="15580"/>
                  </a:cubicBezTo>
                  <a:cubicBezTo>
                    <a:pt x="2551" y="15580"/>
                    <a:pt x="2751" y="15436"/>
                    <a:pt x="2869" y="15102"/>
                  </a:cubicBezTo>
                  <a:cubicBezTo>
                    <a:pt x="3068" y="14619"/>
                    <a:pt x="3210" y="14164"/>
                    <a:pt x="3352" y="13682"/>
                  </a:cubicBezTo>
                  <a:cubicBezTo>
                    <a:pt x="3692" y="12688"/>
                    <a:pt x="4062" y="11665"/>
                    <a:pt x="4402" y="10671"/>
                  </a:cubicBezTo>
                  <a:cubicBezTo>
                    <a:pt x="4800" y="9621"/>
                    <a:pt x="5226" y="8541"/>
                    <a:pt x="5595" y="7491"/>
                  </a:cubicBezTo>
                  <a:cubicBezTo>
                    <a:pt x="6021" y="6355"/>
                    <a:pt x="6248" y="5134"/>
                    <a:pt x="6248" y="3941"/>
                  </a:cubicBezTo>
                  <a:cubicBezTo>
                    <a:pt x="6191" y="2748"/>
                    <a:pt x="5993" y="1640"/>
                    <a:pt x="5169" y="703"/>
                  </a:cubicBezTo>
                  <a:cubicBezTo>
                    <a:pt x="4828" y="306"/>
                    <a:pt x="4346" y="50"/>
                    <a:pt x="3806" y="22"/>
                  </a:cubicBezTo>
                  <a:cubicBezTo>
                    <a:pt x="3699" y="8"/>
                    <a:pt x="3591" y="0"/>
                    <a:pt x="3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23"/>
            <p:cNvSpPr/>
            <p:nvPr/>
          </p:nvSpPr>
          <p:spPr>
            <a:xfrm>
              <a:off x="2176350" y="3587975"/>
              <a:ext cx="337950" cy="274850"/>
            </a:xfrm>
            <a:custGeom>
              <a:rect b="b" l="l" r="r" t="t"/>
              <a:pathLst>
                <a:path extrusionOk="0" h="10994" w="13518">
                  <a:moveTo>
                    <a:pt x="11096" y="0"/>
                  </a:moveTo>
                  <a:cubicBezTo>
                    <a:pt x="10788" y="0"/>
                    <a:pt x="10483" y="25"/>
                    <a:pt x="10167" y="60"/>
                  </a:cubicBezTo>
                  <a:cubicBezTo>
                    <a:pt x="8974" y="173"/>
                    <a:pt x="7810" y="571"/>
                    <a:pt x="6787" y="1224"/>
                  </a:cubicBezTo>
                  <a:cubicBezTo>
                    <a:pt x="5680" y="1934"/>
                    <a:pt x="4686" y="2843"/>
                    <a:pt x="3891" y="3894"/>
                  </a:cubicBezTo>
                  <a:cubicBezTo>
                    <a:pt x="3266" y="4717"/>
                    <a:pt x="2670" y="5541"/>
                    <a:pt x="2102" y="6393"/>
                  </a:cubicBezTo>
                  <a:cubicBezTo>
                    <a:pt x="1306" y="7642"/>
                    <a:pt x="653" y="8977"/>
                    <a:pt x="142" y="10369"/>
                  </a:cubicBezTo>
                  <a:cubicBezTo>
                    <a:pt x="28" y="10567"/>
                    <a:pt x="0" y="10795"/>
                    <a:pt x="28" y="10993"/>
                  </a:cubicBezTo>
                  <a:cubicBezTo>
                    <a:pt x="596" y="10567"/>
                    <a:pt x="1108" y="10113"/>
                    <a:pt x="1619" y="9602"/>
                  </a:cubicBezTo>
                  <a:cubicBezTo>
                    <a:pt x="3266" y="8295"/>
                    <a:pt x="5027" y="7131"/>
                    <a:pt x="6901" y="6166"/>
                  </a:cubicBezTo>
                  <a:cubicBezTo>
                    <a:pt x="8122" y="5541"/>
                    <a:pt x="9372" y="4916"/>
                    <a:pt x="10650" y="4348"/>
                  </a:cubicBezTo>
                  <a:cubicBezTo>
                    <a:pt x="11416" y="4036"/>
                    <a:pt x="12155" y="3666"/>
                    <a:pt x="12836" y="3212"/>
                  </a:cubicBezTo>
                  <a:cubicBezTo>
                    <a:pt x="12808" y="2900"/>
                    <a:pt x="13064" y="2672"/>
                    <a:pt x="13177" y="2360"/>
                  </a:cubicBezTo>
                  <a:cubicBezTo>
                    <a:pt x="13518" y="1565"/>
                    <a:pt x="13177" y="656"/>
                    <a:pt x="12410" y="259"/>
                  </a:cubicBezTo>
                  <a:cubicBezTo>
                    <a:pt x="12155" y="145"/>
                    <a:pt x="11928" y="60"/>
                    <a:pt x="11672" y="31"/>
                  </a:cubicBezTo>
                  <a:cubicBezTo>
                    <a:pt x="11477" y="10"/>
                    <a:pt x="11286" y="0"/>
                    <a:pt x="11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23"/>
            <p:cNvSpPr/>
            <p:nvPr/>
          </p:nvSpPr>
          <p:spPr>
            <a:xfrm>
              <a:off x="2576050" y="3898825"/>
              <a:ext cx="165450" cy="345250"/>
            </a:xfrm>
            <a:custGeom>
              <a:rect b="b" l="l" r="r" t="t"/>
              <a:pathLst>
                <a:path extrusionOk="0" h="13810" w="6618">
                  <a:moveTo>
                    <a:pt x="3208" y="1"/>
                  </a:moveTo>
                  <a:cubicBezTo>
                    <a:pt x="3152" y="1"/>
                    <a:pt x="3096" y="3"/>
                    <a:pt x="3039" y="8"/>
                  </a:cubicBezTo>
                  <a:cubicBezTo>
                    <a:pt x="2329" y="36"/>
                    <a:pt x="1648" y="292"/>
                    <a:pt x="1080" y="718"/>
                  </a:cubicBezTo>
                  <a:cubicBezTo>
                    <a:pt x="711" y="945"/>
                    <a:pt x="427" y="1286"/>
                    <a:pt x="256" y="1683"/>
                  </a:cubicBezTo>
                  <a:cubicBezTo>
                    <a:pt x="86" y="2109"/>
                    <a:pt x="1" y="2535"/>
                    <a:pt x="1" y="2990"/>
                  </a:cubicBezTo>
                  <a:cubicBezTo>
                    <a:pt x="29" y="4097"/>
                    <a:pt x="341" y="5176"/>
                    <a:pt x="909" y="6142"/>
                  </a:cubicBezTo>
                  <a:cubicBezTo>
                    <a:pt x="1449" y="7079"/>
                    <a:pt x="2074" y="7988"/>
                    <a:pt x="2755" y="8840"/>
                  </a:cubicBezTo>
                  <a:cubicBezTo>
                    <a:pt x="3522" y="9777"/>
                    <a:pt x="4204" y="10799"/>
                    <a:pt x="4885" y="11822"/>
                  </a:cubicBezTo>
                  <a:cubicBezTo>
                    <a:pt x="5283" y="12532"/>
                    <a:pt x="5794" y="13213"/>
                    <a:pt x="6362" y="13810"/>
                  </a:cubicBezTo>
                  <a:cubicBezTo>
                    <a:pt x="6561" y="13781"/>
                    <a:pt x="6618" y="13639"/>
                    <a:pt x="6618" y="13469"/>
                  </a:cubicBezTo>
                  <a:cubicBezTo>
                    <a:pt x="6532" y="13100"/>
                    <a:pt x="6504" y="12759"/>
                    <a:pt x="6476" y="12390"/>
                  </a:cubicBezTo>
                  <a:cubicBezTo>
                    <a:pt x="6504" y="12191"/>
                    <a:pt x="6504" y="12020"/>
                    <a:pt x="6447" y="11822"/>
                  </a:cubicBezTo>
                  <a:cubicBezTo>
                    <a:pt x="6334" y="10884"/>
                    <a:pt x="6248" y="9947"/>
                    <a:pt x="6248" y="9010"/>
                  </a:cubicBezTo>
                  <a:cubicBezTo>
                    <a:pt x="6192" y="8016"/>
                    <a:pt x="6106" y="7051"/>
                    <a:pt x="5964" y="6057"/>
                  </a:cubicBezTo>
                  <a:cubicBezTo>
                    <a:pt x="5879" y="5574"/>
                    <a:pt x="5766" y="5091"/>
                    <a:pt x="5680" y="4608"/>
                  </a:cubicBezTo>
                  <a:cubicBezTo>
                    <a:pt x="5482" y="3132"/>
                    <a:pt x="5084" y="1712"/>
                    <a:pt x="4544" y="320"/>
                  </a:cubicBezTo>
                  <a:cubicBezTo>
                    <a:pt x="4374" y="292"/>
                    <a:pt x="4175" y="235"/>
                    <a:pt x="4005" y="178"/>
                  </a:cubicBezTo>
                  <a:cubicBezTo>
                    <a:pt x="3745" y="60"/>
                    <a:pt x="3484" y="1"/>
                    <a:pt x="3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23"/>
            <p:cNvSpPr/>
            <p:nvPr/>
          </p:nvSpPr>
          <p:spPr>
            <a:xfrm>
              <a:off x="2030550" y="4061600"/>
              <a:ext cx="294900" cy="196900"/>
            </a:xfrm>
            <a:custGeom>
              <a:rect b="b" l="l" r="r" t="t"/>
              <a:pathLst>
                <a:path extrusionOk="0" h="7876" w="11796">
                  <a:moveTo>
                    <a:pt x="11370" y="0"/>
                  </a:moveTo>
                  <a:cubicBezTo>
                    <a:pt x="11143" y="28"/>
                    <a:pt x="10915" y="114"/>
                    <a:pt x="10717" y="256"/>
                  </a:cubicBezTo>
                  <a:cubicBezTo>
                    <a:pt x="9780" y="767"/>
                    <a:pt x="8871" y="1306"/>
                    <a:pt x="7934" y="1761"/>
                  </a:cubicBezTo>
                  <a:cubicBezTo>
                    <a:pt x="6741" y="2329"/>
                    <a:pt x="5520" y="2812"/>
                    <a:pt x="4270" y="3237"/>
                  </a:cubicBezTo>
                  <a:cubicBezTo>
                    <a:pt x="3248" y="3550"/>
                    <a:pt x="2225" y="3805"/>
                    <a:pt x="1203" y="4033"/>
                  </a:cubicBezTo>
                  <a:cubicBezTo>
                    <a:pt x="1037" y="4066"/>
                    <a:pt x="870" y="4080"/>
                    <a:pt x="704" y="4080"/>
                  </a:cubicBezTo>
                  <a:cubicBezTo>
                    <a:pt x="586" y="4080"/>
                    <a:pt x="469" y="4073"/>
                    <a:pt x="351" y="4061"/>
                  </a:cubicBezTo>
                  <a:lnTo>
                    <a:pt x="351" y="4061"/>
                  </a:lnTo>
                  <a:cubicBezTo>
                    <a:pt x="436" y="4203"/>
                    <a:pt x="663" y="4317"/>
                    <a:pt x="493" y="4544"/>
                  </a:cubicBezTo>
                  <a:cubicBezTo>
                    <a:pt x="465" y="4601"/>
                    <a:pt x="436" y="4657"/>
                    <a:pt x="436" y="4743"/>
                  </a:cubicBezTo>
                  <a:cubicBezTo>
                    <a:pt x="1" y="6322"/>
                    <a:pt x="1210" y="7875"/>
                    <a:pt x="2837" y="7875"/>
                  </a:cubicBezTo>
                  <a:cubicBezTo>
                    <a:pt x="2907" y="7875"/>
                    <a:pt x="2978" y="7872"/>
                    <a:pt x="3049" y="7867"/>
                  </a:cubicBezTo>
                  <a:cubicBezTo>
                    <a:pt x="4469" y="7725"/>
                    <a:pt x="5804" y="7242"/>
                    <a:pt x="6996" y="6447"/>
                  </a:cubicBezTo>
                  <a:cubicBezTo>
                    <a:pt x="8019" y="5737"/>
                    <a:pt x="8956" y="4856"/>
                    <a:pt x="9723" y="3862"/>
                  </a:cubicBezTo>
                  <a:cubicBezTo>
                    <a:pt x="10177" y="3294"/>
                    <a:pt x="10631" y="2726"/>
                    <a:pt x="11057" y="2130"/>
                  </a:cubicBezTo>
                  <a:cubicBezTo>
                    <a:pt x="11313" y="1818"/>
                    <a:pt x="11512" y="1477"/>
                    <a:pt x="11682" y="1108"/>
                  </a:cubicBezTo>
                  <a:cubicBezTo>
                    <a:pt x="11767" y="909"/>
                    <a:pt x="11796" y="682"/>
                    <a:pt x="11739" y="483"/>
                  </a:cubicBezTo>
                  <a:cubicBezTo>
                    <a:pt x="11682" y="284"/>
                    <a:pt x="11597" y="85"/>
                    <a:pt x="11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23"/>
            <p:cNvSpPr/>
            <p:nvPr/>
          </p:nvSpPr>
          <p:spPr>
            <a:xfrm>
              <a:off x="2017300" y="4032175"/>
              <a:ext cx="297500" cy="132150"/>
            </a:xfrm>
            <a:custGeom>
              <a:rect b="b" l="l" r="r" t="t"/>
              <a:pathLst>
                <a:path extrusionOk="0" h="5286" w="11900">
                  <a:moveTo>
                    <a:pt x="5723" y="0"/>
                  </a:moveTo>
                  <a:cubicBezTo>
                    <a:pt x="5301" y="0"/>
                    <a:pt x="4880" y="14"/>
                    <a:pt x="4459" y="41"/>
                  </a:cubicBezTo>
                  <a:cubicBezTo>
                    <a:pt x="3664" y="98"/>
                    <a:pt x="2897" y="297"/>
                    <a:pt x="2187" y="609"/>
                  </a:cubicBezTo>
                  <a:cubicBezTo>
                    <a:pt x="1506" y="950"/>
                    <a:pt x="938" y="1461"/>
                    <a:pt x="540" y="2114"/>
                  </a:cubicBezTo>
                  <a:cubicBezTo>
                    <a:pt x="1" y="3023"/>
                    <a:pt x="58" y="4471"/>
                    <a:pt x="909" y="5266"/>
                  </a:cubicBezTo>
                  <a:cubicBezTo>
                    <a:pt x="1015" y="5278"/>
                    <a:pt x="1126" y="5285"/>
                    <a:pt x="1240" y="5285"/>
                  </a:cubicBezTo>
                  <a:cubicBezTo>
                    <a:pt x="1400" y="5285"/>
                    <a:pt x="1567" y="5271"/>
                    <a:pt x="1733" y="5238"/>
                  </a:cubicBezTo>
                  <a:cubicBezTo>
                    <a:pt x="2755" y="5011"/>
                    <a:pt x="3806" y="4755"/>
                    <a:pt x="4800" y="4443"/>
                  </a:cubicBezTo>
                  <a:cubicBezTo>
                    <a:pt x="6050" y="4017"/>
                    <a:pt x="7271" y="3534"/>
                    <a:pt x="8464" y="2966"/>
                  </a:cubicBezTo>
                  <a:cubicBezTo>
                    <a:pt x="9401" y="2483"/>
                    <a:pt x="10338" y="1944"/>
                    <a:pt x="11247" y="1461"/>
                  </a:cubicBezTo>
                  <a:cubicBezTo>
                    <a:pt x="11445" y="1319"/>
                    <a:pt x="11673" y="1205"/>
                    <a:pt x="11900" y="1177"/>
                  </a:cubicBezTo>
                  <a:cubicBezTo>
                    <a:pt x="11644" y="950"/>
                    <a:pt x="11332" y="779"/>
                    <a:pt x="10963" y="723"/>
                  </a:cubicBezTo>
                  <a:cubicBezTo>
                    <a:pt x="9265" y="241"/>
                    <a:pt x="7494" y="0"/>
                    <a:pt x="57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23"/>
            <p:cNvSpPr/>
            <p:nvPr/>
          </p:nvSpPr>
          <p:spPr>
            <a:xfrm>
              <a:off x="2178475" y="3872725"/>
              <a:ext cx="91600" cy="8825"/>
            </a:xfrm>
            <a:custGeom>
              <a:rect b="b" l="l" r="r" t="t"/>
              <a:pathLst>
                <a:path extrusionOk="0" h="353" w="3664">
                  <a:moveTo>
                    <a:pt x="3664" y="1"/>
                  </a:moveTo>
                  <a:cubicBezTo>
                    <a:pt x="2840" y="1"/>
                    <a:pt x="2017" y="58"/>
                    <a:pt x="1193" y="228"/>
                  </a:cubicBezTo>
                  <a:cubicBezTo>
                    <a:pt x="1097" y="242"/>
                    <a:pt x="998" y="249"/>
                    <a:pt x="900" y="249"/>
                  </a:cubicBezTo>
                  <a:cubicBezTo>
                    <a:pt x="592" y="249"/>
                    <a:pt x="280" y="180"/>
                    <a:pt x="0" y="29"/>
                  </a:cubicBezTo>
                  <a:lnTo>
                    <a:pt x="0" y="29"/>
                  </a:lnTo>
                  <a:cubicBezTo>
                    <a:pt x="29" y="143"/>
                    <a:pt x="142" y="256"/>
                    <a:pt x="284" y="285"/>
                  </a:cubicBezTo>
                  <a:cubicBezTo>
                    <a:pt x="430" y="326"/>
                    <a:pt x="575" y="353"/>
                    <a:pt x="732" y="353"/>
                  </a:cubicBezTo>
                  <a:cubicBezTo>
                    <a:pt x="789" y="353"/>
                    <a:pt x="848" y="349"/>
                    <a:pt x="909" y="342"/>
                  </a:cubicBezTo>
                  <a:cubicBezTo>
                    <a:pt x="1193" y="313"/>
                    <a:pt x="1505" y="313"/>
                    <a:pt x="1789" y="256"/>
                  </a:cubicBezTo>
                  <a:cubicBezTo>
                    <a:pt x="2414" y="143"/>
                    <a:pt x="3067" y="200"/>
                    <a:pt x="3664" y="1"/>
                  </a:cubicBezTo>
                  <a:close/>
                </a:path>
              </a:pathLst>
            </a:custGeom>
            <a:solidFill>
              <a:srgbClr val="23B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23"/>
            <p:cNvSpPr/>
            <p:nvPr/>
          </p:nvSpPr>
          <p:spPr>
            <a:xfrm>
              <a:off x="2270775" y="3865575"/>
              <a:ext cx="56100" cy="7175"/>
            </a:xfrm>
            <a:custGeom>
              <a:rect b="b" l="l" r="r" t="t"/>
              <a:pathLst>
                <a:path extrusionOk="0" h="287" w="2244">
                  <a:moveTo>
                    <a:pt x="2102" y="0"/>
                  </a:moveTo>
                  <a:cubicBezTo>
                    <a:pt x="1439" y="0"/>
                    <a:pt x="777" y="175"/>
                    <a:pt x="114" y="202"/>
                  </a:cubicBezTo>
                  <a:cubicBezTo>
                    <a:pt x="57" y="202"/>
                    <a:pt x="29" y="259"/>
                    <a:pt x="0" y="287"/>
                  </a:cubicBezTo>
                  <a:cubicBezTo>
                    <a:pt x="739" y="287"/>
                    <a:pt x="1505" y="202"/>
                    <a:pt x="2244" y="3"/>
                  </a:cubicBezTo>
                  <a:cubicBezTo>
                    <a:pt x="2197" y="1"/>
                    <a:pt x="2149" y="0"/>
                    <a:pt x="2102" y="0"/>
                  </a:cubicBezTo>
                  <a:close/>
                </a:path>
              </a:pathLst>
            </a:custGeom>
            <a:solidFill>
              <a:srgbClr val="23B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23"/>
            <p:cNvSpPr/>
            <p:nvPr/>
          </p:nvSpPr>
          <p:spPr>
            <a:xfrm>
              <a:off x="3457125" y="4158850"/>
              <a:ext cx="750" cy="750"/>
            </a:xfrm>
            <a:custGeom>
              <a:rect b="b" l="l" r="r" t="t"/>
              <a:pathLst>
                <a:path extrusionOk="0" h="30" w="30">
                  <a:moveTo>
                    <a:pt x="1" y="29"/>
                  </a:moveTo>
                  <a:lnTo>
                    <a:pt x="29" y="1"/>
                  </a:lnTo>
                  <a:lnTo>
                    <a:pt x="1" y="29"/>
                  </a:lnTo>
                  <a:close/>
                </a:path>
              </a:pathLst>
            </a:custGeom>
            <a:solidFill>
              <a:srgbClr val="F18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23"/>
            <p:cNvSpPr/>
            <p:nvPr/>
          </p:nvSpPr>
          <p:spPr>
            <a:xfrm>
              <a:off x="2083325" y="4453925"/>
              <a:ext cx="232200" cy="319250"/>
            </a:xfrm>
            <a:custGeom>
              <a:rect b="b" l="l" r="r" t="t"/>
              <a:pathLst>
                <a:path extrusionOk="0" h="12770" w="9288">
                  <a:moveTo>
                    <a:pt x="6122" y="0"/>
                  </a:moveTo>
                  <a:cubicBezTo>
                    <a:pt x="5679" y="0"/>
                    <a:pt x="5236" y="123"/>
                    <a:pt x="4800" y="409"/>
                  </a:cubicBezTo>
                  <a:cubicBezTo>
                    <a:pt x="4736" y="473"/>
                    <a:pt x="4646" y="510"/>
                    <a:pt x="4553" y="510"/>
                  </a:cubicBezTo>
                  <a:cubicBezTo>
                    <a:pt x="4481" y="510"/>
                    <a:pt x="4408" y="487"/>
                    <a:pt x="4346" y="438"/>
                  </a:cubicBezTo>
                  <a:cubicBezTo>
                    <a:pt x="4175" y="324"/>
                    <a:pt x="3948" y="210"/>
                    <a:pt x="3693" y="182"/>
                  </a:cubicBezTo>
                  <a:cubicBezTo>
                    <a:pt x="3618" y="178"/>
                    <a:pt x="3544" y="176"/>
                    <a:pt x="3471" y="176"/>
                  </a:cubicBezTo>
                  <a:cubicBezTo>
                    <a:pt x="2431" y="176"/>
                    <a:pt x="1548" y="558"/>
                    <a:pt x="938" y="1460"/>
                  </a:cubicBezTo>
                  <a:cubicBezTo>
                    <a:pt x="654" y="1886"/>
                    <a:pt x="455" y="2369"/>
                    <a:pt x="342" y="2880"/>
                  </a:cubicBezTo>
                  <a:cubicBezTo>
                    <a:pt x="114" y="3732"/>
                    <a:pt x="1" y="4641"/>
                    <a:pt x="29" y="5521"/>
                  </a:cubicBezTo>
                  <a:cubicBezTo>
                    <a:pt x="1" y="5947"/>
                    <a:pt x="29" y="6401"/>
                    <a:pt x="114" y="6827"/>
                  </a:cubicBezTo>
                  <a:cubicBezTo>
                    <a:pt x="171" y="7651"/>
                    <a:pt x="455" y="8418"/>
                    <a:pt x="881" y="9099"/>
                  </a:cubicBezTo>
                  <a:cubicBezTo>
                    <a:pt x="1705" y="10349"/>
                    <a:pt x="2841" y="11343"/>
                    <a:pt x="4204" y="12024"/>
                  </a:cubicBezTo>
                  <a:cubicBezTo>
                    <a:pt x="4743" y="12308"/>
                    <a:pt x="5311" y="12536"/>
                    <a:pt x="5879" y="12734"/>
                  </a:cubicBezTo>
                  <a:cubicBezTo>
                    <a:pt x="5939" y="12758"/>
                    <a:pt x="6001" y="12770"/>
                    <a:pt x="6060" y="12770"/>
                  </a:cubicBezTo>
                  <a:cubicBezTo>
                    <a:pt x="6283" y="12770"/>
                    <a:pt x="6482" y="12612"/>
                    <a:pt x="6504" y="12365"/>
                  </a:cubicBezTo>
                  <a:lnTo>
                    <a:pt x="6504" y="11882"/>
                  </a:lnTo>
                  <a:cubicBezTo>
                    <a:pt x="6504" y="11400"/>
                    <a:pt x="6533" y="10917"/>
                    <a:pt x="6618" y="10462"/>
                  </a:cubicBezTo>
                  <a:cubicBezTo>
                    <a:pt x="6788" y="9639"/>
                    <a:pt x="7072" y="8872"/>
                    <a:pt x="7498" y="8162"/>
                  </a:cubicBezTo>
                  <a:cubicBezTo>
                    <a:pt x="8066" y="7083"/>
                    <a:pt x="8577" y="5975"/>
                    <a:pt x="9003" y="4868"/>
                  </a:cubicBezTo>
                  <a:cubicBezTo>
                    <a:pt x="9202" y="4271"/>
                    <a:pt x="9287" y="3675"/>
                    <a:pt x="9259" y="3050"/>
                  </a:cubicBezTo>
                  <a:cubicBezTo>
                    <a:pt x="9259" y="1914"/>
                    <a:pt x="8606" y="864"/>
                    <a:pt x="7555" y="381"/>
                  </a:cubicBezTo>
                  <a:cubicBezTo>
                    <a:pt x="7082" y="144"/>
                    <a:pt x="6602" y="0"/>
                    <a:pt x="6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23"/>
            <p:cNvSpPr/>
            <p:nvPr/>
          </p:nvSpPr>
          <p:spPr>
            <a:xfrm>
              <a:off x="2122375" y="4453925"/>
              <a:ext cx="193150" cy="316950"/>
            </a:xfrm>
            <a:custGeom>
              <a:rect b="b" l="l" r="r" t="t"/>
              <a:pathLst>
                <a:path extrusionOk="0" h="12678" w="7726">
                  <a:moveTo>
                    <a:pt x="4575" y="0"/>
                  </a:moveTo>
                  <a:cubicBezTo>
                    <a:pt x="4139" y="0"/>
                    <a:pt x="3703" y="123"/>
                    <a:pt x="3267" y="409"/>
                  </a:cubicBezTo>
                  <a:cubicBezTo>
                    <a:pt x="3191" y="470"/>
                    <a:pt x="3106" y="498"/>
                    <a:pt x="3023" y="498"/>
                  </a:cubicBezTo>
                  <a:cubicBezTo>
                    <a:pt x="2950" y="498"/>
                    <a:pt x="2878" y="477"/>
                    <a:pt x="2812" y="438"/>
                  </a:cubicBezTo>
                  <a:cubicBezTo>
                    <a:pt x="2727" y="409"/>
                    <a:pt x="2670" y="381"/>
                    <a:pt x="2613" y="324"/>
                  </a:cubicBezTo>
                  <a:lnTo>
                    <a:pt x="2613" y="324"/>
                  </a:lnTo>
                  <a:cubicBezTo>
                    <a:pt x="1648" y="2681"/>
                    <a:pt x="1" y="8531"/>
                    <a:pt x="4743" y="12677"/>
                  </a:cubicBezTo>
                  <a:cubicBezTo>
                    <a:pt x="4857" y="12592"/>
                    <a:pt x="4914" y="12479"/>
                    <a:pt x="4942" y="12337"/>
                  </a:cubicBezTo>
                  <a:cubicBezTo>
                    <a:pt x="4942" y="12166"/>
                    <a:pt x="4942" y="11996"/>
                    <a:pt x="4942" y="11826"/>
                  </a:cubicBezTo>
                  <a:cubicBezTo>
                    <a:pt x="4942" y="11371"/>
                    <a:pt x="4971" y="10888"/>
                    <a:pt x="5027" y="10406"/>
                  </a:cubicBezTo>
                  <a:cubicBezTo>
                    <a:pt x="5226" y="9610"/>
                    <a:pt x="5510" y="8872"/>
                    <a:pt x="5936" y="8162"/>
                  </a:cubicBezTo>
                  <a:cubicBezTo>
                    <a:pt x="6504" y="7083"/>
                    <a:pt x="7015" y="6004"/>
                    <a:pt x="7441" y="4868"/>
                  </a:cubicBezTo>
                  <a:cubicBezTo>
                    <a:pt x="7640" y="4300"/>
                    <a:pt x="7725" y="3675"/>
                    <a:pt x="7697" y="3050"/>
                  </a:cubicBezTo>
                  <a:cubicBezTo>
                    <a:pt x="7697" y="1914"/>
                    <a:pt x="7044" y="864"/>
                    <a:pt x="5993" y="381"/>
                  </a:cubicBezTo>
                  <a:cubicBezTo>
                    <a:pt x="5520" y="144"/>
                    <a:pt x="5048" y="0"/>
                    <a:pt x="4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23"/>
            <p:cNvSpPr/>
            <p:nvPr/>
          </p:nvSpPr>
          <p:spPr>
            <a:xfrm>
              <a:off x="2359500" y="4149600"/>
              <a:ext cx="278275" cy="235375"/>
            </a:xfrm>
            <a:custGeom>
              <a:rect b="b" l="l" r="r" t="t"/>
              <a:pathLst>
                <a:path extrusionOk="0" h="9415" w="11131">
                  <a:moveTo>
                    <a:pt x="4530" y="0"/>
                  </a:moveTo>
                  <a:cubicBezTo>
                    <a:pt x="4497" y="0"/>
                    <a:pt x="4464" y="1"/>
                    <a:pt x="4431" y="1"/>
                  </a:cubicBezTo>
                  <a:cubicBezTo>
                    <a:pt x="3835" y="30"/>
                    <a:pt x="3267" y="257"/>
                    <a:pt x="2841" y="683"/>
                  </a:cubicBezTo>
                  <a:cubicBezTo>
                    <a:pt x="2387" y="1052"/>
                    <a:pt x="2159" y="1620"/>
                    <a:pt x="2216" y="2188"/>
                  </a:cubicBezTo>
                  <a:cubicBezTo>
                    <a:pt x="2216" y="2217"/>
                    <a:pt x="2216" y="2245"/>
                    <a:pt x="2216" y="2245"/>
                  </a:cubicBezTo>
                  <a:cubicBezTo>
                    <a:pt x="2216" y="2472"/>
                    <a:pt x="2103" y="2529"/>
                    <a:pt x="1932" y="2586"/>
                  </a:cubicBezTo>
                  <a:cubicBezTo>
                    <a:pt x="597" y="2955"/>
                    <a:pt x="1" y="3949"/>
                    <a:pt x="342" y="5284"/>
                  </a:cubicBezTo>
                  <a:cubicBezTo>
                    <a:pt x="541" y="6079"/>
                    <a:pt x="995" y="6760"/>
                    <a:pt x="1648" y="7272"/>
                  </a:cubicBezTo>
                  <a:cubicBezTo>
                    <a:pt x="2557" y="8038"/>
                    <a:pt x="3664" y="8578"/>
                    <a:pt x="4857" y="8834"/>
                  </a:cubicBezTo>
                  <a:cubicBezTo>
                    <a:pt x="6306" y="9174"/>
                    <a:pt x="7754" y="9373"/>
                    <a:pt x="9231" y="9402"/>
                  </a:cubicBezTo>
                  <a:lnTo>
                    <a:pt x="9486" y="9402"/>
                  </a:lnTo>
                  <a:cubicBezTo>
                    <a:pt x="9676" y="9402"/>
                    <a:pt x="9865" y="9414"/>
                    <a:pt x="10054" y="9414"/>
                  </a:cubicBezTo>
                  <a:cubicBezTo>
                    <a:pt x="10149" y="9414"/>
                    <a:pt x="10244" y="9411"/>
                    <a:pt x="10338" y="9402"/>
                  </a:cubicBezTo>
                  <a:cubicBezTo>
                    <a:pt x="10353" y="9402"/>
                    <a:pt x="10367" y="9403"/>
                    <a:pt x="10381" y="9403"/>
                  </a:cubicBezTo>
                  <a:cubicBezTo>
                    <a:pt x="10789" y="9403"/>
                    <a:pt x="11130" y="9018"/>
                    <a:pt x="11048" y="8606"/>
                  </a:cubicBezTo>
                  <a:cubicBezTo>
                    <a:pt x="11048" y="8237"/>
                    <a:pt x="10991" y="7868"/>
                    <a:pt x="10878" y="7499"/>
                  </a:cubicBezTo>
                  <a:cubicBezTo>
                    <a:pt x="10651" y="6647"/>
                    <a:pt x="10367" y="5823"/>
                    <a:pt x="10054" y="5000"/>
                  </a:cubicBezTo>
                  <a:cubicBezTo>
                    <a:pt x="9543" y="3665"/>
                    <a:pt x="8748" y="2415"/>
                    <a:pt x="7726" y="1393"/>
                  </a:cubicBezTo>
                  <a:cubicBezTo>
                    <a:pt x="6896" y="508"/>
                    <a:pt x="5744" y="0"/>
                    <a:pt x="45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23"/>
            <p:cNvSpPr/>
            <p:nvPr/>
          </p:nvSpPr>
          <p:spPr>
            <a:xfrm>
              <a:off x="2359500" y="4202150"/>
              <a:ext cx="275500" cy="182825"/>
            </a:xfrm>
            <a:custGeom>
              <a:rect b="b" l="l" r="r" t="t"/>
              <a:pathLst>
                <a:path extrusionOk="0" h="7313" w="11020">
                  <a:moveTo>
                    <a:pt x="2216" y="1"/>
                  </a:moveTo>
                  <a:cubicBezTo>
                    <a:pt x="2216" y="29"/>
                    <a:pt x="2216" y="58"/>
                    <a:pt x="2216" y="86"/>
                  </a:cubicBezTo>
                  <a:cubicBezTo>
                    <a:pt x="2216" y="115"/>
                    <a:pt x="2216" y="143"/>
                    <a:pt x="2216" y="171"/>
                  </a:cubicBezTo>
                  <a:cubicBezTo>
                    <a:pt x="2216" y="370"/>
                    <a:pt x="2103" y="427"/>
                    <a:pt x="1904" y="484"/>
                  </a:cubicBezTo>
                  <a:cubicBezTo>
                    <a:pt x="597" y="853"/>
                    <a:pt x="1" y="1875"/>
                    <a:pt x="313" y="3182"/>
                  </a:cubicBezTo>
                  <a:cubicBezTo>
                    <a:pt x="541" y="3977"/>
                    <a:pt x="995" y="4658"/>
                    <a:pt x="1648" y="5170"/>
                  </a:cubicBezTo>
                  <a:cubicBezTo>
                    <a:pt x="2557" y="5936"/>
                    <a:pt x="3664" y="6476"/>
                    <a:pt x="4857" y="6732"/>
                  </a:cubicBezTo>
                  <a:cubicBezTo>
                    <a:pt x="6306" y="7072"/>
                    <a:pt x="7754" y="7271"/>
                    <a:pt x="9231" y="7300"/>
                  </a:cubicBezTo>
                  <a:lnTo>
                    <a:pt x="9486" y="7300"/>
                  </a:lnTo>
                  <a:cubicBezTo>
                    <a:pt x="9676" y="7300"/>
                    <a:pt x="9865" y="7312"/>
                    <a:pt x="10054" y="7312"/>
                  </a:cubicBezTo>
                  <a:cubicBezTo>
                    <a:pt x="10149" y="7312"/>
                    <a:pt x="10244" y="7309"/>
                    <a:pt x="10338" y="7300"/>
                  </a:cubicBezTo>
                  <a:cubicBezTo>
                    <a:pt x="10764" y="7271"/>
                    <a:pt x="10963" y="7101"/>
                    <a:pt x="11020" y="6760"/>
                  </a:cubicBezTo>
                  <a:cubicBezTo>
                    <a:pt x="8492" y="2983"/>
                    <a:pt x="4346" y="881"/>
                    <a:pt x="22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23"/>
            <p:cNvSpPr/>
            <p:nvPr/>
          </p:nvSpPr>
          <p:spPr>
            <a:xfrm>
              <a:off x="2324025" y="3916050"/>
              <a:ext cx="203075" cy="207050"/>
            </a:xfrm>
            <a:custGeom>
              <a:rect b="b" l="l" r="r" t="t"/>
              <a:pathLst>
                <a:path extrusionOk="0" h="8282" w="8123">
                  <a:moveTo>
                    <a:pt x="4629" y="0"/>
                  </a:moveTo>
                  <a:cubicBezTo>
                    <a:pt x="4544" y="29"/>
                    <a:pt x="4487" y="29"/>
                    <a:pt x="4402" y="57"/>
                  </a:cubicBezTo>
                  <a:cubicBezTo>
                    <a:pt x="3493" y="313"/>
                    <a:pt x="2726" y="852"/>
                    <a:pt x="2187" y="1619"/>
                  </a:cubicBezTo>
                  <a:cubicBezTo>
                    <a:pt x="2158" y="1931"/>
                    <a:pt x="1903" y="2017"/>
                    <a:pt x="1647" y="2073"/>
                  </a:cubicBezTo>
                  <a:cubicBezTo>
                    <a:pt x="966" y="2215"/>
                    <a:pt x="454" y="2727"/>
                    <a:pt x="312" y="3380"/>
                  </a:cubicBezTo>
                  <a:cubicBezTo>
                    <a:pt x="0" y="4090"/>
                    <a:pt x="256" y="4885"/>
                    <a:pt x="852" y="5339"/>
                  </a:cubicBezTo>
                  <a:cubicBezTo>
                    <a:pt x="1306" y="5708"/>
                    <a:pt x="1789" y="6049"/>
                    <a:pt x="2329" y="6333"/>
                  </a:cubicBezTo>
                  <a:cubicBezTo>
                    <a:pt x="2925" y="6646"/>
                    <a:pt x="3578" y="6873"/>
                    <a:pt x="4203" y="7128"/>
                  </a:cubicBezTo>
                  <a:cubicBezTo>
                    <a:pt x="4913" y="7412"/>
                    <a:pt x="5680" y="7611"/>
                    <a:pt x="6390" y="7952"/>
                  </a:cubicBezTo>
                  <a:cubicBezTo>
                    <a:pt x="6589" y="8037"/>
                    <a:pt x="6816" y="8122"/>
                    <a:pt x="7043" y="8208"/>
                  </a:cubicBezTo>
                  <a:cubicBezTo>
                    <a:pt x="7187" y="8262"/>
                    <a:pt x="7342" y="8281"/>
                    <a:pt x="7495" y="8281"/>
                  </a:cubicBezTo>
                  <a:cubicBezTo>
                    <a:pt x="7583" y="8281"/>
                    <a:pt x="7670" y="8275"/>
                    <a:pt x="7753" y="8264"/>
                  </a:cubicBezTo>
                  <a:cubicBezTo>
                    <a:pt x="7980" y="8208"/>
                    <a:pt x="8122" y="8009"/>
                    <a:pt x="8122" y="7810"/>
                  </a:cubicBezTo>
                  <a:cubicBezTo>
                    <a:pt x="8122" y="7668"/>
                    <a:pt x="8122" y="7554"/>
                    <a:pt x="8094" y="7441"/>
                  </a:cubicBezTo>
                  <a:cubicBezTo>
                    <a:pt x="7867" y="6759"/>
                    <a:pt x="7668" y="6106"/>
                    <a:pt x="7412" y="5424"/>
                  </a:cubicBezTo>
                  <a:cubicBezTo>
                    <a:pt x="6929" y="4061"/>
                    <a:pt x="6333" y="2727"/>
                    <a:pt x="5935" y="1307"/>
                  </a:cubicBezTo>
                  <a:cubicBezTo>
                    <a:pt x="5850" y="994"/>
                    <a:pt x="5680" y="682"/>
                    <a:pt x="5481" y="426"/>
                  </a:cubicBezTo>
                  <a:cubicBezTo>
                    <a:pt x="5282" y="171"/>
                    <a:pt x="4970" y="29"/>
                    <a:pt x="4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23"/>
            <p:cNvSpPr/>
            <p:nvPr/>
          </p:nvSpPr>
          <p:spPr>
            <a:xfrm>
              <a:off x="2377975" y="3916050"/>
              <a:ext cx="149125" cy="203075"/>
            </a:xfrm>
            <a:custGeom>
              <a:rect b="b" l="l" r="r" t="t"/>
              <a:pathLst>
                <a:path extrusionOk="0" h="8123" w="5965">
                  <a:moveTo>
                    <a:pt x="2471" y="0"/>
                  </a:moveTo>
                  <a:cubicBezTo>
                    <a:pt x="2386" y="0"/>
                    <a:pt x="2329" y="29"/>
                    <a:pt x="2244" y="57"/>
                  </a:cubicBezTo>
                  <a:cubicBezTo>
                    <a:pt x="1364" y="284"/>
                    <a:pt x="597" y="852"/>
                    <a:pt x="57" y="1619"/>
                  </a:cubicBezTo>
                  <a:cubicBezTo>
                    <a:pt x="29" y="1676"/>
                    <a:pt x="29" y="1733"/>
                    <a:pt x="0" y="1789"/>
                  </a:cubicBezTo>
                  <a:cubicBezTo>
                    <a:pt x="909" y="4658"/>
                    <a:pt x="3067" y="6958"/>
                    <a:pt x="5851" y="8122"/>
                  </a:cubicBezTo>
                  <a:cubicBezTo>
                    <a:pt x="5936" y="8037"/>
                    <a:pt x="5964" y="7924"/>
                    <a:pt x="5964" y="7782"/>
                  </a:cubicBezTo>
                  <a:cubicBezTo>
                    <a:pt x="5964" y="7668"/>
                    <a:pt x="5964" y="7554"/>
                    <a:pt x="5936" y="7441"/>
                  </a:cubicBezTo>
                  <a:cubicBezTo>
                    <a:pt x="5709" y="6759"/>
                    <a:pt x="5510" y="6106"/>
                    <a:pt x="5254" y="5424"/>
                  </a:cubicBezTo>
                  <a:cubicBezTo>
                    <a:pt x="4771" y="4061"/>
                    <a:pt x="4175" y="2727"/>
                    <a:pt x="3777" y="1307"/>
                  </a:cubicBezTo>
                  <a:cubicBezTo>
                    <a:pt x="3692" y="994"/>
                    <a:pt x="3522" y="682"/>
                    <a:pt x="3323" y="426"/>
                  </a:cubicBezTo>
                  <a:cubicBezTo>
                    <a:pt x="3124" y="171"/>
                    <a:pt x="2812" y="29"/>
                    <a:pt x="2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23"/>
            <p:cNvSpPr/>
            <p:nvPr/>
          </p:nvSpPr>
          <p:spPr>
            <a:xfrm>
              <a:off x="2757800" y="3663000"/>
              <a:ext cx="461525" cy="175675"/>
            </a:xfrm>
            <a:custGeom>
              <a:rect b="b" l="l" r="r" t="t"/>
              <a:pathLst>
                <a:path extrusionOk="0" h="7027" w="18461">
                  <a:moveTo>
                    <a:pt x="11845" y="1"/>
                  </a:moveTo>
                  <a:cubicBezTo>
                    <a:pt x="11750" y="1"/>
                    <a:pt x="11655" y="5"/>
                    <a:pt x="11559" y="12"/>
                  </a:cubicBezTo>
                  <a:cubicBezTo>
                    <a:pt x="10934" y="41"/>
                    <a:pt x="10338" y="154"/>
                    <a:pt x="9742" y="325"/>
                  </a:cubicBezTo>
                  <a:cubicBezTo>
                    <a:pt x="8492" y="722"/>
                    <a:pt x="7271" y="1233"/>
                    <a:pt x="6107" y="1858"/>
                  </a:cubicBezTo>
                  <a:cubicBezTo>
                    <a:pt x="4942" y="2511"/>
                    <a:pt x="3835" y="3221"/>
                    <a:pt x="2812" y="4045"/>
                  </a:cubicBezTo>
                  <a:cubicBezTo>
                    <a:pt x="1960" y="4670"/>
                    <a:pt x="1137" y="5380"/>
                    <a:pt x="370" y="6118"/>
                  </a:cubicBezTo>
                  <a:cubicBezTo>
                    <a:pt x="285" y="6203"/>
                    <a:pt x="228" y="6288"/>
                    <a:pt x="143" y="6374"/>
                  </a:cubicBezTo>
                  <a:cubicBezTo>
                    <a:pt x="1" y="6658"/>
                    <a:pt x="171" y="6998"/>
                    <a:pt x="455" y="7027"/>
                  </a:cubicBezTo>
                  <a:cubicBezTo>
                    <a:pt x="626" y="7027"/>
                    <a:pt x="796" y="6998"/>
                    <a:pt x="966" y="6970"/>
                  </a:cubicBezTo>
                  <a:cubicBezTo>
                    <a:pt x="1676" y="6800"/>
                    <a:pt x="2386" y="6686"/>
                    <a:pt x="3125" y="6629"/>
                  </a:cubicBezTo>
                  <a:cubicBezTo>
                    <a:pt x="4119" y="6558"/>
                    <a:pt x="5120" y="6523"/>
                    <a:pt x="6124" y="6523"/>
                  </a:cubicBezTo>
                  <a:cubicBezTo>
                    <a:pt x="7129" y="6523"/>
                    <a:pt x="8137" y="6558"/>
                    <a:pt x="9145" y="6629"/>
                  </a:cubicBezTo>
                  <a:lnTo>
                    <a:pt x="12724" y="6913"/>
                  </a:lnTo>
                  <a:cubicBezTo>
                    <a:pt x="12833" y="6916"/>
                    <a:pt x="12943" y="6917"/>
                    <a:pt x="13052" y="6917"/>
                  </a:cubicBezTo>
                  <a:cubicBezTo>
                    <a:pt x="14050" y="6917"/>
                    <a:pt x="15045" y="6800"/>
                    <a:pt x="16018" y="6544"/>
                  </a:cubicBezTo>
                  <a:cubicBezTo>
                    <a:pt x="17012" y="6288"/>
                    <a:pt x="17807" y="5607"/>
                    <a:pt x="18233" y="4698"/>
                  </a:cubicBezTo>
                  <a:cubicBezTo>
                    <a:pt x="18460" y="4187"/>
                    <a:pt x="18460" y="3619"/>
                    <a:pt x="18233" y="3136"/>
                  </a:cubicBezTo>
                  <a:cubicBezTo>
                    <a:pt x="18063" y="2795"/>
                    <a:pt x="17807" y="2540"/>
                    <a:pt x="17523" y="2369"/>
                  </a:cubicBezTo>
                  <a:cubicBezTo>
                    <a:pt x="16898" y="1943"/>
                    <a:pt x="16188" y="1716"/>
                    <a:pt x="15450" y="1659"/>
                  </a:cubicBezTo>
                  <a:cubicBezTo>
                    <a:pt x="15052" y="1631"/>
                    <a:pt x="14683" y="1432"/>
                    <a:pt x="14427" y="1148"/>
                  </a:cubicBezTo>
                  <a:cubicBezTo>
                    <a:pt x="13755" y="398"/>
                    <a:pt x="12822" y="1"/>
                    <a:pt x="11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23"/>
            <p:cNvSpPr/>
            <p:nvPr/>
          </p:nvSpPr>
          <p:spPr>
            <a:xfrm>
              <a:off x="2763475" y="3701625"/>
              <a:ext cx="456550" cy="137050"/>
            </a:xfrm>
            <a:custGeom>
              <a:rect b="b" l="l" r="r" t="t"/>
              <a:pathLst>
                <a:path extrusionOk="0" h="5482" w="18262">
                  <a:moveTo>
                    <a:pt x="14797" y="1"/>
                  </a:moveTo>
                  <a:lnTo>
                    <a:pt x="14683" y="29"/>
                  </a:lnTo>
                  <a:cubicBezTo>
                    <a:pt x="14683" y="29"/>
                    <a:pt x="4516" y="768"/>
                    <a:pt x="1" y="5340"/>
                  </a:cubicBezTo>
                  <a:cubicBezTo>
                    <a:pt x="58" y="5425"/>
                    <a:pt x="143" y="5453"/>
                    <a:pt x="257" y="5482"/>
                  </a:cubicBezTo>
                  <a:cubicBezTo>
                    <a:pt x="427" y="5482"/>
                    <a:pt x="569" y="5453"/>
                    <a:pt x="739" y="5425"/>
                  </a:cubicBezTo>
                  <a:cubicBezTo>
                    <a:pt x="1449" y="5255"/>
                    <a:pt x="2188" y="5141"/>
                    <a:pt x="2898" y="5084"/>
                  </a:cubicBezTo>
                  <a:cubicBezTo>
                    <a:pt x="3906" y="5013"/>
                    <a:pt x="4907" y="4978"/>
                    <a:pt x="5908" y="4978"/>
                  </a:cubicBezTo>
                  <a:cubicBezTo>
                    <a:pt x="6909" y="4978"/>
                    <a:pt x="7910" y="5013"/>
                    <a:pt x="8918" y="5084"/>
                  </a:cubicBezTo>
                  <a:lnTo>
                    <a:pt x="12525" y="5340"/>
                  </a:lnTo>
                  <a:cubicBezTo>
                    <a:pt x="12707" y="5349"/>
                    <a:pt x="12889" y="5354"/>
                    <a:pt x="13071" y="5354"/>
                  </a:cubicBezTo>
                  <a:cubicBezTo>
                    <a:pt x="13996" y="5354"/>
                    <a:pt x="14917" y="5232"/>
                    <a:pt x="15819" y="4971"/>
                  </a:cubicBezTo>
                  <a:cubicBezTo>
                    <a:pt x="16785" y="4743"/>
                    <a:pt x="17608" y="4062"/>
                    <a:pt x="18006" y="3125"/>
                  </a:cubicBezTo>
                  <a:cubicBezTo>
                    <a:pt x="18261" y="2642"/>
                    <a:pt x="18261" y="2074"/>
                    <a:pt x="18006" y="1563"/>
                  </a:cubicBezTo>
                  <a:cubicBezTo>
                    <a:pt x="17836" y="1250"/>
                    <a:pt x="17608" y="995"/>
                    <a:pt x="17296" y="796"/>
                  </a:cubicBezTo>
                  <a:cubicBezTo>
                    <a:pt x="16671" y="398"/>
                    <a:pt x="15961" y="143"/>
                    <a:pt x="15251" y="86"/>
                  </a:cubicBezTo>
                  <a:cubicBezTo>
                    <a:pt x="15081" y="86"/>
                    <a:pt x="14939" y="58"/>
                    <a:pt x="147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23"/>
            <p:cNvSpPr/>
            <p:nvPr/>
          </p:nvSpPr>
          <p:spPr>
            <a:xfrm>
              <a:off x="3293125" y="3821225"/>
              <a:ext cx="373475" cy="423325"/>
            </a:xfrm>
            <a:custGeom>
              <a:rect b="b" l="l" r="r" t="t"/>
              <a:pathLst>
                <a:path extrusionOk="0" h="16933" w="14939">
                  <a:moveTo>
                    <a:pt x="10967" y="1"/>
                  </a:moveTo>
                  <a:cubicBezTo>
                    <a:pt x="10341" y="1"/>
                    <a:pt x="9712" y="157"/>
                    <a:pt x="9145" y="471"/>
                  </a:cubicBezTo>
                  <a:cubicBezTo>
                    <a:pt x="8918" y="641"/>
                    <a:pt x="8691" y="811"/>
                    <a:pt x="8492" y="1039"/>
                  </a:cubicBezTo>
                  <a:cubicBezTo>
                    <a:pt x="8428" y="1102"/>
                    <a:pt x="8346" y="1139"/>
                    <a:pt x="8262" y="1139"/>
                  </a:cubicBezTo>
                  <a:cubicBezTo>
                    <a:pt x="8196" y="1139"/>
                    <a:pt x="8128" y="1117"/>
                    <a:pt x="8066" y="1067"/>
                  </a:cubicBezTo>
                  <a:cubicBezTo>
                    <a:pt x="7441" y="698"/>
                    <a:pt x="6760" y="499"/>
                    <a:pt x="6050" y="471"/>
                  </a:cubicBezTo>
                  <a:cubicBezTo>
                    <a:pt x="5198" y="471"/>
                    <a:pt x="4346" y="613"/>
                    <a:pt x="3550" y="868"/>
                  </a:cubicBezTo>
                  <a:cubicBezTo>
                    <a:pt x="2585" y="1124"/>
                    <a:pt x="1705" y="1663"/>
                    <a:pt x="1051" y="2430"/>
                  </a:cubicBezTo>
                  <a:cubicBezTo>
                    <a:pt x="341" y="3282"/>
                    <a:pt x="1" y="4276"/>
                    <a:pt x="341" y="5384"/>
                  </a:cubicBezTo>
                  <a:cubicBezTo>
                    <a:pt x="569" y="6122"/>
                    <a:pt x="938" y="6804"/>
                    <a:pt x="1421" y="7372"/>
                  </a:cubicBezTo>
                  <a:cubicBezTo>
                    <a:pt x="1790" y="7826"/>
                    <a:pt x="2216" y="8252"/>
                    <a:pt x="2670" y="8621"/>
                  </a:cubicBezTo>
                  <a:cubicBezTo>
                    <a:pt x="3522" y="9359"/>
                    <a:pt x="4402" y="10069"/>
                    <a:pt x="5226" y="10865"/>
                  </a:cubicBezTo>
                  <a:cubicBezTo>
                    <a:pt x="6504" y="12057"/>
                    <a:pt x="7526" y="13420"/>
                    <a:pt x="7924" y="15181"/>
                  </a:cubicBezTo>
                  <a:cubicBezTo>
                    <a:pt x="8009" y="15579"/>
                    <a:pt x="8123" y="15976"/>
                    <a:pt x="8236" y="16346"/>
                  </a:cubicBezTo>
                  <a:cubicBezTo>
                    <a:pt x="8355" y="16735"/>
                    <a:pt x="8584" y="16932"/>
                    <a:pt x="8852" y="16932"/>
                  </a:cubicBezTo>
                  <a:cubicBezTo>
                    <a:pt x="9034" y="16932"/>
                    <a:pt x="9234" y="16842"/>
                    <a:pt x="9429" y="16658"/>
                  </a:cubicBezTo>
                  <a:cubicBezTo>
                    <a:pt x="9741" y="16374"/>
                    <a:pt x="10025" y="16062"/>
                    <a:pt x="10281" y="15721"/>
                  </a:cubicBezTo>
                  <a:cubicBezTo>
                    <a:pt x="10849" y="14954"/>
                    <a:pt x="11417" y="14130"/>
                    <a:pt x="11957" y="13335"/>
                  </a:cubicBezTo>
                  <a:cubicBezTo>
                    <a:pt x="12212" y="12938"/>
                    <a:pt x="12468" y="12540"/>
                    <a:pt x="12695" y="12143"/>
                  </a:cubicBezTo>
                  <a:cubicBezTo>
                    <a:pt x="13348" y="10950"/>
                    <a:pt x="13888" y="9729"/>
                    <a:pt x="14257" y="8422"/>
                  </a:cubicBezTo>
                  <a:cubicBezTo>
                    <a:pt x="14626" y="7258"/>
                    <a:pt x="14853" y="6037"/>
                    <a:pt x="14938" y="4816"/>
                  </a:cubicBezTo>
                  <a:cubicBezTo>
                    <a:pt x="14938" y="4304"/>
                    <a:pt x="14910" y="3822"/>
                    <a:pt x="14825" y="3339"/>
                  </a:cubicBezTo>
                  <a:cubicBezTo>
                    <a:pt x="14541" y="2004"/>
                    <a:pt x="13888" y="953"/>
                    <a:pt x="12610" y="385"/>
                  </a:cubicBezTo>
                  <a:cubicBezTo>
                    <a:pt x="12097" y="129"/>
                    <a:pt x="11533" y="1"/>
                    <a:pt x="109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23"/>
            <p:cNvSpPr/>
            <p:nvPr/>
          </p:nvSpPr>
          <p:spPr>
            <a:xfrm>
              <a:off x="3506125" y="3821225"/>
              <a:ext cx="160475" cy="422950"/>
            </a:xfrm>
            <a:custGeom>
              <a:rect b="b" l="l" r="r" t="t"/>
              <a:pathLst>
                <a:path extrusionOk="0" h="16918" w="6419">
                  <a:moveTo>
                    <a:pt x="2454" y="1"/>
                  </a:moveTo>
                  <a:cubicBezTo>
                    <a:pt x="1827" y="1"/>
                    <a:pt x="1205" y="157"/>
                    <a:pt x="653" y="471"/>
                  </a:cubicBezTo>
                  <a:cubicBezTo>
                    <a:pt x="398" y="641"/>
                    <a:pt x="171" y="811"/>
                    <a:pt x="0" y="1039"/>
                  </a:cubicBezTo>
                  <a:cubicBezTo>
                    <a:pt x="0" y="1039"/>
                    <a:pt x="3181" y="10098"/>
                    <a:pt x="142" y="16885"/>
                  </a:cubicBezTo>
                  <a:cubicBezTo>
                    <a:pt x="215" y="16907"/>
                    <a:pt x="287" y="16918"/>
                    <a:pt x="358" y="16918"/>
                  </a:cubicBezTo>
                  <a:cubicBezTo>
                    <a:pt x="566" y="16918"/>
                    <a:pt x="761" y="16827"/>
                    <a:pt x="909" y="16658"/>
                  </a:cubicBezTo>
                  <a:cubicBezTo>
                    <a:pt x="1221" y="16374"/>
                    <a:pt x="1505" y="16062"/>
                    <a:pt x="1761" y="15721"/>
                  </a:cubicBezTo>
                  <a:cubicBezTo>
                    <a:pt x="2329" y="14954"/>
                    <a:pt x="2869" y="14130"/>
                    <a:pt x="3408" y="13335"/>
                  </a:cubicBezTo>
                  <a:cubicBezTo>
                    <a:pt x="3692" y="12938"/>
                    <a:pt x="3948" y="12540"/>
                    <a:pt x="4175" y="12143"/>
                  </a:cubicBezTo>
                  <a:cubicBezTo>
                    <a:pt x="4828" y="10950"/>
                    <a:pt x="5339" y="9729"/>
                    <a:pt x="5737" y="8422"/>
                  </a:cubicBezTo>
                  <a:cubicBezTo>
                    <a:pt x="6106" y="7258"/>
                    <a:pt x="6333" y="6037"/>
                    <a:pt x="6418" y="4816"/>
                  </a:cubicBezTo>
                  <a:cubicBezTo>
                    <a:pt x="6418" y="4304"/>
                    <a:pt x="6390" y="3822"/>
                    <a:pt x="6305" y="3339"/>
                  </a:cubicBezTo>
                  <a:cubicBezTo>
                    <a:pt x="6049" y="2004"/>
                    <a:pt x="5368" y="953"/>
                    <a:pt x="4118" y="385"/>
                  </a:cubicBezTo>
                  <a:cubicBezTo>
                    <a:pt x="3592" y="129"/>
                    <a:pt x="3021" y="1"/>
                    <a:pt x="24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123"/>
          <p:cNvGrpSpPr/>
          <p:nvPr/>
        </p:nvGrpSpPr>
        <p:grpSpPr>
          <a:xfrm>
            <a:off x="562650" y="4029960"/>
            <a:ext cx="2210203" cy="822690"/>
            <a:chOff x="715050" y="4106160"/>
            <a:chExt cx="2210203" cy="822690"/>
          </a:xfrm>
        </p:grpSpPr>
        <p:grpSp>
          <p:nvGrpSpPr>
            <p:cNvPr id="10267" name="Google Shape;10267;p123"/>
            <p:cNvGrpSpPr/>
            <p:nvPr/>
          </p:nvGrpSpPr>
          <p:grpSpPr>
            <a:xfrm>
              <a:off x="715050" y="4106160"/>
              <a:ext cx="1653600" cy="822690"/>
              <a:chOff x="563550" y="4212635"/>
              <a:chExt cx="1653600" cy="822690"/>
            </a:xfrm>
          </p:grpSpPr>
          <p:sp>
            <p:nvSpPr>
              <p:cNvPr id="10268" name="Google Shape;10268;p123"/>
              <p:cNvSpPr/>
              <p:nvPr/>
            </p:nvSpPr>
            <p:spPr>
              <a:xfrm>
                <a:off x="563550" y="4815725"/>
                <a:ext cx="1653600" cy="219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9" name="Google Shape;10269;p123"/>
              <p:cNvGrpSpPr/>
              <p:nvPr/>
            </p:nvGrpSpPr>
            <p:grpSpPr>
              <a:xfrm>
                <a:off x="715082" y="4212635"/>
                <a:ext cx="1350555" cy="727833"/>
                <a:chOff x="7183950" y="745675"/>
                <a:chExt cx="836775" cy="450950"/>
              </a:xfrm>
            </p:grpSpPr>
            <p:sp>
              <p:nvSpPr>
                <p:cNvPr id="10270" name="Google Shape;10270;p123"/>
                <p:cNvSpPr/>
                <p:nvPr/>
              </p:nvSpPr>
              <p:spPr>
                <a:xfrm>
                  <a:off x="7644950" y="745675"/>
                  <a:ext cx="285975" cy="450950"/>
                </a:xfrm>
                <a:custGeom>
                  <a:rect b="b" l="l" r="r" t="t"/>
                  <a:pathLst>
                    <a:path extrusionOk="0" h="18038" w="11439">
                      <a:moveTo>
                        <a:pt x="3813" y="1"/>
                      </a:moveTo>
                      <a:lnTo>
                        <a:pt x="0" y="807"/>
                      </a:lnTo>
                      <a:lnTo>
                        <a:pt x="3630" y="18038"/>
                      </a:lnTo>
                      <a:lnTo>
                        <a:pt x="11218" y="18038"/>
                      </a:lnTo>
                      <a:lnTo>
                        <a:pt x="11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23"/>
                <p:cNvSpPr/>
                <p:nvPr/>
              </p:nvSpPr>
              <p:spPr>
                <a:xfrm>
                  <a:off x="7578950" y="756675"/>
                  <a:ext cx="183325" cy="439950"/>
                </a:xfrm>
                <a:custGeom>
                  <a:rect b="b" l="l" r="r" t="t"/>
                  <a:pathLst>
                    <a:path extrusionOk="0" h="17598" w="7333">
                      <a:moveTo>
                        <a:pt x="37" y="1"/>
                      </a:moveTo>
                      <a:lnTo>
                        <a:pt x="1" y="17598"/>
                      </a:lnTo>
                      <a:lnTo>
                        <a:pt x="6380" y="17598"/>
                      </a:lnTo>
                      <a:lnTo>
                        <a:pt x="7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23"/>
                <p:cNvSpPr/>
                <p:nvPr/>
              </p:nvSpPr>
              <p:spPr>
                <a:xfrm>
                  <a:off x="7264600" y="756675"/>
                  <a:ext cx="183325" cy="439950"/>
                </a:xfrm>
                <a:custGeom>
                  <a:rect b="b" l="l" r="r" t="t"/>
                  <a:pathLst>
                    <a:path extrusionOk="0" h="17598" w="7333">
                      <a:moveTo>
                        <a:pt x="0" y="1"/>
                      </a:moveTo>
                      <a:lnTo>
                        <a:pt x="0" y="17598"/>
                      </a:lnTo>
                      <a:lnTo>
                        <a:pt x="6379" y="17598"/>
                      </a:lnTo>
                      <a:lnTo>
                        <a:pt x="7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23"/>
                <p:cNvSpPr/>
                <p:nvPr/>
              </p:nvSpPr>
              <p:spPr>
                <a:xfrm>
                  <a:off x="7183950" y="820825"/>
                  <a:ext cx="193400" cy="375800"/>
                </a:xfrm>
                <a:custGeom>
                  <a:rect b="b" l="l" r="r" t="t"/>
                  <a:pathLst>
                    <a:path extrusionOk="0" h="15032" w="7736">
                      <a:moveTo>
                        <a:pt x="0" y="1"/>
                      </a:moveTo>
                      <a:lnTo>
                        <a:pt x="0" y="15032"/>
                      </a:lnTo>
                      <a:lnTo>
                        <a:pt x="7296" y="15032"/>
                      </a:lnTo>
                      <a:lnTo>
                        <a:pt x="7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23"/>
                <p:cNvSpPr/>
                <p:nvPr/>
              </p:nvSpPr>
              <p:spPr>
                <a:xfrm>
                  <a:off x="7366325" y="820825"/>
                  <a:ext cx="57775" cy="375800"/>
                </a:xfrm>
                <a:custGeom>
                  <a:rect b="b" l="l" r="r" t="t"/>
                  <a:pathLst>
                    <a:path extrusionOk="0" h="15032" w="2311">
                      <a:moveTo>
                        <a:pt x="1" y="1"/>
                      </a:moveTo>
                      <a:lnTo>
                        <a:pt x="1" y="15032"/>
                      </a:lnTo>
                      <a:lnTo>
                        <a:pt x="2310" y="15032"/>
                      </a:lnTo>
                      <a:lnTo>
                        <a:pt x="2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23"/>
                <p:cNvSpPr/>
                <p:nvPr/>
              </p:nvSpPr>
              <p:spPr>
                <a:xfrm>
                  <a:off x="7366325" y="956475"/>
                  <a:ext cx="57775" cy="200750"/>
                </a:xfrm>
                <a:custGeom>
                  <a:rect b="b" l="l" r="r" t="t"/>
                  <a:pathLst>
                    <a:path extrusionOk="0" h="8030" w="2311">
                      <a:moveTo>
                        <a:pt x="1" y="1"/>
                      </a:moveTo>
                      <a:lnTo>
                        <a:pt x="1" y="8029"/>
                      </a:lnTo>
                      <a:lnTo>
                        <a:pt x="2310" y="8029"/>
                      </a:lnTo>
                      <a:lnTo>
                        <a:pt x="2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23"/>
                <p:cNvSpPr/>
                <p:nvPr/>
              </p:nvSpPr>
              <p:spPr>
                <a:xfrm>
                  <a:off x="7424075" y="756675"/>
                  <a:ext cx="88925" cy="439950"/>
                </a:xfrm>
                <a:custGeom>
                  <a:rect b="b" l="l" r="r" t="t"/>
                  <a:pathLst>
                    <a:path extrusionOk="0" h="17598" w="3557">
                      <a:moveTo>
                        <a:pt x="0" y="1"/>
                      </a:moveTo>
                      <a:lnTo>
                        <a:pt x="0" y="17598"/>
                      </a:lnTo>
                      <a:lnTo>
                        <a:pt x="3556" y="17598"/>
                      </a:lnTo>
                      <a:lnTo>
                        <a:pt x="35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23"/>
                <p:cNvSpPr/>
                <p:nvPr/>
              </p:nvSpPr>
              <p:spPr>
                <a:xfrm>
                  <a:off x="7424075" y="795175"/>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23"/>
                <p:cNvSpPr/>
                <p:nvPr/>
              </p:nvSpPr>
              <p:spPr>
                <a:xfrm>
                  <a:off x="7424075" y="1132450"/>
                  <a:ext cx="88925" cy="25675"/>
                </a:xfrm>
                <a:custGeom>
                  <a:rect b="b" l="l" r="r" t="t"/>
                  <a:pathLst>
                    <a:path extrusionOk="0" h="1027" w="3557">
                      <a:moveTo>
                        <a:pt x="0" y="0"/>
                      </a:moveTo>
                      <a:lnTo>
                        <a:pt x="0" y="1027"/>
                      </a:lnTo>
                      <a:lnTo>
                        <a:pt x="3556" y="1027"/>
                      </a:lnTo>
                      <a:lnTo>
                        <a:pt x="355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23"/>
                <p:cNvSpPr/>
                <p:nvPr/>
              </p:nvSpPr>
              <p:spPr>
                <a:xfrm>
                  <a:off x="7446975" y="876750"/>
                  <a:ext cx="43100" cy="200725"/>
                </a:xfrm>
                <a:custGeom>
                  <a:rect b="b" l="l" r="r" t="t"/>
                  <a:pathLst>
                    <a:path extrusionOk="0" h="8029" w="1724">
                      <a:moveTo>
                        <a:pt x="1" y="0"/>
                      </a:moveTo>
                      <a:lnTo>
                        <a:pt x="1" y="8029"/>
                      </a:lnTo>
                      <a:lnTo>
                        <a:pt x="1724" y="8029"/>
                      </a:lnTo>
                      <a:lnTo>
                        <a:pt x="17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23"/>
                <p:cNvSpPr/>
                <p:nvPr/>
              </p:nvSpPr>
              <p:spPr>
                <a:xfrm>
                  <a:off x="7608275" y="804350"/>
                  <a:ext cx="62350" cy="392275"/>
                </a:xfrm>
                <a:custGeom>
                  <a:rect b="b" l="l" r="r" t="t"/>
                  <a:pathLst>
                    <a:path extrusionOk="0" h="15691" w="2494">
                      <a:moveTo>
                        <a:pt x="1" y="0"/>
                      </a:moveTo>
                      <a:lnTo>
                        <a:pt x="1" y="15691"/>
                      </a:lnTo>
                      <a:lnTo>
                        <a:pt x="2494" y="15691"/>
                      </a:lnTo>
                      <a:lnTo>
                        <a:pt x="249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23"/>
                <p:cNvSpPr/>
                <p:nvPr/>
              </p:nvSpPr>
              <p:spPr>
                <a:xfrm>
                  <a:off x="7608275" y="909750"/>
                  <a:ext cx="62350" cy="176900"/>
                </a:xfrm>
                <a:custGeom>
                  <a:rect b="b" l="l" r="r" t="t"/>
                  <a:pathLst>
                    <a:path extrusionOk="0" h="7076" w="2494">
                      <a:moveTo>
                        <a:pt x="1" y="0"/>
                      </a:moveTo>
                      <a:lnTo>
                        <a:pt x="1" y="7075"/>
                      </a:lnTo>
                      <a:lnTo>
                        <a:pt x="2494" y="7075"/>
                      </a:lnTo>
                      <a:lnTo>
                        <a:pt x="24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23"/>
                <p:cNvSpPr/>
                <p:nvPr/>
              </p:nvSpPr>
              <p:spPr>
                <a:xfrm>
                  <a:off x="7512975" y="783250"/>
                  <a:ext cx="98075" cy="413375"/>
                </a:xfrm>
                <a:custGeom>
                  <a:rect b="b" l="l" r="r" t="t"/>
                  <a:pathLst>
                    <a:path extrusionOk="0" h="16535" w="3923">
                      <a:moveTo>
                        <a:pt x="0" y="1"/>
                      </a:moveTo>
                      <a:lnTo>
                        <a:pt x="0" y="16535"/>
                      </a:lnTo>
                      <a:lnTo>
                        <a:pt x="3923" y="16535"/>
                      </a:lnTo>
                      <a:lnTo>
                        <a:pt x="39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23"/>
                <p:cNvSpPr/>
                <p:nvPr/>
              </p:nvSpPr>
              <p:spPr>
                <a:xfrm>
                  <a:off x="7512975" y="837325"/>
                  <a:ext cx="98075" cy="25700"/>
                </a:xfrm>
                <a:custGeom>
                  <a:rect b="b" l="l" r="r" t="t"/>
                  <a:pathLst>
                    <a:path extrusionOk="0" h="1028" w="3923">
                      <a:moveTo>
                        <a:pt x="0" y="1"/>
                      </a:moveTo>
                      <a:lnTo>
                        <a:pt x="0" y="1027"/>
                      </a:lnTo>
                      <a:lnTo>
                        <a:pt x="3923" y="1027"/>
                      </a:lnTo>
                      <a:lnTo>
                        <a:pt x="39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23"/>
                <p:cNvSpPr/>
                <p:nvPr/>
              </p:nvSpPr>
              <p:spPr>
                <a:xfrm>
                  <a:off x="7737500" y="756675"/>
                  <a:ext cx="98100" cy="439950"/>
                </a:xfrm>
                <a:custGeom>
                  <a:rect b="b" l="l" r="r" t="t"/>
                  <a:pathLst>
                    <a:path extrusionOk="0" h="17598" w="3924">
                      <a:moveTo>
                        <a:pt x="1" y="1"/>
                      </a:moveTo>
                      <a:lnTo>
                        <a:pt x="1" y="17598"/>
                      </a:lnTo>
                      <a:lnTo>
                        <a:pt x="3924" y="17598"/>
                      </a:lnTo>
                      <a:lnTo>
                        <a:pt x="39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23"/>
                <p:cNvSpPr/>
                <p:nvPr/>
              </p:nvSpPr>
              <p:spPr>
                <a:xfrm>
                  <a:off x="7738425" y="795175"/>
                  <a:ext cx="97175" cy="25675"/>
                </a:xfrm>
                <a:custGeom>
                  <a:rect b="b" l="l" r="r" t="t"/>
                  <a:pathLst>
                    <a:path extrusionOk="0" h="1027" w="3887">
                      <a:moveTo>
                        <a:pt x="1" y="0"/>
                      </a:moveTo>
                      <a:lnTo>
                        <a:pt x="1" y="1027"/>
                      </a:lnTo>
                      <a:lnTo>
                        <a:pt x="3887" y="1027"/>
                      </a:lnTo>
                      <a:lnTo>
                        <a:pt x="38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23"/>
                <p:cNvSpPr/>
                <p:nvPr/>
              </p:nvSpPr>
              <p:spPr>
                <a:xfrm>
                  <a:off x="7737500" y="1132450"/>
                  <a:ext cx="98100" cy="25675"/>
                </a:xfrm>
                <a:custGeom>
                  <a:rect b="b" l="l" r="r" t="t"/>
                  <a:pathLst>
                    <a:path extrusionOk="0" h="1027" w="3924">
                      <a:moveTo>
                        <a:pt x="1" y="0"/>
                      </a:moveTo>
                      <a:lnTo>
                        <a:pt x="1" y="1027"/>
                      </a:lnTo>
                      <a:lnTo>
                        <a:pt x="3924" y="1027"/>
                      </a:lnTo>
                      <a:lnTo>
                        <a:pt x="39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23"/>
                <p:cNvSpPr/>
                <p:nvPr/>
              </p:nvSpPr>
              <p:spPr>
                <a:xfrm>
                  <a:off x="7761350" y="876750"/>
                  <a:ext cx="51350" cy="200725"/>
                </a:xfrm>
                <a:custGeom>
                  <a:rect b="b" l="l" r="r" t="t"/>
                  <a:pathLst>
                    <a:path extrusionOk="0" h="8029" w="2054">
                      <a:moveTo>
                        <a:pt x="0" y="0"/>
                      </a:moveTo>
                      <a:lnTo>
                        <a:pt x="0" y="8029"/>
                      </a:lnTo>
                      <a:lnTo>
                        <a:pt x="2053" y="8029"/>
                      </a:lnTo>
                      <a:lnTo>
                        <a:pt x="20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23"/>
                <p:cNvSpPr/>
                <p:nvPr/>
              </p:nvSpPr>
              <p:spPr>
                <a:xfrm>
                  <a:off x="7835575" y="745675"/>
                  <a:ext cx="185150" cy="450950"/>
                </a:xfrm>
                <a:custGeom>
                  <a:rect b="b" l="l" r="r" t="t"/>
                  <a:pathLst>
                    <a:path extrusionOk="0" h="18038" w="7406">
                      <a:moveTo>
                        <a:pt x="3813" y="1"/>
                      </a:moveTo>
                      <a:lnTo>
                        <a:pt x="1" y="807"/>
                      </a:lnTo>
                      <a:lnTo>
                        <a:pt x="3593" y="18038"/>
                      </a:lnTo>
                      <a:lnTo>
                        <a:pt x="7406" y="17231"/>
                      </a:lnTo>
                      <a:lnTo>
                        <a:pt x="38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23"/>
                <p:cNvSpPr/>
                <p:nvPr/>
              </p:nvSpPr>
              <p:spPr>
                <a:xfrm>
                  <a:off x="7843825" y="784175"/>
                  <a:ext cx="100850" cy="44925"/>
                </a:xfrm>
                <a:custGeom>
                  <a:rect b="b" l="l" r="r" t="t"/>
                  <a:pathLst>
                    <a:path extrusionOk="0" h="1797" w="4034">
                      <a:moveTo>
                        <a:pt x="3813" y="1"/>
                      </a:moveTo>
                      <a:lnTo>
                        <a:pt x="1" y="770"/>
                      </a:lnTo>
                      <a:lnTo>
                        <a:pt x="184" y="1797"/>
                      </a:lnTo>
                      <a:lnTo>
                        <a:pt x="4033" y="990"/>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23"/>
                <p:cNvSpPr/>
                <p:nvPr/>
              </p:nvSpPr>
              <p:spPr>
                <a:xfrm>
                  <a:off x="7912575" y="1114125"/>
                  <a:ext cx="100825" cy="44925"/>
                </a:xfrm>
                <a:custGeom>
                  <a:rect b="b" l="l" r="r" t="t"/>
                  <a:pathLst>
                    <a:path extrusionOk="0" h="1797" w="4033">
                      <a:moveTo>
                        <a:pt x="3813" y="0"/>
                      </a:moveTo>
                      <a:lnTo>
                        <a:pt x="0" y="807"/>
                      </a:lnTo>
                      <a:lnTo>
                        <a:pt x="220" y="1797"/>
                      </a:lnTo>
                      <a:lnTo>
                        <a:pt x="4033" y="990"/>
                      </a:lnTo>
                      <a:lnTo>
                        <a:pt x="38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23"/>
                <p:cNvSpPr/>
                <p:nvPr/>
              </p:nvSpPr>
              <p:spPr>
                <a:xfrm>
                  <a:off x="7882325" y="868500"/>
                  <a:ext cx="91675" cy="207150"/>
                </a:xfrm>
                <a:custGeom>
                  <a:rect b="b" l="l" r="r" t="t"/>
                  <a:pathLst>
                    <a:path extrusionOk="0" h="8286" w="3667">
                      <a:moveTo>
                        <a:pt x="2017" y="0"/>
                      </a:moveTo>
                      <a:lnTo>
                        <a:pt x="0" y="404"/>
                      </a:lnTo>
                      <a:lnTo>
                        <a:pt x="1650" y="8286"/>
                      </a:lnTo>
                      <a:lnTo>
                        <a:pt x="3666" y="7846"/>
                      </a:lnTo>
                      <a:lnTo>
                        <a:pt x="20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23"/>
                <p:cNvSpPr/>
                <p:nvPr/>
              </p:nvSpPr>
              <p:spPr>
                <a:xfrm>
                  <a:off x="7678863" y="882250"/>
                  <a:ext cx="67850" cy="314375"/>
                </a:xfrm>
                <a:custGeom>
                  <a:rect b="b" l="l" r="r" t="t"/>
                  <a:pathLst>
                    <a:path extrusionOk="0" h="12575" w="2714">
                      <a:moveTo>
                        <a:pt x="1" y="0"/>
                      </a:moveTo>
                      <a:lnTo>
                        <a:pt x="1" y="12575"/>
                      </a:lnTo>
                      <a:lnTo>
                        <a:pt x="2714" y="12575"/>
                      </a:lnTo>
                      <a:lnTo>
                        <a:pt x="2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3" name="Google Shape;10293;p123"/>
            <p:cNvGrpSpPr/>
            <p:nvPr/>
          </p:nvGrpSpPr>
          <p:grpSpPr>
            <a:xfrm>
              <a:off x="2617240" y="4599127"/>
              <a:ext cx="308013" cy="233671"/>
              <a:chOff x="745065" y="4677252"/>
              <a:chExt cx="308013" cy="233671"/>
            </a:xfrm>
          </p:grpSpPr>
          <p:sp>
            <p:nvSpPr>
              <p:cNvPr id="10294" name="Google Shape;10294;p123"/>
              <p:cNvSpPr/>
              <p:nvPr/>
            </p:nvSpPr>
            <p:spPr>
              <a:xfrm>
                <a:off x="830523" y="4844100"/>
                <a:ext cx="222556" cy="65676"/>
              </a:xfrm>
              <a:custGeom>
                <a:rect b="b" l="l" r="r" t="t"/>
                <a:pathLst>
                  <a:path extrusionOk="0" h="2049" w="12079">
                    <a:moveTo>
                      <a:pt x="4271" y="0"/>
                    </a:moveTo>
                    <a:lnTo>
                      <a:pt x="0" y="2049"/>
                    </a:lnTo>
                    <a:lnTo>
                      <a:pt x="12078" y="2049"/>
                    </a:lnTo>
                    <a:lnTo>
                      <a:pt x="4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5" name="Google Shape;10295;p123"/>
              <p:cNvGrpSpPr/>
              <p:nvPr/>
            </p:nvGrpSpPr>
            <p:grpSpPr>
              <a:xfrm>
                <a:off x="745065" y="4677252"/>
                <a:ext cx="244411" cy="233671"/>
                <a:chOff x="745065" y="4677252"/>
                <a:chExt cx="244411" cy="233671"/>
              </a:xfrm>
            </p:grpSpPr>
            <p:sp>
              <p:nvSpPr>
                <p:cNvPr id="10296" name="Google Shape;10296;p123"/>
                <p:cNvSpPr/>
                <p:nvPr/>
              </p:nvSpPr>
              <p:spPr>
                <a:xfrm>
                  <a:off x="745065" y="4677252"/>
                  <a:ext cx="244411" cy="233671"/>
                </a:xfrm>
                <a:custGeom>
                  <a:rect b="b" l="l" r="r" t="t"/>
                  <a:pathLst>
                    <a:path extrusionOk="0" h="5026" w="5257">
                      <a:moveTo>
                        <a:pt x="2029" y="1"/>
                      </a:moveTo>
                      <a:lnTo>
                        <a:pt x="1662" y="175"/>
                      </a:lnTo>
                      <a:lnTo>
                        <a:pt x="1450" y="580"/>
                      </a:lnTo>
                      <a:lnTo>
                        <a:pt x="213" y="793"/>
                      </a:lnTo>
                      <a:lnTo>
                        <a:pt x="78" y="1585"/>
                      </a:lnTo>
                      <a:lnTo>
                        <a:pt x="271" y="2165"/>
                      </a:lnTo>
                      <a:lnTo>
                        <a:pt x="0" y="2880"/>
                      </a:lnTo>
                      <a:lnTo>
                        <a:pt x="194" y="3170"/>
                      </a:lnTo>
                      <a:lnTo>
                        <a:pt x="136" y="3440"/>
                      </a:lnTo>
                      <a:lnTo>
                        <a:pt x="0" y="3711"/>
                      </a:lnTo>
                      <a:lnTo>
                        <a:pt x="522" y="4484"/>
                      </a:lnTo>
                      <a:lnTo>
                        <a:pt x="947" y="4368"/>
                      </a:lnTo>
                      <a:lnTo>
                        <a:pt x="1372" y="4523"/>
                      </a:lnTo>
                      <a:lnTo>
                        <a:pt x="1759" y="4967"/>
                      </a:lnTo>
                      <a:lnTo>
                        <a:pt x="3672" y="5025"/>
                      </a:lnTo>
                      <a:lnTo>
                        <a:pt x="4213" y="4426"/>
                      </a:lnTo>
                      <a:lnTo>
                        <a:pt x="4329" y="4001"/>
                      </a:lnTo>
                      <a:lnTo>
                        <a:pt x="4967" y="3576"/>
                      </a:lnTo>
                      <a:lnTo>
                        <a:pt x="5257" y="2590"/>
                      </a:lnTo>
                      <a:lnTo>
                        <a:pt x="5063" y="2378"/>
                      </a:lnTo>
                      <a:lnTo>
                        <a:pt x="5160" y="2107"/>
                      </a:lnTo>
                      <a:lnTo>
                        <a:pt x="4754" y="1585"/>
                      </a:lnTo>
                      <a:lnTo>
                        <a:pt x="4754" y="851"/>
                      </a:lnTo>
                      <a:lnTo>
                        <a:pt x="4271" y="561"/>
                      </a:lnTo>
                      <a:lnTo>
                        <a:pt x="3827" y="387"/>
                      </a:lnTo>
                      <a:lnTo>
                        <a:pt x="3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23"/>
                <p:cNvSpPr/>
                <p:nvPr/>
              </p:nvSpPr>
              <p:spPr>
                <a:xfrm>
                  <a:off x="762128" y="4709611"/>
                  <a:ext cx="105166" cy="84477"/>
                </a:xfrm>
                <a:custGeom>
                  <a:rect b="b" l="l" r="r" t="t"/>
                  <a:pathLst>
                    <a:path extrusionOk="0" h="1817" w="2262">
                      <a:moveTo>
                        <a:pt x="1334" y="0"/>
                      </a:moveTo>
                      <a:lnTo>
                        <a:pt x="522" y="271"/>
                      </a:lnTo>
                      <a:lnTo>
                        <a:pt x="252" y="580"/>
                      </a:lnTo>
                      <a:lnTo>
                        <a:pt x="812" y="561"/>
                      </a:lnTo>
                      <a:lnTo>
                        <a:pt x="1237" y="696"/>
                      </a:lnTo>
                      <a:lnTo>
                        <a:pt x="1315" y="1392"/>
                      </a:lnTo>
                      <a:lnTo>
                        <a:pt x="1121" y="1160"/>
                      </a:lnTo>
                      <a:lnTo>
                        <a:pt x="406" y="677"/>
                      </a:lnTo>
                      <a:lnTo>
                        <a:pt x="136" y="812"/>
                      </a:lnTo>
                      <a:lnTo>
                        <a:pt x="0" y="1218"/>
                      </a:lnTo>
                      <a:lnTo>
                        <a:pt x="406" y="1817"/>
                      </a:lnTo>
                      <a:lnTo>
                        <a:pt x="1624" y="1546"/>
                      </a:lnTo>
                      <a:lnTo>
                        <a:pt x="2261" y="1585"/>
                      </a:lnTo>
                      <a:lnTo>
                        <a:pt x="2261" y="1585"/>
                      </a:lnTo>
                      <a:lnTo>
                        <a:pt x="2165" y="1450"/>
                      </a:lnTo>
                      <a:cubicBezTo>
                        <a:pt x="2165" y="1450"/>
                        <a:pt x="1624" y="1102"/>
                        <a:pt x="1604" y="1063"/>
                      </a:cubicBezTo>
                      <a:cubicBezTo>
                        <a:pt x="1585" y="1044"/>
                        <a:pt x="1411" y="368"/>
                        <a:pt x="1411" y="368"/>
                      </a:cubicBezTo>
                      <a:lnTo>
                        <a:pt x="1411" y="368"/>
                      </a:lnTo>
                      <a:lnTo>
                        <a:pt x="1778" y="580"/>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23"/>
                <p:cNvSpPr/>
                <p:nvPr/>
              </p:nvSpPr>
              <p:spPr>
                <a:xfrm>
                  <a:off x="802577" y="4801248"/>
                  <a:ext cx="119532" cy="54861"/>
                </a:xfrm>
                <a:custGeom>
                  <a:rect b="b" l="l" r="r" t="t"/>
                  <a:pathLst>
                    <a:path extrusionOk="0" h="1180" w="2571">
                      <a:moveTo>
                        <a:pt x="1643" y="0"/>
                      </a:moveTo>
                      <a:lnTo>
                        <a:pt x="503" y="194"/>
                      </a:lnTo>
                      <a:lnTo>
                        <a:pt x="0" y="658"/>
                      </a:lnTo>
                      <a:lnTo>
                        <a:pt x="831" y="329"/>
                      </a:lnTo>
                      <a:lnTo>
                        <a:pt x="1391" y="348"/>
                      </a:lnTo>
                      <a:lnTo>
                        <a:pt x="1391" y="600"/>
                      </a:lnTo>
                      <a:lnTo>
                        <a:pt x="1198" y="1005"/>
                      </a:lnTo>
                      <a:lnTo>
                        <a:pt x="947" y="1179"/>
                      </a:lnTo>
                      <a:lnTo>
                        <a:pt x="1063" y="1179"/>
                      </a:lnTo>
                      <a:lnTo>
                        <a:pt x="2570" y="677"/>
                      </a:lnTo>
                      <a:lnTo>
                        <a:pt x="2435" y="619"/>
                      </a:lnTo>
                      <a:lnTo>
                        <a:pt x="1817" y="619"/>
                      </a:lnTo>
                      <a:lnTo>
                        <a:pt x="1585" y="368"/>
                      </a:lnTo>
                      <a:lnTo>
                        <a:pt x="16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23"/>
                <p:cNvSpPr/>
                <p:nvPr/>
              </p:nvSpPr>
              <p:spPr>
                <a:xfrm>
                  <a:off x="835819" y="4687155"/>
                  <a:ext cx="53931" cy="37752"/>
                </a:xfrm>
                <a:custGeom>
                  <a:rect b="b" l="l" r="r" t="t"/>
                  <a:pathLst>
                    <a:path extrusionOk="0" h="812" w="1160">
                      <a:moveTo>
                        <a:pt x="522" y="0"/>
                      </a:moveTo>
                      <a:lnTo>
                        <a:pt x="464" y="116"/>
                      </a:lnTo>
                      <a:lnTo>
                        <a:pt x="966" y="580"/>
                      </a:lnTo>
                      <a:lnTo>
                        <a:pt x="193" y="20"/>
                      </a:lnTo>
                      <a:lnTo>
                        <a:pt x="0" y="309"/>
                      </a:lnTo>
                      <a:lnTo>
                        <a:pt x="329" y="483"/>
                      </a:lnTo>
                      <a:lnTo>
                        <a:pt x="1102" y="812"/>
                      </a:lnTo>
                      <a:lnTo>
                        <a:pt x="1160" y="677"/>
                      </a:lnTo>
                      <a:lnTo>
                        <a:pt x="870" y="174"/>
                      </a:lnTo>
                      <a:lnTo>
                        <a:pt x="5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23"/>
                <p:cNvSpPr/>
                <p:nvPr/>
              </p:nvSpPr>
              <p:spPr>
                <a:xfrm>
                  <a:off x="904070" y="4724861"/>
                  <a:ext cx="40495" cy="18922"/>
                </a:xfrm>
                <a:custGeom>
                  <a:rect b="b" l="l" r="r" t="t"/>
                  <a:pathLst>
                    <a:path extrusionOk="0" h="407" w="871">
                      <a:moveTo>
                        <a:pt x="175" y="1"/>
                      </a:moveTo>
                      <a:lnTo>
                        <a:pt x="1" y="136"/>
                      </a:lnTo>
                      <a:lnTo>
                        <a:pt x="175" y="329"/>
                      </a:lnTo>
                      <a:lnTo>
                        <a:pt x="870" y="407"/>
                      </a:lnTo>
                      <a:lnTo>
                        <a:pt x="870" y="407"/>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23"/>
                <p:cNvSpPr/>
                <p:nvPr/>
              </p:nvSpPr>
              <p:spPr>
                <a:xfrm>
                  <a:off x="874454" y="4729370"/>
                  <a:ext cx="76387" cy="99773"/>
                </a:xfrm>
                <a:custGeom>
                  <a:rect b="b" l="l" r="r" t="t"/>
                  <a:pathLst>
                    <a:path extrusionOk="0" h="2146" w="1643">
                      <a:moveTo>
                        <a:pt x="232" y="1"/>
                      </a:moveTo>
                      <a:lnTo>
                        <a:pt x="0" y="484"/>
                      </a:lnTo>
                      <a:lnTo>
                        <a:pt x="560" y="1450"/>
                      </a:lnTo>
                      <a:lnTo>
                        <a:pt x="560" y="1740"/>
                      </a:lnTo>
                      <a:lnTo>
                        <a:pt x="1333" y="2146"/>
                      </a:lnTo>
                      <a:lnTo>
                        <a:pt x="1643" y="1701"/>
                      </a:lnTo>
                      <a:lnTo>
                        <a:pt x="1546" y="1179"/>
                      </a:lnTo>
                      <a:lnTo>
                        <a:pt x="1372" y="1392"/>
                      </a:lnTo>
                      <a:lnTo>
                        <a:pt x="870" y="967"/>
                      </a:lnTo>
                      <a:lnTo>
                        <a:pt x="425" y="793"/>
                      </a:lnTo>
                      <a:lnTo>
                        <a:pt x="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5" name="Shape 10305"/>
        <p:cNvGrpSpPr/>
        <p:nvPr/>
      </p:nvGrpSpPr>
      <p:grpSpPr>
        <a:xfrm>
          <a:off x="0" y="0"/>
          <a:ext cx="0" cy="0"/>
          <a:chOff x="0" y="0"/>
          <a:chExt cx="0" cy="0"/>
        </a:xfrm>
      </p:grpSpPr>
      <p:sp>
        <p:nvSpPr>
          <p:cNvPr id="10306" name="Google Shape;10306;p124"/>
          <p:cNvSpPr/>
          <p:nvPr/>
        </p:nvSpPr>
        <p:spPr>
          <a:xfrm>
            <a:off x="1849117" y="2975550"/>
            <a:ext cx="2248066" cy="142323"/>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24"/>
          <p:cNvSpPr/>
          <p:nvPr/>
        </p:nvSpPr>
        <p:spPr>
          <a:xfrm>
            <a:off x="1876650" y="32932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24"/>
          <p:cNvSpPr/>
          <p:nvPr/>
        </p:nvSpPr>
        <p:spPr>
          <a:xfrm>
            <a:off x="5074350" y="3293275"/>
            <a:ext cx="21930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24"/>
          <p:cNvSpPr txBox="1"/>
          <p:nvPr>
            <p:ph idx="3" type="subTitle"/>
          </p:nvPr>
        </p:nvSpPr>
        <p:spPr>
          <a:xfrm>
            <a:off x="1685250" y="3749500"/>
            <a:ext cx="257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0310" name="Google Shape;10310;p124"/>
          <p:cNvSpPr txBox="1"/>
          <p:nvPr>
            <p:ph idx="1" type="subTitle"/>
          </p:nvPr>
        </p:nvSpPr>
        <p:spPr>
          <a:xfrm>
            <a:off x="2020950" y="3377125"/>
            <a:ext cx="1904400" cy="2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0311" name="Google Shape;10311;p124"/>
          <p:cNvSpPr txBox="1"/>
          <p:nvPr>
            <p:ph idx="2" type="subTitle"/>
          </p:nvPr>
        </p:nvSpPr>
        <p:spPr>
          <a:xfrm>
            <a:off x="5218650" y="3377125"/>
            <a:ext cx="1904400" cy="2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0312" name="Google Shape;10312;p124"/>
          <p:cNvSpPr txBox="1"/>
          <p:nvPr>
            <p:ph idx="4" type="subTitle"/>
          </p:nvPr>
        </p:nvSpPr>
        <p:spPr>
          <a:xfrm>
            <a:off x="4882950" y="3749500"/>
            <a:ext cx="257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10313" name="Google Shape;10313;p124"/>
          <p:cNvPicPr preferRelativeResize="0"/>
          <p:nvPr/>
        </p:nvPicPr>
        <p:blipFill rotWithShape="1">
          <a:blip r:embed="rId3">
            <a:alphaModFix/>
          </a:blip>
          <a:srcRect b="7425" l="14930" r="14937" t="7417"/>
          <a:stretch/>
        </p:blipFill>
        <p:spPr>
          <a:xfrm>
            <a:off x="1876651" y="1177750"/>
            <a:ext cx="2192998" cy="1774800"/>
          </a:xfrm>
          <a:prstGeom prst="rect">
            <a:avLst/>
          </a:prstGeom>
          <a:noFill/>
          <a:ln cap="flat" cmpd="sng" w="28575">
            <a:solidFill>
              <a:schemeClr val="lt2"/>
            </a:solidFill>
            <a:prstDash val="solid"/>
            <a:miter lim="8000"/>
            <a:headEnd len="sm" w="sm" type="none"/>
            <a:tailEnd len="sm" w="sm" type="none"/>
          </a:ln>
        </p:spPr>
      </p:pic>
      <p:sp>
        <p:nvSpPr>
          <p:cNvPr id="10314" name="Google Shape;10314;p124"/>
          <p:cNvSpPr/>
          <p:nvPr/>
        </p:nvSpPr>
        <p:spPr>
          <a:xfrm>
            <a:off x="5046817" y="2975550"/>
            <a:ext cx="2248066" cy="142323"/>
          </a:xfrm>
          <a:custGeom>
            <a:rect b="b" l="l" r="r" t="t"/>
            <a:pathLst>
              <a:path extrusionOk="0" h="2167" w="33426">
                <a:moveTo>
                  <a:pt x="0" y="0"/>
                </a:moveTo>
                <a:lnTo>
                  <a:pt x="0" y="621"/>
                </a:lnTo>
                <a:lnTo>
                  <a:pt x="33426" y="2166"/>
                </a:lnTo>
                <a:lnTo>
                  <a:pt x="33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315" name="Google Shape;10315;p124"/>
          <p:cNvPicPr preferRelativeResize="0"/>
          <p:nvPr/>
        </p:nvPicPr>
        <p:blipFill rotWithShape="1">
          <a:blip r:embed="rId4">
            <a:alphaModFix/>
          </a:blip>
          <a:srcRect b="0" l="6619" r="6619" t="0"/>
          <a:stretch/>
        </p:blipFill>
        <p:spPr>
          <a:xfrm>
            <a:off x="5074351" y="1177750"/>
            <a:ext cx="2192998" cy="1774801"/>
          </a:xfrm>
          <a:prstGeom prst="rect">
            <a:avLst/>
          </a:prstGeom>
          <a:noFill/>
          <a:ln cap="flat" cmpd="sng" w="28575">
            <a:solidFill>
              <a:schemeClr val="lt2"/>
            </a:solidFill>
            <a:prstDash val="solid"/>
            <a:miter lim="8000"/>
            <a:headEnd len="sm" w="sm" type="none"/>
            <a:tailEnd len="sm" w="sm" type="none"/>
          </a:ln>
        </p:spPr>
      </p:pic>
      <p:sp>
        <p:nvSpPr>
          <p:cNvPr id="10316" name="Google Shape;10316;p124">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24">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24">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24">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24"/>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teachers</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4" name="Shape 10324"/>
        <p:cNvGrpSpPr/>
        <p:nvPr/>
      </p:nvGrpSpPr>
      <p:grpSpPr>
        <a:xfrm>
          <a:off x="0" y="0"/>
          <a:ext cx="0" cy="0"/>
          <a:chOff x="0" y="0"/>
          <a:chExt cx="0" cy="0"/>
        </a:xfrm>
      </p:grpSpPr>
      <p:sp>
        <p:nvSpPr>
          <p:cNvPr id="10325" name="Google Shape;10325;p125"/>
          <p:cNvSpPr txBox="1"/>
          <p:nvPr>
            <p:ph type="ctrTitle"/>
          </p:nvPr>
        </p:nvSpPr>
        <p:spPr>
          <a:xfrm>
            <a:off x="2975050" y="877750"/>
            <a:ext cx="3193800" cy="5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326" name="Google Shape;10326;p125"/>
          <p:cNvSpPr txBox="1"/>
          <p:nvPr>
            <p:ph idx="1" type="subTitle"/>
          </p:nvPr>
        </p:nvSpPr>
        <p:spPr>
          <a:xfrm>
            <a:off x="2975075" y="1606350"/>
            <a:ext cx="31938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sz="1800">
                <a:solidFill>
                  <a:schemeClr val="lt2"/>
                </a:solidFill>
                <a:latin typeface="Balsamiq Sans"/>
                <a:ea typeface="Balsamiq Sans"/>
                <a:cs typeface="Balsamiq Sans"/>
                <a:sym typeface="Balsamiq Sans"/>
              </a:rPr>
              <a:t>Do you have any questions?</a:t>
            </a:r>
            <a:endParaRPr b="1" sz="1800">
              <a:solidFill>
                <a:schemeClr val="lt2"/>
              </a:solidFill>
              <a:latin typeface="Balsamiq Sans"/>
              <a:ea typeface="Balsamiq Sans"/>
              <a:cs typeface="Balsamiq Sans"/>
              <a:sym typeface="Balsamiq Sans"/>
            </a:endParaRPr>
          </a:p>
          <a:p>
            <a:pPr indent="0" lvl="0" marL="0" rtl="0" algn="ctr">
              <a:spcBef>
                <a:spcPts val="100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a:t>
            </a:r>
            <a:r>
              <a:rPr lang="en"/>
              <a:t>ourwebsite.com</a:t>
            </a:r>
            <a:endParaRPr/>
          </a:p>
        </p:txBody>
      </p:sp>
      <p:grpSp>
        <p:nvGrpSpPr>
          <p:cNvPr id="10327" name="Google Shape;10327;p125"/>
          <p:cNvGrpSpPr/>
          <p:nvPr/>
        </p:nvGrpSpPr>
        <p:grpSpPr>
          <a:xfrm>
            <a:off x="4614543" y="2784952"/>
            <a:ext cx="363314" cy="356576"/>
            <a:chOff x="3763184" y="3817357"/>
            <a:chExt cx="363314" cy="356576"/>
          </a:xfrm>
        </p:grpSpPr>
        <p:sp>
          <p:nvSpPr>
            <p:cNvPr id="10328" name="Google Shape;10328;p12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2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2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2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2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125"/>
          <p:cNvGrpSpPr/>
          <p:nvPr/>
        </p:nvGrpSpPr>
        <p:grpSpPr>
          <a:xfrm>
            <a:off x="5063361" y="2784952"/>
            <a:ext cx="362947" cy="356576"/>
            <a:chOff x="4211985" y="3817357"/>
            <a:chExt cx="362947" cy="356576"/>
          </a:xfrm>
        </p:grpSpPr>
        <p:sp>
          <p:nvSpPr>
            <p:cNvPr id="10334" name="Google Shape;10334;p12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2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2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125"/>
          <p:cNvGrpSpPr/>
          <p:nvPr/>
        </p:nvGrpSpPr>
        <p:grpSpPr>
          <a:xfrm>
            <a:off x="4166118" y="2784807"/>
            <a:ext cx="362920" cy="356865"/>
            <a:chOff x="3314750" y="3817357"/>
            <a:chExt cx="362920" cy="356865"/>
          </a:xfrm>
        </p:grpSpPr>
        <p:grpSp>
          <p:nvGrpSpPr>
            <p:cNvPr id="10338" name="Google Shape;10338;p125"/>
            <p:cNvGrpSpPr/>
            <p:nvPr/>
          </p:nvGrpSpPr>
          <p:grpSpPr>
            <a:xfrm>
              <a:off x="3314750" y="3817357"/>
              <a:ext cx="362920" cy="356865"/>
              <a:chOff x="3314750" y="3817357"/>
              <a:chExt cx="362920" cy="356865"/>
            </a:xfrm>
          </p:grpSpPr>
          <p:sp>
            <p:nvSpPr>
              <p:cNvPr id="10339" name="Google Shape;10339;p12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2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125"/>
            <p:cNvGrpSpPr/>
            <p:nvPr/>
          </p:nvGrpSpPr>
          <p:grpSpPr>
            <a:xfrm>
              <a:off x="3394986" y="3894612"/>
              <a:ext cx="202339" cy="202323"/>
              <a:chOff x="935197" y="1793977"/>
              <a:chExt cx="256451" cy="256430"/>
            </a:xfrm>
          </p:grpSpPr>
          <p:sp>
            <p:nvSpPr>
              <p:cNvPr id="10342" name="Google Shape;10342;p12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2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4" name="Google Shape;10344;p125"/>
          <p:cNvGrpSpPr/>
          <p:nvPr/>
        </p:nvGrpSpPr>
        <p:grpSpPr>
          <a:xfrm>
            <a:off x="3717692" y="2784807"/>
            <a:ext cx="362920" cy="356865"/>
            <a:chOff x="2866317" y="3817357"/>
            <a:chExt cx="362920" cy="356865"/>
          </a:xfrm>
        </p:grpSpPr>
        <p:sp>
          <p:nvSpPr>
            <p:cNvPr id="10345" name="Google Shape;10345;p12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2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2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8" name="Google Shape;10348;p125"/>
          <p:cNvSpPr txBox="1"/>
          <p:nvPr>
            <p:ph idx="4294967295" type="subTitle"/>
          </p:nvPr>
        </p:nvSpPr>
        <p:spPr>
          <a:xfrm>
            <a:off x="2975100" y="3961525"/>
            <a:ext cx="3193800" cy="357000"/>
          </a:xfrm>
          <a:prstGeom prst="rect">
            <a:avLst/>
          </a:prstGeom>
        </p:spPr>
        <p:txBody>
          <a:bodyPr anchorCtr="0" anchor="ctr" bIns="91425" lIns="91425" spcFirstLastPara="1" rIns="91425" wrap="square" tIns="91425">
            <a:noAutofit/>
          </a:bodyPr>
          <a:lstStyle/>
          <a:p>
            <a:pPr indent="0" lvl="0" marL="0" rtl="0" algn="ctr">
              <a:spcBef>
                <a:spcPts val="300"/>
              </a:spcBef>
              <a:spcAft>
                <a:spcPts val="0"/>
              </a:spcAft>
              <a:buNone/>
            </a:pPr>
            <a:r>
              <a:rPr lang="en" sz="1000"/>
              <a:t>Please keep this slide for attribution</a:t>
            </a:r>
            <a:endParaRPr/>
          </a:p>
        </p:txBody>
      </p:sp>
      <p:sp>
        <p:nvSpPr>
          <p:cNvPr id="10349" name="Google Shape;10349;p125">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25">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25">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25">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3" name="Google Shape;10353;p125"/>
          <p:cNvGrpSpPr/>
          <p:nvPr/>
        </p:nvGrpSpPr>
        <p:grpSpPr>
          <a:xfrm>
            <a:off x="717237" y="534939"/>
            <a:ext cx="734734" cy="750112"/>
            <a:chOff x="238125" y="1607925"/>
            <a:chExt cx="323700" cy="330475"/>
          </a:xfrm>
        </p:grpSpPr>
        <p:sp>
          <p:nvSpPr>
            <p:cNvPr id="10354" name="Google Shape;10354;p125"/>
            <p:cNvSpPr/>
            <p:nvPr/>
          </p:nvSpPr>
          <p:spPr>
            <a:xfrm>
              <a:off x="255500" y="1630625"/>
              <a:ext cx="306325" cy="307775"/>
            </a:xfrm>
            <a:custGeom>
              <a:rect b="b" l="l" r="r" t="t"/>
              <a:pathLst>
                <a:path extrusionOk="0" h="12311" w="12253">
                  <a:moveTo>
                    <a:pt x="6127" y="1"/>
                  </a:moveTo>
                  <a:cubicBezTo>
                    <a:pt x="2745" y="1"/>
                    <a:pt x="1" y="2764"/>
                    <a:pt x="1" y="6165"/>
                  </a:cubicBezTo>
                  <a:cubicBezTo>
                    <a:pt x="1" y="9566"/>
                    <a:pt x="2745" y="12310"/>
                    <a:pt x="6127" y="12310"/>
                  </a:cubicBezTo>
                  <a:cubicBezTo>
                    <a:pt x="9508" y="12310"/>
                    <a:pt x="12252" y="9566"/>
                    <a:pt x="12252" y="6165"/>
                  </a:cubicBezTo>
                  <a:cubicBezTo>
                    <a:pt x="12252" y="2764"/>
                    <a:pt x="9508" y="1"/>
                    <a:pt x="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25"/>
            <p:cNvSpPr/>
            <p:nvPr/>
          </p:nvSpPr>
          <p:spPr>
            <a:xfrm>
              <a:off x="238125" y="1607925"/>
              <a:ext cx="306300" cy="307775"/>
            </a:xfrm>
            <a:custGeom>
              <a:rect b="b" l="l" r="r" t="t"/>
              <a:pathLst>
                <a:path extrusionOk="0" h="12311" w="12252">
                  <a:moveTo>
                    <a:pt x="6126" y="1"/>
                  </a:moveTo>
                  <a:cubicBezTo>
                    <a:pt x="2744" y="1"/>
                    <a:pt x="0" y="2764"/>
                    <a:pt x="0" y="6165"/>
                  </a:cubicBezTo>
                  <a:cubicBezTo>
                    <a:pt x="0" y="9566"/>
                    <a:pt x="2744" y="12310"/>
                    <a:pt x="6126" y="12310"/>
                  </a:cubicBezTo>
                  <a:cubicBezTo>
                    <a:pt x="9508" y="12310"/>
                    <a:pt x="12252" y="9566"/>
                    <a:pt x="12252" y="6165"/>
                  </a:cubicBezTo>
                  <a:cubicBezTo>
                    <a:pt x="12252" y="2764"/>
                    <a:pt x="9508" y="1"/>
                    <a:pt x="6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25"/>
            <p:cNvSpPr/>
            <p:nvPr/>
          </p:nvSpPr>
          <p:spPr>
            <a:xfrm>
              <a:off x="383050" y="1608400"/>
              <a:ext cx="161850" cy="307775"/>
            </a:xfrm>
            <a:custGeom>
              <a:rect b="b" l="l" r="r" t="t"/>
              <a:pathLst>
                <a:path extrusionOk="0" h="12311" w="6474">
                  <a:moveTo>
                    <a:pt x="0" y="1"/>
                  </a:moveTo>
                  <a:cubicBezTo>
                    <a:pt x="3247" y="194"/>
                    <a:pt x="5759" y="2880"/>
                    <a:pt x="5759" y="6146"/>
                  </a:cubicBezTo>
                  <a:cubicBezTo>
                    <a:pt x="5759" y="9393"/>
                    <a:pt x="3247" y="12079"/>
                    <a:pt x="0" y="12291"/>
                  </a:cubicBezTo>
                  <a:cubicBezTo>
                    <a:pt x="97" y="12311"/>
                    <a:pt x="213" y="12311"/>
                    <a:pt x="329" y="12311"/>
                  </a:cubicBezTo>
                  <a:cubicBezTo>
                    <a:pt x="3730" y="12291"/>
                    <a:pt x="6474" y="9528"/>
                    <a:pt x="6455" y="6146"/>
                  </a:cubicBezTo>
                  <a:cubicBezTo>
                    <a:pt x="6455" y="2745"/>
                    <a:pt x="3711" y="1"/>
                    <a:pt x="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25"/>
            <p:cNvSpPr/>
            <p:nvPr/>
          </p:nvSpPr>
          <p:spPr>
            <a:xfrm>
              <a:off x="255500" y="1632575"/>
              <a:ext cx="257050" cy="258975"/>
            </a:xfrm>
            <a:custGeom>
              <a:rect b="b" l="l" r="r" t="t"/>
              <a:pathLst>
                <a:path extrusionOk="0" h="10359" w="10282">
                  <a:moveTo>
                    <a:pt x="5141" y="0"/>
                  </a:moveTo>
                  <a:cubicBezTo>
                    <a:pt x="2300" y="0"/>
                    <a:pt x="1" y="2319"/>
                    <a:pt x="1" y="5179"/>
                  </a:cubicBezTo>
                  <a:cubicBezTo>
                    <a:pt x="1" y="8039"/>
                    <a:pt x="2300" y="10358"/>
                    <a:pt x="5141" y="10358"/>
                  </a:cubicBezTo>
                  <a:cubicBezTo>
                    <a:pt x="7982" y="10358"/>
                    <a:pt x="10281" y="8039"/>
                    <a:pt x="10281" y="5179"/>
                  </a:cubicBezTo>
                  <a:cubicBezTo>
                    <a:pt x="10281" y="2319"/>
                    <a:pt x="7982" y="0"/>
                    <a:pt x="5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25"/>
            <p:cNvSpPr/>
            <p:nvPr/>
          </p:nvSpPr>
          <p:spPr>
            <a:xfrm>
              <a:off x="254550" y="1632575"/>
              <a:ext cx="141575" cy="258475"/>
            </a:xfrm>
            <a:custGeom>
              <a:rect b="b" l="l" r="r" t="t"/>
              <a:pathLst>
                <a:path extrusionOk="0" h="10339" w="5663">
                  <a:moveTo>
                    <a:pt x="5179" y="0"/>
                  </a:moveTo>
                  <a:cubicBezTo>
                    <a:pt x="2319" y="0"/>
                    <a:pt x="0" y="2319"/>
                    <a:pt x="0" y="5179"/>
                  </a:cubicBezTo>
                  <a:cubicBezTo>
                    <a:pt x="0" y="8039"/>
                    <a:pt x="2319" y="10339"/>
                    <a:pt x="5179" y="10339"/>
                  </a:cubicBezTo>
                  <a:cubicBezTo>
                    <a:pt x="5334" y="10339"/>
                    <a:pt x="5507" y="10339"/>
                    <a:pt x="5662" y="10319"/>
                  </a:cubicBezTo>
                  <a:cubicBezTo>
                    <a:pt x="2995" y="10068"/>
                    <a:pt x="986" y="7846"/>
                    <a:pt x="986" y="5179"/>
                  </a:cubicBezTo>
                  <a:cubicBezTo>
                    <a:pt x="986" y="2512"/>
                    <a:pt x="2995" y="290"/>
                    <a:pt x="5662" y="20"/>
                  </a:cubicBezTo>
                  <a:cubicBezTo>
                    <a:pt x="5488" y="0"/>
                    <a:pt x="5334" y="0"/>
                    <a:pt x="5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25"/>
            <p:cNvSpPr/>
            <p:nvPr/>
          </p:nvSpPr>
          <p:spPr>
            <a:xfrm>
              <a:off x="368075" y="1690050"/>
              <a:ext cx="45425" cy="144475"/>
            </a:xfrm>
            <a:custGeom>
              <a:rect b="b" l="l" r="r" t="t"/>
              <a:pathLst>
                <a:path extrusionOk="0" h="5779" w="1817">
                  <a:moveTo>
                    <a:pt x="1082" y="1"/>
                  </a:moveTo>
                  <a:lnTo>
                    <a:pt x="0" y="3015"/>
                  </a:lnTo>
                  <a:lnTo>
                    <a:pt x="1450" y="5779"/>
                  </a:lnTo>
                  <a:lnTo>
                    <a:pt x="1817" y="5586"/>
                  </a:lnTo>
                  <a:lnTo>
                    <a:pt x="445" y="2996"/>
                  </a:lnTo>
                  <a:lnTo>
                    <a:pt x="1469" y="136"/>
                  </a:lnTo>
                  <a:lnTo>
                    <a:pt x="1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25"/>
            <p:cNvSpPr/>
            <p:nvPr/>
          </p:nvSpPr>
          <p:spPr>
            <a:xfrm>
              <a:off x="379675" y="1645600"/>
              <a:ext cx="6300" cy="27100"/>
            </a:xfrm>
            <a:custGeom>
              <a:rect b="b" l="l" r="r" t="t"/>
              <a:pathLst>
                <a:path extrusionOk="0" h="1084" w="252">
                  <a:moveTo>
                    <a:pt x="0" y="1"/>
                  </a:moveTo>
                  <a:lnTo>
                    <a:pt x="0" y="1083"/>
                  </a:lnTo>
                  <a:lnTo>
                    <a:pt x="251" y="108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25"/>
            <p:cNvSpPr/>
            <p:nvPr/>
          </p:nvSpPr>
          <p:spPr>
            <a:xfrm>
              <a:off x="379675" y="1845125"/>
              <a:ext cx="6300" cy="27575"/>
            </a:xfrm>
            <a:custGeom>
              <a:rect b="b" l="l" r="r" t="t"/>
              <a:pathLst>
                <a:path extrusionOk="0" h="1103" w="252">
                  <a:moveTo>
                    <a:pt x="0" y="1"/>
                  </a:moveTo>
                  <a:lnTo>
                    <a:pt x="0" y="1102"/>
                  </a:lnTo>
                  <a:lnTo>
                    <a:pt x="251" y="1102"/>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25"/>
            <p:cNvSpPr/>
            <p:nvPr/>
          </p:nvSpPr>
          <p:spPr>
            <a:xfrm>
              <a:off x="468550" y="1755750"/>
              <a:ext cx="27075" cy="6325"/>
            </a:xfrm>
            <a:custGeom>
              <a:rect b="b" l="l" r="r" t="t"/>
              <a:pathLst>
                <a:path extrusionOk="0" h="253" w="1083">
                  <a:moveTo>
                    <a:pt x="1" y="1"/>
                  </a:moveTo>
                  <a:lnTo>
                    <a:pt x="1"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25"/>
            <p:cNvSpPr/>
            <p:nvPr/>
          </p:nvSpPr>
          <p:spPr>
            <a:xfrm>
              <a:off x="270000" y="1755750"/>
              <a:ext cx="27075" cy="6325"/>
            </a:xfrm>
            <a:custGeom>
              <a:rect b="b" l="l" r="r" t="t"/>
              <a:pathLst>
                <a:path extrusionOk="0" h="253" w="1083">
                  <a:moveTo>
                    <a:pt x="0" y="1"/>
                  </a:moveTo>
                  <a:lnTo>
                    <a:pt x="0" y="252"/>
                  </a:lnTo>
                  <a:lnTo>
                    <a:pt x="1083" y="252"/>
                  </a:lnTo>
                  <a:lnTo>
                    <a:pt x="1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125"/>
          <p:cNvGrpSpPr/>
          <p:nvPr/>
        </p:nvGrpSpPr>
        <p:grpSpPr>
          <a:xfrm flipH="1">
            <a:off x="6388107" y="1269434"/>
            <a:ext cx="1434449" cy="3613368"/>
            <a:chOff x="808216" y="1242522"/>
            <a:chExt cx="1297909" cy="3272978"/>
          </a:xfrm>
        </p:grpSpPr>
        <p:sp>
          <p:nvSpPr>
            <p:cNvPr id="10365" name="Google Shape;10365;p125"/>
            <p:cNvSpPr/>
            <p:nvPr/>
          </p:nvSpPr>
          <p:spPr>
            <a:xfrm>
              <a:off x="973625" y="4246700"/>
              <a:ext cx="1132500" cy="26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6" name="Google Shape;10366;p125"/>
            <p:cNvGrpSpPr/>
            <p:nvPr/>
          </p:nvGrpSpPr>
          <p:grpSpPr>
            <a:xfrm>
              <a:off x="808216" y="1242522"/>
              <a:ext cx="1278059" cy="3164801"/>
              <a:chOff x="238125" y="1802375"/>
              <a:chExt cx="543300" cy="1345350"/>
            </a:xfrm>
          </p:grpSpPr>
          <p:sp>
            <p:nvSpPr>
              <p:cNvPr id="10367" name="Google Shape;10367;p125"/>
              <p:cNvSpPr/>
              <p:nvPr/>
            </p:nvSpPr>
            <p:spPr>
              <a:xfrm>
                <a:off x="531625" y="2006150"/>
                <a:ext cx="167325" cy="251700"/>
              </a:xfrm>
              <a:custGeom>
                <a:rect b="b" l="l" r="r" t="t"/>
                <a:pathLst>
                  <a:path extrusionOk="0" h="10068" w="6693">
                    <a:moveTo>
                      <a:pt x="2162" y="1"/>
                    </a:moveTo>
                    <a:cubicBezTo>
                      <a:pt x="2011" y="1"/>
                      <a:pt x="1866" y="139"/>
                      <a:pt x="1757" y="259"/>
                    </a:cubicBezTo>
                    <a:lnTo>
                      <a:pt x="542" y="1751"/>
                    </a:lnTo>
                    <a:cubicBezTo>
                      <a:pt x="331" y="1962"/>
                      <a:pt x="172" y="2226"/>
                      <a:pt x="80" y="2517"/>
                    </a:cubicBezTo>
                    <a:cubicBezTo>
                      <a:pt x="1" y="2873"/>
                      <a:pt x="106" y="3256"/>
                      <a:pt x="212" y="3600"/>
                    </a:cubicBezTo>
                    <a:lnTo>
                      <a:pt x="1704" y="8341"/>
                    </a:lnTo>
                    <a:cubicBezTo>
                      <a:pt x="1810" y="8698"/>
                      <a:pt x="2074" y="9833"/>
                      <a:pt x="2444" y="9939"/>
                    </a:cubicBezTo>
                    <a:cubicBezTo>
                      <a:pt x="2718" y="10014"/>
                      <a:pt x="2935" y="10068"/>
                      <a:pt x="3163" y="10068"/>
                    </a:cubicBezTo>
                    <a:cubicBezTo>
                      <a:pt x="3298" y="10068"/>
                      <a:pt x="3436" y="10049"/>
                      <a:pt x="3593" y="10005"/>
                    </a:cubicBezTo>
                    <a:cubicBezTo>
                      <a:pt x="4227" y="9847"/>
                      <a:pt x="5019" y="9437"/>
                      <a:pt x="5415" y="8909"/>
                    </a:cubicBezTo>
                    <a:cubicBezTo>
                      <a:pt x="5851" y="8341"/>
                      <a:pt x="5851" y="7575"/>
                      <a:pt x="5957" y="6901"/>
                    </a:cubicBezTo>
                    <a:cubicBezTo>
                      <a:pt x="6049" y="6215"/>
                      <a:pt x="6181" y="5502"/>
                      <a:pt x="6261" y="4802"/>
                    </a:cubicBezTo>
                    <a:cubicBezTo>
                      <a:pt x="6300" y="4539"/>
                      <a:pt x="6692" y="1975"/>
                      <a:pt x="6163" y="1975"/>
                    </a:cubicBezTo>
                    <a:cubicBezTo>
                      <a:pt x="6160" y="1975"/>
                      <a:pt x="6158" y="1975"/>
                      <a:pt x="6155" y="1975"/>
                    </a:cubicBezTo>
                    <a:cubicBezTo>
                      <a:pt x="6099" y="1977"/>
                      <a:pt x="6043" y="1977"/>
                      <a:pt x="5987" y="1977"/>
                    </a:cubicBezTo>
                    <a:cubicBezTo>
                      <a:pt x="5502" y="1977"/>
                      <a:pt x="5017" y="1928"/>
                      <a:pt x="4544" y="1857"/>
                    </a:cubicBezTo>
                    <a:cubicBezTo>
                      <a:pt x="4398" y="2345"/>
                      <a:pt x="4134" y="2781"/>
                      <a:pt x="3949" y="3243"/>
                    </a:cubicBezTo>
                    <a:cubicBezTo>
                      <a:pt x="3725" y="3772"/>
                      <a:pt x="3553" y="4339"/>
                      <a:pt x="3355" y="4881"/>
                    </a:cubicBezTo>
                    <a:cubicBezTo>
                      <a:pt x="3302" y="3309"/>
                      <a:pt x="2999" y="1764"/>
                      <a:pt x="2457" y="298"/>
                    </a:cubicBezTo>
                    <a:cubicBezTo>
                      <a:pt x="2431" y="179"/>
                      <a:pt x="2351" y="87"/>
                      <a:pt x="2259" y="21"/>
                    </a:cubicBezTo>
                    <a:cubicBezTo>
                      <a:pt x="2227" y="7"/>
                      <a:pt x="2194" y="1"/>
                      <a:pt x="2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25"/>
              <p:cNvSpPr/>
              <p:nvPr/>
            </p:nvSpPr>
            <p:spPr>
              <a:xfrm>
                <a:off x="632650" y="2079025"/>
                <a:ext cx="58150" cy="21475"/>
              </a:xfrm>
              <a:custGeom>
                <a:rect b="b" l="l" r="r" t="t"/>
                <a:pathLst>
                  <a:path extrusionOk="0" h="859" w="2326">
                    <a:moveTo>
                      <a:pt x="94" y="1"/>
                    </a:moveTo>
                    <a:cubicBezTo>
                      <a:pt x="76" y="1"/>
                      <a:pt x="57" y="8"/>
                      <a:pt x="40" y="25"/>
                    </a:cubicBezTo>
                    <a:cubicBezTo>
                      <a:pt x="1" y="51"/>
                      <a:pt x="1" y="104"/>
                      <a:pt x="27" y="143"/>
                    </a:cubicBezTo>
                    <a:cubicBezTo>
                      <a:pt x="27" y="154"/>
                      <a:pt x="630" y="858"/>
                      <a:pt x="1516" y="858"/>
                    </a:cubicBezTo>
                    <a:cubicBezTo>
                      <a:pt x="1751" y="858"/>
                      <a:pt x="2005" y="809"/>
                      <a:pt x="2272" y="685"/>
                    </a:cubicBezTo>
                    <a:lnTo>
                      <a:pt x="2286" y="672"/>
                    </a:lnTo>
                    <a:cubicBezTo>
                      <a:pt x="2312" y="645"/>
                      <a:pt x="2325" y="606"/>
                      <a:pt x="2312" y="566"/>
                    </a:cubicBezTo>
                    <a:cubicBezTo>
                      <a:pt x="2292" y="536"/>
                      <a:pt x="2257" y="521"/>
                      <a:pt x="2225" y="521"/>
                    </a:cubicBezTo>
                    <a:cubicBezTo>
                      <a:pt x="2214" y="521"/>
                      <a:pt x="2203" y="523"/>
                      <a:pt x="2193" y="526"/>
                    </a:cubicBezTo>
                    <a:cubicBezTo>
                      <a:pt x="1951" y="639"/>
                      <a:pt x="1723" y="684"/>
                      <a:pt x="1512" y="684"/>
                    </a:cubicBezTo>
                    <a:cubicBezTo>
                      <a:pt x="710" y="684"/>
                      <a:pt x="170" y="38"/>
                      <a:pt x="159" y="38"/>
                    </a:cubicBezTo>
                    <a:cubicBezTo>
                      <a:pt x="144" y="15"/>
                      <a:pt x="120" y="1"/>
                      <a:pt x="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25"/>
              <p:cNvSpPr/>
              <p:nvPr/>
            </p:nvSpPr>
            <p:spPr>
              <a:xfrm>
                <a:off x="670625" y="2070375"/>
                <a:ext cx="9275" cy="30075"/>
              </a:xfrm>
              <a:custGeom>
                <a:rect b="b" l="l" r="r" t="t"/>
                <a:pathLst>
                  <a:path extrusionOk="0" h="1203" w="371">
                    <a:moveTo>
                      <a:pt x="291" y="1"/>
                    </a:moveTo>
                    <a:cubicBezTo>
                      <a:pt x="251" y="1"/>
                      <a:pt x="199" y="27"/>
                      <a:pt x="199" y="80"/>
                    </a:cubicBezTo>
                    <a:lnTo>
                      <a:pt x="1" y="1097"/>
                    </a:lnTo>
                    <a:cubicBezTo>
                      <a:pt x="1" y="1150"/>
                      <a:pt x="27" y="1189"/>
                      <a:pt x="67" y="1203"/>
                    </a:cubicBezTo>
                    <a:cubicBezTo>
                      <a:pt x="93" y="1203"/>
                      <a:pt x="119" y="1203"/>
                      <a:pt x="146" y="1189"/>
                    </a:cubicBezTo>
                    <a:cubicBezTo>
                      <a:pt x="159" y="1163"/>
                      <a:pt x="172" y="1150"/>
                      <a:pt x="172" y="1136"/>
                    </a:cubicBezTo>
                    <a:lnTo>
                      <a:pt x="370" y="106"/>
                    </a:lnTo>
                    <a:cubicBezTo>
                      <a:pt x="370" y="67"/>
                      <a:pt x="344" y="14"/>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25"/>
              <p:cNvSpPr/>
              <p:nvPr/>
            </p:nvSpPr>
            <p:spPr>
              <a:xfrm>
                <a:off x="648925" y="2075350"/>
                <a:ext cx="10400" cy="7600"/>
              </a:xfrm>
              <a:custGeom>
                <a:rect b="b" l="l" r="r" t="t"/>
                <a:pathLst>
                  <a:path extrusionOk="0" h="304" w="416">
                    <a:moveTo>
                      <a:pt x="215" y="0"/>
                    </a:moveTo>
                    <a:cubicBezTo>
                      <a:pt x="103" y="0"/>
                      <a:pt x="1" y="133"/>
                      <a:pt x="89" y="251"/>
                    </a:cubicBezTo>
                    <a:cubicBezTo>
                      <a:pt x="123" y="288"/>
                      <a:pt x="163" y="303"/>
                      <a:pt x="201" y="303"/>
                    </a:cubicBezTo>
                    <a:cubicBezTo>
                      <a:pt x="314" y="303"/>
                      <a:pt x="416" y="171"/>
                      <a:pt x="327" y="53"/>
                    </a:cubicBezTo>
                    <a:cubicBezTo>
                      <a:pt x="293" y="16"/>
                      <a:pt x="254" y="0"/>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25"/>
              <p:cNvSpPr/>
              <p:nvPr/>
            </p:nvSpPr>
            <p:spPr>
              <a:xfrm>
                <a:off x="591400" y="2174775"/>
                <a:ext cx="23775" cy="17800"/>
              </a:xfrm>
              <a:custGeom>
                <a:rect b="b" l="l" r="r" t="t"/>
                <a:pathLst>
                  <a:path extrusionOk="0" h="712" w="951">
                    <a:moveTo>
                      <a:pt x="854" y="1"/>
                    </a:moveTo>
                    <a:cubicBezTo>
                      <a:pt x="842" y="1"/>
                      <a:pt x="830" y="4"/>
                      <a:pt x="819" y="11"/>
                    </a:cubicBezTo>
                    <a:cubicBezTo>
                      <a:pt x="541" y="156"/>
                      <a:pt x="277" y="341"/>
                      <a:pt x="40" y="566"/>
                    </a:cubicBezTo>
                    <a:cubicBezTo>
                      <a:pt x="0" y="592"/>
                      <a:pt x="0" y="658"/>
                      <a:pt x="40" y="685"/>
                    </a:cubicBezTo>
                    <a:cubicBezTo>
                      <a:pt x="53" y="698"/>
                      <a:pt x="66" y="711"/>
                      <a:pt x="79" y="711"/>
                    </a:cubicBezTo>
                    <a:cubicBezTo>
                      <a:pt x="106" y="711"/>
                      <a:pt x="132" y="711"/>
                      <a:pt x="158" y="685"/>
                    </a:cubicBezTo>
                    <a:cubicBezTo>
                      <a:pt x="383" y="487"/>
                      <a:pt x="621" y="315"/>
                      <a:pt x="898" y="170"/>
                    </a:cubicBezTo>
                    <a:cubicBezTo>
                      <a:pt x="938" y="143"/>
                      <a:pt x="951" y="90"/>
                      <a:pt x="938" y="51"/>
                    </a:cubicBezTo>
                    <a:cubicBezTo>
                      <a:pt x="919" y="22"/>
                      <a:pt x="886" y="1"/>
                      <a:pt x="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25"/>
              <p:cNvSpPr/>
              <p:nvPr/>
            </p:nvSpPr>
            <p:spPr>
              <a:xfrm>
                <a:off x="605575" y="2176050"/>
                <a:ext cx="8550" cy="21475"/>
              </a:xfrm>
              <a:custGeom>
                <a:rect b="b" l="l" r="r" t="t"/>
                <a:pathLst>
                  <a:path extrusionOk="0" h="859" w="342">
                    <a:moveTo>
                      <a:pt x="207" y="1"/>
                    </a:moveTo>
                    <a:cubicBezTo>
                      <a:pt x="181" y="1"/>
                      <a:pt x="158" y="12"/>
                      <a:pt x="146" y="39"/>
                    </a:cubicBezTo>
                    <a:cubicBezTo>
                      <a:pt x="54" y="277"/>
                      <a:pt x="1" y="528"/>
                      <a:pt x="14" y="779"/>
                    </a:cubicBezTo>
                    <a:cubicBezTo>
                      <a:pt x="14" y="819"/>
                      <a:pt x="41" y="845"/>
                      <a:pt x="80" y="858"/>
                    </a:cubicBezTo>
                    <a:lnTo>
                      <a:pt x="107" y="858"/>
                    </a:lnTo>
                    <a:cubicBezTo>
                      <a:pt x="146" y="858"/>
                      <a:pt x="186" y="819"/>
                      <a:pt x="186" y="766"/>
                    </a:cubicBezTo>
                    <a:cubicBezTo>
                      <a:pt x="173" y="541"/>
                      <a:pt x="225" y="330"/>
                      <a:pt x="305" y="119"/>
                    </a:cubicBezTo>
                    <a:cubicBezTo>
                      <a:pt x="342" y="63"/>
                      <a:pt x="268" y="1"/>
                      <a:pt x="2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25"/>
              <p:cNvSpPr/>
              <p:nvPr/>
            </p:nvSpPr>
            <p:spPr>
              <a:xfrm>
                <a:off x="677550" y="2020400"/>
                <a:ext cx="49225" cy="18300"/>
              </a:xfrm>
              <a:custGeom>
                <a:rect b="b" l="l" r="r" t="t"/>
                <a:pathLst>
                  <a:path extrusionOk="0" h="732" w="1969">
                    <a:moveTo>
                      <a:pt x="1634" y="0"/>
                    </a:moveTo>
                    <a:cubicBezTo>
                      <a:pt x="1346" y="0"/>
                      <a:pt x="898" y="109"/>
                      <a:pt x="397" y="402"/>
                    </a:cubicBezTo>
                    <a:cubicBezTo>
                      <a:pt x="265" y="455"/>
                      <a:pt x="133" y="507"/>
                      <a:pt x="1" y="534"/>
                    </a:cubicBezTo>
                    <a:cubicBezTo>
                      <a:pt x="357" y="547"/>
                      <a:pt x="701" y="613"/>
                      <a:pt x="1044" y="732"/>
                    </a:cubicBezTo>
                    <a:cubicBezTo>
                      <a:pt x="1044" y="732"/>
                      <a:pt x="1969" y="336"/>
                      <a:pt x="1969" y="138"/>
                    </a:cubicBezTo>
                    <a:cubicBezTo>
                      <a:pt x="1963" y="55"/>
                      <a:pt x="1839" y="0"/>
                      <a:pt x="1634" y="0"/>
                    </a:cubicBez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25"/>
              <p:cNvSpPr/>
              <p:nvPr/>
            </p:nvSpPr>
            <p:spPr>
              <a:xfrm>
                <a:off x="692750" y="2002850"/>
                <a:ext cx="78275" cy="47075"/>
              </a:xfrm>
              <a:custGeom>
                <a:rect b="b" l="l" r="r" t="t"/>
                <a:pathLst>
                  <a:path extrusionOk="0" h="1883" w="3131">
                    <a:moveTo>
                      <a:pt x="2821" y="0"/>
                    </a:moveTo>
                    <a:cubicBezTo>
                      <a:pt x="2447" y="0"/>
                      <a:pt x="1198" y="1028"/>
                      <a:pt x="634" y="1196"/>
                    </a:cubicBezTo>
                    <a:cubicBezTo>
                      <a:pt x="0" y="1394"/>
                      <a:pt x="674" y="1883"/>
                      <a:pt x="674" y="1883"/>
                    </a:cubicBezTo>
                    <a:cubicBezTo>
                      <a:pt x="674" y="1883"/>
                      <a:pt x="1400" y="1645"/>
                      <a:pt x="1730" y="1223"/>
                    </a:cubicBezTo>
                    <a:cubicBezTo>
                      <a:pt x="2061" y="813"/>
                      <a:pt x="3130" y="338"/>
                      <a:pt x="2906" y="34"/>
                    </a:cubicBezTo>
                    <a:cubicBezTo>
                      <a:pt x="2888" y="11"/>
                      <a:pt x="2859" y="0"/>
                      <a:pt x="2821"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25"/>
              <p:cNvSpPr/>
              <p:nvPr/>
            </p:nvSpPr>
            <p:spPr>
              <a:xfrm>
                <a:off x="696375" y="2008650"/>
                <a:ext cx="78675" cy="27750"/>
              </a:xfrm>
              <a:custGeom>
                <a:rect b="b" l="l" r="r" t="t"/>
                <a:pathLst>
                  <a:path extrusionOk="0" h="1110" w="3147">
                    <a:moveTo>
                      <a:pt x="2858" y="1"/>
                    </a:moveTo>
                    <a:cubicBezTo>
                      <a:pt x="2589" y="1"/>
                      <a:pt x="2165" y="90"/>
                      <a:pt x="1784" y="264"/>
                    </a:cubicBezTo>
                    <a:cubicBezTo>
                      <a:pt x="1150" y="555"/>
                      <a:pt x="1" y="1109"/>
                      <a:pt x="1" y="1109"/>
                    </a:cubicBezTo>
                    <a:cubicBezTo>
                      <a:pt x="1" y="1109"/>
                      <a:pt x="1150" y="1109"/>
                      <a:pt x="1612" y="806"/>
                    </a:cubicBezTo>
                    <a:cubicBezTo>
                      <a:pt x="2074" y="515"/>
                      <a:pt x="3078" y="317"/>
                      <a:pt x="3131" y="119"/>
                    </a:cubicBezTo>
                    <a:cubicBezTo>
                      <a:pt x="3146" y="40"/>
                      <a:pt x="3036" y="1"/>
                      <a:pt x="2858"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25"/>
              <p:cNvSpPr/>
              <p:nvPr/>
            </p:nvSpPr>
            <p:spPr>
              <a:xfrm>
                <a:off x="644225" y="2015375"/>
                <a:ext cx="137200" cy="54700"/>
              </a:xfrm>
              <a:custGeom>
                <a:rect b="b" l="l" r="r" t="t"/>
                <a:pathLst>
                  <a:path extrusionOk="0" h="2188" w="5488">
                    <a:moveTo>
                      <a:pt x="5136" y="0"/>
                    </a:moveTo>
                    <a:cubicBezTo>
                      <a:pt x="4870" y="0"/>
                      <a:pt x="4479" y="60"/>
                      <a:pt x="4173" y="141"/>
                    </a:cubicBezTo>
                    <a:cubicBezTo>
                      <a:pt x="3619" y="299"/>
                      <a:pt x="2324" y="642"/>
                      <a:pt x="2324" y="642"/>
                    </a:cubicBezTo>
                    <a:cubicBezTo>
                      <a:pt x="2324" y="642"/>
                      <a:pt x="1903" y="524"/>
                      <a:pt x="1419" y="524"/>
                    </a:cubicBezTo>
                    <a:cubicBezTo>
                      <a:pt x="1217" y="524"/>
                      <a:pt x="1004" y="544"/>
                      <a:pt x="806" y="603"/>
                    </a:cubicBezTo>
                    <a:lnTo>
                      <a:pt x="713" y="642"/>
                    </a:lnTo>
                    <a:lnTo>
                      <a:pt x="687" y="656"/>
                    </a:lnTo>
                    <a:cubicBezTo>
                      <a:pt x="528" y="695"/>
                      <a:pt x="396" y="774"/>
                      <a:pt x="277" y="880"/>
                    </a:cubicBezTo>
                    <a:cubicBezTo>
                      <a:pt x="40" y="1131"/>
                      <a:pt x="0" y="1501"/>
                      <a:pt x="172" y="1791"/>
                    </a:cubicBezTo>
                    <a:cubicBezTo>
                      <a:pt x="238" y="1897"/>
                      <a:pt x="330" y="1976"/>
                      <a:pt x="436" y="2042"/>
                    </a:cubicBezTo>
                    <a:cubicBezTo>
                      <a:pt x="542" y="2095"/>
                      <a:pt x="660" y="2148"/>
                      <a:pt x="779" y="2188"/>
                    </a:cubicBezTo>
                    <a:cubicBezTo>
                      <a:pt x="779" y="2188"/>
                      <a:pt x="2760" y="1871"/>
                      <a:pt x="3381" y="1329"/>
                    </a:cubicBezTo>
                    <a:cubicBezTo>
                      <a:pt x="4002" y="788"/>
                      <a:pt x="5296" y="378"/>
                      <a:pt x="5428" y="141"/>
                    </a:cubicBezTo>
                    <a:cubicBezTo>
                      <a:pt x="5487" y="40"/>
                      <a:pt x="5353" y="0"/>
                      <a:pt x="5136" y="0"/>
                    </a:cubicBez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25"/>
              <p:cNvSpPr/>
              <p:nvPr/>
            </p:nvSpPr>
            <p:spPr>
              <a:xfrm>
                <a:off x="448100" y="3043050"/>
                <a:ext cx="50200" cy="36000"/>
              </a:xfrm>
              <a:custGeom>
                <a:rect b="b" l="l" r="r" t="t"/>
                <a:pathLst>
                  <a:path extrusionOk="0" h="1440" w="2008">
                    <a:moveTo>
                      <a:pt x="2008" y="0"/>
                    </a:moveTo>
                    <a:lnTo>
                      <a:pt x="0" y="79"/>
                    </a:lnTo>
                    <a:lnTo>
                      <a:pt x="172" y="1440"/>
                    </a:lnTo>
                    <a:lnTo>
                      <a:pt x="1915" y="1440"/>
                    </a:lnTo>
                    <a:lnTo>
                      <a:pt x="2008" y="0"/>
                    </a:ln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25"/>
              <p:cNvSpPr/>
              <p:nvPr/>
            </p:nvSpPr>
            <p:spPr>
              <a:xfrm>
                <a:off x="564325" y="3038075"/>
                <a:ext cx="48875" cy="40975"/>
              </a:xfrm>
              <a:custGeom>
                <a:rect b="b" l="l" r="r" t="t"/>
                <a:pathLst>
                  <a:path extrusionOk="0" h="1639" w="1955">
                    <a:moveTo>
                      <a:pt x="1875" y="1"/>
                    </a:moveTo>
                    <a:lnTo>
                      <a:pt x="0" y="54"/>
                    </a:lnTo>
                    <a:lnTo>
                      <a:pt x="211" y="1639"/>
                    </a:lnTo>
                    <a:lnTo>
                      <a:pt x="1955" y="1625"/>
                    </a:lnTo>
                    <a:lnTo>
                      <a:pt x="1875" y="1"/>
                    </a:ln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25"/>
              <p:cNvSpPr/>
              <p:nvPr/>
            </p:nvSpPr>
            <p:spPr>
              <a:xfrm>
                <a:off x="552750" y="3066725"/>
                <a:ext cx="169725" cy="81000"/>
              </a:xfrm>
              <a:custGeom>
                <a:rect b="b" l="l" r="r" t="t"/>
                <a:pathLst>
                  <a:path extrusionOk="0" h="3240" w="6789">
                    <a:moveTo>
                      <a:pt x="2346" y="0"/>
                    </a:moveTo>
                    <a:cubicBezTo>
                      <a:pt x="2039" y="0"/>
                      <a:pt x="1644" y="302"/>
                      <a:pt x="1244" y="302"/>
                    </a:cubicBezTo>
                    <a:cubicBezTo>
                      <a:pt x="1066" y="302"/>
                      <a:pt x="887" y="243"/>
                      <a:pt x="714" y="70"/>
                    </a:cubicBezTo>
                    <a:cubicBezTo>
                      <a:pt x="688" y="64"/>
                      <a:pt x="662" y="61"/>
                      <a:pt x="637" y="61"/>
                    </a:cubicBezTo>
                    <a:cubicBezTo>
                      <a:pt x="433" y="61"/>
                      <a:pt x="269" y="241"/>
                      <a:pt x="305" y="453"/>
                    </a:cubicBezTo>
                    <a:cubicBezTo>
                      <a:pt x="305" y="532"/>
                      <a:pt x="291" y="611"/>
                      <a:pt x="278" y="677"/>
                    </a:cubicBezTo>
                    <a:cubicBezTo>
                      <a:pt x="278" y="743"/>
                      <a:pt x="265" y="796"/>
                      <a:pt x="265" y="862"/>
                    </a:cubicBezTo>
                    <a:cubicBezTo>
                      <a:pt x="173" y="1430"/>
                      <a:pt x="1" y="2315"/>
                      <a:pt x="40" y="2870"/>
                    </a:cubicBezTo>
                    <a:cubicBezTo>
                      <a:pt x="40" y="2989"/>
                      <a:pt x="67" y="3121"/>
                      <a:pt x="133" y="3240"/>
                    </a:cubicBezTo>
                    <a:lnTo>
                      <a:pt x="6710" y="3226"/>
                    </a:lnTo>
                    <a:cubicBezTo>
                      <a:pt x="6776" y="3107"/>
                      <a:pt x="6789" y="2975"/>
                      <a:pt x="6763" y="2857"/>
                    </a:cubicBezTo>
                    <a:cubicBezTo>
                      <a:pt x="6697" y="2579"/>
                      <a:pt x="6432" y="2170"/>
                      <a:pt x="5455" y="1760"/>
                    </a:cubicBezTo>
                    <a:cubicBezTo>
                      <a:pt x="4689" y="1443"/>
                      <a:pt x="3804" y="1140"/>
                      <a:pt x="3276" y="664"/>
                    </a:cubicBezTo>
                    <a:cubicBezTo>
                      <a:pt x="2761" y="202"/>
                      <a:pt x="2563" y="70"/>
                      <a:pt x="2563" y="70"/>
                    </a:cubicBezTo>
                    <a:cubicBezTo>
                      <a:pt x="2497" y="20"/>
                      <a:pt x="2425" y="0"/>
                      <a:pt x="2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25"/>
              <p:cNvSpPr/>
              <p:nvPr/>
            </p:nvSpPr>
            <p:spPr>
              <a:xfrm>
                <a:off x="553750" y="3138125"/>
                <a:ext cx="168725" cy="9600"/>
              </a:xfrm>
              <a:custGeom>
                <a:rect b="b" l="l" r="r" t="t"/>
                <a:pathLst>
                  <a:path extrusionOk="0" h="384" w="6749">
                    <a:moveTo>
                      <a:pt x="6723" y="1"/>
                    </a:moveTo>
                    <a:lnTo>
                      <a:pt x="0" y="14"/>
                    </a:lnTo>
                    <a:cubicBezTo>
                      <a:pt x="0" y="133"/>
                      <a:pt x="27" y="265"/>
                      <a:pt x="93" y="384"/>
                    </a:cubicBezTo>
                    <a:lnTo>
                      <a:pt x="6670" y="370"/>
                    </a:lnTo>
                    <a:cubicBezTo>
                      <a:pt x="6736" y="251"/>
                      <a:pt x="6749" y="119"/>
                      <a:pt x="6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25"/>
              <p:cNvSpPr/>
              <p:nvPr/>
            </p:nvSpPr>
            <p:spPr>
              <a:xfrm>
                <a:off x="559350" y="3083650"/>
                <a:ext cx="22150" cy="63750"/>
              </a:xfrm>
              <a:custGeom>
                <a:rect b="b" l="l" r="r" t="t"/>
                <a:pathLst>
                  <a:path extrusionOk="0" h="2550" w="886">
                    <a:moveTo>
                      <a:pt x="27" y="0"/>
                    </a:moveTo>
                    <a:cubicBezTo>
                      <a:pt x="27" y="53"/>
                      <a:pt x="14" y="119"/>
                      <a:pt x="1" y="185"/>
                    </a:cubicBezTo>
                    <a:cubicBezTo>
                      <a:pt x="410" y="502"/>
                      <a:pt x="661" y="978"/>
                      <a:pt x="701" y="1506"/>
                    </a:cubicBezTo>
                    <a:cubicBezTo>
                      <a:pt x="727" y="1889"/>
                      <a:pt x="595" y="2259"/>
                      <a:pt x="344" y="2549"/>
                    </a:cubicBezTo>
                    <a:lnTo>
                      <a:pt x="542" y="2549"/>
                    </a:lnTo>
                    <a:cubicBezTo>
                      <a:pt x="767" y="2246"/>
                      <a:pt x="886" y="1863"/>
                      <a:pt x="859" y="1480"/>
                    </a:cubicBezTo>
                    <a:cubicBezTo>
                      <a:pt x="807" y="885"/>
                      <a:pt x="503" y="344"/>
                      <a:pt x="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25"/>
              <p:cNvSpPr/>
              <p:nvPr/>
            </p:nvSpPr>
            <p:spPr>
              <a:xfrm>
                <a:off x="628125" y="3085225"/>
                <a:ext cx="17425" cy="8050"/>
              </a:xfrm>
              <a:custGeom>
                <a:rect b="b" l="l" r="r" t="t"/>
                <a:pathLst>
                  <a:path extrusionOk="0" h="322" w="697">
                    <a:moveTo>
                      <a:pt x="578" y="0"/>
                    </a:moveTo>
                    <a:cubicBezTo>
                      <a:pt x="569" y="0"/>
                      <a:pt x="560" y="1"/>
                      <a:pt x="552" y="3"/>
                    </a:cubicBezTo>
                    <a:lnTo>
                      <a:pt x="129" y="109"/>
                    </a:lnTo>
                    <a:cubicBezTo>
                      <a:pt x="1" y="122"/>
                      <a:pt x="22" y="321"/>
                      <a:pt x="144" y="321"/>
                    </a:cubicBezTo>
                    <a:cubicBezTo>
                      <a:pt x="148" y="321"/>
                      <a:pt x="151" y="321"/>
                      <a:pt x="155" y="320"/>
                    </a:cubicBezTo>
                    <a:lnTo>
                      <a:pt x="182" y="320"/>
                    </a:lnTo>
                    <a:lnTo>
                      <a:pt x="591" y="215"/>
                    </a:lnTo>
                    <a:cubicBezTo>
                      <a:pt x="657" y="202"/>
                      <a:pt x="697" y="136"/>
                      <a:pt x="684" y="83"/>
                    </a:cubicBezTo>
                    <a:cubicBezTo>
                      <a:pt x="662" y="28"/>
                      <a:pt x="621" y="0"/>
                      <a:pt x="5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25"/>
              <p:cNvSpPr/>
              <p:nvPr/>
            </p:nvSpPr>
            <p:spPr>
              <a:xfrm>
                <a:off x="619125" y="3076600"/>
                <a:ext cx="16900" cy="8075"/>
              </a:xfrm>
              <a:custGeom>
                <a:rect b="b" l="l" r="r" t="t"/>
                <a:pathLst>
                  <a:path extrusionOk="0" h="323" w="676">
                    <a:moveTo>
                      <a:pt x="534" y="0"/>
                    </a:moveTo>
                    <a:cubicBezTo>
                      <a:pt x="524" y="0"/>
                      <a:pt x="513" y="2"/>
                      <a:pt x="502" y="5"/>
                    </a:cubicBezTo>
                    <a:lnTo>
                      <a:pt x="93" y="111"/>
                    </a:lnTo>
                    <a:cubicBezTo>
                      <a:pt x="27" y="124"/>
                      <a:pt x="0" y="177"/>
                      <a:pt x="14" y="243"/>
                    </a:cubicBezTo>
                    <a:cubicBezTo>
                      <a:pt x="14" y="282"/>
                      <a:pt x="66" y="322"/>
                      <a:pt x="119" y="322"/>
                    </a:cubicBezTo>
                    <a:lnTo>
                      <a:pt x="146" y="322"/>
                    </a:lnTo>
                    <a:lnTo>
                      <a:pt x="555" y="216"/>
                    </a:lnTo>
                    <a:cubicBezTo>
                      <a:pt x="676" y="180"/>
                      <a:pt x="642" y="0"/>
                      <a:pt x="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25"/>
              <p:cNvSpPr/>
              <p:nvPr/>
            </p:nvSpPr>
            <p:spPr>
              <a:xfrm>
                <a:off x="639600" y="3091125"/>
                <a:ext cx="17200" cy="8075"/>
              </a:xfrm>
              <a:custGeom>
                <a:rect b="b" l="l" r="r" t="t"/>
                <a:pathLst>
                  <a:path extrusionOk="0" h="323" w="688">
                    <a:moveTo>
                      <a:pt x="537" y="0"/>
                    </a:moveTo>
                    <a:cubicBezTo>
                      <a:pt x="526" y="0"/>
                      <a:pt x="514" y="2"/>
                      <a:pt x="502" y="5"/>
                    </a:cubicBezTo>
                    <a:lnTo>
                      <a:pt x="93" y="111"/>
                    </a:lnTo>
                    <a:cubicBezTo>
                      <a:pt x="40" y="124"/>
                      <a:pt x="0" y="177"/>
                      <a:pt x="13" y="243"/>
                    </a:cubicBezTo>
                    <a:cubicBezTo>
                      <a:pt x="27" y="283"/>
                      <a:pt x="66" y="322"/>
                      <a:pt x="119" y="322"/>
                    </a:cubicBezTo>
                    <a:lnTo>
                      <a:pt x="145" y="322"/>
                    </a:lnTo>
                    <a:lnTo>
                      <a:pt x="555" y="217"/>
                    </a:lnTo>
                    <a:cubicBezTo>
                      <a:pt x="688" y="180"/>
                      <a:pt x="655" y="0"/>
                      <a:pt x="5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25"/>
              <p:cNvSpPr/>
              <p:nvPr/>
            </p:nvSpPr>
            <p:spPr>
              <a:xfrm>
                <a:off x="649825" y="3096800"/>
                <a:ext cx="17000" cy="8000"/>
              </a:xfrm>
              <a:custGeom>
                <a:rect b="b" l="l" r="r" t="t"/>
                <a:pathLst>
                  <a:path extrusionOk="0" h="320" w="680">
                    <a:moveTo>
                      <a:pt x="526" y="0"/>
                    </a:moveTo>
                    <a:cubicBezTo>
                      <a:pt x="519" y="0"/>
                      <a:pt x="511" y="1"/>
                      <a:pt x="502" y="3"/>
                    </a:cubicBezTo>
                    <a:lnTo>
                      <a:pt x="93" y="108"/>
                    </a:lnTo>
                    <a:cubicBezTo>
                      <a:pt x="27" y="122"/>
                      <a:pt x="1" y="174"/>
                      <a:pt x="14" y="240"/>
                    </a:cubicBezTo>
                    <a:cubicBezTo>
                      <a:pt x="27" y="293"/>
                      <a:pt x="67" y="320"/>
                      <a:pt x="119" y="320"/>
                    </a:cubicBezTo>
                    <a:lnTo>
                      <a:pt x="146" y="320"/>
                    </a:lnTo>
                    <a:lnTo>
                      <a:pt x="555" y="214"/>
                    </a:lnTo>
                    <a:cubicBezTo>
                      <a:pt x="679" y="177"/>
                      <a:pt x="640"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25"/>
              <p:cNvSpPr/>
              <p:nvPr/>
            </p:nvSpPr>
            <p:spPr>
              <a:xfrm>
                <a:off x="660725" y="3102050"/>
                <a:ext cx="16525" cy="8025"/>
              </a:xfrm>
              <a:custGeom>
                <a:rect b="b" l="l" r="r" t="t"/>
                <a:pathLst>
                  <a:path extrusionOk="0" h="321" w="661">
                    <a:moveTo>
                      <a:pt x="542" y="1"/>
                    </a:moveTo>
                    <a:cubicBezTo>
                      <a:pt x="533" y="1"/>
                      <a:pt x="524" y="2"/>
                      <a:pt x="515" y="4"/>
                    </a:cubicBezTo>
                    <a:lnTo>
                      <a:pt x="106" y="110"/>
                    </a:lnTo>
                    <a:cubicBezTo>
                      <a:pt x="40" y="123"/>
                      <a:pt x="0" y="176"/>
                      <a:pt x="27" y="242"/>
                    </a:cubicBezTo>
                    <a:cubicBezTo>
                      <a:pt x="40" y="295"/>
                      <a:pt x="80" y="321"/>
                      <a:pt x="132" y="321"/>
                    </a:cubicBezTo>
                    <a:cubicBezTo>
                      <a:pt x="132" y="321"/>
                      <a:pt x="146" y="321"/>
                      <a:pt x="159" y="308"/>
                    </a:cubicBezTo>
                    <a:lnTo>
                      <a:pt x="568" y="215"/>
                    </a:lnTo>
                    <a:cubicBezTo>
                      <a:pt x="621" y="189"/>
                      <a:pt x="661" y="136"/>
                      <a:pt x="647" y="83"/>
                    </a:cubicBezTo>
                    <a:cubicBezTo>
                      <a:pt x="625" y="28"/>
                      <a:pt x="585" y="1"/>
                      <a:pt x="5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25"/>
              <p:cNvSpPr/>
              <p:nvPr/>
            </p:nvSpPr>
            <p:spPr>
              <a:xfrm>
                <a:off x="672050" y="3106625"/>
                <a:ext cx="18125" cy="8100"/>
              </a:xfrm>
              <a:custGeom>
                <a:rect b="b" l="l" r="r" t="t"/>
                <a:pathLst>
                  <a:path extrusionOk="0" h="324" w="725">
                    <a:moveTo>
                      <a:pt x="583" y="1"/>
                    </a:moveTo>
                    <a:cubicBezTo>
                      <a:pt x="573" y="1"/>
                      <a:pt x="562" y="3"/>
                      <a:pt x="551" y="6"/>
                    </a:cubicBezTo>
                    <a:lnTo>
                      <a:pt x="142" y="112"/>
                    </a:lnTo>
                    <a:cubicBezTo>
                      <a:pt x="1" y="124"/>
                      <a:pt x="21" y="323"/>
                      <a:pt x="155" y="323"/>
                    </a:cubicBezTo>
                    <a:cubicBezTo>
                      <a:pt x="159" y="323"/>
                      <a:pt x="164" y="323"/>
                      <a:pt x="168" y="323"/>
                    </a:cubicBezTo>
                    <a:lnTo>
                      <a:pt x="194" y="323"/>
                    </a:lnTo>
                    <a:lnTo>
                      <a:pt x="604" y="217"/>
                    </a:lnTo>
                    <a:cubicBezTo>
                      <a:pt x="725" y="181"/>
                      <a:pt x="691" y="1"/>
                      <a:pt x="5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25"/>
              <p:cNvSpPr/>
              <p:nvPr/>
            </p:nvSpPr>
            <p:spPr>
              <a:xfrm>
                <a:off x="371175" y="2336150"/>
                <a:ext cx="255225" cy="152025"/>
              </a:xfrm>
              <a:custGeom>
                <a:rect b="b" l="l" r="r" t="t"/>
                <a:pathLst>
                  <a:path extrusionOk="0" h="6081" w="10209">
                    <a:moveTo>
                      <a:pt x="8690" y="1"/>
                    </a:moveTo>
                    <a:lnTo>
                      <a:pt x="185" y="1810"/>
                    </a:lnTo>
                    <a:cubicBezTo>
                      <a:pt x="185" y="1810"/>
                      <a:pt x="0" y="3620"/>
                      <a:pt x="330" y="4927"/>
                    </a:cubicBezTo>
                    <a:cubicBezTo>
                      <a:pt x="344" y="4993"/>
                      <a:pt x="370" y="5059"/>
                      <a:pt x="383" y="5125"/>
                    </a:cubicBezTo>
                    <a:cubicBezTo>
                      <a:pt x="410" y="5218"/>
                      <a:pt x="436" y="5297"/>
                      <a:pt x="476" y="5389"/>
                    </a:cubicBezTo>
                    <a:cubicBezTo>
                      <a:pt x="674" y="5877"/>
                      <a:pt x="1804" y="6080"/>
                      <a:pt x="3216" y="6080"/>
                    </a:cubicBezTo>
                    <a:cubicBezTo>
                      <a:pt x="3871" y="6080"/>
                      <a:pt x="4585" y="6037"/>
                      <a:pt x="5296" y="5957"/>
                    </a:cubicBezTo>
                    <a:cubicBezTo>
                      <a:pt x="7026" y="5759"/>
                      <a:pt x="8743" y="5336"/>
                      <a:pt x="9496" y="4835"/>
                    </a:cubicBezTo>
                    <a:cubicBezTo>
                      <a:pt x="10209" y="4359"/>
                      <a:pt x="8690" y="1"/>
                      <a:pt x="86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25"/>
              <p:cNvSpPr/>
              <p:nvPr/>
            </p:nvSpPr>
            <p:spPr>
              <a:xfrm>
                <a:off x="506525" y="2428275"/>
                <a:ext cx="130775" cy="614450"/>
              </a:xfrm>
              <a:custGeom>
                <a:rect b="b" l="l" r="r" t="t"/>
                <a:pathLst>
                  <a:path extrusionOk="0" h="24578" w="5231">
                    <a:moveTo>
                      <a:pt x="4240" y="1"/>
                    </a:moveTo>
                    <a:lnTo>
                      <a:pt x="3408" y="384"/>
                    </a:lnTo>
                    <a:lnTo>
                      <a:pt x="3210" y="476"/>
                    </a:lnTo>
                    <a:lnTo>
                      <a:pt x="1" y="1955"/>
                    </a:lnTo>
                    <a:lnTo>
                      <a:pt x="41" y="2246"/>
                    </a:lnTo>
                    <a:lnTo>
                      <a:pt x="1454" y="14277"/>
                    </a:lnTo>
                    <a:cubicBezTo>
                      <a:pt x="1137" y="16297"/>
                      <a:pt x="2022" y="24578"/>
                      <a:pt x="2022" y="24578"/>
                    </a:cubicBezTo>
                    <a:lnTo>
                      <a:pt x="4518" y="24499"/>
                    </a:lnTo>
                    <a:lnTo>
                      <a:pt x="5231" y="13524"/>
                    </a:lnTo>
                    <a:cubicBezTo>
                      <a:pt x="5204" y="10341"/>
                      <a:pt x="4861" y="5943"/>
                      <a:pt x="4359" y="1163"/>
                    </a:cubicBezTo>
                    <a:cubicBezTo>
                      <a:pt x="4359" y="1084"/>
                      <a:pt x="4346" y="1004"/>
                      <a:pt x="4333" y="938"/>
                    </a:cubicBezTo>
                    <a:cubicBezTo>
                      <a:pt x="4306" y="687"/>
                      <a:pt x="4280" y="436"/>
                      <a:pt x="4253" y="199"/>
                    </a:cubicBezTo>
                    <a:cubicBezTo>
                      <a:pt x="4253" y="133"/>
                      <a:pt x="4240" y="67"/>
                      <a:pt x="4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25"/>
              <p:cNvSpPr/>
              <p:nvPr/>
            </p:nvSpPr>
            <p:spPr>
              <a:xfrm>
                <a:off x="518100" y="2485675"/>
                <a:ext cx="51525" cy="548475"/>
              </a:xfrm>
              <a:custGeom>
                <a:rect b="b" l="l" r="r" t="t"/>
                <a:pathLst>
                  <a:path extrusionOk="0" h="21939" w="2061">
                    <a:moveTo>
                      <a:pt x="102" y="0"/>
                    </a:moveTo>
                    <a:cubicBezTo>
                      <a:pt x="50" y="0"/>
                      <a:pt x="0" y="37"/>
                      <a:pt x="0" y="108"/>
                    </a:cubicBezTo>
                    <a:lnTo>
                      <a:pt x="1519" y="11558"/>
                    </a:lnTo>
                    <a:cubicBezTo>
                      <a:pt x="1479" y="11809"/>
                      <a:pt x="977" y="14860"/>
                      <a:pt x="1849" y="21846"/>
                    </a:cubicBezTo>
                    <a:cubicBezTo>
                      <a:pt x="1849" y="21899"/>
                      <a:pt x="1902" y="21938"/>
                      <a:pt x="1955" y="21938"/>
                    </a:cubicBezTo>
                    <a:lnTo>
                      <a:pt x="1968" y="21938"/>
                    </a:lnTo>
                    <a:cubicBezTo>
                      <a:pt x="2021" y="21938"/>
                      <a:pt x="2060" y="21886"/>
                      <a:pt x="2060" y="21820"/>
                    </a:cubicBezTo>
                    <a:cubicBezTo>
                      <a:pt x="1149" y="14582"/>
                      <a:pt x="1730" y="11611"/>
                      <a:pt x="1730" y="11585"/>
                    </a:cubicBezTo>
                    <a:cubicBezTo>
                      <a:pt x="1730" y="11571"/>
                      <a:pt x="1730" y="11558"/>
                      <a:pt x="1730" y="11545"/>
                    </a:cubicBezTo>
                    <a:lnTo>
                      <a:pt x="211" y="82"/>
                    </a:lnTo>
                    <a:cubicBezTo>
                      <a:pt x="193" y="27"/>
                      <a:pt x="147" y="0"/>
                      <a:pt x="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25"/>
              <p:cNvSpPr/>
              <p:nvPr/>
            </p:nvSpPr>
            <p:spPr>
              <a:xfrm>
                <a:off x="563925" y="2390250"/>
                <a:ext cx="51600" cy="67100"/>
              </a:xfrm>
              <a:custGeom>
                <a:rect b="b" l="l" r="r" t="t"/>
                <a:pathLst>
                  <a:path extrusionOk="0" h="2684" w="2064">
                    <a:moveTo>
                      <a:pt x="117" y="1"/>
                    </a:moveTo>
                    <a:cubicBezTo>
                      <a:pt x="60" y="1"/>
                      <a:pt x="1" y="46"/>
                      <a:pt x="16" y="122"/>
                    </a:cubicBezTo>
                    <a:cubicBezTo>
                      <a:pt x="16" y="175"/>
                      <a:pt x="227" y="1244"/>
                      <a:pt x="914" y="1997"/>
                    </a:cubicBezTo>
                    <a:cubicBezTo>
                      <a:pt x="1059" y="2155"/>
                      <a:pt x="1218" y="2288"/>
                      <a:pt x="1403" y="2406"/>
                    </a:cubicBezTo>
                    <a:cubicBezTo>
                      <a:pt x="1535" y="2499"/>
                      <a:pt x="1680" y="2565"/>
                      <a:pt x="1839" y="2618"/>
                    </a:cubicBezTo>
                    <a:cubicBezTo>
                      <a:pt x="1918" y="2644"/>
                      <a:pt x="1984" y="2671"/>
                      <a:pt x="2063" y="2684"/>
                    </a:cubicBezTo>
                    <a:cubicBezTo>
                      <a:pt x="2063" y="2605"/>
                      <a:pt x="2050" y="2538"/>
                      <a:pt x="2037" y="2459"/>
                    </a:cubicBezTo>
                    <a:lnTo>
                      <a:pt x="1931" y="2433"/>
                    </a:lnTo>
                    <a:cubicBezTo>
                      <a:pt x="1786" y="2380"/>
                      <a:pt x="1640" y="2314"/>
                      <a:pt x="1508" y="2235"/>
                    </a:cubicBezTo>
                    <a:cubicBezTo>
                      <a:pt x="1363" y="2142"/>
                      <a:pt x="1231" y="2023"/>
                      <a:pt x="1112" y="1905"/>
                    </a:cubicBezTo>
                    <a:cubicBezTo>
                      <a:pt x="425" y="1191"/>
                      <a:pt x="214" y="95"/>
                      <a:pt x="214" y="82"/>
                    </a:cubicBezTo>
                    <a:cubicBezTo>
                      <a:pt x="203" y="26"/>
                      <a:pt x="160" y="1"/>
                      <a:pt x="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25"/>
              <p:cNvSpPr/>
              <p:nvPr/>
            </p:nvSpPr>
            <p:spPr>
              <a:xfrm>
                <a:off x="508525" y="2360275"/>
                <a:ext cx="12900" cy="115575"/>
              </a:xfrm>
              <a:custGeom>
                <a:rect b="b" l="l" r="r" t="t"/>
                <a:pathLst>
                  <a:path extrusionOk="0" h="4623" w="516">
                    <a:moveTo>
                      <a:pt x="159" y="0"/>
                    </a:moveTo>
                    <a:lnTo>
                      <a:pt x="0" y="26"/>
                    </a:lnTo>
                    <a:cubicBezTo>
                      <a:pt x="0" y="145"/>
                      <a:pt x="27" y="277"/>
                      <a:pt x="40" y="449"/>
                    </a:cubicBezTo>
                    <a:cubicBezTo>
                      <a:pt x="40" y="502"/>
                      <a:pt x="53" y="555"/>
                      <a:pt x="53" y="608"/>
                    </a:cubicBezTo>
                    <a:cubicBezTo>
                      <a:pt x="106" y="1334"/>
                      <a:pt x="211" y="2364"/>
                      <a:pt x="277" y="3421"/>
                    </a:cubicBezTo>
                    <a:cubicBezTo>
                      <a:pt x="291" y="3473"/>
                      <a:pt x="291" y="3526"/>
                      <a:pt x="291" y="3579"/>
                    </a:cubicBezTo>
                    <a:cubicBezTo>
                      <a:pt x="304" y="3909"/>
                      <a:pt x="330" y="4226"/>
                      <a:pt x="344" y="4543"/>
                    </a:cubicBezTo>
                    <a:cubicBezTo>
                      <a:pt x="344" y="4583"/>
                      <a:pt x="383" y="4622"/>
                      <a:pt x="436" y="4622"/>
                    </a:cubicBezTo>
                    <a:cubicBezTo>
                      <a:pt x="476" y="4622"/>
                      <a:pt x="515" y="4583"/>
                      <a:pt x="515" y="4530"/>
                    </a:cubicBezTo>
                    <a:cubicBezTo>
                      <a:pt x="502" y="4213"/>
                      <a:pt x="476" y="3870"/>
                      <a:pt x="449" y="3553"/>
                    </a:cubicBezTo>
                    <a:cubicBezTo>
                      <a:pt x="436" y="3487"/>
                      <a:pt x="436" y="3434"/>
                      <a:pt x="436" y="3381"/>
                    </a:cubicBezTo>
                    <a:cubicBezTo>
                      <a:pt x="370" y="2338"/>
                      <a:pt x="277" y="1307"/>
                      <a:pt x="211" y="581"/>
                    </a:cubicBezTo>
                    <a:cubicBezTo>
                      <a:pt x="211" y="528"/>
                      <a:pt x="198" y="475"/>
                      <a:pt x="198" y="423"/>
                    </a:cubicBezTo>
                    <a:cubicBezTo>
                      <a:pt x="185" y="264"/>
                      <a:pt x="172" y="119"/>
                      <a:pt x="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25"/>
              <p:cNvSpPr/>
              <p:nvPr/>
            </p:nvSpPr>
            <p:spPr>
              <a:xfrm>
                <a:off x="490700" y="2362575"/>
                <a:ext cx="38300" cy="87975"/>
              </a:xfrm>
              <a:custGeom>
                <a:rect b="b" l="l" r="r" t="t"/>
                <a:pathLst>
                  <a:path extrusionOk="0" h="3519" w="1532">
                    <a:moveTo>
                      <a:pt x="172" y="0"/>
                    </a:moveTo>
                    <a:lnTo>
                      <a:pt x="0" y="27"/>
                    </a:lnTo>
                    <a:cubicBezTo>
                      <a:pt x="13" y="133"/>
                      <a:pt x="26" y="278"/>
                      <a:pt x="40" y="423"/>
                    </a:cubicBezTo>
                    <a:cubicBezTo>
                      <a:pt x="53" y="476"/>
                      <a:pt x="66" y="529"/>
                      <a:pt x="66" y="595"/>
                    </a:cubicBezTo>
                    <a:cubicBezTo>
                      <a:pt x="158" y="1546"/>
                      <a:pt x="291" y="2866"/>
                      <a:pt x="357" y="3196"/>
                    </a:cubicBezTo>
                    <a:cubicBezTo>
                      <a:pt x="370" y="3315"/>
                      <a:pt x="449" y="3421"/>
                      <a:pt x="555" y="3474"/>
                    </a:cubicBezTo>
                    <a:cubicBezTo>
                      <a:pt x="624" y="3504"/>
                      <a:pt x="693" y="3518"/>
                      <a:pt x="768" y="3518"/>
                    </a:cubicBezTo>
                    <a:cubicBezTo>
                      <a:pt x="793" y="3518"/>
                      <a:pt x="819" y="3517"/>
                      <a:pt x="845" y="3513"/>
                    </a:cubicBezTo>
                    <a:cubicBezTo>
                      <a:pt x="898" y="3513"/>
                      <a:pt x="951" y="3500"/>
                      <a:pt x="1004" y="3487"/>
                    </a:cubicBezTo>
                    <a:cubicBezTo>
                      <a:pt x="1057" y="3474"/>
                      <a:pt x="1123" y="3461"/>
                      <a:pt x="1175" y="3447"/>
                    </a:cubicBezTo>
                    <a:cubicBezTo>
                      <a:pt x="1281" y="3421"/>
                      <a:pt x="1373" y="3381"/>
                      <a:pt x="1479" y="3329"/>
                    </a:cubicBezTo>
                    <a:cubicBezTo>
                      <a:pt x="1519" y="3315"/>
                      <a:pt x="1532" y="3249"/>
                      <a:pt x="1506" y="3210"/>
                    </a:cubicBezTo>
                    <a:cubicBezTo>
                      <a:pt x="1486" y="3180"/>
                      <a:pt x="1451" y="3165"/>
                      <a:pt x="1418" y="3165"/>
                    </a:cubicBezTo>
                    <a:cubicBezTo>
                      <a:pt x="1407" y="3165"/>
                      <a:pt x="1397" y="3167"/>
                      <a:pt x="1387" y="3170"/>
                    </a:cubicBezTo>
                    <a:cubicBezTo>
                      <a:pt x="1307" y="3210"/>
                      <a:pt x="1228" y="3249"/>
                      <a:pt x="1149" y="3276"/>
                    </a:cubicBezTo>
                    <a:cubicBezTo>
                      <a:pt x="1109" y="3289"/>
                      <a:pt x="1043" y="3302"/>
                      <a:pt x="990" y="3315"/>
                    </a:cubicBezTo>
                    <a:cubicBezTo>
                      <a:pt x="931" y="3335"/>
                      <a:pt x="868" y="3345"/>
                      <a:pt x="806" y="3345"/>
                    </a:cubicBezTo>
                    <a:cubicBezTo>
                      <a:pt x="743" y="3345"/>
                      <a:pt x="680" y="3335"/>
                      <a:pt x="621" y="3315"/>
                    </a:cubicBezTo>
                    <a:cubicBezTo>
                      <a:pt x="568" y="3289"/>
                      <a:pt x="528" y="3236"/>
                      <a:pt x="515" y="3170"/>
                    </a:cubicBezTo>
                    <a:cubicBezTo>
                      <a:pt x="449" y="2853"/>
                      <a:pt x="317" y="1519"/>
                      <a:pt x="225" y="568"/>
                    </a:cubicBezTo>
                    <a:cubicBezTo>
                      <a:pt x="225" y="516"/>
                      <a:pt x="211" y="463"/>
                      <a:pt x="211" y="410"/>
                    </a:cubicBezTo>
                    <a:cubicBezTo>
                      <a:pt x="198" y="251"/>
                      <a:pt x="185" y="119"/>
                      <a:pt x="1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25"/>
              <p:cNvSpPr/>
              <p:nvPr/>
            </p:nvSpPr>
            <p:spPr>
              <a:xfrm>
                <a:off x="376125" y="2414250"/>
                <a:ext cx="128450" cy="630800"/>
              </a:xfrm>
              <a:custGeom>
                <a:rect b="b" l="l" r="r" t="t"/>
                <a:pathLst>
                  <a:path extrusionOk="0" h="25232" w="5138">
                    <a:moveTo>
                      <a:pt x="525" y="0"/>
                    </a:moveTo>
                    <a:cubicBezTo>
                      <a:pt x="321" y="0"/>
                      <a:pt x="142" y="27"/>
                      <a:pt x="0" y="86"/>
                    </a:cubicBezTo>
                    <a:cubicBezTo>
                      <a:pt x="0" y="86"/>
                      <a:pt x="66" y="760"/>
                      <a:pt x="172" y="1803"/>
                    </a:cubicBezTo>
                    <a:lnTo>
                      <a:pt x="185" y="2001"/>
                    </a:lnTo>
                    <a:lnTo>
                      <a:pt x="212" y="2212"/>
                    </a:lnTo>
                    <a:cubicBezTo>
                      <a:pt x="463" y="4827"/>
                      <a:pt x="885" y="9159"/>
                      <a:pt x="1163" y="11246"/>
                    </a:cubicBezTo>
                    <a:cubicBezTo>
                      <a:pt x="1163" y="11246"/>
                      <a:pt x="1123" y="15168"/>
                      <a:pt x="1281" y="18205"/>
                    </a:cubicBezTo>
                    <a:cubicBezTo>
                      <a:pt x="1413" y="21005"/>
                      <a:pt x="2391" y="24386"/>
                      <a:pt x="2536" y="25231"/>
                    </a:cubicBezTo>
                    <a:lnTo>
                      <a:pt x="5124" y="25231"/>
                    </a:lnTo>
                    <a:lnTo>
                      <a:pt x="5138" y="24862"/>
                    </a:lnTo>
                    <a:lnTo>
                      <a:pt x="5098" y="1446"/>
                    </a:lnTo>
                    <a:cubicBezTo>
                      <a:pt x="4306" y="1090"/>
                      <a:pt x="3513" y="760"/>
                      <a:pt x="2694" y="482"/>
                    </a:cubicBezTo>
                    <a:lnTo>
                      <a:pt x="2483" y="403"/>
                    </a:lnTo>
                    <a:lnTo>
                      <a:pt x="2100" y="284"/>
                    </a:lnTo>
                    <a:lnTo>
                      <a:pt x="1889" y="231"/>
                    </a:lnTo>
                    <a:cubicBezTo>
                      <a:pt x="1388" y="93"/>
                      <a:pt x="911" y="0"/>
                      <a:pt x="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25"/>
              <p:cNvSpPr/>
              <p:nvPr/>
            </p:nvSpPr>
            <p:spPr>
              <a:xfrm>
                <a:off x="395925" y="2475150"/>
                <a:ext cx="53175" cy="566925"/>
              </a:xfrm>
              <a:custGeom>
                <a:rect b="b" l="l" r="r" t="t"/>
                <a:pathLst>
                  <a:path extrusionOk="0" h="22677" w="2127">
                    <a:moveTo>
                      <a:pt x="104" y="1"/>
                    </a:moveTo>
                    <a:cubicBezTo>
                      <a:pt x="52" y="1"/>
                      <a:pt x="1" y="37"/>
                      <a:pt x="1" y="107"/>
                    </a:cubicBezTo>
                    <a:cubicBezTo>
                      <a:pt x="1" y="173"/>
                      <a:pt x="476" y="6868"/>
                      <a:pt x="714" y="8836"/>
                    </a:cubicBezTo>
                    <a:cubicBezTo>
                      <a:pt x="714" y="9074"/>
                      <a:pt x="582" y="14753"/>
                      <a:pt x="886" y="16813"/>
                    </a:cubicBezTo>
                    <a:cubicBezTo>
                      <a:pt x="1189" y="18886"/>
                      <a:pt x="1902" y="22558"/>
                      <a:pt x="1916" y="22584"/>
                    </a:cubicBezTo>
                    <a:cubicBezTo>
                      <a:pt x="1916" y="22637"/>
                      <a:pt x="1969" y="22676"/>
                      <a:pt x="2021" y="22676"/>
                    </a:cubicBezTo>
                    <a:lnTo>
                      <a:pt x="2035" y="22676"/>
                    </a:lnTo>
                    <a:cubicBezTo>
                      <a:pt x="2101" y="22663"/>
                      <a:pt x="2127" y="22610"/>
                      <a:pt x="2127" y="22558"/>
                    </a:cubicBezTo>
                    <a:cubicBezTo>
                      <a:pt x="2127" y="22518"/>
                      <a:pt x="1401" y="18860"/>
                      <a:pt x="1097" y="16773"/>
                    </a:cubicBezTo>
                    <a:cubicBezTo>
                      <a:pt x="780" y="14700"/>
                      <a:pt x="925" y="8889"/>
                      <a:pt x="925" y="8836"/>
                    </a:cubicBezTo>
                    <a:lnTo>
                      <a:pt x="925" y="8823"/>
                    </a:lnTo>
                    <a:cubicBezTo>
                      <a:pt x="687" y="6868"/>
                      <a:pt x="212" y="159"/>
                      <a:pt x="212" y="93"/>
                    </a:cubicBezTo>
                    <a:cubicBezTo>
                      <a:pt x="199" y="31"/>
                      <a:pt x="151" y="1"/>
                      <a:pt x="1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25"/>
              <p:cNvSpPr/>
              <p:nvPr/>
            </p:nvSpPr>
            <p:spPr>
              <a:xfrm>
                <a:off x="415400" y="3061525"/>
                <a:ext cx="98750" cy="86200"/>
              </a:xfrm>
              <a:custGeom>
                <a:rect b="b" l="l" r="r" t="t"/>
                <a:pathLst>
                  <a:path extrusionOk="0" h="3448" w="3950">
                    <a:moveTo>
                      <a:pt x="2418" y="1"/>
                    </a:moveTo>
                    <a:cubicBezTo>
                      <a:pt x="1718" y="1"/>
                      <a:pt x="1599" y="133"/>
                      <a:pt x="1480" y="410"/>
                    </a:cubicBezTo>
                    <a:cubicBezTo>
                      <a:pt x="1467" y="436"/>
                      <a:pt x="1322" y="885"/>
                      <a:pt x="1308" y="912"/>
                    </a:cubicBezTo>
                    <a:cubicBezTo>
                      <a:pt x="1163" y="1176"/>
                      <a:pt x="1440" y="1057"/>
                      <a:pt x="701" y="1625"/>
                    </a:cubicBezTo>
                    <a:cubicBezTo>
                      <a:pt x="278" y="1982"/>
                      <a:pt x="14" y="2510"/>
                      <a:pt x="14" y="3078"/>
                    </a:cubicBezTo>
                    <a:cubicBezTo>
                      <a:pt x="1" y="3197"/>
                      <a:pt x="1" y="3329"/>
                      <a:pt x="14" y="3448"/>
                    </a:cubicBezTo>
                    <a:lnTo>
                      <a:pt x="3936" y="3448"/>
                    </a:lnTo>
                    <a:cubicBezTo>
                      <a:pt x="3936" y="3448"/>
                      <a:pt x="3950" y="3368"/>
                      <a:pt x="3950" y="3249"/>
                    </a:cubicBezTo>
                    <a:lnTo>
                      <a:pt x="3950" y="3065"/>
                    </a:lnTo>
                    <a:lnTo>
                      <a:pt x="3950" y="3025"/>
                    </a:lnTo>
                    <a:cubicBezTo>
                      <a:pt x="3950" y="2787"/>
                      <a:pt x="3936" y="2563"/>
                      <a:pt x="3910" y="2338"/>
                    </a:cubicBezTo>
                    <a:cubicBezTo>
                      <a:pt x="3870" y="2114"/>
                      <a:pt x="3818" y="1823"/>
                      <a:pt x="3765" y="1559"/>
                    </a:cubicBezTo>
                    <a:cubicBezTo>
                      <a:pt x="3738" y="1453"/>
                      <a:pt x="3712" y="1348"/>
                      <a:pt x="3686" y="1242"/>
                    </a:cubicBezTo>
                    <a:cubicBezTo>
                      <a:pt x="3646" y="1057"/>
                      <a:pt x="3593" y="872"/>
                      <a:pt x="3540" y="687"/>
                    </a:cubicBezTo>
                    <a:cubicBezTo>
                      <a:pt x="3435" y="450"/>
                      <a:pt x="3355"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25"/>
              <p:cNvSpPr/>
              <p:nvPr/>
            </p:nvSpPr>
            <p:spPr>
              <a:xfrm>
                <a:off x="497950" y="3092575"/>
                <a:ext cx="16200" cy="50200"/>
              </a:xfrm>
              <a:custGeom>
                <a:rect b="b" l="l" r="r" t="t"/>
                <a:pathLst>
                  <a:path extrusionOk="0" h="2008" w="648">
                    <a:moveTo>
                      <a:pt x="384" y="0"/>
                    </a:moveTo>
                    <a:cubicBezTo>
                      <a:pt x="370" y="40"/>
                      <a:pt x="1" y="832"/>
                      <a:pt x="238" y="1492"/>
                    </a:cubicBezTo>
                    <a:cubicBezTo>
                      <a:pt x="318" y="1704"/>
                      <a:pt x="463" y="1889"/>
                      <a:pt x="648" y="2007"/>
                    </a:cubicBezTo>
                    <a:lnTo>
                      <a:pt x="648" y="1823"/>
                    </a:lnTo>
                    <a:lnTo>
                      <a:pt x="648" y="1783"/>
                    </a:lnTo>
                    <a:cubicBezTo>
                      <a:pt x="542" y="1677"/>
                      <a:pt x="463" y="1558"/>
                      <a:pt x="410" y="1413"/>
                    </a:cubicBezTo>
                    <a:cubicBezTo>
                      <a:pt x="265" y="1030"/>
                      <a:pt x="370" y="581"/>
                      <a:pt x="450" y="317"/>
                    </a:cubicBezTo>
                    <a:cubicBezTo>
                      <a:pt x="436" y="211"/>
                      <a:pt x="410" y="106"/>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25"/>
              <p:cNvSpPr/>
              <p:nvPr/>
            </p:nvSpPr>
            <p:spPr>
              <a:xfrm>
                <a:off x="415400" y="3138125"/>
                <a:ext cx="98750" cy="9600"/>
              </a:xfrm>
              <a:custGeom>
                <a:rect b="b" l="l" r="r" t="t"/>
                <a:pathLst>
                  <a:path extrusionOk="0" h="384" w="3950">
                    <a:moveTo>
                      <a:pt x="3950" y="1"/>
                    </a:moveTo>
                    <a:lnTo>
                      <a:pt x="14" y="14"/>
                    </a:lnTo>
                    <a:cubicBezTo>
                      <a:pt x="1" y="133"/>
                      <a:pt x="1" y="265"/>
                      <a:pt x="14" y="384"/>
                    </a:cubicBezTo>
                    <a:lnTo>
                      <a:pt x="3923" y="384"/>
                    </a:lnTo>
                    <a:cubicBezTo>
                      <a:pt x="3923" y="384"/>
                      <a:pt x="3950" y="225"/>
                      <a:pt x="3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25"/>
              <p:cNvSpPr/>
              <p:nvPr/>
            </p:nvSpPr>
            <p:spPr>
              <a:xfrm>
                <a:off x="451725" y="3085125"/>
                <a:ext cx="31075" cy="7125"/>
              </a:xfrm>
              <a:custGeom>
                <a:rect b="b" l="l" r="r" t="t"/>
                <a:pathLst>
                  <a:path extrusionOk="0" h="285" w="1243">
                    <a:moveTo>
                      <a:pt x="565" y="0"/>
                    </a:moveTo>
                    <a:cubicBezTo>
                      <a:pt x="408" y="0"/>
                      <a:pt x="250" y="17"/>
                      <a:pt x="93" y="47"/>
                    </a:cubicBezTo>
                    <a:cubicBezTo>
                      <a:pt x="40" y="74"/>
                      <a:pt x="1" y="126"/>
                      <a:pt x="14" y="192"/>
                    </a:cubicBezTo>
                    <a:cubicBezTo>
                      <a:pt x="37" y="238"/>
                      <a:pt x="80" y="274"/>
                      <a:pt x="134" y="274"/>
                    </a:cubicBezTo>
                    <a:cubicBezTo>
                      <a:pt x="142" y="274"/>
                      <a:pt x="150" y="273"/>
                      <a:pt x="159" y="272"/>
                    </a:cubicBezTo>
                    <a:cubicBezTo>
                      <a:pt x="304" y="240"/>
                      <a:pt x="449" y="224"/>
                      <a:pt x="594" y="224"/>
                    </a:cubicBezTo>
                    <a:cubicBezTo>
                      <a:pt x="753" y="224"/>
                      <a:pt x="912" y="243"/>
                      <a:pt x="1070" y="285"/>
                    </a:cubicBezTo>
                    <a:lnTo>
                      <a:pt x="1097" y="285"/>
                    </a:lnTo>
                    <a:cubicBezTo>
                      <a:pt x="1216" y="285"/>
                      <a:pt x="1242" y="100"/>
                      <a:pt x="1123" y="74"/>
                    </a:cubicBezTo>
                    <a:cubicBezTo>
                      <a:pt x="937" y="23"/>
                      <a:pt x="751" y="0"/>
                      <a:pt x="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25"/>
              <p:cNvSpPr/>
              <p:nvPr/>
            </p:nvSpPr>
            <p:spPr>
              <a:xfrm>
                <a:off x="453375" y="3074400"/>
                <a:ext cx="31075" cy="7300"/>
              </a:xfrm>
              <a:custGeom>
                <a:rect b="b" l="l" r="r" t="t"/>
                <a:pathLst>
                  <a:path extrusionOk="0" h="292" w="1243">
                    <a:moveTo>
                      <a:pt x="559" y="0"/>
                    </a:moveTo>
                    <a:cubicBezTo>
                      <a:pt x="402" y="0"/>
                      <a:pt x="245" y="17"/>
                      <a:pt x="93" y="53"/>
                    </a:cubicBezTo>
                    <a:cubicBezTo>
                      <a:pt x="27" y="67"/>
                      <a:pt x="1" y="133"/>
                      <a:pt x="14" y="199"/>
                    </a:cubicBezTo>
                    <a:cubicBezTo>
                      <a:pt x="25" y="245"/>
                      <a:pt x="77" y="281"/>
                      <a:pt x="125" y="281"/>
                    </a:cubicBezTo>
                    <a:cubicBezTo>
                      <a:pt x="132" y="281"/>
                      <a:pt x="139" y="280"/>
                      <a:pt x="146" y="278"/>
                    </a:cubicBezTo>
                    <a:cubicBezTo>
                      <a:pt x="285" y="242"/>
                      <a:pt x="427" y="225"/>
                      <a:pt x="568" y="225"/>
                    </a:cubicBezTo>
                    <a:cubicBezTo>
                      <a:pt x="735" y="225"/>
                      <a:pt x="900" y="248"/>
                      <a:pt x="1057" y="291"/>
                    </a:cubicBezTo>
                    <a:lnTo>
                      <a:pt x="1084" y="291"/>
                    </a:lnTo>
                    <a:cubicBezTo>
                      <a:pt x="1216" y="291"/>
                      <a:pt x="1242" y="106"/>
                      <a:pt x="1110" y="67"/>
                    </a:cubicBezTo>
                    <a:cubicBezTo>
                      <a:pt x="931" y="24"/>
                      <a:pt x="745" y="0"/>
                      <a:pt x="5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25"/>
              <p:cNvSpPr/>
              <p:nvPr/>
            </p:nvSpPr>
            <p:spPr>
              <a:xfrm>
                <a:off x="446750" y="3093875"/>
                <a:ext cx="31075" cy="7300"/>
              </a:xfrm>
              <a:custGeom>
                <a:rect b="b" l="l" r="r" t="t"/>
                <a:pathLst>
                  <a:path extrusionOk="0" h="292" w="1243">
                    <a:moveTo>
                      <a:pt x="599" y="0"/>
                    </a:moveTo>
                    <a:cubicBezTo>
                      <a:pt x="442" y="0"/>
                      <a:pt x="285" y="17"/>
                      <a:pt x="134" y="54"/>
                    </a:cubicBezTo>
                    <a:cubicBezTo>
                      <a:pt x="1" y="90"/>
                      <a:pt x="34" y="270"/>
                      <a:pt x="151" y="270"/>
                    </a:cubicBezTo>
                    <a:cubicBezTo>
                      <a:pt x="162" y="270"/>
                      <a:pt x="174" y="268"/>
                      <a:pt x="186" y="265"/>
                    </a:cubicBezTo>
                    <a:cubicBezTo>
                      <a:pt x="318" y="236"/>
                      <a:pt x="449" y="223"/>
                      <a:pt x="580" y="223"/>
                    </a:cubicBezTo>
                    <a:cubicBezTo>
                      <a:pt x="753" y="223"/>
                      <a:pt x="925" y="246"/>
                      <a:pt x="1098" y="291"/>
                    </a:cubicBezTo>
                    <a:lnTo>
                      <a:pt x="1124" y="291"/>
                    </a:lnTo>
                    <a:cubicBezTo>
                      <a:pt x="1177" y="291"/>
                      <a:pt x="1217" y="252"/>
                      <a:pt x="1230" y="212"/>
                    </a:cubicBezTo>
                    <a:cubicBezTo>
                      <a:pt x="1243" y="146"/>
                      <a:pt x="1217" y="80"/>
                      <a:pt x="1151" y="67"/>
                    </a:cubicBezTo>
                    <a:cubicBezTo>
                      <a:pt x="972" y="24"/>
                      <a:pt x="785" y="0"/>
                      <a:pt x="5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25"/>
              <p:cNvSpPr/>
              <p:nvPr/>
            </p:nvSpPr>
            <p:spPr>
              <a:xfrm>
                <a:off x="442825" y="3104000"/>
                <a:ext cx="30400" cy="7075"/>
              </a:xfrm>
              <a:custGeom>
                <a:rect b="b" l="l" r="r" t="t"/>
                <a:pathLst>
                  <a:path extrusionOk="0" h="283" w="1216">
                    <a:moveTo>
                      <a:pt x="581" y="0"/>
                    </a:moveTo>
                    <a:cubicBezTo>
                      <a:pt x="416" y="0"/>
                      <a:pt x="251" y="20"/>
                      <a:pt x="93" y="58"/>
                    </a:cubicBezTo>
                    <a:cubicBezTo>
                      <a:pt x="26" y="71"/>
                      <a:pt x="0" y="137"/>
                      <a:pt x="13" y="190"/>
                    </a:cubicBezTo>
                    <a:cubicBezTo>
                      <a:pt x="24" y="245"/>
                      <a:pt x="72" y="273"/>
                      <a:pt x="118" y="273"/>
                    </a:cubicBezTo>
                    <a:cubicBezTo>
                      <a:pt x="127" y="273"/>
                      <a:pt x="137" y="272"/>
                      <a:pt x="145" y="269"/>
                    </a:cubicBezTo>
                    <a:cubicBezTo>
                      <a:pt x="290" y="238"/>
                      <a:pt x="438" y="221"/>
                      <a:pt x="585" y="221"/>
                    </a:cubicBezTo>
                    <a:cubicBezTo>
                      <a:pt x="746" y="221"/>
                      <a:pt x="905" y="241"/>
                      <a:pt x="1057" y="283"/>
                    </a:cubicBezTo>
                    <a:lnTo>
                      <a:pt x="1083" y="283"/>
                    </a:lnTo>
                    <a:cubicBezTo>
                      <a:pt x="1136" y="283"/>
                      <a:pt x="1175" y="256"/>
                      <a:pt x="1189" y="203"/>
                    </a:cubicBezTo>
                    <a:cubicBezTo>
                      <a:pt x="1215" y="151"/>
                      <a:pt x="1175" y="84"/>
                      <a:pt x="1109" y="71"/>
                    </a:cubicBezTo>
                    <a:cubicBezTo>
                      <a:pt x="938" y="23"/>
                      <a:pt x="759" y="0"/>
                      <a:pt x="5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25"/>
              <p:cNvSpPr/>
              <p:nvPr/>
            </p:nvSpPr>
            <p:spPr>
              <a:xfrm>
                <a:off x="380750" y="2408575"/>
                <a:ext cx="69025" cy="61650"/>
              </a:xfrm>
              <a:custGeom>
                <a:rect b="b" l="l" r="r" t="t"/>
                <a:pathLst>
                  <a:path extrusionOk="0" h="2466" w="2761">
                    <a:moveTo>
                      <a:pt x="2645" y="1"/>
                    </a:moveTo>
                    <a:cubicBezTo>
                      <a:pt x="2602" y="1"/>
                      <a:pt x="2559" y="34"/>
                      <a:pt x="2549" y="75"/>
                    </a:cubicBezTo>
                    <a:cubicBezTo>
                      <a:pt x="2470" y="260"/>
                      <a:pt x="2391" y="445"/>
                      <a:pt x="2298" y="630"/>
                    </a:cubicBezTo>
                    <a:cubicBezTo>
                      <a:pt x="2193" y="815"/>
                      <a:pt x="2087" y="1000"/>
                      <a:pt x="1968" y="1172"/>
                    </a:cubicBezTo>
                    <a:cubicBezTo>
                      <a:pt x="1677" y="1581"/>
                      <a:pt x="1294" y="1990"/>
                      <a:pt x="806" y="2162"/>
                    </a:cubicBezTo>
                    <a:cubicBezTo>
                      <a:pt x="641" y="2223"/>
                      <a:pt x="459" y="2255"/>
                      <a:pt x="279" y="2255"/>
                    </a:cubicBezTo>
                    <a:cubicBezTo>
                      <a:pt x="185" y="2255"/>
                      <a:pt x="91" y="2246"/>
                      <a:pt x="0" y="2228"/>
                    </a:cubicBezTo>
                    <a:lnTo>
                      <a:pt x="0" y="2228"/>
                    </a:lnTo>
                    <a:lnTo>
                      <a:pt x="27" y="2439"/>
                    </a:lnTo>
                    <a:cubicBezTo>
                      <a:pt x="123" y="2457"/>
                      <a:pt x="220" y="2466"/>
                      <a:pt x="317" y="2466"/>
                    </a:cubicBezTo>
                    <a:cubicBezTo>
                      <a:pt x="509" y="2466"/>
                      <a:pt x="700" y="2431"/>
                      <a:pt x="885" y="2360"/>
                    </a:cubicBezTo>
                    <a:cubicBezTo>
                      <a:pt x="1427" y="2162"/>
                      <a:pt x="1836" y="1726"/>
                      <a:pt x="2140" y="1290"/>
                    </a:cubicBezTo>
                    <a:cubicBezTo>
                      <a:pt x="2272" y="1106"/>
                      <a:pt x="2391" y="907"/>
                      <a:pt x="2496" y="696"/>
                    </a:cubicBezTo>
                    <a:cubicBezTo>
                      <a:pt x="2589" y="511"/>
                      <a:pt x="2668" y="326"/>
                      <a:pt x="2747" y="141"/>
                    </a:cubicBezTo>
                    <a:cubicBezTo>
                      <a:pt x="2760" y="89"/>
                      <a:pt x="2734" y="23"/>
                      <a:pt x="2681" y="9"/>
                    </a:cubicBezTo>
                    <a:cubicBezTo>
                      <a:pt x="2670" y="4"/>
                      <a:pt x="2657" y="1"/>
                      <a:pt x="2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25"/>
              <p:cNvSpPr/>
              <p:nvPr/>
            </p:nvSpPr>
            <p:spPr>
              <a:xfrm>
                <a:off x="371175" y="1960100"/>
                <a:ext cx="202750" cy="385975"/>
              </a:xfrm>
              <a:custGeom>
                <a:rect b="b" l="l" r="r" t="t"/>
                <a:pathLst>
                  <a:path extrusionOk="0" h="15439" w="8110">
                    <a:moveTo>
                      <a:pt x="3038" y="1"/>
                    </a:moveTo>
                    <a:cubicBezTo>
                      <a:pt x="2853" y="133"/>
                      <a:pt x="2655" y="265"/>
                      <a:pt x="2457" y="357"/>
                    </a:cubicBezTo>
                    <a:lnTo>
                      <a:pt x="2338" y="423"/>
                    </a:lnTo>
                    <a:cubicBezTo>
                      <a:pt x="2245" y="463"/>
                      <a:pt x="2153" y="516"/>
                      <a:pt x="2034" y="555"/>
                    </a:cubicBezTo>
                    <a:cubicBezTo>
                      <a:pt x="1638" y="701"/>
                      <a:pt x="1413" y="661"/>
                      <a:pt x="1281" y="1084"/>
                    </a:cubicBezTo>
                    <a:cubicBezTo>
                      <a:pt x="1162" y="1506"/>
                      <a:pt x="1044" y="1969"/>
                      <a:pt x="938" y="2418"/>
                    </a:cubicBezTo>
                    <a:cubicBezTo>
                      <a:pt x="727" y="3276"/>
                      <a:pt x="555" y="4161"/>
                      <a:pt x="410" y="5046"/>
                    </a:cubicBezTo>
                    <a:cubicBezTo>
                      <a:pt x="132" y="6789"/>
                      <a:pt x="0" y="8559"/>
                      <a:pt x="0" y="10328"/>
                    </a:cubicBezTo>
                    <a:cubicBezTo>
                      <a:pt x="0" y="11372"/>
                      <a:pt x="79" y="12507"/>
                      <a:pt x="740" y="13326"/>
                    </a:cubicBezTo>
                    <a:cubicBezTo>
                      <a:pt x="1400" y="14145"/>
                      <a:pt x="2430" y="14462"/>
                      <a:pt x="3421" y="14726"/>
                    </a:cubicBezTo>
                    <a:cubicBezTo>
                      <a:pt x="4160" y="14924"/>
                      <a:pt x="4913" y="15122"/>
                      <a:pt x="5666" y="15307"/>
                    </a:cubicBezTo>
                    <a:cubicBezTo>
                      <a:pt x="5958" y="15376"/>
                      <a:pt x="6281" y="15438"/>
                      <a:pt x="6589" y="15438"/>
                    </a:cubicBezTo>
                    <a:cubicBezTo>
                      <a:pt x="6935" y="15438"/>
                      <a:pt x="7263" y="15360"/>
                      <a:pt x="7515" y="15122"/>
                    </a:cubicBezTo>
                    <a:cubicBezTo>
                      <a:pt x="7845" y="14805"/>
                      <a:pt x="7871" y="14343"/>
                      <a:pt x="7858" y="13920"/>
                    </a:cubicBezTo>
                    <a:cubicBezTo>
                      <a:pt x="7845" y="13564"/>
                      <a:pt x="7871" y="13194"/>
                      <a:pt x="7898" y="12851"/>
                    </a:cubicBezTo>
                    <a:cubicBezTo>
                      <a:pt x="7964" y="11741"/>
                      <a:pt x="7819" y="10592"/>
                      <a:pt x="7805" y="9483"/>
                    </a:cubicBezTo>
                    <a:cubicBezTo>
                      <a:pt x="7792" y="7238"/>
                      <a:pt x="7871" y="4993"/>
                      <a:pt x="8056" y="2761"/>
                    </a:cubicBezTo>
                    <a:cubicBezTo>
                      <a:pt x="8109" y="2404"/>
                      <a:pt x="8096" y="2035"/>
                      <a:pt x="8017" y="1678"/>
                    </a:cubicBezTo>
                    <a:cubicBezTo>
                      <a:pt x="7832" y="1018"/>
                      <a:pt x="7277" y="991"/>
                      <a:pt x="6722" y="780"/>
                    </a:cubicBezTo>
                    <a:cubicBezTo>
                      <a:pt x="6670" y="767"/>
                      <a:pt x="6617" y="740"/>
                      <a:pt x="6577" y="714"/>
                    </a:cubicBezTo>
                    <a:lnTo>
                      <a:pt x="6471" y="674"/>
                    </a:lnTo>
                    <a:cubicBezTo>
                      <a:pt x="6141" y="529"/>
                      <a:pt x="5864" y="291"/>
                      <a:pt x="56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25"/>
              <p:cNvSpPr/>
              <p:nvPr/>
            </p:nvSpPr>
            <p:spPr>
              <a:xfrm>
                <a:off x="455700" y="2026800"/>
                <a:ext cx="68700" cy="309725"/>
              </a:xfrm>
              <a:custGeom>
                <a:rect b="b" l="l" r="r" t="t"/>
                <a:pathLst>
                  <a:path extrusionOk="0" h="12389" w="2748">
                    <a:moveTo>
                      <a:pt x="1492" y="0"/>
                    </a:moveTo>
                    <a:lnTo>
                      <a:pt x="938" y="14"/>
                    </a:lnTo>
                    <a:lnTo>
                      <a:pt x="859" y="766"/>
                    </a:lnTo>
                    <a:lnTo>
                      <a:pt x="832" y="1083"/>
                    </a:lnTo>
                    <a:lnTo>
                      <a:pt x="753" y="1797"/>
                    </a:lnTo>
                    <a:lnTo>
                      <a:pt x="726" y="2114"/>
                    </a:lnTo>
                    <a:lnTo>
                      <a:pt x="660" y="2840"/>
                    </a:lnTo>
                    <a:lnTo>
                      <a:pt x="621" y="3157"/>
                    </a:lnTo>
                    <a:lnTo>
                      <a:pt x="555" y="3870"/>
                    </a:lnTo>
                    <a:lnTo>
                      <a:pt x="515" y="4200"/>
                    </a:lnTo>
                    <a:lnTo>
                      <a:pt x="449" y="4913"/>
                    </a:lnTo>
                    <a:lnTo>
                      <a:pt x="410" y="5230"/>
                    </a:lnTo>
                    <a:lnTo>
                      <a:pt x="343" y="5957"/>
                    </a:lnTo>
                    <a:lnTo>
                      <a:pt x="317" y="6274"/>
                    </a:lnTo>
                    <a:lnTo>
                      <a:pt x="238" y="6987"/>
                    </a:lnTo>
                    <a:lnTo>
                      <a:pt x="211" y="7304"/>
                    </a:lnTo>
                    <a:lnTo>
                      <a:pt x="132" y="8030"/>
                    </a:lnTo>
                    <a:lnTo>
                      <a:pt x="106" y="8347"/>
                    </a:lnTo>
                    <a:lnTo>
                      <a:pt x="27" y="9060"/>
                    </a:lnTo>
                    <a:lnTo>
                      <a:pt x="0" y="9377"/>
                    </a:lnTo>
                    <a:lnTo>
                      <a:pt x="0" y="9430"/>
                    </a:lnTo>
                    <a:lnTo>
                      <a:pt x="198" y="9826"/>
                    </a:lnTo>
                    <a:lnTo>
                      <a:pt x="304" y="10011"/>
                    </a:lnTo>
                    <a:lnTo>
                      <a:pt x="528" y="10434"/>
                    </a:lnTo>
                    <a:lnTo>
                      <a:pt x="621" y="10632"/>
                    </a:lnTo>
                    <a:lnTo>
                      <a:pt x="845" y="11054"/>
                    </a:lnTo>
                    <a:lnTo>
                      <a:pt x="938" y="11239"/>
                    </a:lnTo>
                    <a:lnTo>
                      <a:pt x="1162" y="11662"/>
                    </a:lnTo>
                    <a:lnTo>
                      <a:pt x="1255" y="11860"/>
                    </a:lnTo>
                    <a:lnTo>
                      <a:pt x="1532" y="12388"/>
                    </a:lnTo>
                    <a:lnTo>
                      <a:pt x="2100" y="11015"/>
                    </a:lnTo>
                    <a:lnTo>
                      <a:pt x="2298" y="10526"/>
                    </a:lnTo>
                    <a:lnTo>
                      <a:pt x="2747" y="9443"/>
                    </a:lnTo>
                    <a:lnTo>
                      <a:pt x="2747" y="9430"/>
                    </a:lnTo>
                    <a:lnTo>
                      <a:pt x="2721" y="9179"/>
                    </a:lnTo>
                    <a:lnTo>
                      <a:pt x="2641" y="8598"/>
                    </a:lnTo>
                    <a:lnTo>
                      <a:pt x="2602" y="8347"/>
                    </a:lnTo>
                    <a:lnTo>
                      <a:pt x="2523" y="7779"/>
                    </a:lnTo>
                    <a:lnTo>
                      <a:pt x="2496" y="7528"/>
                    </a:lnTo>
                    <a:lnTo>
                      <a:pt x="2417" y="6960"/>
                    </a:lnTo>
                    <a:lnTo>
                      <a:pt x="2390" y="6709"/>
                    </a:lnTo>
                    <a:lnTo>
                      <a:pt x="2311" y="6128"/>
                    </a:lnTo>
                    <a:lnTo>
                      <a:pt x="2272" y="5877"/>
                    </a:lnTo>
                    <a:lnTo>
                      <a:pt x="2192" y="5309"/>
                    </a:lnTo>
                    <a:lnTo>
                      <a:pt x="2166" y="5059"/>
                    </a:lnTo>
                    <a:lnTo>
                      <a:pt x="2087" y="4491"/>
                    </a:lnTo>
                    <a:lnTo>
                      <a:pt x="2047" y="4240"/>
                    </a:lnTo>
                    <a:lnTo>
                      <a:pt x="1981" y="3659"/>
                    </a:lnTo>
                    <a:lnTo>
                      <a:pt x="1941" y="3408"/>
                    </a:lnTo>
                    <a:lnTo>
                      <a:pt x="1862" y="2840"/>
                    </a:lnTo>
                    <a:lnTo>
                      <a:pt x="1836" y="2589"/>
                    </a:lnTo>
                    <a:lnTo>
                      <a:pt x="1757" y="2021"/>
                    </a:lnTo>
                    <a:lnTo>
                      <a:pt x="1717" y="1770"/>
                    </a:lnTo>
                    <a:lnTo>
                      <a:pt x="1651" y="1189"/>
                    </a:lnTo>
                    <a:lnTo>
                      <a:pt x="1611" y="938"/>
                    </a:lnTo>
                    <a:lnTo>
                      <a:pt x="1532" y="370"/>
                    </a:lnTo>
                    <a:lnTo>
                      <a:pt x="1506" y="119"/>
                    </a:lnTo>
                    <a:lnTo>
                      <a:pt x="14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25"/>
              <p:cNvSpPr/>
              <p:nvPr/>
            </p:nvSpPr>
            <p:spPr>
              <a:xfrm>
                <a:off x="342450" y="1973975"/>
                <a:ext cx="273725" cy="437475"/>
              </a:xfrm>
              <a:custGeom>
                <a:rect b="b" l="l" r="r" t="t"/>
                <a:pathLst>
                  <a:path extrusionOk="0" h="17499" w="10949">
                    <a:moveTo>
                      <a:pt x="3183" y="0"/>
                    </a:moveTo>
                    <a:cubicBezTo>
                      <a:pt x="2866" y="119"/>
                      <a:pt x="2536" y="199"/>
                      <a:pt x="2206" y="265"/>
                    </a:cubicBezTo>
                    <a:cubicBezTo>
                      <a:pt x="1030" y="449"/>
                      <a:pt x="357" y="1691"/>
                      <a:pt x="238" y="3711"/>
                    </a:cubicBezTo>
                    <a:cubicBezTo>
                      <a:pt x="172" y="4728"/>
                      <a:pt x="106" y="5692"/>
                      <a:pt x="66" y="6617"/>
                    </a:cubicBezTo>
                    <a:lnTo>
                      <a:pt x="66" y="6802"/>
                    </a:lnTo>
                    <a:cubicBezTo>
                      <a:pt x="0" y="7885"/>
                      <a:pt x="0" y="8981"/>
                      <a:pt x="66" y="10064"/>
                    </a:cubicBezTo>
                    <a:cubicBezTo>
                      <a:pt x="80" y="10288"/>
                      <a:pt x="106" y="10513"/>
                      <a:pt x="119" y="10724"/>
                    </a:cubicBezTo>
                    <a:cubicBezTo>
                      <a:pt x="238" y="11833"/>
                      <a:pt x="661" y="15558"/>
                      <a:pt x="1044" y="16601"/>
                    </a:cubicBezTo>
                    <a:cubicBezTo>
                      <a:pt x="2310" y="17193"/>
                      <a:pt x="3693" y="17498"/>
                      <a:pt x="5088" y="17498"/>
                    </a:cubicBezTo>
                    <a:cubicBezTo>
                      <a:pt x="5250" y="17498"/>
                      <a:pt x="5412" y="17494"/>
                      <a:pt x="5573" y="17486"/>
                    </a:cubicBezTo>
                    <a:lnTo>
                      <a:pt x="7158" y="17301"/>
                    </a:lnTo>
                    <a:cubicBezTo>
                      <a:pt x="8730" y="16997"/>
                      <a:pt x="10103" y="16363"/>
                      <a:pt x="10948" y="15558"/>
                    </a:cubicBezTo>
                    <a:cubicBezTo>
                      <a:pt x="10803" y="14990"/>
                      <a:pt x="10658" y="14263"/>
                      <a:pt x="10513" y="13497"/>
                    </a:cubicBezTo>
                    <a:cubicBezTo>
                      <a:pt x="10473" y="13313"/>
                      <a:pt x="10433" y="13128"/>
                      <a:pt x="10407" y="12943"/>
                    </a:cubicBezTo>
                    <a:cubicBezTo>
                      <a:pt x="10183" y="11781"/>
                      <a:pt x="9998" y="10618"/>
                      <a:pt x="9905" y="9945"/>
                    </a:cubicBezTo>
                    <a:cubicBezTo>
                      <a:pt x="9879" y="9720"/>
                      <a:pt x="9852" y="9496"/>
                      <a:pt x="9826" y="9285"/>
                    </a:cubicBezTo>
                    <a:cubicBezTo>
                      <a:pt x="9800" y="9073"/>
                      <a:pt x="9773" y="8875"/>
                      <a:pt x="9747" y="8677"/>
                    </a:cubicBezTo>
                    <a:cubicBezTo>
                      <a:pt x="9733" y="8439"/>
                      <a:pt x="9707" y="8228"/>
                      <a:pt x="9694" y="8017"/>
                    </a:cubicBezTo>
                    <a:cubicBezTo>
                      <a:pt x="9681" y="7805"/>
                      <a:pt x="9654" y="7555"/>
                      <a:pt x="9654" y="7343"/>
                    </a:cubicBezTo>
                    <a:cubicBezTo>
                      <a:pt x="9641" y="7119"/>
                      <a:pt x="9628" y="6894"/>
                      <a:pt x="9628" y="6670"/>
                    </a:cubicBezTo>
                    <a:cubicBezTo>
                      <a:pt x="9562" y="3751"/>
                      <a:pt x="10103" y="2298"/>
                      <a:pt x="9958" y="1598"/>
                    </a:cubicBezTo>
                    <a:cubicBezTo>
                      <a:pt x="9747" y="542"/>
                      <a:pt x="8769" y="555"/>
                      <a:pt x="7871" y="225"/>
                    </a:cubicBezTo>
                    <a:lnTo>
                      <a:pt x="7832" y="251"/>
                    </a:lnTo>
                    <a:lnTo>
                      <a:pt x="5904" y="8836"/>
                    </a:lnTo>
                    <a:lnTo>
                      <a:pt x="3236" y="14"/>
                    </a:lnTo>
                    <a:lnTo>
                      <a:pt x="31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25"/>
              <p:cNvSpPr/>
              <p:nvPr/>
            </p:nvSpPr>
            <p:spPr>
              <a:xfrm>
                <a:off x="547475" y="2282675"/>
                <a:ext cx="57800" cy="28750"/>
              </a:xfrm>
              <a:custGeom>
                <a:rect b="b" l="l" r="r" t="t"/>
                <a:pathLst>
                  <a:path extrusionOk="0" h="1150" w="2312">
                    <a:moveTo>
                      <a:pt x="119" y="1"/>
                    </a:moveTo>
                    <a:lnTo>
                      <a:pt x="1" y="463"/>
                    </a:lnTo>
                    <a:cubicBezTo>
                      <a:pt x="753" y="740"/>
                      <a:pt x="1519" y="978"/>
                      <a:pt x="2312" y="1149"/>
                    </a:cubicBezTo>
                    <a:cubicBezTo>
                      <a:pt x="2272" y="965"/>
                      <a:pt x="2232" y="780"/>
                      <a:pt x="2206" y="595"/>
                    </a:cubicBezTo>
                    <a:cubicBezTo>
                      <a:pt x="1242" y="357"/>
                      <a:pt x="119"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25"/>
              <p:cNvSpPr/>
              <p:nvPr/>
            </p:nvSpPr>
            <p:spPr>
              <a:xfrm>
                <a:off x="363250" y="2294225"/>
                <a:ext cx="74625" cy="48225"/>
              </a:xfrm>
              <a:custGeom>
                <a:rect b="b" l="l" r="r" t="t"/>
                <a:pathLst>
                  <a:path extrusionOk="0" h="1929" w="2985">
                    <a:moveTo>
                      <a:pt x="2774" y="1"/>
                    </a:moveTo>
                    <a:cubicBezTo>
                      <a:pt x="2774" y="1"/>
                      <a:pt x="872" y="1136"/>
                      <a:pt x="0" y="1467"/>
                    </a:cubicBezTo>
                    <a:lnTo>
                      <a:pt x="264" y="1929"/>
                    </a:lnTo>
                    <a:cubicBezTo>
                      <a:pt x="264" y="1929"/>
                      <a:pt x="1915" y="1176"/>
                      <a:pt x="2985" y="410"/>
                    </a:cubicBezTo>
                    <a:lnTo>
                      <a:pt x="2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25"/>
              <p:cNvSpPr/>
              <p:nvPr/>
            </p:nvSpPr>
            <p:spPr>
              <a:xfrm>
                <a:off x="490025" y="1977975"/>
                <a:ext cx="77625" cy="216900"/>
              </a:xfrm>
              <a:custGeom>
                <a:rect b="b" l="l" r="r" t="t"/>
                <a:pathLst>
                  <a:path extrusionOk="0" h="8676" w="3105">
                    <a:moveTo>
                      <a:pt x="2328" y="0"/>
                    </a:moveTo>
                    <a:cubicBezTo>
                      <a:pt x="2192" y="0"/>
                      <a:pt x="2055" y="30"/>
                      <a:pt x="1929" y="91"/>
                    </a:cubicBezTo>
                    <a:lnTo>
                      <a:pt x="1" y="8676"/>
                    </a:lnTo>
                    <a:lnTo>
                      <a:pt x="1" y="8676"/>
                    </a:lnTo>
                    <a:lnTo>
                      <a:pt x="1599" y="7474"/>
                    </a:lnTo>
                    <a:lnTo>
                      <a:pt x="2338" y="4199"/>
                    </a:lnTo>
                    <a:lnTo>
                      <a:pt x="1678" y="3802"/>
                    </a:lnTo>
                    <a:lnTo>
                      <a:pt x="2668" y="3221"/>
                    </a:lnTo>
                    <a:lnTo>
                      <a:pt x="3104" y="422"/>
                    </a:lnTo>
                    <a:cubicBezTo>
                      <a:pt x="2931" y="148"/>
                      <a:pt x="2632" y="0"/>
                      <a:pt x="2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25"/>
              <p:cNvSpPr/>
              <p:nvPr/>
            </p:nvSpPr>
            <p:spPr>
              <a:xfrm>
                <a:off x="402525" y="1970175"/>
                <a:ext cx="87525" cy="224700"/>
              </a:xfrm>
              <a:custGeom>
                <a:rect b="b" l="l" r="r" t="t"/>
                <a:pathLst>
                  <a:path extrusionOk="0" h="8988" w="3501">
                    <a:moveTo>
                      <a:pt x="681" y="0"/>
                    </a:moveTo>
                    <a:cubicBezTo>
                      <a:pt x="461" y="0"/>
                      <a:pt x="209" y="84"/>
                      <a:pt x="1" y="377"/>
                    </a:cubicBezTo>
                    <a:lnTo>
                      <a:pt x="608" y="3547"/>
                    </a:lnTo>
                    <a:lnTo>
                      <a:pt x="1599" y="4128"/>
                    </a:lnTo>
                    <a:lnTo>
                      <a:pt x="939" y="4524"/>
                    </a:lnTo>
                    <a:lnTo>
                      <a:pt x="1691" y="7799"/>
                    </a:lnTo>
                    <a:lnTo>
                      <a:pt x="3501" y="8988"/>
                    </a:lnTo>
                    <a:lnTo>
                      <a:pt x="1216" y="152"/>
                    </a:lnTo>
                    <a:cubicBezTo>
                      <a:pt x="1216" y="152"/>
                      <a:pt x="977" y="0"/>
                      <a:pt x="6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25"/>
              <p:cNvSpPr/>
              <p:nvPr/>
            </p:nvSpPr>
            <p:spPr>
              <a:xfrm>
                <a:off x="493325" y="2352475"/>
                <a:ext cx="10450" cy="9825"/>
              </a:xfrm>
              <a:custGeom>
                <a:rect b="b" l="l" r="r" t="t"/>
                <a:pathLst>
                  <a:path extrusionOk="0" h="393" w="418">
                    <a:moveTo>
                      <a:pt x="205" y="1"/>
                    </a:moveTo>
                    <a:cubicBezTo>
                      <a:pt x="115" y="1"/>
                      <a:pt x="26" y="58"/>
                      <a:pt x="14" y="180"/>
                    </a:cubicBezTo>
                    <a:cubicBezTo>
                      <a:pt x="1" y="286"/>
                      <a:pt x="80" y="391"/>
                      <a:pt x="199" y="391"/>
                    </a:cubicBezTo>
                    <a:cubicBezTo>
                      <a:pt x="207" y="392"/>
                      <a:pt x="214" y="393"/>
                      <a:pt x="222" y="393"/>
                    </a:cubicBezTo>
                    <a:cubicBezTo>
                      <a:pt x="318" y="393"/>
                      <a:pt x="398" y="317"/>
                      <a:pt x="410" y="220"/>
                    </a:cubicBezTo>
                    <a:cubicBezTo>
                      <a:pt x="417" y="78"/>
                      <a:pt x="310" y="1"/>
                      <a:pt x="2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25"/>
              <p:cNvSpPr/>
              <p:nvPr/>
            </p:nvSpPr>
            <p:spPr>
              <a:xfrm>
                <a:off x="489575" y="2316000"/>
                <a:ext cx="12025" cy="9975"/>
              </a:xfrm>
              <a:custGeom>
                <a:rect b="b" l="l" r="r" t="t"/>
                <a:pathLst>
                  <a:path extrusionOk="0" h="399" w="481">
                    <a:moveTo>
                      <a:pt x="271" y="0"/>
                    </a:moveTo>
                    <a:cubicBezTo>
                      <a:pt x="30" y="0"/>
                      <a:pt x="1" y="372"/>
                      <a:pt x="256" y="398"/>
                    </a:cubicBezTo>
                    <a:cubicBezTo>
                      <a:pt x="263" y="398"/>
                      <a:pt x="270" y="399"/>
                      <a:pt x="277" y="399"/>
                    </a:cubicBezTo>
                    <a:cubicBezTo>
                      <a:pt x="375" y="399"/>
                      <a:pt x="468" y="312"/>
                      <a:pt x="468" y="213"/>
                    </a:cubicBezTo>
                    <a:cubicBezTo>
                      <a:pt x="481" y="107"/>
                      <a:pt x="402" y="15"/>
                      <a:pt x="296" y="1"/>
                    </a:cubicBezTo>
                    <a:cubicBezTo>
                      <a:pt x="287" y="1"/>
                      <a:pt x="279"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25"/>
              <p:cNvSpPr/>
              <p:nvPr/>
            </p:nvSpPr>
            <p:spPr>
              <a:xfrm>
                <a:off x="487800" y="2279700"/>
                <a:ext cx="11825" cy="9700"/>
              </a:xfrm>
              <a:custGeom>
                <a:rect b="b" l="l" r="r" t="t"/>
                <a:pathLst>
                  <a:path extrusionOk="0" h="388" w="473">
                    <a:moveTo>
                      <a:pt x="258" y="0"/>
                    </a:moveTo>
                    <a:cubicBezTo>
                      <a:pt x="96" y="0"/>
                      <a:pt x="1" y="190"/>
                      <a:pt x="116" y="318"/>
                    </a:cubicBezTo>
                    <a:cubicBezTo>
                      <a:pt x="154" y="366"/>
                      <a:pt x="209" y="388"/>
                      <a:pt x="263" y="388"/>
                    </a:cubicBezTo>
                    <a:cubicBezTo>
                      <a:pt x="357" y="388"/>
                      <a:pt x="451" y="321"/>
                      <a:pt x="459" y="212"/>
                    </a:cubicBezTo>
                    <a:cubicBezTo>
                      <a:pt x="473" y="106"/>
                      <a:pt x="393" y="1"/>
                      <a:pt x="274" y="1"/>
                    </a:cubicBezTo>
                    <a:cubicBezTo>
                      <a:pt x="269" y="0"/>
                      <a:pt x="264"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25"/>
              <p:cNvSpPr/>
              <p:nvPr/>
            </p:nvSpPr>
            <p:spPr>
              <a:xfrm>
                <a:off x="485825" y="2243050"/>
                <a:ext cx="11500" cy="10025"/>
              </a:xfrm>
              <a:custGeom>
                <a:rect b="b" l="l" r="r" t="t"/>
                <a:pathLst>
                  <a:path extrusionOk="0" h="401" w="460">
                    <a:moveTo>
                      <a:pt x="258" y="0"/>
                    </a:moveTo>
                    <a:cubicBezTo>
                      <a:pt x="96" y="0"/>
                      <a:pt x="0" y="190"/>
                      <a:pt x="103" y="331"/>
                    </a:cubicBezTo>
                    <a:cubicBezTo>
                      <a:pt x="145" y="378"/>
                      <a:pt x="200" y="400"/>
                      <a:pt x="254" y="400"/>
                    </a:cubicBezTo>
                    <a:cubicBezTo>
                      <a:pt x="349" y="400"/>
                      <a:pt x="442" y="331"/>
                      <a:pt x="459" y="212"/>
                    </a:cubicBezTo>
                    <a:cubicBezTo>
                      <a:pt x="459" y="106"/>
                      <a:pt x="380" y="14"/>
                      <a:pt x="274" y="1"/>
                    </a:cubicBezTo>
                    <a:cubicBezTo>
                      <a:pt x="269" y="0"/>
                      <a:pt x="263"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25"/>
              <p:cNvSpPr/>
              <p:nvPr/>
            </p:nvSpPr>
            <p:spPr>
              <a:xfrm>
                <a:off x="483850" y="2206725"/>
                <a:ext cx="11475" cy="9700"/>
              </a:xfrm>
              <a:custGeom>
                <a:rect b="b" l="l" r="r" t="t"/>
                <a:pathLst>
                  <a:path extrusionOk="0" h="388" w="459">
                    <a:moveTo>
                      <a:pt x="258" y="0"/>
                    </a:moveTo>
                    <a:cubicBezTo>
                      <a:pt x="96" y="0"/>
                      <a:pt x="0" y="190"/>
                      <a:pt x="102" y="318"/>
                    </a:cubicBezTo>
                    <a:cubicBezTo>
                      <a:pt x="146" y="366"/>
                      <a:pt x="201" y="388"/>
                      <a:pt x="255" y="388"/>
                    </a:cubicBezTo>
                    <a:cubicBezTo>
                      <a:pt x="349" y="388"/>
                      <a:pt x="437" y="321"/>
                      <a:pt x="446" y="212"/>
                    </a:cubicBezTo>
                    <a:cubicBezTo>
                      <a:pt x="459" y="107"/>
                      <a:pt x="380" y="1"/>
                      <a:pt x="274" y="1"/>
                    </a:cubicBezTo>
                    <a:cubicBezTo>
                      <a:pt x="269" y="1"/>
                      <a:pt x="263"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25"/>
              <p:cNvSpPr/>
              <p:nvPr/>
            </p:nvSpPr>
            <p:spPr>
              <a:xfrm>
                <a:off x="580150" y="2085900"/>
                <a:ext cx="14575" cy="170150"/>
              </a:xfrm>
              <a:custGeom>
                <a:rect b="b" l="l" r="r" t="t"/>
                <a:pathLst>
                  <a:path extrusionOk="0" h="6806" w="583">
                    <a:moveTo>
                      <a:pt x="173" y="0"/>
                    </a:moveTo>
                    <a:cubicBezTo>
                      <a:pt x="120" y="0"/>
                      <a:pt x="80" y="40"/>
                      <a:pt x="80" y="80"/>
                    </a:cubicBezTo>
                    <a:lnTo>
                      <a:pt x="80" y="159"/>
                    </a:lnTo>
                    <a:cubicBezTo>
                      <a:pt x="41" y="898"/>
                      <a:pt x="14" y="1585"/>
                      <a:pt x="14" y="2232"/>
                    </a:cubicBezTo>
                    <a:cubicBezTo>
                      <a:pt x="14" y="2232"/>
                      <a:pt x="14" y="2246"/>
                      <a:pt x="14" y="2246"/>
                    </a:cubicBezTo>
                    <a:cubicBezTo>
                      <a:pt x="1" y="2998"/>
                      <a:pt x="41" y="3751"/>
                      <a:pt x="107" y="4504"/>
                    </a:cubicBezTo>
                    <a:cubicBezTo>
                      <a:pt x="146" y="4887"/>
                      <a:pt x="186" y="5270"/>
                      <a:pt x="252" y="5653"/>
                    </a:cubicBezTo>
                    <a:cubicBezTo>
                      <a:pt x="278" y="5851"/>
                      <a:pt x="305" y="6036"/>
                      <a:pt x="331" y="6221"/>
                    </a:cubicBezTo>
                    <a:cubicBezTo>
                      <a:pt x="358" y="6406"/>
                      <a:pt x="397" y="6590"/>
                      <a:pt x="450" y="6762"/>
                    </a:cubicBezTo>
                    <a:cubicBezTo>
                      <a:pt x="468" y="6792"/>
                      <a:pt x="496" y="6806"/>
                      <a:pt x="522" y="6806"/>
                    </a:cubicBezTo>
                    <a:cubicBezTo>
                      <a:pt x="554" y="6806"/>
                      <a:pt x="582" y="6785"/>
                      <a:pt x="582" y="6749"/>
                    </a:cubicBezTo>
                    <a:cubicBezTo>
                      <a:pt x="569" y="6551"/>
                      <a:pt x="542" y="6366"/>
                      <a:pt x="503" y="6194"/>
                    </a:cubicBezTo>
                    <a:cubicBezTo>
                      <a:pt x="463" y="5996"/>
                      <a:pt x="437" y="5811"/>
                      <a:pt x="410" y="5613"/>
                    </a:cubicBezTo>
                    <a:cubicBezTo>
                      <a:pt x="344" y="5257"/>
                      <a:pt x="305" y="4887"/>
                      <a:pt x="265" y="4517"/>
                    </a:cubicBezTo>
                    <a:cubicBezTo>
                      <a:pt x="186" y="3777"/>
                      <a:pt x="159" y="3038"/>
                      <a:pt x="146" y="2298"/>
                    </a:cubicBezTo>
                    <a:cubicBezTo>
                      <a:pt x="159" y="2285"/>
                      <a:pt x="173" y="2259"/>
                      <a:pt x="173" y="2232"/>
                    </a:cubicBezTo>
                    <a:cubicBezTo>
                      <a:pt x="173" y="1585"/>
                      <a:pt x="199" y="898"/>
                      <a:pt x="252" y="172"/>
                    </a:cubicBezTo>
                    <a:lnTo>
                      <a:pt x="252" y="93"/>
                    </a:lnTo>
                    <a:cubicBezTo>
                      <a:pt x="252" y="53"/>
                      <a:pt x="212" y="14"/>
                      <a:pt x="1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25"/>
              <p:cNvSpPr/>
              <p:nvPr/>
            </p:nvSpPr>
            <p:spPr>
              <a:xfrm>
                <a:off x="447775" y="1907950"/>
                <a:ext cx="67375" cy="70025"/>
              </a:xfrm>
              <a:custGeom>
                <a:rect b="b" l="l" r="r" t="t"/>
                <a:pathLst>
                  <a:path extrusionOk="0" h="2801" w="2695">
                    <a:moveTo>
                      <a:pt x="0" y="0"/>
                    </a:moveTo>
                    <a:lnTo>
                      <a:pt x="0" y="2351"/>
                    </a:lnTo>
                    <a:cubicBezTo>
                      <a:pt x="0" y="2351"/>
                      <a:pt x="651" y="2800"/>
                      <a:pt x="1450" y="2800"/>
                    </a:cubicBezTo>
                    <a:cubicBezTo>
                      <a:pt x="1773" y="2800"/>
                      <a:pt x="2119" y="2727"/>
                      <a:pt x="2457" y="2523"/>
                    </a:cubicBezTo>
                    <a:cubicBezTo>
                      <a:pt x="2536" y="2470"/>
                      <a:pt x="2615" y="2417"/>
                      <a:pt x="2694" y="2351"/>
                    </a:cubicBezTo>
                    <a:lnTo>
                      <a:pt x="2694" y="1677"/>
                    </a:lnTo>
                    <a:lnTo>
                      <a:pt x="2377" y="1479"/>
                    </a:lnTo>
                    <a:lnTo>
                      <a:pt x="0" y="0"/>
                    </a:ln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25"/>
              <p:cNvSpPr/>
              <p:nvPr/>
            </p:nvSpPr>
            <p:spPr>
              <a:xfrm>
                <a:off x="465600" y="1934675"/>
                <a:ext cx="49550" cy="36350"/>
              </a:xfrm>
              <a:custGeom>
                <a:rect b="b" l="l" r="r" t="t"/>
                <a:pathLst>
                  <a:path extrusionOk="0" h="1454" w="1982">
                    <a:moveTo>
                      <a:pt x="0" y="1"/>
                    </a:moveTo>
                    <a:cubicBezTo>
                      <a:pt x="0" y="1"/>
                      <a:pt x="740" y="1057"/>
                      <a:pt x="1744" y="1454"/>
                    </a:cubicBezTo>
                    <a:cubicBezTo>
                      <a:pt x="1823" y="1401"/>
                      <a:pt x="1902" y="1348"/>
                      <a:pt x="1981" y="1282"/>
                    </a:cubicBezTo>
                    <a:lnTo>
                      <a:pt x="1981" y="608"/>
                    </a:lnTo>
                    <a:lnTo>
                      <a:pt x="1651" y="397"/>
                    </a:lnTo>
                    <a:lnTo>
                      <a:pt x="0" y="1"/>
                    </a:ln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25"/>
              <p:cNvSpPr/>
              <p:nvPr/>
            </p:nvSpPr>
            <p:spPr>
              <a:xfrm>
                <a:off x="517425" y="1811525"/>
                <a:ext cx="42300" cy="46600"/>
              </a:xfrm>
              <a:custGeom>
                <a:rect b="b" l="l" r="r" t="t"/>
                <a:pathLst>
                  <a:path extrusionOk="0" h="1864" w="1692">
                    <a:moveTo>
                      <a:pt x="40" y="1"/>
                    </a:moveTo>
                    <a:cubicBezTo>
                      <a:pt x="1" y="448"/>
                      <a:pt x="1087" y="1863"/>
                      <a:pt x="1097" y="1863"/>
                    </a:cubicBezTo>
                    <a:cubicBezTo>
                      <a:pt x="1097" y="1863"/>
                      <a:pt x="1097" y="1863"/>
                      <a:pt x="1097" y="1863"/>
                    </a:cubicBezTo>
                    <a:cubicBezTo>
                      <a:pt x="1691" y="146"/>
                      <a:pt x="40" y="1"/>
                      <a:pt x="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25"/>
              <p:cNvSpPr/>
              <p:nvPr/>
            </p:nvSpPr>
            <p:spPr>
              <a:xfrm>
                <a:off x="439500" y="1807825"/>
                <a:ext cx="107000" cy="141750"/>
              </a:xfrm>
              <a:custGeom>
                <a:rect b="b" l="l" r="r" t="t"/>
                <a:pathLst>
                  <a:path extrusionOk="0" h="5670" w="4280">
                    <a:moveTo>
                      <a:pt x="2223" y="1"/>
                    </a:moveTo>
                    <a:cubicBezTo>
                      <a:pt x="1959" y="1"/>
                      <a:pt x="1682" y="28"/>
                      <a:pt x="1401" y="83"/>
                    </a:cubicBezTo>
                    <a:cubicBezTo>
                      <a:pt x="1" y="347"/>
                      <a:pt x="186" y="1826"/>
                      <a:pt x="186" y="1826"/>
                    </a:cubicBezTo>
                    <a:lnTo>
                      <a:pt x="226" y="2645"/>
                    </a:lnTo>
                    <a:lnTo>
                      <a:pt x="318" y="4177"/>
                    </a:lnTo>
                    <a:lnTo>
                      <a:pt x="331" y="4481"/>
                    </a:lnTo>
                    <a:cubicBezTo>
                      <a:pt x="384" y="4533"/>
                      <a:pt x="1374" y="5669"/>
                      <a:pt x="2827" y="5669"/>
                    </a:cubicBezTo>
                    <a:cubicBezTo>
                      <a:pt x="4280" y="5669"/>
                      <a:pt x="4280" y="4269"/>
                      <a:pt x="4280" y="4269"/>
                    </a:cubicBezTo>
                    <a:lnTo>
                      <a:pt x="4267" y="3147"/>
                    </a:lnTo>
                    <a:lnTo>
                      <a:pt x="4254" y="2790"/>
                    </a:lnTo>
                    <a:lnTo>
                      <a:pt x="4201" y="1311"/>
                    </a:lnTo>
                    <a:cubicBezTo>
                      <a:pt x="4174" y="1034"/>
                      <a:pt x="4055" y="783"/>
                      <a:pt x="3871" y="571"/>
                    </a:cubicBezTo>
                    <a:cubicBezTo>
                      <a:pt x="3517" y="189"/>
                      <a:pt x="2914" y="1"/>
                      <a:pt x="2223" y="1"/>
                    </a:cubicBez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25"/>
              <p:cNvSpPr/>
              <p:nvPr/>
            </p:nvSpPr>
            <p:spPr>
              <a:xfrm>
                <a:off x="447425" y="1905625"/>
                <a:ext cx="11925" cy="14225"/>
              </a:xfrm>
              <a:custGeom>
                <a:rect b="b" l="l" r="r" t="t"/>
                <a:pathLst>
                  <a:path extrusionOk="0" h="569" w="477">
                    <a:moveTo>
                      <a:pt x="476" y="1"/>
                    </a:moveTo>
                    <a:lnTo>
                      <a:pt x="476" y="1"/>
                    </a:lnTo>
                    <a:cubicBezTo>
                      <a:pt x="344" y="133"/>
                      <a:pt x="173" y="225"/>
                      <a:pt x="1" y="265"/>
                    </a:cubicBezTo>
                    <a:lnTo>
                      <a:pt x="14" y="569"/>
                    </a:lnTo>
                    <a:cubicBezTo>
                      <a:pt x="278" y="437"/>
                      <a:pt x="476" y="14"/>
                      <a:pt x="476" y="1"/>
                    </a:cubicBezTo>
                    <a:close/>
                  </a:path>
                </a:pathLst>
              </a:custGeom>
              <a:solidFill>
                <a:srgbClr val="C0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25"/>
              <p:cNvSpPr/>
              <p:nvPr/>
            </p:nvSpPr>
            <p:spPr>
              <a:xfrm>
                <a:off x="453050" y="1874925"/>
                <a:ext cx="99400" cy="76975"/>
              </a:xfrm>
              <a:custGeom>
                <a:rect b="b" l="l" r="r" t="t"/>
                <a:pathLst>
                  <a:path extrusionOk="0" h="3079" w="3976">
                    <a:moveTo>
                      <a:pt x="423" y="0"/>
                    </a:moveTo>
                    <a:lnTo>
                      <a:pt x="0" y="344"/>
                    </a:lnTo>
                    <a:cubicBezTo>
                      <a:pt x="14" y="912"/>
                      <a:pt x="106" y="1480"/>
                      <a:pt x="304" y="2021"/>
                    </a:cubicBezTo>
                    <a:cubicBezTo>
                      <a:pt x="539" y="2716"/>
                      <a:pt x="1375" y="3079"/>
                      <a:pt x="2182" y="3079"/>
                    </a:cubicBezTo>
                    <a:cubicBezTo>
                      <a:pt x="2418" y="3079"/>
                      <a:pt x="2651" y="3048"/>
                      <a:pt x="2866" y="2985"/>
                    </a:cubicBezTo>
                    <a:cubicBezTo>
                      <a:pt x="3830" y="2721"/>
                      <a:pt x="3976" y="859"/>
                      <a:pt x="3712" y="661"/>
                    </a:cubicBezTo>
                    <a:cubicBezTo>
                      <a:pt x="3571" y="565"/>
                      <a:pt x="3397" y="534"/>
                      <a:pt x="3229" y="534"/>
                    </a:cubicBezTo>
                    <a:cubicBezTo>
                      <a:pt x="2911" y="534"/>
                      <a:pt x="2615" y="648"/>
                      <a:pt x="2615" y="648"/>
                    </a:cubicBezTo>
                    <a:cubicBezTo>
                      <a:pt x="2426" y="556"/>
                      <a:pt x="2214" y="518"/>
                      <a:pt x="1998" y="518"/>
                    </a:cubicBezTo>
                    <a:cubicBezTo>
                      <a:pt x="1747" y="518"/>
                      <a:pt x="1489" y="569"/>
                      <a:pt x="1255" y="648"/>
                    </a:cubicBezTo>
                    <a:cubicBezTo>
                      <a:pt x="1220" y="658"/>
                      <a:pt x="1185" y="663"/>
                      <a:pt x="1151" y="663"/>
                    </a:cubicBezTo>
                    <a:cubicBezTo>
                      <a:pt x="749" y="663"/>
                      <a:pt x="423" y="0"/>
                      <a:pt x="4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25"/>
              <p:cNvSpPr/>
              <p:nvPr/>
            </p:nvSpPr>
            <p:spPr>
              <a:xfrm>
                <a:off x="474175" y="1877900"/>
                <a:ext cx="23475" cy="9275"/>
              </a:xfrm>
              <a:custGeom>
                <a:rect b="b" l="l" r="r" t="t"/>
                <a:pathLst>
                  <a:path extrusionOk="0" h="371" w="939">
                    <a:moveTo>
                      <a:pt x="476" y="0"/>
                    </a:moveTo>
                    <a:cubicBezTo>
                      <a:pt x="212" y="0"/>
                      <a:pt x="1" y="80"/>
                      <a:pt x="1" y="185"/>
                    </a:cubicBezTo>
                    <a:cubicBezTo>
                      <a:pt x="1" y="278"/>
                      <a:pt x="212" y="370"/>
                      <a:pt x="476" y="370"/>
                    </a:cubicBezTo>
                    <a:cubicBezTo>
                      <a:pt x="727" y="370"/>
                      <a:pt x="938" y="278"/>
                      <a:pt x="938" y="185"/>
                    </a:cubicBezTo>
                    <a:cubicBezTo>
                      <a:pt x="938" y="80"/>
                      <a:pt x="727" y="0"/>
                      <a:pt x="476"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25"/>
              <p:cNvSpPr/>
              <p:nvPr/>
            </p:nvSpPr>
            <p:spPr>
              <a:xfrm>
                <a:off x="530975" y="1877325"/>
                <a:ext cx="14875" cy="9500"/>
              </a:xfrm>
              <a:custGeom>
                <a:rect b="b" l="l" r="r" t="t"/>
                <a:pathLst>
                  <a:path extrusionOk="0" h="380" w="595">
                    <a:moveTo>
                      <a:pt x="524" y="0"/>
                    </a:moveTo>
                    <a:cubicBezTo>
                      <a:pt x="505" y="0"/>
                      <a:pt x="489" y="4"/>
                      <a:pt x="476" y="10"/>
                    </a:cubicBezTo>
                    <a:cubicBezTo>
                      <a:pt x="212" y="10"/>
                      <a:pt x="0" y="89"/>
                      <a:pt x="0" y="195"/>
                    </a:cubicBezTo>
                    <a:cubicBezTo>
                      <a:pt x="0" y="301"/>
                      <a:pt x="212" y="380"/>
                      <a:pt x="476" y="380"/>
                    </a:cubicBezTo>
                    <a:lnTo>
                      <a:pt x="595" y="380"/>
                    </a:lnTo>
                    <a:lnTo>
                      <a:pt x="581" y="10"/>
                    </a:lnTo>
                    <a:cubicBezTo>
                      <a:pt x="561" y="4"/>
                      <a:pt x="542" y="0"/>
                      <a:pt x="524"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25"/>
              <p:cNvSpPr/>
              <p:nvPr/>
            </p:nvSpPr>
            <p:spPr>
              <a:xfrm>
                <a:off x="490350" y="1862050"/>
                <a:ext cx="6975" cy="12575"/>
              </a:xfrm>
              <a:custGeom>
                <a:rect b="b" l="l" r="r" t="t"/>
                <a:pathLst>
                  <a:path extrusionOk="0" h="503" w="279">
                    <a:moveTo>
                      <a:pt x="133" y="0"/>
                    </a:moveTo>
                    <a:cubicBezTo>
                      <a:pt x="54" y="0"/>
                      <a:pt x="1" y="106"/>
                      <a:pt x="1" y="251"/>
                    </a:cubicBezTo>
                    <a:cubicBezTo>
                      <a:pt x="1" y="397"/>
                      <a:pt x="54" y="502"/>
                      <a:pt x="133" y="502"/>
                    </a:cubicBezTo>
                    <a:cubicBezTo>
                      <a:pt x="212" y="502"/>
                      <a:pt x="278" y="397"/>
                      <a:pt x="278" y="251"/>
                    </a:cubicBezTo>
                    <a:cubicBezTo>
                      <a:pt x="278" y="106"/>
                      <a:pt x="212" y="0"/>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25"/>
              <p:cNvSpPr/>
              <p:nvPr/>
            </p:nvSpPr>
            <p:spPr>
              <a:xfrm>
                <a:off x="525025" y="1861725"/>
                <a:ext cx="6950" cy="12900"/>
              </a:xfrm>
              <a:custGeom>
                <a:rect b="b" l="l" r="r" t="t"/>
                <a:pathLst>
                  <a:path extrusionOk="0" h="516" w="278">
                    <a:moveTo>
                      <a:pt x="146" y="0"/>
                    </a:moveTo>
                    <a:cubicBezTo>
                      <a:pt x="67" y="0"/>
                      <a:pt x="0" y="119"/>
                      <a:pt x="0" y="264"/>
                    </a:cubicBezTo>
                    <a:cubicBezTo>
                      <a:pt x="0" y="396"/>
                      <a:pt x="67" y="515"/>
                      <a:pt x="146" y="515"/>
                    </a:cubicBezTo>
                    <a:cubicBezTo>
                      <a:pt x="225" y="515"/>
                      <a:pt x="278" y="396"/>
                      <a:pt x="278" y="264"/>
                    </a:cubicBezTo>
                    <a:cubicBezTo>
                      <a:pt x="278" y="119"/>
                      <a:pt x="212" y="0"/>
                      <a:pt x="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25"/>
              <p:cNvSpPr/>
              <p:nvPr/>
            </p:nvSpPr>
            <p:spPr>
              <a:xfrm>
                <a:off x="510825" y="1852925"/>
                <a:ext cx="15225" cy="32950"/>
              </a:xfrm>
              <a:custGeom>
                <a:rect b="b" l="l" r="r" t="t"/>
                <a:pathLst>
                  <a:path extrusionOk="0" h="1318" w="609">
                    <a:moveTo>
                      <a:pt x="78" y="1"/>
                    </a:moveTo>
                    <a:cubicBezTo>
                      <a:pt x="67" y="1"/>
                      <a:pt x="55" y="4"/>
                      <a:pt x="40" y="9"/>
                    </a:cubicBezTo>
                    <a:cubicBezTo>
                      <a:pt x="14" y="22"/>
                      <a:pt x="1" y="48"/>
                      <a:pt x="14" y="75"/>
                    </a:cubicBezTo>
                    <a:cubicBezTo>
                      <a:pt x="27" y="88"/>
                      <a:pt x="252" y="564"/>
                      <a:pt x="489" y="1039"/>
                    </a:cubicBezTo>
                    <a:cubicBezTo>
                      <a:pt x="397" y="1145"/>
                      <a:pt x="278" y="1211"/>
                      <a:pt x="133" y="1211"/>
                    </a:cubicBezTo>
                    <a:cubicBezTo>
                      <a:pt x="67" y="1211"/>
                      <a:pt x="67" y="1316"/>
                      <a:pt x="133" y="1316"/>
                    </a:cubicBezTo>
                    <a:cubicBezTo>
                      <a:pt x="145" y="1317"/>
                      <a:pt x="158" y="1318"/>
                      <a:pt x="170" y="1318"/>
                    </a:cubicBezTo>
                    <a:cubicBezTo>
                      <a:pt x="352" y="1318"/>
                      <a:pt x="508" y="1226"/>
                      <a:pt x="595" y="1065"/>
                    </a:cubicBezTo>
                    <a:cubicBezTo>
                      <a:pt x="608" y="1052"/>
                      <a:pt x="608" y="1039"/>
                      <a:pt x="595" y="1026"/>
                    </a:cubicBezTo>
                    <a:cubicBezTo>
                      <a:pt x="357" y="524"/>
                      <a:pt x="119" y="35"/>
                      <a:pt x="119" y="35"/>
                    </a:cubicBezTo>
                    <a:cubicBezTo>
                      <a:pt x="111" y="10"/>
                      <a:pt x="97" y="1"/>
                      <a:pt x="78"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25"/>
              <p:cNvSpPr/>
              <p:nvPr/>
            </p:nvSpPr>
            <p:spPr>
              <a:xfrm>
                <a:off x="479450" y="1840925"/>
                <a:ext cx="19525" cy="15350"/>
              </a:xfrm>
              <a:custGeom>
                <a:rect b="b" l="l" r="r" t="t"/>
                <a:pathLst>
                  <a:path extrusionOk="0" h="614" w="781">
                    <a:moveTo>
                      <a:pt x="635" y="0"/>
                    </a:moveTo>
                    <a:cubicBezTo>
                      <a:pt x="173" y="27"/>
                      <a:pt x="41" y="304"/>
                      <a:pt x="14" y="449"/>
                    </a:cubicBezTo>
                    <a:cubicBezTo>
                      <a:pt x="1" y="502"/>
                      <a:pt x="14" y="568"/>
                      <a:pt x="67" y="595"/>
                    </a:cubicBezTo>
                    <a:lnTo>
                      <a:pt x="80" y="595"/>
                    </a:lnTo>
                    <a:cubicBezTo>
                      <a:pt x="97" y="607"/>
                      <a:pt x="118" y="613"/>
                      <a:pt x="140" y="613"/>
                    </a:cubicBezTo>
                    <a:cubicBezTo>
                      <a:pt x="186" y="613"/>
                      <a:pt x="234" y="587"/>
                      <a:pt x="252" y="542"/>
                    </a:cubicBezTo>
                    <a:cubicBezTo>
                      <a:pt x="331" y="383"/>
                      <a:pt x="490" y="278"/>
                      <a:pt x="675" y="251"/>
                    </a:cubicBezTo>
                    <a:cubicBezTo>
                      <a:pt x="741" y="238"/>
                      <a:pt x="780" y="159"/>
                      <a:pt x="767" y="93"/>
                    </a:cubicBezTo>
                    <a:cubicBezTo>
                      <a:pt x="754" y="40"/>
                      <a:pt x="701" y="0"/>
                      <a:pt x="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25"/>
              <p:cNvSpPr/>
              <p:nvPr/>
            </p:nvSpPr>
            <p:spPr>
              <a:xfrm>
                <a:off x="521075" y="1840925"/>
                <a:ext cx="19825" cy="15200"/>
              </a:xfrm>
              <a:custGeom>
                <a:rect b="b" l="l" r="r" t="t"/>
                <a:pathLst>
                  <a:path extrusionOk="0" h="608" w="793">
                    <a:moveTo>
                      <a:pt x="145" y="0"/>
                    </a:moveTo>
                    <a:cubicBezTo>
                      <a:pt x="92" y="0"/>
                      <a:pt x="40" y="40"/>
                      <a:pt x="26" y="93"/>
                    </a:cubicBezTo>
                    <a:cubicBezTo>
                      <a:pt x="0" y="159"/>
                      <a:pt x="40" y="238"/>
                      <a:pt x="119" y="251"/>
                    </a:cubicBezTo>
                    <a:cubicBezTo>
                      <a:pt x="291" y="278"/>
                      <a:pt x="449" y="383"/>
                      <a:pt x="528" y="542"/>
                    </a:cubicBezTo>
                    <a:cubicBezTo>
                      <a:pt x="555" y="587"/>
                      <a:pt x="601" y="607"/>
                      <a:pt x="648" y="607"/>
                    </a:cubicBezTo>
                    <a:cubicBezTo>
                      <a:pt x="670" y="607"/>
                      <a:pt x="692" y="603"/>
                      <a:pt x="713" y="595"/>
                    </a:cubicBezTo>
                    <a:lnTo>
                      <a:pt x="726" y="595"/>
                    </a:lnTo>
                    <a:cubicBezTo>
                      <a:pt x="766" y="555"/>
                      <a:pt x="792" y="502"/>
                      <a:pt x="779" y="449"/>
                    </a:cubicBezTo>
                    <a:cubicBezTo>
                      <a:pt x="740" y="291"/>
                      <a:pt x="621" y="27"/>
                      <a:pt x="1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25"/>
              <p:cNvSpPr/>
              <p:nvPr/>
            </p:nvSpPr>
            <p:spPr>
              <a:xfrm>
                <a:off x="495650" y="1891800"/>
                <a:ext cx="38650" cy="13525"/>
              </a:xfrm>
              <a:custGeom>
                <a:rect b="b" l="l" r="r" t="t"/>
                <a:pathLst>
                  <a:path extrusionOk="0" h="541" w="1546">
                    <a:moveTo>
                      <a:pt x="74" y="1"/>
                    </a:moveTo>
                    <a:cubicBezTo>
                      <a:pt x="33" y="1"/>
                      <a:pt x="1" y="56"/>
                      <a:pt x="40" y="105"/>
                    </a:cubicBezTo>
                    <a:cubicBezTo>
                      <a:pt x="40" y="105"/>
                      <a:pt x="462" y="540"/>
                      <a:pt x="977" y="540"/>
                    </a:cubicBezTo>
                    <a:cubicBezTo>
                      <a:pt x="1175" y="540"/>
                      <a:pt x="1360" y="474"/>
                      <a:pt x="1506" y="369"/>
                    </a:cubicBezTo>
                    <a:cubicBezTo>
                      <a:pt x="1532" y="356"/>
                      <a:pt x="1545" y="316"/>
                      <a:pt x="1519" y="290"/>
                    </a:cubicBezTo>
                    <a:cubicBezTo>
                      <a:pt x="1511" y="273"/>
                      <a:pt x="1492" y="262"/>
                      <a:pt x="1473" y="262"/>
                    </a:cubicBezTo>
                    <a:cubicBezTo>
                      <a:pt x="1462" y="262"/>
                      <a:pt x="1450" y="266"/>
                      <a:pt x="1440" y="276"/>
                    </a:cubicBezTo>
                    <a:cubicBezTo>
                      <a:pt x="1282" y="388"/>
                      <a:pt x="1123" y="430"/>
                      <a:pt x="972" y="430"/>
                    </a:cubicBezTo>
                    <a:cubicBezTo>
                      <a:pt x="516" y="430"/>
                      <a:pt x="139" y="45"/>
                      <a:pt x="119" y="25"/>
                    </a:cubicBezTo>
                    <a:cubicBezTo>
                      <a:pt x="105" y="8"/>
                      <a:pt x="89" y="1"/>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25"/>
              <p:cNvSpPr/>
              <p:nvPr/>
            </p:nvSpPr>
            <p:spPr>
              <a:xfrm>
                <a:off x="421250" y="1871400"/>
                <a:ext cx="31500" cy="40900"/>
              </a:xfrm>
              <a:custGeom>
                <a:rect b="b" l="l" r="r" t="t"/>
                <a:pathLst>
                  <a:path extrusionOk="0" h="1636" w="1260">
                    <a:moveTo>
                      <a:pt x="645" y="1"/>
                    </a:moveTo>
                    <a:cubicBezTo>
                      <a:pt x="522" y="1"/>
                      <a:pt x="396" y="59"/>
                      <a:pt x="282" y="221"/>
                    </a:cubicBezTo>
                    <a:cubicBezTo>
                      <a:pt x="0" y="649"/>
                      <a:pt x="421" y="1636"/>
                      <a:pt x="969" y="1636"/>
                    </a:cubicBezTo>
                    <a:cubicBezTo>
                      <a:pt x="1063" y="1636"/>
                      <a:pt x="1161" y="1607"/>
                      <a:pt x="1259" y="1541"/>
                    </a:cubicBezTo>
                    <a:lnTo>
                      <a:pt x="1259" y="392"/>
                    </a:lnTo>
                    <a:cubicBezTo>
                      <a:pt x="1259" y="392"/>
                      <a:pt x="964" y="1"/>
                      <a:pt x="645" y="1"/>
                    </a:cubicBez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25"/>
              <p:cNvSpPr/>
              <p:nvPr/>
            </p:nvSpPr>
            <p:spPr>
              <a:xfrm>
                <a:off x="434225" y="1881075"/>
                <a:ext cx="18200" cy="23600"/>
              </a:xfrm>
              <a:custGeom>
                <a:rect b="b" l="l" r="r" t="t"/>
                <a:pathLst>
                  <a:path extrusionOk="0" h="944" w="728">
                    <a:moveTo>
                      <a:pt x="64" y="0"/>
                    </a:moveTo>
                    <a:cubicBezTo>
                      <a:pt x="40" y="0"/>
                      <a:pt x="24" y="12"/>
                      <a:pt x="14" y="32"/>
                    </a:cubicBezTo>
                    <a:cubicBezTo>
                      <a:pt x="1" y="58"/>
                      <a:pt x="14" y="98"/>
                      <a:pt x="40" y="111"/>
                    </a:cubicBezTo>
                    <a:cubicBezTo>
                      <a:pt x="357" y="256"/>
                      <a:pt x="569" y="547"/>
                      <a:pt x="608" y="890"/>
                    </a:cubicBezTo>
                    <a:cubicBezTo>
                      <a:pt x="608" y="917"/>
                      <a:pt x="635" y="943"/>
                      <a:pt x="661" y="943"/>
                    </a:cubicBezTo>
                    <a:lnTo>
                      <a:pt x="674" y="943"/>
                    </a:lnTo>
                    <a:cubicBezTo>
                      <a:pt x="701" y="930"/>
                      <a:pt x="727" y="903"/>
                      <a:pt x="727" y="877"/>
                    </a:cubicBezTo>
                    <a:cubicBezTo>
                      <a:pt x="674" y="494"/>
                      <a:pt x="437" y="164"/>
                      <a:pt x="93" y="5"/>
                    </a:cubicBezTo>
                    <a:cubicBezTo>
                      <a:pt x="83" y="2"/>
                      <a:pt x="73" y="0"/>
                      <a:pt x="64" y="0"/>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25"/>
              <p:cNvSpPr/>
              <p:nvPr/>
            </p:nvSpPr>
            <p:spPr>
              <a:xfrm>
                <a:off x="435550" y="1889775"/>
                <a:ext cx="11900" cy="5975"/>
              </a:xfrm>
              <a:custGeom>
                <a:rect b="b" l="l" r="r" t="t"/>
                <a:pathLst>
                  <a:path extrusionOk="0" h="239" w="476">
                    <a:moveTo>
                      <a:pt x="436" y="1"/>
                    </a:moveTo>
                    <a:cubicBezTo>
                      <a:pt x="278" y="1"/>
                      <a:pt x="133" y="40"/>
                      <a:pt x="27" y="146"/>
                    </a:cubicBezTo>
                    <a:cubicBezTo>
                      <a:pt x="1" y="159"/>
                      <a:pt x="1" y="199"/>
                      <a:pt x="27" y="225"/>
                    </a:cubicBezTo>
                    <a:cubicBezTo>
                      <a:pt x="40" y="239"/>
                      <a:pt x="53" y="239"/>
                      <a:pt x="67" y="239"/>
                    </a:cubicBezTo>
                    <a:lnTo>
                      <a:pt x="106" y="239"/>
                    </a:lnTo>
                    <a:cubicBezTo>
                      <a:pt x="141" y="203"/>
                      <a:pt x="271" y="115"/>
                      <a:pt x="364" y="115"/>
                    </a:cubicBezTo>
                    <a:cubicBezTo>
                      <a:pt x="376" y="115"/>
                      <a:pt x="387" y="117"/>
                      <a:pt x="397" y="120"/>
                    </a:cubicBezTo>
                    <a:cubicBezTo>
                      <a:pt x="436" y="120"/>
                      <a:pt x="463" y="106"/>
                      <a:pt x="476" y="80"/>
                    </a:cubicBezTo>
                    <a:cubicBezTo>
                      <a:pt x="476" y="40"/>
                      <a:pt x="463" y="14"/>
                      <a:pt x="436" y="1"/>
                    </a:cubicBezTo>
                    <a:close/>
                  </a:path>
                </a:pathLst>
              </a:custGeom>
              <a:solidFill>
                <a:srgbClr val="E8C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25"/>
              <p:cNvSpPr/>
              <p:nvPr/>
            </p:nvSpPr>
            <p:spPr>
              <a:xfrm>
                <a:off x="439500" y="1802375"/>
                <a:ext cx="100625" cy="83475"/>
              </a:xfrm>
              <a:custGeom>
                <a:rect b="b" l="l" r="r" t="t"/>
                <a:pathLst>
                  <a:path extrusionOk="0" h="3339" w="4025">
                    <a:moveTo>
                      <a:pt x="2044" y="1"/>
                    </a:moveTo>
                    <a:cubicBezTo>
                      <a:pt x="1825" y="1"/>
                      <a:pt x="1605" y="22"/>
                      <a:pt x="1388" y="63"/>
                    </a:cubicBezTo>
                    <a:cubicBezTo>
                      <a:pt x="1" y="327"/>
                      <a:pt x="1" y="1938"/>
                      <a:pt x="1" y="1938"/>
                    </a:cubicBezTo>
                    <a:lnTo>
                      <a:pt x="41" y="2770"/>
                    </a:lnTo>
                    <a:cubicBezTo>
                      <a:pt x="344" y="2942"/>
                      <a:pt x="516" y="3074"/>
                      <a:pt x="595" y="3285"/>
                    </a:cubicBezTo>
                    <a:lnTo>
                      <a:pt x="965" y="3338"/>
                    </a:lnTo>
                    <a:cubicBezTo>
                      <a:pt x="991" y="2995"/>
                      <a:pt x="965" y="2638"/>
                      <a:pt x="886" y="2295"/>
                    </a:cubicBezTo>
                    <a:cubicBezTo>
                      <a:pt x="767" y="1846"/>
                      <a:pt x="1348" y="1793"/>
                      <a:pt x="1176" y="1199"/>
                    </a:cubicBezTo>
                    <a:cubicBezTo>
                      <a:pt x="1150" y="1133"/>
                      <a:pt x="1493" y="988"/>
                      <a:pt x="1533" y="974"/>
                    </a:cubicBezTo>
                    <a:cubicBezTo>
                      <a:pt x="1625" y="922"/>
                      <a:pt x="1731" y="908"/>
                      <a:pt x="1837" y="908"/>
                    </a:cubicBezTo>
                    <a:cubicBezTo>
                      <a:pt x="1943" y="930"/>
                      <a:pt x="2015" y="1002"/>
                      <a:pt x="2122" y="1002"/>
                    </a:cubicBezTo>
                    <a:cubicBezTo>
                      <a:pt x="2148" y="1002"/>
                      <a:pt x="2176" y="998"/>
                      <a:pt x="2206" y="988"/>
                    </a:cubicBezTo>
                    <a:cubicBezTo>
                      <a:pt x="2365" y="935"/>
                      <a:pt x="2457" y="789"/>
                      <a:pt x="2444" y="618"/>
                    </a:cubicBezTo>
                    <a:lnTo>
                      <a:pt x="2444" y="618"/>
                    </a:lnTo>
                    <a:cubicBezTo>
                      <a:pt x="2550" y="737"/>
                      <a:pt x="2656" y="829"/>
                      <a:pt x="2774" y="922"/>
                    </a:cubicBezTo>
                    <a:cubicBezTo>
                      <a:pt x="2859" y="972"/>
                      <a:pt x="2955" y="996"/>
                      <a:pt x="3050" y="996"/>
                    </a:cubicBezTo>
                    <a:cubicBezTo>
                      <a:pt x="3104" y="996"/>
                      <a:pt x="3158" y="989"/>
                      <a:pt x="3210" y="974"/>
                    </a:cubicBezTo>
                    <a:cubicBezTo>
                      <a:pt x="3355" y="922"/>
                      <a:pt x="3448" y="776"/>
                      <a:pt x="3421" y="631"/>
                    </a:cubicBezTo>
                    <a:lnTo>
                      <a:pt x="3421" y="631"/>
                    </a:lnTo>
                    <a:cubicBezTo>
                      <a:pt x="3567" y="789"/>
                      <a:pt x="3765" y="895"/>
                      <a:pt x="3976" y="922"/>
                    </a:cubicBezTo>
                    <a:cubicBezTo>
                      <a:pt x="3978" y="922"/>
                      <a:pt x="3980" y="922"/>
                      <a:pt x="3982" y="922"/>
                    </a:cubicBezTo>
                    <a:cubicBezTo>
                      <a:pt x="4025" y="922"/>
                      <a:pt x="3975" y="773"/>
                      <a:pt x="3950" y="697"/>
                    </a:cubicBezTo>
                    <a:cubicBezTo>
                      <a:pt x="3937" y="684"/>
                      <a:pt x="3937" y="671"/>
                      <a:pt x="3937" y="657"/>
                    </a:cubicBezTo>
                    <a:cubicBezTo>
                      <a:pt x="3857" y="578"/>
                      <a:pt x="3778" y="512"/>
                      <a:pt x="3686" y="459"/>
                    </a:cubicBezTo>
                    <a:cubicBezTo>
                      <a:pt x="3488" y="327"/>
                      <a:pt x="3276" y="222"/>
                      <a:pt x="3052" y="156"/>
                    </a:cubicBezTo>
                    <a:cubicBezTo>
                      <a:pt x="2723" y="51"/>
                      <a:pt x="2384" y="1"/>
                      <a:pt x="20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25"/>
              <p:cNvSpPr/>
              <p:nvPr/>
            </p:nvSpPr>
            <p:spPr>
              <a:xfrm>
                <a:off x="432900" y="1948550"/>
                <a:ext cx="53200" cy="67375"/>
              </a:xfrm>
              <a:custGeom>
                <a:rect b="b" l="l" r="r" t="t"/>
                <a:pathLst>
                  <a:path extrusionOk="0" h="2695" w="2128">
                    <a:moveTo>
                      <a:pt x="595" y="1"/>
                    </a:moveTo>
                    <a:cubicBezTo>
                      <a:pt x="595" y="1"/>
                      <a:pt x="212" y="133"/>
                      <a:pt x="1" y="1017"/>
                    </a:cubicBezTo>
                    <a:cubicBezTo>
                      <a:pt x="265" y="1823"/>
                      <a:pt x="1044" y="2497"/>
                      <a:pt x="2127" y="2695"/>
                    </a:cubicBezTo>
                    <a:lnTo>
                      <a:pt x="2127" y="1110"/>
                    </a:lnTo>
                    <a:cubicBezTo>
                      <a:pt x="1506" y="925"/>
                      <a:pt x="965" y="542"/>
                      <a:pt x="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25"/>
              <p:cNvSpPr/>
              <p:nvPr/>
            </p:nvSpPr>
            <p:spPr>
              <a:xfrm>
                <a:off x="485725" y="1954175"/>
                <a:ext cx="52525" cy="61750"/>
              </a:xfrm>
              <a:custGeom>
                <a:rect b="b" l="l" r="r" t="t"/>
                <a:pathLst>
                  <a:path extrusionOk="0" h="2470" w="2101">
                    <a:moveTo>
                      <a:pt x="1176" y="0"/>
                    </a:moveTo>
                    <a:cubicBezTo>
                      <a:pt x="622" y="872"/>
                      <a:pt x="1" y="885"/>
                      <a:pt x="1" y="885"/>
                    </a:cubicBezTo>
                    <a:lnTo>
                      <a:pt x="1" y="2470"/>
                    </a:lnTo>
                    <a:cubicBezTo>
                      <a:pt x="1031" y="2206"/>
                      <a:pt x="1401" y="1889"/>
                      <a:pt x="2101" y="1043"/>
                    </a:cubicBezTo>
                    <a:cubicBezTo>
                      <a:pt x="1823" y="159"/>
                      <a:pt x="1176" y="0"/>
                      <a:pt x="1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25"/>
              <p:cNvSpPr/>
              <p:nvPr/>
            </p:nvSpPr>
            <p:spPr>
              <a:xfrm>
                <a:off x="467575" y="1987500"/>
                <a:ext cx="36025" cy="49900"/>
              </a:xfrm>
              <a:custGeom>
                <a:rect b="b" l="l" r="r" t="t"/>
                <a:pathLst>
                  <a:path extrusionOk="0" h="1996" w="1441">
                    <a:moveTo>
                      <a:pt x="727" y="1"/>
                    </a:moveTo>
                    <a:lnTo>
                      <a:pt x="1" y="912"/>
                    </a:lnTo>
                    <a:lnTo>
                      <a:pt x="740" y="1995"/>
                    </a:lnTo>
                    <a:lnTo>
                      <a:pt x="1440" y="899"/>
                    </a:lnTo>
                    <a:lnTo>
                      <a:pt x="7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25"/>
              <p:cNvSpPr/>
              <p:nvPr/>
            </p:nvSpPr>
            <p:spPr>
              <a:xfrm>
                <a:off x="445750" y="1985200"/>
                <a:ext cx="79625" cy="52850"/>
              </a:xfrm>
              <a:custGeom>
                <a:rect b="b" l="l" r="r" t="t"/>
                <a:pathLst>
                  <a:path extrusionOk="0" h="2114" w="3185">
                    <a:moveTo>
                      <a:pt x="1600" y="0"/>
                    </a:moveTo>
                    <a:cubicBezTo>
                      <a:pt x="1573" y="0"/>
                      <a:pt x="1547" y="14"/>
                      <a:pt x="1534" y="27"/>
                    </a:cubicBezTo>
                    <a:lnTo>
                      <a:pt x="68" y="1717"/>
                    </a:lnTo>
                    <a:cubicBezTo>
                      <a:pt x="0" y="1776"/>
                      <a:pt x="60" y="1862"/>
                      <a:pt x="129" y="1862"/>
                    </a:cubicBezTo>
                    <a:cubicBezTo>
                      <a:pt x="153" y="1862"/>
                      <a:pt x="179" y="1851"/>
                      <a:pt x="200" y="1823"/>
                    </a:cubicBezTo>
                    <a:lnTo>
                      <a:pt x="1600" y="225"/>
                    </a:lnTo>
                    <a:lnTo>
                      <a:pt x="3013" y="2074"/>
                    </a:lnTo>
                    <a:cubicBezTo>
                      <a:pt x="3039" y="2100"/>
                      <a:pt x="3066" y="2114"/>
                      <a:pt x="3092" y="2114"/>
                    </a:cubicBezTo>
                    <a:cubicBezTo>
                      <a:pt x="3105" y="2114"/>
                      <a:pt x="3119" y="2100"/>
                      <a:pt x="3132" y="2100"/>
                    </a:cubicBezTo>
                    <a:cubicBezTo>
                      <a:pt x="3171" y="2074"/>
                      <a:pt x="3185" y="2021"/>
                      <a:pt x="3145" y="1981"/>
                    </a:cubicBezTo>
                    <a:lnTo>
                      <a:pt x="1666" y="40"/>
                    </a:lnTo>
                    <a:cubicBezTo>
                      <a:pt x="1653" y="14"/>
                      <a:pt x="1626" y="0"/>
                      <a:pt x="16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25"/>
              <p:cNvSpPr/>
              <p:nvPr/>
            </p:nvSpPr>
            <p:spPr>
              <a:xfrm>
                <a:off x="483750" y="1975950"/>
                <a:ext cx="4000" cy="13575"/>
              </a:xfrm>
              <a:custGeom>
                <a:rect b="b" l="l" r="r" t="t"/>
                <a:pathLst>
                  <a:path extrusionOk="0" h="543" w="160">
                    <a:moveTo>
                      <a:pt x="80" y="1"/>
                    </a:moveTo>
                    <a:cubicBezTo>
                      <a:pt x="27" y="1"/>
                      <a:pt x="1" y="40"/>
                      <a:pt x="1" y="93"/>
                    </a:cubicBezTo>
                    <a:lnTo>
                      <a:pt x="1" y="463"/>
                    </a:lnTo>
                    <a:cubicBezTo>
                      <a:pt x="1" y="503"/>
                      <a:pt x="27" y="542"/>
                      <a:pt x="80" y="542"/>
                    </a:cubicBezTo>
                    <a:cubicBezTo>
                      <a:pt x="133" y="542"/>
                      <a:pt x="159" y="503"/>
                      <a:pt x="159" y="463"/>
                    </a:cubicBezTo>
                    <a:lnTo>
                      <a:pt x="159" y="93"/>
                    </a:lnTo>
                    <a:cubicBezTo>
                      <a:pt x="159" y="40"/>
                      <a:pt x="120" y="1"/>
                      <a:pt x="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25"/>
              <p:cNvSpPr/>
              <p:nvPr/>
            </p:nvSpPr>
            <p:spPr>
              <a:xfrm>
                <a:off x="349700" y="2378525"/>
                <a:ext cx="101075" cy="86750"/>
              </a:xfrm>
              <a:custGeom>
                <a:rect b="b" l="l" r="r" t="t"/>
                <a:pathLst>
                  <a:path extrusionOk="0" h="3470" w="4043">
                    <a:moveTo>
                      <a:pt x="1217" y="1"/>
                    </a:moveTo>
                    <a:cubicBezTo>
                      <a:pt x="1194" y="1"/>
                      <a:pt x="1171" y="4"/>
                      <a:pt x="1150" y="10"/>
                    </a:cubicBezTo>
                    <a:cubicBezTo>
                      <a:pt x="555" y="168"/>
                      <a:pt x="1" y="908"/>
                      <a:pt x="106" y="1198"/>
                    </a:cubicBezTo>
                    <a:cubicBezTo>
                      <a:pt x="265" y="1647"/>
                      <a:pt x="806" y="2453"/>
                      <a:pt x="965" y="2757"/>
                    </a:cubicBezTo>
                    <a:cubicBezTo>
                      <a:pt x="1071" y="2994"/>
                      <a:pt x="1189" y="3219"/>
                      <a:pt x="1335" y="3443"/>
                    </a:cubicBezTo>
                    <a:cubicBezTo>
                      <a:pt x="1431" y="3461"/>
                      <a:pt x="1524" y="3470"/>
                      <a:pt x="1615" y="3470"/>
                    </a:cubicBezTo>
                    <a:cubicBezTo>
                      <a:pt x="2387" y="3470"/>
                      <a:pt x="2976" y="2850"/>
                      <a:pt x="3342" y="2189"/>
                    </a:cubicBezTo>
                    <a:cubicBezTo>
                      <a:pt x="2959" y="1819"/>
                      <a:pt x="2735" y="1621"/>
                      <a:pt x="2735" y="1621"/>
                    </a:cubicBezTo>
                    <a:lnTo>
                      <a:pt x="2735" y="1621"/>
                    </a:lnTo>
                    <a:cubicBezTo>
                      <a:pt x="2867" y="1647"/>
                      <a:pt x="2985" y="1713"/>
                      <a:pt x="3091" y="1792"/>
                    </a:cubicBezTo>
                    <a:lnTo>
                      <a:pt x="3250" y="1938"/>
                    </a:lnTo>
                    <a:cubicBezTo>
                      <a:pt x="3523" y="2184"/>
                      <a:pt x="3707" y="2266"/>
                      <a:pt x="3828" y="2266"/>
                    </a:cubicBezTo>
                    <a:cubicBezTo>
                      <a:pt x="3888" y="2266"/>
                      <a:pt x="3932" y="2246"/>
                      <a:pt x="3963" y="2215"/>
                    </a:cubicBezTo>
                    <a:cubicBezTo>
                      <a:pt x="4042" y="2136"/>
                      <a:pt x="4042" y="2017"/>
                      <a:pt x="3963" y="1951"/>
                    </a:cubicBezTo>
                    <a:cubicBezTo>
                      <a:pt x="3659" y="1608"/>
                      <a:pt x="2985" y="842"/>
                      <a:pt x="2853" y="723"/>
                    </a:cubicBezTo>
                    <a:cubicBezTo>
                      <a:pt x="2550" y="485"/>
                      <a:pt x="2206" y="313"/>
                      <a:pt x="1850" y="221"/>
                    </a:cubicBezTo>
                    <a:cubicBezTo>
                      <a:pt x="1628" y="162"/>
                      <a:pt x="1395" y="1"/>
                      <a:pt x="1217" y="1"/>
                    </a:cubicBezTo>
                    <a:close/>
                  </a:path>
                </a:pathLst>
              </a:custGeom>
              <a:solidFill>
                <a:srgbClr val="FCE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25"/>
              <p:cNvSpPr/>
              <p:nvPr/>
            </p:nvSpPr>
            <p:spPr>
              <a:xfrm>
                <a:off x="238125" y="1997075"/>
                <a:ext cx="185225" cy="421650"/>
              </a:xfrm>
              <a:custGeom>
                <a:rect b="b" l="l" r="r" t="t"/>
                <a:pathLst>
                  <a:path extrusionOk="0" h="16866" w="7409">
                    <a:moveTo>
                      <a:pt x="5230" y="1"/>
                    </a:moveTo>
                    <a:lnTo>
                      <a:pt x="5151" y="67"/>
                    </a:lnTo>
                    <a:lnTo>
                      <a:pt x="5085" y="120"/>
                    </a:lnTo>
                    <a:lnTo>
                      <a:pt x="4952" y="225"/>
                    </a:lnTo>
                    <a:cubicBezTo>
                      <a:pt x="4873" y="291"/>
                      <a:pt x="4794" y="357"/>
                      <a:pt x="4715" y="437"/>
                    </a:cubicBezTo>
                    <a:cubicBezTo>
                      <a:pt x="4569" y="569"/>
                      <a:pt x="4424" y="714"/>
                      <a:pt x="4279" y="846"/>
                    </a:cubicBezTo>
                    <a:cubicBezTo>
                      <a:pt x="4002" y="1123"/>
                      <a:pt x="3724" y="1414"/>
                      <a:pt x="3460" y="1718"/>
                    </a:cubicBezTo>
                    <a:cubicBezTo>
                      <a:pt x="2932" y="2312"/>
                      <a:pt x="2443" y="2946"/>
                      <a:pt x="2007" y="3619"/>
                    </a:cubicBezTo>
                    <a:cubicBezTo>
                      <a:pt x="1558" y="4280"/>
                      <a:pt x="1175" y="4993"/>
                      <a:pt x="845" y="5733"/>
                    </a:cubicBezTo>
                    <a:cubicBezTo>
                      <a:pt x="674" y="6102"/>
                      <a:pt x="528" y="6472"/>
                      <a:pt x="396" y="6868"/>
                    </a:cubicBezTo>
                    <a:cubicBezTo>
                      <a:pt x="317" y="7053"/>
                      <a:pt x="264" y="7251"/>
                      <a:pt x="198" y="7449"/>
                    </a:cubicBezTo>
                    <a:cubicBezTo>
                      <a:pt x="172" y="7542"/>
                      <a:pt x="145" y="7647"/>
                      <a:pt x="119" y="7740"/>
                    </a:cubicBezTo>
                    <a:lnTo>
                      <a:pt x="106" y="7819"/>
                    </a:lnTo>
                    <a:lnTo>
                      <a:pt x="92" y="7859"/>
                    </a:lnTo>
                    <a:lnTo>
                      <a:pt x="79" y="7938"/>
                    </a:lnTo>
                    <a:cubicBezTo>
                      <a:pt x="40" y="8057"/>
                      <a:pt x="26" y="8176"/>
                      <a:pt x="13" y="8295"/>
                    </a:cubicBezTo>
                    <a:cubicBezTo>
                      <a:pt x="0" y="8400"/>
                      <a:pt x="0" y="8493"/>
                      <a:pt x="0" y="8598"/>
                    </a:cubicBezTo>
                    <a:cubicBezTo>
                      <a:pt x="0" y="8691"/>
                      <a:pt x="0" y="8783"/>
                      <a:pt x="13" y="8862"/>
                    </a:cubicBezTo>
                    <a:cubicBezTo>
                      <a:pt x="26" y="9008"/>
                      <a:pt x="53" y="9153"/>
                      <a:pt x="79" y="9311"/>
                    </a:cubicBezTo>
                    <a:cubicBezTo>
                      <a:pt x="132" y="9549"/>
                      <a:pt x="198" y="9787"/>
                      <a:pt x="277" y="10011"/>
                    </a:cubicBezTo>
                    <a:cubicBezTo>
                      <a:pt x="343" y="10236"/>
                      <a:pt x="423" y="10434"/>
                      <a:pt x="502" y="10632"/>
                    </a:cubicBezTo>
                    <a:cubicBezTo>
                      <a:pt x="581" y="10817"/>
                      <a:pt x="674" y="11002"/>
                      <a:pt x="753" y="11187"/>
                    </a:cubicBezTo>
                    <a:cubicBezTo>
                      <a:pt x="924" y="11543"/>
                      <a:pt x="1109" y="11887"/>
                      <a:pt x="1294" y="12217"/>
                    </a:cubicBezTo>
                    <a:cubicBezTo>
                      <a:pt x="1479" y="12560"/>
                      <a:pt x="1677" y="12877"/>
                      <a:pt x="1862" y="13194"/>
                    </a:cubicBezTo>
                    <a:cubicBezTo>
                      <a:pt x="2258" y="13841"/>
                      <a:pt x="2668" y="14462"/>
                      <a:pt x="3077" y="15070"/>
                    </a:cubicBezTo>
                    <a:cubicBezTo>
                      <a:pt x="3288" y="15373"/>
                      <a:pt x="3500" y="15664"/>
                      <a:pt x="3724" y="15968"/>
                    </a:cubicBezTo>
                    <a:cubicBezTo>
                      <a:pt x="3830" y="16113"/>
                      <a:pt x="3936" y="16271"/>
                      <a:pt x="4054" y="16417"/>
                    </a:cubicBezTo>
                    <a:lnTo>
                      <a:pt x="4213" y="16641"/>
                    </a:lnTo>
                    <a:lnTo>
                      <a:pt x="4385" y="16866"/>
                    </a:lnTo>
                    <a:lnTo>
                      <a:pt x="6630" y="15281"/>
                    </a:lnTo>
                    <a:lnTo>
                      <a:pt x="6498" y="15070"/>
                    </a:lnTo>
                    <a:lnTo>
                      <a:pt x="6352" y="14845"/>
                    </a:lnTo>
                    <a:lnTo>
                      <a:pt x="6088" y="14396"/>
                    </a:lnTo>
                    <a:cubicBezTo>
                      <a:pt x="5903" y="14092"/>
                      <a:pt x="5718" y="13788"/>
                      <a:pt x="5547" y="13498"/>
                    </a:cubicBezTo>
                    <a:cubicBezTo>
                      <a:pt x="5190" y="12890"/>
                      <a:pt x="4847" y="12283"/>
                      <a:pt x="4530" y="11675"/>
                    </a:cubicBezTo>
                    <a:cubicBezTo>
                      <a:pt x="4358" y="11372"/>
                      <a:pt x="4213" y="11068"/>
                      <a:pt x="4068" y="10764"/>
                    </a:cubicBezTo>
                    <a:cubicBezTo>
                      <a:pt x="3922" y="10474"/>
                      <a:pt x="3790" y="10170"/>
                      <a:pt x="3658" y="9866"/>
                    </a:cubicBezTo>
                    <a:cubicBezTo>
                      <a:pt x="3553" y="9602"/>
                      <a:pt x="3447" y="9325"/>
                      <a:pt x="3368" y="9034"/>
                    </a:cubicBezTo>
                    <a:cubicBezTo>
                      <a:pt x="3331" y="8936"/>
                      <a:pt x="3305" y="8838"/>
                      <a:pt x="3291" y="8729"/>
                    </a:cubicBezTo>
                    <a:lnTo>
                      <a:pt x="3291" y="8729"/>
                    </a:lnTo>
                    <a:lnTo>
                      <a:pt x="3302" y="8678"/>
                    </a:lnTo>
                    <a:cubicBezTo>
                      <a:pt x="3328" y="8612"/>
                      <a:pt x="3354" y="8545"/>
                      <a:pt x="3368" y="8466"/>
                    </a:cubicBezTo>
                    <a:cubicBezTo>
                      <a:pt x="3420" y="8321"/>
                      <a:pt x="3473" y="8176"/>
                      <a:pt x="3539" y="8030"/>
                    </a:cubicBezTo>
                    <a:cubicBezTo>
                      <a:pt x="3658" y="7753"/>
                      <a:pt x="3777" y="7463"/>
                      <a:pt x="3922" y="7185"/>
                    </a:cubicBezTo>
                    <a:cubicBezTo>
                      <a:pt x="4200" y="6631"/>
                      <a:pt x="4530" y="6089"/>
                      <a:pt x="4900" y="5574"/>
                    </a:cubicBezTo>
                    <a:cubicBezTo>
                      <a:pt x="5071" y="5310"/>
                      <a:pt x="5269" y="5059"/>
                      <a:pt x="5468" y="4808"/>
                    </a:cubicBezTo>
                    <a:cubicBezTo>
                      <a:pt x="5666" y="4557"/>
                      <a:pt x="5877" y="4306"/>
                      <a:pt x="6101" y="4082"/>
                    </a:cubicBezTo>
                    <a:cubicBezTo>
                      <a:pt x="6313" y="3844"/>
                      <a:pt x="6537" y="3606"/>
                      <a:pt x="6762" y="3395"/>
                    </a:cubicBezTo>
                    <a:cubicBezTo>
                      <a:pt x="6867" y="3276"/>
                      <a:pt x="6986" y="3170"/>
                      <a:pt x="7105" y="3065"/>
                    </a:cubicBezTo>
                    <a:lnTo>
                      <a:pt x="7264" y="2920"/>
                    </a:lnTo>
                    <a:lnTo>
                      <a:pt x="7343" y="2854"/>
                    </a:lnTo>
                    <a:lnTo>
                      <a:pt x="7409" y="2801"/>
                    </a:lnTo>
                    <a:lnTo>
                      <a:pt x="52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25"/>
              <p:cNvSpPr/>
              <p:nvPr/>
            </p:nvSpPr>
            <p:spPr>
              <a:xfrm>
                <a:off x="284000" y="2207325"/>
                <a:ext cx="36675" cy="8675"/>
              </a:xfrm>
              <a:custGeom>
                <a:rect b="b" l="l" r="r" t="t"/>
                <a:pathLst>
                  <a:path extrusionOk="0" h="347" w="1467">
                    <a:moveTo>
                      <a:pt x="73" y="1"/>
                    </a:moveTo>
                    <a:cubicBezTo>
                      <a:pt x="31" y="1"/>
                      <a:pt x="1" y="37"/>
                      <a:pt x="1" y="83"/>
                    </a:cubicBezTo>
                    <a:cubicBezTo>
                      <a:pt x="1" y="122"/>
                      <a:pt x="40" y="162"/>
                      <a:pt x="80" y="162"/>
                    </a:cubicBezTo>
                    <a:cubicBezTo>
                      <a:pt x="516" y="188"/>
                      <a:pt x="938" y="254"/>
                      <a:pt x="1361" y="347"/>
                    </a:cubicBezTo>
                    <a:lnTo>
                      <a:pt x="1374" y="347"/>
                    </a:lnTo>
                    <a:cubicBezTo>
                      <a:pt x="1414" y="347"/>
                      <a:pt x="1453" y="320"/>
                      <a:pt x="1453" y="281"/>
                    </a:cubicBezTo>
                    <a:cubicBezTo>
                      <a:pt x="1467" y="241"/>
                      <a:pt x="1440" y="188"/>
                      <a:pt x="1401" y="188"/>
                    </a:cubicBezTo>
                    <a:cubicBezTo>
                      <a:pt x="965" y="83"/>
                      <a:pt x="529" y="30"/>
                      <a:pt x="93" y="3"/>
                    </a:cubicBezTo>
                    <a:cubicBezTo>
                      <a:pt x="86" y="2"/>
                      <a:pt x="79"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25"/>
              <p:cNvSpPr/>
              <p:nvPr/>
            </p:nvSpPr>
            <p:spPr>
              <a:xfrm>
                <a:off x="297550" y="2200125"/>
                <a:ext cx="22475" cy="15875"/>
              </a:xfrm>
              <a:custGeom>
                <a:rect b="b" l="l" r="r" t="t"/>
                <a:pathLst>
                  <a:path extrusionOk="0" h="635" w="899">
                    <a:moveTo>
                      <a:pt x="100" y="0"/>
                    </a:moveTo>
                    <a:cubicBezTo>
                      <a:pt x="72" y="0"/>
                      <a:pt x="44" y="15"/>
                      <a:pt x="27" y="41"/>
                    </a:cubicBezTo>
                    <a:cubicBezTo>
                      <a:pt x="0" y="80"/>
                      <a:pt x="13" y="133"/>
                      <a:pt x="53" y="159"/>
                    </a:cubicBezTo>
                    <a:cubicBezTo>
                      <a:pt x="53" y="159"/>
                      <a:pt x="462" y="397"/>
                      <a:pt x="740" y="608"/>
                    </a:cubicBezTo>
                    <a:cubicBezTo>
                      <a:pt x="753" y="622"/>
                      <a:pt x="766" y="635"/>
                      <a:pt x="793" y="635"/>
                    </a:cubicBezTo>
                    <a:cubicBezTo>
                      <a:pt x="872" y="635"/>
                      <a:pt x="898" y="529"/>
                      <a:pt x="832" y="476"/>
                    </a:cubicBezTo>
                    <a:cubicBezTo>
                      <a:pt x="555" y="265"/>
                      <a:pt x="159" y="27"/>
                      <a:pt x="145" y="14"/>
                    </a:cubicBezTo>
                    <a:cubicBezTo>
                      <a:pt x="131" y="5"/>
                      <a:pt x="116" y="0"/>
                      <a:pt x="1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25"/>
              <p:cNvSpPr/>
              <p:nvPr/>
            </p:nvSpPr>
            <p:spPr>
              <a:xfrm>
                <a:off x="341450" y="2082850"/>
                <a:ext cx="68425" cy="84625"/>
              </a:xfrm>
              <a:custGeom>
                <a:rect b="b" l="l" r="r" t="t"/>
                <a:pathLst>
                  <a:path extrusionOk="0" h="3385" w="2737">
                    <a:moveTo>
                      <a:pt x="2608" y="0"/>
                    </a:moveTo>
                    <a:cubicBezTo>
                      <a:pt x="2588" y="0"/>
                      <a:pt x="2568" y="9"/>
                      <a:pt x="2550" y="30"/>
                    </a:cubicBezTo>
                    <a:cubicBezTo>
                      <a:pt x="1559" y="888"/>
                      <a:pt x="93" y="3147"/>
                      <a:pt x="27" y="3252"/>
                    </a:cubicBezTo>
                    <a:cubicBezTo>
                      <a:pt x="1" y="3292"/>
                      <a:pt x="14" y="3345"/>
                      <a:pt x="53" y="3371"/>
                    </a:cubicBezTo>
                    <a:cubicBezTo>
                      <a:pt x="67" y="3371"/>
                      <a:pt x="93" y="3384"/>
                      <a:pt x="106" y="3384"/>
                    </a:cubicBezTo>
                    <a:cubicBezTo>
                      <a:pt x="133" y="3384"/>
                      <a:pt x="159" y="3371"/>
                      <a:pt x="172" y="3345"/>
                    </a:cubicBezTo>
                    <a:cubicBezTo>
                      <a:pt x="186" y="3318"/>
                      <a:pt x="1691" y="994"/>
                      <a:pt x="2655" y="162"/>
                    </a:cubicBezTo>
                    <a:cubicBezTo>
                      <a:pt x="2737" y="101"/>
                      <a:pt x="2677" y="0"/>
                      <a:pt x="2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25"/>
              <p:cNvSpPr/>
              <p:nvPr/>
            </p:nvSpPr>
            <p:spPr>
              <a:xfrm>
                <a:off x="390975" y="2093150"/>
                <a:ext cx="23150" cy="6975"/>
              </a:xfrm>
              <a:custGeom>
                <a:rect b="b" l="l" r="r" t="t"/>
                <a:pathLst>
                  <a:path extrusionOk="0" h="279" w="926">
                    <a:moveTo>
                      <a:pt x="819" y="1"/>
                    </a:moveTo>
                    <a:lnTo>
                      <a:pt x="93" y="120"/>
                    </a:lnTo>
                    <a:cubicBezTo>
                      <a:pt x="1" y="133"/>
                      <a:pt x="14" y="265"/>
                      <a:pt x="106" y="278"/>
                    </a:cubicBezTo>
                    <a:lnTo>
                      <a:pt x="119" y="278"/>
                    </a:lnTo>
                    <a:lnTo>
                      <a:pt x="846" y="173"/>
                    </a:lnTo>
                    <a:cubicBezTo>
                      <a:pt x="885" y="159"/>
                      <a:pt x="925" y="120"/>
                      <a:pt x="912" y="80"/>
                    </a:cubicBezTo>
                    <a:cubicBezTo>
                      <a:pt x="899" y="27"/>
                      <a:pt x="859"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25"/>
              <p:cNvSpPr/>
              <p:nvPr/>
            </p:nvSpPr>
            <p:spPr>
              <a:xfrm>
                <a:off x="326600" y="2349625"/>
                <a:ext cx="61050" cy="42350"/>
              </a:xfrm>
              <a:custGeom>
                <a:rect b="b" l="l" r="r" t="t"/>
                <a:pathLst>
                  <a:path extrusionOk="0" h="1694" w="2442">
                    <a:moveTo>
                      <a:pt x="2308" y="1"/>
                    </a:moveTo>
                    <a:cubicBezTo>
                      <a:pt x="2296" y="1"/>
                      <a:pt x="2283" y="6"/>
                      <a:pt x="2272" y="17"/>
                    </a:cubicBezTo>
                    <a:lnTo>
                      <a:pt x="40" y="1549"/>
                    </a:lnTo>
                    <a:cubicBezTo>
                      <a:pt x="0" y="1575"/>
                      <a:pt x="0" y="1628"/>
                      <a:pt x="27" y="1667"/>
                    </a:cubicBezTo>
                    <a:cubicBezTo>
                      <a:pt x="40" y="1694"/>
                      <a:pt x="66" y="1694"/>
                      <a:pt x="93" y="1694"/>
                    </a:cubicBezTo>
                    <a:cubicBezTo>
                      <a:pt x="106" y="1694"/>
                      <a:pt x="132" y="1694"/>
                      <a:pt x="146" y="1681"/>
                    </a:cubicBezTo>
                    <a:lnTo>
                      <a:pt x="2364" y="162"/>
                    </a:lnTo>
                    <a:cubicBezTo>
                      <a:pt x="2441" y="118"/>
                      <a:pt x="2372" y="1"/>
                      <a:pt x="2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25"/>
              <p:cNvSpPr/>
              <p:nvPr/>
            </p:nvSpPr>
            <p:spPr>
              <a:xfrm>
                <a:off x="342500" y="2377950"/>
                <a:ext cx="22425" cy="29875"/>
              </a:xfrm>
              <a:custGeom>
                <a:rect b="b" l="l" r="r" t="t"/>
                <a:pathLst>
                  <a:path extrusionOk="0" h="1195" w="897">
                    <a:moveTo>
                      <a:pt x="116" y="0"/>
                    </a:moveTo>
                    <a:cubicBezTo>
                      <a:pt x="56" y="0"/>
                      <a:pt x="0" y="59"/>
                      <a:pt x="38" y="125"/>
                    </a:cubicBezTo>
                    <a:lnTo>
                      <a:pt x="725" y="1168"/>
                    </a:lnTo>
                    <a:cubicBezTo>
                      <a:pt x="751" y="1195"/>
                      <a:pt x="777" y="1195"/>
                      <a:pt x="804" y="1195"/>
                    </a:cubicBezTo>
                    <a:cubicBezTo>
                      <a:pt x="817" y="1195"/>
                      <a:pt x="830" y="1195"/>
                      <a:pt x="843" y="1182"/>
                    </a:cubicBezTo>
                    <a:cubicBezTo>
                      <a:pt x="883" y="1155"/>
                      <a:pt x="896" y="1102"/>
                      <a:pt x="870" y="1063"/>
                    </a:cubicBezTo>
                    <a:lnTo>
                      <a:pt x="183" y="33"/>
                    </a:lnTo>
                    <a:cubicBezTo>
                      <a:pt x="164" y="10"/>
                      <a:pt x="140"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25"/>
              <p:cNvSpPr/>
              <p:nvPr/>
            </p:nvSpPr>
            <p:spPr>
              <a:xfrm>
                <a:off x="360600" y="2379325"/>
                <a:ext cx="12250" cy="9950"/>
              </a:xfrm>
              <a:custGeom>
                <a:rect b="b" l="l" r="r" t="t"/>
                <a:pathLst>
                  <a:path extrusionOk="0" h="398" w="490">
                    <a:moveTo>
                      <a:pt x="277" y="1"/>
                    </a:moveTo>
                    <a:cubicBezTo>
                      <a:pt x="99" y="1"/>
                      <a:pt x="0" y="258"/>
                      <a:pt x="186" y="374"/>
                    </a:cubicBezTo>
                    <a:cubicBezTo>
                      <a:pt x="214" y="390"/>
                      <a:pt x="245" y="397"/>
                      <a:pt x="275" y="397"/>
                    </a:cubicBezTo>
                    <a:cubicBezTo>
                      <a:pt x="344" y="397"/>
                      <a:pt x="413" y="359"/>
                      <a:pt x="450" y="295"/>
                    </a:cubicBezTo>
                    <a:cubicBezTo>
                      <a:pt x="489" y="189"/>
                      <a:pt x="463" y="70"/>
                      <a:pt x="357" y="17"/>
                    </a:cubicBezTo>
                    <a:cubicBezTo>
                      <a:pt x="329" y="6"/>
                      <a:pt x="303" y="1"/>
                      <a:pt x="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9" name="Google Shape;10449;p125"/>
          <p:cNvGrpSpPr/>
          <p:nvPr/>
        </p:nvGrpSpPr>
        <p:grpSpPr>
          <a:xfrm>
            <a:off x="-426575" y="2423224"/>
            <a:ext cx="3071647" cy="2604520"/>
            <a:chOff x="-875775" y="2423224"/>
            <a:chExt cx="3071647" cy="2604520"/>
          </a:xfrm>
        </p:grpSpPr>
        <p:grpSp>
          <p:nvGrpSpPr>
            <p:cNvPr id="10450" name="Google Shape;10450;p125"/>
            <p:cNvGrpSpPr/>
            <p:nvPr/>
          </p:nvGrpSpPr>
          <p:grpSpPr>
            <a:xfrm>
              <a:off x="-875775" y="2801416"/>
              <a:ext cx="3071647" cy="2226327"/>
              <a:chOff x="0" y="2801416"/>
              <a:chExt cx="3071647" cy="2226327"/>
            </a:xfrm>
          </p:grpSpPr>
          <p:grpSp>
            <p:nvGrpSpPr>
              <p:cNvPr id="10451" name="Google Shape;10451;p125"/>
              <p:cNvGrpSpPr/>
              <p:nvPr/>
            </p:nvGrpSpPr>
            <p:grpSpPr>
              <a:xfrm>
                <a:off x="0" y="2801416"/>
                <a:ext cx="3071647" cy="2226327"/>
                <a:chOff x="6701325" y="2327691"/>
                <a:chExt cx="3071647" cy="2226327"/>
              </a:xfrm>
            </p:grpSpPr>
            <p:sp>
              <p:nvSpPr>
                <p:cNvPr id="10452" name="Google Shape;10452;p125"/>
                <p:cNvSpPr/>
                <p:nvPr/>
              </p:nvSpPr>
              <p:spPr>
                <a:xfrm>
                  <a:off x="6701325" y="4243499"/>
                  <a:ext cx="3071647" cy="310519"/>
                </a:xfrm>
                <a:custGeom>
                  <a:rect b="b" l="l" r="r" t="t"/>
                  <a:pathLst>
                    <a:path extrusionOk="0" h="5373" w="67938">
                      <a:moveTo>
                        <a:pt x="67869" y="3837"/>
                      </a:moveTo>
                      <a:cubicBezTo>
                        <a:pt x="67905" y="3847"/>
                        <a:pt x="67927" y="3852"/>
                        <a:pt x="67933" y="3852"/>
                      </a:cubicBezTo>
                      <a:cubicBezTo>
                        <a:pt x="67937" y="3852"/>
                        <a:pt x="67935" y="3850"/>
                        <a:pt x="67925" y="3846"/>
                      </a:cubicBezTo>
                      <a:cubicBezTo>
                        <a:pt x="67919" y="3842"/>
                        <a:pt x="67900" y="3840"/>
                        <a:pt x="67869" y="3837"/>
                      </a:cubicBezTo>
                      <a:close/>
                      <a:moveTo>
                        <a:pt x="54862" y="0"/>
                      </a:moveTo>
                      <a:cubicBezTo>
                        <a:pt x="53722" y="0"/>
                        <a:pt x="0" y="966"/>
                        <a:pt x="0" y="966"/>
                      </a:cubicBezTo>
                      <a:lnTo>
                        <a:pt x="12445" y="5372"/>
                      </a:lnTo>
                      <a:cubicBezTo>
                        <a:pt x="12445" y="5372"/>
                        <a:pt x="61358" y="3828"/>
                        <a:pt x="67332" y="3828"/>
                      </a:cubicBezTo>
                      <a:cubicBezTo>
                        <a:pt x="67600" y="3828"/>
                        <a:pt x="67782" y="3831"/>
                        <a:pt x="67869" y="3837"/>
                      </a:cubicBezTo>
                      <a:lnTo>
                        <a:pt x="67869" y="3837"/>
                      </a:lnTo>
                      <a:cubicBezTo>
                        <a:pt x="66912" y="3575"/>
                        <a:pt x="55935" y="0"/>
                        <a:pt x="54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25"/>
                <p:cNvSpPr/>
                <p:nvPr/>
              </p:nvSpPr>
              <p:spPr>
                <a:xfrm>
                  <a:off x="7748231" y="4131703"/>
                  <a:ext cx="874287" cy="38944"/>
                </a:xfrm>
                <a:custGeom>
                  <a:rect b="b" l="l" r="r" t="t"/>
                  <a:pathLst>
                    <a:path extrusionOk="0" h="909" w="20407">
                      <a:moveTo>
                        <a:pt x="13334" y="0"/>
                      </a:moveTo>
                      <a:lnTo>
                        <a:pt x="0" y="618"/>
                      </a:lnTo>
                      <a:lnTo>
                        <a:pt x="2280" y="908"/>
                      </a:lnTo>
                      <a:lnTo>
                        <a:pt x="20407" y="580"/>
                      </a:lnTo>
                      <a:lnTo>
                        <a:pt x="133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25"/>
                <p:cNvSpPr/>
                <p:nvPr/>
              </p:nvSpPr>
              <p:spPr>
                <a:xfrm>
                  <a:off x="7567735" y="4145755"/>
                  <a:ext cx="42243" cy="310522"/>
                </a:xfrm>
                <a:custGeom>
                  <a:rect b="b" l="l" r="r" t="t"/>
                  <a:pathLst>
                    <a:path extrusionOk="0" h="7248" w="986">
                      <a:moveTo>
                        <a:pt x="986" y="1"/>
                      </a:moveTo>
                      <a:lnTo>
                        <a:pt x="0" y="7247"/>
                      </a:lnTo>
                      <a:lnTo>
                        <a:pt x="406" y="7247"/>
                      </a:lnTo>
                      <a:lnTo>
                        <a:pt x="9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25"/>
                <p:cNvSpPr/>
                <p:nvPr/>
              </p:nvSpPr>
              <p:spPr>
                <a:xfrm>
                  <a:off x="7681139" y="2761514"/>
                  <a:ext cx="107706" cy="494274"/>
                </a:xfrm>
                <a:custGeom>
                  <a:rect b="b" l="l" r="r" t="t"/>
                  <a:pathLst>
                    <a:path extrusionOk="0" h="11537" w="2514">
                      <a:moveTo>
                        <a:pt x="1" y="0"/>
                      </a:moveTo>
                      <a:lnTo>
                        <a:pt x="967" y="11537"/>
                      </a:lnTo>
                      <a:lnTo>
                        <a:pt x="2069"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25"/>
                <p:cNvSpPr/>
                <p:nvPr/>
              </p:nvSpPr>
              <p:spPr>
                <a:xfrm>
                  <a:off x="7680325" y="2762328"/>
                  <a:ext cx="53853" cy="494317"/>
                </a:xfrm>
                <a:custGeom>
                  <a:rect b="b" l="l" r="r" t="t"/>
                  <a:pathLst>
                    <a:path extrusionOk="0" h="11538" w="1257">
                      <a:moveTo>
                        <a:pt x="1" y="1"/>
                      </a:moveTo>
                      <a:lnTo>
                        <a:pt x="967" y="11537"/>
                      </a:lnTo>
                      <a:lnTo>
                        <a:pt x="1257"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25"/>
                <p:cNvSpPr/>
                <p:nvPr/>
              </p:nvSpPr>
              <p:spPr>
                <a:xfrm>
                  <a:off x="7691936" y="2898096"/>
                  <a:ext cx="91940" cy="45584"/>
                </a:xfrm>
                <a:custGeom>
                  <a:rect b="b" l="l" r="r" t="t"/>
                  <a:pathLst>
                    <a:path extrusionOk="0" h="1064" w="2146">
                      <a:moveTo>
                        <a:pt x="0" y="1"/>
                      </a:moveTo>
                      <a:lnTo>
                        <a:pt x="77" y="1064"/>
                      </a:lnTo>
                      <a:lnTo>
                        <a:pt x="2126" y="542"/>
                      </a:lnTo>
                      <a:lnTo>
                        <a:pt x="2145"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25"/>
                <p:cNvSpPr/>
                <p:nvPr/>
              </p:nvSpPr>
              <p:spPr>
                <a:xfrm>
                  <a:off x="8361693" y="2761514"/>
                  <a:ext cx="107663" cy="494274"/>
                </a:xfrm>
                <a:custGeom>
                  <a:rect b="b" l="l" r="r" t="t"/>
                  <a:pathLst>
                    <a:path extrusionOk="0" h="11537" w="2513">
                      <a:moveTo>
                        <a:pt x="1" y="0"/>
                      </a:moveTo>
                      <a:lnTo>
                        <a:pt x="967" y="11537"/>
                      </a:lnTo>
                      <a:lnTo>
                        <a:pt x="2068" y="11537"/>
                      </a:lnTo>
                      <a:lnTo>
                        <a:pt x="2513"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25"/>
                <p:cNvSpPr/>
                <p:nvPr/>
              </p:nvSpPr>
              <p:spPr>
                <a:xfrm>
                  <a:off x="8360879" y="2762328"/>
                  <a:ext cx="53853" cy="494317"/>
                </a:xfrm>
                <a:custGeom>
                  <a:rect b="b" l="l" r="r" t="t"/>
                  <a:pathLst>
                    <a:path extrusionOk="0" h="11538" w="1257">
                      <a:moveTo>
                        <a:pt x="0" y="1"/>
                      </a:moveTo>
                      <a:lnTo>
                        <a:pt x="966" y="11537"/>
                      </a:lnTo>
                      <a:lnTo>
                        <a:pt x="1256" y="11537"/>
                      </a:lnTo>
                      <a:lnTo>
                        <a:pt x="754" y="1"/>
                      </a:lnTo>
                      <a:close/>
                    </a:path>
                  </a:pathLst>
                </a:custGeom>
                <a:solidFill>
                  <a:srgbClr val="F0F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25"/>
                <p:cNvSpPr/>
                <p:nvPr/>
              </p:nvSpPr>
              <p:spPr>
                <a:xfrm>
                  <a:off x="8372446" y="2898096"/>
                  <a:ext cx="91940" cy="45584"/>
                </a:xfrm>
                <a:custGeom>
                  <a:rect b="b" l="l" r="r" t="t"/>
                  <a:pathLst>
                    <a:path extrusionOk="0" h="1064" w="2146">
                      <a:moveTo>
                        <a:pt x="1" y="1"/>
                      </a:moveTo>
                      <a:lnTo>
                        <a:pt x="78" y="1064"/>
                      </a:lnTo>
                      <a:lnTo>
                        <a:pt x="2126" y="542"/>
                      </a:lnTo>
                      <a:lnTo>
                        <a:pt x="214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25"/>
                <p:cNvSpPr/>
                <p:nvPr/>
              </p:nvSpPr>
              <p:spPr>
                <a:xfrm>
                  <a:off x="8279735" y="3319495"/>
                  <a:ext cx="108477" cy="837057"/>
                </a:xfrm>
                <a:custGeom>
                  <a:rect b="b" l="l" r="r" t="t"/>
                  <a:pathLst>
                    <a:path extrusionOk="0" h="19538" w="2532">
                      <a:moveTo>
                        <a:pt x="0" y="1"/>
                      </a:moveTo>
                      <a:lnTo>
                        <a:pt x="967" y="19538"/>
                      </a:lnTo>
                      <a:lnTo>
                        <a:pt x="2087" y="19538"/>
                      </a:lnTo>
                      <a:lnTo>
                        <a:pt x="25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25"/>
                <p:cNvSpPr/>
                <p:nvPr/>
              </p:nvSpPr>
              <p:spPr>
                <a:xfrm>
                  <a:off x="8279735" y="3320352"/>
                  <a:ext cx="53039" cy="837871"/>
                </a:xfrm>
                <a:custGeom>
                  <a:rect b="b" l="l" r="r" t="t"/>
                  <a:pathLst>
                    <a:path extrusionOk="0" h="19557" w="1238">
                      <a:moveTo>
                        <a:pt x="0" y="0"/>
                      </a:moveTo>
                      <a:lnTo>
                        <a:pt x="947" y="19556"/>
                      </a:lnTo>
                      <a:lnTo>
                        <a:pt x="123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25"/>
                <p:cNvSpPr/>
                <p:nvPr/>
              </p:nvSpPr>
              <p:spPr>
                <a:xfrm>
                  <a:off x="8282220"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25"/>
                <p:cNvSpPr/>
                <p:nvPr/>
              </p:nvSpPr>
              <p:spPr>
                <a:xfrm>
                  <a:off x="7707659" y="3319495"/>
                  <a:ext cx="107663" cy="837057"/>
                </a:xfrm>
                <a:custGeom>
                  <a:rect b="b" l="l" r="r" t="t"/>
                  <a:pathLst>
                    <a:path extrusionOk="0" h="19538" w="2513">
                      <a:moveTo>
                        <a:pt x="0" y="1"/>
                      </a:moveTo>
                      <a:lnTo>
                        <a:pt x="966" y="19538"/>
                      </a:lnTo>
                      <a:lnTo>
                        <a:pt x="2068" y="19538"/>
                      </a:lnTo>
                      <a:lnTo>
                        <a:pt x="2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25"/>
                <p:cNvSpPr/>
                <p:nvPr/>
              </p:nvSpPr>
              <p:spPr>
                <a:xfrm>
                  <a:off x="7706802" y="3320352"/>
                  <a:ext cx="53853" cy="837871"/>
                </a:xfrm>
                <a:custGeom>
                  <a:rect b="b" l="l" r="r" t="t"/>
                  <a:pathLst>
                    <a:path extrusionOk="0" h="19557" w="1257">
                      <a:moveTo>
                        <a:pt x="1" y="0"/>
                      </a:moveTo>
                      <a:lnTo>
                        <a:pt x="967" y="19556"/>
                      </a:lnTo>
                      <a:lnTo>
                        <a:pt x="1257" y="19556"/>
                      </a:lnTo>
                      <a:lnTo>
                        <a:pt x="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25"/>
                <p:cNvSpPr/>
                <p:nvPr/>
              </p:nvSpPr>
              <p:spPr>
                <a:xfrm>
                  <a:off x="7709287" y="3360924"/>
                  <a:ext cx="105221" cy="67091"/>
                </a:xfrm>
                <a:custGeom>
                  <a:rect b="b" l="l" r="r" t="t"/>
                  <a:pathLst>
                    <a:path extrusionOk="0" h="1566" w="2456">
                      <a:moveTo>
                        <a:pt x="1" y="0"/>
                      </a:moveTo>
                      <a:lnTo>
                        <a:pt x="78" y="1565"/>
                      </a:lnTo>
                      <a:lnTo>
                        <a:pt x="2436" y="1005"/>
                      </a:lnTo>
                      <a:lnTo>
                        <a:pt x="2455" y="503"/>
                      </a:lnTo>
                      <a:lnTo>
                        <a:pt x="1" y="0"/>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25"/>
                <p:cNvSpPr/>
                <p:nvPr/>
              </p:nvSpPr>
              <p:spPr>
                <a:xfrm>
                  <a:off x="7874873" y="3319495"/>
                  <a:ext cx="107663" cy="837057"/>
                </a:xfrm>
                <a:custGeom>
                  <a:rect b="b" l="l" r="r" t="t"/>
                  <a:pathLst>
                    <a:path extrusionOk="0" h="19538" w="2513">
                      <a:moveTo>
                        <a:pt x="1" y="1"/>
                      </a:moveTo>
                      <a:lnTo>
                        <a:pt x="967" y="19538"/>
                      </a:lnTo>
                      <a:lnTo>
                        <a:pt x="2068"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25"/>
                <p:cNvSpPr/>
                <p:nvPr/>
              </p:nvSpPr>
              <p:spPr>
                <a:xfrm>
                  <a:off x="7874059" y="3320352"/>
                  <a:ext cx="53853" cy="837871"/>
                </a:xfrm>
                <a:custGeom>
                  <a:rect b="b" l="l" r="r" t="t"/>
                  <a:pathLst>
                    <a:path extrusionOk="0" h="19557" w="1257">
                      <a:moveTo>
                        <a:pt x="0" y="0"/>
                      </a:moveTo>
                      <a:lnTo>
                        <a:pt x="967"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25"/>
                <p:cNvSpPr/>
                <p:nvPr/>
              </p:nvSpPr>
              <p:spPr>
                <a:xfrm>
                  <a:off x="7877358" y="3382431"/>
                  <a:ext cx="103550" cy="45584"/>
                </a:xfrm>
                <a:custGeom>
                  <a:rect b="b" l="l" r="r" t="t"/>
                  <a:pathLst>
                    <a:path extrusionOk="0" h="1064" w="2417">
                      <a:moveTo>
                        <a:pt x="1" y="1"/>
                      </a:moveTo>
                      <a:lnTo>
                        <a:pt x="5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25"/>
                <p:cNvSpPr/>
                <p:nvPr/>
              </p:nvSpPr>
              <p:spPr>
                <a:xfrm>
                  <a:off x="8533877" y="3319495"/>
                  <a:ext cx="107706" cy="837057"/>
                </a:xfrm>
                <a:custGeom>
                  <a:rect b="b" l="l" r="r" t="t"/>
                  <a:pathLst>
                    <a:path extrusionOk="0" h="19538" w="2514">
                      <a:moveTo>
                        <a:pt x="1" y="1"/>
                      </a:moveTo>
                      <a:lnTo>
                        <a:pt x="948" y="19538"/>
                      </a:lnTo>
                      <a:lnTo>
                        <a:pt x="2069" y="19538"/>
                      </a:lnTo>
                      <a:lnTo>
                        <a:pt x="2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25"/>
                <p:cNvSpPr/>
                <p:nvPr/>
              </p:nvSpPr>
              <p:spPr>
                <a:xfrm>
                  <a:off x="8533063" y="3320352"/>
                  <a:ext cx="53853" cy="837871"/>
                </a:xfrm>
                <a:custGeom>
                  <a:rect b="b" l="l" r="r" t="t"/>
                  <a:pathLst>
                    <a:path extrusionOk="0" h="19557" w="1257">
                      <a:moveTo>
                        <a:pt x="1" y="0"/>
                      </a:moveTo>
                      <a:lnTo>
                        <a:pt x="948" y="19556"/>
                      </a:lnTo>
                      <a:lnTo>
                        <a:pt x="1257" y="19556"/>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25"/>
                <p:cNvSpPr/>
                <p:nvPr/>
              </p:nvSpPr>
              <p:spPr>
                <a:xfrm>
                  <a:off x="8534733" y="3382431"/>
                  <a:ext cx="103507" cy="45584"/>
                </a:xfrm>
                <a:custGeom>
                  <a:rect b="b" l="l" r="r" t="t"/>
                  <a:pathLst>
                    <a:path extrusionOk="0" h="1064" w="2416">
                      <a:moveTo>
                        <a:pt x="0" y="1"/>
                      </a:moveTo>
                      <a:lnTo>
                        <a:pt x="39" y="1063"/>
                      </a:lnTo>
                      <a:lnTo>
                        <a:pt x="2416" y="503"/>
                      </a:lnTo>
                      <a:lnTo>
                        <a:pt x="2416" y="1"/>
                      </a:lnTo>
                      <a:close/>
                    </a:path>
                  </a:pathLst>
                </a:custGeom>
                <a:solidFill>
                  <a:srgbClr val="D0CE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25"/>
                <p:cNvSpPr/>
                <p:nvPr/>
              </p:nvSpPr>
              <p:spPr>
                <a:xfrm>
                  <a:off x="7561095" y="2327691"/>
                  <a:ext cx="1025821" cy="570448"/>
                </a:xfrm>
                <a:custGeom>
                  <a:rect b="b" l="l" r="r" t="t"/>
                  <a:pathLst>
                    <a:path extrusionOk="0" h="13315" w="23944">
                      <a:moveTo>
                        <a:pt x="1180" y="0"/>
                      </a:moveTo>
                      <a:cubicBezTo>
                        <a:pt x="523" y="0"/>
                        <a:pt x="1" y="541"/>
                        <a:pt x="1" y="1199"/>
                      </a:cubicBezTo>
                      <a:lnTo>
                        <a:pt x="1" y="12117"/>
                      </a:lnTo>
                      <a:cubicBezTo>
                        <a:pt x="1" y="12774"/>
                        <a:pt x="523" y="13315"/>
                        <a:pt x="1180" y="13315"/>
                      </a:cubicBezTo>
                      <a:lnTo>
                        <a:pt x="22765" y="13315"/>
                      </a:lnTo>
                      <a:cubicBezTo>
                        <a:pt x="23422" y="13315"/>
                        <a:pt x="23944" y="12774"/>
                        <a:pt x="23944" y="12117"/>
                      </a:cubicBezTo>
                      <a:lnTo>
                        <a:pt x="23944" y="1199"/>
                      </a:lnTo>
                      <a:cubicBezTo>
                        <a:pt x="23944" y="541"/>
                        <a:pt x="23422" y="0"/>
                        <a:pt x="22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25"/>
                <p:cNvSpPr/>
                <p:nvPr/>
              </p:nvSpPr>
              <p:spPr>
                <a:xfrm>
                  <a:off x="7561095" y="2327691"/>
                  <a:ext cx="107663" cy="570448"/>
                </a:xfrm>
                <a:custGeom>
                  <a:rect b="b" l="l" r="r" t="t"/>
                  <a:pathLst>
                    <a:path extrusionOk="0" h="13315" w="2513">
                      <a:moveTo>
                        <a:pt x="1199" y="0"/>
                      </a:moveTo>
                      <a:cubicBezTo>
                        <a:pt x="523" y="0"/>
                        <a:pt x="1" y="541"/>
                        <a:pt x="1" y="1199"/>
                      </a:cubicBezTo>
                      <a:lnTo>
                        <a:pt x="1" y="12117"/>
                      </a:lnTo>
                      <a:cubicBezTo>
                        <a:pt x="1" y="12774"/>
                        <a:pt x="542" y="13315"/>
                        <a:pt x="1199" y="13315"/>
                      </a:cubicBezTo>
                      <a:lnTo>
                        <a:pt x="2513" y="13315"/>
                      </a:lnTo>
                      <a:cubicBezTo>
                        <a:pt x="1856" y="13315"/>
                        <a:pt x="1334" y="12774"/>
                        <a:pt x="1334" y="12117"/>
                      </a:cubicBezTo>
                      <a:lnTo>
                        <a:pt x="1334" y="1199"/>
                      </a:lnTo>
                      <a:cubicBezTo>
                        <a:pt x="1334" y="541"/>
                        <a:pt x="1856" y="0"/>
                        <a:pt x="2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25"/>
                <p:cNvSpPr/>
                <p:nvPr/>
              </p:nvSpPr>
              <p:spPr>
                <a:xfrm>
                  <a:off x="7615762" y="3337746"/>
                  <a:ext cx="1077960" cy="44728"/>
                </a:xfrm>
                <a:custGeom>
                  <a:rect b="b" l="l" r="r" t="t"/>
                  <a:pathLst>
                    <a:path extrusionOk="0" h="1044" w="25161">
                      <a:moveTo>
                        <a:pt x="0" y="0"/>
                      </a:moveTo>
                      <a:cubicBezTo>
                        <a:pt x="116" y="599"/>
                        <a:pt x="638" y="1044"/>
                        <a:pt x="1256" y="1044"/>
                      </a:cubicBezTo>
                      <a:lnTo>
                        <a:pt x="23905" y="1044"/>
                      </a:lnTo>
                      <a:cubicBezTo>
                        <a:pt x="24523" y="1044"/>
                        <a:pt x="25045" y="599"/>
                        <a:pt x="25161" y="0"/>
                      </a:cubicBezTo>
                      <a:close/>
                    </a:path>
                  </a:pathLst>
                </a:custGeom>
                <a:solidFill>
                  <a:srgbClr val="8C62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25"/>
                <p:cNvSpPr/>
                <p:nvPr/>
              </p:nvSpPr>
              <p:spPr>
                <a:xfrm>
                  <a:off x="7614905" y="3255745"/>
                  <a:ext cx="1079631" cy="82857"/>
                </a:xfrm>
                <a:custGeom>
                  <a:rect b="b" l="l" r="r" t="t"/>
                  <a:pathLst>
                    <a:path extrusionOk="0" h="1934" w="25200">
                      <a:moveTo>
                        <a:pt x="1276" y="1"/>
                      </a:moveTo>
                      <a:cubicBezTo>
                        <a:pt x="581" y="1"/>
                        <a:pt x="1" y="581"/>
                        <a:pt x="1" y="1276"/>
                      </a:cubicBezTo>
                      <a:lnTo>
                        <a:pt x="1" y="1682"/>
                      </a:lnTo>
                      <a:cubicBezTo>
                        <a:pt x="1" y="1759"/>
                        <a:pt x="20" y="1856"/>
                        <a:pt x="20" y="1933"/>
                      </a:cubicBezTo>
                      <a:lnTo>
                        <a:pt x="25181" y="1933"/>
                      </a:lnTo>
                      <a:cubicBezTo>
                        <a:pt x="25200" y="1856"/>
                        <a:pt x="25200" y="1759"/>
                        <a:pt x="25200" y="1682"/>
                      </a:cubicBezTo>
                      <a:lnTo>
                        <a:pt x="25200" y="1276"/>
                      </a:lnTo>
                      <a:cubicBezTo>
                        <a:pt x="25200" y="581"/>
                        <a:pt x="24640" y="1"/>
                        <a:pt x="23925"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25"/>
                <p:cNvSpPr/>
                <p:nvPr/>
              </p:nvSpPr>
              <p:spPr>
                <a:xfrm>
                  <a:off x="7614905" y="3256559"/>
                  <a:ext cx="95282" cy="125914"/>
                </a:xfrm>
                <a:custGeom>
                  <a:rect b="b" l="l" r="r" t="t"/>
                  <a:pathLst>
                    <a:path extrusionOk="0" h="2939" w="2224">
                      <a:moveTo>
                        <a:pt x="2188" y="1"/>
                      </a:moveTo>
                      <a:cubicBezTo>
                        <a:pt x="2177" y="1"/>
                        <a:pt x="2165" y="1"/>
                        <a:pt x="2154" y="1"/>
                      </a:cubicBezTo>
                      <a:lnTo>
                        <a:pt x="2223" y="1"/>
                      </a:lnTo>
                      <a:cubicBezTo>
                        <a:pt x="2212" y="1"/>
                        <a:pt x="2200" y="1"/>
                        <a:pt x="2188" y="1"/>
                      </a:cubicBezTo>
                      <a:close/>
                      <a:moveTo>
                        <a:pt x="1243" y="1"/>
                      </a:moveTo>
                      <a:cubicBezTo>
                        <a:pt x="562" y="1"/>
                        <a:pt x="1" y="573"/>
                        <a:pt x="1" y="1257"/>
                      </a:cubicBezTo>
                      <a:lnTo>
                        <a:pt x="1" y="1663"/>
                      </a:lnTo>
                      <a:cubicBezTo>
                        <a:pt x="1" y="1740"/>
                        <a:pt x="20" y="1818"/>
                        <a:pt x="20" y="1895"/>
                      </a:cubicBezTo>
                      <a:cubicBezTo>
                        <a:pt x="136" y="2494"/>
                        <a:pt x="658" y="2919"/>
                        <a:pt x="1276" y="2939"/>
                      </a:cubicBezTo>
                      <a:lnTo>
                        <a:pt x="2223" y="2939"/>
                      </a:lnTo>
                      <a:cubicBezTo>
                        <a:pt x="1605" y="2939"/>
                        <a:pt x="1083" y="2494"/>
                        <a:pt x="967" y="1914"/>
                      </a:cubicBezTo>
                      <a:cubicBezTo>
                        <a:pt x="948" y="1818"/>
                        <a:pt x="948" y="1740"/>
                        <a:pt x="948" y="1663"/>
                      </a:cubicBezTo>
                      <a:lnTo>
                        <a:pt x="948" y="1257"/>
                      </a:lnTo>
                      <a:cubicBezTo>
                        <a:pt x="948" y="584"/>
                        <a:pt x="1472" y="20"/>
                        <a:pt x="2154" y="1"/>
                      </a:cubicBezTo>
                      <a:lnTo>
                        <a:pt x="1276" y="1"/>
                      </a:lnTo>
                      <a:cubicBezTo>
                        <a:pt x="1265" y="1"/>
                        <a:pt x="1254" y="1"/>
                        <a:pt x="1243" y="1"/>
                      </a:cubicBezTo>
                      <a:close/>
                    </a:path>
                  </a:pathLst>
                </a:custGeom>
                <a:solidFill>
                  <a:srgbClr val="D6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25"/>
                <p:cNvSpPr/>
                <p:nvPr/>
              </p:nvSpPr>
              <p:spPr>
                <a:xfrm>
                  <a:off x="9056298" y="2888157"/>
                  <a:ext cx="156504" cy="1366119"/>
                </a:xfrm>
                <a:custGeom>
                  <a:rect b="b" l="l" r="r" t="t"/>
                  <a:pathLst>
                    <a:path extrusionOk="0" h="31887" w="3653">
                      <a:moveTo>
                        <a:pt x="1" y="1"/>
                      </a:moveTo>
                      <a:lnTo>
                        <a:pt x="2513" y="31886"/>
                      </a:lnTo>
                      <a:lnTo>
                        <a:pt x="3653" y="31886"/>
                      </a:lnTo>
                      <a:lnTo>
                        <a:pt x="36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25"/>
                <p:cNvSpPr/>
                <p:nvPr/>
              </p:nvSpPr>
              <p:spPr>
                <a:xfrm>
                  <a:off x="6829259" y="2871619"/>
                  <a:ext cx="741004" cy="1217070"/>
                </a:xfrm>
                <a:custGeom>
                  <a:rect b="b" l="l" r="r" t="t"/>
                  <a:pathLst>
                    <a:path extrusionOk="0" h="28408" w="17296">
                      <a:moveTo>
                        <a:pt x="580" y="0"/>
                      </a:moveTo>
                      <a:lnTo>
                        <a:pt x="0" y="24697"/>
                      </a:lnTo>
                      <a:lnTo>
                        <a:pt x="16967" y="28407"/>
                      </a:lnTo>
                      <a:lnTo>
                        <a:pt x="17295" y="561"/>
                      </a:lnTo>
                      <a:lnTo>
                        <a:pt x="5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25"/>
                <p:cNvSpPr/>
                <p:nvPr/>
              </p:nvSpPr>
              <p:spPr>
                <a:xfrm>
                  <a:off x="7536289" y="2916304"/>
                  <a:ext cx="2136855" cy="1142567"/>
                </a:xfrm>
                <a:custGeom>
                  <a:rect b="b" l="l" r="r" t="t"/>
                  <a:pathLst>
                    <a:path extrusionOk="0" h="26669" w="49877">
                      <a:moveTo>
                        <a:pt x="0" y="1"/>
                      </a:moveTo>
                      <a:lnTo>
                        <a:pt x="0" y="26669"/>
                      </a:lnTo>
                      <a:lnTo>
                        <a:pt x="49876" y="24562"/>
                      </a:lnTo>
                      <a:lnTo>
                        <a:pt x="498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25"/>
                <p:cNvSpPr/>
                <p:nvPr/>
              </p:nvSpPr>
              <p:spPr>
                <a:xfrm>
                  <a:off x="7536289" y="2916304"/>
                  <a:ext cx="163958"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25"/>
                <p:cNvSpPr/>
                <p:nvPr/>
              </p:nvSpPr>
              <p:spPr>
                <a:xfrm>
                  <a:off x="6834175" y="2839325"/>
                  <a:ext cx="164001" cy="1453046"/>
                </a:xfrm>
                <a:custGeom>
                  <a:rect b="b" l="l" r="r" t="t"/>
                  <a:pathLst>
                    <a:path extrusionOk="0" h="33916" w="3828">
                      <a:moveTo>
                        <a:pt x="1" y="1"/>
                      </a:moveTo>
                      <a:lnTo>
                        <a:pt x="1" y="33915"/>
                      </a:lnTo>
                      <a:lnTo>
                        <a:pt x="1141" y="33915"/>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25"/>
                <p:cNvSpPr/>
                <p:nvPr/>
              </p:nvSpPr>
              <p:spPr>
                <a:xfrm>
                  <a:off x="6780375" y="2790425"/>
                  <a:ext cx="755956" cy="125924"/>
                </a:xfrm>
                <a:custGeom>
                  <a:rect b="b" l="l" r="r" t="t"/>
                  <a:pathLst>
                    <a:path extrusionOk="0" h="2783" w="17645">
                      <a:moveTo>
                        <a:pt x="1" y="0"/>
                      </a:moveTo>
                      <a:lnTo>
                        <a:pt x="1" y="1643"/>
                      </a:lnTo>
                      <a:lnTo>
                        <a:pt x="17644" y="2783"/>
                      </a:lnTo>
                      <a:lnTo>
                        <a:pt x="17644" y="657"/>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25"/>
                <p:cNvSpPr/>
                <p:nvPr/>
              </p:nvSpPr>
              <p:spPr>
                <a:xfrm>
                  <a:off x="7532125" y="2819775"/>
                  <a:ext cx="2231240" cy="105076"/>
                </a:xfrm>
                <a:custGeom>
                  <a:rect b="b" l="l" r="r" t="t"/>
                  <a:pathLst>
                    <a:path extrusionOk="0" h="2107" w="51983">
                      <a:moveTo>
                        <a:pt x="0" y="0"/>
                      </a:moveTo>
                      <a:lnTo>
                        <a:pt x="0" y="2107"/>
                      </a:lnTo>
                      <a:lnTo>
                        <a:pt x="51983" y="2107"/>
                      </a:lnTo>
                      <a:lnTo>
                        <a:pt x="51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25"/>
                <p:cNvSpPr/>
                <p:nvPr/>
              </p:nvSpPr>
              <p:spPr>
                <a:xfrm>
                  <a:off x="7532125" y="2905275"/>
                  <a:ext cx="2140970" cy="560036"/>
                </a:xfrm>
                <a:custGeom>
                  <a:rect b="b" l="l" r="r" t="t"/>
                  <a:pathLst>
                    <a:path extrusionOk="0" h="12814" w="49877">
                      <a:moveTo>
                        <a:pt x="0" y="1"/>
                      </a:moveTo>
                      <a:lnTo>
                        <a:pt x="0" y="2552"/>
                      </a:lnTo>
                      <a:lnTo>
                        <a:pt x="49876" y="12813"/>
                      </a:lnTo>
                      <a:lnTo>
                        <a:pt x="49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25"/>
                <p:cNvSpPr/>
                <p:nvPr/>
              </p:nvSpPr>
              <p:spPr>
                <a:xfrm>
                  <a:off x="6862376" y="3923060"/>
                  <a:ext cx="49697" cy="369302"/>
                </a:xfrm>
                <a:custGeom>
                  <a:rect b="b" l="l" r="r" t="t"/>
                  <a:pathLst>
                    <a:path extrusionOk="0" h="8620" w="1160">
                      <a:moveTo>
                        <a:pt x="1159" y="0"/>
                      </a:moveTo>
                      <a:lnTo>
                        <a:pt x="0" y="8619"/>
                      </a:lnTo>
                      <a:lnTo>
                        <a:pt x="483" y="8619"/>
                      </a:lnTo>
                      <a:lnTo>
                        <a:pt x="11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25"/>
                <p:cNvSpPr/>
                <p:nvPr/>
              </p:nvSpPr>
              <p:spPr>
                <a:xfrm>
                  <a:off x="6834175" y="2858926"/>
                  <a:ext cx="702146" cy="166723"/>
                </a:xfrm>
                <a:custGeom>
                  <a:rect b="b" l="l" r="r" t="t"/>
                  <a:pathLst>
                    <a:path extrusionOk="0" h="3614" w="16389">
                      <a:moveTo>
                        <a:pt x="1" y="0"/>
                      </a:moveTo>
                      <a:lnTo>
                        <a:pt x="1" y="580"/>
                      </a:lnTo>
                      <a:lnTo>
                        <a:pt x="16388" y="3614"/>
                      </a:lnTo>
                      <a:lnTo>
                        <a:pt x="16388" y="1063"/>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8" name="Google Shape;10488;p125"/>
              <p:cNvSpPr/>
              <p:nvPr/>
            </p:nvSpPr>
            <p:spPr>
              <a:xfrm flipH="1">
                <a:off x="2819026" y="3390025"/>
                <a:ext cx="152649" cy="1539974"/>
              </a:xfrm>
              <a:custGeom>
                <a:rect b="b" l="l" r="r" t="t"/>
                <a:pathLst>
                  <a:path extrusionOk="0" h="35945" w="3827">
                    <a:moveTo>
                      <a:pt x="0" y="1"/>
                    </a:moveTo>
                    <a:lnTo>
                      <a:pt x="0" y="35944"/>
                    </a:lnTo>
                    <a:lnTo>
                      <a:pt x="1140" y="35944"/>
                    </a:lnTo>
                    <a:lnTo>
                      <a:pt x="38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125"/>
            <p:cNvGrpSpPr/>
            <p:nvPr/>
          </p:nvGrpSpPr>
          <p:grpSpPr>
            <a:xfrm>
              <a:off x="934288" y="2423224"/>
              <a:ext cx="1055511" cy="870920"/>
              <a:chOff x="3580800" y="2978725"/>
              <a:chExt cx="3009725" cy="2483375"/>
            </a:xfrm>
          </p:grpSpPr>
          <p:sp>
            <p:nvSpPr>
              <p:cNvPr id="10490" name="Google Shape;10490;p125"/>
              <p:cNvSpPr/>
              <p:nvPr/>
            </p:nvSpPr>
            <p:spPr>
              <a:xfrm>
                <a:off x="4656475" y="4997800"/>
                <a:ext cx="859100" cy="464300"/>
              </a:xfrm>
              <a:custGeom>
                <a:rect b="b" l="l" r="r" t="t"/>
                <a:pathLst>
                  <a:path extrusionOk="0" h="18572" w="34364">
                    <a:moveTo>
                      <a:pt x="16916" y="0"/>
                    </a:moveTo>
                    <a:lnTo>
                      <a:pt x="16916" y="148"/>
                    </a:lnTo>
                    <a:lnTo>
                      <a:pt x="5472" y="3637"/>
                    </a:lnTo>
                    <a:lnTo>
                      <a:pt x="4318" y="14106"/>
                    </a:lnTo>
                    <a:lnTo>
                      <a:pt x="1" y="15082"/>
                    </a:lnTo>
                    <a:lnTo>
                      <a:pt x="1" y="18572"/>
                    </a:lnTo>
                    <a:lnTo>
                      <a:pt x="34364" y="18572"/>
                    </a:lnTo>
                    <a:lnTo>
                      <a:pt x="34364" y="15082"/>
                    </a:lnTo>
                    <a:lnTo>
                      <a:pt x="30046" y="14106"/>
                    </a:lnTo>
                    <a:lnTo>
                      <a:pt x="28863" y="3637"/>
                    </a:lnTo>
                    <a:lnTo>
                      <a:pt x="17419" y="148"/>
                    </a:lnTo>
                    <a:lnTo>
                      <a:pt x="17419" y="0"/>
                    </a:lnTo>
                    <a:lnTo>
                      <a:pt x="17182" y="59"/>
                    </a:lnTo>
                    <a:lnTo>
                      <a:pt x="16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25"/>
              <p:cNvSpPr/>
              <p:nvPr/>
            </p:nvSpPr>
            <p:spPr>
              <a:xfrm>
                <a:off x="3580800" y="2998700"/>
                <a:ext cx="3005300" cy="2169150"/>
              </a:xfrm>
              <a:custGeom>
                <a:rect b="b" l="l" r="r" t="t"/>
                <a:pathLst>
                  <a:path extrusionOk="0" h="86766" w="120212">
                    <a:moveTo>
                      <a:pt x="3312" y="0"/>
                    </a:moveTo>
                    <a:cubicBezTo>
                      <a:pt x="1479" y="0"/>
                      <a:pt x="0" y="1479"/>
                      <a:pt x="30" y="3283"/>
                    </a:cubicBezTo>
                    <a:lnTo>
                      <a:pt x="30" y="83454"/>
                    </a:lnTo>
                    <a:cubicBezTo>
                      <a:pt x="0" y="85287"/>
                      <a:pt x="1479" y="86736"/>
                      <a:pt x="3312" y="86766"/>
                    </a:cubicBezTo>
                    <a:lnTo>
                      <a:pt x="116929" y="86766"/>
                    </a:lnTo>
                    <a:cubicBezTo>
                      <a:pt x="118733" y="86736"/>
                      <a:pt x="120212" y="85287"/>
                      <a:pt x="120212" y="83454"/>
                    </a:cubicBezTo>
                    <a:lnTo>
                      <a:pt x="120212" y="3283"/>
                    </a:lnTo>
                    <a:cubicBezTo>
                      <a:pt x="120212" y="1479"/>
                      <a:pt x="118733" y="0"/>
                      <a:pt x="11692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25"/>
              <p:cNvSpPr/>
              <p:nvPr/>
            </p:nvSpPr>
            <p:spPr>
              <a:xfrm>
                <a:off x="3633275" y="3031225"/>
                <a:ext cx="2905500" cy="1968800"/>
              </a:xfrm>
              <a:custGeom>
                <a:rect b="b" l="l" r="r" t="t"/>
                <a:pathLst>
                  <a:path extrusionOk="0" h="78752" w="116220">
                    <a:moveTo>
                      <a:pt x="1213" y="1"/>
                    </a:moveTo>
                    <a:cubicBezTo>
                      <a:pt x="622" y="1"/>
                      <a:pt x="1" y="858"/>
                      <a:pt x="1" y="1982"/>
                    </a:cubicBezTo>
                    <a:lnTo>
                      <a:pt x="1" y="78752"/>
                    </a:lnTo>
                    <a:lnTo>
                      <a:pt x="116220" y="78752"/>
                    </a:lnTo>
                    <a:lnTo>
                      <a:pt x="116220" y="1982"/>
                    </a:lnTo>
                    <a:cubicBezTo>
                      <a:pt x="116220" y="858"/>
                      <a:pt x="115569" y="1"/>
                      <a:pt x="115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25"/>
              <p:cNvSpPr/>
              <p:nvPr/>
            </p:nvSpPr>
            <p:spPr>
              <a:xfrm>
                <a:off x="3581525" y="2978725"/>
                <a:ext cx="3009000" cy="2073800"/>
              </a:xfrm>
              <a:custGeom>
                <a:rect b="b" l="l" r="r" t="t"/>
                <a:pathLst>
                  <a:path extrusionOk="0" h="82952" w="120360">
                    <a:moveTo>
                      <a:pt x="116190" y="4200"/>
                    </a:moveTo>
                    <a:lnTo>
                      <a:pt x="116190" y="78752"/>
                    </a:lnTo>
                    <a:lnTo>
                      <a:pt x="4170" y="78752"/>
                    </a:lnTo>
                    <a:lnTo>
                      <a:pt x="4170" y="4200"/>
                    </a:lnTo>
                    <a:close/>
                    <a:moveTo>
                      <a:pt x="3283" y="1"/>
                    </a:moveTo>
                    <a:cubicBezTo>
                      <a:pt x="1450" y="1"/>
                      <a:pt x="1" y="1834"/>
                      <a:pt x="1" y="4082"/>
                    </a:cubicBezTo>
                    <a:lnTo>
                      <a:pt x="1" y="82951"/>
                    </a:lnTo>
                    <a:lnTo>
                      <a:pt x="120360" y="82951"/>
                    </a:lnTo>
                    <a:lnTo>
                      <a:pt x="120360" y="4082"/>
                    </a:lnTo>
                    <a:cubicBezTo>
                      <a:pt x="120360" y="1834"/>
                      <a:pt x="118881" y="30"/>
                      <a:pt x="117077" y="30"/>
                    </a:cubicBezTo>
                    <a:lnTo>
                      <a:pt x="1170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25"/>
              <p:cNvSpPr/>
              <p:nvPr/>
            </p:nvSpPr>
            <p:spPr>
              <a:xfrm>
                <a:off x="3685025" y="3082250"/>
                <a:ext cx="2801275" cy="1871950"/>
              </a:xfrm>
              <a:custGeom>
                <a:rect b="b" l="l" r="r" t="t"/>
                <a:pathLst>
                  <a:path extrusionOk="0" h="74878" w="112051">
                    <a:moveTo>
                      <a:pt x="1" y="0"/>
                    </a:moveTo>
                    <a:lnTo>
                      <a:pt x="1" y="74877"/>
                    </a:lnTo>
                    <a:lnTo>
                      <a:pt x="112050" y="74877"/>
                    </a:lnTo>
                    <a:lnTo>
                      <a:pt x="112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25"/>
              <p:cNvSpPr/>
              <p:nvPr/>
            </p:nvSpPr>
            <p:spPr>
              <a:xfrm>
                <a:off x="3668025" y="3079275"/>
                <a:ext cx="2158075" cy="1877875"/>
              </a:xfrm>
              <a:custGeom>
                <a:rect b="b" l="l" r="r" t="t"/>
                <a:pathLst>
                  <a:path extrusionOk="0" h="75115" w="86323">
                    <a:moveTo>
                      <a:pt x="2987" y="1"/>
                    </a:moveTo>
                    <a:cubicBezTo>
                      <a:pt x="1331" y="1"/>
                      <a:pt x="1" y="1657"/>
                      <a:pt x="1" y="3697"/>
                    </a:cubicBezTo>
                    <a:lnTo>
                      <a:pt x="1" y="75115"/>
                    </a:lnTo>
                    <a:lnTo>
                      <a:pt x="86322" y="75115"/>
                    </a:lnTo>
                    <a:lnTo>
                      <a:pt x="412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125"/>
            <p:cNvGrpSpPr/>
            <p:nvPr/>
          </p:nvGrpSpPr>
          <p:grpSpPr>
            <a:xfrm flipH="1">
              <a:off x="495117" y="2962465"/>
              <a:ext cx="329857" cy="331694"/>
              <a:chOff x="7482936" y="3488783"/>
              <a:chExt cx="450871" cy="483379"/>
            </a:xfrm>
          </p:grpSpPr>
          <p:sp>
            <p:nvSpPr>
              <p:cNvPr id="10497" name="Google Shape;10497;p125"/>
              <p:cNvSpPr/>
              <p:nvPr/>
            </p:nvSpPr>
            <p:spPr>
              <a:xfrm>
                <a:off x="7482936" y="3620184"/>
                <a:ext cx="450871" cy="351978"/>
              </a:xfrm>
              <a:custGeom>
                <a:rect b="b" l="l" r="r" t="t"/>
                <a:pathLst>
                  <a:path extrusionOk="0" h="2826" w="3620">
                    <a:moveTo>
                      <a:pt x="2354" y="0"/>
                    </a:moveTo>
                    <a:cubicBezTo>
                      <a:pt x="2124" y="0"/>
                      <a:pt x="1897" y="66"/>
                      <a:pt x="1691" y="187"/>
                    </a:cubicBezTo>
                    <a:cubicBezTo>
                      <a:pt x="1691" y="187"/>
                      <a:pt x="1383" y="38"/>
                      <a:pt x="1031" y="38"/>
                    </a:cubicBezTo>
                    <a:cubicBezTo>
                      <a:pt x="719" y="38"/>
                      <a:pt x="371" y="155"/>
                      <a:pt x="172" y="596"/>
                    </a:cubicBezTo>
                    <a:cubicBezTo>
                      <a:pt x="1" y="966"/>
                      <a:pt x="14" y="1402"/>
                      <a:pt x="185" y="1771"/>
                    </a:cubicBezTo>
                    <a:cubicBezTo>
                      <a:pt x="344" y="2115"/>
                      <a:pt x="568" y="2419"/>
                      <a:pt x="833" y="2683"/>
                    </a:cubicBezTo>
                    <a:cubicBezTo>
                      <a:pt x="833" y="2683"/>
                      <a:pt x="1189" y="2825"/>
                      <a:pt x="1626" y="2825"/>
                    </a:cubicBezTo>
                    <a:cubicBezTo>
                      <a:pt x="1917" y="2825"/>
                      <a:pt x="2243" y="2762"/>
                      <a:pt x="2523" y="2551"/>
                    </a:cubicBezTo>
                    <a:cubicBezTo>
                      <a:pt x="3619" y="1719"/>
                      <a:pt x="3553" y="913"/>
                      <a:pt x="3131" y="372"/>
                    </a:cubicBezTo>
                    <a:cubicBezTo>
                      <a:pt x="2959" y="147"/>
                      <a:pt x="2708" y="2"/>
                      <a:pt x="2417" y="2"/>
                    </a:cubicBezTo>
                    <a:cubicBezTo>
                      <a:pt x="2396" y="1"/>
                      <a:pt x="2375" y="0"/>
                      <a:pt x="2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25"/>
              <p:cNvSpPr/>
              <p:nvPr/>
            </p:nvSpPr>
            <p:spPr>
              <a:xfrm>
                <a:off x="7505978" y="3620308"/>
                <a:ext cx="427829" cy="351854"/>
              </a:xfrm>
              <a:custGeom>
                <a:rect b="b" l="l" r="r" t="t"/>
                <a:pathLst>
                  <a:path extrusionOk="0" h="2825" w="3435">
                    <a:moveTo>
                      <a:pt x="2232" y="1"/>
                    </a:moveTo>
                    <a:cubicBezTo>
                      <a:pt x="2206" y="14"/>
                      <a:pt x="2166" y="40"/>
                      <a:pt x="2166" y="40"/>
                    </a:cubicBezTo>
                    <a:cubicBezTo>
                      <a:pt x="2166" y="40"/>
                      <a:pt x="2774" y="1044"/>
                      <a:pt x="1942" y="1757"/>
                    </a:cubicBezTo>
                    <a:cubicBezTo>
                      <a:pt x="1678" y="1979"/>
                      <a:pt x="1373" y="2055"/>
                      <a:pt x="1078" y="2055"/>
                    </a:cubicBezTo>
                    <a:cubicBezTo>
                      <a:pt x="634" y="2055"/>
                      <a:pt x="215" y="1882"/>
                      <a:pt x="0" y="1770"/>
                    </a:cubicBezTo>
                    <a:lnTo>
                      <a:pt x="0" y="1770"/>
                    </a:lnTo>
                    <a:cubicBezTo>
                      <a:pt x="159" y="2114"/>
                      <a:pt x="383" y="2418"/>
                      <a:pt x="648" y="2682"/>
                    </a:cubicBezTo>
                    <a:cubicBezTo>
                      <a:pt x="648" y="2682"/>
                      <a:pt x="1004" y="2824"/>
                      <a:pt x="1441" y="2824"/>
                    </a:cubicBezTo>
                    <a:cubicBezTo>
                      <a:pt x="1732" y="2824"/>
                      <a:pt x="2058" y="2761"/>
                      <a:pt x="2338" y="2550"/>
                    </a:cubicBezTo>
                    <a:cubicBezTo>
                      <a:pt x="3434" y="1718"/>
                      <a:pt x="3368" y="912"/>
                      <a:pt x="2946" y="371"/>
                    </a:cubicBezTo>
                    <a:cubicBezTo>
                      <a:pt x="2774" y="146"/>
                      <a:pt x="2523"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25"/>
              <p:cNvSpPr/>
              <p:nvPr/>
            </p:nvSpPr>
            <p:spPr>
              <a:xfrm>
                <a:off x="7570121" y="3488783"/>
                <a:ext cx="123429" cy="167893"/>
              </a:xfrm>
              <a:custGeom>
                <a:rect b="b" l="l" r="r" t="t"/>
                <a:pathLst>
                  <a:path extrusionOk="0" h="1348" w="991">
                    <a:moveTo>
                      <a:pt x="212" y="0"/>
                    </a:moveTo>
                    <a:lnTo>
                      <a:pt x="1" y="119"/>
                    </a:lnTo>
                    <a:cubicBezTo>
                      <a:pt x="344" y="489"/>
                      <a:pt x="634" y="885"/>
                      <a:pt x="859" y="1334"/>
                    </a:cubicBezTo>
                    <a:lnTo>
                      <a:pt x="991" y="1347"/>
                    </a:lnTo>
                    <a:cubicBezTo>
                      <a:pt x="951" y="793"/>
                      <a:pt x="212" y="0"/>
                      <a:pt x="2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0364"/>
                                        </p:tgtEl>
                                        <p:attrNameLst>
                                          <p:attrName>style.visibility</p:attrName>
                                        </p:attrNameLst>
                                      </p:cBhvr>
                                      <p:to>
                                        <p:strVal val="visible"/>
                                      </p:to>
                                    </p:set>
                                    <p:animEffect filter="fade" transition="in">
                                      <p:cBhvr>
                                        <p:cTn dur="1000"/>
                                        <p:tgtEl>
                                          <p:spTgt spid="1036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0353"/>
                                        </p:tgtEl>
                                        <p:attrNameLst>
                                          <p:attrName>style.visibility</p:attrName>
                                        </p:attrNameLst>
                                      </p:cBhvr>
                                      <p:to>
                                        <p:strVal val="visible"/>
                                      </p:to>
                                    </p:set>
                                    <p:animEffect filter="fade" transition="in">
                                      <p:cBhvr>
                                        <p:cTn dur="1000"/>
                                        <p:tgtEl>
                                          <p:spTgt spid="1035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03" name="Shape 10503"/>
        <p:cNvGrpSpPr/>
        <p:nvPr/>
      </p:nvGrpSpPr>
      <p:grpSpPr>
        <a:xfrm>
          <a:off x="0" y="0"/>
          <a:ext cx="0" cy="0"/>
          <a:chOff x="0" y="0"/>
          <a:chExt cx="0" cy="0"/>
        </a:xfrm>
      </p:grpSpPr>
      <p:sp>
        <p:nvSpPr>
          <p:cNvPr id="10504" name="Google Shape;10504;p126"/>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0505" name="Google Shape;10505;p126"/>
          <p:cNvGrpSpPr/>
          <p:nvPr/>
        </p:nvGrpSpPr>
        <p:grpSpPr>
          <a:xfrm>
            <a:off x="860592" y="1137480"/>
            <a:ext cx="434453" cy="434453"/>
            <a:chOff x="860592" y="1137480"/>
            <a:chExt cx="434453" cy="434453"/>
          </a:xfrm>
        </p:grpSpPr>
        <p:sp>
          <p:nvSpPr>
            <p:cNvPr id="10506" name="Google Shape;10506;p126"/>
            <p:cNvSpPr/>
            <p:nvPr/>
          </p:nvSpPr>
          <p:spPr>
            <a:xfrm>
              <a:off x="1027088" y="1479670"/>
              <a:ext cx="101462" cy="68646"/>
            </a:xfrm>
            <a:custGeom>
              <a:rect b="b" l="l" r="r" t="t"/>
              <a:pathLst>
                <a:path extrusionOk="0" h="2642" w="3905">
                  <a:moveTo>
                    <a:pt x="1" y="0"/>
                  </a:moveTo>
                  <a:lnTo>
                    <a:pt x="1" y="2642"/>
                  </a:lnTo>
                  <a:lnTo>
                    <a:pt x="3904" y="2642"/>
                  </a:lnTo>
                  <a:lnTo>
                    <a:pt x="39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26"/>
            <p:cNvSpPr/>
            <p:nvPr/>
          </p:nvSpPr>
          <p:spPr>
            <a:xfrm>
              <a:off x="1056760" y="1507419"/>
              <a:ext cx="42118" cy="42118"/>
            </a:xfrm>
            <a:custGeom>
              <a:rect b="b" l="l" r="r" t="t"/>
              <a:pathLst>
                <a:path extrusionOk="0" h="1621" w="1621">
                  <a:moveTo>
                    <a:pt x="531" y="1"/>
                  </a:moveTo>
                  <a:cubicBezTo>
                    <a:pt x="238" y="1"/>
                    <a:pt x="1" y="239"/>
                    <a:pt x="1" y="531"/>
                  </a:cubicBezTo>
                  <a:lnTo>
                    <a:pt x="1" y="1367"/>
                  </a:lnTo>
                  <a:cubicBezTo>
                    <a:pt x="1" y="1508"/>
                    <a:pt x="113" y="1621"/>
                    <a:pt x="254" y="1621"/>
                  </a:cubicBezTo>
                  <a:cubicBezTo>
                    <a:pt x="392" y="1621"/>
                    <a:pt x="505" y="1508"/>
                    <a:pt x="505" y="1367"/>
                  </a:cubicBezTo>
                  <a:lnTo>
                    <a:pt x="505" y="531"/>
                  </a:lnTo>
                  <a:cubicBezTo>
                    <a:pt x="505" y="518"/>
                    <a:pt x="518" y="505"/>
                    <a:pt x="531" y="505"/>
                  </a:cubicBezTo>
                  <a:lnTo>
                    <a:pt x="1090" y="505"/>
                  </a:lnTo>
                  <a:cubicBezTo>
                    <a:pt x="1103" y="505"/>
                    <a:pt x="1116" y="518"/>
                    <a:pt x="1116" y="531"/>
                  </a:cubicBezTo>
                  <a:lnTo>
                    <a:pt x="1116" y="1367"/>
                  </a:lnTo>
                  <a:cubicBezTo>
                    <a:pt x="1116" y="1508"/>
                    <a:pt x="1228" y="1621"/>
                    <a:pt x="1367" y="1621"/>
                  </a:cubicBezTo>
                  <a:cubicBezTo>
                    <a:pt x="1508" y="1621"/>
                    <a:pt x="1620" y="1508"/>
                    <a:pt x="1620" y="1367"/>
                  </a:cubicBezTo>
                  <a:lnTo>
                    <a:pt x="1620" y="531"/>
                  </a:lnTo>
                  <a:cubicBezTo>
                    <a:pt x="1620" y="239"/>
                    <a:pt x="1383" y="1"/>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26"/>
            <p:cNvSpPr/>
            <p:nvPr/>
          </p:nvSpPr>
          <p:spPr>
            <a:xfrm>
              <a:off x="1108361" y="1479670"/>
              <a:ext cx="20188" cy="68646"/>
            </a:xfrm>
            <a:custGeom>
              <a:rect b="b" l="l" r="r" t="t"/>
              <a:pathLst>
                <a:path extrusionOk="0" h="2642" w="777">
                  <a:moveTo>
                    <a:pt x="0" y="0"/>
                  </a:moveTo>
                  <a:lnTo>
                    <a:pt x="0" y="2642"/>
                  </a:lnTo>
                  <a:lnTo>
                    <a:pt x="776" y="2642"/>
                  </a:lnTo>
                  <a:lnTo>
                    <a:pt x="7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26"/>
            <p:cNvSpPr/>
            <p:nvPr/>
          </p:nvSpPr>
          <p:spPr>
            <a:xfrm>
              <a:off x="860592" y="1166451"/>
              <a:ext cx="434453" cy="296876"/>
            </a:xfrm>
            <a:custGeom>
              <a:rect b="b" l="l" r="r" t="t"/>
              <a:pathLst>
                <a:path extrusionOk="0" h="11426" w="16721">
                  <a:moveTo>
                    <a:pt x="1116" y="1"/>
                  </a:moveTo>
                  <a:cubicBezTo>
                    <a:pt x="499" y="1"/>
                    <a:pt x="0" y="500"/>
                    <a:pt x="0" y="1114"/>
                  </a:cubicBezTo>
                  <a:lnTo>
                    <a:pt x="0" y="10590"/>
                  </a:lnTo>
                  <a:lnTo>
                    <a:pt x="8360" y="11426"/>
                  </a:lnTo>
                  <a:lnTo>
                    <a:pt x="16721" y="10590"/>
                  </a:lnTo>
                  <a:lnTo>
                    <a:pt x="16721" y="1114"/>
                  </a:lnTo>
                  <a:cubicBezTo>
                    <a:pt x="16721" y="500"/>
                    <a:pt x="16222" y="1"/>
                    <a:pt x="15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26"/>
            <p:cNvSpPr/>
            <p:nvPr/>
          </p:nvSpPr>
          <p:spPr>
            <a:xfrm>
              <a:off x="1245938" y="1166451"/>
              <a:ext cx="49107" cy="277181"/>
            </a:xfrm>
            <a:custGeom>
              <a:rect b="b" l="l" r="r" t="t"/>
              <a:pathLst>
                <a:path extrusionOk="0" h="10668" w="1890">
                  <a:moveTo>
                    <a:pt x="1" y="1"/>
                  </a:moveTo>
                  <a:cubicBezTo>
                    <a:pt x="618" y="1"/>
                    <a:pt x="1117" y="500"/>
                    <a:pt x="1117" y="1114"/>
                  </a:cubicBezTo>
                  <a:lnTo>
                    <a:pt x="1117" y="10668"/>
                  </a:lnTo>
                  <a:lnTo>
                    <a:pt x="1890" y="10590"/>
                  </a:lnTo>
                  <a:lnTo>
                    <a:pt x="1890" y="1114"/>
                  </a:lnTo>
                  <a:cubicBezTo>
                    <a:pt x="1890" y="500"/>
                    <a:pt x="1391" y="1"/>
                    <a:pt x="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26"/>
            <p:cNvSpPr/>
            <p:nvPr/>
          </p:nvSpPr>
          <p:spPr>
            <a:xfrm>
              <a:off x="889563" y="1195369"/>
              <a:ext cx="376512" cy="267958"/>
            </a:xfrm>
            <a:custGeom>
              <a:rect b="b" l="l" r="r" t="t"/>
              <a:pathLst>
                <a:path extrusionOk="0" h="10313" w="14491">
                  <a:moveTo>
                    <a:pt x="557" y="1"/>
                  </a:moveTo>
                  <a:cubicBezTo>
                    <a:pt x="249" y="1"/>
                    <a:pt x="1" y="251"/>
                    <a:pt x="1" y="560"/>
                  </a:cubicBezTo>
                  <a:lnTo>
                    <a:pt x="1" y="9589"/>
                  </a:lnTo>
                  <a:lnTo>
                    <a:pt x="7245" y="10313"/>
                  </a:lnTo>
                  <a:lnTo>
                    <a:pt x="14490" y="9589"/>
                  </a:lnTo>
                  <a:lnTo>
                    <a:pt x="14490" y="560"/>
                  </a:lnTo>
                  <a:cubicBezTo>
                    <a:pt x="14490" y="251"/>
                    <a:pt x="14242" y="1"/>
                    <a:pt x="1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26"/>
            <p:cNvSpPr/>
            <p:nvPr/>
          </p:nvSpPr>
          <p:spPr>
            <a:xfrm>
              <a:off x="1231570" y="1195369"/>
              <a:ext cx="34505" cy="251121"/>
            </a:xfrm>
            <a:custGeom>
              <a:rect b="b" l="l" r="r" t="t"/>
              <a:pathLst>
                <a:path extrusionOk="0" h="9665" w="1328">
                  <a:moveTo>
                    <a:pt x="0" y="1"/>
                  </a:moveTo>
                  <a:cubicBezTo>
                    <a:pt x="308" y="1"/>
                    <a:pt x="557" y="251"/>
                    <a:pt x="557" y="560"/>
                  </a:cubicBezTo>
                  <a:lnTo>
                    <a:pt x="557" y="9665"/>
                  </a:lnTo>
                  <a:lnTo>
                    <a:pt x="1327" y="9589"/>
                  </a:lnTo>
                  <a:lnTo>
                    <a:pt x="1327" y="560"/>
                  </a:lnTo>
                  <a:cubicBezTo>
                    <a:pt x="1327" y="251"/>
                    <a:pt x="107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26"/>
            <p:cNvSpPr/>
            <p:nvPr/>
          </p:nvSpPr>
          <p:spPr>
            <a:xfrm>
              <a:off x="976448" y="1542937"/>
              <a:ext cx="202741" cy="28996"/>
            </a:xfrm>
            <a:custGeom>
              <a:rect b="b" l="l" r="r" t="t"/>
              <a:pathLst>
                <a:path extrusionOk="0" h="1116" w="7803">
                  <a:moveTo>
                    <a:pt x="262" y="0"/>
                  </a:moveTo>
                  <a:cubicBezTo>
                    <a:pt x="116" y="0"/>
                    <a:pt x="1" y="118"/>
                    <a:pt x="1" y="261"/>
                  </a:cubicBezTo>
                  <a:lnTo>
                    <a:pt x="1" y="855"/>
                  </a:lnTo>
                  <a:cubicBezTo>
                    <a:pt x="1" y="998"/>
                    <a:pt x="116" y="1116"/>
                    <a:pt x="262" y="1116"/>
                  </a:cubicBezTo>
                  <a:lnTo>
                    <a:pt x="7541" y="1116"/>
                  </a:lnTo>
                  <a:cubicBezTo>
                    <a:pt x="7687" y="1116"/>
                    <a:pt x="7802" y="998"/>
                    <a:pt x="7802" y="855"/>
                  </a:cubicBezTo>
                  <a:lnTo>
                    <a:pt x="7802" y="261"/>
                  </a:lnTo>
                  <a:cubicBezTo>
                    <a:pt x="7802" y="118"/>
                    <a:pt x="7687" y="0"/>
                    <a:pt x="7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26"/>
            <p:cNvSpPr/>
            <p:nvPr/>
          </p:nvSpPr>
          <p:spPr>
            <a:xfrm>
              <a:off x="1152064" y="1542937"/>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26"/>
            <p:cNvSpPr/>
            <p:nvPr/>
          </p:nvSpPr>
          <p:spPr>
            <a:xfrm>
              <a:off x="933005" y="1137480"/>
              <a:ext cx="289627" cy="305814"/>
            </a:xfrm>
            <a:custGeom>
              <a:rect b="b" l="l" r="r" t="t"/>
              <a:pathLst>
                <a:path extrusionOk="0" h="11770" w="11147">
                  <a:moveTo>
                    <a:pt x="557" y="0"/>
                  </a:moveTo>
                  <a:cubicBezTo>
                    <a:pt x="249" y="0"/>
                    <a:pt x="1" y="251"/>
                    <a:pt x="1" y="556"/>
                  </a:cubicBezTo>
                  <a:lnTo>
                    <a:pt x="1" y="11770"/>
                  </a:lnTo>
                  <a:lnTo>
                    <a:pt x="11146" y="11770"/>
                  </a:lnTo>
                  <a:lnTo>
                    <a:pt x="11146" y="556"/>
                  </a:lnTo>
                  <a:cubicBezTo>
                    <a:pt x="11146" y="251"/>
                    <a:pt x="10898" y="0"/>
                    <a:pt x="105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26"/>
            <p:cNvSpPr/>
            <p:nvPr/>
          </p:nvSpPr>
          <p:spPr>
            <a:xfrm>
              <a:off x="1019891" y="1166451"/>
              <a:ext cx="57941" cy="28945"/>
            </a:xfrm>
            <a:custGeom>
              <a:rect b="b" l="l" r="r" t="t"/>
              <a:pathLst>
                <a:path extrusionOk="0" h="1114" w="2230">
                  <a:moveTo>
                    <a:pt x="262" y="1"/>
                  </a:moveTo>
                  <a:cubicBezTo>
                    <a:pt x="116" y="1"/>
                    <a:pt x="1" y="116"/>
                    <a:pt x="1" y="262"/>
                  </a:cubicBezTo>
                  <a:lnTo>
                    <a:pt x="1" y="852"/>
                  </a:lnTo>
                  <a:cubicBezTo>
                    <a:pt x="1" y="999"/>
                    <a:pt x="116" y="1114"/>
                    <a:pt x="262" y="1114"/>
                  </a:cubicBezTo>
                  <a:lnTo>
                    <a:pt x="1968" y="1114"/>
                  </a:lnTo>
                  <a:cubicBezTo>
                    <a:pt x="2112" y="1114"/>
                    <a:pt x="2229" y="999"/>
                    <a:pt x="2229" y="852"/>
                  </a:cubicBezTo>
                  <a:lnTo>
                    <a:pt x="2229" y="262"/>
                  </a:lnTo>
                  <a:cubicBezTo>
                    <a:pt x="2229" y="116"/>
                    <a:pt x="2112" y="1"/>
                    <a:pt x="19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26"/>
            <p:cNvSpPr/>
            <p:nvPr/>
          </p:nvSpPr>
          <p:spPr>
            <a:xfrm>
              <a:off x="1019891" y="1224366"/>
              <a:ext cx="86937" cy="28996"/>
            </a:xfrm>
            <a:custGeom>
              <a:rect b="b" l="l" r="r" t="t"/>
              <a:pathLst>
                <a:path extrusionOk="0" h="1116" w="3346">
                  <a:moveTo>
                    <a:pt x="262" y="0"/>
                  </a:moveTo>
                  <a:cubicBezTo>
                    <a:pt x="116" y="0"/>
                    <a:pt x="1" y="118"/>
                    <a:pt x="1" y="261"/>
                  </a:cubicBezTo>
                  <a:lnTo>
                    <a:pt x="1" y="854"/>
                  </a:lnTo>
                  <a:cubicBezTo>
                    <a:pt x="1" y="998"/>
                    <a:pt x="116" y="1116"/>
                    <a:pt x="262" y="1116"/>
                  </a:cubicBezTo>
                  <a:lnTo>
                    <a:pt x="3084" y="1116"/>
                  </a:lnTo>
                  <a:cubicBezTo>
                    <a:pt x="3227" y="1116"/>
                    <a:pt x="3345" y="998"/>
                    <a:pt x="3345" y="854"/>
                  </a:cubicBezTo>
                  <a:lnTo>
                    <a:pt x="3345" y="261"/>
                  </a:lnTo>
                  <a:cubicBezTo>
                    <a:pt x="3345" y="118"/>
                    <a:pt x="3227" y="0"/>
                    <a:pt x="3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26"/>
            <p:cNvSpPr/>
            <p:nvPr/>
          </p:nvSpPr>
          <p:spPr>
            <a:xfrm>
              <a:off x="1135721" y="1224366"/>
              <a:ext cx="57993" cy="28996"/>
            </a:xfrm>
            <a:custGeom>
              <a:rect b="b" l="l" r="r" t="t"/>
              <a:pathLst>
                <a:path extrusionOk="0" h="1116" w="2232">
                  <a:moveTo>
                    <a:pt x="261" y="0"/>
                  </a:moveTo>
                  <a:cubicBezTo>
                    <a:pt x="118" y="0"/>
                    <a:pt x="0" y="118"/>
                    <a:pt x="0" y="261"/>
                  </a:cubicBezTo>
                  <a:lnTo>
                    <a:pt x="0" y="854"/>
                  </a:lnTo>
                  <a:cubicBezTo>
                    <a:pt x="0" y="998"/>
                    <a:pt x="118" y="1116"/>
                    <a:pt x="261" y="1116"/>
                  </a:cubicBezTo>
                  <a:lnTo>
                    <a:pt x="1970" y="1116"/>
                  </a:lnTo>
                  <a:cubicBezTo>
                    <a:pt x="2114" y="1116"/>
                    <a:pt x="2231" y="998"/>
                    <a:pt x="2231" y="854"/>
                  </a:cubicBezTo>
                  <a:lnTo>
                    <a:pt x="2231" y="261"/>
                  </a:lnTo>
                  <a:cubicBezTo>
                    <a:pt x="2231" y="118"/>
                    <a:pt x="2114" y="0"/>
                    <a:pt x="1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26"/>
            <p:cNvSpPr/>
            <p:nvPr/>
          </p:nvSpPr>
          <p:spPr>
            <a:xfrm>
              <a:off x="955402" y="1159877"/>
              <a:ext cx="42118" cy="42092"/>
            </a:xfrm>
            <a:custGeom>
              <a:rect b="b" l="l" r="r" t="t"/>
              <a:pathLst>
                <a:path extrusionOk="0" h="1620" w="1621">
                  <a:moveTo>
                    <a:pt x="1098" y="504"/>
                  </a:moveTo>
                  <a:cubicBezTo>
                    <a:pt x="1109" y="504"/>
                    <a:pt x="1114" y="512"/>
                    <a:pt x="1114" y="523"/>
                  </a:cubicBezTo>
                  <a:lnTo>
                    <a:pt x="1114" y="1097"/>
                  </a:lnTo>
                  <a:cubicBezTo>
                    <a:pt x="1114" y="1108"/>
                    <a:pt x="1109" y="1116"/>
                    <a:pt x="1098" y="1116"/>
                  </a:cubicBezTo>
                  <a:lnTo>
                    <a:pt x="521" y="1116"/>
                  </a:lnTo>
                  <a:cubicBezTo>
                    <a:pt x="513" y="1116"/>
                    <a:pt x="505" y="1108"/>
                    <a:pt x="505" y="1097"/>
                  </a:cubicBezTo>
                  <a:lnTo>
                    <a:pt x="505" y="523"/>
                  </a:lnTo>
                  <a:cubicBezTo>
                    <a:pt x="505" y="512"/>
                    <a:pt x="513" y="504"/>
                    <a:pt x="521" y="504"/>
                  </a:cubicBezTo>
                  <a:close/>
                  <a:moveTo>
                    <a:pt x="521" y="0"/>
                  </a:moveTo>
                  <a:cubicBezTo>
                    <a:pt x="233" y="0"/>
                    <a:pt x="1" y="235"/>
                    <a:pt x="1" y="523"/>
                  </a:cubicBezTo>
                  <a:lnTo>
                    <a:pt x="1" y="1097"/>
                  </a:lnTo>
                  <a:cubicBezTo>
                    <a:pt x="1" y="1385"/>
                    <a:pt x="233" y="1620"/>
                    <a:pt x="521" y="1620"/>
                  </a:cubicBezTo>
                  <a:lnTo>
                    <a:pt x="1098" y="1620"/>
                  </a:lnTo>
                  <a:cubicBezTo>
                    <a:pt x="1386" y="1620"/>
                    <a:pt x="1621" y="1385"/>
                    <a:pt x="1621" y="1097"/>
                  </a:cubicBezTo>
                  <a:lnTo>
                    <a:pt x="1621" y="523"/>
                  </a:lnTo>
                  <a:cubicBezTo>
                    <a:pt x="1621" y="235"/>
                    <a:pt x="1386"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26"/>
            <p:cNvSpPr/>
            <p:nvPr/>
          </p:nvSpPr>
          <p:spPr>
            <a:xfrm>
              <a:off x="1019891" y="1340222"/>
              <a:ext cx="86937" cy="28945"/>
            </a:xfrm>
            <a:custGeom>
              <a:rect b="b" l="l" r="r" t="t"/>
              <a:pathLst>
                <a:path extrusionOk="0" h="1114" w="3346">
                  <a:moveTo>
                    <a:pt x="262" y="1"/>
                  </a:moveTo>
                  <a:cubicBezTo>
                    <a:pt x="116" y="1"/>
                    <a:pt x="1" y="116"/>
                    <a:pt x="1" y="262"/>
                  </a:cubicBezTo>
                  <a:lnTo>
                    <a:pt x="1" y="853"/>
                  </a:lnTo>
                  <a:cubicBezTo>
                    <a:pt x="1" y="999"/>
                    <a:pt x="116" y="1114"/>
                    <a:pt x="262" y="1114"/>
                  </a:cubicBezTo>
                  <a:lnTo>
                    <a:pt x="3084" y="1114"/>
                  </a:lnTo>
                  <a:cubicBezTo>
                    <a:pt x="3227" y="1114"/>
                    <a:pt x="3345" y="999"/>
                    <a:pt x="3345" y="853"/>
                  </a:cubicBezTo>
                  <a:lnTo>
                    <a:pt x="3345" y="262"/>
                  </a:lnTo>
                  <a:cubicBezTo>
                    <a:pt x="3345" y="116"/>
                    <a:pt x="3227" y="1"/>
                    <a:pt x="3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26"/>
            <p:cNvSpPr/>
            <p:nvPr/>
          </p:nvSpPr>
          <p:spPr>
            <a:xfrm>
              <a:off x="1135721" y="1340222"/>
              <a:ext cx="57993" cy="28945"/>
            </a:xfrm>
            <a:custGeom>
              <a:rect b="b" l="l" r="r" t="t"/>
              <a:pathLst>
                <a:path extrusionOk="0" h="1114" w="2232">
                  <a:moveTo>
                    <a:pt x="261" y="1"/>
                  </a:moveTo>
                  <a:cubicBezTo>
                    <a:pt x="118" y="1"/>
                    <a:pt x="0" y="116"/>
                    <a:pt x="0" y="262"/>
                  </a:cubicBezTo>
                  <a:lnTo>
                    <a:pt x="0" y="853"/>
                  </a:lnTo>
                  <a:cubicBezTo>
                    <a:pt x="0" y="999"/>
                    <a:pt x="118" y="1114"/>
                    <a:pt x="261" y="1114"/>
                  </a:cubicBezTo>
                  <a:lnTo>
                    <a:pt x="1970" y="1114"/>
                  </a:lnTo>
                  <a:cubicBezTo>
                    <a:pt x="2114" y="1114"/>
                    <a:pt x="2231" y="999"/>
                    <a:pt x="2231" y="853"/>
                  </a:cubicBezTo>
                  <a:lnTo>
                    <a:pt x="2231" y="262"/>
                  </a:lnTo>
                  <a:cubicBezTo>
                    <a:pt x="2231" y="116"/>
                    <a:pt x="2114" y="1"/>
                    <a:pt x="1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26"/>
            <p:cNvSpPr/>
            <p:nvPr/>
          </p:nvSpPr>
          <p:spPr>
            <a:xfrm>
              <a:off x="955402" y="1275733"/>
              <a:ext cx="42118" cy="42118"/>
            </a:xfrm>
            <a:custGeom>
              <a:rect b="b" l="l" r="r" t="t"/>
              <a:pathLst>
                <a:path extrusionOk="0" h="1621" w="1621">
                  <a:moveTo>
                    <a:pt x="1098" y="505"/>
                  </a:moveTo>
                  <a:cubicBezTo>
                    <a:pt x="1109" y="505"/>
                    <a:pt x="1114" y="513"/>
                    <a:pt x="1114" y="521"/>
                  </a:cubicBezTo>
                  <a:lnTo>
                    <a:pt x="1114" y="1098"/>
                  </a:lnTo>
                  <a:cubicBezTo>
                    <a:pt x="1114" y="1106"/>
                    <a:pt x="1109" y="1114"/>
                    <a:pt x="1098" y="1114"/>
                  </a:cubicBezTo>
                  <a:lnTo>
                    <a:pt x="521" y="1114"/>
                  </a:lnTo>
                  <a:cubicBezTo>
                    <a:pt x="513" y="1114"/>
                    <a:pt x="505" y="1106"/>
                    <a:pt x="505" y="1098"/>
                  </a:cubicBezTo>
                  <a:lnTo>
                    <a:pt x="505" y="521"/>
                  </a:lnTo>
                  <a:cubicBezTo>
                    <a:pt x="505" y="513"/>
                    <a:pt x="513" y="505"/>
                    <a:pt x="521" y="505"/>
                  </a:cubicBezTo>
                  <a:close/>
                  <a:moveTo>
                    <a:pt x="521" y="1"/>
                  </a:moveTo>
                  <a:cubicBezTo>
                    <a:pt x="233" y="1"/>
                    <a:pt x="1" y="233"/>
                    <a:pt x="1" y="521"/>
                  </a:cubicBezTo>
                  <a:lnTo>
                    <a:pt x="1" y="1098"/>
                  </a:lnTo>
                  <a:cubicBezTo>
                    <a:pt x="1" y="1386"/>
                    <a:pt x="233" y="1621"/>
                    <a:pt x="521" y="1621"/>
                  </a:cubicBezTo>
                  <a:lnTo>
                    <a:pt x="1098" y="1621"/>
                  </a:lnTo>
                  <a:cubicBezTo>
                    <a:pt x="1386" y="1621"/>
                    <a:pt x="1621" y="1386"/>
                    <a:pt x="1621" y="1098"/>
                  </a:cubicBezTo>
                  <a:lnTo>
                    <a:pt x="1621" y="521"/>
                  </a:lnTo>
                  <a:cubicBezTo>
                    <a:pt x="1621" y="233"/>
                    <a:pt x="1386"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26"/>
            <p:cNvSpPr/>
            <p:nvPr/>
          </p:nvSpPr>
          <p:spPr>
            <a:xfrm>
              <a:off x="1188049" y="1137480"/>
              <a:ext cx="34583" cy="305814"/>
            </a:xfrm>
            <a:custGeom>
              <a:rect b="b" l="l" r="r" t="t"/>
              <a:pathLst>
                <a:path extrusionOk="0" h="11770" w="1331">
                  <a:moveTo>
                    <a:pt x="0" y="0"/>
                  </a:moveTo>
                  <a:cubicBezTo>
                    <a:pt x="309" y="0"/>
                    <a:pt x="557" y="251"/>
                    <a:pt x="557" y="556"/>
                  </a:cubicBezTo>
                  <a:lnTo>
                    <a:pt x="557" y="11770"/>
                  </a:lnTo>
                  <a:lnTo>
                    <a:pt x="1330" y="11770"/>
                  </a:lnTo>
                  <a:lnTo>
                    <a:pt x="1330" y="556"/>
                  </a:lnTo>
                  <a:cubicBezTo>
                    <a:pt x="1330" y="251"/>
                    <a:pt x="1082"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26"/>
            <p:cNvSpPr/>
            <p:nvPr/>
          </p:nvSpPr>
          <p:spPr>
            <a:xfrm>
              <a:off x="984321" y="1391563"/>
              <a:ext cx="186996" cy="51731"/>
            </a:xfrm>
            <a:custGeom>
              <a:rect b="b" l="l" r="r" t="t"/>
              <a:pathLst>
                <a:path extrusionOk="0" h="1991" w="7197">
                  <a:moveTo>
                    <a:pt x="534" y="0"/>
                  </a:moveTo>
                  <a:cubicBezTo>
                    <a:pt x="241" y="0"/>
                    <a:pt x="1" y="240"/>
                    <a:pt x="1" y="533"/>
                  </a:cubicBezTo>
                  <a:lnTo>
                    <a:pt x="1" y="1991"/>
                  </a:lnTo>
                  <a:lnTo>
                    <a:pt x="508" y="1991"/>
                  </a:lnTo>
                  <a:lnTo>
                    <a:pt x="508" y="533"/>
                  </a:lnTo>
                  <a:cubicBezTo>
                    <a:pt x="508" y="517"/>
                    <a:pt x="518" y="507"/>
                    <a:pt x="534" y="507"/>
                  </a:cubicBezTo>
                  <a:lnTo>
                    <a:pt x="6663" y="507"/>
                  </a:lnTo>
                  <a:cubicBezTo>
                    <a:pt x="6679" y="507"/>
                    <a:pt x="6689" y="517"/>
                    <a:pt x="6689" y="533"/>
                  </a:cubicBezTo>
                  <a:lnTo>
                    <a:pt x="6689" y="1991"/>
                  </a:lnTo>
                  <a:lnTo>
                    <a:pt x="7196" y="1991"/>
                  </a:lnTo>
                  <a:lnTo>
                    <a:pt x="7196" y="533"/>
                  </a:lnTo>
                  <a:cubicBezTo>
                    <a:pt x="7196" y="240"/>
                    <a:pt x="6956" y="0"/>
                    <a:pt x="6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26"/>
            <p:cNvSpPr/>
            <p:nvPr/>
          </p:nvSpPr>
          <p:spPr>
            <a:xfrm>
              <a:off x="1166536" y="1224366"/>
              <a:ext cx="27178" cy="28996"/>
            </a:xfrm>
            <a:custGeom>
              <a:rect b="b" l="l" r="r" t="t"/>
              <a:pathLst>
                <a:path extrusionOk="0" h="1116" w="1046">
                  <a:moveTo>
                    <a:pt x="0" y="0"/>
                  </a:moveTo>
                  <a:cubicBezTo>
                    <a:pt x="149" y="0"/>
                    <a:pt x="269" y="120"/>
                    <a:pt x="269" y="269"/>
                  </a:cubicBezTo>
                  <a:lnTo>
                    <a:pt x="269" y="847"/>
                  </a:lnTo>
                  <a:cubicBezTo>
                    <a:pt x="269" y="996"/>
                    <a:pt x="149" y="1116"/>
                    <a:pt x="0" y="1116"/>
                  </a:cubicBezTo>
                  <a:lnTo>
                    <a:pt x="784" y="1116"/>
                  </a:lnTo>
                  <a:cubicBezTo>
                    <a:pt x="928" y="1116"/>
                    <a:pt x="1045" y="998"/>
                    <a:pt x="1045" y="854"/>
                  </a:cubicBezTo>
                  <a:lnTo>
                    <a:pt x="1045" y="261"/>
                  </a:lnTo>
                  <a:cubicBezTo>
                    <a:pt x="1045" y="118"/>
                    <a:pt x="928" y="0"/>
                    <a:pt x="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26"/>
            <p:cNvSpPr/>
            <p:nvPr/>
          </p:nvSpPr>
          <p:spPr>
            <a:xfrm>
              <a:off x="1079650" y="1224366"/>
              <a:ext cx="27178" cy="28996"/>
            </a:xfrm>
            <a:custGeom>
              <a:rect b="b" l="l" r="r" t="t"/>
              <a:pathLst>
                <a:path extrusionOk="0" h="1116" w="1046">
                  <a:moveTo>
                    <a:pt x="0" y="0"/>
                  </a:moveTo>
                  <a:cubicBezTo>
                    <a:pt x="149" y="0"/>
                    <a:pt x="269" y="120"/>
                    <a:pt x="269" y="269"/>
                  </a:cubicBezTo>
                  <a:lnTo>
                    <a:pt x="269" y="847"/>
                  </a:lnTo>
                  <a:cubicBezTo>
                    <a:pt x="269" y="996"/>
                    <a:pt x="149" y="1116"/>
                    <a:pt x="0" y="1116"/>
                  </a:cubicBezTo>
                  <a:lnTo>
                    <a:pt x="784" y="1116"/>
                  </a:lnTo>
                  <a:cubicBezTo>
                    <a:pt x="927" y="1116"/>
                    <a:pt x="1045" y="998"/>
                    <a:pt x="1045" y="854"/>
                  </a:cubicBezTo>
                  <a:lnTo>
                    <a:pt x="1045" y="261"/>
                  </a:lnTo>
                  <a:cubicBezTo>
                    <a:pt x="1045" y="118"/>
                    <a:pt x="927"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26"/>
            <p:cNvSpPr/>
            <p:nvPr/>
          </p:nvSpPr>
          <p:spPr>
            <a:xfrm>
              <a:off x="1166536" y="1340222"/>
              <a:ext cx="27178" cy="28945"/>
            </a:xfrm>
            <a:custGeom>
              <a:rect b="b" l="l" r="r" t="t"/>
              <a:pathLst>
                <a:path extrusionOk="0" h="1114" w="1046">
                  <a:moveTo>
                    <a:pt x="0" y="1"/>
                  </a:moveTo>
                  <a:cubicBezTo>
                    <a:pt x="149" y="1"/>
                    <a:pt x="269" y="121"/>
                    <a:pt x="269" y="270"/>
                  </a:cubicBezTo>
                  <a:lnTo>
                    <a:pt x="269" y="845"/>
                  </a:lnTo>
                  <a:cubicBezTo>
                    <a:pt x="269" y="994"/>
                    <a:pt x="149" y="1114"/>
                    <a:pt x="0" y="1114"/>
                  </a:cubicBezTo>
                  <a:lnTo>
                    <a:pt x="784" y="1114"/>
                  </a:lnTo>
                  <a:cubicBezTo>
                    <a:pt x="928" y="1114"/>
                    <a:pt x="1045" y="999"/>
                    <a:pt x="1045" y="853"/>
                  </a:cubicBezTo>
                  <a:lnTo>
                    <a:pt x="1045" y="262"/>
                  </a:lnTo>
                  <a:cubicBezTo>
                    <a:pt x="1045" y="116"/>
                    <a:pt x="928"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26"/>
            <p:cNvSpPr/>
            <p:nvPr/>
          </p:nvSpPr>
          <p:spPr>
            <a:xfrm>
              <a:off x="1079650" y="1340222"/>
              <a:ext cx="27178" cy="28945"/>
            </a:xfrm>
            <a:custGeom>
              <a:rect b="b" l="l" r="r" t="t"/>
              <a:pathLst>
                <a:path extrusionOk="0" h="1114" w="1046">
                  <a:moveTo>
                    <a:pt x="0" y="1"/>
                  </a:moveTo>
                  <a:cubicBezTo>
                    <a:pt x="149" y="1"/>
                    <a:pt x="269" y="121"/>
                    <a:pt x="269" y="270"/>
                  </a:cubicBezTo>
                  <a:lnTo>
                    <a:pt x="269" y="845"/>
                  </a:lnTo>
                  <a:cubicBezTo>
                    <a:pt x="269" y="994"/>
                    <a:pt x="149" y="1114"/>
                    <a:pt x="0" y="1114"/>
                  </a:cubicBezTo>
                  <a:lnTo>
                    <a:pt x="784" y="1114"/>
                  </a:lnTo>
                  <a:cubicBezTo>
                    <a:pt x="927" y="1114"/>
                    <a:pt x="1045" y="999"/>
                    <a:pt x="1045" y="853"/>
                  </a:cubicBezTo>
                  <a:lnTo>
                    <a:pt x="1045" y="262"/>
                  </a:lnTo>
                  <a:cubicBezTo>
                    <a:pt x="1045" y="116"/>
                    <a:pt x="927"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26"/>
            <p:cNvSpPr/>
            <p:nvPr/>
          </p:nvSpPr>
          <p:spPr>
            <a:xfrm>
              <a:off x="1019891" y="1282255"/>
              <a:ext cx="57941" cy="29022"/>
            </a:xfrm>
            <a:custGeom>
              <a:rect b="b" l="l" r="r" t="t"/>
              <a:pathLst>
                <a:path extrusionOk="0" h="1117" w="2230">
                  <a:moveTo>
                    <a:pt x="262" y="1"/>
                  </a:moveTo>
                  <a:cubicBezTo>
                    <a:pt x="116" y="1"/>
                    <a:pt x="1" y="118"/>
                    <a:pt x="1" y="262"/>
                  </a:cubicBezTo>
                  <a:lnTo>
                    <a:pt x="1" y="855"/>
                  </a:lnTo>
                  <a:cubicBezTo>
                    <a:pt x="1" y="999"/>
                    <a:pt x="116" y="1116"/>
                    <a:pt x="262" y="1116"/>
                  </a:cubicBezTo>
                  <a:lnTo>
                    <a:pt x="1968" y="1116"/>
                  </a:lnTo>
                  <a:cubicBezTo>
                    <a:pt x="2112" y="1116"/>
                    <a:pt x="2229" y="999"/>
                    <a:pt x="2229" y="855"/>
                  </a:cubicBezTo>
                  <a:lnTo>
                    <a:pt x="2229" y="262"/>
                  </a:lnTo>
                  <a:cubicBezTo>
                    <a:pt x="2229" y="118"/>
                    <a:pt x="2112" y="1"/>
                    <a:pt x="19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26"/>
            <p:cNvSpPr/>
            <p:nvPr/>
          </p:nvSpPr>
          <p:spPr>
            <a:xfrm>
              <a:off x="1051537" y="1282255"/>
              <a:ext cx="26294" cy="29022"/>
            </a:xfrm>
            <a:custGeom>
              <a:rect b="b" l="l" r="r" t="t"/>
              <a:pathLst>
                <a:path extrusionOk="0" h="1117" w="1012">
                  <a:moveTo>
                    <a:pt x="0" y="1"/>
                  </a:moveTo>
                  <a:cubicBezTo>
                    <a:pt x="144" y="1"/>
                    <a:pt x="262" y="118"/>
                    <a:pt x="262" y="262"/>
                  </a:cubicBezTo>
                  <a:lnTo>
                    <a:pt x="262" y="855"/>
                  </a:lnTo>
                  <a:cubicBezTo>
                    <a:pt x="262" y="999"/>
                    <a:pt x="144" y="1116"/>
                    <a:pt x="0" y="1116"/>
                  </a:cubicBezTo>
                  <a:lnTo>
                    <a:pt x="750" y="1116"/>
                  </a:lnTo>
                  <a:cubicBezTo>
                    <a:pt x="894" y="1116"/>
                    <a:pt x="1011" y="999"/>
                    <a:pt x="1011" y="855"/>
                  </a:cubicBezTo>
                  <a:lnTo>
                    <a:pt x="1011" y="262"/>
                  </a:lnTo>
                  <a:cubicBezTo>
                    <a:pt x="1011" y="118"/>
                    <a:pt x="894" y="1"/>
                    <a:pt x="7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26"/>
            <p:cNvSpPr/>
            <p:nvPr/>
          </p:nvSpPr>
          <p:spPr>
            <a:xfrm>
              <a:off x="1051537" y="1166451"/>
              <a:ext cx="26294" cy="28945"/>
            </a:xfrm>
            <a:custGeom>
              <a:rect b="b" l="l" r="r" t="t"/>
              <a:pathLst>
                <a:path extrusionOk="0" h="1114" w="1012">
                  <a:moveTo>
                    <a:pt x="0" y="1"/>
                  </a:moveTo>
                  <a:cubicBezTo>
                    <a:pt x="144" y="1"/>
                    <a:pt x="262" y="116"/>
                    <a:pt x="262" y="262"/>
                  </a:cubicBezTo>
                  <a:lnTo>
                    <a:pt x="262" y="852"/>
                  </a:lnTo>
                  <a:cubicBezTo>
                    <a:pt x="262" y="999"/>
                    <a:pt x="144" y="1114"/>
                    <a:pt x="0" y="1114"/>
                  </a:cubicBezTo>
                  <a:lnTo>
                    <a:pt x="750" y="1114"/>
                  </a:lnTo>
                  <a:cubicBezTo>
                    <a:pt x="894" y="1114"/>
                    <a:pt x="1011" y="999"/>
                    <a:pt x="1011" y="852"/>
                  </a:cubicBezTo>
                  <a:lnTo>
                    <a:pt x="1011" y="262"/>
                  </a:lnTo>
                  <a:cubicBezTo>
                    <a:pt x="1011" y="116"/>
                    <a:pt x="894" y="1"/>
                    <a:pt x="7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26"/>
            <p:cNvSpPr/>
            <p:nvPr/>
          </p:nvSpPr>
          <p:spPr>
            <a:xfrm>
              <a:off x="860592" y="1441579"/>
              <a:ext cx="434453" cy="43469"/>
            </a:xfrm>
            <a:custGeom>
              <a:rect b="b" l="l" r="r" t="t"/>
              <a:pathLst>
                <a:path extrusionOk="0" h="1673" w="16721">
                  <a:moveTo>
                    <a:pt x="0" y="1"/>
                  </a:moveTo>
                  <a:lnTo>
                    <a:pt x="0" y="557"/>
                  </a:lnTo>
                  <a:cubicBezTo>
                    <a:pt x="0" y="1174"/>
                    <a:pt x="499" y="1673"/>
                    <a:pt x="1116" y="1673"/>
                  </a:cubicBezTo>
                  <a:lnTo>
                    <a:pt x="15605" y="1673"/>
                  </a:lnTo>
                  <a:cubicBezTo>
                    <a:pt x="16222" y="1673"/>
                    <a:pt x="16721" y="1174"/>
                    <a:pt x="16721" y="557"/>
                  </a:cubicBezTo>
                  <a:lnTo>
                    <a:pt x="167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26"/>
            <p:cNvSpPr/>
            <p:nvPr/>
          </p:nvSpPr>
          <p:spPr>
            <a:xfrm>
              <a:off x="1245938" y="1441579"/>
              <a:ext cx="49107" cy="43469"/>
            </a:xfrm>
            <a:custGeom>
              <a:rect b="b" l="l" r="r" t="t"/>
              <a:pathLst>
                <a:path extrusionOk="0" h="1673" w="1890">
                  <a:moveTo>
                    <a:pt x="1117" y="1"/>
                  </a:moveTo>
                  <a:lnTo>
                    <a:pt x="1117" y="557"/>
                  </a:lnTo>
                  <a:cubicBezTo>
                    <a:pt x="1117" y="1174"/>
                    <a:pt x="618" y="1673"/>
                    <a:pt x="1" y="1673"/>
                  </a:cubicBezTo>
                  <a:lnTo>
                    <a:pt x="774" y="1673"/>
                  </a:lnTo>
                  <a:cubicBezTo>
                    <a:pt x="1391" y="1673"/>
                    <a:pt x="1890" y="1174"/>
                    <a:pt x="1890" y="557"/>
                  </a:cubicBezTo>
                  <a:lnTo>
                    <a:pt x="18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126"/>
          <p:cNvGrpSpPr/>
          <p:nvPr/>
        </p:nvGrpSpPr>
        <p:grpSpPr>
          <a:xfrm>
            <a:off x="1684887" y="1137480"/>
            <a:ext cx="333122" cy="434453"/>
            <a:chOff x="1684887" y="1137480"/>
            <a:chExt cx="333122" cy="434453"/>
          </a:xfrm>
        </p:grpSpPr>
        <p:sp>
          <p:nvSpPr>
            <p:cNvPr id="10535" name="Google Shape;10535;p126"/>
            <p:cNvSpPr/>
            <p:nvPr/>
          </p:nvSpPr>
          <p:spPr>
            <a:xfrm>
              <a:off x="1728330" y="1209893"/>
              <a:ext cx="289679" cy="362040"/>
            </a:xfrm>
            <a:custGeom>
              <a:rect b="b" l="l" r="r" t="t"/>
              <a:pathLst>
                <a:path extrusionOk="0" h="13934" w="11149">
                  <a:moveTo>
                    <a:pt x="7804" y="1"/>
                  </a:moveTo>
                  <a:lnTo>
                    <a:pt x="0" y="12262"/>
                  </a:lnTo>
                  <a:lnTo>
                    <a:pt x="0" y="13377"/>
                  </a:lnTo>
                  <a:cubicBezTo>
                    <a:pt x="0" y="13686"/>
                    <a:pt x="251" y="13934"/>
                    <a:pt x="560" y="13934"/>
                  </a:cubicBezTo>
                  <a:lnTo>
                    <a:pt x="10592" y="13934"/>
                  </a:lnTo>
                  <a:cubicBezTo>
                    <a:pt x="10900" y="13934"/>
                    <a:pt x="11149" y="13686"/>
                    <a:pt x="11149" y="13377"/>
                  </a:cubicBezTo>
                  <a:lnTo>
                    <a:pt x="11149" y="557"/>
                  </a:lnTo>
                  <a:cubicBezTo>
                    <a:pt x="11149" y="249"/>
                    <a:pt x="10900" y="1"/>
                    <a:pt x="10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26"/>
            <p:cNvSpPr/>
            <p:nvPr/>
          </p:nvSpPr>
          <p:spPr>
            <a:xfrm>
              <a:off x="1983426" y="1209893"/>
              <a:ext cx="34583" cy="362040"/>
            </a:xfrm>
            <a:custGeom>
              <a:rect b="b" l="l" r="r" t="t"/>
              <a:pathLst>
                <a:path extrusionOk="0" h="13934" w="1331">
                  <a:moveTo>
                    <a:pt x="1" y="1"/>
                  </a:moveTo>
                  <a:cubicBezTo>
                    <a:pt x="306" y="1"/>
                    <a:pt x="557" y="249"/>
                    <a:pt x="557" y="557"/>
                  </a:cubicBezTo>
                  <a:lnTo>
                    <a:pt x="557" y="13377"/>
                  </a:lnTo>
                  <a:cubicBezTo>
                    <a:pt x="557" y="13686"/>
                    <a:pt x="306" y="13934"/>
                    <a:pt x="1" y="13934"/>
                  </a:cubicBezTo>
                  <a:lnTo>
                    <a:pt x="774" y="13934"/>
                  </a:lnTo>
                  <a:cubicBezTo>
                    <a:pt x="1082" y="13934"/>
                    <a:pt x="1331" y="13686"/>
                    <a:pt x="1331" y="13377"/>
                  </a:cubicBezTo>
                  <a:lnTo>
                    <a:pt x="1331" y="557"/>
                  </a:lnTo>
                  <a:cubicBezTo>
                    <a:pt x="1331" y="249"/>
                    <a:pt x="1082"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26"/>
            <p:cNvSpPr/>
            <p:nvPr/>
          </p:nvSpPr>
          <p:spPr>
            <a:xfrm>
              <a:off x="1684887" y="1166451"/>
              <a:ext cx="289679" cy="362040"/>
            </a:xfrm>
            <a:custGeom>
              <a:rect b="b" l="l" r="r" t="t"/>
              <a:pathLst>
                <a:path extrusionOk="0" h="13934" w="11149">
                  <a:moveTo>
                    <a:pt x="559" y="1"/>
                  </a:moveTo>
                  <a:cubicBezTo>
                    <a:pt x="251" y="1"/>
                    <a:pt x="0" y="249"/>
                    <a:pt x="0" y="557"/>
                  </a:cubicBezTo>
                  <a:lnTo>
                    <a:pt x="0" y="13377"/>
                  </a:lnTo>
                  <a:cubicBezTo>
                    <a:pt x="0" y="13683"/>
                    <a:pt x="251" y="13934"/>
                    <a:pt x="559" y="13934"/>
                  </a:cubicBezTo>
                  <a:lnTo>
                    <a:pt x="10592" y="13934"/>
                  </a:lnTo>
                  <a:cubicBezTo>
                    <a:pt x="10900" y="13934"/>
                    <a:pt x="11148" y="13683"/>
                    <a:pt x="11148" y="13377"/>
                  </a:cubicBezTo>
                  <a:lnTo>
                    <a:pt x="11148" y="3345"/>
                  </a:lnTo>
                  <a:lnTo>
                    <a:pt x="9071" y="2368"/>
                  </a:lnTo>
                  <a:lnTo>
                    <a:pt x="78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26"/>
            <p:cNvSpPr/>
            <p:nvPr/>
          </p:nvSpPr>
          <p:spPr>
            <a:xfrm>
              <a:off x="1887654" y="1166451"/>
              <a:ext cx="86911" cy="86911"/>
            </a:xfrm>
            <a:custGeom>
              <a:rect b="b" l="l" r="r" t="t"/>
              <a:pathLst>
                <a:path extrusionOk="0" h="3345" w="3345">
                  <a:moveTo>
                    <a:pt x="0" y="1"/>
                  </a:moveTo>
                  <a:lnTo>
                    <a:pt x="0" y="2786"/>
                  </a:lnTo>
                  <a:cubicBezTo>
                    <a:pt x="0" y="3094"/>
                    <a:pt x="251" y="3345"/>
                    <a:pt x="557" y="3345"/>
                  </a:cubicBezTo>
                  <a:lnTo>
                    <a:pt x="3344" y="3345"/>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26"/>
            <p:cNvSpPr/>
            <p:nvPr/>
          </p:nvSpPr>
          <p:spPr>
            <a:xfrm>
              <a:off x="1713857" y="1296779"/>
              <a:ext cx="173823" cy="28945"/>
            </a:xfrm>
            <a:custGeom>
              <a:rect b="b" l="l" r="r" t="t"/>
              <a:pathLst>
                <a:path extrusionOk="0" h="1114" w="6690">
                  <a:moveTo>
                    <a:pt x="262" y="1"/>
                  </a:moveTo>
                  <a:cubicBezTo>
                    <a:pt x="118" y="1"/>
                    <a:pt x="1" y="116"/>
                    <a:pt x="1" y="262"/>
                  </a:cubicBezTo>
                  <a:lnTo>
                    <a:pt x="1" y="853"/>
                  </a:lnTo>
                  <a:cubicBezTo>
                    <a:pt x="1" y="999"/>
                    <a:pt x="118" y="1114"/>
                    <a:pt x="262" y="1114"/>
                  </a:cubicBezTo>
                  <a:lnTo>
                    <a:pt x="6428" y="1114"/>
                  </a:lnTo>
                  <a:cubicBezTo>
                    <a:pt x="6572" y="1114"/>
                    <a:pt x="6689" y="999"/>
                    <a:pt x="6689" y="853"/>
                  </a:cubicBezTo>
                  <a:lnTo>
                    <a:pt x="6689" y="262"/>
                  </a:lnTo>
                  <a:cubicBezTo>
                    <a:pt x="6689" y="116"/>
                    <a:pt x="6572"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26"/>
            <p:cNvSpPr/>
            <p:nvPr/>
          </p:nvSpPr>
          <p:spPr>
            <a:xfrm>
              <a:off x="1779047" y="1209893"/>
              <a:ext cx="72439" cy="28945"/>
            </a:xfrm>
            <a:custGeom>
              <a:rect b="b" l="l" r="r" t="t"/>
              <a:pathLst>
                <a:path extrusionOk="0" h="1114" w="2788">
                  <a:moveTo>
                    <a:pt x="261" y="1"/>
                  </a:moveTo>
                  <a:cubicBezTo>
                    <a:pt x="118" y="1"/>
                    <a:pt x="0" y="116"/>
                    <a:pt x="0" y="262"/>
                  </a:cubicBezTo>
                  <a:lnTo>
                    <a:pt x="0" y="852"/>
                  </a:lnTo>
                  <a:cubicBezTo>
                    <a:pt x="0" y="999"/>
                    <a:pt x="118" y="1114"/>
                    <a:pt x="261" y="1114"/>
                  </a:cubicBezTo>
                  <a:lnTo>
                    <a:pt x="2526" y="1114"/>
                  </a:lnTo>
                  <a:cubicBezTo>
                    <a:pt x="2670" y="1114"/>
                    <a:pt x="2788" y="999"/>
                    <a:pt x="2788" y="852"/>
                  </a:cubicBezTo>
                  <a:lnTo>
                    <a:pt x="2788" y="262"/>
                  </a:lnTo>
                  <a:cubicBezTo>
                    <a:pt x="2788" y="116"/>
                    <a:pt x="2670" y="1"/>
                    <a:pt x="25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26"/>
            <p:cNvSpPr/>
            <p:nvPr/>
          </p:nvSpPr>
          <p:spPr>
            <a:xfrm>
              <a:off x="1910051" y="1290205"/>
              <a:ext cx="42118" cy="42118"/>
            </a:xfrm>
            <a:custGeom>
              <a:rect b="b" l="l" r="r" t="t"/>
              <a:pathLst>
                <a:path extrusionOk="0" h="1621" w="1621">
                  <a:moveTo>
                    <a:pt x="1098" y="505"/>
                  </a:moveTo>
                  <a:cubicBezTo>
                    <a:pt x="1108" y="505"/>
                    <a:pt x="1116" y="512"/>
                    <a:pt x="1116" y="523"/>
                  </a:cubicBezTo>
                  <a:lnTo>
                    <a:pt x="1116" y="1098"/>
                  </a:lnTo>
                  <a:cubicBezTo>
                    <a:pt x="1116" y="1108"/>
                    <a:pt x="1108" y="1116"/>
                    <a:pt x="1098" y="1116"/>
                  </a:cubicBezTo>
                  <a:lnTo>
                    <a:pt x="523" y="1116"/>
                  </a:lnTo>
                  <a:cubicBezTo>
                    <a:pt x="513" y="1116"/>
                    <a:pt x="505" y="1108"/>
                    <a:pt x="505" y="1098"/>
                  </a:cubicBezTo>
                  <a:lnTo>
                    <a:pt x="505" y="523"/>
                  </a:lnTo>
                  <a:cubicBezTo>
                    <a:pt x="505" y="512"/>
                    <a:pt x="513" y="505"/>
                    <a:pt x="523" y="505"/>
                  </a:cubicBezTo>
                  <a:close/>
                  <a:moveTo>
                    <a:pt x="523" y="0"/>
                  </a:moveTo>
                  <a:cubicBezTo>
                    <a:pt x="236" y="0"/>
                    <a:pt x="0" y="236"/>
                    <a:pt x="0" y="523"/>
                  </a:cubicBezTo>
                  <a:lnTo>
                    <a:pt x="0" y="1098"/>
                  </a:lnTo>
                  <a:cubicBezTo>
                    <a:pt x="0" y="1385"/>
                    <a:pt x="236" y="1620"/>
                    <a:pt x="523" y="1620"/>
                  </a:cubicBezTo>
                  <a:lnTo>
                    <a:pt x="1098" y="1620"/>
                  </a:lnTo>
                  <a:cubicBezTo>
                    <a:pt x="1385" y="1620"/>
                    <a:pt x="1620" y="1385"/>
                    <a:pt x="1620" y="1098"/>
                  </a:cubicBezTo>
                  <a:lnTo>
                    <a:pt x="1620" y="523"/>
                  </a:lnTo>
                  <a:cubicBezTo>
                    <a:pt x="1620" y="236"/>
                    <a:pt x="1385"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26"/>
            <p:cNvSpPr/>
            <p:nvPr/>
          </p:nvSpPr>
          <p:spPr>
            <a:xfrm>
              <a:off x="1713857" y="1354694"/>
              <a:ext cx="173823" cy="28996"/>
            </a:xfrm>
            <a:custGeom>
              <a:rect b="b" l="l" r="r" t="t"/>
              <a:pathLst>
                <a:path extrusionOk="0" h="1116" w="6690">
                  <a:moveTo>
                    <a:pt x="262" y="0"/>
                  </a:moveTo>
                  <a:cubicBezTo>
                    <a:pt x="118" y="0"/>
                    <a:pt x="1" y="118"/>
                    <a:pt x="1" y="262"/>
                  </a:cubicBezTo>
                  <a:lnTo>
                    <a:pt x="1" y="855"/>
                  </a:lnTo>
                  <a:cubicBezTo>
                    <a:pt x="1" y="998"/>
                    <a:pt x="118" y="1116"/>
                    <a:pt x="262" y="1116"/>
                  </a:cubicBezTo>
                  <a:lnTo>
                    <a:pt x="6428" y="1116"/>
                  </a:lnTo>
                  <a:cubicBezTo>
                    <a:pt x="6572" y="1116"/>
                    <a:pt x="6689" y="998"/>
                    <a:pt x="6689" y="855"/>
                  </a:cubicBezTo>
                  <a:lnTo>
                    <a:pt x="6689" y="262"/>
                  </a:lnTo>
                  <a:cubicBezTo>
                    <a:pt x="6689" y="118"/>
                    <a:pt x="6572"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26"/>
            <p:cNvSpPr/>
            <p:nvPr/>
          </p:nvSpPr>
          <p:spPr>
            <a:xfrm>
              <a:off x="1910051" y="1348094"/>
              <a:ext cx="42118" cy="42118"/>
            </a:xfrm>
            <a:custGeom>
              <a:rect b="b" l="l" r="r" t="t"/>
              <a:pathLst>
                <a:path extrusionOk="0" h="1621" w="1621">
                  <a:moveTo>
                    <a:pt x="1098" y="508"/>
                  </a:moveTo>
                  <a:cubicBezTo>
                    <a:pt x="1108" y="508"/>
                    <a:pt x="1116" y="513"/>
                    <a:pt x="1116" y="524"/>
                  </a:cubicBezTo>
                  <a:lnTo>
                    <a:pt x="1116" y="1101"/>
                  </a:lnTo>
                  <a:cubicBezTo>
                    <a:pt x="1116" y="1109"/>
                    <a:pt x="1108" y="1117"/>
                    <a:pt x="1098" y="1117"/>
                  </a:cubicBezTo>
                  <a:lnTo>
                    <a:pt x="523" y="1117"/>
                  </a:lnTo>
                  <a:cubicBezTo>
                    <a:pt x="513" y="1117"/>
                    <a:pt x="505" y="1109"/>
                    <a:pt x="505" y="1101"/>
                  </a:cubicBezTo>
                  <a:lnTo>
                    <a:pt x="505" y="524"/>
                  </a:lnTo>
                  <a:cubicBezTo>
                    <a:pt x="505" y="513"/>
                    <a:pt x="513" y="508"/>
                    <a:pt x="523" y="508"/>
                  </a:cubicBezTo>
                  <a:close/>
                  <a:moveTo>
                    <a:pt x="523" y="1"/>
                  </a:moveTo>
                  <a:cubicBezTo>
                    <a:pt x="236" y="1"/>
                    <a:pt x="0" y="236"/>
                    <a:pt x="0" y="524"/>
                  </a:cubicBezTo>
                  <a:lnTo>
                    <a:pt x="0" y="1101"/>
                  </a:lnTo>
                  <a:cubicBezTo>
                    <a:pt x="0" y="1388"/>
                    <a:pt x="236" y="1621"/>
                    <a:pt x="523" y="1621"/>
                  </a:cubicBezTo>
                  <a:lnTo>
                    <a:pt x="1098" y="1621"/>
                  </a:lnTo>
                  <a:cubicBezTo>
                    <a:pt x="1385" y="1621"/>
                    <a:pt x="1620" y="1388"/>
                    <a:pt x="1620" y="1101"/>
                  </a:cubicBezTo>
                  <a:lnTo>
                    <a:pt x="1620" y="524"/>
                  </a:lnTo>
                  <a:cubicBezTo>
                    <a:pt x="1620" y="236"/>
                    <a:pt x="1385"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26"/>
            <p:cNvSpPr/>
            <p:nvPr/>
          </p:nvSpPr>
          <p:spPr>
            <a:xfrm>
              <a:off x="1713857" y="1412583"/>
              <a:ext cx="173823" cy="29022"/>
            </a:xfrm>
            <a:custGeom>
              <a:rect b="b" l="l" r="r" t="t"/>
              <a:pathLst>
                <a:path extrusionOk="0" h="1117" w="6690">
                  <a:moveTo>
                    <a:pt x="262" y="1"/>
                  </a:moveTo>
                  <a:cubicBezTo>
                    <a:pt x="118" y="1"/>
                    <a:pt x="1" y="119"/>
                    <a:pt x="1" y="262"/>
                  </a:cubicBezTo>
                  <a:lnTo>
                    <a:pt x="1" y="855"/>
                  </a:lnTo>
                  <a:cubicBezTo>
                    <a:pt x="1" y="999"/>
                    <a:pt x="118" y="1117"/>
                    <a:pt x="262" y="1117"/>
                  </a:cubicBezTo>
                  <a:lnTo>
                    <a:pt x="6428" y="1117"/>
                  </a:lnTo>
                  <a:cubicBezTo>
                    <a:pt x="6572" y="1117"/>
                    <a:pt x="6689" y="999"/>
                    <a:pt x="6689" y="855"/>
                  </a:cubicBezTo>
                  <a:lnTo>
                    <a:pt x="6689" y="262"/>
                  </a:lnTo>
                  <a:cubicBezTo>
                    <a:pt x="6689" y="119"/>
                    <a:pt x="6572"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26"/>
            <p:cNvSpPr/>
            <p:nvPr/>
          </p:nvSpPr>
          <p:spPr>
            <a:xfrm>
              <a:off x="1910051" y="1406087"/>
              <a:ext cx="42118" cy="42092"/>
            </a:xfrm>
            <a:custGeom>
              <a:rect b="b" l="l" r="r" t="t"/>
              <a:pathLst>
                <a:path extrusionOk="0" h="1620" w="1621">
                  <a:moveTo>
                    <a:pt x="1098" y="504"/>
                  </a:moveTo>
                  <a:cubicBezTo>
                    <a:pt x="1108" y="504"/>
                    <a:pt x="1116" y="512"/>
                    <a:pt x="1116" y="520"/>
                  </a:cubicBezTo>
                  <a:lnTo>
                    <a:pt x="1116" y="1097"/>
                  </a:lnTo>
                  <a:cubicBezTo>
                    <a:pt x="1116" y="1108"/>
                    <a:pt x="1108" y="1113"/>
                    <a:pt x="1098" y="1113"/>
                  </a:cubicBezTo>
                  <a:lnTo>
                    <a:pt x="523" y="1113"/>
                  </a:lnTo>
                  <a:cubicBezTo>
                    <a:pt x="513" y="1113"/>
                    <a:pt x="505" y="1108"/>
                    <a:pt x="505" y="1097"/>
                  </a:cubicBezTo>
                  <a:lnTo>
                    <a:pt x="505" y="520"/>
                  </a:lnTo>
                  <a:cubicBezTo>
                    <a:pt x="505" y="512"/>
                    <a:pt x="513" y="504"/>
                    <a:pt x="523" y="504"/>
                  </a:cubicBezTo>
                  <a:close/>
                  <a:moveTo>
                    <a:pt x="523" y="0"/>
                  </a:moveTo>
                  <a:cubicBezTo>
                    <a:pt x="236" y="0"/>
                    <a:pt x="0" y="233"/>
                    <a:pt x="0" y="520"/>
                  </a:cubicBezTo>
                  <a:lnTo>
                    <a:pt x="0" y="1097"/>
                  </a:lnTo>
                  <a:cubicBezTo>
                    <a:pt x="0" y="1385"/>
                    <a:pt x="236" y="1620"/>
                    <a:pt x="523" y="1620"/>
                  </a:cubicBezTo>
                  <a:lnTo>
                    <a:pt x="1098" y="1620"/>
                  </a:lnTo>
                  <a:cubicBezTo>
                    <a:pt x="1385" y="1620"/>
                    <a:pt x="1620" y="1385"/>
                    <a:pt x="1620" y="1097"/>
                  </a:cubicBezTo>
                  <a:lnTo>
                    <a:pt x="1620" y="520"/>
                  </a:lnTo>
                  <a:cubicBezTo>
                    <a:pt x="1620" y="233"/>
                    <a:pt x="1385"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26"/>
            <p:cNvSpPr/>
            <p:nvPr/>
          </p:nvSpPr>
          <p:spPr>
            <a:xfrm>
              <a:off x="1707284" y="1463976"/>
              <a:ext cx="71088" cy="42118"/>
            </a:xfrm>
            <a:custGeom>
              <a:rect b="b" l="l" r="r" t="t"/>
              <a:pathLst>
                <a:path extrusionOk="0" h="1621" w="2736">
                  <a:moveTo>
                    <a:pt x="2213" y="505"/>
                  </a:moveTo>
                  <a:cubicBezTo>
                    <a:pt x="2224" y="505"/>
                    <a:pt x="2232" y="513"/>
                    <a:pt x="2232" y="523"/>
                  </a:cubicBezTo>
                  <a:lnTo>
                    <a:pt x="2232" y="1098"/>
                  </a:lnTo>
                  <a:cubicBezTo>
                    <a:pt x="2232" y="1108"/>
                    <a:pt x="2224" y="1116"/>
                    <a:pt x="2213" y="1116"/>
                  </a:cubicBezTo>
                  <a:lnTo>
                    <a:pt x="523" y="1116"/>
                  </a:lnTo>
                  <a:cubicBezTo>
                    <a:pt x="515" y="1116"/>
                    <a:pt x="507" y="1108"/>
                    <a:pt x="507" y="1098"/>
                  </a:cubicBezTo>
                  <a:lnTo>
                    <a:pt x="507" y="523"/>
                  </a:lnTo>
                  <a:cubicBezTo>
                    <a:pt x="507" y="513"/>
                    <a:pt x="515" y="505"/>
                    <a:pt x="523" y="505"/>
                  </a:cubicBezTo>
                  <a:close/>
                  <a:moveTo>
                    <a:pt x="523" y="1"/>
                  </a:moveTo>
                  <a:cubicBezTo>
                    <a:pt x="236" y="1"/>
                    <a:pt x="0" y="236"/>
                    <a:pt x="0" y="523"/>
                  </a:cubicBezTo>
                  <a:lnTo>
                    <a:pt x="0" y="1098"/>
                  </a:lnTo>
                  <a:cubicBezTo>
                    <a:pt x="0" y="1385"/>
                    <a:pt x="236" y="1621"/>
                    <a:pt x="523" y="1621"/>
                  </a:cubicBezTo>
                  <a:lnTo>
                    <a:pt x="2213" y="1621"/>
                  </a:lnTo>
                  <a:cubicBezTo>
                    <a:pt x="2501" y="1621"/>
                    <a:pt x="2736" y="1385"/>
                    <a:pt x="2736" y="1098"/>
                  </a:cubicBezTo>
                  <a:lnTo>
                    <a:pt x="2736" y="523"/>
                  </a:lnTo>
                  <a:cubicBezTo>
                    <a:pt x="2736" y="236"/>
                    <a:pt x="2501" y="1"/>
                    <a:pt x="22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26"/>
            <p:cNvSpPr/>
            <p:nvPr/>
          </p:nvSpPr>
          <p:spPr>
            <a:xfrm>
              <a:off x="1721132" y="1137480"/>
              <a:ext cx="84391" cy="101358"/>
            </a:xfrm>
            <a:custGeom>
              <a:rect b="b" l="l" r="r" t="t"/>
              <a:pathLst>
                <a:path extrusionOk="0" h="3901" w="3248">
                  <a:moveTo>
                    <a:pt x="1673" y="0"/>
                  </a:moveTo>
                  <a:cubicBezTo>
                    <a:pt x="750" y="0"/>
                    <a:pt x="0" y="750"/>
                    <a:pt x="0" y="1672"/>
                  </a:cubicBezTo>
                  <a:lnTo>
                    <a:pt x="0" y="3344"/>
                  </a:lnTo>
                  <a:cubicBezTo>
                    <a:pt x="0" y="3652"/>
                    <a:pt x="249" y="3901"/>
                    <a:pt x="557" y="3901"/>
                  </a:cubicBezTo>
                  <a:cubicBezTo>
                    <a:pt x="865" y="3901"/>
                    <a:pt x="1113" y="3652"/>
                    <a:pt x="1113" y="3344"/>
                  </a:cubicBezTo>
                  <a:lnTo>
                    <a:pt x="1113" y="1672"/>
                  </a:lnTo>
                  <a:cubicBezTo>
                    <a:pt x="1113" y="1364"/>
                    <a:pt x="1364" y="1116"/>
                    <a:pt x="1673" y="1116"/>
                  </a:cubicBezTo>
                  <a:lnTo>
                    <a:pt x="2391" y="1238"/>
                  </a:lnTo>
                  <a:lnTo>
                    <a:pt x="3248" y="1116"/>
                  </a:lnTo>
                  <a:cubicBezTo>
                    <a:pt x="3018" y="465"/>
                    <a:pt x="2399" y="0"/>
                    <a:pt x="1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26"/>
            <p:cNvSpPr/>
            <p:nvPr/>
          </p:nvSpPr>
          <p:spPr>
            <a:xfrm>
              <a:off x="1754520" y="1137480"/>
              <a:ext cx="51004" cy="32192"/>
            </a:xfrm>
            <a:custGeom>
              <a:rect b="b" l="l" r="r" t="t"/>
              <a:pathLst>
                <a:path extrusionOk="0" h="1239" w="1963">
                  <a:moveTo>
                    <a:pt x="388" y="0"/>
                  </a:moveTo>
                  <a:cubicBezTo>
                    <a:pt x="254" y="0"/>
                    <a:pt x="124" y="16"/>
                    <a:pt x="1" y="44"/>
                  </a:cubicBezTo>
                  <a:cubicBezTo>
                    <a:pt x="555" y="178"/>
                    <a:pt x="1002" y="585"/>
                    <a:pt x="1190" y="1116"/>
                  </a:cubicBezTo>
                  <a:lnTo>
                    <a:pt x="753" y="1178"/>
                  </a:lnTo>
                  <a:lnTo>
                    <a:pt x="1106" y="1238"/>
                  </a:lnTo>
                  <a:lnTo>
                    <a:pt x="1963" y="1116"/>
                  </a:lnTo>
                  <a:cubicBezTo>
                    <a:pt x="1733" y="465"/>
                    <a:pt x="1114" y="0"/>
                    <a:pt x="3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26"/>
            <p:cNvSpPr/>
            <p:nvPr/>
          </p:nvSpPr>
          <p:spPr>
            <a:xfrm>
              <a:off x="1860555" y="1296779"/>
              <a:ext cx="27126" cy="28945"/>
            </a:xfrm>
            <a:custGeom>
              <a:rect b="b" l="l" r="r" t="t"/>
              <a:pathLst>
                <a:path extrusionOk="0" h="1114" w="1044">
                  <a:moveTo>
                    <a:pt x="1" y="1"/>
                  </a:moveTo>
                  <a:cubicBezTo>
                    <a:pt x="150" y="1"/>
                    <a:pt x="270" y="121"/>
                    <a:pt x="270" y="270"/>
                  </a:cubicBezTo>
                  <a:lnTo>
                    <a:pt x="270" y="845"/>
                  </a:lnTo>
                  <a:cubicBezTo>
                    <a:pt x="270" y="994"/>
                    <a:pt x="150"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26"/>
            <p:cNvSpPr/>
            <p:nvPr/>
          </p:nvSpPr>
          <p:spPr>
            <a:xfrm>
              <a:off x="1824387" y="1209893"/>
              <a:ext cx="27100" cy="28945"/>
            </a:xfrm>
            <a:custGeom>
              <a:rect b="b" l="l" r="r" t="t"/>
              <a:pathLst>
                <a:path extrusionOk="0" h="1114" w="1043">
                  <a:moveTo>
                    <a:pt x="0" y="1"/>
                  </a:moveTo>
                  <a:cubicBezTo>
                    <a:pt x="147" y="1"/>
                    <a:pt x="269" y="121"/>
                    <a:pt x="269" y="270"/>
                  </a:cubicBezTo>
                  <a:lnTo>
                    <a:pt x="269" y="845"/>
                  </a:lnTo>
                  <a:cubicBezTo>
                    <a:pt x="269" y="993"/>
                    <a:pt x="147" y="1114"/>
                    <a:pt x="0" y="1114"/>
                  </a:cubicBezTo>
                  <a:lnTo>
                    <a:pt x="774" y="1114"/>
                  </a:lnTo>
                  <a:cubicBezTo>
                    <a:pt x="923" y="1114"/>
                    <a:pt x="1043" y="993"/>
                    <a:pt x="1043" y="845"/>
                  </a:cubicBezTo>
                  <a:lnTo>
                    <a:pt x="1043" y="270"/>
                  </a:lnTo>
                  <a:cubicBezTo>
                    <a:pt x="1043" y="121"/>
                    <a:pt x="923"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26"/>
            <p:cNvSpPr/>
            <p:nvPr/>
          </p:nvSpPr>
          <p:spPr>
            <a:xfrm>
              <a:off x="1860555" y="1354694"/>
              <a:ext cx="27126" cy="28996"/>
            </a:xfrm>
            <a:custGeom>
              <a:rect b="b" l="l" r="r" t="t"/>
              <a:pathLst>
                <a:path extrusionOk="0" h="1116" w="1044">
                  <a:moveTo>
                    <a:pt x="1" y="0"/>
                  </a:moveTo>
                  <a:cubicBezTo>
                    <a:pt x="150" y="0"/>
                    <a:pt x="270" y="121"/>
                    <a:pt x="270" y="270"/>
                  </a:cubicBezTo>
                  <a:lnTo>
                    <a:pt x="270" y="847"/>
                  </a:lnTo>
                  <a:cubicBezTo>
                    <a:pt x="270" y="996"/>
                    <a:pt x="150" y="1116"/>
                    <a:pt x="1" y="1116"/>
                  </a:cubicBezTo>
                  <a:lnTo>
                    <a:pt x="774" y="1116"/>
                  </a:lnTo>
                  <a:cubicBezTo>
                    <a:pt x="923" y="1116"/>
                    <a:pt x="1043" y="996"/>
                    <a:pt x="1043" y="847"/>
                  </a:cubicBezTo>
                  <a:lnTo>
                    <a:pt x="1043" y="270"/>
                  </a:lnTo>
                  <a:cubicBezTo>
                    <a:pt x="1043" y="121"/>
                    <a:pt x="923"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26"/>
            <p:cNvSpPr/>
            <p:nvPr/>
          </p:nvSpPr>
          <p:spPr>
            <a:xfrm>
              <a:off x="1860555" y="1412583"/>
              <a:ext cx="27126" cy="29022"/>
            </a:xfrm>
            <a:custGeom>
              <a:rect b="b" l="l" r="r" t="t"/>
              <a:pathLst>
                <a:path extrusionOk="0" h="1117" w="1044">
                  <a:moveTo>
                    <a:pt x="1" y="1"/>
                  </a:moveTo>
                  <a:cubicBezTo>
                    <a:pt x="150" y="1"/>
                    <a:pt x="270" y="121"/>
                    <a:pt x="270" y="270"/>
                  </a:cubicBezTo>
                  <a:lnTo>
                    <a:pt x="270" y="847"/>
                  </a:lnTo>
                  <a:cubicBezTo>
                    <a:pt x="270" y="996"/>
                    <a:pt x="150" y="1117"/>
                    <a:pt x="1" y="1117"/>
                  </a:cubicBezTo>
                  <a:lnTo>
                    <a:pt x="774" y="1117"/>
                  </a:lnTo>
                  <a:cubicBezTo>
                    <a:pt x="923" y="1117"/>
                    <a:pt x="1043" y="996"/>
                    <a:pt x="1043" y="847"/>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126"/>
          <p:cNvGrpSpPr/>
          <p:nvPr/>
        </p:nvGrpSpPr>
        <p:grpSpPr>
          <a:xfrm>
            <a:off x="2406473" y="1137454"/>
            <a:ext cx="438559" cy="434505"/>
            <a:chOff x="2406473" y="1137454"/>
            <a:chExt cx="438559" cy="434505"/>
          </a:xfrm>
        </p:grpSpPr>
        <p:sp>
          <p:nvSpPr>
            <p:cNvPr id="10554" name="Google Shape;10554;p126"/>
            <p:cNvSpPr/>
            <p:nvPr/>
          </p:nvSpPr>
          <p:spPr>
            <a:xfrm>
              <a:off x="2406473" y="1137454"/>
              <a:ext cx="437259" cy="434505"/>
            </a:xfrm>
            <a:custGeom>
              <a:rect b="b" l="l" r="r" t="t"/>
              <a:pathLst>
                <a:path extrusionOk="0" h="16723" w="16829">
                  <a:moveTo>
                    <a:pt x="3765" y="0"/>
                  </a:moveTo>
                  <a:cubicBezTo>
                    <a:pt x="3622" y="0"/>
                    <a:pt x="3479" y="55"/>
                    <a:pt x="3371" y="163"/>
                  </a:cubicBezTo>
                  <a:lnTo>
                    <a:pt x="218" y="3316"/>
                  </a:lnTo>
                  <a:cubicBezTo>
                    <a:pt x="1" y="3536"/>
                    <a:pt x="1" y="3889"/>
                    <a:pt x="218" y="4105"/>
                  </a:cubicBezTo>
                  <a:lnTo>
                    <a:pt x="12669" y="16560"/>
                  </a:lnTo>
                  <a:cubicBezTo>
                    <a:pt x="12778" y="16668"/>
                    <a:pt x="12920" y="16722"/>
                    <a:pt x="13063" y="16722"/>
                  </a:cubicBezTo>
                  <a:cubicBezTo>
                    <a:pt x="13206" y="16722"/>
                    <a:pt x="13349" y="16668"/>
                    <a:pt x="13458" y="16560"/>
                  </a:cubicBezTo>
                  <a:lnTo>
                    <a:pt x="16612" y="13406"/>
                  </a:lnTo>
                  <a:cubicBezTo>
                    <a:pt x="16829" y="13187"/>
                    <a:pt x="16829" y="12834"/>
                    <a:pt x="16612" y="12617"/>
                  </a:cubicBezTo>
                  <a:lnTo>
                    <a:pt x="15295" y="11301"/>
                  </a:lnTo>
                  <a:lnTo>
                    <a:pt x="14992" y="11248"/>
                  </a:lnTo>
                  <a:lnTo>
                    <a:pt x="14937" y="10943"/>
                  </a:lnTo>
                  <a:lnTo>
                    <a:pt x="14112" y="10117"/>
                  </a:lnTo>
                  <a:lnTo>
                    <a:pt x="13832" y="10052"/>
                  </a:lnTo>
                  <a:lnTo>
                    <a:pt x="13756" y="9762"/>
                  </a:lnTo>
                  <a:lnTo>
                    <a:pt x="12931" y="8936"/>
                  </a:lnTo>
                  <a:lnTo>
                    <a:pt x="12646" y="8840"/>
                  </a:lnTo>
                  <a:lnTo>
                    <a:pt x="12573" y="8578"/>
                  </a:lnTo>
                  <a:lnTo>
                    <a:pt x="8199" y="4205"/>
                  </a:lnTo>
                  <a:lnTo>
                    <a:pt x="7943" y="4126"/>
                  </a:lnTo>
                  <a:lnTo>
                    <a:pt x="7844" y="3849"/>
                  </a:lnTo>
                  <a:lnTo>
                    <a:pt x="7018" y="3024"/>
                  </a:lnTo>
                  <a:lnTo>
                    <a:pt x="6741" y="2925"/>
                  </a:lnTo>
                  <a:lnTo>
                    <a:pt x="6660" y="2666"/>
                  </a:lnTo>
                  <a:lnTo>
                    <a:pt x="5835" y="1840"/>
                  </a:lnTo>
                  <a:lnTo>
                    <a:pt x="5545" y="1717"/>
                  </a:lnTo>
                  <a:lnTo>
                    <a:pt x="5477" y="1482"/>
                  </a:lnTo>
                  <a:lnTo>
                    <a:pt x="4160" y="163"/>
                  </a:lnTo>
                  <a:cubicBezTo>
                    <a:pt x="4050" y="55"/>
                    <a:pt x="3907" y="0"/>
                    <a:pt x="3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26"/>
            <p:cNvSpPr/>
            <p:nvPr/>
          </p:nvSpPr>
          <p:spPr>
            <a:xfrm>
              <a:off x="2487746" y="1217376"/>
              <a:ext cx="28996" cy="28945"/>
            </a:xfrm>
            <a:custGeom>
              <a:rect b="b" l="l" r="r" t="t"/>
              <a:pathLst>
                <a:path extrusionOk="0" h="1114" w="1116">
                  <a:moveTo>
                    <a:pt x="557" y="0"/>
                  </a:moveTo>
                  <a:cubicBezTo>
                    <a:pt x="251" y="0"/>
                    <a:pt x="0" y="248"/>
                    <a:pt x="0" y="557"/>
                  </a:cubicBezTo>
                  <a:cubicBezTo>
                    <a:pt x="0" y="865"/>
                    <a:pt x="251" y="1113"/>
                    <a:pt x="557" y="1113"/>
                  </a:cubicBezTo>
                  <a:cubicBezTo>
                    <a:pt x="865" y="1113"/>
                    <a:pt x="1116" y="865"/>
                    <a:pt x="1116" y="557"/>
                  </a:cubicBezTo>
                  <a:cubicBezTo>
                    <a:pt x="1116" y="248"/>
                    <a:pt x="865" y="0"/>
                    <a:pt x="5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26"/>
            <p:cNvSpPr/>
            <p:nvPr/>
          </p:nvSpPr>
          <p:spPr>
            <a:xfrm>
              <a:off x="2628181" y="1419884"/>
              <a:ext cx="96343" cy="95044"/>
            </a:xfrm>
            <a:custGeom>
              <a:rect b="b" l="l" r="r" t="t"/>
              <a:pathLst>
                <a:path extrusionOk="0" h="3658" w="3708">
                  <a:moveTo>
                    <a:pt x="276" y="0"/>
                  </a:moveTo>
                  <a:cubicBezTo>
                    <a:pt x="212" y="0"/>
                    <a:pt x="147" y="24"/>
                    <a:pt x="97" y="73"/>
                  </a:cubicBezTo>
                  <a:cubicBezTo>
                    <a:pt x="1" y="172"/>
                    <a:pt x="1" y="331"/>
                    <a:pt x="97" y="431"/>
                  </a:cubicBezTo>
                  <a:lnTo>
                    <a:pt x="3251" y="3584"/>
                  </a:lnTo>
                  <a:cubicBezTo>
                    <a:pt x="3300" y="3634"/>
                    <a:pt x="3366" y="3657"/>
                    <a:pt x="3431" y="3657"/>
                  </a:cubicBezTo>
                  <a:cubicBezTo>
                    <a:pt x="3494" y="3657"/>
                    <a:pt x="3559" y="3634"/>
                    <a:pt x="3609" y="3584"/>
                  </a:cubicBezTo>
                  <a:cubicBezTo>
                    <a:pt x="3708" y="3485"/>
                    <a:pt x="3708" y="3325"/>
                    <a:pt x="3609" y="3226"/>
                  </a:cubicBezTo>
                  <a:lnTo>
                    <a:pt x="455" y="73"/>
                  </a:lnTo>
                  <a:cubicBezTo>
                    <a:pt x="406" y="24"/>
                    <a:pt x="341" y="0"/>
                    <a:pt x="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26"/>
            <p:cNvSpPr/>
            <p:nvPr/>
          </p:nvSpPr>
          <p:spPr>
            <a:xfrm>
              <a:off x="2464310" y="1256012"/>
              <a:ext cx="96369" cy="95044"/>
            </a:xfrm>
            <a:custGeom>
              <a:rect b="b" l="l" r="r" t="t"/>
              <a:pathLst>
                <a:path extrusionOk="0" h="3658" w="3709">
                  <a:moveTo>
                    <a:pt x="276" y="0"/>
                  </a:moveTo>
                  <a:cubicBezTo>
                    <a:pt x="212" y="0"/>
                    <a:pt x="147" y="24"/>
                    <a:pt x="97" y="73"/>
                  </a:cubicBezTo>
                  <a:cubicBezTo>
                    <a:pt x="1" y="172"/>
                    <a:pt x="1" y="331"/>
                    <a:pt x="97" y="431"/>
                  </a:cubicBezTo>
                  <a:lnTo>
                    <a:pt x="3251" y="3584"/>
                  </a:lnTo>
                  <a:cubicBezTo>
                    <a:pt x="3300" y="3634"/>
                    <a:pt x="3366" y="3657"/>
                    <a:pt x="3431" y="3657"/>
                  </a:cubicBezTo>
                  <a:cubicBezTo>
                    <a:pt x="3494" y="3657"/>
                    <a:pt x="3559" y="3634"/>
                    <a:pt x="3609" y="3584"/>
                  </a:cubicBezTo>
                  <a:cubicBezTo>
                    <a:pt x="3708" y="3485"/>
                    <a:pt x="3708" y="3326"/>
                    <a:pt x="3609" y="3226"/>
                  </a:cubicBezTo>
                  <a:lnTo>
                    <a:pt x="455" y="73"/>
                  </a:lnTo>
                  <a:cubicBezTo>
                    <a:pt x="406" y="24"/>
                    <a:pt x="341" y="0"/>
                    <a:pt x="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26"/>
            <p:cNvSpPr/>
            <p:nvPr/>
          </p:nvSpPr>
          <p:spPr>
            <a:xfrm>
              <a:off x="2494242" y="1137454"/>
              <a:ext cx="349491" cy="434505"/>
            </a:xfrm>
            <a:custGeom>
              <a:rect b="b" l="l" r="r" t="t"/>
              <a:pathLst>
                <a:path extrusionOk="0" h="16723" w="13451">
                  <a:moveTo>
                    <a:pt x="386" y="1"/>
                  </a:moveTo>
                  <a:cubicBezTo>
                    <a:pt x="247" y="1"/>
                    <a:pt x="108" y="53"/>
                    <a:pt x="1" y="158"/>
                  </a:cubicBezTo>
                  <a:cubicBezTo>
                    <a:pt x="3" y="160"/>
                    <a:pt x="6" y="163"/>
                    <a:pt x="6" y="166"/>
                  </a:cubicBezTo>
                  <a:lnTo>
                    <a:pt x="12461" y="12617"/>
                  </a:lnTo>
                  <a:cubicBezTo>
                    <a:pt x="12677" y="12834"/>
                    <a:pt x="12677" y="13187"/>
                    <a:pt x="12461" y="13406"/>
                  </a:cubicBezTo>
                  <a:lnTo>
                    <a:pt x="9307" y="16560"/>
                  </a:lnTo>
                  <a:cubicBezTo>
                    <a:pt x="9304" y="16560"/>
                    <a:pt x="9302" y="16562"/>
                    <a:pt x="9299" y="16565"/>
                  </a:cubicBezTo>
                  <a:cubicBezTo>
                    <a:pt x="9407" y="16670"/>
                    <a:pt x="9546" y="16722"/>
                    <a:pt x="9686" y="16722"/>
                  </a:cubicBezTo>
                  <a:cubicBezTo>
                    <a:pt x="9828" y="16722"/>
                    <a:pt x="9971" y="16668"/>
                    <a:pt x="10080" y="16560"/>
                  </a:cubicBezTo>
                  <a:lnTo>
                    <a:pt x="13234" y="13406"/>
                  </a:lnTo>
                  <a:cubicBezTo>
                    <a:pt x="13451" y="13187"/>
                    <a:pt x="13451" y="12834"/>
                    <a:pt x="13234" y="12617"/>
                  </a:cubicBezTo>
                  <a:lnTo>
                    <a:pt x="11917" y="11301"/>
                  </a:lnTo>
                  <a:lnTo>
                    <a:pt x="11614" y="11248"/>
                  </a:lnTo>
                  <a:lnTo>
                    <a:pt x="11559" y="10943"/>
                  </a:lnTo>
                  <a:lnTo>
                    <a:pt x="10734" y="10117"/>
                  </a:lnTo>
                  <a:lnTo>
                    <a:pt x="10454" y="10052"/>
                  </a:lnTo>
                  <a:lnTo>
                    <a:pt x="10378" y="9762"/>
                  </a:lnTo>
                  <a:lnTo>
                    <a:pt x="9553" y="8936"/>
                  </a:lnTo>
                  <a:lnTo>
                    <a:pt x="9268" y="8840"/>
                  </a:lnTo>
                  <a:lnTo>
                    <a:pt x="9195" y="8578"/>
                  </a:lnTo>
                  <a:lnTo>
                    <a:pt x="4821" y="4205"/>
                  </a:lnTo>
                  <a:lnTo>
                    <a:pt x="4565" y="4126"/>
                  </a:lnTo>
                  <a:lnTo>
                    <a:pt x="4466" y="3849"/>
                  </a:lnTo>
                  <a:lnTo>
                    <a:pt x="3640" y="3024"/>
                  </a:lnTo>
                  <a:lnTo>
                    <a:pt x="3363" y="2925"/>
                  </a:lnTo>
                  <a:lnTo>
                    <a:pt x="3282" y="2666"/>
                  </a:lnTo>
                  <a:lnTo>
                    <a:pt x="2457" y="1840"/>
                  </a:lnTo>
                  <a:lnTo>
                    <a:pt x="2167" y="1717"/>
                  </a:lnTo>
                  <a:lnTo>
                    <a:pt x="2099" y="1482"/>
                  </a:lnTo>
                  <a:lnTo>
                    <a:pt x="782" y="166"/>
                  </a:lnTo>
                  <a:cubicBezTo>
                    <a:pt x="672" y="56"/>
                    <a:pt x="529" y="1"/>
                    <a:pt x="3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26"/>
            <p:cNvSpPr/>
            <p:nvPr/>
          </p:nvSpPr>
          <p:spPr>
            <a:xfrm>
              <a:off x="2535996" y="1175960"/>
              <a:ext cx="22085" cy="21462"/>
            </a:xfrm>
            <a:custGeom>
              <a:rect b="b" l="l" r="r" t="t"/>
              <a:pathLst>
                <a:path extrusionOk="0" h="826" w="850">
                  <a:moveTo>
                    <a:pt x="492" y="0"/>
                  </a:moveTo>
                  <a:lnTo>
                    <a:pt x="100" y="395"/>
                  </a:lnTo>
                  <a:cubicBezTo>
                    <a:pt x="1" y="494"/>
                    <a:pt x="1" y="654"/>
                    <a:pt x="100" y="753"/>
                  </a:cubicBezTo>
                  <a:cubicBezTo>
                    <a:pt x="147" y="802"/>
                    <a:pt x="212" y="826"/>
                    <a:pt x="278" y="826"/>
                  </a:cubicBezTo>
                  <a:cubicBezTo>
                    <a:pt x="343" y="826"/>
                    <a:pt x="406" y="802"/>
                    <a:pt x="455" y="753"/>
                  </a:cubicBezTo>
                  <a:lnTo>
                    <a:pt x="850" y="358"/>
                  </a:lnTo>
                  <a:lnTo>
                    <a:pt x="4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26"/>
            <p:cNvSpPr/>
            <p:nvPr/>
          </p:nvSpPr>
          <p:spPr>
            <a:xfrm>
              <a:off x="2566681" y="1206698"/>
              <a:ext cx="22163" cy="21488"/>
            </a:xfrm>
            <a:custGeom>
              <a:rect b="b" l="l" r="r" t="t"/>
              <a:pathLst>
                <a:path extrusionOk="0" h="827" w="853">
                  <a:moveTo>
                    <a:pt x="494" y="1"/>
                  </a:moveTo>
                  <a:lnTo>
                    <a:pt x="100" y="395"/>
                  </a:lnTo>
                  <a:cubicBezTo>
                    <a:pt x="1" y="495"/>
                    <a:pt x="1" y="654"/>
                    <a:pt x="100" y="751"/>
                  </a:cubicBezTo>
                  <a:cubicBezTo>
                    <a:pt x="149" y="800"/>
                    <a:pt x="215" y="826"/>
                    <a:pt x="278" y="826"/>
                  </a:cubicBezTo>
                  <a:cubicBezTo>
                    <a:pt x="343" y="826"/>
                    <a:pt x="408" y="800"/>
                    <a:pt x="458" y="751"/>
                  </a:cubicBezTo>
                  <a:lnTo>
                    <a:pt x="852" y="359"/>
                  </a:lnTo>
                  <a:lnTo>
                    <a:pt x="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26"/>
            <p:cNvSpPr/>
            <p:nvPr/>
          </p:nvSpPr>
          <p:spPr>
            <a:xfrm>
              <a:off x="2597444" y="1237461"/>
              <a:ext cx="22085" cy="21410"/>
            </a:xfrm>
            <a:custGeom>
              <a:rect b="b" l="l" r="r" t="t"/>
              <a:pathLst>
                <a:path extrusionOk="0" h="824" w="850">
                  <a:moveTo>
                    <a:pt x="494" y="0"/>
                  </a:moveTo>
                  <a:lnTo>
                    <a:pt x="99" y="395"/>
                  </a:lnTo>
                  <a:cubicBezTo>
                    <a:pt x="0" y="492"/>
                    <a:pt x="0" y="651"/>
                    <a:pt x="99" y="750"/>
                  </a:cubicBezTo>
                  <a:cubicBezTo>
                    <a:pt x="149" y="800"/>
                    <a:pt x="212" y="823"/>
                    <a:pt x="277" y="823"/>
                  </a:cubicBezTo>
                  <a:cubicBezTo>
                    <a:pt x="342" y="823"/>
                    <a:pt x="408" y="800"/>
                    <a:pt x="455" y="750"/>
                  </a:cubicBezTo>
                  <a:lnTo>
                    <a:pt x="849" y="356"/>
                  </a:lnTo>
                  <a:lnTo>
                    <a:pt x="4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26"/>
            <p:cNvSpPr/>
            <p:nvPr/>
          </p:nvSpPr>
          <p:spPr>
            <a:xfrm>
              <a:off x="2720289" y="1360332"/>
              <a:ext cx="22163" cy="21462"/>
            </a:xfrm>
            <a:custGeom>
              <a:rect b="b" l="l" r="r" t="t"/>
              <a:pathLst>
                <a:path extrusionOk="0" h="826" w="853">
                  <a:moveTo>
                    <a:pt x="495" y="0"/>
                  </a:moveTo>
                  <a:lnTo>
                    <a:pt x="100" y="395"/>
                  </a:lnTo>
                  <a:cubicBezTo>
                    <a:pt x="1" y="494"/>
                    <a:pt x="1" y="653"/>
                    <a:pt x="100" y="753"/>
                  </a:cubicBezTo>
                  <a:cubicBezTo>
                    <a:pt x="150" y="800"/>
                    <a:pt x="215" y="826"/>
                    <a:pt x="278" y="826"/>
                  </a:cubicBezTo>
                  <a:cubicBezTo>
                    <a:pt x="343" y="826"/>
                    <a:pt x="409" y="800"/>
                    <a:pt x="458" y="753"/>
                  </a:cubicBezTo>
                  <a:lnTo>
                    <a:pt x="853" y="358"/>
                  </a:lnTo>
                  <a:lnTo>
                    <a:pt x="4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26"/>
            <p:cNvSpPr/>
            <p:nvPr/>
          </p:nvSpPr>
          <p:spPr>
            <a:xfrm>
              <a:off x="2751053" y="1391069"/>
              <a:ext cx="22085" cy="21410"/>
            </a:xfrm>
            <a:custGeom>
              <a:rect b="b" l="l" r="r" t="t"/>
              <a:pathLst>
                <a:path extrusionOk="0" h="824" w="850">
                  <a:moveTo>
                    <a:pt x="494" y="1"/>
                  </a:moveTo>
                  <a:lnTo>
                    <a:pt x="100" y="395"/>
                  </a:lnTo>
                  <a:cubicBezTo>
                    <a:pt x="1" y="492"/>
                    <a:pt x="1" y="651"/>
                    <a:pt x="100" y="751"/>
                  </a:cubicBezTo>
                  <a:cubicBezTo>
                    <a:pt x="149" y="800"/>
                    <a:pt x="212" y="824"/>
                    <a:pt x="277" y="824"/>
                  </a:cubicBezTo>
                  <a:cubicBezTo>
                    <a:pt x="343" y="824"/>
                    <a:pt x="408" y="800"/>
                    <a:pt x="455" y="751"/>
                  </a:cubicBezTo>
                  <a:lnTo>
                    <a:pt x="850" y="356"/>
                  </a:lnTo>
                  <a:lnTo>
                    <a:pt x="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26"/>
            <p:cNvSpPr/>
            <p:nvPr/>
          </p:nvSpPr>
          <p:spPr>
            <a:xfrm>
              <a:off x="2781816" y="1421755"/>
              <a:ext cx="22085" cy="21488"/>
            </a:xfrm>
            <a:custGeom>
              <a:rect b="b" l="l" r="r" t="t"/>
              <a:pathLst>
                <a:path extrusionOk="0" h="827" w="850">
                  <a:moveTo>
                    <a:pt x="491" y="1"/>
                  </a:moveTo>
                  <a:lnTo>
                    <a:pt x="99" y="395"/>
                  </a:lnTo>
                  <a:cubicBezTo>
                    <a:pt x="0" y="494"/>
                    <a:pt x="0" y="654"/>
                    <a:pt x="99" y="753"/>
                  </a:cubicBezTo>
                  <a:cubicBezTo>
                    <a:pt x="146" y="803"/>
                    <a:pt x="212" y="826"/>
                    <a:pt x="277" y="826"/>
                  </a:cubicBezTo>
                  <a:cubicBezTo>
                    <a:pt x="342" y="826"/>
                    <a:pt x="405" y="803"/>
                    <a:pt x="455" y="753"/>
                  </a:cubicBezTo>
                  <a:lnTo>
                    <a:pt x="849" y="359"/>
                  </a:lnTo>
                  <a:lnTo>
                    <a:pt x="4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26"/>
            <p:cNvSpPr/>
            <p:nvPr/>
          </p:nvSpPr>
          <p:spPr>
            <a:xfrm>
              <a:off x="2433417" y="1228081"/>
              <a:ext cx="320572" cy="318338"/>
            </a:xfrm>
            <a:custGeom>
              <a:rect b="b" l="l" r="r" t="t"/>
              <a:pathLst>
                <a:path extrusionOk="0" h="12252" w="12338">
                  <a:moveTo>
                    <a:pt x="12338" y="1"/>
                  </a:moveTo>
                  <a:lnTo>
                    <a:pt x="8560" y="539"/>
                  </a:lnTo>
                  <a:lnTo>
                    <a:pt x="1" y="9098"/>
                  </a:lnTo>
                  <a:lnTo>
                    <a:pt x="3154" y="12251"/>
                  </a:lnTo>
                  <a:lnTo>
                    <a:pt x="11713" y="3692"/>
                  </a:lnTo>
                  <a:lnTo>
                    <a:pt x="123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26"/>
            <p:cNvSpPr/>
            <p:nvPr/>
          </p:nvSpPr>
          <p:spPr>
            <a:xfrm>
              <a:off x="2505102" y="1299377"/>
              <a:ext cx="236882" cy="247042"/>
            </a:xfrm>
            <a:custGeom>
              <a:rect b="b" l="l" r="r" t="t"/>
              <a:pathLst>
                <a:path extrusionOk="0" h="9508" w="9117">
                  <a:moveTo>
                    <a:pt x="9116" y="0"/>
                  </a:moveTo>
                  <a:lnTo>
                    <a:pt x="1" y="9113"/>
                  </a:lnTo>
                  <a:lnTo>
                    <a:pt x="395" y="9507"/>
                  </a:lnTo>
                  <a:lnTo>
                    <a:pt x="8954" y="948"/>
                  </a:lnTo>
                  <a:lnTo>
                    <a:pt x="91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26"/>
            <p:cNvSpPr/>
            <p:nvPr/>
          </p:nvSpPr>
          <p:spPr>
            <a:xfrm>
              <a:off x="2486993" y="1276461"/>
              <a:ext cx="217032" cy="215785"/>
            </a:xfrm>
            <a:custGeom>
              <a:rect b="b" l="l" r="r" t="t"/>
              <a:pathLst>
                <a:path extrusionOk="0" h="8305" w="8353">
                  <a:moveTo>
                    <a:pt x="8076" y="0"/>
                  </a:moveTo>
                  <a:cubicBezTo>
                    <a:pt x="8011" y="0"/>
                    <a:pt x="7947" y="25"/>
                    <a:pt x="7898" y="75"/>
                  </a:cubicBezTo>
                  <a:lnTo>
                    <a:pt x="97" y="7874"/>
                  </a:lnTo>
                  <a:cubicBezTo>
                    <a:pt x="0" y="7973"/>
                    <a:pt x="0" y="8132"/>
                    <a:pt x="97" y="8231"/>
                  </a:cubicBezTo>
                  <a:cubicBezTo>
                    <a:pt x="147" y="8281"/>
                    <a:pt x="212" y="8305"/>
                    <a:pt x="277" y="8305"/>
                  </a:cubicBezTo>
                  <a:cubicBezTo>
                    <a:pt x="340" y="8305"/>
                    <a:pt x="405" y="8281"/>
                    <a:pt x="455" y="8231"/>
                  </a:cubicBezTo>
                  <a:lnTo>
                    <a:pt x="8254" y="433"/>
                  </a:lnTo>
                  <a:cubicBezTo>
                    <a:pt x="8353" y="333"/>
                    <a:pt x="8353" y="174"/>
                    <a:pt x="8254" y="75"/>
                  </a:cubicBezTo>
                  <a:cubicBezTo>
                    <a:pt x="8205" y="25"/>
                    <a:pt x="8141" y="0"/>
                    <a:pt x="80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26"/>
            <p:cNvSpPr/>
            <p:nvPr/>
          </p:nvSpPr>
          <p:spPr>
            <a:xfrm>
              <a:off x="2720991" y="1137714"/>
              <a:ext cx="124040" cy="121156"/>
            </a:xfrm>
            <a:custGeom>
              <a:rect b="b" l="l" r="r" t="t"/>
              <a:pathLst>
                <a:path extrusionOk="0" h="4663" w="4774">
                  <a:moveTo>
                    <a:pt x="1973" y="0"/>
                  </a:moveTo>
                  <a:cubicBezTo>
                    <a:pt x="1687" y="0"/>
                    <a:pt x="1402" y="109"/>
                    <a:pt x="1184" y="325"/>
                  </a:cubicBezTo>
                  <a:lnTo>
                    <a:pt x="0" y="1509"/>
                  </a:lnTo>
                  <a:lnTo>
                    <a:pt x="789" y="3873"/>
                  </a:lnTo>
                  <a:lnTo>
                    <a:pt x="3154" y="4662"/>
                  </a:lnTo>
                  <a:lnTo>
                    <a:pt x="4337" y="3479"/>
                  </a:lnTo>
                  <a:cubicBezTo>
                    <a:pt x="4773" y="3045"/>
                    <a:pt x="4773" y="2337"/>
                    <a:pt x="4337" y="1903"/>
                  </a:cubicBezTo>
                  <a:lnTo>
                    <a:pt x="2762" y="325"/>
                  </a:lnTo>
                  <a:cubicBezTo>
                    <a:pt x="2544" y="109"/>
                    <a:pt x="2258" y="0"/>
                    <a:pt x="19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26"/>
            <p:cNvSpPr/>
            <p:nvPr/>
          </p:nvSpPr>
          <p:spPr>
            <a:xfrm>
              <a:off x="2762173" y="1137714"/>
              <a:ext cx="82858" cy="121156"/>
            </a:xfrm>
            <a:custGeom>
              <a:rect b="b" l="l" r="r" t="t"/>
              <a:pathLst>
                <a:path extrusionOk="0" h="4663" w="3189">
                  <a:moveTo>
                    <a:pt x="388" y="0"/>
                  </a:moveTo>
                  <a:cubicBezTo>
                    <a:pt x="256" y="0"/>
                    <a:pt x="125" y="23"/>
                    <a:pt x="1" y="69"/>
                  </a:cubicBezTo>
                  <a:cubicBezTo>
                    <a:pt x="147" y="124"/>
                    <a:pt x="283" y="208"/>
                    <a:pt x="401" y="325"/>
                  </a:cubicBezTo>
                  <a:lnTo>
                    <a:pt x="1979" y="1903"/>
                  </a:lnTo>
                  <a:cubicBezTo>
                    <a:pt x="2412" y="2337"/>
                    <a:pt x="2412" y="3045"/>
                    <a:pt x="1979" y="3479"/>
                  </a:cubicBezTo>
                  <a:lnTo>
                    <a:pt x="989" y="4469"/>
                  </a:lnTo>
                  <a:lnTo>
                    <a:pt x="1569" y="4662"/>
                  </a:lnTo>
                  <a:lnTo>
                    <a:pt x="2752" y="3479"/>
                  </a:lnTo>
                  <a:cubicBezTo>
                    <a:pt x="3188" y="3045"/>
                    <a:pt x="3188" y="2337"/>
                    <a:pt x="2752" y="1903"/>
                  </a:cubicBezTo>
                  <a:lnTo>
                    <a:pt x="1177" y="325"/>
                  </a:lnTo>
                  <a:cubicBezTo>
                    <a:pt x="958" y="109"/>
                    <a:pt x="673" y="0"/>
                    <a:pt x="3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26"/>
            <p:cNvSpPr/>
            <p:nvPr/>
          </p:nvSpPr>
          <p:spPr>
            <a:xfrm>
              <a:off x="2655801" y="1197396"/>
              <a:ext cx="126717" cy="126639"/>
            </a:xfrm>
            <a:custGeom>
              <a:rect b="b" l="l" r="r" t="t"/>
              <a:pathLst>
                <a:path extrusionOk="0" h="4874" w="4877">
                  <a:moveTo>
                    <a:pt x="1723" y="1"/>
                  </a:moveTo>
                  <a:lnTo>
                    <a:pt x="1" y="1720"/>
                  </a:lnTo>
                  <a:lnTo>
                    <a:pt x="3154" y="4873"/>
                  </a:lnTo>
                  <a:lnTo>
                    <a:pt x="4876" y="3154"/>
                  </a:lnTo>
                  <a:lnTo>
                    <a:pt x="3779" y="1182"/>
                  </a:lnTo>
                  <a:lnTo>
                    <a:pt x="17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26"/>
            <p:cNvSpPr/>
            <p:nvPr/>
          </p:nvSpPr>
          <p:spPr>
            <a:xfrm>
              <a:off x="2727565" y="1266172"/>
              <a:ext cx="54953" cy="57863"/>
            </a:xfrm>
            <a:custGeom>
              <a:rect b="b" l="l" r="r" t="t"/>
              <a:pathLst>
                <a:path extrusionOk="0" h="2227" w="2115">
                  <a:moveTo>
                    <a:pt x="1832" y="1"/>
                  </a:moveTo>
                  <a:lnTo>
                    <a:pt x="1" y="1832"/>
                  </a:lnTo>
                  <a:lnTo>
                    <a:pt x="392" y="2226"/>
                  </a:lnTo>
                  <a:lnTo>
                    <a:pt x="2114" y="507"/>
                  </a:lnTo>
                  <a:lnTo>
                    <a:pt x="18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26"/>
            <p:cNvSpPr/>
            <p:nvPr/>
          </p:nvSpPr>
          <p:spPr>
            <a:xfrm>
              <a:off x="2671702" y="1211297"/>
              <a:ext cx="56512" cy="55914"/>
            </a:xfrm>
            <a:custGeom>
              <a:rect b="b" l="l" r="r" t="t"/>
              <a:pathLst>
                <a:path extrusionOk="0" h="2152" w="2175">
                  <a:moveTo>
                    <a:pt x="1898" y="0"/>
                  </a:moveTo>
                  <a:cubicBezTo>
                    <a:pt x="1834" y="0"/>
                    <a:pt x="1769" y="25"/>
                    <a:pt x="1719" y="75"/>
                  </a:cubicBezTo>
                  <a:lnTo>
                    <a:pt x="0" y="1794"/>
                  </a:lnTo>
                  <a:lnTo>
                    <a:pt x="358" y="2152"/>
                  </a:lnTo>
                  <a:lnTo>
                    <a:pt x="2077" y="433"/>
                  </a:lnTo>
                  <a:cubicBezTo>
                    <a:pt x="2174" y="333"/>
                    <a:pt x="2174" y="174"/>
                    <a:pt x="2077" y="75"/>
                  </a:cubicBezTo>
                  <a:cubicBezTo>
                    <a:pt x="2028" y="25"/>
                    <a:pt x="1963" y="0"/>
                    <a:pt x="1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26"/>
            <p:cNvSpPr/>
            <p:nvPr/>
          </p:nvSpPr>
          <p:spPr>
            <a:xfrm>
              <a:off x="2692202" y="1231797"/>
              <a:ext cx="56512" cy="55914"/>
            </a:xfrm>
            <a:custGeom>
              <a:rect b="b" l="l" r="r" t="t"/>
              <a:pathLst>
                <a:path extrusionOk="0" h="2152" w="2175">
                  <a:moveTo>
                    <a:pt x="1897" y="0"/>
                  </a:moveTo>
                  <a:cubicBezTo>
                    <a:pt x="1832" y="0"/>
                    <a:pt x="1768" y="25"/>
                    <a:pt x="1719" y="75"/>
                  </a:cubicBezTo>
                  <a:lnTo>
                    <a:pt x="0" y="1794"/>
                  </a:lnTo>
                  <a:lnTo>
                    <a:pt x="356" y="2152"/>
                  </a:lnTo>
                  <a:lnTo>
                    <a:pt x="2075" y="430"/>
                  </a:lnTo>
                  <a:cubicBezTo>
                    <a:pt x="2174" y="333"/>
                    <a:pt x="2174" y="174"/>
                    <a:pt x="2075" y="75"/>
                  </a:cubicBezTo>
                  <a:cubicBezTo>
                    <a:pt x="2026" y="25"/>
                    <a:pt x="1962" y="0"/>
                    <a:pt x="1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26"/>
            <p:cNvSpPr/>
            <p:nvPr/>
          </p:nvSpPr>
          <p:spPr>
            <a:xfrm>
              <a:off x="2712625" y="1252297"/>
              <a:ext cx="56590" cy="55862"/>
            </a:xfrm>
            <a:custGeom>
              <a:rect b="b" l="l" r="r" t="t"/>
              <a:pathLst>
                <a:path extrusionOk="0" h="2150" w="2178">
                  <a:moveTo>
                    <a:pt x="1899" y="0"/>
                  </a:moveTo>
                  <a:cubicBezTo>
                    <a:pt x="1835" y="0"/>
                    <a:pt x="1771" y="25"/>
                    <a:pt x="1722" y="75"/>
                  </a:cubicBezTo>
                  <a:lnTo>
                    <a:pt x="1" y="1794"/>
                  </a:lnTo>
                  <a:lnTo>
                    <a:pt x="359" y="2149"/>
                  </a:lnTo>
                  <a:lnTo>
                    <a:pt x="2078" y="430"/>
                  </a:lnTo>
                  <a:cubicBezTo>
                    <a:pt x="2177" y="331"/>
                    <a:pt x="2177" y="171"/>
                    <a:pt x="2078" y="75"/>
                  </a:cubicBezTo>
                  <a:cubicBezTo>
                    <a:pt x="2028" y="25"/>
                    <a:pt x="1963" y="0"/>
                    <a:pt x="1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26"/>
            <p:cNvSpPr/>
            <p:nvPr/>
          </p:nvSpPr>
          <p:spPr>
            <a:xfrm>
              <a:off x="2694853" y="1172687"/>
              <a:ext cx="113803" cy="110919"/>
            </a:xfrm>
            <a:custGeom>
              <a:rect b="b" l="l" r="r" t="t"/>
              <a:pathLst>
                <a:path extrusionOk="0" h="4269" w="4380">
                  <a:moveTo>
                    <a:pt x="613" y="0"/>
                  </a:moveTo>
                  <a:cubicBezTo>
                    <a:pt x="471" y="0"/>
                    <a:pt x="328" y="55"/>
                    <a:pt x="220" y="163"/>
                  </a:cubicBezTo>
                  <a:cubicBezTo>
                    <a:pt x="0" y="380"/>
                    <a:pt x="0" y="732"/>
                    <a:pt x="220" y="952"/>
                  </a:cubicBezTo>
                  <a:lnTo>
                    <a:pt x="3373" y="4105"/>
                  </a:lnTo>
                  <a:cubicBezTo>
                    <a:pt x="3482" y="4214"/>
                    <a:pt x="3624" y="4268"/>
                    <a:pt x="3766" y="4268"/>
                  </a:cubicBezTo>
                  <a:cubicBezTo>
                    <a:pt x="3909" y="4268"/>
                    <a:pt x="4051" y="4214"/>
                    <a:pt x="4160" y="4105"/>
                  </a:cubicBezTo>
                  <a:cubicBezTo>
                    <a:pt x="4379" y="3886"/>
                    <a:pt x="4379" y="3533"/>
                    <a:pt x="4160" y="3316"/>
                  </a:cubicBezTo>
                  <a:lnTo>
                    <a:pt x="1006" y="163"/>
                  </a:lnTo>
                  <a:cubicBezTo>
                    <a:pt x="898" y="55"/>
                    <a:pt x="755" y="0"/>
                    <a:pt x="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26"/>
            <p:cNvSpPr/>
            <p:nvPr/>
          </p:nvSpPr>
          <p:spPr>
            <a:xfrm>
              <a:off x="2700673" y="1172687"/>
              <a:ext cx="107983" cy="110893"/>
            </a:xfrm>
            <a:custGeom>
              <a:rect b="b" l="l" r="r" t="t"/>
              <a:pathLst>
                <a:path extrusionOk="0" h="4268" w="4156">
                  <a:moveTo>
                    <a:pt x="388" y="0"/>
                  </a:moveTo>
                  <a:cubicBezTo>
                    <a:pt x="249" y="0"/>
                    <a:pt x="109" y="52"/>
                    <a:pt x="1" y="155"/>
                  </a:cubicBezTo>
                  <a:cubicBezTo>
                    <a:pt x="4" y="158"/>
                    <a:pt x="6" y="160"/>
                    <a:pt x="9" y="163"/>
                  </a:cubicBezTo>
                  <a:lnTo>
                    <a:pt x="3162" y="3316"/>
                  </a:lnTo>
                  <a:cubicBezTo>
                    <a:pt x="3382" y="3533"/>
                    <a:pt x="3382" y="3886"/>
                    <a:pt x="3162" y="4105"/>
                  </a:cubicBezTo>
                  <a:cubicBezTo>
                    <a:pt x="3160" y="4108"/>
                    <a:pt x="3157" y="4108"/>
                    <a:pt x="3154" y="4111"/>
                  </a:cubicBezTo>
                  <a:cubicBezTo>
                    <a:pt x="3263" y="4215"/>
                    <a:pt x="3403" y="4268"/>
                    <a:pt x="3543" y="4268"/>
                  </a:cubicBezTo>
                  <a:cubicBezTo>
                    <a:pt x="3685" y="4268"/>
                    <a:pt x="3827" y="4213"/>
                    <a:pt x="3936" y="4105"/>
                  </a:cubicBezTo>
                  <a:cubicBezTo>
                    <a:pt x="4155" y="3886"/>
                    <a:pt x="4155" y="3533"/>
                    <a:pt x="3936" y="3316"/>
                  </a:cubicBezTo>
                  <a:lnTo>
                    <a:pt x="782" y="163"/>
                  </a:lnTo>
                  <a:cubicBezTo>
                    <a:pt x="674" y="54"/>
                    <a:pt x="531" y="0"/>
                    <a:pt x="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26"/>
            <p:cNvSpPr/>
            <p:nvPr/>
          </p:nvSpPr>
          <p:spPr>
            <a:xfrm>
              <a:off x="2425492" y="1464470"/>
              <a:ext cx="89899" cy="89899"/>
            </a:xfrm>
            <a:custGeom>
              <a:rect b="b" l="l" r="r" t="t"/>
              <a:pathLst>
                <a:path extrusionOk="0" h="3460" w="3460">
                  <a:moveTo>
                    <a:pt x="306" y="0"/>
                  </a:moveTo>
                  <a:cubicBezTo>
                    <a:pt x="262" y="44"/>
                    <a:pt x="233" y="105"/>
                    <a:pt x="225" y="167"/>
                  </a:cubicBezTo>
                  <a:lnTo>
                    <a:pt x="0" y="2197"/>
                  </a:lnTo>
                  <a:lnTo>
                    <a:pt x="275" y="3153"/>
                  </a:lnTo>
                  <a:lnTo>
                    <a:pt x="1262" y="3459"/>
                  </a:lnTo>
                  <a:lnTo>
                    <a:pt x="3292" y="3234"/>
                  </a:lnTo>
                  <a:cubicBezTo>
                    <a:pt x="3355" y="3227"/>
                    <a:pt x="3415" y="3198"/>
                    <a:pt x="3459" y="3153"/>
                  </a:cubicBezTo>
                  <a:lnTo>
                    <a:pt x="2710" y="925"/>
                  </a:lnTo>
                  <a:cubicBezTo>
                    <a:pt x="2683" y="841"/>
                    <a:pt x="2618" y="776"/>
                    <a:pt x="2535" y="750"/>
                  </a:cubicBezTo>
                  <a:lnTo>
                    <a:pt x="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26"/>
            <p:cNvSpPr/>
            <p:nvPr/>
          </p:nvSpPr>
          <p:spPr>
            <a:xfrm>
              <a:off x="2452852" y="1531063"/>
              <a:ext cx="62540" cy="23306"/>
            </a:xfrm>
            <a:custGeom>
              <a:rect b="b" l="l" r="r" t="t"/>
              <a:pathLst>
                <a:path extrusionOk="0" h="897" w="2407">
                  <a:moveTo>
                    <a:pt x="2208" y="0"/>
                  </a:moveTo>
                  <a:lnTo>
                    <a:pt x="1617" y="590"/>
                  </a:lnTo>
                  <a:cubicBezTo>
                    <a:pt x="1573" y="635"/>
                    <a:pt x="1513" y="664"/>
                    <a:pt x="1450" y="671"/>
                  </a:cubicBezTo>
                  <a:lnTo>
                    <a:pt x="0" y="833"/>
                  </a:lnTo>
                  <a:lnTo>
                    <a:pt x="209" y="896"/>
                  </a:lnTo>
                  <a:lnTo>
                    <a:pt x="2239" y="671"/>
                  </a:lnTo>
                  <a:cubicBezTo>
                    <a:pt x="2302" y="664"/>
                    <a:pt x="2362" y="635"/>
                    <a:pt x="2406" y="590"/>
                  </a:cubicBezTo>
                  <a:lnTo>
                    <a:pt x="22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26"/>
            <p:cNvSpPr/>
            <p:nvPr/>
          </p:nvSpPr>
          <p:spPr>
            <a:xfrm>
              <a:off x="2421906" y="1521606"/>
              <a:ext cx="36401" cy="35908"/>
            </a:xfrm>
            <a:custGeom>
              <a:rect b="b" l="l" r="r" t="t"/>
              <a:pathLst>
                <a:path extrusionOk="0" h="1382" w="1401">
                  <a:moveTo>
                    <a:pt x="138" y="1"/>
                  </a:moveTo>
                  <a:lnTo>
                    <a:pt x="18" y="1072"/>
                  </a:lnTo>
                  <a:cubicBezTo>
                    <a:pt x="1" y="1240"/>
                    <a:pt x="133" y="1382"/>
                    <a:pt x="297" y="1382"/>
                  </a:cubicBezTo>
                  <a:cubicBezTo>
                    <a:pt x="307" y="1382"/>
                    <a:pt x="316" y="1381"/>
                    <a:pt x="326" y="1380"/>
                  </a:cubicBezTo>
                  <a:lnTo>
                    <a:pt x="1400" y="1260"/>
                  </a:lnTo>
                  <a:lnTo>
                    <a:pt x="1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26"/>
            <p:cNvSpPr/>
            <p:nvPr/>
          </p:nvSpPr>
          <p:spPr>
            <a:xfrm>
              <a:off x="2424946" y="1552291"/>
              <a:ext cx="33362" cy="5222"/>
            </a:xfrm>
            <a:custGeom>
              <a:rect b="b" l="l" r="r" t="t"/>
              <a:pathLst>
                <a:path extrusionOk="0" h="201" w="1284">
                  <a:moveTo>
                    <a:pt x="1205" y="1"/>
                  </a:moveTo>
                  <a:lnTo>
                    <a:pt x="0" y="134"/>
                  </a:lnTo>
                  <a:cubicBezTo>
                    <a:pt x="49" y="175"/>
                    <a:pt x="113" y="201"/>
                    <a:pt x="182" y="201"/>
                  </a:cubicBezTo>
                  <a:cubicBezTo>
                    <a:pt x="191" y="201"/>
                    <a:pt x="200" y="200"/>
                    <a:pt x="209" y="199"/>
                  </a:cubicBezTo>
                  <a:lnTo>
                    <a:pt x="1283" y="79"/>
                  </a:lnTo>
                  <a:lnTo>
                    <a:pt x="12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126"/>
          <p:cNvGrpSpPr/>
          <p:nvPr/>
        </p:nvGrpSpPr>
        <p:grpSpPr>
          <a:xfrm>
            <a:off x="3181505" y="1137480"/>
            <a:ext cx="434479" cy="434453"/>
            <a:chOff x="3181505" y="1137480"/>
            <a:chExt cx="434479" cy="434453"/>
          </a:xfrm>
        </p:grpSpPr>
        <p:sp>
          <p:nvSpPr>
            <p:cNvPr id="10582" name="Google Shape;10582;p126"/>
            <p:cNvSpPr/>
            <p:nvPr/>
          </p:nvSpPr>
          <p:spPr>
            <a:xfrm>
              <a:off x="3348027" y="1479670"/>
              <a:ext cx="101436" cy="68646"/>
            </a:xfrm>
            <a:custGeom>
              <a:rect b="b" l="l" r="r" t="t"/>
              <a:pathLst>
                <a:path extrusionOk="0" h="2642" w="3904">
                  <a:moveTo>
                    <a:pt x="0" y="0"/>
                  </a:moveTo>
                  <a:lnTo>
                    <a:pt x="0" y="2642"/>
                  </a:lnTo>
                  <a:lnTo>
                    <a:pt x="3903" y="2642"/>
                  </a:lnTo>
                  <a:lnTo>
                    <a:pt x="39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26"/>
            <p:cNvSpPr/>
            <p:nvPr/>
          </p:nvSpPr>
          <p:spPr>
            <a:xfrm>
              <a:off x="3377673" y="1507419"/>
              <a:ext cx="42118" cy="42118"/>
            </a:xfrm>
            <a:custGeom>
              <a:rect b="b" l="l" r="r" t="t"/>
              <a:pathLst>
                <a:path extrusionOk="0" h="1621" w="1621">
                  <a:moveTo>
                    <a:pt x="531" y="1"/>
                  </a:moveTo>
                  <a:cubicBezTo>
                    <a:pt x="239" y="1"/>
                    <a:pt x="1" y="239"/>
                    <a:pt x="1" y="531"/>
                  </a:cubicBezTo>
                  <a:lnTo>
                    <a:pt x="1" y="1367"/>
                  </a:lnTo>
                  <a:cubicBezTo>
                    <a:pt x="1" y="1508"/>
                    <a:pt x="113" y="1621"/>
                    <a:pt x="254" y="1621"/>
                  </a:cubicBezTo>
                  <a:cubicBezTo>
                    <a:pt x="393" y="1621"/>
                    <a:pt x="505" y="1508"/>
                    <a:pt x="505" y="1367"/>
                  </a:cubicBezTo>
                  <a:lnTo>
                    <a:pt x="505" y="531"/>
                  </a:lnTo>
                  <a:cubicBezTo>
                    <a:pt x="505" y="518"/>
                    <a:pt x="518" y="505"/>
                    <a:pt x="531" y="505"/>
                  </a:cubicBezTo>
                  <a:lnTo>
                    <a:pt x="1090" y="505"/>
                  </a:lnTo>
                  <a:cubicBezTo>
                    <a:pt x="1103" y="505"/>
                    <a:pt x="1116" y="518"/>
                    <a:pt x="1116" y="531"/>
                  </a:cubicBezTo>
                  <a:lnTo>
                    <a:pt x="1116" y="1367"/>
                  </a:lnTo>
                  <a:cubicBezTo>
                    <a:pt x="1116" y="1508"/>
                    <a:pt x="1229" y="1621"/>
                    <a:pt x="1367" y="1621"/>
                  </a:cubicBezTo>
                  <a:cubicBezTo>
                    <a:pt x="1508" y="1621"/>
                    <a:pt x="1621" y="1508"/>
                    <a:pt x="1621" y="1367"/>
                  </a:cubicBezTo>
                  <a:lnTo>
                    <a:pt x="1621" y="531"/>
                  </a:lnTo>
                  <a:cubicBezTo>
                    <a:pt x="1621" y="239"/>
                    <a:pt x="1383" y="1"/>
                    <a:pt x="1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26"/>
            <p:cNvSpPr/>
            <p:nvPr/>
          </p:nvSpPr>
          <p:spPr>
            <a:xfrm>
              <a:off x="3429352" y="1479670"/>
              <a:ext cx="20110" cy="68646"/>
            </a:xfrm>
            <a:custGeom>
              <a:rect b="b" l="l" r="r" t="t"/>
              <a:pathLst>
                <a:path extrusionOk="0" h="2642" w="774">
                  <a:moveTo>
                    <a:pt x="0" y="0"/>
                  </a:moveTo>
                  <a:lnTo>
                    <a:pt x="0" y="2642"/>
                  </a:lnTo>
                  <a:lnTo>
                    <a:pt x="773" y="2642"/>
                  </a:lnTo>
                  <a:lnTo>
                    <a:pt x="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26"/>
            <p:cNvSpPr/>
            <p:nvPr/>
          </p:nvSpPr>
          <p:spPr>
            <a:xfrm>
              <a:off x="3181505" y="1166451"/>
              <a:ext cx="434479" cy="296876"/>
            </a:xfrm>
            <a:custGeom>
              <a:rect b="b" l="l" r="r" t="t"/>
              <a:pathLst>
                <a:path extrusionOk="0" h="11426" w="16722">
                  <a:moveTo>
                    <a:pt x="1116" y="1"/>
                  </a:moveTo>
                  <a:cubicBezTo>
                    <a:pt x="499" y="1"/>
                    <a:pt x="0" y="500"/>
                    <a:pt x="0" y="1114"/>
                  </a:cubicBezTo>
                  <a:lnTo>
                    <a:pt x="0" y="10590"/>
                  </a:lnTo>
                  <a:lnTo>
                    <a:pt x="8361" y="11426"/>
                  </a:lnTo>
                  <a:lnTo>
                    <a:pt x="16721" y="10590"/>
                  </a:lnTo>
                  <a:lnTo>
                    <a:pt x="16721" y="1114"/>
                  </a:lnTo>
                  <a:cubicBezTo>
                    <a:pt x="16721" y="500"/>
                    <a:pt x="16222" y="1"/>
                    <a:pt x="15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26"/>
            <p:cNvSpPr/>
            <p:nvPr/>
          </p:nvSpPr>
          <p:spPr>
            <a:xfrm>
              <a:off x="3566877" y="1166451"/>
              <a:ext cx="49107" cy="277181"/>
            </a:xfrm>
            <a:custGeom>
              <a:rect b="b" l="l" r="r" t="t"/>
              <a:pathLst>
                <a:path extrusionOk="0" h="10668" w="1890">
                  <a:moveTo>
                    <a:pt x="0" y="1"/>
                  </a:moveTo>
                  <a:cubicBezTo>
                    <a:pt x="617" y="1"/>
                    <a:pt x="1116" y="500"/>
                    <a:pt x="1116" y="1114"/>
                  </a:cubicBezTo>
                  <a:lnTo>
                    <a:pt x="1116" y="10668"/>
                  </a:lnTo>
                  <a:lnTo>
                    <a:pt x="1889" y="10590"/>
                  </a:lnTo>
                  <a:lnTo>
                    <a:pt x="1889" y="1114"/>
                  </a:lnTo>
                  <a:cubicBezTo>
                    <a:pt x="1889" y="500"/>
                    <a:pt x="1390"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26"/>
            <p:cNvSpPr/>
            <p:nvPr/>
          </p:nvSpPr>
          <p:spPr>
            <a:xfrm>
              <a:off x="3210475" y="1195369"/>
              <a:ext cx="376512" cy="267958"/>
            </a:xfrm>
            <a:custGeom>
              <a:rect b="b" l="l" r="r" t="t"/>
              <a:pathLst>
                <a:path extrusionOk="0" h="10313" w="14491">
                  <a:moveTo>
                    <a:pt x="557" y="1"/>
                  </a:moveTo>
                  <a:cubicBezTo>
                    <a:pt x="249" y="1"/>
                    <a:pt x="1" y="251"/>
                    <a:pt x="1" y="560"/>
                  </a:cubicBezTo>
                  <a:lnTo>
                    <a:pt x="1" y="9589"/>
                  </a:lnTo>
                  <a:lnTo>
                    <a:pt x="7246" y="10313"/>
                  </a:lnTo>
                  <a:lnTo>
                    <a:pt x="14491" y="9589"/>
                  </a:lnTo>
                  <a:lnTo>
                    <a:pt x="14491" y="560"/>
                  </a:lnTo>
                  <a:cubicBezTo>
                    <a:pt x="14491" y="251"/>
                    <a:pt x="14242" y="1"/>
                    <a:pt x="139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26"/>
            <p:cNvSpPr/>
            <p:nvPr/>
          </p:nvSpPr>
          <p:spPr>
            <a:xfrm>
              <a:off x="3552483" y="1195369"/>
              <a:ext cx="34505" cy="251121"/>
            </a:xfrm>
            <a:custGeom>
              <a:rect b="b" l="l" r="r" t="t"/>
              <a:pathLst>
                <a:path extrusionOk="0" h="9665" w="1328">
                  <a:moveTo>
                    <a:pt x="0" y="1"/>
                  </a:moveTo>
                  <a:cubicBezTo>
                    <a:pt x="309" y="1"/>
                    <a:pt x="557" y="251"/>
                    <a:pt x="557" y="560"/>
                  </a:cubicBezTo>
                  <a:lnTo>
                    <a:pt x="557" y="9665"/>
                  </a:lnTo>
                  <a:lnTo>
                    <a:pt x="1328" y="9589"/>
                  </a:lnTo>
                  <a:lnTo>
                    <a:pt x="1328" y="560"/>
                  </a:lnTo>
                  <a:cubicBezTo>
                    <a:pt x="1328" y="251"/>
                    <a:pt x="1079" y="1"/>
                    <a:pt x="7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26"/>
            <p:cNvSpPr/>
            <p:nvPr/>
          </p:nvSpPr>
          <p:spPr>
            <a:xfrm>
              <a:off x="3297387" y="1542937"/>
              <a:ext cx="202715" cy="28996"/>
            </a:xfrm>
            <a:custGeom>
              <a:rect b="b" l="l" r="r" t="t"/>
              <a:pathLst>
                <a:path extrusionOk="0" h="1116" w="7802">
                  <a:moveTo>
                    <a:pt x="261" y="0"/>
                  </a:moveTo>
                  <a:cubicBezTo>
                    <a:pt x="115" y="0"/>
                    <a:pt x="0" y="118"/>
                    <a:pt x="0" y="261"/>
                  </a:cubicBezTo>
                  <a:lnTo>
                    <a:pt x="0" y="855"/>
                  </a:lnTo>
                  <a:cubicBezTo>
                    <a:pt x="0" y="998"/>
                    <a:pt x="115" y="1116"/>
                    <a:pt x="261" y="1116"/>
                  </a:cubicBezTo>
                  <a:lnTo>
                    <a:pt x="7540" y="1116"/>
                  </a:lnTo>
                  <a:cubicBezTo>
                    <a:pt x="7686" y="1116"/>
                    <a:pt x="7801" y="998"/>
                    <a:pt x="7801" y="855"/>
                  </a:cubicBezTo>
                  <a:lnTo>
                    <a:pt x="7801" y="261"/>
                  </a:lnTo>
                  <a:cubicBezTo>
                    <a:pt x="7801" y="118"/>
                    <a:pt x="7686" y="0"/>
                    <a:pt x="7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26"/>
            <p:cNvSpPr/>
            <p:nvPr/>
          </p:nvSpPr>
          <p:spPr>
            <a:xfrm>
              <a:off x="3472976" y="1542937"/>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26"/>
            <p:cNvSpPr/>
            <p:nvPr/>
          </p:nvSpPr>
          <p:spPr>
            <a:xfrm>
              <a:off x="3239394" y="1211868"/>
              <a:ext cx="318675" cy="241689"/>
            </a:xfrm>
            <a:custGeom>
              <a:rect b="b" l="l" r="r" t="t"/>
              <a:pathLst>
                <a:path extrusionOk="0" h="9302" w="12265">
                  <a:moveTo>
                    <a:pt x="6133" y="0"/>
                  </a:moveTo>
                  <a:lnTo>
                    <a:pt x="1" y="484"/>
                  </a:lnTo>
                  <a:lnTo>
                    <a:pt x="1" y="8842"/>
                  </a:lnTo>
                  <a:lnTo>
                    <a:pt x="6133" y="9301"/>
                  </a:lnTo>
                  <a:lnTo>
                    <a:pt x="12265" y="8842"/>
                  </a:lnTo>
                  <a:lnTo>
                    <a:pt x="12265" y="484"/>
                  </a:lnTo>
                  <a:lnTo>
                    <a:pt x="61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26"/>
            <p:cNvSpPr/>
            <p:nvPr/>
          </p:nvSpPr>
          <p:spPr>
            <a:xfrm>
              <a:off x="3537959" y="1222859"/>
              <a:ext cx="20110" cy="220254"/>
            </a:xfrm>
            <a:custGeom>
              <a:rect b="b" l="l" r="r" t="t"/>
              <a:pathLst>
                <a:path extrusionOk="0" h="8477" w="774">
                  <a:moveTo>
                    <a:pt x="0" y="1"/>
                  </a:moveTo>
                  <a:lnTo>
                    <a:pt x="0" y="8476"/>
                  </a:lnTo>
                  <a:lnTo>
                    <a:pt x="774" y="8419"/>
                  </a:lnTo>
                  <a:lnTo>
                    <a:pt x="774" y="6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26"/>
            <p:cNvSpPr/>
            <p:nvPr/>
          </p:nvSpPr>
          <p:spPr>
            <a:xfrm>
              <a:off x="3239394" y="1137480"/>
              <a:ext cx="318675" cy="86963"/>
            </a:xfrm>
            <a:custGeom>
              <a:rect b="b" l="l" r="r" t="t"/>
              <a:pathLst>
                <a:path extrusionOk="0" h="3347" w="12265">
                  <a:moveTo>
                    <a:pt x="560" y="0"/>
                  </a:moveTo>
                  <a:cubicBezTo>
                    <a:pt x="252" y="0"/>
                    <a:pt x="1" y="251"/>
                    <a:pt x="1" y="556"/>
                  </a:cubicBezTo>
                  <a:lnTo>
                    <a:pt x="1" y="3347"/>
                  </a:lnTo>
                  <a:lnTo>
                    <a:pt x="12265" y="3347"/>
                  </a:lnTo>
                  <a:lnTo>
                    <a:pt x="12265" y="2229"/>
                  </a:lnTo>
                  <a:lnTo>
                    <a:pt x="12011" y="1675"/>
                  </a:lnTo>
                  <a:lnTo>
                    <a:pt x="12265" y="1116"/>
                  </a:lnTo>
                  <a:lnTo>
                    <a:pt x="12265" y="556"/>
                  </a:lnTo>
                  <a:cubicBezTo>
                    <a:pt x="12265" y="251"/>
                    <a:pt x="12014" y="0"/>
                    <a:pt x="117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26"/>
            <p:cNvSpPr/>
            <p:nvPr/>
          </p:nvSpPr>
          <p:spPr>
            <a:xfrm>
              <a:off x="3523435" y="1137480"/>
              <a:ext cx="34635" cy="86963"/>
            </a:xfrm>
            <a:custGeom>
              <a:rect b="b" l="l" r="r" t="t"/>
              <a:pathLst>
                <a:path extrusionOk="0" h="3347" w="1333">
                  <a:moveTo>
                    <a:pt x="0" y="0"/>
                  </a:moveTo>
                  <a:cubicBezTo>
                    <a:pt x="308" y="0"/>
                    <a:pt x="559" y="251"/>
                    <a:pt x="559" y="556"/>
                  </a:cubicBezTo>
                  <a:lnTo>
                    <a:pt x="559" y="3347"/>
                  </a:lnTo>
                  <a:lnTo>
                    <a:pt x="1333" y="3347"/>
                  </a:lnTo>
                  <a:lnTo>
                    <a:pt x="1333" y="556"/>
                  </a:lnTo>
                  <a:cubicBezTo>
                    <a:pt x="1333" y="251"/>
                    <a:pt x="1082" y="0"/>
                    <a:pt x="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26"/>
            <p:cNvSpPr/>
            <p:nvPr/>
          </p:nvSpPr>
          <p:spPr>
            <a:xfrm>
              <a:off x="3267039" y="1166451"/>
              <a:ext cx="31725" cy="28996"/>
            </a:xfrm>
            <a:custGeom>
              <a:rect b="b" l="l" r="r" t="t"/>
              <a:pathLst>
                <a:path extrusionOk="0" h="1116" w="1221">
                  <a:moveTo>
                    <a:pt x="610" y="1"/>
                  </a:moveTo>
                  <a:cubicBezTo>
                    <a:pt x="354" y="1"/>
                    <a:pt x="122" y="179"/>
                    <a:pt x="66" y="440"/>
                  </a:cubicBezTo>
                  <a:cubicBezTo>
                    <a:pt x="0" y="740"/>
                    <a:pt x="191" y="1035"/>
                    <a:pt x="491" y="1103"/>
                  </a:cubicBezTo>
                  <a:cubicBezTo>
                    <a:pt x="531" y="1112"/>
                    <a:pt x="571" y="1116"/>
                    <a:pt x="610" y="1116"/>
                  </a:cubicBezTo>
                  <a:cubicBezTo>
                    <a:pt x="867" y="1116"/>
                    <a:pt x="1098" y="938"/>
                    <a:pt x="1155" y="677"/>
                  </a:cubicBezTo>
                  <a:cubicBezTo>
                    <a:pt x="1220" y="374"/>
                    <a:pt x="1030" y="79"/>
                    <a:pt x="729" y="14"/>
                  </a:cubicBezTo>
                  <a:cubicBezTo>
                    <a:pt x="689" y="5"/>
                    <a:pt x="650" y="1"/>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26"/>
            <p:cNvSpPr/>
            <p:nvPr/>
          </p:nvSpPr>
          <p:spPr>
            <a:xfrm>
              <a:off x="3324461" y="1166373"/>
              <a:ext cx="32608" cy="28970"/>
            </a:xfrm>
            <a:custGeom>
              <a:rect b="b" l="l" r="r" t="t"/>
              <a:pathLst>
                <a:path extrusionOk="0" h="1115" w="1255">
                  <a:moveTo>
                    <a:pt x="626" y="0"/>
                  </a:moveTo>
                  <a:cubicBezTo>
                    <a:pt x="502" y="0"/>
                    <a:pt x="378" y="41"/>
                    <a:pt x="275" y="126"/>
                  </a:cubicBezTo>
                  <a:cubicBezTo>
                    <a:pt x="37" y="320"/>
                    <a:pt x="0" y="672"/>
                    <a:pt x="196" y="910"/>
                  </a:cubicBezTo>
                  <a:cubicBezTo>
                    <a:pt x="306" y="1045"/>
                    <a:pt x="466" y="1115"/>
                    <a:pt x="628" y="1115"/>
                  </a:cubicBezTo>
                  <a:cubicBezTo>
                    <a:pt x="752" y="1115"/>
                    <a:pt x="877" y="1074"/>
                    <a:pt x="980" y="989"/>
                  </a:cubicBezTo>
                  <a:cubicBezTo>
                    <a:pt x="1218" y="793"/>
                    <a:pt x="1255" y="443"/>
                    <a:pt x="1059" y="205"/>
                  </a:cubicBezTo>
                  <a:cubicBezTo>
                    <a:pt x="948" y="70"/>
                    <a:pt x="787" y="0"/>
                    <a:pt x="6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26"/>
            <p:cNvSpPr/>
            <p:nvPr/>
          </p:nvSpPr>
          <p:spPr>
            <a:xfrm>
              <a:off x="3382376" y="1166347"/>
              <a:ext cx="32608" cy="28970"/>
            </a:xfrm>
            <a:custGeom>
              <a:rect b="b" l="l" r="r" t="t"/>
              <a:pathLst>
                <a:path extrusionOk="0" h="1115" w="1255">
                  <a:moveTo>
                    <a:pt x="627" y="0"/>
                  </a:moveTo>
                  <a:cubicBezTo>
                    <a:pt x="503" y="0"/>
                    <a:pt x="378" y="42"/>
                    <a:pt x="274" y="127"/>
                  </a:cubicBezTo>
                  <a:cubicBezTo>
                    <a:pt x="37" y="321"/>
                    <a:pt x="0" y="673"/>
                    <a:pt x="196" y="911"/>
                  </a:cubicBezTo>
                  <a:cubicBezTo>
                    <a:pt x="305" y="1045"/>
                    <a:pt x="465" y="1115"/>
                    <a:pt x="627" y="1115"/>
                  </a:cubicBezTo>
                  <a:cubicBezTo>
                    <a:pt x="751" y="1115"/>
                    <a:pt x="876" y="1074"/>
                    <a:pt x="980" y="990"/>
                  </a:cubicBezTo>
                  <a:cubicBezTo>
                    <a:pt x="1218" y="794"/>
                    <a:pt x="1254" y="444"/>
                    <a:pt x="1058" y="206"/>
                  </a:cubicBezTo>
                  <a:cubicBezTo>
                    <a:pt x="948" y="70"/>
                    <a:pt x="788" y="0"/>
                    <a:pt x="6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26"/>
            <p:cNvSpPr/>
            <p:nvPr/>
          </p:nvSpPr>
          <p:spPr>
            <a:xfrm>
              <a:off x="3367981" y="1275032"/>
              <a:ext cx="61527" cy="115856"/>
            </a:xfrm>
            <a:custGeom>
              <a:rect b="b" l="l" r="r" t="t"/>
              <a:pathLst>
                <a:path extrusionOk="0" h="4459" w="2368">
                  <a:moveTo>
                    <a:pt x="1740" y="1"/>
                  </a:moveTo>
                  <a:cubicBezTo>
                    <a:pt x="1507" y="1"/>
                    <a:pt x="1290" y="150"/>
                    <a:pt x="1212" y="383"/>
                  </a:cubicBezTo>
                  <a:lnTo>
                    <a:pt x="97" y="3727"/>
                  </a:lnTo>
                  <a:cubicBezTo>
                    <a:pt x="0" y="4017"/>
                    <a:pt x="157" y="4334"/>
                    <a:pt x="450" y="4430"/>
                  </a:cubicBezTo>
                  <a:cubicBezTo>
                    <a:pt x="510" y="4451"/>
                    <a:pt x="567" y="4459"/>
                    <a:pt x="627" y="4459"/>
                  </a:cubicBezTo>
                  <a:cubicBezTo>
                    <a:pt x="860" y="4459"/>
                    <a:pt x="1077" y="4313"/>
                    <a:pt x="1155" y="4080"/>
                  </a:cubicBezTo>
                  <a:lnTo>
                    <a:pt x="2271" y="736"/>
                  </a:lnTo>
                  <a:cubicBezTo>
                    <a:pt x="2367" y="443"/>
                    <a:pt x="2210" y="127"/>
                    <a:pt x="1918" y="31"/>
                  </a:cubicBezTo>
                  <a:cubicBezTo>
                    <a:pt x="1859" y="11"/>
                    <a:pt x="1799" y="1"/>
                    <a:pt x="1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26"/>
            <p:cNvSpPr/>
            <p:nvPr/>
          </p:nvSpPr>
          <p:spPr>
            <a:xfrm>
              <a:off x="3266961" y="1275136"/>
              <a:ext cx="75453" cy="115752"/>
            </a:xfrm>
            <a:custGeom>
              <a:rect b="b" l="l" r="r" t="t"/>
              <a:pathLst>
                <a:path extrusionOk="0" h="4455" w="2904">
                  <a:moveTo>
                    <a:pt x="2290" y="1"/>
                  </a:moveTo>
                  <a:cubicBezTo>
                    <a:pt x="2141" y="1"/>
                    <a:pt x="1991" y="58"/>
                    <a:pt x="1879" y="170"/>
                  </a:cubicBezTo>
                  <a:lnTo>
                    <a:pt x="220" y="1832"/>
                  </a:lnTo>
                  <a:cubicBezTo>
                    <a:pt x="1" y="2051"/>
                    <a:pt x="1" y="2404"/>
                    <a:pt x="220" y="2621"/>
                  </a:cubicBezTo>
                  <a:lnTo>
                    <a:pt x="1892" y="4293"/>
                  </a:lnTo>
                  <a:cubicBezTo>
                    <a:pt x="1999" y="4403"/>
                    <a:pt x="2143" y="4455"/>
                    <a:pt x="2284" y="4455"/>
                  </a:cubicBezTo>
                  <a:cubicBezTo>
                    <a:pt x="2428" y="4455"/>
                    <a:pt x="2571" y="4403"/>
                    <a:pt x="2679" y="4293"/>
                  </a:cubicBezTo>
                  <a:cubicBezTo>
                    <a:pt x="2898" y="4076"/>
                    <a:pt x="2898" y="3723"/>
                    <a:pt x="2679" y="3504"/>
                  </a:cubicBezTo>
                  <a:lnTo>
                    <a:pt x="1597" y="2422"/>
                  </a:lnTo>
                  <a:cubicBezTo>
                    <a:pt x="1490" y="2315"/>
                    <a:pt x="1490" y="2138"/>
                    <a:pt x="1597" y="2030"/>
                  </a:cubicBezTo>
                  <a:lnTo>
                    <a:pt x="2679" y="949"/>
                  </a:lnTo>
                  <a:cubicBezTo>
                    <a:pt x="2903" y="724"/>
                    <a:pt x="2895" y="358"/>
                    <a:pt x="2660" y="141"/>
                  </a:cubicBezTo>
                  <a:cubicBezTo>
                    <a:pt x="2556" y="47"/>
                    <a:pt x="2423" y="1"/>
                    <a:pt x="22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26"/>
            <p:cNvSpPr/>
            <p:nvPr/>
          </p:nvSpPr>
          <p:spPr>
            <a:xfrm>
              <a:off x="3455075" y="1275136"/>
              <a:ext cx="75427" cy="115778"/>
            </a:xfrm>
            <a:custGeom>
              <a:rect b="b" l="l" r="r" t="t"/>
              <a:pathLst>
                <a:path extrusionOk="0" h="4456" w="2903">
                  <a:moveTo>
                    <a:pt x="619" y="0"/>
                  </a:moveTo>
                  <a:cubicBezTo>
                    <a:pt x="476" y="0"/>
                    <a:pt x="335" y="55"/>
                    <a:pt x="225" y="165"/>
                  </a:cubicBezTo>
                  <a:cubicBezTo>
                    <a:pt x="8" y="382"/>
                    <a:pt x="8" y="735"/>
                    <a:pt x="225" y="951"/>
                  </a:cubicBezTo>
                  <a:lnTo>
                    <a:pt x="1307" y="2033"/>
                  </a:lnTo>
                  <a:cubicBezTo>
                    <a:pt x="1414" y="2143"/>
                    <a:pt x="1414" y="2318"/>
                    <a:pt x="1307" y="2428"/>
                  </a:cubicBezTo>
                  <a:lnTo>
                    <a:pt x="225" y="3509"/>
                  </a:lnTo>
                  <a:cubicBezTo>
                    <a:pt x="0" y="3731"/>
                    <a:pt x="8" y="4100"/>
                    <a:pt x="243" y="4314"/>
                  </a:cubicBezTo>
                  <a:cubicBezTo>
                    <a:pt x="348" y="4410"/>
                    <a:pt x="480" y="4456"/>
                    <a:pt x="612" y="4456"/>
                  </a:cubicBezTo>
                  <a:cubicBezTo>
                    <a:pt x="762" y="4456"/>
                    <a:pt x="912" y="4397"/>
                    <a:pt x="1024" y="4285"/>
                  </a:cubicBezTo>
                  <a:lnTo>
                    <a:pt x="2686" y="2623"/>
                  </a:lnTo>
                  <a:cubicBezTo>
                    <a:pt x="2903" y="2407"/>
                    <a:pt x="2903" y="2054"/>
                    <a:pt x="2686" y="1837"/>
                  </a:cubicBezTo>
                  <a:lnTo>
                    <a:pt x="1014" y="165"/>
                  </a:lnTo>
                  <a:cubicBezTo>
                    <a:pt x="904" y="55"/>
                    <a:pt x="761" y="0"/>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26"/>
            <p:cNvSpPr/>
            <p:nvPr/>
          </p:nvSpPr>
          <p:spPr>
            <a:xfrm>
              <a:off x="3181505" y="1441579"/>
              <a:ext cx="434479" cy="43469"/>
            </a:xfrm>
            <a:custGeom>
              <a:rect b="b" l="l" r="r" t="t"/>
              <a:pathLst>
                <a:path extrusionOk="0" h="1673" w="16722">
                  <a:moveTo>
                    <a:pt x="0" y="1"/>
                  </a:moveTo>
                  <a:lnTo>
                    <a:pt x="0" y="557"/>
                  </a:lnTo>
                  <a:cubicBezTo>
                    <a:pt x="0" y="1174"/>
                    <a:pt x="499" y="1673"/>
                    <a:pt x="1116" y="1673"/>
                  </a:cubicBezTo>
                  <a:lnTo>
                    <a:pt x="15606" y="1673"/>
                  </a:lnTo>
                  <a:cubicBezTo>
                    <a:pt x="16222" y="1673"/>
                    <a:pt x="16721" y="1174"/>
                    <a:pt x="16721" y="557"/>
                  </a:cubicBezTo>
                  <a:lnTo>
                    <a:pt x="167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26"/>
            <p:cNvSpPr/>
            <p:nvPr/>
          </p:nvSpPr>
          <p:spPr>
            <a:xfrm>
              <a:off x="3566877" y="1441579"/>
              <a:ext cx="49107" cy="43469"/>
            </a:xfrm>
            <a:custGeom>
              <a:rect b="b" l="l" r="r" t="t"/>
              <a:pathLst>
                <a:path extrusionOk="0" h="1673" w="1890">
                  <a:moveTo>
                    <a:pt x="1116" y="1"/>
                  </a:moveTo>
                  <a:lnTo>
                    <a:pt x="1116" y="557"/>
                  </a:lnTo>
                  <a:cubicBezTo>
                    <a:pt x="1116" y="1174"/>
                    <a:pt x="617" y="1673"/>
                    <a:pt x="0" y="1673"/>
                  </a:cubicBezTo>
                  <a:lnTo>
                    <a:pt x="774" y="1673"/>
                  </a:lnTo>
                  <a:cubicBezTo>
                    <a:pt x="1390" y="1673"/>
                    <a:pt x="1889" y="1174"/>
                    <a:pt x="1889" y="557"/>
                  </a:cubicBezTo>
                  <a:lnTo>
                    <a:pt x="1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126"/>
          <p:cNvGrpSpPr/>
          <p:nvPr/>
        </p:nvGrpSpPr>
        <p:grpSpPr>
          <a:xfrm>
            <a:off x="3967865" y="1137454"/>
            <a:ext cx="434479" cy="434479"/>
            <a:chOff x="3967865" y="1137454"/>
            <a:chExt cx="434479" cy="434479"/>
          </a:xfrm>
        </p:grpSpPr>
        <p:sp>
          <p:nvSpPr>
            <p:cNvPr id="10604" name="Google Shape;10604;p126"/>
            <p:cNvSpPr/>
            <p:nvPr/>
          </p:nvSpPr>
          <p:spPr>
            <a:xfrm>
              <a:off x="3982182" y="1211868"/>
              <a:ext cx="52433" cy="135577"/>
            </a:xfrm>
            <a:custGeom>
              <a:rect b="b" l="l" r="r" t="t"/>
              <a:pathLst>
                <a:path extrusionOk="0" h="5218" w="2018">
                  <a:moveTo>
                    <a:pt x="1226" y="0"/>
                  </a:moveTo>
                  <a:lnTo>
                    <a:pt x="280" y="1069"/>
                  </a:lnTo>
                  <a:cubicBezTo>
                    <a:pt x="100" y="1273"/>
                    <a:pt x="0" y="1534"/>
                    <a:pt x="0" y="1808"/>
                  </a:cubicBezTo>
                  <a:lnTo>
                    <a:pt x="0" y="5218"/>
                  </a:lnTo>
                  <a:lnTo>
                    <a:pt x="1113" y="5218"/>
                  </a:lnTo>
                  <a:lnTo>
                    <a:pt x="1113" y="2020"/>
                  </a:lnTo>
                  <a:cubicBezTo>
                    <a:pt x="1113" y="1882"/>
                    <a:pt x="1163" y="1751"/>
                    <a:pt x="1254" y="1649"/>
                  </a:cubicBezTo>
                  <a:lnTo>
                    <a:pt x="2017" y="789"/>
                  </a:lnTo>
                  <a:lnTo>
                    <a:pt x="1780" y="155"/>
                  </a:lnTo>
                  <a:lnTo>
                    <a:pt x="12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26"/>
            <p:cNvSpPr/>
            <p:nvPr/>
          </p:nvSpPr>
          <p:spPr>
            <a:xfrm>
              <a:off x="4087255" y="1218987"/>
              <a:ext cx="52303" cy="54096"/>
            </a:xfrm>
            <a:custGeom>
              <a:rect b="b" l="l" r="r" t="t"/>
              <a:pathLst>
                <a:path extrusionOk="0" h="2082" w="2013">
                  <a:moveTo>
                    <a:pt x="586" y="1"/>
                  </a:moveTo>
                  <a:lnTo>
                    <a:pt x="1" y="1756"/>
                  </a:lnTo>
                  <a:cubicBezTo>
                    <a:pt x="218" y="1973"/>
                    <a:pt x="503" y="2082"/>
                    <a:pt x="788" y="2082"/>
                  </a:cubicBezTo>
                  <a:cubicBezTo>
                    <a:pt x="1074" y="2082"/>
                    <a:pt x="1359" y="1973"/>
                    <a:pt x="1576" y="1756"/>
                  </a:cubicBezTo>
                  <a:cubicBezTo>
                    <a:pt x="2013" y="1320"/>
                    <a:pt x="2013" y="615"/>
                    <a:pt x="1576" y="178"/>
                  </a:cubicBezTo>
                  <a:lnTo>
                    <a:pt x="5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26"/>
            <p:cNvSpPr/>
            <p:nvPr/>
          </p:nvSpPr>
          <p:spPr>
            <a:xfrm>
              <a:off x="4097856" y="1218987"/>
              <a:ext cx="41702" cy="54122"/>
            </a:xfrm>
            <a:custGeom>
              <a:rect b="b" l="l" r="r" t="t"/>
              <a:pathLst>
                <a:path extrusionOk="0" h="2083" w="1605">
                  <a:moveTo>
                    <a:pt x="178" y="1"/>
                  </a:moveTo>
                  <a:lnTo>
                    <a:pt x="134" y="129"/>
                  </a:lnTo>
                  <a:lnTo>
                    <a:pt x="408" y="178"/>
                  </a:lnTo>
                  <a:cubicBezTo>
                    <a:pt x="844" y="615"/>
                    <a:pt x="844" y="1320"/>
                    <a:pt x="408" y="1756"/>
                  </a:cubicBezTo>
                  <a:cubicBezTo>
                    <a:pt x="290" y="1874"/>
                    <a:pt x="149" y="1960"/>
                    <a:pt x="0" y="2015"/>
                  </a:cubicBezTo>
                  <a:cubicBezTo>
                    <a:pt x="124" y="2060"/>
                    <a:pt x="253" y="2082"/>
                    <a:pt x="382" y="2082"/>
                  </a:cubicBezTo>
                  <a:cubicBezTo>
                    <a:pt x="667" y="2082"/>
                    <a:pt x="951" y="1974"/>
                    <a:pt x="1168" y="1756"/>
                  </a:cubicBezTo>
                  <a:cubicBezTo>
                    <a:pt x="1605" y="1320"/>
                    <a:pt x="1605" y="615"/>
                    <a:pt x="1168" y="178"/>
                  </a:cubicBezTo>
                  <a:lnTo>
                    <a:pt x="1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26"/>
            <p:cNvSpPr/>
            <p:nvPr/>
          </p:nvSpPr>
          <p:spPr>
            <a:xfrm>
              <a:off x="3999694" y="1137454"/>
              <a:ext cx="108087" cy="106684"/>
            </a:xfrm>
            <a:custGeom>
              <a:rect b="b" l="l" r="r" t="t"/>
              <a:pathLst>
                <a:path extrusionOk="0" h="4106" w="4160">
                  <a:moveTo>
                    <a:pt x="2188" y="0"/>
                  </a:moveTo>
                  <a:cubicBezTo>
                    <a:pt x="2046" y="0"/>
                    <a:pt x="1902" y="55"/>
                    <a:pt x="1793" y="163"/>
                  </a:cubicBezTo>
                  <a:lnTo>
                    <a:pt x="217" y="1741"/>
                  </a:lnTo>
                  <a:cubicBezTo>
                    <a:pt x="0" y="1958"/>
                    <a:pt x="0" y="2311"/>
                    <a:pt x="217" y="2530"/>
                  </a:cubicBezTo>
                  <a:lnTo>
                    <a:pt x="1793" y="4105"/>
                  </a:lnTo>
                  <a:lnTo>
                    <a:pt x="3292" y="3400"/>
                  </a:lnTo>
                  <a:lnTo>
                    <a:pt x="4160" y="1741"/>
                  </a:lnTo>
                  <a:lnTo>
                    <a:pt x="2582" y="163"/>
                  </a:lnTo>
                  <a:cubicBezTo>
                    <a:pt x="2473" y="55"/>
                    <a:pt x="2331" y="0"/>
                    <a:pt x="2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26"/>
            <p:cNvSpPr/>
            <p:nvPr/>
          </p:nvSpPr>
          <p:spPr>
            <a:xfrm>
              <a:off x="4035004" y="1174168"/>
              <a:ext cx="121650" cy="118142"/>
            </a:xfrm>
            <a:custGeom>
              <a:rect b="b" l="l" r="r" t="t"/>
              <a:pathLst>
                <a:path extrusionOk="0" h="4547" w="4682">
                  <a:moveTo>
                    <a:pt x="3588" y="1"/>
                  </a:moveTo>
                  <a:cubicBezTo>
                    <a:pt x="3302" y="1"/>
                    <a:pt x="3018" y="110"/>
                    <a:pt x="2801" y="328"/>
                  </a:cubicBezTo>
                  <a:lnTo>
                    <a:pt x="434" y="2692"/>
                  </a:lnTo>
                  <a:cubicBezTo>
                    <a:pt x="0" y="3129"/>
                    <a:pt x="0" y="3834"/>
                    <a:pt x="434" y="4268"/>
                  </a:cubicBezTo>
                  <a:lnTo>
                    <a:pt x="632" y="4466"/>
                  </a:lnTo>
                  <a:cubicBezTo>
                    <a:pt x="687" y="4520"/>
                    <a:pt x="758" y="4547"/>
                    <a:pt x="830" y="4547"/>
                  </a:cubicBezTo>
                  <a:cubicBezTo>
                    <a:pt x="901" y="4547"/>
                    <a:pt x="972" y="4520"/>
                    <a:pt x="1027" y="4466"/>
                  </a:cubicBezTo>
                  <a:lnTo>
                    <a:pt x="4572" y="918"/>
                  </a:lnTo>
                  <a:cubicBezTo>
                    <a:pt x="4682" y="809"/>
                    <a:pt x="4682" y="634"/>
                    <a:pt x="4572" y="524"/>
                  </a:cubicBezTo>
                  <a:lnTo>
                    <a:pt x="4376" y="328"/>
                  </a:lnTo>
                  <a:cubicBezTo>
                    <a:pt x="4158" y="110"/>
                    <a:pt x="3873" y="1"/>
                    <a:pt x="35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26"/>
            <p:cNvSpPr/>
            <p:nvPr/>
          </p:nvSpPr>
          <p:spPr>
            <a:xfrm>
              <a:off x="4046462" y="1174194"/>
              <a:ext cx="110192" cy="118116"/>
            </a:xfrm>
            <a:custGeom>
              <a:rect b="b" l="l" r="r" t="t"/>
              <a:pathLst>
                <a:path extrusionOk="0" h="4546" w="4241">
                  <a:moveTo>
                    <a:pt x="3146" y="0"/>
                  </a:moveTo>
                  <a:cubicBezTo>
                    <a:pt x="3015" y="0"/>
                    <a:pt x="2884" y="23"/>
                    <a:pt x="2760" y="68"/>
                  </a:cubicBezTo>
                  <a:cubicBezTo>
                    <a:pt x="2906" y="123"/>
                    <a:pt x="3044" y="209"/>
                    <a:pt x="3162" y="327"/>
                  </a:cubicBezTo>
                  <a:lnTo>
                    <a:pt x="3358" y="523"/>
                  </a:lnTo>
                  <a:cubicBezTo>
                    <a:pt x="3468" y="633"/>
                    <a:pt x="3468" y="810"/>
                    <a:pt x="3358" y="917"/>
                  </a:cubicBezTo>
                  <a:lnTo>
                    <a:pt x="1" y="4275"/>
                  </a:lnTo>
                  <a:lnTo>
                    <a:pt x="191" y="4465"/>
                  </a:lnTo>
                  <a:cubicBezTo>
                    <a:pt x="246" y="4519"/>
                    <a:pt x="317" y="4546"/>
                    <a:pt x="389" y="4546"/>
                  </a:cubicBezTo>
                  <a:cubicBezTo>
                    <a:pt x="460" y="4546"/>
                    <a:pt x="531" y="4519"/>
                    <a:pt x="586" y="4465"/>
                  </a:cubicBezTo>
                  <a:lnTo>
                    <a:pt x="4131" y="917"/>
                  </a:lnTo>
                  <a:cubicBezTo>
                    <a:pt x="4241" y="810"/>
                    <a:pt x="4241" y="633"/>
                    <a:pt x="4131" y="523"/>
                  </a:cubicBezTo>
                  <a:lnTo>
                    <a:pt x="3935" y="327"/>
                  </a:lnTo>
                  <a:cubicBezTo>
                    <a:pt x="3717" y="108"/>
                    <a:pt x="3432" y="0"/>
                    <a:pt x="31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26"/>
            <p:cNvSpPr/>
            <p:nvPr/>
          </p:nvSpPr>
          <p:spPr>
            <a:xfrm>
              <a:off x="4127112" y="1267808"/>
              <a:ext cx="130354" cy="79636"/>
            </a:xfrm>
            <a:custGeom>
              <a:rect b="b" l="l" r="r" t="t"/>
              <a:pathLst>
                <a:path extrusionOk="0" h="3065" w="5017">
                  <a:moveTo>
                    <a:pt x="1045" y="0"/>
                  </a:moveTo>
                  <a:cubicBezTo>
                    <a:pt x="468" y="0"/>
                    <a:pt x="0" y="468"/>
                    <a:pt x="0" y="1045"/>
                  </a:cubicBezTo>
                  <a:lnTo>
                    <a:pt x="0" y="3065"/>
                  </a:lnTo>
                  <a:lnTo>
                    <a:pt x="5017" y="3065"/>
                  </a:lnTo>
                  <a:lnTo>
                    <a:pt x="5017" y="1045"/>
                  </a:lnTo>
                  <a:cubicBezTo>
                    <a:pt x="5017" y="468"/>
                    <a:pt x="4549" y="0"/>
                    <a:pt x="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26"/>
            <p:cNvSpPr/>
            <p:nvPr/>
          </p:nvSpPr>
          <p:spPr>
            <a:xfrm>
              <a:off x="4209373" y="1267808"/>
              <a:ext cx="48094" cy="79636"/>
            </a:xfrm>
            <a:custGeom>
              <a:rect b="b" l="l" r="r" t="t"/>
              <a:pathLst>
                <a:path extrusionOk="0" h="3065" w="1851">
                  <a:moveTo>
                    <a:pt x="1" y="0"/>
                  </a:moveTo>
                  <a:cubicBezTo>
                    <a:pt x="597" y="0"/>
                    <a:pt x="1077" y="484"/>
                    <a:pt x="1077" y="1077"/>
                  </a:cubicBezTo>
                  <a:lnTo>
                    <a:pt x="1077" y="3065"/>
                  </a:lnTo>
                  <a:lnTo>
                    <a:pt x="1851" y="3065"/>
                  </a:lnTo>
                  <a:lnTo>
                    <a:pt x="1851" y="1077"/>
                  </a:lnTo>
                  <a:cubicBezTo>
                    <a:pt x="1851" y="484"/>
                    <a:pt x="1370"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26"/>
            <p:cNvSpPr/>
            <p:nvPr/>
          </p:nvSpPr>
          <p:spPr>
            <a:xfrm>
              <a:off x="4127112" y="1496013"/>
              <a:ext cx="28996" cy="49185"/>
            </a:xfrm>
            <a:custGeom>
              <a:rect b="b" l="l" r="r" t="t"/>
              <a:pathLst>
                <a:path extrusionOk="0" h="1893" w="1116">
                  <a:moveTo>
                    <a:pt x="0" y="1"/>
                  </a:moveTo>
                  <a:lnTo>
                    <a:pt x="0" y="1537"/>
                  </a:lnTo>
                  <a:cubicBezTo>
                    <a:pt x="0" y="1686"/>
                    <a:pt x="121" y="1806"/>
                    <a:pt x="269" y="1806"/>
                  </a:cubicBezTo>
                  <a:lnTo>
                    <a:pt x="269" y="1892"/>
                  </a:lnTo>
                  <a:lnTo>
                    <a:pt x="847" y="1892"/>
                  </a:lnTo>
                  <a:lnTo>
                    <a:pt x="847" y="1806"/>
                  </a:lnTo>
                  <a:cubicBezTo>
                    <a:pt x="996" y="1806"/>
                    <a:pt x="1116" y="1686"/>
                    <a:pt x="1116" y="1537"/>
                  </a:cubicBezTo>
                  <a:lnTo>
                    <a:pt x="11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26"/>
            <p:cNvSpPr/>
            <p:nvPr/>
          </p:nvSpPr>
          <p:spPr>
            <a:xfrm>
              <a:off x="4228522" y="1496013"/>
              <a:ext cx="28945" cy="49185"/>
            </a:xfrm>
            <a:custGeom>
              <a:rect b="b" l="l" r="r" t="t"/>
              <a:pathLst>
                <a:path extrusionOk="0" h="1893" w="1114">
                  <a:moveTo>
                    <a:pt x="1" y="1"/>
                  </a:moveTo>
                  <a:lnTo>
                    <a:pt x="1" y="1537"/>
                  </a:lnTo>
                  <a:cubicBezTo>
                    <a:pt x="1" y="1686"/>
                    <a:pt x="121" y="1806"/>
                    <a:pt x="270" y="1806"/>
                  </a:cubicBezTo>
                  <a:lnTo>
                    <a:pt x="270" y="1892"/>
                  </a:lnTo>
                  <a:lnTo>
                    <a:pt x="845" y="1892"/>
                  </a:lnTo>
                  <a:lnTo>
                    <a:pt x="845" y="1806"/>
                  </a:lnTo>
                  <a:cubicBezTo>
                    <a:pt x="993" y="1806"/>
                    <a:pt x="1114" y="1686"/>
                    <a:pt x="1114" y="1537"/>
                  </a:cubicBezTo>
                  <a:lnTo>
                    <a:pt x="11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26"/>
            <p:cNvSpPr/>
            <p:nvPr/>
          </p:nvSpPr>
          <p:spPr>
            <a:xfrm>
              <a:off x="4019856" y="1356876"/>
              <a:ext cx="330419" cy="142644"/>
            </a:xfrm>
            <a:custGeom>
              <a:rect b="b" l="l" r="r" t="t"/>
              <a:pathLst>
                <a:path extrusionOk="0" h="5490" w="12717">
                  <a:moveTo>
                    <a:pt x="0" y="0"/>
                  </a:moveTo>
                  <a:lnTo>
                    <a:pt x="0" y="5489"/>
                  </a:lnTo>
                  <a:lnTo>
                    <a:pt x="12716" y="5489"/>
                  </a:lnTo>
                  <a:lnTo>
                    <a:pt x="127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26"/>
            <p:cNvSpPr/>
            <p:nvPr/>
          </p:nvSpPr>
          <p:spPr>
            <a:xfrm>
              <a:off x="4286437" y="1253336"/>
              <a:ext cx="86911" cy="31465"/>
            </a:xfrm>
            <a:custGeom>
              <a:rect b="b" l="l" r="r" t="t"/>
              <a:pathLst>
                <a:path extrusionOk="0" h="1211" w="3345">
                  <a:moveTo>
                    <a:pt x="269" y="1"/>
                  </a:moveTo>
                  <a:cubicBezTo>
                    <a:pt x="120" y="1"/>
                    <a:pt x="0" y="121"/>
                    <a:pt x="0" y="270"/>
                  </a:cubicBezTo>
                  <a:lnTo>
                    <a:pt x="0" y="845"/>
                  </a:lnTo>
                  <a:cubicBezTo>
                    <a:pt x="0" y="994"/>
                    <a:pt x="120" y="1114"/>
                    <a:pt x="269" y="1114"/>
                  </a:cubicBezTo>
                  <a:lnTo>
                    <a:pt x="1385" y="1114"/>
                  </a:lnTo>
                  <a:lnTo>
                    <a:pt x="1385" y="1210"/>
                  </a:lnTo>
                  <a:lnTo>
                    <a:pt x="3075" y="1210"/>
                  </a:lnTo>
                  <a:lnTo>
                    <a:pt x="3075" y="1114"/>
                  </a:lnTo>
                  <a:cubicBezTo>
                    <a:pt x="3224" y="1114"/>
                    <a:pt x="3344" y="994"/>
                    <a:pt x="3344" y="845"/>
                  </a:cubicBezTo>
                  <a:lnTo>
                    <a:pt x="3344" y="270"/>
                  </a:lnTo>
                  <a:cubicBezTo>
                    <a:pt x="3344" y="121"/>
                    <a:pt x="3224" y="1"/>
                    <a:pt x="3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26"/>
            <p:cNvSpPr/>
            <p:nvPr/>
          </p:nvSpPr>
          <p:spPr>
            <a:xfrm>
              <a:off x="4346248" y="1253336"/>
              <a:ext cx="27100" cy="28945"/>
            </a:xfrm>
            <a:custGeom>
              <a:rect b="b" l="l" r="r" t="t"/>
              <a:pathLst>
                <a:path extrusionOk="0" h="1114" w="1043">
                  <a:moveTo>
                    <a:pt x="0" y="1"/>
                  </a:moveTo>
                  <a:cubicBezTo>
                    <a:pt x="146" y="1"/>
                    <a:pt x="269" y="121"/>
                    <a:pt x="269" y="270"/>
                  </a:cubicBezTo>
                  <a:lnTo>
                    <a:pt x="269" y="845"/>
                  </a:lnTo>
                  <a:cubicBezTo>
                    <a:pt x="269" y="994"/>
                    <a:pt x="146" y="1114"/>
                    <a:pt x="0" y="1114"/>
                  </a:cubicBezTo>
                  <a:lnTo>
                    <a:pt x="773" y="1114"/>
                  </a:lnTo>
                  <a:cubicBezTo>
                    <a:pt x="922" y="1114"/>
                    <a:pt x="1042" y="994"/>
                    <a:pt x="1042" y="845"/>
                  </a:cubicBezTo>
                  <a:lnTo>
                    <a:pt x="1042" y="270"/>
                  </a:lnTo>
                  <a:cubicBezTo>
                    <a:pt x="1042" y="121"/>
                    <a:pt x="922" y="1"/>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26"/>
            <p:cNvSpPr/>
            <p:nvPr/>
          </p:nvSpPr>
          <p:spPr>
            <a:xfrm>
              <a:off x="4300883" y="1308471"/>
              <a:ext cx="86911" cy="33206"/>
            </a:xfrm>
            <a:custGeom>
              <a:rect b="b" l="l" r="r" t="t"/>
              <a:pathLst>
                <a:path extrusionOk="0" h="1278" w="3345">
                  <a:moveTo>
                    <a:pt x="829" y="0"/>
                  </a:moveTo>
                  <a:lnTo>
                    <a:pt x="829" y="107"/>
                  </a:lnTo>
                  <a:lnTo>
                    <a:pt x="270" y="107"/>
                  </a:lnTo>
                  <a:cubicBezTo>
                    <a:pt x="121" y="107"/>
                    <a:pt x="1" y="228"/>
                    <a:pt x="1" y="376"/>
                  </a:cubicBezTo>
                  <a:lnTo>
                    <a:pt x="1" y="954"/>
                  </a:lnTo>
                  <a:cubicBezTo>
                    <a:pt x="1" y="1103"/>
                    <a:pt x="121" y="1223"/>
                    <a:pt x="270" y="1223"/>
                  </a:cubicBezTo>
                  <a:lnTo>
                    <a:pt x="270" y="1278"/>
                  </a:lnTo>
                  <a:lnTo>
                    <a:pt x="3076" y="1278"/>
                  </a:lnTo>
                  <a:lnTo>
                    <a:pt x="3076" y="1223"/>
                  </a:lnTo>
                  <a:cubicBezTo>
                    <a:pt x="3225" y="1223"/>
                    <a:pt x="3345" y="1103"/>
                    <a:pt x="3345" y="954"/>
                  </a:cubicBezTo>
                  <a:lnTo>
                    <a:pt x="3345" y="376"/>
                  </a:lnTo>
                  <a:cubicBezTo>
                    <a:pt x="3345" y="228"/>
                    <a:pt x="3225" y="107"/>
                    <a:pt x="3076" y="107"/>
                  </a:cubicBezTo>
                  <a:lnTo>
                    <a:pt x="307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26"/>
            <p:cNvSpPr/>
            <p:nvPr/>
          </p:nvSpPr>
          <p:spPr>
            <a:xfrm>
              <a:off x="4360695" y="1311251"/>
              <a:ext cx="27100" cy="28996"/>
            </a:xfrm>
            <a:custGeom>
              <a:rect b="b" l="l" r="r" t="t"/>
              <a:pathLst>
                <a:path extrusionOk="0" h="1116" w="1043">
                  <a:moveTo>
                    <a:pt x="0" y="0"/>
                  </a:moveTo>
                  <a:cubicBezTo>
                    <a:pt x="149" y="0"/>
                    <a:pt x="270" y="121"/>
                    <a:pt x="270" y="269"/>
                  </a:cubicBezTo>
                  <a:lnTo>
                    <a:pt x="270" y="847"/>
                  </a:lnTo>
                  <a:cubicBezTo>
                    <a:pt x="270" y="996"/>
                    <a:pt x="149" y="1116"/>
                    <a:pt x="0" y="1116"/>
                  </a:cubicBezTo>
                  <a:lnTo>
                    <a:pt x="774" y="1116"/>
                  </a:lnTo>
                  <a:cubicBezTo>
                    <a:pt x="923" y="1116"/>
                    <a:pt x="1043" y="993"/>
                    <a:pt x="1043" y="847"/>
                  </a:cubicBezTo>
                  <a:lnTo>
                    <a:pt x="1043" y="269"/>
                  </a:lnTo>
                  <a:cubicBezTo>
                    <a:pt x="1043" y="121"/>
                    <a:pt x="923"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26"/>
            <p:cNvSpPr/>
            <p:nvPr/>
          </p:nvSpPr>
          <p:spPr>
            <a:xfrm>
              <a:off x="4315407" y="1282255"/>
              <a:ext cx="86937" cy="29022"/>
            </a:xfrm>
            <a:custGeom>
              <a:rect b="b" l="l" r="r" t="t"/>
              <a:pathLst>
                <a:path extrusionOk="0" h="1117" w="3346">
                  <a:moveTo>
                    <a:pt x="262" y="1"/>
                  </a:moveTo>
                  <a:cubicBezTo>
                    <a:pt x="116" y="1"/>
                    <a:pt x="1" y="118"/>
                    <a:pt x="1" y="262"/>
                  </a:cubicBezTo>
                  <a:lnTo>
                    <a:pt x="1" y="855"/>
                  </a:lnTo>
                  <a:cubicBezTo>
                    <a:pt x="1" y="999"/>
                    <a:pt x="116" y="1116"/>
                    <a:pt x="262" y="1116"/>
                  </a:cubicBezTo>
                  <a:lnTo>
                    <a:pt x="3084" y="1116"/>
                  </a:lnTo>
                  <a:cubicBezTo>
                    <a:pt x="3227" y="1116"/>
                    <a:pt x="3345" y="999"/>
                    <a:pt x="3345" y="855"/>
                  </a:cubicBezTo>
                  <a:lnTo>
                    <a:pt x="3345" y="262"/>
                  </a:lnTo>
                  <a:cubicBezTo>
                    <a:pt x="3345" y="118"/>
                    <a:pt x="3227" y="1"/>
                    <a:pt x="30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26"/>
            <p:cNvSpPr/>
            <p:nvPr/>
          </p:nvSpPr>
          <p:spPr>
            <a:xfrm>
              <a:off x="4375141" y="1282255"/>
              <a:ext cx="27204" cy="29022"/>
            </a:xfrm>
            <a:custGeom>
              <a:rect b="b" l="l" r="r" t="t"/>
              <a:pathLst>
                <a:path extrusionOk="0" h="1117" w="1047">
                  <a:moveTo>
                    <a:pt x="1" y="1"/>
                  </a:moveTo>
                  <a:cubicBezTo>
                    <a:pt x="150" y="1"/>
                    <a:pt x="270" y="121"/>
                    <a:pt x="270" y="270"/>
                  </a:cubicBezTo>
                  <a:lnTo>
                    <a:pt x="270" y="847"/>
                  </a:lnTo>
                  <a:cubicBezTo>
                    <a:pt x="270" y="996"/>
                    <a:pt x="150" y="1116"/>
                    <a:pt x="1" y="1116"/>
                  </a:cubicBezTo>
                  <a:lnTo>
                    <a:pt x="774" y="1116"/>
                  </a:lnTo>
                  <a:cubicBezTo>
                    <a:pt x="923" y="1116"/>
                    <a:pt x="1046" y="996"/>
                    <a:pt x="1046" y="847"/>
                  </a:cubicBezTo>
                  <a:lnTo>
                    <a:pt x="1046" y="270"/>
                  </a:lnTo>
                  <a:cubicBezTo>
                    <a:pt x="1046" y="121"/>
                    <a:pt x="923"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26"/>
            <p:cNvSpPr/>
            <p:nvPr/>
          </p:nvSpPr>
          <p:spPr>
            <a:xfrm>
              <a:off x="4344326" y="1364126"/>
              <a:ext cx="43469" cy="185203"/>
            </a:xfrm>
            <a:custGeom>
              <a:rect b="b" l="l" r="r" t="t"/>
              <a:pathLst>
                <a:path extrusionOk="0" h="7128" w="1673">
                  <a:moveTo>
                    <a:pt x="1" y="1"/>
                  </a:moveTo>
                  <a:lnTo>
                    <a:pt x="1" y="6613"/>
                  </a:lnTo>
                  <a:cubicBezTo>
                    <a:pt x="1" y="6762"/>
                    <a:pt x="121" y="6882"/>
                    <a:pt x="270" y="6882"/>
                  </a:cubicBezTo>
                  <a:lnTo>
                    <a:pt x="270" y="7128"/>
                  </a:lnTo>
                  <a:lnTo>
                    <a:pt x="1404" y="7128"/>
                  </a:lnTo>
                  <a:lnTo>
                    <a:pt x="1404" y="6882"/>
                  </a:lnTo>
                  <a:cubicBezTo>
                    <a:pt x="1553" y="6882"/>
                    <a:pt x="1673" y="6762"/>
                    <a:pt x="1673" y="6613"/>
                  </a:cubicBezTo>
                  <a:lnTo>
                    <a:pt x="16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26"/>
            <p:cNvSpPr/>
            <p:nvPr/>
          </p:nvSpPr>
          <p:spPr>
            <a:xfrm>
              <a:off x="4360695" y="1364126"/>
              <a:ext cx="27100" cy="178838"/>
            </a:xfrm>
            <a:custGeom>
              <a:rect b="b" l="l" r="r" t="t"/>
              <a:pathLst>
                <a:path extrusionOk="0" h="6883" w="1043">
                  <a:moveTo>
                    <a:pt x="270" y="1"/>
                  </a:moveTo>
                  <a:lnTo>
                    <a:pt x="270" y="6613"/>
                  </a:lnTo>
                  <a:cubicBezTo>
                    <a:pt x="270" y="6762"/>
                    <a:pt x="149" y="6882"/>
                    <a:pt x="0" y="6882"/>
                  </a:cubicBezTo>
                  <a:lnTo>
                    <a:pt x="774" y="6882"/>
                  </a:lnTo>
                  <a:cubicBezTo>
                    <a:pt x="923" y="6882"/>
                    <a:pt x="1043" y="6762"/>
                    <a:pt x="1043" y="6613"/>
                  </a:cubicBezTo>
                  <a:lnTo>
                    <a:pt x="10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26"/>
            <p:cNvSpPr/>
            <p:nvPr/>
          </p:nvSpPr>
          <p:spPr>
            <a:xfrm>
              <a:off x="3982311" y="1364126"/>
              <a:ext cx="43469" cy="185203"/>
            </a:xfrm>
            <a:custGeom>
              <a:rect b="b" l="l" r="r" t="t"/>
              <a:pathLst>
                <a:path extrusionOk="0" h="7128" w="1673">
                  <a:moveTo>
                    <a:pt x="1" y="1"/>
                  </a:moveTo>
                  <a:lnTo>
                    <a:pt x="1" y="6613"/>
                  </a:lnTo>
                  <a:cubicBezTo>
                    <a:pt x="1" y="6762"/>
                    <a:pt x="121" y="6882"/>
                    <a:pt x="270" y="6882"/>
                  </a:cubicBezTo>
                  <a:lnTo>
                    <a:pt x="270" y="7128"/>
                  </a:lnTo>
                  <a:lnTo>
                    <a:pt x="1404" y="7128"/>
                  </a:lnTo>
                  <a:lnTo>
                    <a:pt x="1404" y="6882"/>
                  </a:lnTo>
                  <a:cubicBezTo>
                    <a:pt x="1553" y="6882"/>
                    <a:pt x="1673" y="6762"/>
                    <a:pt x="1673" y="6613"/>
                  </a:cubicBezTo>
                  <a:lnTo>
                    <a:pt x="16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26"/>
            <p:cNvSpPr/>
            <p:nvPr/>
          </p:nvSpPr>
          <p:spPr>
            <a:xfrm>
              <a:off x="3998680" y="1364126"/>
              <a:ext cx="27100" cy="178838"/>
            </a:xfrm>
            <a:custGeom>
              <a:rect b="b" l="l" r="r" t="t"/>
              <a:pathLst>
                <a:path extrusionOk="0" h="6883" w="1043">
                  <a:moveTo>
                    <a:pt x="269" y="1"/>
                  </a:moveTo>
                  <a:lnTo>
                    <a:pt x="269" y="6613"/>
                  </a:lnTo>
                  <a:cubicBezTo>
                    <a:pt x="269" y="6762"/>
                    <a:pt x="149" y="6882"/>
                    <a:pt x="0" y="6882"/>
                  </a:cubicBezTo>
                  <a:lnTo>
                    <a:pt x="774" y="6882"/>
                  </a:lnTo>
                  <a:cubicBezTo>
                    <a:pt x="923" y="6882"/>
                    <a:pt x="1043" y="6762"/>
                    <a:pt x="1043" y="6613"/>
                  </a:cubicBezTo>
                  <a:lnTo>
                    <a:pt x="10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26"/>
            <p:cNvSpPr/>
            <p:nvPr/>
          </p:nvSpPr>
          <p:spPr>
            <a:xfrm>
              <a:off x="3967865" y="1340222"/>
              <a:ext cx="434479" cy="28945"/>
            </a:xfrm>
            <a:custGeom>
              <a:rect b="b" l="l" r="r" t="t"/>
              <a:pathLst>
                <a:path extrusionOk="0" h="1114" w="16722">
                  <a:moveTo>
                    <a:pt x="261" y="1"/>
                  </a:moveTo>
                  <a:cubicBezTo>
                    <a:pt x="115" y="1"/>
                    <a:pt x="0" y="116"/>
                    <a:pt x="0" y="262"/>
                  </a:cubicBezTo>
                  <a:lnTo>
                    <a:pt x="0" y="853"/>
                  </a:lnTo>
                  <a:cubicBezTo>
                    <a:pt x="0" y="999"/>
                    <a:pt x="115" y="1114"/>
                    <a:pt x="261" y="1114"/>
                  </a:cubicBezTo>
                  <a:lnTo>
                    <a:pt x="16460" y="1114"/>
                  </a:lnTo>
                  <a:cubicBezTo>
                    <a:pt x="16603" y="1114"/>
                    <a:pt x="16721" y="999"/>
                    <a:pt x="16721" y="853"/>
                  </a:cubicBezTo>
                  <a:lnTo>
                    <a:pt x="16721" y="262"/>
                  </a:lnTo>
                  <a:cubicBezTo>
                    <a:pt x="16721" y="116"/>
                    <a:pt x="16603" y="1"/>
                    <a:pt x="164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26"/>
            <p:cNvSpPr/>
            <p:nvPr/>
          </p:nvSpPr>
          <p:spPr>
            <a:xfrm>
              <a:off x="4375141" y="1340222"/>
              <a:ext cx="27204" cy="28945"/>
            </a:xfrm>
            <a:custGeom>
              <a:rect b="b" l="l" r="r" t="t"/>
              <a:pathLst>
                <a:path extrusionOk="0" h="1114" w="1047">
                  <a:moveTo>
                    <a:pt x="1" y="1"/>
                  </a:moveTo>
                  <a:cubicBezTo>
                    <a:pt x="150" y="1"/>
                    <a:pt x="270" y="121"/>
                    <a:pt x="270" y="270"/>
                  </a:cubicBezTo>
                  <a:lnTo>
                    <a:pt x="270" y="845"/>
                  </a:lnTo>
                  <a:cubicBezTo>
                    <a:pt x="270" y="994"/>
                    <a:pt x="150" y="1114"/>
                    <a:pt x="1" y="1114"/>
                  </a:cubicBezTo>
                  <a:lnTo>
                    <a:pt x="777" y="1114"/>
                  </a:lnTo>
                  <a:cubicBezTo>
                    <a:pt x="923" y="1114"/>
                    <a:pt x="1046" y="994"/>
                    <a:pt x="1046" y="845"/>
                  </a:cubicBezTo>
                  <a:lnTo>
                    <a:pt x="1046" y="270"/>
                  </a:lnTo>
                  <a:cubicBezTo>
                    <a:pt x="1046" y="121"/>
                    <a:pt x="923" y="1"/>
                    <a:pt x="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26"/>
            <p:cNvSpPr/>
            <p:nvPr/>
          </p:nvSpPr>
          <p:spPr>
            <a:xfrm>
              <a:off x="3967865" y="1542937"/>
              <a:ext cx="434479" cy="28996"/>
            </a:xfrm>
            <a:custGeom>
              <a:rect b="b" l="l" r="r" t="t"/>
              <a:pathLst>
                <a:path extrusionOk="0" h="1116" w="16722">
                  <a:moveTo>
                    <a:pt x="261" y="0"/>
                  </a:moveTo>
                  <a:cubicBezTo>
                    <a:pt x="115" y="0"/>
                    <a:pt x="0" y="118"/>
                    <a:pt x="0" y="261"/>
                  </a:cubicBezTo>
                  <a:lnTo>
                    <a:pt x="0" y="855"/>
                  </a:lnTo>
                  <a:cubicBezTo>
                    <a:pt x="0" y="998"/>
                    <a:pt x="115" y="1116"/>
                    <a:pt x="261" y="1116"/>
                  </a:cubicBezTo>
                  <a:lnTo>
                    <a:pt x="16460" y="1116"/>
                  </a:lnTo>
                  <a:cubicBezTo>
                    <a:pt x="16603" y="1116"/>
                    <a:pt x="16721" y="998"/>
                    <a:pt x="16721" y="855"/>
                  </a:cubicBezTo>
                  <a:lnTo>
                    <a:pt x="16721" y="261"/>
                  </a:lnTo>
                  <a:cubicBezTo>
                    <a:pt x="16721" y="118"/>
                    <a:pt x="16603" y="0"/>
                    <a:pt x="164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26"/>
            <p:cNvSpPr/>
            <p:nvPr/>
          </p:nvSpPr>
          <p:spPr>
            <a:xfrm>
              <a:off x="4119915" y="1398137"/>
              <a:ext cx="130354" cy="43469"/>
            </a:xfrm>
            <a:custGeom>
              <a:rect b="b" l="l" r="r" t="t"/>
              <a:pathLst>
                <a:path extrusionOk="0" h="1673" w="5017">
                  <a:moveTo>
                    <a:pt x="262" y="0"/>
                  </a:moveTo>
                  <a:cubicBezTo>
                    <a:pt x="115" y="0"/>
                    <a:pt x="0" y="118"/>
                    <a:pt x="0" y="262"/>
                  </a:cubicBezTo>
                  <a:lnTo>
                    <a:pt x="0" y="1411"/>
                  </a:lnTo>
                  <a:cubicBezTo>
                    <a:pt x="0" y="1555"/>
                    <a:pt x="115" y="1673"/>
                    <a:pt x="262" y="1673"/>
                  </a:cubicBezTo>
                  <a:lnTo>
                    <a:pt x="4755" y="1673"/>
                  </a:lnTo>
                  <a:cubicBezTo>
                    <a:pt x="4899" y="1673"/>
                    <a:pt x="5017" y="1555"/>
                    <a:pt x="5017" y="1411"/>
                  </a:cubicBezTo>
                  <a:lnTo>
                    <a:pt x="5017" y="262"/>
                  </a:lnTo>
                  <a:cubicBezTo>
                    <a:pt x="5017" y="118"/>
                    <a:pt x="4899" y="0"/>
                    <a:pt x="47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26"/>
            <p:cNvSpPr/>
            <p:nvPr/>
          </p:nvSpPr>
          <p:spPr>
            <a:xfrm>
              <a:off x="4375141" y="1542937"/>
              <a:ext cx="27204" cy="28996"/>
            </a:xfrm>
            <a:custGeom>
              <a:rect b="b" l="l" r="r" t="t"/>
              <a:pathLst>
                <a:path extrusionOk="0" h="1116" w="1047">
                  <a:moveTo>
                    <a:pt x="1" y="0"/>
                  </a:moveTo>
                  <a:cubicBezTo>
                    <a:pt x="150" y="0"/>
                    <a:pt x="270" y="120"/>
                    <a:pt x="270" y="269"/>
                  </a:cubicBezTo>
                  <a:lnTo>
                    <a:pt x="270" y="847"/>
                  </a:lnTo>
                  <a:cubicBezTo>
                    <a:pt x="270" y="996"/>
                    <a:pt x="150" y="1116"/>
                    <a:pt x="1" y="1116"/>
                  </a:cubicBezTo>
                  <a:lnTo>
                    <a:pt x="777" y="1116"/>
                  </a:lnTo>
                  <a:cubicBezTo>
                    <a:pt x="923" y="1116"/>
                    <a:pt x="1046" y="996"/>
                    <a:pt x="1046" y="847"/>
                  </a:cubicBezTo>
                  <a:lnTo>
                    <a:pt x="1046" y="269"/>
                  </a:lnTo>
                  <a:cubicBezTo>
                    <a:pt x="1046" y="120"/>
                    <a:pt x="923" y="0"/>
                    <a:pt x="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26"/>
            <p:cNvSpPr/>
            <p:nvPr/>
          </p:nvSpPr>
          <p:spPr>
            <a:xfrm>
              <a:off x="4223091" y="1398137"/>
              <a:ext cx="27178" cy="43469"/>
            </a:xfrm>
            <a:custGeom>
              <a:rect b="b" l="l" r="r" t="t"/>
              <a:pathLst>
                <a:path extrusionOk="0" h="1673" w="1046">
                  <a:moveTo>
                    <a:pt x="1" y="0"/>
                  </a:moveTo>
                  <a:cubicBezTo>
                    <a:pt x="150" y="0"/>
                    <a:pt x="270" y="121"/>
                    <a:pt x="270" y="270"/>
                  </a:cubicBezTo>
                  <a:lnTo>
                    <a:pt x="270" y="1403"/>
                  </a:lnTo>
                  <a:cubicBezTo>
                    <a:pt x="270" y="1552"/>
                    <a:pt x="150" y="1673"/>
                    <a:pt x="1" y="1673"/>
                  </a:cubicBezTo>
                  <a:lnTo>
                    <a:pt x="777" y="1673"/>
                  </a:lnTo>
                  <a:cubicBezTo>
                    <a:pt x="923" y="1673"/>
                    <a:pt x="1046" y="1552"/>
                    <a:pt x="1046" y="1403"/>
                  </a:cubicBezTo>
                  <a:lnTo>
                    <a:pt x="1046" y="270"/>
                  </a:lnTo>
                  <a:cubicBezTo>
                    <a:pt x="1046" y="121"/>
                    <a:pt x="923" y="0"/>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126"/>
          <p:cNvGrpSpPr/>
          <p:nvPr/>
        </p:nvGrpSpPr>
        <p:grpSpPr>
          <a:xfrm>
            <a:off x="4753472" y="1137480"/>
            <a:ext cx="434479" cy="434453"/>
            <a:chOff x="4753472" y="1137480"/>
            <a:chExt cx="434479" cy="434453"/>
          </a:xfrm>
        </p:grpSpPr>
        <p:sp>
          <p:nvSpPr>
            <p:cNvPr id="10632" name="Google Shape;10632;p126"/>
            <p:cNvSpPr/>
            <p:nvPr/>
          </p:nvSpPr>
          <p:spPr>
            <a:xfrm>
              <a:off x="5137208" y="1151927"/>
              <a:ext cx="29022" cy="376564"/>
            </a:xfrm>
            <a:custGeom>
              <a:rect b="b" l="l" r="r" t="t"/>
              <a:pathLst>
                <a:path extrusionOk="0" h="14493" w="1117">
                  <a:moveTo>
                    <a:pt x="1" y="0"/>
                  </a:moveTo>
                  <a:lnTo>
                    <a:pt x="1" y="14493"/>
                  </a:lnTo>
                  <a:lnTo>
                    <a:pt x="1116" y="14493"/>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26"/>
            <p:cNvSpPr/>
            <p:nvPr/>
          </p:nvSpPr>
          <p:spPr>
            <a:xfrm>
              <a:off x="5146094" y="1151927"/>
              <a:ext cx="20136" cy="376564"/>
            </a:xfrm>
            <a:custGeom>
              <a:rect b="b" l="l" r="r" t="t"/>
              <a:pathLst>
                <a:path extrusionOk="0" h="14493" w="775">
                  <a:moveTo>
                    <a:pt x="1" y="0"/>
                  </a:moveTo>
                  <a:lnTo>
                    <a:pt x="1" y="14493"/>
                  </a:lnTo>
                  <a:lnTo>
                    <a:pt x="774" y="14493"/>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26"/>
            <p:cNvSpPr/>
            <p:nvPr/>
          </p:nvSpPr>
          <p:spPr>
            <a:xfrm>
              <a:off x="5137208" y="1478449"/>
              <a:ext cx="29022" cy="13199"/>
            </a:xfrm>
            <a:custGeom>
              <a:rect b="b" l="l" r="r" t="t"/>
              <a:pathLst>
                <a:path extrusionOk="0" h="508" w="1117">
                  <a:moveTo>
                    <a:pt x="1" y="0"/>
                  </a:moveTo>
                  <a:lnTo>
                    <a:pt x="1" y="507"/>
                  </a:lnTo>
                  <a:lnTo>
                    <a:pt x="1116" y="507"/>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26"/>
            <p:cNvSpPr/>
            <p:nvPr/>
          </p:nvSpPr>
          <p:spPr>
            <a:xfrm>
              <a:off x="4775193" y="1151927"/>
              <a:ext cx="28996" cy="376564"/>
            </a:xfrm>
            <a:custGeom>
              <a:rect b="b" l="l" r="r" t="t"/>
              <a:pathLst>
                <a:path extrusionOk="0" h="14493" w="1116">
                  <a:moveTo>
                    <a:pt x="0" y="0"/>
                  </a:moveTo>
                  <a:lnTo>
                    <a:pt x="0" y="14493"/>
                  </a:lnTo>
                  <a:lnTo>
                    <a:pt x="1116" y="14493"/>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26"/>
            <p:cNvSpPr/>
            <p:nvPr/>
          </p:nvSpPr>
          <p:spPr>
            <a:xfrm>
              <a:off x="4784001" y="1151927"/>
              <a:ext cx="20188" cy="376564"/>
            </a:xfrm>
            <a:custGeom>
              <a:rect b="b" l="l" r="r" t="t"/>
              <a:pathLst>
                <a:path extrusionOk="0" h="14493" w="777">
                  <a:moveTo>
                    <a:pt x="1" y="0"/>
                  </a:moveTo>
                  <a:lnTo>
                    <a:pt x="1" y="14493"/>
                  </a:lnTo>
                  <a:lnTo>
                    <a:pt x="777" y="14493"/>
                  </a:lnTo>
                  <a:lnTo>
                    <a:pt x="77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26"/>
            <p:cNvSpPr/>
            <p:nvPr/>
          </p:nvSpPr>
          <p:spPr>
            <a:xfrm>
              <a:off x="4775193" y="1478449"/>
              <a:ext cx="28996" cy="13199"/>
            </a:xfrm>
            <a:custGeom>
              <a:rect b="b" l="l" r="r" t="t"/>
              <a:pathLst>
                <a:path extrusionOk="0" h="508" w="1116">
                  <a:moveTo>
                    <a:pt x="0" y="0"/>
                  </a:moveTo>
                  <a:lnTo>
                    <a:pt x="0" y="507"/>
                  </a:lnTo>
                  <a:lnTo>
                    <a:pt x="1116" y="507"/>
                  </a:lnTo>
                  <a:lnTo>
                    <a:pt x="11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26"/>
            <p:cNvSpPr/>
            <p:nvPr/>
          </p:nvSpPr>
          <p:spPr>
            <a:xfrm>
              <a:off x="4767918" y="1514019"/>
              <a:ext cx="405561" cy="33362"/>
            </a:xfrm>
            <a:custGeom>
              <a:rect b="b" l="l" r="r" t="t"/>
              <a:pathLst>
                <a:path extrusionOk="0" h="1284" w="15609">
                  <a:moveTo>
                    <a:pt x="270" y="0"/>
                  </a:moveTo>
                  <a:cubicBezTo>
                    <a:pt x="121" y="0"/>
                    <a:pt x="1" y="120"/>
                    <a:pt x="1" y="269"/>
                  </a:cubicBezTo>
                  <a:lnTo>
                    <a:pt x="1" y="1283"/>
                  </a:lnTo>
                  <a:lnTo>
                    <a:pt x="15609" y="1283"/>
                  </a:lnTo>
                  <a:lnTo>
                    <a:pt x="15609" y="269"/>
                  </a:lnTo>
                  <a:cubicBezTo>
                    <a:pt x="15609" y="120"/>
                    <a:pt x="15488" y="0"/>
                    <a:pt x="15340" y="0"/>
                  </a:cubicBezTo>
                  <a:lnTo>
                    <a:pt x="8920" y="0"/>
                  </a:lnTo>
                  <a:lnTo>
                    <a:pt x="7805" y="557"/>
                  </a:lnTo>
                  <a:lnTo>
                    <a:pt x="66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26"/>
            <p:cNvSpPr/>
            <p:nvPr/>
          </p:nvSpPr>
          <p:spPr>
            <a:xfrm>
              <a:off x="4941715" y="1514019"/>
              <a:ext cx="57993" cy="33362"/>
            </a:xfrm>
            <a:custGeom>
              <a:rect b="b" l="l" r="r" t="t"/>
              <a:pathLst>
                <a:path extrusionOk="0" h="1284" w="2232">
                  <a:moveTo>
                    <a:pt x="0" y="0"/>
                  </a:moveTo>
                  <a:lnTo>
                    <a:pt x="0" y="1283"/>
                  </a:lnTo>
                  <a:lnTo>
                    <a:pt x="2231" y="1283"/>
                  </a:lnTo>
                  <a:lnTo>
                    <a:pt x="22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26"/>
            <p:cNvSpPr/>
            <p:nvPr/>
          </p:nvSpPr>
          <p:spPr>
            <a:xfrm>
              <a:off x="4855505" y="1188848"/>
              <a:ext cx="13121" cy="172446"/>
            </a:xfrm>
            <a:custGeom>
              <a:rect b="b" l="l" r="r" t="t"/>
              <a:pathLst>
                <a:path extrusionOk="0" h="6637" w="505">
                  <a:moveTo>
                    <a:pt x="253" y="1"/>
                  </a:moveTo>
                  <a:cubicBezTo>
                    <a:pt x="115" y="1"/>
                    <a:pt x="0" y="113"/>
                    <a:pt x="0" y="252"/>
                  </a:cubicBezTo>
                  <a:lnTo>
                    <a:pt x="0" y="6383"/>
                  </a:lnTo>
                  <a:cubicBezTo>
                    <a:pt x="0" y="6522"/>
                    <a:pt x="115" y="6637"/>
                    <a:pt x="253" y="6637"/>
                  </a:cubicBezTo>
                  <a:cubicBezTo>
                    <a:pt x="392" y="6637"/>
                    <a:pt x="504" y="6522"/>
                    <a:pt x="504" y="6383"/>
                  </a:cubicBezTo>
                  <a:lnTo>
                    <a:pt x="504" y="252"/>
                  </a:lnTo>
                  <a:cubicBezTo>
                    <a:pt x="504" y="113"/>
                    <a:pt x="392"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26"/>
            <p:cNvSpPr/>
            <p:nvPr/>
          </p:nvSpPr>
          <p:spPr>
            <a:xfrm>
              <a:off x="4913472" y="1188848"/>
              <a:ext cx="13121" cy="172446"/>
            </a:xfrm>
            <a:custGeom>
              <a:rect b="b" l="l" r="r" t="t"/>
              <a:pathLst>
                <a:path extrusionOk="0" h="6637" w="505">
                  <a:moveTo>
                    <a:pt x="251" y="1"/>
                  </a:moveTo>
                  <a:cubicBezTo>
                    <a:pt x="113" y="1"/>
                    <a:pt x="0" y="113"/>
                    <a:pt x="0" y="252"/>
                  </a:cubicBezTo>
                  <a:lnTo>
                    <a:pt x="0" y="6383"/>
                  </a:lnTo>
                  <a:cubicBezTo>
                    <a:pt x="0" y="6522"/>
                    <a:pt x="113" y="6637"/>
                    <a:pt x="251" y="6637"/>
                  </a:cubicBezTo>
                  <a:cubicBezTo>
                    <a:pt x="392" y="6637"/>
                    <a:pt x="504" y="6522"/>
                    <a:pt x="504" y="6383"/>
                  </a:cubicBezTo>
                  <a:lnTo>
                    <a:pt x="504" y="252"/>
                  </a:lnTo>
                  <a:cubicBezTo>
                    <a:pt x="504" y="113"/>
                    <a:pt x="392"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26"/>
            <p:cNvSpPr/>
            <p:nvPr/>
          </p:nvSpPr>
          <p:spPr>
            <a:xfrm>
              <a:off x="4971361" y="1188848"/>
              <a:ext cx="13147" cy="172446"/>
            </a:xfrm>
            <a:custGeom>
              <a:rect b="b" l="l" r="r" t="t"/>
              <a:pathLst>
                <a:path extrusionOk="0" h="6637" w="506">
                  <a:moveTo>
                    <a:pt x="254" y="1"/>
                  </a:moveTo>
                  <a:cubicBezTo>
                    <a:pt x="113" y="1"/>
                    <a:pt x="1" y="113"/>
                    <a:pt x="1" y="252"/>
                  </a:cubicBezTo>
                  <a:lnTo>
                    <a:pt x="1" y="6383"/>
                  </a:lnTo>
                  <a:cubicBezTo>
                    <a:pt x="1" y="6522"/>
                    <a:pt x="113" y="6637"/>
                    <a:pt x="254" y="6637"/>
                  </a:cubicBezTo>
                  <a:cubicBezTo>
                    <a:pt x="393" y="6637"/>
                    <a:pt x="505" y="6522"/>
                    <a:pt x="505" y="6383"/>
                  </a:cubicBezTo>
                  <a:lnTo>
                    <a:pt x="505" y="252"/>
                  </a:lnTo>
                  <a:cubicBezTo>
                    <a:pt x="505" y="113"/>
                    <a:pt x="393" y="1"/>
                    <a:pt x="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26"/>
            <p:cNvSpPr/>
            <p:nvPr/>
          </p:nvSpPr>
          <p:spPr>
            <a:xfrm>
              <a:off x="5028393" y="1188822"/>
              <a:ext cx="52095" cy="158623"/>
            </a:xfrm>
            <a:custGeom>
              <a:rect b="b" l="l" r="r" t="t"/>
              <a:pathLst>
                <a:path extrusionOk="0" h="6105" w="2005">
                  <a:moveTo>
                    <a:pt x="280" y="1"/>
                  </a:moveTo>
                  <a:cubicBezTo>
                    <a:pt x="258" y="1"/>
                    <a:pt x="236" y="4"/>
                    <a:pt x="215" y="10"/>
                  </a:cubicBezTo>
                  <a:cubicBezTo>
                    <a:pt x="81" y="44"/>
                    <a:pt x="0" y="182"/>
                    <a:pt x="34" y="318"/>
                  </a:cubicBezTo>
                  <a:lnTo>
                    <a:pt x="1482" y="5914"/>
                  </a:lnTo>
                  <a:cubicBezTo>
                    <a:pt x="1511" y="6029"/>
                    <a:pt x="1615" y="6105"/>
                    <a:pt x="1727" y="6105"/>
                  </a:cubicBezTo>
                  <a:cubicBezTo>
                    <a:pt x="1748" y="6105"/>
                    <a:pt x="1769" y="6102"/>
                    <a:pt x="1790" y="6097"/>
                  </a:cubicBezTo>
                  <a:cubicBezTo>
                    <a:pt x="1923" y="6060"/>
                    <a:pt x="2004" y="5925"/>
                    <a:pt x="1970" y="5789"/>
                  </a:cubicBezTo>
                  <a:lnTo>
                    <a:pt x="523" y="190"/>
                  </a:lnTo>
                  <a:cubicBezTo>
                    <a:pt x="494" y="78"/>
                    <a:pt x="392" y="1"/>
                    <a:pt x="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26"/>
            <p:cNvSpPr/>
            <p:nvPr/>
          </p:nvSpPr>
          <p:spPr>
            <a:xfrm>
              <a:off x="4847607" y="1162034"/>
              <a:ext cx="28945" cy="33362"/>
            </a:xfrm>
            <a:custGeom>
              <a:rect b="b" l="l" r="r" t="t"/>
              <a:pathLst>
                <a:path extrusionOk="0" h="1284" w="1114">
                  <a:moveTo>
                    <a:pt x="1" y="1"/>
                  </a:moveTo>
                  <a:lnTo>
                    <a:pt x="1" y="1022"/>
                  </a:lnTo>
                  <a:cubicBezTo>
                    <a:pt x="1" y="1169"/>
                    <a:pt x="116" y="1284"/>
                    <a:pt x="262" y="1284"/>
                  </a:cubicBezTo>
                  <a:lnTo>
                    <a:pt x="853" y="1284"/>
                  </a:lnTo>
                  <a:cubicBezTo>
                    <a:pt x="999" y="1284"/>
                    <a:pt x="1114" y="1169"/>
                    <a:pt x="1114" y="1022"/>
                  </a:cubicBezTo>
                  <a:lnTo>
                    <a:pt x="11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26"/>
            <p:cNvSpPr/>
            <p:nvPr/>
          </p:nvSpPr>
          <p:spPr>
            <a:xfrm>
              <a:off x="4905522" y="1162034"/>
              <a:ext cx="29022" cy="33362"/>
            </a:xfrm>
            <a:custGeom>
              <a:rect b="b" l="l" r="r" t="t"/>
              <a:pathLst>
                <a:path extrusionOk="0" h="1284" w="1117">
                  <a:moveTo>
                    <a:pt x="1" y="1"/>
                  </a:moveTo>
                  <a:lnTo>
                    <a:pt x="1" y="1022"/>
                  </a:lnTo>
                  <a:cubicBezTo>
                    <a:pt x="1" y="1169"/>
                    <a:pt x="118" y="1284"/>
                    <a:pt x="262" y="1284"/>
                  </a:cubicBezTo>
                  <a:lnTo>
                    <a:pt x="855" y="1284"/>
                  </a:lnTo>
                  <a:cubicBezTo>
                    <a:pt x="999" y="1284"/>
                    <a:pt x="1116" y="1169"/>
                    <a:pt x="1116" y="1022"/>
                  </a:cubicBez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26"/>
            <p:cNvSpPr/>
            <p:nvPr/>
          </p:nvSpPr>
          <p:spPr>
            <a:xfrm>
              <a:off x="4963437" y="1162034"/>
              <a:ext cx="28996" cy="33362"/>
            </a:xfrm>
            <a:custGeom>
              <a:rect b="b" l="l" r="r" t="t"/>
              <a:pathLst>
                <a:path extrusionOk="0" h="1284" w="1116">
                  <a:moveTo>
                    <a:pt x="0" y="1"/>
                  </a:moveTo>
                  <a:lnTo>
                    <a:pt x="0" y="1022"/>
                  </a:lnTo>
                  <a:cubicBezTo>
                    <a:pt x="0" y="1169"/>
                    <a:pt x="118" y="1284"/>
                    <a:pt x="261" y="1284"/>
                  </a:cubicBezTo>
                  <a:lnTo>
                    <a:pt x="854" y="1284"/>
                  </a:lnTo>
                  <a:cubicBezTo>
                    <a:pt x="998" y="1284"/>
                    <a:pt x="1116" y="1169"/>
                    <a:pt x="1116" y="1022"/>
                  </a:cubicBez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26"/>
            <p:cNvSpPr/>
            <p:nvPr/>
          </p:nvSpPr>
          <p:spPr>
            <a:xfrm>
              <a:off x="5021404" y="1162034"/>
              <a:ext cx="28945" cy="33362"/>
            </a:xfrm>
            <a:custGeom>
              <a:rect b="b" l="l" r="r" t="t"/>
              <a:pathLst>
                <a:path extrusionOk="0" h="1284" w="1114">
                  <a:moveTo>
                    <a:pt x="0" y="1"/>
                  </a:moveTo>
                  <a:lnTo>
                    <a:pt x="0" y="1022"/>
                  </a:lnTo>
                  <a:cubicBezTo>
                    <a:pt x="0" y="1169"/>
                    <a:pt x="115" y="1284"/>
                    <a:pt x="262" y="1284"/>
                  </a:cubicBezTo>
                  <a:lnTo>
                    <a:pt x="852" y="1284"/>
                  </a:lnTo>
                  <a:cubicBezTo>
                    <a:pt x="998" y="1284"/>
                    <a:pt x="1113" y="1169"/>
                    <a:pt x="1113" y="1022"/>
                  </a:cubicBezTo>
                  <a:lnTo>
                    <a:pt x="11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26"/>
            <p:cNvSpPr/>
            <p:nvPr/>
          </p:nvSpPr>
          <p:spPr>
            <a:xfrm>
              <a:off x="4831316" y="1354850"/>
              <a:ext cx="61475" cy="57915"/>
            </a:xfrm>
            <a:custGeom>
              <a:rect b="b" l="l" r="r" t="t"/>
              <a:pathLst>
                <a:path extrusionOk="0" h="2229" w="2366">
                  <a:moveTo>
                    <a:pt x="1178" y="1"/>
                  </a:moveTo>
                  <a:cubicBezTo>
                    <a:pt x="627" y="1"/>
                    <a:pt x="147" y="413"/>
                    <a:pt x="77" y="977"/>
                  </a:cubicBezTo>
                  <a:cubicBezTo>
                    <a:pt x="1" y="1588"/>
                    <a:pt x="435" y="2145"/>
                    <a:pt x="1043" y="2220"/>
                  </a:cubicBezTo>
                  <a:cubicBezTo>
                    <a:pt x="1090" y="2226"/>
                    <a:pt x="1137" y="2229"/>
                    <a:pt x="1183" y="2229"/>
                  </a:cubicBezTo>
                  <a:cubicBezTo>
                    <a:pt x="1738" y="2229"/>
                    <a:pt x="2220" y="1818"/>
                    <a:pt x="2290" y="1254"/>
                  </a:cubicBezTo>
                  <a:cubicBezTo>
                    <a:pt x="2365" y="642"/>
                    <a:pt x="1932" y="86"/>
                    <a:pt x="1320" y="10"/>
                  </a:cubicBezTo>
                  <a:cubicBezTo>
                    <a:pt x="1273" y="4"/>
                    <a:pt x="1225" y="1"/>
                    <a:pt x="1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26"/>
            <p:cNvSpPr/>
            <p:nvPr/>
          </p:nvSpPr>
          <p:spPr>
            <a:xfrm>
              <a:off x="4888139" y="1354668"/>
              <a:ext cx="63631" cy="57967"/>
            </a:xfrm>
            <a:custGeom>
              <a:rect b="b" l="l" r="r" t="t"/>
              <a:pathLst>
                <a:path extrusionOk="0" h="2231" w="2449">
                  <a:moveTo>
                    <a:pt x="1226" y="1"/>
                  </a:moveTo>
                  <a:cubicBezTo>
                    <a:pt x="941" y="1"/>
                    <a:pt x="655" y="110"/>
                    <a:pt x="437" y="328"/>
                  </a:cubicBezTo>
                  <a:cubicBezTo>
                    <a:pt x="1" y="764"/>
                    <a:pt x="1" y="1470"/>
                    <a:pt x="437" y="1903"/>
                  </a:cubicBezTo>
                  <a:cubicBezTo>
                    <a:pt x="655" y="2122"/>
                    <a:pt x="941" y="2231"/>
                    <a:pt x="1226" y="2231"/>
                  </a:cubicBezTo>
                  <a:cubicBezTo>
                    <a:pt x="1511" y="2231"/>
                    <a:pt x="1796" y="2122"/>
                    <a:pt x="2012" y="1903"/>
                  </a:cubicBezTo>
                  <a:cubicBezTo>
                    <a:pt x="2449" y="1470"/>
                    <a:pt x="2449" y="764"/>
                    <a:pt x="2012" y="328"/>
                  </a:cubicBezTo>
                  <a:cubicBezTo>
                    <a:pt x="1796" y="110"/>
                    <a:pt x="1511" y="1"/>
                    <a:pt x="12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26"/>
            <p:cNvSpPr/>
            <p:nvPr/>
          </p:nvSpPr>
          <p:spPr>
            <a:xfrm>
              <a:off x="4946522" y="1354772"/>
              <a:ext cx="62618" cy="57915"/>
            </a:xfrm>
            <a:custGeom>
              <a:rect b="b" l="l" r="r" t="t"/>
              <a:pathLst>
                <a:path extrusionOk="0" h="2229" w="2410">
                  <a:moveTo>
                    <a:pt x="1201" y="0"/>
                  </a:moveTo>
                  <a:cubicBezTo>
                    <a:pt x="673" y="0"/>
                    <a:pt x="205" y="378"/>
                    <a:pt x="108" y="917"/>
                  </a:cubicBezTo>
                  <a:cubicBezTo>
                    <a:pt x="1" y="1523"/>
                    <a:pt x="403" y="2103"/>
                    <a:pt x="1009" y="2210"/>
                  </a:cubicBezTo>
                  <a:cubicBezTo>
                    <a:pt x="1076" y="2222"/>
                    <a:pt x="1142" y="2228"/>
                    <a:pt x="1208" y="2228"/>
                  </a:cubicBezTo>
                  <a:cubicBezTo>
                    <a:pt x="1737" y="2228"/>
                    <a:pt x="2205" y="1848"/>
                    <a:pt x="2302" y="1312"/>
                  </a:cubicBezTo>
                  <a:cubicBezTo>
                    <a:pt x="2409" y="705"/>
                    <a:pt x="2007" y="125"/>
                    <a:pt x="1401" y="18"/>
                  </a:cubicBezTo>
                  <a:cubicBezTo>
                    <a:pt x="1334" y="6"/>
                    <a:pt x="1267" y="0"/>
                    <a:pt x="12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26"/>
            <p:cNvSpPr/>
            <p:nvPr/>
          </p:nvSpPr>
          <p:spPr>
            <a:xfrm>
              <a:off x="4967828" y="1354694"/>
              <a:ext cx="39078" cy="57915"/>
            </a:xfrm>
            <a:custGeom>
              <a:rect b="b" l="l" r="r" t="t"/>
              <a:pathLst>
                <a:path extrusionOk="0" h="2229" w="1504">
                  <a:moveTo>
                    <a:pt x="390" y="0"/>
                  </a:moveTo>
                  <a:cubicBezTo>
                    <a:pt x="254" y="0"/>
                    <a:pt x="124" y="24"/>
                    <a:pt x="1" y="68"/>
                  </a:cubicBezTo>
                  <a:cubicBezTo>
                    <a:pt x="427" y="228"/>
                    <a:pt x="730" y="635"/>
                    <a:pt x="730" y="1116"/>
                  </a:cubicBezTo>
                  <a:cubicBezTo>
                    <a:pt x="730" y="1594"/>
                    <a:pt x="427" y="2004"/>
                    <a:pt x="1" y="2161"/>
                  </a:cubicBezTo>
                  <a:cubicBezTo>
                    <a:pt x="124" y="2205"/>
                    <a:pt x="254" y="2229"/>
                    <a:pt x="390" y="2229"/>
                  </a:cubicBezTo>
                  <a:cubicBezTo>
                    <a:pt x="1004" y="2229"/>
                    <a:pt x="1503" y="1730"/>
                    <a:pt x="1503" y="1116"/>
                  </a:cubicBezTo>
                  <a:cubicBezTo>
                    <a:pt x="1503" y="499"/>
                    <a:pt x="1004" y="0"/>
                    <a:pt x="3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26"/>
            <p:cNvSpPr/>
            <p:nvPr/>
          </p:nvSpPr>
          <p:spPr>
            <a:xfrm>
              <a:off x="4909939" y="1354694"/>
              <a:ext cx="39052" cy="57915"/>
            </a:xfrm>
            <a:custGeom>
              <a:rect b="b" l="l" r="r" t="t"/>
              <a:pathLst>
                <a:path extrusionOk="0" h="2229" w="1503">
                  <a:moveTo>
                    <a:pt x="387" y="0"/>
                  </a:moveTo>
                  <a:cubicBezTo>
                    <a:pt x="251" y="0"/>
                    <a:pt x="121" y="24"/>
                    <a:pt x="0" y="68"/>
                  </a:cubicBezTo>
                  <a:cubicBezTo>
                    <a:pt x="426" y="228"/>
                    <a:pt x="729" y="635"/>
                    <a:pt x="729" y="1116"/>
                  </a:cubicBezTo>
                  <a:cubicBezTo>
                    <a:pt x="729" y="1594"/>
                    <a:pt x="426" y="2004"/>
                    <a:pt x="0" y="2161"/>
                  </a:cubicBezTo>
                  <a:cubicBezTo>
                    <a:pt x="121" y="2205"/>
                    <a:pt x="251" y="2229"/>
                    <a:pt x="387" y="2229"/>
                  </a:cubicBezTo>
                  <a:cubicBezTo>
                    <a:pt x="1004" y="2229"/>
                    <a:pt x="1503" y="1730"/>
                    <a:pt x="1503" y="1116"/>
                  </a:cubicBezTo>
                  <a:cubicBezTo>
                    <a:pt x="1503" y="499"/>
                    <a:pt x="1004"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26"/>
            <p:cNvSpPr/>
            <p:nvPr/>
          </p:nvSpPr>
          <p:spPr>
            <a:xfrm>
              <a:off x="4852024" y="1354694"/>
              <a:ext cx="39078" cy="57915"/>
            </a:xfrm>
            <a:custGeom>
              <a:rect b="b" l="l" r="r" t="t"/>
              <a:pathLst>
                <a:path extrusionOk="0" h="2229" w="1504">
                  <a:moveTo>
                    <a:pt x="387" y="0"/>
                  </a:moveTo>
                  <a:cubicBezTo>
                    <a:pt x="252" y="0"/>
                    <a:pt x="121" y="24"/>
                    <a:pt x="1" y="68"/>
                  </a:cubicBezTo>
                  <a:cubicBezTo>
                    <a:pt x="427" y="228"/>
                    <a:pt x="727" y="635"/>
                    <a:pt x="727" y="1116"/>
                  </a:cubicBezTo>
                  <a:cubicBezTo>
                    <a:pt x="727" y="1594"/>
                    <a:pt x="427" y="2004"/>
                    <a:pt x="1" y="2161"/>
                  </a:cubicBezTo>
                  <a:cubicBezTo>
                    <a:pt x="121" y="2205"/>
                    <a:pt x="252" y="2229"/>
                    <a:pt x="387" y="2229"/>
                  </a:cubicBezTo>
                  <a:cubicBezTo>
                    <a:pt x="1004" y="2229"/>
                    <a:pt x="1503" y="1730"/>
                    <a:pt x="1503" y="1116"/>
                  </a:cubicBezTo>
                  <a:cubicBezTo>
                    <a:pt x="1503" y="499"/>
                    <a:pt x="1004"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26"/>
            <p:cNvSpPr/>
            <p:nvPr/>
          </p:nvSpPr>
          <p:spPr>
            <a:xfrm>
              <a:off x="5046659" y="1340196"/>
              <a:ext cx="65788" cy="57993"/>
            </a:xfrm>
            <a:custGeom>
              <a:rect b="b" l="l" r="r" t="t"/>
              <a:pathLst>
                <a:path extrusionOk="0" h="2232" w="2532">
                  <a:moveTo>
                    <a:pt x="1266" y="0"/>
                  </a:moveTo>
                  <a:cubicBezTo>
                    <a:pt x="1042" y="0"/>
                    <a:pt x="815" y="68"/>
                    <a:pt x="619" y="208"/>
                  </a:cubicBezTo>
                  <a:cubicBezTo>
                    <a:pt x="118" y="566"/>
                    <a:pt x="0" y="1264"/>
                    <a:pt x="361" y="1765"/>
                  </a:cubicBezTo>
                  <a:cubicBezTo>
                    <a:pt x="579" y="2069"/>
                    <a:pt x="921" y="2231"/>
                    <a:pt x="1269" y="2231"/>
                  </a:cubicBezTo>
                  <a:cubicBezTo>
                    <a:pt x="1493" y="2231"/>
                    <a:pt x="1719" y="2164"/>
                    <a:pt x="1915" y="2024"/>
                  </a:cubicBezTo>
                  <a:cubicBezTo>
                    <a:pt x="2417" y="1666"/>
                    <a:pt x="2532" y="969"/>
                    <a:pt x="2174" y="467"/>
                  </a:cubicBezTo>
                  <a:cubicBezTo>
                    <a:pt x="1957" y="162"/>
                    <a:pt x="1614" y="0"/>
                    <a:pt x="12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26"/>
            <p:cNvSpPr/>
            <p:nvPr/>
          </p:nvSpPr>
          <p:spPr>
            <a:xfrm>
              <a:off x="5069263" y="1340222"/>
              <a:ext cx="39052" cy="57941"/>
            </a:xfrm>
            <a:custGeom>
              <a:rect b="b" l="l" r="r" t="t"/>
              <a:pathLst>
                <a:path extrusionOk="0" h="2230" w="1503">
                  <a:moveTo>
                    <a:pt x="387" y="1"/>
                  </a:moveTo>
                  <a:cubicBezTo>
                    <a:pt x="251" y="1"/>
                    <a:pt x="120" y="24"/>
                    <a:pt x="0" y="69"/>
                  </a:cubicBezTo>
                  <a:cubicBezTo>
                    <a:pt x="426" y="226"/>
                    <a:pt x="727" y="636"/>
                    <a:pt x="727" y="1114"/>
                  </a:cubicBezTo>
                  <a:cubicBezTo>
                    <a:pt x="727" y="1595"/>
                    <a:pt x="426" y="2002"/>
                    <a:pt x="0" y="2162"/>
                  </a:cubicBezTo>
                  <a:cubicBezTo>
                    <a:pt x="120" y="2206"/>
                    <a:pt x="251" y="2229"/>
                    <a:pt x="387" y="2229"/>
                  </a:cubicBezTo>
                  <a:cubicBezTo>
                    <a:pt x="1004" y="2229"/>
                    <a:pt x="1503" y="1730"/>
                    <a:pt x="1503" y="1114"/>
                  </a:cubicBezTo>
                  <a:cubicBezTo>
                    <a:pt x="1503" y="500"/>
                    <a:pt x="1004" y="1"/>
                    <a:pt x="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26"/>
            <p:cNvSpPr/>
            <p:nvPr/>
          </p:nvSpPr>
          <p:spPr>
            <a:xfrm>
              <a:off x="4753472" y="1137480"/>
              <a:ext cx="434479" cy="28996"/>
            </a:xfrm>
            <a:custGeom>
              <a:rect b="b" l="l" r="r" t="t"/>
              <a:pathLst>
                <a:path extrusionOk="0" h="1116" w="16722">
                  <a:moveTo>
                    <a:pt x="262" y="0"/>
                  </a:moveTo>
                  <a:cubicBezTo>
                    <a:pt x="118" y="0"/>
                    <a:pt x="0" y="118"/>
                    <a:pt x="0" y="261"/>
                  </a:cubicBezTo>
                  <a:lnTo>
                    <a:pt x="0" y="854"/>
                  </a:lnTo>
                  <a:cubicBezTo>
                    <a:pt x="0" y="998"/>
                    <a:pt x="118" y="1116"/>
                    <a:pt x="262" y="1116"/>
                  </a:cubicBezTo>
                  <a:lnTo>
                    <a:pt x="16460" y="1116"/>
                  </a:lnTo>
                  <a:cubicBezTo>
                    <a:pt x="16604" y="1116"/>
                    <a:pt x="16721" y="998"/>
                    <a:pt x="16721" y="854"/>
                  </a:cubicBezTo>
                  <a:lnTo>
                    <a:pt x="16721" y="261"/>
                  </a:lnTo>
                  <a:cubicBezTo>
                    <a:pt x="16721" y="118"/>
                    <a:pt x="16604" y="0"/>
                    <a:pt x="16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26"/>
            <p:cNvSpPr/>
            <p:nvPr/>
          </p:nvSpPr>
          <p:spPr>
            <a:xfrm>
              <a:off x="5160826" y="1137480"/>
              <a:ext cx="27126" cy="28996"/>
            </a:xfrm>
            <a:custGeom>
              <a:rect b="b" l="l" r="r" t="t"/>
              <a:pathLst>
                <a:path extrusionOk="0" h="1116" w="1044">
                  <a:moveTo>
                    <a:pt x="1" y="0"/>
                  </a:moveTo>
                  <a:cubicBezTo>
                    <a:pt x="150" y="0"/>
                    <a:pt x="270" y="120"/>
                    <a:pt x="270" y="269"/>
                  </a:cubicBezTo>
                  <a:lnTo>
                    <a:pt x="270" y="846"/>
                  </a:lnTo>
                  <a:cubicBezTo>
                    <a:pt x="270" y="995"/>
                    <a:pt x="150" y="1116"/>
                    <a:pt x="1" y="1116"/>
                  </a:cubicBezTo>
                  <a:lnTo>
                    <a:pt x="774" y="1116"/>
                  </a:lnTo>
                  <a:cubicBezTo>
                    <a:pt x="923" y="1116"/>
                    <a:pt x="1043" y="995"/>
                    <a:pt x="1043" y="846"/>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26"/>
            <p:cNvSpPr/>
            <p:nvPr/>
          </p:nvSpPr>
          <p:spPr>
            <a:xfrm>
              <a:off x="5146301" y="1514019"/>
              <a:ext cx="27178" cy="33362"/>
            </a:xfrm>
            <a:custGeom>
              <a:rect b="b" l="l" r="r" t="t"/>
              <a:pathLst>
                <a:path extrusionOk="0" h="1284" w="1046">
                  <a:moveTo>
                    <a:pt x="1" y="0"/>
                  </a:moveTo>
                  <a:cubicBezTo>
                    <a:pt x="150" y="0"/>
                    <a:pt x="270" y="120"/>
                    <a:pt x="270" y="269"/>
                  </a:cubicBezTo>
                  <a:lnTo>
                    <a:pt x="270" y="1283"/>
                  </a:lnTo>
                  <a:lnTo>
                    <a:pt x="1046" y="1283"/>
                  </a:lnTo>
                  <a:lnTo>
                    <a:pt x="1046" y="269"/>
                  </a:lnTo>
                  <a:cubicBezTo>
                    <a:pt x="1046" y="120"/>
                    <a:pt x="925"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26"/>
            <p:cNvSpPr/>
            <p:nvPr/>
          </p:nvSpPr>
          <p:spPr>
            <a:xfrm>
              <a:off x="4979520" y="1514019"/>
              <a:ext cx="20188" cy="33362"/>
            </a:xfrm>
            <a:custGeom>
              <a:rect b="b" l="l" r="r" t="t"/>
              <a:pathLst>
                <a:path extrusionOk="0" h="1284" w="777">
                  <a:moveTo>
                    <a:pt x="0" y="0"/>
                  </a:moveTo>
                  <a:lnTo>
                    <a:pt x="0" y="1283"/>
                  </a:lnTo>
                  <a:lnTo>
                    <a:pt x="776" y="1283"/>
                  </a:lnTo>
                  <a:lnTo>
                    <a:pt x="7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26"/>
            <p:cNvSpPr/>
            <p:nvPr/>
          </p:nvSpPr>
          <p:spPr>
            <a:xfrm>
              <a:off x="4753472" y="1542937"/>
              <a:ext cx="434479" cy="28996"/>
            </a:xfrm>
            <a:custGeom>
              <a:rect b="b" l="l" r="r" t="t"/>
              <a:pathLst>
                <a:path extrusionOk="0" h="1116" w="16722">
                  <a:moveTo>
                    <a:pt x="523" y="0"/>
                  </a:moveTo>
                  <a:cubicBezTo>
                    <a:pt x="235" y="0"/>
                    <a:pt x="0" y="235"/>
                    <a:pt x="0" y="523"/>
                  </a:cubicBezTo>
                  <a:lnTo>
                    <a:pt x="0" y="855"/>
                  </a:lnTo>
                  <a:cubicBezTo>
                    <a:pt x="0" y="998"/>
                    <a:pt x="118" y="1116"/>
                    <a:pt x="262" y="1116"/>
                  </a:cubicBezTo>
                  <a:lnTo>
                    <a:pt x="16460" y="1116"/>
                  </a:lnTo>
                  <a:cubicBezTo>
                    <a:pt x="16604" y="1116"/>
                    <a:pt x="16721" y="998"/>
                    <a:pt x="16721" y="855"/>
                  </a:cubicBezTo>
                  <a:lnTo>
                    <a:pt x="16721" y="523"/>
                  </a:lnTo>
                  <a:cubicBezTo>
                    <a:pt x="16721" y="235"/>
                    <a:pt x="16486" y="0"/>
                    <a:pt x="161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26"/>
            <p:cNvSpPr/>
            <p:nvPr/>
          </p:nvSpPr>
          <p:spPr>
            <a:xfrm>
              <a:off x="5153836" y="1542937"/>
              <a:ext cx="34115" cy="28996"/>
            </a:xfrm>
            <a:custGeom>
              <a:rect b="b" l="l" r="r" t="t"/>
              <a:pathLst>
                <a:path extrusionOk="0" h="1116" w="1313">
                  <a:moveTo>
                    <a:pt x="1" y="0"/>
                  </a:moveTo>
                  <a:cubicBezTo>
                    <a:pt x="298" y="0"/>
                    <a:pt x="539" y="243"/>
                    <a:pt x="539" y="538"/>
                  </a:cubicBezTo>
                  <a:lnTo>
                    <a:pt x="539" y="847"/>
                  </a:lnTo>
                  <a:cubicBezTo>
                    <a:pt x="539" y="996"/>
                    <a:pt x="419" y="1116"/>
                    <a:pt x="270" y="1116"/>
                  </a:cubicBezTo>
                  <a:lnTo>
                    <a:pt x="1043" y="1116"/>
                  </a:lnTo>
                  <a:cubicBezTo>
                    <a:pt x="1192" y="1116"/>
                    <a:pt x="1312" y="996"/>
                    <a:pt x="1312" y="847"/>
                  </a:cubicBezTo>
                  <a:lnTo>
                    <a:pt x="1312" y="538"/>
                  </a:lnTo>
                  <a:cubicBezTo>
                    <a:pt x="1312" y="243"/>
                    <a:pt x="107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126"/>
          <p:cNvGrpSpPr/>
          <p:nvPr/>
        </p:nvGrpSpPr>
        <p:grpSpPr>
          <a:xfrm>
            <a:off x="5527335" y="1137480"/>
            <a:ext cx="434479" cy="434453"/>
            <a:chOff x="5527335" y="1137480"/>
            <a:chExt cx="434479" cy="434453"/>
          </a:xfrm>
        </p:grpSpPr>
        <p:sp>
          <p:nvSpPr>
            <p:cNvPr id="10663" name="Google Shape;10663;p126"/>
            <p:cNvSpPr/>
            <p:nvPr/>
          </p:nvSpPr>
          <p:spPr>
            <a:xfrm>
              <a:off x="5541781" y="1238812"/>
              <a:ext cx="405561" cy="293342"/>
            </a:xfrm>
            <a:custGeom>
              <a:rect b="b" l="l" r="r" t="t"/>
              <a:pathLst>
                <a:path extrusionOk="0" h="11290" w="15609">
                  <a:moveTo>
                    <a:pt x="1116" y="1"/>
                  </a:moveTo>
                  <a:cubicBezTo>
                    <a:pt x="500" y="1"/>
                    <a:pt x="1" y="500"/>
                    <a:pt x="1" y="1116"/>
                  </a:cubicBezTo>
                  <a:lnTo>
                    <a:pt x="1" y="11290"/>
                  </a:lnTo>
                  <a:lnTo>
                    <a:pt x="15609" y="11290"/>
                  </a:lnTo>
                  <a:lnTo>
                    <a:pt x="15609" y="1116"/>
                  </a:lnTo>
                  <a:cubicBezTo>
                    <a:pt x="15609" y="500"/>
                    <a:pt x="15110" y="1"/>
                    <a:pt x="144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26"/>
            <p:cNvSpPr/>
            <p:nvPr/>
          </p:nvSpPr>
          <p:spPr>
            <a:xfrm>
              <a:off x="5570778" y="1267808"/>
              <a:ext cx="347594" cy="264346"/>
            </a:xfrm>
            <a:custGeom>
              <a:rect b="b" l="l" r="r" t="t"/>
              <a:pathLst>
                <a:path extrusionOk="0" h="10174" w="13378">
                  <a:moveTo>
                    <a:pt x="557" y="0"/>
                  </a:moveTo>
                  <a:cubicBezTo>
                    <a:pt x="249" y="0"/>
                    <a:pt x="0" y="251"/>
                    <a:pt x="0" y="557"/>
                  </a:cubicBezTo>
                  <a:lnTo>
                    <a:pt x="0" y="10174"/>
                  </a:lnTo>
                  <a:lnTo>
                    <a:pt x="13377" y="10174"/>
                  </a:lnTo>
                  <a:lnTo>
                    <a:pt x="13377" y="557"/>
                  </a:lnTo>
                  <a:cubicBezTo>
                    <a:pt x="13377" y="251"/>
                    <a:pt x="13129" y="0"/>
                    <a:pt x="12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26"/>
            <p:cNvSpPr/>
            <p:nvPr/>
          </p:nvSpPr>
          <p:spPr>
            <a:xfrm>
              <a:off x="5898235" y="1238812"/>
              <a:ext cx="49107" cy="293342"/>
            </a:xfrm>
            <a:custGeom>
              <a:rect b="b" l="l" r="r" t="t"/>
              <a:pathLst>
                <a:path extrusionOk="0" h="11290" w="1890">
                  <a:moveTo>
                    <a:pt x="1" y="1"/>
                  </a:moveTo>
                  <a:cubicBezTo>
                    <a:pt x="615" y="1"/>
                    <a:pt x="1114" y="500"/>
                    <a:pt x="1114" y="1116"/>
                  </a:cubicBezTo>
                  <a:lnTo>
                    <a:pt x="1116" y="11290"/>
                  </a:lnTo>
                  <a:lnTo>
                    <a:pt x="1890" y="11290"/>
                  </a:lnTo>
                  <a:lnTo>
                    <a:pt x="1890" y="1116"/>
                  </a:lnTo>
                  <a:cubicBezTo>
                    <a:pt x="1890" y="500"/>
                    <a:pt x="1391"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26"/>
            <p:cNvSpPr/>
            <p:nvPr/>
          </p:nvSpPr>
          <p:spPr>
            <a:xfrm>
              <a:off x="5883711" y="1267808"/>
              <a:ext cx="34661" cy="264346"/>
            </a:xfrm>
            <a:custGeom>
              <a:rect b="b" l="l" r="r" t="t"/>
              <a:pathLst>
                <a:path extrusionOk="0" h="10174" w="1334">
                  <a:moveTo>
                    <a:pt x="1" y="0"/>
                  </a:moveTo>
                  <a:cubicBezTo>
                    <a:pt x="309" y="0"/>
                    <a:pt x="560" y="251"/>
                    <a:pt x="560" y="557"/>
                  </a:cubicBezTo>
                  <a:lnTo>
                    <a:pt x="560" y="10174"/>
                  </a:lnTo>
                  <a:lnTo>
                    <a:pt x="1333" y="10174"/>
                  </a:lnTo>
                  <a:lnTo>
                    <a:pt x="1333" y="557"/>
                  </a:lnTo>
                  <a:cubicBezTo>
                    <a:pt x="1333" y="251"/>
                    <a:pt x="1082"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26"/>
            <p:cNvSpPr/>
            <p:nvPr/>
          </p:nvSpPr>
          <p:spPr>
            <a:xfrm>
              <a:off x="5527335" y="1514019"/>
              <a:ext cx="434479" cy="57915"/>
            </a:xfrm>
            <a:custGeom>
              <a:rect b="b" l="l" r="r" t="t"/>
              <a:pathLst>
                <a:path extrusionOk="0" h="2229" w="16722">
                  <a:moveTo>
                    <a:pt x="557" y="0"/>
                  </a:moveTo>
                  <a:cubicBezTo>
                    <a:pt x="251" y="0"/>
                    <a:pt x="0" y="248"/>
                    <a:pt x="0" y="557"/>
                  </a:cubicBezTo>
                  <a:lnTo>
                    <a:pt x="0" y="1113"/>
                  </a:lnTo>
                  <a:cubicBezTo>
                    <a:pt x="0" y="1730"/>
                    <a:pt x="499" y="2229"/>
                    <a:pt x="1116" y="2229"/>
                  </a:cubicBezTo>
                  <a:lnTo>
                    <a:pt x="15606" y="2229"/>
                  </a:lnTo>
                  <a:cubicBezTo>
                    <a:pt x="16222" y="2229"/>
                    <a:pt x="16721" y="1730"/>
                    <a:pt x="16721" y="1113"/>
                  </a:cubicBezTo>
                  <a:lnTo>
                    <a:pt x="16721" y="557"/>
                  </a:lnTo>
                  <a:cubicBezTo>
                    <a:pt x="16721" y="248"/>
                    <a:pt x="16470" y="0"/>
                    <a:pt x="16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26"/>
            <p:cNvSpPr/>
            <p:nvPr/>
          </p:nvSpPr>
          <p:spPr>
            <a:xfrm>
              <a:off x="5912629" y="1514019"/>
              <a:ext cx="49185" cy="57915"/>
            </a:xfrm>
            <a:custGeom>
              <a:rect b="b" l="l" r="r" t="t"/>
              <a:pathLst>
                <a:path extrusionOk="0" h="2229" w="1893">
                  <a:moveTo>
                    <a:pt x="557" y="0"/>
                  </a:moveTo>
                  <a:cubicBezTo>
                    <a:pt x="866" y="0"/>
                    <a:pt x="1116" y="248"/>
                    <a:pt x="1116" y="557"/>
                  </a:cubicBezTo>
                  <a:lnTo>
                    <a:pt x="1116" y="1113"/>
                  </a:lnTo>
                  <a:cubicBezTo>
                    <a:pt x="1116" y="1730"/>
                    <a:pt x="617" y="2229"/>
                    <a:pt x="1" y="2229"/>
                  </a:cubicBezTo>
                  <a:lnTo>
                    <a:pt x="777" y="2229"/>
                  </a:lnTo>
                  <a:cubicBezTo>
                    <a:pt x="1393" y="2229"/>
                    <a:pt x="1892" y="1730"/>
                    <a:pt x="1892" y="1113"/>
                  </a:cubicBezTo>
                  <a:lnTo>
                    <a:pt x="1892" y="557"/>
                  </a:lnTo>
                  <a:cubicBezTo>
                    <a:pt x="1892" y="248"/>
                    <a:pt x="1641" y="0"/>
                    <a:pt x="1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26"/>
            <p:cNvSpPr/>
            <p:nvPr/>
          </p:nvSpPr>
          <p:spPr>
            <a:xfrm>
              <a:off x="5694402" y="1514019"/>
              <a:ext cx="100422" cy="35518"/>
            </a:xfrm>
            <a:custGeom>
              <a:rect b="b" l="l" r="r" t="t"/>
              <a:pathLst>
                <a:path extrusionOk="0" h="1367" w="3865">
                  <a:moveTo>
                    <a:pt x="0" y="0"/>
                  </a:moveTo>
                  <a:lnTo>
                    <a:pt x="188" y="753"/>
                  </a:lnTo>
                  <a:cubicBezTo>
                    <a:pt x="277" y="1113"/>
                    <a:pt x="601" y="1367"/>
                    <a:pt x="972" y="1367"/>
                  </a:cubicBezTo>
                  <a:lnTo>
                    <a:pt x="2890" y="1367"/>
                  </a:lnTo>
                  <a:cubicBezTo>
                    <a:pt x="3261" y="1367"/>
                    <a:pt x="3585" y="1113"/>
                    <a:pt x="3673" y="753"/>
                  </a:cubicBezTo>
                  <a:lnTo>
                    <a:pt x="3864" y="0"/>
                  </a:lnTo>
                  <a:lnTo>
                    <a:pt x="3344" y="0"/>
                  </a:lnTo>
                  <a:lnTo>
                    <a:pt x="3185" y="630"/>
                  </a:lnTo>
                  <a:cubicBezTo>
                    <a:pt x="3151" y="766"/>
                    <a:pt x="3028" y="862"/>
                    <a:pt x="2890" y="862"/>
                  </a:cubicBezTo>
                  <a:lnTo>
                    <a:pt x="972" y="862"/>
                  </a:lnTo>
                  <a:cubicBezTo>
                    <a:pt x="834" y="862"/>
                    <a:pt x="711" y="766"/>
                    <a:pt x="677" y="630"/>
                  </a:cubicBezTo>
                  <a:lnTo>
                    <a:pt x="5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26"/>
            <p:cNvSpPr/>
            <p:nvPr/>
          </p:nvSpPr>
          <p:spPr>
            <a:xfrm>
              <a:off x="5621495" y="1383664"/>
              <a:ext cx="246158" cy="101384"/>
            </a:xfrm>
            <a:custGeom>
              <a:rect b="b" l="l" r="r" t="t"/>
              <a:pathLst>
                <a:path extrusionOk="0" h="3902" w="9474">
                  <a:moveTo>
                    <a:pt x="2229" y="1"/>
                  </a:moveTo>
                  <a:cubicBezTo>
                    <a:pt x="998" y="1"/>
                    <a:pt x="0" y="999"/>
                    <a:pt x="0" y="2230"/>
                  </a:cubicBezTo>
                  <a:lnTo>
                    <a:pt x="0" y="3345"/>
                  </a:lnTo>
                  <a:cubicBezTo>
                    <a:pt x="0" y="3651"/>
                    <a:pt x="248" y="3902"/>
                    <a:pt x="557" y="3902"/>
                  </a:cubicBezTo>
                  <a:lnTo>
                    <a:pt x="8917" y="3902"/>
                  </a:lnTo>
                  <a:cubicBezTo>
                    <a:pt x="9225" y="3902"/>
                    <a:pt x="9474" y="3651"/>
                    <a:pt x="9474" y="3345"/>
                  </a:cubicBezTo>
                  <a:lnTo>
                    <a:pt x="9474" y="2230"/>
                  </a:lnTo>
                  <a:cubicBezTo>
                    <a:pt x="9474" y="999"/>
                    <a:pt x="8476" y="1"/>
                    <a:pt x="72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26"/>
            <p:cNvSpPr/>
            <p:nvPr/>
          </p:nvSpPr>
          <p:spPr>
            <a:xfrm>
              <a:off x="5789628" y="1383664"/>
              <a:ext cx="78025" cy="101384"/>
            </a:xfrm>
            <a:custGeom>
              <a:rect b="b" l="l" r="r" t="t"/>
              <a:pathLst>
                <a:path extrusionOk="0" h="3902" w="3003">
                  <a:moveTo>
                    <a:pt x="1" y="1"/>
                  </a:moveTo>
                  <a:cubicBezTo>
                    <a:pt x="1231" y="1"/>
                    <a:pt x="2229" y="999"/>
                    <a:pt x="2229" y="2230"/>
                  </a:cubicBezTo>
                  <a:lnTo>
                    <a:pt x="2229" y="3345"/>
                  </a:lnTo>
                  <a:cubicBezTo>
                    <a:pt x="2229" y="3651"/>
                    <a:pt x="1981" y="3902"/>
                    <a:pt x="1673" y="3902"/>
                  </a:cubicBezTo>
                  <a:lnTo>
                    <a:pt x="2446" y="3902"/>
                  </a:lnTo>
                  <a:cubicBezTo>
                    <a:pt x="2754" y="3902"/>
                    <a:pt x="3003" y="3651"/>
                    <a:pt x="3003" y="3345"/>
                  </a:cubicBezTo>
                  <a:lnTo>
                    <a:pt x="3003" y="2230"/>
                  </a:lnTo>
                  <a:cubicBezTo>
                    <a:pt x="3003" y="999"/>
                    <a:pt x="2005"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26"/>
            <p:cNvSpPr/>
            <p:nvPr/>
          </p:nvSpPr>
          <p:spPr>
            <a:xfrm>
              <a:off x="5708381" y="1341053"/>
              <a:ext cx="72387" cy="65788"/>
            </a:xfrm>
            <a:custGeom>
              <a:rect b="b" l="l" r="r" t="t"/>
              <a:pathLst>
                <a:path extrusionOk="0" h="2532" w="2786">
                  <a:moveTo>
                    <a:pt x="0" y="0"/>
                  </a:moveTo>
                  <a:lnTo>
                    <a:pt x="0" y="2532"/>
                  </a:lnTo>
                  <a:lnTo>
                    <a:pt x="2785" y="2532"/>
                  </a:lnTo>
                  <a:lnTo>
                    <a:pt x="2785"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26"/>
            <p:cNvSpPr/>
            <p:nvPr/>
          </p:nvSpPr>
          <p:spPr>
            <a:xfrm>
              <a:off x="5657663" y="1137480"/>
              <a:ext cx="173823" cy="91251"/>
            </a:xfrm>
            <a:custGeom>
              <a:rect b="b" l="l" r="r" t="t"/>
              <a:pathLst>
                <a:path extrusionOk="0" h="3512" w="6690">
                  <a:moveTo>
                    <a:pt x="2229" y="0"/>
                  </a:moveTo>
                  <a:cubicBezTo>
                    <a:pt x="999" y="0"/>
                    <a:pt x="1" y="998"/>
                    <a:pt x="1" y="2229"/>
                  </a:cubicBezTo>
                  <a:lnTo>
                    <a:pt x="1" y="3511"/>
                  </a:lnTo>
                  <a:lnTo>
                    <a:pt x="6689" y="3511"/>
                  </a:lnTo>
                  <a:lnTo>
                    <a:pt x="6689" y="2229"/>
                  </a:lnTo>
                  <a:cubicBezTo>
                    <a:pt x="6689" y="998"/>
                    <a:pt x="5691" y="0"/>
                    <a:pt x="44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26"/>
            <p:cNvSpPr/>
            <p:nvPr/>
          </p:nvSpPr>
          <p:spPr>
            <a:xfrm>
              <a:off x="5643217" y="1224366"/>
              <a:ext cx="202715" cy="57915"/>
            </a:xfrm>
            <a:custGeom>
              <a:rect b="b" l="l" r="r" t="t"/>
              <a:pathLst>
                <a:path extrusionOk="0" h="2229" w="7802">
                  <a:moveTo>
                    <a:pt x="557" y="0"/>
                  </a:moveTo>
                  <a:cubicBezTo>
                    <a:pt x="248" y="0"/>
                    <a:pt x="0" y="248"/>
                    <a:pt x="0" y="557"/>
                  </a:cubicBezTo>
                  <a:lnTo>
                    <a:pt x="0" y="1672"/>
                  </a:lnTo>
                  <a:cubicBezTo>
                    <a:pt x="0" y="1981"/>
                    <a:pt x="248" y="2229"/>
                    <a:pt x="557" y="2229"/>
                  </a:cubicBezTo>
                  <a:lnTo>
                    <a:pt x="7245" y="2229"/>
                  </a:lnTo>
                  <a:cubicBezTo>
                    <a:pt x="7553" y="2229"/>
                    <a:pt x="7802" y="1981"/>
                    <a:pt x="7802" y="1672"/>
                  </a:cubicBezTo>
                  <a:lnTo>
                    <a:pt x="7802" y="557"/>
                  </a:lnTo>
                  <a:cubicBezTo>
                    <a:pt x="7802" y="248"/>
                    <a:pt x="7553" y="0"/>
                    <a:pt x="7245"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26"/>
            <p:cNvSpPr/>
            <p:nvPr/>
          </p:nvSpPr>
          <p:spPr>
            <a:xfrm>
              <a:off x="5811350" y="1224366"/>
              <a:ext cx="34583" cy="57915"/>
            </a:xfrm>
            <a:custGeom>
              <a:rect b="b" l="l" r="r" t="t"/>
              <a:pathLst>
                <a:path extrusionOk="0" h="2229" w="1331">
                  <a:moveTo>
                    <a:pt x="1" y="0"/>
                  </a:moveTo>
                  <a:cubicBezTo>
                    <a:pt x="309" y="0"/>
                    <a:pt x="557" y="248"/>
                    <a:pt x="557" y="557"/>
                  </a:cubicBezTo>
                  <a:lnTo>
                    <a:pt x="557" y="1672"/>
                  </a:lnTo>
                  <a:cubicBezTo>
                    <a:pt x="557" y="1981"/>
                    <a:pt x="309" y="2229"/>
                    <a:pt x="1" y="2229"/>
                  </a:cubicBezTo>
                  <a:lnTo>
                    <a:pt x="774" y="2229"/>
                  </a:lnTo>
                  <a:cubicBezTo>
                    <a:pt x="1082" y="2229"/>
                    <a:pt x="1331" y="1981"/>
                    <a:pt x="1331" y="1672"/>
                  </a:cubicBezTo>
                  <a:lnTo>
                    <a:pt x="1331" y="557"/>
                  </a:lnTo>
                  <a:cubicBezTo>
                    <a:pt x="1331" y="248"/>
                    <a:pt x="1082" y="0"/>
                    <a:pt x="774"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26"/>
            <p:cNvSpPr/>
            <p:nvPr/>
          </p:nvSpPr>
          <p:spPr>
            <a:xfrm>
              <a:off x="5672135" y="1190692"/>
              <a:ext cx="144878" cy="164028"/>
            </a:xfrm>
            <a:custGeom>
              <a:rect b="b" l="l" r="r" t="t"/>
              <a:pathLst>
                <a:path extrusionOk="0" h="6313" w="5576">
                  <a:moveTo>
                    <a:pt x="0" y="0"/>
                  </a:moveTo>
                  <a:lnTo>
                    <a:pt x="0" y="3525"/>
                  </a:lnTo>
                  <a:cubicBezTo>
                    <a:pt x="0" y="5064"/>
                    <a:pt x="1249" y="6312"/>
                    <a:pt x="2788" y="6312"/>
                  </a:cubicBezTo>
                  <a:cubicBezTo>
                    <a:pt x="4327" y="6312"/>
                    <a:pt x="5576" y="5064"/>
                    <a:pt x="5576" y="3525"/>
                  </a:cubicBezTo>
                  <a:lnTo>
                    <a:pt x="5576"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26"/>
            <p:cNvSpPr/>
            <p:nvPr/>
          </p:nvSpPr>
          <p:spPr>
            <a:xfrm>
              <a:off x="5709056" y="1246763"/>
              <a:ext cx="13121" cy="20396"/>
            </a:xfrm>
            <a:custGeom>
              <a:rect b="b" l="l" r="r" t="t"/>
              <a:pathLst>
                <a:path extrusionOk="0" h="785" w="505">
                  <a:moveTo>
                    <a:pt x="251" y="0"/>
                  </a:moveTo>
                  <a:cubicBezTo>
                    <a:pt x="113" y="0"/>
                    <a:pt x="0" y="113"/>
                    <a:pt x="0" y="254"/>
                  </a:cubicBezTo>
                  <a:lnTo>
                    <a:pt x="0" y="531"/>
                  </a:lnTo>
                  <a:cubicBezTo>
                    <a:pt x="0" y="672"/>
                    <a:pt x="113" y="784"/>
                    <a:pt x="251" y="784"/>
                  </a:cubicBezTo>
                  <a:cubicBezTo>
                    <a:pt x="392" y="784"/>
                    <a:pt x="505" y="672"/>
                    <a:pt x="505" y="531"/>
                  </a:cubicBezTo>
                  <a:lnTo>
                    <a:pt x="505" y="254"/>
                  </a:lnTo>
                  <a:cubicBezTo>
                    <a:pt x="505" y="113"/>
                    <a:pt x="392"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26"/>
            <p:cNvSpPr/>
            <p:nvPr/>
          </p:nvSpPr>
          <p:spPr>
            <a:xfrm>
              <a:off x="5766971" y="1246763"/>
              <a:ext cx="13121" cy="20396"/>
            </a:xfrm>
            <a:custGeom>
              <a:rect b="b" l="l" r="r" t="t"/>
              <a:pathLst>
                <a:path extrusionOk="0" h="785" w="505">
                  <a:moveTo>
                    <a:pt x="253" y="0"/>
                  </a:moveTo>
                  <a:cubicBezTo>
                    <a:pt x="112" y="0"/>
                    <a:pt x="0" y="113"/>
                    <a:pt x="0" y="254"/>
                  </a:cubicBezTo>
                  <a:lnTo>
                    <a:pt x="0" y="531"/>
                  </a:lnTo>
                  <a:cubicBezTo>
                    <a:pt x="0" y="672"/>
                    <a:pt x="112" y="784"/>
                    <a:pt x="253" y="784"/>
                  </a:cubicBezTo>
                  <a:cubicBezTo>
                    <a:pt x="392" y="784"/>
                    <a:pt x="504" y="672"/>
                    <a:pt x="504" y="531"/>
                  </a:cubicBezTo>
                  <a:lnTo>
                    <a:pt x="504" y="254"/>
                  </a:lnTo>
                  <a:cubicBezTo>
                    <a:pt x="504" y="113"/>
                    <a:pt x="392" y="0"/>
                    <a:pt x="2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26"/>
            <p:cNvSpPr/>
            <p:nvPr/>
          </p:nvSpPr>
          <p:spPr>
            <a:xfrm>
              <a:off x="5724542" y="1282956"/>
              <a:ext cx="40065" cy="20370"/>
            </a:xfrm>
            <a:custGeom>
              <a:rect b="b" l="l" r="r" t="t"/>
              <a:pathLst>
                <a:path extrusionOk="0" h="784" w="1542">
                  <a:moveTo>
                    <a:pt x="288" y="1"/>
                  </a:moveTo>
                  <a:cubicBezTo>
                    <a:pt x="245" y="1"/>
                    <a:pt x="202" y="11"/>
                    <a:pt x="162" y="34"/>
                  </a:cubicBezTo>
                  <a:cubicBezTo>
                    <a:pt x="42" y="104"/>
                    <a:pt x="0" y="259"/>
                    <a:pt x="71" y="379"/>
                  </a:cubicBezTo>
                  <a:cubicBezTo>
                    <a:pt x="214" y="630"/>
                    <a:pt x="483" y="784"/>
                    <a:pt x="771" y="784"/>
                  </a:cubicBezTo>
                  <a:cubicBezTo>
                    <a:pt x="1058" y="784"/>
                    <a:pt x="1327" y="630"/>
                    <a:pt x="1471" y="381"/>
                  </a:cubicBezTo>
                  <a:cubicBezTo>
                    <a:pt x="1542" y="259"/>
                    <a:pt x="1500" y="104"/>
                    <a:pt x="1380" y="36"/>
                  </a:cubicBezTo>
                  <a:cubicBezTo>
                    <a:pt x="1339" y="13"/>
                    <a:pt x="1295" y="2"/>
                    <a:pt x="1252" y="2"/>
                  </a:cubicBezTo>
                  <a:cubicBezTo>
                    <a:pt x="1166" y="2"/>
                    <a:pt x="1082" y="46"/>
                    <a:pt x="1035" y="128"/>
                  </a:cubicBezTo>
                  <a:cubicBezTo>
                    <a:pt x="980" y="222"/>
                    <a:pt x="878" y="279"/>
                    <a:pt x="771" y="279"/>
                  </a:cubicBezTo>
                  <a:cubicBezTo>
                    <a:pt x="664" y="279"/>
                    <a:pt x="562" y="222"/>
                    <a:pt x="507" y="128"/>
                  </a:cubicBezTo>
                  <a:cubicBezTo>
                    <a:pt x="460" y="45"/>
                    <a:pt x="375" y="1"/>
                    <a:pt x="2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26"/>
            <p:cNvSpPr/>
            <p:nvPr/>
          </p:nvSpPr>
          <p:spPr>
            <a:xfrm>
              <a:off x="5701729" y="1400839"/>
              <a:ext cx="85690" cy="57941"/>
            </a:xfrm>
            <a:custGeom>
              <a:rect b="b" l="l" r="r" t="t"/>
              <a:pathLst>
                <a:path extrusionOk="0" h="2230" w="3298">
                  <a:moveTo>
                    <a:pt x="0" y="1"/>
                  </a:moveTo>
                  <a:lnTo>
                    <a:pt x="1649" y="2230"/>
                  </a:lnTo>
                  <a:lnTo>
                    <a:pt x="32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26"/>
            <p:cNvSpPr/>
            <p:nvPr/>
          </p:nvSpPr>
          <p:spPr>
            <a:xfrm>
              <a:off x="5666497" y="1163333"/>
              <a:ext cx="109438" cy="61059"/>
            </a:xfrm>
            <a:custGeom>
              <a:rect b="b" l="l" r="r" t="t"/>
              <a:pathLst>
                <a:path extrusionOk="0" h="2350" w="4212">
                  <a:moveTo>
                    <a:pt x="217" y="0"/>
                  </a:moveTo>
                  <a:lnTo>
                    <a:pt x="0" y="1234"/>
                  </a:lnTo>
                  <a:lnTo>
                    <a:pt x="217" y="2349"/>
                  </a:lnTo>
                  <a:lnTo>
                    <a:pt x="2540" y="2349"/>
                  </a:lnTo>
                  <a:cubicBezTo>
                    <a:pt x="3465" y="2349"/>
                    <a:pt x="4212" y="1599"/>
                    <a:pt x="4212" y="677"/>
                  </a:cubicBezTo>
                  <a:lnTo>
                    <a:pt x="4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26"/>
            <p:cNvSpPr/>
            <p:nvPr/>
          </p:nvSpPr>
          <p:spPr>
            <a:xfrm>
              <a:off x="5773545" y="1183080"/>
              <a:ext cx="45028" cy="41312"/>
            </a:xfrm>
            <a:custGeom>
              <a:rect b="b" l="l" r="r" t="t"/>
              <a:pathLst>
                <a:path extrusionOk="0" h="1590" w="1733">
                  <a:moveTo>
                    <a:pt x="0" y="1"/>
                  </a:moveTo>
                  <a:lnTo>
                    <a:pt x="0" y="474"/>
                  </a:lnTo>
                  <a:cubicBezTo>
                    <a:pt x="0" y="1090"/>
                    <a:pt x="499" y="1589"/>
                    <a:pt x="1113" y="1589"/>
                  </a:cubicBezTo>
                  <a:lnTo>
                    <a:pt x="1673" y="1589"/>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26"/>
            <p:cNvSpPr/>
            <p:nvPr/>
          </p:nvSpPr>
          <p:spPr>
            <a:xfrm>
              <a:off x="5753383" y="1137480"/>
              <a:ext cx="78103" cy="86911"/>
            </a:xfrm>
            <a:custGeom>
              <a:rect b="b" l="l" r="r" t="t"/>
              <a:pathLst>
                <a:path extrusionOk="0" h="3345" w="3006">
                  <a:moveTo>
                    <a:pt x="0" y="0"/>
                  </a:moveTo>
                  <a:cubicBezTo>
                    <a:pt x="1234" y="0"/>
                    <a:pt x="2232" y="998"/>
                    <a:pt x="2232" y="2229"/>
                  </a:cubicBezTo>
                  <a:lnTo>
                    <a:pt x="2232" y="3344"/>
                  </a:lnTo>
                  <a:lnTo>
                    <a:pt x="3005" y="3344"/>
                  </a:lnTo>
                  <a:lnTo>
                    <a:pt x="3005" y="2229"/>
                  </a:lnTo>
                  <a:cubicBezTo>
                    <a:pt x="3005" y="998"/>
                    <a:pt x="2007" y="0"/>
                    <a:pt x="7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26"/>
            <p:cNvSpPr/>
            <p:nvPr/>
          </p:nvSpPr>
          <p:spPr>
            <a:xfrm>
              <a:off x="5682113" y="1383664"/>
              <a:ext cx="124924" cy="75115"/>
            </a:xfrm>
            <a:custGeom>
              <a:rect b="b" l="l" r="r" t="t"/>
              <a:pathLst>
                <a:path extrusionOk="0" h="2891" w="4808">
                  <a:moveTo>
                    <a:pt x="1011" y="1"/>
                  </a:moveTo>
                  <a:lnTo>
                    <a:pt x="115" y="981"/>
                  </a:lnTo>
                  <a:cubicBezTo>
                    <a:pt x="0" y="1106"/>
                    <a:pt x="24" y="1305"/>
                    <a:pt x="165" y="1399"/>
                  </a:cubicBezTo>
                  <a:lnTo>
                    <a:pt x="2404" y="2891"/>
                  </a:lnTo>
                  <a:lnTo>
                    <a:pt x="1011" y="1"/>
                  </a:lnTo>
                  <a:close/>
                  <a:moveTo>
                    <a:pt x="3796" y="1"/>
                  </a:moveTo>
                  <a:lnTo>
                    <a:pt x="2404" y="2891"/>
                  </a:lnTo>
                  <a:lnTo>
                    <a:pt x="4643" y="1399"/>
                  </a:lnTo>
                  <a:cubicBezTo>
                    <a:pt x="4784" y="1305"/>
                    <a:pt x="4807" y="1106"/>
                    <a:pt x="4693" y="981"/>
                  </a:cubicBezTo>
                  <a:lnTo>
                    <a:pt x="37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126"/>
          <p:cNvGrpSpPr/>
          <p:nvPr/>
        </p:nvGrpSpPr>
        <p:grpSpPr>
          <a:xfrm>
            <a:off x="6342536" y="1137454"/>
            <a:ext cx="351517" cy="434479"/>
            <a:chOff x="6342536" y="1137454"/>
            <a:chExt cx="351517" cy="434479"/>
          </a:xfrm>
        </p:grpSpPr>
        <p:sp>
          <p:nvSpPr>
            <p:cNvPr id="10686" name="Google Shape;10686;p126"/>
            <p:cNvSpPr/>
            <p:nvPr/>
          </p:nvSpPr>
          <p:spPr>
            <a:xfrm>
              <a:off x="6503965" y="1477072"/>
              <a:ext cx="28945" cy="44638"/>
            </a:xfrm>
            <a:custGeom>
              <a:rect b="b" l="l" r="r" t="t"/>
              <a:pathLst>
                <a:path extrusionOk="0" h="1718" w="1114">
                  <a:moveTo>
                    <a:pt x="1113" y="1"/>
                  </a:moveTo>
                  <a:lnTo>
                    <a:pt x="0" y="176"/>
                  </a:lnTo>
                  <a:lnTo>
                    <a:pt x="0" y="1717"/>
                  </a:lnTo>
                  <a:lnTo>
                    <a:pt x="1113" y="1717"/>
                  </a:lnTo>
                  <a:lnTo>
                    <a:pt x="1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26"/>
            <p:cNvSpPr/>
            <p:nvPr/>
          </p:nvSpPr>
          <p:spPr>
            <a:xfrm>
              <a:off x="6460522" y="1514019"/>
              <a:ext cx="115830" cy="39130"/>
            </a:xfrm>
            <a:custGeom>
              <a:rect b="b" l="l" r="r" t="t"/>
              <a:pathLst>
                <a:path extrusionOk="0" h="1506" w="4458">
                  <a:moveTo>
                    <a:pt x="523" y="0"/>
                  </a:moveTo>
                  <a:cubicBezTo>
                    <a:pt x="233" y="0"/>
                    <a:pt x="0" y="233"/>
                    <a:pt x="0" y="523"/>
                  </a:cubicBezTo>
                  <a:lnTo>
                    <a:pt x="0" y="1505"/>
                  </a:lnTo>
                  <a:lnTo>
                    <a:pt x="4458" y="1505"/>
                  </a:lnTo>
                  <a:lnTo>
                    <a:pt x="4458" y="523"/>
                  </a:lnTo>
                  <a:cubicBezTo>
                    <a:pt x="4458" y="233"/>
                    <a:pt x="42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26"/>
            <p:cNvSpPr/>
            <p:nvPr/>
          </p:nvSpPr>
          <p:spPr>
            <a:xfrm>
              <a:off x="6542263" y="1514019"/>
              <a:ext cx="34089" cy="39130"/>
            </a:xfrm>
            <a:custGeom>
              <a:rect b="b" l="l" r="r" t="t"/>
              <a:pathLst>
                <a:path extrusionOk="0" h="1506" w="1312">
                  <a:moveTo>
                    <a:pt x="0" y="0"/>
                  </a:moveTo>
                  <a:cubicBezTo>
                    <a:pt x="298" y="0"/>
                    <a:pt x="538" y="241"/>
                    <a:pt x="538" y="538"/>
                  </a:cubicBezTo>
                  <a:lnTo>
                    <a:pt x="538" y="1505"/>
                  </a:lnTo>
                  <a:lnTo>
                    <a:pt x="1312" y="1505"/>
                  </a:lnTo>
                  <a:lnTo>
                    <a:pt x="1312" y="538"/>
                  </a:lnTo>
                  <a:cubicBezTo>
                    <a:pt x="1312" y="241"/>
                    <a:pt x="1071" y="0"/>
                    <a:pt x="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26"/>
            <p:cNvSpPr/>
            <p:nvPr/>
          </p:nvSpPr>
          <p:spPr>
            <a:xfrm>
              <a:off x="6431526" y="1542937"/>
              <a:ext cx="173823" cy="28996"/>
            </a:xfrm>
            <a:custGeom>
              <a:rect b="b" l="l" r="r" t="t"/>
              <a:pathLst>
                <a:path extrusionOk="0" h="1116" w="6690">
                  <a:moveTo>
                    <a:pt x="262" y="0"/>
                  </a:moveTo>
                  <a:cubicBezTo>
                    <a:pt x="118" y="0"/>
                    <a:pt x="1" y="118"/>
                    <a:pt x="1" y="261"/>
                  </a:cubicBezTo>
                  <a:lnTo>
                    <a:pt x="1" y="855"/>
                  </a:lnTo>
                  <a:cubicBezTo>
                    <a:pt x="1" y="998"/>
                    <a:pt x="118" y="1116"/>
                    <a:pt x="262" y="1116"/>
                  </a:cubicBezTo>
                  <a:lnTo>
                    <a:pt x="6428" y="1116"/>
                  </a:lnTo>
                  <a:cubicBezTo>
                    <a:pt x="6572" y="1116"/>
                    <a:pt x="6689" y="998"/>
                    <a:pt x="6689" y="855"/>
                  </a:cubicBezTo>
                  <a:lnTo>
                    <a:pt x="6689" y="261"/>
                  </a:lnTo>
                  <a:cubicBezTo>
                    <a:pt x="6689" y="118"/>
                    <a:pt x="6572" y="0"/>
                    <a:pt x="64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26"/>
            <p:cNvSpPr/>
            <p:nvPr/>
          </p:nvSpPr>
          <p:spPr>
            <a:xfrm>
              <a:off x="6370649" y="1164814"/>
              <a:ext cx="254992" cy="256421"/>
            </a:xfrm>
            <a:custGeom>
              <a:rect b="b" l="l" r="r" t="t"/>
              <a:pathLst>
                <a:path extrusionOk="0" h="9869" w="9814">
                  <a:moveTo>
                    <a:pt x="9024" y="1"/>
                  </a:moveTo>
                  <a:lnTo>
                    <a:pt x="0" y="9025"/>
                  </a:lnTo>
                  <a:lnTo>
                    <a:pt x="92" y="9869"/>
                  </a:lnTo>
                  <a:lnTo>
                    <a:pt x="789" y="9814"/>
                  </a:lnTo>
                  <a:lnTo>
                    <a:pt x="9813" y="787"/>
                  </a:lnTo>
                  <a:lnTo>
                    <a:pt x="9813" y="98"/>
                  </a:lnTo>
                  <a:lnTo>
                    <a:pt x="90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26"/>
            <p:cNvSpPr/>
            <p:nvPr/>
          </p:nvSpPr>
          <p:spPr>
            <a:xfrm>
              <a:off x="6347628" y="1154759"/>
              <a:ext cx="300072" cy="273284"/>
            </a:xfrm>
            <a:custGeom>
              <a:rect b="b" l="l" r="r" t="t"/>
              <a:pathLst>
                <a:path extrusionOk="0" h="10518" w="11549">
                  <a:moveTo>
                    <a:pt x="5793" y="0"/>
                  </a:moveTo>
                  <a:cubicBezTo>
                    <a:pt x="5278" y="0"/>
                    <a:pt x="4764" y="74"/>
                    <a:pt x="4267" y="223"/>
                  </a:cubicBezTo>
                  <a:lnTo>
                    <a:pt x="1503" y="2188"/>
                  </a:lnTo>
                  <a:cubicBezTo>
                    <a:pt x="1" y="4260"/>
                    <a:pt x="181" y="7173"/>
                    <a:pt x="2049" y="9038"/>
                  </a:cubicBezTo>
                  <a:cubicBezTo>
                    <a:pt x="2611" y="9600"/>
                    <a:pt x="3266" y="10010"/>
                    <a:pt x="3967" y="10266"/>
                  </a:cubicBezTo>
                  <a:lnTo>
                    <a:pt x="6678" y="10517"/>
                  </a:lnTo>
                  <a:cubicBezTo>
                    <a:pt x="7094" y="10447"/>
                    <a:pt x="7501" y="10326"/>
                    <a:pt x="7893" y="10156"/>
                  </a:cubicBezTo>
                  <a:lnTo>
                    <a:pt x="10391" y="7923"/>
                  </a:lnTo>
                  <a:cubicBezTo>
                    <a:pt x="11548" y="5901"/>
                    <a:pt x="11264" y="3277"/>
                    <a:pt x="9537" y="1551"/>
                  </a:cubicBezTo>
                  <a:cubicBezTo>
                    <a:pt x="8503" y="517"/>
                    <a:pt x="7148" y="0"/>
                    <a:pt x="57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26"/>
            <p:cNvSpPr/>
            <p:nvPr/>
          </p:nvSpPr>
          <p:spPr>
            <a:xfrm>
              <a:off x="6395150" y="1282982"/>
              <a:ext cx="52303" cy="49471"/>
            </a:xfrm>
            <a:custGeom>
              <a:rect b="b" l="l" r="r" t="t"/>
              <a:pathLst>
                <a:path extrusionOk="0" h="1904" w="2013">
                  <a:moveTo>
                    <a:pt x="613" y="1"/>
                  </a:moveTo>
                  <a:cubicBezTo>
                    <a:pt x="471" y="1"/>
                    <a:pt x="328" y="55"/>
                    <a:pt x="220" y="163"/>
                  </a:cubicBezTo>
                  <a:cubicBezTo>
                    <a:pt x="0" y="380"/>
                    <a:pt x="0" y="733"/>
                    <a:pt x="220" y="952"/>
                  </a:cubicBezTo>
                  <a:lnTo>
                    <a:pt x="1006" y="1739"/>
                  </a:lnTo>
                  <a:cubicBezTo>
                    <a:pt x="1116" y="1849"/>
                    <a:pt x="1259" y="1903"/>
                    <a:pt x="1402" y="1903"/>
                  </a:cubicBezTo>
                  <a:cubicBezTo>
                    <a:pt x="1544" y="1903"/>
                    <a:pt x="1687" y="1849"/>
                    <a:pt x="1795" y="1739"/>
                  </a:cubicBezTo>
                  <a:cubicBezTo>
                    <a:pt x="2012" y="1522"/>
                    <a:pt x="2012" y="1169"/>
                    <a:pt x="1795" y="952"/>
                  </a:cubicBezTo>
                  <a:lnTo>
                    <a:pt x="1006" y="163"/>
                  </a:lnTo>
                  <a:cubicBezTo>
                    <a:pt x="898" y="55"/>
                    <a:pt x="755" y="1"/>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26"/>
            <p:cNvSpPr/>
            <p:nvPr/>
          </p:nvSpPr>
          <p:spPr>
            <a:xfrm>
              <a:off x="6569259" y="1252245"/>
              <a:ext cx="42066" cy="39234"/>
            </a:xfrm>
            <a:custGeom>
              <a:rect b="b" l="l" r="r" t="t"/>
              <a:pathLst>
                <a:path extrusionOk="0" h="1510" w="1619">
                  <a:moveTo>
                    <a:pt x="611" y="0"/>
                  </a:moveTo>
                  <a:cubicBezTo>
                    <a:pt x="469" y="0"/>
                    <a:pt x="326" y="55"/>
                    <a:pt x="218" y="163"/>
                  </a:cubicBezTo>
                  <a:cubicBezTo>
                    <a:pt x="1" y="382"/>
                    <a:pt x="1" y="735"/>
                    <a:pt x="218" y="952"/>
                  </a:cubicBezTo>
                  <a:lnTo>
                    <a:pt x="612" y="1346"/>
                  </a:lnTo>
                  <a:cubicBezTo>
                    <a:pt x="721" y="1455"/>
                    <a:pt x="863" y="1509"/>
                    <a:pt x="1006" y="1509"/>
                  </a:cubicBezTo>
                  <a:cubicBezTo>
                    <a:pt x="1148" y="1509"/>
                    <a:pt x="1291" y="1455"/>
                    <a:pt x="1401" y="1346"/>
                  </a:cubicBezTo>
                  <a:cubicBezTo>
                    <a:pt x="1618" y="1130"/>
                    <a:pt x="1618" y="774"/>
                    <a:pt x="1401" y="557"/>
                  </a:cubicBezTo>
                  <a:lnTo>
                    <a:pt x="1007" y="163"/>
                  </a:lnTo>
                  <a:cubicBezTo>
                    <a:pt x="897" y="55"/>
                    <a:pt x="754" y="0"/>
                    <a:pt x="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26"/>
            <p:cNvSpPr/>
            <p:nvPr/>
          </p:nvSpPr>
          <p:spPr>
            <a:xfrm>
              <a:off x="6488090" y="1154759"/>
              <a:ext cx="161040" cy="275155"/>
            </a:xfrm>
            <a:custGeom>
              <a:rect b="b" l="l" r="r" t="t"/>
              <a:pathLst>
                <a:path extrusionOk="0" h="10590" w="6198">
                  <a:moveTo>
                    <a:pt x="384" y="0"/>
                  </a:moveTo>
                  <a:cubicBezTo>
                    <a:pt x="256" y="0"/>
                    <a:pt x="128" y="5"/>
                    <a:pt x="0" y="14"/>
                  </a:cubicBezTo>
                  <a:cubicBezTo>
                    <a:pt x="1223" y="103"/>
                    <a:pt x="2419" y="615"/>
                    <a:pt x="3355" y="1551"/>
                  </a:cubicBezTo>
                  <a:cubicBezTo>
                    <a:pt x="5424" y="3620"/>
                    <a:pt x="5424" y="6972"/>
                    <a:pt x="3355" y="9038"/>
                  </a:cubicBezTo>
                  <a:cubicBezTo>
                    <a:pt x="2419" y="9974"/>
                    <a:pt x="1223" y="10486"/>
                    <a:pt x="0" y="10575"/>
                  </a:cubicBezTo>
                  <a:cubicBezTo>
                    <a:pt x="131" y="10584"/>
                    <a:pt x="261" y="10589"/>
                    <a:pt x="392" y="10589"/>
                  </a:cubicBezTo>
                  <a:cubicBezTo>
                    <a:pt x="1744" y="10589"/>
                    <a:pt x="3097" y="10072"/>
                    <a:pt x="4131" y="9038"/>
                  </a:cubicBezTo>
                  <a:cubicBezTo>
                    <a:pt x="6197" y="6972"/>
                    <a:pt x="6197" y="3620"/>
                    <a:pt x="4131" y="1551"/>
                  </a:cubicBezTo>
                  <a:cubicBezTo>
                    <a:pt x="3095" y="517"/>
                    <a:pt x="1739"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26"/>
            <p:cNvSpPr/>
            <p:nvPr/>
          </p:nvSpPr>
          <p:spPr>
            <a:xfrm>
              <a:off x="6436151" y="1364879"/>
              <a:ext cx="85015" cy="65060"/>
            </a:xfrm>
            <a:custGeom>
              <a:rect b="b" l="l" r="r" t="t"/>
              <a:pathLst>
                <a:path extrusionOk="0" h="2504" w="3272">
                  <a:moveTo>
                    <a:pt x="611" y="0"/>
                  </a:moveTo>
                  <a:cubicBezTo>
                    <a:pt x="468" y="0"/>
                    <a:pt x="326" y="55"/>
                    <a:pt x="217" y="165"/>
                  </a:cubicBezTo>
                  <a:cubicBezTo>
                    <a:pt x="0" y="382"/>
                    <a:pt x="0" y="734"/>
                    <a:pt x="217" y="951"/>
                  </a:cubicBezTo>
                  <a:lnTo>
                    <a:pt x="612" y="1346"/>
                  </a:lnTo>
                  <a:cubicBezTo>
                    <a:pt x="829" y="1563"/>
                    <a:pt x="829" y="1918"/>
                    <a:pt x="612" y="2135"/>
                  </a:cubicBezTo>
                  <a:cubicBezTo>
                    <a:pt x="596" y="2150"/>
                    <a:pt x="578" y="2166"/>
                    <a:pt x="560" y="2179"/>
                  </a:cubicBezTo>
                  <a:cubicBezTo>
                    <a:pt x="1149" y="2395"/>
                    <a:pt x="1769" y="2503"/>
                    <a:pt x="2389" y="2503"/>
                  </a:cubicBezTo>
                  <a:cubicBezTo>
                    <a:pt x="2684" y="2503"/>
                    <a:pt x="2979" y="2479"/>
                    <a:pt x="3271" y="2430"/>
                  </a:cubicBezTo>
                  <a:lnTo>
                    <a:pt x="1006" y="165"/>
                  </a:lnTo>
                  <a:cubicBezTo>
                    <a:pt x="897" y="55"/>
                    <a:pt x="754" y="0"/>
                    <a:pt x="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26"/>
            <p:cNvSpPr/>
            <p:nvPr/>
          </p:nvSpPr>
          <p:spPr>
            <a:xfrm>
              <a:off x="6492429" y="1282982"/>
              <a:ext cx="125210" cy="135681"/>
            </a:xfrm>
            <a:custGeom>
              <a:rect b="b" l="l" r="r" t="t"/>
              <a:pathLst>
                <a:path extrusionOk="0" h="5222" w="4819">
                  <a:moveTo>
                    <a:pt x="1598" y="1"/>
                  </a:moveTo>
                  <a:cubicBezTo>
                    <a:pt x="1456" y="1"/>
                    <a:pt x="1313" y="55"/>
                    <a:pt x="1205" y="163"/>
                  </a:cubicBezTo>
                  <a:cubicBezTo>
                    <a:pt x="985" y="380"/>
                    <a:pt x="985" y="733"/>
                    <a:pt x="1205" y="952"/>
                  </a:cubicBezTo>
                  <a:lnTo>
                    <a:pt x="2190" y="1937"/>
                  </a:lnTo>
                  <a:cubicBezTo>
                    <a:pt x="2407" y="2154"/>
                    <a:pt x="2407" y="2507"/>
                    <a:pt x="2190" y="2724"/>
                  </a:cubicBezTo>
                  <a:cubicBezTo>
                    <a:pt x="2081" y="2834"/>
                    <a:pt x="1938" y="2888"/>
                    <a:pt x="1795" y="2888"/>
                  </a:cubicBezTo>
                  <a:cubicBezTo>
                    <a:pt x="1652" y="2888"/>
                    <a:pt x="1509" y="2834"/>
                    <a:pt x="1401" y="2724"/>
                  </a:cubicBezTo>
                  <a:lnTo>
                    <a:pt x="1006" y="2332"/>
                  </a:lnTo>
                  <a:cubicBezTo>
                    <a:pt x="898" y="2222"/>
                    <a:pt x="755" y="2167"/>
                    <a:pt x="613" y="2167"/>
                  </a:cubicBezTo>
                  <a:cubicBezTo>
                    <a:pt x="471" y="2167"/>
                    <a:pt x="328" y="2222"/>
                    <a:pt x="220" y="2332"/>
                  </a:cubicBezTo>
                  <a:cubicBezTo>
                    <a:pt x="0" y="2549"/>
                    <a:pt x="0" y="2901"/>
                    <a:pt x="220" y="3118"/>
                  </a:cubicBezTo>
                  <a:lnTo>
                    <a:pt x="2320" y="5221"/>
                  </a:lnTo>
                  <a:cubicBezTo>
                    <a:pt x="2916" y="4963"/>
                    <a:pt x="3475" y="4592"/>
                    <a:pt x="3964" y="4103"/>
                  </a:cubicBezTo>
                  <a:cubicBezTo>
                    <a:pt x="4303" y="3764"/>
                    <a:pt x="4588" y="3387"/>
                    <a:pt x="4818" y="2988"/>
                  </a:cubicBezTo>
                  <a:lnTo>
                    <a:pt x="1991" y="163"/>
                  </a:lnTo>
                  <a:cubicBezTo>
                    <a:pt x="1883" y="55"/>
                    <a:pt x="1740" y="1"/>
                    <a:pt x="15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26"/>
            <p:cNvSpPr/>
            <p:nvPr/>
          </p:nvSpPr>
          <p:spPr>
            <a:xfrm>
              <a:off x="6386654" y="1160553"/>
              <a:ext cx="142722" cy="120663"/>
            </a:xfrm>
            <a:custGeom>
              <a:rect b="b" l="l" r="r" t="t"/>
              <a:pathLst>
                <a:path extrusionOk="0" h="4644" w="5493">
                  <a:moveTo>
                    <a:pt x="2765" y="0"/>
                  </a:moveTo>
                  <a:cubicBezTo>
                    <a:pt x="1952" y="243"/>
                    <a:pt x="1187" y="687"/>
                    <a:pt x="547" y="1328"/>
                  </a:cubicBezTo>
                  <a:cubicBezTo>
                    <a:pt x="346" y="1529"/>
                    <a:pt x="163" y="1743"/>
                    <a:pt x="1" y="1965"/>
                  </a:cubicBezTo>
                  <a:lnTo>
                    <a:pt x="2517" y="4481"/>
                  </a:lnTo>
                  <a:cubicBezTo>
                    <a:pt x="2625" y="4589"/>
                    <a:pt x="2768" y="4644"/>
                    <a:pt x="2910" y="4644"/>
                  </a:cubicBezTo>
                  <a:cubicBezTo>
                    <a:pt x="3052" y="4644"/>
                    <a:pt x="3195" y="4589"/>
                    <a:pt x="3303" y="4481"/>
                  </a:cubicBezTo>
                  <a:cubicBezTo>
                    <a:pt x="3523" y="4264"/>
                    <a:pt x="3523" y="3911"/>
                    <a:pt x="3303" y="3692"/>
                  </a:cubicBezTo>
                  <a:lnTo>
                    <a:pt x="2517" y="2906"/>
                  </a:lnTo>
                  <a:cubicBezTo>
                    <a:pt x="2297" y="2686"/>
                    <a:pt x="2297" y="2333"/>
                    <a:pt x="2517" y="2117"/>
                  </a:cubicBezTo>
                  <a:cubicBezTo>
                    <a:pt x="2625" y="2008"/>
                    <a:pt x="2768" y="1954"/>
                    <a:pt x="2910" y="1954"/>
                  </a:cubicBezTo>
                  <a:cubicBezTo>
                    <a:pt x="3052" y="1954"/>
                    <a:pt x="3195" y="2008"/>
                    <a:pt x="3303" y="2117"/>
                  </a:cubicBezTo>
                  <a:lnTo>
                    <a:pt x="4487" y="3297"/>
                  </a:lnTo>
                  <a:cubicBezTo>
                    <a:pt x="4595" y="3407"/>
                    <a:pt x="4738" y="3462"/>
                    <a:pt x="4880" y="3462"/>
                  </a:cubicBezTo>
                  <a:cubicBezTo>
                    <a:pt x="5023" y="3462"/>
                    <a:pt x="5166" y="3407"/>
                    <a:pt x="5276" y="3297"/>
                  </a:cubicBezTo>
                  <a:cubicBezTo>
                    <a:pt x="5493" y="3081"/>
                    <a:pt x="5493" y="2728"/>
                    <a:pt x="5276" y="2511"/>
                  </a:cubicBezTo>
                  <a:lnTo>
                    <a:pt x="27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26"/>
            <p:cNvSpPr/>
            <p:nvPr/>
          </p:nvSpPr>
          <p:spPr>
            <a:xfrm>
              <a:off x="6546057" y="1347237"/>
              <a:ext cx="71582" cy="71426"/>
            </a:xfrm>
            <a:custGeom>
              <a:rect b="b" l="l" r="r" t="t"/>
              <a:pathLst>
                <a:path extrusionOk="0" h="2749" w="2755">
                  <a:moveTo>
                    <a:pt x="2237" y="0"/>
                  </a:moveTo>
                  <a:cubicBezTo>
                    <a:pt x="1981" y="593"/>
                    <a:pt x="1610" y="1147"/>
                    <a:pt x="1124" y="1630"/>
                  </a:cubicBezTo>
                  <a:cubicBezTo>
                    <a:pt x="781" y="1975"/>
                    <a:pt x="403" y="2260"/>
                    <a:pt x="0" y="2490"/>
                  </a:cubicBezTo>
                  <a:lnTo>
                    <a:pt x="256" y="2748"/>
                  </a:lnTo>
                  <a:cubicBezTo>
                    <a:pt x="852" y="2490"/>
                    <a:pt x="1411" y="2119"/>
                    <a:pt x="1900" y="1630"/>
                  </a:cubicBezTo>
                  <a:cubicBezTo>
                    <a:pt x="2239" y="1291"/>
                    <a:pt x="2524" y="914"/>
                    <a:pt x="2754" y="515"/>
                  </a:cubicBezTo>
                  <a:lnTo>
                    <a:pt x="22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26"/>
            <p:cNvSpPr/>
            <p:nvPr/>
          </p:nvSpPr>
          <p:spPr>
            <a:xfrm>
              <a:off x="6488142" y="1424197"/>
              <a:ext cx="33024" cy="5716"/>
            </a:xfrm>
            <a:custGeom>
              <a:rect b="b" l="l" r="r" t="t"/>
              <a:pathLst>
                <a:path extrusionOk="0" h="220" w="1271">
                  <a:moveTo>
                    <a:pt x="1124" y="1"/>
                  </a:moveTo>
                  <a:cubicBezTo>
                    <a:pt x="756" y="108"/>
                    <a:pt x="380" y="178"/>
                    <a:pt x="1" y="205"/>
                  </a:cubicBezTo>
                  <a:cubicBezTo>
                    <a:pt x="133" y="214"/>
                    <a:pt x="266" y="219"/>
                    <a:pt x="399" y="219"/>
                  </a:cubicBezTo>
                  <a:cubicBezTo>
                    <a:pt x="690" y="219"/>
                    <a:pt x="982" y="195"/>
                    <a:pt x="1270" y="147"/>
                  </a:cubicBezTo>
                  <a:lnTo>
                    <a:pt x="11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26"/>
            <p:cNvSpPr/>
            <p:nvPr/>
          </p:nvSpPr>
          <p:spPr>
            <a:xfrm>
              <a:off x="6342536" y="1137454"/>
              <a:ext cx="351517" cy="350400"/>
            </a:xfrm>
            <a:custGeom>
              <a:rect b="b" l="l" r="r" t="t"/>
              <a:pathLst>
                <a:path extrusionOk="0" h="13486" w="13529">
                  <a:moveTo>
                    <a:pt x="10486" y="1"/>
                  </a:moveTo>
                  <a:cubicBezTo>
                    <a:pt x="10414" y="1"/>
                    <a:pt x="10343" y="28"/>
                    <a:pt x="10289" y="82"/>
                  </a:cubicBezTo>
                  <a:lnTo>
                    <a:pt x="9892" y="482"/>
                  </a:lnTo>
                  <a:cubicBezTo>
                    <a:pt x="9772" y="599"/>
                    <a:pt x="9785" y="795"/>
                    <a:pt x="9918" y="897"/>
                  </a:cubicBezTo>
                  <a:cubicBezTo>
                    <a:pt x="10127" y="1059"/>
                    <a:pt x="10328" y="1237"/>
                    <a:pt x="10519" y="1427"/>
                  </a:cubicBezTo>
                  <a:cubicBezTo>
                    <a:pt x="13019" y="3928"/>
                    <a:pt x="13019" y="7993"/>
                    <a:pt x="10519" y="10493"/>
                  </a:cubicBezTo>
                  <a:cubicBezTo>
                    <a:pt x="9270" y="11743"/>
                    <a:pt x="7629" y="12369"/>
                    <a:pt x="5987" y="12369"/>
                  </a:cubicBezTo>
                  <a:cubicBezTo>
                    <a:pt x="4346" y="12369"/>
                    <a:pt x="2705" y="11743"/>
                    <a:pt x="1456" y="10493"/>
                  </a:cubicBezTo>
                  <a:cubicBezTo>
                    <a:pt x="1263" y="10303"/>
                    <a:pt x="1087" y="10101"/>
                    <a:pt x="925" y="9892"/>
                  </a:cubicBezTo>
                  <a:cubicBezTo>
                    <a:pt x="869" y="9821"/>
                    <a:pt x="786" y="9784"/>
                    <a:pt x="704" y="9784"/>
                  </a:cubicBezTo>
                  <a:cubicBezTo>
                    <a:pt x="633" y="9784"/>
                    <a:pt x="562" y="9811"/>
                    <a:pt x="507" y="9866"/>
                  </a:cubicBezTo>
                  <a:lnTo>
                    <a:pt x="110" y="10263"/>
                  </a:lnTo>
                  <a:cubicBezTo>
                    <a:pt x="11" y="10363"/>
                    <a:pt x="1" y="10522"/>
                    <a:pt x="87" y="10632"/>
                  </a:cubicBezTo>
                  <a:cubicBezTo>
                    <a:pt x="267" y="10859"/>
                    <a:pt x="463" y="11079"/>
                    <a:pt x="672" y="11285"/>
                  </a:cubicBezTo>
                  <a:cubicBezTo>
                    <a:pt x="2085" y="12698"/>
                    <a:pt x="3993" y="13485"/>
                    <a:pt x="5988" y="13485"/>
                  </a:cubicBezTo>
                  <a:cubicBezTo>
                    <a:pt x="6011" y="13485"/>
                    <a:pt x="6034" y="13485"/>
                    <a:pt x="6057" y="13485"/>
                  </a:cubicBezTo>
                  <a:cubicBezTo>
                    <a:pt x="8042" y="13466"/>
                    <a:pt x="9903" y="12685"/>
                    <a:pt x="11308" y="11282"/>
                  </a:cubicBezTo>
                  <a:cubicBezTo>
                    <a:pt x="12714" y="9877"/>
                    <a:pt x="13495" y="8014"/>
                    <a:pt x="13511" y="6028"/>
                  </a:cubicBezTo>
                  <a:cubicBezTo>
                    <a:pt x="13529" y="4009"/>
                    <a:pt x="12740" y="2073"/>
                    <a:pt x="11311" y="644"/>
                  </a:cubicBezTo>
                  <a:cubicBezTo>
                    <a:pt x="11104" y="435"/>
                    <a:pt x="10885" y="241"/>
                    <a:pt x="10658" y="61"/>
                  </a:cubicBezTo>
                  <a:cubicBezTo>
                    <a:pt x="10607" y="20"/>
                    <a:pt x="10547" y="1"/>
                    <a:pt x="104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26"/>
            <p:cNvSpPr/>
            <p:nvPr/>
          </p:nvSpPr>
          <p:spPr>
            <a:xfrm>
              <a:off x="6488142" y="1137454"/>
              <a:ext cx="205911" cy="350400"/>
            </a:xfrm>
            <a:custGeom>
              <a:rect b="b" l="l" r="r" t="t"/>
              <a:pathLst>
                <a:path extrusionOk="0" h="13486" w="7925">
                  <a:moveTo>
                    <a:pt x="4882" y="1"/>
                  </a:moveTo>
                  <a:cubicBezTo>
                    <a:pt x="4810" y="1"/>
                    <a:pt x="4739" y="28"/>
                    <a:pt x="4685" y="82"/>
                  </a:cubicBezTo>
                  <a:lnTo>
                    <a:pt x="4513" y="254"/>
                  </a:lnTo>
                  <a:cubicBezTo>
                    <a:pt x="4659" y="380"/>
                    <a:pt x="4798" y="508"/>
                    <a:pt x="4933" y="644"/>
                  </a:cubicBezTo>
                  <a:cubicBezTo>
                    <a:pt x="6363" y="2073"/>
                    <a:pt x="7152" y="4009"/>
                    <a:pt x="7133" y="6028"/>
                  </a:cubicBezTo>
                  <a:cubicBezTo>
                    <a:pt x="7118" y="8014"/>
                    <a:pt x="6336" y="9877"/>
                    <a:pt x="4931" y="11282"/>
                  </a:cubicBezTo>
                  <a:cubicBezTo>
                    <a:pt x="3601" y="12610"/>
                    <a:pt x="1864" y="13380"/>
                    <a:pt x="1" y="13474"/>
                  </a:cubicBezTo>
                  <a:cubicBezTo>
                    <a:pt x="125" y="13481"/>
                    <a:pt x="248" y="13485"/>
                    <a:pt x="372" y="13485"/>
                  </a:cubicBezTo>
                  <a:cubicBezTo>
                    <a:pt x="399" y="13485"/>
                    <a:pt x="426" y="13485"/>
                    <a:pt x="453" y="13485"/>
                  </a:cubicBezTo>
                  <a:cubicBezTo>
                    <a:pt x="2438" y="13466"/>
                    <a:pt x="4299" y="12685"/>
                    <a:pt x="5704" y="11282"/>
                  </a:cubicBezTo>
                  <a:cubicBezTo>
                    <a:pt x="7110" y="9877"/>
                    <a:pt x="7891" y="8014"/>
                    <a:pt x="7909" y="6028"/>
                  </a:cubicBezTo>
                  <a:cubicBezTo>
                    <a:pt x="7925" y="4009"/>
                    <a:pt x="7136" y="2073"/>
                    <a:pt x="5707" y="644"/>
                  </a:cubicBezTo>
                  <a:cubicBezTo>
                    <a:pt x="5500" y="435"/>
                    <a:pt x="5281" y="241"/>
                    <a:pt x="5056" y="61"/>
                  </a:cubicBezTo>
                  <a:cubicBezTo>
                    <a:pt x="5005" y="20"/>
                    <a:pt x="4943" y="1"/>
                    <a:pt x="4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26"/>
            <p:cNvSpPr/>
            <p:nvPr/>
          </p:nvSpPr>
          <p:spPr>
            <a:xfrm>
              <a:off x="6578223" y="1542937"/>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26"/>
          <p:cNvGrpSpPr/>
          <p:nvPr/>
        </p:nvGrpSpPr>
        <p:grpSpPr>
          <a:xfrm>
            <a:off x="7075060" y="1137454"/>
            <a:ext cx="434479" cy="434479"/>
            <a:chOff x="7075060" y="1137454"/>
            <a:chExt cx="434479" cy="434479"/>
          </a:xfrm>
        </p:grpSpPr>
        <p:sp>
          <p:nvSpPr>
            <p:cNvPr id="10704" name="Google Shape;10704;p126"/>
            <p:cNvSpPr/>
            <p:nvPr/>
          </p:nvSpPr>
          <p:spPr>
            <a:xfrm>
              <a:off x="7324726" y="1475591"/>
              <a:ext cx="121286" cy="57187"/>
            </a:xfrm>
            <a:custGeom>
              <a:rect b="b" l="l" r="r" t="t"/>
              <a:pathLst>
                <a:path extrusionOk="0" h="2201" w="4668">
                  <a:moveTo>
                    <a:pt x="1" y="0"/>
                  </a:moveTo>
                  <a:lnTo>
                    <a:pt x="1" y="2200"/>
                  </a:lnTo>
                  <a:lnTo>
                    <a:pt x="4667" y="2200"/>
                  </a:lnTo>
                  <a:lnTo>
                    <a:pt x="4667" y="1236"/>
                  </a:lnTo>
                  <a:cubicBezTo>
                    <a:pt x="4667" y="554"/>
                    <a:pt x="4113" y="0"/>
                    <a:pt x="3431"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26"/>
            <p:cNvSpPr/>
            <p:nvPr/>
          </p:nvSpPr>
          <p:spPr>
            <a:xfrm>
              <a:off x="7394125" y="1475591"/>
              <a:ext cx="51887" cy="57187"/>
            </a:xfrm>
            <a:custGeom>
              <a:rect b="b" l="l" r="r" t="t"/>
              <a:pathLst>
                <a:path extrusionOk="0" h="2201" w="1997">
                  <a:moveTo>
                    <a:pt x="0" y="0"/>
                  </a:moveTo>
                  <a:cubicBezTo>
                    <a:pt x="682" y="0"/>
                    <a:pt x="1233" y="554"/>
                    <a:pt x="1233" y="1236"/>
                  </a:cubicBezTo>
                  <a:lnTo>
                    <a:pt x="1233" y="2200"/>
                  </a:lnTo>
                  <a:lnTo>
                    <a:pt x="1996" y="2200"/>
                  </a:lnTo>
                  <a:lnTo>
                    <a:pt x="1996" y="1236"/>
                  </a:lnTo>
                  <a:cubicBezTo>
                    <a:pt x="1996" y="554"/>
                    <a:pt x="1442" y="0"/>
                    <a:pt x="760"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26"/>
            <p:cNvSpPr/>
            <p:nvPr/>
          </p:nvSpPr>
          <p:spPr>
            <a:xfrm>
              <a:off x="7156386" y="1400709"/>
              <a:ext cx="332654" cy="171225"/>
            </a:xfrm>
            <a:custGeom>
              <a:rect b="b" l="l" r="r" t="t"/>
              <a:pathLst>
                <a:path extrusionOk="0" h="6590" w="12803">
                  <a:moveTo>
                    <a:pt x="1" y="1"/>
                  </a:moveTo>
                  <a:lnTo>
                    <a:pt x="1" y="3295"/>
                  </a:lnTo>
                  <a:lnTo>
                    <a:pt x="996" y="3295"/>
                  </a:lnTo>
                  <a:cubicBezTo>
                    <a:pt x="1406" y="3295"/>
                    <a:pt x="1772" y="3496"/>
                    <a:pt x="1997" y="3805"/>
                  </a:cubicBezTo>
                  <a:lnTo>
                    <a:pt x="3705" y="6083"/>
                  </a:lnTo>
                  <a:cubicBezTo>
                    <a:pt x="3930" y="6391"/>
                    <a:pt x="4293" y="6590"/>
                    <a:pt x="4703" y="6590"/>
                  </a:cubicBezTo>
                  <a:lnTo>
                    <a:pt x="11567" y="6590"/>
                  </a:lnTo>
                  <a:cubicBezTo>
                    <a:pt x="12249" y="6590"/>
                    <a:pt x="12803" y="6036"/>
                    <a:pt x="12803" y="5354"/>
                  </a:cubicBezTo>
                  <a:cubicBezTo>
                    <a:pt x="12803" y="4672"/>
                    <a:pt x="12249" y="4118"/>
                    <a:pt x="11567" y="4118"/>
                  </a:cubicBezTo>
                  <a:lnTo>
                    <a:pt x="7515" y="4118"/>
                  </a:lnTo>
                  <a:lnTo>
                    <a:pt x="6234" y="1955"/>
                  </a:lnTo>
                  <a:lnTo>
                    <a:pt x="4223"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26"/>
            <p:cNvSpPr/>
            <p:nvPr/>
          </p:nvSpPr>
          <p:spPr>
            <a:xfrm>
              <a:off x="7436893" y="1507705"/>
              <a:ext cx="51939" cy="64229"/>
            </a:xfrm>
            <a:custGeom>
              <a:rect b="b" l="l" r="r" t="t"/>
              <a:pathLst>
                <a:path extrusionOk="0" h="2472" w="1999">
                  <a:moveTo>
                    <a:pt x="0" y="0"/>
                  </a:moveTo>
                  <a:cubicBezTo>
                    <a:pt x="682" y="0"/>
                    <a:pt x="1236" y="554"/>
                    <a:pt x="1236" y="1236"/>
                  </a:cubicBezTo>
                  <a:cubicBezTo>
                    <a:pt x="1236" y="1918"/>
                    <a:pt x="682" y="2472"/>
                    <a:pt x="0" y="2472"/>
                  </a:cubicBezTo>
                  <a:lnTo>
                    <a:pt x="763" y="2472"/>
                  </a:lnTo>
                  <a:cubicBezTo>
                    <a:pt x="1445" y="2472"/>
                    <a:pt x="1999" y="1918"/>
                    <a:pt x="1999" y="1236"/>
                  </a:cubicBezTo>
                  <a:cubicBezTo>
                    <a:pt x="1999" y="554"/>
                    <a:pt x="1445" y="0"/>
                    <a:pt x="763"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26"/>
            <p:cNvSpPr/>
            <p:nvPr/>
          </p:nvSpPr>
          <p:spPr>
            <a:xfrm>
              <a:off x="7125440" y="1379325"/>
              <a:ext cx="35258" cy="128406"/>
            </a:xfrm>
            <a:custGeom>
              <a:rect b="b" l="l" r="r" t="t"/>
              <a:pathLst>
                <a:path extrusionOk="0" h="4942" w="1357">
                  <a:moveTo>
                    <a:pt x="0" y="1"/>
                  </a:moveTo>
                  <a:lnTo>
                    <a:pt x="0" y="4941"/>
                  </a:lnTo>
                  <a:lnTo>
                    <a:pt x="808" y="4941"/>
                  </a:lnTo>
                  <a:cubicBezTo>
                    <a:pt x="1111" y="4941"/>
                    <a:pt x="1356" y="4696"/>
                    <a:pt x="1356" y="4393"/>
                  </a:cubicBezTo>
                  <a:lnTo>
                    <a:pt x="1356" y="549"/>
                  </a:lnTo>
                  <a:cubicBezTo>
                    <a:pt x="1356" y="246"/>
                    <a:pt x="1111" y="1"/>
                    <a:pt x="8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26"/>
            <p:cNvSpPr/>
            <p:nvPr/>
          </p:nvSpPr>
          <p:spPr>
            <a:xfrm>
              <a:off x="7132184" y="1379325"/>
              <a:ext cx="34115" cy="128406"/>
            </a:xfrm>
            <a:custGeom>
              <a:rect b="b" l="l" r="r" t="t"/>
              <a:pathLst>
                <a:path extrusionOk="0" h="4942" w="1313">
                  <a:moveTo>
                    <a:pt x="1" y="1"/>
                  </a:moveTo>
                  <a:cubicBezTo>
                    <a:pt x="304" y="1"/>
                    <a:pt x="549" y="246"/>
                    <a:pt x="549" y="549"/>
                  </a:cubicBezTo>
                  <a:lnTo>
                    <a:pt x="549" y="4393"/>
                  </a:lnTo>
                  <a:cubicBezTo>
                    <a:pt x="549" y="4696"/>
                    <a:pt x="304" y="4941"/>
                    <a:pt x="1" y="4941"/>
                  </a:cubicBezTo>
                  <a:lnTo>
                    <a:pt x="764" y="4941"/>
                  </a:lnTo>
                  <a:cubicBezTo>
                    <a:pt x="1067" y="4941"/>
                    <a:pt x="1312" y="4696"/>
                    <a:pt x="1312" y="4393"/>
                  </a:cubicBezTo>
                  <a:lnTo>
                    <a:pt x="1312" y="549"/>
                  </a:lnTo>
                  <a:cubicBezTo>
                    <a:pt x="1312" y="246"/>
                    <a:pt x="1067" y="1"/>
                    <a:pt x="7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26"/>
            <p:cNvSpPr/>
            <p:nvPr/>
          </p:nvSpPr>
          <p:spPr>
            <a:xfrm>
              <a:off x="7075060" y="1357942"/>
              <a:ext cx="57110" cy="171173"/>
            </a:xfrm>
            <a:custGeom>
              <a:rect b="b" l="l" r="r" t="t"/>
              <a:pathLst>
                <a:path extrusionOk="0" h="6588" w="2198">
                  <a:moveTo>
                    <a:pt x="275" y="1"/>
                  </a:moveTo>
                  <a:cubicBezTo>
                    <a:pt x="123" y="1"/>
                    <a:pt x="1" y="124"/>
                    <a:pt x="1" y="275"/>
                  </a:cubicBezTo>
                  <a:lnTo>
                    <a:pt x="1" y="6313"/>
                  </a:lnTo>
                  <a:cubicBezTo>
                    <a:pt x="1" y="6464"/>
                    <a:pt x="123" y="6587"/>
                    <a:pt x="275" y="6587"/>
                  </a:cubicBezTo>
                  <a:lnTo>
                    <a:pt x="1647" y="6587"/>
                  </a:lnTo>
                  <a:cubicBezTo>
                    <a:pt x="1952" y="6587"/>
                    <a:pt x="2198" y="6342"/>
                    <a:pt x="2198" y="6039"/>
                  </a:cubicBezTo>
                  <a:lnTo>
                    <a:pt x="2198" y="549"/>
                  </a:lnTo>
                  <a:cubicBezTo>
                    <a:pt x="2198" y="246"/>
                    <a:pt x="1952" y="1"/>
                    <a:pt x="16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26"/>
            <p:cNvSpPr/>
            <p:nvPr/>
          </p:nvSpPr>
          <p:spPr>
            <a:xfrm>
              <a:off x="7289026" y="1143898"/>
              <a:ext cx="142722" cy="165405"/>
            </a:xfrm>
            <a:custGeom>
              <a:rect b="b" l="l" r="r" t="t"/>
              <a:pathLst>
                <a:path extrusionOk="0" h="6366" w="5493">
                  <a:moveTo>
                    <a:pt x="2745" y="1"/>
                  </a:moveTo>
                  <a:cubicBezTo>
                    <a:pt x="2729" y="1"/>
                    <a:pt x="2713" y="1"/>
                    <a:pt x="2697" y="1"/>
                  </a:cubicBezTo>
                  <a:cubicBezTo>
                    <a:pt x="1195" y="30"/>
                    <a:pt x="1" y="1245"/>
                    <a:pt x="1" y="2747"/>
                  </a:cubicBezTo>
                  <a:cubicBezTo>
                    <a:pt x="1" y="3763"/>
                    <a:pt x="552" y="4649"/>
                    <a:pt x="1372" y="5125"/>
                  </a:cubicBezTo>
                  <a:cubicBezTo>
                    <a:pt x="1542" y="5221"/>
                    <a:pt x="1649" y="5399"/>
                    <a:pt x="1649" y="5595"/>
                  </a:cubicBezTo>
                  <a:lnTo>
                    <a:pt x="1649" y="6366"/>
                  </a:lnTo>
                  <a:lnTo>
                    <a:pt x="3847" y="6366"/>
                  </a:lnTo>
                  <a:lnTo>
                    <a:pt x="3847" y="5600"/>
                  </a:lnTo>
                  <a:cubicBezTo>
                    <a:pt x="3847" y="5401"/>
                    <a:pt x="3954" y="5221"/>
                    <a:pt x="4126" y="5122"/>
                  </a:cubicBezTo>
                  <a:cubicBezTo>
                    <a:pt x="4944" y="4646"/>
                    <a:pt x="5492" y="3761"/>
                    <a:pt x="5492" y="2747"/>
                  </a:cubicBezTo>
                  <a:cubicBezTo>
                    <a:pt x="5492" y="1229"/>
                    <a:pt x="4262" y="1"/>
                    <a:pt x="27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26"/>
            <p:cNvSpPr/>
            <p:nvPr/>
          </p:nvSpPr>
          <p:spPr>
            <a:xfrm>
              <a:off x="7353931" y="1237331"/>
              <a:ext cx="12913" cy="69997"/>
            </a:xfrm>
            <a:custGeom>
              <a:rect b="b" l="l" r="r" t="t"/>
              <a:pathLst>
                <a:path extrusionOk="0" h="2694" w="497">
                  <a:moveTo>
                    <a:pt x="249" y="0"/>
                  </a:moveTo>
                  <a:cubicBezTo>
                    <a:pt x="113" y="0"/>
                    <a:pt x="0" y="113"/>
                    <a:pt x="0" y="248"/>
                  </a:cubicBezTo>
                  <a:lnTo>
                    <a:pt x="0" y="2446"/>
                  </a:lnTo>
                  <a:cubicBezTo>
                    <a:pt x="0" y="2584"/>
                    <a:pt x="113" y="2694"/>
                    <a:pt x="249" y="2694"/>
                  </a:cubicBezTo>
                  <a:cubicBezTo>
                    <a:pt x="387" y="2694"/>
                    <a:pt x="497" y="2584"/>
                    <a:pt x="497" y="2446"/>
                  </a:cubicBezTo>
                  <a:lnTo>
                    <a:pt x="497" y="248"/>
                  </a:lnTo>
                  <a:cubicBezTo>
                    <a:pt x="497" y="113"/>
                    <a:pt x="387" y="0"/>
                    <a:pt x="2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26"/>
            <p:cNvSpPr/>
            <p:nvPr/>
          </p:nvSpPr>
          <p:spPr>
            <a:xfrm>
              <a:off x="7211235" y="1237331"/>
              <a:ext cx="41494" cy="12913"/>
            </a:xfrm>
            <a:custGeom>
              <a:rect b="b" l="l" r="r" t="t"/>
              <a:pathLst>
                <a:path extrusionOk="0" h="497" w="1597">
                  <a:moveTo>
                    <a:pt x="251" y="0"/>
                  </a:moveTo>
                  <a:cubicBezTo>
                    <a:pt x="113" y="0"/>
                    <a:pt x="1" y="113"/>
                    <a:pt x="1" y="248"/>
                  </a:cubicBezTo>
                  <a:cubicBezTo>
                    <a:pt x="1" y="387"/>
                    <a:pt x="113" y="497"/>
                    <a:pt x="251" y="497"/>
                  </a:cubicBezTo>
                  <a:lnTo>
                    <a:pt x="1349" y="497"/>
                  </a:lnTo>
                  <a:cubicBezTo>
                    <a:pt x="1485" y="497"/>
                    <a:pt x="1597" y="387"/>
                    <a:pt x="1597" y="248"/>
                  </a:cubicBezTo>
                  <a:cubicBezTo>
                    <a:pt x="1597" y="113"/>
                    <a:pt x="1485" y="0"/>
                    <a:pt x="13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26"/>
            <p:cNvSpPr/>
            <p:nvPr/>
          </p:nvSpPr>
          <p:spPr>
            <a:xfrm>
              <a:off x="7237113" y="1322943"/>
              <a:ext cx="39441" cy="27230"/>
            </a:xfrm>
            <a:custGeom>
              <a:rect b="b" l="l" r="r" t="t"/>
              <a:pathLst>
                <a:path extrusionOk="0" h="1048" w="1518">
                  <a:moveTo>
                    <a:pt x="1236" y="0"/>
                  </a:moveTo>
                  <a:cubicBezTo>
                    <a:pt x="1193" y="0"/>
                    <a:pt x="1150" y="11"/>
                    <a:pt x="1110" y="34"/>
                  </a:cubicBezTo>
                  <a:lnTo>
                    <a:pt x="159" y="582"/>
                  </a:lnTo>
                  <a:cubicBezTo>
                    <a:pt x="42" y="650"/>
                    <a:pt x="0" y="804"/>
                    <a:pt x="68" y="922"/>
                  </a:cubicBezTo>
                  <a:cubicBezTo>
                    <a:pt x="115" y="1003"/>
                    <a:pt x="199" y="1047"/>
                    <a:pt x="285" y="1047"/>
                  </a:cubicBezTo>
                  <a:cubicBezTo>
                    <a:pt x="327" y="1047"/>
                    <a:pt x="368" y="1034"/>
                    <a:pt x="408" y="1013"/>
                  </a:cubicBezTo>
                  <a:lnTo>
                    <a:pt x="1359" y="465"/>
                  </a:lnTo>
                  <a:cubicBezTo>
                    <a:pt x="1479" y="394"/>
                    <a:pt x="1518" y="243"/>
                    <a:pt x="1450" y="125"/>
                  </a:cubicBezTo>
                  <a:cubicBezTo>
                    <a:pt x="1405" y="45"/>
                    <a:pt x="1322" y="0"/>
                    <a:pt x="1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26"/>
            <p:cNvSpPr/>
            <p:nvPr/>
          </p:nvSpPr>
          <p:spPr>
            <a:xfrm>
              <a:off x="7444220" y="1322943"/>
              <a:ext cx="39467" cy="27230"/>
            </a:xfrm>
            <a:custGeom>
              <a:rect b="b" l="l" r="r" t="t"/>
              <a:pathLst>
                <a:path extrusionOk="0" h="1048" w="1519">
                  <a:moveTo>
                    <a:pt x="284" y="0"/>
                  </a:moveTo>
                  <a:cubicBezTo>
                    <a:pt x="199" y="0"/>
                    <a:pt x="115" y="45"/>
                    <a:pt x="68" y="125"/>
                  </a:cubicBezTo>
                  <a:cubicBezTo>
                    <a:pt x="0" y="243"/>
                    <a:pt x="42" y="394"/>
                    <a:pt x="160" y="465"/>
                  </a:cubicBezTo>
                  <a:lnTo>
                    <a:pt x="1111" y="1013"/>
                  </a:lnTo>
                  <a:cubicBezTo>
                    <a:pt x="1150" y="1037"/>
                    <a:pt x="1192" y="1047"/>
                    <a:pt x="1236" y="1047"/>
                  </a:cubicBezTo>
                  <a:cubicBezTo>
                    <a:pt x="1320" y="1047"/>
                    <a:pt x="1403" y="1003"/>
                    <a:pt x="1450" y="922"/>
                  </a:cubicBezTo>
                  <a:cubicBezTo>
                    <a:pt x="1518" y="804"/>
                    <a:pt x="1479" y="650"/>
                    <a:pt x="1359" y="582"/>
                  </a:cubicBezTo>
                  <a:lnTo>
                    <a:pt x="408" y="34"/>
                  </a:lnTo>
                  <a:cubicBezTo>
                    <a:pt x="369" y="11"/>
                    <a:pt x="326" y="0"/>
                    <a:pt x="2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26"/>
            <p:cNvSpPr/>
            <p:nvPr/>
          </p:nvSpPr>
          <p:spPr>
            <a:xfrm>
              <a:off x="7468046" y="1237331"/>
              <a:ext cx="41494" cy="12913"/>
            </a:xfrm>
            <a:custGeom>
              <a:rect b="b" l="l" r="r" t="t"/>
              <a:pathLst>
                <a:path extrusionOk="0" h="497" w="1597">
                  <a:moveTo>
                    <a:pt x="251" y="0"/>
                  </a:moveTo>
                  <a:cubicBezTo>
                    <a:pt x="113" y="0"/>
                    <a:pt x="0" y="113"/>
                    <a:pt x="0" y="248"/>
                  </a:cubicBezTo>
                  <a:cubicBezTo>
                    <a:pt x="0" y="387"/>
                    <a:pt x="113" y="497"/>
                    <a:pt x="251" y="497"/>
                  </a:cubicBezTo>
                  <a:lnTo>
                    <a:pt x="1348" y="497"/>
                  </a:lnTo>
                  <a:cubicBezTo>
                    <a:pt x="1484" y="497"/>
                    <a:pt x="1597" y="387"/>
                    <a:pt x="1597" y="248"/>
                  </a:cubicBezTo>
                  <a:cubicBezTo>
                    <a:pt x="1597" y="113"/>
                    <a:pt x="1484" y="0"/>
                    <a:pt x="13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26"/>
            <p:cNvSpPr/>
            <p:nvPr/>
          </p:nvSpPr>
          <p:spPr>
            <a:xfrm>
              <a:off x="7444220" y="1137454"/>
              <a:ext cx="39467" cy="27204"/>
            </a:xfrm>
            <a:custGeom>
              <a:rect b="b" l="l" r="r" t="t"/>
              <a:pathLst>
                <a:path extrusionOk="0" h="1047" w="1519">
                  <a:moveTo>
                    <a:pt x="1236" y="1"/>
                  </a:moveTo>
                  <a:cubicBezTo>
                    <a:pt x="1193" y="1"/>
                    <a:pt x="1150" y="12"/>
                    <a:pt x="1111" y="35"/>
                  </a:cubicBezTo>
                  <a:lnTo>
                    <a:pt x="160" y="584"/>
                  </a:lnTo>
                  <a:cubicBezTo>
                    <a:pt x="42" y="652"/>
                    <a:pt x="0" y="803"/>
                    <a:pt x="68" y="923"/>
                  </a:cubicBezTo>
                  <a:cubicBezTo>
                    <a:pt x="115" y="1002"/>
                    <a:pt x="199" y="1046"/>
                    <a:pt x="285" y="1046"/>
                  </a:cubicBezTo>
                  <a:cubicBezTo>
                    <a:pt x="327" y="1046"/>
                    <a:pt x="369" y="1036"/>
                    <a:pt x="408" y="1015"/>
                  </a:cubicBezTo>
                  <a:lnTo>
                    <a:pt x="1359" y="466"/>
                  </a:lnTo>
                  <a:cubicBezTo>
                    <a:pt x="1479" y="396"/>
                    <a:pt x="1518" y="244"/>
                    <a:pt x="1450" y="126"/>
                  </a:cubicBezTo>
                  <a:cubicBezTo>
                    <a:pt x="1405" y="46"/>
                    <a:pt x="1322" y="1"/>
                    <a:pt x="12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26"/>
            <p:cNvSpPr/>
            <p:nvPr/>
          </p:nvSpPr>
          <p:spPr>
            <a:xfrm>
              <a:off x="7237113" y="1137454"/>
              <a:ext cx="39441" cy="27204"/>
            </a:xfrm>
            <a:custGeom>
              <a:rect b="b" l="l" r="r" t="t"/>
              <a:pathLst>
                <a:path extrusionOk="0" h="1047" w="1518">
                  <a:moveTo>
                    <a:pt x="284" y="1"/>
                  </a:moveTo>
                  <a:cubicBezTo>
                    <a:pt x="199" y="1"/>
                    <a:pt x="115" y="46"/>
                    <a:pt x="68" y="126"/>
                  </a:cubicBezTo>
                  <a:cubicBezTo>
                    <a:pt x="0" y="244"/>
                    <a:pt x="42" y="396"/>
                    <a:pt x="159" y="466"/>
                  </a:cubicBezTo>
                  <a:lnTo>
                    <a:pt x="1110" y="1015"/>
                  </a:lnTo>
                  <a:cubicBezTo>
                    <a:pt x="1150" y="1036"/>
                    <a:pt x="1194" y="1046"/>
                    <a:pt x="1236" y="1046"/>
                  </a:cubicBezTo>
                  <a:cubicBezTo>
                    <a:pt x="1322" y="1046"/>
                    <a:pt x="1406" y="1002"/>
                    <a:pt x="1450" y="923"/>
                  </a:cubicBezTo>
                  <a:cubicBezTo>
                    <a:pt x="1518" y="803"/>
                    <a:pt x="1479" y="652"/>
                    <a:pt x="1359" y="584"/>
                  </a:cubicBezTo>
                  <a:lnTo>
                    <a:pt x="408" y="35"/>
                  </a:lnTo>
                  <a:cubicBezTo>
                    <a:pt x="369" y="12"/>
                    <a:pt x="326" y="1"/>
                    <a:pt x="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26"/>
            <p:cNvSpPr/>
            <p:nvPr/>
          </p:nvSpPr>
          <p:spPr>
            <a:xfrm>
              <a:off x="7098081" y="1357942"/>
              <a:ext cx="34089" cy="171173"/>
            </a:xfrm>
            <a:custGeom>
              <a:rect b="b" l="l" r="r" t="t"/>
              <a:pathLst>
                <a:path extrusionOk="0" h="6588" w="1312">
                  <a:moveTo>
                    <a:pt x="0" y="1"/>
                  </a:moveTo>
                  <a:cubicBezTo>
                    <a:pt x="303" y="1"/>
                    <a:pt x="549" y="246"/>
                    <a:pt x="549" y="549"/>
                  </a:cubicBezTo>
                  <a:lnTo>
                    <a:pt x="549" y="6039"/>
                  </a:lnTo>
                  <a:cubicBezTo>
                    <a:pt x="549" y="6342"/>
                    <a:pt x="303" y="6587"/>
                    <a:pt x="0" y="6587"/>
                  </a:cubicBezTo>
                  <a:lnTo>
                    <a:pt x="761" y="6587"/>
                  </a:lnTo>
                  <a:cubicBezTo>
                    <a:pt x="1066" y="6587"/>
                    <a:pt x="1312" y="6342"/>
                    <a:pt x="1312" y="6039"/>
                  </a:cubicBezTo>
                  <a:lnTo>
                    <a:pt x="1312" y="549"/>
                  </a:lnTo>
                  <a:cubicBezTo>
                    <a:pt x="1312" y="246"/>
                    <a:pt x="1066" y="1"/>
                    <a:pt x="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26"/>
            <p:cNvSpPr/>
            <p:nvPr/>
          </p:nvSpPr>
          <p:spPr>
            <a:xfrm>
              <a:off x="7350475" y="1143898"/>
              <a:ext cx="81273" cy="165405"/>
            </a:xfrm>
            <a:custGeom>
              <a:rect b="b" l="l" r="r" t="t"/>
              <a:pathLst>
                <a:path extrusionOk="0" h="6366" w="3128">
                  <a:moveTo>
                    <a:pt x="380" y="1"/>
                  </a:moveTo>
                  <a:cubicBezTo>
                    <a:pt x="364" y="1"/>
                    <a:pt x="348" y="1"/>
                    <a:pt x="332" y="1"/>
                  </a:cubicBezTo>
                  <a:cubicBezTo>
                    <a:pt x="220" y="4"/>
                    <a:pt x="110" y="14"/>
                    <a:pt x="0" y="27"/>
                  </a:cubicBezTo>
                  <a:cubicBezTo>
                    <a:pt x="1335" y="215"/>
                    <a:pt x="2362" y="1360"/>
                    <a:pt x="2362" y="2747"/>
                  </a:cubicBezTo>
                  <a:cubicBezTo>
                    <a:pt x="2362" y="3761"/>
                    <a:pt x="1813" y="4646"/>
                    <a:pt x="996" y="5122"/>
                  </a:cubicBezTo>
                  <a:cubicBezTo>
                    <a:pt x="823" y="5221"/>
                    <a:pt x="716" y="5401"/>
                    <a:pt x="716" y="5600"/>
                  </a:cubicBezTo>
                  <a:lnTo>
                    <a:pt x="716" y="6366"/>
                  </a:lnTo>
                  <a:lnTo>
                    <a:pt x="1482" y="6366"/>
                  </a:lnTo>
                  <a:lnTo>
                    <a:pt x="1482" y="5600"/>
                  </a:lnTo>
                  <a:cubicBezTo>
                    <a:pt x="1482" y="5401"/>
                    <a:pt x="1589" y="5221"/>
                    <a:pt x="1761" y="5122"/>
                  </a:cubicBezTo>
                  <a:cubicBezTo>
                    <a:pt x="2579" y="4646"/>
                    <a:pt x="3127" y="3761"/>
                    <a:pt x="3127" y="2747"/>
                  </a:cubicBezTo>
                  <a:cubicBezTo>
                    <a:pt x="3127" y="1229"/>
                    <a:pt x="1897" y="1"/>
                    <a:pt x="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26"/>
            <p:cNvSpPr/>
            <p:nvPr/>
          </p:nvSpPr>
          <p:spPr>
            <a:xfrm>
              <a:off x="7339666" y="1237331"/>
              <a:ext cx="41520" cy="12913"/>
            </a:xfrm>
            <a:custGeom>
              <a:rect b="b" l="l" r="r" t="t"/>
              <a:pathLst>
                <a:path extrusionOk="0" h="497" w="1598">
                  <a:moveTo>
                    <a:pt x="249" y="0"/>
                  </a:moveTo>
                  <a:cubicBezTo>
                    <a:pt x="113" y="0"/>
                    <a:pt x="1" y="113"/>
                    <a:pt x="1" y="248"/>
                  </a:cubicBezTo>
                  <a:cubicBezTo>
                    <a:pt x="1" y="387"/>
                    <a:pt x="113" y="497"/>
                    <a:pt x="249" y="497"/>
                  </a:cubicBezTo>
                  <a:lnTo>
                    <a:pt x="1346" y="497"/>
                  </a:lnTo>
                  <a:cubicBezTo>
                    <a:pt x="1485" y="497"/>
                    <a:pt x="1597" y="387"/>
                    <a:pt x="1597" y="248"/>
                  </a:cubicBezTo>
                  <a:cubicBezTo>
                    <a:pt x="1597" y="113"/>
                    <a:pt x="1485" y="0"/>
                    <a:pt x="13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26"/>
            <p:cNvSpPr/>
            <p:nvPr/>
          </p:nvSpPr>
          <p:spPr>
            <a:xfrm>
              <a:off x="7331871" y="1315123"/>
              <a:ext cx="57110" cy="42845"/>
            </a:xfrm>
            <a:custGeom>
              <a:rect b="b" l="l" r="r" t="t"/>
              <a:pathLst>
                <a:path extrusionOk="0" h="1649" w="2198">
                  <a:moveTo>
                    <a:pt x="0" y="0"/>
                  </a:moveTo>
                  <a:lnTo>
                    <a:pt x="0" y="1126"/>
                  </a:lnTo>
                  <a:cubicBezTo>
                    <a:pt x="0" y="1414"/>
                    <a:pt x="233" y="1649"/>
                    <a:pt x="523" y="1649"/>
                  </a:cubicBezTo>
                  <a:lnTo>
                    <a:pt x="1675" y="1649"/>
                  </a:lnTo>
                  <a:cubicBezTo>
                    <a:pt x="1962" y="1649"/>
                    <a:pt x="2198" y="1414"/>
                    <a:pt x="2198" y="1126"/>
                  </a:cubicBezTo>
                  <a:lnTo>
                    <a:pt x="21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26"/>
            <p:cNvSpPr/>
            <p:nvPr/>
          </p:nvSpPr>
          <p:spPr>
            <a:xfrm>
              <a:off x="7355360" y="1315123"/>
              <a:ext cx="33621" cy="42845"/>
            </a:xfrm>
            <a:custGeom>
              <a:rect b="b" l="l" r="r" t="t"/>
              <a:pathLst>
                <a:path extrusionOk="0" h="1649" w="1294">
                  <a:moveTo>
                    <a:pt x="531" y="0"/>
                  </a:moveTo>
                  <a:lnTo>
                    <a:pt x="531" y="1118"/>
                  </a:lnTo>
                  <a:cubicBezTo>
                    <a:pt x="531" y="1411"/>
                    <a:pt x="293" y="1649"/>
                    <a:pt x="0" y="1649"/>
                  </a:cubicBezTo>
                  <a:lnTo>
                    <a:pt x="763" y="1649"/>
                  </a:lnTo>
                  <a:cubicBezTo>
                    <a:pt x="1056" y="1649"/>
                    <a:pt x="1294" y="1411"/>
                    <a:pt x="1294" y="1118"/>
                  </a:cubicBezTo>
                  <a:lnTo>
                    <a:pt x="12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26"/>
            <p:cNvSpPr/>
            <p:nvPr/>
          </p:nvSpPr>
          <p:spPr>
            <a:xfrm>
              <a:off x="7317607" y="1300858"/>
              <a:ext cx="85638" cy="28529"/>
            </a:xfrm>
            <a:custGeom>
              <a:rect b="b" l="l" r="r" t="t"/>
              <a:pathLst>
                <a:path extrusionOk="0" h="1098" w="3296">
                  <a:moveTo>
                    <a:pt x="549" y="1"/>
                  </a:moveTo>
                  <a:cubicBezTo>
                    <a:pt x="246" y="1"/>
                    <a:pt x="1" y="246"/>
                    <a:pt x="1" y="549"/>
                  </a:cubicBezTo>
                  <a:cubicBezTo>
                    <a:pt x="1" y="852"/>
                    <a:pt x="246" y="1098"/>
                    <a:pt x="549" y="1098"/>
                  </a:cubicBezTo>
                  <a:lnTo>
                    <a:pt x="2747" y="1098"/>
                  </a:lnTo>
                  <a:cubicBezTo>
                    <a:pt x="3050" y="1098"/>
                    <a:pt x="3295" y="852"/>
                    <a:pt x="3295" y="549"/>
                  </a:cubicBezTo>
                  <a:cubicBezTo>
                    <a:pt x="3295" y="246"/>
                    <a:pt x="3050" y="1"/>
                    <a:pt x="2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26"/>
            <p:cNvSpPr/>
            <p:nvPr/>
          </p:nvSpPr>
          <p:spPr>
            <a:xfrm>
              <a:off x="7369130" y="1300858"/>
              <a:ext cx="34115" cy="28529"/>
            </a:xfrm>
            <a:custGeom>
              <a:rect b="b" l="l" r="r" t="t"/>
              <a:pathLst>
                <a:path extrusionOk="0" h="1098" w="1313">
                  <a:moveTo>
                    <a:pt x="1" y="1"/>
                  </a:moveTo>
                  <a:cubicBezTo>
                    <a:pt x="304" y="1"/>
                    <a:pt x="549" y="246"/>
                    <a:pt x="549" y="549"/>
                  </a:cubicBezTo>
                  <a:cubicBezTo>
                    <a:pt x="549" y="852"/>
                    <a:pt x="304" y="1098"/>
                    <a:pt x="1" y="1098"/>
                  </a:cubicBezTo>
                  <a:lnTo>
                    <a:pt x="764" y="1098"/>
                  </a:lnTo>
                  <a:cubicBezTo>
                    <a:pt x="1067" y="1098"/>
                    <a:pt x="1312" y="852"/>
                    <a:pt x="1312" y="549"/>
                  </a:cubicBezTo>
                  <a:cubicBezTo>
                    <a:pt x="1312" y="246"/>
                    <a:pt x="1067" y="1"/>
                    <a:pt x="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26"/>
            <p:cNvSpPr/>
            <p:nvPr/>
          </p:nvSpPr>
          <p:spPr>
            <a:xfrm>
              <a:off x="7232280" y="1400709"/>
              <a:ext cx="120715" cy="136746"/>
            </a:xfrm>
            <a:custGeom>
              <a:rect b="b" l="l" r="r" t="t"/>
              <a:pathLst>
                <a:path extrusionOk="0" h="5263" w="4646">
                  <a:moveTo>
                    <a:pt x="1302" y="1"/>
                  </a:moveTo>
                  <a:lnTo>
                    <a:pt x="3914" y="3139"/>
                  </a:lnTo>
                  <a:cubicBezTo>
                    <a:pt x="4066" y="3316"/>
                    <a:pt x="4149" y="3543"/>
                    <a:pt x="4149" y="3779"/>
                  </a:cubicBezTo>
                  <a:cubicBezTo>
                    <a:pt x="4149" y="4322"/>
                    <a:pt x="3708" y="4766"/>
                    <a:pt x="3162" y="4766"/>
                  </a:cubicBezTo>
                  <a:cubicBezTo>
                    <a:pt x="2867" y="4766"/>
                    <a:pt x="2590" y="4636"/>
                    <a:pt x="2402" y="4406"/>
                  </a:cubicBezTo>
                  <a:lnTo>
                    <a:pt x="471" y="2070"/>
                  </a:lnTo>
                  <a:cubicBezTo>
                    <a:pt x="422" y="2011"/>
                    <a:pt x="351" y="1980"/>
                    <a:pt x="279" y="1980"/>
                  </a:cubicBezTo>
                  <a:cubicBezTo>
                    <a:pt x="223" y="1980"/>
                    <a:pt x="167" y="1998"/>
                    <a:pt x="121" y="2036"/>
                  </a:cubicBezTo>
                  <a:cubicBezTo>
                    <a:pt x="16" y="2125"/>
                    <a:pt x="1" y="2282"/>
                    <a:pt x="89" y="2386"/>
                  </a:cubicBezTo>
                  <a:lnTo>
                    <a:pt x="2017" y="4722"/>
                  </a:lnTo>
                  <a:cubicBezTo>
                    <a:pt x="2300" y="5067"/>
                    <a:pt x="2718" y="5263"/>
                    <a:pt x="3162" y="5263"/>
                  </a:cubicBezTo>
                  <a:cubicBezTo>
                    <a:pt x="3865" y="5263"/>
                    <a:pt x="4452" y="4774"/>
                    <a:pt x="4607" y="4118"/>
                  </a:cubicBezTo>
                  <a:lnTo>
                    <a:pt x="4594" y="4118"/>
                  </a:lnTo>
                  <a:cubicBezTo>
                    <a:pt x="4609" y="4076"/>
                    <a:pt x="4620" y="4035"/>
                    <a:pt x="4630" y="3990"/>
                  </a:cubicBezTo>
                  <a:cubicBezTo>
                    <a:pt x="4641" y="3922"/>
                    <a:pt x="4646" y="3852"/>
                    <a:pt x="4646" y="3779"/>
                  </a:cubicBezTo>
                  <a:cubicBezTo>
                    <a:pt x="4646" y="3426"/>
                    <a:pt x="4520" y="3084"/>
                    <a:pt x="4296" y="2820"/>
                  </a:cubicBezTo>
                  <a:lnTo>
                    <a:pt x="2326" y="455"/>
                  </a:lnTo>
                  <a:lnTo>
                    <a:pt x="2323" y="450"/>
                  </a:lnTo>
                  <a:cubicBezTo>
                    <a:pt x="2096" y="176"/>
                    <a:pt x="1754" y="1"/>
                    <a:pt x="1370"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126"/>
          <p:cNvGrpSpPr/>
          <p:nvPr/>
        </p:nvGrpSpPr>
        <p:grpSpPr>
          <a:xfrm>
            <a:off x="7848923" y="1137480"/>
            <a:ext cx="434479" cy="434453"/>
            <a:chOff x="7848923" y="1137480"/>
            <a:chExt cx="434479" cy="434453"/>
          </a:xfrm>
        </p:grpSpPr>
        <p:sp>
          <p:nvSpPr>
            <p:cNvPr id="10728" name="Google Shape;10728;p126"/>
            <p:cNvSpPr/>
            <p:nvPr/>
          </p:nvSpPr>
          <p:spPr>
            <a:xfrm>
              <a:off x="7964805" y="1137480"/>
              <a:ext cx="202715" cy="66333"/>
            </a:xfrm>
            <a:custGeom>
              <a:rect b="b" l="l" r="r" t="t"/>
              <a:pathLst>
                <a:path extrusionOk="0" h="2553" w="7802">
                  <a:moveTo>
                    <a:pt x="1114" y="0"/>
                  </a:moveTo>
                  <a:cubicBezTo>
                    <a:pt x="500" y="0"/>
                    <a:pt x="1" y="499"/>
                    <a:pt x="1" y="1116"/>
                  </a:cubicBezTo>
                  <a:lnTo>
                    <a:pt x="1" y="2553"/>
                  </a:lnTo>
                  <a:lnTo>
                    <a:pt x="1114" y="2553"/>
                  </a:lnTo>
                  <a:lnTo>
                    <a:pt x="1114" y="1429"/>
                  </a:lnTo>
                  <a:cubicBezTo>
                    <a:pt x="1114" y="1254"/>
                    <a:pt x="1255" y="1116"/>
                    <a:pt x="1427" y="1116"/>
                  </a:cubicBezTo>
                  <a:lnTo>
                    <a:pt x="6375" y="1116"/>
                  </a:lnTo>
                  <a:cubicBezTo>
                    <a:pt x="6548" y="1116"/>
                    <a:pt x="6689" y="1254"/>
                    <a:pt x="6689" y="1429"/>
                  </a:cubicBezTo>
                  <a:lnTo>
                    <a:pt x="6689" y="2553"/>
                  </a:lnTo>
                  <a:lnTo>
                    <a:pt x="7802" y="2553"/>
                  </a:lnTo>
                  <a:lnTo>
                    <a:pt x="7802" y="1116"/>
                  </a:lnTo>
                  <a:cubicBezTo>
                    <a:pt x="7802" y="499"/>
                    <a:pt x="7303" y="0"/>
                    <a:pt x="6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26"/>
            <p:cNvSpPr/>
            <p:nvPr/>
          </p:nvSpPr>
          <p:spPr>
            <a:xfrm>
              <a:off x="8118414" y="1137480"/>
              <a:ext cx="49107" cy="66333"/>
            </a:xfrm>
            <a:custGeom>
              <a:rect b="b" l="l" r="r" t="t"/>
              <a:pathLst>
                <a:path extrusionOk="0" h="2553" w="1890">
                  <a:moveTo>
                    <a:pt x="1" y="0"/>
                  </a:moveTo>
                  <a:cubicBezTo>
                    <a:pt x="618" y="0"/>
                    <a:pt x="1117" y="499"/>
                    <a:pt x="1117" y="1116"/>
                  </a:cubicBezTo>
                  <a:lnTo>
                    <a:pt x="1117" y="2553"/>
                  </a:lnTo>
                  <a:lnTo>
                    <a:pt x="1890" y="2553"/>
                  </a:lnTo>
                  <a:lnTo>
                    <a:pt x="1890" y="1116"/>
                  </a:lnTo>
                  <a:cubicBezTo>
                    <a:pt x="1890" y="499"/>
                    <a:pt x="1391"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26"/>
            <p:cNvSpPr/>
            <p:nvPr/>
          </p:nvSpPr>
          <p:spPr>
            <a:xfrm>
              <a:off x="7950281" y="1195369"/>
              <a:ext cx="57993" cy="33777"/>
            </a:xfrm>
            <a:custGeom>
              <a:rect b="b" l="l" r="r" t="t"/>
              <a:pathLst>
                <a:path extrusionOk="0" h="1300" w="2232">
                  <a:moveTo>
                    <a:pt x="523" y="1"/>
                  </a:moveTo>
                  <a:cubicBezTo>
                    <a:pt x="236" y="1"/>
                    <a:pt x="0" y="236"/>
                    <a:pt x="0" y="523"/>
                  </a:cubicBezTo>
                  <a:lnTo>
                    <a:pt x="0" y="1299"/>
                  </a:lnTo>
                  <a:lnTo>
                    <a:pt x="2232" y="1299"/>
                  </a:lnTo>
                  <a:lnTo>
                    <a:pt x="2232" y="523"/>
                  </a:lnTo>
                  <a:cubicBezTo>
                    <a:pt x="2232" y="236"/>
                    <a:pt x="199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26"/>
            <p:cNvSpPr/>
            <p:nvPr/>
          </p:nvSpPr>
          <p:spPr>
            <a:xfrm>
              <a:off x="8124052" y="1195369"/>
              <a:ext cx="57993" cy="33777"/>
            </a:xfrm>
            <a:custGeom>
              <a:rect b="b" l="l" r="r" t="t"/>
              <a:pathLst>
                <a:path extrusionOk="0" h="1300" w="2232">
                  <a:moveTo>
                    <a:pt x="523" y="1"/>
                  </a:moveTo>
                  <a:cubicBezTo>
                    <a:pt x="236" y="1"/>
                    <a:pt x="1" y="236"/>
                    <a:pt x="1" y="523"/>
                  </a:cubicBezTo>
                  <a:lnTo>
                    <a:pt x="1" y="1299"/>
                  </a:lnTo>
                  <a:lnTo>
                    <a:pt x="2232" y="1299"/>
                  </a:lnTo>
                  <a:lnTo>
                    <a:pt x="2232" y="523"/>
                  </a:lnTo>
                  <a:cubicBezTo>
                    <a:pt x="2232" y="236"/>
                    <a:pt x="199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26"/>
            <p:cNvSpPr/>
            <p:nvPr/>
          </p:nvSpPr>
          <p:spPr>
            <a:xfrm>
              <a:off x="8147878" y="1195369"/>
              <a:ext cx="34167" cy="33777"/>
            </a:xfrm>
            <a:custGeom>
              <a:rect b="b" l="l" r="r" t="t"/>
              <a:pathLst>
                <a:path extrusionOk="0" h="1300" w="1315">
                  <a:moveTo>
                    <a:pt x="1" y="1"/>
                  </a:moveTo>
                  <a:cubicBezTo>
                    <a:pt x="299" y="1"/>
                    <a:pt x="539" y="244"/>
                    <a:pt x="539" y="539"/>
                  </a:cubicBezTo>
                  <a:lnTo>
                    <a:pt x="539" y="1299"/>
                  </a:lnTo>
                  <a:lnTo>
                    <a:pt x="1315" y="1299"/>
                  </a:lnTo>
                  <a:lnTo>
                    <a:pt x="1315" y="539"/>
                  </a:lnTo>
                  <a:cubicBezTo>
                    <a:pt x="1315" y="244"/>
                    <a:pt x="1072" y="1"/>
                    <a:pt x="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26"/>
            <p:cNvSpPr/>
            <p:nvPr/>
          </p:nvSpPr>
          <p:spPr>
            <a:xfrm>
              <a:off x="7974107" y="1195369"/>
              <a:ext cx="34167" cy="33777"/>
            </a:xfrm>
            <a:custGeom>
              <a:rect b="b" l="l" r="r" t="t"/>
              <a:pathLst>
                <a:path extrusionOk="0" h="1300" w="1315">
                  <a:moveTo>
                    <a:pt x="0" y="1"/>
                  </a:moveTo>
                  <a:cubicBezTo>
                    <a:pt x="298" y="1"/>
                    <a:pt x="539" y="244"/>
                    <a:pt x="539" y="539"/>
                  </a:cubicBezTo>
                  <a:lnTo>
                    <a:pt x="539" y="1299"/>
                  </a:lnTo>
                  <a:lnTo>
                    <a:pt x="1315" y="1299"/>
                  </a:lnTo>
                  <a:lnTo>
                    <a:pt x="1315" y="539"/>
                  </a:lnTo>
                  <a:cubicBezTo>
                    <a:pt x="1315" y="244"/>
                    <a:pt x="1072" y="1"/>
                    <a:pt x="7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26"/>
            <p:cNvSpPr/>
            <p:nvPr/>
          </p:nvSpPr>
          <p:spPr>
            <a:xfrm>
              <a:off x="7863395" y="1332427"/>
              <a:ext cx="405561" cy="239507"/>
            </a:xfrm>
            <a:custGeom>
              <a:rect b="b" l="l" r="r" t="t"/>
              <a:pathLst>
                <a:path extrusionOk="0" h="9218" w="15609">
                  <a:moveTo>
                    <a:pt x="0" y="0"/>
                  </a:moveTo>
                  <a:lnTo>
                    <a:pt x="0" y="8102"/>
                  </a:lnTo>
                  <a:cubicBezTo>
                    <a:pt x="0" y="8719"/>
                    <a:pt x="499" y="9218"/>
                    <a:pt x="1116" y="9218"/>
                  </a:cubicBezTo>
                  <a:lnTo>
                    <a:pt x="14493" y="9218"/>
                  </a:lnTo>
                  <a:cubicBezTo>
                    <a:pt x="15109" y="9218"/>
                    <a:pt x="15608" y="8719"/>
                    <a:pt x="15608" y="8102"/>
                  </a:cubicBezTo>
                  <a:lnTo>
                    <a:pt x="156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26"/>
            <p:cNvSpPr/>
            <p:nvPr/>
          </p:nvSpPr>
          <p:spPr>
            <a:xfrm>
              <a:off x="8219849" y="1332427"/>
              <a:ext cx="49107" cy="239507"/>
            </a:xfrm>
            <a:custGeom>
              <a:rect b="b" l="l" r="r" t="t"/>
              <a:pathLst>
                <a:path extrusionOk="0" h="9218" w="1890">
                  <a:moveTo>
                    <a:pt x="1113" y="0"/>
                  </a:moveTo>
                  <a:lnTo>
                    <a:pt x="1113" y="8102"/>
                  </a:lnTo>
                  <a:cubicBezTo>
                    <a:pt x="1113" y="8719"/>
                    <a:pt x="614" y="9218"/>
                    <a:pt x="0" y="9218"/>
                  </a:cubicBezTo>
                  <a:lnTo>
                    <a:pt x="774" y="9218"/>
                  </a:lnTo>
                  <a:cubicBezTo>
                    <a:pt x="1390" y="9218"/>
                    <a:pt x="1889" y="8719"/>
                    <a:pt x="1889" y="8102"/>
                  </a:cubicBezTo>
                  <a:lnTo>
                    <a:pt x="18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26"/>
            <p:cNvSpPr/>
            <p:nvPr/>
          </p:nvSpPr>
          <p:spPr>
            <a:xfrm>
              <a:off x="7848923" y="1224366"/>
              <a:ext cx="434479" cy="151608"/>
            </a:xfrm>
            <a:custGeom>
              <a:rect b="b" l="l" r="r" t="t"/>
              <a:pathLst>
                <a:path extrusionOk="0" h="5835" w="16722">
                  <a:moveTo>
                    <a:pt x="1116" y="0"/>
                  </a:moveTo>
                  <a:cubicBezTo>
                    <a:pt x="500" y="0"/>
                    <a:pt x="1" y="499"/>
                    <a:pt x="1" y="1116"/>
                  </a:cubicBezTo>
                  <a:lnTo>
                    <a:pt x="1" y="4528"/>
                  </a:lnTo>
                  <a:cubicBezTo>
                    <a:pt x="1" y="4807"/>
                    <a:pt x="207" y="5045"/>
                    <a:pt x="484" y="5082"/>
                  </a:cubicBezTo>
                  <a:lnTo>
                    <a:pt x="6133" y="5834"/>
                  </a:lnTo>
                  <a:lnTo>
                    <a:pt x="10590" y="5834"/>
                  </a:lnTo>
                  <a:lnTo>
                    <a:pt x="16238" y="5082"/>
                  </a:lnTo>
                  <a:cubicBezTo>
                    <a:pt x="16515" y="5045"/>
                    <a:pt x="16722" y="4807"/>
                    <a:pt x="16722" y="4528"/>
                  </a:cubicBezTo>
                  <a:lnTo>
                    <a:pt x="16722" y="1116"/>
                  </a:lnTo>
                  <a:cubicBezTo>
                    <a:pt x="16722" y="499"/>
                    <a:pt x="16223" y="0"/>
                    <a:pt x="156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26"/>
            <p:cNvSpPr/>
            <p:nvPr/>
          </p:nvSpPr>
          <p:spPr>
            <a:xfrm>
              <a:off x="8037166" y="1435136"/>
              <a:ext cx="57993" cy="62722"/>
            </a:xfrm>
            <a:custGeom>
              <a:rect b="b" l="l" r="r" t="t"/>
              <a:pathLst>
                <a:path extrusionOk="0" h="2414" w="2232">
                  <a:moveTo>
                    <a:pt x="1" y="0"/>
                  </a:moveTo>
                  <a:lnTo>
                    <a:pt x="1" y="1576"/>
                  </a:lnTo>
                  <a:cubicBezTo>
                    <a:pt x="1" y="1787"/>
                    <a:pt x="121" y="1981"/>
                    <a:pt x="309" y="2075"/>
                  </a:cubicBezTo>
                  <a:lnTo>
                    <a:pt x="868" y="2354"/>
                  </a:lnTo>
                  <a:cubicBezTo>
                    <a:pt x="946" y="2394"/>
                    <a:pt x="1031" y="2413"/>
                    <a:pt x="1116" y="2413"/>
                  </a:cubicBezTo>
                  <a:cubicBezTo>
                    <a:pt x="1201" y="2413"/>
                    <a:pt x="1286" y="2394"/>
                    <a:pt x="1364" y="2354"/>
                  </a:cubicBezTo>
                  <a:lnTo>
                    <a:pt x="1924" y="2075"/>
                  </a:lnTo>
                  <a:cubicBezTo>
                    <a:pt x="2112" y="1981"/>
                    <a:pt x="2232" y="1787"/>
                    <a:pt x="2232" y="1576"/>
                  </a:cubicBezTo>
                  <a:lnTo>
                    <a:pt x="22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26"/>
            <p:cNvSpPr/>
            <p:nvPr/>
          </p:nvSpPr>
          <p:spPr>
            <a:xfrm>
              <a:off x="8056108" y="1435136"/>
              <a:ext cx="39052" cy="62722"/>
            </a:xfrm>
            <a:custGeom>
              <a:rect b="b" l="l" r="r" t="t"/>
              <a:pathLst>
                <a:path extrusionOk="0" h="2414" w="1503">
                  <a:moveTo>
                    <a:pt x="727" y="0"/>
                  </a:moveTo>
                  <a:lnTo>
                    <a:pt x="727" y="1576"/>
                  </a:lnTo>
                  <a:cubicBezTo>
                    <a:pt x="727" y="1787"/>
                    <a:pt x="609" y="1981"/>
                    <a:pt x="421" y="2075"/>
                  </a:cubicBezTo>
                  <a:lnTo>
                    <a:pt x="1" y="2284"/>
                  </a:lnTo>
                  <a:lnTo>
                    <a:pt x="139" y="2354"/>
                  </a:lnTo>
                  <a:cubicBezTo>
                    <a:pt x="217" y="2394"/>
                    <a:pt x="302" y="2413"/>
                    <a:pt x="387" y="2413"/>
                  </a:cubicBezTo>
                  <a:cubicBezTo>
                    <a:pt x="472" y="2413"/>
                    <a:pt x="557" y="2394"/>
                    <a:pt x="635" y="2354"/>
                  </a:cubicBezTo>
                  <a:lnTo>
                    <a:pt x="1195" y="2075"/>
                  </a:lnTo>
                  <a:cubicBezTo>
                    <a:pt x="1383" y="1981"/>
                    <a:pt x="1503" y="1787"/>
                    <a:pt x="1503" y="1576"/>
                  </a:cubicBezTo>
                  <a:lnTo>
                    <a:pt x="15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26"/>
            <p:cNvSpPr/>
            <p:nvPr/>
          </p:nvSpPr>
          <p:spPr>
            <a:xfrm>
              <a:off x="8008248" y="1354694"/>
              <a:ext cx="115830" cy="86911"/>
            </a:xfrm>
            <a:custGeom>
              <a:rect b="b" l="l" r="r" t="t"/>
              <a:pathLst>
                <a:path extrusionOk="0" h="3345" w="4458">
                  <a:moveTo>
                    <a:pt x="278" y="0"/>
                  </a:moveTo>
                  <a:cubicBezTo>
                    <a:pt x="123" y="0"/>
                    <a:pt x="1" y="126"/>
                    <a:pt x="1" y="280"/>
                  </a:cubicBezTo>
                  <a:lnTo>
                    <a:pt x="1" y="2788"/>
                  </a:lnTo>
                  <a:cubicBezTo>
                    <a:pt x="1" y="3094"/>
                    <a:pt x="249" y="3345"/>
                    <a:pt x="557" y="3345"/>
                  </a:cubicBezTo>
                  <a:lnTo>
                    <a:pt x="3901" y="3345"/>
                  </a:lnTo>
                  <a:cubicBezTo>
                    <a:pt x="4210" y="3345"/>
                    <a:pt x="4458" y="3094"/>
                    <a:pt x="4458" y="2788"/>
                  </a:cubicBezTo>
                  <a:lnTo>
                    <a:pt x="4458" y="280"/>
                  </a:lnTo>
                  <a:cubicBezTo>
                    <a:pt x="4458" y="126"/>
                    <a:pt x="4335" y="0"/>
                    <a:pt x="4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26"/>
            <p:cNvSpPr/>
            <p:nvPr/>
          </p:nvSpPr>
          <p:spPr>
            <a:xfrm>
              <a:off x="8089495" y="1354694"/>
              <a:ext cx="34583" cy="86911"/>
            </a:xfrm>
            <a:custGeom>
              <a:rect b="b" l="l" r="r" t="t"/>
              <a:pathLst>
                <a:path extrusionOk="0" h="3345" w="1331">
                  <a:moveTo>
                    <a:pt x="278" y="0"/>
                  </a:moveTo>
                  <a:cubicBezTo>
                    <a:pt x="432" y="0"/>
                    <a:pt x="557" y="126"/>
                    <a:pt x="557" y="280"/>
                  </a:cubicBezTo>
                  <a:lnTo>
                    <a:pt x="557" y="2788"/>
                  </a:lnTo>
                  <a:cubicBezTo>
                    <a:pt x="557" y="3094"/>
                    <a:pt x="309" y="3345"/>
                    <a:pt x="1" y="3345"/>
                  </a:cubicBezTo>
                  <a:lnTo>
                    <a:pt x="774" y="3345"/>
                  </a:lnTo>
                  <a:cubicBezTo>
                    <a:pt x="1083" y="3345"/>
                    <a:pt x="1331" y="3094"/>
                    <a:pt x="1331" y="2788"/>
                  </a:cubicBezTo>
                  <a:lnTo>
                    <a:pt x="1331" y="280"/>
                  </a:lnTo>
                  <a:cubicBezTo>
                    <a:pt x="1331" y="126"/>
                    <a:pt x="1208" y="0"/>
                    <a:pt x="10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26"/>
            <p:cNvSpPr/>
            <p:nvPr/>
          </p:nvSpPr>
          <p:spPr>
            <a:xfrm>
              <a:off x="8037166" y="1291634"/>
              <a:ext cx="57993" cy="120975"/>
            </a:xfrm>
            <a:custGeom>
              <a:rect b="b" l="l" r="r" t="t"/>
              <a:pathLst>
                <a:path extrusionOk="0" h="4656" w="2232">
                  <a:moveTo>
                    <a:pt x="1" y="0"/>
                  </a:moveTo>
                  <a:lnTo>
                    <a:pt x="1" y="4395"/>
                  </a:lnTo>
                  <a:cubicBezTo>
                    <a:pt x="1" y="4541"/>
                    <a:pt x="118" y="4656"/>
                    <a:pt x="262" y="4656"/>
                  </a:cubicBezTo>
                  <a:lnTo>
                    <a:pt x="1971" y="4656"/>
                  </a:lnTo>
                  <a:cubicBezTo>
                    <a:pt x="2114" y="4656"/>
                    <a:pt x="2232" y="4541"/>
                    <a:pt x="2232" y="4395"/>
                  </a:cubicBezTo>
                  <a:lnTo>
                    <a:pt x="22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26"/>
            <p:cNvSpPr/>
            <p:nvPr/>
          </p:nvSpPr>
          <p:spPr>
            <a:xfrm>
              <a:off x="8074971" y="1291634"/>
              <a:ext cx="20188" cy="120975"/>
            </a:xfrm>
            <a:custGeom>
              <a:rect b="b" l="l" r="r" t="t"/>
              <a:pathLst>
                <a:path extrusionOk="0" h="4656" w="777">
                  <a:moveTo>
                    <a:pt x="1" y="0"/>
                  </a:moveTo>
                  <a:lnTo>
                    <a:pt x="1" y="4656"/>
                  </a:lnTo>
                  <a:lnTo>
                    <a:pt x="516" y="4656"/>
                  </a:lnTo>
                  <a:cubicBezTo>
                    <a:pt x="659" y="4656"/>
                    <a:pt x="777" y="4541"/>
                    <a:pt x="777" y="4395"/>
                  </a:cubicBezTo>
                  <a:lnTo>
                    <a:pt x="7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26"/>
            <p:cNvSpPr/>
            <p:nvPr/>
          </p:nvSpPr>
          <p:spPr>
            <a:xfrm>
              <a:off x="8022720" y="1267808"/>
              <a:ext cx="86911" cy="28996"/>
            </a:xfrm>
            <a:custGeom>
              <a:rect b="b" l="l" r="r" t="t"/>
              <a:pathLst>
                <a:path extrusionOk="0" h="1116" w="3345">
                  <a:moveTo>
                    <a:pt x="261" y="0"/>
                  </a:moveTo>
                  <a:cubicBezTo>
                    <a:pt x="118" y="0"/>
                    <a:pt x="0" y="118"/>
                    <a:pt x="0" y="262"/>
                  </a:cubicBezTo>
                  <a:lnTo>
                    <a:pt x="0" y="855"/>
                  </a:lnTo>
                  <a:cubicBezTo>
                    <a:pt x="0" y="998"/>
                    <a:pt x="118" y="1116"/>
                    <a:pt x="261" y="1116"/>
                  </a:cubicBezTo>
                  <a:lnTo>
                    <a:pt x="3083" y="1116"/>
                  </a:lnTo>
                  <a:cubicBezTo>
                    <a:pt x="3227" y="1116"/>
                    <a:pt x="3344" y="998"/>
                    <a:pt x="3344" y="855"/>
                  </a:cubicBezTo>
                  <a:lnTo>
                    <a:pt x="3344" y="262"/>
                  </a:lnTo>
                  <a:cubicBezTo>
                    <a:pt x="3344" y="118"/>
                    <a:pt x="3227" y="0"/>
                    <a:pt x="30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26"/>
            <p:cNvSpPr/>
            <p:nvPr/>
          </p:nvSpPr>
          <p:spPr>
            <a:xfrm>
              <a:off x="8082506" y="1267808"/>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26"/>
            <p:cNvSpPr/>
            <p:nvPr/>
          </p:nvSpPr>
          <p:spPr>
            <a:xfrm>
              <a:off x="7892366" y="1514019"/>
              <a:ext cx="72465" cy="28945"/>
            </a:xfrm>
            <a:custGeom>
              <a:rect b="b" l="l" r="r" t="t"/>
              <a:pathLst>
                <a:path extrusionOk="0" h="1114" w="2789">
                  <a:moveTo>
                    <a:pt x="262" y="0"/>
                  </a:moveTo>
                  <a:cubicBezTo>
                    <a:pt x="118" y="0"/>
                    <a:pt x="1" y="115"/>
                    <a:pt x="1" y="262"/>
                  </a:cubicBezTo>
                  <a:lnTo>
                    <a:pt x="1" y="852"/>
                  </a:lnTo>
                  <a:cubicBezTo>
                    <a:pt x="1" y="998"/>
                    <a:pt x="118" y="1113"/>
                    <a:pt x="262" y="1113"/>
                  </a:cubicBezTo>
                  <a:lnTo>
                    <a:pt x="2527" y="1113"/>
                  </a:lnTo>
                  <a:cubicBezTo>
                    <a:pt x="2671" y="1113"/>
                    <a:pt x="2789" y="998"/>
                    <a:pt x="2789" y="852"/>
                  </a:cubicBezTo>
                  <a:lnTo>
                    <a:pt x="2789" y="262"/>
                  </a:lnTo>
                  <a:cubicBezTo>
                    <a:pt x="2789" y="115"/>
                    <a:pt x="2671" y="0"/>
                    <a:pt x="2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26"/>
            <p:cNvSpPr/>
            <p:nvPr/>
          </p:nvSpPr>
          <p:spPr>
            <a:xfrm>
              <a:off x="8234296" y="1224366"/>
              <a:ext cx="49107" cy="134485"/>
            </a:xfrm>
            <a:custGeom>
              <a:rect b="b" l="l" r="r" t="t"/>
              <a:pathLst>
                <a:path extrusionOk="0" h="5176" w="1890">
                  <a:moveTo>
                    <a:pt x="1" y="0"/>
                  </a:moveTo>
                  <a:cubicBezTo>
                    <a:pt x="617" y="0"/>
                    <a:pt x="1116" y="499"/>
                    <a:pt x="1116" y="1116"/>
                  </a:cubicBezTo>
                  <a:lnTo>
                    <a:pt x="1116" y="4635"/>
                  </a:lnTo>
                  <a:cubicBezTo>
                    <a:pt x="1116" y="4896"/>
                    <a:pt x="936" y="5118"/>
                    <a:pt x="685" y="5176"/>
                  </a:cubicBezTo>
                  <a:lnTo>
                    <a:pt x="1406" y="5082"/>
                  </a:lnTo>
                  <a:cubicBezTo>
                    <a:pt x="1683" y="5045"/>
                    <a:pt x="1890" y="4807"/>
                    <a:pt x="1890" y="4528"/>
                  </a:cubicBezTo>
                  <a:lnTo>
                    <a:pt x="1890" y="1116"/>
                  </a:lnTo>
                  <a:cubicBezTo>
                    <a:pt x="1890" y="499"/>
                    <a:pt x="1391"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26"/>
            <p:cNvSpPr/>
            <p:nvPr/>
          </p:nvSpPr>
          <p:spPr>
            <a:xfrm>
              <a:off x="7937653" y="1514019"/>
              <a:ext cx="27178" cy="28945"/>
            </a:xfrm>
            <a:custGeom>
              <a:rect b="b" l="l" r="r" t="t"/>
              <a:pathLst>
                <a:path extrusionOk="0" h="1114" w="1046">
                  <a:moveTo>
                    <a:pt x="1" y="0"/>
                  </a:moveTo>
                  <a:cubicBezTo>
                    <a:pt x="149" y="0"/>
                    <a:pt x="270" y="120"/>
                    <a:pt x="270" y="269"/>
                  </a:cubicBezTo>
                  <a:lnTo>
                    <a:pt x="270" y="844"/>
                  </a:lnTo>
                  <a:cubicBezTo>
                    <a:pt x="270" y="993"/>
                    <a:pt x="149" y="1113"/>
                    <a:pt x="1" y="1113"/>
                  </a:cubicBezTo>
                  <a:lnTo>
                    <a:pt x="776" y="1113"/>
                  </a:lnTo>
                  <a:cubicBezTo>
                    <a:pt x="925" y="1113"/>
                    <a:pt x="1046" y="993"/>
                    <a:pt x="1046" y="844"/>
                  </a:cubicBezTo>
                  <a:lnTo>
                    <a:pt x="1046" y="269"/>
                  </a:lnTo>
                  <a:cubicBezTo>
                    <a:pt x="1046" y="120"/>
                    <a:pt x="925" y="0"/>
                    <a:pt x="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126"/>
          <p:cNvGrpSpPr/>
          <p:nvPr/>
        </p:nvGrpSpPr>
        <p:grpSpPr>
          <a:xfrm>
            <a:off x="904047" y="1804413"/>
            <a:ext cx="347568" cy="434479"/>
            <a:chOff x="904035" y="1804425"/>
            <a:chExt cx="347568" cy="434479"/>
          </a:xfrm>
        </p:grpSpPr>
        <p:sp>
          <p:nvSpPr>
            <p:cNvPr id="10749" name="Google Shape;10749;p126"/>
            <p:cNvSpPr/>
            <p:nvPr/>
          </p:nvSpPr>
          <p:spPr>
            <a:xfrm>
              <a:off x="904035" y="2108524"/>
              <a:ext cx="347568" cy="130354"/>
            </a:xfrm>
            <a:custGeom>
              <a:rect b="b" l="l" r="r" t="t"/>
              <a:pathLst>
                <a:path extrusionOk="0" h="5017" w="13377">
                  <a:moveTo>
                    <a:pt x="102" y="1"/>
                  </a:moveTo>
                  <a:lnTo>
                    <a:pt x="0" y="2788"/>
                  </a:lnTo>
                  <a:cubicBezTo>
                    <a:pt x="0" y="4019"/>
                    <a:pt x="998" y="5017"/>
                    <a:pt x="2229" y="5017"/>
                  </a:cubicBezTo>
                  <a:lnTo>
                    <a:pt x="11148" y="5017"/>
                  </a:lnTo>
                  <a:lnTo>
                    <a:pt x="11705" y="4881"/>
                  </a:lnTo>
                  <a:lnTo>
                    <a:pt x="12261" y="5017"/>
                  </a:lnTo>
                  <a:lnTo>
                    <a:pt x="12820" y="5017"/>
                  </a:lnTo>
                  <a:cubicBezTo>
                    <a:pt x="13126" y="5017"/>
                    <a:pt x="13377" y="4766"/>
                    <a:pt x="13377" y="4460"/>
                  </a:cubicBezTo>
                  <a:lnTo>
                    <a:pt x="13377" y="3345"/>
                  </a:lnTo>
                  <a:lnTo>
                    <a:pt x="13037" y="2535"/>
                  </a:lnTo>
                  <a:lnTo>
                    <a:pt x="13377" y="1242"/>
                  </a:lnTo>
                  <a:lnTo>
                    <a:pt x="1337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26"/>
            <p:cNvSpPr/>
            <p:nvPr/>
          </p:nvSpPr>
          <p:spPr>
            <a:xfrm>
              <a:off x="933005" y="2137521"/>
              <a:ext cx="318597" cy="72387"/>
            </a:xfrm>
            <a:custGeom>
              <a:rect b="b" l="l" r="r" t="t"/>
              <a:pathLst>
                <a:path extrusionOk="0" h="2786" w="12262">
                  <a:moveTo>
                    <a:pt x="12262" y="0"/>
                  </a:moveTo>
                  <a:cubicBezTo>
                    <a:pt x="12262" y="309"/>
                    <a:pt x="12011" y="557"/>
                    <a:pt x="11705" y="557"/>
                  </a:cubicBezTo>
                  <a:lnTo>
                    <a:pt x="1114" y="557"/>
                  </a:lnTo>
                  <a:cubicBezTo>
                    <a:pt x="500" y="557"/>
                    <a:pt x="1" y="1056"/>
                    <a:pt x="1" y="1672"/>
                  </a:cubicBezTo>
                  <a:cubicBezTo>
                    <a:pt x="1" y="2286"/>
                    <a:pt x="500" y="2785"/>
                    <a:pt x="1114" y="2785"/>
                  </a:cubicBezTo>
                  <a:lnTo>
                    <a:pt x="11705" y="2785"/>
                  </a:lnTo>
                  <a:cubicBezTo>
                    <a:pt x="12011" y="2785"/>
                    <a:pt x="12262" y="2537"/>
                    <a:pt x="12262" y="2229"/>
                  </a:cubicBezTo>
                  <a:lnTo>
                    <a:pt x="122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26"/>
            <p:cNvSpPr/>
            <p:nvPr/>
          </p:nvSpPr>
          <p:spPr>
            <a:xfrm>
              <a:off x="1216968" y="2137521"/>
              <a:ext cx="34635" cy="72387"/>
            </a:xfrm>
            <a:custGeom>
              <a:rect b="b" l="l" r="r" t="t"/>
              <a:pathLst>
                <a:path extrusionOk="0" h="2786" w="1333">
                  <a:moveTo>
                    <a:pt x="1333" y="0"/>
                  </a:moveTo>
                  <a:cubicBezTo>
                    <a:pt x="1333" y="309"/>
                    <a:pt x="1082" y="557"/>
                    <a:pt x="776" y="557"/>
                  </a:cubicBezTo>
                  <a:lnTo>
                    <a:pt x="559" y="557"/>
                  </a:lnTo>
                  <a:lnTo>
                    <a:pt x="559" y="2229"/>
                  </a:lnTo>
                  <a:cubicBezTo>
                    <a:pt x="559" y="2537"/>
                    <a:pt x="309" y="2785"/>
                    <a:pt x="0" y="2785"/>
                  </a:cubicBezTo>
                  <a:lnTo>
                    <a:pt x="776" y="2785"/>
                  </a:lnTo>
                  <a:cubicBezTo>
                    <a:pt x="1082" y="2785"/>
                    <a:pt x="1333" y="2537"/>
                    <a:pt x="1333" y="2229"/>
                  </a:cubicBezTo>
                  <a:lnTo>
                    <a:pt x="13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26"/>
            <p:cNvSpPr/>
            <p:nvPr/>
          </p:nvSpPr>
          <p:spPr>
            <a:xfrm>
              <a:off x="976448" y="2180963"/>
              <a:ext cx="57941" cy="57941"/>
            </a:xfrm>
            <a:custGeom>
              <a:rect b="b" l="l" r="r" t="t"/>
              <a:pathLst>
                <a:path extrusionOk="0" h="2230" w="2230">
                  <a:moveTo>
                    <a:pt x="1" y="0"/>
                  </a:moveTo>
                  <a:lnTo>
                    <a:pt x="1" y="1949"/>
                  </a:lnTo>
                  <a:cubicBezTo>
                    <a:pt x="1" y="2118"/>
                    <a:pt x="139" y="2229"/>
                    <a:pt x="282" y="2229"/>
                  </a:cubicBezTo>
                  <a:cubicBezTo>
                    <a:pt x="351" y="2229"/>
                    <a:pt x="420" y="2204"/>
                    <a:pt x="476" y="2148"/>
                  </a:cubicBezTo>
                  <a:lnTo>
                    <a:pt x="918" y="1704"/>
                  </a:lnTo>
                  <a:cubicBezTo>
                    <a:pt x="973" y="1650"/>
                    <a:pt x="1044" y="1623"/>
                    <a:pt x="1115" y="1623"/>
                  </a:cubicBezTo>
                  <a:cubicBezTo>
                    <a:pt x="1186" y="1623"/>
                    <a:pt x="1257" y="1650"/>
                    <a:pt x="1312" y="1704"/>
                  </a:cubicBezTo>
                  <a:lnTo>
                    <a:pt x="1754" y="2148"/>
                  </a:lnTo>
                  <a:cubicBezTo>
                    <a:pt x="1810" y="2204"/>
                    <a:pt x="1880" y="2229"/>
                    <a:pt x="1948" y="2229"/>
                  </a:cubicBezTo>
                  <a:cubicBezTo>
                    <a:pt x="2091" y="2229"/>
                    <a:pt x="2229" y="2118"/>
                    <a:pt x="2229" y="1949"/>
                  </a:cubicBezTo>
                  <a:lnTo>
                    <a:pt x="22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26"/>
            <p:cNvSpPr/>
            <p:nvPr/>
          </p:nvSpPr>
          <p:spPr>
            <a:xfrm>
              <a:off x="1216968" y="2108524"/>
              <a:ext cx="34635" cy="130354"/>
            </a:xfrm>
            <a:custGeom>
              <a:rect b="b" l="l" r="r" t="t"/>
              <a:pathLst>
                <a:path extrusionOk="0" h="5017" w="1333">
                  <a:moveTo>
                    <a:pt x="559" y="1"/>
                  </a:moveTo>
                  <a:lnTo>
                    <a:pt x="559" y="4460"/>
                  </a:lnTo>
                  <a:cubicBezTo>
                    <a:pt x="559" y="4766"/>
                    <a:pt x="309" y="5017"/>
                    <a:pt x="0" y="5017"/>
                  </a:cubicBezTo>
                  <a:lnTo>
                    <a:pt x="776" y="5017"/>
                  </a:lnTo>
                  <a:cubicBezTo>
                    <a:pt x="1082" y="5017"/>
                    <a:pt x="1333" y="4766"/>
                    <a:pt x="1333" y="4460"/>
                  </a:cubicBezTo>
                  <a:lnTo>
                    <a:pt x="1333" y="3345"/>
                  </a:lnTo>
                  <a:lnTo>
                    <a:pt x="993" y="2535"/>
                  </a:lnTo>
                  <a:lnTo>
                    <a:pt x="1333" y="1242"/>
                  </a:lnTo>
                  <a:lnTo>
                    <a:pt x="13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26"/>
            <p:cNvSpPr/>
            <p:nvPr/>
          </p:nvSpPr>
          <p:spPr>
            <a:xfrm>
              <a:off x="1231492" y="2137521"/>
              <a:ext cx="20110" cy="72387"/>
            </a:xfrm>
            <a:custGeom>
              <a:rect b="b" l="l" r="r" t="t"/>
              <a:pathLst>
                <a:path extrusionOk="0" h="2786" w="774">
                  <a:moveTo>
                    <a:pt x="774" y="0"/>
                  </a:moveTo>
                  <a:cubicBezTo>
                    <a:pt x="774" y="309"/>
                    <a:pt x="523" y="557"/>
                    <a:pt x="217" y="557"/>
                  </a:cubicBezTo>
                  <a:lnTo>
                    <a:pt x="0" y="557"/>
                  </a:lnTo>
                  <a:lnTo>
                    <a:pt x="0" y="2785"/>
                  </a:lnTo>
                  <a:lnTo>
                    <a:pt x="217" y="2785"/>
                  </a:lnTo>
                  <a:cubicBezTo>
                    <a:pt x="523" y="2785"/>
                    <a:pt x="774" y="2537"/>
                    <a:pt x="774" y="2229"/>
                  </a:cubicBezTo>
                  <a:lnTo>
                    <a:pt x="7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26"/>
            <p:cNvSpPr/>
            <p:nvPr/>
          </p:nvSpPr>
          <p:spPr>
            <a:xfrm>
              <a:off x="1014279" y="2180963"/>
              <a:ext cx="20110" cy="57941"/>
            </a:xfrm>
            <a:custGeom>
              <a:rect b="b" l="l" r="r" t="t"/>
              <a:pathLst>
                <a:path extrusionOk="0" h="2230" w="774">
                  <a:moveTo>
                    <a:pt x="0" y="0"/>
                  </a:moveTo>
                  <a:lnTo>
                    <a:pt x="0" y="1847"/>
                  </a:lnTo>
                  <a:lnTo>
                    <a:pt x="298" y="2148"/>
                  </a:lnTo>
                  <a:cubicBezTo>
                    <a:pt x="354" y="2204"/>
                    <a:pt x="424" y="2229"/>
                    <a:pt x="492" y="2229"/>
                  </a:cubicBezTo>
                  <a:cubicBezTo>
                    <a:pt x="635" y="2229"/>
                    <a:pt x="773" y="2118"/>
                    <a:pt x="773" y="1949"/>
                  </a:cubicBezTo>
                  <a:lnTo>
                    <a:pt x="7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26"/>
            <p:cNvSpPr/>
            <p:nvPr/>
          </p:nvSpPr>
          <p:spPr>
            <a:xfrm>
              <a:off x="933005" y="2174364"/>
              <a:ext cx="318597" cy="13147"/>
            </a:xfrm>
            <a:custGeom>
              <a:rect b="b" l="l" r="r" t="t"/>
              <a:pathLst>
                <a:path extrusionOk="0" h="506" w="12262">
                  <a:moveTo>
                    <a:pt x="29" y="1"/>
                  </a:moveTo>
                  <a:cubicBezTo>
                    <a:pt x="11" y="82"/>
                    <a:pt x="1" y="165"/>
                    <a:pt x="1" y="254"/>
                  </a:cubicBezTo>
                  <a:cubicBezTo>
                    <a:pt x="1" y="341"/>
                    <a:pt x="11" y="424"/>
                    <a:pt x="29" y="505"/>
                  </a:cubicBezTo>
                  <a:lnTo>
                    <a:pt x="12262" y="505"/>
                  </a:lnTo>
                  <a:lnTo>
                    <a:pt x="12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26"/>
            <p:cNvSpPr/>
            <p:nvPr/>
          </p:nvSpPr>
          <p:spPr>
            <a:xfrm>
              <a:off x="1193688" y="2119333"/>
              <a:ext cx="28945" cy="119545"/>
            </a:xfrm>
            <a:custGeom>
              <a:rect b="b" l="l" r="r" t="t"/>
              <a:pathLst>
                <a:path extrusionOk="0" h="4601" w="1114">
                  <a:moveTo>
                    <a:pt x="557" y="0"/>
                  </a:moveTo>
                  <a:lnTo>
                    <a:pt x="0" y="141"/>
                  </a:lnTo>
                  <a:lnTo>
                    <a:pt x="0" y="4601"/>
                  </a:lnTo>
                  <a:lnTo>
                    <a:pt x="1113" y="4601"/>
                  </a:lnTo>
                  <a:lnTo>
                    <a:pt x="1113" y="141"/>
                  </a:lnTo>
                  <a:lnTo>
                    <a:pt x="5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26"/>
            <p:cNvSpPr/>
            <p:nvPr/>
          </p:nvSpPr>
          <p:spPr>
            <a:xfrm>
              <a:off x="904035" y="1804425"/>
              <a:ext cx="347568" cy="376564"/>
            </a:xfrm>
            <a:custGeom>
              <a:rect b="b" l="l" r="r" t="t"/>
              <a:pathLst>
                <a:path extrusionOk="0" h="14493" w="13377">
                  <a:moveTo>
                    <a:pt x="2229" y="0"/>
                  </a:moveTo>
                  <a:cubicBezTo>
                    <a:pt x="998" y="0"/>
                    <a:pt x="0" y="998"/>
                    <a:pt x="0" y="2229"/>
                  </a:cubicBezTo>
                  <a:lnTo>
                    <a:pt x="0" y="14492"/>
                  </a:lnTo>
                  <a:cubicBezTo>
                    <a:pt x="0" y="13259"/>
                    <a:pt x="998" y="12261"/>
                    <a:pt x="2229" y="12261"/>
                  </a:cubicBezTo>
                  <a:lnTo>
                    <a:pt x="12820" y="12261"/>
                  </a:lnTo>
                  <a:cubicBezTo>
                    <a:pt x="13129" y="12261"/>
                    <a:pt x="13377" y="12013"/>
                    <a:pt x="13377" y="11705"/>
                  </a:cubicBezTo>
                  <a:lnTo>
                    <a:pt x="13377" y="557"/>
                  </a:lnTo>
                  <a:cubicBezTo>
                    <a:pt x="13377" y="251"/>
                    <a:pt x="13126" y="0"/>
                    <a:pt x="12820" y="0"/>
                  </a:cubicBezTo>
                  <a:lnTo>
                    <a:pt x="12261" y="0"/>
                  </a:lnTo>
                  <a:lnTo>
                    <a:pt x="11739" y="91"/>
                  </a:lnTo>
                  <a:lnTo>
                    <a:pt x="111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26"/>
            <p:cNvSpPr/>
            <p:nvPr/>
          </p:nvSpPr>
          <p:spPr>
            <a:xfrm>
              <a:off x="1019891" y="1847868"/>
              <a:ext cx="115856" cy="43469"/>
            </a:xfrm>
            <a:custGeom>
              <a:rect b="b" l="l" r="r" t="t"/>
              <a:pathLst>
                <a:path extrusionOk="0" h="1673" w="4459">
                  <a:moveTo>
                    <a:pt x="262" y="0"/>
                  </a:moveTo>
                  <a:cubicBezTo>
                    <a:pt x="116" y="0"/>
                    <a:pt x="1" y="118"/>
                    <a:pt x="1" y="261"/>
                  </a:cubicBezTo>
                  <a:lnTo>
                    <a:pt x="1" y="1411"/>
                  </a:lnTo>
                  <a:cubicBezTo>
                    <a:pt x="1" y="1555"/>
                    <a:pt x="116" y="1672"/>
                    <a:pt x="262" y="1672"/>
                  </a:cubicBezTo>
                  <a:lnTo>
                    <a:pt x="4197" y="1672"/>
                  </a:lnTo>
                  <a:cubicBezTo>
                    <a:pt x="4343" y="1672"/>
                    <a:pt x="4458" y="1555"/>
                    <a:pt x="4458" y="1411"/>
                  </a:cubicBezTo>
                  <a:lnTo>
                    <a:pt x="4458" y="261"/>
                  </a:lnTo>
                  <a:cubicBezTo>
                    <a:pt x="4458" y="118"/>
                    <a:pt x="4343" y="0"/>
                    <a:pt x="4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26"/>
            <p:cNvSpPr/>
            <p:nvPr/>
          </p:nvSpPr>
          <p:spPr>
            <a:xfrm>
              <a:off x="1108621" y="1847868"/>
              <a:ext cx="27126" cy="43469"/>
            </a:xfrm>
            <a:custGeom>
              <a:rect b="b" l="l" r="r" t="t"/>
              <a:pathLst>
                <a:path extrusionOk="0" h="1673" w="1044">
                  <a:moveTo>
                    <a:pt x="1" y="0"/>
                  </a:moveTo>
                  <a:cubicBezTo>
                    <a:pt x="150" y="0"/>
                    <a:pt x="270" y="120"/>
                    <a:pt x="270" y="269"/>
                  </a:cubicBezTo>
                  <a:lnTo>
                    <a:pt x="270" y="1403"/>
                  </a:lnTo>
                  <a:cubicBezTo>
                    <a:pt x="270" y="1552"/>
                    <a:pt x="150" y="1672"/>
                    <a:pt x="1" y="1672"/>
                  </a:cubicBezTo>
                  <a:lnTo>
                    <a:pt x="782" y="1672"/>
                  </a:lnTo>
                  <a:cubicBezTo>
                    <a:pt x="928" y="1672"/>
                    <a:pt x="1043" y="1555"/>
                    <a:pt x="1043" y="1411"/>
                  </a:cubicBezTo>
                  <a:lnTo>
                    <a:pt x="1043" y="261"/>
                  </a:lnTo>
                  <a:cubicBezTo>
                    <a:pt x="1043" y="118"/>
                    <a:pt x="928" y="0"/>
                    <a:pt x="7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26"/>
            <p:cNvSpPr/>
            <p:nvPr/>
          </p:nvSpPr>
          <p:spPr>
            <a:xfrm>
              <a:off x="1216968" y="1804425"/>
              <a:ext cx="34635" cy="318597"/>
            </a:xfrm>
            <a:custGeom>
              <a:rect b="b" l="l" r="r" t="t"/>
              <a:pathLst>
                <a:path extrusionOk="0" h="12262" w="1333">
                  <a:moveTo>
                    <a:pt x="0" y="0"/>
                  </a:moveTo>
                  <a:cubicBezTo>
                    <a:pt x="309" y="0"/>
                    <a:pt x="559" y="251"/>
                    <a:pt x="559" y="557"/>
                  </a:cubicBezTo>
                  <a:lnTo>
                    <a:pt x="559" y="11705"/>
                  </a:lnTo>
                  <a:cubicBezTo>
                    <a:pt x="559" y="12013"/>
                    <a:pt x="309" y="12261"/>
                    <a:pt x="0" y="12261"/>
                  </a:cubicBezTo>
                  <a:lnTo>
                    <a:pt x="776" y="12261"/>
                  </a:lnTo>
                  <a:cubicBezTo>
                    <a:pt x="1082" y="12261"/>
                    <a:pt x="1333" y="12013"/>
                    <a:pt x="1333" y="11705"/>
                  </a:cubicBezTo>
                  <a:lnTo>
                    <a:pt x="1333" y="557"/>
                  </a:lnTo>
                  <a:cubicBezTo>
                    <a:pt x="1333" y="251"/>
                    <a:pt x="1082" y="0"/>
                    <a:pt x="7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26"/>
            <p:cNvSpPr/>
            <p:nvPr/>
          </p:nvSpPr>
          <p:spPr>
            <a:xfrm>
              <a:off x="955402" y="1804425"/>
              <a:ext cx="13147" cy="318987"/>
            </a:xfrm>
            <a:custGeom>
              <a:rect b="b" l="l" r="r" t="t"/>
              <a:pathLst>
                <a:path extrusionOk="0" h="12277" w="506">
                  <a:moveTo>
                    <a:pt x="252" y="0"/>
                  </a:moveTo>
                  <a:cubicBezTo>
                    <a:pt x="168" y="0"/>
                    <a:pt x="82" y="5"/>
                    <a:pt x="1" y="16"/>
                  </a:cubicBezTo>
                  <a:lnTo>
                    <a:pt x="1" y="12277"/>
                  </a:lnTo>
                  <a:cubicBezTo>
                    <a:pt x="82" y="12266"/>
                    <a:pt x="168" y="12261"/>
                    <a:pt x="252" y="12261"/>
                  </a:cubicBezTo>
                  <a:lnTo>
                    <a:pt x="505" y="12261"/>
                  </a:lnTo>
                  <a:lnTo>
                    <a:pt x="5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26"/>
            <p:cNvSpPr/>
            <p:nvPr/>
          </p:nvSpPr>
          <p:spPr>
            <a:xfrm>
              <a:off x="1193688" y="1804425"/>
              <a:ext cx="28945" cy="318597"/>
            </a:xfrm>
            <a:custGeom>
              <a:rect b="b" l="l" r="r" t="t"/>
              <a:pathLst>
                <a:path extrusionOk="0" h="12262" w="1114">
                  <a:moveTo>
                    <a:pt x="0" y="0"/>
                  </a:moveTo>
                  <a:lnTo>
                    <a:pt x="0" y="12261"/>
                  </a:lnTo>
                  <a:lnTo>
                    <a:pt x="1113" y="12261"/>
                  </a:lnTo>
                  <a:lnTo>
                    <a:pt x="1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126"/>
          <p:cNvGrpSpPr/>
          <p:nvPr/>
        </p:nvGrpSpPr>
        <p:grpSpPr>
          <a:xfrm>
            <a:off x="1634247" y="1804425"/>
            <a:ext cx="434479" cy="434453"/>
            <a:chOff x="1634247" y="1804425"/>
            <a:chExt cx="434479" cy="434453"/>
          </a:xfrm>
        </p:grpSpPr>
        <p:sp>
          <p:nvSpPr>
            <p:cNvPr id="10765" name="Google Shape;10765;p126"/>
            <p:cNvSpPr/>
            <p:nvPr/>
          </p:nvSpPr>
          <p:spPr>
            <a:xfrm>
              <a:off x="1648693" y="1905757"/>
              <a:ext cx="405509" cy="293342"/>
            </a:xfrm>
            <a:custGeom>
              <a:rect b="b" l="l" r="r" t="t"/>
              <a:pathLst>
                <a:path extrusionOk="0" h="11290" w="15607">
                  <a:moveTo>
                    <a:pt x="1116" y="1"/>
                  </a:moveTo>
                  <a:cubicBezTo>
                    <a:pt x="500" y="1"/>
                    <a:pt x="1" y="500"/>
                    <a:pt x="1" y="1116"/>
                  </a:cubicBezTo>
                  <a:lnTo>
                    <a:pt x="1" y="11290"/>
                  </a:lnTo>
                  <a:lnTo>
                    <a:pt x="15606" y="11290"/>
                  </a:lnTo>
                  <a:lnTo>
                    <a:pt x="15606" y="1116"/>
                  </a:lnTo>
                  <a:cubicBezTo>
                    <a:pt x="15606" y="500"/>
                    <a:pt x="15107" y="1"/>
                    <a:pt x="144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26"/>
            <p:cNvSpPr/>
            <p:nvPr/>
          </p:nvSpPr>
          <p:spPr>
            <a:xfrm>
              <a:off x="1677690" y="1934753"/>
              <a:ext cx="347594" cy="264346"/>
            </a:xfrm>
            <a:custGeom>
              <a:rect b="b" l="l" r="r" t="t"/>
              <a:pathLst>
                <a:path extrusionOk="0" h="10174" w="13378">
                  <a:moveTo>
                    <a:pt x="557" y="0"/>
                  </a:moveTo>
                  <a:cubicBezTo>
                    <a:pt x="249" y="0"/>
                    <a:pt x="0" y="251"/>
                    <a:pt x="0" y="557"/>
                  </a:cubicBezTo>
                  <a:lnTo>
                    <a:pt x="0" y="10174"/>
                  </a:lnTo>
                  <a:lnTo>
                    <a:pt x="13377" y="10174"/>
                  </a:lnTo>
                  <a:lnTo>
                    <a:pt x="13377" y="557"/>
                  </a:lnTo>
                  <a:cubicBezTo>
                    <a:pt x="13377" y="251"/>
                    <a:pt x="13126" y="0"/>
                    <a:pt x="128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26"/>
            <p:cNvSpPr/>
            <p:nvPr/>
          </p:nvSpPr>
          <p:spPr>
            <a:xfrm>
              <a:off x="2005147" y="1905757"/>
              <a:ext cx="49055" cy="293342"/>
            </a:xfrm>
            <a:custGeom>
              <a:rect b="b" l="l" r="r" t="t"/>
              <a:pathLst>
                <a:path extrusionOk="0" h="11290" w="1888">
                  <a:moveTo>
                    <a:pt x="1" y="1"/>
                  </a:moveTo>
                  <a:cubicBezTo>
                    <a:pt x="615" y="1"/>
                    <a:pt x="1114" y="500"/>
                    <a:pt x="1114" y="1116"/>
                  </a:cubicBezTo>
                  <a:lnTo>
                    <a:pt x="1114" y="11290"/>
                  </a:lnTo>
                  <a:lnTo>
                    <a:pt x="1887" y="11290"/>
                  </a:lnTo>
                  <a:lnTo>
                    <a:pt x="1887" y="1116"/>
                  </a:lnTo>
                  <a:cubicBezTo>
                    <a:pt x="1887" y="500"/>
                    <a:pt x="1388" y="1"/>
                    <a:pt x="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26"/>
            <p:cNvSpPr/>
            <p:nvPr/>
          </p:nvSpPr>
          <p:spPr>
            <a:xfrm>
              <a:off x="1990623" y="1934753"/>
              <a:ext cx="34661" cy="264346"/>
            </a:xfrm>
            <a:custGeom>
              <a:rect b="b" l="l" r="r" t="t"/>
              <a:pathLst>
                <a:path extrusionOk="0" h="10174" w="1334">
                  <a:moveTo>
                    <a:pt x="1" y="0"/>
                  </a:moveTo>
                  <a:cubicBezTo>
                    <a:pt x="309" y="0"/>
                    <a:pt x="560" y="251"/>
                    <a:pt x="560" y="557"/>
                  </a:cubicBezTo>
                  <a:lnTo>
                    <a:pt x="560" y="10174"/>
                  </a:lnTo>
                  <a:lnTo>
                    <a:pt x="1333" y="10174"/>
                  </a:lnTo>
                  <a:lnTo>
                    <a:pt x="1333" y="557"/>
                  </a:lnTo>
                  <a:cubicBezTo>
                    <a:pt x="1333" y="251"/>
                    <a:pt x="1082"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26"/>
            <p:cNvSpPr/>
            <p:nvPr/>
          </p:nvSpPr>
          <p:spPr>
            <a:xfrm>
              <a:off x="1706608" y="1804425"/>
              <a:ext cx="289679" cy="380774"/>
            </a:xfrm>
            <a:custGeom>
              <a:rect b="b" l="l" r="r" t="t"/>
              <a:pathLst>
                <a:path extrusionOk="0" h="14655" w="11149">
                  <a:moveTo>
                    <a:pt x="559" y="0"/>
                  </a:moveTo>
                  <a:cubicBezTo>
                    <a:pt x="251" y="0"/>
                    <a:pt x="0" y="251"/>
                    <a:pt x="0" y="557"/>
                  </a:cubicBezTo>
                  <a:lnTo>
                    <a:pt x="0" y="14654"/>
                  </a:lnTo>
                  <a:lnTo>
                    <a:pt x="11149" y="14654"/>
                  </a:lnTo>
                  <a:lnTo>
                    <a:pt x="11149" y="5016"/>
                  </a:lnTo>
                  <a:lnTo>
                    <a:pt x="10851" y="4473"/>
                  </a:lnTo>
                  <a:lnTo>
                    <a:pt x="11149" y="3901"/>
                  </a:lnTo>
                  <a:lnTo>
                    <a:pt x="11149" y="557"/>
                  </a:lnTo>
                  <a:cubicBezTo>
                    <a:pt x="11149" y="251"/>
                    <a:pt x="10900" y="0"/>
                    <a:pt x="105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26"/>
            <p:cNvSpPr/>
            <p:nvPr/>
          </p:nvSpPr>
          <p:spPr>
            <a:xfrm>
              <a:off x="1961704" y="1804425"/>
              <a:ext cx="34583" cy="380774"/>
            </a:xfrm>
            <a:custGeom>
              <a:rect b="b" l="l" r="r" t="t"/>
              <a:pathLst>
                <a:path extrusionOk="0" h="14655" w="1331">
                  <a:moveTo>
                    <a:pt x="1" y="0"/>
                  </a:moveTo>
                  <a:cubicBezTo>
                    <a:pt x="306" y="0"/>
                    <a:pt x="557" y="251"/>
                    <a:pt x="557" y="557"/>
                  </a:cubicBezTo>
                  <a:lnTo>
                    <a:pt x="557" y="14654"/>
                  </a:lnTo>
                  <a:lnTo>
                    <a:pt x="1331" y="14654"/>
                  </a:lnTo>
                  <a:lnTo>
                    <a:pt x="1331" y="557"/>
                  </a:lnTo>
                  <a:cubicBezTo>
                    <a:pt x="1331" y="251"/>
                    <a:pt x="1082"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26"/>
            <p:cNvSpPr/>
            <p:nvPr/>
          </p:nvSpPr>
          <p:spPr>
            <a:xfrm>
              <a:off x="1735579" y="1949200"/>
              <a:ext cx="150880" cy="29022"/>
            </a:xfrm>
            <a:custGeom>
              <a:rect b="b" l="l" r="r" t="t"/>
              <a:pathLst>
                <a:path extrusionOk="0" h="1117" w="5807">
                  <a:moveTo>
                    <a:pt x="281" y="1"/>
                  </a:moveTo>
                  <a:cubicBezTo>
                    <a:pt x="126" y="1"/>
                    <a:pt x="1" y="126"/>
                    <a:pt x="1" y="280"/>
                  </a:cubicBezTo>
                  <a:lnTo>
                    <a:pt x="1" y="837"/>
                  </a:lnTo>
                  <a:cubicBezTo>
                    <a:pt x="1" y="991"/>
                    <a:pt x="126" y="1116"/>
                    <a:pt x="281" y="1116"/>
                  </a:cubicBezTo>
                  <a:lnTo>
                    <a:pt x="5806" y="1116"/>
                  </a:lnTo>
                  <a:lnTo>
                    <a:pt x="58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26"/>
            <p:cNvSpPr/>
            <p:nvPr/>
          </p:nvSpPr>
          <p:spPr>
            <a:xfrm>
              <a:off x="1793494" y="1833396"/>
              <a:ext cx="115908" cy="28945"/>
            </a:xfrm>
            <a:custGeom>
              <a:rect b="b" l="l" r="r" t="t"/>
              <a:pathLst>
                <a:path extrusionOk="0" h="1114" w="4461">
                  <a:moveTo>
                    <a:pt x="280" y="1"/>
                  </a:moveTo>
                  <a:cubicBezTo>
                    <a:pt x="126" y="1"/>
                    <a:pt x="1" y="123"/>
                    <a:pt x="1" y="278"/>
                  </a:cubicBezTo>
                  <a:lnTo>
                    <a:pt x="1" y="837"/>
                  </a:lnTo>
                  <a:cubicBezTo>
                    <a:pt x="1" y="991"/>
                    <a:pt x="126" y="1114"/>
                    <a:pt x="280" y="1114"/>
                  </a:cubicBezTo>
                  <a:lnTo>
                    <a:pt x="4181" y="1114"/>
                  </a:lnTo>
                  <a:cubicBezTo>
                    <a:pt x="4335" y="1114"/>
                    <a:pt x="4460" y="991"/>
                    <a:pt x="4460" y="837"/>
                  </a:cubicBezTo>
                  <a:lnTo>
                    <a:pt x="4460" y="278"/>
                  </a:lnTo>
                  <a:cubicBezTo>
                    <a:pt x="4460" y="123"/>
                    <a:pt x="4335" y="1"/>
                    <a:pt x="41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26"/>
            <p:cNvSpPr/>
            <p:nvPr/>
          </p:nvSpPr>
          <p:spPr>
            <a:xfrm>
              <a:off x="1735579" y="2065081"/>
              <a:ext cx="173823" cy="29022"/>
            </a:xfrm>
            <a:custGeom>
              <a:rect b="b" l="l" r="r" t="t"/>
              <a:pathLst>
                <a:path extrusionOk="0" h="1117" w="6690">
                  <a:moveTo>
                    <a:pt x="281" y="1"/>
                  </a:moveTo>
                  <a:cubicBezTo>
                    <a:pt x="126" y="1"/>
                    <a:pt x="1" y="126"/>
                    <a:pt x="1" y="280"/>
                  </a:cubicBezTo>
                  <a:lnTo>
                    <a:pt x="1" y="837"/>
                  </a:lnTo>
                  <a:cubicBezTo>
                    <a:pt x="1" y="991"/>
                    <a:pt x="126" y="1116"/>
                    <a:pt x="281" y="1116"/>
                  </a:cubicBezTo>
                  <a:lnTo>
                    <a:pt x="6410" y="1116"/>
                  </a:lnTo>
                  <a:cubicBezTo>
                    <a:pt x="6564" y="1116"/>
                    <a:pt x="6689" y="991"/>
                    <a:pt x="6689" y="837"/>
                  </a:cubicBezTo>
                  <a:lnTo>
                    <a:pt x="6689" y="280"/>
                  </a:lnTo>
                  <a:cubicBezTo>
                    <a:pt x="6689" y="126"/>
                    <a:pt x="6564" y="1"/>
                    <a:pt x="6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26"/>
            <p:cNvSpPr/>
            <p:nvPr/>
          </p:nvSpPr>
          <p:spPr>
            <a:xfrm>
              <a:off x="1758002" y="2000593"/>
              <a:ext cx="42092" cy="42118"/>
            </a:xfrm>
            <a:custGeom>
              <a:rect b="b" l="l" r="r" t="t"/>
              <a:pathLst>
                <a:path extrusionOk="0" h="1621" w="1620">
                  <a:moveTo>
                    <a:pt x="1097" y="505"/>
                  </a:moveTo>
                  <a:cubicBezTo>
                    <a:pt x="1108" y="505"/>
                    <a:pt x="1116" y="513"/>
                    <a:pt x="1116" y="523"/>
                  </a:cubicBezTo>
                  <a:lnTo>
                    <a:pt x="1116" y="1098"/>
                  </a:lnTo>
                  <a:cubicBezTo>
                    <a:pt x="1116" y="1108"/>
                    <a:pt x="1108" y="1116"/>
                    <a:pt x="1097" y="1116"/>
                  </a:cubicBezTo>
                  <a:lnTo>
                    <a:pt x="523" y="1116"/>
                  </a:lnTo>
                  <a:cubicBezTo>
                    <a:pt x="512" y="1116"/>
                    <a:pt x="504" y="1108"/>
                    <a:pt x="504" y="1098"/>
                  </a:cubicBezTo>
                  <a:lnTo>
                    <a:pt x="504" y="523"/>
                  </a:lnTo>
                  <a:cubicBezTo>
                    <a:pt x="504" y="513"/>
                    <a:pt x="512" y="505"/>
                    <a:pt x="523" y="505"/>
                  </a:cubicBezTo>
                  <a:close/>
                  <a:moveTo>
                    <a:pt x="523" y="1"/>
                  </a:moveTo>
                  <a:cubicBezTo>
                    <a:pt x="235" y="1"/>
                    <a:pt x="0" y="236"/>
                    <a:pt x="0" y="523"/>
                  </a:cubicBezTo>
                  <a:lnTo>
                    <a:pt x="0" y="1098"/>
                  </a:lnTo>
                  <a:cubicBezTo>
                    <a:pt x="0" y="1385"/>
                    <a:pt x="235" y="1620"/>
                    <a:pt x="523" y="1620"/>
                  </a:cubicBezTo>
                  <a:lnTo>
                    <a:pt x="1097" y="1620"/>
                  </a:lnTo>
                  <a:cubicBezTo>
                    <a:pt x="1385" y="1620"/>
                    <a:pt x="1620" y="1385"/>
                    <a:pt x="1620" y="1098"/>
                  </a:cubicBezTo>
                  <a:lnTo>
                    <a:pt x="1620" y="523"/>
                  </a:lnTo>
                  <a:cubicBezTo>
                    <a:pt x="1620" y="236"/>
                    <a:pt x="1385" y="1"/>
                    <a:pt x="10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26"/>
            <p:cNvSpPr/>
            <p:nvPr/>
          </p:nvSpPr>
          <p:spPr>
            <a:xfrm>
              <a:off x="1902776" y="2000593"/>
              <a:ext cx="42118" cy="42118"/>
            </a:xfrm>
            <a:custGeom>
              <a:rect b="b" l="l" r="r" t="t"/>
              <a:pathLst>
                <a:path extrusionOk="0" h="1621" w="1621">
                  <a:moveTo>
                    <a:pt x="1101" y="505"/>
                  </a:moveTo>
                  <a:cubicBezTo>
                    <a:pt x="1109" y="505"/>
                    <a:pt x="1117" y="513"/>
                    <a:pt x="1117" y="523"/>
                  </a:cubicBezTo>
                  <a:lnTo>
                    <a:pt x="1117" y="1098"/>
                  </a:lnTo>
                  <a:cubicBezTo>
                    <a:pt x="1117" y="1108"/>
                    <a:pt x="1109" y="1116"/>
                    <a:pt x="1101" y="1116"/>
                  </a:cubicBezTo>
                  <a:lnTo>
                    <a:pt x="523" y="1116"/>
                  </a:lnTo>
                  <a:cubicBezTo>
                    <a:pt x="516" y="1116"/>
                    <a:pt x="508" y="1108"/>
                    <a:pt x="508" y="1098"/>
                  </a:cubicBezTo>
                  <a:lnTo>
                    <a:pt x="508" y="523"/>
                  </a:lnTo>
                  <a:cubicBezTo>
                    <a:pt x="508" y="513"/>
                    <a:pt x="516" y="505"/>
                    <a:pt x="523" y="505"/>
                  </a:cubicBezTo>
                  <a:close/>
                  <a:moveTo>
                    <a:pt x="523" y="1"/>
                  </a:moveTo>
                  <a:cubicBezTo>
                    <a:pt x="236" y="1"/>
                    <a:pt x="1" y="236"/>
                    <a:pt x="1" y="523"/>
                  </a:cubicBezTo>
                  <a:lnTo>
                    <a:pt x="1" y="1098"/>
                  </a:lnTo>
                  <a:cubicBezTo>
                    <a:pt x="1" y="1385"/>
                    <a:pt x="236" y="1620"/>
                    <a:pt x="523" y="1620"/>
                  </a:cubicBezTo>
                  <a:lnTo>
                    <a:pt x="1101" y="1620"/>
                  </a:lnTo>
                  <a:cubicBezTo>
                    <a:pt x="1388" y="1620"/>
                    <a:pt x="1621" y="1385"/>
                    <a:pt x="1621" y="1098"/>
                  </a:cubicBezTo>
                  <a:lnTo>
                    <a:pt x="1621" y="523"/>
                  </a:lnTo>
                  <a:cubicBezTo>
                    <a:pt x="1621" y="236"/>
                    <a:pt x="1388" y="1"/>
                    <a:pt x="1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26"/>
            <p:cNvSpPr/>
            <p:nvPr/>
          </p:nvSpPr>
          <p:spPr>
            <a:xfrm>
              <a:off x="1830415" y="2116475"/>
              <a:ext cx="42118" cy="42118"/>
            </a:xfrm>
            <a:custGeom>
              <a:rect b="b" l="l" r="r" t="t"/>
              <a:pathLst>
                <a:path extrusionOk="0" h="1621" w="1621">
                  <a:moveTo>
                    <a:pt x="1098" y="505"/>
                  </a:moveTo>
                  <a:cubicBezTo>
                    <a:pt x="1106" y="505"/>
                    <a:pt x="1114" y="512"/>
                    <a:pt x="1114" y="520"/>
                  </a:cubicBezTo>
                  <a:lnTo>
                    <a:pt x="1114" y="1098"/>
                  </a:lnTo>
                  <a:cubicBezTo>
                    <a:pt x="1114" y="1108"/>
                    <a:pt x="1106" y="1113"/>
                    <a:pt x="1098" y="1113"/>
                  </a:cubicBezTo>
                  <a:lnTo>
                    <a:pt x="521" y="1113"/>
                  </a:lnTo>
                  <a:cubicBezTo>
                    <a:pt x="513" y="1113"/>
                    <a:pt x="505" y="1108"/>
                    <a:pt x="505" y="1098"/>
                  </a:cubicBezTo>
                  <a:lnTo>
                    <a:pt x="505" y="520"/>
                  </a:lnTo>
                  <a:cubicBezTo>
                    <a:pt x="505" y="512"/>
                    <a:pt x="513" y="505"/>
                    <a:pt x="521" y="505"/>
                  </a:cubicBezTo>
                  <a:close/>
                  <a:moveTo>
                    <a:pt x="521" y="0"/>
                  </a:moveTo>
                  <a:cubicBezTo>
                    <a:pt x="233" y="0"/>
                    <a:pt x="1" y="233"/>
                    <a:pt x="1" y="520"/>
                  </a:cubicBezTo>
                  <a:lnTo>
                    <a:pt x="1" y="1098"/>
                  </a:lnTo>
                  <a:cubicBezTo>
                    <a:pt x="1" y="1385"/>
                    <a:pt x="233" y="1620"/>
                    <a:pt x="521" y="1620"/>
                  </a:cubicBezTo>
                  <a:lnTo>
                    <a:pt x="1098" y="1620"/>
                  </a:lnTo>
                  <a:cubicBezTo>
                    <a:pt x="1386" y="1620"/>
                    <a:pt x="1621" y="1385"/>
                    <a:pt x="1621" y="1098"/>
                  </a:cubicBezTo>
                  <a:lnTo>
                    <a:pt x="1621" y="520"/>
                  </a:lnTo>
                  <a:cubicBezTo>
                    <a:pt x="1621" y="233"/>
                    <a:pt x="1386" y="0"/>
                    <a:pt x="10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26"/>
            <p:cNvSpPr/>
            <p:nvPr/>
          </p:nvSpPr>
          <p:spPr>
            <a:xfrm>
              <a:off x="1758002" y="2116475"/>
              <a:ext cx="42092" cy="42118"/>
            </a:xfrm>
            <a:custGeom>
              <a:rect b="b" l="l" r="r" t="t"/>
              <a:pathLst>
                <a:path extrusionOk="0" h="1621" w="1620">
                  <a:moveTo>
                    <a:pt x="1097" y="505"/>
                  </a:moveTo>
                  <a:cubicBezTo>
                    <a:pt x="1108" y="505"/>
                    <a:pt x="1116" y="512"/>
                    <a:pt x="1116" y="520"/>
                  </a:cubicBezTo>
                  <a:lnTo>
                    <a:pt x="1116" y="1098"/>
                  </a:lnTo>
                  <a:cubicBezTo>
                    <a:pt x="1116" y="1108"/>
                    <a:pt x="1108" y="1113"/>
                    <a:pt x="1097" y="1113"/>
                  </a:cubicBezTo>
                  <a:lnTo>
                    <a:pt x="523" y="1113"/>
                  </a:lnTo>
                  <a:cubicBezTo>
                    <a:pt x="512" y="1113"/>
                    <a:pt x="504" y="1108"/>
                    <a:pt x="504" y="1098"/>
                  </a:cubicBezTo>
                  <a:lnTo>
                    <a:pt x="504" y="520"/>
                  </a:lnTo>
                  <a:cubicBezTo>
                    <a:pt x="504" y="512"/>
                    <a:pt x="512" y="505"/>
                    <a:pt x="523" y="505"/>
                  </a:cubicBezTo>
                  <a:close/>
                  <a:moveTo>
                    <a:pt x="523" y="0"/>
                  </a:moveTo>
                  <a:cubicBezTo>
                    <a:pt x="235" y="0"/>
                    <a:pt x="0" y="233"/>
                    <a:pt x="0" y="520"/>
                  </a:cubicBezTo>
                  <a:lnTo>
                    <a:pt x="0" y="1098"/>
                  </a:lnTo>
                  <a:cubicBezTo>
                    <a:pt x="0" y="1385"/>
                    <a:pt x="235" y="1620"/>
                    <a:pt x="523" y="1620"/>
                  </a:cubicBezTo>
                  <a:lnTo>
                    <a:pt x="1097" y="1620"/>
                  </a:lnTo>
                  <a:cubicBezTo>
                    <a:pt x="1385" y="1620"/>
                    <a:pt x="1620" y="1385"/>
                    <a:pt x="1620" y="1098"/>
                  </a:cubicBezTo>
                  <a:lnTo>
                    <a:pt x="1620" y="520"/>
                  </a:lnTo>
                  <a:cubicBezTo>
                    <a:pt x="1620" y="233"/>
                    <a:pt x="1385" y="0"/>
                    <a:pt x="1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26"/>
            <p:cNvSpPr/>
            <p:nvPr/>
          </p:nvSpPr>
          <p:spPr>
            <a:xfrm>
              <a:off x="1902776" y="2116475"/>
              <a:ext cx="42118" cy="42118"/>
            </a:xfrm>
            <a:custGeom>
              <a:rect b="b" l="l" r="r" t="t"/>
              <a:pathLst>
                <a:path extrusionOk="0" h="1621" w="1621">
                  <a:moveTo>
                    <a:pt x="1101" y="505"/>
                  </a:moveTo>
                  <a:cubicBezTo>
                    <a:pt x="1109" y="505"/>
                    <a:pt x="1117" y="512"/>
                    <a:pt x="1117" y="520"/>
                  </a:cubicBezTo>
                  <a:lnTo>
                    <a:pt x="1117" y="1098"/>
                  </a:lnTo>
                  <a:cubicBezTo>
                    <a:pt x="1117" y="1108"/>
                    <a:pt x="1109" y="1113"/>
                    <a:pt x="1101" y="1113"/>
                  </a:cubicBezTo>
                  <a:lnTo>
                    <a:pt x="523" y="1113"/>
                  </a:lnTo>
                  <a:cubicBezTo>
                    <a:pt x="516" y="1113"/>
                    <a:pt x="508" y="1108"/>
                    <a:pt x="508" y="1098"/>
                  </a:cubicBezTo>
                  <a:lnTo>
                    <a:pt x="508" y="520"/>
                  </a:lnTo>
                  <a:cubicBezTo>
                    <a:pt x="508" y="512"/>
                    <a:pt x="516" y="505"/>
                    <a:pt x="523" y="505"/>
                  </a:cubicBezTo>
                  <a:close/>
                  <a:moveTo>
                    <a:pt x="523" y="0"/>
                  </a:moveTo>
                  <a:cubicBezTo>
                    <a:pt x="236" y="0"/>
                    <a:pt x="1" y="233"/>
                    <a:pt x="1" y="520"/>
                  </a:cubicBezTo>
                  <a:lnTo>
                    <a:pt x="1" y="1098"/>
                  </a:lnTo>
                  <a:cubicBezTo>
                    <a:pt x="1" y="1385"/>
                    <a:pt x="236" y="1620"/>
                    <a:pt x="523" y="1620"/>
                  </a:cubicBezTo>
                  <a:lnTo>
                    <a:pt x="1101" y="1620"/>
                  </a:lnTo>
                  <a:cubicBezTo>
                    <a:pt x="1388" y="1620"/>
                    <a:pt x="1621" y="1385"/>
                    <a:pt x="1621" y="1098"/>
                  </a:cubicBezTo>
                  <a:lnTo>
                    <a:pt x="1621" y="520"/>
                  </a:lnTo>
                  <a:cubicBezTo>
                    <a:pt x="1621" y="233"/>
                    <a:pt x="1388" y="0"/>
                    <a:pt x="1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26"/>
            <p:cNvSpPr/>
            <p:nvPr/>
          </p:nvSpPr>
          <p:spPr>
            <a:xfrm>
              <a:off x="1882016" y="1833396"/>
              <a:ext cx="27386" cy="28945"/>
            </a:xfrm>
            <a:custGeom>
              <a:rect b="b" l="l" r="r" t="t"/>
              <a:pathLst>
                <a:path extrusionOk="0" h="1114" w="1054">
                  <a:moveTo>
                    <a:pt x="0" y="1"/>
                  </a:moveTo>
                  <a:cubicBezTo>
                    <a:pt x="155" y="1"/>
                    <a:pt x="280" y="123"/>
                    <a:pt x="280" y="278"/>
                  </a:cubicBezTo>
                  <a:lnTo>
                    <a:pt x="280" y="837"/>
                  </a:lnTo>
                  <a:cubicBezTo>
                    <a:pt x="280" y="991"/>
                    <a:pt x="155" y="1114"/>
                    <a:pt x="0" y="1114"/>
                  </a:cubicBezTo>
                  <a:lnTo>
                    <a:pt x="774" y="1114"/>
                  </a:lnTo>
                  <a:cubicBezTo>
                    <a:pt x="928" y="1114"/>
                    <a:pt x="1053" y="991"/>
                    <a:pt x="1053" y="837"/>
                  </a:cubicBezTo>
                  <a:lnTo>
                    <a:pt x="1053" y="278"/>
                  </a:lnTo>
                  <a:cubicBezTo>
                    <a:pt x="1053" y="123"/>
                    <a:pt x="928"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26"/>
            <p:cNvSpPr/>
            <p:nvPr/>
          </p:nvSpPr>
          <p:spPr>
            <a:xfrm>
              <a:off x="1882016" y="2065081"/>
              <a:ext cx="27386" cy="29022"/>
            </a:xfrm>
            <a:custGeom>
              <a:rect b="b" l="l" r="r" t="t"/>
              <a:pathLst>
                <a:path extrusionOk="0" h="1117" w="1054">
                  <a:moveTo>
                    <a:pt x="0" y="1"/>
                  </a:moveTo>
                  <a:cubicBezTo>
                    <a:pt x="155" y="1"/>
                    <a:pt x="280" y="126"/>
                    <a:pt x="280" y="280"/>
                  </a:cubicBezTo>
                  <a:lnTo>
                    <a:pt x="280" y="837"/>
                  </a:lnTo>
                  <a:cubicBezTo>
                    <a:pt x="280" y="991"/>
                    <a:pt x="155" y="1116"/>
                    <a:pt x="0" y="1116"/>
                  </a:cubicBezTo>
                  <a:lnTo>
                    <a:pt x="774" y="1116"/>
                  </a:lnTo>
                  <a:cubicBezTo>
                    <a:pt x="928" y="1116"/>
                    <a:pt x="1053" y="991"/>
                    <a:pt x="1053" y="837"/>
                  </a:cubicBezTo>
                  <a:lnTo>
                    <a:pt x="1053" y="280"/>
                  </a:lnTo>
                  <a:cubicBezTo>
                    <a:pt x="1053" y="126"/>
                    <a:pt x="928"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26"/>
            <p:cNvSpPr/>
            <p:nvPr/>
          </p:nvSpPr>
          <p:spPr>
            <a:xfrm>
              <a:off x="1795598" y="1864081"/>
              <a:ext cx="213446" cy="213446"/>
            </a:xfrm>
            <a:custGeom>
              <a:rect b="b" l="l" r="r" t="t"/>
              <a:pathLst>
                <a:path extrusionOk="0" h="8215" w="8215">
                  <a:moveTo>
                    <a:pt x="6637" y="1"/>
                  </a:moveTo>
                  <a:lnTo>
                    <a:pt x="84" y="6556"/>
                  </a:lnTo>
                  <a:cubicBezTo>
                    <a:pt x="50" y="6587"/>
                    <a:pt x="24" y="6621"/>
                    <a:pt x="1" y="6660"/>
                  </a:cubicBezTo>
                  <a:lnTo>
                    <a:pt x="1555" y="8215"/>
                  </a:lnTo>
                  <a:cubicBezTo>
                    <a:pt x="1592" y="8191"/>
                    <a:pt x="1628" y="8162"/>
                    <a:pt x="1660" y="8131"/>
                  </a:cubicBezTo>
                  <a:lnTo>
                    <a:pt x="8215" y="1579"/>
                  </a:lnTo>
                  <a:lnTo>
                    <a:pt x="7820" y="395"/>
                  </a:lnTo>
                  <a:lnTo>
                    <a:pt x="66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26"/>
            <p:cNvSpPr/>
            <p:nvPr/>
          </p:nvSpPr>
          <p:spPr>
            <a:xfrm>
              <a:off x="1808460" y="1883698"/>
              <a:ext cx="200585" cy="193829"/>
            </a:xfrm>
            <a:custGeom>
              <a:rect b="b" l="l" r="r" t="t"/>
              <a:pathLst>
                <a:path extrusionOk="0" h="7460" w="7720">
                  <a:moveTo>
                    <a:pt x="0" y="6400"/>
                  </a:moveTo>
                  <a:lnTo>
                    <a:pt x="511" y="6911"/>
                  </a:lnTo>
                  <a:lnTo>
                    <a:pt x="511" y="6911"/>
                  </a:lnTo>
                  <a:lnTo>
                    <a:pt x="0" y="6400"/>
                  </a:lnTo>
                  <a:close/>
                  <a:moveTo>
                    <a:pt x="7445" y="1"/>
                  </a:moveTo>
                  <a:lnTo>
                    <a:pt x="616" y="6830"/>
                  </a:lnTo>
                  <a:cubicBezTo>
                    <a:pt x="585" y="6861"/>
                    <a:pt x="551" y="6887"/>
                    <a:pt x="511" y="6911"/>
                  </a:cubicBezTo>
                  <a:lnTo>
                    <a:pt x="511" y="6911"/>
                  </a:lnTo>
                  <a:lnTo>
                    <a:pt x="1060" y="7460"/>
                  </a:lnTo>
                  <a:cubicBezTo>
                    <a:pt x="1097" y="7436"/>
                    <a:pt x="1133" y="7407"/>
                    <a:pt x="1165" y="7376"/>
                  </a:cubicBezTo>
                  <a:lnTo>
                    <a:pt x="7720" y="824"/>
                  </a:lnTo>
                  <a:lnTo>
                    <a:pt x="74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26"/>
            <p:cNvSpPr/>
            <p:nvPr/>
          </p:nvSpPr>
          <p:spPr>
            <a:xfrm>
              <a:off x="1811136" y="1872032"/>
              <a:ext cx="189984" cy="189958"/>
            </a:xfrm>
            <a:custGeom>
              <a:rect b="b" l="l" r="r" t="t"/>
              <a:pathLst>
                <a:path extrusionOk="0" h="7311" w="7312">
                  <a:moveTo>
                    <a:pt x="6953" y="0"/>
                  </a:moveTo>
                  <a:lnTo>
                    <a:pt x="1" y="6952"/>
                  </a:lnTo>
                  <a:lnTo>
                    <a:pt x="359" y="7310"/>
                  </a:lnTo>
                  <a:lnTo>
                    <a:pt x="7311" y="356"/>
                  </a:lnTo>
                  <a:lnTo>
                    <a:pt x="7222" y="89"/>
                  </a:lnTo>
                  <a:lnTo>
                    <a:pt x="69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26"/>
            <p:cNvSpPr/>
            <p:nvPr/>
          </p:nvSpPr>
          <p:spPr>
            <a:xfrm>
              <a:off x="1988518" y="1818871"/>
              <a:ext cx="67087" cy="65736"/>
            </a:xfrm>
            <a:custGeom>
              <a:rect b="b" l="l" r="r" t="t"/>
              <a:pathLst>
                <a:path extrusionOk="0" h="2530" w="2582">
                  <a:moveTo>
                    <a:pt x="1183" y="1"/>
                  </a:moveTo>
                  <a:cubicBezTo>
                    <a:pt x="1041" y="1"/>
                    <a:pt x="898" y="55"/>
                    <a:pt x="790" y="165"/>
                  </a:cubicBezTo>
                  <a:lnTo>
                    <a:pt x="1" y="952"/>
                  </a:lnTo>
                  <a:lnTo>
                    <a:pt x="395" y="2135"/>
                  </a:lnTo>
                  <a:lnTo>
                    <a:pt x="1576" y="2530"/>
                  </a:lnTo>
                  <a:lnTo>
                    <a:pt x="2365" y="1741"/>
                  </a:lnTo>
                  <a:cubicBezTo>
                    <a:pt x="2582" y="1524"/>
                    <a:pt x="2582" y="1171"/>
                    <a:pt x="2365" y="952"/>
                  </a:cubicBezTo>
                  <a:lnTo>
                    <a:pt x="1576" y="165"/>
                  </a:lnTo>
                  <a:cubicBezTo>
                    <a:pt x="1468" y="55"/>
                    <a:pt x="1325" y="1"/>
                    <a:pt x="11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26"/>
            <p:cNvSpPr/>
            <p:nvPr/>
          </p:nvSpPr>
          <p:spPr>
            <a:xfrm>
              <a:off x="1968018" y="1843581"/>
              <a:ext cx="61475" cy="61449"/>
            </a:xfrm>
            <a:custGeom>
              <a:rect b="b" l="l" r="r" t="t"/>
              <a:pathLst>
                <a:path extrusionOk="0" h="2365" w="2366">
                  <a:moveTo>
                    <a:pt x="787" y="1"/>
                  </a:moveTo>
                  <a:lnTo>
                    <a:pt x="1" y="790"/>
                  </a:lnTo>
                  <a:lnTo>
                    <a:pt x="1576" y="2365"/>
                  </a:lnTo>
                  <a:lnTo>
                    <a:pt x="2365" y="1576"/>
                  </a:lnTo>
                  <a:lnTo>
                    <a:pt x="7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26"/>
            <p:cNvSpPr/>
            <p:nvPr/>
          </p:nvSpPr>
          <p:spPr>
            <a:xfrm>
              <a:off x="2008135" y="1829394"/>
              <a:ext cx="47470" cy="55213"/>
            </a:xfrm>
            <a:custGeom>
              <a:rect b="b" l="l" r="r" t="t"/>
              <a:pathLst>
                <a:path extrusionOk="0" h="2125" w="1827">
                  <a:moveTo>
                    <a:pt x="1061" y="1"/>
                  </a:moveTo>
                  <a:lnTo>
                    <a:pt x="1064" y="3"/>
                  </a:lnTo>
                  <a:lnTo>
                    <a:pt x="1064" y="3"/>
                  </a:lnTo>
                  <a:cubicBezTo>
                    <a:pt x="1063" y="2"/>
                    <a:pt x="1062" y="1"/>
                    <a:pt x="1061" y="1"/>
                  </a:cubicBezTo>
                  <a:close/>
                  <a:moveTo>
                    <a:pt x="1064" y="3"/>
                  </a:moveTo>
                  <a:cubicBezTo>
                    <a:pt x="1281" y="220"/>
                    <a:pt x="1280" y="571"/>
                    <a:pt x="1061" y="790"/>
                  </a:cubicBezTo>
                  <a:lnTo>
                    <a:pt x="1" y="1850"/>
                  </a:lnTo>
                  <a:lnTo>
                    <a:pt x="821" y="2125"/>
                  </a:lnTo>
                  <a:lnTo>
                    <a:pt x="1610" y="1336"/>
                  </a:lnTo>
                  <a:cubicBezTo>
                    <a:pt x="1827" y="1119"/>
                    <a:pt x="1827" y="766"/>
                    <a:pt x="1610" y="547"/>
                  </a:cubicBezTo>
                  <a:lnTo>
                    <a:pt x="1064" y="3"/>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26"/>
            <p:cNvSpPr/>
            <p:nvPr/>
          </p:nvSpPr>
          <p:spPr>
            <a:xfrm>
              <a:off x="1994702" y="1870395"/>
              <a:ext cx="34713" cy="34713"/>
            </a:xfrm>
            <a:custGeom>
              <a:rect b="b" l="l" r="r" t="t"/>
              <a:pathLst>
                <a:path extrusionOk="0" h="1336" w="1336">
                  <a:moveTo>
                    <a:pt x="789" y="1"/>
                  </a:moveTo>
                  <a:lnTo>
                    <a:pt x="0" y="790"/>
                  </a:lnTo>
                  <a:lnTo>
                    <a:pt x="549" y="1336"/>
                  </a:lnTo>
                  <a:lnTo>
                    <a:pt x="1335" y="547"/>
                  </a:lnTo>
                  <a:lnTo>
                    <a:pt x="7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26"/>
            <p:cNvSpPr/>
            <p:nvPr/>
          </p:nvSpPr>
          <p:spPr>
            <a:xfrm>
              <a:off x="1788271" y="2037124"/>
              <a:ext cx="47756" cy="47730"/>
            </a:xfrm>
            <a:custGeom>
              <a:rect b="b" l="l" r="r" t="t"/>
              <a:pathLst>
                <a:path extrusionOk="0" h="1837" w="1838">
                  <a:moveTo>
                    <a:pt x="283" y="0"/>
                  </a:moveTo>
                  <a:cubicBezTo>
                    <a:pt x="262" y="34"/>
                    <a:pt x="243" y="73"/>
                    <a:pt x="230" y="112"/>
                  </a:cubicBezTo>
                  <a:lnTo>
                    <a:pt x="0" y="805"/>
                  </a:lnTo>
                  <a:lnTo>
                    <a:pt x="411" y="1427"/>
                  </a:lnTo>
                  <a:lnTo>
                    <a:pt x="1032" y="1837"/>
                  </a:lnTo>
                  <a:lnTo>
                    <a:pt x="1725" y="1607"/>
                  </a:lnTo>
                  <a:cubicBezTo>
                    <a:pt x="1764" y="1594"/>
                    <a:pt x="1800" y="1576"/>
                    <a:pt x="1837" y="1552"/>
                  </a:cubicBezTo>
                  <a:lnTo>
                    <a:pt x="1497" y="512"/>
                  </a:lnTo>
                  <a:cubicBezTo>
                    <a:pt x="1471" y="431"/>
                    <a:pt x="1406" y="366"/>
                    <a:pt x="1325" y="340"/>
                  </a:cubicBezTo>
                  <a:lnTo>
                    <a:pt x="28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26"/>
            <p:cNvSpPr/>
            <p:nvPr/>
          </p:nvSpPr>
          <p:spPr>
            <a:xfrm>
              <a:off x="1793234" y="2043568"/>
              <a:ext cx="42793" cy="41286"/>
            </a:xfrm>
            <a:custGeom>
              <a:rect b="b" l="l" r="r" t="t"/>
              <a:pathLst>
                <a:path extrusionOk="0" h="1589" w="1647">
                  <a:moveTo>
                    <a:pt x="852" y="0"/>
                  </a:moveTo>
                  <a:lnTo>
                    <a:pt x="1100" y="758"/>
                  </a:lnTo>
                  <a:cubicBezTo>
                    <a:pt x="1063" y="779"/>
                    <a:pt x="1024" y="797"/>
                    <a:pt x="985" y="810"/>
                  </a:cubicBezTo>
                  <a:lnTo>
                    <a:pt x="293" y="1043"/>
                  </a:lnTo>
                  <a:lnTo>
                    <a:pt x="0" y="849"/>
                  </a:lnTo>
                  <a:lnTo>
                    <a:pt x="220" y="1179"/>
                  </a:lnTo>
                  <a:lnTo>
                    <a:pt x="841" y="1589"/>
                  </a:lnTo>
                  <a:lnTo>
                    <a:pt x="1534" y="1359"/>
                  </a:lnTo>
                  <a:cubicBezTo>
                    <a:pt x="1573" y="1346"/>
                    <a:pt x="1609" y="1328"/>
                    <a:pt x="1646" y="1304"/>
                  </a:cubicBezTo>
                  <a:lnTo>
                    <a:pt x="1306" y="264"/>
                  </a:lnTo>
                  <a:cubicBezTo>
                    <a:pt x="1280" y="183"/>
                    <a:pt x="1215" y="118"/>
                    <a:pt x="1134" y="92"/>
                  </a:cubicBezTo>
                  <a:lnTo>
                    <a:pt x="85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26"/>
            <p:cNvSpPr/>
            <p:nvPr/>
          </p:nvSpPr>
          <p:spPr>
            <a:xfrm>
              <a:off x="1777800" y="2058014"/>
              <a:ext cx="37311" cy="36064"/>
            </a:xfrm>
            <a:custGeom>
              <a:rect b="b" l="l" r="r" t="t"/>
              <a:pathLst>
                <a:path extrusionOk="0" h="1388" w="1436">
                  <a:moveTo>
                    <a:pt x="403" y="1"/>
                  </a:moveTo>
                  <a:lnTo>
                    <a:pt x="64" y="1020"/>
                  </a:lnTo>
                  <a:cubicBezTo>
                    <a:pt x="1" y="1206"/>
                    <a:pt x="145" y="1387"/>
                    <a:pt x="326" y="1387"/>
                  </a:cubicBezTo>
                  <a:cubicBezTo>
                    <a:pt x="356" y="1387"/>
                    <a:pt x="386" y="1383"/>
                    <a:pt x="416" y="1372"/>
                  </a:cubicBezTo>
                  <a:lnTo>
                    <a:pt x="1435" y="1033"/>
                  </a:lnTo>
                  <a:lnTo>
                    <a:pt x="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26"/>
            <p:cNvSpPr/>
            <p:nvPr/>
          </p:nvSpPr>
          <p:spPr>
            <a:xfrm>
              <a:off x="1777800" y="2070642"/>
              <a:ext cx="37311" cy="23436"/>
            </a:xfrm>
            <a:custGeom>
              <a:rect b="b" l="l" r="r" t="t"/>
              <a:pathLst>
                <a:path extrusionOk="0" h="902" w="1436">
                  <a:moveTo>
                    <a:pt x="887" y="1"/>
                  </a:moveTo>
                  <a:lnTo>
                    <a:pt x="160" y="241"/>
                  </a:lnTo>
                  <a:lnTo>
                    <a:pt x="64" y="534"/>
                  </a:lnTo>
                  <a:cubicBezTo>
                    <a:pt x="1" y="720"/>
                    <a:pt x="145" y="901"/>
                    <a:pt x="326" y="901"/>
                  </a:cubicBezTo>
                  <a:cubicBezTo>
                    <a:pt x="356" y="901"/>
                    <a:pt x="386" y="897"/>
                    <a:pt x="416" y="886"/>
                  </a:cubicBezTo>
                  <a:lnTo>
                    <a:pt x="1435" y="547"/>
                  </a:lnTo>
                  <a:lnTo>
                    <a:pt x="8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26"/>
            <p:cNvSpPr/>
            <p:nvPr/>
          </p:nvSpPr>
          <p:spPr>
            <a:xfrm>
              <a:off x="1634247" y="2180963"/>
              <a:ext cx="434479" cy="57915"/>
            </a:xfrm>
            <a:custGeom>
              <a:rect b="b" l="l" r="r" t="t"/>
              <a:pathLst>
                <a:path extrusionOk="0" h="2229" w="16722">
                  <a:moveTo>
                    <a:pt x="557" y="0"/>
                  </a:moveTo>
                  <a:cubicBezTo>
                    <a:pt x="248" y="0"/>
                    <a:pt x="0" y="248"/>
                    <a:pt x="0" y="557"/>
                  </a:cubicBezTo>
                  <a:lnTo>
                    <a:pt x="0" y="1113"/>
                  </a:lnTo>
                  <a:cubicBezTo>
                    <a:pt x="0" y="1730"/>
                    <a:pt x="499" y="2229"/>
                    <a:pt x="1113" y="2229"/>
                  </a:cubicBezTo>
                  <a:lnTo>
                    <a:pt x="15606" y="2229"/>
                  </a:lnTo>
                  <a:cubicBezTo>
                    <a:pt x="16222" y="2229"/>
                    <a:pt x="16721" y="1730"/>
                    <a:pt x="16721" y="1113"/>
                  </a:cubicBezTo>
                  <a:lnTo>
                    <a:pt x="16721" y="557"/>
                  </a:lnTo>
                  <a:cubicBezTo>
                    <a:pt x="16721" y="248"/>
                    <a:pt x="16470" y="0"/>
                    <a:pt x="161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26"/>
            <p:cNvSpPr/>
            <p:nvPr/>
          </p:nvSpPr>
          <p:spPr>
            <a:xfrm>
              <a:off x="2019541" y="2180963"/>
              <a:ext cx="49185" cy="57915"/>
            </a:xfrm>
            <a:custGeom>
              <a:rect b="b" l="l" r="r" t="t"/>
              <a:pathLst>
                <a:path extrusionOk="0" h="2229" w="1893">
                  <a:moveTo>
                    <a:pt x="557" y="0"/>
                  </a:moveTo>
                  <a:cubicBezTo>
                    <a:pt x="865" y="0"/>
                    <a:pt x="1114" y="248"/>
                    <a:pt x="1114" y="557"/>
                  </a:cubicBezTo>
                  <a:lnTo>
                    <a:pt x="1114" y="1113"/>
                  </a:lnTo>
                  <a:cubicBezTo>
                    <a:pt x="1114" y="1730"/>
                    <a:pt x="615" y="2229"/>
                    <a:pt x="1" y="2229"/>
                  </a:cubicBezTo>
                  <a:lnTo>
                    <a:pt x="777" y="2229"/>
                  </a:lnTo>
                  <a:cubicBezTo>
                    <a:pt x="1393" y="2229"/>
                    <a:pt x="1892" y="1730"/>
                    <a:pt x="1892" y="1113"/>
                  </a:cubicBezTo>
                  <a:lnTo>
                    <a:pt x="1892" y="557"/>
                  </a:lnTo>
                  <a:cubicBezTo>
                    <a:pt x="1892" y="248"/>
                    <a:pt x="1641" y="0"/>
                    <a:pt x="1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26"/>
            <p:cNvSpPr/>
            <p:nvPr/>
          </p:nvSpPr>
          <p:spPr>
            <a:xfrm>
              <a:off x="1801236" y="2180963"/>
              <a:ext cx="100500" cy="35518"/>
            </a:xfrm>
            <a:custGeom>
              <a:rect b="b" l="l" r="r" t="t"/>
              <a:pathLst>
                <a:path extrusionOk="0" h="1367" w="3868">
                  <a:moveTo>
                    <a:pt x="0" y="0"/>
                  </a:moveTo>
                  <a:lnTo>
                    <a:pt x="189" y="753"/>
                  </a:lnTo>
                  <a:cubicBezTo>
                    <a:pt x="280" y="1113"/>
                    <a:pt x="601" y="1367"/>
                    <a:pt x="975" y="1367"/>
                  </a:cubicBezTo>
                  <a:lnTo>
                    <a:pt x="2890" y="1367"/>
                  </a:lnTo>
                  <a:cubicBezTo>
                    <a:pt x="3264" y="1367"/>
                    <a:pt x="3585" y="1113"/>
                    <a:pt x="3676" y="753"/>
                  </a:cubicBezTo>
                  <a:lnTo>
                    <a:pt x="3867" y="0"/>
                  </a:lnTo>
                  <a:lnTo>
                    <a:pt x="3345" y="0"/>
                  </a:lnTo>
                  <a:lnTo>
                    <a:pt x="3188" y="630"/>
                  </a:lnTo>
                  <a:cubicBezTo>
                    <a:pt x="3154" y="766"/>
                    <a:pt x="3031" y="862"/>
                    <a:pt x="2890" y="862"/>
                  </a:cubicBezTo>
                  <a:lnTo>
                    <a:pt x="975" y="862"/>
                  </a:lnTo>
                  <a:cubicBezTo>
                    <a:pt x="834" y="862"/>
                    <a:pt x="714" y="766"/>
                    <a:pt x="680" y="630"/>
                  </a:cubicBez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126"/>
          <p:cNvGrpSpPr/>
          <p:nvPr/>
        </p:nvGrpSpPr>
        <p:grpSpPr>
          <a:xfrm>
            <a:off x="2407824" y="1804425"/>
            <a:ext cx="434479" cy="434453"/>
            <a:chOff x="2407824" y="1804425"/>
            <a:chExt cx="434479" cy="434453"/>
          </a:xfrm>
        </p:grpSpPr>
        <p:sp>
          <p:nvSpPr>
            <p:cNvPr id="10796" name="Google Shape;10796;p126"/>
            <p:cNvSpPr/>
            <p:nvPr/>
          </p:nvSpPr>
          <p:spPr>
            <a:xfrm>
              <a:off x="2449786" y="1876838"/>
              <a:ext cx="350582" cy="28945"/>
            </a:xfrm>
            <a:custGeom>
              <a:rect b="b" l="l" r="r" t="t"/>
              <a:pathLst>
                <a:path extrusionOk="0" h="1114" w="13493">
                  <a:moveTo>
                    <a:pt x="1" y="1"/>
                  </a:moveTo>
                  <a:lnTo>
                    <a:pt x="1" y="1114"/>
                  </a:lnTo>
                  <a:lnTo>
                    <a:pt x="13492" y="1114"/>
                  </a:lnTo>
                  <a:lnTo>
                    <a:pt x="134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26"/>
            <p:cNvSpPr/>
            <p:nvPr/>
          </p:nvSpPr>
          <p:spPr>
            <a:xfrm>
              <a:off x="2487538" y="1862314"/>
              <a:ext cx="57915" cy="57993"/>
            </a:xfrm>
            <a:custGeom>
              <a:rect b="b" l="l" r="r" t="t"/>
              <a:pathLst>
                <a:path extrusionOk="0" h="2232" w="2229">
                  <a:moveTo>
                    <a:pt x="1113" y="1"/>
                  </a:moveTo>
                  <a:cubicBezTo>
                    <a:pt x="499" y="1"/>
                    <a:pt x="0" y="500"/>
                    <a:pt x="0" y="1116"/>
                  </a:cubicBezTo>
                  <a:cubicBezTo>
                    <a:pt x="0" y="1733"/>
                    <a:pt x="499" y="2232"/>
                    <a:pt x="1113" y="2232"/>
                  </a:cubicBezTo>
                  <a:cubicBezTo>
                    <a:pt x="1730" y="2232"/>
                    <a:pt x="2229" y="1733"/>
                    <a:pt x="2229" y="1116"/>
                  </a:cubicBezTo>
                  <a:cubicBezTo>
                    <a:pt x="2229" y="500"/>
                    <a:pt x="1730" y="1"/>
                    <a:pt x="11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26"/>
            <p:cNvSpPr/>
            <p:nvPr/>
          </p:nvSpPr>
          <p:spPr>
            <a:xfrm>
              <a:off x="2506402" y="1862314"/>
              <a:ext cx="39052" cy="57993"/>
            </a:xfrm>
            <a:custGeom>
              <a:rect b="b" l="l" r="r" t="t"/>
              <a:pathLst>
                <a:path extrusionOk="0" h="2232" w="1503">
                  <a:moveTo>
                    <a:pt x="387" y="1"/>
                  </a:moveTo>
                  <a:cubicBezTo>
                    <a:pt x="251" y="1"/>
                    <a:pt x="121" y="27"/>
                    <a:pt x="1" y="71"/>
                  </a:cubicBezTo>
                  <a:cubicBezTo>
                    <a:pt x="426" y="228"/>
                    <a:pt x="729" y="635"/>
                    <a:pt x="729" y="1116"/>
                  </a:cubicBezTo>
                  <a:cubicBezTo>
                    <a:pt x="729" y="1597"/>
                    <a:pt x="426" y="2005"/>
                    <a:pt x="1" y="2161"/>
                  </a:cubicBezTo>
                  <a:cubicBezTo>
                    <a:pt x="121" y="2206"/>
                    <a:pt x="251" y="2232"/>
                    <a:pt x="387" y="2232"/>
                  </a:cubicBezTo>
                  <a:cubicBezTo>
                    <a:pt x="1004" y="2232"/>
                    <a:pt x="1503" y="1733"/>
                    <a:pt x="1503" y="1116"/>
                  </a:cubicBezTo>
                  <a:cubicBezTo>
                    <a:pt x="1503" y="500"/>
                    <a:pt x="1004"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26"/>
            <p:cNvSpPr/>
            <p:nvPr/>
          </p:nvSpPr>
          <p:spPr>
            <a:xfrm>
              <a:off x="2574424" y="1862314"/>
              <a:ext cx="57915" cy="57993"/>
            </a:xfrm>
            <a:custGeom>
              <a:rect b="b" l="l" r="r" t="t"/>
              <a:pathLst>
                <a:path extrusionOk="0" h="2232" w="2229">
                  <a:moveTo>
                    <a:pt x="1113" y="1"/>
                  </a:moveTo>
                  <a:cubicBezTo>
                    <a:pt x="499" y="1"/>
                    <a:pt x="0" y="500"/>
                    <a:pt x="0" y="1116"/>
                  </a:cubicBezTo>
                  <a:cubicBezTo>
                    <a:pt x="0" y="1733"/>
                    <a:pt x="499" y="2232"/>
                    <a:pt x="1113" y="2232"/>
                  </a:cubicBezTo>
                  <a:cubicBezTo>
                    <a:pt x="1730" y="2232"/>
                    <a:pt x="2229" y="1733"/>
                    <a:pt x="2229" y="1116"/>
                  </a:cubicBezTo>
                  <a:cubicBezTo>
                    <a:pt x="2229" y="500"/>
                    <a:pt x="1730" y="1"/>
                    <a:pt x="11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26"/>
            <p:cNvSpPr/>
            <p:nvPr/>
          </p:nvSpPr>
          <p:spPr>
            <a:xfrm>
              <a:off x="2593287" y="1862314"/>
              <a:ext cx="39052" cy="57993"/>
            </a:xfrm>
            <a:custGeom>
              <a:rect b="b" l="l" r="r" t="t"/>
              <a:pathLst>
                <a:path extrusionOk="0" h="2232" w="1503">
                  <a:moveTo>
                    <a:pt x="387" y="1"/>
                  </a:moveTo>
                  <a:cubicBezTo>
                    <a:pt x="252" y="1"/>
                    <a:pt x="121" y="27"/>
                    <a:pt x="1" y="71"/>
                  </a:cubicBezTo>
                  <a:cubicBezTo>
                    <a:pt x="427" y="228"/>
                    <a:pt x="730" y="635"/>
                    <a:pt x="730" y="1116"/>
                  </a:cubicBezTo>
                  <a:cubicBezTo>
                    <a:pt x="730" y="1597"/>
                    <a:pt x="427" y="2005"/>
                    <a:pt x="1" y="2161"/>
                  </a:cubicBezTo>
                  <a:cubicBezTo>
                    <a:pt x="121" y="2206"/>
                    <a:pt x="252" y="2232"/>
                    <a:pt x="387" y="2232"/>
                  </a:cubicBezTo>
                  <a:cubicBezTo>
                    <a:pt x="1004" y="2232"/>
                    <a:pt x="1503" y="1733"/>
                    <a:pt x="1503" y="1116"/>
                  </a:cubicBezTo>
                  <a:cubicBezTo>
                    <a:pt x="1503" y="500"/>
                    <a:pt x="1004"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26"/>
            <p:cNvSpPr/>
            <p:nvPr/>
          </p:nvSpPr>
          <p:spPr>
            <a:xfrm>
              <a:off x="2661309" y="1862314"/>
              <a:ext cx="57941" cy="57993"/>
            </a:xfrm>
            <a:custGeom>
              <a:rect b="b" l="l" r="r" t="t"/>
              <a:pathLst>
                <a:path extrusionOk="0" h="2232" w="2230">
                  <a:moveTo>
                    <a:pt x="1114" y="1"/>
                  </a:moveTo>
                  <a:cubicBezTo>
                    <a:pt x="500" y="1"/>
                    <a:pt x="1" y="500"/>
                    <a:pt x="1" y="1116"/>
                  </a:cubicBezTo>
                  <a:cubicBezTo>
                    <a:pt x="1" y="1733"/>
                    <a:pt x="500" y="2232"/>
                    <a:pt x="1114" y="2232"/>
                  </a:cubicBezTo>
                  <a:cubicBezTo>
                    <a:pt x="1730" y="2232"/>
                    <a:pt x="2229" y="1733"/>
                    <a:pt x="2229" y="1116"/>
                  </a:cubicBezTo>
                  <a:cubicBezTo>
                    <a:pt x="2229" y="500"/>
                    <a:pt x="1730" y="1"/>
                    <a:pt x="11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26"/>
            <p:cNvSpPr/>
            <p:nvPr/>
          </p:nvSpPr>
          <p:spPr>
            <a:xfrm>
              <a:off x="2680172" y="1862314"/>
              <a:ext cx="39078" cy="57993"/>
            </a:xfrm>
            <a:custGeom>
              <a:rect b="b" l="l" r="r" t="t"/>
              <a:pathLst>
                <a:path extrusionOk="0" h="2232" w="1504">
                  <a:moveTo>
                    <a:pt x="388" y="1"/>
                  </a:moveTo>
                  <a:cubicBezTo>
                    <a:pt x="252" y="1"/>
                    <a:pt x="121" y="27"/>
                    <a:pt x="1" y="71"/>
                  </a:cubicBezTo>
                  <a:cubicBezTo>
                    <a:pt x="427" y="228"/>
                    <a:pt x="730" y="635"/>
                    <a:pt x="730" y="1116"/>
                  </a:cubicBezTo>
                  <a:cubicBezTo>
                    <a:pt x="730" y="1597"/>
                    <a:pt x="427" y="2005"/>
                    <a:pt x="1" y="2161"/>
                  </a:cubicBezTo>
                  <a:cubicBezTo>
                    <a:pt x="121" y="2206"/>
                    <a:pt x="252" y="2232"/>
                    <a:pt x="388" y="2232"/>
                  </a:cubicBezTo>
                  <a:cubicBezTo>
                    <a:pt x="1004" y="2232"/>
                    <a:pt x="1503" y="1733"/>
                    <a:pt x="1503" y="1116"/>
                  </a:cubicBezTo>
                  <a:cubicBezTo>
                    <a:pt x="1503" y="500"/>
                    <a:pt x="1004" y="1"/>
                    <a:pt x="3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26"/>
            <p:cNvSpPr/>
            <p:nvPr/>
          </p:nvSpPr>
          <p:spPr>
            <a:xfrm>
              <a:off x="2449786" y="1978196"/>
              <a:ext cx="350582" cy="28996"/>
            </a:xfrm>
            <a:custGeom>
              <a:rect b="b" l="l" r="r" t="t"/>
              <a:pathLst>
                <a:path extrusionOk="0" h="1116" w="13493">
                  <a:moveTo>
                    <a:pt x="1" y="0"/>
                  </a:moveTo>
                  <a:lnTo>
                    <a:pt x="1" y="1116"/>
                  </a:lnTo>
                  <a:lnTo>
                    <a:pt x="13492" y="1116"/>
                  </a:lnTo>
                  <a:lnTo>
                    <a:pt x="134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26"/>
            <p:cNvSpPr/>
            <p:nvPr/>
          </p:nvSpPr>
          <p:spPr>
            <a:xfrm>
              <a:off x="2527110" y="1963672"/>
              <a:ext cx="65814" cy="57967"/>
            </a:xfrm>
            <a:custGeom>
              <a:rect b="b" l="l" r="r" t="t"/>
              <a:pathLst>
                <a:path extrusionOk="0" h="2231" w="2533">
                  <a:moveTo>
                    <a:pt x="1267" y="0"/>
                  </a:moveTo>
                  <a:cubicBezTo>
                    <a:pt x="1124" y="0"/>
                    <a:pt x="979" y="28"/>
                    <a:pt x="839" y="86"/>
                  </a:cubicBezTo>
                  <a:cubicBezTo>
                    <a:pt x="269" y="322"/>
                    <a:pt x="0" y="975"/>
                    <a:pt x="236" y="1542"/>
                  </a:cubicBezTo>
                  <a:cubicBezTo>
                    <a:pt x="415" y="1972"/>
                    <a:pt x="829" y="2230"/>
                    <a:pt x="1267" y="2230"/>
                  </a:cubicBezTo>
                  <a:cubicBezTo>
                    <a:pt x="1409" y="2230"/>
                    <a:pt x="1554" y="2203"/>
                    <a:pt x="1693" y="2145"/>
                  </a:cubicBezTo>
                  <a:cubicBezTo>
                    <a:pt x="2263" y="1910"/>
                    <a:pt x="2532" y="1257"/>
                    <a:pt x="2297" y="690"/>
                  </a:cubicBezTo>
                  <a:cubicBezTo>
                    <a:pt x="2118" y="261"/>
                    <a:pt x="1704" y="0"/>
                    <a:pt x="1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26"/>
            <p:cNvSpPr/>
            <p:nvPr/>
          </p:nvSpPr>
          <p:spPr>
            <a:xfrm>
              <a:off x="2549844" y="1963724"/>
              <a:ext cx="39052" cy="57941"/>
            </a:xfrm>
            <a:custGeom>
              <a:rect b="b" l="l" r="r" t="t"/>
              <a:pathLst>
                <a:path extrusionOk="0" h="2230" w="1503">
                  <a:moveTo>
                    <a:pt x="387" y="1"/>
                  </a:moveTo>
                  <a:cubicBezTo>
                    <a:pt x="251" y="1"/>
                    <a:pt x="121" y="24"/>
                    <a:pt x="1" y="69"/>
                  </a:cubicBezTo>
                  <a:cubicBezTo>
                    <a:pt x="426" y="226"/>
                    <a:pt x="730" y="636"/>
                    <a:pt x="730" y="1114"/>
                  </a:cubicBezTo>
                  <a:cubicBezTo>
                    <a:pt x="730" y="1595"/>
                    <a:pt x="426" y="2002"/>
                    <a:pt x="1" y="2162"/>
                  </a:cubicBezTo>
                  <a:cubicBezTo>
                    <a:pt x="121" y="2206"/>
                    <a:pt x="251" y="2229"/>
                    <a:pt x="387" y="2229"/>
                  </a:cubicBezTo>
                  <a:cubicBezTo>
                    <a:pt x="1004" y="2229"/>
                    <a:pt x="1503" y="1730"/>
                    <a:pt x="1503" y="1114"/>
                  </a:cubicBezTo>
                  <a:cubicBezTo>
                    <a:pt x="1503" y="500"/>
                    <a:pt x="1004" y="1"/>
                    <a:pt x="3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26"/>
            <p:cNvSpPr/>
            <p:nvPr/>
          </p:nvSpPr>
          <p:spPr>
            <a:xfrm>
              <a:off x="2614956" y="1963802"/>
              <a:ext cx="63761" cy="57967"/>
            </a:xfrm>
            <a:custGeom>
              <a:rect b="b" l="l" r="r" t="t"/>
              <a:pathLst>
                <a:path extrusionOk="0" h="2231" w="2454">
                  <a:moveTo>
                    <a:pt x="1223" y="1"/>
                  </a:moveTo>
                  <a:cubicBezTo>
                    <a:pt x="718" y="1"/>
                    <a:pt x="262" y="347"/>
                    <a:pt x="141" y="860"/>
                  </a:cubicBezTo>
                  <a:cubicBezTo>
                    <a:pt x="0" y="1458"/>
                    <a:pt x="371" y="2059"/>
                    <a:pt x="969" y="2200"/>
                  </a:cubicBezTo>
                  <a:cubicBezTo>
                    <a:pt x="1056" y="2221"/>
                    <a:pt x="1142" y="2230"/>
                    <a:pt x="1227" y="2230"/>
                  </a:cubicBezTo>
                  <a:cubicBezTo>
                    <a:pt x="1733" y="2230"/>
                    <a:pt x="2189" y="1885"/>
                    <a:pt x="2312" y="1372"/>
                  </a:cubicBezTo>
                  <a:cubicBezTo>
                    <a:pt x="2453" y="774"/>
                    <a:pt x="2082" y="173"/>
                    <a:pt x="1484" y="32"/>
                  </a:cubicBezTo>
                  <a:cubicBezTo>
                    <a:pt x="1397" y="11"/>
                    <a:pt x="1309" y="1"/>
                    <a:pt x="12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26"/>
            <p:cNvSpPr/>
            <p:nvPr/>
          </p:nvSpPr>
          <p:spPr>
            <a:xfrm>
              <a:off x="2636730" y="1963724"/>
              <a:ext cx="39078" cy="57941"/>
            </a:xfrm>
            <a:custGeom>
              <a:rect b="b" l="l" r="r" t="t"/>
              <a:pathLst>
                <a:path extrusionOk="0" h="2230" w="1504">
                  <a:moveTo>
                    <a:pt x="387" y="1"/>
                  </a:moveTo>
                  <a:cubicBezTo>
                    <a:pt x="252" y="1"/>
                    <a:pt x="121" y="24"/>
                    <a:pt x="1" y="69"/>
                  </a:cubicBezTo>
                  <a:cubicBezTo>
                    <a:pt x="427" y="226"/>
                    <a:pt x="730" y="636"/>
                    <a:pt x="730" y="1114"/>
                  </a:cubicBezTo>
                  <a:cubicBezTo>
                    <a:pt x="730" y="1595"/>
                    <a:pt x="427" y="2002"/>
                    <a:pt x="1" y="2162"/>
                  </a:cubicBezTo>
                  <a:cubicBezTo>
                    <a:pt x="121" y="2206"/>
                    <a:pt x="252" y="2229"/>
                    <a:pt x="387" y="2229"/>
                  </a:cubicBezTo>
                  <a:cubicBezTo>
                    <a:pt x="1004" y="2229"/>
                    <a:pt x="1503" y="1730"/>
                    <a:pt x="1503" y="1114"/>
                  </a:cubicBezTo>
                  <a:cubicBezTo>
                    <a:pt x="1503" y="500"/>
                    <a:pt x="1004" y="1"/>
                    <a:pt x="3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26"/>
            <p:cNvSpPr/>
            <p:nvPr/>
          </p:nvSpPr>
          <p:spPr>
            <a:xfrm>
              <a:off x="2700881" y="1963620"/>
              <a:ext cx="65814" cy="57967"/>
            </a:xfrm>
            <a:custGeom>
              <a:rect b="b" l="l" r="r" t="t"/>
              <a:pathLst>
                <a:path extrusionOk="0" h="2231" w="2533">
                  <a:moveTo>
                    <a:pt x="1266" y="1"/>
                  </a:moveTo>
                  <a:cubicBezTo>
                    <a:pt x="1124" y="1"/>
                    <a:pt x="979" y="28"/>
                    <a:pt x="839" y="86"/>
                  </a:cubicBezTo>
                  <a:cubicBezTo>
                    <a:pt x="272" y="321"/>
                    <a:pt x="1" y="974"/>
                    <a:pt x="239" y="1544"/>
                  </a:cubicBezTo>
                  <a:cubicBezTo>
                    <a:pt x="416" y="1971"/>
                    <a:pt x="829" y="2231"/>
                    <a:pt x="1266" y="2231"/>
                  </a:cubicBezTo>
                  <a:cubicBezTo>
                    <a:pt x="1409" y="2231"/>
                    <a:pt x="1554" y="2203"/>
                    <a:pt x="1694" y="2145"/>
                  </a:cubicBezTo>
                  <a:cubicBezTo>
                    <a:pt x="2263" y="1909"/>
                    <a:pt x="2532" y="1259"/>
                    <a:pt x="2297" y="689"/>
                  </a:cubicBezTo>
                  <a:cubicBezTo>
                    <a:pt x="2120" y="260"/>
                    <a:pt x="1704" y="1"/>
                    <a:pt x="1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26"/>
            <p:cNvSpPr/>
            <p:nvPr/>
          </p:nvSpPr>
          <p:spPr>
            <a:xfrm>
              <a:off x="2723615" y="1963724"/>
              <a:ext cx="39078" cy="57941"/>
            </a:xfrm>
            <a:custGeom>
              <a:rect b="b" l="l" r="r" t="t"/>
              <a:pathLst>
                <a:path extrusionOk="0" h="2230" w="1504">
                  <a:moveTo>
                    <a:pt x="388" y="1"/>
                  </a:moveTo>
                  <a:cubicBezTo>
                    <a:pt x="252" y="1"/>
                    <a:pt x="121" y="24"/>
                    <a:pt x="1" y="69"/>
                  </a:cubicBezTo>
                  <a:cubicBezTo>
                    <a:pt x="427" y="226"/>
                    <a:pt x="730" y="636"/>
                    <a:pt x="730" y="1114"/>
                  </a:cubicBezTo>
                  <a:cubicBezTo>
                    <a:pt x="730" y="1595"/>
                    <a:pt x="427" y="2002"/>
                    <a:pt x="1" y="2162"/>
                  </a:cubicBezTo>
                  <a:cubicBezTo>
                    <a:pt x="121" y="2206"/>
                    <a:pt x="252" y="2229"/>
                    <a:pt x="388" y="2229"/>
                  </a:cubicBezTo>
                  <a:cubicBezTo>
                    <a:pt x="1004" y="2229"/>
                    <a:pt x="1503" y="1730"/>
                    <a:pt x="1503" y="1114"/>
                  </a:cubicBezTo>
                  <a:cubicBezTo>
                    <a:pt x="1503" y="500"/>
                    <a:pt x="1004" y="1"/>
                    <a:pt x="3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26"/>
            <p:cNvSpPr/>
            <p:nvPr/>
          </p:nvSpPr>
          <p:spPr>
            <a:xfrm>
              <a:off x="2449786" y="2079554"/>
              <a:ext cx="350582" cy="28996"/>
            </a:xfrm>
            <a:custGeom>
              <a:rect b="b" l="l" r="r" t="t"/>
              <a:pathLst>
                <a:path extrusionOk="0" h="1116" w="13493">
                  <a:moveTo>
                    <a:pt x="1" y="0"/>
                  </a:moveTo>
                  <a:lnTo>
                    <a:pt x="1" y="1116"/>
                  </a:lnTo>
                  <a:lnTo>
                    <a:pt x="13492" y="1116"/>
                  </a:lnTo>
                  <a:lnTo>
                    <a:pt x="134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26"/>
            <p:cNvSpPr/>
            <p:nvPr/>
          </p:nvSpPr>
          <p:spPr>
            <a:xfrm>
              <a:off x="2483667" y="2065055"/>
              <a:ext cx="65788" cy="57993"/>
            </a:xfrm>
            <a:custGeom>
              <a:rect b="b" l="l" r="r" t="t"/>
              <a:pathLst>
                <a:path extrusionOk="0" h="2232" w="2532">
                  <a:moveTo>
                    <a:pt x="1267" y="0"/>
                  </a:moveTo>
                  <a:cubicBezTo>
                    <a:pt x="1125" y="0"/>
                    <a:pt x="981" y="27"/>
                    <a:pt x="842" y="85"/>
                  </a:cubicBezTo>
                  <a:cubicBezTo>
                    <a:pt x="272" y="323"/>
                    <a:pt x="0" y="973"/>
                    <a:pt x="238" y="1543"/>
                  </a:cubicBezTo>
                  <a:cubicBezTo>
                    <a:pt x="416" y="1973"/>
                    <a:pt x="831" y="2232"/>
                    <a:pt x="1268" y="2232"/>
                  </a:cubicBezTo>
                  <a:cubicBezTo>
                    <a:pt x="1410" y="2232"/>
                    <a:pt x="1554" y="2204"/>
                    <a:pt x="1693" y="2147"/>
                  </a:cubicBezTo>
                  <a:cubicBezTo>
                    <a:pt x="2263" y="1911"/>
                    <a:pt x="2532" y="1258"/>
                    <a:pt x="2297" y="689"/>
                  </a:cubicBezTo>
                  <a:cubicBezTo>
                    <a:pt x="2119" y="259"/>
                    <a:pt x="1704" y="0"/>
                    <a:pt x="12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26"/>
            <p:cNvSpPr/>
            <p:nvPr/>
          </p:nvSpPr>
          <p:spPr>
            <a:xfrm>
              <a:off x="2506402" y="2065081"/>
              <a:ext cx="39052" cy="57941"/>
            </a:xfrm>
            <a:custGeom>
              <a:rect b="b" l="l" r="r" t="t"/>
              <a:pathLst>
                <a:path extrusionOk="0" h="2230" w="1503">
                  <a:moveTo>
                    <a:pt x="387" y="1"/>
                  </a:moveTo>
                  <a:cubicBezTo>
                    <a:pt x="251" y="1"/>
                    <a:pt x="121" y="24"/>
                    <a:pt x="1" y="68"/>
                  </a:cubicBezTo>
                  <a:cubicBezTo>
                    <a:pt x="426" y="225"/>
                    <a:pt x="729" y="635"/>
                    <a:pt x="729" y="1114"/>
                  </a:cubicBezTo>
                  <a:cubicBezTo>
                    <a:pt x="729" y="1594"/>
                    <a:pt x="426" y="2002"/>
                    <a:pt x="1" y="2161"/>
                  </a:cubicBezTo>
                  <a:cubicBezTo>
                    <a:pt x="121" y="2206"/>
                    <a:pt x="251" y="2229"/>
                    <a:pt x="387" y="2229"/>
                  </a:cubicBezTo>
                  <a:cubicBezTo>
                    <a:pt x="1004" y="2229"/>
                    <a:pt x="1503" y="1730"/>
                    <a:pt x="1503" y="1114"/>
                  </a:cubicBezTo>
                  <a:cubicBezTo>
                    <a:pt x="1503" y="500"/>
                    <a:pt x="1004"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26"/>
            <p:cNvSpPr/>
            <p:nvPr/>
          </p:nvSpPr>
          <p:spPr>
            <a:xfrm>
              <a:off x="2570630" y="2065055"/>
              <a:ext cx="65788" cy="57967"/>
            </a:xfrm>
            <a:custGeom>
              <a:rect b="b" l="l" r="r" t="t"/>
              <a:pathLst>
                <a:path extrusionOk="0" h="2231" w="2532">
                  <a:moveTo>
                    <a:pt x="1264" y="0"/>
                  </a:moveTo>
                  <a:cubicBezTo>
                    <a:pt x="1122" y="0"/>
                    <a:pt x="978" y="27"/>
                    <a:pt x="839" y="85"/>
                  </a:cubicBezTo>
                  <a:cubicBezTo>
                    <a:pt x="269" y="320"/>
                    <a:pt x="0" y="973"/>
                    <a:pt x="235" y="1540"/>
                  </a:cubicBezTo>
                  <a:cubicBezTo>
                    <a:pt x="413" y="1970"/>
                    <a:pt x="828" y="2230"/>
                    <a:pt x="1265" y="2230"/>
                  </a:cubicBezTo>
                  <a:cubicBezTo>
                    <a:pt x="1408" y="2230"/>
                    <a:pt x="1553" y="2202"/>
                    <a:pt x="1693" y="2144"/>
                  </a:cubicBezTo>
                  <a:cubicBezTo>
                    <a:pt x="2260" y="1909"/>
                    <a:pt x="2532" y="1256"/>
                    <a:pt x="2294" y="689"/>
                  </a:cubicBezTo>
                  <a:cubicBezTo>
                    <a:pt x="2117" y="259"/>
                    <a:pt x="1701" y="0"/>
                    <a:pt x="1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26"/>
            <p:cNvSpPr/>
            <p:nvPr/>
          </p:nvSpPr>
          <p:spPr>
            <a:xfrm>
              <a:off x="2593287" y="2065081"/>
              <a:ext cx="39052" cy="57941"/>
            </a:xfrm>
            <a:custGeom>
              <a:rect b="b" l="l" r="r" t="t"/>
              <a:pathLst>
                <a:path extrusionOk="0" h="2230" w="1503">
                  <a:moveTo>
                    <a:pt x="387" y="1"/>
                  </a:moveTo>
                  <a:cubicBezTo>
                    <a:pt x="252" y="1"/>
                    <a:pt x="121" y="24"/>
                    <a:pt x="1" y="68"/>
                  </a:cubicBezTo>
                  <a:cubicBezTo>
                    <a:pt x="427" y="225"/>
                    <a:pt x="730" y="635"/>
                    <a:pt x="730" y="1114"/>
                  </a:cubicBezTo>
                  <a:cubicBezTo>
                    <a:pt x="730" y="1594"/>
                    <a:pt x="427" y="2002"/>
                    <a:pt x="1" y="2161"/>
                  </a:cubicBezTo>
                  <a:cubicBezTo>
                    <a:pt x="121" y="2206"/>
                    <a:pt x="252" y="2229"/>
                    <a:pt x="387" y="2229"/>
                  </a:cubicBezTo>
                  <a:cubicBezTo>
                    <a:pt x="1004" y="2229"/>
                    <a:pt x="1503" y="1730"/>
                    <a:pt x="1503" y="1114"/>
                  </a:cubicBezTo>
                  <a:cubicBezTo>
                    <a:pt x="1503" y="500"/>
                    <a:pt x="1004"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26"/>
            <p:cNvSpPr/>
            <p:nvPr/>
          </p:nvSpPr>
          <p:spPr>
            <a:xfrm>
              <a:off x="2657516" y="2065004"/>
              <a:ext cx="65788" cy="57967"/>
            </a:xfrm>
            <a:custGeom>
              <a:rect b="b" l="l" r="r" t="t"/>
              <a:pathLst>
                <a:path extrusionOk="0" h="2231" w="2532">
                  <a:moveTo>
                    <a:pt x="1267" y="1"/>
                  </a:moveTo>
                  <a:cubicBezTo>
                    <a:pt x="1124" y="1"/>
                    <a:pt x="979" y="29"/>
                    <a:pt x="839" y="87"/>
                  </a:cubicBezTo>
                  <a:cubicBezTo>
                    <a:pt x="269" y="322"/>
                    <a:pt x="0" y="973"/>
                    <a:pt x="235" y="1542"/>
                  </a:cubicBezTo>
                  <a:cubicBezTo>
                    <a:pt x="413" y="1972"/>
                    <a:pt x="828" y="2231"/>
                    <a:pt x="1266" y="2231"/>
                  </a:cubicBezTo>
                  <a:cubicBezTo>
                    <a:pt x="1409" y="2231"/>
                    <a:pt x="1554" y="2204"/>
                    <a:pt x="1693" y="2146"/>
                  </a:cubicBezTo>
                  <a:cubicBezTo>
                    <a:pt x="2260" y="1911"/>
                    <a:pt x="2532" y="1258"/>
                    <a:pt x="2294" y="688"/>
                  </a:cubicBezTo>
                  <a:cubicBezTo>
                    <a:pt x="2117" y="261"/>
                    <a:pt x="1703" y="1"/>
                    <a:pt x="12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26"/>
            <p:cNvSpPr/>
            <p:nvPr/>
          </p:nvSpPr>
          <p:spPr>
            <a:xfrm>
              <a:off x="2680172" y="2065081"/>
              <a:ext cx="39078" cy="57941"/>
            </a:xfrm>
            <a:custGeom>
              <a:rect b="b" l="l" r="r" t="t"/>
              <a:pathLst>
                <a:path extrusionOk="0" h="2230" w="1504">
                  <a:moveTo>
                    <a:pt x="388" y="1"/>
                  </a:moveTo>
                  <a:cubicBezTo>
                    <a:pt x="252" y="1"/>
                    <a:pt x="121" y="24"/>
                    <a:pt x="1" y="68"/>
                  </a:cubicBezTo>
                  <a:cubicBezTo>
                    <a:pt x="427" y="225"/>
                    <a:pt x="730" y="635"/>
                    <a:pt x="730" y="1116"/>
                  </a:cubicBezTo>
                  <a:cubicBezTo>
                    <a:pt x="730" y="1594"/>
                    <a:pt x="427" y="2004"/>
                    <a:pt x="1" y="2161"/>
                  </a:cubicBezTo>
                  <a:cubicBezTo>
                    <a:pt x="121" y="2206"/>
                    <a:pt x="252" y="2229"/>
                    <a:pt x="388" y="2229"/>
                  </a:cubicBezTo>
                  <a:cubicBezTo>
                    <a:pt x="1004" y="2229"/>
                    <a:pt x="1503" y="1730"/>
                    <a:pt x="1503" y="1116"/>
                  </a:cubicBezTo>
                  <a:cubicBezTo>
                    <a:pt x="1503" y="500"/>
                    <a:pt x="1004" y="1"/>
                    <a:pt x="3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26"/>
            <p:cNvSpPr/>
            <p:nvPr/>
          </p:nvSpPr>
          <p:spPr>
            <a:xfrm>
              <a:off x="2429571" y="1804425"/>
              <a:ext cx="28996" cy="384437"/>
            </a:xfrm>
            <a:custGeom>
              <a:rect b="b" l="l" r="r" t="t"/>
              <a:pathLst>
                <a:path extrusionOk="0" h="14796" w="1116">
                  <a:moveTo>
                    <a:pt x="261" y="0"/>
                  </a:moveTo>
                  <a:cubicBezTo>
                    <a:pt x="118" y="0"/>
                    <a:pt x="0" y="118"/>
                    <a:pt x="0" y="261"/>
                  </a:cubicBezTo>
                  <a:lnTo>
                    <a:pt x="0" y="14795"/>
                  </a:lnTo>
                  <a:lnTo>
                    <a:pt x="1116" y="14795"/>
                  </a:lnTo>
                  <a:lnTo>
                    <a:pt x="1116" y="261"/>
                  </a:lnTo>
                  <a:cubicBezTo>
                    <a:pt x="1116" y="118"/>
                    <a:pt x="998" y="0"/>
                    <a:pt x="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26"/>
            <p:cNvSpPr/>
            <p:nvPr/>
          </p:nvSpPr>
          <p:spPr>
            <a:xfrm>
              <a:off x="2434040" y="1804425"/>
              <a:ext cx="24527" cy="384437"/>
            </a:xfrm>
            <a:custGeom>
              <a:rect b="b" l="l" r="r" t="t"/>
              <a:pathLst>
                <a:path extrusionOk="0" h="14796" w="944">
                  <a:moveTo>
                    <a:pt x="97" y="0"/>
                  </a:moveTo>
                  <a:cubicBezTo>
                    <a:pt x="63" y="0"/>
                    <a:pt x="29" y="8"/>
                    <a:pt x="0" y="18"/>
                  </a:cubicBezTo>
                  <a:cubicBezTo>
                    <a:pt x="100" y="58"/>
                    <a:pt x="170" y="154"/>
                    <a:pt x="170" y="269"/>
                  </a:cubicBezTo>
                  <a:lnTo>
                    <a:pt x="170" y="14795"/>
                  </a:lnTo>
                  <a:lnTo>
                    <a:pt x="944" y="14795"/>
                  </a:lnTo>
                  <a:lnTo>
                    <a:pt x="944" y="269"/>
                  </a:lnTo>
                  <a:cubicBezTo>
                    <a:pt x="944" y="120"/>
                    <a:pt x="823" y="0"/>
                    <a:pt x="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26"/>
            <p:cNvSpPr/>
            <p:nvPr/>
          </p:nvSpPr>
          <p:spPr>
            <a:xfrm>
              <a:off x="2429571" y="1826822"/>
              <a:ext cx="28996" cy="13121"/>
            </a:xfrm>
            <a:custGeom>
              <a:rect b="b" l="l" r="r" t="t"/>
              <a:pathLst>
                <a:path extrusionOk="0" h="505" w="1116">
                  <a:moveTo>
                    <a:pt x="0" y="0"/>
                  </a:moveTo>
                  <a:lnTo>
                    <a:pt x="0" y="504"/>
                  </a:lnTo>
                  <a:lnTo>
                    <a:pt x="1116" y="504"/>
                  </a:lnTo>
                  <a:lnTo>
                    <a:pt x="11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26"/>
            <p:cNvSpPr/>
            <p:nvPr/>
          </p:nvSpPr>
          <p:spPr>
            <a:xfrm>
              <a:off x="2429571" y="2145445"/>
              <a:ext cx="28996" cy="13147"/>
            </a:xfrm>
            <a:custGeom>
              <a:rect b="b" l="l" r="r" t="t"/>
              <a:pathLst>
                <a:path extrusionOk="0" h="506" w="1116">
                  <a:moveTo>
                    <a:pt x="0" y="1"/>
                  </a:moveTo>
                  <a:lnTo>
                    <a:pt x="0" y="505"/>
                  </a:lnTo>
                  <a:lnTo>
                    <a:pt x="1116" y="505"/>
                  </a:lnTo>
                  <a:lnTo>
                    <a:pt x="11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26"/>
            <p:cNvSpPr/>
            <p:nvPr/>
          </p:nvSpPr>
          <p:spPr>
            <a:xfrm>
              <a:off x="2791637" y="1804425"/>
              <a:ext cx="28945" cy="384437"/>
            </a:xfrm>
            <a:custGeom>
              <a:rect b="b" l="l" r="r" t="t"/>
              <a:pathLst>
                <a:path extrusionOk="0" h="14796" w="1114">
                  <a:moveTo>
                    <a:pt x="262" y="0"/>
                  </a:moveTo>
                  <a:cubicBezTo>
                    <a:pt x="116" y="0"/>
                    <a:pt x="1" y="118"/>
                    <a:pt x="1" y="261"/>
                  </a:cubicBezTo>
                  <a:lnTo>
                    <a:pt x="1" y="14795"/>
                  </a:lnTo>
                  <a:lnTo>
                    <a:pt x="1114" y="14795"/>
                  </a:lnTo>
                  <a:lnTo>
                    <a:pt x="1114" y="261"/>
                  </a:lnTo>
                  <a:cubicBezTo>
                    <a:pt x="1114" y="118"/>
                    <a:pt x="999" y="0"/>
                    <a:pt x="8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26"/>
            <p:cNvSpPr/>
            <p:nvPr/>
          </p:nvSpPr>
          <p:spPr>
            <a:xfrm>
              <a:off x="2796054" y="1804425"/>
              <a:ext cx="24527" cy="384437"/>
            </a:xfrm>
            <a:custGeom>
              <a:rect b="b" l="l" r="r" t="t"/>
              <a:pathLst>
                <a:path extrusionOk="0" h="14796" w="944">
                  <a:moveTo>
                    <a:pt x="100" y="0"/>
                  </a:moveTo>
                  <a:cubicBezTo>
                    <a:pt x="63" y="0"/>
                    <a:pt x="32" y="8"/>
                    <a:pt x="1" y="18"/>
                  </a:cubicBezTo>
                  <a:cubicBezTo>
                    <a:pt x="100" y="58"/>
                    <a:pt x="171" y="154"/>
                    <a:pt x="171" y="269"/>
                  </a:cubicBezTo>
                  <a:lnTo>
                    <a:pt x="171" y="14795"/>
                  </a:lnTo>
                  <a:lnTo>
                    <a:pt x="944" y="14795"/>
                  </a:lnTo>
                  <a:lnTo>
                    <a:pt x="944" y="269"/>
                  </a:lnTo>
                  <a:cubicBezTo>
                    <a:pt x="944" y="120"/>
                    <a:pt x="824" y="0"/>
                    <a:pt x="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26"/>
            <p:cNvSpPr/>
            <p:nvPr/>
          </p:nvSpPr>
          <p:spPr>
            <a:xfrm>
              <a:off x="2791637" y="1826822"/>
              <a:ext cx="28945" cy="13121"/>
            </a:xfrm>
            <a:custGeom>
              <a:rect b="b" l="l" r="r" t="t"/>
              <a:pathLst>
                <a:path extrusionOk="0" h="505" w="1114">
                  <a:moveTo>
                    <a:pt x="1" y="0"/>
                  </a:moveTo>
                  <a:lnTo>
                    <a:pt x="1" y="504"/>
                  </a:lnTo>
                  <a:lnTo>
                    <a:pt x="1114" y="504"/>
                  </a:lnTo>
                  <a:lnTo>
                    <a:pt x="11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26"/>
            <p:cNvSpPr/>
            <p:nvPr/>
          </p:nvSpPr>
          <p:spPr>
            <a:xfrm>
              <a:off x="2791637" y="2145445"/>
              <a:ext cx="28945" cy="13147"/>
            </a:xfrm>
            <a:custGeom>
              <a:rect b="b" l="l" r="r" t="t"/>
              <a:pathLst>
                <a:path extrusionOk="0" h="506" w="1114">
                  <a:moveTo>
                    <a:pt x="1" y="1"/>
                  </a:moveTo>
                  <a:lnTo>
                    <a:pt x="1" y="505"/>
                  </a:lnTo>
                  <a:lnTo>
                    <a:pt x="1114" y="505"/>
                  </a:lnTo>
                  <a:lnTo>
                    <a:pt x="11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26"/>
            <p:cNvSpPr/>
            <p:nvPr/>
          </p:nvSpPr>
          <p:spPr>
            <a:xfrm>
              <a:off x="2422374" y="2180963"/>
              <a:ext cx="405483" cy="33362"/>
            </a:xfrm>
            <a:custGeom>
              <a:rect b="b" l="l" r="r" t="t"/>
              <a:pathLst>
                <a:path extrusionOk="0" h="1284" w="15606">
                  <a:moveTo>
                    <a:pt x="269" y="0"/>
                  </a:moveTo>
                  <a:cubicBezTo>
                    <a:pt x="120" y="0"/>
                    <a:pt x="0" y="120"/>
                    <a:pt x="0" y="269"/>
                  </a:cubicBezTo>
                  <a:lnTo>
                    <a:pt x="0" y="1283"/>
                  </a:lnTo>
                  <a:lnTo>
                    <a:pt x="15605" y="1283"/>
                  </a:lnTo>
                  <a:lnTo>
                    <a:pt x="15605" y="269"/>
                  </a:lnTo>
                  <a:cubicBezTo>
                    <a:pt x="15605" y="120"/>
                    <a:pt x="15485" y="0"/>
                    <a:pt x="15336" y="0"/>
                  </a:cubicBezTo>
                  <a:lnTo>
                    <a:pt x="8917" y="0"/>
                  </a:lnTo>
                  <a:lnTo>
                    <a:pt x="7801" y="557"/>
                  </a:lnTo>
                  <a:lnTo>
                    <a:pt x="66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26"/>
            <p:cNvSpPr/>
            <p:nvPr/>
          </p:nvSpPr>
          <p:spPr>
            <a:xfrm>
              <a:off x="2596145" y="2180963"/>
              <a:ext cx="57941" cy="33362"/>
            </a:xfrm>
            <a:custGeom>
              <a:rect b="b" l="l" r="r" t="t"/>
              <a:pathLst>
                <a:path extrusionOk="0" h="1284" w="2230">
                  <a:moveTo>
                    <a:pt x="0" y="0"/>
                  </a:moveTo>
                  <a:lnTo>
                    <a:pt x="0" y="1283"/>
                  </a:lnTo>
                  <a:lnTo>
                    <a:pt x="2229" y="1283"/>
                  </a:lnTo>
                  <a:lnTo>
                    <a:pt x="22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26"/>
            <p:cNvSpPr/>
            <p:nvPr/>
          </p:nvSpPr>
          <p:spPr>
            <a:xfrm>
              <a:off x="2800731" y="2180963"/>
              <a:ext cx="27126" cy="33362"/>
            </a:xfrm>
            <a:custGeom>
              <a:rect b="b" l="l" r="r" t="t"/>
              <a:pathLst>
                <a:path extrusionOk="0" h="1284" w="1044">
                  <a:moveTo>
                    <a:pt x="1" y="0"/>
                  </a:moveTo>
                  <a:cubicBezTo>
                    <a:pt x="150" y="0"/>
                    <a:pt x="270" y="120"/>
                    <a:pt x="270" y="269"/>
                  </a:cubicBezTo>
                  <a:lnTo>
                    <a:pt x="270" y="1283"/>
                  </a:lnTo>
                  <a:lnTo>
                    <a:pt x="1043" y="1283"/>
                  </a:lnTo>
                  <a:lnTo>
                    <a:pt x="1043" y="269"/>
                  </a:lnTo>
                  <a:cubicBezTo>
                    <a:pt x="1043" y="120"/>
                    <a:pt x="923"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26"/>
            <p:cNvSpPr/>
            <p:nvPr/>
          </p:nvSpPr>
          <p:spPr>
            <a:xfrm>
              <a:off x="2633950" y="2180963"/>
              <a:ext cx="20136" cy="33362"/>
            </a:xfrm>
            <a:custGeom>
              <a:rect b="b" l="l" r="r" t="t"/>
              <a:pathLst>
                <a:path extrusionOk="0" h="1284" w="775">
                  <a:moveTo>
                    <a:pt x="1" y="0"/>
                  </a:moveTo>
                  <a:lnTo>
                    <a:pt x="1" y="1283"/>
                  </a:lnTo>
                  <a:lnTo>
                    <a:pt x="774" y="1283"/>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26"/>
            <p:cNvSpPr/>
            <p:nvPr/>
          </p:nvSpPr>
          <p:spPr>
            <a:xfrm>
              <a:off x="2407824" y="2209882"/>
              <a:ext cx="434479" cy="28996"/>
            </a:xfrm>
            <a:custGeom>
              <a:rect b="b" l="l" r="r" t="t"/>
              <a:pathLst>
                <a:path extrusionOk="0" h="1116" w="16722">
                  <a:moveTo>
                    <a:pt x="524" y="0"/>
                  </a:moveTo>
                  <a:cubicBezTo>
                    <a:pt x="236" y="0"/>
                    <a:pt x="1" y="235"/>
                    <a:pt x="1" y="523"/>
                  </a:cubicBezTo>
                  <a:lnTo>
                    <a:pt x="1" y="855"/>
                  </a:lnTo>
                  <a:cubicBezTo>
                    <a:pt x="1" y="998"/>
                    <a:pt x="119" y="1116"/>
                    <a:pt x="262" y="1116"/>
                  </a:cubicBezTo>
                  <a:lnTo>
                    <a:pt x="16461" y="1116"/>
                  </a:lnTo>
                  <a:cubicBezTo>
                    <a:pt x="16607" y="1116"/>
                    <a:pt x="16722" y="998"/>
                    <a:pt x="16722" y="855"/>
                  </a:cubicBezTo>
                  <a:lnTo>
                    <a:pt x="16722" y="523"/>
                  </a:lnTo>
                  <a:cubicBezTo>
                    <a:pt x="16722" y="235"/>
                    <a:pt x="16489" y="0"/>
                    <a:pt x="16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26"/>
            <p:cNvSpPr/>
            <p:nvPr/>
          </p:nvSpPr>
          <p:spPr>
            <a:xfrm>
              <a:off x="2808214" y="2209882"/>
              <a:ext cx="34089" cy="28996"/>
            </a:xfrm>
            <a:custGeom>
              <a:rect b="b" l="l" r="r" t="t"/>
              <a:pathLst>
                <a:path extrusionOk="0" h="1116" w="1312">
                  <a:moveTo>
                    <a:pt x="0" y="0"/>
                  </a:moveTo>
                  <a:cubicBezTo>
                    <a:pt x="298" y="0"/>
                    <a:pt x="539" y="243"/>
                    <a:pt x="539" y="538"/>
                  </a:cubicBezTo>
                  <a:lnTo>
                    <a:pt x="539" y="847"/>
                  </a:lnTo>
                  <a:cubicBezTo>
                    <a:pt x="539" y="996"/>
                    <a:pt x="418" y="1116"/>
                    <a:pt x="269" y="1116"/>
                  </a:cubicBezTo>
                  <a:lnTo>
                    <a:pt x="1043" y="1116"/>
                  </a:lnTo>
                  <a:cubicBezTo>
                    <a:pt x="1192" y="1116"/>
                    <a:pt x="1312" y="996"/>
                    <a:pt x="1312" y="847"/>
                  </a:cubicBezTo>
                  <a:lnTo>
                    <a:pt x="1312" y="538"/>
                  </a:lnTo>
                  <a:cubicBezTo>
                    <a:pt x="1312" y="243"/>
                    <a:pt x="1072"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126"/>
          <p:cNvGrpSpPr/>
          <p:nvPr/>
        </p:nvGrpSpPr>
        <p:grpSpPr>
          <a:xfrm>
            <a:off x="3956043" y="1804425"/>
            <a:ext cx="439988" cy="428010"/>
            <a:chOff x="3956043" y="1804425"/>
            <a:chExt cx="439988" cy="428010"/>
          </a:xfrm>
        </p:grpSpPr>
        <p:sp>
          <p:nvSpPr>
            <p:cNvPr id="10832" name="Google Shape;10832;p126"/>
            <p:cNvSpPr/>
            <p:nvPr/>
          </p:nvSpPr>
          <p:spPr>
            <a:xfrm>
              <a:off x="4256557" y="2075474"/>
              <a:ext cx="76882" cy="156960"/>
            </a:xfrm>
            <a:custGeom>
              <a:rect b="b" l="l" r="r" t="t"/>
              <a:pathLst>
                <a:path extrusionOk="0" h="6041" w="2959">
                  <a:moveTo>
                    <a:pt x="1" y="0"/>
                  </a:moveTo>
                  <a:cubicBezTo>
                    <a:pt x="1213" y="0"/>
                    <a:pt x="2198" y="985"/>
                    <a:pt x="2198" y="2197"/>
                  </a:cubicBezTo>
                  <a:lnTo>
                    <a:pt x="2198" y="5492"/>
                  </a:lnTo>
                  <a:cubicBezTo>
                    <a:pt x="2198" y="5795"/>
                    <a:pt x="1952" y="6041"/>
                    <a:pt x="1647" y="6041"/>
                  </a:cubicBezTo>
                  <a:lnTo>
                    <a:pt x="2410" y="6041"/>
                  </a:lnTo>
                  <a:cubicBezTo>
                    <a:pt x="2713" y="6041"/>
                    <a:pt x="2958" y="5795"/>
                    <a:pt x="2958" y="5492"/>
                  </a:cubicBezTo>
                  <a:lnTo>
                    <a:pt x="2958" y="2197"/>
                  </a:lnTo>
                  <a:cubicBezTo>
                    <a:pt x="2958" y="983"/>
                    <a:pt x="1976" y="0"/>
                    <a:pt x="764" y="0"/>
                  </a:cubicBezTo>
                  <a:close/>
                </a:path>
              </a:pathLst>
            </a:custGeom>
            <a:solidFill>
              <a:srgbClr val="E6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26"/>
            <p:cNvSpPr/>
            <p:nvPr/>
          </p:nvSpPr>
          <p:spPr>
            <a:xfrm>
              <a:off x="4256557" y="1918514"/>
              <a:ext cx="34115" cy="57136"/>
            </a:xfrm>
            <a:custGeom>
              <a:rect b="b" l="l" r="r" t="t"/>
              <a:pathLst>
                <a:path extrusionOk="0" h="2199" w="1313">
                  <a:moveTo>
                    <a:pt x="1" y="1"/>
                  </a:moveTo>
                  <a:cubicBezTo>
                    <a:pt x="304" y="1"/>
                    <a:pt x="549" y="246"/>
                    <a:pt x="549" y="550"/>
                  </a:cubicBezTo>
                  <a:lnTo>
                    <a:pt x="549" y="1649"/>
                  </a:lnTo>
                  <a:cubicBezTo>
                    <a:pt x="549" y="1953"/>
                    <a:pt x="304" y="2198"/>
                    <a:pt x="1" y="2198"/>
                  </a:cubicBezTo>
                  <a:lnTo>
                    <a:pt x="764" y="2198"/>
                  </a:lnTo>
                  <a:cubicBezTo>
                    <a:pt x="1067" y="2198"/>
                    <a:pt x="1312" y="1953"/>
                    <a:pt x="1312" y="1649"/>
                  </a:cubicBezTo>
                  <a:lnTo>
                    <a:pt x="1312" y="550"/>
                  </a:lnTo>
                  <a:cubicBezTo>
                    <a:pt x="1312" y="246"/>
                    <a:pt x="1067" y="1"/>
                    <a:pt x="764" y="1"/>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26"/>
            <p:cNvSpPr/>
            <p:nvPr/>
          </p:nvSpPr>
          <p:spPr>
            <a:xfrm>
              <a:off x="4319149" y="2025042"/>
              <a:ext cx="28607" cy="45028"/>
            </a:xfrm>
            <a:custGeom>
              <a:rect b="b" l="l" r="r" t="t"/>
              <a:pathLst>
                <a:path extrusionOk="0" h="1733" w="1101">
                  <a:moveTo>
                    <a:pt x="1" y="0"/>
                  </a:moveTo>
                  <a:lnTo>
                    <a:pt x="1" y="1732"/>
                  </a:lnTo>
                  <a:lnTo>
                    <a:pt x="1100" y="1732"/>
                  </a:lnTo>
                  <a:lnTo>
                    <a:pt x="11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26"/>
            <p:cNvSpPr/>
            <p:nvPr/>
          </p:nvSpPr>
          <p:spPr>
            <a:xfrm>
              <a:off x="4304884" y="2004127"/>
              <a:ext cx="57136" cy="28607"/>
            </a:xfrm>
            <a:custGeom>
              <a:rect b="b" l="l" r="r" t="t"/>
              <a:pathLst>
                <a:path extrusionOk="0" h="1101" w="2199">
                  <a:moveTo>
                    <a:pt x="262" y="0"/>
                  </a:moveTo>
                  <a:cubicBezTo>
                    <a:pt x="118" y="0"/>
                    <a:pt x="1" y="118"/>
                    <a:pt x="1" y="262"/>
                  </a:cubicBezTo>
                  <a:lnTo>
                    <a:pt x="1" y="839"/>
                  </a:lnTo>
                  <a:cubicBezTo>
                    <a:pt x="1" y="983"/>
                    <a:pt x="118" y="1100"/>
                    <a:pt x="262" y="1100"/>
                  </a:cubicBezTo>
                  <a:lnTo>
                    <a:pt x="1937" y="1100"/>
                  </a:lnTo>
                  <a:cubicBezTo>
                    <a:pt x="2081" y="1100"/>
                    <a:pt x="2198" y="983"/>
                    <a:pt x="2198" y="839"/>
                  </a:cubicBezTo>
                  <a:lnTo>
                    <a:pt x="2198" y="262"/>
                  </a:lnTo>
                  <a:cubicBezTo>
                    <a:pt x="2198" y="118"/>
                    <a:pt x="2081" y="0"/>
                    <a:pt x="19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26"/>
            <p:cNvSpPr/>
            <p:nvPr/>
          </p:nvSpPr>
          <p:spPr>
            <a:xfrm>
              <a:off x="4335232" y="2004127"/>
              <a:ext cx="26788" cy="28607"/>
            </a:xfrm>
            <a:custGeom>
              <a:rect b="b" l="l" r="r" t="t"/>
              <a:pathLst>
                <a:path extrusionOk="0" h="1101" w="1031">
                  <a:moveTo>
                    <a:pt x="1" y="0"/>
                  </a:moveTo>
                  <a:cubicBezTo>
                    <a:pt x="147" y="0"/>
                    <a:pt x="267" y="121"/>
                    <a:pt x="267" y="267"/>
                  </a:cubicBezTo>
                  <a:lnTo>
                    <a:pt x="267" y="834"/>
                  </a:lnTo>
                  <a:cubicBezTo>
                    <a:pt x="267" y="980"/>
                    <a:pt x="147" y="1100"/>
                    <a:pt x="1" y="1100"/>
                  </a:cubicBezTo>
                  <a:lnTo>
                    <a:pt x="764" y="1100"/>
                  </a:lnTo>
                  <a:cubicBezTo>
                    <a:pt x="910" y="1100"/>
                    <a:pt x="1030" y="980"/>
                    <a:pt x="1030" y="834"/>
                  </a:cubicBezTo>
                  <a:lnTo>
                    <a:pt x="1030" y="267"/>
                  </a:lnTo>
                  <a:cubicBezTo>
                    <a:pt x="1030" y="121"/>
                    <a:pt x="910" y="0"/>
                    <a:pt x="7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26"/>
            <p:cNvSpPr/>
            <p:nvPr/>
          </p:nvSpPr>
          <p:spPr>
            <a:xfrm>
              <a:off x="4270743" y="2061210"/>
              <a:ext cx="125288" cy="114141"/>
            </a:xfrm>
            <a:custGeom>
              <a:rect b="b" l="l" r="r" t="t"/>
              <a:pathLst>
                <a:path extrusionOk="0" h="4393" w="4822">
                  <a:moveTo>
                    <a:pt x="2410" y="1"/>
                  </a:moveTo>
                  <a:cubicBezTo>
                    <a:pt x="1848" y="1"/>
                    <a:pt x="1286" y="215"/>
                    <a:pt x="858" y="643"/>
                  </a:cubicBezTo>
                  <a:cubicBezTo>
                    <a:pt x="1" y="1500"/>
                    <a:pt x="1" y="2893"/>
                    <a:pt x="858" y="3750"/>
                  </a:cubicBezTo>
                  <a:cubicBezTo>
                    <a:pt x="1286" y="4178"/>
                    <a:pt x="1848" y="4392"/>
                    <a:pt x="2410" y="4392"/>
                  </a:cubicBezTo>
                  <a:cubicBezTo>
                    <a:pt x="2972" y="4392"/>
                    <a:pt x="3534" y="4178"/>
                    <a:pt x="3964" y="3750"/>
                  </a:cubicBezTo>
                  <a:cubicBezTo>
                    <a:pt x="4821" y="2893"/>
                    <a:pt x="4821" y="1500"/>
                    <a:pt x="3964" y="643"/>
                  </a:cubicBezTo>
                  <a:cubicBezTo>
                    <a:pt x="3534" y="215"/>
                    <a:pt x="2972" y="1"/>
                    <a:pt x="2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26"/>
            <p:cNvSpPr/>
            <p:nvPr/>
          </p:nvSpPr>
          <p:spPr>
            <a:xfrm>
              <a:off x="4326969" y="2083269"/>
              <a:ext cx="34349" cy="41520"/>
            </a:xfrm>
            <a:custGeom>
              <a:rect b="b" l="l" r="r" t="t"/>
              <a:pathLst>
                <a:path extrusionOk="0" h="1598" w="1322">
                  <a:moveTo>
                    <a:pt x="248" y="1"/>
                  </a:moveTo>
                  <a:cubicBezTo>
                    <a:pt x="112" y="1"/>
                    <a:pt x="0" y="113"/>
                    <a:pt x="0" y="249"/>
                  </a:cubicBezTo>
                  <a:lnTo>
                    <a:pt x="0" y="1349"/>
                  </a:lnTo>
                  <a:cubicBezTo>
                    <a:pt x="0" y="1485"/>
                    <a:pt x="112" y="1597"/>
                    <a:pt x="248" y="1597"/>
                  </a:cubicBezTo>
                  <a:lnTo>
                    <a:pt x="1074" y="1597"/>
                  </a:lnTo>
                  <a:cubicBezTo>
                    <a:pt x="1210" y="1597"/>
                    <a:pt x="1322" y="1485"/>
                    <a:pt x="1322" y="1349"/>
                  </a:cubicBezTo>
                  <a:cubicBezTo>
                    <a:pt x="1322" y="1210"/>
                    <a:pt x="1210" y="1098"/>
                    <a:pt x="1074" y="1098"/>
                  </a:cubicBezTo>
                  <a:lnTo>
                    <a:pt x="496" y="1098"/>
                  </a:lnTo>
                  <a:lnTo>
                    <a:pt x="496" y="249"/>
                  </a:lnTo>
                  <a:cubicBezTo>
                    <a:pt x="496" y="113"/>
                    <a:pt x="387" y="1"/>
                    <a:pt x="2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26"/>
            <p:cNvSpPr/>
            <p:nvPr/>
          </p:nvSpPr>
          <p:spPr>
            <a:xfrm>
              <a:off x="4323566" y="2061210"/>
              <a:ext cx="66957" cy="114141"/>
            </a:xfrm>
            <a:custGeom>
              <a:rect b="b" l="l" r="r" t="t"/>
              <a:pathLst>
                <a:path extrusionOk="0" h="4393" w="2577">
                  <a:moveTo>
                    <a:pt x="379" y="1"/>
                  </a:moveTo>
                  <a:cubicBezTo>
                    <a:pt x="251" y="1"/>
                    <a:pt x="123" y="14"/>
                    <a:pt x="0" y="35"/>
                  </a:cubicBezTo>
                  <a:cubicBezTo>
                    <a:pt x="1030" y="215"/>
                    <a:pt x="1814" y="1114"/>
                    <a:pt x="1814" y="2198"/>
                  </a:cubicBezTo>
                  <a:cubicBezTo>
                    <a:pt x="1814" y="3279"/>
                    <a:pt x="1030" y="4178"/>
                    <a:pt x="0" y="4358"/>
                  </a:cubicBezTo>
                  <a:cubicBezTo>
                    <a:pt x="123" y="4382"/>
                    <a:pt x="251" y="4392"/>
                    <a:pt x="379" y="4392"/>
                  </a:cubicBezTo>
                  <a:cubicBezTo>
                    <a:pt x="1594" y="4392"/>
                    <a:pt x="2576" y="3410"/>
                    <a:pt x="2576" y="2198"/>
                  </a:cubicBezTo>
                  <a:cubicBezTo>
                    <a:pt x="2576" y="983"/>
                    <a:pt x="1594" y="1"/>
                    <a:pt x="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0" name="Google Shape;10840;p126"/>
            <p:cNvGrpSpPr/>
            <p:nvPr/>
          </p:nvGrpSpPr>
          <p:grpSpPr>
            <a:xfrm>
              <a:off x="3956043" y="1804425"/>
              <a:ext cx="377396" cy="428010"/>
              <a:chOff x="3956043" y="1804425"/>
              <a:chExt cx="377396" cy="428010"/>
            </a:xfrm>
          </p:grpSpPr>
          <p:sp>
            <p:nvSpPr>
              <p:cNvPr id="10841" name="Google Shape;10841;p126"/>
              <p:cNvSpPr/>
              <p:nvPr/>
            </p:nvSpPr>
            <p:spPr>
              <a:xfrm>
                <a:off x="4048099" y="2075474"/>
                <a:ext cx="285340" cy="156960"/>
              </a:xfrm>
              <a:custGeom>
                <a:rect b="b" l="l" r="r" t="t"/>
                <a:pathLst>
                  <a:path extrusionOk="0" h="6041" w="10982">
                    <a:moveTo>
                      <a:pt x="2198" y="0"/>
                    </a:moveTo>
                    <a:cubicBezTo>
                      <a:pt x="983" y="0"/>
                      <a:pt x="0" y="983"/>
                      <a:pt x="0" y="2197"/>
                    </a:cubicBezTo>
                    <a:lnTo>
                      <a:pt x="0" y="5492"/>
                    </a:lnTo>
                    <a:cubicBezTo>
                      <a:pt x="0" y="5795"/>
                      <a:pt x="246" y="6041"/>
                      <a:pt x="549" y="6041"/>
                    </a:cubicBezTo>
                    <a:lnTo>
                      <a:pt x="4943" y="6041"/>
                    </a:lnTo>
                    <a:lnTo>
                      <a:pt x="5492" y="5816"/>
                    </a:lnTo>
                    <a:lnTo>
                      <a:pt x="6041" y="6041"/>
                    </a:lnTo>
                    <a:lnTo>
                      <a:pt x="10433" y="6041"/>
                    </a:lnTo>
                    <a:cubicBezTo>
                      <a:pt x="10736" y="6041"/>
                      <a:pt x="10981" y="5795"/>
                      <a:pt x="10981" y="5492"/>
                    </a:cubicBezTo>
                    <a:lnTo>
                      <a:pt x="10981" y="2197"/>
                    </a:lnTo>
                    <a:cubicBezTo>
                      <a:pt x="10981" y="983"/>
                      <a:pt x="9999" y="0"/>
                      <a:pt x="8787" y="0"/>
                    </a:cubicBezTo>
                    <a:lnTo>
                      <a:pt x="8238" y="0"/>
                    </a:lnTo>
                    <a:lnTo>
                      <a:pt x="5492" y="823"/>
                    </a:lnTo>
                    <a:lnTo>
                      <a:pt x="27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26"/>
              <p:cNvSpPr/>
              <p:nvPr/>
            </p:nvSpPr>
            <p:spPr>
              <a:xfrm>
                <a:off x="4176531" y="2109693"/>
                <a:ext cx="28529" cy="122741"/>
              </a:xfrm>
              <a:custGeom>
                <a:rect b="b" l="l" r="r" t="t"/>
                <a:pathLst>
                  <a:path extrusionOk="0" h="4724" w="1098">
                    <a:moveTo>
                      <a:pt x="0" y="0"/>
                    </a:moveTo>
                    <a:lnTo>
                      <a:pt x="0" y="4724"/>
                    </a:lnTo>
                    <a:lnTo>
                      <a:pt x="1098" y="4724"/>
                    </a:lnTo>
                    <a:lnTo>
                      <a:pt x="10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26"/>
              <p:cNvSpPr/>
              <p:nvPr/>
            </p:nvSpPr>
            <p:spPr>
              <a:xfrm>
                <a:off x="4119447" y="2075474"/>
                <a:ext cx="142696" cy="64203"/>
              </a:xfrm>
              <a:custGeom>
                <a:rect b="b" l="l" r="r" t="t"/>
                <a:pathLst>
                  <a:path extrusionOk="0" h="2471" w="5492">
                    <a:moveTo>
                      <a:pt x="0" y="0"/>
                    </a:moveTo>
                    <a:cubicBezTo>
                      <a:pt x="0" y="1061"/>
                      <a:pt x="601" y="1981"/>
                      <a:pt x="1484" y="2438"/>
                    </a:cubicBezTo>
                    <a:cubicBezTo>
                      <a:pt x="1525" y="2460"/>
                      <a:pt x="1569" y="2471"/>
                      <a:pt x="1613" y="2471"/>
                    </a:cubicBezTo>
                    <a:cubicBezTo>
                      <a:pt x="1673" y="2471"/>
                      <a:pt x="1732" y="2451"/>
                      <a:pt x="1782" y="2412"/>
                    </a:cubicBezTo>
                    <a:lnTo>
                      <a:pt x="2746" y="1649"/>
                    </a:lnTo>
                    <a:lnTo>
                      <a:pt x="3710" y="2412"/>
                    </a:lnTo>
                    <a:cubicBezTo>
                      <a:pt x="3758" y="2451"/>
                      <a:pt x="3818" y="2471"/>
                      <a:pt x="3878" y="2471"/>
                    </a:cubicBezTo>
                    <a:cubicBezTo>
                      <a:pt x="3922" y="2471"/>
                      <a:pt x="3967" y="2460"/>
                      <a:pt x="4008" y="2438"/>
                    </a:cubicBezTo>
                    <a:cubicBezTo>
                      <a:pt x="4888" y="1981"/>
                      <a:pt x="5492" y="1061"/>
                      <a:pt x="5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26"/>
              <p:cNvSpPr/>
              <p:nvPr/>
            </p:nvSpPr>
            <p:spPr>
              <a:xfrm>
                <a:off x="4211139" y="2075474"/>
                <a:ext cx="51004" cy="64203"/>
              </a:xfrm>
              <a:custGeom>
                <a:rect b="b" l="l" r="r" t="t"/>
                <a:pathLst>
                  <a:path extrusionOk="0" h="2471" w="1963">
                    <a:moveTo>
                      <a:pt x="1200" y="0"/>
                    </a:moveTo>
                    <a:cubicBezTo>
                      <a:pt x="1200" y="943"/>
                      <a:pt x="725" y="1774"/>
                      <a:pt x="1" y="2268"/>
                    </a:cubicBezTo>
                    <a:lnTo>
                      <a:pt x="181" y="2412"/>
                    </a:lnTo>
                    <a:cubicBezTo>
                      <a:pt x="229" y="2451"/>
                      <a:pt x="289" y="2471"/>
                      <a:pt x="349" y="2471"/>
                    </a:cubicBezTo>
                    <a:cubicBezTo>
                      <a:pt x="393" y="2471"/>
                      <a:pt x="438" y="2460"/>
                      <a:pt x="479" y="2438"/>
                    </a:cubicBezTo>
                    <a:cubicBezTo>
                      <a:pt x="1359" y="1981"/>
                      <a:pt x="1963" y="1061"/>
                      <a:pt x="19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26"/>
              <p:cNvSpPr/>
              <p:nvPr/>
            </p:nvSpPr>
            <p:spPr>
              <a:xfrm>
                <a:off x="4112302" y="1804425"/>
                <a:ext cx="156986" cy="89354"/>
              </a:xfrm>
              <a:custGeom>
                <a:rect b="b" l="l" r="r" t="t"/>
                <a:pathLst>
                  <a:path extrusionOk="0" h="3439" w="6042">
                    <a:moveTo>
                      <a:pt x="1647" y="0"/>
                    </a:moveTo>
                    <a:cubicBezTo>
                      <a:pt x="738" y="0"/>
                      <a:pt x="1" y="737"/>
                      <a:pt x="1" y="1646"/>
                    </a:cubicBezTo>
                    <a:lnTo>
                      <a:pt x="1" y="3438"/>
                    </a:lnTo>
                    <a:lnTo>
                      <a:pt x="6041" y="3438"/>
                    </a:lnTo>
                    <a:lnTo>
                      <a:pt x="6041" y="1646"/>
                    </a:lnTo>
                    <a:cubicBezTo>
                      <a:pt x="6041" y="737"/>
                      <a:pt x="5302" y="0"/>
                      <a:pt x="43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26"/>
              <p:cNvSpPr/>
              <p:nvPr/>
            </p:nvSpPr>
            <p:spPr>
              <a:xfrm>
                <a:off x="4147950" y="1804425"/>
                <a:ext cx="85638" cy="89354"/>
              </a:xfrm>
              <a:custGeom>
                <a:rect b="b" l="l" r="r" t="t"/>
                <a:pathLst>
                  <a:path extrusionOk="0" h="3439" w="3296">
                    <a:moveTo>
                      <a:pt x="1649" y="0"/>
                    </a:moveTo>
                    <a:cubicBezTo>
                      <a:pt x="740" y="0"/>
                      <a:pt x="0" y="737"/>
                      <a:pt x="0" y="1646"/>
                    </a:cubicBezTo>
                    <a:lnTo>
                      <a:pt x="0" y="3438"/>
                    </a:lnTo>
                    <a:lnTo>
                      <a:pt x="3295" y="3438"/>
                    </a:lnTo>
                    <a:lnTo>
                      <a:pt x="3295" y="1646"/>
                    </a:lnTo>
                    <a:cubicBezTo>
                      <a:pt x="3295" y="737"/>
                      <a:pt x="2558" y="0"/>
                      <a:pt x="16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26"/>
              <p:cNvSpPr/>
              <p:nvPr/>
            </p:nvSpPr>
            <p:spPr>
              <a:xfrm>
                <a:off x="4180740" y="1840723"/>
                <a:ext cx="20110" cy="12991"/>
              </a:xfrm>
              <a:custGeom>
                <a:rect b="b" l="l" r="r" t="t"/>
                <a:pathLst>
                  <a:path extrusionOk="0" h="500" w="774">
                    <a:moveTo>
                      <a:pt x="249" y="1"/>
                    </a:moveTo>
                    <a:cubicBezTo>
                      <a:pt x="113" y="1"/>
                      <a:pt x="0" y="113"/>
                      <a:pt x="0" y="249"/>
                    </a:cubicBezTo>
                    <a:cubicBezTo>
                      <a:pt x="0" y="387"/>
                      <a:pt x="113" y="500"/>
                      <a:pt x="249" y="500"/>
                    </a:cubicBezTo>
                    <a:lnTo>
                      <a:pt x="523" y="500"/>
                    </a:lnTo>
                    <a:cubicBezTo>
                      <a:pt x="661" y="500"/>
                      <a:pt x="774" y="387"/>
                      <a:pt x="774" y="249"/>
                    </a:cubicBezTo>
                    <a:cubicBezTo>
                      <a:pt x="774" y="113"/>
                      <a:pt x="661" y="1"/>
                      <a:pt x="5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26"/>
              <p:cNvSpPr/>
              <p:nvPr/>
            </p:nvSpPr>
            <p:spPr>
              <a:xfrm>
                <a:off x="4206592" y="1804425"/>
                <a:ext cx="62696" cy="89354"/>
              </a:xfrm>
              <a:custGeom>
                <a:rect b="b" l="l" r="r" t="t"/>
                <a:pathLst>
                  <a:path extrusionOk="0" h="3439" w="2413">
                    <a:moveTo>
                      <a:pt x="1" y="0"/>
                    </a:moveTo>
                    <a:cubicBezTo>
                      <a:pt x="910" y="0"/>
                      <a:pt x="1647" y="737"/>
                      <a:pt x="1647" y="1646"/>
                    </a:cubicBezTo>
                    <a:lnTo>
                      <a:pt x="1647" y="3438"/>
                    </a:lnTo>
                    <a:lnTo>
                      <a:pt x="2412" y="3438"/>
                    </a:lnTo>
                    <a:lnTo>
                      <a:pt x="2412" y="1646"/>
                    </a:lnTo>
                    <a:cubicBezTo>
                      <a:pt x="2412" y="737"/>
                      <a:pt x="1673" y="0"/>
                      <a:pt x="7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26"/>
              <p:cNvSpPr/>
              <p:nvPr/>
            </p:nvSpPr>
            <p:spPr>
              <a:xfrm>
                <a:off x="4180792" y="1804425"/>
                <a:ext cx="52796" cy="89354"/>
              </a:xfrm>
              <a:custGeom>
                <a:rect b="b" l="l" r="r" t="t"/>
                <a:pathLst>
                  <a:path extrusionOk="0" h="3439" w="2032">
                    <a:moveTo>
                      <a:pt x="385" y="0"/>
                    </a:moveTo>
                    <a:cubicBezTo>
                      <a:pt x="252" y="0"/>
                      <a:pt x="124" y="16"/>
                      <a:pt x="1" y="44"/>
                    </a:cubicBezTo>
                    <a:cubicBezTo>
                      <a:pt x="727" y="220"/>
                      <a:pt x="1266" y="870"/>
                      <a:pt x="1266" y="1646"/>
                    </a:cubicBezTo>
                    <a:lnTo>
                      <a:pt x="1266" y="3438"/>
                    </a:lnTo>
                    <a:lnTo>
                      <a:pt x="2031" y="3438"/>
                    </a:lnTo>
                    <a:lnTo>
                      <a:pt x="2031" y="1646"/>
                    </a:lnTo>
                    <a:cubicBezTo>
                      <a:pt x="2031" y="737"/>
                      <a:pt x="1294" y="0"/>
                      <a:pt x="3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26"/>
              <p:cNvSpPr/>
              <p:nvPr/>
            </p:nvSpPr>
            <p:spPr>
              <a:xfrm>
                <a:off x="4147950" y="2032707"/>
                <a:ext cx="85638" cy="85612"/>
              </a:xfrm>
              <a:custGeom>
                <a:rect b="b" l="l" r="r" t="t"/>
                <a:pathLst>
                  <a:path extrusionOk="0" h="3295" w="3296">
                    <a:moveTo>
                      <a:pt x="0" y="0"/>
                    </a:moveTo>
                    <a:lnTo>
                      <a:pt x="0" y="1646"/>
                    </a:lnTo>
                    <a:cubicBezTo>
                      <a:pt x="0" y="2555"/>
                      <a:pt x="740" y="3295"/>
                      <a:pt x="1649" y="3295"/>
                    </a:cubicBezTo>
                    <a:cubicBezTo>
                      <a:pt x="2558" y="3295"/>
                      <a:pt x="3295" y="2555"/>
                      <a:pt x="3295" y="1646"/>
                    </a:cubicBezTo>
                    <a:lnTo>
                      <a:pt x="3295"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26"/>
              <p:cNvSpPr/>
              <p:nvPr/>
            </p:nvSpPr>
            <p:spPr>
              <a:xfrm>
                <a:off x="4090918" y="1918514"/>
                <a:ext cx="199753" cy="57136"/>
              </a:xfrm>
              <a:custGeom>
                <a:rect b="b" l="l" r="r" t="t"/>
                <a:pathLst>
                  <a:path extrusionOk="0" h="2199" w="7688">
                    <a:moveTo>
                      <a:pt x="550" y="1"/>
                    </a:moveTo>
                    <a:cubicBezTo>
                      <a:pt x="246" y="1"/>
                      <a:pt x="1" y="246"/>
                      <a:pt x="1" y="550"/>
                    </a:cubicBezTo>
                    <a:lnTo>
                      <a:pt x="1" y="1649"/>
                    </a:lnTo>
                    <a:cubicBezTo>
                      <a:pt x="1" y="1953"/>
                      <a:pt x="246" y="2198"/>
                      <a:pt x="550" y="2198"/>
                    </a:cubicBezTo>
                    <a:lnTo>
                      <a:pt x="7139" y="2198"/>
                    </a:lnTo>
                    <a:cubicBezTo>
                      <a:pt x="7442" y="2198"/>
                      <a:pt x="7687" y="1953"/>
                      <a:pt x="7687" y="1649"/>
                    </a:cubicBezTo>
                    <a:lnTo>
                      <a:pt x="7687" y="550"/>
                    </a:lnTo>
                    <a:cubicBezTo>
                      <a:pt x="7687" y="246"/>
                      <a:pt x="7442" y="1"/>
                      <a:pt x="7139"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26"/>
              <p:cNvSpPr/>
              <p:nvPr/>
            </p:nvSpPr>
            <p:spPr>
              <a:xfrm>
                <a:off x="4119447" y="1895572"/>
                <a:ext cx="142696" cy="151400"/>
              </a:xfrm>
              <a:custGeom>
                <a:rect b="b" l="l" r="r" t="t"/>
                <a:pathLst>
                  <a:path extrusionOk="0" h="5827" w="5492">
                    <a:moveTo>
                      <a:pt x="2746" y="1"/>
                    </a:moveTo>
                    <a:lnTo>
                      <a:pt x="0" y="275"/>
                    </a:lnTo>
                    <a:lnTo>
                      <a:pt x="0" y="3081"/>
                    </a:lnTo>
                    <a:cubicBezTo>
                      <a:pt x="0" y="4596"/>
                      <a:pt x="1228" y="5827"/>
                      <a:pt x="2746" y="5827"/>
                    </a:cubicBezTo>
                    <a:cubicBezTo>
                      <a:pt x="4261" y="5827"/>
                      <a:pt x="5492" y="4596"/>
                      <a:pt x="5492" y="3081"/>
                    </a:cubicBezTo>
                    <a:lnTo>
                      <a:pt x="5492" y="275"/>
                    </a:lnTo>
                    <a:lnTo>
                      <a:pt x="2746"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26"/>
              <p:cNvSpPr/>
              <p:nvPr/>
            </p:nvSpPr>
            <p:spPr>
              <a:xfrm>
                <a:off x="4171022" y="1976273"/>
                <a:ext cx="39467" cy="20058"/>
              </a:xfrm>
              <a:custGeom>
                <a:rect b="b" l="l" r="r" t="t"/>
                <a:pathLst>
                  <a:path extrusionOk="0" h="772" w="1519">
                    <a:moveTo>
                      <a:pt x="286" y="1"/>
                    </a:moveTo>
                    <a:cubicBezTo>
                      <a:pt x="243" y="1"/>
                      <a:pt x="200" y="12"/>
                      <a:pt x="160" y="35"/>
                    </a:cubicBezTo>
                    <a:cubicBezTo>
                      <a:pt x="43" y="103"/>
                      <a:pt x="1" y="255"/>
                      <a:pt x="71" y="375"/>
                    </a:cubicBezTo>
                    <a:cubicBezTo>
                      <a:pt x="212" y="620"/>
                      <a:pt x="476" y="772"/>
                      <a:pt x="761" y="772"/>
                    </a:cubicBezTo>
                    <a:cubicBezTo>
                      <a:pt x="1043" y="772"/>
                      <a:pt x="1310" y="620"/>
                      <a:pt x="1451" y="375"/>
                    </a:cubicBezTo>
                    <a:cubicBezTo>
                      <a:pt x="1519" y="255"/>
                      <a:pt x="1480" y="103"/>
                      <a:pt x="1359" y="35"/>
                    </a:cubicBezTo>
                    <a:cubicBezTo>
                      <a:pt x="1320" y="12"/>
                      <a:pt x="1278" y="1"/>
                      <a:pt x="1235" y="1"/>
                    </a:cubicBezTo>
                    <a:cubicBezTo>
                      <a:pt x="1150" y="1"/>
                      <a:pt x="1067" y="45"/>
                      <a:pt x="1020" y="124"/>
                    </a:cubicBezTo>
                    <a:cubicBezTo>
                      <a:pt x="967" y="218"/>
                      <a:pt x="868" y="276"/>
                      <a:pt x="761" y="276"/>
                    </a:cubicBezTo>
                    <a:cubicBezTo>
                      <a:pt x="654" y="276"/>
                      <a:pt x="555" y="218"/>
                      <a:pt x="500" y="124"/>
                    </a:cubicBezTo>
                    <a:cubicBezTo>
                      <a:pt x="454" y="45"/>
                      <a:pt x="372" y="1"/>
                      <a:pt x="2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26"/>
              <p:cNvSpPr/>
              <p:nvPr/>
            </p:nvSpPr>
            <p:spPr>
              <a:xfrm>
                <a:off x="4155745" y="1940573"/>
                <a:ext cx="12991" cy="20136"/>
              </a:xfrm>
              <a:custGeom>
                <a:rect b="b" l="l" r="r" t="t"/>
                <a:pathLst>
                  <a:path extrusionOk="0" h="775" w="500">
                    <a:moveTo>
                      <a:pt x="249" y="1"/>
                    </a:moveTo>
                    <a:cubicBezTo>
                      <a:pt x="113" y="1"/>
                      <a:pt x="1" y="113"/>
                      <a:pt x="1" y="252"/>
                    </a:cubicBezTo>
                    <a:lnTo>
                      <a:pt x="1" y="526"/>
                    </a:lnTo>
                    <a:cubicBezTo>
                      <a:pt x="1" y="662"/>
                      <a:pt x="113" y="774"/>
                      <a:pt x="249" y="774"/>
                    </a:cubicBezTo>
                    <a:cubicBezTo>
                      <a:pt x="388" y="774"/>
                      <a:pt x="500" y="662"/>
                      <a:pt x="500" y="526"/>
                    </a:cubicBezTo>
                    <a:lnTo>
                      <a:pt x="500" y="252"/>
                    </a:lnTo>
                    <a:cubicBezTo>
                      <a:pt x="500" y="113"/>
                      <a:pt x="388"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26"/>
              <p:cNvSpPr/>
              <p:nvPr/>
            </p:nvSpPr>
            <p:spPr>
              <a:xfrm>
                <a:off x="4212854" y="1940573"/>
                <a:ext cx="12913" cy="20136"/>
              </a:xfrm>
              <a:custGeom>
                <a:rect b="b" l="l" r="r" t="t"/>
                <a:pathLst>
                  <a:path extrusionOk="0" h="775" w="497">
                    <a:moveTo>
                      <a:pt x="248" y="1"/>
                    </a:moveTo>
                    <a:cubicBezTo>
                      <a:pt x="113" y="1"/>
                      <a:pt x="0" y="113"/>
                      <a:pt x="0" y="252"/>
                    </a:cubicBezTo>
                    <a:lnTo>
                      <a:pt x="0" y="526"/>
                    </a:lnTo>
                    <a:cubicBezTo>
                      <a:pt x="0" y="662"/>
                      <a:pt x="113" y="774"/>
                      <a:pt x="248" y="774"/>
                    </a:cubicBezTo>
                    <a:cubicBezTo>
                      <a:pt x="387" y="774"/>
                      <a:pt x="497" y="662"/>
                      <a:pt x="497" y="526"/>
                    </a:cubicBezTo>
                    <a:lnTo>
                      <a:pt x="497" y="252"/>
                    </a:lnTo>
                    <a:cubicBezTo>
                      <a:pt x="497" y="113"/>
                      <a:pt x="387" y="1"/>
                      <a:pt x="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26"/>
              <p:cNvSpPr/>
              <p:nvPr/>
            </p:nvSpPr>
            <p:spPr>
              <a:xfrm>
                <a:off x="4086241" y="1875747"/>
                <a:ext cx="209107" cy="49315"/>
              </a:xfrm>
              <a:custGeom>
                <a:rect b="b" l="l" r="r" t="t"/>
                <a:pathLst>
                  <a:path extrusionOk="0" h="1898" w="8048">
                    <a:moveTo>
                      <a:pt x="4024" y="1"/>
                    </a:moveTo>
                    <a:cubicBezTo>
                      <a:pt x="2255" y="1"/>
                      <a:pt x="1030" y="503"/>
                      <a:pt x="379" y="866"/>
                    </a:cubicBezTo>
                    <a:cubicBezTo>
                      <a:pt x="76" y="1033"/>
                      <a:pt x="1" y="1435"/>
                      <a:pt x="223" y="1699"/>
                    </a:cubicBezTo>
                    <a:lnTo>
                      <a:pt x="228" y="1702"/>
                    </a:lnTo>
                    <a:cubicBezTo>
                      <a:pt x="333" y="1830"/>
                      <a:pt x="487" y="1897"/>
                      <a:pt x="644" y="1897"/>
                    </a:cubicBezTo>
                    <a:cubicBezTo>
                      <a:pt x="734" y="1897"/>
                      <a:pt x="825" y="1875"/>
                      <a:pt x="907" y="1830"/>
                    </a:cubicBezTo>
                    <a:cubicBezTo>
                      <a:pt x="1424" y="1542"/>
                      <a:pt x="2475" y="1098"/>
                      <a:pt x="4024" y="1098"/>
                    </a:cubicBezTo>
                    <a:cubicBezTo>
                      <a:pt x="5573" y="1098"/>
                      <a:pt x="6621" y="1542"/>
                      <a:pt x="7141" y="1830"/>
                    </a:cubicBezTo>
                    <a:cubicBezTo>
                      <a:pt x="7224" y="1875"/>
                      <a:pt x="7314" y="1897"/>
                      <a:pt x="7403" y="1897"/>
                    </a:cubicBezTo>
                    <a:cubicBezTo>
                      <a:pt x="7560" y="1897"/>
                      <a:pt x="7714" y="1830"/>
                      <a:pt x="7820" y="1702"/>
                    </a:cubicBezTo>
                    <a:lnTo>
                      <a:pt x="7823" y="1699"/>
                    </a:lnTo>
                    <a:cubicBezTo>
                      <a:pt x="8048" y="1435"/>
                      <a:pt x="7972" y="1033"/>
                      <a:pt x="7669" y="866"/>
                    </a:cubicBezTo>
                    <a:cubicBezTo>
                      <a:pt x="7016" y="503"/>
                      <a:pt x="5793" y="1"/>
                      <a:pt x="40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26"/>
              <p:cNvSpPr/>
              <p:nvPr/>
            </p:nvSpPr>
            <p:spPr>
              <a:xfrm>
                <a:off x="4180870" y="1875747"/>
                <a:ext cx="114479" cy="49315"/>
              </a:xfrm>
              <a:custGeom>
                <a:rect b="b" l="l" r="r" t="t"/>
                <a:pathLst>
                  <a:path extrusionOk="0" h="1898" w="4406">
                    <a:moveTo>
                      <a:pt x="382" y="1"/>
                    </a:moveTo>
                    <a:cubicBezTo>
                      <a:pt x="251" y="1"/>
                      <a:pt x="123" y="4"/>
                      <a:pt x="1" y="9"/>
                    </a:cubicBezTo>
                    <a:cubicBezTo>
                      <a:pt x="1566" y="74"/>
                      <a:pt x="2660" y="529"/>
                      <a:pt x="3264" y="866"/>
                    </a:cubicBezTo>
                    <a:cubicBezTo>
                      <a:pt x="3567" y="1033"/>
                      <a:pt x="3643" y="1435"/>
                      <a:pt x="3418" y="1699"/>
                    </a:cubicBezTo>
                    <a:lnTo>
                      <a:pt x="3415" y="1702"/>
                    </a:lnTo>
                    <a:cubicBezTo>
                      <a:pt x="3400" y="1723"/>
                      <a:pt x="3381" y="1741"/>
                      <a:pt x="3363" y="1757"/>
                    </a:cubicBezTo>
                    <a:cubicBezTo>
                      <a:pt x="3413" y="1783"/>
                      <a:pt x="3457" y="1806"/>
                      <a:pt x="3499" y="1830"/>
                    </a:cubicBezTo>
                    <a:cubicBezTo>
                      <a:pt x="3582" y="1875"/>
                      <a:pt x="3672" y="1897"/>
                      <a:pt x="3761" y="1897"/>
                    </a:cubicBezTo>
                    <a:cubicBezTo>
                      <a:pt x="3918" y="1897"/>
                      <a:pt x="4072" y="1830"/>
                      <a:pt x="4178" y="1702"/>
                    </a:cubicBezTo>
                    <a:lnTo>
                      <a:pt x="4181" y="1699"/>
                    </a:lnTo>
                    <a:cubicBezTo>
                      <a:pt x="4406" y="1435"/>
                      <a:pt x="4330" y="1033"/>
                      <a:pt x="4027" y="866"/>
                    </a:cubicBezTo>
                    <a:cubicBezTo>
                      <a:pt x="3374" y="503"/>
                      <a:pt x="2151" y="1"/>
                      <a:pt x="3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26"/>
              <p:cNvSpPr/>
              <p:nvPr/>
            </p:nvSpPr>
            <p:spPr>
              <a:xfrm>
                <a:off x="4016530" y="2036397"/>
                <a:ext cx="80130" cy="96187"/>
              </a:xfrm>
              <a:custGeom>
                <a:rect b="b" l="l" r="r" t="t"/>
                <a:pathLst>
                  <a:path extrusionOk="0" h="3702" w="3084">
                    <a:moveTo>
                      <a:pt x="2375" y="0"/>
                    </a:moveTo>
                    <a:cubicBezTo>
                      <a:pt x="2305" y="0"/>
                      <a:pt x="2236" y="27"/>
                      <a:pt x="2182" y="80"/>
                    </a:cubicBezTo>
                    <a:lnTo>
                      <a:pt x="450" y="1810"/>
                    </a:lnTo>
                    <a:cubicBezTo>
                      <a:pt x="27" y="2233"/>
                      <a:pt x="0" y="2923"/>
                      <a:pt x="413" y="3357"/>
                    </a:cubicBezTo>
                    <a:cubicBezTo>
                      <a:pt x="630" y="3587"/>
                      <a:pt x="920" y="3702"/>
                      <a:pt x="1211" y="3702"/>
                    </a:cubicBezTo>
                    <a:cubicBezTo>
                      <a:pt x="1491" y="3702"/>
                      <a:pt x="1772" y="3594"/>
                      <a:pt x="1986" y="3380"/>
                    </a:cubicBezTo>
                    <a:cubicBezTo>
                      <a:pt x="2302" y="3064"/>
                      <a:pt x="2386" y="2602"/>
                      <a:pt x="2237" y="2210"/>
                    </a:cubicBezTo>
                    <a:cubicBezTo>
                      <a:pt x="2166" y="2027"/>
                      <a:pt x="2205" y="1818"/>
                      <a:pt x="2331" y="1664"/>
                    </a:cubicBezTo>
                    <a:lnTo>
                      <a:pt x="2994" y="854"/>
                    </a:lnTo>
                    <a:cubicBezTo>
                      <a:pt x="3083" y="744"/>
                      <a:pt x="3075" y="585"/>
                      <a:pt x="2976" y="485"/>
                    </a:cubicBezTo>
                    <a:lnTo>
                      <a:pt x="2569" y="80"/>
                    </a:lnTo>
                    <a:cubicBezTo>
                      <a:pt x="2515" y="27"/>
                      <a:pt x="2445" y="0"/>
                      <a:pt x="23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26"/>
              <p:cNvSpPr/>
              <p:nvPr/>
            </p:nvSpPr>
            <p:spPr>
              <a:xfrm>
                <a:off x="3956043" y="2097534"/>
                <a:ext cx="41494" cy="12991"/>
              </a:xfrm>
              <a:custGeom>
                <a:rect b="b" l="l" r="r" t="t"/>
                <a:pathLst>
                  <a:path extrusionOk="0" h="500" w="1597">
                    <a:moveTo>
                      <a:pt x="249" y="0"/>
                    </a:moveTo>
                    <a:cubicBezTo>
                      <a:pt x="113" y="0"/>
                      <a:pt x="1" y="113"/>
                      <a:pt x="1" y="249"/>
                    </a:cubicBezTo>
                    <a:cubicBezTo>
                      <a:pt x="1" y="387"/>
                      <a:pt x="113" y="499"/>
                      <a:pt x="249" y="499"/>
                    </a:cubicBezTo>
                    <a:lnTo>
                      <a:pt x="1349" y="499"/>
                    </a:lnTo>
                    <a:cubicBezTo>
                      <a:pt x="1485" y="499"/>
                      <a:pt x="1597" y="387"/>
                      <a:pt x="1597" y="249"/>
                    </a:cubicBezTo>
                    <a:cubicBezTo>
                      <a:pt x="1597" y="113"/>
                      <a:pt x="1485" y="0"/>
                      <a:pt x="13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26"/>
              <p:cNvSpPr/>
              <p:nvPr/>
            </p:nvSpPr>
            <p:spPr>
              <a:xfrm>
                <a:off x="3985585" y="2154617"/>
                <a:ext cx="39441" cy="27178"/>
              </a:xfrm>
              <a:custGeom>
                <a:rect b="b" l="l" r="r" t="t"/>
                <a:pathLst>
                  <a:path extrusionOk="0" h="1046" w="1518">
                    <a:moveTo>
                      <a:pt x="1236" y="0"/>
                    </a:moveTo>
                    <a:cubicBezTo>
                      <a:pt x="1193" y="0"/>
                      <a:pt x="1150" y="11"/>
                      <a:pt x="1110" y="35"/>
                    </a:cubicBezTo>
                    <a:lnTo>
                      <a:pt x="159" y="583"/>
                    </a:lnTo>
                    <a:cubicBezTo>
                      <a:pt x="42" y="651"/>
                      <a:pt x="0" y="803"/>
                      <a:pt x="68" y="923"/>
                    </a:cubicBezTo>
                    <a:cubicBezTo>
                      <a:pt x="115" y="1001"/>
                      <a:pt x="199" y="1046"/>
                      <a:pt x="285" y="1046"/>
                    </a:cubicBezTo>
                    <a:cubicBezTo>
                      <a:pt x="327" y="1046"/>
                      <a:pt x="368" y="1035"/>
                      <a:pt x="408" y="1014"/>
                    </a:cubicBezTo>
                    <a:lnTo>
                      <a:pt x="1359" y="466"/>
                    </a:lnTo>
                    <a:cubicBezTo>
                      <a:pt x="1479" y="395"/>
                      <a:pt x="1518" y="244"/>
                      <a:pt x="1450" y="126"/>
                    </a:cubicBezTo>
                    <a:cubicBezTo>
                      <a:pt x="1405" y="46"/>
                      <a:pt x="1322" y="0"/>
                      <a:pt x="12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26"/>
              <p:cNvSpPr/>
              <p:nvPr/>
            </p:nvSpPr>
            <p:spPr>
              <a:xfrm>
                <a:off x="3985585" y="2026212"/>
                <a:ext cx="39441" cy="27230"/>
              </a:xfrm>
              <a:custGeom>
                <a:rect b="b" l="l" r="r" t="t"/>
                <a:pathLst>
                  <a:path extrusionOk="0" h="1048" w="1518">
                    <a:moveTo>
                      <a:pt x="286" y="1"/>
                    </a:moveTo>
                    <a:cubicBezTo>
                      <a:pt x="200" y="1"/>
                      <a:pt x="116" y="46"/>
                      <a:pt x="68" y="125"/>
                    </a:cubicBezTo>
                    <a:cubicBezTo>
                      <a:pt x="0" y="242"/>
                      <a:pt x="42" y="397"/>
                      <a:pt x="159" y="465"/>
                    </a:cubicBezTo>
                    <a:lnTo>
                      <a:pt x="1110" y="1013"/>
                    </a:lnTo>
                    <a:cubicBezTo>
                      <a:pt x="1150" y="1037"/>
                      <a:pt x="1191" y="1047"/>
                      <a:pt x="1236" y="1047"/>
                    </a:cubicBezTo>
                    <a:cubicBezTo>
                      <a:pt x="1319" y="1047"/>
                      <a:pt x="1403" y="1003"/>
                      <a:pt x="1450" y="922"/>
                    </a:cubicBezTo>
                    <a:cubicBezTo>
                      <a:pt x="1518" y="804"/>
                      <a:pt x="1479" y="653"/>
                      <a:pt x="1359" y="582"/>
                    </a:cubicBezTo>
                    <a:lnTo>
                      <a:pt x="408" y="33"/>
                    </a:lnTo>
                    <a:cubicBezTo>
                      <a:pt x="369" y="11"/>
                      <a:pt x="327" y="1"/>
                      <a:pt x="2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26"/>
              <p:cNvSpPr/>
              <p:nvPr/>
            </p:nvSpPr>
            <p:spPr>
              <a:xfrm>
                <a:off x="4038044" y="2036397"/>
                <a:ext cx="58617" cy="96187"/>
              </a:xfrm>
              <a:custGeom>
                <a:rect b="b" l="l" r="r" t="t"/>
                <a:pathLst>
                  <a:path extrusionOk="0" h="3702" w="2256">
                    <a:moveTo>
                      <a:pt x="1547" y="0"/>
                    </a:moveTo>
                    <a:cubicBezTo>
                      <a:pt x="1477" y="0"/>
                      <a:pt x="1408" y="27"/>
                      <a:pt x="1354" y="80"/>
                    </a:cubicBezTo>
                    <a:lnTo>
                      <a:pt x="1166" y="266"/>
                    </a:lnTo>
                    <a:lnTo>
                      <a:pt x="1385" y="485"/>
                    </a:lnTo>
                    <a:cubicBezTo>
                      <a:pt x="1485" y="585"/>
                      <a:pt x="1492" y="744"/>
                      <a:pt x="1404" y="854"/>
                    </a:cubicBezTo>
                    <a:lnTo>
                      <a:pt x="740" y="1664"/>
                    </a:lnTo>
                    <a:cubicBezTo>
                      <a:pt x="615" y="1818"/>
                      <a:pt x="575" y="2027"/>
                      <a:pt x="646" y="2210"/>
                    </a:cubicBezTo>
                    <a:cubicBezTo>
                      <a:pt x="795" y="2602"/>
                      <a:pt x="711" y="3064"/>
                      <a:pt x="395" y="3380"/>
                    </a:cubicBezTo>
                    <a:cubicBezTo>
                      <a:pt x="280" y="3495"/>
                      <a:pt x="144" y="3579"/>
                      <a:pt x="1" y="3634"/>
                    </a:cubicBezTo>
                    <a:cubicBezTo>
                      <a:pt x="123" y="3679"/>
                      <a:pt x="253" y="3702"/>
                      <a:pt x="382" y="3702"/>
                    </a:cubicBezTo>
                    <a:cubicBezTo>
                      <a:pt x="663" y="3702"/>
                      <a:pt x="943" y="3595"/>
                      <a:pt x="1158" y="3380"/>
                    </a:cubicBezTo>
                    <a:cubicBezTo>
                      <a:pt x="1474" y="3064"/>
                      <a:pt x="1558" y="2602"/>
                      <a:pt x="1409" y="2210"/>
                    </a:cubicBezTo>
                    <a:cubicBezTo>
                      <a:pt x="1338" y="2027"/>
                      <a:pt x="1377" y="1818"/>
                      <a:pt x="1503" y="1664"/>
                    </a:cubicBezTo>
                    <a:lnTo>
                      <a:pt x="2166" y="854"/>
                    </a:lnTo>
                    <a:cubicBezTo>
                      <a:pt x="2255" y="744"/>
                      <a:pt x="2247" y="585"/>
                      <a:pt x="2148" y="485"/>
                    </a:cubicBezTo>
                    <a:lnTo>
                      <a:pt x="1741" y="80"/>
                    </a:lnTo>
                    <a:cubicBezTo>
                      <a:pt x="1687" y="27"/>
                      <a:pt x="1617" y="0"/>
                      <a:pt x="1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3" name="Google Shape;10863;p126"/>
          <p:cNvGrpSpPr/>
          <p:nvPr/>
        </p:nvGrpSpPr>
        <p:grpSpPr>
          <a:xfrm>
            <a:off x="4753472" y="1804425"/>
            <a:ext cx="434479" cy="434453"/>
            <a:chOff x="4753472" y="1804425"/>
            <a:chExt cx="434479" cy="434453"/>
          </a:xfrm>
        </p:grpSpPr>
        <p:sp>
          <p:nvSpPr>
            <p:cNvPr id="10864" name="Google Shape;10864;p126"/>
            <p:cNvSpPr/>
            <p:nvPr/>
          </p:nvSpPr>
          <p:spPr>
            <a:xfrm>
              <a:off x="4753472" y="1833396"/>
              <a:ext cx="434479" cy="173797"/>
            </a:xfrm>
            <a:custGeom>
              <a:rect b="b" l="l" r="r" t="t"/>
              <a:pathLst>
                <a:path extrusionOk="0" h="6689" w="16722">
                  <a:moveTo>
                    <a:pt x="15329" y="1114"/>
                  </a:moveTo>
                  <a:cubicBezTo>
                    <a:pt x="15483" y="1114"/>
                    <a:pt x="15606" y="1239"/>
                    <a:pt x="15606" y="1393"/>
                  </a:cubicBezTo>
                  <a:lnTo>
                    <a:pt x="15606" y="2786"/>
                  </a:lnTo>
                  <a:cubicBezTo>
                    <a:pt x="15606" y="4325"/>
                    <a:pt x="14357" y="5573"/>
                    <a:pt x="12820" y="5573"/>
                  </a:cubicBezTo>
                  <a:lnTo>
                    <a:pt x="3901" y="5573"/>
                  </a:lnTo>
                  <a:cubicBezTo>
                    <a:pt x="2365" y="5573"/>
                    <a:pt x="1116" y="4325"/>
                    <a:pt x="1116" y="2786"/>
                  </a:cubicBezTo>
                  <a:lnTo>
                    <a:pt x="1116" y="1393"/>
                  </a:lnTo>
                  <a:cubicBezTo>
                    <a:pt x="1116" y="1239"/>
                    <a:pt x="1239" y="1114"/>
                    <a:pt x="1393" y="1114"/>
                  </a:cubicBezTo>
                  <a:lnTo>
                    <a:pt x="1952" y="1114"/>
                  </a:lnTo>
                  <a:cubicBezTo>
                    <a:pt x="2106" y="1114"/>
                    <a:pt x="2229" y="1239"/>
                    <a:pt x="2229" y="1393"/>
                  </a:cubicBezTo>
                  <a:lnTo>
                    <a:pt x="2229" y="1673"/>
                  </a:lnTo>
                  <a:cubicBezTo>
                    <a:pt x="2229" y="2595"/>
                    <a:pt x="2979" y="3345"/>
                    <a:pt x="3901" y="3345"/>
                  </a:cubicBezTo>
                  <a:lnTo>
                    <a:pt x="12820" y="3345"/>
                  </a:lnTo>
                  <a:cubicBezTo>
                    <a:pt x="13743" y="3345"/>
                    <a:pt x="14493" y="2595"/>
                    <a:pt x="14493" y="1673"/>
                  </a:cubicBezTo>
                  <a:lnTo>
                    <a:pt x="14493" y="1393"/>
                  </a:lnTo>
                  <a:cubicBezTo>
                    <a:pt x="14493" y="1239"/>
                    <a:pt x="14615" y="1114"/>
                    <a:pt x="14770" y="1114"/>
                  </a:cubicBezTo>
                  <a:close/>
                  <a:moveTo>
                    <a:pt x="557" y="1"/>
                  </a:moveTo>
                  <a:cubicBezTo>
                    <a:pt x="248" y="1"/>
                    <a:pt x="0" y="249"/>
                    <a:pt x="0" y="557"/>
                  </a:cubicBezTo>
                  <a:lnTo>
                    <a:pt x="0" y="2786"/>
                  </a:lnTo>
                  <a:cubicBezTo>
                    <a:pt x="0" y="4939"/>
                    <a:pt x="1751" y="6689"/>
                    <a:pt x="3901" y="6689"/>
                  </a:cubicBezTo>
                  <a:lnTo>
                    <a:pt x="12820" y="6689"/>
                  </a:lnTo>
                  <a:cubicBezTo>
                    <a:pt x="14971" y="6689"/>
                    <a:pt x="16721" y="4939"/>
                    <a:pt x="16721" y="2786"/>
                  </a:cubicBezTo>
                  <a:lnTo>
                    <a:pt x="16721" y="557"/>
                  </a:lnTo>
                  <a:cubicBezTo>
                    <a:pt x="16721" y="249"/>
                    <a:pt x="16470" y="1"/>
                    <a:pt x="16165" y="1"/>
                  </a:cubicBezTo>
                  <a:lnTo>
                    <a:pt x="13933" y="1"/>
                  </a:lnTo>
                  <a:cubicBezTo>
                    <a:pt x="13625" y="1"/>
                    <a:pt x="13377" y="249"/>
                    <a:pt x="13377" y="557"/>
                  </a:cubicBezTo>
                  <a:lnTo>
                    <a:pt x="13377" y="1673"/>
                  </a:lnTo>
                  <a:cubicBezTo>
                    <a:pt x="13377" y="1978"/>
                    <a:pt x="13126" y="2229"/>
                    <a:pt x="12820" y="2229"/>
                  </a:cubicBezTo>
                  <a:lnTo>
                    <a:pt x="3901" y="2229"/>
                  </a:lnTo>
                  <a:cubicBezTo>
                    <a:pt x="3595" y="2229"/>
                    <a:pt x="3344" y="1978"/>
                    <a:pt x="3344" y="1673"/>
                  </a:cubicBezTo>
                  <a:lnTo>
                    <a:pt x="3344" y="557"/>
                  </a:lnTo>
                  <a:cubicBezTo>
                    <a:pt x="3344" y="249"/>
                    <a:pt x="3094" y="1"/>
                    <a:pt x="2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26"/>
            <p:cNvSpPr/>
            <p:nvPr/>
          </p:nvSpPr>
          <p:spPr>
            <a:xfrm>
              <a:off x="4805723" y="1833396"/>
              <a:ext cx="49107" cy="57941"/>
            </a:xfrm>
            <a:custGeom>
              <a:rect b="b" l="l" r="r" t="t"/>
              <a:pathLst>
                <a:path extrusionOk="0" h="2230" w="1890">
                  <a:moveTo>
                    <a:pt x="1" y="1"/>
                  </a:moveTo>
                  <a:cubicBezTo>
                    <a:pt x="309" y="1"/>
                    <a:pt x="560" y="249"/>
                    <a:pt x="560" y="557"/>
                  </a:cubicBezTo>
                  <a:lnTo>
                    <a:pt x="560" y="1673"/>
                  </a:lnTo>
                  <a:cubicBezTo>
                    <a:pt x="560" y="1978"/>
                    <a:pt x="808" y="2229"/>
                    <a:pt x="1117" y="2229"/>
                  </a:cubicBezTo>
                  <a:lnTo>
                    <a:pt x="1890" y="2229"/>
                  </a:lnTo>
                  <a:cubicBezTo>
                    <a:pt x="1584" y="2229"/>
                    <a:pt x="1333" y="1978"/>
                    <a:pt x="1333" y="1673"/>
                  </a:cubicBezTo>
                  <a:lnTo>
                    <a:pt x="1333" y="557"/>
                  </a:lnTo>
                  <a:cubicBezTo>
                    <a:pt x="1333" y="249"/>
                    <a:pt x="1083" y="1"/>
                    <a:pt x="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26"/>
            <p:cNvSpPr/>
            <p:nvPr/>
          </p:nvSpPr>
          <p:spPr>
            <a:xfrm>
              <a:off x="5066405" y="1833396"/>
              <a:ext cx="121546" cy="173797"/>
            </a:xfrm>
            <a:custGeom>
              <a:rect b="b" l="l" r="r" t="t"/>
              <a:pathLst>
                <a:path extrusionOk="0" h="6689" w="4678">
                  <a:moveTo>
                    <a:pt x="3345" y="1"/>
                  </a:moveTo>
                  <a:cubicBezTo>
                    <a:pt x="3653" y="1"/>
                    <a:pt x="3904" y="249"/>
                    <a:pt x="3904" y="557"/>
                  </a:cubicBezTo>
                  <a:lnTo>
                    <a:pt x="3904" y="2786"/>
                  </a:lnTo>
                  <a:cubicBezTo>
                    <a:pt x="3904" y="4939"/>
                    <a:pt x="2153" y="6689"/>
                    <a:pt x="1" y="6689"/>
                  </a:cubicBezTo>
                  <a:lnTo>
                    <a:pt x="776" y="6689"/>
                  </a:lnTo>
                  <a:cubicBezTo>
                    <a:pt x="2927" y="6689"/>
                    <a:pt x="4677" y="4939"/>
                    <a:pt x="4677" y="2786"/>
                  </a:cubicBezTo>
                  <a:lnTo>
                    <a:pt x="4677" y="557"/>
                  </a:lnTo>
                  <a:cubicBezTo>
                    <a:pt x="4677" y="249"/>
                    <a:pt x="4426" y="1"/>
                    <a:pt x="41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26"/>
            <p:cNvSpPr/>
            <p:nvPr/>
          </p:nvSpPr>
          <p:spPr>
            <a:xfrm>
              <a:off x="4956239" y="2065081"/>
              <a:ext cx="28945" cy="57941"/>
            </a:xfrm>
            <a:custGeom>
              <a:rect b="b" l="l" r="r" t="t"/>
              <a:pathLst>
                <a:path extrusionOk="0" h="2230" w="1114">
                  <a:moveTo>
                    <a:pt x="0" y="1"/>
                  </a:moveTo>
                  <a:lnTo>
                    <a:pt x="0" y="2229"/>
                  </a:lnTo>
                  <a:lnTo>
                    <a:pt x="1113" y="2229"/>
                  </a:lnTo>
                  <a:lnTo>
                    <a:pt x="1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26"/>
            <p:cNvSpPr/>
            <p:nvPr/>
          </p:nvSpPr>
          <p:spPr>
            <a:xfrm>
              <a:off x="4941715" y="2035202"/>
              <a:ext cx="57993" cy="44378"/>
            </a:xfrm>
            <a:custGeom>
              <a:rect b="b" l="l" r="r" t="t"/>
              <a:pathLst>
                <a:path extrusionOk="0" h="1708" w="2232">
                  <a:moveTo>
                    <a:pt x="0" y="1"/>
                  </a:moveTo>
                  <a:lnTo>
                    <a:pt x="0" y="1394"/>
                  </a:lnTo>
                  <a:cubicBezTo>
                    <a:pt x="0" y="1569"/>
                    <a:pt x="141" y="1707"/>
                    <a:pt x="314" y="1707"/>
                  </a:cubicBezTo>
                  <a:lnTo>
                    <a:pt x="1918" y="1707"/>
                  </a:lnTo>
                  <a:cubicBezTo>
                    <a:pt x="2090" y="1707"/>
                    <a:pt x="2231" y="1569"/>
                    <a:pt x="2231" y="1394"/>
                  </a:cubicBezTo>
                  <a:lnTo>
                    <a:pt x="22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26"/>
            <p:cNvSpPr/>
            <p:nvPr/>
          </p:nvSpPr>
          <p:spPr>
            <a:xfrm>
              <a:off x="4971361" y="2035202"/>
              <a:ext cx="28347" cy="44378"/>
            </a:xfrm>
            <a:custGeom>
              <a:rect b="b" l="l" r="r" t="t"/>
              <a:pathLst>
                <a:path extrusionOk="0" h="1708" w="1091">
                  <a:moveTo>
                    <a:pt x="314" y="1"/>
                  </a:moveTo>
                  <a:lnTo>
                    <a:pt x="314" y="1394"/>
                  </a:lnTo>
                  <a:cubicBezTo>
                    <a:pt x="314" y="1569"/>
                    <a:pt x="176" y="1707"/>
                    <a:pt x="1" y="1707"/>
                  </a:cubicBezTo>
                  <a:lnTo>
                    <a:pt x="777" y="1707"/>
                  </a:lnTo>
                  <a:cubicBezTo>
                    <a:pt x="949" y="1707"/>
                    <a:pt x="1090" y="1569"/>
                    <a:pt x="1090" y="1394"/>
                  </a:cubicBezTo>
                  <a:lnTo>
                    <a:pt x="109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26"/>
            <p:cNvSpPr/>
            <p:nvPr/>
          </p:nvSpPr>
          <p:spPr>
            <a:xfrm>
              <a:off x="4927243" y="2108524"/>
              <a:ext cx="86911" cy="34037"/>
            </a:xfrm>
            <a:custGeom>
              <a:rect b="b" l="l" r="r" t="t"/>
              <a:pathLst>
                <a:path extrusionOk="0" h="1310" w="3345">
                  <a:moveTo>
                    <a:pt x="293" y="1"/>
                  </a:moveTo>
                  <a:cubicBezTo>
                    <a:pt x="131" y="1"/>
                    <a:pt x="1" y="131"/>
                    <a:pt x="1" y="296"/>
                  </a:cubicBezTo>
                  <a:lnTo>
                    <a:pt x="1" y="1310"/>
                  </a:lnTo>
                  <a:lnTo>
                    <a:pt x="3345" y="1310"/>
                  </a:lnTo>
                  <a:lnTo>
                    <a:pt x="3345" y="296"/>
                  </a:lnTo>
                  <a:cubicBezTo>
                    <a:pt x="3345" y="131"/>
                    <a:pt x="3214" y="1"/>
                    <a:pt x="30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26"/>
            <p:cNvSpPr/>
            <p:nvPr/>
          </p:nvSpPr>
          <p:spPr>
            <a:xfrm>
              <a:off x="4986171" y="2108524"/>
              <a:ext cx="27983" cy="34037"/>
            </a:xfrm>
            <a:custGeom>
              <a:rect b="b" l="l" r="r" t="t"/>
              <a:pathLst>
                <a:path extrusionOk="0" h="1310" w="1077">
                  <a:moveTo>
                    <a:pt x="0" y="1"/>
                  </a:moveTo>
                  <a:cubicBezTo>
                    <a:pt x="168" y="1"/>
                    <a:pt x="303" y="136"/>
                    <a:pt x="303" y="304"/>
                  </a:cubicBezTo>
                  <a:lnTo>
                    <a:pt x="303" y="1310"/>
                  </a:lnTo>
                  <a:lnTo>
                    <a:pt x="1077" y="1310"/>
                  </a:lnTo>
                  <a:lnTo>
                    <a:pt x="1077" y="304"/>
                  </a:lnTo>
                  <a:cubicBezTo>
                    <a:pt x="1077" y="136"/>
                    <a:pt x="941"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26"/>
            <p:cNvSpPr/>
            <p:nvPr/>
          </p:nvSpPr>
          <p:spPr>
            <a:xfrm>
              <a:off x="4898273" y="2137521"/>
              <a:ext cx="144878" cy="80520"/>
            </a:xfrm>
            <a:custGeom>
              <a:rect b="b" l="l" r="r" t="t"/>
              <a:pathLst>
                <a:path extrusionOk="0" h="3099" w="5576">
                  <a:moveTo>
                    <a:pt x="269" y="0"/>
                  </a:moveTo>
                  <a:cubicBezTo>
                    <a:pt x="120" y="0"/>
                    <a:pt x="0" y="120"/>
                    <a:pt x="0" y="269"/>
                  </a:cubicBezTo>
                  <a:lnTo>
                    <a:pt x="0" y="3099"/>
                  </a:lnTo>
                  <a:lnTo>
                    <a:pt x="5575" y="3099"/>
                  </a:lnTo>
                  <a:lnTo>
                    <a:pt x="5575" y="269"/>
                  </a:lnTo>
                  <a:cubicBezTo>
                    <a:pt x="5575" y="120"/>
                    <a:pt x="5453" y="0"/>
                    <a:pt x="5306" y="0"/>
                  </a:cubicBezTo>
                  <a:lnTo>
                    <a:pt x="3903" y="0"/>
                  </a:lnTo>
                  <a:lnTo>
                    <a:pt x="2788" y="194"/>
                  </a:lnTo>
                  <a:lnTo>
                    <a:pt x="1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26"/>
            <p:cNvSpPr/>
            <p:nvPr/>
          </p:nvSpPr>
          <p:spPr>
            <a:xfrm>
              <a:off x="4941715" y="2137521"/>
              <a:ext cx="57993" cy="43469"/>
            </a:xfrm>
            <a:custGeom>
              <a:rect b="b" l="l" r="r" t="t"/>
              <a:pathLst>
                <a:path extrusionOk="0" h="1673" w="2232">
                  <a:moveTo>
                    <a:pt x="0" y="0"/>
                  </a:moveTo>
                  <a:lnTo>
                    <a:pt x="0" y="1359"/>
                  </a:lnTo>
                  <a:cubicBezTo>
                    <a:pt x="0" y="1531"/>
                    <a:pt x="141" y="1672"/>
                    <a:pt x="314" y="1672"/>
                  </a:cubicBezTo>
                  <a:lnTo>
                    <a:pt x="1918" y="1672"/>
                  </a:lnTo>
                  <a:cubicBezTo>
                    <a:pt x="2090" y="1672"/>
                    <a:pt x="2231" y="1531"/>
                    <a:pt x="2231" y="1359"/>
                  </a:cubicBezTo>
                  <a:lnTo>
                    <a:pt x="22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26"/>
            <p:cNvSpPr/>
            <p:nvPr/>
          </p:nvSpPr>
          <p:spPr>
            <a:xfrm>
              <a:off x="5015973" y="2137521"/>
              <a:ext cx="27178" cy="80520"/>
            </a:xfrm>
            <a:custGeom>
              <a:rect b="b" l="l" r="r" t="t"/>
              <a:pathLst>
                <a:path extrusionOk="0" h="3099" w="1046">
                  <a:moveTo>
                    <a:pt x="0" y="0"/>
                  </a:moveTo>
                  <a:cubicBezTo>
                    <a:pt x="149" y="0"/>
                    <a:pt x="269" y="120"/>
                    <a:pt x="269" y="269"/>
                  </a:cubicBezTo>
                  <a:lnTo>
                    <a:pt x="269" y="3099"/>
                  </a:lnTo>
                  <a:lnTo>
                    <a:pt x="1045" y="3099"/>
                  </a:lnTo>
                  <a:lnTo>
                    <a:pt x="1045" y="269"/>
                  </a:lnTo>
                  <a:cubicBezTo>
                    <a:pt x="1045" y="120"/>
                    <a:pt x="923" y="0"/>
                    <a:pt x="7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26"/>
            <p:cNvSpPr/>
            <p:nvPr/>
          </p:nvSpPr>
          <p:spPr>
            <a:xfrm>
              <a:off x="4971361" y="2137521"/>
              <a:ext cx="28347" cy="43469"/>
            </a:xfrm>
            <a:custGeom>
              <a:rect b="b" l="l" r="r" t="t"/>
              <a:pathLst>
                <a:path extrusionOk="0" h="1673" w="1091">
                  <a:moveTo>
                    <a:pt x="314" y="0"/>
                  </a:moveTo>
                  <a:lnTo>
                    <a:pt x="314" y="1359"/>
                  </a:lnTo>
                  <a:cubicBezTo>
                    <a:pt x="314" y="1531"/>
                    <a:pt x="173" y="1672"/>
                    <a:pt x="1" y="1672"/>
                  </a:cubicBezTo>
                  <a:lnTo>
                    <a:pt x="777" y="1672"/>
                  </a:lnTo>
                  <a:cubicBezTo>
                    <a:pt x="949" y="1672"/>
                    <a:pt x="1090" y="1531"/>
                    <a:pt x="1090" y="1359"/>
                  </a:cubicBezTo>
                  <a:lnTo>
                    <a:pt x="10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26"/>
            <p:cNvSpPr/>
            <p:nvPr/>
          </p:nvSpPr>
          <p:spPr>
            <a:xfrm>
              <a:off x="4883800" y="2209882"/>
              <a:ext cx="173797" cy="28996"/>
            </a:xfrm>
            <a:custGeom>
              <a:rect b="b" l="l" r="r" t="t"/>
              <a:pathLst>
                <a:path extrusionOk="0" h="1116" w="6689">
                  <a:moveTo>
                    <a:pt x="523" y="0"/>
                  </a:moveTo>
                  <a:cubicBezTo>
                    <a:pt x="236" y="0"/>
                    <a:pt x="1" y="235"/>
                    <a:pt x="1" y="523"/>
                  </a:cubicBezTo>
                  <a:lnTo>
                    <a:pt x="1" y="855"/>
                  </a:lnTo>
                  <a:cubicBezTo>
                    <a:pt x="1" y="998"/>
                    <a:pt x="118" y="1116"/>
                    <a:pt x="262" y="1116"/>
                  </a:cubicBezTo>
                  <a:lnTo>
                    <a:pt x="6428" y="1116"/>
                  </a:lnTo>
                  <a:cubicBezTo>
                    <a:pt x="6571" y="1116"/>
                    <a:pt x="6689" y="998"/>
                    <a:pt x="6689" y="855"/>
                  </a:cubicBezTo>
                  <a:lnTo>
                    <a:pt x="6689" y="523"/>
                  </a:lnTo>
                  <a:cubicBezTo>
                    <a:pt x="6689" y="235"/>
                    <a:pt x="6454" y="0"/>
                    <a:pt x="61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26"/>
            <p:cNvSpPr/>
            <p:nvPr/>
          </p:nvSpPr>
          <p:spPr>
            <a:xfrm>
              <a:off x="4869354" y="1825861"/>
              <a:ext cx="202715" cy="224801"/>
            </a:xfrm>
            <a:custGeom>
              <a:rect b="b" l="l" r="r" t="t"/>
              <a:pathLst>
                <a:path extrusionOk="0" h="8652" w="7802">
                  <a:moveTo>
                    <a:pt x="0" y="1"/>
                  </a:moveTo>
                  <a:lnTo>
                    <a:pt x="0" y="5307"/>
                  </a:lnTo>
                  <a:cubicBezTo>
                    <a:pt x="0" y="7154"/>
                    <a:pt x="1497" y="8651"/>
                    <a:pt x="3344" y="8651"/>
                  </a:cubicBezTo>
                  <a:lnTo>
                    <a:pt x="4457" y="8651"/>
                  </a:lnTo>
                  <a:cubicBezTo>
                    <a:pt x="6304" y="8651"/>
                    <a:pt x="7801" y="7154"/>
                    <a:pt x="7801" y="5307"/>
                  </a:cubicBezTo>
                  <a:lnTo>
                    <a:pt x="78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26"/>
            <p:cNvSpPr/>
            <p:nvPr/>
          </p:nvSpPr>
          <p:spPr>
            <a:xfrm>
              <a:off x="5023508" y="2209882"/>
              <a:ext cx="34089" cy="28996"/>
            </a:xfrm>
            <a:custGeom>
              <a:rect b="b" l="l" r="r" t="t"/>
              <a:pathLst>
                <a:path extrusionOk="0" h="1116" w="1312">
                  <a:moveTo>
                    <a:pt x="0" y="0"/>
                  </a:moveTo>
                  <a:cubicBezTo>
                    <a:pt x="298" y="0"/>
                    <a:pt x="539" y="243"/>
                    <a:pt x="539" y="538"/>
                  </a:cubicBezTo>
                  <a:lnTo>
                    <a:pt x="539" y="847"/>
                  </a:lnTo>
                  <a:cubicBezTo>
                    <a:pt x="539" y="996"/>
                    <a:pt x="418" y="1116"/>
                    <a:pt x="269" y="1116"/>
                  </a:cubicBezTo>
                  <a:lnTo>
                    <a:pt x="1043" y="1116"/>
                  </a:lnTo>
                  <a:cubicBezTo>
                    <a:pt x="1192" y="1116"/>
                    <a:pt x="1312" y="996"/>
                    <a:pt x="1312" y="847"/>
                  </a:cubicBezTo>
                  <a:lnTo>
                    <a:pt x="1312" y="538"/>
                  </a:lnTo>
                  <a:cubicBezTo>
                    <a:pt x="1312" y="243"/>
                    <a:pt x="107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26"/>
            <p:cNvSpPr/>
            <p:nvPr/>
          </p:nvSpPr>
          <p:spPr>
            <a:xfrm>
              <a:off x="4965048" y="1825861"/>
              <a:ext cx="107022" cy="224801"/>
            </a:xfrm>
            <a:custGeom>
              <a:rect b="b" l="l" r="r" t="t"/>
              <a:pathLst>
                <a:path extrusionOk="0" h="8652" w="4119">
                  <a:moveTo>
                    <a:pt x="3345" y="1"/>
                  </a:moveTo>
                  <a:lnTo>
                    <a:pt x="3345" y="5307"/>
                  </a:lnTo>
                  <a:cubicBezTo>
                    <a:pt x="3345" y="7154"/>
                    <a:pt x="1848" y="8651"/>
                    <a:pt x="1" y="8651"/>
                  </a:cubicBezTo>
                  <a:lnTo>
                    <a:pt x="774" y="8651"/>
                  </a:lnTo>
                  <a:cubicBezTo>
                    <a:pt x="2621" y="8651"/>
                    <a:pt x="4118" y="7154"/>
                    <a:pt x="4118" y="5307"/>
                  </a:cubicBezTo>
                  <a:lnTo>
                    <a:pt x="41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26"/>
            <p:cNvSpPr/>
            <p:nvPr/>
          </p:nvSpPr>
          <p:spPr>
            <a:xfrm>
              <a:off x="4854804" y="1804425"/>
              <a:ext cx="231790" cy="28996"/>
            </a:xfrm>
            <a:custGeom>
              <a:rect b="b" l="l" r="r" t="t"/>
              <a:pathLst>
                <a:path extrusionOk="0" h="1116" w="8921">
                  <a:moveTo>
                    <a:pt x="560" y="0"/>
                  </a:moveTo>
                  <a:cubicBezTo>
                    <a:pt x="252" y="0"/>
                    <a:pt x="1" y="251"/>
                    <a:pt x="1" y="557"/>
                  </a:cubicBezTo>
                  <a:cubicBezTo>
                    <a:pt x="1" y="865"/>
                    <a:pt x="252" y="1116"/>
                    <a:pt x="560" y="1116"/>
                  </a:cubicBezTo>
                  <a:lnTo>
                    <a:pt x="8361" y="1116"/>
                  </a:lnTo>
                  <a:cubicBezTo>
                    <a:pt x="8670" y="1116"/>
                    <a:pt x="8920" y="865"/>
                    <a:pt x="8920" y="557"/>
                  </a:cubicBezTo>
                  <a:cubicBezTo>
                    <a:pt x="8920" y="251"/>
                    <a:pt x="8670" y="0"/>
                    <a:pt x="8361" y="0"/>
                  </a:cubicBezTo>
                  <a:lnTo>
                    <a:pt x="6133" y="0"/>
                  </a:lnTo>
                  <a:lnTo>
                    <a:pt x="4461" y="557"/>
                  </a:lnTo>
                  <a:lnTo>
                    <a:pt x="27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26"/>
            <p:cNvSpPr/>
            <p:nvPr/>
          </p:nvSpPr>
          <p:spPr>
            <a:xfrm>
              <a:off x="5051959" y="1804425"/>
              <a:ext cx="34635" cy="28996"/>
            </a:xfrm>
            <a:custGeom>
              <a:rect b="b" l="l" r="r" t="t"/>
              <a:pathLst>
                <a:path extrusionOk="0" h="1116" w="1333">
                  <a:moveTo>
                    <a:pt x="0" y="0"/>
                  </a:moveTo>
                  <a:cubicBezTo>
                    <a:pt x="308" y="0"/>
                    <a:pt x="557" y="251"/>
                    <a:pt x="557" y="557"/>
                  </a:cubicBezTo>
                  <a:cubicBezTo>
                    <a:pt x="557" y="865"/>
                    <a:pt x="308" y="1116"/>
                    <a:pt x="0" y="1116"/>
                  </a:cubicBezTo>
                  <a:lnTo>
                    <a:pt x="773" y="1116"/>
                  </a:lnTo>
                  <a:cubicBezTo>
                    <a:pt x="1082" y="1116"/>
                    <a:pt x="1332" y="865"/>
                    <a:pt x="1332" y="557"/>
                  </a:cubicBezTo>
                  <a:cubicBezTo>
                    <a:pt x="1332" y="251"/>
                    <a:pt x="1082"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26"/>
            <p:cNvSpPr/>
            <p:nvPr/>
          </p:nvSpPr>
          <p:spPr>
            <a:xfrm>
              <a:off x="4927243" y="1804425"/>
              <a:ext cx="86911" cy="115856"/>
            </a:xfrm>
            <a:custGeom>
              <a:rect b="b" l="l" r="r" t="t"/>
              <a:pathLst>
                <a:path extrusionOk="0" h="4459" w="3345">
                  <a:moveTo>
                    <a:pt x="1" y="0"/>
                  </a:moveTo>
                  <a:lnTo>
                    <a:pt x="1" y="4180"/>
                  </a:lnTo>
                  <a:cubicBezTo>
                    <a:pt x="1" y="4340"/>
                    <a:pt x="130" y="4459"/>
                    <a:pt x="278" y="4459"/>
                  </a:cubicBezTo>
                  <a:cubicBezTo>
                    <a:pt x="307" y="4459"/>
                    <a:pt x="337" y="4454"/>
                    <a:pt x="366" y="4444"/>
                  </a:cubicBezTo>
                  <a:lnTo>
                    <a:pt x="1116" y="4196"/>
                  </a:lnTo>
                  <a:lnTo>
                    <a:pt x="1584" y="3786"/>
                  </a:lnTo>
                  <a:cubicBezTo>
                    <a:pt x="1613" y="3777"/>
                    <a:pt x="1643" y="3772"/>
                    <a:pt x="1673" y="3772"/>
                  </a:cubicBezTo>
                  <a:cubicBezTo>
                    <a:pt x="1703" y="3772"/>
                    <a:pt x="1733" y="3777"/>
                    <a:pt x="1762" y="3786"/>
                  </a:cubicBezTo>
                  <a:lnTo>
                    <a:pt x="2229" y="4196"/>
                  </a:lnTo>
                  <a:lnTo>
                    <a:pt x="2979" y="4444"/>
                  </a:lnTo>
                  <a:cubicBezTo>
                    <a:pt x="3009" y="4454"/>
                    <a:pt x="3039" y="4459"/>
                    <a:pt x="3068" y="4459"/>
                  </a:cubicBezTo>
                  <a:cubicBezTo>
                    <a:pt x="3215" y="4459"/>
                    <a:pt x="3345" y="4340"/>
                    <a:pt x="3345" y="4180"/>
                  </a:cubicBezTo>
                  <a:lnTo>
                    <a:pt x="3345" y="0"/>
                  </a:lnTo>
                  <a:lnTo>
                    <a:pt x="2229" y="0"/>
                  </a:lnTo>
                  <a:lnTo>
                    <a:pt x="1673" y="282"/>
                  </a:lnTo>
                  <a:lnTo>
                    <a:pt x="11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26"/>
            <p:cNvSpPr/>
            <p:nvPr/>
          </p:nvSpPr>
          <p:spPr>
            <a:xfrm>
              <a:off x="4956239" y="1804425"/>
              <a:ext cx="28945" cy="109023"/>
            </a:xfrm>
            <a:custGeom>
              <a:rect b="b" l="l" r="r" t="t"/>
              <a:pathLst>
                <a:path extrusionOk="0" h="4196" w="1114">
                  <a:moveTo>
                    <a:pt x="0" y="0"/>
                  </a:moveTo>
                  <a:lnTo>
                    <a:pt x="0" y="4196"/>
                  </a:lnTo>
                  <a:lnTo>
                    <a:pt x="468" y="4039"/>
                  </a:lnTo>
                  <a:cubicBezTo>
                    <a:pt x="497" y="4030"/>
                    <a:pt x="527" y="4025"/>
                    <a:pt x="557" y="4025"/>
                  </a:cubicBezTo>
                  <a:cubicBezTo>
                    <a:pt x="587" y="4025"/>
                    <a:pt x="617" y="4030"/>
                    <a:pt x="646" y="4039"/>
                  </a:cubicBezTo>
                  <a:lnTo>
                    <a:pt x="1113" y="4196"/>
                  </a:lnTo>
                  <a:lnTo>
                    <a:pt x="11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26"/>
            <p:cNvSpPr/>
            <p:nvPr/>
          </p:nvSpPr>
          <p:spPr>
            <a:xfrm>
              <a:off x="4993291" y="1804425"/>
              <a:ext cx="20864" cy="115856"/>
            </a:xfrm>
            <a:custGeom>
              <a:rect b="b" l="l" r="r" t="t"/>
              <a:pathLst>
                <a:path extrusionOk="0" h="4459" w="803">
                  <a:moveTo>
                    <a:pt x="29" y="0"/>
                  </a:moveTo>
                  <a:lnTo>
                    <a:pt x="29" y="4180"/>
                  </a:lnTo>
                  <a:cubicBezTo>
                    <a:pt x="29" y="4225"/>
                    <a:pt x="19" y="4264"/>
                    <a:pt x="1" y="4300"/>
                  </a:cubicBezTo>
                  <a:lnTo>
                    <a:pt x="437" y="4444"/>
                  </a:lnTo>
                  <a:cubicBezTo>
                    <a:pt x="467" y="4454"/>
                    <a:pt x="497" y="4459"/>
                    <a:pt x="526" y="4459"/>
                  </a:cubicBezTo>
                  <a:cubicBezTo>
                    <a:pt x="673" y="4459"/>
                    <a:pt x="803" y="4340"/>
                    <a:pt x="803" y="4180"/>
                  </a:cubicBezTo>
                  <a:lnTo>
                    <a:pt x="8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126"/>
          <p:cNvGrpSpPr/>
          <p:nvPr/>
        </p:nvGrpSpPr>
        <p:grpSpPr>
          <a:xfrm>
            <a:off x="5527335" y="1804425"/>
            <a:ext cx="434479" cy="434453"/>
            <a:chOff x="5527335" y="1804425"/>
            <a:chExt cx="434479" cy="434453"/>
          </a:xfrm>
        </p:grpSpPr>
        <p:sp>
          <p:nvSpPr>
            <p:cNvPr id="10886" name="Google Shape;10886;p126"/>
            <p:cNvSpPr/>
            <p:nvPr/>
          </p:nvSpPr>
          <p:spPr>
            <a:xfrm>
              <a:off x="5585224" y="1804425"/>
              <a:ext cx="376590" cy="304125"/>
            </a:xfrm>
            <a:custGeom>
              <a:rect b="b" l="l" r="r" t="t"/>
              <a:pathLst>
                <a:path extrusionOk="0" h="11705" w="14494">
                  <a:moveTo>
                    <a:pt x="628" y="0"/>
                  </a:moveTo>
                  <a:cubicBezTo>
                    <a:pt x="283" y="0"/>
                    <a:pt x="1" y="280"/>
                    <a:pt x="1" y="627"/>
                  </a:cubicBezTo>
                  <a:lnTo>
                    <a:pt x="1" y="11078"/>
                  </a:lnTo>
                  <a:cubicBezTo>
                    <a:pt x="1" y="11425"/>
                    <a:pt x="283" y="11705"/>
                    <a:pt x="628" y="11705"/>
                  </a:cubicBezTo>
                  <a:lnTo>
                    <a:pt x="13866" y="11705"/>
                  </a:lnTo>
                  <a:cubicBezTo>
                    <a:pt x="14214" y="11705"/>
                    <a:pt x="14493" y="11425"/>
                    <a:pt x="14493" y="11078"/>
                  </a:cubicBezTo>
                  <a:lnTo>
                    <a:pt x="14493" y="627"/>
                  </a:lnTo>
                  <a:cubicBezTo>
                    <a:pt x="14493" y="280"/>
                    <a:pt x="14214" y="0"/>
                    <a:pt x="138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26"/>
            <p:cNvSpPr/>
            <p:nvPr/>
          </p:nvSpPr>
          <p:spPr>
            <a:xfrm>
              <a:off x="5614220" y="1833396"/>
              <a:ext cx="318597" cy="246184"/>
            </a:xfrm>
            <a:custGeom>
              <a:rect b="b" l="l" r="r" t="t"/>
              <a:pathLst>
                <a:path extrusionOk="0" h="9475" w="12262">
                  <a:moveTo>
                    <a:pt x="280" y="1"/>
                  </a:moveTo>
                  <a:cubicBezTo>
                    <a:pt x="126" y="1"/>
                    <a:pt x="1" y="123"/>
                    <a:pt x="1" y="278"/>
                  </a:cubicBezTo>
                  <a:lnTo>
                    <a:pt x="1" y="9474"/>
                  </a:lnTo>
                  <a:lnTo>
                    <a:pt x="11985" y="9474"/>
                  </a:lnTo>
                  <a:cubicBezTo>
                    <a:pt x="12139" y="9474"/>
                    <a:pt x="12262" y="9351"/>
                    <a:pt x="12262" y="9197"/>
                  </a:cubicBezTo>
                  <a:lnTo>
                    <a:pt x="12262" y="278"/>
                  </a:lnTo>
                  <a:cubicBezTo>
                    <a:pt x="12262" y="123"/>
                    <a:pt x="12139" y="1"/>
                    <a:pt x="1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26"/>
            <p:cNvSpPr/>
            <p:nvPr/>
          </p:nvSpPr>
          <p:spPr>
            <a:xfrm>
              <a:off x="5925387" y="1804425"/>
              <a:ext cx="36427" cy="304125"/>
            </a:xfrm>
            <a:custGeom>
              <a:rect b="b" l="l" r="r" t="t"/>
              <a:pathLst>
                <a:path extrusionOk="0" h="11705" w="1402">
                  <a:moveTo>
                    <a:pt x="1" y="0"/>
                  </a:moveTo>
                  <a:cubicBezTo>
                    <a:pt x="346" y="0"/>
                    <a:pt x="628" y="280"/>
                    <a:pt x="628" y="627"/>
                  </a:cubicBezTo>
                  <a:lnTo>
                    <a:pt x="628" y="11078"/>
                  </a:lnTo>
                  <a:cubicBezTo>
                    <a:pt x="628" y="11425"/>
                    <a:pt x="346" y="11705"/>
                    <a:pt x="1" y="11705"/>
                  </a:cubicBezTo>
                  <a:lnTo>
                    <a:pt x="774" y="11705"/>
                  </a:lnTo>
                  <a:cubicBezTo>
                    <a:pt x="1122" y="11705"/>
                    <a:pt x="1401" y="11425"/>
                    <a:pt x="1401" y="11078"/>
                  </a:cubicBezTo>
                  <a:lnTo>
                    <a:pt x="1401" y="627"/>
                  </a:lnTo>
                  <a:cubicBezTo>
                    <a:pt x="1401" y="280"/>
                    <a:pt x="112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26"/>
            <p:cNvSpPr/>
            <p:nvPr/>
          </p:nvSpPr>
          <p:spPr>
            <a:xfrm>
              <a:off x="5905432" y="1833396"/>
              <a:ext cx="27386" cy="246184"/>
            </a:xfrm>
            <a:custGeom>
              <a:rect b="b" l="l" r="r" t="t"/>
              <a:pathLst>
                <a:path extrusionOk="0" h="9475" w="1054">
                  <a:moveTo>
                    <a:pt x="1" y="1"/>
                  </a:moveTo>
                  <a:cubicBezTo>
                    <a:pt x="155" y="1"/>
                    <a:pt x="280" y="123"/>
                    <a:pt x="280" y="278"/>
                  </a:cubicBezTo>
                  <a:lnTo>
                    <a:pt x="280" y="9197"/>
                  </a:lnTo>
                  <a:cubicBezTo>
                    <a:pt x="280" y="9351"/>
                    <a:pt x="155" y="9474"/>
                    <a:pt x="1" y="9474"/>
                  </a:cubicBezTo>
                  <a:lnTo>
                    <a:pt x="777" y="9474"/>
                  </a:lnTo>
                  <a:cubicBezTo>
                    <a:pt x="931" y="9474"/>
                    <a:pt x="1054" y="9351"/>
                    <a:pt x="1054" y="9197"/>
                  </a:cubicBezTo>
                  <a:lnTo>
                    <a:pt x="1054" y="278"/>
                  </a:lnTo>
                  <a:cubicBezTo>
                    <a:pt x="1054" y="123"/>
                    <a:pt x="931"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26"/>
            <p:cNvSpPr/>
            <p:nvPr/>
          </p:nvSpPr>
          <p:spPr>
            <a:xfrm>
              <a:off x="5781418" y="1942678"/>
              <a:ext cx="13199" cy="133212"/>
            </a:xfrm>
            <a:custGeom>
              <a:rect b="b" l="l" r="r" t="t"/>
              <a:pathLst>
                <a:path extrusionOk="0" h="5127" w="508">
                  <a:moveTo>
                    <a:pt x="254" y="1"/>
                  </a:moveTo>
                  <a:cubicBezTo>
                    <a:pt x="115" y="1"/>
                    <a:pt x="1" y="113"/>
                    <a:pt x="1" y="252"/>
                  </a:cubicBezTo>
                  <a:lnTo>
                    <a:pt x="1" y="4876"/>
                  </a:lnTo>
                  <a:cubicBezTo>
                    <a:pt x="1" y="5015"/>
                    <a:pt x="115" y="5127"/>
                    <a:pt x="254" y="5127"/>
                  </a:cubicBezTo>
                  <a:cubicBezTo>
                    <a:pt x="392" y="5127"/>
                    <a:pt x="507" y="5015"/>
                    <a:pt x="507" y="4876"/>
                  </a:cubicBezTo>
                  <a:lnTo>
                    <a:pt x="507" y="252"/>
                  </a:lnTo>
                  <a:cubicBezTo>
                    <a:pt x="507" y="113"/>
                    <a:pt x="392" y="1"/>
                    <a:pt x="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26"/>
            <p:cNvSpPr/>
            <p:nvPr/>
          </p:nvSpPr>
          <p:spPr>
            <a:xfrm>
              <a:off x="5527335" y="2137521"/>
              <a:ext cx="246236" cy="101358"/>
            </a:xfrm>
            <a:custGeom>
              <a:rect b="b" l="l" r="r" t="t"/>
              <a:pathLst>
                <a:path extrusionOk="0" h="3901" w="9477">
                  <a:moveTo>
                    <a:pt x="2229" y="0"/>
                  </a:moveTo>
                  <a:cubicBezTo>
                    <a:pt x="998" y="0"/>
                    <a:pt x="0" y="998"/>
                    <a:pt x="0" y="2229"/>
                  </a:cubicBezTo>
                  <a:lnTo>
                    <a:pt x="0" y="3344"/>
                  </a:lnTo>
                  <a:cubicBezTo>
                    <a:pt x="0" y="3650"/>
                    <a:pt x="251" y="3901"/>
                    <a:pt x="557" y="3901"/>
                  </a:cubicBezTo>
                  <a:lnTo>
                    <a:pt x="8917" y="3901"/>
                  </a:lnTo>
                  <a:cubicBezTo>
                    <a:pt x="9226" y="3901"/>
                    <a:pt x="9476" y="3650"/>
                    <a:pt x="9476" y="3344"/>
                  </a:cubicBezTo>
                  <a:lnTo>
                    <a:pt x="9476" y="2229"/>
                  </a:lnTo>
                  <a:cubicBezTo>
                    <a:pt x="9476" y="998"/>
                    <a:pt x="8478" y="0"/>
                    <a:pt x="7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26"/>
            <p:cNvSpPr/>
            <p:nvPr/>
          </p:nvSpPr>
          <p:spPr>
            <a:xfrm>
              <a:off x="5695468" y="2137521"/>
              <a:ext cx="78103" cy="101358"/>
            </a:xfrm>
            <a:custGeom>
              <a:rect b="b" l="l" r="r" t="t"/>
              <a:pathLst>
                <a:path extrusionOk="0" h="3901" w="3006">
                  <a:moveTo>
                    <a:pt x="1" y="0"/>
                  </a:moveTo>
                  <a:cubicBezTo>
                    <a:pt x="1234" y="0"/>
                    <a:pt x="2229" y="998"/>
                    <a:pt x="2229" y="2229"/>
                  </a:cubicBezTo>
                  <a:lnTo>
                    <a:pt x="2229" y="3344"/>
                  </a:lnTo>
                  <a:cubicBezTo>
                    <a:pt x="2229" y="3650"/>
                    <a:pt x="1981" y="3901"/>
                    <a:pt x="1673" y="3901"/>
                  </a:cubicBezTo>
                  <a:lnTo>
                    <a:pt x="2446" y="3901"/>
                  </a:lnTo>
                  <a:cubicBezTo>
                    <a:pt x="2755" y="3901"/>
                    <a:pt x="3005" y="3650"/>
                    <a:pt x="3005" y="3344"/>
                  </a:cubicBezTo>
                  <a:lnTo>
                    <a:pt x="3005" y="2229"/>
                  </a:lnTo>
                  <a:cubicBezTo>
                    <a:pt x="3005" y="998"/>
                    <a:pt x="2007"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26"/>
            <p:cNvSpPr/>
            <p:nvPr/>
          </p:nvSpPr>
          <p:spPr>
            <a:xfrm>
              <a:off x="5614220" y="2094883"/>
              <a:ext cx="72465" cy="65814"/>
            </a:xfrm>
            <a:custGeom>
              <a:rect b="b" l="l" r="r" t="t"/>
              <a:pathLst>
                <a:path extrusionOk="0" h="2533" w="2789">
                  <a:moveTo>
                    <a:pt x="1" y="0"/>
                  </a:moveTo>
                  <a:lnTo>
                    <a:pt x="1" y="2532"/>
                  </a:lnTo>
                  <a:lnTo>
                    <a:pt x="2788" y="2532"/>
                  </a:lnTo>
                  <a:lnTo>
                    <a:pt x="2788"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26"/>
            <p:cNvSpPr/>
            <p:nvPr/>
          </p:nvSpPr>
          <p:spPr>
            <a:xfrm>
              <a:off x="5563502" y="1891311"/>
              <a:ext cx="173823" cy="91251"/>
            </a:xfrm>
            <a:custGeom>
              <a:rect b="b" l="l" r="r" t="t"/>
              <a:pathLst>
                <a:path extrusionOk="0" h="3512" w="6690">
                  <a:moveTo>
                    <a:pt x="2232" y="0"/>
                  </a:moveTo>
                  <a:cubicBezTo>
                    <a:pt x="999" y="0"/>
                    <a:pt x="1" y="998"/>
                    <a:pt x="1" y="2229"/>
                  </a:cubicBezTo>
                  <a:lnTo>
                    <a:pt x="1" y="3512"/>
                  </a:lnTo>
                  <a:lnTo>
                    <a:pt x="6689" y="3512"/>
                  </a:lnTo>
                  <a:lnTo>
                    <a:pt x="6689" y="2229"/>
                  </a:lnTo>
                  <a:cubicBezTo>
                    <a:pt x="6689" y="998"/>
                    <a:pt x="5691" y="0"/>
                    <a:pt x="4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26"/>
            <p:cNvSpPr/>
            <p:nvPr/>
          </p:nvSpPr>
          <p:spPr>
            <a:xfrm>
              <a:off x="5549056" y="1978196"/>
              <a:ext cx="202793" cy="57915"/>
            </a:xfrm>
            <a:custGeom>
              <a:rect b="b" l="l" r="r" t="t"/>
              <a:pathLst>
                <a:path extrusionOk="0" h="2229" w="7805">
                  <a:moveTo>
                    <a:pt x="557" y="0"/>
                  </a:moveTo>
                  <a:cubicBezTo>
                    <a:pt x="251" y="0"/>
                    <a:pt x="0" y="249"/>
                    <a:pt x="0" y="557"/>
                  </a:cubicBezTo>
                  <a:lnTo>
                    <a:pt x="0" y="1672"/>
                  </a:lnTo>
                  <a:cubicBezTo>
                    <a:pt x="0" y="1981"/>
                    <a:pt x="251" y="2229"/>
                    <a:pt x="557" y="2229"/>
                  </a:cubicBezTo>
                  <a:lnTo>
                    <a:pt x="7245" y="2229"/>
                  </a:lnTo>
                  <a:cubicBezTo>
                    <a:pt x="7554" y="2229"/>
                    <a:pt x="7804" y="1981"/>
                    <a:pt x="7804" y="1672"/>
                  </a:cubicBezTo>
                  <a:lnTo>
                    <a:pt x="7804" y="557"/>
                  </a:lnTo>
                  <a:cubicBezTo>
                    <a:pt x="7804" y="249"/>
                    <a:pt x="7554" y="0"/>
                    <a:pt x="7245"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26"/>
            <p:cNvSpPr/>
            <p:nvPr/>
          </p:nvSpPr>
          <p:spPr>
            <a:xfrm>
              <a:off x="5717189" y="1978196"/>
              <a:ext cx="34661" cy="57915"/>
            </a:xfrm>
            <a:custGeom>
              <a:rect b="b" l="l" r="r" t="t"/>
              <a:pathLst>
                <a:path extrusionOk="0" h="2229" w="1334">
                  <a:moveTo>
                    <a:pt x="1" y="0"/>
                  </a:moveTo>
                  <a:cubicBezTo>
                    <a:pt x="309" y="0"/>
                    <a:pt x="557" y="249"/>
                    <a:pt x="557" y="557"/>
                  </a:cubicBezTo>
                  <a:lnTo>
                    <a:pt x="557" y="1672"/>
                  </a:lnTo>
                  <a:cubicBezTo>
                    <a:pt x="557" y="1981"/>
                    <a:pt x="309" y="2229"/>
                    <a:pt x="1" y="2229"/>
                  </a:cubicBezTo>
                  <a:lnTo>
                    <a:pt x="774" y="2229"/>
                  </a:lnTo>
                  <a:cubicBezTo>
                    <a:pt x="1083" y="2229"/>
                    <a:pt x="1333" y="1981"/>
                    <a:pt x="1333" y="1672"/>
                  </a:cubicBezTo>
                  <a:lnTo>
                    <a:pt x="1333" y="557"/>
                  </a:lnTo>
                  <a:cubicBezTo>
                    <a:pt x="1333" y="249"/>
                    <a:pt x="1083" y="0"/>
                    <a:pt x="774"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26"/>
            <p:cNvSpPr/>
            <p:nvPr/>
          </p:nvSpPr>
          <p:spPr>
            <a:xfrm>
              <a:off x="5578053" y="1944523"/>
              <a:ext cx="144800" cy="164028"/>
            </a:xfrm>
            <a:custGeom>
              <a:rect b="b" l="l" r="r" t="t"/>
              <a:pathLst>
                <a:path extrusionOk="0" h="6313" w="5573">
                  <a:moveTo>
                    <a:pt x="0" y="1"/>
                  </a:moveTo>
                  <a:lnTo>
                    <a:pt x="0" y="3525"/>
                  </a:lnTo>
                  <a:cubicBezTo>
                    <a:pt x="0" y="5066"/>
                    <a:pt x="1246" y="6313"/>
                    <a:pt x="2785" y="6313"/>
                  </a:cubicBezTo>
                  <a:cubicBezTo>
                    <a:pt x="4324" y="6313"/>
                    <a:pt x="5573" y="5066"/>
                    <a:pt x="5573" y="3525"/>
                  </a:cubicBezTo>
                  <a:lnTo>
                    <a:pt x="5573"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26"/>
            <p:cNvSpPr/>
            <p:nvPr/>
          </p:nvSpPr>
          <p:spPr>
            <a:xfrm>
              <a:off x="5614896" y="2000593"/>
              <a:ext cx="13121" cy="20396"/>
            </a:xfrm>
            <a:custGeom>
              <a:rect b="b" l="l" r="r" t="t"/>
              <a:pathLst>
                <a:path extrusionOk="0" h="785" w="505">
                  <a:moveTo>
                    <a:pt x="254" y="1"/>
                  </a:moveTo>
                  <a:cubicBezTo>
                    <a:pt x="113" y="1"/>
                    <a:pt x="1" y="113"/>
                    <a:pt x="1" y="254"/>
                  </a:cubicBezTo>
                  <a:lnTo>
                    <a:pt x="1" y="531"/>
                  </a:lnTo>
                  <a:cubicBezTo>
                    <a:pt x="1" y="672"/>
                    <a:pt x="113" y="784"/>
                    <a:pt x="254" y="784"/>
                  </a:cubicBezTo>
                  <a:cubicBezTo>
                    <a:pt x="393" y="784"/>
                    <a:pt x="505" y="672"/>
                    <a:pt x="505" y="531"/>
                  </a:cubicBezTo>
                  <a:lnTo>
                    <a:pt x="505" y="254"/>
                  </a:lnTo>
                  <a:cubicBezTo>
                    <a:pt x="505" y="113"/>
                    <a:pt x="393"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26"/>
            <p:cNvSpPr/>
            <p:nvPr/>
          </p:nvSpPr>
          <p:spPr>
            <a:xfrm>
              <a:off x="5672811" y="2000593"/>
              <a:ext cx="13199" cy="20396"/>
            </a:xfrm>
            <a:custGeom>
              <a:rect b="b" l="l" r="r" t="t"/>
              <a:pathLst>
                <a:path extrusionOk="0" h="785" w="508">
                  <a:moveTo>
                    <a:pt x="254" y="1"/>
                  </a:moveTo>
                  <a:cubicBezTo>
                    <a:pt x="115" y="1"/>
                    <a:pt x="0" y="113"/>
                    <a:pt x="0" y="254"/>
                  </a:cubicBezTo>
                  <a:lnTo>
                    <a:pt x="0" y="531"/>
                  </a:lnTo>
                  <a:cubicBezTo>
                    <a:pt x="0" y="672"/>
                    <a:pt x="115" y="784"/>
                    <a:pt x="254" y="784"/>
                  </a:cubicBezTo>
                  <a:cubicBezTo>
                    <a:pt x="392" y="784"/>
                    <a:pt x="507" y="672"/>
                    <a:pt x="507" y="531"/>
                  </a:cubicBezTo>
                  <a:lnTo>
                    <a:pt x="507" y="254"/>
                  </a:lnTo>
                  <a:cubicBezTo>
                    <a:pt x="507" y="113"/>
                    <a:pt x="392"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26"/>
            <p:cNvSpPr/>
            <p:nvPr/>
          </p:nvSpPr>
          <p:spPr>
            <a:xfrm>
              <a:off x="5630381" y="2036838"/>
              <a:ext cx="40065" cy="20318"/>
            </a:xfrm>
            <a:custGeom>
              <a:rect b="b" l="l" r="r" t="t"/>
              <a:pathLst>
                <a:path extrusionOk="0" h="782" w="1542">
                  <a:moveTo>
                    <a:pt x="288" y="0"/>
                  </a:moveTo>
                  <a:cubicBezTo>
                    <a:pt x="245" y="0"/>
                    <a:pt x="202" y="11"/>
                    <a:pt x="162" y="35"/>
                  </a:cubicBezTo>
                  <a:cubicBezTo>
                    <a:pt x="42" y="103"/>
                    <a:pt x="0" y="257"/>
                    <a:pt x="71" y="380"/>
                  </a:cubicBezTo>
                  <a:cubicBezTo>
                    <a:pt x="215" y="628"/>
                    <a:pt x="484" y="782"/>
                    <a:pt x="771" y="782"/>
                  </a:cubicBezTo>
                  <a:cubicBezTo>
                    <a:pt x="1058" y="782"/>
                    <a:pt x="1328" y="628"/>
                    <a:pt x="1474" y="380"/>
                  </a:cubicBezTo>
                  <a:cubicBezTo>
                    <a:pt x="1542" y="257"/>
                    <a:pt x="1503" y="103"/>
                    <a:pt x="1380" y="35"/>
                  </a:cubicBezTo>
                  <a:cubicBezTo>
                    <a:pt x="1340" y="11"/>
                    <a:pt x="1297" y="0"/>
                    <a:pt x="1254" y="0"/>
                  </a:cubicBezTo>
                  <a:cubicBezTo>
                    <a:pt x="1167" y="0"/>
                    <a:pt x="1082" y="46"/>
                    <a:pt x="1035" y="126"/>
                  </a:cubicBezTo>
                  <a:cubicBezTo>
                    <a:pt x="983" y="220"/>
                    <a:pt x="881" y="278"/>
                    <a:pt x="771" y="278"/>
                  </a:cubicBezTo>
                  <a:cubicBezTo>
                    <a:pt x="664" y="278"/>
                    <a:pt x="562" y="220"/>
                    <a:pt x="507" y="126"/>
                  </a:cubicBezTo>
                  <a:cubicBezTo>
                    <a:pt x="460" y="46"/>
                    <a:pt x="375" y="0"/>
                    <a:pt x="288" y="0"/>
                  </a:cubicBezTo>
                  <a:close/>
                </a:path>
              </a:pathLst>
            </a:custGeom>
            <a:solidFill>
              <a:srgbClr val="FF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26"/>
            <p:cNvSpPr/>
            <p:nvPr/>
          </p:nvSpPr>
          <p:spPr>
            <a:xfrm>
              <a:off x="5607647" y="2154695"/>
              <a:ext cx="85612" cy="57915"/>
            </a:xfrm>
            <a:custGeom>
              <a:rect b="b" l="l" r="r" t="t"/>
              <a:pathLst>
                <a:path extrusionOk="0" h="2229" w="3295">
                  <a:moveTo>
                    <a:pt x="0" y="0"/>
                  </a:moveTo>
                  <a:lnTo>
                    <a:pt x="1646" y="2229"/>
                  </a:lnTo>
                  <a:lnTo>
                    <a:pt x="32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26"/>
            <p:cNvSpPr/>
            <p:nvPr/>
          </p:nvSpPr>
          <p:spPr>
            <a:xfrm>
              <a:off x="5572337" y="1917163"/>
              <a:ext cx="109516" cy="61059"/>
            </a:xfrm>
            <a:custGeom>
              <a:rect b="b" l="l" r="r" t="t"/>
              <a:pathLst>
                <a:path extrusionOk="0" h="2350" w="4215">
                  <a:moveTo>
                    <a:pt x="220" y="1"/>
                  </a:moveTo>
                  <a:lnTo>
                    <a:pt x="1" y="1234"/>
                  </a:lnTo>
                  <a:lnTo>
                    <a:pt x="220" y="2349"/>
                  </a:lnTo>
                  <a:lnTo>
                    <a:pt x="2543" y="2349"/>
                  </a:lnTo>
                  <a:cubicBezTo>
                    <a:pt x="3465" y="2349"/>
                    <a:pt x="4215" y="1600"/>
                    <a:pt x="4215" y="677"/>
                  </a:cubicBezTo>
                  <a:lnTo>
                    <a:pt x="42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26"/>
            <p:cNvSpPr/>
            <p:nvPr/>
          </p:nvSpPr>
          <p:spPr>
            <a:xfrm>
              <a:off x="5679384" y="1936910"/>
              <a:ext cx="45106" cy="41312"/>
            </a:xfrm>
            <a:custGeom>
              <a:rect b="b" l="l" r="r" t="t"/>
              <a:pathLst>
                <a:path extrusionOk="0" h="1590" w="1736">
                  <a:moveTo>
                    <a:pt x="1" y="1"/>
                  </a:moveTo>
                  <a:lnTo>
                    <a:pt x="1" y="474"/>
                  </a:lnTo>
                  <a:cubicBezTo>
                    <a:pt x="1" y="1090"/>
                    <a:pt x="500" y="1589"/>
                    <a:pt x="1116" y="1589"/>
                  </a:cubicBezTo>
                  <a:lnTo>
                    <a:pt x="1673" y="1589"/>
                  </a:lnTo>
                  <a:lnTo>
                    <a:pt x="17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26"/>
            <p:cNvSpPr/>
            <p:nvPr/>
          </p:nvSpPr>
          <p:spPr>
            <a:xfrm>
              <a:off x="5659300" y="1891311"/>
              <a:ext cx="78025" cy="86911"/>
            </a:xfrm>
            <a:custGeom>
              <a:rect b="b" l="l" r="r" t="t"/>
              <a:pathLst>
                <a:path extrusionOk="0" h="3345" w="3003">
                  <a:moveTo>
                    <a:pt x="0" y="0"/>
                  </a:moveTo>
                  <a:cubicBezTo>
                    <a:pt x="1231" y="0"/>
                    <a:pt x="2229" y="998"/>
                    <a:pt x="2229" y="2229"/>
                  </a:cubicBezTo>
                  <a:lnTo>
                    <a:pt x="2229" y="3344"/>
                  </a:lnTo>
                  <a:lnTo>
                    <a:pt x="3002" y="3344"/>
                  </a:lnTo>
                  <a:lnTo>
                    <a:pt x="3002" y="2229"/>
                  </a:lnTo>
                  <a:cubicBezTo>
                    <a:pt x="3002" y="998"/>
                    <a:pt x="2004"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26"/>
            <p:cNvSpPr/>
            <p:nvPr/>
          </p:nvSpPr>
          <p:spPr>
            <a:xfrm>
              <a:off x="5587952" y="2137521"/>
              <a:ext cx="125002" cy="75089"/>
            </a:xfrm>
            <a:custGeom>
              <a:rect b="b" l="l" r="r" t="t"/>
              <a:pathLst>
                <a:path extrusionOk="0" h="2890" w="4811">
                  <a:moveTo>
                    <a:pt x="1012" y="0"/>
                  </a:moveTo>
                  <a:lnTo>
                    <a:pt x="115" y="980"/>
                  </a:lnTo>
                  <a:cubicBezTo>
                    <a:pt x="0" y="1105"/>
                    <a:pt x="24" y="1304"/>
                    <a:pt x="168" y="1398"/>
                  </a:cubicBezTo>
                  <a:lnTo>
                    <a:pt x="2404" y="2890"/>
                  </a:lnTo>
                  <a:lnTo>
                    <a:pt x="2404" y="2890"/>
                  </a:lnTo>
                  <a:lnTo>
                    <a:pt x="1012" y="0"/>
                  </a:lnTo>
                  <a:close/>
                  <a:moveTo>
                    <a:pt x="3799" y="0"/>
                  </a:moveTo>
                  <a:lnTo>
                    <a:pt x="2404" y="2890"/>
                  </a:lnTo>
                  <a:lnTo>
                    <a:pt x="4643" y="1398"/>
                  </a:lnTo>
                  <a:cubicBezTo>
                    <a:pt x="4784" y="1304"/>
                    <a:pt x="4810" y="1105"/>
                    <a:pt x="4693" y="980"/>
                  </a:cubicBezTo>
                  <a:lnTo>
                    <a:pt x="37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26"/>
            <p:cNvSpPr/>
            <p:nvPr/>
          </p:nvSpPr>
          <p:spPr>
            <a:xfrm>
              <a:off x="5757254" y="2113149"/>
              <a:ext cx="57187" cy="62670"/>
            </a:xfrm>
            <a:custGeom>
              <a:rect b="b" l="l" r="r" t="t"/>
              <a:pathLst>
                <a:path extrusionOk="0" h="2412" w="2201">
                  <a:moveTo>
                    <a:pt x="0" y="0"/>
                  </a:moveTo>
                  <a:lnTo>
                    <a:pt x="0" y="1320"/>
                  </a:lnTo>
                  <a:cubicBezTo>
                    <a:pt x="0" y="1725"/>
                    <a:pt x="327" y="2051"/>
                    <a:pt x="732" y="2051"/>
                  </a:cubicBezTo>
                  <a:lnTo>
                    <a:pt x="732" y="2412"/>
                  </a:lnTo>
                  <a:lnTo>
                    <a:pt x="2200" y="2412"/>
                  </a:lnTo>
                  <a:lnTo>
                    <a:pt x="2200"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26"/>
            <p:cNvSpPr/>
            <p:nvPr/>
          </p:nvSpPr>
          <p:spPr>
            <a:xfrm>
              <a:off x="5759021" y="2166439"/>
              <a:ext cx="72465" cy="72439"/>
            </a:xfrm>
            <a:custGeom>
              <a:rect b="b" l="l" r="r" t="t"/>
              <a:pathLst>
                <a:path extrusionOk="0" h="2788" w="2789">
                  <a:moveTo>
                    <a:pt x="262" y="0"/>
                  </a:moveTo>
                  <a:cubicBezTo>
                    <a:pt x="118" y="0"/>
                    <a:pt x="0" y="118"/>
                    <a:pt x="0" y="261"/>
                  </a:cubicBezTo>
                  <a:lnTo>
                    <a:pt x="0" y="2265"/>
                  </a:lnTo>
                  <a:cubicBezTo>
                    <a:pt x="0" y="2553"/>
                    <a:pt x="235" y="2788"/>
                    <a:pt x="523" y="2788"/>
                  </a:cubicBezTo>
                  <a:lnTo>
                    <a:pt x="2265" y="2788"/>
                  </a:lnTo>
                  <a:cubicBezTo>
                    <a:pt x="2553" y="2788"/>
                    <a:pt x="2788" y="2553"/>
                    <a:pt x="2788" y="2265"/>
                  </a:cubicBezTo>
                  <a:lnTo>
                    <a:pt x="2788" y="261"/>
                  </a:lnTo>
                  <a:cubicBezTo>
                    <a:pt x="2788" y="118"/>
                    <a:pt x="2670" y="0"/>
                    <a:pt x="2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26"/>
            <p:cNvSpPr/>
            <p:nvPr/>
          </p:nvSpPr>
          <p:spPr>
            <a:xfrm>
              <a:off x="5797371" y="2166439"/>
              <a:ext cx="34115" cy="72439"/>
            </a:xfrm>
            <a:custGeom>
              <a:rect b="b" l="l" r="r" t="t"/>
              <a:pathLst>
                <a:path extrusionOk="0" h="2788" w="1313">
                  <a:moveTo>
                    <a:pt x="270" y="0"/>
                  </a:moveTo>
                  <a:cubicBezTo>
                    <a:pt x="418" y="0"/>
                    <a:pt x="539" y="120"/>
                    <a:pt x="539" y="269"/>
                  </a:cubicBezTo>
                  <a:lnTo>
                    <a:pt x="539" y="2250"/>
                  </a:lnTo>
                  <a:cubicBezTo>
                    <a:pt x="539" y="2547"/>
                    <a:pt x="298" y="2788"/>
                    <a:pt x="0" y="2788"/>
                  </a:cubicBezTo>
                  <a:lnTo>
                    <a:pt x="774" y="2788"/>
                  </a:lnTo>
                  <a:cubicBezTo>
                    <a:pt x="1072" y="2788"/>
                    <a:pt x="1312" y="2547"/>
                    <a:pt x="1312" y="2250"/>
                  </a:cubicBezTo>
                  <a:lnTo>
                    <a:pt x="1312" y="269"/>
                  </a:lnTo>
                  <a:cubicBezTo>
                    <a:pt x="1312" y="120"/>
                    <a:pt x="1192"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26"/>
            <p:cNvSpPr/>
            <p:nvPr/>
          </p:nvSpPr>
          <p:spPr>
            <a:xfrm>
              <a:off x="5750862" y="2065081"/>
              <a:ext cx="39597" cy="63371"/>
            </a:xfrm>
            <a:custGeom>
              <a:rect b="b" l="l" r="r" t="t"/>
              <a:pathLst>
                <a:path extrusionOk="0" h="2439" w="1524">
                  <a:moveTo>
                    <a:pt x="732" y="1"/>
                  </a:moveTo>
                  <a:cubicBezTo>
                    <a:pt x="330" y="1"/>
                    <a:pt x="1" y="327"/>
                    <a:pt x="1" y="732"/>
                  </a:cubicBezTo>
                  <a:lnTo>
                    <a:pt x="1" y="1707"/>
                  </a:lnTo>
                  <a:cubicBezTo>
                    <a:pt x="1" y="2112"/>
                    <a:pt x="330" y="2438"/>
                    <a:pt x="732" y="2438"/>
                  </a:cubicBezTo>
                  <a:cubicBezTo>
                    <a:pt x="819" y="2438"/>
                    <a:pt x="902" y="2425"/>
                    <a:pt x="978" y="2396"/>
                  </a:cubicBezTo>
                  <a:lnTo>
                    <a:pt x="1524" y="2396"/>
                  </a:lnTo>
                  <a:lnTo>
                    <a:pt x="1524" y="123"/>
                  </a:lnTo>
                  <a:lnTo>
                    <a:pt x="1140" y="123"/>
                  </a:lnTo>
                  <a:cubicBezTo>
                    <a:pt x="1025" y="45"/>
                    <a:pt x="884" y="1"/>
                    <a:pt x="732"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26"/>
            <p:cNvSpPr/>
            <p:nvPr/>
          </p:nvSpPr>
          <p:spPr>
            <a:xfrm>
              <a:off x="5775779" y="2065081"/>
              <a:ext cx="63839" cy="101384"/>
            </a:xfrm>
            <a:custGeom>
              <a:rect b="b" l="l" r="r" t="t"/>
              <a:pathLst>
                <a:path extrusionOk="0" h="3902" w="2457">
                  <a:moveTo>
                    <a:pt x="518" y="1"/>
                  </a:moveTo>
                  <a:cubicBezTo>
                    <a:pt x="265" y="1"/>
                    <a:pt x="42" y="191"/>
                    <a:pt x="19" y="445"/>
                  </a:cubicBezTo>
                  <a:cubicBezTo>
                    <a:pt x="1" y="669"/>
                    <a:pt x="134" y="868"/>
                    <a:pt x="330" y="944"/>
                  </a:cubicBezTo>
                  <a:cubicBezTo>
                    <a:pt x="343" y="949"/>
                    <a:pt x="353" y="962"/>
                    <a:pt x="353" y="975"/>
                  </a:cubicBezTo>
                  <a:cubicBezTo>
                    <a:pt x="353" y="991"/>
                    <a:pt x="343" y="1004"/>
                    <a:pt x="330" y="1009"/>
                  </a:cubicBezTo>
                  <a:cubicBezTo>
                    <a:pt x="147" y="1080"/>
                    <a:pt x="19" y="1257"/>
                    <a:pt x="19" y="1464"/>
                  </a:cubicBezTo>
                  <a:cubicBezTo>
                    <a:pt x="19" y="1670"/>
                    <a:pt x="147" y="1848"/>
                    <a:pt x="330" y="1918"/>
                  </a:cubicBezTo>
                  <a:cubicBezTo>
                    <a:pt x="343" y="1923"/>
                    <a:pt x="353" y="1936"/>
                    <a:pt x="353" y="1952"/>
                  </a:cubicBezTo>
                  <a:cubicBezTo>
                    <a:pt x="353" y="1965"/>
                    <a:pt x="343" y="1978"/>
                    <a:pt x="330" y="1984"/>
                  </a:cubicBezTo>
                  <a:cubicBezTo>
                    <a:pt x="144" y="2057"/>
                    <a:pt x="11" y="2240"/>
                    <a:pt x="19" y="2454"/>
                  </a:cubicBezTo>
                  <a:cubicBezTo>
                    <a:pt x="27" y="2720"/>
                    <a:pt x="254" y="2927"/>
                    <a:pt x="521" y="2927"/>
                  </a:cubicBezTo>
                  <a:cubicBezTo>
                    <a:pt x="539" y="2927"/>
                    <a:pt x="555" y="2942"/>
                    <a:pt x="555" y="2961"/>
                  </a:cubicBezTo>
                  <a:lnTo>
                    <a:pt x="555" y="2979"/>
                  </a:lnTo>
                  <a:cubicBezTo>
                    <a:pt x="555" y="2992"/>
                    <a:pt x="547" y="3005"/>
                    <a:pt x="534" y="3010"/>
                  </a:cubicBezTo>
                  <a:cubicBezTo>
                    <a:pt x="364" y="3091"/>
                    <a:pt x="249" y="3240"/>
                    <a:pt x="262" y="3449"/>
                  </a:cubicBezTo>
                  <a:cubicBezTo>
                    <a:pt x="280" y="3708"/>
                    <a:pt x="505" y="3901"/>
                    <a:pt x="764" y="3901"/>
                  </a:cubicBezTo>
                  <a:lnTo>
                    <a:pt x="1482" y="3901"/>
                  </a:lnTo>
                  <a:cubicBezTo>
                    <a:pt x="2020" y="3901"/>
                    <a:pt x="2457" y="3465"/>
                    <a:pt x="2457" y="2927"/>
                  </a:cubicBezTo>
                  <a:lnTo>
                    <a:pt x="2457" y="975"/>
                  </a:lnTo>
                  <a:cubicBezTo>
                    <a:pt x="2457" y="437"/>
                    <a:pt x="2020" y="1"/>
                    <a:pt x="1482"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26"/>
            <p:cNvSpPr/>
            <p:nvPr/>
          </p:nvSpPr>
          <p:spPr>
            <a:xfrm>
              <a:off x="5794123" y="2065081"/>
              <a:ext cx="45495" cy="101384"/>
            </a:xfrm>
            <a:custGeom>
              <a:rect b="b" l="l" r="r" t="t"/>
              <a:pathLst>
                <a:path extrusionOk="0" h="3902" w="1751">
                  <a:moveTo>
                    <a:pt x="0" y="1"/>
                  </a:moveTo>
                  <a:cubicBezTo>
                    <a:pt x="541" y="1"/>
                    <a:pt x="977" y="437"/>
                    <a:pt x="977" y="975"/>
                  </a:cubicBezTo>
                  <a:lnTo>
                    <a:pt x="977" y="2927"/>
                  </a:lnTo>
                  <a:cubicBezTo>
                    <a:pt x="977" y="3454"/>
                    <a:pt x="559" y="3883"/>
                    <a:pt x="37" y="3901"/>
                  </a:cubicBezTo>
                  <a:lnTo>
                    <a:pt x="776" y="3901"/>
                  </a:lnTo>
                  <a:cubicBezTo>
                    <a:pt x="1314" y="3901"/>
                    <a:pt x="1751" y="3465"/>
                    <a:pt x="1751" y="2927"/>
                  </a:cubicBezTo>
                  <a:lnTo>
                    <a:pt x="1751" y="975"/>
                  </a:lnTo>
                  <a:cubicBezTo>
                    <a:pt x="1751" y="437"/>
                    <a:pt x="1314" y="1"/>
                    <a:pt x="776"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26"/>
            <p:cNvSpPr/>
            <p:nvPr/>
          </p:nvSpPr>
          <p:spPr>
            <a:xfrm>
              <a:off x="5777832" y="2083893"/>
              <a:ext cx="34894" cy="13121"/>
            </a:xfrm>
            <a:custGeom>
              <a:rect b="b" l="l" r="r" t="t"/>
              <a:pathLst>
                <a:path extrusionOk="0" h="505" w="1343">
                  <a:moveTo>
                    <a:pt x="0" y="0"/>
                  </a:moveTo>
                  <a:cubicBezTo>
                    <a:pt x="55" y="100"/>
                    <a:pt x="144" y="178"/>
                    <a:pt x="251" y="220"/>
                  </a:cubicBezTo>
                  <a:cubicBezTo>
                    <a:pt x="264" y="225"/>
                    <a:pt x="274" y="238"/>
                    <a:pt x="274" y="251"/>
                  </a:cubicBezTo>
                  <a:cubicBezTo>
                    <a:pt x="274" y="267"/>
                    <a:pt x="264" y="280"/>
                    <a:pt x="251" y="285"/>
                  </a:cubicBezTo>
                  <a:cubicBezTo>
                    <a:pt x="144" y="327"/>
                    <a:pt x="55" y="405"/>
                    <a:pt x="0" y="504"/>
                  </a:cubicBezTo>
                  <a:lnTo>
                    <a:pt x="1092" y="504"/>
                  </a:lnTo>
                  <a:cubicBezTo>
                    <a:pt x="1231" y="504"/>
                    <a:pt x="1343" y="392"/>
                    <a:pt x="1343" y="251"/>
                  </a:cubicBezTo>
                  <a:cubicBezTo>
                    <a:pt x="1343" y="113"/>
                    <a:pt x="1231" y="0"/>
                    <a:pt x="109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26"/>
            <p:cNvSpPr/>
            <p:nvPr/>
          </p:nvSpPr>
          <p:spPr>
            <a:xfrm>
              <a:off x="5777832" y="2109200"/>
              <a:ext cx="34894" cy="13121"/>
            </a:xfrm>
            <a:custGeom>
              <a:rect b="b" l="l" r="r" t="t"/>
              <a:pathLst>
                <a:path extrusionOk="0" h="505" w="1343">
                  <a:moveTo>
                    <a:pt x="0" y="1"/>
                  </a:moveTo>
                  <a:cubicBezTo>
                    <a:pt x="55" y="100"/>
                    <a:pt x="144" y="178"/>
                    <a:pt x="251" y="220"/>
                  </a:cubicBezTo>
                  <a:cubicBezTo>
                    <a:pt x="264" y="225"/>
                    <a:pt x="274" y="238"/>
                    <a:pt x="274" y="254"/>
                  </a:cubicBezTo>
                  <a:cubicBezTo>
                    <a:pt x="274" y="267"/>
                    <a:pt x="264" y="280"/>
                    <a:pt x="251" y="286"/>
                  </a:cubicBezTo>
                  <a:cubicBezTo>
                    <a:pt x="144" y="327"/>
                    <a:pt x="55" y="406"/>
                    <a:pt x="0" y="505"/>
                  </a:cubicBezTo>
                  <a:lnTo>
                    <a:pt x="1092" y="505"/>
                  </a:lnTo>
                  <a:cubicBezTo>
                    <a:pt x="1231" y="505"/>
                    <a:pt x="1343" y="393"/>
                    <a:pt x="1343" y="254"/>
                  </a:cubicBezTo>
                  <a:cubicBezTo>
                    <a:pt x="1343" y="113"/>
                    <a:pt x="1231" y="1"/>
                    <a:pt x="1092"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26"/>
            <p:cNvSpPr/>
            <p:nvPr/>
          </p:nvSpPr>
          <p:spPr>
            <a:xfrm>
              <a:off x="5777884" y="2134585"/>
              <a:ext cx="34843" cy="13147"/>
            </a:xfrm>
            <a:custGeom>
              <a:rect b="b" l="l" r="r" t="t"/>
              <a:pathLst>
                <a:path extrusionOk="0" h="506" w="1341">
                  <a:moveTo>
                    <a:pt x="1" y="1"/>
                  </a:moveTo>
                  <a:cubicBezTo>
                    <a:pt x="87" y="150"/>
                    <a:pt x="254" y="252"/>
                    <a:pt x="440" y="252"/>
                  </a:cubicBezTo>
                  <a:cubicBezTo>
                    <a:pt x="458" y="252"/>
                    <a:pt x="474" y="267"/>
                    <a:pt x="474" y="286"/>
                  </a:cubicBezTo>
                  <a:lnTo>
                    <a:pt x="474" y="304"/>
                  </a:lnTo>
                  <a:cubicBezTo>
                    <a:pt x="474" y="317"/>
                    <a:pt x="466" y="330"/>
                    <a:pt x="453" y="335"/>
                  </a:cubicBezTo>
                  <a:cubicBezTo>
                    <a:pt x="369" y="374"/>
                    <a:pt x="298" y="432"/>
                    <a:pt x="251" y="505"/>
                  </a:cubicBezTo>
                  <a:lnTo>
                    <a:pt x="1090" y="505"/>
                  </a:lnTo>
                  <a:cubicBezTo>
                    <a:pt x="1229" y="505"/>
                    <a:pt x="1341" y="390"/>
                    <a:pt x="1341" y="252"/>
                  </a:cubicBezTo>
                  <a:cubicBezTo>
                    <a:pt x="1341" y="113"/>
                    <a:pt x="1229" y="1"/>
                    <a:pt x="1090"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126"/>
          <p:cNvGrpSpPr/>
          <p:nvPr/>
        </p:nvGrpSpPr>
        <p:grpSpPr>
          <a:xfrm>
            <a:off x="6301198" y="1804425"/>
            <a:ext cx="435155" cy="434272"/>
            <a:chOff x="6301198" y="1804425"/>
            <a:chExt cx="435155" cy="434272"/>
          </a:xfrm>
        </p:grpSpPr>
        <p:sp>
          <p:nvSpPr>
            <p:cNvPr id="10916" name="Google Shape;10916;p126"/>
            <p:cNvSpPr/>
            <p:nvPr/>
          </p:nvSpPr>
          <p:spPr>
            <a:xfrm>
              <a:off x="6341652" y="1833344"/>
              <a:ext cx="136200" cy="28996"/>
            </a:xfrm>
            <a:custGeom>
              <a:rect b="b" l="l" r="r" t="t"/>
              <a:pathLst>
                <a:path extrusionOk="0" h="1116" w="5242">
                  <a:moveTo>
                    <a:pt x="1" y="0"/>
                  </a:moveTo>
                  <a:lnTo>
                    <a:pt x="100" y="1116"/>
                  </a:lnTo>
                  <a:lnTo>
                    <a:pt x="5153" y="1116"/>
                  </a:lnTo>
                  <a:lnTo>
                    <a:pt x="52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26"/>
            <p:cNvSpPr/>
            <p:nvPr/>
          </p:nvSpPr>
          <p:spPr>
            <a:xfrm>
              <a:off x="6452702" y="1833344"/>
              <a:ext cx="25151" cy="28996"/>
            </a:xfrm>
            <a:custGeom>
              <a:rect b="b" l="l" r="r" t="t"/>
              <a:pathLst>
                <a:path extrusionOk="0" h="1116" w="968">
                  <a:moveTo>
                    <a:pt x="87" y="0"/>
                  </a:moveTo>
                  <a:lnTo>
                    <a:pt x="87" y="632"/>
                  </a:lnTo>
                  <a:cubicBezTo>
                    <a:pt x="87" y="802"/>
                    <a:pt x="56" y="964"/>
                    <a:pt x="1" y="1116"/>
                  </a:cubicBezTo>
                  <a:lnTo>
                    <a:pt x="879" y="1116"/>
                  </a:lnTo>
                  <a:lnTo>
                    <a:pt x="9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26"/>
            <p:cNvSpPr/>
            <p:nvPr/>
          </p:nvSpPr>
          <p:spPr>
            <a:xfrm>
              <a:off x="6339626" y="2180756"/>
              <a:ext cx="140254" cy="29022"/>
            </a:xfrm>
            <a:custGeom>
              <a:rect b="b" l="l" r="r" t="t"/>
              <a:pathLst>
                <a:path extrusionOk="0" h="1117" w="5398">
                  <a:moveTo>
                    <a:pt x="97" y="0"/>
                  </a:moveTo>
                  <a:lnTo>
                    <a:pt x="0" y="1116"/>
                  </a:lnTo>
                  <a:lnTo>
                    <a:pt x="5398" y="1116"/>
                  </a:lnTo>
                  <a:lnTo>
                    <a:pt x="5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26"/>
            <p:cNvSpPr/>
            <p:nvPr/>
          </p:nvSpPr>
          <p:spPr>
            <a:xfrm>
              <a:off x="6452520" y="2180756"/>
              <a:ext cx="27360" cy="29022"/>
            </a:xfrm>
            <a:custGeom>
              <a:rect b="b" l="l" r="r" t="t"/>
              <a:pathLst>
                <a:path extrusionOk="0" h="1117" w="1053">
                  <a:moveTo>
                    <a:pt x="0" y="0"/>
                  </a:moveTo>
                  <a:cubicBezTo>
                    <a:pt x="63" y="160"/>
                    <a:pt x="97" y="332"/>
                    <a:pt x="97" y="513"/>
                  </a:cubicBezTo>
                  <a:lnTo>
                    <a:pt x="97" y="1116"/>
                  </a:lnTo>
                  <a:lnTo>
                    <a:pt x="1053" y="1116"/>
                  </a:lnTo>
                  <a:lnTo>
                    <a:pt x="9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26"/>
            <p:cNvSpPr/>
            <p:nvPr/>
          </p:nvSpPr>
          <p:spPr>
            <a:xfrm>
              <a:off x="6339626" y="1978118"/>
              <a:ext cx="140254" cy="28945"/>
            </a:xfrm>
            <a:custGeom>
              <a:rect b="b" l="l" r="r" t="t"/>
              <a:pathLst>
                <a:path extrusionOk="0" h="1114" w="5398">
                  <a:moveTo>
                    <a:pt x="113" y="1"/>
                  </a:moveTo>
                  <a:lnTo>
                    <a:pt x="0" y="1114"/>
                  </a:lnTo>
                  <a:lnTo>
                    <a:pt x="5398" y="1114"/>
                  </a:lnTo>
                  <a:lnTo>
                    <a:pt x="5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26"/>
            <p:cNvSpPr/>
            <p:nvPr/>
          </p:nvSpPr>
          <p:spPr>
            <a:xfrm>
              <a:off x="6339626" y="2036033"/>
              <a:ext cx="140254" cy="28945"/>
            </a:xfrm>
            <a:custGeom>
              <a:rect b="b" l="l" r="r" t="t"/>
              <a:pathLst>
                <a:path extrusionOk="0" h="1114" w="5398">
                  <a:moveTo>
                    <a:pt x="0" y="0"/>
                  </a:moveTo>
                  <a:lnTo>
                    <a:pt x="73" y="1113"/>
                  </a:lnTo>
                  <a:lnTo>
                    <a:pt x="5301" y="1113"/>
                  </a:lnTo>
                  <a:lnTo>
                    <a:pt x="53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26"/>
            <p:cNvSpPr/>
            <p:nvPr/>
          </p:nvSpPr>
          <p:spPr>
            <a:xfrm>
              <a:off x="6453039" y="1978118"/>
              <a:ext cx="26840" cy="28945"/>
            </a:xfrm>
            <a:custGeom>
              <a:rect b="b" l="l" r="r" t="t"/>
              <a:pathLst>
                <a:path extrusionOk="0" h="1114" w="1033">
                  <a:moveTo>
                    <a:pt x="1" y="1"/>
                  </a:moveTo>
                  <a:cubicBezTo>
                    <a:pt x="53" y="144"/>
                    <a:pt x="79" y="299"/>
                    <a:pt x="79" y="461"/>
                  </a:cubicBezTo>
                  <a:lnTo>
                    <a:pt x="79" y="1114"/>
                  </a:lnTo>
                  <a:lnTo>
                    <a:pt x="1033" y="1114"/>
                  </a:lnTo>
                  <a:lnTo>
                    <a:pt x="9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26"/>
            <p:cNvSpPr/>
            <p:nvPr/>
          </p:nvSpPr>
          <p:spPr>
            <a:xfrm>
              <a:off x="6452780" y="2036033"/>
              <a:ext cx="27100" cy="28945"/>
            </a:xfrm>
            <a:custGeom>
              <a:rect b="b" l="l" r="r" t="t"/>
              <a:pathLst>
                <a:path extrusionOk="0" h="1114" w="1043">
                  <a:moveTo>
                    <a:pt x="89" y="0"/>
                  </a:moveTo>
                  <a:lnTo>
                    <a:pt x="89" y="622"/>
                  </a:lnTo>
                  <a:cubicBezTo>
                    <a:pt x="89" y="795"/>
                    <a:pt x="58" y="959"/>
                    <a:pt x="1" y="1113"/>
                  </a:cubicBezTo>
                  <a:lnTo>
                    <a:pt x="946" y="1113"/>
                  </a:lnTo>
                  <a:lnTo>
                    <a:pt x="10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26"/>
            <p:cNvSpPr/>
            <p:nvPr/>
          </p:nvSpPr>
          <p:spPr>
            <a:xfrm>
              <a:off x="6301198" y="1804425"/>
              <a:ext cx="217188" cy="434272"/>
            </a:xfrm>
            <a:custGeom>
              <a:rect b="b" l="l" r="r" t="t"/>
              <a:pathLst>
                <a:path extrusionOk="0" h="16714" w="8359">
                  <a:moveTo>
                    <a:pt x="6966" y="0"/>
                  </a:moveTo>
                  <a:cubicBezTo>
                    <a:pt x="6812" y="0"/>
                    <a:pt x="6686" y="125"/>
                    <a:pt x="6686" y="280"/>
                  </a:cubicBezTo>
                  <a:lnTo>
                    <a:pt x="6686" y="1745"/>
                  </a:lnTo>
                  <a:cubicBezTo>
                    <a:pt x="6686" y="2344"/>
                    <a:pt x="6307" y="2874"/>
                    <a:pt x="5740" y="3065"/>
                  </a:cubicBezTo>
                  <a:lnTo>
                    <a:pt x="2080" y="4308"/>
                  </a:lnTo>
                  <a:cubicBezTo>
                    <a:pt x="837" y="4732"/>
                    <a:pt x="1" y="5897"/>
                    <a:pt x="1" y="7211"/>
                  </a:cubicBezTo>
                  <a:lnTo>
                    <a:pt x="1" y="9601"/>
                  </a:lnTo>
                  <a:cubicBezTo>
                    <a:pt x="1" y="10939"/>
                    <a:pt x="855" y="12112"/>
                    <a:pt x="2130" y="12520"/>
                  </a:cubicBezTo>
                  <a:lnTo>
                    <a:pt x="5720" y="13669"/>
                  </a:lnTo>
                  <a:cubicBezTo>
                    <a:pt x="6297" y="13855"/>
                    <a:pt x="6686" y="14388"/>
                    <a:pt x="6686" y="14997"/>
                  </a:cubicBezTo>
                  <a:lnTo>
                    <a:pt x="6686" y="16436"/>
                  </a:lnTo>
                  <a:cubicBezTo>
                    <a:pt x="6686" y="16590"/>
                    <a:pt x="6812" y="16713"/>
                    <a:pt x="6966" y="16713"/>
                  </a:cubicBezTo>
                  <a:lnTo>
                    <a:pt x="8079" y="16713"/>
                  </a:lnTo>
                  <a:cubicBezTo>
                    <a:pt x="8233" y="16713"/>
                    <a:pt x="8358" y="16590"/>
                    <a:pt x="8358" y="16436"/>
                  </a:cubicBezTo>
                  <a:lnTo>
                    <a:pt x="8358" y="14997"/>
                  </a:lnTo>
                  <a:cubicBezTo>
                    <a:pt x="8358" y="13659"/>
                    <a:pt x="7501" y="12486"/>
                    <a:pt x="6229" y="12078"/>
                  </a:cubicBezTo>
                  <a:lnTo>
                    <a:pt x="2639" y="10929"/>
                  </a:lnTo>
                  <a:cubicBezTo>
                    <a:pt x="2062" y="10743"/>
                    <a:pt x="1673" y="10210"/>
                    <a:pt x="1673" y="9601"/>
                  </a:cubicBezTo>
                  <a:lnTo>
                    <a:pt x="1673" y="7211"/>
                  </a:lnTo>
                  <a:cubicBezTo>
                    <a:pt x="1673" y="6613"/>
                    <a:pt x="2051" y="6082"/>
                    <a:pt x="2616" y="5892"/>
                  </a:cubicBezTo>
                  <a:lnTo>
                    <a:pt x="6279" y="4648"/>
                  </a:lnTo>
                  <a:cubicBezTo>
                    <a:pt x="7522" y="4225"/>
                    <a:pt x="8358" y="3059"/>
                    <a:pt x="8358" y="1745"/>
                  </a:cubicBezTo>
                  <a:lnTo>
                    <a:pt x="8358" y="280"/>
                  </a:lnTo>
                  <a:cubicBezTo>
                    <a:pt x="8358" y="125"/>
                    <a:pt x="8233" y="0"/>
                    <a:pt x="80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26"/>
            <p:cNvSpPr/>
            <p:nvPr/>
          </p:nvSpPr>
          <p:spPr>
            <a:xfrm>
              <a:off x="6324556" y="1804425"/>
              <a:ext cx="193829" cy="434272"/>
            </a:xfrm>
            <a:custGeom>
              <a:rect b="b" l="l" r="r" t="t"/>
              <a:pathLst>
                <a:path extrusionOk="0" h="16714" w="7460">
                  <a:moveTo>
                    <a:pt x="6406" y="0"/>
                  </a:moveTo>
                  <a:cubicBezTo>
                    <a:pt x="6561" y="0"/>
                    <a:pt x="6686" y="125"/>
                    <a:pt x="6686" y="280"/>
                  </a:cubicBezTo>
                  <a:lnTo>
                    <a:pt x="6686" y="1745"/>
                  </a:lnTo>
                  <a:cubicBezTo>
                    <a:pt x="6686" y="3059"/>
                    <a:pt x="5850" y="4225"/>
                    <a:pt x="4606" y="4648"/>
                  </a:cubicBezTo>
                  <a:lnTo>
                    <a:pt x="943" y="5892"/>
                  </a:lnTo>
                  <a:cubicBezTo>
                    <a:pt x="379" y="6082"/>
                    <a:pt x="0" y="6613"/>
                    <a:pt x="0" y="7211"/>
                  </a:cubicBezTo>
                  <a:lnTo>
                    <a:pt x="0" y="9601"/>
                  </a:lnTo>
                  <a:cubicBezTo>
                    <a:pt x="0" y="10210"/>
                    <a:pt x="390" y="10743"/>
                    <a:pt x="967" y="10929"/>
                  </a:cubicBezTo>
                  <a:lnTo>
                    <a:pt x="4557" y="12078"/>
                  </a:lnTo>
                  <a:cubicBezTo>
                    <a:pt x="5829" y="12486"/>
                    <a:pt x="6686" y="13659"/>
                    <a:pt x="6686" y="14997"/>
                  </a:cubicBezTo>
                  <a:lnTo>
                    <a:pt x="6686" y="16436"/>
                  </a:lnTo>
                  <a:cubicBezTo>
                    <a:pt x="6686" y="16590"/>
                    <a:pt x="6561" y="16713"/>
                    <a:pt x="6406" y="16713"/>
                  </a:cubicBezTo>
                  <a:lnTo>
                    <a:pt x="7180" y="16713"/>
                  </a:lnTo>
                  <a:cubicBezTo>
                    <a:pt x="7334" y="16713"/>
                    <a:pt x="7459" y="16590"/>
                    <a:pt x="7459" y="16436"/>
                  </a:cubicBezTo>
                  <a:lnTo>
                    <a:pt x="7459" y="14997"/>
                  </a:lnTo>
                  <a:cubicBezTo>
                    <a:pt x="7459" y="13659"/>
                    <a:pt x="6602" y="12486"/>
                    <a:pt x="5330" y="12078"/>
                  </a:cubicBezTo>
                  <a:lnTo>
                    <a:pt x="1740" y="10929"/>
                  </a:lnTo>
                  <a:cubicBezTo>
                    <a:pt x="1163" y="10743"/>
                    <a:pt x="774" y="10210"/>
                    <a:pt x="774" y="9601"/>
                  </a:cubicBezTo>
                  <a:lnTo>
                    <a:pt x="774" y="7211"/>
                  </a:lnTo>
                  <a:cubicBezTo>
                    <a:pt x="774" y="6613"/>
                    <a:pt x="1152" y="6082"/>
                    <a:pt x="1717" y="5892"/>
                  </a:cubicBezTo>
                  <a:lnTo>
                    <a:pt x="5380" y="4648"/>
                  </a:lnTo>
                  <a:cubicBezTo>
                    <a:pt x="6623" y="4225"/>
                    <a:pt x="7459" y="3059"/>
                    <a:pt x="7459" y="1745"/>
                  </a:cubicBezTo>
                  <a:lnTo>
                    <a:pt x="7459" y="280"/>
                  </a:lnTo>
                  <a:cubicBezTo>
                    <a:pt x="7459" y="125"/>
                    <a:pt x="7334" y="0"/>
                    <a:pt x="71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26"/>
            <p:cNvSpPr/>
            <p:nvPr/>
          </p:nvSpPr>
          <p:spPr>
            <a:xfrm>
              <a:off x="6301198" y="1804425"/>
              <a:ext cx="217188" cy="434272"/>
            </a:xfrm>
            <a:custGeom>
              <a:rect b="b" l="l" r="r" t="t"/>
              <a:pathLst>
                <a:path extrusionOk="0" h="16714" w="8359">
                  <a:moveTo>
                    <a:pt x="280" y="0"/>
                  </a:moveTo>
                  <a:cubicBezTo>
                    <a:pt x="126" y="0"/>
                    <a:pt x="1" y="125"/>
                    <a:pt x="1" y="280"/>
                  </a:cubicBezTo>
                  <a:lnTo>
                    <a:pt x="1" y="1727"/>
                  </a:lnTo>
                  <a:cubicBezTo>
                    <a:pt x="1" y="3057"/>
                    <a:pt x="850" y="4227"/>
                    <a:pt x="2112" y="4640"/>
                  </a:cubicBezTo>
                  <a:lnTo>
                    <a:pt x="5725" y="5821"/>
                  </a:lnTo>
                  <a:cubicBezTo>
                    <a:pt x="6300" y="6009"/>
                    <a:pt x="6686" y="6539"/>
                    <a:pt x="6686" y="7146"/>
                  </a:cubicBezTo>
                  <a:lnTo>
                    <a:pt x="6686" y="9536"/>
                  </a:lnTo>
                  <a:cubicBezTo>
                    <a:pt x="6686" y="10137"/>
                    <a:pt x="6302" y="10667"/>
                    <a:pt x="5733" y="10858"/>
                  </a:cubicBezTo>
                  <a:lnTo>
                    <a:pt x="2096" y="12070"/>
                  </a:lnTo>
                  <a:cubicBezTo>
                    <a:pt x="842" y="12488"/>
                    <a:pt x="1" y="13656"/>
                    <a:pt x="1" y="14978"/>
                  </a:cubicBezTo>
                  <a:lnTo>
                    <a:pt x="1" y="16436"/>
                  </a:lnTo>
                  <a:cubicBezTo>
                    <a:pt x="1" y="16590"/>
                    <a:pt x="126" y="16713"/>
                    <a:pt x="280" y="16713"/>
                  </a:cubicBezTo>
                  <a:lnTo>
                    <a:pt x="1393" y="16713"/>
                  </a:lnTo>
                  <a:cubicBezTo>
                    <a:pt x="1547" y="16713"/>
                    <a:pt x="1673" y="16590"/>
                    <a:pt x="1673" y="16436"/>
                  </a:cubicBezTo>
                  <a:lnTo>
                    <a:pt x="1673" y="14978"/>
                  </a:lnTo>
                  <a:cubicBezTo>
                    <a:pt x="1673" y="14377"/>
                    <a:pt x="2054" y="13847"/>
                    <a:pt x="2624" y="13656"/>
                  </a:cubicBezTo>
                  <a:lnTo>
                    <a:pt x="6263" y="12444"/>
                  </a:lnTo>
                  <a:cubicBezTo>
                    <a:pt x="7514" y="12026"/>
                    <a:pt x="8358" y="10858"/>
                    <a:pt x="8358" y="9536"/>
                  </a:cubicBezTo>
                  <a:lnTo>
                    <a:pt x="8358" y="7146"/>
                  </a:lnTo>
                  <a:cubicBezTo>
                    <a:pt x="8358" y="5816"/>
                    <a:pt x="7509" y="4645"/>
                    <a:pt x="6245" y="4233"/>
                  </a:cubicBezTo>
                  <a:lnTo>
                    <a:pt x="2631" y="3052"/>
                  </a:lnTo>
                  <a:cubicBezTo>
                    <a:pt x="2057" y="2863"/>
                    <a:pt x="1673" y="2331"/>
                    <a:pt x="1673" y="1727"/>
                  </a:cubicBezTo>
                  <a:lnTo>
                    <a:pt x="1673" y="280"/>
                  </a:lnTo>
                  <a:cubicBezTo>
                    <a:pt x="1673" y="125"/>
                    <a:pt x="1547" y="0"/>
                    <a:pt x="13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26"/>
            <p:cNvSpPr/>
            <p:nvPr/>
          </p:nvSpPr>
          <p:spPr>
            <a:xfrm>
              <a:off x="6317281" y="1804425"/>
              <a:ext cx="201105" cy="434272"/>
            </a:xfrm>
            <a:custGeom>
              <a:rect b="b" l="l" r="r" t="t"/>
              <a:pathLst>
                <a:path extrusionOk="0" h="16714" w="7740">
                  <a:moveTo>
                    <a:pt x="1" y="0"/>
                  </a:moveTo>
                  <a:cubicBezTo>
                    <a:pt x="155" y="0"/>
                    <a:pt x="280" y="125"/>
                    <a:pt x="280" y="280"/>
                  </a:cubicBezTo>
                  <a:lnTo>
                    <a:pt x="280" y="1727"/>
                  </a:lnTo>
                  <a:cubicBezTo>
                    <a:pt x="280" y="2331"/>
                    <a:pt x="664" y="2863"/>
                    <a:pt x="1239" y="3052"/>
                  </a:cubicBezTo>
                  <a:lnTo>
                    <a:pt x="4852" y="4233"/>
                  </a:lnTo>
                  <a:cubicBezTo>
                    <a:pt x="6117" y="4645"/>
                    <a:pt x="6966" y="5816"/>
                    <a:pt x="6966" y="7146"/>
                  </a:cubicBezTo>
                  <a:lnTo>
                    <a:pt x="6966" y="9536"/>
                  </a:lnTo>
                  <a:cubicBezTo>
                    <a:pt x="6966" y="10858"/>
                    <a:pt x="6122" y="12026"/>
                    <a:pt x="4871" y="12444"/>
                  </a:cubicBezTo>
                  <a:lnTo>
                    <a:pt x="1231" y="13656"/>
                  </a:lnTo>
                  <a:cubicBezTo>
                    <a:pt x="662" y="13847"/>
                    <a:pt x="280" y="14377"/>
                    <a:pt x="280" y="14978"/>
                  </a:cubicBezTo>
                  <a:lnTo>
                    <a:pt x="280" y="16436"/>
                  </a:lnTo>
                  <a:cubicBezTo>
                    <a:pt x="280" y="16590"/>
                    <a:pt x="155" y="16713"/>
                    <a:pt x="1" y="16713"/>
                  </a:cubicBezTo>
                  <a:lnTo>
                    <a:pt x="774" y="16713"/>
                  </a:lnTo>
                  <a:cubicBezTo>
                    <a:pt x="928" y="16713"/>
                    <a:pt x="1054" y="16590"/>
                    <a:pt x="1054" y="16436"/>
                  </a:cubicBezTo>
                  <a:lnTo>
                    <a:pt x="1054" y="14978"/>
                  </a:lnTo>
                  <a:cubicBezTo>
                    <a:pt x="1054" y="14377"/>
                    <a:pt x="1435" y="13847"/>
                    <a:pt x="2005" y="13656"/>
                  </a:cubicBezTo>
                  <a:lnTo>
                    <a:pt x="5644" y="12444"/>
                  </a:lnTo>
                  <a:cubicBezTo>
                    <a:pt x="6895" y="12026"/>
                    <a:pt x="7739" y="10858"/>
                    <a:pt x="7739" y="9536"/>
                  </a:cubicBezTo>
                  <a:lnTo>
                    <a:pt x="7739" y="7146"/>
                  </a:lnTo>
                  <a:cubicBezTo>
                    <a:pt x="7739" y="5816"/>
                    <a:pt x="6890" y="4645"/>
                    <a:pt x="5626" y="4233"/>
                  </a:cubicBezTo>
                  <a:lnTo>
                    <a:pt x="2012" y="3052"/>
                  </a:lnTo>
                  <a:cubicBezTo>
                    <a:pt x="1438" y="2863"/>
                    <a:pt x="1054" y="2331"/>
                    <a:pt x="1054" y="1727"/>
                  </a:cubicBezTo>
                  <a:lnTo>
                    <a:pt x="1054" y="280"/>
                  </a:lnTo>
                  <a:cubicBezTo>
                    <a:pt x="1054" y="125"/>
                    <a:pt x="928"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26"/>
            <p:cNvSpPr/>
            <p:nvPr/>
          </p:nvSpPr>
          <p:spPr>
            <a:xfrm>
              <a:off x="6642322" y="2116683"/>
              <a:ext cx="48821" cy="48821"/>
            </a:xfrm>
            <a:custGeom>
              <a:rect b="b" l="l" r="r" t="t"/>
              <a:pathLst>
                <a:path extrusionOk="0" h="1879" w="1879">
                  <a:moveTo>
                    <a:pt x="789" y="0"/>
                  </a:moveTo>
                  <a:lnTo>
                    <a:pt x="0" y="787"/>
                  </a:lnTo>
                  <a:lnTo>
                    <a:pt x="1092" y="1879"/>
                  </a:lnTo>
                  <a:lnTo>
                    <a:pt x="1879" y="1092"/>
                  </a:lnTo>
                  <a:lnTo>
                    <a:pt x="7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26"/>
            <p:cNvSpPr/>
            <p:nvPr/>
          </p:nvSpPr>
          <p:spPr>
            <a:xfrm>
              <a:off x="6658743" y="2133623"/>
              <a:ext cx="77610" cy="76285"/>
            </a:xfrm>
            <a:custGeom>
              <a:rect b="b" l="l" r="r" t="t"/>
              <a:pathLst>
                <a:path extrusionOk="0" h="2936" w="2987">
                  <a:moveTo>
                    <a:pt x="1493" y="1"/>
                  </a:moveTo>
                  <a:cubicBezTo>
                    <a:pt x="1427" y="1"/>
                    <a:pt x="1360" y="26"/>
                    <a:pt x="1309" y="77"/>
                  </a:cubicBezTo>
                  <a:lnTo>
                    <a:pt x="102" y="1284"/>
                  </a:lnTo>
                  <a:cubicBezTo>
                    <a:pt x="0" y="1386"/>
                    <a:pt x="0" y="1553"/>
                    <a:pt x="102" y="1652"/>
                  </a:cubicBezTo>
                  <a:lnTo>
                    <a:pt x="1309" y="2860"/>
                  </a:lnTo>
                  <a:cubicBezTo>
                    <a:pt x="1360" y="2910"/>
                    <a:pt x="1427" y="2936"/>
                    <a:pt x="1493" y="2936"/>
                  </a:cubicBezTo>
                  <a:cubicBezTo>
                    <a:pt x="1560" y="2936"/>
                    <a:pt x="1627" y="2910"/>
                    <a:pt x="1678" y="2860"/>
                  </a:cubicBezTo>
                  <a:lnTo>
                    <a:pt x="2885" y="1652"/>
                  </a:lnTo>
                  <a:cubicBezTo>
                    <a:pt x="2987" y="1553"/>
                    <a:pt x="2987" y="1386"/>
                    <a:pt x="2885" y="1284"/>
                  </a:cubicBezTo>
                  <a:lnTo>
                    <a:pt x="1678" y="77"/>
                  </a:lnTo>
                  <a:cubicBezTo>
                    <a:pt x="1627" y="26"/>
                    <a:pt x="1560" y="1"/>
                    <a:pt x="1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26"/>
            <p:cNvSpPr/>
            <p:nvPr/>
          </p:nvSpPr>
          <p:spPr>
            <a:xfrm>
              <a:off x="6495962" y="1970193"/>
              <a:ext cx="188191" cy="188243"/>
            </a:xfrm>
            <a:custGeom>
              <a:rect b="b" l="l" r="r" t="t"/>
              <a:pathLst>
                <a:path extrusionOk="0" h="7245" w="7243">
                  <a:moveTo>
                    <a:pt x="3621" y="0"/>
                  </a:moveTo>
                  <a:cubicBezTo>
                    <a:pt x="1623" y="0"/>
                    <a:pt x="0" y="1623"/>
                    <a:pt x="0" y="3624"/>
                  </a:cubicBezTo>
                  <a:cubicBezTo>
                    <a:pt x="0" y="5622"/>
                    <a:pt x="1623" y="7245"/>
                    <a:pt x="3621" y="7245"/>
                  </a:cubicBezTo>
                  <a:cubicBezTo>
                    <a:pt x="5623" y="7245"/>
                    <a:pt x="7242" y="5622"/>
                    <a:pt x="7242" y="3624"/>
                  </a:cubicBezTo>
                  <a:cubicBezTo>
                    <a:pt x="7242" y="1623"/>
                    <a:pt x="5623" y="0"/>
                    <a:pt x="3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26"/>
            <p:cNvSpPr/>
            <p:nvPr/>
          </p:nvSpPr>
          <p:spPr>
            <a:xfrm>
              <a:off x="6524881" y="1999164"/>
              <a:ext cx="130354" cy="130302"/>
            </a:xfrm>
            <a:custGeom>
              <a:rect b="b" l="l" r="r" t="t"/>
              <a:pathLst>
                <a:path extrusionOk="0" h="5015" w="5017">
                  <a:moveTo>
                    <a:pt x="2508" y="1"/>
                  </a:moveTo>
                  <a:cubicBezTo>
                    <a:pt x="1124" y="1"/>
                    <a:pt x="0" y="1124"/>
                    <a:pt x="0" y="2509"/>
                  </a:cubicBezTo>
                  <a:cubicBezTo>
                    <a:pt x="0" y="3893"/>
                    <a:pt x="1124" y="5014"/>
                    <a:pt x="2508" y="5014"/>
                  </a:cubicBezTo>
                  <a:cubicBezTo>
                    <a:pt x="3893" y="5014"/>
                    <a:pt x="5016" y="3893"/>
                    <a:pt x="5016" y="2509"/>
                  </a:cubicBezTo>
                  <a:cubicBezTo>
                    <a:pt x="5016" y="1124"/>
                    <a:pt x="3893" y="1"/>
                    <a:pt x="2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26"/>
            <p:cNvSpPr/>
            <p:nvPr/>
          </p:nvSpPr>
          <p:spPr>
            <a:xfrm>
              <a:off x="6579990" y="1970219"/>
              <a:ext cx="113336" cy="188217"/>
            </a:xfrm>
            <a:custGeom>
              <a:rect b="b" l="l" r="r" t="t"/>
              <a:pathLst>
                <a:path extrusionOk="0" h="7244" w="4362">
                  <a:moveTo>
                    <a:pt x="382" y="0"/>
                  </a:moveTo>
                  <a:cubicBezTo>
                    <a:pt x="254" y="0"/>
                    <a:pt x="127" y="7"/>
                    <a:pt x="1" y="20"/>
                  </a:cubicBezTo>
                  <a:cubicBezTo>
                    <a:pt x="795" y="106"/>
                    <a:pt x="1566" y="454"/>
                    <a:pt x="2174" y="1062"/>
                  </a:cubicBezTo>
                  <a:cubicBezTo>
                    <a:pt x="3588" y="2476"/>
                    <a:pt x="3588" y="4767"/>
                    <a:pt x="2174" y="6183"/>
                  </a:cubicBezTo>
                  <a:cubicBezTo>
                    <a:pt x="1566" y="6792"/>
                    <a:pt x="795" y="7137"/>
                    <a:pt x="1" y="7223"/>
                  </a:cubicBezTo>
                  <a:cubicBezTo>
                    <a:pt x="129" y="7237"/>
                    <a:pt x="258" y="7244"/>
                    <a:pt x="387" y="7244"/>
                  </a:cubicBezTo>
                  <a:cubicBezTo>
                    <a:pt x="1314" y="7244"/>
                    <a:pt x="2241" y="6890"/>
                    <a:pt x="2948" y="6183"/>
                  </a:cubicBezTo>
                  <a:cubicBezTo>
                    <a:pt x="4361" y="4767"/>
                    <a:pt x="4361" y="2476"/>
                    <a:pt x="2948" y="1062"/>
                  </a:cubicBezTo>
                  <a:cubicBezTo>
                    <a:pt x="2240" y="352"/>
                    <a:pt x="1310" y="0"/>
                    <a:pt x="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26"/>
            <p:cNvSpPr/>
            <p:nvPr/>
          </p:nvSpPr>
          <p:spPr>
            <a:xfrm>
              <a:off x="6579990" y="1999190"/>
              <a:ext cx="81559" cy="130250"/>
            </a:xfrm>
            <a:custGeom>
              <a:rect b="b" l="l" r="r" t="t"/>
              <a:pathLst>
                <a:path extrusionOk="0" h="5013" w="3139">
                  <a:moveTo>
                    <a:pt x="390" y="1"/>
                  </a:moveTo>
                  <a:cubicBezTo>
                    <a:pt x="260" y="1"/>
                    <a:pt x="130" y="11"/>
                    <a:pt x="1" y="31"/>
                  </a:cubicBezTo>
                  <a:cubicBezTo>
                    <a:pt x="507" y="109"/>
                    <a:pt x="996" y="342"/>
                    <a:pt x="1388" y="734"/>
                  </a:cubicBezTo>
                  <a:cubicBezTo>
                    <a:pt x="2365" y="1714"/>
                    <a:pt x="2365" y="3299"/>
                    <a:pt x="1388" y="4279"/>
                  </a:cubicBezTo>
                  <a:cubicBezTo>
                    <a:pt x="996" y="4671"/>
                    <a:pt x="507" y="4904"/>
                    <a:pt x="1" y="4982"/>
                  </a:cubicBezTo>
                  <a:cubicBezTo>
                    <a:pt x="130" y="5002"/>
                    <a:pt x="260" y="5012"/>
                    <a:pt x="390" y="5012"/>
                  </a:cubicBezTo>
                  <a:cubicBezTo>
                    <a:pt x="1031" y="5012"/>
                    <a:pt x="1671" y="4768"/>
                    <a:pt x="2161" y="4279"/>
                  </a:cubicBezTo>
                  <a:cubicBezTo>
                    <a:pt x="3138" y="3299"/>
                    <a:pt x="3138" y="1714"/>
                    <a:pt x="2161" y="734"/>
                  </a:cubicBezTo>
                  <a:cubicBezTo>
                    <a:pt x="1671" y="245"/>
                    <a:pt x="1031" y="1"/>
                    <a:pt x="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26"/>
            <p:cNvSpPr/>
            <p:nvPr/>
          </p:nvSpPr>
          <p:spPr>
            <a:xfrm>
              <a:off x="6687375" y="2133701"/>
              <a:ext cx="48899" cy="76129"/>
            </a:xfrm>
            <a:custGeom>
              <a:rect b="b" l="l" r="r" t="t"/>
              <a:pathLst>
                <a:path extrusionOk="0" h="2930" w="1882">
                  <a:moveTo>
                    <a:pt x="391" y="1"/>
                  </a:moveTo>
                  <a:cubicBezTo>
                    <a:pt x="322" y="1"/>
                    <a:pt x="253" y="27"/>
                    <a:pt x="199" y="79"/>
                  </a:cubicBezTo>
                  <a:lnTo>
                    <a:pt x="1" y="278"/>
                  </a:lnTo>
                  <a:lnTo>
                    <a:pt x="999" y="1276"/>
                  </a:lnTo>
                  <a:cubicBezTo>
                    <a:pt x="1103" y="1380"/>
                    <a:pt x="1103" y="1550"/>
                    <a:pt x="999" y="1657"/>
                  </a:cubicBezTo>
                  <a:lnTo>
                    <a:pt x="1" y="2653"/>
                  </a:lnTo>
                  <a:lnTo>
                    <a:pt x="199" y="2851"/>
                  </a:lnTo>
                  <a:cubicBezTo>
                    <a:pt x="253" y="2904"/>
                    <a:pt x="322" y="2930"/>
                    <a:pt x="391" y="2930"/>
                  </a:cubicBezTo>
                  <a:cubicBezTo>
                    <a:pt x="460" y="2930"/>
                    <a:pt x="529" y="2904"/>
                    <a:pt x="581" y="2851"/>
                  </a:cubicBezTo>
                  <a:lnTo>
                    <a:pt x="1777" y="1657"/>
                  </a:lnTo>
                  <a:cubicBezTo>
                    <a:pt x="1882" y="1550"/>
                    <a:pt x="1882" y="1380"/>
                    <a:pt x="1777" y="1276"/>
                  </a:cubicBezTo>
                  <a:lnTo>
                    <a:pt x="581" y="79"/>
                  </a:lnTo>
                  <a:cubicBezTo>
                    <a:pt x="529" y="27"/>
                    <a:pt x="460" y="1"/>
                    <a:pt x="3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26"/>
            <p:cNvSpPr/>
            <p:nvPr/>
          </p:nvSpPr>
          <p:spPr>
            <a:xfrm>
              <a:off x="6667291" y="2141574"/>
              <a:ext cx="50250" cy="50198"/>
            </a:xfrm>
            <a:custGeom>
              <a:rect b="b" l="l" r="r" t="t"/>
              <a:pathLst>
                <a:path extrusionOk="0" h="1932" w="1934">
                  <a:moveTo>
                    <a:pt x="1576" y="1"/>
                  </a:moveTo>
                  <a:lnTo>
                    <a:pt x="0" y="1576"/>
                  </a:lnTo>
                  <a:lnTo>
                    <a:pt x="358" y="1932"/>
                  </a:lnTo>
                  <a:lnTo>
                    <a:pt x="1934" y="356"/>
                  </a:lnTo>
                  <a:lnTo>
                    <a:pt x="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126"/>
          <p:cNvGrpSpPr/>
          <p:nvPr/>
        </p:nvGrpSpPr>
        <p:grpSpPr>
          <a:xfrm>
            <a:off x="7075060" y="1804425"/>
            <a:ext cx="434479" cy="434453"/>
            <a:chOff x="7075060" y="1804425"/>
            <a:chExt cx="434479" cy="434453"/>
          </a:xfrm>
        </p:grpSpPr>
        <p:sp>
          <p:nvSpPr>
            <p:cNvPr id="10937" name="Google Shape;10937;p126"/>
            <p:cNvSpPr/>
            <p:nvPr/>
          </p:nvSpPr>
          <p:spPr>
            <a:xfrm>
              <a:off x="7075060" y="1804425"/>
              <a:ext cx="202793" cy="202767"/>
            </a:xfrm>
            <a:custGeom>
              <a:rect b="b" l="l" r="r" t="t"/>
              <a:pathLst>
                <a:path extrusionOk="0" h="7804" w="7805">
                  <a:moveTo>
                    <a:pt x="523" y="0"/>
                  </a:moveTo>
                  <a:cubicBezTo>
                    <a:pt x="236" y="0"/>
                    <a:pt x="1" y="235"/>
                    <a:pt x="1" y="523"/>
                  </a:cubicBezTo>
                  <a:lnTo>
                    <a:pt x="1" y="7281"/>
                  </a:lnTo>
                  <a:cubicBezTo>
                    <a:pt x="1" y="7569"/>
                    <a:pt x="236" y="7804"/>
                    <a:pt x="523" y="7804"/>
                  </a:cubicBezTo>
                  <a:lnTo>
                    <a:pt x="7282" y="7804"/>
                  </a:lnTo>
                  <a:cubicBezTo>
                    <a:pt x="7569" y="7804"/>
                    <a:pt x="7805" y="7569"/>
                    <a:pt x="7805" y="7281"/>
                  </a:cubicBezTo>
                  <a:lnTo>
                    <a:pt x="7805" y="523"/>
                  </a:lnTo>
                  <a:cubicBezTo>
                    <a:pt x="7805" y="235"/>
                    <a:pt x="7569" y="0"/>
                    <a:pt x="7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26"/>
            <p:cNvSpPr/>
            <p:nvPr/>
          </p:nvSpPr>
          <p:spPr>
            <a:xfrm>
              <a:off x="7116269" y="1833396"/>
              <a:ext cx="120325" cy="143112"/>
            </a:xfrm>
            <a:custGeom>
              <a:rect b="b" l="l" r="r" t="t"/>
              <a:pathLst>
                <a:path extrusionOk="0" h="5508" w="4631">
                  <a:moveTo>
                    <a:pt x="2038" y="1"/>
                  </a:moveTo>
                  <a:cubicBezTo>
                    <a:pt x="1884" y="1"/>
                    <a:pt x="1759" y="123"/>
                    <a:pt x="1759" y="278"/>
                  </a:cubicBezTo>
                  <a:lnTo>
                    <a:pt x="1759" y="557"/>
                  </a:lnTo>
                  <a:lnTo>
                    <a:pt x="366" y="557"/>
                  </a:lnTo>
                  <a:cubicBezTo>
                    <a:pt x="212" y="557"/>
                    <a:pt x="87" y="683"/>
                    <a:pt x="87" y="837"/>
                  </a:cubicBezTo>
                  <a:lnTo>
                    <a:pt x="87" y="1393"/>
                  </a:lnTo>
                  <a:cubicBezTo>
                    <a:pt x="87" y="1547"/>
                    <a:pt x="212" y="1673"/>
                    <a:pt x="366" y="1673"/>
                  </a:cubicBezTo>
                  <a:lnTo>
                    <a:pt x="2874" y="1673"/>
                  </a:lnTo>
                  <a:cubicBezTo>
                    <a:pt x="2874" y="2221"/>
                    <a:pt x="2645" y="2710"/>
                    <a:pt x="2294" y="3123"/>
                  </a:cubicBezTo>
                  <a:cubicBezTo>
                    <a:pt x="2169" y="2948"/>
                    <a:pt x="2059" y="2760"/>
                    <a:pt x="1963" y="2553"/>
                  </a:cubicBezTo>
                  <a:lnTo>
                    <a:pt x="952" y="3021"/>
                  </a:lnTo>
                  <a:cubicBezTo>
                    <a:pt x="1090" y="3324"/>
                    <a:pt x="1257" y="3601"/>
                    <a:pt x="1448" y="3852"/>
                  </a:cubicBezTo>
                  <a:cubicBezTo>
                    <a:pt x="1048" y="4108"/>
                    <a:pt x="617" y="4298"/>
                    <a:pt x="225" y="4408"/>
                  </a:cubicBezTo>
                  <a:cubicBezTo>
                    <a:pt x="84" y="4447"/>
                    <a:pt x="1" y="4591"/>
                    <a:pt x="29" y="4732"/>
                  </a:cubicBezTo>
                  <a:lnTo>
                    <a:pt x="142" y="5281"/>
                  </a:lnTo>
                  <a:cubicBezTo>
                    <a:pt x="168" y="5412"/>
                    <a:pt x="284" y="5503"/>
                    <a:pt x="411" y="5503"/>
                  </a:cubicBezTo>
                  <a:cubicBezTo>
                    <a:pt x="436" y="5503"/>
                    <a:pt x="461" y="5500"/>
                    <a:pt x="486" y="5492"/>
                  </a:cubicBezTo>
                  <a:cubicBezTo>
                    <a:pt x="1095" y="5328"/>
                    <a:pt x="1720" y="5030"/>
                    <a:pt x="2255" y="4651"/>
                  </a:cubicBezTo>
                  <a:cubicBezTo>
                    <a:pt x="2775" y="5038"/>
                    <a:pt x="3405" y="5320"/>
                    <a:pt x="4155" y="5500"/>
                  </a:cubicBezTo>
                  <a:cubicBezTo>
                    <a:pt x="4176" y="5505"/>
                    <a:pt x="4197" y="5508"/>
                    <a:pt x="4218" y="5508"/>
                  </a:cubicBezTo>
                  <a:cubicBezTo>
                    <a:pt x="4347" y="5508"/>
                    <a:pt x="4465" y="5416"/>
                    <a:pt x="4492" y="5283"/>
                  </a:cubicBezTo>
                  <a:lnTo>
                    <a:pt x="4601" y="4737"/>
                  </a:lnTo>
                  <a:cubicBezTo>
                    <a:pt x="4630" y="4591"/>
                    <a:pt x="4539" y="4447"/>
                    <a:pt x="4395" y="4411"/>
                  </a:cubicBezTo>
                  <a:cubicBezTo>
                    <a:pt x="3893" y="4291"/>
                    <a:pt x="3470" y="4116"/>
                    <a:pt x="3110" y="3886"/>
                  </a:cubicBezTo>
                  <a:cubicBezTo>
                    <a:pt x="3687" y="3227"/>
                    <a:pt x="3987" y="2472"/>
                    <a:pt x="3987" y="1673"/>
                  </a:cubicBezTo>
                  <a:lnTo>
                    <a:pt x="4267" y="1673"/>
                  </a:lnTo>
                  <a:cubicBezTo>
                    <a:pt x="4421" y="1673"/>
                    <a:pt x="4547" y="1547"/>
                    <a:pt x="4547" y="1393"/>
                  </a:cubicBezTo>
                  <a:lnTo>
                    <a:pt x="4547" y="837"/>
                  </a:lnTo>
                  <a:cubicBezTo>
                    <a:pt x="4547" y="683"/>
                    <a:pt x="4421" y="557"/>
                    <a:pt x="4267" y="557"/>
                  </a:cubicBezTo>
                  <a:lnTo>
                    <a:pt x="2874" y="557"/>
                  </a:lnTo>
                  <a:lnTo>
                    <a:pt x="2874" y="278"/>
                  </a:lnTo>
                  <a:cubicBezTo>
                    <a:pt x="2874" y="123"/>
                    <a:pt x="2749" y="1"/>
                    <a:pt x="2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26"/>
            <p:cNvSpPr/>
            <p:nvPr/>
          </p:nvSpPr>
          <p:spPr>
            <a:xfrm>
              <a:off x="7306746" y="1826276"/>
              <a:ext cx="184398" cy="180890"/>
            </a:xfrm>
            <a:custGeom>
              <a:rect b="b" l="l" r="r" t="t"/>
              <a:pathLst>
                <a:path extrusionOk="0" h="6962" w="7097">
                  <a:moveTo>
                    <a:pt x="284" y="0"/>
                  </a:moveTo>
                  <a:cubicBezTo>
                    <a:pt x="129" y="0"/>
                    <a:pt x="1" y="124"/>
                    <a:pt x="1" y="280"/>
                  </a:cubicBezTo>
                  <a:lnTo>
                    <a:pt x="1" y="1395"/>
                  </a:lnTo>
                  <a:cubicBezTo>
                    <a:pt x="1" y="1544"/>
                    <a:pt x="118" y="1667"/>
                    <a:pt x="264" y="1675"/>
                  </a:cubicBezTo>
                  <a:cubicBezTo>
                    <a:pt x="2456" y="1795"/>
                    <a:pt x="4257" y="3412"/>
                    <a:pt x="4656" y="5521"/>
                  </a:cubicBezTo>
                  <a:lnTo>
                    <a:pt x="4238" y="5521"/>
                  </a:lnTo>
                  <a:cubicBezTo>
                    <a:pt x="4116" y="5521"/>
                    <a:pt x="4053" y="5670"/>
                    <a:pt x="4142" y="5759"/>
                  </a:cubicBezTo>
                  <a:lnTo>
                    <a:pt x="5181" y="6798"/>
                  </a:lnTo>
                  <a:cubicBezTo>
                    <a:pt x="5290" y="6907"/>
                    <a:pt x="5432" y="6961"/>
                    <a:pt x="5575" y="6961"/>
                  </a:cubicBezTo>
                  <a:cubicBezTo>
                    <a:pt x="5718" y="6961"/>
                    <a:pt x="5861" y="6907"/>
                    <a:pt x="5970" y="6798"/>
                  </a:cubicBezTo>
                  <a:lnTo>
                    <a:pt x="7010" y="5759"/>
                  </a:lnTo>
                  <a:cubicBezTo>
                    <a:pt x="7097" y="5670"/>
                    <a:pt x="7034" y="5521"/>
                    <a:pt x="6911" y="5521"/>
                  </a:cubicBezTo>
                  <a:lnTo>
                    <a:pt x="6349" y="5521"/>
                  </a:lnTo>
                  <a:cubicBezTo>
                    <a:pt x="5931" y="2498"/>
                    <a:pt x="3397" y="141"/>
                    <a:pt x="293" y="0"/>
                  </a:cubicBezTo>
                  <a:cubicBezTo>
                    <a:pt x="290" y="0"/>
                    <a:pt x="287"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26"/>
            <p:cNvSpPr/>
            <p:nvPr/>
          </p:nvSpPr>
          <p:spPr>
            <a:xfrm>
              <a:off x="7093456" y="2036137"/>
              <a:ext cx="184398" cy="180890"/>
            </a:xfrm>
            <a:custGeom>
              <a:rect b="b" l="l" r="r" t="t"/>
              <a:pathLst>
                <a:path extrusionOk="0" h="6962" w="7097">
                  <a:moveTo>
                    <a:pt x="1522" y="1"/>
                  </a:moveTo>
                  <a:cubicBezTo>
                    <a:pt x="1379" y="1"/>
                    <a:pt x="1236" y="55"/>
                    <a:pt x="1127" y="164"/>
                  </a:cubicBezTo>
                  <a:lnTo>
                    <a:pt x="87" y="1203"/>
                  </a:lnTo>
                  <a:cubicBezTo>
                    <a:pt x="1" y="1290"/>
                    <a:pt x="63" y="1441"/>
                    <a:pt x="186" y="1441"/>
                  </a:cubicBezTo>
                  <a:lnTo>
                    <a:pt x="748" y="1441"/>
                  </a:lnTo>
                  <a:cubicBezTo>
                    <a:pt x="1166" y="4464"/>
                    <a:pt x="3700" y="6821"/>
                    <a:pt x="6804" y="6962"/>
                  </a:cubicBezTo>
                  <a:cubicBezTo>
                    <a:pt x="6807" y="6962"/>
                    <a:pt x="6810" y="6962"/>
                    <a:pt x="6814" y="6962"/>
                  </a:cubicBezTo>
                  <a:cubicBezTo>
                    <a:pt x="6969" y="6962"/>
                    <a:pt x="7097" y="6838"/>
                    <a:pt x="7097" y="6682"/>
                  </a:cubicBezTo>
                  <a:lnTo>
                    <a:pt x="7097" y="5566"/>
                  </a:lnTo>
                  <a:cubicBezTo>
                    <a:pt x="7097" y="5418"/>
                    <a:pt x="6979" y="5295"/>
                    <a:pt x="6833" y="5287"/>
                  </a:cubicBezTo>
                  <a:cubicBezTo>
                    <a:pt x="4641" y="5167"/>
                    <a:pt x="2841" y="3550"/>
                    <a:pt x="2441" y="1441"/>
                  </a:cubicBezTo>
                  <a:lnTo>
                    <a:pt x="2859" y="1441"/>
                  </a:lnTo>
                  <a:cubicBezTo>
                    <a:pt x="2982" y="1441"/>
                    <a:pt x="3044" y="1290"/>
                    <a:pt x="2956" y="1203"/>
                  </a:cubicBezTo>
                  <a:lnTo>
                    <a:pt x="1916" y="164"/>
                  </a:lnTo>
                  <a:cubicBezTo>
                    <a:pt x="1807" y="55"/>
                    <a:pt x="1665" y="1"/>
                    <a:pt x="1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26"/>
            <p:cNvSpPr/>
            <p:nvPr/>
          </p:nvSpPr>
          <p:spPr>
            <a:xfrm>
              <a:off x="7306746" y="2036085"/>
              <a:ext cx="202793" cy="202793"/>
            </a:xfrm>
            <a:custGeom>
              <a:rect b="b" l="l" r="r" t="t"/>
              <a:pathLst>
                <a:path extrusionOk="0" h="7805" w="7805">
                  <a:moveTo>
                    <a:pt x="523" y="1"/>
                  </a:moveTo>
                  <a:cubicBezTo>
                    <a:pt x="236" y="1"/>
                    <a:pt x="1" y="236"/>
                    <a:pt x="1" y="523"/>
                  </a:cubicBezTo>
                  <a:lnTo>
                    <a:pt x="1" y="7282"/>
                  </a:lnTo>
                  <a:cubicBezTo>
                    <a:pt x="1" y="7570"/>
                    <a:pt x="236" y="7805"/>
                    <a:pt x="523" y="7805"/>
                  </a:cubicBezTo>
                  <a:lnTo>
                    <a:pt x="7282" y="7805"/>
                  </a:lnTo>
                  <a:cubicBezTo>
                    <a:pt x="7569" y="7805"/>
                    <a:pt x="7805" y="7570"/>
                    <a:pt x="7805" y="7282"/>
                  </a:cubicBezTo>
                  <a:lnTo>
                    <a:pt x="7805" y="523"/>
                  </a:lnTo>
                  <a:cubicBezTo>
                    <a:pt x="7805" y="236"/>
                    <a:pt x="7569" y="1"/>
                    <a:pt x="7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26"/>
            <p:cNvSpPr/>
            <p:nvPr/>
          </p:nvSpPr>
          <p:spPr>
            <a:xfrm>
              <a:off x="7346058" y="2065081"/>
              <a:ext cx="124248" cy="144852"/>
            </a:xfrm>
            <a:custGeom>
              <a:rect b="b" l="l" r="r" t="t"/>
              <a:pathLst>
                <a:path extrusionOk="0" h="5575" w="4782">
                  <a:moveTo>
                    <a:pt x="2396" y="1947"/>
                  </a:moveTo>
                  <a:lnTo>
                    <a:pt x="2932" y="3366"/>
                  </a:lnTo>
                  <a:lnTo>
                    <a:pt x="1855" y="3366"/>
                  </a:lnTo>
                  <a:lnTo>
                    <a:pt x="2396" y="1947"/>
                  </a:lnTo>
                  <a:close/>
                  <a:moveTo>
                    <a:pt x="2396" y="1"/>
                  </a:moveTo>
                  <a:cubicBezTo>
                    <a:pt x="2130" y="1"/>
                    <a:pt x="1889" y="163"/>
                    <a:pt x="1787" y="411"/>
                  </a:cubicBezTo>
                  <a:lnTo>
                    <a:pt x="110" y="4818"/>
                  </a:lnTo>
                  <a:cubicBezTo>
                    <a:pt x="0" y="5106"/>
                    <a:pt x="144" y="5430"/>
                    <a:pt x="431" y="5537"/>
                  </a:cubicBezTo>
                  <a:cubicBezTo>
                    <a:pt x="497" y="5563"/>
                    <a:pt x="565" y="5573"/>
                    <a:pt x="630" y="5573"/>
                  </a:cubicBezTo>
                  <a:cubicBezTo>
                    <a:pt x="855" y="5573"/>
                    <a:pt x="1066" y="5437"/>
                    <a:pt x="1150" y="5215"/>
                  </a:cubicBezTo>
                  <a:lnTo>
                    <a:pt x="1432" y="4479"/>
                  </a:lnTo>
                  <a:lnTo>
                    <a:pt x="3352" y="4479"/>
                  </a:lnTo>
                  <a:lnTo>
                    <a:pt x="3629" y="5213"/>
                  </a:lnTo>
                  <a:cubicBezTo>
                    <a:pt x="3712" y="5438"/>
                    <a:pt x="3925" y="5575"/>
                    <a:pt x="4151" y="5575"/>
                  </a:cubicBezTo>
                  <a:cubicBezTo>
                    <a:pt x="4216" y="5575"/>
                    <a:pt x="4283" y="5563"/>
                    <a:pt x="4348" y="5539"/>
                  </a:cubicBezTo>
                  <a:cubicBezTo>
                    <a:pt x="4635" y="5430"/>
                    <a:pt x="4781" y="5108"/>
                    <a:pt x="4672" y="4821"/>
                  </a:cubicBezTo>
                  <a:lnTo>
                    <a:pt x="3013" y="424"/>
                  </a:lnTo>
                  <a:lnTo>
                    <a:pt x="3007" y="408"/>
                  </a:lnTo>
                  <a:cubicBezTo>
                    <a:pt x="2906" y="160"/>
                    <a:pt x="2665" y="1"/>
                    <a:pt x="2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26"/>
            <p:cNvSpPr/>
            <p:nvPr/>
          </p:nvSpPr>
          <p:spPr>
            <a:xfrm>
              <a:off x="7475451" y="2036085"/>
              <a:ext cx="34089" cy="202793"/>
            </a:xfrm>
            <a:custGeom>
              <a:rect b="b" l="l" r="r" t="t"/>
              <a:pathLst>
                <a:path extrusionOk="0" h="7805" w="1312">
                  <a:moveTo>
                    <a:pt x="0" y="1"/>
                  </a:moveTo>
                  <a:cubicBezTo>
                    <a:pt x="298" y="1"/>
                    <a:pt x="538" y="244"/>
                    <a:pt x="538" y="539"/>
                  </a:cubicBezTo>
                  <a:lnTo>
                    <a:pt x="538" y="7267"/>
                  </a:lnTo>
                  <a:cubicBezTo>
                    <a:pt x="538" y="7564"/>
                    <a:pt x="298" y="7805"/>
                    <a:pt x="0" y="7805"/>
                  </a:cubicBezTo>
                  <a:lnTo>
                    <a:pt x="773" y="7805"/>
                  </a:lnTo>
                  <a:cubicBezTo>
                    <a:pt x="1071" y="7805"/>
                    <a:pt x="1312" y="7564"/>
                    <a:pt x="1312" y="7267"/>
                  </a:cubicBezTo>
                  <a:lnTo>
                    <a:pt x="1312" y="539"/>
                  </a:lnTo>
                  <a:cubicBezTo>
                    <a:pt x="1312" y="244"/>
                    <a:pt x="1071" y="1"/>
                    <a:pt x="7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26"/>
            <p:cNvSpPr/>
            <p:nvPr/>
          </p:nvSpPr>
          <p:spPr>
            <a:xfrm>
              <a:off x="7243765" y="1804425"/>
              <a:ext cx="34167" cy="202767"/>
            </a:xfrm>
            <a:custGeom>
              <a:rect b="b" l="l" r="r" t="t"/>
              <a:pathLst>
                <a:path extrusionOk="0" h="7804" w="1315">
                  <a:moveTo>
                    <a:pt x="0" y="0"/>
                  </a:moveTo>
                  <a:cubicBezTo>
                    <a:pt x="298" y="0"/>
                    <a:pt x="538" y="240"/>
                    <a:pt x="538" y="538"/>
                  </a:cubicBezTo>
                  <a:lnTo>
                    <a:pt x="538" y="7266"/>
                  </a:lnTo>
                  <a:cubicBezTo>
                    <a:pt x="538" y="7561"/>
                    <a:pt x="298" y="7804"/>
                    <a:pt x="0" y="7804"/>
                  </a:cubicBezTo>
                  <a:lnTo>
                    <a:pt x="773" y="7804"/>
                  </a:lnTo>
                  <a:cubicBezTo>
                    <a:pt x="1071" y="7804"/>
                    <a:pt x="1314" y="7561"/>
                    <a:pt x="1314" y="7266"/>
                  </a:cubicBezTo>
                  <a:lnTo>
                    <a:pt x="1314" y="538"/>
                  </a:lnTo>
                  <a:cubicBezTo>
                    <a:pt x="1314" y="240"/>
                    <a:pt x="1071"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26"/>
            <p:cNvSpPr/>
            <p:nvPr/>
          </p:nvSpPr>
          <p:spPr>
            <a:xfrm>
              <a:off x="7309734" y="1826276"/>
              <a:ext cx="181410" cy="180890"/>
            </a:xfrm>
            <a:custGeom>
              <a:rect b="b" l="l" r="r" t="t"/>
              <a:pathLst>
                <a:path extrusionOk="0" h="6962" w="6982">
                  <a:moveTo>
                    <a:pt x="167" y="0"/>
                  </a:moveTo>
                  <a:cubicBezTo>
                    <a:pt x="104" y="0"/>
                    <a:pt x="47" y="21"/>
                    <a:pt x="1" y="55"/>
                  </a:cubicBezTo>
                  <a:cubicBezTo>
                    <a:pt x="2827" y="450"/>
                    <a:pt x="5069" y="2694"/>
                    <a:pt x="5461" y="5521"/>
                  </a:cubicBezTo>
                  <a:lnTo>
                    <a:pt x="6023" y="5521"/>
                  </a:lnTo>
                  <a:cubicBezTo>
                    <a:pt x="6145" y="5521"/>
                    <a:pt x="6208" y="5670"/>
                    <a:pt x="6119" y="5759"/>
                  </a:cubicBezTo>
                  <a:lnTo>
                    <a:pt x="5080" y="6798"/>
                  </a:lnTo>
                  <a:cubicBezTo>
                    <a:pt x="5077" y="6801"/>
                    <a:pt x="5074" y="6804"/>
                    <a:pt x="5074" y="6806"/>
                  </a:cubicBezTo>
                  <a:cubicBezTo>
                    <a:pt x="5182" y="6910"/>
                    <a:pt x="5321" y="6962"/>
                    <a:pt x="5461" y="6962"/>
                  </a:cubicBezTo>
                  <a:cubicBezTo>
                    <a:pt x="5603" y="6962"/>
                    <a:pt x="5746" y="6908"/>
                    <a:pt x="5855" y="6798"/>
                  </a:cubicBezTo>
                  <a:lnTo>
                    <a:pt x="6895" y="5759"/>
                  </a:lnTo>
                  <a:cubicBezTo>
                    <a:pt x="6982" y="5670"/>
                    <a:pt x="6919" y="5521"/>
                    <a:pt x="6796" y="5521"/>
                  </a:cubicBezTo>
                  <a:lnTo>
                    <a:pt x="6234" y="5521"/>
                  </a:lnTo>
                  <a:cubicBezTo>
                    <a:pt x="5816" y="2498"/>
                    <a:pt x="3282" y="141"/>
                    <a:pt x="178" y="0"/>
                  </a:cubicBezTo>
                  <a:cubicBezTo>
                    <a:pt x="174" y="0"/>
                    <a:pt x="171"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26"/>
            <p:cNvSpPr/>
            <p:nvPr/>
          </p:nvSpPr>
          <p:spPr>
            <a:xfrm>
              <a:off x="7122920" y="2036111"/>
              <a:ext cx="154934" cy="180916"/>
            </a:xfrm>
            <a:custGeom>
              <a:rect b="b" l="l" r="r" t="t"/>
              <a:pathLst>
                <a:path extrusionOk="0" h="6963" w="5963">
                  <a:moveTo>
                    <a:pt x="389" y="1"/>
                  </a:moveTo>
                  <a:cubicBezTo>
                    <a:pt x="249" y="1"/>
                    <a:pt x="109" y="53"/>
                    <a:pt x="1" y="157"/>
                  </a:cubicBezTo>
                  <a:cubicBezTo>
                    <a:pt x="3" y="159"/>
                    <a:pt x="6" y="162"/>
                    <a:pt x="8" y="165"/>
                  </a:cubicBezTo>
                  <a:lnTo>
                    <a:pt x="1048" y="1204"/>
                  </a:lnTo>
                  <a:cubicBezTo>
                    <a:pt x="1137" y="1291"/>
                    <a:pt x="1074" y="1442"/>
                    <a:pt x="949" y="1442"/>
                  </a:cubicBezTo>
                  <a:lnTo>
                    <a:pt x="534" y="1442"/>
                  </a:lnTo>
                  <a:cubicBezTo>
                    <a:pt x="933" y="3551"/>
                    <a:pt x="2733" y="5168"/>
                    <a:pt x="4925" y="5288"/>
                  </a:cubicBezTo>
                  <a:cubicBezTo>
                    <a:pt x="5072" y="5296"/>
                    <a:pt x="5187" y="5419"/>
                    <a:pt x="5187" y="5567"/>
                  </a:cubicBezTo>
                  <a:lnTo>
                    <a:pt x="5187" y="6683"/>
                  </a:lnTo>
                  <a:cubicBezTo>
                    <a:pt x="5187" y="6774"/>
                    <a:pt x="5142" y="6855"/>
                    <a:pt x="5074" y="6908"/>
                  </a:cubicBezTo>
                  <a:cubicBezTo>
                    <a:pt x="5270" y="6934"/>
                    <a:pt x="5469" y="6952"/>
                    <a:pt x="5670" y="6963"/>
                  </a:cubicBezTo>
                  <a:cubicBezTo>
                    <a:pt x="5673" y="6963"/>
                    <a:pt x="5676" y="6963"/>
                    <a:pt x="5680" y="6963"/>
                  </a:cubicBezTo>
                  <a:cubicBezTo>
                    <a:pt x="5835" y="6963"/>
                    <a:pt x="5963" y="6839"/>
                    <a:pt x="5963" y="6683"/>
                  </a:cubicBezTo>
                  <a:lnTo>
                    <a:pt x="5963" y="5567"/>
                  </a:lnTo>
                  <a:cubicBezTo>
                    <a:pt x="5963" y="5419"/>
                    <a:pt x="5845" y="5296"/>
                    <a:pt x="5699" y="5288"/>
                  </a:cubicBezTo>
                  <a:cubicBezTo>
                    <a:pt x="3507" y="5168"/>
                    <a:pt x="1707" y="3551"/>
                    <a:pt x="1307" y="1442"/>
                  </a:cubicBezTo>
                  <a:lnTo>
                    <a:pt x="1725" y="1442"/>
                  </a:lnTo>
                  <a:cubicBezTo>
                    <a:pt x="1848" y="1442"/>
                    <a:pt x="1910" y="1291"/>
                    <a:pt x="1822" y="1204"/>
                  </a:cubicBezTo>
                  <a:lnTo>
                    <a:pt x="782" y="165"/>
                  </a:lnTo>
                  <a:cubicBezTo>
                    <a:pt x="674" y="55"/>
                    <a:pt x="532" y="1"/>
                    <a:pt x="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126"/>
          <p:cNvGrpSpPr/>
          <p:nvPr/>
        </p:nvGrpSpPr>
        <p:grpSpPr>
          <a:xfrm>
            <a:off x="7892366" y="1804425"/>
            <a:ext cx="347594" cy="434453"/>
            <a:chOff x="7892366" y="1804425"/>
            <a:chExt cx="347594" cy="434453"/>
          </a:xfrm>
        </p:grpSpPr>
        <p:sp>
          <p:nvSpPr>
            <p:cNvPr id="10948" name="Google Shape;10948;p126"/>
            <p:cNvSpPr/>
            <p:nvPr/>
          </p:nvSpPr>
          <p:spPr>
            <a:xfrm>
              <a:off x="7892366" y="1804425"/>
              <a:ext cx="72465" cy="86911"/>
            </a:xfrm>
            <a:custGeom>
              <a:rect b="b" l="l" r="r" t="t"/>
              <a:pathLst>
                <a:path extrusionOk="0" h="3345" w="2789">
                  <a:moveTo>
                    <a:pt x="557" y="0"/>
                  </a:moveTo>
                  <a:cubicBezTo>
                    <a:pt x="252" y="0"/>
                    <a:pt x="1" y="251"/>
                    <a:pt x="1" y="557"/>
                  </a:cubicBezTo>
                  <a:lnTo>
                    <a:pt x="1" y="2788"/>
                  </a:lnTo>
                  <a:lnTo>
                    <a:pt x="1393" y="3344"/>
                  </a:lnTo>
                  <a:lnTo>
                    <a:pt x="2789" y="2788"/>
                  </a:lnTo>
                  <a:lnTo>
                    <a:pt x="2789" y="557"/>
                  </a:lnTo>
                  <a:cubicBezTo>
                    <a:pt x="2789" y="251"/>
                    <a:pt x="2538" y="0"/>
                    <a:pt x="2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26"/>
            <p:cNvSpPr/>
            <p:nvPr/>
          </p:nvSpPr>
          <p:spPr>
            <a:xfrm>
              <a:off x="8167495" y="1804425"/>
              <a:ext cx="72465" cy="86911"/>
            </a:xfrm>
            <a:custGeom>
              <a:rect b="b" l="l" r="r" t="t"/>
              <a:pathLst>
                <a:path extrusionOk="0" h="3345" w="2789">
                  <a:moveTo>
                    <a:pt x="560" y="0"/>
                  </a:moveTo>
                  <a:cubicBezTo>
                    <a:pt x="252" y="0"/>
                    <a:pt x="1" y="251"/>
                    <a:pt x="1" y="557"/>
                  </a:cubicBezTo>
                  <a:lnTo>
                    <a:pt x="1" y="2788"/>
                  </a:lnTo>
                  <a:lnTo>
                    <a:pt x="1396" y="3344"/>
                  </a:lnTo>
                  <a:lnTo>
                    <a:pt x="2789" y="2788"/>
                  </a:lnTo>
                  <a:lnTo>
                    <a:pt x="2789" y="557"/>
                  </a:lnTo>
                  <a:cubicBezTo>
                    <a:pt x="2789" y="251"/>
                    <a:pt x="2538" y="0"/>
                    <a:pt x="2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26"/>
            <p:cNvSpPr/>
            <p:nvPr/>
          </p:nvSpPr>
          <p:spPr>
            <a:xfrm>
              <a:off x="8205325" y="1804425"/>
              <a:ext cx="34635" cy="80468"/>
            </a:xfrm>
            <a:custGeom>
              <a:rect b="b" l="l" r="r" t="t"/>
              <a:pathLst>
                <a:path extrusionOk="0" h="3097" w="1333">
                  <a:moveTo>
                    <a:pt x="0" y="0"/>
                  </a:moveTo>
                  <a:cubicBezTo>
                    <a:pt x="308" y="0"/>
                    <a:pt x="559" y="251"/>
                    <a:pt x="559" y="557"/>
                  </a:cubicBezTo>
                  <a:lnTo>
                    <a:pt x="559" y="3096"/>
                  </a:lnTo>
                  <a:lnTo>
                    <a:pt x="1333" y="2788"/>
                  </a:lnTo>
                  <a:lnTo>
                    <a:pt x="1333" y="557"/>
                  </a:lnTo>
                  <a:cubicBezTo>
                    <a:pt x="1333" y="251"/>
                    <a:pt x="1082" y="0"/>
                    <a:pt x="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26"/>
            <p:cNvSpPr/>
            <p:nvPr/>
          </p:nvSpPr>
          <p:spPr>
            <a:xfrm>
              <a:off x="7892366" y="1891311"/>
              <a:ext cx="200897" cy="347568"/>
            </a:xfrm>
            <a:custGeom>
              <a:rect b="b" l="l" r="r" t="t"/>
              <a:pathLst>
                <a:path extrusionOk="0" h="13377" w="7732">
                  <a:moveTo>
                    <a:pt x="1393" y="0"/>
                  </a:moveTo>
                  <a:lnTo>
                    <a:pt x="1" y="557"/>
                  </a:lnTo>
                  <a:lnTo>
                    <a:pt x="1" y="6631"/>
                  </a:lnTo>
                  <a:cubicBezTo>
                    <a:pt x="1" y="10313"/>
                    <a:pt x="3008" y="13377"/>
                    <a:pt x="6688" y="13377"/>
                  </a:cubicBezTo>
                  <a:cubicBezTo>
                    <a:pt x="6693" y="13377"/>
                    <a:pt x="6698" y="13377"/>
                    <a:pt x="6702" y="13377"/>
                  </a:cubicBezTo>
                  <a:lnTo>
                    <a:pt x="7732" y="11982"/>
                  </a:lnTo>
                  <a:lnTo>
                    <a:pt x="6676" y="10584"/>
                  </a:lnTo>
                  <a:cubicBezTo>
                    <a:pt x="4518" y="10576"/>
                    <a:pt x="2789" y="8797"/>
                    <a:pt x="2789" y="6642"/>
                  </a:cubicBezTo>
                  <a:lnTo>
                    <a:pt x="2789" y="557"/>
                  </a:lnTo>
                  <a:lnTo>
                    <a:pt x="13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26"/>
            <p:cNvSpPr/>
            <p:nvPr/>
          </p:nvSpPr>
          <p:spPr>
            <a:xfrm>
              <a:off x="8009755" y="1858027"/>
              <a:ext cx="112842" cy="240364"/>
            </a:xfrm>
            <a:custGeom>
              <a:rect b="b" l="l" r="r" t="t"/>
              <a:pathLst>
                <a:path extrusionOk="0" h="9251" w="4343">
                  <a:moveTo>
                    <a:pt x="1889" y="1"/>
                  </a:moveTo>
                  <a:cubicBezTo>
                    <a:pt x="1780" y="1"/>
                    <a:pt x="1670" y="62"/>
                    <a:pt x="1628" y="194"/>
                  </a:cubicBezTo>
                  <a:lnTo>
                    <a:pt x="58" y="5098"/>
                  </a:lnTo>
                  <a:cubicBezTo>
                    <a:pt x="0" y="5279"/>
                    <a:pt x="136" y="5461"/>
                    <a:pt x="324" y="5461"/>
                  </a:cubicBezTo>
                  <a:lnTo>
                    <a:pt x="1892" y="5461"/>
                  </a:lnTo>
                  <a:cubicBezTo>
                    <a:pt x="2046" y="5461"/>
                    <a:pt x="2171" y="5587"/>
                    <a:pt x="2171" y="5741"/>
                  </a:cubicBezTo>
                  <a:lnTo>
                    <a:pt x="2171" y="8970"/>
                  </a:lnTo>
                  <a:cubicBezTo>
                    <a:pt x="2171" y="9149"/>
                    <a:pt x="2312" y="9250"/>
                    <a:pt x="2453" y="9250"/>
                  </a:cubicBezTo>
                  <a:cubicBezTo>
                    <a:pt x="2563" y="9250"/>
                    <a:pt x="2672" y="9189"/>
                    <a:pt x="2715" y="9056"/>
                  </a:cubicBezTo>
                  <a:lnTo>
                    <a:pt x="4285" y="4152"/>
                  </a:lnTo>
                  <a:cubicBezTo>
                    <a:pt x="4342" y="3972"/>
                    <a:pt x="4206" y="3789"/>
                    <a:pt x="4018" y="3789"/>
                  </a:cubicBezTo>
                  <a:lnTo>
                    <a:pt x="2451" y="3789"/>
                  </a:lnTo>
                  <a:cubicBezTo>
                    <a:pt x="2297" y="3789"/>
                    <a:pt x="2171" y="3664"/>
                    <a:pt x="2171" y="3510"/>
                  </a:cubicBezTo>
                  <a:lnTo>
                    <a:pt x="2171" y="281"/>
                  </a:lnTo>
                  <a:cubicBezTo>
                    <a:pt x="2171" y="101"/>
                    <a:pt x="2030" y="1"/>
                    <a:pt x="18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26"/>
            <p:cNvSpPr/>
            <p:nvPr/>
          </p:nvSpPr>
          <p:spPr>
            <a:xfrm>
              <a:off x="8065825" y="1891311"/>
              <a:ext cx="174135" cy="347568"/>
            </a:xfrm>
            <a:custGeom>
              <a:rect b="b" l="l" r="r" t="t"/>
              <a:pathLst>
                <a:path extrusionOk="0" h="13377" w="6702">
                  <a:moveTo>
                    <a:pt x="5309" y="0"/>
                  </a:moveTo>
                  <a:lnTo>
                    <a:pt x="3914" y="557"/>
                  </a:lnTo>
                  <a:lnTo>
                    <a:pt x="3914" y="6683"/>
                  </a:lnTo>
                  <a:cubicBezTo>
                    <a:pt x="3914" y="8837"/>
                    <a:pt x="2169" y="10584"/>
                    <a:pt x="15" y="10584"/>
                  </a:cubicBezTo>
                  <a:cubicBezTo>
                    <a:pt x="10" y="10584"/>
                    <a:pt x="5" y="10584"/>
                    <a:pt x="0" y="10584"/>
                  </a:cubicBezTo>
                  <a:lnTo>
                    <a:pt x="0" y="10584"/>
                  </a:lnTo>
                  <a:lnTo>
                    <a:pt x="26" y="13377"/>
                  </a:lnTo>
                  <a:cubicBezTo>
                    <a:pt x="3713" y="13372"/>
                    <a:pt x="6702" y="10378"/>
                    <a:pt x="6702" y="6689"/>
                  </a:cubicBezTo>
                  <a:lnTo>
                    <a:pt x="6702" y="557"/>
                  </a:lnTo>
                  <a:lnTo>
                    <a:pt x="53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26"/>
            <p:cNvSpPr/>
            <p:nvPr/>
          </p:nvSpPr>
          <p:spPr>
            <a:xfrm>
              <a:off x="8066501" y="1897754"/>
              <a:ext cx="173459" cy="341124"/>
            </a:xfrm>
            <a:custGeom>
              <a:rect b="b" l="l" r="r" t="t"/>
              <a:pathLst>
                <a:path extrusionOk="0" h="13129" w="6676">
                  <a:moveTo>
                    <a:pt x="5902" y="0"/>
                  </a:moveTo>
                  <a:lnTo>
                    <a:pt x="5902" y="6441"/>
                  </a:lnTo>
                  <a:cubicBezTo>
                    <a:pt x="5902" y="9868"/>
                    <a:pt x="3324" y="12695"/>
                    <a:pt x="0" y="13082"/>
                  </a:cubicBezTo>
                  <a:lnTo>
                    <a:pt x="0" y="13129"/>
                  </a:lnTo>
                  <a:cubicBezTo>
                    <a:pt x="3687" y="13124"/>
                    <a:pt x="6676" y="10130"/>
                    <a:pt x="6676" y="6441"/>
                  </a:cubicBezTo>
                  <a:lnTo>
                    <a:pt x="6676" y="309"/>
                  </a:lnTo>
                  <a:lnTo>
                    <a:pt x="590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26"/>
            <p:cNvSpPr/>
            <p:nvPr/>
          </p:nvSpPr>
          <p:spPr>
            <a:xfrm>
              <a:off x="8167495" y="1876838"/>
              <a:ext cx="72465" cy="28945"/>
            </a:xfrm>
            <a:custGeom>
              <a:rect b="b" l="l" r="r" t="t"/>
              <a:pathLst>
                <a:path extrusionOk="0" h="1114" w="2789">
                  <a:moveTo>
                    <a:pt x="1" y="1"/>
                  </a:moveTo>
                  <a:lnTo>
                    <a:pt x="1" y="1114"/>
                  </a:lnTo>
                  <a:lnTo>
                    <a:pt x="2789" y="1114"/>
                  </a:lnTo>
                  <a:lnTo>
                    <a:pt x="27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26"/>
            <p:cNvSpPr/>
            <p:nvPr/>
          </p:nvSpPr>
          <p:spPr>
            <a:xfrm>
              <a:off x="8219849" y="1876838"/>
              <a:ext cx="20110" cy="28945"/>
            </a:xfrm>
            <a:custGeom>
              <a:rect b="b" l="l" r="r" t="t"/>
              <a:pathLst>
                <a:path extrusionOk="0" h="1114" w="774">
                  <a:moveTo>
                    <a:pt x="0" y="1"/>
                  </a:moveTo>
                  <a:lnTo>
                    <a:pt x="0" y="1114"/>
                  </a:lnTo>
                  <a:lnTo>
                    <a:pt x="774" y="1114"/>
                  </a:lnTo>
                  <a:lnTo>
                    <a:pt x="7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26"/>
            <p:cNvSpPr/>
            <p:nvPr/>
          </p:nvSpPr>
          <p:spPr>
            <a:xfrm>
              <a:off x="7892366" y="1876838"/>
              <a:ext cx="72465" cy="28945"/>
            </a:xfrm>
            <a:custGeom>
              <a:rect b="b" l="l" r="r" t="t"/>
              <a:pathLst>
                <a:path extrusionOk="0" h="1114" w="2789">
                  <a:moveTo>
                    <a:pt x="1" y="1"/>
                  </a:moveTo>
                  <a:lnTo>
                    <a:pt x="1" y="1114"/>
                  </a:lnTo>
                  <a:lnTo>
                    <a:pt x="2789" y="1114"/>
                  </a:lnTo>
                  <a:lnTo>
                    <a:pt x="27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26"/>
            <p:cNvSpPr/>
            <p:nvPr/>
          </p:nvSpPr>
          <p:spPr>
            <a:xfrm>
              <a:off x="8046052" y="1858027"/>
              <a:ext cx="27386" cy="98474"/>
            </a:xfrm>
            <a:custGeom>
              <a:rect b="b" l="l" r="r" t="t"/>
              <a:pathLst>
                <a:path extrusionOk="0" h="3790" w="1054">
                  <a:moveTo>
                    <a:pt x="492" y="1"/>
                  </a:moveTo>
                  <a:cubicBezTo>
                    <a:pt x="383" y="1"/>
                    <a:pt x="273" y="62"/>
                    <a:pt x="231" y="194"/>
                  </a:cubicBezTo>
                  <a:lnTo>
                    <a:pt x="1" y="913"/>
                  </a:lnTo>
                  <a:lnTo>
                    <a:pt x="1" y="3510"/>
                  </a:lnTo>
                  <a:cubicBezTo>
                    <a:pt x="1" y="3664"/>
                    <a:pt x="124" y="3789"/>
                    <a:pt x="278" y="3789"/>
                  </a:cubicBezTo>
                  <a:lnTo>
                    <a:pt x="1054" y="3789"/>
                  </a:lnTo>
                  <a:cubicBezTo>
                    <a:pt x="900" y="3789"/>
                    <a:pt x="774" y="3664"/>
                    <a:pt x="774" y="3510"/>
                  </a:cubicBezTo>
                  <a:lnTo>
                    <a:pt x="774" y="281"/>
                  </a:lnTo>
                  <a:cubicBezTo>
                    <a:pt x="774" y="101"/>
                    <a:pt x="633" y="1"/>
                    <a:pt x="4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26"/>
            <p:cNvSpPr/>
            <p:nvPr/>
          </p:nvSpPr>
          <p:spPr>
            <a:xfrm>
              <a:off x="8066163" y="1956475"/>
              <a:ext cx="56434" cy="141916"/>
            </a:xfrm>
            <a:custGeom>
              <a:rect b="b" l="l" r="r" t="t"/>
              <a:pathLst>
                <a:path extrusionOk="0" h="5462" w="2172">
                  <a:moveTo>
                    <a:pt x="1074" y="0"/>
                  </a:moveTo>
                  <a:cubicBezTo>
                    <a:pt x="1262" y="0"/>
                    <a:pt x="1398" y="183"/>
                    <a:pt x="1341" y="363"/>
                  </a:cubicBezTo>
                  <a:lnTo>
                    <a:pt x="0" y="4549"/>
                  </a:lnTo>
                  <a:lnTo>
                    <a:pt x="0" y="5181"/>
                  </a:lnTo>
                  <a:cubicBezTo>
                    <a:pt x="0" y="5360"/>
                    <a:pt x="141" y="5461"/>
                    <a:pt x="282" y="5461"/>
                  </a:cubicBezTo>
                  <a:cubicBezTo>
                    <a:pt x="392" y="5461"/>
                    <a:pt x="501" y="5400"/>
                    <a:pt x="544" y="5267"/>
                  </a:cubicBezTo>
                  <a:lnTo>
                    <a:pt x="2114" y="363"/>
                  </a:lnTo>
                  <a:cubicBezTo>
                    <a:pt x="2171" y="183"/>
                    <a:pt x="2035" y="0"/>
                    <a:pt x="18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126"/>
          <p:cNvGrpSpPr/>
          <p:nvPr/>
        </p:nvGrpSpPr>
        <p:grpSpPr>
          <a:xfrm>
            <a:off x="860692" y="2471382"/>
            <a:ext cx="434453" cy="434453"/>
            <a:chOff x="860592" y="2471370"/>
            <a:chExt cx="434453" cy="434453"/>
          </a:xfrm>
        </p:grpSpPr>
        <p:sp>
          <p:nvSpPr>
            <p:cNvPr id="10961" name="Google Shape;10961;p126"/>
            <p:cNvSpPr/>
            <p:nvPr/>
          </p:nvSpPr>
          <p:spPr>
            <a:xfrm>
              <a:off x="860592" y="2471370"/>
              <a:ext cx="434453" cy="434453"/>
            </a:xfrm>
            <a:custGeom>
              <a:rect b="b" l="l" r="r" t="t"/>
              <a:pathLst>
                <a:path extrusionOk="0" h="16721" w="16721">
                  <a:moveTo>
                    <a:pt x="8360" y="0"/>
                  </a:moveTo>
                  <a:cubicBezTo>
                    <a:pt x="3744" y="0"/>
                    <a:pt x="0" y="3744"/>
                    <a:pt x="0" y="8361"/>
                  </a:cubicBezTo>
                  <a:cubicBezTo>
                    <a:pt x="0" y="12977"/>
                    <a:pt x="3744" y="16721"/>
                    <a:pt x="8360" y="16721"/>
                  </a:cubicBezTo>
                  <a:cubicBezTo>
                    <a:pt x="12977" y="16721"/>
                    <a:pt x="16721" y="12977"/>
                    <a:pt x="16721" y="8361"/>
                  </a:cubicBezTo>
                  <a:cubicBezTo>
                    <a:pt x="16721" y="3744"/>
                    <a:pt x="12977" y="0"/>
                    <a:pt x="83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26"/>
            <p:cNvSpPr/>
            <p:nvPr/>
          </p:nvSpPr>
          <p:spPr>
            <a:xfrm>
              <a:off x="889563" y="2500340"/>
              <a:ext cx="376512" cy="376512"/>
            </a:xfrm>
            <a:custGeom>
              <a:rect b="b" l="l" r="r" t="t"/>
              <a:pathLst>
                <a:path extrusionOk="0" h="14491" w="14491">
                  <a:moveTo>
                    <a:pt x="7245" y="1"/>
                  </a:moveTo>
                  <a:cubicBezTo>
                    <a:pt x="3243" y="1"/>
                    <a:pt x="1" y="3243"/>
                    <a:pt x="1" y="7246"/>
                  </a:cubicBezTo>
                  <a:cubicBezTo>
                    <a:pt x="1" y="11248"/>
                    <a:pt x="3243" y="14490"/>
                    <a:pt x="7245" y="14490"/>
                  </a:cubicBezTo>
                  <a:cubicBezTo>
                    <a:pt x="11248" y="14490"/>
                    <a:pt x="14490" y="11248"/>
                    <a:pt x="14490" y="7246"/>
                  </a:cubicBezTo>
                  <a:cubicBezTo>
                    <a:pt x="14490" y="3243"/>
                    <a:pt x="11248" y="1"/>
                    <a:pt x="7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26"/>
            <p:cNvSpPr/>
            <p:nvPr/>
          </p:nvSpPr>
          <p:spPr>
            <a:xfrm>
              <a:off x="1067750" y="2471370"/>
              <a:ext cx="227295" cy="434453"/>
            </a:xfrm>
            <a:custGeom>
              <a:rect b="b" l="l" r="r" t="t"/>
              <a:pathLst>
                <a:path extrusionOk="0" h="16721" w="8748">
                  <a:moveTo>
                    <a:pt x="387" y="0"/>
                  </a:moveTo>
                  <a:cubicBezTo>
                    <a:pt x="257" y="0"/>
                    <a:pt x="129" y="3"/>
                    <a:pt x="1" y="11"/>
                  </a:cubicBezTo>
                  <a:cubicBezTo>
                    <a:pt x="4437" y="212"/>
                    <a:pt x="7975" y="3872"/>
                    <a:pt x="7975" y="8361"/>
                  </a:cubicBezTo>
                  <a:cubicBezTo>
                    <a:pt x="7975" y="12849"/>
                    <a:pt x="4437" y="16509"/>
                    <a:pt x="1" y="16710"/>
                  </a:cubicBezTo>
                  <a:cubicBezTo>
                    <a:pt x="129" y="16718"/>
                    <a:pt x="257" y="16721"/>
                    <a:pt x="387" y="16721"/>
                  </a:cubicBezTo>
                  <a:cubicBezTo>
                    <a:pt x="5004" y="16721"/>
                    <a:pt x="8748" y="12977"/>
                    <a:pt x="8748" y="8361"/>
                  </a:cubicBezTo>
                  <a:cubicBezTo>
                    <a:pt x="8748" y="3744"/>
                    <a:pt x="5004" y="0"/>
                    <a:pt x="3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26"/>
            <p:cNvSpPr/>
            <p:nvPr/>
          </p:nvSpPr>
          <p:spPr>
            <a:xfrm>
              <a:off x="1067750" y="2500340"/>
              <a:ext cx="198324" cy="376512"/>
            </a:xfrm>
            <a:custGeom>
              <a:rect b="b" l="l" r="r" t="t"/>
              <a:pathLst>
                <a:path extrusionOk="0" h="14491" w="7633">
                  <a:moveTo>
                    <a:pt x="387" y="1"/>
                  </a:moveTo>
                  <a:cubicBezTo>
                    <a:pt x="257" y="1"/>
                    <a:pt x="129" y="3"/>
                    <a:pt x="1" y="11"/>
                  </a:cubicBezTo>
                  <a:cubicBezTo>
                    <a:pt x="3823" y="212"/>
                    <a:pt x="6859" y="3374"/>
                    <a:pt x="6859" y="7246"/>
                  </a:cubicBezTo>
                  <a:cubicBezTo>
                    <a:pt x="6859" y="11117"/>
                    <a:pt x="3823" y="14279"/>
                    <a:pt x="1" y="14480"/>
                  </a:cubicBezTo>
                  <a:cubicBezTo>
                    <a:pt x="129" y="14488"/>
                    <a:pt x="257" y="14490"/>
                    <a:pt x="387" y="14490"/>
                  </a:cubicBezTo>
                  <a:cubicBezTo>
                    <a:pt x="4390" y="14490"/>
                    <a:pt x="7632" y="11248"/>
                    <a:pt x="7632" y="7246"/>
                  </a:cubicBezTo>
                  <a:cubicBezTo>
                    <a:pt x="7632" y="3243"/>
                    <a:pt x="4390" y="1"/>
                    <a:pt x="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26"/>
            <p:cNvSpPr/>
            <p:nvPr/>
          </p:nvSpPr>
          <p:spPr>
            <a:xfrm>
              <a:off x="984321" y="2682010"/>
              <a:ext cx="100085" cy="100085"/>
            </a:xfrm>
            <a:custGeom>
              <a:rect b="b" l="l" r="r" t="t"/>
              <a:pathLst>
                <a:path extrusionOk="0" h="3852" w="3852">
                  <a:moveTo>
                    <a:pt x="254" y="0"/>
                  </a:moveTo>
                  <a:cubicBezTo>
                    <a:pt x="116" y="0"/>
                    <a:pt x="1" y="115"/>
                    <a:pt x="1" y="254"/>
                  </a:cubicBezTo>
                  <a:cubicBezTo>
                    <a:pt x="1" y="2236"/>
                    <a:pt x="1615" y="3851"/>
                    <a:pt x="3598" y="3851"/>
                  </a:cubicBezTo>
                  <a:cubicBezTo>
                    <a:pt x="3737" y="3851"/>
                    <a:pt x="3852" y="3736"/>
                    <a:pt x="3852" y="3598"/>
                  </a:cubicBezTo>
                  <a:cubicBezTo>
                    <a:pt x="3852" y="3459"/>
                    <a:pt x="3737" y="3344"/>
                    <a:pt x="3598" y="3344"/>
                  </a:cubicBezTo>
                  <a:cubicBezTo>
                    <a:pt x="1892" y="3344"/>
                    <a:pt x="508" y="1960"/>
                    <a:pt x="508" y="254"/>
                  </a:cubicBezTo>
                  <a:cubicBezTo>
                    <a:pt x="508" y="115"/>
                    <a:pt x="393" y="0"/>
                    <a:pt x="2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26"/>
            <p:cNvSpPr/>
            <p:nvPr/>
          </p:nvSpPr>
          <p:spPr>
            <a:xfrm>
              <a:off x="1071232" y="2595176"/>
              <a:ext cx="129003" cy="143475"/>
            </a:xfrm>
            <a:custGeom>
              <a:rect b="b" l="l" r="r" t="t"/>
              <a:pathLst>
                <a:path extrusionOk="0" h="5522" w="4965">
                  <a:moveTo>
                    <a:pt x="253" y="1"/>
                  </a:moveTo>
                  <a:cubicBezTo>
                    <a:pt x="115" y="1"/>
                    <a:pt x="0" y="113"/>
                    <a:pt x="0" y="251"/>
                  </a:cubicBezTo>
                  <a:cubicBezTo>
                    <a:pt x="0" y="390"/>
                    <a:pt x="115" y="505"/>
                    <a:pt x="253" y="505"/>
                  </a:cubicBezTo>
                  <a:cubicBezTo>
                    <a:pt x="716" y="505"/>
                    <a:pt x="1165" y="607"/>
                    <a:pt x="1575" y="800"/>
                  </a:cubicBezTo>
                  <a:lnTo>
                    <a:pt x="1150" y="1539"/>
                  </a:lnTo>
                  <a:cubicBezTo>
                    <a:pt x="1079" y="1660"/>
                    <a:pt x="1121" y="1814"/>
                    <a:pt x="1241" y="1884"/>
                  </a:cubicBezTo>
                  <a:cubicBezTo>
                    <a:pt x="1283" y="1905"/>
                    <a:pt x="1325" y="1918"/>
                    <a:pt x="1369" y="1918"/>
                  </a:cubicBezTo>
                  <a:cubicBezTo>
                    <a:pt x="1455" y="1918"/>
                    <a:pt x="1539" y="1871"/>
                    <a:pt x="1586" y="1790"/>
                  </a:cubicBezTo>
                  <a:lnTo>
                    <a:pt x="2012" y="1053"/>
                  </a:lnTo>
                  <a:cubicBezTo>
                    <a:pt x="2216" y="1195"/>
                    <a:pt x="2406" y="1362"/>
                    <a:pt x="2573" y="1550"/>
                  </a:cubicBezTo>
                  <a:cubicBezTo>
                    <a:pt x="3070" y="2117"/>
                    <a:pt x="3344" y="2840"/>
                    <a:pt x="3344" y="3596"/>
                  </a:cubicBezTo>
                  <a:cubicBezTo>
                    <a:pt x="3344" y="3768"/>
                    <a:pt x="3331" y="3943"/>
                    <a:pt x="3302" y="4110"/>
                  </a:cubicBezTo>
                  <a:cubicBezTo>
                    <a:pt x="3279" y="4249"/>
                    <a:pt x="3373" y="4379"/>
                    <a:pt x="3509" y="4403"/>
                  </a:cubicBezTo>
                  <a:cubicBezTo>
                    <a:pt x="3524" y="4405"/>
                    <a:pt x="3538" y="4405"/>
                    <a:pt x="3551" y="4405"/>
                  </a:cubicBezTo>
                  <a:cubicBezTo>
                    <a:pt x="3673" y="4405"/>
                    <a:pt x="3781" y="4319"/>
                    <a:pt x="3801" y="4194"/>
                  </a:cubicBezTo>
                  <a:cubicBezTo>
                    <a:pt x="3820" y="4081"/>
                    <a:pt x="3833" y="3964"/>
                    <a:pt x="3841" y="3849"/>
                  </a:cubicBezTo>
                  <a:lnTo>
                    <a:pt x="4452" y="3849"/>
                  </a:lnTo>
                  <a:cubicBezTo>
                    <a:pt x="4426" y="4306"/>
                    <a:pt x="4327" y="4750"/>
                    <a:pt x="4154" y="5174"/>
                  </a:cubicBezTo>
                  <a:cubicBezTo>
                    <a:pt x="4102" y="5302"/>
                    <a:pt x="4165" y="5450"/>
                    <a:pt x="4293" y="5503"/>
                  </a:cubicBezTo>
                  <a:cubicBezTo>
                    <a:pt x="4324" y="5513"/>
                    <a:pt x="4355" y="5521"/>
                    <a:pt x="4389" y="5521"/>
                  </a:cubicBezTo>
                  <a:cubicBezTo>
                    <a:pt x="4489" y="5521"/>
                    <a:pt x="4583" y="5461"/>
                    <a:pt x="4622" y="5362"/>
                  </a:cubicBezTo>
                  <a:cubicBezTo>
                    <a:pt x="4849" y="4800"/>
                    <a:pt x="4964" y="4207"/>
                    <a:pt x="4964" y="3596"/>
                  </a:cubicBezTo>
                  <a:cubicBezTo>
                    <a:pt x="4964" y="3196"/>
                    <a:pt x="4914" y="2801"/>
                    <a:pt x="4815" y="2417"/>
                  </a:cubicBezTo>
                  <a:cubicBezTo>
                    <a:pt x="4786" y="2305"/>
                    <a:pt x="4685" y="2229"/>
                    <a:pt x="4572" y="2229"/>
                  </a:cubicBezTo>
                  <a:cubicBezTo>
                    <a:pt x="4551" y="2229"/>
                    <a:pt x="4530" y="2232"/>
                    <a:pt x="4509" y="2237"/>
                  </a:cubicBezTo>
                  <a:cubicBezTo>
                    <a:pt x="4374" y="2271"/>
                    <a:pt x="4293" y="2409"/>
                    <a:pt x="4327" y="2543"/>
                  </a:cubicBezTo>
                  <a:cubicBezTo>
                    <a:pt x="4394" y="2804"/>
                    <a:pt x="4436" y="3073"/>
                    <a:pt x="4452" y="3345"/>
                  </a:cubicBezTo>
                  <a:lnTo>
                    <a:pt x="3841" y="3345"/>
                  </a:lnTo>
                  <a:cubicBezTo>
                    <a:pt x="3786" y="2558"/>
                    <a:pt x="3475" y="1811"/>
                    <a:pt x="2950" y="1218"/>
                  </a:cubicBezTo>
                  <a:cubicBezTo>
                    <a:pt x="2268" y="442"/>
                    <a:pt x="1285" y="1"/>
                    <a:pt x="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26"/>
            <p:cNvSpPr/>
            <p:nvPr/>
          </p:nvSpPr>
          <p:spPr>
            <a:xfrm>
              <a:off x="958338" y="2537209"/>
              <a:ext cx="126067" cy="129003"/>
            </a:xfrm>
            <a:custGeom>
              <a:rect b="b" l="l" r="r" t="t"/>
              <a:pathLst>
                <a:path extrusionOk="0" h="4965" w="4852">
                  <a:moveTo>
                    <a:pt x="4598" y="0"/>
                  </a:moveTo>
                  <a:cubicBezTo>
                    <a:pt x="3020" y="0"/>
                    <a:pt x="1544" y="622"/>
                    <a:pt x="439" y="1748"/>
                  </a:cubicBezTo>
                  <a:cubicBezTo>
                    <a:pt x="340" y="1847"/>
                    <a:pt x="342" y="2007"/>
                    <a:pt x="442" y="2106"/>
                  </a:cubicBezTo>
                  <a:cubicBezTo>
                    <a:pt x="491" y="2153"/>
                    <a:pt x="554" y="2177"/>
                    <a:pt x="619" y="2177"/>
                  </a:cubicBezTo>
                  <a:cubicBezTo>
                    <a:pt x="685" y="2177"/>
                    <a:pt x="750" y="2153"/>
                    <a:pt x="800" y="2101"/>
                  </a:cubicBezTo>
                  <a:cubicBezTo>
                    <a:pt x="1082" y="1814"/>
                    <a:pt x="1390" y="1560"/>
                    <a:pt x="1722" y="1348"/>
                  </a:cubicBezTo>
                  <a:lnTo>
                    <a:pt x="2028" y="1879"/>
                  </a:lnTo>
                  <a:cubicBezTo>
                    <a:pt x="1064" y="2503"/>
                    <a:pt x="337" y="3478"/>
                    <a:pt x="37" y="4648"/>
                  </a:cubicBezTo>
                  <a:cubicBezTo>
                    <a:pt x="0" y="4784"/>
                    <a:pt x="81" y="4923"/>
                    <a:pt x="217" y="4957"/>
                  </a:cubicBezTo>
                  <a:cubicBezTo>
                    <a:pt x="238" y="4962"/>
                    <a:pt x="259" y="4964"/>
                    <a:pt x="280" y="4964"/>
                  </a:cubicBezTo>
                  <a:cubicBezTo>
                    <a:pt x="392" y="4964"/>
                    <a:pt x="494" y="4889"/>
                    <a:pt x="525" y="4774"/>
                  </a:cubicBezTo>
                  <a:cubicBezTo>
                    <a:pt x="599" y="4484"/>
                    <a:pt x="703" y="4207"/>
                    <a:pt x="834" y="3945"/>
                  </a:cubicBezTo>
                  <a:lnTo>
                    <a:pt x="1364" y="4251"/>
                  </a:lnTo>
                  <a:cubicBezTo>
                    <a:pt x="1307" y="4374"/>
                    <a:pt x="1252" y="4499"/>
                    <a:pt x="1207" y="4627"/>
                  </a:cubicBezTo>
                  <a:cubicBezTo>
                    <a:pt x="1160" y="4758"/>
                    <a:pt x="1228" y="4904"/>
                    <a:pt x="1361" y="4949"/>
                  </a:cubicBezTo>
                  <a:cubicBezTo>
                    <a:pt x="1388" y="4959"/>
                    <a:pt x="1416" y="4964"/>
                    <a:pt x="1445" y="4964"/>
                  </a:cubicBezTo>
                  <a:cubicBezTo>
                    <a:pt x="1550" y="4964"/>
                    <a:pt x="1646" y="4899"/>
                    <a:pt x="1683" y="4797"/>
                  </a:cubicBezTo>
                  <a:cubicBezTo>
                    <a:pt x="1949" y="4042"/>
                    <a:pt x="2490" y="3428"/>
                    <a:pt x="3206" y="3065"/>
                  </a:cubicBezTo>
                  <a:cubicBezTo>
                    <a:pt x="3329" y="3002"/>
                    <a:pt x="3378" y="2851"/>
                    <a:pt x="3316" y="2728"/>
                  </a:cubicBezTo>
                  <a:cubicBezTo>
                    <a:pt x="3271" y="2639"/>
                    <a:pt x="3183" y="2588"/>
                    <a:pt x="3090" y="2588"/>
                  </a:cubicBezTo>
                  <a:cubicBezTo>
                    <a:pt x="3052" y="2588"/>
                    <a:pt x="3013" y="2597"/>
                    <a:pt x="2976" y="2616"/>
                  </a:cubicBezTo>
                  <a:cubicBezTo>
                    <a:pt x="2422" y="2898"/>
                    <a:pt x="1957" y="3311"/>
                    <a:pt x="1617" y="3815"/>
                  </a:cubicBezTo>
                  <a:lnTo>
                    <a:pt x="1087" y="3506"/>
                  </a:lnTo>
                  <a:cubicBezTo>
                    <a:pt x="1847" y="2354"/>
                    <a:pt x="3154" y="1620"/>
                    <a:pt x="4598" y="1620"/>
                  </a:cubicBezTo>
                  <a:cubicBezTo>
                    <a:pt x="4737" y="1620"/>
                    <a:pt x="4852" y="1508"/>
                    <a:pt x="4852" y="1367"/>
                  </a:cubicBezTo>
                  <a:cubicBezTo>
                    <a:pt x="4852" y="1228"/>
                    <a:pt x="4737" y="1116"/>
                    <a:pt x="4598" y="1116"/>
                  </a:cubicBezTo>
                  <a:cubicBezTo>
                    <a:pt x="3836" y="1116"/>
                    <a:pt x="3109" y="1299"/>
                    <a:pt x="2464" y="1625"/>
                  </a:cubicBezTo>
                  <a:lnTo>
                    <a:pt x="2158" y="1095"/>
                  </a:lnTo>
                  <a:cubicBezTo>
                    <a:pt x="2903" y="708"/>
                    <a:pt x="3734" y="505"/>
                    <a:pt x="4598" y="505"/>
                  </a:cubicBezTo>
                  <a:cubicBezTo>
                    <a:pt x="4737" y="505"/>
                    <a:pt x="4852" y="392"/>
                    <a:pt x="4852" y="254"/>
                  </a:cubicBezTo>
                  <a:cubicBezTo>
                    <a:pt x="4852" y="113"/>
                    <a:pt x="4737" y="0"/>
                    <a:pt x="4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26"/>
            <p:cNvSpPr/>
            <p:nvPr/>
          </p:nvSpPr>
          <p:spPr>
            <a:xfrm>
              <a:off x="926432" y="2682010"/>
              <a:ext cx="157974" cy="157974"/>
            </a:xfrm>
            <a:custGeom>
              <a:rect b="b" l="l" r="r" t="t"/>
              <a:pathLst>
                <a:path extrusionOk="0" h="6080" w="6080">
                  <a:moveTo>
                    <a:pt x="254" y="0"/>
                  </a:moveTo>
                  <a:cubicBezTo>
                    <a:pt x="113" y="0"/>
                    <a:pt x="0" y="115"/>
                    <a:pt x="0" y="254"/>
                  </a:cubicBezTo>
                  <a:cubicBezTo>
                    <a:pt x="0" y="1604"/>
                    <a:pt x="473" y="2924"/>
                    <a:pt x="1333" y="3963"/>
                  </a:cubicBezTo>
                  <a:cubicBezTo>
                    <a:pt x="2182" y="4990"/>
                    <a:pt x="3363" y="5701"/>
                    <a:pt x="4661" y="5962"/>
                  </a:cubicBezTo>
                  <a:cubicBezTo>
                    <a:pt x="5043" y="6040"/>
                    <a:pt x="5435" y="6080"/>
                    <a:pt x="5826" y="6080"/>
                  </a:cubicBezTo>
                  <a:cubicBezTo>
                    <a:pt x="5965" y="6080"/>
                    <a:pt x="6080" y="5967"/>
                    <a:pt x="6080" y="5826"/>
                  </a:cubicBezTo>
                  <a:cubicBezTo>
                    <a:pt x="6080" y="5688"/>
                    <a:pt x="5965" y="5575"/>
                    <a:pt x="5826" y="5575"/>
                  </a:cubicBezTo>
                  <a:cubicBezTo>
                    <a:pt x="5469" y="5575"/>
                    <a:pt x="5111" y="5539"/>
                    <a:pt x="4763" y="5468"/>
                  </a:cubicBezTo>
                  <a:cubicBezTo>
                    <a:pt x="4275" y="5369"/>
                    <a:pt x="3812" y="5204"/>
                    <a:pt x="3386" y="4982"/>
                  </a:cubicBezTo>
                  <a:lnTo>
                    <a:pt x="3692" y="4455"/>
                  </a:lnTo>
                  <a:cubicBezTo>
                    <a:pt x="3995" y="4609"/>
                    <a:pt x="4316" y="4732"/>
                    <a:pt x="4648" y="4815"/>
                  </a:cubicBezTo>
                  <a:cubicBezTo>
                    <a:pt x="4669" y="4823"/>
                    <a:pt x="4690" y="4826"/>
                    <a:pt x="4711" y="4826"/>
                  </a:cubicBezTo>
                  <a:cubicBezTo>
                    <a:pt x="4823" y="4826"/>
                    <a:pt x="4928" y="4750"/>
                    <a:pt x="4956" y="4635"/>
                  </a:cubicBezTo>
                  <a:cubicBezTo>
                    <a:pt x="4990" y="4499"/>
                    <a:pt x="4909" y="4363"/>
                    <a:pt x="4774" y="4327"/>
                  </a:cubicBezTo>
                  <a:cubicBezTo>
                    <a:pt x="3958" y="4118"/>
                    <a:pt x="3232" y="3671"/>
                    <a:pt x="2670" y="3036"/>
                  </a:cubicBezTo>
                  <a:cubicBezTo>
                    <a:pt x="2621" y="2979"/>
                    <a:pt x="2551" y="2950"/>
                    <a:pt x="2481" y="2950"/>
                  </a:cubicBezTo>
                  <a:cubicBezTo>
                    <a:pt x="2422" y="2950"/>
                    <a:pt x="2363" y="2971"/>
                    <a:pt x="2315" y="3012"/>
                  </a:cubicBezTo>
                  <a:cubicBezTo>
                    <a:pt x="2211" y="3106"/>
                    <a:pt x="2200" y="3266"/>
                    <a:pt x="2294" y="3370"/>
                  </a:cubicBezTo>
                  <a:cubicBezTo>
                    <a:pt x="2579" y="3692"/>
                    <a:pt x="2903" y="3971"/>
                    <a:pt x="3256" y="4201"/>
                  </a:cubicBezTo>
                  <a:lnTo>
                    <a:pt x="2950" y="4732"/>
                  </a:lnTo>
                  <a:cubicBezTo>
                    <a:pt x="1466" y="3773"/>
                    <a:pt x="505" y="2101"/>
                    <a:pt x="505" y="254"/>
                  </a:cubicBezTo>
                  <a:cubicBezTo>
                    <a:pt x="505" y="115"/>
                    <a:pt x="392" y="0"/>
                    <a:pt x="2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26"/>
            <p:cNvSpPr/>
            <p:nvPr/>
          </p:nvSpPr>
          <p:spPr>
            <a:xfrm>
              <a:off x="1203119" y="2624095"/>
              <a:ext cx="26086" cy="114687"/>
            </a:xfrm>
            <a:custGeom>
              <a:rect b="b" l="l" r="r" t="t"/>
              <a:pathLst>
                <a:path extrusionOk="0" h="4414" w="1004">
                  <a:moveTo>
                    <a:pt x="287" y="1"/>
                  </a:moveTo>
                  <a:cubicBezTo>
                    <a:pt x="253" y="1"/>
                    <a:pt x="219" y="7"/>
                    <a:pt x="186" y="21"/>
                  </a:cubicBezTo>
                  <a:cubicBezTo>
                    <a:pt x="58" y="79"/>
                    <a:pt x="0" y="228"/>
                    <a:pt x="55" y="353"/>
                  </a:cubicBezTo>
                  <a:cubicBezTo>
                    <a:pt x="350" y="1027"/>
                    <a:pt x="499" y="1743"/>
                    <a:pt x="499" y="2483"/>
                  </a:cubicBezTo>
                  <a:cubicBezTo>
                    <a:pt x="499" y="3029"/>
                    <a:pt x="416" y="3569"/>
                    <a:pt x="254" y="4087"/>
                  </a:cubicBezTo>
                  <a:cubicBezTo>
                    <a:pt x="212" y="4217"/>
                    <a:pt x="285" y="4361"/>
                    <a:pt x="418" y="4403"/>
                  </a:cubicBezTo>
                  <a:cubicBezTo>
                    <a:pt x="442" y="4411"/>
                    <a:pt x="468" y="4413"/>
                    <a:pt x="494" y="4413"/>
                  </a:cubicBezTo>
                  <a:cubicBezTo>
                    <a:pt x="601" y="4413"/>
                    <a:pt x="701" y="4345"/>
                    <a:pt x="735" y="4238"/>
                  </a:cubicBezTo>
                  <a:cubicBezTo>
                    <a:pt x="912" y="3671"/>
                    <a:pt x="1004" y="3081"/>
                    <a:pt x="1004" y="2483"/>
                  </a:cubicBezTo>
                  <a:cubicBezTo>
                    <a:pt x="1004" y="1673"/>
                    <a:pt x="839" y="889"/>
                    <a:pt x="518" y="152"/>
                  </a:cubicBezTo>
                  <a:cubicBezTo>
                    <a:pt x="477" y="57"/>
                    <a:pt x="384" y="1"/>
                    <a:pt x="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26"/>
            <p:cNvSpPr/>
            <p:nvPr/>
          </p:nvSpPr>
          <p:spPr>
            <a:xfrm>
              <a:off x="1124107" y="2765232"/>
              <a:ext cx="52303" cy="49445"/>
            </a:xfrm>
            <a:custGeom>
              <a:rect b="b" l="l" r="r" t="t"/>
              <a:pathLst>
                <a:path extrusionOk="0" h="1903" w="2013">
                  <a:moveTo>
                    <a:pt x="1399" y="0"/>
                  </a:moveTo>
                  <a:cubicBezTo>
                    <a:pt x="1257" y="0"/>
                    <a:pt x="1115" y="55"/>
                    <a:pt x="1006" y="165"/>
                  </a:cubicBezTo>
                  <a:lnTo>
                    <a:pt x="217" y="951"/>
                  </a:lnTo>
                  <a:cubicBezTo>
                    <a:pt x="0" y="1171"/>
                    <a:pt x="0" y="1523"/>
                    <a:pt x="217" y="1740"/>
                  </a:cubicBezTo>
                  <a:cubicBezTo>
                    <a:pt x="326" y="1849"/>
                    <a:pt x="468" y="1903"/>
                    <a:pt x="611" y="1903"/>
                  </a:cubicBezTo>
                  <a:cubicBezTo>
                    <a:pt x="753" y="1903"/>
                    <a:pt x="896" y="1849"/>
                    <a:pt x="1006" y="1740"/>
                  </a:cubicBezTo>
                  <a:lnTo>
                    <a:pt x="1793" y="951"/>
                  </a:lnTo>
                  <a:cubicBezTo>
                    <a:pt x="2012" y="734"/>
                    <a:pt x="2012" y="382"/>
                    <a:pt x="1793" y="165"/>
                  </a:cubicBezTo>
                  <a:cubicBezTo>
                    <a:pt x="1684" y="55"/>
                    <a:pt x="1542" y="0"/>
                    <a:pt x="13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26"/>
            <p:cNvSpPr/>
            <p:nvPr/>
          </p:nvSpPr>
          <p:spPr>
            <a:xfrm>
              <a:off x="1129927" y="2765258"/>
              <a:ext cx="46483" cy="49445"/>
            </a:xfrm>
            <a:custGeom>
              <a:rect b="b" l="l" r="r" t="t"/>
              <a:pathLst>
                <a:path extrusionOk="0" h="1903" w="1789">
                  <a:moveTo>
                    <a:pt x="1176" y="0"/>
                  </a:moveTo>
                  <a:cubicBezTo>
                    <a:pt x="1036" y="0"/>
                    <a:pt x="896" y="52"/>
                    <a:pt x="787" y="156"/>
                  </a:cubicBezTo>
                  <a:cubicBezTo>
                    <a:pt x="790" y="159"/>
                    <a:pt x="793" y="161"/>
                    <a:pt x="795" y="164"/>
                  </a:cubicBezTo>
                  <a:cubicBezTo>
                    <a:pt x="1015" y="381"/>
                    <a:pt x="1015" y="733"/>
                    <a:pt x="795" y="950"/>
                  </a:cubicBezTo>
                  <a:lnTo>
                    <a:pt x="9" y="1739"/>
                  </a:lnTo>
                  <a:cubicBezTo>
                    <a:pt x="6" y="1742"/>
                    <a:pt x="4" y="1744"/>
                    <a:pt x="1" y="1747"/>
                  </a:cubicBezTo>
                  <a:cubicBezTo>
                    <a:pt x="108" y="1851"/>
                    <a:pt x="248" y="1903"/>
                    <a:pt x="388" y="1903"/>
                  </a:cubicBezTo>
                  <a:cubicBezTo>
                    <a:pt x="530" y="1903"/>
                    <a:pt x="673" y="1849"/>
                    <a:pt x="782" y="1739"/>
                  </a:cubicBezTo>
                  <a:lnTo>
                    <a:pt x="1569" y="950"/>
                  </a:lnTo>
                  <a:cubicBezTo>
                    <a:pt x="1788" y="733"/>
                    <a:pt x="1788" y="381"/>
                    <a:pt x="1569" y="164"/>
                  </a:cubicBezTo>
                  <a:cubicBezTo>
                    <a:pt x="1460" y="54"/>
                    <a:pt x="1318" y="0"/>
                    <a:pt x="11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26"/>
            <p:cNvSpPr/>
            <p:nvPr/>
          </p:nvSpPr>
          <p:spPr>
            <a:xfrm>
              <a:off x="1143178" y="2783576"/>
              <a:ext cx="21955" cy="21306"/>
            </a:xfrm>
            <a:custGeom>
              <a:rect b="b" l="l" r="r" t="t"/>
              <a:pathLst>
                <a:path extrusionOk="0" h="820" w="845">
                  <a:moveTo>
                    <a:pt x="279" y="1"/>
                  </a:moveTo>
                  <a:cubicBezTo>
                    <a:pt x="214" y="1"/>
                    <a:pt x="149" y="26"/>
                    <a:pt x="100" y="75"/>
                  </a:cubicBezTo>
                  <a:cubicBezTo>
                    <a:pt x="0" y="175"/>
                    <a:pt x="0" y="334"/>
                    <a:pt x="100" y="431"/>
                  </a:cubicBezTo>
                  <a:lnTo>
                    <a:pt x="486" y="820"/>
                  </a:lnTo>
                  <a:lnTo>
                    <a:pt x="844" y="462"/>
                  </a:lnTo>
                  <a:lnTo>
                    <a:pt x="458" y="75"/>
                  </a:lnTo>
                  <a:cubicBezTo>
                    <a:pt x="408" y="26"/>
                    <a:pt x="343" y="1"/>
                    <a:pt x="2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26"/>
            <p:cNvSpPr/>
            <p:nvPr/>
          </p:nvSpPr>
          <p:spPr>
            <a:xfrm>
              <a:off x="1124107" y="2547992"/>
              <a:ext cx="52303" cy="49471"/>
            </a:xfrm>
            <a:custGeom>
              <a:rect b="b" l="l" r="r" t="t"/>
              <a:pathLst>
                <a:path extrusionOk="0" h="1904" w="2013">
                  <a:moveTo>
                    <a:pt x="611" y="1"/>
                  </a:moveTo>
                  <a:cubicBezTo>
                    <a:pt x="468" y="1"/>
                    <a:pt x="326" y="56"/>
                    <a:pt x="217" y="165"/>
                  </a:cubicBezTo>
                  <a:cubicBezTo>
                    <a:pt x="0" y="382"/>
                    <a:pt x="0" y="735"/>
                    <a:pt x="217" y="952"/>
                  </a:cubicBezTo>
                  <a:lnTo>
                    <a:pt x="1006" y="1741"/>
                  </a:lnTo>
                  <a:cubicBezTo>
                    <a:pt x="1115" y="1849"/>
                    <a:pt x="1257" y="1903"/>
                    <a:pt x="1399" y="1903"/>
                  </a:cubicBezTo>
                  <a:cubicBezTo>
                    <a:pt x="1542" y="1903"/>
                    <a:pt x="1684" y="1849"/>
                    <a:pt x="1793" y="1741"/>
                  </a:cubicBezTo>
                  <a:cubicBezTo>
                    <a:pt x="2012" y="1524"/>
                    <a:pt x="2012" y="1171"/>
                    <a:pt x="1793" y="952"/>
                  </a:cubicBezTo>
                  <a:lnTo>
                    <a:pt x="1006" y="165"/>
                  </a:lnTo>
                  <a:cubicBezTo>
                    <a:pt x="896" y="56"/>
                    <a:pt x="753"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26"/>
            <p:cNvSpPr/>
            <p:nvPr/>
          </p:nvSpPr>
          <p:spPr>
            <a:xfrm>
              <a:off x="1129927" y="2548018"/>
              <a:ext cx="46483" cy="49471"/>
            </a:xfrm>
            <a:custGeom>
              <a:rect b="b" l="l" r="r" t="t"/>
              <a:pathLst>
                <a:path extrusionOk="0" h="1904" w="1789">
                  <a:moveTo>
                    <a:pt x="388" y="1"/>
                  </a:moveTo>
                  <a:cubicBezTo>
                    <a:pt x="248" y="1"/>
                    <a:pt x="108" y="53"/>
                    <a:pt x="1" y="157"/>
                  </a:cubicBezTo>
                  <a:cubicBezTo>
                    <a:pt x="4" y="159"/>
                    <a:pt x="6" y="162"/>
                    <a:pt x="9" y="164"/>
                  </a:cubicBezTo>
                  <a:lnTo>
                    <a:pt x="795" y="951"/>
                  </a:lnTo>
                  <a:cubicBezTo>
                    <a:pt x="1015" y="1170"/>
                    <a:pt x="1015" y="1523"/>
                    <a:pt x="795" y="1740"/>
                  </a:cubicBezTo>
                  <a:cubicBezTo>
                    <a:pt x="793" y="1742"/>
                    <a:pt x="790" y="1745"/>
                    <a:pt x="787" y="1748"/>
                  </a:cubicBezTo>
                  <a:cubicBezTo>
                    <a:pt x="896" y="1851"/>
                    <a:pt x="1036" y="1903"/>
                    <a:pt x="1176" y="1903"/>
                  </a:cubicBezTo>
                  <a:cubicBezTo>
                    <a:pt x="1318" y="1903"/>
                    <a:pt x="1460" y="1849"/>
                    <a:pt x="1569" y="1740"/>
                  </a:cubicBezTo>
                  <a:cubicBezTo>
                    <a:pt x="1788" y="1523"/>
                    <a:pt x="1788" y="1170"/>
                    <a:pt x="1569" y="951"/>
                  </a:cubicBezTo>
                  <a:lnTo>
                    <a:pt x="782" y="164"/>
                  </a:lnTo>
                  <a:cubicBezTo>
                    <a:pt x="673" y="55"/>
                    <a:pt x="530" y="1"/>
                    <a:pt x="3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26"/>
            <p:cNvSpPr/>
            <p:nvPr/>
          </p:nvSpPr>
          <p:spPr>
            <a:xfrm>
              <a:off x="1143178" y="2557840"/>
              <a:ext cx="21955" cy="21280"/>
            </a:xfrm>
            <a:custGeom>
              <a:rect b="b" l="l" r="r" t="t"/>
              <a:pathLst>
                <a:path extrusionOk="0" h="819" w="845">
                  <a:moveTo>
                    <a:pt x="486" y="1"/>
                  </a:moveTo>
                  <a:lnTo>
                    <a:pt x="100" y="387"/>
                  </a:lnTo>
                  <a:cubicBezTo>
                    <a:pt x="0" y="487"/>
                    <a:pt x="0" y="646"/>
                    <a:pt x="100" y="745"/>
                  </a:cubicBezTo>
                  <a:cubicBezTo>
                    <a:pt x="149" y="795"/>
                    <a:pt x="215" y="818"/>
                    <a:pt x="277" y="818"/>
                  </a:cubicBezTo>
                  <a:cubicBezTo>
                    <a:pt x="343" y="818"/>
                    <a:pt x="408" y="795"/>
                    <a:pt x="458" y="745"/>
                  </a:cubicBezTo>
                  <a:lnTo>
                    <a:pt x="844" y="359"/>
                  </a:lnTo>
                  <a:lnTo>
                    <a:pt x="48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26"/>
            <p:cNvSpPr/>
            <p:nvPr/>
          </p:nvSpPr>
          <p:spPr>
            <a:xfrm>
              <a:off x="1019891" y="2630669"/>
              <a:ext cx="115856" cy="115856"/>
            </a:xfrm>
            <a:custGeom>
              <a:rect b="b" l="l" r="r" t="t"/>
              <a:pathLst>
                <a:path extrusionOk="0" h="4459" w="4459">
                  <a:moveTo>
                    <a:pt x="2229" y="1"/>
                  </a:moveTo>
                  <a:cubicBezTo>
                    <a:pt x="999" y="1"/>
                    <a:pt x="1" y="999"/>
                    <a:pt x="1" y="2230"/>
                  </a:cubicBezTo>
                  <a:cubicBezTo>
                    <a:pt x="1" y="3460"/>
                    <a:pt x="999" y="4458"/>
                    <a:pt x="2229" y="4458"/>
                  </a:cubicBezTo>
                  <a:cubicBezTo>
                    <a:pt x="3460" y="4458"/>
                    <a:pt x="4458" y="3460"/>
                    <a:pt x="4458" y="2230"/>
                  </a:cubicBezTo>
                  <a:cubicBezTo>
                    <a:pt x="4458" y="999"/>
                    <a:pt x="3460" y="1"/>
                    <a:pt x="2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26"/>
            <p:cNvSpPr/>
            <p:nvPr/>
          </p:nvSpPr>
          <p:spPr>
            <a:xfrm>
              <a:off x="1067699" y="2630669"/>
              <a:ext cx="68048" cy="115856"/>
            </a:xfrm>
            <a:custGeom>
              <a:rect b="b" l="l" r="r" t="t"/>
              <a:pathLst>
                <a:path extrusionOk="0" h="4459" w="2619">
                  <a:moveTo>
                    <a:pt x="389" y="1"/>
                  </a:moveTo>
                  <a:cubicBezTo>
                    <a:pt x="256" y="1"/>
                    <a:pt x="126" y="11"/>
                    <a:pt x="0" y="35"/>
                  </a:cubicBezTo>
                  <a:cubicBezTo>
                    <a:pt x="1045" y="220"/>
                    <a:pt x="1837" y="1132"/>
                    <a:pt x="1837" y="2230"/>
                  </a:cubicBezTo>
                  <a:cubicBezTo>
                    <a:pt x="1837" y="3327"/>
                    <a:pt x="1045" y="4239"/>
                    <a:pt x="0" y="4424"/>
                  </a:cubicBezTo>
                  <a:cubicBezTo>
                    <a:pt x="126" y="4448"/>
                    <a:pt x="256" y="4458"/>
                    <a:pt x="389" y="4458"/>
                  </a:cubicBezTo>
                  <a:cubicBezTo>
                    <a:pt x="1620" y="4458"/>
                    <a:pt x="2618" y="3460"/>
                    <a:pt x="2618" y="2230"/>
                  </a:cubicBezTo>
                  <a:cubicBezTo>
                    <a:pt x="2618" y="999"/>
                    <a:pt x="1620"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26"/>
            <p:cNvSpPr/>
            <p:nvPr/>
          </p:nvSpPr>
          <p:spPr>
            <a:xfrm>
              <a:off x="1063333" y="2674137"/>
              <a:ext cx="28945" cy="28919"/>
            </a:xfrm>
            <a:custGeom>
              <a:rect b="b" l="l" r="r" t="t"/>
              <a:pathLst>
                <a:path extrusionOk="0" h="1113" w="1114">
                  <a:moveTo>
                    <a:pt x="557" y="0"/>
                  </a:moveTo>
                  <a:cubicBezTo>
                    <a:pt x="249" y="0"/>
                    <a:pt x="1" y="248"/>
                    <a:pt x="1" y="557"/>
                  </a:cubicBezTo>
                  <a:cubicBezTo>
                    <a:pt x="1" y="865"/>
                    <a:pt x="249" y="1113"/>
                    <a:pt x="557" y="1113"/>
                  </a:cubicBezTo>
                  <a:cubicBezTo>
                    <a:pt x="866" y="1113"/>
                    <a:pt x="1114" y="865"/>
                    <a:pt x="1114" y="557"/>
                  </a:cubicBezTo>
                  <a:cubicBezTo>
                    <a:pt x="1114" y="248"/>
                    <a:pt x="866" y="0"/>
                    <a:pt x="5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126"/>
          <p:cNvGrpSpPr/>
          <p:nvPr/>
        </p:nvGrpSpPr>
        <p:grpSpPr>
          <a:xfrm>
            <a:off x="1634247" y="2471370"/>
            <a:ext cx="434479" cy="434453"/>
            <a:chOff x="1634247" y="2471370"/>
            <a:chExt cx="434479" cy="434453"/>
          </a:xfrm>
        </p:grpSpPr>
        <p:sp>
          <p:nvSpPr>
            <p:cNvPr id="10980" name="Google Shape;10980;p126"/>
            <p:cNvSpPr/>
            <p:nvPr/>
          </p:nvSpPr>
          <p:spPr>
            <a:xfrm>
              <a:off x="1693773" y="2805479"/>
              <a:ext cx="70828" cy="100344"/>
            </a:xfrm>
            <a:custGeom>
              <a:rect b="b" l="l" r="r" t="t"/>
              <a:pathLst>
                <a:path extrusionOk="0" h="3862" w="2726">
                  <a:moveTo>
                    <a:pt x="1053" y="0"/>
                  </a:moveTo>
                  <a:lnTo>
                    <a:pt x="1053" y="518"/>
                  </a:lnTo>
                  <a:lnTo>
                    <a:pt x="766" y="1383"/>
                  </a:lnTo>
                  <a:lnTo>
                    <a:pt x="837" y="1633"/>
                  </a:lnTo>
                  <a:lnTo>
                    <a:pt x="596" y="1884"/>
                  </a:lnTo>
                  <a:lnTo>
                    <a:pt x="61" y="3496"/>
                  </a:lnTo>
                  <a:cubicBezTo>
                    <a:pt x="1" y="3676"/>
                    <a:pt x="134" y="3862"/>
                    <a:pt x="325" y="3862"/>
                  </a:cubicBezTo>
                  <a:lnTo>
                    <a:pt x="1409" y="3862"/>
                  </a:lnTo>
                  <a:cubicBezTo>
                    <a:pt x="1529" y="3862"/>
                    <a:pt x="1636" y="3786"/>
                    <a:pt x="1673" y="3671"/>
                  </a:cubicBezTo>
                  <a:lnTo>
                    <a:pt x="2268" y="1884"/>
                  </a:lnTo>
                  <a:lnTo>
                    <a:pt x="2166" y="1633"/>
                  </a:lnTo>
                  <a:lnTo>
                    <a:pt x="2438" y="1380"/>
                  </a:lnTo>
                  <a:lnTo>
                    <a:pt x="2726" y="518"/>
                  </a:lnTo>
                  <a:lnTo>
                    <a:pt x="27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26"/>
            <p:cNvSpPr/>
            <p:nvPr/>
          </p:nvSpPr>
          <p:spPr>
            <a:xfrm>
              <a:off x="1710272" y="2805479"/>
              <a:ext cx="54329" cy="100344"/>
            </a:xfrm>
            <a:custGeom>
              <a:rect b="b" l="l" r="r" t="t"/>
              <a:pathLst>
                <a:path extrusionOk="0" h="3862" w="2091">
                  <a:moveTo>
                    <a:pt x="1317" y="0"/>
                  </a:moveTo>
                  <a:lnTo>
                    <a:pt x="1317" y="518"/>
                  </a:lnTo>
                  <a:lnTo>
                    <a:pt x="264" y="3671"/>
                  </a:lnTo>
                  <a:cubicBezTo>
                    <a:pt x="228" y="3786"/>
                    <a:pt x="121" y="3862"/>
                    <a:pt x="0" y="3862"/>
                  </a:cubicBezTo>
                  <a:lnTo>
                    <a:pt x="774" y="3862"/>
                  </a:lnTo>
                  <a:cubicBezTo>
                    <a:pt x="894" y="3862"/>
                    <a:pt x="1001" y="3786"/>
                    <a:pt x="1038" y="3671"/>
                  </a:cubicBezTo>
                  <a:lnTo>
                    <a:pt x="1633" y="1884"/>
                  </a:lnTo>
                  <a:lnTo>
                    <a:pt x="1531" y="1633"/>
                  </a:lnTo>
                  <a:lnTo>
                    <a:pt x="1803" y="1380"/>
                  </a:lnTo>
                  <a:lnTo>
                    <a:pt x="2091" y="518"/>
                  </a:lnTo>
                  <a:lnTo>
                    <a:pt x="20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26"/>
            <p:cNvSpPr/>
            <p:nvPr/>
          </p:nvSpPr>
          <p:spPr>
            <a:xfrm>
              <a:off x="1709258" y="2841309"/>
              <a:ext cx="47886" cy="13147"/>
            </a:xfrm>
            <a:custGeom>
              <a:rect b="b" l="l" r="r" t="t"/>
              <a:pathLst>
                <a:path extrusionOk="0" h="506" w="1843">
                  <a:moveTo>
                    <a:pt x="170" y="1"/>
                  </a:moveTo>
                  <a:lnTo>
                    <a:pt x="0" y="505"/>
                  </a:lnTo>
                  <a:lnTo>
                    <a:pt x="1672" y="505"/>
                  </a:lnTo>
                  <a:lnTo>
                    <a:pt x="18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26"/>
            <p:cNvSpPr/>
            <p:nvPr/>
          </p:nvSpPr>
          <p:spPr>
            <a:xfrm>
              <a:off x="1938346" y="2805479"/>
              <a:ext cx="70828" cy="100344"/>
            </a:xfrm>
            <a:custGeom>
              <a:rect b="b" l="l" r="r" t="t"/>
              <a:pathLst>
                <a:path extrusionOk="0" h="3862" w="2726">
                  <a:moveTo>
                    <a:pt x="1" y="0"/>
                  </a:moveTo>
                  <a:lnTo>
                    <a:pt x="1" y="518"/>
                  </a:lnTo>
                  <a:lnTo>
                    <a:pt x="288" y="1380"/>
                  </a:lnTo>
                  <a:lnTo>
                    <a:pt x="604" y="1633"/>
                  </a:lnTo>
                  <a:lnTo>
                    <a:pt x="456" y="1884"/>
                  </a:lnTo>
                  <a:lnTo>
                    <a:pt x="1051" y="3671"/>
                  </a:lnTo>
                  <a:cubicBezTo>
                    <a:pt x="1090" y="3786"/>
                    <a:pt x="1195" y="3862"/>
                    <a:pt x="1315" y="3862"/>
                  </a:cubicBezTo>
                  <a:lnTo>
                    <a:pt x="2399" y="3862"/>
                  </a:lnTo>
                  <a:cubicBezTo>
                    <a:pt x="2590" y="3862"/>
                    <a:pt x="2726" y="3676"/>
                    <a:pt x="2666" y="3496"/>
                  </a:cubicBezTo>
                  <a:lnTo>
                    <a:pt x="2128" y="1884"/>
                  </a:lnTo>
                  <a:lnTo>
                    <a:pt x="1746" y="1633"/>
                  </a:lnTo>
                  <a:lnTo>
                    <a:pt x="1960" y="1380"/>
                  </a:lnTo>
                  <a:lnTo>
                    <a:pt x="1673" y="518"/>
                  </a:lnTo>
                  <a:lnTo>
                    <a:pt x="16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26"/>
            <p:cNvSpPr/>
            <p:nvPr/>
          </p:nvSpPr>
          <p:spPr>
            <a:xfrm>
              <a:off x="1961704" y="2805479"/>
              <a:ext cx="47470" cy="100344"/>
            </a:xfrm>
            <a:custGeom>
              <a:rect b="b" l="l" r="r" t="t"/>
              <a:pathLst>
                <a:path extrusionOk="0" h="3862" w="1827">
                  <a:moveTo>
                    <a:pt x="1" y="0"/>
                  </a:moveTo>
                  <a:lnTo>
                    <a:pt x="1" y="518"/>
                  </a:lnTo>
                  <a:lnTo>
                    <a:pt x="991" y="3496"/>
                  </a:lnTo>
                  <a:cubicBezTo>
                    <a:pt x="1051" y="3676"/>
                    <a:pt x="918" y="3862"/>
                    <a:pt x="727" y="3862"/>
                  </a:cubicBezTo>
                  <a:lnTo>
                    <a:pt x="1500" y="3862"/>
                  </a:lnTo>
                  <a:cubicBezTo>
                    <a:pt x="1691" y="3862"/>
                    <a:pt x="1827" y="3676"/>
                    <a:pt x="1767" y="3496"/>
                  </a:cubicBezTo>
                  <a:lnTo>
                    <a:pt x="1229" y="1884"/>
                  </a:lnTo>
                  <a:lnTo>
                    <a:pt x="847" y="1633"/>
                  </a:lnTo>
                  <a:lnTo>
                    <a:pt x="1061" y="1380"/>
                  </a:lnTo>
                  <a:lnTo>
                    <a:pt x="774" y="518"/>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26"/>
            <p:cNvSpPr/>
            <p:nvPr/>
          </p:nvSpPr>
          <p:spPr>
            <a:xfrm>
              <a:off x="1945829" y="2841309"/>
              <a:ext cx="47808" cy="13147"/>
            </a:xfrm>
            <a:custGeom>
              <a:rect b="b" l="l" r="r" t="t"/>
              <a:pathLst>
                <a:path extrusionOk="0" h="506" w="1840">
                  <a:moveTo>
                    <a:pt x="0" y="1"/>
                  </a:moveTo>
                  <a:lnTo>
                    <a:pt x="168" y="505"/>
                  </a:lnTo>
                  <a:lnTo>
                    <a:pt x="1840" y="505"/>
                  </a:lnTo>
                  <a:lnTo>
                    <a:pt x="16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26"/>
            <p:cNvSpPr/>
            <p:nvPr/>
          </p:nvSpPr>
          <p:spPr>
            <a:xfrm>
              <a:off x="1815891" y="2812390"/>
              <a:ext cx="13199" cy="42066"/>
            </a:xfrm>
            <a:custGeom>
              <a:rect b="b" l="l" r="r" t="t"/>
              <a:pathLst>
                <a:path extrusionOk="0" h="1619" w="508">
                  <a:moveTo>
                    <a:pt x="254" y="1"/>
                  </a:moveTo>
                  <a:cubicBezTo>
                    <a:pt x="116" y="1"/>
                    <a:pt x="1" y="113"/>
                    <a:pt x="1" y="252"/>
                  </a:cubicBezTo>
                  <a:lnTo>
                    <a:pt x="1" y="1367"/>
                  </a:lnTo>
                  <a:cubicBezTo>
                    <a:pt x="1" y="1506"/>
                    <a:pt x="116" y="1618"/>
                    <a:pt x="254" y="1618"/>
                  </a:cubicBezTo>
                  <a:cubicBezTo>
                    <a:pt x="393" y="1618"/>
                    <a:pt x="508" y="1506"/>
                    <a:pt x="508" y="1367"/>
                  </a:cubicBezTo>
                  <a:lnTo>
                    <a:pt x="508" y="252"/>
                  </a:lnTo>
                  <a:cubicBezTo>
                    <a:pt x="508" y="113"/>
                    <a:pt x="393"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26"/>
            <p:cNvSpPr/>
            <p:nvPr/>
          </p:nvSpPr>
          <p:spPr>
            <a:xfrm>
              <a:off x="1873858" y="2812390"/>
              <a:ext cx="13147" cy="42066"/>
            </a:xfrm>
            <a:custGeom>
              <a:rect b="b" l="l" r="r" t="t"/>
              <a:pathLst>
                <a:path extrusionOk="0" h="1619" w="506">
                  <a:moveTo>
                    <a:pt x="252" y="1"/>
                  </a:moveTo>
                  <a:cubicBezTo>
                    <a:pt x="113" y="1"/>
                    <a:pt x="1" y="113"/>
                    <a:pt x="1" y="252"/>
                  </a:cubicBezTo>
                  <a:lnTo>
                    <a:pt x="1" y="1367"/>
                  </a:lnTo>
                  <a:cubicBezTo>
                    <a:pt x="1" y="1506"/>
                    <a:pt x="113" y="1618"/>
                    <a:pt x="252" y="1618"/>
                  </a:cubicBezTo>
                  <a:cubicBezTo>
                    <a:pt x="393" y="1618"/>
                    <a:pt x="505" y="1506"/>
                    <a:pt x="505" y="1367"/>
                  </a:cubicBezTo>
                  <a:lnTo>
                    <a:pt x="505" y="252"/>
                  </a:lnTo>
                  <a:cubicBezTo>
                    <a:pt x="505" y="113"/>
                    <a:pt x="393"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26"/>
            <p:cNvSpPr/>
            <p:nvPr/>
          </p:nvSpPr>
          <p:spPr>
            <a:xfrm>
              <a:off x="1793494" y="2847908"/>
              <a:ext cx="115908" cy="28945"/>
            </a:xfrm>
            <a:custGeom>
              <a:rect b="b" l="l" r="r" t="t"/>
              <a:pathLst>
                <a:path extrusionOk="0" h="1114" w="4461">
                  <a:moveTo>
                    <a:pt x="262" y="0"/>
                  </a:moveTo>
                  <a:cubicBezTo>
                    <a:pt x="118" y="0"/>
                    <a:pt x="1" y="118"/>
                    <a:pt x="1" y="262"/>
                  </a:cubicBezTo>
                  <a:lnTo>
                    <a:pt x="1" y="852"/>
                  </a:lnTo>
                  <a:cubicBezTo>
                    <a:pt x="1" y="998"/>
                    <a:pt x="118" y="1113"/>
                    <a:pt x="262" y="1113"/>
                  </a:cubicBezTo>
                  <a:lnTo>
                    <a:pt x="4199" y="1113"/>
                  </a:lnTo>
                  <a:cubicBezTo>
                    <a:pt x="4343" y="1113"/>
                    <a:pt x="4460" y="998"/>
                    <a:pt x="4460" y="852"/>
                  </a:cubicBezTo>
                  <a:lnTo>
                    <a:pt x="4460" y="262"/>
                  </a:lnTo>
                  <a:cubicBezTo>
                    <a:pt x="4460" y="118"/>
                    <a:pt x="4343" y="0"/>
                    <a:pt x="4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26"/>
            <p:cNvSpPr/>
            <p:nvPr/>
          </p:nvSpPr>
          <p:spPr>
            <a:xfrm>
              <a:off x="1882276" y="2847908"/>
              <a:ext cx="27126" cy="28945"/>
            </a:xfrm>
            <a:custGeom>
              <a:rect b="b" l="l" r="r" t="t"/>
              <a:pathLst>
                <a:path extrusionOk="0" h="1114" w="1044">
                  <a:moveTo>
                    <a:pt x="1" y="0"/>
                  </a:moveTo>
                  <a:cubicBezTo>
                    <a:pt x="150" y="0"/>
                    <a:pt x="270" y="121"/>
                    <a:pt x="270" y="269"/>
                  </a:cubicBezTo>
                  <a:lnTo>
                    <a:pt x="270" y="844"/>
                  </a:lnTo>
                  <a:cubicBezTo>
                    <a:pt x="270" y="993"/>
                    <a:pt x="150" y="1113"/>
                    <a:pt x="1" y="1113"/>
                  </a:cubicBezTo>
                  <a:lnTo>
                    <a:pt x="782" y="1113"/>
                  </a:lnTo>
                  <a:cubicBezTo>
                    <a:pt x="926" y="1113"/>
                    <a:pt x="1043" y="998"/>
                    <a:pt x="1043" y="852"/>
                  </a:cubicBezTo>
                  <a:lnTo>
                    <a:pt x="1043" y="262"/>
                  </a:lnTo>
                  <a:cubicBezTo>
                    <a:pt x="1043" y="118"/>
                    <a:pt x="926" y="0"/>
                    <a:pt x="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26"/>
            <p:cNvSpPr/>
            <p:nvPr/>
          </p:nvSpPr>
          <p:spPr>
            <a:xfrm>
              <a:off x="1829739" y="2471370"/>
              <a:ext cx="43469" cy="49107"/>
            </a:xfrm>
            <a:custGeom>
              <a:rect b="b" l="l" r="r" t="t"/>
              <a:pathLst>
                <a:path extrusionOk="0" h="1890" w="1673">
                  <a:moveTo>
                    <a:pt x="262" y="0"/>
                  </a:moveTo>
                  <a:cubicBezTo>
                    <a:pt x="116" y="0"/>
                    <a:pt x="1" y="118"/>
                    <a:pt x="1" y="261"/>
                  </a:cubicBezTo>
                  <a:lnTo>
                    <a:pt x="1" y="1889"/>
                  </a:lnTo>
                  <a:lnTo>
                    <a:pt x="1673" y="1889"/>
                  </a:lnTo>
                  <a:lnTo>
                    <a:pt x="1673" y="261"/>
                  </a:lnTo>
                  <a:cubicBezTo>
                    <a:pt x="1673" y="118"/>
                    <a:pt x="1555" y="0"/>
                    <a:pt x="14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26"/>
            <p:cNvSpPr/>
            <p:nvPr/>
          </p:nvSpPr>
          <p:spPr>
            <a:xfrm>
              <a:off x="1846108" y="2471370"/>
              <a:ext cx="27100" cy="49107"/>
            </a:xfrm>
            <a:custGeom>
              <a:rect b="b" l="l" r="r" t="t"/>
              <a:pathLst>
                <a:path extrusionOk="0" h="1890" w="1043">
                  <a:moveTo>
                    <a:pt x="0" y="0"/>
                  </a:moveTo>
                  <a:cubicBezTo>
                    <a:pt x="147" y="0"/>
                    <a:pt x="269" y="120"/>
                    <a:pt x="269" y="269"/>
                  </a:cubicBezTo>
                  <a:lnTo>
                    <a:pt x="269" y="1889"/>
                  </a:lnTo>
                  <a:lnTo>
                    <a:pt x="1043" y="1889"/>
                  </a:ln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26"/>
            <p:cNvSpPr/>
            <p:nvPr/>
          </p:nvSpPr>
          <p:spPr>
            <a:xfrm>
              <a:off x="1634247" y="2514813"/>
              <a:ext cx="434479" cy="304125"/>
            </a:xfrm>
            <a:custGeom>
              <a:rect b="b" l="l" r="r" t="t"/>
              <a:pathLst>
                <a:path extrusionOk="0" h="11705" w="16722">
                  <a:moveTo>
                    <a:pt x="1045" y="0"/>
                  </a:moveTo>
                  <a:cubicBezTo>
                    <a:pt x="468" y="0"/>
                    <a:pt x="0" y="468"/>
                    <a:pt x="0" y="1045"/>
                  </a:cubicBezTo>
                  <a:lnTo>
                    <a:pt x="0" y="10660"/>
                  </a:lnTo>
                  <a:cubicBezTo>
                    <a:pt x="0" y="11237"/>
                    <a:pt x="468" y="11705"/>
                    <a:pt x="1045" y="11705"/>
                  </a:cubicBezTo>
                  <a:lnTo>
                    <a:pt x="15676" y="11705"/>
                  </a:lnTo>
                  <a:cubicBezTo>
                    <a:pt x="16254" y="11705"/>
                    <a:pt x="16721" y="11237"/>
                    <a:pt x="16721" y="10660"/>
                  </a:cubicBezTo>
                  <a:lnTo>
                    <a:pt x="16721" y="1045"/>
                  </a:lnTo>
                  <a:cubicBezTo>
                    <a:pt x="16721" y="468"/>
                    <a:pt x="16254" y="0"/>
                    <a:pt x="15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26"/>
            <p:cNvSpPr/>
            <p:nvPr/>
          </p:nvSpPr>
          <p:spPr>
            <a:xfrm>
              <a:off x="1663165" y="2543783"/>
              <a:ext cx="376564" cy="246184"/>
            </a:xfrm>
            <a:custGeom>
              <a:rect b="b" l="l" r="r" t="t"/>
              <a:pathLst>
                <a:path extrusionOk="0" h="9475" w="14493">
                  <a:moveTo>
                    <a:pt x="262" y="1"/>
                  </a:moveTo>
                  <a:cubicBezTo>
                    <a:pt x="118" y="1"/>
                    <a:pt x="0" y="118"/>
                    <a:pt x="0" y="262"/>
                  </a:cubicBezTo>
                  <a:lnTo>
                    <a:pt x="0" y="9213"/>
                  </a:lnTo>
                  <a:cubicBezTo>
                    <a:pt x="0" y="9359"/>
                    <a:pt x="118" y="9474"/>
                    <a:pt x="262" y="9474"/>
                  </a:cubicBezTo>
                  <a:lnTo>
                    <a:pt x="14231" y="9474"/>
                  </a:lnTo>
                  <a:cubicBezTo>
                    <a:pt x="14375" y="9474"/>
                    <a:pt x="14493" y="9359"/>
                    <a:pt x="14493" y="9213"/>
                  </a:cubicBezTo>
                  <a:lnTo>
                    <a:pt x="14493" y="262"/>
                  </a:lnTo>
                  <a:cubicBezTo>
                    <a:pt x="14493" y="118"/>
                    <a:pt x="14375" y="1"/>
                    <a:pt x="14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26"/>
            <p:cNvSpPr/>
            <p:nvPr/>
          </p:nvSpPr>
          <p:spPr>
            <a:xfrm>
              <a:off x="1716378" y="2616898"/>
              <a:ext cx="83456" cy="100007"/>
            </a:xfrm>
            <a:custGeom>
              <a:rect b="b" l="l" r="r" t="t"/>
              <a:pathLst>
                <a:path extrusionOk="0" h="3849" w="3212">
                  <a:moveTo>
                    <a:pt x="1613" y="826"/>
                  </a:moveTo>
                  <a:lnTo>
                    <a:pt x="2253" y="2522"/>
                  </a:lnTo>
                  <a:lnTo>
                    <a:pt x="965" y="2522"/>
                  </a:lnTo>
                  <a:lnTo>
                    <a:pt x="1613" y="826"/>
                  </a:lnTo>
                  <a:close/>
                  <a:moveTo>
                    <a:pt x="1613" y="1"/>
                  </a:moveTo>
                  <a:cubicBezTo>
                    <a:pt x="1479" y="1"/>
                    <a:pt x="1359" y="79"/>
                    <a:pt x="1310" y="204"/>
                  </a:cubicBezTo>
                  <a:cubicBezTo>
                    <a:pt x="1307" y="204"/>
                    <a:pt x="1307" y="207"/>
                    <a:pt x="1307" y="210"/>
                  </a:cubicBezTo>
                  <a:lnTo>
                    <a:pt x="50" y="3507"/>
                  </a:lnTo>
                  <a:cubicBezTo>
                    <a:pt x="1" y="3637"/>
                    <a:pt x="66" y="3781"/>
                    <a:pt x="197" y="3831"/>
                  </a:cubicBezTo>
                  <a:cubicBezTo>
                    <a:pt x="225" y="3844"/>
                    <a:pt x="257" y="3849"/>
                    <a:pt x="285" y="3849"/>
                  </a:cubicBezTo>
                  <a:cubicBezTo>
                    <a:pt x="387" y="3849"/>
                    <a:pt x="484" y="3786"/>
                    <a:pt x="523" y="3684"/>
                  </a:cubicBezTo>
                  <a:lnTo>
                    <a:pt x="774" y="3026"/>
                  </a:lnTo>
                  <a:lnTo>
                    <a:pt x="2443" y="3026"/>
                  </a:lnTo>
                  <a:lnTo>
                    <a:pt x="2692" y="3684"/>
                  </a:lnTo>
                  <a:cubicBezTo>
                    <a:pt x="2730" y="3785"/>
                    <a:pt x="2825" y="3847"/>
                    <a:pt x="2926" y="3847"/>
                  </a:cubicBezTo>
                  <a:cubicBezTo>
                    <a:pt x="2956" y="3847"/>
                    <a:pt x="2986" y="3842"/>
                    <a:pt x="3016" y="3831"/>
                  </a:cubicBezTo>
                  <a:cubicBezTo>
                    <a:pt x="3146" y="3784"/>
                    <a:pt x="3212" y="3637"/>
                    <a:pt x="3162" y="3507"/>
                  </a:cubicBezTo>
                  <a:lnTo>
                    <a:pt x="1918" y="210"/>
                  </a:lnTo>
                  <a:lnTo>
                    <a:pt x="1916" y="202"/>
                  </a:lnTo>
                  <a:cubicBezTo>
                    <a:pt x="1866" y="79"/>
                    <a:pt x="1746" y="1"/>
                    <a:pt x="16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26"/>
            <p:cNvSpPr/>
            <p:nvPr/>
          </p:nvSpPr>
          <p:spPr>
            <a:xfrm>
              <a:off x="1817242" y="2616898"/>
              <a:ext cx="66229" cy="100007"/>
            </a:xfrm>
            <a:custGeom>
              <a:rect b="b" l="l" r="r" t="t"/>
              <a:pathLst>
                <a:path extrusionOk="0" h="3849" w="2549">
                  <a:moveTo>
                    <a:pt x="1226" y="505"/>
                  </a:moveTo>
                  <a:cubicBezTo>
                    <a:pt x="1511" y="505"/>
                    <a:pt x="1744" y="735"/>
                    <a:pt x="1744" y="1022"/>
                  </a:cubicBezTo>
                  <a:cubicBezTo>
                    <a:pt x="1744" y="1307"/>
                    <a:pt x="1511" y="1539"/>
                    <a:pt x="1226" y="1539"/>
                  </a:cubicBezTo>
                  <a:lnTo>
                    <a:pt x="505" y="1539"/>
                  </a:lnTo>
                  <a:lnTo>
                    <a:pt x="505" y="505"/>
                  </a:lnTo>
                  <a:close/>
                  <a:moveTo>
                    <a:pt x="1394" y="2044"/>
                  </a:moveTo>
                  <a:cubicBezTo>
                    <a:pt x="1751" y="2044"/>
                    <a:pt x="2041" y="2334"/>
                    <a:pt x="2041" y="2692"/>
                  </a:cubicBezTo>
                  <a:cubicBezTo>
                    <a:pt x="2041" y="3050"/>
                    <a:pt x="1751" y="3340"/>
                    <a:pt x="1394" y="3340"/>
                  </a:cubicBezTo>
                  <a:cubicBezTo>
                    <a:pt x="1234" y="3340"/>
                    <a:pt x="790" y="3342"/>
                    <a:pt x="505" y="3342"/>
                  </a:cubicBezTo>
                  <a:lnTo>
                    <a:pt x="505" y="2046"/>
                  </a:lnTo>
                  <a:cubicBezTo>
                    <a:pt x="615" y="2044"/>
                    <a:pt x="746" y="2044"/>
                    <a:pt x="868" y="2044"/>
                  </a:cubicBezTo>
                  <a:close/>
                  <a:moveTo>
                    <a:pt x="254" y="1"/>
                  </a:moveTo>
                  <a:cubicBezTo>
                    <a:pt x="113" y="1"/>
                    <a:pt x="1" y="113"/>
                    <a:pt x="1" y="251"/>
                  </a:cubicBezTo>
                  <a:lnTo>
                    <a:pt x="1" y="1793"/>
                  </a:lnTo>
                  <a:lnTo>
                    <a:pt x="1" y="3596"/>
                  </a:lnTo>
                  <a:cubicBezTo>
                    <a:pt x="1" y="3663"/>
                    <a:pt x="27" y="3726"/>
                    <a:pt x="77" y="3776"/>
                  </a:cubicBezTo>
                  <a:cubicBezTo>
                    <a:pt x="124" y="3823"/>
                    <a:pt x="186" y="3849"/>
                    <a:pt x="254" y="3849"/>
                  </a:cubicBezTo>
                  <a:cubicBezTo>
                    <a:pt x="265" y="3849"/>
                    <a:pt x="1151" y="3844"/>
                    <a:pt x="1394" y="3844"/>
                  </a:cubicBezTo>
                  <a:cubicBezTo>
                    <a:pt x="2031" y="3844"/>
                    <a:pt x="2548" y="3326"/>
                    <a:pt x="2548" y="2692"/>
                  </a:cubicBezTo>
                  <a:cubicBezTo>
                    <a:pt x="2548" y="2271"/>
                    <a:pt x="2321" y="1905"/>
                    <a:pt x="1987" y="1701"/>
                  </a:cubicBezTo>
                  <a:cubicBezTo>
                    <a:pt x="2149" y="1521"/>
                    <a:pt x="2248" y="1283"/>
                    <a:pt x="2248" y="1022"/>
                  </a:cubicBezTo>
                  <a:cubicBezTo>
                    <a:pt x="2248" y="458"/>
                    <a:pt x="1788" y="1"/>
                    <a:pt x="12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26"/>
            <p:cNvSpPr/>
            <p:nvPr/>
          </p:nvSpPr>
          <p:spPr>
            <a:xfrm>
              <a:off x="1901711" y="2616898"/>
              <a:ext cx="84729" cy="100007"/>
            </a:xfrm>
            <a:custGeom>
              <a:rect b="b" l="l" r="r" t="t"/>
              <a:pathLst>
                <a:path extrusionOk="0" h="3849" w="3261">
                  <a:moveTo>
                    <a:pt x="1926" y="1"/>
                  </a:moveTo>
                  <a:cubicBezTo>
                    <a:pt x="865" y="1"/>
                    <a:pt x="0" y="863"/>
                    <a:pt x="0" y="1923"/>
                  </a:cubicBezTo>
                  <a:cubicBezTo>
                    <a:pt x="0" y="2984"/>
                    <a:pt x="865" y="3849"/>
                    <a:pt x="1926" y="3849"/>
                  </a:cubicBezTo>
                  <a:cubicBezTo>
                    <a:pt x="2344" y="3849"/>
                    <a:pt x="2720" y="3711"/>
                    <a:pt x="3010" y="3452"/>
                  </a:cubicBezTo>
                  <a:cubicBezTo>
                    <a:pt x="3067" y="3402"/>
                    <a:pt x="3122" y="3345"/>
                    <a:pt x="3172" y="3285"/>
                  </a:cubicBezTo>
                  <a:cubicBezTo>
                    <a:pt x="3261" y="3180"/>
                    <a:pt x="3248" y="3021"/>
                    <a:pt x="3141" y="2929"/>
                  </a:cubicBezTo>
                  <a:cubicBezTo>
                    <a:pt x="3093" y="2890"/>
                    <a:pt x="3036" y="2871"/>
                    <a:pt x="2979" y="2871"/>
                  </a:cubicBezTo>
                  <a:cubicBezTo>
                    <a:pt x="2907" y="2871"/>
                    <a:pt x="2835" y="2902"/>
                    <a:pt x="2785" y="2961"/>
                  </a:cubicBezTo>
                  <a:cubicBezTo>
                    <a:pt x="2751" y="3002"/>
                    <a:pt x="2715" y="3042"/>
                    <a:pt x="2675" y="3076"/>
                  </a:cubicBezTo>
                  <a:cubicBezTo>
                    <a:pt x="2474" y="3253"/>
                    <a:pt x="2223" y="3345"/>
                    <a:pt x="1926" y="3345"/>
                  </a:cubicBezTo>
                  <a:cubicBezTo>
                    <a:pt x="1142" y="3345"/>
                    <a:pt x="504" y="2707"/>
                    <a:pt x="504" y="1923"/>
                  </a:cubicBezTo>
                  <a:cubicBezTo>
                    <a:pt x="504" y="1140"/>
                    <a:pt x="1142" y="505"/>
                    <a:pt x="1926" y="505"/>
                  </a:cubicBezTo>
                  <a:cubicBezTo>
                    <a:pt x="2210" y="505"/>
                    <a:pt x="2485" y="588"/>
                    <a:pt x="2720" y="745"/>
                  </a:cubicBezTo>
                  <a:cubicBezTo>
                    <a:pt x="2763" y="775"/>
                    <a:pt x="2813" y="789"/>
                    <a:pt x="2862" y="789"/>
                  </a:cubicBezTo>
                  <a:cubicBezTo>
                    <a:pt x="2942" y="789"/>
                    <a:pt x="3021" y="750"/>
                    <a:pt x="3070" y="677"/>
                  </a:cubicBezTo>
                  <a:cubicBezTo>
                    <a:pt x="3146" y="562"/>
                    <a:pt x="3117" y="406"/>
                    <a:pt x="3002" y="327"/>
                  </a:cubicBezTo>
                  <a:cubicBezTo>
                    <a:pt x="2683" y="113"/>
                    <a:pt x="2310" y="1"/>
                    <a:pt x="19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26"/>
            <p:cNvSpPr/>
            <p:nvPr/>
          </p:nvSpPr>
          <p:spPr>
            <a:xfrm>
              <a:off x="2020555" y="2514813"/>
              <a:ext cx="48172" cy="304125"/>
            </a:xfrm>
            <a:custGeom>
              <a:rect b="b" l="l" r="r" t="t"/>
              <a:pathLst>
                <a:path extrusionOk="0" h="11705" w="1854">
                  <a:moveTo>
                    <a:pt x="1" y="0"/>
                  </a:moveTo>
                  <a:cubicBezTo>
                    <a:pt x="597" y="0"/>
                    <a:pt x="1080" y="484"/>
                    <a:pt x="1080" y="1077"/>
                  </a:cubicBezTo>
                  <a:lnTo>
                    <a:pt x="1080" y="10628"/>
                  </a:lnTo>
                  <a:cubicBezTo>
                    <a:pt x="1080" y="11224"/>
                    <a:pt x="597" y="11705"/>
                    <a:pt x="1" y="11705"/>
                  </a:cubicBezTo>
                  <a:lnTo>
                    <a:pt x="777" y="11705"/>
                  </a:lnTo>
                  <a:cubicBezTo>
                    <a:pt x="1370" y="11705"/>
                    <a:pt x="1853" y="11224"/>
                    <a:pt x="1853" y="10628"/>
                  </a:cubicBezTo>
                  <a:lnTo>
                    <a:pt x="1853" y="1077"/>
                  </a:lnTo>
                  <a:cubicBezTo>
                    <a:pt x="1853" y="484"/>
                    <a:pt x="1370" y="0"/>
                    <a:pt x="7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26"/>
            <p:cNvSpPr/>
            <p:nvPr/>
          </p:nvSpPr>
          <p:spPr>
            <a:xfrm>
              <a:off x="2012630" y="2543783"/>
              <a:ext cx="27100" cy="246184"/>
            </a:xfrm>
            <a:custGeom>
              <a:rect b="b" l="l" r="r" t="t"/>
              <a:pathLst>
                <a:path extrusionOk="0" h="9475" w="1043">
                  <a:moveTo>
                    <a:pt x="0" y="1"/>
                  </a:moveTo>
                  <a:cubicBezTo>
                    <a:pt x="149" y="1"/>
                    <a:pt x="269" y="121"/>
                    <a:pt x="269" y="270"/>
                  </a:cubicBezTo>
                  <a:lnTo>
                    <a:pt x="269" y="9205"/>
                  </a:lnTo>
                  <a:cubicBezTo>
                    <a:pt x="269" y="9354"/>
                    <a:pt x="149" y="9474"/>
                    <a:pt x="0" y="9474"/>
                  </a:cubicBezTo>
                  <a:lnTo>
                    <a:pt x="774" y="9474"/>
                  </a:lnTo>
                  <a:cubicBezTo>
                    <a:pt x="922" y="9474"/>
                    <a:pt x="1043" y="9354"/>
                    <a:pt x="1043" y="9205"/>
                  </a:cubicBezTo>
                  <a:lnTo>
                    <a:pt x="1043" y="270"/>
                  </a:lnTo>
                  <a:cubicBezTo>
                    <a:pt x="1043" y="121"/>
                    <a:pt x="922"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126"/>
          <p:cNvGrpSpPr/>
          <p:nvPr/>
        </p:nvGrpSpPr>
        <p:grpSpPr>
          <a:xfrm>
            <a:off x="2407824" y="2471370"/>
            <a:ext cx="434479" cy="434453"/>
            <a:chOff x="2407824" y="2471370"/>
            <a:chExt cx="434479" cy="434453"/>
          </a:xfrm>
        </p:grpSpPr>
        <p:sp>
          <p:nvSpPr>
            <p:cNvPr id="11000" name="Google Shape;11000;p126"/>
            <p:cNvSpPr/>
            <p:nvPr/>
          </p:nvSpPr>
          <p:spPr>
            <a:xfrm>
              <a:off x="2742894" y="2539912"/>
              <a:ext cx="77688" cy="151348"/>
            </a:xfrm>
            <a:custGeom>
              <a:rect b="b" l="l" r="r" t="t"/>
              <a:pathLst>
                <a:path extrusionOk="0" h="5825" w="2990">
                  <a:moveTo>
                    <a:pt x="1" y="1"/>
                  </a:moveTo>
                  <a:lnTo>
                    <a:pt x="1" y="1190"/>
                  </a:lnTo>
                  <a:cubicBezTo>
                    <a:pt x="824" y="2198"/>
                    <a:pt x="1318" y="3486"/>
                    <a:pt x="1318" y="4886"/>
                  </a:cubicBezTo>
                  <a:lnTo>
                    <a:pt x="1318" y="5824"/>
                  </a:lnTo>
                  <a:lnTo>
                    <a:pt x="2990" y="5824"/>
                  </a:lnTo>
                  <a:lnTo>
                    <a:pt x="2990" y="4886"/>
                  </a:lnTo>
                  <a:cubicBezTo>
                    <a:pt x="2990" y="3076"/>
                    <a:pt x="2355" y="1362"/>
                    <a:pt x="11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26"/>
            <p:cNvSpPr/>
            <p:nvPr/>
          </p:nvSpPr>
          <p:spPr>
            <a:xfrm>
              <a:off x="2753911" y="2539912"/>
              <a:ext cx="66671" cy="151348"/>
            </a:xfrm>
            <a:custGeom>
              <a:rect b="b" l="l" r="r" t="t"/>
              <a:pathLst>
                <a:path extrusionOk="0" h="5825" w="2566">
                  <a:moveTo>
                    <a:pt x="0" y="1"/>
                  </a:moveTo>
                  <a:cubicBezTo>
                    <a:pt x="1168" y="1362"/>
                    <a:pt x="1803" y="3076"/>
                    <a:pt x="1803" y="4886"/>
                  </a:cubicBezTo>
                  <a:lnTo>
                    <a:pt x="1803" y="5824"/>
                  </a:lnTo>
                  <a:lnTo>
                    <a:pt x="2566" y="5824"/>
                  </a:lnTo>
                  <a:lnTo>
                    <a:pt x="2566" y="4886"/>
                  </a:lnTo>
                  <a:cubicBezTo>
                    <a:pt x="2566" y="3076"/>
                    <a:pt x="1931" y="1362"/>
                    <a:pt x="7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26"/>
            <p:cNvSpPr/>
            <p:nvPr/>
          </p:nvSpPr>
          <p:spPr>
            <a:xfrm>
              <a:off x="2429571" y="2538431"/>
              <a:ext cx="77740" cy="152829"/>
            </a:xfrm>
            <a:custGeom>
              <a:rect b="b" l="l" r="r" t="t"/>
              <a:pathLst>
                <a:path extrusionOk="0" h="5882" w="2992">
                  <a:moveTo>
                    <a:pt x="2892" y="0"/>
                  </a:moveTo>
                  <a:cubicBezTo>
                    <a:pt x="2858" y="0"/>
                    <a:pt x="1803" y="58"/>
                    <a:pt x="1803" y="58"/>
                  </a:cubicBezTo>
                  <a:cubicBezTo>
                    <a:pt x="638" y="1419"/>
                    <a:pt x="0" y="3133"/>
                    <a:pt x="0" y="4943"/>
                  </a:cubicBezTo>
                  <a:lnTo>
                    <a:pt x="0" y="5881"/>
                  </a:lnTo>
                  <a:lnTo>
                    <a:pt x="1672" y="5881"/>
                  </a:lnTo>
                  <a:lnTo>
                    <a:pt x="1672" y="4943"/>
                  </a:lnTo>
                  <a:cubicBezTo>
                    <a:pt x="1672" y="3543"/>
                    <a:pt x="2169" y="2255"/>
                    <a:pt x="2991" y="1247"/>
                  </a:cubicBezTo>
                  <a:cubicBezTo>
                    <a:pt x="2991" y="1247"/>
                    <a:pt x="2924" y="0"/>
                    <a:pt x="28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26"/>
            <p:cNvSpPr/>
            <p:nvPr/>
          </p:nvSpPr>
          <p:spPr>
            <a:xfrm>
              <a:off x="2510143" y="2558255"/>
              <a:ext cx="205444" cy="231712"/>
            </a:xfrm>
            <a:custGeom>
              <a:rect b="b" l="l" r="r" t="t"/>
              <a:pathLst>
                <a:path extrusionOk="0" h="8918" w="7907">
                  <a:moveTo>
                    <a:pt x="4423" y="0"/>
                  </a:moveTo>
                  <a:cubicBezTo>
                    <a:pt x="3015" y="0"/>
                    <a:pt x="1761" y="653"/>
                    <a:pt x="943" y="1672"/>
                  </a:cubicBezTo>
                  <a:lnTo>
                    <a:pt x="0" y="5017"/>
                  </a:lnTo>
                  <a:cubicBezTo>
                    <a:pt x="275" y="7216"/>
                    <a:pt x="2150" y="8917"/>
                    <a:pt x="4423" y="8917"/>
                  </a:cubicBezTo>
                  <a:cubicBezTo>
                    <a:pt x="5832" y="8917"/>
                    <a:pt x="7086" y="8267"/>
                    <a:pt x="7903" y="7248"/>
                  </a:cubicBezTo>
                  <a:lnTo>
                    <a:pt x="7906" y="1672"/>
                  </a:lnTo>
                  <a:cubicBezTo>
                    <a:pt x="7088" y="653"/>
                    <a:pt x="5832" y="0"/>
                    <a:pt x="4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26"/>
            <p:cNvSpPr/>
            <p:nvPr/>
          </p:nvSpPr>
          <p:spPr>
            <a:xfrm>
              <a:off x="2567149" y="2717580"/>
              <a:ext cx="50744" cy="28945"/>
            </a:xfrm>
            <a:custGeom>
              <a:rect b="b" l="l" r="r" t="t"/>
              <a:pathLst>
                <a:path extrusionOk="0" h="1114" w="1953">
                  <a:moveTo>
                    <a:pt x="557" y="0"/>
                  </a:moveTo>
                  <a:cubicBezTo>
                    <a:pt x="252" y="0"/>
                    <a:pt x="1" y="248"/>
                    <a:pt x="1" y="557"/>
                  </a:cubicBezTo>
                  <a:cubicBezTo>
                    <a:pt x="1" y="865"/>
                    <a:pt x="252" y="1113"/>
                    <a:pt x="557" y="1113"/>
                  </a:cubicBezTo>
                  <a:lnTo>
                    <a:pt x="1393" y="1113"/>
                  </a:lnTo>
                  <a:cubicBezTo>
                    <a:pt x="1702" y="1113"/>
                    <a:pt x="1952" y="865"/>
                    <a:pt x="1952" y="557"/>
                  </a:cubicBezTo>
                  <a:cubicBezTo>
                    <a:pt x="1952" y="248"/>
                    <a:pt x="1702" y="0"/>
                    <a:pt x="1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26"/>
            <p:cNvSpPr/>
            <p:nvPr/>
          </p:nvSpPr>
          <p:spPr>
            <a:xfrm>
              <a:off x="2615008" y="2558255"/>
              <a:ext cx="100578" cy="81143"/>
            </a:xfrm>
            <a:custGeom>
              <a:rect b="b" l="l" r="r" t="t"/>
              <a:pathLst>
                <a:path extrusionOk="0" h="3123" w="3871">
                  <a:moveTo>
                    <a:pt x="387" y="0"/>
                  </a:moveTo>
                  <a:cubicBezTo>
                    <a:pt x="257" y="0"/>
                    <a:pt x="129" y="5"/>
                    <a:pt x="1" y="19"/>
                  </a:cubicBezTo>
                  <a:cubicBezTo>
                    <a:pt x="1827" y="175"/>
                    <a:pt x="3340" y="1432"/>
                    <a:pt x="3870" y="3122"/>
                  </a:cubicBezTo>
                  <a:lnTo>
                    <a:pt x="3870" y="1672"/>
                  </a:lnTo>
                  <a:cubicBezTo>
                    <a:pt x="3052" y="653"/>
                    <a:pt x="1796"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26"/>
            <p:cNvSpPr/>
            <p:nvPr/>
          </p:nvSpPr>
          <p:spPr>
            <a:xfrm>
              <a:off x="2615008" y="2708824"/>
              <a:ext cx="100578" cy="81143"/>
            </a:xfrm>
            <a:custGeom>
              <a:rect b="b" l="l" r="r" t="t"/>
              <a:pathLst>
                <a:path extrusionOk="0" h="3123" w="3871">
                  <a:moveTo>
                    <a:pt x="3870" y="0"/>
                  </a:moveTo>
                  <a:cubicBezTo>
                    <a:pt x="3340" y="1693"/>
                    <a:pt x="1827" y="2950"/>
                    <a:pt x="1" y="3106"/>
                  </a:cubicBezTo>
                  <a:cubicBezTo>
                    <a:pt x="129" y="3117"/>
                    <a:pt x="257" y="3122"/>
                    <a:pt x="387" y="3122"/>
                  </a:cubicBezTo>
                  <a:cubicBezTo>
                    <a:pt x="1796" y="3122"/>
                    <a:pt x="3052" y="2469"/>
                    <a:pt x="3870" y="1450"/>
                  </a:cubicBezTo>
                  <a:lnTo>
                    <a:pt x="38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26"/>
            <p:cNvSpPr/>
            <p:nvPr/>
          </p:nvSpPr>
          <p:spPr>
            <a:xfrm>
              <a:off x="2509260" y="2601698"/>
              <a:ext cx="101358" cy="86911"/>
            </a:xfrm>
            <a:custGeom>
              <a:rect b="b" l="l" r="r" t="t"/>
              <a:pathLst>
                <a:path extrusionOk="0" h="3345" w="3901">
                  <a:moveTo>
                    <a:pt x="977" y="0"/>
                  </a:moveTo>
                  <a:cubicBezTo>
                    <a:pt x="366" y="763"/>
                    <a:pt x="0" y="1733"/>
                    <a:pt x="0" y="2788"/>
                  </a:cubicBezTo>
                  <a:cubicBezTo>
                    <a:pt x="0" y="2976"/>
                    <a:pt x="11" y="3162"/>
                    <a:pt x="34" y="3345"/>
                  </a:cubicBezTo>
                  <a:lnTo>
                    <a:pt x="2229" y="3345"/>
                  </a:lnTo>
                  <a:cubicBezTo>
                    <a:pt x="2537" y="3345"/>
                    <a:pt x="2785" y="3096"/>
                    <a:pt x="2785" y="2788"/>
                  </a:cubicBezTo>
                  <a:cubicBezTo>
                    <a:pt x="2785" y="2480"/>
                    <a:pt x="2537" y="2229"/>
                    <a:pt x="2229" y="2229"/>
                  </a:cubicBezTo>
                  <a:lnTo>
                    <a:pt x="1672" y="2229"/>
                  </a:lnTo>
                  <a:cubicBezTo>
                    <a:pt x="1364" y="2229"/>
                    <a:pt x="1113" y="1981"/>
                    <a:pt x="1113" y="1672"/>
                  </a:cubicBezTo>
                  <a:cubicBezTo>
                    <a:pt x="1113" y="1364"/>
                    <a:pt x="1364" y="1116"/>
                    <a:pt x="1672" y="1116"/>
                  </a:cubicBezTo>
                  <a:lnTo>
                    <a:pt x="3344" y="1116"/>
                  </a:lnTo>
                  <a:cubicBezTo>
                    <a:pt x="3653" y="1116"/>
                    <a:pt x="3901" y="865"/>
                    <a:pt x="3901" y="557"/>
                  </a:cubicBezTo>
                  <a:cubicBezTo>
                    <a:pt x="3901" y="251"/>
                    <a:pt x="3653" y="0"/>
                    <a:pt x="3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26"/>
            <p:cNvSpPr/>
            <p:nvPr/>
          </p:nvSpPr>
          <p:spPr>
            <a:xfrm>
              <a:off x="2613190" y="2601698"/>
              <a:ext cx="127782" cy="144826"/>
            </a:xfrm>
            <a:custGeom>
              <a:rect b="b" l="l" r="r" t="t"/>
              <a:pathLst>
                <a:path extrusionOk="0" h="5574" w="4918">
                  <a:moveTo>
                    <a:pt x="2130" y="0"/>
                  </a:moveTo>
                  <a:cubicBezTo>
                    <a:pt x="1821" y="0"/>
                    <a:pt x="1573" y="251"/>
                    <a:pt x="1573" y="557"/>
                  </a:cubicBezTo>
                  <a:cubicBezTo>
                    <a:pt x="1573" y="865"/>
                    <a:pt x="1821" y="1116"/>
                    <a:pt x="2130" y="1116"/>
                  </a:cubicBezTo>
                  <a:lnTo>
                    <a:pt x="2689" y="1116"/>
                  </a:lnTo>
                  <a:cubicBezTo>
                    <a:pt x="2997" y="1116"/>
                    <a:pt x="3245" y="1364"/>
                    <a:pt x="3245" y="1672"/>
                  </a:cubicBezTo>
                  <a:cubicBezTo>
                    <a:pt x="3245" y="1981"/>
                    <a:pt x="2997" y="2229"/>
                    <a:pt x="2689" y="2229"/>
                  </a:cubicBezTo>
                  <a:lnTo>
                    <a:pt x="559" y="2229"/>
                  </a:lnTo>
                  <a:cubicBezTo>
                    <a:pt x="251" y="2229"/>
                    <a:pt x="0" y="2480"/>
                    <a:pt x="0" y="2788"/>
                  </a:cubicBezTo>
                  <a:cubicBezTo>
                    <a:pt x="0" y="3096"/>
                    <a:pt x="251" y="3345"/>
                    <a:pt x="559" y="3345"/>
                  </a:cubicBezTo>
                  <a:lnTo>
                    <a:pt x="2508" y="3345"/>
                  </a:lnTo>
                  <a:cubicBezTo>
                    <a:pt x="2817" y="3345"/>
                    <a:pt x="3067" y="3595"/>
                    <a:pt x="3067" y="3901"/>
                  </a:cubicBezTo>
                  <a:cubicBezTo>
                    <a:pt x="3067" y="4209"/>
                    <a:pt x="2817" y="4460"/>
                    <a:pt x="2508" y="4460"/>
                  </a:cubicBezTo>
                  <a:lnTo>
                    <a:pt x="1952" y="4460"/>
                  </a:lnTo>
                  <a:cubicBezTo>
                    <a:pt x="1644" y="4460"/>
                    <a:pt x="1395" y="4708"/>
                    <a:pt x="1395" y="5017"/>
                  </a:cubicBezTo>
                  <a:cubicBezTo>
                    <a:pt x="1395" y="5325"/>
                    <a:pt x="1644" y="5573"/>
                    <a:pt x="1952" y="5573"/>
                  </a:cubicBezTo>
                  <a:lnTo>
                    <a:pt x="3940" y="5573"/>
                  </a:lnTo>
                  <a:cubicBezTo>
                    <a:pt x="4551" y="4810"/>
                    <a:pt x="4917" y="3841"/>
                    <a:pt x="4917" y="2788"/>
                  </a:cubicBezTo>
                  <a:cubicBezTo>
                    <a:pt x="4917" y="1733"/>
                    <a:pt x="4551" y="763"/>
                    <a:pt x="39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26"/>
            <p:cNvSpPr/>
            <p:nvPr/>
          </p:nvSpPr>
          <p:spPr>
            <a:xfrm>
              <a:off x="2695398" y="2601698"/>
              <a:ext cx="45573" cy="144826"/>
            </a:xfrm>
            <a:custGeom>
              <a:rect b="b" l="l" r="r" t="t"/>
              <a:pathLst>
                <a:path extrusionOk="0" h="5574" w="1754">
                  <a:moveTo>
                    <a:pt x="0" y="0"/>
                  </a:moveTo>
                  <a:cubicBezTo>
                    <a:pt x="614" y="763"/>
                    <a:pt x="980" y="1733"/>
                    <a:pt x="980" y="2788"/>
                  </a:cubicBezTo>
                  <a:cubicBezTo>
                    <a:pt x="980" y="3841"/>
                    <a:pt x="614" y="4810"/>
                    <a:pt x="0" y="5573"/>
                  </a:cubicBezTo>
                  <a:lnTo>
                    <a:pt x="776" y="5573"/>
                  </a:lnTo>
                  <a:cubicBezTo>
                    <a:pt x="1387" y="4810"/>
                    <a:pt x="1753" y="3841"/>
                    <a:pt x="1753" y="2788"/>
                  </a:cubicBezTo>
                  <a:cubicBezTo>
                    <a:pt x="1753" y="1733"/>
                    <a:pt x="1387" y="763"/>
                    <a:pt x="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26"/>
            <p:cNvSpPr/>
            <p:nvPr/>
          </p:nvSpPr>
          <p:spPr>
            <a:xfrm>
              <a:off x="2476392" y="2471370"/>
              <a:ext cx="297370" cy="99461"/>
            </a:xfrm>
            <a:custGeom>
              <a:rect b="b" l="l" r="r" t="t"/>
              <a:pathLst>
                <a:path extrusionOk="0" h="3828" w="11445">
                  <a:moveTo>
                    <a:pt x="5722" y="0"/>
                  </a:moveTo>
                  <a:cubicBezTo>
                    <a:pt x="3713" y="0"/>
                    <a:pt x="1824" y="784"/>
                    <a:pt x="403" y="2205"/>
                  </a:cubicBezTo>
                  <a:cubicBezTo>
                    <a:pt x="262" y="2344"/>
                    <a:pt x="129" y="2490"/>
                    <a:pt x="1" y="2639"/>
                  </a:cubicBezTo>
                  <a:lnTo>
                    <a:pt x="1189" y="3828"/>
                  </a:lnTo>
                  <a:cubicBezTo>
                    <a:pt x="2263" y="2513"/>
                    <a:pt x="3899" y="1672"/>
                    <a:pt x="5722" y="1672"/>
                  </a:cubicBezTo>
                  <a:cubicBezTo>
                    <a:pt x="7549" y="1672"/>
                    <a:pt x="9182" y="2513"/>
                    <a:pt x="10255" y="3828"/>
                  </a:cubicBezTo>
                  <a:lnTo>
                    <a:pt x="10258" y="3828"/>
                  </a:lnTo>
                  <a:lnTo>
                    <a:pt x="11444" y="2639"/>
                  </a:lnTo>
                  <a:cubicBezTo>
                    <a:pt x="11319" y="2490"/>
                    <a:pt x="11183" y="2344"/>
                    <a:pt x="11044" y="2205"/>
                  </a:cubicBezTo>
                  <a:cubicBezTo>
                    <a:pt x="9623" y="784"/>
                    <a:pt x="7734" y="0"/>
                    <a:pt x="5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26"/>
            <p:cNvSpPr/>
            <p:nvPr/>
          </p:nvSpPr>
          <p:spPr>
            <a:xfrm>
              <a:off x="2615138" y="2471370"/>
              <a:ext cx="158623" cy="79584"/>
            </a:xfrm>
            <a:custGeom>
              <a:rect b="b" l="l" r="r" t="t"/>
              <a:pathLst>
                <a:path extrusionOk="0" h="3063" w="6105">
                  <a:moveTo>
                    <a:pt x="382" y="0"/>
                  </a:moveTo>
                  <a:cubicBezTo>
                    <a:pt x="257" y="0"/>
                    <a:pt x="129" y="3"/>
                    <a:pt x="1" y="11"/>
                  </a:cubicBezTo>
                  <a:cubicBezTo>
                    <a:pt x="1869" y="102"/>
                    <a:pt x="3609" y="873"/>
                    <a:pt x="4941" y="2205"/>
                  </a:cubicBezTo>
                  <a:cubicBezTo>
                    <a:pt x="5211" y="2474"/>
                    <a:pt x="5459" y="2762"/>
                    <a:pt x="5681" y="3062"/>
                  </a:cubicBezTo>
                  <a:lnTo>
                    <a:pt x="6104" y="2639"/>
                  </a:lnTo>
                  <a:cubicBezTo>
                    <a:pt x="5979" y="2490"/>
                    <a:pt x="5843" y="2344"/>
                    <a:pt x="5704" y="2205"/>
                  </a:cubicBezTo>
                  <a:cubicBezTo>
                    <a:pt x="4283" y="784"/>
                    <a:pt x="2394" y="0"/>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26"/>
            <p:cNvSpPr/>
            <p:nvPr/>
          </p:nvSpPr>
          <p:spPr>
            <a:xfrm>
              <a:off x="2407824" y="2746499"/>
              <a:ext cx="77090" cy="158857"/>
            </a:xfrm>
            <a:custGeom>
              <a:rect b="b" l="l" r="r" t="t"/>
              <a:pathLst>
                <a:path extrusionOk="0" h="6114" w="2967">
                  <a:moveTo>
                    <a:pt x="2232" y="0"/>
                  </a:moveTo>
                  <a:lnTo>
                    <a:pt x="1117" y="418"/>
                  </a:lnTo>
                  <a:lnTo>
                    <a:pt x="725" y="567"/>
                  </a:lnTo>
                  <a:cubicBezTo>
                    <a:pt x="291" y="729"/>
                    <a:pt x="1" y="1144"/>
                    <a:pt x="1" y="1609"/>
                  </a:cubicBezTo>
                  <a:lnTo>
                    <a:pt x="1" y="4523"/>
                  </a:lnTo>
                  <a:cubicBezTo>
                    <a:pt x="1" y="4988"/>
                    <a:pt x="291" y="5403"/>
                    <a:pt x="725" y="5568"/>
                  </a:cubicBezTo>
                  <a:lnTo>
                    <a:pt x="2041" y="6061"/>
                  </a:lnTo>
                  <a:cubicBezTo>
                    <a:pt x="2104" y="6085"/>
                    <a:pt x="2169" y="6103"/>
                    <a:pt x="2235" y="6114"/>
                  </a:cubicBezTo>
                  <a:lnTo>
                    <a:pt x="2966" y="3057"/>
                  </a:lnTo>
                  <a:lnTo>
                    <a:pt x="22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26"/>
            <p:cNvSpPr/>
            <p:nvPr/>
          </p:nvSpPr>
          <p:spPr>
            <a:xfrm>
              <a:off x="2465817" y="2746499"/>
              <a:ext cx="43469" cy="159325"/>
            </a:xfrm>
            <a:custGeom>
              <a:rect b="b" l="l" r="r" t="t"/>
              <a:pathLst>
                <a:path extrusionOk="0" h="6132" w="1673">
                  <a:moveTo>
                    <a:pt x="0" y="0"/>
                  </a:moveTo>
                  <a:lnTo>
                    <a:pt x="0" y="6114"/>
                  </a:lnTo>
                  <a:cubicBezTo>
                    <a:pt x="65" y="6127"/>
                    <a:pt x="133" y="6132"/>
                    <a:pt x="201" y="6132"/>
                  </a:cubicBezTo>
                  <a:lnTo>
                    <a:pt x="1113" y="6132"/>
                  </a:lnTo>
                  <a:cubicBezTo>
                    <a:pt x="1421" y="6132"/>
                    <a:pt x="1672" y="5884"/>
                    <a:pt x="1672" y="5575"/>
                  </a:cubicBezTo>
                  <a:lnTo>
                    <a:pt x="1672" y="559"/>
                  </a:lnTo>
                  <a:cubicBezTo>
                    <a:pt x="1672" y="251"/>
                    <a:pt x="1421" y="0"/>
                    <a:pt x="1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26"/>
            <p:cNvSpPr/>
            <p:nvPr/>
          </p:nvSpPr>
          <p:spPr>
            <a:xfrm>
              <a:off x="2765239" y="2746499"/>
              <a:ext cx="77064" cy="158857"/>
            </a:xfrm>
            <a:custGeom>
              <a:rect b="b" l="l" r="r" t="t"/>
              <a:pathLst>
                <a:path extrusionOk="0" h="6114" w="2966">
                  <a:moveTo>
                    <a:pt x="737" y="0"/>
                  </a:moveTo>
                  <a:lnTo>
                    <a:pt x="1" y="3057"/>
                  </a:lnTo>
                  <a:lnTo>
                    <a:pt x="735" y="6114"/>
                  </a:lnTo>
                  <a:cubicBezTo>
                    <a:pt x="800" y="6103"/>
                    <a:pt x="865" y="6085"/>
                    <a:pt x="925" y="6061"/>
                  </a:cubicBezTo>
                  <a:lnTo>
                    <a:pt x="2245" y="5568"/>
                  </a:lnTo>
                  <a:cubicBezTo>
                    <a:pt x="2679" y="5403"/>
                    <a:pt x="2966" y="4988"/>
                    <a:pt x="2966" y="4523"/>
                  </a:cubicBezTo>
                  <a:lnTo>
                    <a:pt x="2966" y="1609"/>
                  </a:lnTo>
                  <a:cubicBezTo>
                    <a:pt x="2966" y="1144"/>
                    <a:pt x="2679" y="729"/>
                    <a:pt x="2245" y="567"/>
                  </a:cubicBezTo>
                  <a:lnTo>
                    <a:pt x="1853" y="418"/>
                  </a:lnTo>
                  <a:lnTo>
                    <a:pt x="7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26"/>
            <p:cNvSpPr/>
            <p:nvPr/>
          </p:nvSpPr>
          <p:spPr>
            <a:xfrm>
              <a:off x="2803381" y="2753696"/>
              <a:ext cx="38922" cy="145008"/>
            </a:xfrm>
            <a:custGeom>
              <a:rect b="b" l="l" r="r" t="t"/>
              <a:pathLst>
                <a:path extrusionOk="0" h="5581" w="1498">
                  <a:moveTo>
                    <a:pt x="1" y="0"/>
                  </a:moveTo>
                  <a:cubicBezTo>
                    <a:pt x="437" y="165"/>
                    <a:pt x="725" y="580"/>
                    <a:pt x="725" y="1045"/>
                  </a:cubicBezTo>
                  <a:lnTo>
                    <a:pt x="725" y="4536"/>
                  </a:lnTo>
                  <a:cubicBezTo>
                    <a:pt x="725" y="5001"/>
                    <a:pt x="437" y="5416"/>
                    <a:pt x="1" y="5581"/>
                  </a:cubicBezTo>
                  <a:lnTo>
                    <a:pt x="777" y="5291"/>
                  </a:lnTo>
                  <a:cubicBezTo>
                    <a:pt x="1211" y="5126"/>
                    <a:pt x="1498" y="4711"/>
                    <a:pt x="1498" y="4246"/>
                  </a:cubicBezTo>
                  <a:lnTo>
                    <a:pt x="1498" y="1332"/>
                  </a:lnTo>
                  <a:cubicBezTo>
                    <a:pt x="1498" y="867"/>
                    <a:pt x="1211" y="452"/>
                    <a:pt x="777" y="290"/>
                  </a:cubicBezTo>
                  <a:lnTo>
                    <a:pt x="385" y="141"/>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26"/>
            <p:cNvSpPr/>
            <p:nvPr/>
          </p:nvSpPr>
          <p:spPr>
            <a:xfrm>
              <a:off x="2436820" y="2714046"/>
              <a:ext cx="29022" cy="104917"/>
            </a:xfrm>
            <a:custGeom>
              <a:rect b="b" l="l" r="r" t="t"/>
              <a:pathLst>
                <a:path extrusionOk="0" h="4038" w="1117">
                  <a:moveTo>
                    <a:pt x="1" y="0"/>
                  </a:moveTo>
                  <a:lnTo>
                    <a:pt x="1" y="3480"/>
                  </a:lnTo>
                  <a:cubicBezTo>
                    <a:pt x="1" y="3787"/>
                    <a:pt x="249" y="4037"/>
                    <a:pt x="558" y="4037"/>
                  </a:cubicBezTo>
                  <a:cubicBezTo>
                    <a:pt x="567" y="4037"/>
                    <a:pt x="576" y="4037"/>
                    <a:pt x="586" y="4037"/>
                  </a:cubicBezTo>
                  <a:cubicBezTo>
                    <a:pt x="884" y="4021"/>
                    <a:pt x="1116" y="3765"/>
                    <a:pt x="1116" y="3465"/>
                  </a:cubicBezTo>
                  <a:lnTo>
                    <a:pt x="11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26"/>
            <p:cNvSpPr/>
            <p:nvPr/>
          </p:nvSpPr>
          <p:spPr>
            <a:xfrm>
              <a:off x="2784388" y="2714046"/>
              <a:ext cx="28996" cy="104917"/>
            </a:xfrm>
            <a:custGeom>
              <a:rect b="b" l="l" r="r" t="t"/>
              <a:pathLst>
                <a:path extrusionOk="0" h="4038" w="1116">
                  <a:moveTo>
                    <a:pt x="0" y="0"/>
                  </a:moveTo>
                  <a:lnTo>
                    <a:pt x="0" y="3465"/>
                  </a:lnTo>
                  <a:cubicBezTo>
                    <a:pt x="0" y="3765"/>
                    <a:pt x="230" y="4021"/>
                    <a:pt x="531" y="4037"/>
                  </a:cubicBezTo>
                  <a:cubicBezTo>
                    <a:pt x="540" y="4037"/>
                    <a:pt x="549" y="4037"/>
                    <a:pt x="558" y="4037"/>
                  </a:cubicBezTo>
                  <a:cubicBezTo>
                    <a:pt x="865" y="4037"/>
                    <a:pt x="1116" y="3787"/>
                    <a:pt x="1116" y="3480"/>
                  </a:cubicBezTo>
                  <a:lnTo>
                    <a:pt x="11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26"/>
            <p:cNvSpPr/>
            <p:nvPr/>
          </p:nvSpPr>
          <p:spPr>
            <a:xfrm>
              <a:off x="2784388" y="2783420"/>
              <a:ext cx="28996" cy="13121"/>
            </a:xfrm>
            <a:custGeom>
              <a:rect b="b" l="l" r="r" t="t"/>
              <a:pathLst>
                <a:path extrusionOk="0" h="505" w="1116">
                  <a:moveTo>
                    <a:pt x="0" y="0"/>
                  </a:moveTo>
                  <a:lnTo>
                    <a:pt x="0" y="505"/>
                  </a:lnTo>
                  <a:lnTo>
                    <a:pt x="1116" y="505"/>
                  </a:lnTo>
                  <a:lnTo>
                    <a:pt x="11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26"/>
            <p:cNvSpPr/>
            <p:nvPr/>
          </p:nvSpPr>
          <p:spPr>
            <a:xfrm>
              <a:off x="2436820" y="2783420"/>
              <a:ext cx="29022" cy="13121"/>
            </a:xfrm>
            <a:custGeom>
              <a:rect b="b" l="l" r="r" t="t"/>
              <a:pathLst>
                <a:path extrusionOk="0" h="505" w="1117">
                  <a:moveTo>
                    <a:pt x="1" y="0"/>
                  </a:moveTo>
                  <a:lnTo>
                    <a:pt x="1" y="505"/>
                  </a:lnTo>
                  <a:lnTo>
                    <a:pt x="1116" y="505"/>
                  </a:lnTo>
                  <a:lnTo>
                    <a:pt x="11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26"/>
            <p:cNvSpPr/>
            <p:nvPr/>
          </p:nvSpPr>
          <p:spPr>
            <a:xfrm>
              <a:off x="2422374" y="2688584"/>
              <a:ext cx="57915" cy="29022"/>
            </a:xfrm>
            <a:custGeom>
              <a:rect b="b" l="l" r="r" t="t"/>
              <a:pathLst>
                <a:path extrusionOk="0" h="1117" w="2229">
                  <a:moveTo>
                    <a:pt x="261" y="1"/>
                  </a:moveTo>
                  <a:cubicBezTo>
                    <a:pt x="115" y="1"/>
                    <a:pt x="0" y="118"/>
                    <a:pt x="0" y="262"/>
                  </a:cubicBezTo>
                  <a:lnTo>
                    <a:pt x="0" y="855"/>
                  </a:lnTo>
                  <a:cubicBezTo>
                    <a:pt x="0" y="999"/>
                    <a:pt x="115" y="1116"/>
                    <a:pt x="261" y="1116"/>
                  </a:cubicBezTo>
                  <a:lnTo>
                    <a:pt x="1967" y="1116"/>
                  </a:lnTo>
                  <a:cubicBezTo>
                    <a:pt x="2111" y="1116"/>
                    <a:pt x="2229" y="999"/>
                    <a:pt x="2229" y="855"/>
                  </a:cubicBezTo>
                  <a:lnTo>
                    <a:pt x="2229" y="262"/>
                  </a:lnTo>
                  <a:cubicBezTo>
                    <a:pt x="2229" y="118"/>
                    <a:pt x="2111" y="1"/>
                    <a:pt x="19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26"/>
            <p:cNvSpPr/>
            <p:nvPr/>
          </p:nvSpPr>
          <p:spPr>
            <a:xfrm>
              <a:off x="2769916" y="2688584"/>
              <a:ext cx="57941" cy="29022"/>
            </a:xfrm>
            <a:custGeom>
              <a:rect b="b" l="l" r="r" t="t"/>
              <a:pathLst>
                <a:path extrusionOk="0" h="1117" w="2230">
                  <a:moveTo>
                    <a:pt x="262" y="1"/>
                  </a:moveTo>
                  <a:cubicBezTo>
                    <a:pt x="116" y="1"/>
                    <a:pt x="1" y="118"/>
                    <a:pt x="1" y="262"/>
                  </a:cubicBezTo>
                  <a:lnTo>
                    <a:pt x="1" y="855"/>
                  </a:lnTo>
                  <a:cubicBezTo>
                    <a:pt x="1" y="999"/>
                    <a:pt x="116" y="1116"/>
                    <a:pt x="262" y="1116"/>
                  </a:cubicBezTo>
                  <a:lnTo>
                    <a:pt x="1968" y="1116"/>
                  </a:lnTo>
                  <a:cubicBezTo>
                    <a:pt x="2112" y="1116"/>
                    <a:pt x="2229" y="999"/>
                    <a:pt x="2229" y="855"/>
                  </a:cubicBezTo>
                  <a:lnTo>
                    <a:pt x="2229" y="262"/>
                  </a:lnTo>
                  <a:cubicBezTo>
                    <a:pt x="2229" y="118"/>
                    <a:pt x="2112" y="1"/>
                    <a:pt x="1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26"/>
            <p:cNvSpPr/>
            <p:nvPr/>
          </p:nvSpPr>
          <p:spPr>
            <a:xfrm>
              <a:off x="2800731" y="2688584"/>
              <a:ext cx="27126" cy="29022"/>
            </a:xfrm>
            <a:custGeom>
              <a:rect b="b" l="l" r="r" t="t"/>
              <a:pathLst>
                <a:path extrusionOk="0" h="1117" w="1044">
                  <a:moveTo>
                    <a:pt x="1" y="1"/>
                  </a:moveTo>
                  <a:cubicBezTo>
                    <a:pt x="150" y="1"/>
                    <a:pt x="270" y="121"/>
                    <a:pt x="270" y="270"/>
                  </a:cubicBezTo>
                  <a:lnTo>
                    <a:pt x="270" y="847"/>
                  </a:lnTo>
                  <a:cubicBezTo>
                    <a:pt x="270" y="996"/>
                    <a:pt x="150" y="1116"/>
                    <a:pt x="1" y="1116"/>
                  </a:cubicBezTo>
                  <a:lnTo>
                    <a:pt x="774" y="1116"/>
                  </a:lnTo>
                  <a:cubicBezTo>
                    <a:pt x="923" y="1116"/>
                    <a:pt x="1043" y="996"/>
                    <a:pt x="1043" y="847"/>
                  </a:cubicBezTo>
                  <a:lnTo>
                    <a:pt x="1043" y="270"/>
                  </a:lnTo>
                  <a:cubicBezTo>
                    <a:pt x="1043" y="121"/>
                    <a:pt x="923"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26"/>
            <p:cNvSpPr/>
            <p:nvPr/>
          </p:nvSpPr>
          <p:spPr>
            <a:xfrm>
              <a:off x="2453189" y="2688584"/>
              <a:ext cx="27100" cy="29022"/>
            </a:xfrm>
            <a:custGeom>
              <a:rect b="b" l="l" r="r" t="t"/>
              <a:pathLst>
                <a:path extrusionOk="0" h="1117" w="1043">
                  <a:moveTo>
                    <a:pt x="0" y="1"/>
                  </a:moveTo>
                  <a:cubicBezTo>
                    <a:pt x="149" y="1"/>
                    <a:pt x="269" y="121"/>
                    <a:pt x="269" y="270"/>
                  </a:cubicBezTo>
                  <a:lnTo>
                    <a:pt x="269" y="847"/>
                  </a:lnTo>
                  <a:cubicBezTo>
                    <a:pt x="269" y="996"/>
                    <a:pt x="149" y="1116"/>
                    <a:pt x="0" y="1116"/>
                  </a:cubicBezTo>
                  <a:lnTo>
                    <a:pt x="774" y="1116"/>
                  </a:lnTo>
                  <a:cubicBezTo>
                    <a:pt x="922" y="1116"/>
                    <a:pt x="1043" y="996"/>
                    <a:pt x="1043" y="847"/>
                  </a:cubicBezTo>
                  <a:lnTo>
                    <a:pt x="1043" y="270"/>
                  </a:lnTo>
                  <a:cubicBezTo>
                    <a:pt x="1043" y="121"/>
                    <a:pt x="922"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26"/>
            <p:cNvSpPr/>
            <p:nvPr/>
          </p:nvSpPr>
          <p:spPr>
            <a:xfrm>
              <a:off x="2740946" y="2746499"/>
              <a:ext cx="43469" cy="159325"/>
            </a:xfrm>
            <a:custGeom>
              <a:rect b="b" l="l" r="r" t="t"/>
              <a:pathLst>
                <a:path extrusionOk="0" h="6132" w="1673">
                  <a:moveTo>
                    <a:pt x="557" y="0"/>
                  </a:moveTo>
                  <a:cubicBezTo>
                    <a:pt x="251" y="0"/>
                    <a:pt x="0" y="251"/>
                    <a:pt x="0" y="559"/>
                  </a:cubicBezTo>
                  <a:lnTo>
                    <a:pt x="0" y="5575"/>
                  </a:lnTo>
                  <a:cubicBezTo>
                    <a:pt x="0" y="5884"/>
                    <a:pt x="251" y="6132"/>
                    <a:pt x="557" y="6132"/>
                  </a:cubicBezTo>
                  <a:lnTo>
                    <a:pt x="1471" y="6132"/>
                  </a:lnTo>
                  <a:cubicBezTo>
                    <a:pt x="1539" y="6132"/>
                    <a:pt x="1607" y="6127"/>
                    <a:pt x="1672" y="6114"/>
                  </a:cubicBezTo>
                  <a:lnTo>
                    <a:pt x="1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26"/>
            <p:cNvSpPr/>
            <p:nvPr/>
          </p:nvSpPr>
          <p:spPr>
            <a:xfrm>
              <a:off x="2474625" y="2746499"/>
              <a:ext cx="34661" cy="159325"/>
            </a:xfrm>
            <a:custGeom>
              <a:rect b="b" l="l" r="r" t="t"/>
              <a:pathLst>
                <a:path extrusionOk="0" h="6132" w="1334">
                  <a:moveTo>
                    <a:pt x="1" y="0"/>
                  </a:moveTo>
                  <a:cubicBezTo>
                    <a:pt x="309" y="0"/>
                    <a:pt x="560" y="251"/>
                    <a:pt x="560" y="559"/>
                  </a:cubicBezTo>
                  <a:lnTo>
                    <a:pt x="560" y="5575"/>
                  </a:lnTo>
                  <a:cubicBezTo>
                    <a:pt x="560" y="5884"/>
                    <a:pt x="309" y="6132"/>
                    <a:pt x="1" y="6132"/>
                  </a:cubicBezTo>
                  <a:lnTo>
                    <a:pt x="774" y="6132"/>
                  </a:lnTo>
                  <a:cubicBezTo>
                    <a:pt x="1082" y="6132"/>
                    <a:pt x="1333" y="5884"/>
                    <a:pt x="1333" y="5575"/>
                  </a:cubicBezTo>
                  <a:lnTo>
                    <a:pt x="1333" y="559"/>
                  </a:lnTo>
                  <a:cubicBezTo>
                    <a:pt x="1333" y="251"/>
                    <a:pt x="1082"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126"/>
          <p:cNvGrpSpPr/>
          <p:nvPr/>
        </p:nvGrpSpPr>
        <p:grpSpPr>
          <a:xfrm>
            <a:off x="3203902" y="2471370"/>
            <a:ext cx="389686" cy="434453"/>
            <a:chOff x="3203902" y="2471370"/>
            <a:chExt cx="389686" cy="434453"/>
          </a:xfrm>
        </p:grpSpPr>
        <p:sp>
          <p:nvSpPr>
            <p:cNvPr id="11027" name="Google Shape;11027;p126"/>
            <p:cNvSpPr/>
            <p:nvPr/>
          </p:nvSpPr>
          <p:spPr>
            <a:xfrm>
              <a:off x="3355276" y="2471370"/>
              <a:ext cx="86911" cy="64437"/>
            </a:xfrm>
            <a:custGeom>
              <a:rect b="b" l="l" r="r" t="t"/>
              <a:pathLst>
                <a:path extrusionOk="0" h="2480" w="3345">
                  <a:moveTo>
                    <a:pt x="1673" y="1116"/>
                  </a:moveTo>
                  <a:cubicBezTo>
                    <a:pt x="1981" y="1116"/>
                    <a:pt x="2229" y="1364"/>
                    <a:pt x="2229" y="1672"/>
                  </a:cubicBezTo>
                  <a:cubicBezTo>
                    <a:pt x="2229" y="1980"/>
                    <a:pt x="1981" y="2229"/>
                    <a:pt x="1673" y="2229"/>
                  </a:cubicBezTo>
                  <a:cubicBezTo>
                    <a:pt x="1364" y="2229"/>
                    <a:pt x="1116" y="1980"/>
                    <a:pt x="1116" y="1672"/>
                  </a:cubicBezTo>
                  <a:cubicBezTo>
                    <a:pt x="1116" y="1364"/>
                    <a:pt x="1364" y="1116"/>
                    <a:pt x="1673" y="1116"/>
                  </a:cubicBezTo>
                  <a:close/>
                  <a:moveTo>
                    <a:pt x="1673" y="0"/>
                  </a:moveTo>
                  <a:cubicBezTo>
                    <a:pt x="750" y="0"/>
                    <a:pt x="1" y="750"/>
                    <a:pt x="1" y="1672"/>
                  </a:cubicBezTo>
                  <a:cubicBezTo>
                    <a:pt x="1" y="1965"/>
                    <a:pt x="76" y="2239"/>
                    <a:pt x="207" y="2477"/>
                  </a:cubicBezTo>
                  <a:lnTo>
                    <a:pt x="3138" y="2479"/>
                  </a:lnTo>
                  <a:cubicBezTo>
                    <a:pt x="3269" y="2239"/>
                    <a:pt x="3345" y="1965"/>
                    <a:pt x="3345" y="1672"/>
                  </a:cubicBezTo>
                  <a:cubicBezTo>
                    <a:pt x="3345" y="750"/>
                    <a:pt x="2595" y="0"/>
                    <a:pt x="16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26"/>
            <p:cNvSpPr/>
            <p:nvPr/>
          </p:nvSpPr>
          <p:spPr>
            <a:xfrm>
              <a:off x="3388689" y="2471370"/>
              <a:ext cx="53498" cy="64437"/>
            </a:xfrm>
            <a:custGeom>
              <a:rect b="b" l="l" r="r" t="t"/>
              <a:pathLst>
                <a:path extrusionOk="0" h="2480" w="2059">
                  <a:moveTo>
                    <a:pt x="387" y="0"/>
                  </a:moveTo>
                  <a:cubicBezTo>
                    <a:pt x="253" y="0"/>
                    <a:pt x="123" y="16"/>
                    <a:pt x="0" y="45"/>
                  </a:cubicBezTo>
                  <a:cubicBezTo>
                    <a:pt x="737" y="220"/>
                    <a:pt x="1285" y="883"/>
                    <a:pt x="1285" y="1672"/>
                  </a:cubicBezTo>
                  <a:cubicBezTo>
                    <a:pt x="1285" y="1965"/>
                    <a:pt x="1210" y="2239"/>
                    <a:pt x="1079" y="2479"/>
                  </a:cubicBezTo>
                  <a:lnTo>
                    <a:pt x="1852" y="2479"/>
                  </a:lnTo>
                  <a:cubicBezTo>
                    <a:pt x="1983" y="2239"/>
                    <a:pt x="2059" y="1965"/>
                    <a:pt x="2059" y="1672"/>
                  </a:cubicBezTo>
                  <a:cubicBezTo>
                    <a:pt x="2059" y="750"/>
                    <a:pt x="1309" y="0"/>
                    <a:pt x="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26"/>
            <p:cNvSpPr/>
            <p:nvPr/>
          </p:nvSpPr>
          <p:spPr>
            <a:xfrm>
              <a:off x="3255217" y="2529259"/>
              <a:ext cx="287029" cy="304489"/>
            </a:xfrm>
            <a:custGeom>
              <a:rect b="b" l="l" r="r" t="t"/>
              <a:pathLst>
                <a:path extrusionOk="0" h="11719" w="11047">
                  <a:moveTo>
                    <a:pt x="5525" y="1"/>
                  </a:moveTo>
                  <a:cubicBezTo>
                    <a:pt x="3063" y="1"/>
                    <a:pt x="1064" y="1996"/>
                    <a:pt x="1064" y="4460"/>
                  </a:cubicBezTo>
                  <a:lnTo>
                    <a:pt x="1064" y="7251"/>
                  </a:lnTo>
                  <a:lnTo>
                    <a:pt x="1401" y="7807"/>
                  </a:lnTo>
                  <a:lnTo>
                    <a:pt x="1064" y="8364"/>
                  </a:lnTo>
                  <a:lnTo>
                    <a:pt x="1064" y="8554"/>
                  </a:lnTo>
                  <a:cubicBezTo>
                    <a:pt x="1064" y="9145"/>
                    <a:pt x="829" y="9712"/>
                    <a:pt x="411" y="10130"/>
                  </a:cubicBezTo>
                  <a:lnTo>
                    <a:pt x="113" y="10428"/>
                  </a:lnTo>
                  <a:cubicBezTo>
                    <a:pt x="66" y="10475"/>
                    <a:pt x="29" y="10532"/>
                    <a:pt x="1" y="10592"/>
                  </a:cubicBezTo>
                  <a:lnTo>
                    <a:pt x="5524" y="11718"/>
                  </a:lnTo>
                  <a:lnTo>
                    <a:pt x="11047" y="10592"/>
                  </a:lnTo>
                  <a:cubicBezTo>
                    <a:pt x="11018" y="10532"/>
                    <a:pt x="10982" y="10475"/>
                    <a:pt x="10935" y="10428"/>
                  </a:cubicBezTo>
                  <a:lnTo>
                    <a:pt x="10637" y="10130"/>
                  </a:lnTo>
                  <a:cubicBezTo>
                    <a:pt x="10219" y="9712"/>
                    <a:pt x="9984" y="9145"/>
                    <a:pt x="9984" y="8554"/>
                  </a:cubicBezTo>
                  <a:lnTo>
                    <a:pt x="9984" y="8364"/>
                  </a:lnTo>
                  <a:lnTo>
                    <a:pt x="9613" y="7807"/>
                  </a:lnTo>
                  <a:lnTo>
                    <a:pt x="9984" y="7251"/>
                  </a:lnTo>
                  <a:lnTo>
                    <a:pt x="9984" y="4510"/>
                  </a:lnTo>
                  <a:cubicBezTo>
                    <a:pt x="9984" y="2044"/>
                    <a:pt x="8003" y="11"/>
                    <a:pt x="5539" y="1"/>
                  </a:cubicBezTo>
                  <a:cubicBezTo>
                    <a:pt x="5535" y="1"/>
                    <a:pt x="5530" y="1"/>
                    <a:pt x="55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26"/>
            <p:cNvSpPr/>
            <p:nvPr/>
          </p:nvSpPr>
          <p:spPr>
            <a:xfrm>
              <a:off x="3388689" y="2529259"/>
              <a:ext cx="153557" cy="304489"/>
            </a:xfrm>
            <a:custGeom>
              <a:rect b="b" l="l" r="r" t="t"/>
              <a:pathLst>
                <a:path extrusionOk="0" h="11719" w="5910">
                  <a:moveTo>
                    <a:pt x="402" y="1"/>
                  </a:moveTo>
                  <a:cubicBezTo>
                    <a:pt x="267" y="1"/>
                    <a:pt x="133" y="6"/>
                    <a:pt x="0" y="19"/>
                  </a:cubicBezTo>
                  <a:cubicBezTo>
                    <a:pt x="2289" y="218"/>
                    <a:pt x="4073" y="2169"/>
                    <a:pt x="4073" y="4510"/>
                  </a:cubicBezTo>
                  <a:lnTo>
                    <a:pt x="4073" y="8554"/>
                  </a:lnTo>
                  <a:cubicBezTo>
                    <a:pt x="4073" y="9145"/>
                    <a:pt x="4306" y="9712"/>
                    <a:pt x="4724" y="10130"/>
                  </a:cubicBezTo>
                  <a:lnTo>
                    <a:pt x="5024" y="10428"/>
                  </a:lnTo>
                  <a:cubicBezTo>
                    <a:pt x="5071" y="10475"/>
                    <a:pt x="5108" y="10532"/>
                    <a:pt x="5137" y="10592"/>
                  </a:cubicBezTo>
                  <a:lnTo>
                    <a:pt x="0" y="11637"/>
                  </a:lnTo>
                  <a:lnTo>
                    <a:pt x="387" y="11718"/>
                  </a:lnTo>
                  <a:lnTo>
                    <a:pt x="5910" y="10592"/>
                  </a:lnTo>
                  <a:cubicBezTo>
                    <a:pt x="5881" y="10532"/>
                    <a:pt x="5845" y="10475"/>
                    <a:pt x="5798" y="10428"/>
                  </a:cubicBezTo>
                  <a:lnTo>
                    <a:pt x="5500" y="10130"/>
                  </a:lnTo>
                  <a:cubicBezTo>
                    <a:pt x="5082" y="9712"/>
                    <a:pt x="4847" y="9145"/>
                    <a:pt x="4847" y="8554"/>
                  </a:cubicBezTo>
                  <a:lnTo>
                    <a:pt x="4847" y="8364"/>
                  </a:lnTo>
                  <a:lnTo>
                    <a:pt x="4476" y="7807"/>
                  </a:lnTo>
                  <a:lnTo>
                    <a:pt x="4847" y="7251"/>
                  </a:lnTo>
                  <a:lnTo>
                    <a:pt x="4847" y="4510"/>
                  </a:lnTo>
                  <a:cubicBezTo>
                    <a:pt x="4847" y="2044"/>
                    <a:pt x="2866" y="11"/>
                    <a:pt x="4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26"/>
            <p:cNvSpPr/>
            <p:nvPr/>
          </p:nvSpPr>
          <p:spPr>
            <a:xfrm>
              <a:off x="3355276" y="2836086"/>
              <a:ext cx="86911" cy="69737"/>
            </a:xfrm>
            <a:custGeom>
              <a:rect b="b" l="l" r="r" t="t"/>
              <a:pathLst>
                <a:path extrusionOk="0" h="2684" w="3345">
                  <a:moveTo>
                    <a:pt x="1673" y="1"/>
                  </a:moveTo>
                  <a:lnTo>
                    <a:pt x="1" y="1012"/>
                  </a:lnTo>
                  <a:cubicBezTo>
                    <a:pt x="1" y="1937"/>
                    <a:pt x="750" y="2684"/>
                    <a:pt x="1673" y="2684"/>
                  </a:cubicBezTo>
                  <a:cubicBezTo>
                    <a:pt x="2595" y="2684"/>
                    <a:pt x="3345" y="1937"/>
                    <a:pt x="3345" y="1012"/>
                  </a:cubicBezTo>
                  <a:lnTo>
                    <a:pt x="16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26"/>
            <p:cNvSpPr/>
            <p:nvPr/>
          </p:nvSpPr>
          <p:spPr>
            <a:xfrm>
              <a:off x="3388689" y="2836086"/>
              <a:ext cx="53498" cy="69737"/>
            </a:xfrm>
            <a:custGeom>
              <a:rect b="b" l="l" r="r" t="t"/>
              <a:pathLst>
                <a:path extrusionOk="0" h="2684" w="2059">
                  <a:moveTo>
                    <a:pt x="387" y="1"/>
                  </a:moveTo>
                  <a:lnTo>
                    <a:pt x="0" y="236"/>
                  </a:lnTo>
                  <a:lnTo>
                    <a:pt x="1285" y="1012"/>
                  </a:lnTo>
                  <a:cubicBezTo>
                    <a:pt x="1285" y="1803"/>
                    <a:pt x="737" y="2464"/>
                    <a:pt x="0" y="2639"/>
                  </a:cubicBezTo>
                  <a:cubicBezTo>
                    <a:pt x="123" y="2668"/>
                    <a:pt x="253" y="2684"/>
                    <a:pt x="387" y="2684"/>
                  </a:cubicBezTo>
                  <a:cubicBezTo>
                    <a:pt x="1309" y="2684"/>
                    <a:pt x="2059" y="1937"/>
                    <a:pt x="2059" y="1012"/>
                  </a:cubicBezTo>
                  <a:lnTo>
                    <a:pt x="3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26"/>
            <p:cNvSpPr/>
            <p:nvPr/>
          </p:nvSpPr>
          <p:spPr>
            <a:xfrm>
              <a:off x="3282837" y="2717632"/>
              <a:ext cx="231790" cy="28945"/>
            </a:xfrm>
            <a:custGeom>
              <a:rect b="b" l="l" r="r" t="t"/>
              <a:pathLst>
                <a:path extrusionOk="0" h="1114" w="8921">
                  <a:moveTo>
                    <a:pt x="1" y="1"/>
                  </a:moveTo>
                  <a:lnTo>
                    <a:pt x="1" y="1114"/>
                  </a:lnTo>
                  <a:lnTo>
                    <a:pt x="8921" y="1114"/>
                  </a:lnTo>
                  <a:lnTo>
                    <a:pt x="89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26"/>
            <p:cNvSpPr/>
            <p:nvPr/>
          </p:nvSpPr>
          <p:spPr>
            <a:xfrm>
              <a:off x="3232898" y="2654235"/>
              <a:ext cx="23982" cy="68594"/>
            </a:xfrm>
            <a:custGeom>
              <a:rect b="b" l="l" r="r" t="t"/>
              <a:pathLst>
                <a:path extrusionOk="0" h="2640" w="923">
                  <a:moveTo>
                    <a:pt x="634" y="0"/>
                  </a:moveTo>
                  <a:cubicBezTo>
                    <a:pt x="561" y="0"/>
                    <a:pt x="489" y="32"/>
                    <a:pt x="439" y="92"/>
                  </a:cubicBezTo>
                  <a:cubicBezTo>
                    <a:pt x="157" y="437"/>
                    <a:pt x="0" y="871"/>
                    <a:pt x="0" y="1317"/>
                  </a:cubicBezTo>
                  <a:cubicBezTo>
                    <a:pt x="0" y="1767"/>
                    <a:pt x="157" y="2206"/>
                    <a:pt x="447" y="2548"/>
                  </a:cubicBezTo>
                  <a:cubicBezTo>
                    <a:pt x="496" y="2608"/>
                    <a:pt x="567" y="2639"/>
                    <a:pt x="640" y="2639"/>
                  </a:cubicBezTo>
                  <a:cubicBezTo>
                    <a:pt x="698" y="2639"/>
                    <a:pt x="752" y="2621"/>
                    <a:pt x="802" y="2582"/>
                  </a:cubicBezTo>
                  <a:cubicBezTo>
                    <a:pt x="909" y="2493"/>
                    <a:pt x="922" y="2334"/>
                    <a:pt x="833" y="2226"/>
                  </a:cubicBezTo>
                  <a:cubicBezTo>
                    <a:pt x="622" y="1970"/>
                    <a:pt x="504" y="1649"/>
                    <a:pt x="504" y="1317"/>
                  </a:cubicBezTo>
                  <a:cubicBezTo>
                    <a:pt x="504" y="988"/>
                    <a:pt x="619" y="667"/>
                    <a:pt x="828" y="413"/>
                  </a:cubicBezTo>
                  <a:cubicBezTo>
                    <a:pt x="917" y="306"/>
                    <a:pt x="901" y="147"/>
                    <a:pt x="794" y="58"/>
                  </a:cubicBezTo>
                  <a:cubicBezTo>
                    <a:pt x="747" y="19"/>
                    <a:pt x="691" y="0"/>
                    <a:pt x="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26"/>
            <p:cNvSpPr/>
            <p:nvPr/>
          </p:nvSpPr>
          <p:spPr>
            <a:xfrm>
              <a:off x="3203902" y="2635839"/>
              <a:ext cx="30711" cy="105515"/>
            </a:xfrm>
            <a:custGeom>
              <a:rect b="b" l="l" r="r" t="t"/>
              <a:pathLst>
                <a:path extrusionOk="0" h="4061" w="1182">
                  <a:moveTo>
                    <a:pt x="891" y="0"/>
                  </a:moveTo>
                  <a:cubicBezTo>
                    <a:pt x="818" y="0"/>
                    <a:pt x="745" y="32"/>
                    <a:pt x="695" y="92"/>
                  </a:cubicBezTo>
                  <a:cubicBezTo>
                    <a:pt x="246" y="635"/>
                    <a:pt x="0" y="1320"/>
                    <a:pt x="0" y="2025"/>
                  </a:cubicBezTo>
                  <a:cubicBezTo>
                    <a:pt x="0" y="2736"/>
                    <a:pt x="251" y="3426"/>
                    <a:pt x="706" y="3972"/>
                  </a:cubicBezTo>
                  <a:cubicBezTo>
                    <a:pt x="755" y="4032"/>
                    <a:pt x="826" y="4061"/>
                    <a:pt x="899" y="4061"/>
                  </a:cubicBezTo>
                  <a:cubicBezTo>
                    <a:pt x="957" y="4061"/>
                    <a:pt x="1014" y="4042"/>
                    <a:pt x="1061" y="4003"/>
                  </a:cubicBezTo>
                  <a:cubicBezTo>
                    <a:pt x="1168" y="3914"/>
                    <a:pt x="1181" y="3755"/>
                    <a:pt x="1093" y="3648"/>
                  </a:cubicBezTo>
                  <a:cubicBezTo>
                    <a:pt x="714" y="3193"/>
                    <a:pt x="505" y="2618"/>
                    <a:pt x="505" y="2025"/>
                  </a:cubicBezTo>
                  <a:cubicBezTo>
                    <a:pt x="505" y="1437"/>
                    <a:pt x="711" y="865"/>
                    <a:pt x="1085" y="413"/>
                  </a:cubicBezTo>
                  <a:cubicBezTo>
                    <a:pt x="1174" y="306"/>
                    <a:pt x="1158" y="147"/>
                    <a:pt x="1051" y="58"/>
                  </a:cubicBezTo>
                  <a:cubicBezTo>
                    <a:pt x="1004" y="19"/>
                    <a:pt x="947" y="0"/>
                    <a:pt x="8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26"/>
            <p:cNvSpPr/>
            <p:nvPr/>
          </p:nvSpPr>
          <p:spPr>
            <a:xfrm>
              <a:off x="3540609" y="2654365"/>
              <a:ext cx="23982" cy="68594"/>
            </a:xfrm>
            <a:custGeom>
              <a:rect b="b" l="l" r="r" t="t"/>
              <a:pathLst>
                <a:path extrusionOk="0" h="2640" w="923">
                  <a:moveTo>
                    <a:pt x="281" y="1"/>
                  </a:moveTo>
                  <a:cubicBezTo>
                    <a:pt x="224" y="1"/>
                    <a:pt x="167" y="19"/>
                    <a:pt x="120" y="58"/>
                  </a:cubicBezTo>
                  <a:cubicBezTo>
                    <a:pt x="16" y="150"/>
                    <a:pt x="0" y="306"/>
                    <a:pt x="89" y="414"/>
                  </a:cubicBezTo>
                  <a:cubicBezTo>
                    <a:pt x="301" y="670"/>
                    <a:pt x="418" y="991"/>
                    <a:pt x="418" y="1323"/>
                  </a:cubicBezTo>
                  <a:cubicBezTo>
                    <a:pt x="418" y="1652"/>
                    <a:pt x="303" y="1973"/>
                    <a:pt x="94" y="2227"/>
                  </a:cubicBezTo>
                  <a:cubicBezTo>
                    <a:pt x="5" y="2334"/>
                    <a:pt x="21" y="2493"/>
                    <a:pt x="128" y="2582"/>
                  </a:cubicBezTo>
                  <a:cubicBezTo>
                    <a:pt x="175" y="2621"/>
                    <a:pt x="233" y="2639"/>
                    <a:pt x="288" y="2639"/>
                  </a:cubicBezTo>
                  <a:cubicBezTo>
                    <a:pt x="361" y="2639"/>
                    <a:pt x="434" y="2608"/>
                    <a:pt x="483" y="2548"/>
                  </a:cubicBezTo>
                  <a:cubicBezTo>
                    <a:pt x="768" y="2203"/>
                    <a:pt x="922" y="1769"/>
                    <a:pt x="922" y="1323"/>
                  </a:cubicBezTo>
                  <a:cubicBezTo>
                    <a:pt x="922" y="873"/>
                    <a:pt x="766" y="437"/>
                    <a:pt x="478" y="92"/>
                  </a:cubicBezTo>
                  <a:cubicBezTo>
                    <a:pt x="427" y="32"/>
                    <a:pt x="354" y="1"/>
                    <a:pt x="2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26"/>
            <p:cNvSpPr/>
            <p:nvPr/>
          </p:nvSpPr>
          <p:spPr>
            <a:xfrm>
              <a:off x="3562876" y="2635839"/>
              <a:ext cx="30711" cy="105515"/>
            </a:xfrm>
            <a:custGeom>
              <a:rect b="b" l="l" r="r" t="t"/>
              <a:pathLst>
                <a:path extrusionOk="0" h="4061" w="1182">
                  <a:moveTo>
                    <a:pt x="280" y="0"/>
                  </a:moveTo>
                  <a:cubicBezTo>
                    <a:pt x="224" y="0"/>
                    <a:pt x="167" y="19"/>
                    <a:pt x="120" y="58"/>
                  </a:cubicBezTo>
                  <a:cubicBezTo>
                    <a:pt x="13" y="147"/>
                    <a:pt x="0" y="306"/>
                    <a:pt x="89" y="413"/>
                  </a:cubicBezTo>
                  <a:cubicBezTo>
                    <a:pt x="468" y="868"/>
                    <a:pt x="677" y="1445"/>
                    <a:pt x="677" y="2036"/>
                  </a:cubicBezTo>
                  <a:cubicBezTo>
                    <a:pt x="677" y="2624"/>
                    <a:pt x="470" y="3196"/>
                    <a:pt x="97" y="3648"/>
                  </a:cubicBezTo>
                  <a:cubicBezTo>
                    <a:pt x="8" y="3755"/>
                    <a:pt x="24" y="3914"/>
                    <a:pt x="131" y="4003"/>
                  </a:cubicBezTo>
                  <a:cubicBezTo>
                    <a:pt x="178" y="4042"/>
                    <a:pt x="235" y="4061"/>
                    <a:pt x="293" y="4061"/>
                  </a:cubicBezTo>
                  <a:cubicBezTo>
                    <a:pt x="366" y="4061"/>
                    <a:pt x="436" y="4029"/>
                    <a:pt x="486" y="3969"/>
                  </a:cubicBezTo>
                  <a:cubicBezTo>
                    <a:pt x="935" y="3428"/>
                    <a:pt x="1181" y="2741"/>
                    <a:pt x="1181" y="2036"/>
                  </a:cubicBezTo>
                  <a:cubicBezTo>
                    <a:pt x="1181" y="1325"/>
                    <a:pt x="930" y="635"/>
                    <a:pt x="476" y="92"/>
                  </a:cubicBezTo>
                  <a:cubicBezTo>
                    <a:pt x="426" y="32"/>
                    <a:pt x="353" y="0"/>
                    <a:pt x="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26"/>
            <p:cNvSpPr/>
            <p:nvPr/>
          </p:nvSpPr>
          <p:spPr>
            <a:xfrm>
              <a:off x="3253918" y="2804465"/>
              <a:ext cx="289627" cy="57915"/>
            </a:xfrm>
            <a:custGeom>
              <a:rect b="b" l="l" r="r" t="t"/>
              <a:pathLst>
                <a:path extrusionOk="0" h="2229" w="11147">
                  <a:moveTo>
                    <a:pt x="51" y="0"/>
                  </a:moveTo>
                  <a:cubicBezTo>
                    <a:pt x="19" y="71"/>
                    <a:pt x="1" y="149"/>
                    <a:pt x="1" y="230"/>
                  </a:cubicBezTo>
                  <a:lnTo>
                    <a:pt x="1" y="1672"/>
                  </a:lnTo>
                  <a:cubicBezTo>
                    <a:pt x="1" y="1981"/>
                    <a:pt x="249" y="2229"/>
                    <a:pt x="557" y="2229"/>
                  </a:cubicBezTo>
                  <a:lnTo>
                    <a:pt x="10590" y="2229"/>
                  </a:lnTo>
                  <a:cubicBezTo>
                    <a:pt x="10898" y="2229"/>
                    <a:pt x="11146" y="1981"/>
                    <a:pt x="11146" y="1672"/>
                  </a:cubicBezTo>
                  <a:lnTo>
                    <a:pt x="11146" y="230"/>
                  </a:lnTo>
                  <a:cubicBezTo>
                    <a:pt x="11146" y="149"/>
                    <a:pt x="11128" y="71"/>
                    <a:pt x="110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26"/>
            <p:cNvSpPr/>
            <p:nvPr/>
          </p:nvSpPr>
          <p:spPr>
            <a:xfrm>
              <a:off x="3508962" y="2804465"/>
              <a:ext cx="34583" cy="57915"/>
            </a:xfrm>
            <a:custGeom>
              <a:rect b="b" l="l" r="r" t="t"/>
              <a:pathLst>
                <a:path extrusionOk="0" h="2229" w="1331">
                  <a:moveTo>
                    <a:pt x="508" y="0"/>
                  </a:moveTo>
                  <a:cubicBezTo>
                    <a:pt x="539" y="71"/>
                    <a:pt x="557" y="149"/>
                    <a:pt x="557" y="230"/>
                  </a:cubicBezTo>
                  <a:lnTo>
                    <a:pt x="557" y="1672"/>
                  </a:lnTo>
                  <a:cubicBezTo>
                    <a:pt x="557" y="1981"/>
                    <a:pt x="309" y="2229"/>
                    <a:pt x="1" y="2229"/>
                  </a:cubicBezTo>
                  <a:lnTo>
                    <a:pt x="774" y="2229"/>
                  </a:lnTo>
                  <a:cubicBezTo>
                    <a:pt x="1082" y="2229"/>
                    <a:pt x="1330" y="1981"/>
                    <a:pt x="1330" y="1672"/>
                  </a:cubicBezTo>
                  <a:lnTo>
                    <a:pt x="1330" y="230"/>
                  </a:lnTo>
                  <a:cubicBezTo>
                    <a:pt x="1330" y="149"/>
                    <a:pt x="1312" y="71"/>
                    <a:pt x="12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26"/>
            <p:cNvSpPr/>
            <p:nvPr/>
          </p:nvSpPr>
          <p:spPr>
            <a:xfrm>
              <a:off x="3282837" y="2638567"/>
              <a:ext cx="231790" cy="13173"/>
            </a:xfrm>
            <a:custGeom>
              <a:rect b="b" l="l" r="r" t="t"/>
              <a:pathLst>
                <a:path extrusionOk="0" h="507" w="8921">
                  <a:moveTo>
                    <a:pt x="9" y="0"/>
                  </a:moveTo>
                  <a:cubicBezTo>
                    <a:pt x="4" y="84"/>
                    <a:pt x="1" y="170"/>
                    <a:pt x="1" y="253"/>
                  </a:cubicBezTo>
                  <a:lnTo>
                    <a:pt x="1" y="507"/>
                  </a:lnTo>
                  <a:lnTo>
                    <a:pt x="8921" y="507"/>
                  </a:lnTo>
                  <a:lnTo>
                    <a:pt x="8921" y="303"/>
                  </a:lnTo>
                  <a:cubicBezTo>
                    <a:pt x="8921" y="201"/>
                    <a:pt x="8915" y="102"/>
                    <a:pt x="8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26"/>
            <p:cNvSpPr/>
            <p:nvPr/>
          </p:nvSpPr>
          <p:spPr>
            <a:xfrm>
              <a:off x="3494438" y="2717632"/>
              <a:ext cx="20188" cy="28945"/>
            </a:xfrm>
            <a:custGeom>
              <a:rect b="b" l="l" r="r" t="t"/>
              <a:pathLst>
                <a:path extrusionOk="0" h="1114" w="777">
                  <a:moveTo>
                    <a:pt x="1" y="1"/>
                  </a:moveTo>
                  <a:lnTo>
                    <a:pt x="1" y="1114"/>
                  </a:lnTo>
                  <a:lnTo>
                    <a:pt x="777" y="1114"/>
                  </a:lnTo>
                  <a:lnTo>
                    <a:pt x="7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126"/>
          <p:cNvGrpSpPr/>
          <p:nvPr/>
        </p:nvGrpSpPr>
        <p:grpSpPr>
          <a:xfrm>
            <a:off x="3967865" y="2466901"/>
            <a:ext cx="434479" cy="434583"/>
            <a:chOff x="3967865" y="2466901"/>
            <a:chExt cx="434479" cy="434583"/>
          </a:xfrm>
        </p:grpSpPr>
        <p:sp>
          <p:nvSpPr>
            <p:cNvPr id="11043" name="Google Shape;11043;p126"/>
            <p:cNvSpPr/>
            <p:nvPr/>
          </p:nvSpPr>
          <p:spPr>
            <a:xfrm>
              <a:off x="4190509" y="2481451"/>
              <a:ext cx="168029" cy="89666"/>
            </a:xfrm>
            <a:custGeom>
              <a:rect b="b" l="l" r="r" t="t"/>
              <a:pathLst>
                <a:path extrusionOk="0" h="3451" w="6467">
                  <a:moveTo>
                    <a:pt x="289" y="0"/>
                  </a:moveTo>
                  <a:cubicBezTo>
                    <a:pt x="196" y="0"/>
                    <a:pt x="108" y="51"/>
                    <a:pt x="63" y="140"/>
                  </a:cubicBezTo>
                  <a:cubicBezTo>
                    <a:pt x="1" y="265"/>
                    <a:pt x="50" y="417"/>
                    <a:pt x="176" y="477"/>
                  </a:cubicBezTo>
                  <a:lnTo>
                    <a:pt x="6065" y="3421"/>
                  </a:lnTo>
                  <a:cubicBezTo>
                    <a:pt x="6101" y="3440"/>
                    <a:pt x="6140" y="3450"/>
                    <a:pt x="6177" y="3450"/>
                  </a:cubicBezTo>
                  <a:cubicBezTo>
                    <a:pt x="6271" y="3450"/>
                    <a:pt x="6360" y="3398"/>
                    <a:pt x="6404" y="3309"/>
                  </a:cubicBezTo>
                  <a:cubicBezTo>
                    <a:pt x="6467" y="3186"/>
                    <a:pt x="6415" y="3035"/>
                    <a:pt x="6292" y="2972"/>
                  </a:cubicBezTo>
                  <a:lnTo>
                    <a:pt x="403" y="28"/>
                  </a:lnTo>
                  <a:cubicBezTo>
                    <a:pt x="366" y="9"/>
                    <a:pt x="327"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26"/>
            <p:cNvSpPr/>
            <p:nvPr/>
          </p:nvSpPr>
          <p:spPr>
            <a:xfrm>
              <a:off x="4012789" y="2481451"/>
              <a:ext cx="166808" cy="89042"/>
            </a:xfrm>
            <a:custGeom>
              <a:rect b="b" l="l" r="r" t="t"/>
              <a:pathLst>
                <a:path extrusionOk="0" h="3427" w="6420">
                  <a:moveTo>
                    <a:pt x="6133" y="0"/>
                  </a:moveTo>
                  <a:cubicBezTo>
                    <a:pt x="6095" y="0"/>
                    <a:pt x="6056" y="9"/>
                    <a:pt x="6020" y="28"/>
                  </a:cubicBezTo>
                  <a:lnTo>
                    <a:pt x="176" y="2948"/>
                  </a:lnTo>
                  <a:cubicBezTo>
                    <a:pt x="50" y="3011"/>
                    <a:pt x="1" y="3163"/>
                    <a:pt x="63" y="3285"/>
                  </a:cubicBezTo>
                  <a:cubicBezTo>
                    <a:pt x="108" y="3374"/>
                    <a:pt x="197" y="3427"/>
                    <a:pt x="288" y="3427"/>
                  </a:cubicBezTo>
                  <a:cubicBezTo>
                    <a:pt x="327" y="3427"/>
                    <a:pt x="364" y="3419"/>
                    <a:pt x="400" y="3400"/>
                  </a:cubicBezTo>
                  <a:lnTo>
                    <a:pt x="6245" y="477"/>
                  </a:lnTo>
                  <a:cubicBezTo>
                    <a:pt x="6370" y="417"/>
                    <a:pt x="6420" y="265"/>
                    <a:pt x="6357" y="140"/>
                  </a:cubicBezTo>
                  <a:cubicBezTo>
                    <a:pt x="6313" y="51"/>
                    <a:pt x="6224" y="0"/>
                    <a:pt x="6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26"/>
            <p:cNvSpPr/>
            <p:nvPr/>
          </p:nvSpPr>
          <p:spPr>
            <a:xfrm>
              <a:off x="3967865" y="2553916"/>
              <a:ext cx="434479" cy="347568"/>
            </a:xfrm>
            <a:custGeom>
              <a:rect b="b" l="l" r="r" t="t"/>
              <a:pathLst>
                <a:path extrusionOk="0" h="13377" w="16722">
                  <a:moveTo>
                    <a:pt x="1045" y="0"/>
                  </a:moveTo>
                  <a:cubicBezTo>
                    <a:pt x="468" y="0"/>
                    <a:pt x="0" y="468"/>
                    <a:pt x="0" y="1045"/>
                  </a:cubicBezTo>
                  <a:lnTo>
                    <a:pt x="0" y="12332"/>
                  </a:lnTo>
                  <a:cubicBezTo>
                    <a:pt x="0" y="12909"/>
                    <a:pt x="468" y="13377"/>
                    <a:pt x="1045" y="13377"/>
                  </a:cubicBezTo>
                  <a:lnTo>
                    <a:pt x="15676" y="13377"/>
                  </a:lnTo>
                  <a:cubicBezTo>
                    <a:pt x="16251" y="13377"/>
                    <a:pt x="16721" y="12909"/>
                    <a:pt x="16721" y="12332"/>
                  </a:cubicBezTo>
                  <a:lnTo>
                    <a:pt x="16721" y="1045"/>
                  </a:lnTo>
                  <a:cubicBezTo>
                    <a:pt x="16721" y="468"/>
                    <a:pt x="16251" y="0"/>
                    <a:pt x="15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26"/>
            <p:cNvSpPr/>
            <p:nvPr/>
          </p:nvSpPr>
          <p:spPr>
            <a:xfrm>
              <a:off x="3996784" y="2582887"/>
              <a:ext cx="376564" cy="289679"/>
            </a:xfrm>
            <a:custGeom>
              <a:rect b="b" l="l" r="r" t="t"/>
              <a:pathLst>
                <a:path extrusionOk="0" h="11149" w="14493">
                  <a:moveTo>
                    <a:pt x="261" y="1"/>
                  </a:moveTo>
                  <a:cubicBezTo>
                    <a:pt x="118" y="1"/>
                    <a:pt x="0" y="118"/>
                    <a:pt x="0" y="262"/>
                  </a:cubicBezTo>
                  <a:lnTo>
                    <a:pt x="0" y="10887"/>
                  </a:lnTo>
                  <a:cubicBezTo>
                    <a:pt x="0" y="11031"/>
                    <a:pt x="118" y="11149"/>
                    <a:pt x="261" y="11149"/>
                  </a:cubicBezTo>
                  <a:lnTo>
                    <a:pt x="14231" y="11149"/>
                  </a:lnTo>
                  <a:cubicBezTo>
                    <a:pt x="14375" y="11149"/>
                    <a:pt x="14492" y="11031"/>
                    <a:pt x="14492" y="10887"/>
                  </a:cubicBezTo>
                  <a:lnTo>
                    <a:pt x="14492" y="262"/>
                  </a:lnTo>
                  <a:cubicBezTo>
                    <a:pt x="14492" y="118"/>
                    <a:pt x="14375" y="1"/>
                    <a:pt x="142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26"/>
            <p:cNvSpPr/>
            <p:nvPr/>
          </p:nvSpPr>
          <p:spPr>
            <a:xfrm>
              <a:off x="4354173" y="2553916"/>
              <a:ext cx="48172" cy="347568"/>
            </a:xfrm>
            <a:custGeom>
              <a:rect b="b" l="l" r="r" t="t"/>
              <a:pathLst>
                <a:path extrusionOk="0" h="13377" w="1854">
                  <a:moveTo>
                    <a:pt x="1" y="0"/>
                  </a:moveTo>
                  <a:cubicBezTo>
                    <a:pt x="596" y="0"/>
                    <a:pt x="1077" y="483"/>
                    <a:pt x="1077" y="1076"/>
                  </a:cubicBezTo>
                  <a:lnTo>
                    <a:pt x="1077" y="12300"/>
                  </a:lnTo>
                  <a:cubicBezTo>
                    <a:pt x="1077" y="12896"/>
                    <a:pt x="596" y="13377"/>
                    <a:pt x="1" y="13377"/>
                  </a:cubicBezTo>
                  <a:lnTo>
                    <a:pt x="774" y="13377"/>
                  </a:lnTo>
                  <a:cubicBezTo>
                    <a:pt x="1370" y="13377"/>
                    <a:pt x="1853" y="12896"/>
                    <a:pt x="1853" y="12300"/>
                  </a:cubicBezTo>
                  <a:lnTo>
                    <a:pt x="1853" y="1076"/>
                  </a:lnTo>
                  <a:cubicBezTo>
                    <a:pt x="1853" y="483"/>
                    <a:pt x="1370"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26"/>
            <p:cNvSpPr/>
            <p:nvPr/>
          </p:nvSpPr>
          <p:spPr>
            <a:xfrm>
              <a:off x="4346248" y="2582887"/>
              <a:ext cx="27100" cy="289679"/>
            </a:xfrm>
            <a:custGeom>
              <a:rect b="b" l="l" r="r" t="t"/>
              <a:pathLst>
                <a:path extrusionOk="0" h="11149" w="1043">
                  <a:moveTo>
                    <a:pt x="0" y="1"/>
                  </a:moveTo>
                  <a:cubicBezTo>
                    <a:pt x="146" y="1"/>
                    <a:pt x="269" y="121"/>
                    <a:pt x="269" y="270"/>
                  </a:cubicBezTo>
                  <a:lnTo>
                    <a:pt x="269" y="10880"/>
                  </a:lnTo>
                  <a:cubicBezTo>
                    <a:pt x="269" y="11026"/>
                    <a:pt x="146" y="11149"/>
                    <a:pt x="0" y="11149"/>
                  </a:cubicBezTo>
                  <a:lnTo>
                    <a:pt x="773" y="11149"/>
                  </a:lnTo>
                  <a:cubicBezTo>
                    <a:pt x="922" y="11149"/>
                    <a:pt x="1042" y="11026"/>
                    <a:pt x="1042" y="10880"/>
                  </a:cubicBezTo>
                  <a:lnTo>
                    <a:pt x="1042" y="270"/>
                  </a:lnTo>
                  <a:cubicBezTo>
                    <a:pt x="1042" y="121"/>
                    <a:pt x="922" y="1"/>
                    <a:pt x="7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26"/>
            <p:cNvSpPr/>
            <p:nvPr/>
          </p:nvSpPr>
          <p:spPr>
            <a:xfrm>
              <a:off x="4025754" y="2814573"/>
              <a:ext cx="29022" cy="29022"/>
            </a:xfrm>
            <a:custGeom>
              <a:rect b="b" l="l" r="r" t="t"/>
              <a:pathLst>
                <a:path extrusionOk="0" h="1117" w="1117">
                  <a:moveTo>
                    <a:pt x="293" y="1"/>
                  </a:moveTo>
                  <a:cubicBezTo>
                    <a:pt x="131" y="1"/>
                    <a:pt x="1" y="134"/>
                    <a:pt x="1" y="296"/>
                  </a:cubicBezTo>
                  <a:lnTo>
                    <a:pt x="1" y="821"/>
                  </a:lnTo>
                  <a:cubicBezTo>
                    <a:pt x="1" y="986"/>
                    <a:pt x="131" y="1116"/>
                    <a:pt x="293" y="1116"/>
                  </a:cubicBezTo>
                  <a:lnTo>
                    <a:pt x="821" y="1116"/>
                  </a:lnTo>
                  <a:cubicBezTo>
                    <a:pt x="983" y="1116"/>
                    <a:pt x="1116" y="986"/>
                    <a:pt x="1116" y="821"/>
                  </a:cubicBezTo>
                  <a:lnTo>
                    <a:pt x="1116" y="296"/>
                  </a:lnTo>
                  <a:cubicBezTo>
                    <a:pt x="1116" y="134"/>
                    <a:pt x="983"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26"/>
            <p:cNvSpPr/>
            <p:nvPr/>
          </p:nvSpPr>
          <p:spPr>
            <a:xfrm>
              <a:off x="4077148" y="2822523"/>
              <a:ext cx="42040" cy="13121"/>
            </a:xfrm>
            <a:custGeom>
              <a:rect b="b" l="l" r="r" t="t"/>
              <a:pathLst>
                <a:path extrusionOk="0" h="505" w="1618">
                  <a:moveTo>
                    <a:pt x="251" y="0"/>
                  </a:moveTo>
                  <a:cubicBezTo>
                    <a:pt x="113" y="0"/>
                    <a:pt x="0" y="113"/>
                    <a:pt x="0" y="254"/>
                  </a:cubicBezTo>
                  <a:cubicBezTo>
                    <a:pt x="0" y="392"/>
                    <a:pt x="113" y="504"/>
                    <a:pt x="251" y="504"/>
                  </a:cubicBezTo>
                  <a:lnTo>
                    <a:pt x="1367" y="504"/>
                  </a:lnTo>
                  <a:cubicBezTo>
                    <a:pt x="1505" y="504"/>
                    <a:pt x="1618" y="392"/>
                    <a:pt x="1618" y="254"/>
                  </a:cubicBezTo>
                  <a:cubicBezTo>
                    <a:pt x="1618" y="113"/>
                    <a:pt x="1505"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26"/>
            <p:cNvSpPr/>
            <p:nvPr/>
          </p:nvSpPr>
          <p:spPr>
            <a:xfrm>
              <a:off x="4141636" y="2814573"/>
              <a:ext cx="28945" cy="29022"/>
            </a:xfrm>
            <a:custGeom>
              <a:rect b="b" l="l" r="r" t="t"/>
              <a:pathLst>
                <a:path extrusionOk="0" h="1117" w="1114">
                  <a:moveTo>
                    <a:pt x="293" y="1"/>
                  </a:moveTo>
                  <a:cubicBezTo>
                    <a:pt x="131" y="1"/>
                    <a:pt x="0" y="134"/>
                    <a:pt x="0" y="296"/>
                  </a:cubicBezTo>
                  <a:lnTo>
                    <a:pt x="0" y="821"/>
                  </a:lnTo>
                  <a:cubicBezTo>
                    <a:pt x="0" y="986"/>
                    <a:pt x="131" y="1116"/>
                    <a:pt x="293" y="1116"/>
                  </a:cubicBezTo>
                  <a:lnTo>
                    <a:pt x="821" y="1116"/>
                  </a:lnTo>
                  <a:cubicBezTo>
                    <a:pt x="983" y="1116"/>
                    <a:pt x="1113" y="986"/>
                    <a:pt x="1113" y="821"/>
                  </a:cubicBezTo>
                  <a:lnTo>
                    <a:pt x="1113" y="296"/>
                  </a:lnTo>
                  <a:cubicBezTo>
                    <a:pt x="1113" y="134"/>
                    <a:pt x="983"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26"/>
            <p:cNvSpPr/>
            <p:nvPr/>
          </p:nvSpPr>
          <p:spPr>
            <a:xfrm>
              <a:off x="4192952" y="2822523"/>
              <a:ext cx="42118" cy="13121"/>
            </a:xfrm>
            <a:custGeom>
              <a:rect b="b" l="l" r="r" t="t"/>
              <a:pathLst>
                <a:path extrusionOk="0" h="505" w="1621">
                  <a:moveTo>
                    <a:pt x="254" y="0"/>
                  </a:moveTo>
                  <a:cubicBezTo>
                    <a:pt x="116" y="0"/>
                    <a:pt x="1" y="113"/>
                    <a:pt x="1" y="254"/>
                  </a:cubicBezTo>
                  <a:cubicBezTo>
                    <a:pt x="1" y="392"/>
                    <a:pt x="116" y="504"/>
                    <a:pt x="254" y="504"/>
                  </a:cubicBezTo>
                  <a:lnTo>
                    <a:pt x="1370" y="504"/>
                  </a:lnTo>
                  <a:cubicBezTo>
                    <a:pt x="1508" y="504"/>
                    <a:pt x="1620" y="392"/>
                    <a:pt x="1620" y="254"/>
                  </a:cubicBezTo>
                  <a:cubicBezTo>
                    <a:pt x="1620" y="113"/>
                    <a:pt x="1508" y="0"/>
                    <a:pt x="1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26"/>
            <p:cNvSpPr/>
            <p:nvPr/>
          </p:nvSpPr>
          <p:spPr>
            <a:xfrm>
              <a:off x="4257440" y="2814573"/>
              <a:ext cx="29022" cy="29022"/>
            </a:xfrm>
            <a:custGeom>
              <a:rect b="b" l="l" r="r" t="t"/>
              <a:pathLst>
                <a:path extrusionOk="0" h="1117" w="1117">
                  <a:moveTo>
                    <a:pt x="296" y="1"/>
                  </a:moveTo>
                  <a:cubicBezTo>
                    <a:pt x="134" y="1"/>
                    <a:pt x="1" y="134"/>
                    <a:pt x="1" y="296"/>
                  </a:cubicBezTo>
                  <a:lnTo>
                    <a:pt x="1" y="821"/>
                  </a:lnTo>
                  <a:cubicBezTo>
                    <a:pt x="1" y="986"/>
                    <a:pt x="134" y="1116"/>
                    <a:pt x="296" y="1116"/>
                  </a:cubicBezTo>
                  <a:lnTo>
                    <a:pt x="821" y="1116"/>
                  </a:lnTo>
                  <a:cubicBezTo>
                    <a:pt x="983" y="1116"/>
                    <a:pt x="1116" y="986"/>
                    <a:pt x="1116" y="821"/>
                  </a:cubicBezTo>
                  <a:lnTo>
                    <a:pt x="1116" y="296"/>
                  </a:lnTo>
                  <a:cubicBezTo>
                    <a:pt x="1116" y="134"/>
                    <a:pt x="983"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26"/>
            <p:cNvSpPr/>
            <p:nvPr/>
          </p:nvSpPr>
          <p:spPr>
            <a:xfrm>
              <a:off x="4308834" y="2822523"/>
              <a:ext cx="42118" cy="13121"/>
            </a:xfrm>
            <a:custGeom>
              <a:rect b="b" l="l" r="r" t="t"/>
              <a:pathLst>
                <a:path extrusionOk="0" h="505" w="1621">
                  <a:moveTo>
                    <a:pt x="254" y="0"/>
                  </a:moveTo>
                  <a:cubicBezTo>
                    <a:pt x="113" y="0"/>
                    <a:pt x="0" y="113"/>
                    <a:pt x="0" y="254"/>
                  </a:cubicBezTo>
                  <a:cubicBezTo>
                    <a:pt x="0" y="392"/>
                    <a:pt x="113" y="504"/>
                    <a:pt x="254" y="504"/>
                  </a:cubicBezTo>
                  <a:lnTo>
                    <a:pt x="1367" y="504"/>
                  </a:lnTo>
                  <a:cubicBezTo>
                    <a:pt x="1508" y="504"/>
                    <a:pt x="1620" y="392"/>
                    <a:pt x="1620" y="254"/>
                  </a:cubicBezTo>
                  <a:cubicBezTo>
                    <a:pt x="1620" y="113"/>
                    <a:pt x="1508"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26"/>
            <p:cNvSpPr/>
            <p:nvPr/>
          </p:nvSpPr>
          <p:spPr>
            <a:xfrm>
              <a:off x="4025079" y="2611883"/>
              <a:ext cx="314336" cy="173797"/>
            </a:xfrm>
            <a:custGeom>
              <a:rect b="b" l="l" r="r" t="t"/>
              <a:pathLst>
                <a:path extrusionOk="0" h="6689" w="12098">
                  <a:moveTo>
                    <a:pt x="3367" y="0"/>
                  </a:moveTo>
                  <a:cubicBezTo>
                    <a:pt x="1550" y="0"/>
                    <a:pt x="53" y="1475"/>
                    <a:pt x="27" y="3295"/>
                  </a:cubicBezTo>
                  <a:cubicBezTo>
                    <a:pt x="1" y="5165"/>
                    <a:pt x="1508" y="6689"/>
                    <a:pt x="3371" y="6689"/>
                  </a:cubicBezTo>
                  <a:cubicBezTo>
                    <a:pt x="4160" y="6689"/>
                    <a:pt x="4886" y="6414"/>
                    <a:pt x="5458" y="5954"/>
                  </a:cubicBezTo>
                  <a:cubicBezTo>
                    <a:pt x="5663" y="5791"/>
                    <a:pt x="5910" y="5709"/>
                    <a:pt x="6157" y="5709"/>
                  </a:cubicBezTo>
                  <a:cubicBezTo>
                    <a:pt x="6404" y="5709"/>
                    <a:pt x="6651" y="5791"/>
                    <a:pt x="6856" y="5954"/>
                  </a:cubicBezTo>
                  <a:cubicBezTo>
                    <a:pt x="7428" y="6414"/>
                    <a:pt x="8155" y="6689"/>
                    <a:pt x="8944" y="6689"/>
                  </a:cubicBezTo>
                  <a:cubicBezTo>
                    <a:pt x="9934" y="6689"/>
                    <a:pt x="10825" y="6257"/>
                    <a:pt x="11436" y="5573"/>
                  </a:cubicBezTo>
                  <a:lnTo>
                    <a:pt x="12097" y="2229"/>
                  </a:lnTo>
                  <a:cubicBezTo>
                    <a:pt x="11634" y="933"/>
                    <a:pt x="10391" y="0"/>
                    <a:pt x="8946" y="0"/>
                  </a:cubicBezTo>
                  <a:cubicBezTo>
                    <a:pt x="8940" y="0"/>
                    <a:pt x="8934" y="0"/>
                    <a:pt x="8928" y="0"/>
                  </a:cubicBezTo>
                  <a:cubicBezTo>
                    <a:pt x="8139" y="3"/>
                    <a:pt x="7418" y="280"/>
                    <a:pt x="6848" y="737"/>
                  </a:cubicBezTo>
                  <a:cubicBezTo>
                    <a:pt x="6647" y="899"/>
                    <a:pt x="6402" y="980"/>
                    <a:pt x="6157" y="980"/>
                  </a:cubicBezTo>
                  <a:cubicBezTo>
                    <a:pt x="5912" y="980"/>
                    <a:pt x="5667" y="899"/>
                    <a:pt x="5466" y="737"/>
                  </a:cubicBezTo>
                  <a:cubicBezTo>
                    <a:pt x="4897" y="280"/>
                    <a:pt x="4176" y="3"/>
                    <a:pt x="3387" y="0"/>
                  </a:cubicBezTo>
                  <a:cubicBezTo>
                    <a:pt x="3380" y="0"/>
                    <a:pt x="3374" y="0"/>
                    <a:pt x="33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26"/>
            <p:cNvSpPr/>
            <p:nvPr/>
          </p:nvSpPr>
          <p:spPr>
            <a:xfrm>
              <a:off x="4126982" y="2698769"/>
              <a:ext cx="57993" cy="28945"/>
            </a:xfrm>
            <a:custGeom>
              <a:rect b="b" l="l" r="r" t="t"/>
              <a:pathLst>
                <a:path extrusionOk="0" h="1114" w="2232">
                  <a:moveTo>
                    <a:pt x="559" y="0"/>
                  </a:moveTo>
                  <a:cubicBezTo>
                    <a:pt x="251" y="0"/>
                    <a:pt x="0" y="249"/>
                    <a:pt x="0" y="557"/>
                  </a:cubicBezTo>
                  <a:cubicBezTo>
                    <a:pt x="0" y="865"/>
                    <a:pt x="251" y="1113"/>
                    <a:pt x="559" y="1113"/>
                  </a:cubicBezTo>
                  <a:lnTo>
                    <a:pt x="1672" y="1113"/>
                  </a:lnTo>
                  <a:cubicBezTo>
                    <a:pt x="1981" y="1113"/>
                    <a:pt x="2231" y="865"/>
                    <a:pt x="2231" y="557"/>
                  </a:cubicBezTo>
                  <a:cubicBezTo>
                    <a:pt x="2231" y="249"/>
                    <a:pt x="1981" y="0"/>
                    <a:pt x="16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26"/>
            <p:cNvSpPr/>
            <p:nvPr/>
          </p:nvSpPr>
          <p:spPr>
            <a:xfrm>
              <a:off x="4169541" y="2466901"/>
              <a:ext cx="31101" cy="29022"/>
            </a:xfrm>
            <a:custGeom>
              <a:rect b="b" l="l" r="r" t="t"/>
              <a:pathLst>
                <a:path extrusionOk="0" h="1117" w="1197">
                  <a:moveTo>
                    <a:pt x="597" y="1"/>
                  </a:moveTo>
                  <a:cubicBezTo>
                    <a:pt x="327" y="1"/>
                    <a:pt x="90" y="198"/>
                    <a:pt x="47" y="475"/>
                  </a:cubicBezTo>
                  <a:cubicBezTo>
                    <a:pt x="0" y="778"/>
                    <a:pt x="209" y="1063"/>
                    <a:pt x="515" y="1110"/>
                  </a:cubicBezTo>
                  <a:cubicBezTo>
                    <a:pt x="544" y="1114"/>
                    <a:pt x="572" y="1117"/>
                    <a:pt x="600" y="1117"/>
                  </a:cubicBezTo>
                  <a:cubicBezTo>
                    <a:pt x="870" y="1117"/>
                    <a:pt x="1107" y="919"/>
                    <a:pt x="1150" y="642"/>
                  </a:cubicBezTo>
                  <a:cubicBezTo>
                    <a:pt x="1197" y="339"/>
                    <a:pt x="988" y="55"/>
                    <a:pt x="682" y="8"/>
                  </a:cubicBezTo>
                  <a:cubicBezTo>
                    <a:pt x="654" y="3"/>
                    <a:pt x="625" y="1"/>
                    <a:pt x="5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26"/>
            <p:cNvSpPr/>
            <p:nvPr/>
          </p:nvSpPr>
          <p:spPr>
            <a:xfrm>
              <a:off x="4174972" y="2467005"/>
              <a:ext cx="24605" cy="29022"/>
            </a:xfrm>
            <a:custGeom>
              <a:rect b="b" l="l" r="r" t="t"/>
              <a:pathLst>
                <a:path extrusionOk="0" h="1117" w="947">
                  <a:moveTo>
                    <a:pt x="390" y="1"/>
                  </a:moveTo>
                  <a:cubicBezTo>
                    <a:pt x="238" y="1"/>
                    <a:pt x="102" y="61"/>
                    <a:pt x="0" y="158"/>
                  </a:cubicBezTo>
                  <a:cubicBezTo>
                    <a:pt x="107" y="260"/>
                    <a:pt x="173" y="401"/>
                    <a:pt x="173" y="560"/>
                  </a:cubicBezTo>
                  <a:cubicBezTo>
                    <a:pt x="173" y="717"/>
                    <a:pt x="107" y="858"/>
                    <a:pt x="0" y="960"/>
                  </a:cubicBezTo>
                  <a:cubicBezTo>
                    <a:pt x="102" y="1056"/>
                    <a:pt x="238" y="1116"/>
                    <a:pt x="390" y="1116"/>
                  </a:cubicBezTo>
                  <a:cubicBezTo>
                    <a:pt x="695" y="1116"/>
                    <a:pt x="946" y="866"/>
                    <a:pt x="946" y="560"/>
                  </a:cubicBezTo>
                  <a:cubicBezTo>
                    <a:pt x="946" y="252"/>
                    <a:pt x="695"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26"/>
            <p:cNvSpPr/>
            <p:nvPr/>
          </p:nvSpPr>
          <p:spPr>
            <a:xfrm>
              <a:off x="4025624" y="2640802"/>
              <a:ext cx="101514" cy="86911"/>
            </a:xfrm>
            <a:custGeom>
              <a:rect b="b" l="l" r="r" t="t"/>
              <a:pathLst>
                <a:path extrusionOk="0" h="3345" w="3907">
                  <a:moveTo>
                    <a:pt x="863" y="0"/>
                  </a:moveTo>
                  <a:cubicBezTo>
                    <a:pt x="340" y="583"/>
                    <a:pt x="16" y="1346"/>
                    <a:pt x="6" y="2182"/>
                  </a:cubicBezTo>
                  <a:cubicBezTo>
                    <a:pt x="0" y="2592"/>
                    <a:pt x="68" y="2981"/>
                    <a:pt x="196" y="3344"/>
                  </a:cubicBezTo>
                  <a:lnTo>
                    <a:pt x="2234" y="3344"/>
                  </a:lnTo>
                  <a:cubicBezTo>
                    <a:pt x="2543" y="3344"/>
                    <a:pt x="2793" y="3096"/>
                    <a:pt x="2793" y="2788"/>
                  </a:cubicBezTo>
                  <a:cubicBezTo>
                    <a:pt x="2793" y="2480"/>
                    <a:pt x="2543" y="2231"/>
                    <a:pt x="2234" y="2231"/>
                  </a:cubicBezTo>
                  <a:lnTo>
                    <a:pt x="1678" y="2231"/>
                  </a:lnTo>
                  <a:cubicBezTo>
                    <a:pt x="1370" y="2231"/>
                    <a:pt x="1119" y="1981"/>
                    <a:pt x="1119" y="1672"/>
                  </a:cubicBezTo>
                  <a:cubicBezTo>
                    <a:pt x="1119" y="1364"/>
                    <a:pt x="1370" y="1116"/>
                    <a:pt x="1678" y="1116"/>
                  </a:cubicBezTo>
                  <a:lnTo>
                    <a:pt x="3350" y="1116"/>
                  </a:lnTo>
                  <a:cubicBezTo>
                    <a:pt x="3658" y="1116"/>
                    <a:pt x="3906" y="865"/>
                    <a:pt x="3906" y="559"/>
                  </a:cubicBezTo>
                  <a:cubicBezTo>
                    <a:pt x="3906" y="251"/>
                    <a:pt x="3658" y="0"/>
                    <a:pt x="3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26"/>
            <p:cNvSpPr/>
            <p:nvPr/>
          </p:nvSpPr>
          <p:spPr>
            <a:xfrm>
              <a:off x="4247463" y="2611883"/>
              <a:ext cx="91952" cy="173797"/>
            </a:xfrm>
            <a:custGeom>
              <a:rect b="b" l="l" r="r" t="t"/>
              <a:pathLst>
                <a:path extrusionOk="0" h="6689" w="3539">
                  <a:moveTo>
                    <a:pt x="387" y="0"/>
                  </a:moveTo>
                  <a:cubicBezTo>
                    <a:pt x="381" y="0"/>
                    <a:pt x="375" y="0"/>
                    <a:pt x="369" y="0"/>
                  </a:cubicBezTo>
                  <a:cubicBezTo>
                    <a:pt x="244" y="0"/>
                    <a:pt x="121" y="8"/>
                    <a:pt x="1" y="21"/>
                  </a:cubicBezTo>
                  <a:cubicBezTo>
                    <a:pt x="1639" y="214"/>
                    <a:pt x="2932" y="1607"/>
                    <a:pt x="2956" y="3295"/>
                  </a:cubicBezTo>
                  <a:cubicBezTo>
                    <a:pt x="2979" y="5032"/>
                    <a:pt x="1681" y="6469"/>
                    <a:pt x="1" y="6665"/>
                  </a:cubicBezTo>
                  <a:cubicBezTo>
                    <a:pt x="126" y="6678"/>
                    <a:pt x="254" y="6689"/>
                    <a:pt x="385" y="6689"/>
                  </a:cubicBezTo>
                  <a:cubicBezTo>
                    <a:pt x="1375" y="6689"/>
                    <a:pt x="2266" y="6257"/>
                    <a:pt x="2877" y="5573"/>
                  </a:cubicBezTo>
                  <a:lnTo>
                    <a:pt x="3538" y="2229"/>
                  </a:lnTo>
                  <a:cubicBezTo>
                    <a:pt x="3075" y="933"/>
                    <a:pt x="1832"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26"/>
            <p:cNvSpPr/>
            <p:nvPr/>
          </p:nvSpPr>
          <p:spPr>
            <a:xfrm>
              <a:off x="4228522" y="2669772"/>
              <a:ext cx="116168" cy="86911"/>
            </a:xfrm>
            <a:custGeom>
              <a:rect b="b" l="l" r="r" t="t"/>
              <a:pathLst>
                <a:path extrusionOk="0" h="3345" w="4471">
                  <a:moveTo>
                    <a:pt x="557" y="1"/>
                  </a:moveTo>
                  <a:cubicBezTo>
                    <a:pt x="249" y="1"/>
                    <a:pt x="1" y="249"/>
                    <a:pt x="1" y="557"/>
                  </a:cubicBezTo>
                  <a:cubicBezTo>
                    <a:pt x="1" y="866"/>
                    <a:pt x="249" y="1116"/>
                    <a:pt x="557" y="1116"/>
                  </a:cubicBezTo>
                  <a:lnTo>
                    <a:pt x="1673" y="1116"/>
                  </a:lnTo>
                  <a:cubicBezTo>
                    <a:pt x="1978" y="1116"/>
                    <a:pt x="2229" y="1365"/>
                    <a:pt x="2229" y="1673"/>
                  </a:cubicBezTo>
                  <a:cubicBezTo>
                    <a:pt x="2229" y="1981"/>
                    <a:pt x="1978" y="2229"/>
                    <a:pt x="1673" y="2229"/>
                  </a:cubicBezTo>
                  <a:lnTo>
                    <a:pt x="1114" y="2229"/>
                  </a:lnTo>
                  <a:cubicBezTo>
                    <a:pt x="805" y="2229"/>
                    <a:pt x="557" y="2480"/>
                    <a:pt x="557" y="2788"/>
                  </a:cubicBezTo>
                  <a:cubicBezTo>
                    <a:pt x="557" y="3094"/>
                    <a:pt x="805" y="3345"/>
                    <a:pt x="1114" y="3345"/>
                  </a:cubicBezTo>
                  <a:lnTo>
                    <a:pt x="3606" y="3345"/>
                  </a:lnTo>
                  <a:cubicBezTo>
                    <a:pt x="4147" y="2741"/>
                    <a:pt x="4471" y="1942"/>
                    <a:pt x="4458" y="1067"/>
                  </a:cubicBezTo>
                  <a:cubicBezTo>
                    <a:pt x="4453" y="693"/>
                    <a:pt x="4385" y="335"/>
                    <a:pt x="42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26"/>
            <p:cNvSpPr/>
            <p:nvPr/>
          </p:nvSpPr>
          <p:spPr>
            <a:xfrm>
              <a:off x="4302104" y="2669772"/>
              <a:ext cx="42585" cy="86911"/>
            </a:xfrm>
            <a:custGeom>
              <a:rect b="b" l="l" r="r" t="t"/>
              <a:pathLst>
                <a:path extrusionOk="0" h="3345" w="1639">
                  <a:moveTo>
                    <a:pt x="659" y="1"/>
                  </a:moveTo>
                  <a:cubicBezTo>
                    <a:pt x="779" y="335"/>
                    <a:pt x="847" y="693"/>
                    <a:pt x="853" y="1067"/>
                  </a:cubicBezTo>
                  <a:cubicBezTo>
                    <a:pt x="866" y="1942"/>
                    <a:pt x="539" y="2741"/>
                    <a:pt x="1" y="3345"/>
                  </a:cubicBezTo>
                  <a:lnTo>
                    <a:pt x="774" y="3345"/>
                  </a:lnTo>
                  <a:cubicBezTo>
                    <a:pt x="1315" y="2741"/>
                    <a:pt x="1639" y="1942"/>
                    <a:pt x="1626" y="1067"/>
                  </a:cubicBezTo>
                  <a:cubicBezTo>
                    <a:pt x="1621" y="693"/>
                    <a:pt x="1553" y="335"/>
                    <a:pt x="14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126"/>
          <p:cNvGrpSpPr/>
          <p:nvPr/>
        </p:nvGrpSpPr>
        <p:grpSpPr>
          <a:xfrm>
            <a:off x="5527335" y="2471370"/>
            <a:ext cx="434479" cy="391011"/>
            <a:chOff x="5527335" y="2471370"/>
            <a:chExt cx="434479" cy="391011"/>
          </a:xfrm>
        </p:grpSpPr>
        <p:sp>
          <p:nvSpPr>
            <p:cNvPr id="11064" name="Google Shape;11064;p126"/>
            <p:cNvSpPr/>
            <p:nvPr/>
          </p:nvSpPr>
          <p:spPr>
            <a:xfrm>
              <a:off x="5570778" y="2637398"/>
              <a:ext cx="347594" cy="196947"/>
            </a:xfrm>
            <a:custGeom>
              <a:rect b="b" l="l" r="r" t="t"/>
              <a:pathLst>
                <a:path extrusionOk="0" h="7580" w="13378">
                  <a:moveTo>
                    <a:pt x="13377" y="1"/>
                  </a:moveTo>
                  <a:lnTo>
                    <a:pt x="0" y="19"/>
                  </a:lnTo>
                  <a:lnTo>
                    <a:pt x="0" y="4581"/>
                  </a:lnTo>
                  <a:lnTo>
                    <a:pt x="53" y="5140"/>
                  </a:lnTo>
                  <a:lnTo>
                    <a:pt x="2284" y="6608"/>
                  </a:lnTo>
                  <a:lnTo>
                    <a:pt x="6689" y="7580"/>
                  </a:lnTo>
                  <a:lnTo>
                    <a:pt x="11177" y="6360"/>
                  </a:lnTo>
                  <a:lnTo>
                    <a:pt x="13299" y="5215"/>
                  </a:lnTo>
                  <a:lnTo>
                    <a:pt x="13377" y="4581"/>
                  </a:lnTo>
                  <a:lnTo>
                    <a:pt x="133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26"/>
            <p:cNvSpPr/>
            <p:nvPr/>
          </p:nvSpPr>
          <p:spPr>
            <a:xfrm>
              <a:off x="5898235" y="2637398"/>
              <a:ext cx="20136" cy="145294"/>
            </a:xfrm>
            <a:custGeom>
              <a:rect b="b" l="l" r="r" t="t"/>
              <a:pathLst>
                <a:path extrusionOk="0" h="5592" w="775">
                  <a:moveTo>
                    <a:pt x="774" y="1"/>
                  </a:moveTo>
                  <a:lnTo>
                    <a:pt x="1" y="3"/>
                  </a:lnTo>
                  <a:lnTo>
                    <a:pt x="1" y="5592"/>
                  </a:lnTo>
                  <a:lnTo>
                    <a:pt x="696" y="5215"/>
                  </a:lnTo>
                  <a:lnTo>
                    <a:pt x="774" y="4581"/>
                  </a:lnTo>
                  <a:lnTo>
                    <a:pt x="7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26"/>
            <p:cNvSpPr/>
            <p:nvPr/>
          </p:nvSpPr>
          <p:spPr>
            <a:xfrm>
              <a:off x="5570778" y="2753748"/>
              <a:ext cx="347594" cy="94654"/>
            </a:xfrm>
            <a:custGeom>
              <a:rect b="b" l="l" r="r" t="t"/>
              <a:pathLst>
                <a:path extrusionOk="0" h="3643" w="13378">
                  <a:moveTo>
                    <a:pt x="0" y="1"/>
                  </a:moveTo>
                  <a:lnTo>
                    <a:pt x="0" y="1116"/>
                  </a:lnTo>
                  <a:cubicBezTo>
                    <a:pt x="0" y="1524"/>
                    <a:pt x="225" y="1900"/>
                    <a:pt x="583" y="2096"/>
                  </a:cubicBezTo>
                  <a:cubicBezTo>
                    <a:pt x="2489" y="3127"/>
                    <a:pt x="4590" y="3643"/>
                    <a:pt x="6691" y="3643"/>
                  </a:cubicBezTo>
                  <a:cubicBezTo>
                    <a:pt x="7661" y="3643"/>
                    <a:pt x="8631" y="3533"/>
                    <a:pt x="9581" y="3313"/>
                  </a:cubicBezTo>
                  <a:lnTo>
                    <a:pt x="11867" y="2551"/>
                  </a:lnTo>
                  <a:cubicBezTo>
                    <a:pt x="12181" y="2412"/>
                    <a:pt x="12489" y="2261"/>
                    <a:pt x="12795" y="2096"/>
                  </a:cubicBezTo>
                  <a:cubicBezTo>
                    <a:pt x="13153" y="1900"/>
                    <a:pt x="13377" y="1524"/>
                    <a:pt x="13377" y="1116"/>
                  </a:cubicBezTo>
                  <a:lnTo>
                    <a:pt x="13377" y="1"/>
                  </a:lnTo>
                  <a:cubicBezTo>
                    <a:pt x="13377" y="411"/>
                    <a:pt x="13153" y="787"/>
                    <a:pt x="12795" y="980"/>
                  </a:cubicBezTo>
                  <a:cubicBezTo>
                    <a:pt x="12424" y="1182"/>
                    <a:pt x="12045" y="1362"/>
                    <a:pt x="11663" y="1524"/>
                  </a:cubicBezTo>
                  <a:lnTo>
                    <a:pt x="9816" y="2140"/>
                  </a:lnTo>
                  <a:cubicBezTo>
                    <a:pt x="8790" y="2398"/>
                    <a:pt x="7740" y="2527"/>
                    <a:pt x="6690" y="2527"/>
                  </a:cubicBezTo>
                  <a:cubicBezTo>
                    <a:pt x="4589" y="2527"/>
                    <a:pt x="2489" y="2011"/>
                    <a:pt x="583" y="980"/>
                  </a:cubicBezTo>
                  <a:cubicBezTo>
                    <a:pt x="225" y="787"/>
                    <a:pt x="0" y="41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26"/>
            <p:cNvSpPr/>
            <p:nvPr/>
          </p:nvSpPr>
          <p:spPr>
            <a:xfrm>
              <a:off x="5734571" y="2753748"/>
              <a:ext cx="183800" cy="94654"/>
            </a:xfrm>
            <a:custGeom>
              <a:rect b="b" l="l" r="r" t="t"/>
              <a:pathLst>
                <a:path extrusionOk="0" h="3643" w="7074">
                  <a:moveTo>
                    <a:pt x="7073" y="1"/>
                  </a:moveTo>
                  <a:cubicBezTo>
                    <a:pt x="7073" y="411"/>
                    <a:pt x="6849" y="787"/>
                    <a:pt x="6491" y="980"/>
                  </a:cubicBezTo>
                  <a:cubicBezTo>
                    <a:pt x="6425" y="1014"/>
                    <a:pt x="6363" y="1048"/>
                    <a:pt x="6300" y="1080"/>
                  </a:cubicBezTo>
                  <a:lnTo>
                    <a:pt x="6300" y="1116"/>
                  </a:lnTo>
                  <a:cubicBezTo>
                    <a:pt x="6300" y="1524"/>
                    <a:pt x="6075" y="1900"/>
                    <a:pt x="5715" y="2096"/>
                  </a:cubicBezTo>
                  <a:cubicBezTo>
                    <a:pt x="5412" y="2261"/>
                    <a:pt x="5103" y="2412"/>
                    <a:pt x="4790" y="2551"/>
                  </a:cubicBezTo>
                  <a:lnTo>
                    <a:pt x="2504" y="3313"/>
                  </a:lnTo>
                  <a:cubicBezTo>
                    <a:pt x="1681" y="3504"/>
                    <a:pt x="842" y="3611"/>
                    <a:pt x="1" y="3637"/>
                  </a:cubicBezTo>
                  <a:cubicBezTo>
                    <a:pt x="125" y="3641"/>
                    <a:pt x="249" y="3643"/>
                    <a:pt x="373" y="3643"/>
                  </a:cubicBezTo>
                  <a:cubicBezTo>
                    <a:pt x="1347" y="3643"/>
                    <a:pt x="2322" y="3534"/>
                    <a:pt x="3277" y="3313"/>
                  </a:cubicBezTo>
                  <a:lnTo>
                    <a:pt x="5563" y="2551"/>
                  </a:lnTo>
                  <a:cubicBezTo>
                    <a:pt x="5877" y="2412"/>
                    <a:pt x="6185" y="2261"/>
                    <a:pt x="6491" y="2096"/>
                  </a:cubicBezTo>
                  <a:cubicBezTo>
                    <a:pt x="6849" y="1900"/>
                    <a:pt x="7073" y="1524"/>
                    <a:pt x="7073" y="1116"/>
                  </a:cubicBezTo>
                  <a:lnTo>
                    <a:pt x="70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26"/>
            <p:cNvSpPr/>
            <p:nvPr/>
          </p:nvSpPr>
          <p:spPr>
            <a:xfrm>
              <a:off x="5527335" y="2585277"/>
              <a:ext cx="434479" cy="142930"/>
            </a:xfrm>
            <a:custGeom>
              <a:rect b="b" l="l" r="r" t="t"/>
              <a:pathLst>
                <a:path extrusionOk="0" h="5501" w="16722">
                  <a:moveTo>
                    <a:pt x="0" y="0"/>
                  </a:moveTo>
                  <a:lnTo>
                    <a:pt x="0" y="948"/>
                  </a:lnTo>
                  <a:cubicBezTo>
                    <a:pt x="0" y="1050"/>
                    <a:pt x="58" y="1147"/>
                    <a:pt x="147" y="1194"/>
                  </a:cubicBezTo>
                  <a:lnTo>
                    <a:pt x="8100" y="5434"/>
                  </a:lnTo>
                  <a:cubicBezTo>
                    <a:pt x="8181" y="5479"/>
                    <a:pt x="8271" y="5501"/>
                    <a:pt x="8361" y="5501"/>
                  </a:cubicBezTo>
                  <a:cubicBezTo>
                    <a:pt x="8451" y="5501"/>
                    <a:pt x="8541" y="5479"/>
                    <a:pt x="8622" y="5434"/>
                  </a:cubicBezTo>
                  <a:lnTo>
                    <a:pt x="16575" y="1194"/>
                  </a:lnTo>
                  <a:cubicBezTo>
                    <a:pt x="16664" y="1147"/>
                    <a:pt x="16721" y="1050"/>
                    <a:pt x="16721" y="948"/>
                  </a:cubicBezTo>
                  <a:lnTo>
                    <a:pt x="167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26"/>
            <p:cNvSpPr/>
            <p:nvPr/>
          </p:nvSpPr>
          <p:spPr>
            <a:xfrm>
              <a:off x="5937884" y="2585277"/>
              <a:ext cx="23930" cy="41754"/>
            </a:xfrm>
            <a:custGeom>
              <a:rect b="b" l="l" r="r" t="t"/>
              <a:pathLst>
                <a:path extrusionOk="0" h="1607" w="921">
                  <a:moveTo>
                    <a:pt x="147" y="0"/>
                  </a:moveTo>
                  <a:lnTo>
                    <a:pt x="147" y="1361"/>
                  </a:lnTo>
                  <a:cubicBezTo>
                    <a:pt x="147" y="1463"/>
                    <a:pt x="89" y="1557"/>
                    <a:pt x="1" y="1607"/>
                  </a:cubicBezTo>
                  <a:lnTo>
                    <a:pt x="774" y="1194"/>
                  </a:lnTo>
                  <a:cubicBezTo>
                    <a:pt x="863" y="1147"/>
                    <a:pt x="920" y="1050"/>
                    <a:pt x="920" y="948"/>
                  </a:cubicBezTo>
                  <a:lnTo>
                    <a:pt x="9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26"/>
            <p:cNvSpPr/>
            <p:nvPr/>
          </p:nvSpPr>
          <p:spPr>
            <a:xfrm>
              <a:off x="5527335" y="2471370"/>
              <a:ext cx="434479" cy="226126"/>
            </a:xfrm>
            <a:custGeom>
              <a:rect b="b" l="l" r="r" t="t"/>
              <a:pathLst>
                <a:path extrusionOk="0" h="8703" w="16722">
                  <a:moveTo>
                    <a:pt x="8361" y="1"/>
                  </a:moveTo>
                  <a:cubicBezTo>
                    <a:pt x="8271" y="1"/>
                    <a:pt x="8181" y="22"/>
                    <a:pt x="8100" y="65"/>
                  </a:cubicBezTo>
                  <a:lnTo>
                    <a:pt x="0" y="4384"/>
                  </a:lnTo>
                  <a:lnTo>
                    <a:pt x="8100" y="8703"/>
                  </a:lnTo>
                  <a:lnTo>
                    <a:pt x="16721" y="4384"/>
                  </a:lnTo>
                  <a:lnTo>
                    <a:pt x="8622" y="65"/>
                  </a:lnTo>
                  <a:cubicBezTo>
                    <a:pt x="8541" y="22"/>
                    <a:pt x="8451" y="1"/>
                    <a:pt x="8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26"/>
            <p:cNvSpPr/>
            <p:nvPr/>
          </p:nvSpPr>
          <p:spPr>
            <a:xfrm>
              <a:off x="5734519" y="2471370"/>
              <a:ext cx="227295" cy="227867"/>
            </a:xfrm>
            <a:custGeom>
              <a:rect b="b" l="l" r="r" t="t"/>
              <a:pathLst>
                <a:path extrusionOk="0" h="8770" w="8748">
                  <a:moveTo>
                    <a:pt x="387" y="1"/>
                  </a:moveTo>
                  <a:cubicBezTo>
                    <a:pt x="297" y="1"/>
                    <a:pt x="207" y="22"/>
                    <a:pt x="126" y="65"/>
                  </a:cubicBezTo>
                  <a:lnTo>
                    <a:pt x="0" y="133"/>
                  </a:lnTo>
                  <a:lnTo>
                    <a:pt x="7974" y="4384"/>
                  </a:lnTo>
                  <a:lnTo>
                    <a:pt x="0" y="8637"/>
                  </a:lnTo>
                  <a:lnTo>
                    <a:pt x="126" y="8703"/>
                  </a:lnTo>
                  <a:cubicBezTo>
                    <a:pt x="207" y="8747"/>
                    <a:pt x="297" y="8769"/>
                    <a:pt x="387" y="8769"/>
                  </a:cubicBezTo>
                  <a:cubicBezTo>
                    <a:pt x="477" y="8769"/>
                    <a:pt x="567" y="8747"/>
                    <a:pt x="648" y="8703"/>
                  </a:cubicBezTo>
                  <a:lnTo>
                    <a:pt x="8747" y="4384"/>
                  </a:lnTo>
                  <a:lnTo>
                    <a:pt x="648" y="65"/>
                  </a:lnTo>
                  <a:cubicBezTo>
                    <a:pt x="567" y="22"/>
                    <a:pt x="477"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26"/>
            <p:cNvSpPr/>
            <p:nvPr/>
          </p:nvSpPr>
          <p:spPr>
            <a:xfrm>
              <a:off x="5727998" y="2572702"/>
              <a:ext cx="137889" cy="163560"/>
            </a:xfrm>
            <a:custGeom>
              <a:rect b="b" l="l" r="r" t="t"/>
              <a:pathLst>
                <a:path extrusionOk="0" h="6295" w="5307">
                  <a:moveTo>
                    <a:pt x="638" y="1"/>
                  </a:moveTo>
                  <a:cubicBezTo>
                    <a:pt x="439" y="1"/>
                    <a:pt x="246" y="108"/>
                    <a:pt x="147" y="296"/>
                  </a:cubicBezTo>
                  <a:cubicBezTo>
                    <a:pt x="0" y="568"/>
                    <a:pt x="105" y="905"/>
                    <a:pt x="377" y="1048"/>
                  </a:cubicBezTo>
                  <a:lnTo>
                    <a:pt x="4047" y="2974"/>
                  </a:lnTo>
                  <a:cubicBezTo>
                    <a:pt x="4136" y="3021"/>
                    <a:pt x="4191" y="3112"/>
                    <a:pt x="4191" y="3214"/>
                  </a:cubicBezTo>
                  <a:lnTo>
                    <a:pt x="4191" y="6295"/>
                  </a:lnTo>
                  <a:lnTo>
                    <a:pt x="5307" y="6295"/>
                  </a:lnTo>
                  <a:lnTo>
                    <a:pt x="5307" y="2613"/>
                  </a:lnTo>
                  <a:cubicBezTo>
                    <a:pt x="5307" y="2514"/>
                    <a:pt x="5252" y="2425"/>
                    <a:pt x="5166" y="2378"/>
                  </a:cubicBezTo>
                  <a:lnTo>
                    <a:pt x="899" y="66"/>
                  </a:lnTo>
                  <a:cubicBezTo>
                    <a:pt x="816" y="22"/>
                    <a:pt x="726" y="1"/>
                    <a:pt x="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26"/>
            <p:cNvSpPr/>
            <p:nvPr/>
          </p:nvSpPr>
          <p:spPr>
            <a:xfrm>
              <a:off x="5734909" y="2572702"/>
              <a:ext cx="130978" cy="163560"/>
            </a:xfrm>
            <a:custGeom>
              <a:rect b="b" l="l" r="r" t="t"/>
              <a:pathLst>
                <a:path extrusionOk="0" h="6295" w="5041">
                  <a:moveTo>
                    <a:pt x="371" y="1"/>
                  </a:moveTo>
                  <a:cubicBezTo>
                    <a:pt x="236" y="1"/>
                    <a:pt x="104" y="50"/>
                    <a:pt x="1" y="142"/>
                  </a:cubicBezTo>
                  <a:lnTo>
                    <a:pt x="4126" y="2378"/>
                  </a:lnTo>
                  <a:cubicBezTo>
                    <a:pt x="4212" y="2425"/>
                    <a:pt x="4267" y="2514"/>
                    <a:pt x="4267" y="2613"/>
                  </a:cubicBezTo>
                  <a:lnTo>
                    <a:pt x="4267" y="6295"/>
                  </a:lnTo>
                  <a:lnTo>
                    <a:pt x="5041" y="6295"/>
                  </a:lnTo>
                  <a:lnTo>
                    <a:pt x="5041" y="2613"/>
                  </a:lnTo>
                  <a:cubicBezTo>
                    <a:pt x="5041" y="2514"/>
                    <a:pt x="4986" y="2425"/>
                    <a:pt x="4900" y="2378"/>
                  </a:cubicBezTo>
                  <a:lnTo>
                    <a:pt x="633" y="66"/>
                  </a:lnTo>
                  <a:cubicBezTo>
                    <a:pt x="550" y="22"/>
                    <a:pt x="460" y="1"/>
                    <a:pt x="3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26"/>
            <p:cNvSpPr/>
            <p:nvPr/>
          </p:nvSpPr>
          <p:spPr>
            <a:xfrm>
              <a:off x="5829693" y="2717580"/>
              <a:ext cx="43469" cy="43469"/>
            </a:xfrm>
            <a:custGeom>
              <a:rect b="b" l="l" r="r" t="t"/>
              <a:pathLst>
                <a:path extrusionOk="0" h="1673" w="1673">
                  <a:moveTo>
                    <a:pt x="836" y="0"/>
                  </a:moveTo>
                  <a:cubicBezTo>
                    <a:pt x="374" y="0"/>
                    <a:pt x="0" y="374"/>
                    <a:pt x="0" y="836"/>
                  </a:cubicBezTo>
                  <a:cubicBezTo>
                    <a:pt x="0" y="1299"/>
                    <a:pt x="374" y="1672"/>
                    <a:pt x="836" y="1672"/>
                  </a:cubicBezTo>
                  <a:cubicBezTo>
                    <a:pt x="1299" y="1672"/>
                    <a:pt x="1672" y="1299"/>
                    <a:pt x="1672" y="836"/>
                  </a:cubicBezTo>
                  <a:cubicBezTo>
                    <a:pt x="1672" y="374"/>
                    <a:pt x="1299" y="0"/>
                    <a:pt x="8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26"/>
            <p:cNvSpPr/>
            <p:nvPr/>
          </p:nvSpPr>
          <p:spPr>
            <a:xfrm>
              <a:off x="5816026" y="2775469"/>
              <a:ext cx="70776" cy="86911"/>
            </a:xfrm>
            <a:custGeom>
              <a:rect b="b" l="l" r="r" t="t"/>
              <a:pathLst>
                <a:path extrusionOk="0" h="3345" w="2724">
                  <a:moveTo>
                    <a:pt x="1362" y="1"/>
                  </a:moveTo>
                  <a:lnTo>
                    <a:pt x="526" y="557"/>
                  </a:lnTo>
                  <a:lnTo>
                    <a:pt x="35" y="3013"/>
                  </a:lnTo>
                  <a:cubicBezTo>
                    <a:pt x="1" y="3185"/>
                    <a:pt x="132" y="3345"/>
                    <a:pt x="309" y="3345"/>
                  </a:cubicBezTo>
                  <a:lnTo>
                    <a:pt x="2415" y="3345"/>
                  </a:lnTo>
                  <a:cubicBezTo>
                    <a:pt x="2590" y="3345"/>
                    <a:pt x="2723" y="3185"/>
                    <a:pt x="2689" y="3013"/>
                  </a:cubicBezTo>
                  <a:lnTo>
                    <a:pt x="2198" y="557"/>
                  </a:lnTo>
                  <a:lnTo>
                    <a:pt x="13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26"/>
            <p:cNvSpPr/>
            <p:nvPr/>
          </p:nvSpPr>
          <p:spPr>
            <a:xfrm>
              <a:off x="5841359" y="2775469"/>
              <a:ext cx="45443" cy="86911"/>
            </a:xfrm>
            <a:custGeom>
              <a:rect b="b" l="l" r="r" t="t"/>
              <a:pathLst>
                <a:path extrusionOk="0" h="3345" w="1749">
                  <a:moveTo>
                    <a:pt x="387" y="1"/>
                  </a:moveTo>
                  <a:lnTo>
                    <a:pt x="0" y="259"/>
                  </a:lnTo>
                  <a:lnTo>
                    <a:pt x="450" y="557"/>
                  </a:lnTo>
                  <a:lnTo>
                    <a:pt x="938" y="3010"/>
                  </a:lnTo>
                  <a:cubicBezTo>
                    <a:pt x="975" y="3183"/>
                    <a:pt x="842" y="3345"/>
                    <a:pt x="667" y="3345"/>
                  </a:cubicBezTo>
                  <a:lnTo>
                    <a:pt x="1440" y="3345"/>
                  </a:lnTo>
                  <a:cubicBezTo>
                    <a:pt x="1615" y="3345"/>
                    <a:pt x="1748" y="3183"/>
                    <a:pt x="1714" y="3010"/>
                  </a:cubicBezTo>
                  <a:lnTo>
                    <a:pt x="1223" y="557"/>
                  </a:lnTo>
                  <a:lnTo>
                    <a:pt x="3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26"/>
            <p:cNvSpPr/>
            <p:nvPr/>
          </p:nvSpPr>
          <p:spPr>
            <a:xfrm>
              <a:off x="5844815" y="2826862"/>
              <a:ext cx="13121" cy="35518"/>
            </a:xfrm>
            <a:custGeom>
              <a:rect b="b" l="l" r="r" t="t"/>
              <a:pathLst>
                <a:path extrusionOk="0" h="1367" w="505">
                  <a:moveTo>
                    <a:pt x="254" y="0"/>
                  </a:moveTo>
                  <a:cubicBezTo>
                    <a:pt x="113" y="0"/>
                    <a:pt x="1" y="113"/>
                    <a:pt x="1" y="251"/>
                  </a:cubicBezTo>
                  <a:lnTo>
                    <a:pt x="1" y="1367"/>
                  </a:lnTo>
                  <a:lnTo>
                    <a:pt x="505" y="1367"/>
                  </a:lnTo>
                  <a:lnTo>
                    <a:pt x="505" y="251"/>
                  </a:lnTo>
                  <a:cubicBezTo>
                    <a:pt x="505" y="113"/>
                    <a:pt x="393" y="0"/>
                    <a:pt x="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26"/>
            <p:cNvSpPr/>
            <p:nvPr/>
          </p:nvSpPr>
          <p:spPr>
            <a:xfrm>
              <a:off x="5815143" y="2761023"/>
              <a:ext cx="72465" cy="28945"/>
            </a:xfrm>
            <a:custGeom>
              <a:rect b="b" l="l" r="r" t="t"/>
              <a:pathLst>
                <a:path extrusionOk="0" h="1114" w="2789">
                  <a:moveTo>
                    <a:pt x="560" y="0"/>
                  </a:moveTo>
                  <a:cubicBezTo>
                    <a:pt x="252" y="0"/>
                    <a:pt x="1" y="248"/>
                    <a:pt x="1" y="557"/>
                  </a:cubicBezTo>
                  <a:cubicBezTo>
                    <a:pt x="1" y="865"/>
                    <a:pt x="252" y="1113"/>
                    <a:pt x="560" y="1113"/>
                  </a:cubicBezTo>
                  <a:lnTo>
                    <a:pt x="2232" y="1113"/>
                  </a:lnTo>
                  <a:cubicBezTo>
                    <a:pt x="2540" y="1113"/>
                    <a:pt x="2789" y="865"/>
                    <a:pt x="2789" y="557"/>
                  </a:cubicBezTo>
                  <a:cubicBezTo>
                    <a:pt x="2789" y="248"/>
                    <a:pt x="2540" y="0"/>
                    <a:pt x="22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26"/>
            <p:cNvSpPr/>
            <p:nvPr/>
          </p:nvSpPr>
          <p:spPr>
            <a:xfrm>
              <a:off x="5853025" y="2761023"/>
              <a:ext cx="34583" cy="28945"/>
            </a:xfrm>
            <a:custGeom>
              <a:rect b="b" l="l" r="r" t="t"/>
              <a:pathLst>
                <a:path extrusionOk="0" h="1114" w="1331">
                  <a:moveTo>
                    <a:pt x="1" y="0"/>
                  </a:moveTo>
                  <a:cubicBezTo>
                    <a:pt x="307" y="0"/>
                    <a:pt x="557" y="248"/>
                    <a:pt x="557" y="557"/>
                  </a:cubicBezTo>
                  <a:cubicBezTo>
                    <a:pt x="557" y="865"/>
                    <a:pt x="307" y="1113"/>
                    <a:pt x="1" y="1113"/>
                  </a:cubicBezTo>
                  <a:lnTo>
                    <a:pt x="774" y="1113"/>
                  </a:lnTo>
                  <a:cubicBezTo>
                    <a:pt x="1082" y="1113"/>
                    <a:pt x="1331" y="865"/>
                    <a:pt x="1331" y="557"/>
                  </a:cubicBezTo>
                  <a:cubicBezTo>
                    <a:pt x="1331" y="248"/>
                    <a:pt x="1082"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26"/>
            <p:cNvSpPr/>
            <p:nvPr/>
          </p:nvSpPr>
          <p:spPr>
            <a:xfrm>
              <a:off x="5841359" y="2717580"/>
              <a:ext cx="31803" cy="43469"/>
            </a:xfrm>
            <a:custGeom>
              <a:rect b="b" l="l" r="r" t="t"/>
              <a:pathLst>
                <a:path extrusionOk="0" h="1673" w="1224">
                  <a:moveTo>
                    <a:pt x="387" y="0"/>
                  </a:moveTo>
                  <a:cubicBezTo>
                    <a:pt x="246" y="0"/>
                    <a:pt x="115" y="34"/>
                    <a:pt x="0" y="94"/>
                  </a:cubicBezTo>
                  <a:cubicBezTo>
                    <a:pt x="267" y="235"/>
                    <a:pt x="450" y="512"/>
                    <a:pt x="450" y="836"/>
                  </a:cubicBezTo>
                  <a:cubicBezTo>
                    <a:pt x="450" y="1157"/>
                    <a:pt x="267" y="1437"/>
                    <a:pt x="0" y="1576"/>
                  </a:cubicBezTo>
                  <a:cubicBezTo>
                    <a:pt x="115" y="1638"/>
                    <a:pt x="246" y="1672"/>
                    <a:pt x="387" y="1672"/>
                  </a:cubicBezTo>
                  <a:cubicBezTo>
                    <a:pt x="850" y="1672"/>
                    <a:pt x="1223" y="1296"/>
                    <a:pt x="1223" y="836"/>
                  </a:cubicBezTo>
                  <a:cubicBezTo>
                    <a:pt x="1223" y="374"/>
                    <a:pt x="850" y="0"/>
                    <a:pt x="3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126"/>
          <p:cNvGrpSpPr/>
          <p:nvPr/>
        </p:nvGrpSpPr>
        <p:grpSpPr>
          <a:xfrm>
            <a:off x="6330194" y="2471162"/>
            <a:ext cx="376486" cy="434479"/>
            <a:chOff x="6330194" y="2471162"/>
            <a:chExt cx="376486" cy="434479"/>
          </a:xfrm>
        </p:grpSpPr>
        <p:sp>
          <p:nvSpPr>
            <p:cNvPr id="11082" name="Google Shape;11082;p126"/>
            <p:cNvSpPr/>
            <p:nvPr/>
          </p:nvSpPr>
          <p:spPr>
            <a:xfrm>
              <a:off x="6330194" y="2547187"/>
              <a:ext cx="376486" cy="358455"/>
            </a:xfrm>
            <a:custGeom>
              <a:rect b="b" l="l" r="r" t="t"/>
              <a:pathLst>
                <a:path extrusionOk="0" h="13796" w="14490">
                  <a:moveTo>
                    <a:pt x="7245" y="0"/>
                  </a:moveTo>
                  <a:lnTo>
                    <a:pt x="0" y="2370"/>
                  </a:lnTo>
                  <a:lnTo>
                    <a:pt x="0" y="12719"/>
                  </a:lnTo>
                  <a:cubicBezTo>
                    <a:pt x="0" y="13314"/>
                    <a:pt x="481" y="13795"/>
                    <a:pt x="1077" y="13795"/>
                  </a:cubicBezTo>
                  <a:lnTo>
                    <a:pt x="13413" y="13795"/>
                  </a:lnTo>
                  <a:cubicBezTo>
                    <a:pt x="14009" y="13795"/>
                    <a:pt x="14490" y="13314"/>
                    <a:pt x="14490" y="12719"/>
                  </a:cubicBezTo>
                  <a:lnTo>
                    <a:pt x="14490" y="2370"/>
                  </a:lnTo>
                  <a:lnTo>
                    <a:pt x="7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26"/>
            <p:cNvSpPr/>
            <p:nvPr/>
          </p:nvSpPr>
          <p:spPr>
            <a:xfrm>
              <a:off x="6658613" y="2602166"/>
              <a:ext cx="48068" cy="303476"/>
            </a:xfrm>
            <a:custGeom>
              <a:rect b="b" l="l" r="r" t="t"/>
              <a:pathLst>
                <a:path extrusionOk="0" h="11680" w="1850">
                  <a:moveTo>
                    <a:pt x="1076" y="1"/>
                  </a:moveTo>
                  <a:lnTo>
                    <a:pt x="1076" y="10603"/>
                  </a:lnTo>
                  <a:cubicBezTo>
                    <a:pt x="1076" y="11198"/>
                    <a:pt x="596" y="11679"/>
                    <a:pt x="0" y="11679"/>
                  </a:cubicBezTo>
                  <a:lnTo>
                    <a:pt x="773" y="11679"/>
                  </a:lnTo>
                  <a:cubicBezTo>
                    <a:pt x="1369" y="11679"/>
                    <a:pt x="1850" y="11198"/>
                    <a:pt x="1850" y="10603"/>
                  </a:cubicBezTo>
                  <a:lnTo>
                    <a:pt x="1850" y="254"/>
                  </a:lnTo>
                  <a:lnTo>
                    <a:pt x="10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26"/>
            <p:cNvSpPr/>
            <p:nvPr/>
          </p:nvSpPr>
          <p:spPr>
            <a:xfrm>
              <a:off x="6590851" y="2637736"/>
              <a:ext cx="86911" cy="86911"/>
            </a:xfrm>
            <a:custGeom>
              <a:rect b="b" l="l" r="r" t="t"/>
              <a:pathLst>
                <a:path extrusionOk="0" h="3345" w="3345">
                  <a:moveTo>
                    <a:pt x="557" y="1"/>
                  </a:moveTo>
                  <a:cubicBezTo>
                    <a:pt x="249" y="1"/>
                    <a:pt x="1" y="249"/>
                    <a:pt x="1" y="557"/>
                  </a:cubicBezTo>
                  <a:lnTo>
                    <a:pt x="1" y="2786"/>
                  </a:lnTo>
                  <a:cubicBezTo>
                    <a:pt x="1" y="3094"/>
                    <a:pt x="249" y="3345"/>
                    <a:pt x="557" y="3345"/>
                  </a:cubicBezTo>
                  <a:lnTo>
                    <a:pt x="2786" y="3345"/>
                  </a:lnTo>
                  <a:cubicBezTo>
                    <a:pt x="3094" y="3345"/>
                    <a:pt x="3345" y="3094"/>
                    <a:pt x="3345" y="2786"/>
                  </a:cubicBezTo>
                  <a:lnTo>
                    <a:pt x="3345" y="557"/>
                  </a:lnTo>
                  <a:cubicBezTo>
                    <a:pt x="3345" y="249"/>
                    <a:pt x="3094" y="1"/>
                    <a:pt x="27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26"/>
            <p:cNvSpPr/>
            <p:nvPr/>
          </p:nvSpPr>
          <p:spPr>
            <a:xfrm>
              <a:off x="6643127" y="2637723"/>
              <a:ext cx="34635" cy="86911"/>
            </a:xfrm>
            <a:custGeom>
              <a:rect b="b" l="l" r="r" t="t"/>
              <a:pathLst>
                <a:path extrusionOk="0" h="3345" w="1333">
                  <a:moveTo>
                    <a:pt x="0" y="1"/>
                  </a:moveTo>
                  <a:cubicBezTo>
                    <a:pt x="309" y="1"/>
                    <a:pt x="557" y="249"/>
                    <a:pt x="557" y="557"/>
                  </a:cubicBezTo>
                  <a:lnTo>
                    <a:pt x="557" y="2786"/>
                  </a:lnTo>
                  <a:cubicBezTo>
                    <a:pt x="557" y="3094"/>
                    <a:pt x="309" y="3345"/>
                    <a:pt x="0" y="3345"/>
                  </a:cubicBezTo>
                  <a:lnTo>
                    <a:pt x="774" y="3345"/>
                  </a:lnTo>
                  <a:cubicBezTo>
                    <a:pt x="1082" y="3345"/>
                    <a:pt x="1333" y="3094"/>
                    <a:pt x="1333" y="2786"/>
                  </a:cubicBezTo>
                  <a:lnTo>
                    <a:pt x="1333" y="557"/>
                  </a:lnTo>
                  <a:cubicBezTo>
                    <a:pt x="1333" y="249"/>
                    <a:pt x="1082"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26"/>
            <p:cNvSpPr/>
            <p:nvPr/>
          </p:nvSpPr>
          <p:spPr>
            <a:xfrm>
              <a:off x="6474969" y="2637736"/>
              <a:ext cx="86937" cy="86911"/>
            </a:xfrm>
            <a:custGeom>
              <a:rect b="b" l="l" r="r" t="t"/>
              <a:pathLst>
                <a:path extrusionOk="0" h="3345" w="3346">
                  <a:moveTo>
                    <a:pt x="557" y="1"/>
                  </a:moveTo>
                  <a:cubicBezTo>
                    <a:pt x="252" y="1"/>
                    <a:pt x="1" y="249"/>
                    <a:pt x="1" y="557"/>
                  </a:cubicBezTo>
                  <a:lnTo>
                    <a:pt x="1" y="2786"/>
                  </a:lnTo>
                  <a:cubicBezTo>
                    <a:pt x="1" y="3094"/>
                    <a:pt x="252" y="3345"/>
                    <a:pt x="557" y="3345"/>
                  </a:cubicBezTo>
                  <a:lnTo>
                    <a:pt x="2789" y="3345"/>
                  </a:lnTo>
                  <a:cubicBezTo>
                    <a:pt x="3094" y="3345"/>
                    <a:pt x="3345" y="3094"/>
                    <a:pt x="3345" y="2786"/>
                  </a:cubicBezTo>
                  <a:lnTo>
                    <a:pt x="3345" y="557"/>
                  </a:lnTo>
                  <a:cubicBezTo>
                    <a:pt x="3345" y="249"/>
                    <a:pt x="3094" y="1"/>
                    <a:pt x="27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26"/>
            <p:cNvSpPr/>
            <p:nvPr/>
          </p:nvSpPr>
          <p:spPr>
            <a:xfrm>
              <a:off x="6527245" y="2637736"/>
              <a:ext cx="34661" cy="86911"/>
            </a:xfrm>
            <a:custGeom>
              <a:rect b="b" l="l" r="r" t="t"/>
              <a:pathLst>
                <a:path extrusionOk="0" h="3345" w="1334">
                  <a:moveTo>
                    <a:pt x="1" y="1"/>
                  </a:moveTo>
                  <a:cubicBezTo>
                    <a:pt x="309" y="1"/>
                    <a:pt x="560" y="249"/>
                    <a:pt x="560" y="557"/>
                  </a:cubicBezTo>
                  <a:lnTo>
                    <a:pt x="560" y="2786"/>
                  </a:lnTo>
                  <a:cubicBezTo>
                    <a:pt x="560" y="3094"/>
                    <a:pt x="309" y="3345"/>
                    <a:pt x="1" y="3345"/>
                  </a:cubicBezTo>
                  <a:lnTo>
                    <a:pt x="777" y="3345"/>
                  </a:lnTo>
                  <a:cubicBezTo>
                    <a:pt x="1082" y="3345"/>
                    <a:pt x="1333" y="3094"/>
                    <a:pt x="1333" y="2786"/>
                  </a:cubicBezTo>
                  <a:lnTo>
                    <a:pt x="1333" y="557"/>
                  </a:lnTo>
                  <a:cubicBezTo>
                    <a:pt x="1333" y="249"/>
                    <a:pt x="1082" y="1"/>
                    <a:pt x="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26"/>
            <p:cNvSpPr/>
            <p:nvPr/>
          </p:nvSpPr>
          <p:spPr>
            <a:xfrm>
              <a:off x="6359113" y="2637736"/>
              <a:ext cx="86911" cy="86911"/>
            </a:xfrm>
            <a:custGeom>
              <a:rect b="b" l="l" r="r" t="t"/>
              <a:pathLst>
                <a:path extrusionOk="0" h="3345" w="3345">
                  <a:moveTo>
                    <a:pt x="559" y="1"/>
                  </a:moveTo>
                  <a:cubicBezTo>
                    <a:pt x="251" y="1"/>
                    <a:pt x="0" y="249"/>
                    <a:pt x="0" y="557"/>
                  </a:cubicBezTo>
                  <a:lnTo>
                    <a:pt x="0" y="2786"/>
                  </a:lnTo>
                  <a:cubicBezTo>
                    <a:pt x="0" y="3094"/>
                    <a:pt x="251" y="3345"/>
                    <a:pt x="559" y="3345"/>
                  </a:cubicBezTo>
                  <a:lnTo>
                    <a:pt x="2788" y="3345"/>
                  </a:lnTo>
                  <a:cubicBezTo>
                    <a:pt x="3096" y="3345"/>
                    <a:pt x="3344" y="3094"/>
                    <a:pt x="3344" y="2786"/>
                  </a:cubicBezTo>
                  <a:lnTo>
                    <a:pt x="3344" y="557"/>
                  </a:lnTo>
                  <a:cubicBezTo>
                    <a:pt x="3344" y="249"/>
                    <a:pt x="3096" y="1"/>
                    <a:pt x="2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26"/>
            <p:cNvSpPr/>
            <p:nvPr/>
          </p:nvSpPr>
          <p:spPr>
            <a:xfrm>
              <a:off x="6411441" y="2637736"/>
              <a:ext cx="34583" cy="86911"/>
            </a:xfrm>
            <a:custGeom>
              <a:rect b="b" l="l" r="r" t="t"/>
              <a:pathLst>
                <a:path extrusionOk="0" h="3345" w="1331">
                  <a:moveTo>
                    <a:pt x="0" y="1"/>
                  </a:moveTo>
                  <a:cubicBezTo>
                    <a:pt x="309" y="1"/>
                    <a:pt x="557" y="249"/>
                    <a:pt x="557" y="557"/>
                  </a:cubicBezTo>
                  <a:lnTo>
                    <a:pt x="557" y="2786"/>
                  </a:lnTo>
                  <a:cubicBezTo>
                    <a:pt x="557" y="3094"/>
                    <a:pt x="309" y="3345"/>
                    <a:pt x="0" y="3345"/>
                  </a:cubicBezTo>
                  <a:lnTo>
                    <a:pt x="774" y="3345"/>
                  </a:lnTo>
                  <a:cubicBezTo>
                    <a:pt x="1082" y="3345"/>
                    <a:pt x="1330" y="3094"/>
                    <a:pt x="1330" y="2786"/>
                  </a:cubicBezTo>
                  <a:lnTo>
                    <a:pt x="1330" y="557"/>
                  </a:lnTo>
                  <a:cubicBezTo>
                    <a:pt x="1330" y="249"/>
                    <a:pt x="1082"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26"/>
            <p:cNvSpPr/>
            <p:nvPr/>
          </p:nvSpPr>
          <p:spPr>
            <a:xfrm>
              <a:off x="6586251" y="2753565"/>
              <a:ext cx="86911" cy="86911"/>
            </a:xfrm>
            <a:custGeom>
              <a:rect b="b" l="l" r="r" t="t"/>
              <a:pathLst>
                <a:path extrusionOk="0" h="3345" w="3345">
                  <a:moveTo>
                    <a:pt x="557" y="1"/>
                  </a:moveTo>
                  <a:cubicBezTo>
                    <a:pt x="249" y="1"/>
                    <a:pt x="1" y="252"/>
                    <a:pt x="1" y="560"/>
                  </a:cubicBezTo>
                  <a:lnTo>
                    <a:pt x="1" y="2788"/>
                  </a:lnTo>
                  <a:cubicBezTo>
                    <a:pt x="1" y="3097"/>
                    <a:pt x="249" y="3345"/>
                    <a:pt x="557" y="3345"/>
                  </a:cubicBezTo>
                  <a:lnTo>
                    <a:pt x="2786" y="3345"/>
                  </a:lnTo>
                  <a:cubicBezTo>
                    <a:pt x="3094" y="3345"/>
                    <a:pt x="3345" y="3097"/>
                    <a:pt x="3345" y="2788"/>
                  </a:cubicBezTo>
                  <a:lnTo>
                    <a:pt x="3345" y="560"/>
                  </a:lnTo>
                  <a:cubicBezTo>
                    <a:pt x="3345" y="252"/>
                    <a:pt x="3094" y="1"/>
                    <a:pt x="27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26"/>
            <p:cNvSpPr/>
            <p:nvPr/>
          </p:nvSpPr>
          <p:spPr>
            <a:xfrm>
              <a:off x="6643127" y="2753540"/>
              <a:ext cx="34635" cy="86911"/>
            </a:xfrm>
            <a:custGeom>
              <a:rect b="b" l="l" r="r" t="t"/>
              <a:pathLst>
                <a:path extrusionOk="0" h="3345" w="1333">
                  <a:moveTo>
                    <a:pt x="0" y="1"/>
                  </a:moveTo>
                  <a:cubicBezTo>
                    <a:pt x="309" y="1"/>
                    <a:pt x="557" y="252"/>
                    <a:pt x="557" y="560"/>
                  </a:cubicBezTo>
                  <a:lnTo>
                    <a:pt x="557" y="2788"/>
                  </a:lnTo>
                  <a:cubicBezTo>
                    <a:pt x="557" y="3097"/>
                    <a:pt x="309" y="3345"/>
                    <a:pt x="0" y="3345"/>
                  </a:cubicBezTo>
                  <a:lnTo>
                    <a:pt x="774" y="3345"/>
                  </a:lnTo>
                  <a:cubicBezTo>
                    <a:pt x="1082" y="3345"/>
                    <a:pt x="1333" y="3097"/>
                    <a:pt x="1333" y="2788"/>
                  </a:cubicBezTo>
                  <a:lnTo>
                    <a:pt x="1333" y="560"/>
                  </a:lnTo>
                  <a:cubicBezTo>
                    <a:pt x="1333" y="252"/>
                    <a:pt x="1082"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26"/>
            <p:cNvSpPr/>
            <p:nvPr/>
          </p:nvSpPr>
          <p:spPr>
            <a:xfrm>
              <a:off x="6474969" y="2753540"/>
              <a:ext cx="86937" cy="86911"/>
            </a:xfrm>
            <a:custGeom>
              <a:rect b="b" l="l" r="r" t="t"/>
              <a:pathLst>
                <a:path extrusionOk="0" h="3345" w="3346">
                  <a:moveTo>
                    <a:pt x="557" y="1"/>
                  </a:moveTo>
                  <a:cubicBezTo>
                    <a:pt x="252" y="1"/>
                    <a:pt x="1" y="252"/>
                    <a:pt x="1" y="560"/>
                  </a:cubicBezTo>
                  <a:lnTo>
                    <a:pt x="1" y="2788"/>
                  </a:lnTo>
                  <a:cubicBezTo>
                    <a:pt x="1" y="3097"/>
                    <a:pt x="252" y="3345"/>
                    <a:pt x="557" y="3345"/>
                  </a:cubicBezTo>
                  <a:lnTo>
                    <a:pt x="2789" y="3345"/>
                  </a:lnTo>
                  <a:cubicBezTo>
                    <a:pt x="3094" y="3345"/>
                    <a:pt x="3345" y="3097"/>
                    <a:pt x="3345" y="2788"/>
                  </a:cubicBezTo>
                  <a:lnTo>
                    <a:pt x="3345" y="560"/>
                  </a:lnTo>
                  <a:cubicBezTo>
                    <a:pt x="3345" y="252"/>
                    <a:pt x="3094" y="1"/>
                    <a:pt x="27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26"/>
            <p:cNvSpPr/>
            <p:nvPr/>
          </p:nvSpPr>
          <p:spPr>
            <a:xfrm>
              <a:off x="6527245" y="2753540"/>
              <a:ext cx="34661" cy="86911"/>
            </a:xfrm>
            <a:custGeom>
              <a:rect b="b" l="l" r="r" t="t"/>
              <a:pathLst>
                <a:path extrusionOk="0" h="3345" w="1334">
                  <a:moveTo>
                    <a:pt x="1" y="1"/>
                  </a:moveTo>
                  <a:cubicBezTo>
                    <a:pt x="309" y="1"/>
                    <a:pt x="560" y="252"/>
                    <a:pt x="560" y="560"/>
                  </a:cubicBezTo>
                  <a:lnTo>
                    <a:pt x="560" y="2788"/>
                  </a:lnTo>
                  <a:cubicBezTo>
                    <a:pt x="560" y="3097"/>
                    <a:pt x="309" y="3345"/>
                    <a:pt x="1" y="3345"/>
                  </a:cubicBezTo>
                  <a:lnTo>
                    <a:pt x="777" y="3345"/>
                  </a:lnTo>
                  <a:cubicBezTo>
                    <a:pt x="1082" y="3345"/>
                    <a:pt x="1333" y="3097"/>
                    <a:pt x="1333" y="2788"/>
                  </a:cubicBezTo>
                  <a:lnTo>
                    <a:pt x="1333" y="560"/>
                  </a:lnTo>
                  <a:cubicBezTo>
                    <a:pt x="1333" y="252"/>
                    <a:pt x="1082" y="1"/>
                    <a:pt x="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26"/>
            <p:cNvSpPr/>
            <p:nvPr/>
          </p:nvSpPr>
          <p:spPr>
            <a:xfrm>
              <a:off x="6359113" y="2753540"/>
              <a:ext cx="86911" cy="86911"/>
            </a:xfrm>
            <a:custGeom>
              <a:rect b="b" l="l" r="r" t="t"/>
              <a:pathLst>
                <a:path extrusionOk="0" h="3345" w="3345">
                  <a:moveTo>
                    <a:pt x="559" y="1"/>
                  </a:moveTo>
                  <a:cubicBezTo>
                    <a:pt x="251" y="1"/>
                    <a:pt x="0" y="252"/>
                    <a:pt x="0" y="560"/>
                  </a:cubicBezTo>
                  <a:lnTo>
                    <a:pt x="0" y="2788"/>
                  </a:lnTo>
                  <a:cubicBezTo>
                    <a:pt x="0" y="3097"/>
                    <a:pt x="251" y="3345"/>
                    <a:pt x="559" y="3345"/>
                  </a:cubicBezTo>
                  <a:lnTo>
                    <a:pt x="2788" y="3345"/>
                  </a:lnTo>
                  <a:cubicBezTo>
                    <a:pt x="3096" y="3345"/>
                    <a:pt x="3344" y="3097"/>
                    <a:pt x="3344" y="2788"/>
                  </a:cubicBezTo>
                  <a:lnTo>
                    <a:pt x="3344" y="560"/>
                  </a:lnTo>
                  <a:cubicBezTo>
                    <a:pt x="3344" y="252"/>
                    <a:pt x="3096" y="1"/>
                    <a:pt x="2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26"/>
            <p:cNvSpPr/>
            <p:nvPr/>
          </p:nvSpPr>
          <p:spPr>
            <a:xfrm>
              <a:off x="6411441" y="2753540"/>
              <a:ext cx="34583" cy="86911"/>
            </a:xfrm>
            <a:custGeom>
              <a:rect b="b" l="l" r="r" t="t"/>
              <a:pathLst>
                <a:path extrusionOk="0" h="3345" w="1331">
                  <a:moveTo>
                    <a:pt x="0" y="1"/>
                  </a:moveTo>
                  <a:cubicBezTo>
                    <a:pt x="309" y="1"/>
                    <a:pt x="557" y="252"/>
                    <a:pt x="557" y="560"/>
                  </a:cubicBezTo>
                  <a:lnTo>
                    <a:pt x="557" y="2788"/>
                  </a:lnTo>
                  <a:cubicBezTo>
                    <a:pt x="557" y="3097"/>
                    <a:pt x="309" y="3345"/>
                    <a:pt x="0" y="3345"/>
                  </a:cubicBezTo>
                  <a:lnTo>
                    <a:pt x="774" y="3345"/>
                  </a:lnTo>
                  <a:cubicBezTo>
                    <a:pt x="1082" y="3345"/>
                    <a:pt x="1330" y="3097"/>
                    <a:pt x="1330" y="2788"/>
                  </a:cubicBezTo>
                  <a:lnTo>
                    <a:pt x="1330" y="560"/>
                  </a:lnTo>
                  <a:cubicBezTo>
                    <a:pt x="1330" y="252"/>
                    <a:pt x="1082"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26"/>
            <p:cNvSpPr/>
            <p:nvPr/>
          </p:nvSpPr>
          <p:spPr>
            <a:xfrm>
              <a:off x="6352591" y="2862848"/>
              <a:ext cx="13121" cy="20370"/>
            </a:xfrm>
            <a:custGeom>
              <a:rect b="b" l="l" r="r" t="t"/>
              <a:pathLst>
                <a:path extrusionOk="0" h="784" w="505">
                  <a:moveTo>
                    <a:pt x="251" y="0"/>
                  </a:moveTo>
                  <a:cubicBezTo>
                    <a:pt x="113" y="0"/>
                    <a:pt x="0" y="115"/>
                    <a:pt x="0" y="254"/>
                  </a:cubicBezTo>
                  <a:lnTo>
                    <a:pt x="0" y="533"/>
                  </a:lnTo>
                  <a:cubicBezTo>
                    <a:pt x="0" y="672"/>
                    <a:pt x="113" y="784"/>
                    <a:pt x="251" y="784"/>
                  </a:cubicBezTo>
                  <a:cubicBezTo>
                    <a:pt x="392" y="784"/>
                    <a:pt x="505" y="672"/>
                    <a:pt x="505" y="533"/>
                  </a:cubicBezTo>
                  <a:lnTo>
                    <a:pt x="505" y="254"/>
                  </a:lnTo>
                  <a:cubicBezTo>
                    <a:pt x="505" y="115"/>
                    <a:pt x="392" y="0"/>
                    <a:pt x="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26"/>
            <p:cNvSpPr/>
            <p:nvPr/>
          </p:nvSpPr>
          <p:spPr>
            <a:xfrm>
              <a:off x="6381510" y="2862848"/>
              <a:ext cx="13199" cy="20370"/>
            </a:xfrm>
            <a:custGeom>
              <a:rect b="b" l="l" r="r" t="t"/>
              <a:pathLst>
                <a:path extrusionOk="0" h="784" w="508">
                  <a:moveTo>
                    <a:pt x="254" y="0"/>
                  </a:moveTo>
                  <a:cubicBezTo>
                    <a:pt x="115" y="0"/>
                    <a:pt x="0" y="115"/>
                    <a:pt x="0" y="254"/>
                  </a:cubicBezTo>
                  <a:lnTo>
                    <a:pt x="0" y="533"/>
                  </a:lnTo>
                  <a:cubicBezTo>
                    <a:pt x="0" y="672"/>
                    <a:pt x="115" y="784"/>
                    <a:pt x="254" y="784"/>
                  </a:cubicBezTo>
                  <a:cubicBezTo>
                    <a:pt x="392" y="784"/>
                    <a:pt x="507" y="672"/>
                    <a:pt x="507" y="533"/>
                  </a:cubicBezTo>
                  <a:lnTo>
                    <a:pt x="507" y="254"/>
                  </a:lnTo>
                  <a:cubicBezTo>
                    <a:pt x="507" y="115"/>
                    <a:pt x="392" y="0"/>
                    <a:pt x="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26"/>
            <p:cNvSpPr/>
            <p:nvPr/>
          </p:nvSpPr>
          <p:spPr>
            <a:xfrm>
              <a:off x="6410480" y="2862848"/>
              <a:ext cx="13147" cy="20370"/>
            </a:xfrm>
            <a:custGeom>
              <a:rect b="b" l="l" r="r" t="t"/>
              <a:pathLst>
                <a:path extrusionOk="0" h="784" w="506">
                  <a:moveTo>
                    <a:pt x="254" y="0"/>
                  </a:moveTo>
                  <a:cubicBezTo>
                    <a:pt x="113" y="0"/>
                    <a:pt x="1" y="115"/>
                    <a:pt x="1" y="254"/>
                  </a:cubicBezTo>
                  <a:lnTo>
                    <a:pt x="1" y="533"/>
                  </a:lnTo>
                  <a:cubicBezTo>
                    <a:pt x="1" y="672"/>
                    <a:pt x="113" y="784"/>
                    <a:pt x="254" y="784"/>
                  </a:cubicBezTo>
                  <a:cubicBezTo>
                    <a:pt x="393" y="784"/>
                    <a:pt x="505" y="672"/>
                    <a:pt x="505" y="533"/>
                  </a:cubicBezTo>
                  <a:lnTo>
                    <a:pt x="505" y="254"/>
                  </a:lnTo>
                  <a:cubicBezTo>
                    <a:pt x="505" y="115"/>
                    <a:pt x="393" y="0"/>
                    <a:pt x="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26"/>
            <p:cNvSpPr/>
            <p:nvPr/>
          </p:nvSpPr>
          <p:spPr>
            <a:xfrm>
              <a:off x="6381510" y="2660133"/>
              <a:ext cx="42118" cy="42118"/>
            </a:xfrm>
            <a:custGeom>
              <a:rect b="b" l="l" r="r" t="t"/>
              <a:pathLst>
                <a:path extrusionOk="0" h="1621" w="1621">
                  <a:moveTo>
                    <a:pt x="810" y="1"/>
                  </a:moveTo>
                  <a:cubicBezTo>
                    <a:pt x="672" y="1"/>
                    <a:pt x="559" y="113"/>
                    <a:pt x="559" y="252"/>
                  </a:cubicBezTo>
                  <a:lnTo>
                    <a:pt x="559" y="557"/>
                  </a:lnTo>
                  <a:lnTo>
                    <a:pt x="254" y="557"/>
                  </a:lnTo>
                  <a:cubicBezTo>
                    <a:pt x="115" y="557"/>
                    <a:pt x="0" y="670"/>
                    <a:pt x="0" y="811"/>
                  </a:cubicBezTo>
                  <a:cubicBezTo>
                    <a:pt x="0" y="949"/>
                    <a:pt x="115" y="1062"/>
                    <a:pt x="254" y="1062"/>
                  </a:cubicBezTo>
                  <a:lnTo>
                    <a:pt x="559" y="1062"/>
                  </a:lnTo>
                  <a:lnTo>
                    <a:pt x="559" y="1367"/>
                  </a:lnTo>
                  <a:cubicBezTo>
                    <a:pt x="559" y="1506"/>
                    <a:pt x="672" y="1621"/>
                    <a:pt x="810" y="1621"/>
                  </a:cubicBezTo>
                  <a:cubicBezTo>
                    <a:pt x="951" y="1621"/>
                    <a:pt x="1064" y="1506"/>
                    <a:pt x="1064" y="1367"/>
                  </a:cubicBezTo>
                  <a:lnTo>
                    <a:pt x="1064" y="1062"/>
                  </a:lnTo>
                  <a:lnTo>
                    <a:pt x="1369" y="1062"/>
                  </a:lnTo>
                  <a:cubicBezTo>
                    <a:pt x="1508" y="1062"/>
                    <a:pt x="1620" y="949"/>
                    <a:pt x="1620" y="811"/>
                  </a:cubicBezTo>
                  <a:cubicBezTo>
                    <a:pt x="1620" y="670"/>
                    <a:pt x="1508" y="557"/>
                    <a:pt x="1369" y="557"/>
                  </a:cubicBezTo>
                  <a:lnTo>
                    <a:pt x="1064" y="557"/>
                  </a:lnTo>
                  <a:lnTo>
                    <a:pt x="1064" y="252"/>
                  </a:lnTo>
                  <a:cubicBezTo>
                    <a:pt x="1064" y="113"/>
                    <a:pt x="951" y="1"/>
                    <a:pt x="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26"/>
            <p:cNvSpPr/>
            <p:nvPr/>
          </p:nvSpPr>
          <p:spPr>
            <a:xfrm>
              <a:off x="6385095" y="2780198"/>
              <a:ext cx="34920" cy="33647"/>
            </a:xfrm>
            <a:custGeom>
              <a:rect b="b" l="l" r="r" t="t"/>
              <a:pathLst>
                <a:path extrusionOk="0" h="1295" w="1344">
                  <a:moveTo>
                    <a:pt x="279" y="0"/>
                  </a:moveTo>
                  <a:cubicBezTo>
                    <a:pt x="214" y="0"/>
                    <a:pt x="150" y="25"/>
                    <a:pt x="100" y="75"/>
                  </a:cubicBezTo>
                  <a:cubicBezTo>
                    <a:pt x="1" y="174"/>
                    <a:pt x="1" y="333"/>
                    <a:pt x="100" y="433"/>
                  </a:cubicBezTo>
                  <a:lnTo>
                    <a:pt x="317" y="647"/>
                  </a:lnTo>
                  <a:lnTo>
                    <a:pt x="100" y="864"/>
                  </a:lnTo>
                  <a:cubicBezTo>
                    <a:pt x="1" y="963"/>
                    <a:pt x="1" y="1122"/>
                    <a:pt x="100" y="1219"/>
                  </a:cubicBezTo>
                  <a:cubicBezTo>
                    <a:pt x="150" y="1269"/>
                    <a:pt x="215" y="1295"/>
                    <a:pt x="278" y="1295"/>
                  </a:cubicBezTo>
                  <a:cubicBezTo>
                    <a:pt x="343" y="1295"/>
                    <a:pt x="408" y="1269"/>
                    <a:pt x="458" y="1219"/>
                  </a:cubicBezTo>
                  <a:lnTo>
                    <a:pt x="672" y="1005"/>
                  </a:lnTo>
                  <a:lnTo>
                    <a:pt x="889" y="1219"/>
                  </a:lnTo>
                  <a:cubicBezTo>
                    <a:pt x="939" y="1269"/>
                    <a:pt x="1001" y="1295"/>
                    <a:pt x="1067" y="1295"/>
                  </a:cubicBezTo>
                  <a:cubicBezTo>
                    <a:pt x="1132" y="1295"/>
                    <a:pt x="1197" y="1269"/>
                    <a:pt x="1244" y="1219"/>
                  </a:cubicBezTo>
                  <a:cubicBezTo>
                    <a:pt x="1344" y="1122"/>
                    <a:pt x="1344" y="963"/>
                    <a:pt x="1244" y="864"/>
                  </a:cubicBezTo>
                  <a:lnTo>
                    <a:pt x="1030" y="647"/>
                  </a:lnTo>
                  <a:lnTo>
                    <a:pt x="1244" y="433"/>
                  </a:lnTo>
                  <a:cubicBezTo>
                    <a:pt x="1344" y="333"/>
                    <a:pt x="1344" y="174"/>
                    <a:pt x="1244" y="75"/>
                  </a:cubicBezTo>
                  <a:cubicBezTo>
                    <a:pt x="1196" y="25"/>
                    <a:pt x="1132" y="0"/>
                    <a:pt x="1068" y="0"/>
                  </a:cubicBezTo>
                  <a:cubicBezTo>
                    <a:pt x="1003" y="0"/>
                    <a:pt x="939" y="25"/>
                    <a:pt x="889" y="75"/>
                  </a:cubicBezTo>
                  <a:lnTo>
                    <a:pt x="672" y="292"/>
                  </a:lnTo>
                  <a:lnTo>
                    <a:pt x="458" y="75"/>
                  </a:lnTo>
                  <a:cubicBezTo>
                    <a:pt x="408" y="25"/>
                    <a:pt x="344"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26"/>
            <p:cNvSpPr/>
            <p:nvPr/>
          </p:nvSpPr>
          <p:spPr>
            <a:xfrm>
              <a:off x="6497391" y="2674605"/>
              <a:ext cx="42092" cy="13121"/>
            </a:xfrm>
            <a:custGeom>
              <a:rect b="b" l="l" r="r" t="t"/>
              <a:pathLst>
                <a:path extrusionOk="0" h="505" w="1620">
                  <a:moveTo>
                    <a:pt x="253" y="0"/>
                  </a:moveTo>
                  <a:cubicBezTo>
                    <a:pt x="112" y="0"/>
                    <a:pt x="0" y="113"/>
                    <a:pt x="0" y="254"/>
                  </a:cubicBezTo>
                  <a:cubicBezTo>
                    <a:pt x="0" y="392"/>
                    <a:pt x="112" y="505"/>
                    <a:pt x="253" y="505"/>
                  </a:cubicBezTo>
                  <a:lnTo>
                    <a:pt x="1366" y="505"/>
                  </a:lnTo>
                  <a:cubicBezTo>
                    <a:pt x="1508" y="505"/>
                    <a:pt x="1620" y="392"/>
                    <a:pt x="1620" y="254"/>
                  </a:cubicBezTo>
                  <a:cubicBezTo>
                    <a:pt x="1620" y="113"/>
                    <a:pt x="1508" y="0"/>
                    <a:pt x="1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26"/>
            <p:cNvSpPr/>
            <p:nvPr/>
          </p:nvSpPr>
          <p:spPr>
            <a:xfrm>
              <a:off x="6613247" y="2779626"/>
              <a:ext cx="42118" cy="13121"/>
            </a:xfrm>
            <a:custGeom>
              <a:rect b="b" l="l" r="r" t="t"/>
              <a:pathLst>
                <a:path extrusionOk="0" h="505" w="1621">
                  <a:moveTo>
                    <a:pt x="252" y="0"/>
                  </a:moveTo>
                  <a:cubicBezTo>
                    <a:pt x="113" y="0"/>
                    <a:pt x="1" y="112"/>
                    <a:pt x="1" y="251"/>
                  </a:cubicBezTo>
                  <a:cubicBezTo>
                    <a:pt x="1" y="392"/>
                    <a:pt x="113" y="504"/>
                    <a:pt x="252" y="504"/>
                  </a:cubicBezTo>
                  <a:lnTo>
                    <a:pt x="1367" y="504"/>
                  </a:lnTo>
                  <a:cubicBezTo>
                    <a:pt x="1506" y="504"/>
                    <a:pt x="1621" y="392"/>
                    <a:pt x="1621" y="251"/>
                  </a:cubicBezTo>
                  <a:cubicBezTo>
                    <a:pt x="1621" y="112"/>
                    <a:pt x="1506" y="0"/>
                    <a:pt x="1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26"/>
            <p:cNvSpPr/>
            <p:nvPr/>
          </p:nvSpPr>
          <p:spPr>
            <a:xfrm>
              <a:off x="6613247" y="2801348"/>
              <a:ext cx="42118" cy="13121"/>
            </a:xfrm>
            <a:custGeom>
              <a:rect b="b" l="l" r="r" t="t"/>
              <a:pathLst>
                <a:path extrusionOk="0" h="505" w="1621">
                  <a:moveTo>
                    <a:pt x="252" y="0"/>
                  </a:moveTo>
                  <a:cubicBezTo>
                    <a:pt x="113" y="0"/>
                    <a:pt x="1" y="112"/>
                    <a:pt x="1" y="251"/>
                  </a:cubicBezTo>
                  <a:cubicBezTo>
                    <a:pt x="1" y="392"/>
                    <a:pt x="113" y="504"/>
                    <a:pt x="252" y="504"/>
                  </a:cubicBezTo>
                  <a:lnTo>
                    <a:pt x="1367" y="504"/>
                  </a:lnTo>
                  <a:cubicBezTo>
                    <a:pt x="1506" y="504"/>
                    <a:pt x="1621" y="392"/>
                    <a:pt x="1621" y="251"/>
                  </a:cubicBezTo>
                  <a:cubicBezTo>
                    <a:pt x="1621" y="112"/>
                    <a:pt x="1506" y="0"/>
                    <a:pt x="1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26"/>
            <p:cNvSpPr/>
            <p:nvPr/>
          </p:nvSpPr>
          <p:spPr>
            <a:xfrm>
              <a:off x="6496768" y="2775989"/>
              <a:ext cx="43339" cy="42066"/>
            </a:xfrm>
            <a:custGeom>
              <a:rect b="b" l="l" r="r" t="t"/>
              <a:pathLst>
                <a:path extrusionOk="0" h="1619" w="1668">
                  <a:moveTo>
                    <a:pt x="1392" y="0"/>
                  </a:moveTo>
                  <a:cubicBezTo>
                    <a:pt x="1327" y="0"/>
                    <a:pt x="1262" y="25"/>
                    <a:pt x="1213" y="75"/>
                  </a:cubicBezTo>
                  <a:lnTo>
                    <a:pt x="97" y="1188"/>
                  </a:lnTo>
                  <a:cubicBezTo>
                    <a:pt x="1" y="1287"/>
                    <a:pt x="1" y="1446"/>
                    <a:pt x="97" y="1546"/>
                  </a:cubicBezTo>
                  <a:cubicBezTo>
                    <a:pt x="147" y="1595"/>
                    <a:pt x="212" y="1619"/>
                    <a:pt x="277" y="1619"/>
                  </a:cubicBezTo>
                  <a:cubicBezTo>
                    <a:pt x="340" y="1619"/>
                    <a:pt x="405" y="1595"/>
                    <a:pt x="455" y="1546"/>
                  </a:cubicBezTo>
                  <a:lnTo>
                    <a:pt x="1571" y="430"/>
                  </a:lnTo>
                  <a:cubicBezTo>
                    <a:pt x="1667" y="333"/>
                    <a:pt x="1667" y="171"/>
                    <a:pt x="1571" y="75"/>
                  </a:cubicBezTo>
                  <a:cubicBezTo>
                    <a:pt x="1521" y="25"/>
                    <a:pt x="1456" y="0"/>
                    <a:pt x="13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26"/>
            <p:cNvSpPr/>
            <p:nvPr/>
          </p:nvSpPr>
          <p:spPr>
            <a:xfrm>
              <a:off x="6615898" y="2660133"/>
              <a:ext cx="37571" cy="42118"/>
            </a:xfrm>
            <a:custGeom>
              <a:rect b="b" l="l" r="r" t="t"/>
              <a:pathLst>
                <a:path extrusionOk="0" h="1621" w="1446">
                  <a:moveTo>
                    <a:pt x="811" y="1"/>
                  </a:moveTo>
                  <a:cubicBezTo>
                    <a:pt x="364" y="1"/>
                    <a:pt x="1" y="364"/>
                    <a:pt x="1" y="811"/>
                  </a:cubicBezTo>
                  <a:cubicBezTo>
                    <a:pt x="1" y="1257"/>
                    <a:pt x="364" y="1621"/>
                    <a:pt x="811" y="1621"/>
                  </a:cubicBezTo>
                  <a:cubicBezTo>
                    <a:pt x="994" y="1621"/>
                    <a:pt x="1156" y="1558"/>
                    <a:pt x="1284" y="1446"/>
                  </a:cubicBezTo>
                  <a:cubicBezTo>
                    <a:pt x="1310" y="1422"/>
                    <a:pt x="1333" y="1399"/>
                    <a:pt x="1357" y="1372"/>
                  </a:cubicBezTo>
                  <a:cubicBezTo>
                    <a:pt x="1446" y="1265"/>
                    <a:pt x="1430" y="1106"/>
                    <a:pt x="1325" y="1017"/>
                  </a:cubicBezTo>
                  <a:cubicBezTo>
                    <a:pt x="1278" y="977"/>
                    <a:pt x="1221" y="957"/>
                    <a:pt x="1164" y="957"/>
                  </a:cubicBezTo>
                  <a:cubicBezTo>
                    <a:pt x="1091" y="957"/>
                    <a:pt x="1020" y="989"/>
                    <a:pt x="970" y="1048"/>
                  </a:cubicBezTo>
                  <a:cubicBezTo>
                    <a:pt x="962" y="1056"/>
                    <a:pt x="957" y="1062"/>
                    <a:pt x="949" y="1067"/>
                  </a:cubicBezTo>
                  <a:cubicBezTo>
                    <a:pt x="913" y="1101"/>
                    <a:pt x="868" y="1114"/>
                    <a:pt x="811" y="1114"/>
                  </a:cubicBezTo>
                  <a:cubicBezTo>
                    <a:pt x="643" y="1114"/>
                    <a:pt x="505" y="978"/>
                    <a:pt x="505" y="811"/>
                  </a:cubicBezTo>
                  <a:cubicBezTo>
                    <a:pt x="505" y="641"/>
                    <a:pt x="643" y="505"/>
                    <a:pt x="811" y="505"/>
                  </a:cubicBezTo>
                  <a:cubicBezTo>
                    <a:pt x="873" y="505"/>
                    <a:pt x="931" y="523"/>
                    <a:pt x="980" y="557"/>
                  </a:cubicBezTo>
                  <a:cubicBezTo>
                    <a:pt x="1024" y="587"/>
                    <a:pt x="1074" y="601"/>
                    <a:pt x="1122" y="601"/>
                  </a:cubicBezTo>
                  <a:cubicBezTo>
                    <a:pt x="1204" y="601"/>
                    <a:pt x="1283" y="561"/>
                    <a:pt x="1331" y="489"/>
                  </a:cubicBezTo>
                  <a:cubicBezTo>
                    <a:pt x="1409" y="374"/>
                    <a:pt x="1380" y="218"/>
                    <a:pt x="1263" y="139"/>
                  </a:cubicBezTo>
                  <a:cubicBezTo>
                    <a:pt x="1129" y="48"/>
                    <a:pt x="973" y="1"/>
                    <a:pt x="8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26"/>
            <p:cNvSpPr/>
            <p:nvPr/>
          </p:nvSpPr>
          <p:spPr>
            <a:xfrm>
              <a:off x="6330194" y="2471162"/>
              <a:ext cx="376486" cy="137629"/>
            </a:xfrm>
            <a:custGeom>
              <a:rect b="b" l="l" r="r" t="t"/>
              <a:pathLst>
                <a:path extrusionOk="0" h="5297" w="14490">
                  <a:moveTo>
                    <a:pt x="1077" y="0"/>
                  </a:moveTo>
                  <a:cubicBezTo>
                    <a:pt x="481" y="0"/>
                    <a:pt x="0" y="484"/>
                    <a:pt x="0" y="1077"/>
                  </a:cubicBezTo>
                  <a:lnTo>
                    <a:pt x="0" y="5296"/>
                  </a:lnTo>
                  <a:lnTo>
                    <a:pt x="14490" y="5296"/>
                  </a:lnTo>
                  <a:lnTo>
                    <a:pt x="14490" y="1077"/>
                  </a:lnTo>
                  <a:cubicBezTo>
                    <a:pt x="14490" y="484"/>
                    <a:pt x="14009" y="0"/>
                    <a:pt x="134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26"/>
            <p:cNvSpPr/>
            <p:nvPr/>
          </p:nvSpPr>
          <p:spPr>
            <a:xfrm>
              <a:off x="6658613" y="2471162"/>
              <a:ext cx="48068" cy="137629"/>
            </a:xfrm>
            <a:custGeom>
              <a:rect b="b" l="l" r="r" t="t"/>
              <a:pathLst>
                <a:path extrusionOk="0" h="5297" w="1850">
                  <a:moveTo>
                    <a:pt x="0" y="0"/>
                  </a:moveTo>
                  <a:cubicBezTo>
                    <a:pt x="596" y="0"/>
                    <a:pt x="1076" y="484"/>
                    <a:pt x="1076" y="1077"/>
                  </a:cubicBezTo>
                  <a:lnTo>
                    <a:pt x="1076" y="5296"/>
                  </a:lnTo>
                  <a:lnTo>
                    <a:pt x="1850" y="5296"/>
                  </a:lnTo>
                  <a:lnTo>
                    <a:pt x="1850" y="1077"/>
                  </a:lnTo>
                  <a:cubicBezTo>
                    <a:pt x="1850" y="484"/>
                    <a:pt x="1369"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26"/>
            <p:cNvSpPr/>
            <p:nvPr/>
          </p:nvSpPr>
          <p:spPr>
            <a:xfrm>
              <a:off x="6359113" y="2514605"/>
              <a:ext cx="318649" cy="65190"/>
            </a:xfrm>
            <a:custGeom>
              <a:rect b="b" l="l" r="r" t="t"/>
              <a:pathLst>
                <a:path extrusionOk="0" h="2509" w="12264">
                  <a:moveTo>
                    <a:pt x="261" y="0"/>
                  </a:moveTo>
                  <a:cubicBezTo>
                    <a:pt x="118" y="0"/>
                    <a:pt x="0" y="118"/>
                    <a:pt x="0" y="262"/>
                  </a:cubicBezTo>
                  <a:lnTo>
                    <a:pt x="0" y="2247"/>
                  </a:lnTo>
                  <a:cubicBezTo>
                    <a:pt x="0" y="2394"/>
                    <a:pt x="118" y="2508"/>
                    <a:pt x="261" y="2508"/>
                  </a:cubicBezTo>
                  <a:lnTo>
                    <a:pt x="12003" y="2508"/>
                  </a:lnTo>
                  <a:cubicBezTo>
                    <a:pt x="12146" y="2508"/>
                    <a:pt x="12264" y="2394"/>
                    <a:pt x="12264" y="2247"/>
                  </a:cubicBezTo>
                  <a:lnTo>
                    <a:pt x="12264" y="262"/>
                  </a:lnTo>
                  <a:cubicBezTo>
                    <a:pt x="12264" y="118"/>
                    <a:pt x="12146" y="0"/>
                    <a:pt x="120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26"/>
            <p:cNvSpPr/>
            <p:nvPr/>
          </p:nvSpPr>
          <p:spPr>
            <a:xfrm>
              <a:off x="6650584" y="2514605"/>
              <a:ext cx="27178" cy="65190"/>
            </a:xfrm>
            <a:custGeom>
              <a:rect b="b" l="l" r="r" t="t"/>
              <a:pathLst>
                <a:path extrusionOk="0" h="2509" w="1046">
                  <a:moveTo>
                    <a:pt x="1" y="0"/>
                  </a:moveTo>
                  <a:cubicBezTo>
                    <a:pt x="150" y="0"/>
                    <a:pt x="270" y="121"/>
                    <a:pt x="270" y="269"/>
                  </a:cubicBezTo>
                  <a:lnTo>
                    <a:pt x="270" y="2239"/>
                  </a:lnTo>
                  <a:cubicBezTo>
                    <a:pt x="270" y="2388"/>
                    <a:pt x="150" y="2508"/>
                    <a:pt x="1" y="2508"/>
                  </a:cubicBezTo>
                  <a:lnTo>
                    <a:pt x="777" y="2508"/>
                  </a:lnTo>
                  <a:cubicBezTo>
                    <a:pt x="926" y="2508"/>
                    <a:pt x="1046" y="2388"/>
                    <a:pt x="1046" y="2239"/>
                  </a:cubicBezTo>
                  <a:lnTo>
                    <a:pt x="1046" y="269"/>
                  </a:lnTo>
                  <a:cubicBezTo>
                    <a:pt x="1046" y="121"/>
                    <a:pt x="926"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126"/>
          <p:cNvGrpSpPr/>
          <p:nvPr/>
        </p:nvGrpSpPr>
        <p:grpSpPr>
          <a:xfrm>
            <a:off x="7075060" y="2471370"/>
            <a:ext cx="434479" cy="434453"/>
            <a:chOff x="7075060" y="2471370"/>
            <a:chExt cx="434479" cy="434453"/>
          </a:xfrm>
        </p:grpSpPr>
        <p:sp>
          <p:nvSpPr>
            <p:cNvPr id="11111" name="Google Shape;11111;p126"/>
            <p:cNvSpPr/>
            <p:nvPr/>
          </p:nvSpPr>
          <p:spPr>
            <a:xfrm>
              <a:off x="7075060" y="2805946"/>
              <a:ext cx="242573" cy="99877"/>
            </a:xfrm>
            <a:custGeom>
              <a:rect b="b" l="l" r="r" t="t"/>
              <a:pathLst>
                <a:path extrusionOk="0" h="3844" w="9336">
                  <a:moveTo>
                    <a:pt x="2198" y="1"/>
                  </a:moveTo>
                  <a:cubicBezTo>
                    <a:pt x="983" y="1"/>
                    <a:pt x="1" y="983"/>
                    <a:pt x="1" y="2198"/>
                  </a:cubicBezTo>
                  <a:lnTo>
                    <a:pt x="1" y="3295"/>
                  </a:lnTo>
                  <a:cubicBezTo>
                    <a:pt x="1" y="3598"/>
                    <a:pt x="246" y="3844"/>
                    <a:pt x="549" y="3844"/>
                  </a:cubicBezTo>
                  <a:lnTo>
                    <a:pt x="8787" y="3844"/>
                  </a:lnTo>
                  <a:cubicBezTo>
                    <a:pt x="9090" y="3844"/>
                    <a:pt x="9336" y="3598"/>
                    <a:pt x="9336" y="3295"/>
                  </a:cubicBezTo>
                  <a:lnTo>
                    <a:pt x="9336" y="2198"/>
                  </a:lnTo>
                  <a:cubicBezTo>
                    <a:pt x="9336" y="983"/>
                    <a:pt x="8351" y="1"/>
                    <a:pt x="71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26"/>
            <p:cNvSpPr/>
            <p:nvPr/>
          </p:nvSpPr>
          <p:spPr>
            <a:xfrm>
              <a:off x="7240777" y="2805946"/>
              <a:ext cx="76856" cy="99877"/>
            </a:xfrm>
            <a:custGeom>
              <a:rect b="b" l="l" r="r" t="t"/>
              <a:pathLst>
                <a:path extrusionOk="0" h="3844" w="2958">
                  <a:moveTo>
                    <a:pt x="0" y="1"/>
                  </a:moveTo>
                  <a:cubicBezTo>
                    <a:pt x="1212" y="1"/>
                    <a:pt x="2195" y="983"/>
                    <a:pt x="2195" y="2198"/>
                  </a:cubicBezTo>
                  <a:lnTo>
                    <a:pt x="2195" y="3295"/>
                  </a:lnTo>
                  <a:cubicBezTo>
                    <a:pt x="2195" y="3598"/>
                    <a:pt x="1949" y="3844"/>
                    <a:pt x="1646" y="3844"/>
                  </a:cubicBezTo>
                  <a:lnTo>
                    <a:pt x="2409" y="3844"/>
                  </a:lnTo>
                  <a:cubicBezTo>
                    <a:pt x="2712" y="3844"/>
                    <a:pt x="2958" y="3598"/>
                    <a:pt x="2958" y="3295"/>
                  </a:cubicBezTo>
                  <a:lnTo>
                    <a:pt x="2958" y="2198"/>
                  </a:lnTo>
                  <a:cubicBezTo>
                    <a:pt x="2958" y="983"/>
                    <a:pt x="1973" y="1"/>
                    <a:pt x="7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26"/>
            <p:cNvSpPr/>
            <p:nvPr/>
          </p:nvSpPr>
          <p:spPr>
            <a:xfrm>
              <a:off x="7160673" y="2763933"/>
              <a:ext cx="71374" cy="64852"/>
            </a:xfrm>
            <a:custGeom>
              <a:rect b="b" l="l" r="r" t="t"/>
              <a:pathLst>
                <a:path extrusionOk="0" h="2496" w="2747">
                  <a:moveTo>
                    <a:pt x="0" y="1"/>
                  </a:moveTo>
                  <a:lnTo>
                    <a:pt x="0" y="2496"/>
                  </a:lnTo>
                  <a:lnTo>
                    <a:pt x="2746" y="2496"/>
                  </a:lnTo>
                  <a:lnTo>
                    <a:pt x="2746" y="1"/>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26"/>
            <p:cNvSpPr/>
            <p:nvPr/>
          </p:nvSpPr>
          <p:spPr>
            <a:xfrm>
              <a:off x="7110708" y="2563400"/>
              <a:ext cx="171225" cy="89899"/>
            </a:xfrm>
            <a:custGeom>
              <a:rect b="b" l="l" r="r" t="t"/>
              <a:pathLst>
                <a:path extrusionOk="0" h="3460" w="6590">
                  <a:moveTo>
                    <a:pt x="2198" y="1"/>
                  </a:moveTo>
                  <a:cubicBezTo>
                    <a:pt x="985" y="1"/>
                    <a:pt x="0" y="986"/>
                    <a:pt x="0" y="2198"/>
                  </a:cubicBezTo>
                  <a:lnTo>
                    <a:pt x="0" y="3460"/>
                  </a:lnTo>
                  <a:lnTo>
                    <a:pt x="6589" y="3460"/>
                  </a:lnTo>
                  <a:lnTo>
                    <a:pt x="6589" y="2198"/>
                  </a:lnTo>
                  <a:cubicBezTo>
                    <a:pt x="6589" y="986"/>
                    <a:pt x="5607"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26"/>
            <p:cNvSpPr/>
            <p:nvPr/>
          </p:nvSpPr>
          <p:spPr>
            <a:xfrm>
              <a:off x="7096444" y="2649012"/>
              <a:ext cx="199805" cy="57110"/>
            </a:xfrm>
            <a:custGeom>
              <a:rect b="b" l="l" r="r" t="t"/>
              <a:pathLst>
                <a:path extrusionOk="0" h="2198" w="7690">
                  <a:moveTo>
                    <a:pt x="549" y="0"/>
                  </a:moveTo>
                  <a:cubicBezTo>
                    <a:pt x="246" y="0"/>
                    <a:pt x="1" y="246"/>
                    <a:pt x="1" y="549"/>
                  </a:cubicBezTo>
                  <a:lnTo>
                    <a:pt x="1" y="1649"/>
                  </a:lnTo>
                  <a:cubicBezTo>
                    <a:pt x="1" y="1952"/>
                    <a:pt x="246" y="2198"/>
                    <a:pt x="549" y="2198"/>
                  </a:cubicBezTo>
                  <a:lnTo>
                    <a:pt x="7138" y="2198"/>
                  </a:lnTo>
                  <a:cubicBezTo>
                    <a:pt x="7441" y="2198"/>
                    <a:pt x="7690" y="1952"/>
                    <a:pt x="7690" y="1649"/>
                  </a:cubicBezTo>
                  <a:lnTo>
                    <a:pt x="7690" y="549"/>
                  </a:lnTo>
                  <a:cubicBezTo>
                    <a:pt x="7690" y="246"/>
                    <a:pt x="7441" y="0"/>
                    <a:pt x="7138"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26"/>
            <p:cNvSpPr/>
            <p:nvPr/>
          </p:nvSpPr>
          <p:spPr>
            <a:xfrm>
              <a:off x="7262160" y="2649012"/>
              <a:ext cx="34089" cy="57110"/>
            </a:xfrm>
            <a:custGeom>
              <a:rect b="b" l="l" r="r" t="t"/>
              <a:pathLst>
                <a:path extrusionOk="0" h="2198" w="1312">
                  <a:moveTo>
                    <a:pt x="0" y="0"/>
                  </a:moveTo>
                  <a:cubicBezTo>
                    <a:pt x="303" y="0"/>
                    <a:pt x="549" y="246"/>
                    <a:pt x="549" y="549"/>
                  </a:cubicBezTo>
                  <a:lnTo>
                    <a:pt x="549" y="1649"/>
                  </a:lnTo>
                  <a:cubicBezTo>
                    <a:pt x="549" y="1952"/>
                    <a:pt x="303" y="2198"/>
                    <a:pt x="0" y="2198"/>
                  </a:cubicBezTo>
                  <a:lnTo>
                    <a:pt x="760" y="2198"/>
                  </a:lnTo>
                  <a:cubicBezTo>
                    <a:pt x="1063" y="2198"/>
                    <a:pt x="1312" y="1952"/>
                    <a:pt x="1312" y="1649"/>
                  </a:cubicBezTo>
                  <a:lnTo>
                    <a:pt x="1312" y="549"/>
                  </a:lnTo>
                  <a:cubicBezTo>
                    <a:pt x="1312" y="246"/>
                    <a:pt x="1063" y="0"/>
                    <a:pt x="760"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26"/>
            <p:cNvSpPr/>
            <p:nvPr/>
          </p:nvSpPr>
          <p:spPr>
            <a:xfrm>
              <a:off x="7125025" y="2615807"/>
              <a:ext cx="142644" cy="161663"/>
            </a:xfrm>
            <a:custGeom>
              <a:rect b="b" l="l" r="r" t="t"/>
              <a:pathLst>
                <a:path extrusionOk="0" h="6222" w="5490">
                  <a:moveTo>
                    <a:pt x="1" y="1"/>
                  </a:moveTo>
                  <a:lnTo>
                    <a:pt x="1" y="3476"/>
                  </a:lnTo>
                  <a:cubicBezTo>
                    <a:pt x="1" y="4991"/>
                    <a:pt x="1228" y="6221"/>
                    <a:pt x="2744" y="6221"/>
                  </a:cubicBezTo>
                  <a:cubicBezTo>
                    <a:pt x="4262" y="6221"/>
                    <a:pt x="5490" y="4991"/>
                    <a:pt x="5490" y="3476"/>
                  </a:cubicBezTo>
                  <a:lnTo>
                    <a:pt x="5490"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26"/>
            <p:cNvSpPr/>
            <p:nvPr/>
          </p:nvSpPr>
          <p:spPr>
            <a:xfrm>
              <a:off x="7161348" y="2671071"/>
              <a:ext cx="12913" cy="20110"/>
            </a:xfrm>
            <a:custGeom>
              <a:rect b="b" l="l" r="r" t="t"/>
              <a:pathLst>
                <a:path extrusionOk="0" h="774" w="497">
                  <a:moveTo>
                    <a:pt x="249" y="0"/>
                  </a:moveTo>
                  <a:cubicBezTo>
                    <a:pt x="113" y="0"/>
                    <a:pt x="0" y="113"/>
                    <a:pt x="0" y="249"/>
                  </a:cubicBezTo>
                  <a:lnTo>
                    <a:pt x="0" y="526"/>
                  </a:lnTo>
                  <a:cubicBezTo>
                    <a:pt x="0" y="661"/>
                    <a:pt x="113" y="774"/>
                    <a:pt x="249" y="774"/>
                  </a:cubicBezTo>
                  <a:cubicBezTo>
                    <a:pt x="387" y="774"/>
                    <a:pt x="497" y="661"/>
                    <a:pt x="497" y="526"/>
                  </a:cubicBezTo>
                  <a:lnTo>
                    <a:pt x="497" y="249"/>
                  </a:lnTo>
                  <a:cubicBezTo>
                    <a:pt x="497" y="113"/>
                    <a:pt x="387"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26"/>
            <p:cNvSpPr/>
            <p:nvPr/>
          </p:nvSpPr>
          <p:spPr>
            <a:xfrm>
              <a:off x="7218432" y="2671071"/>
              <a:ext cx="12913" cy="20110"/>
            </a:xfrm>
            <a:custGeom>
              <a:rect b="b" l="l" r="r" t="t"/>
              <a:pathLst>
                <a:path extrusionOk="0" h="774" w="497">
                  <a:moveTo>
                    <a:pt x="249" y="0"/>
                  </a:moveTo>
                  <a:cubicBezTo>
                    <a:pt x="110" y="0"/>
                    <a:pt x="1" y="113"/>
                    <a:pt x="1" y="249"/>
                  </a:cubicBezTo>
                  <a:lnTo>
                    <a:pt x="1" y="526"/>
                  </a:lnTo>
                  <a:cubicBezTo>
                    <a:pt x="1" y="661"/>
                    <a:pt x="110" y="774"/>
                    <a:pt x="249" y="774"/>
                  </a:cubicBezTo>
                  <a:cubicBezTo>
                    <a:pt x="385" y="774"/>
                    <a:pt x="497" y="661"/>
                    <a:pt x="497" y="526"/>
                  </a:cubicBezTo>
                  <a:lnTo>
                    <a:pt x="497" y="249"/>
                  </a:lnTo>
                  <a:cubicBezTo>
                    <a:pt x="497" y="113"/>
                    <a:pt x="385"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26"/>
            <p:cNvSpPr/>
            <p:nvPr/>
          </p:nvSpPr>
          <p:spPr>
            <a:xfrm>
              <a:off x="7176626" y="2706771"/>
              <a:ext cx="39467" cy="20058"/>
            </a:xfrm>
            <a:custGeom>
              <a:rect b="b" l="l" r="r" t="t"/>
              <a:pathLst>
                <a:path extrusionOk="0" h="772" w="1519">
                  <a:moveTo>
                    <a:pt x="284" y="0"/>
                  </a:moveTo>
                  <a:cubicBezTo>
                    <a:pt x="241" y="0"/>
                    <a:pt x="199" y="11"/>
                    <a:pt x="160" y="35"/>
                  </a:cubicBezTo>
                  <a:cubicBezTo>
                    <a:pt x="39" y="103"/>
                    <a:pt x="0" y="254"/>
                    <a:pt x="68" y="374"/>
                  </a:cubicBezTo>
                  <a:cubicBezTo>
                    <a:pt x="212" y="620"/>
                    <a:pt x="476" y="771"/>
                    <a:pt x="758" y="771"/>
                  </a:cubicBezTo>
                  <a:cubicBezTo>
                    <a:pt x="1043" y="771"/>
                    <a:pt x="1306" y="620"/>
                    <a:pt x="1450" y="374"/>
                  </a:cubicBezTo>
                  <a:cubicBezTo>
                    <a:pt x="1518" y="254"/>
                    <a:pt x="1479" y="103"/>
                    <a:pt x="1359" y="35"/>
                  </a:cubicBezTo>
                  <a:cubicBezTo>
                    <a:pt x="1320" y="11"/>
                    <a:pt x="1277" y="0"/>
                    <a:pt x="1234" y="0"/>
                  </a:cubicBezTo>
                  <a:cubicBezTo>
                    <a:pt x="1148" y="0"/>
                    <a:pt x="1064" y="45"/>
                    <a:pt x="1019" y="123"/>
                  </a:cubicBezTo>
                  <a:cubicBezTo>
                    <a:pt x="964" y="218"/>
                    <a:pt x="865" y="275"/>
                    <a:pt x="758" y="275"/>
                  </a:cubicBezTo>
                  <a:cubicBezTo>
                    <a:pt x="653" y="275"/>
                    <a:pt x="551" y="218"/>
                    <a:pt x="499" y="123"/>
                  </a:cubicBezTo>
                  <a:cubicBezTo>
                    <a:pt x="452" y="45"/>
                    <a:pt x="369" y="0"/>
                    <a:pt x="2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26"/>
            <p:cNvSpPr/>
            <p:nvPr/>
          </p:nvSpPr>
          <p:spPr>
            <a:xfrm>
              <a:off x="7154151" y="2822913"/>
              <a:ext cx="84391" cy="57058"/>
            </a:xfrm>
            <a:custGeom>
              <a:rect b="b" l="l" r="r" t="t"/>
              <a:pathLst>
                <a:path extrusionOk="0" h="2196" w="3248">
                  <a:moveTo>
                    <a:pt x="0" y="1"/>
                  </a:moveTo>
                  <a:lnTo>
                    <a:pt x="1623" y="2196"/>
                  </a:lnTo>
                  <a:lnTo>
                    <a:pt x="32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26"/>
            <p:cNvSpPr/>
            <p:nvPr/>
          </p:nvSpPr>
          <p:spPr>
            <a:xfrm>
              <a:off x="7119387" y="2588941"/>
              <a:ext cx="107905" cy="60098"/>
            </a:xfrm>
            <a:custGeom>
              <a:rect b="b" l="l" r="r" t="t"/>
              <a:pathLst>
                <a:path extrusionOk="0" h="2313" w="4153">
                  <a:moveTo>
                    <a:pt x="218" y="0"/>
                  </a:moveTo>
                  <a:lnTo>
                    <a:pt x="1" y="1215"/>
                  </a:lnTo>
                  <a:lnTo>
                    <a:pt x="218" y="2312"/>
                  </a:lnTo>
                  <a:lnTo>
                    <a:pt x="2506" y="2312"/>
                  </a:lnTo>
                  <a:cubicBezTo>
                    <a:pt x="3415" y="2312"/>
                    <a:pt x="4152" y="1576"/>
                    <a:pt x="4152" y="666"/>
                  </a:cubicBezTo>
                  <a:lnTo>
                    <a:pt x="41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26"/>
            <p:cNvSpPr/>
            <p:nvPr/>
          </p:nvSpPr>
          <p:spPr>
            <a:xfrm>
              <a:off x="7224875" y="2608350"/>
              <a:ext cx="44430" cy="40689"/>
            </a:xfrm>
            <a:custGeom>
              <a:rect b="b" l="l" r="r" t="t"/>
              <a:pathLst>
                <a:path extrusionOk="0" h="1566" w="1710">
                  <a:moveTo>
                    <a:pt x="1" y="0"/>
                  </a:moveTo>
                  <a:lnTo>
                    <a:pt x="1" y="468"/>
                  </a:lnTo>
                  <a:cubicBezTo>
                    <a:pt x="1" y="1074"/>
                    <a:pt x="492" y="1565"/>
                    <a:pt x="1098" y="1565"/>
                  </a:cubicBezTo>
                  <a:lnTo>
                    <a:pt x="1647" y="1565"/>
                  </a:lnTo>
                  <a:lnTo>
                    <a:pt x="17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26"/>
            <p:cNvSpPr/>
            <p:nvPr/>
          </p:nvSpPr>
          <p:spPr>
            <a:xfrm>
              <a:off x="7205051" y="2563400"/>
              <a:ext cx="76882" cy="85638"/>
            </a:xfrm>
            <a:custGeom>
              <a:rect b="b" l="l" r="r" t="t"/>
              <a:pathLst>
                <a:path extrusionOk="0" h="3296" w="2959">
                  <a:moveTo>
                    <a:pt x="1" y="1"/>
                  </a:moveTo>
                  <a:cubicBezTo>
                    <a:pt x="1213" y="1"/>
                    <a:pt x="2198" y="986"/>
                    <a:pt x="2198" y="2198"/>
                  </a:cubicBezTo>
                  <a:lnTo>
                    <a:pt x="2198" y="3295"/>
                  </a:lnTo>
                  <a:lnTo>
                    <a:pt x="2958" y="3295"/>
                  </a:lnTo>
                  <a:lnTo>
                    <a:pt x="2958" y="2198"/>
                  </a:lnTo>
                  <a:cubicBezTo>
                    <a:pt x="2958" y="986"/>
                    <a:pt x="1976" y="1"/>
                    <a:pt x="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26"/>
            <p:cNvSpPr/>
            <p:nvPr/>
          </p:nvSpPr>
          <p:spPr>
            <a:xfrm>
              <a:off x="7134794" y="2805946"/>
              <a:ext cx="123105" cy="74024"/>
            </a:xfrm>
            <a:custGeom>
              <a:rect b="b" l="l" r="r" t="t"/>
              <a:pathLst>
                <a:path extrusionOk="0" h="2849" w="4738">
                  <a:moveTo>
                    <a:pt x="996" y="1"/>
                  </a:moveTo>
                  <a:lnTo>
                    <a:pt x="113" y="965"/>
                  </a:lnTo>
                  <a:cubicBezTo>
                    <a:pt x="1" y="1090"/>
                    <a:pt x="24" y="1286"/>
                    <a:pt x="165" y="1380"/>
                  </a:cubicBezTo>
                  <a:lnTo>
                    <a:pt x="2368" y="2849"/>
                  </a:lnTo>
                  <a:lnTo>
                    <a:pt x="996" y="1"/>
                  </a:lnTo>
                  <a:close/>
                  <a:moveTo>
                    <a:pt x="3742" y="1"/>
                  </a:moveTo>
                  <a:lnTo>
                    <a:pt x="2368" y="2849"/>
                  </a:lnTo>
                  <a:lnTo>
                    <a:pt x="4573" y="1380"/>
                  </a:lnTo>
                  <a:cubicBezTo>
                    <a:pt x="4714" y="1286"/>
                    <a:pt x="4737" y="1090"/>
                    <a:pt x="4623" y="965"/>
                  </a:cubicBezTo>
                  <a:lnTo>
                    <a:pt x="37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26"/>
            <p:cNvSpPr/>
            <p:nvPr/>
          </p:nvSpPr>
          <p:spPr>
            <a:xfrm>
              <a:off x="7289026" y="2477788"/>
              <a:ext cx="142722" cy="165405"/>
            </a:xfrm>
            <a:custGeom>
              <a:rect b="b" l="l" r="r" t="t"/>
              <a:pathLst>
                <a:path extrusionOk="0" h="6366" w="5493">
                  <a:moveTo>
                    <a:pt x="2745" y="1"/>
                  </a:moveTo>
                  <a:cubicBezTo>
                    <a:pt x="2729" y="1"/>
                    <a:pt x="2713" y="1"/>
                    <a:pt x="2697" y="1"/>
                  </a:cubicBezTo>
                  <a:cubicBezTo>
                    <a:pt x="1195" y="30"/>
                    <a:pt x="1" y="1245"/>
                    <a:pt x="1" y="2747"/>
                  </a:cubicBezTo>
                  <a:cubicBezTo>
                    <a:pt x="1" y="3763"/>
                    <a:pt x="552" y="4649"/>
                    <a:pt x="1372" y="5125"/>
                  </a:cubicBezTo>
                  <a:cubicBezTo>
                    <a:pt x="1542" y="5221"/>
                    <a:pt x="1649" y="5399"/>
                    <a:pt x="1649" y="5595"/>
                  </a:cubicBezTo>
                  <a:lnTo>
                    <a:pt x="1649" y="6366"/>
                  </a:lnTo>
                  <a:lnTo>
                    <a:pt x="3847" y="6366"/>
                  </a:lnTo>
                  <a:lnTo>
                    <a:pt x="3847" y="5600"/>
                  </a:lnTo>
                  <a:cubicBezTo>
                    <a:pt x="3847" y="5402"/>
                    <a:pt x="3954" y="5221"/>
                    <a:pt x="4126" y="5122"/>
                  </a:cubicBezTo>
                  <a:cubicBezTo>
                    <a:pt x="4944" y="4647"/>
                    <a:pt x="5492" y="3761"/>
                    <a:pt x="5492" y="2747"/>
                  </a:cubicBezTo>
                  <a:cubicBezTo>
                    <a:pt x="5492" y="1229"/>
                    <a:pt x="4262" y="1"/>
                    <a:pt x="27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26"/>
            <p:cNvSpPr/>
            <p:nvPr/>
          </p:nvSpPr>
          <p:spPr>
            <a:xfrm>
              <a:off x="7353931" y="2571221"/>
              <a:ext cx="12913" cy="69997"/>
            </a:xfrm>
            <a:custGeom>
              <a:rect b="b" l="l" r="r" t="t"/>
              <a:pathLst>
                <a:path extrusionOk="0" h="2694" w="497">
                  <a:moveTo>
                    <a:pt x="249" y="0"/>
                  </a:moveTo>
                  <a:cubicBezTo>
                    <a:pt x="113" y="0"/>
                    <a:pt x="0" y="113"/>
                    <a:pt x="0" y="248"/>
                  </a:cubicBezTo>
                  <a:lnTo>
                    <a:pt x="0" y="2446"/>
                  </a:lnTo>
                  <a:cubicBezTo>
                    <a:pt x="0" y="2584"/>
                    <a:pt x="113" y="2694"/>
                    <a:pt x="249" y="2694"/>
                  </a:cubicBezTo>
                  <a:cubicBezTo>
                    <a:pt x="387" y="2694"/>
                    <a:pt x="497" y="2584"/>
                    <a:pt x="497" y="2446"/>
                  </a:cubicBezTo>
                  <a:lnTo>
                    <a:pt x="497" y="248"/>
                  </a:lnTo>
                  <a:cubicBezTo>
                    <a:pt x="497" y="113"/>
                    <a:pt x="387"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26"/>
            <p:cNvSpPr/>
            <p:nvPr/>
          </p:nvSpPr>
          <p:spPr>
            <a:xfrm>
              <a:off x="7444220" y="2656833"/>
              <a:ext cx="39467" cy="27230"/>
            </a:xfrm>
            <a:custGeom>
              <a:rect b="b" l="l" r="r" t="t"/>
              <a:pathLst>
                <a:path extrusionOk="0" h="1048" w="1519">
                  <a:moveTo>
                    <a:pt x="284" y="1"/>
                  </a:moveTo>
                  <a:cubicBezTo>
                    <a:pt x="199" y="1"/>
                    <a:pt x="115" y="45"/>
                    <a:pt x="68" y="125"/>
                  </a:cubicBezTo>
                  <a:cubicBezTo>
                    <a:pt x="0" y="243"/>
                    <a:pt x="42" y="394"/>
                    <a:pt x="160" y="465"/>
                  </a:cubicBezTo>
                  <a:lnTo>
                    <a:pt x="1111" y="1013"/>
                  </a:lnTo>
                  <a:cubicBezTo>
                    <a:pt x="1150" y="1037"/>
                    <a:pt x="1192" y="1047"/>
                    <a:pt x="1236" y="1047"/>
                  </a:cubicBezTo>
                  <a:cubicBezTo>
                    <a:pt x="1320" y="1047"/>
                    <a:pt x="1403" y="1003"/>
                    <a:pt x="1450" y="922"/>
                  </a:cubicBezTo>
                  <a:cubicBezTo>
                    <a:pt x="1518" y="804"/>
                    <a:pt x="1479" y="650"/>
                    <a:pt x="1359" y="582"/>
                  </a:cubicBezTo>
                  <a:lnTo>
                    <a:pt x="408" y="34"/>
                  </a:lnTo>
                  <a:cubicBezTo>
                    <a:pt x="369" y="11"/>
                    <a:pt x="326" y="1"/>
                    <a:pt x="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26"/>
            <p:cNvSpPr/>
            <p:nvPr/>
          </p:nvSpPr>
          <p:spPr>
            <a:xfrm>
              <a:off x="7468046" y="2571221"/>
              <a:ext cx="41494" cy="12991"/>
            </a:xfrm>
            <a:custGeom>
              <a:rect b="b" l="l" r="r" t="t"/>
              <a:pathLst>
                <a:path extrusionOk="0" h="500" w="1597">
                  <a:moveTo>
                    <a:pt x="251" y="0"/>
                  </a:moveTo>
                  <a:cubicBezTo>
                    <a:pt x="113" y="0"/>
                    <a:pt x="0" y="113"/>
                    <a:pt x="0" y="248"/>
                  </a:cubicBezTo>
                  <a:cubicBezTo>
                    <a:pt x="0" y="387"/>
                    <a:pt x="113" y="499"/>
                    <a:pt x="251" y="499"/>
                  </a:cubicBezTo>
                  <a:lnTo>
                    <a:pt x="1348" y="499"/>
                  </a:lnTo>
                  <a:cubicBezTo>
                    <a:pt x="1484" y="499"/>
                    <a:pt x="1597" y="387"/>
                    <a:pt x="1597" y="248"/>
                  </a:cubicBezTo>
                  <a:cubicBezTo>
                    <a:pt x="1597" y="113"/>
                    <a:pt x="1484" y="0"/>
                    <a:pt x="13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26"/>
            <p:cNvSpPr/>
            <p:nvPr/>
          </p:nvSpPr>
          <p:spPr>
            <a:xfrm>
              <a:off x="7444220" y="2471370"/>
              <a:ext cx="39467" cy="27230"/>
            </a:xfrm>
            <a:custGeom>
              <a:rect b="b" l="l" r="r" t="t"/>
              <a:pathLst>
                <a:path extrusionOk="0" h="1048" w="1519">
                  <a:moveTo>
                    <a:pt x="1236" y="1"/>
                  </a:moveTo>
                  <a:cubicBezTo>
                    <a:pt x="1193" y="1"/>
                    <a:pt x="1150" y="12"/>
                    <a:pt x="1111" y="34"/>
                  </a:cubicBezTo>
                  <a:lnTo>
                    <a:pt x="160" y="583"/>
                  </a:lnTo>
                  <a:cubicBezTo>
                    <a:pt x="42" y="651"/>
                    <a:pt x="0" y="802"/>
                    <a:pt x="68" y="922"/>
                  </a:cubicBezTo>
                  <a:cubicBezTo>
                    <a:pt x="115" y="1001"/>
                    <a:pt x="199" y="1048"/>
                    <a:pt x="285" y="1048"/>
                  </a:cubicBezTo>
                  <a:cubicBezTo>
                    <a:pt x="327" y="1048"/>
                    <a:pt x="369" y="1035"/>
                    <a:pt x="408" y="1014"/>
                  </a:cubicBezTo>
                  <a:lnTo>
                    <a:pt x="1359" y="465"/>
                  </a:lnTo>
                  <a:cubicBezTo>
                    <a:pt x="1479" y="395"/>
                    <a:pt x="1518" y="243"/>
                    <a:pt x="1450" y="126"/>
                  </a:cubicBezTo>
                  <a:cubicBezTo>
                    <a:pt x="1405" y="45"/>
                    <a:pt x="1322" y="1"/>
                    <a:pt x="1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26"/>
            <p:cNvSpPr/>
            <p:nvPr/>
          </p:nvSpPr>
          <p:spPr>
            <a:xfrm>
              <a:off x="7237113" y="2471370"/>
              <a:ext cx="39441" cy="27230"/>
            </a:xfrm>
            <a:custGeom>
              <a:rect b="b" l="l" r="r" t="t"/>
              <a:pathLst>
                <a:path extrusionOk="0" h="1048" w="1518">
                  <a:moveTo>
                    <a:pt x="284" y="1"/>
                  </a:moveTo>
                  <a:cubicBezTo>
                    <a:pt x="199" y="1"/>
                    <a:pt x="115" y="45"/>
                    <a:pt x="68" y="126"/>
                  </a:cubicBezTo>
                  <a:cubicBezTo>
                    <a:pt x="0" y="243"/>
                    <a:pt x="42" y="395"/>
                    <a:pt x="159" y="465"/>
                  </a:cubicBezTo>
                  <a:lnTo>
                    <a:pt x="1110" y="1014"/>
                  </a:lnTo>
                  <a:cubicBezTo>
                    <a:pt x="1150" y="1035"/>
                    <a:pt x="1194" y="1048"/>
                    <a:pt x="1236" y="1048"/>
                  </a:cubicBezTo>
                  <a:cubicBezTo>
                    <a:pt x="1322" y="1048"/>
                    <a:pt x="1406" y="1001"/>
                    <a:pt x="1450" y="922"/>
                  </a:cubicBezTo>
                  <a:cubicBezTo>
                    <a:pt x="1518" y="802"/>
                    <a:pt x="1479" y="651"/>
                    <a:pt x="1359" y="583"/>
                  </a:cubicBezTo>
                  <a:lnTo>
                    <a:pt x="408" y="34"/>
                  </a:lnTo>
                  <a:cubicBezTo>
                    <a:pt x="369" y="12"/>
                    <a:pt x="326" y="1"/>
                    <a:pt x="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26"/>
            <p:cNvSpPr/>
            <p:nvPr/>
          </p:nvSpPr>
          <p:spPr>
            <a:xfrm>
              <a:off x="7350475" y="2477788"/>
              <a:ext cx="81273" cy="165405"/>
            </a:xfrm>
            <a:custGeom>
              <a:rect b="b" l="l" r="r" t="t"/>
              <a:pathLst>
                <a:path extrusionOk="0" h="6366" w="3128">
                  <a:moveTo>
                    <a:pt x="380" y="1"/>
                  </a:moveTo>
                  <a:cubicBezTo>
                    <a:pt x="364" y="1"/>
                    <a:pt x="348" y="1"/>
                    <a:pt x="332" y="1"/>
                  </a:cubicBezTo>
                  <a:cubicBezTo>
                    <a:pt x="220" y="4"/>
                    <a:pt x="110" y="14"/>
                    <a:pt x="0" y="30"/>
                  </a:cubicBezTo>
                  <a:cubicBezTo>
                    <a:pt x="1335" y="216"/>
                    <a:pt x="2362" y="1362"/>
                    <a:pt x="2362" y="2747"/>
                  </a:cubicBezTo>
                  <a:cubicBezTo>
                    <a:pt x="2362" y="3761"/>
                    <a:pt x="1813" y="4647"/>
                    <a:pt x="996" y="5122"/>
                  </a:cubicBezTo>
                  <a:cubicBezTo>
                    <a:pt x="823" y="5221"/>
                    <a:pt x="716" y="5402"/>
                    <a:pt x="716" y="5600"/>
                  </a:cubicBezTo>
                  <a:lnTo>
                    <a:pt x="716" y="6366"/>
                  </a:lnTo>
                  <a:lnTo>
                    <a:pt x="1482" y="6366"/>
                  </a:lnTo>
                  <a:lnTo>
                    <a:pt x="1482" y="5600"/>
                  </a:lnTo>
                  <a:cubicBezTo>
                    <a:pt x="1482" y="5402"/>
                    <a:pt x="1589" y="5221"/>
                    <a:pt x="1761" y="5122"/>
                  </a:cubicBezTo>
                  <a:cubicBezTo>
                    <a:pt x="2579" y="4647"/>
                    <a:pt x="3127" y="3761"/>
                    <a:pt x="3127" y="2747"/>
                  </a:cubicBezTo>
                  <a:cubicBezTo>
                    <a:pt x="3127" y="1229"/>
                    <a:pt x="1897" y="1"/>
                    <a:pt x="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26"/>
            <p:cNvSpPr/>
            <p:nvPr/>
          </p:nvSpPr>
          <p:spPr>
            <a:xfrm>
              <a:off x="7339666" y="2571221"/>
              <a:ext cx="41520" cy="12991"/>
            </a:xfrm>
            <a:custGeom>
              <a:rect b="b" l="l" r="r" t="t"/>
              <a:pathLst>
                <a:path extrusionOk="0" h="500" w="1598">
                  <a:moveTo>
                    <a:pt x="249" y="0"/>
                  </a:moveTo>
                  <a:cubicBezTo>
                    <a:pt x="113" y="0"/>
                    <a:pt x="1" y="113"/>
                    <a:pt x="1" y="248"/>
                  </a:cubicBezTo>
                  <a:cubicBezTo>
                    <a:pt x="1" y="387"/>
                    <a:pt x="113" y="499"/>
                    <a:pt x="249" y="499"/>
                  </a:cubicBezTo>
                  <a:lnTo>
                    <a:pt x="1346" y="499"/>
                  </a:lnTo>
                  <a:cubicBezTo>
                    <a:pt x="1485" y="499"/>
                    <a:pt x="1597" y="387"/>
                    <a:pt x="1597" y="248"/>
                  </a:cubicBezTo>
                  <a:cubicBezTo>
                    <a:pt x="1597" y="113"/>
                    <a:pt x="1485" y="0"/>
                    <a:pt x="1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26"/>
            <p:cNvSpPr/>
            <p:nvPr/>
          </p:nvSpPr>
          <p:spPr>
            <a:xfrm>
              <a:off x="7331871" y="2649012"/>
              <a:ext cx="57110" cy="42845"/>
            </a:xfrm>
            <a:custGeom>
              <a:rect b="b" l="l" r="r" t="t"/>
              <a:pathLst>
                <a:path extrusionOk="0" h="1649" w="2198">
                  <a:moveTo>
                    <a:pt x="0" y="0"/>
                  </a:moveTo>
                  <a:lnTo>
                    <a:pt x="0" y="1126"/>
                  </a:lnTo>
                  <a:cubicBezTo>
                    <a:pt x="0" y="1414"/>
                    <a:pt x="233" y="1649"/>
                    <a:pt x="523" y="1649"/>
                  </a:cubicBezTo>
                  <a:lnTo>
                    <a:pt x="1675" y="1649"/>
                  </a:lnTo>
                  <a:cubicBezTo>
                    <a:pt x="1962" y="1649"/>
                    <a:pt x="2198" y="1414"/>
                    <a:pt x="2198" y="1126"/>
                  </a:cubicBezTo>
                  <a:lnTo>
                    <a:pt x="21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26"/>
            <p:cNvSpPr/>
            <p:nvPr/>
          </p:nvSpPr>
          <p:spPr>
            <a:xfrm>
              <a:off x="7355360" y="2649012"/>
              <a:ext cx="33621" cy="42845"/>
            </a:xfrm>
            <a:custGeom>
              <a:rect b="b" l="l" r="r" t="t"/>
              <a:pathLst>
                <a:path extrusionOk="0" h="1649" w="1294">
                  <a:moveTo>
                    <a:pt x="531" y="0"/>
                  </a:moveTo>
                  <a:lnTo>
                    <a:pt x="531" y="1119"/>
                  </a:lnTo>
                  <a:cubicBezTo>
                    <a:pt x="531" y="1411"/>
                    <a:pt x="293" y="1649"/>
                    <a:pt x="0" y="1649"/>
                  </a:cubicBezTo>
                  <a:lnTo>
                    <a:pt x="763" y="1649"/>
                  </a:lnTo>
                  <a:cubicBezTo>
                    <a:pt x="1056" y="1649"/>
                    <a:pt x="1294" y="1411"/>
                    <a:pt x="1294" y="1119"/>
                  </a:cubicBezTo>
                  <a:lnTo>
                    <a:pt x="12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26"/>
            <p:cNvSpPr/>
            <p:nvPr/>
          </p:nvSpPr>
          <p:spPr>
            <a:xfrm>
              <a:off x="7317607" y="2634748"/>
              <a:ext cx="85638" cy="28529"/>
            </a:xfrm>
            <a:custGeom>
              <a:rect b="b" l="l" r="r" t="t"/>
              <a:pathLst>
                <a:path extrusionOk="0" h="1098" w="3296">
                  <a:moveTo>
                    <a:pt x="549" y="1"/>
                  </a:moveTo>
                  <a:cubicBezTo>
                    <a:pt x="246" y="1"/>
                    <a:pt x="1" y="246"/>
                    <a:pt x="1" y="549"/>
                  </a:cubicBezTo>
                  <a:cubicBezTo>
                    <a:pt x="1" y="852"/>
                    <a:pt x="246" y="1098"/>
                    <a:pt x="549" y="1098"/>
                  </a:cubicBezTo>
                  <a:lnTo>
                    <a:pt x="2747" y="1098"/>
                  </a:lnTo>
                  <a:cubicBezTo>
                    <a:pt x="3050" y="1098"/>
                    <a:pt x="3295" y="852"/>
                    <a:pt x="3295" y="549"/>
                  </a:cubicBezTo>
                  <a:cubicBezTo>
                    <a:pt x="3295" y="246"/>
                    <a:pt x="3050" y="1"/>
                    <a:pt x="2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26"/>
            <p:cNvSpPr/>
            <p:nvPr/>
          </p:nvSpPr>
          <p:spPr>
            <a:xfrm>
              <a:off x="7369130" y="2634748"/>
              <a:ext cx="34115" cy="28529"/>
            </a:xfrm>
            <a:custGeom>
              <a:rect b="b" l="l" r="r" t="t"/>
              <a:pathLst>
                <a:path extrusionOk="0" h="1098" w="1313">
                  <a:moveTo>
                    <a:pt x="1" y="1"/>
                  </a:moveTo>
                  <a:cubicBezTo>
                    <a:pt x="304" y="1"/>
                    <a:pt x="549" y="246"/>
                    <a:pt x="549" y="549"/>
                  </a:cubicBezTo>
                  <a:cubicBezTo>
                    <a:pt x="549" y="852"/>
                    <a:pt x="304" y="1098"/>
                    <a:pt x="1" y="1098"/>
                  </a:cubicBezTo>
                  <a:lnTo>
                    <a:pt x="764" y="1098"/>
                  </a:lnTo>
                  <a:cubicBezTo>
                    <a:pt x="1067" y="1098"/>
                    <a:pt x="1312" y="852"/>
                    <a:pt x="1312" y="549"/>
                  </a:cubicBezTo>
                  <a:cubicBezTo>
                    <a:pt x="1312" y="246"/>
                    <a:pt x="1067" y="1"/>
                    <a:pt x="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126"/>
          <p:cNvGrpSpPr/>
          <p:nvPr/>
        </p:nvGrpSpPr>
        <p:grpSpPr>
          <a:xfrm>
            <a:off x="7863395" y="2471370"/>
            <a:ext cx="405561" cy="434453"/>
            <a:chOff x="7863395" y="2471370"/>
            <a:chExt cx="405561" cy="434453"/>
          </a:xfrm>
        </p:grpSpPr>
        <p:sp>
          <p:nvSpPr>
            <p:cNvPr id="11139" name="Google Shape;11139;p126"/>
            <p:cNvSpPr/>
            <p:nvPr/>
          </p:nvSpPr>
          <p:spPr>
            <a:xfrm>
              <a:off x="7979277" y="2471370"/>
              <a:ext cx="173797" cy="123755"/>
            </a:xfrm>
            <a:custGeom>
              <a:rect b="b" l="l" r="r" t="t"/>
              <a:pathLst>
                <a:path extrusionOk="0" h="4763" w="6689">
                  <a:moveTo>
                    <a:pt x="2229" y="0"/>
                  </a:moveTo>
                  <a:cubicBezTo>
                    <a:pt x="998" y="0"/>
                    <a:pt x="0" y="998"/>
                    <a:pt x="0" y="2229"/>
                  </a:cubicBezTo>
                  <a:lnTo>
                    <a:pt x="0" y="4763"/>
                  </a:lnTo>
                  <a:lnTo>
                    <a:pt x="6688" y="4763"/>
                  </a:lnTo>
                  <a:lnTo>
                    <a:pt x="6688" y="2229"/>
                  </a:lnTo>
                  <a:cubicBezTo>
                    <a:pt x="6688" y="998"/>
                    <a:pt x="5690" y="0"/>
                    <a:pt x="44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26"/>
            <p:cNvSpPr/>
            <p:nvPr/>
          </p:nvSpPr>
          <p:spPr>
            <a:xfrm>
              <a:off x="8074971" y="2471370"/>
              <a:ext cx="78103" cy="115882"/>
            </a:xfrm>
            <a:custGeom>
              <a:rect b="b" l="l" r="r" t="t"/>
              <a:pathLst>
                <a:path extrusionOk="0" h="4460" w="3006">
                  <a:moveTo>
                    <a:pt x="1" y="0"/>
                  </a:moveTo>
                  <a:cubicBezTo>
                    <a:pt x="1234" y="0"/>
                    <a:pt x="2232" y="998"/>
                    <a:pt x="2232" y="2229"/>
                  </a:cubicBezTo>
                  <a:lnTo>
                    <a:pt x="2232" y="4439"/>
                  </a:lnTo>
                  <a:cubicBezTo>
                    <a:pt x="2303" y="4452"/>
                    <a:pt x="2373" y="4460"/>
                    <a:pt x="2449" y="4460"/>
                  </a:cubicBezTo>
                  <a:lnTo>
                    <a:pt x="3005" y="4460"/>
                  </a:lnTo>
                  <a:lnTo>
                    <a:pt x="3005" y="2229"/>
                  </a:lnTo>
                  <a:cubicBezTo>
                    <a:pt x="3005" y="998"/>
                    <a:pt x="200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1" name="Google Shape;11141;p126"/>
            <p:cNvGrpSpPr/>
            <p:nvPr/>
          </p:nvGrpSpPr>
          <p:grpSpPr>
            <a:xfrm>
              <a:off x="7863395" y="2527284"/>
              <a:ext cx="405561" cy="378539"/>
              <a:chOff x="7863395" y="2527284"/>
              <a:chExt cx="405561" cy="378539"/>
            </a:xfrm>
          </p:grpSpPr>
          <p:sp>
            <p:nvSpPr>
              <p:cNvPr id="11142" name="Google Shape;11142;p126"/>
              <p:cNvSpPr/>
              <p:nvPr/>
            </p:nvSpPr>
            <p:spPr>
              <a:xfrm>
                <a:off x="7921362" y="2746499"/>
                <a:ext cx="289601" cy="159325"/>
              </a:xfrm>
              <a:custGeom>
                <a:rect b="b" l="l" r="r" t="t"/>
                <a:pathLst>
                  <a:path extrusionOk="0" h="6132" w="11146">
                    <a:moveTo>
                      <a:pt x="2240" y="0"/>
                    </a:moveTo>
                    <a:cubicBezTo>
                      <a:pt x="1006" y="0"/>
                      <a:pt x="0" y="998"/>
                      <a:pt x="0" y="2231"/>
                    </a:cubicBezTo>
                    <a:lnTo>
                      <a:pt x="0" y="3702"/>
                    </a:lnTo>
                    <a:lnTo>
                      <a:pt x="4149" y="6132"/>
                    </a:lnTo>
                    <a:lnTo>
                      <a:pt x="11146" y="6132"/>
                    </a:lnTo>
                    <a:lnTo>
                      <a:pt x="11146" y="2231"/>
                    </a:lnTo>
                    <a:cubicBezTo>
                      <a:pt x="11146" y="998"/>
                      <a:pt x="9879" y="0"/>
                      <a:pt x="8648" y="0"/>
                    </a:cubicBezTo>
                    <a:lnTo>
                      <a:pt x="8361" y="0"/>
                    </a:lnTo>
                    <a:lnTo>
                      <a:pt x="5573" y="721"/>
                    </a:lnTo>
                    <a:lnTo>
                      <a:pt x="27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26"/>
              <p:cNvSpPr/>
              <p:nvPr/>
            </p:nvSpPr>
            <p:spPr>
              <a:xfrm>
                <a:off x="7993724" y="2746499"/>
                <a:ext cx="144878" cy="72439"/>
              </a:xfrm>
              <a:custGeom>
                <a:rect b="b" l="l" r="r" t="t"/>
                <a:pathLst>
                  <a:path extrusionOk="0" h="2788" w="5576">
                    <a:moveTo>
                      <a:pt x="1" y="0"/>
                    </a:moveTo>
                    <a:cubicBezTo>
                      <a:pt x="1" y="1539"/>
                      <a:pt x="1249" y="2788"/>
                      <a:pt x="2788" y="2788"/>
                    </a:cubicBezTo>
                    <a:cubicBezTo>
                      <a:pt x="4327" y="2788"/>
                      <a:pt x="5576" y="1539"/>
                      <a:pt x="5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26"/>
              <p:cNvSpPr/>
              <p:nvPr/>
            </p:nvSpPr>
            <p:spPr>
              <a:xfrm>
                <a:off x="8022720" y="2694897"/>
                <a:ext cx="86911" cy="95070"/>
              </a:xfrm>
              <a:custGeom>
                <a:rect b="b" l="l" r="r" t="t"/>
                <a:pathLst>
                  <a:path extrusionOk="0" h="3659" w="3345">
                    <a:moveTo>
                      <a:pt x="0" y="0"/>
                    </a:moveTo>
                    <a:lnTo>
                      <a:pt x="0" y="1986"/>
                    </a:lnTo>
                    <a:cubicBezTo>
                      <a:pt x="0" y="2911"/>
                      <a:pt x="750" y="3658"/>
                      <a:pt x="1672" y="3658"/>
                    </a:cubicBezTo>
                    <a:cubicBezTo>
                      <a:pt x="2595" y="3658"/>
                      <a:pt x="3344" y="2911"/>
                      <a:pt x="3344" y="1986"/>
                    </a:cubicBezTo>
                    <a:lnTo>
                      <a:pt x="3344" y="3"/>
                    </a:lnTo>
                    <a:lnTo>
                      <a:pt x="0"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26"/>
              <p:cNvSpPr/>
              <p:nvPr/>
            </p:nvSpPr>
            <p:spPr>
              <a:xfrm>
                <a:off x="7964805" y="2587226"/>
                <a:ext cx="202715" cy="57941"/>
              </a:xfrm>
              <a:custGeom>
                <a:rect b="b" l="l" r="r" t="t"/>
                <a:pathLst>
                  <a:path extrusionOk="0" h="2230" w="7802">
                    <a:moveTo>
                      <a:pt x="557" y="1"/>
                    </a:moveTo>
                    <a:cubicBezTo>
                      <a:pt x="249" y="1"/>
                      <a:pt x="1" y="249"/>
                      <a:pt x="1" y="557"/>
                    </a:cubicBezTo>
                    <a:lnTo>
                      <a:pt x="1" y="1673"/>
                    </a:lnTo>
                    <a:cubicBezTo>
                      <a:pt x="1" y="1981"/>
                      <a:pt x="249" y="2229"/>
                      <a:pt x="557" y="2229"/>
                    </a:cubicBezTo>
                    <a:lnTo>
                      <a:pt x="7245" y="2229"/>
                    </a:lnTo>
                    <a:cubicBezTo>
                      <a:pt x="7554" y="2229"/>
                      <a:pt x="7802" y="1981"/>
                      <a:pt x="7802" y="1673"/>
                    </a:cubicBezTo>
                    <a:lnTo>
                      <a:pt x="7802" y="557"/>
                    </a:lnTo>
                    <a:cubicBezTo>
                      <a:pt x="7802" y="249"/>
                      <a:pt x="7554" y="1"/>
                      <a:pt x="7245"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26"/>
              <p:cNvSpPr/>
              <p:nvPr/>
            </p:nvSpPr>
            <p:spPr>
              <a:xfrm>
                <a:off x="8132964" y="2587226"/>
                <a:ext cx="34557" cy="57941"/>
              </a:xfrm>
              <a:custGeom>
                <a:rect b="b" l="l" r="r" t="t"/>
                <a:pathLst>
                  <a:path extrusionOk="0" h="2230" w="1330">
                    <a:moveTo>
                      <a:pt x="0" y="1"/>
                    </a:moveTo>
                    <a:cubicBezTo>
                      <a:pt x="306" y="1"/>
                      <a:pt x="557" y="249"/>
                      <a:pt x="557" y="557"/>
                    </a:cubicBezTo>
                    <a:lnTo>
                      <a:pt x="557" y="1673"/>
                    </a:lnTo>
                    <a:cubicBezTo>
                      <a:pt x="557" y="1981"/>
                      <a:pt x="306" y="2229"/>
                      <a:pt x="0" y="2229"/>
                    </a:cubicBezTo>
                    <a:lnTo>
                      <a:pt x="773" y="2229"/>
                    </a:lnTo>
                    <a:cubicBezTo>
                      <a:pt x="1082" y="2229"/>
                      <a:pt x="1330" y="1981"/>
                      <a:pt x="1330" y="1673"/>
                    </a:cubicBezTo>
                    <a:lnTo>
                      <a:pt x="1330" y="557"/>
                    </a:lnTo>
                    <a:cubicBezTo>
                      <a:pt x="1330" y="249"/>
                      <a:pt x="1082" y="1"/>
                      <a:pt x="773" y="1"/>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26"/>
              <p:cNvSpPr/>
              <p:nvPr/>
            </p:nvSpPr>
            <p:spPr>
              <a:xfrm>
                <a:off x="7993724" y="2549291"/>
                <a:ext cx="144878" cy="168315"/>
              </a:xfrm>
              <a:custGeom>
                <a:rect b="b" l="l" r="r" t="t"/>
                <a:pathLst>
                  <a:path extrusionOk="0" h="6478" w="5576">
                    <a:moveTo>
                      <a:pt x="2788" y="0"/>
                    </a:moveTo>
                    <a:lnTo>
                      <a:pt x="1" y="306"/>
                    </a:lnTo>
                    <a:lnTo>
                      <a:pt x="1" y="2043"/>
                    </a:lnTo>
                    <a:lnTo>
                      <a:pt x="165" y="2297"/>
                    </a:lnTo>
                    <a:lnTo>
                      <a:pt x="1" y="2574"/>
                    </a:lnTo>
                    <a:lnTo>
                      <a:pt x="1" y="3689"/>
                    </a:lnTo>
                    <a:cubicBezTo>
                      <a:pt x="1" y="5228"/>
                      <a:pt x="1249" y="6477"/>
                      <a:pt x="2788" y="6477"/>
                    </a:cubicBezTo>
                    <a:cubicBezTo>
                      <a:pt x="4327" y="6477"/>
                      <a:pt x="5576" y="5228"/>
                      <a:pt x="5576" y="3689"/>
                    </a:cubicBezTo>
                    <a:lnTo>
                      <a:pt x="5576" y="2574"/>
                    </a:lnTo>
                    <a:lnTo>
                      <a:pt x="5411" y="2297"/>
                    </a:lnTo>
                    <a:lnTo>
                      <a:pt x="5576" y="2017"/>
                    </a:lnTo>
                    <a:lnTo>
                      <a:pt x="5576" y="306"/>
                    </a:lnTo>
                    <a:lnTo>
                      <a:pt x="2788"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26"/>
              <p:cNvSpPr/>
              <p:nvPr/>
            </p:nvSpPr>
            <p:spPr>
              <a:xfrm>
                <a:off x="8046130" y="2645816"/>
                <a:ext cx="40065" cy="20396"/>
              </a:xfrm>
              <a:custGeom>
                <a:rect b="b" l="l" r="r" t="t"/>
                <a:pathLst>
                  <a:path extrusionOk="0" h="785" w="1542">
                    <a:moveTo>
                      <a:pt x="289" y="0"/>
                    </a:moveTo>
                    <a:cubicBezTo>
                      <a:pt x="246" y="0"/>
                      <a:pt x="202" y="11"/>
                      <a:pt x="162" y="35"/>
                    </a:cubicBezTo>
                    <a:cubicBezTo>
                      <a:pt x="42" y="105"/>
                      <a:pt x="1" y="259"/>
                      <a:pt x="71" y="379"/>
                    </a:cubicBezTo>
                    <a:cubicBezTo>
                      <a:pt x="215" y="630"/>
                      <a:pt x="484" y="784"/>
                      <a:pt x="771" y="784"/>
                    </a:cubicBezTo>
                    <a:cubicBezTo>
                      <a:pt x="1059" y="784"/>
                      <a:pt x="1328" y="630"/>
                      <a:pt x="1471" y="379"/>
                    </a:cubicBezTo>
                    <a:cubicBezTo>
                      <a:pt x="1542" y="259"/>
                      <a:pt x="1500" y="105"/>
                      <a:pt x="1380" y="35"/>
                    </a:cubicBezTo>
                    <a:cubicBezTo>
                      <a:pt x="1340" y="11"/>
                      <a:pt x="1297" y="0"/>
                      <a:pt x="1254" y="0"/>
                    </a:cubicBezTo>
                    <a:cubicBezTo>
                      <a:pt x="1167" y="0"/>
                      <a:pt x="1082" y="45"/>
                      <a:pt x="1035" y="126"/>
                    </a:cubicBezTo>
                    <a:cubicBezTo>
                      <a:pt x="980" y="220"/>
                      <a:pt x="878" y="280"/>
                      <a:pt x="771" y="280"/>
                    </a:cubicBezTo>
                    <a:cubicBezTo>
                      <a:pt x="664" y="280"/>
                      <a:pt x="562" y="220"/>
                      <a:pt x="507" y="126"/>
                    </a:cubicBezTo>
                    <a:cubicBezTo>
                      <a:pt x="460" y="45"/>
                      <a:pt x="375" y="0"/>
                      <a:pt x="2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26"/>
              <p:cNvSpPr/>
              <p:nvPr/>
            </p:nvSpPr>
            <p:spPr>
              <a:xfrm>
                <a:off x="8045117" y="2602374"/>
                <a:ext cx="42118" cy="13121"/>
              </a:xfrm>
              <a:custGeom>
                <a:rect b="b" l="l" r="r" t="t"/>
                <a:pathLst>
                  <a:path extrusionOk="0" h="505" w="1621">
                    <a:moveTo>
                      <a:pt x="254" y="0"/>
                    </a:moveTo>
                    <a:cubicBezTo>
                      <a:pt x="113" y="0"/>
                      <a:pt x="0" y="113"/>
                      <a:pt x="0" y="254"/>
                    </a:cubicBezTo>
                    <a:cubicBezTo>
                      <a:pt x="0" y="392"/>
                      <a:pt x="113" y="505"/>
                      <a:pt x="254" y="505"/>
                    </a:cubicBezTo>
                    <a:lnTo>
                      <a:pt x="1367" y="505"/>
                    </a:lnTo>
                    <a:cubicBezTo>
                      <a:pt x="1508" y="505"/>
                      <a:pt x="1620" y="392"/>
                      <a:pt x="1620" y="254"/>
                    </a:cubicBezTo>
                    <a:cubicBezTo>
                      <a:pt x="1620" y="113"/>
                      <a:pt x="1508"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26"/>
              <p:cNvSpPr/>
              <p:nvPr/>
            </p:nvSpPr>
            <p:spPr>
              <a:xfrm>
                <a:off x="7990138" y="2527284"/>
                <a:ext cx="152543" cy="59968"/>
              </a:xfrm>
              <a:custGeom>
                <a:rect b="b" l="l" r="r" t="t"/>
                <a:pathLst>
                  <a:path extrusionOk="0" h="2308" w="5871">
                    <a:moveTo>
                      <a:pt x="0" y="1"/>
                    </a:moveTo>
                    <a:lnTo>
                      <a:pt x="0" y="2308"/>
                    </a:lnTo>
                    <a:lnTo>
                      <a:pt x="139" y="2308"/>
                    </a:lnTo>
                    <a:cubicBezTo>
                      <a:pt x="755" y="2308"/>
                      <a:pt x="1254" y="1809"/>
                      <a:pt x="1254" y="1192"/>
                    </a:cubicBezTo>
                    <a:lnTo>
                      <a:pt x="4598" y="1192"/>
                    </a:lnTo>
                    <a:cubicBezTo>
                      <a:pt x="4598" y="1809"/>
                      <a:pt x="5097" y="2308"/>
                      <a:pt x="5714" y="2308"/>
                    </a:cubicBezTo>
                    <a:lnTo>
                      <a:pt x="5871" y="2308"/>
                    </a:lnTo>
                    <a:lnTo>
                      <a:pt x="58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26"/>
              <p:cNvSpPr/>
              <p:nvPr/>
            </p:nvSpPr>
            <p:spPr>
              <a:xfrm>
                <a:off x="7871476" y="2835411"/>
                <a:ext cx="157714" cy="59708"/>
              </a:xfrm>
              <a:custGeom>
                <a:rect b="b" l="l" r="r" t="t"/>
                <a:pathLst>
                  <a:path extrusionOk="0" h="2298" w="6070">
                    <a:moveTo>
                      <a:pt x="311" y="1"/>
                    </a:moveTo>
                    <a:cubicBezTo>
                      <a:pt x="144" y="1"/>
                      <a:pt x="0" y="122"/>
                      <a:pt x="0" y="280"/>
                    </a:cubicBezTo>
                    <a:lnTo>
                      <a:pt x="0" y="1038"/>
                    </a:lnTo>
                    <a:lnTo>
                      <a:pt x="3033" y="2297"/>
                    </a:lnTo>
                    <a:lnTo>
                      <a:pt x="6069" y="1038"/>
                    </a:lnTo>
                    <a:lnTo>
                      <a:pt x="6069" y="280"/>
                    </a:lnTo>
                    <a:cubicBezTo>
                      <a:pt x="6069" y="122"/>
                      <a:pt x="5923" y="1"/>
                      <a:pt x="5757" y="1"/>
                    </a:cubicBezTo>
                    <a:cubicBezTo>
                      <a:pt x="5734" y="1"/>
                      <a:pt x="5709" y="3"/>
                      <a:pt x="5685" y="8"/>
                    </a:cubicBezTo>
                    <a:lnTo>
                      <a:pt x="3109" y="463"/>
                    </a:lnTo>
                    <a:cubicBezTo>
                      <a:pt x="3084" y="468"/>
                      <a:pt x="3059" y="471"/>
                      <a:pt x="3034" y="471"/>
                    </a:cubicBezTo>
                    <a:cubicBezTo>
                      <a:pt x="3009" y="471"/>
                      <a:pt x="2984" y="468"/>
                      <a:pt x="2960" y="463"/>
                    </a:cubicBezTo>
                    <a:lnTo>
                      <a:pt x="384" y="8"/>
                    </a:lnTo>
                    <a:cubicBezTo>
                      <a:pt x="360" y="3"/>
                      <a:pt x="335" y="1"/>
                      <a:pt x="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26"/>
              <p:cNvSpPr/>
              <p:nvPr/>
            </p:nvSpPr>
            <p:spPr>
              <a:xfrm>
                <a:off x="8007027" y="2835411"/>
                <a:ext cx="22163" cy="35336"/>
              </a:xfrm>
              <a:custGeom>
                <a:rect b="b" l="l" r="r" t="t"/>
                <a:pathLst>
                  <a:path extrusionOk="0" h="1360" w="853">
                    <a:moveTo>
                      <a:pt x="540" y="1"/>
                    </a:moveTo>
                    <a:cubicBezTo>
                      <a:pt x="517" y="1"/>
                      <a:pt x="492" y="3"/>
                      <a:pt x="468" y="8"/>
                    </a:cubicBezTo>
                    <a:lnTo>
                      <a:pt x="1" y="92"/>
                    </a:lnTo>
                    <a:cubicBezTo>
                      <a:pt x="50" y="142"/>
                      <a:pt x="82" y="207"/>
                      <a:pt x="82" y="280"/>
                    </a:cubicBezTo>
                    <a:lnTo>
                      <a:pt x="82" y="1359"/>
                    </a:lnTo>
                    <a:lnTo>
                      <a:pt x="852" y="1038"/>
                    </a:lnTo>
                    <a:lnTo>
                      <a:pt x="852" y="280"/>
                    </a:lnTo>
                    <a:cubicBezTo>
                      <a:pt x="852" y="122"/>
                      <a:pt x="706" y="1"/>
                      <a:pt x="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26"/>
              <p:cNvSpPr/>
              <p:nvPr/>
            </p:nvSpPr>
            <p:spPr>
              <a:xfrm>
                <a:off x="7863395" y="2862562"/>
                <a:ext cx="173797" cy="43261"/>
              </a:xfrm>
              <a:custGeom>
                <a:rect b="b" l="l" r="r" t="t"/>
                <a:pathLst>
                  <a:path extrusionOk="0" h="1665" w="6689">
                    <a:moveTo>
                      <a:pt x="314" y="1"/>
                    </a:moveTo>
                    <a:cubicBezTo>
                      <a:pt x="146" y="1"/>
                      <a:pt x="0" y="123"/>
                      <a:pt x="0" y="280"/>
                    </a:cubicBezTo>
                    <a:lnTo>
                      <a:pt x="0" y="1385"/>
                    </a:lnTo>
                    <a:cubicBezTo>
                      <a:pt x="0" y="1540"/>
                      <a:pt x="139" y="1665"/>
                      <a:pt x="311" y="1665"/>
                    </a:cubicBezTo>
                    <a:lnTo>
                      <a:pt x="6380" y="1665"/>
                    </a:lnTo>
                    <a:cubicBezTo>
                      <a:pt x="6550" y="1665"/>
                      <a:pt x="6689" y="1540"/>
                      <a:pt x="6689" y="1385"/>
                    </a:cubicBezTo>
                    <a:lnTo>
                      <a:pt x="6689" y="280"/>
                    </a:lnTo>
                    <a:cubicBezTo>
                      <a:pt x="6689" y="123"/>
                      <a:pt x="6545" y="1"/>
                      <a:pt x="6377" y="1"/>
                    </a:cubicBezTo>
                    <a:cubicBezTo>
                      <a:pt x="6353" y="1"/>
                      <a:pt x="6329" y="3"/>
                      <a:pt x="6305" y="9"/>
                    </a:cubicBezTo>
                    <a:lnTo>
                      <a:pt x="3420" y="534"/>
                    </a:lnTo>
                    <a:cubicBezTo>
                      <a:pt x="3395" y="539"/>
                      <a:pt x="3370" y="541"/>
                      <a:pt x="3345" y="541"/>
                    </a:cubicBezTo>
                    <a:cubicBezTo>
                      <a:pt x="3320" y="541"/>
                      <a:pt x="3295" y="539"/>
                      <a:pt x="3271" y="534"/>
                    </a:cubicBezTo>
                    <a:lnTo>
                      <a:pt x="387" y="9"/>
                    </a:lnTo>
                    <a:cubicBezTo>
                      <a:pt x="362" y="3"/>
                      <a:pt x="338" y="1"/>
                      <a:pt x="3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26"/>
              <p:cNvSpPr/>
              <p:nvPr/>
            </p:nvSpPr>
            <p:spPr>
              <a:xfrm>
                <a:off x="8009131" y="2862562"/>
                <a:ext cx="28061" cy="43261"/>
              </a:xfrm>
              <a:custGeom>
                <a:rect b="b" l="l" r="r" t="t"/>
                <a:pathLst>
                  <a:path extrusionOk="0" h="1665" w="1080">
                    <a:moveTo>
                      <a:pt x="768" y="1"/>
                    </a:moveTo>
                    <a:cubicBezTo>
                      <a:pt x="744" y="1"/>
                      <a:pt x="720" y="3"/>
                      <a:pt x="696" y="9"/>
                    </a:cubicBezTo>
                    <a:lnTo>
                      <a:pt x="231" y="95"/>
                    </a:lnTo>
                    <a:cubicBezTo>
                      <a:pt x="280" y="144"/>
                      <a:pt x="309" y="207"/>
                      <a:pt x="309" y="280"/>
                    </a:cubicBezTo>
                    <a:lnTo>
                      <a:pt x="309" y="1385"/>
                    </a:lnTo>
                    <a:cubicBezTo>
                      <a:pt x="309" y="1540"/>
                      <a:pt x="170" y="1665"/>
                      <a:pt x="1" y="1665"/>
                    </a:cubicBezTo>
                    <a:lnTo>
                      <a:pt x="771" y="1665"/>
                    </a:lnTo>
                    <a:cubicBezTo>
                      <a:pt x="941" y="1665"/>
                      <a:pt x="1080" y="1540"/>
                      <a:pt x="1080" y="1385"/>
                    </a:cubicBezTo>
                    <a:lnTo>
                      <a:pt x="1080" y="280"/>
                    </a:lnTo>
                    <a:cubicBezTo>
                      <a:pt x="1080" y="123"/>
                      <a:pt x="936" y="1"/>
                      <a:pt x="7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26"/>
              <p:cNvSpPr/>
              <p:nvPr/>
            </p:nvSpPr>
            <p:spPr>
              <a:xfrm>
                <a:off x="7943759" y="2846609"/>
                <a:ext cx="13121" cy="48509"/>
              </a:xfrm>
              <a:custGeom>
                <a:rect b="b" l="l" r="r" t="t"/>
                <a:pathLst>
                  <a:path extrusionOk="0" h="1867" w="505">
                    <a:moveTo>
                      <a:pt x="1" y="1"/>
                    </a:moveTo>
                    <a:lnTo>
                      <a:pt x="1" y="1762"/>
                    </a:lnTo>
                    <a:lnTo>
                      <a:pt x="251" y="1866"/>
                    </a:lnTo>
                    <a:lnTo>
                      <a:pt x="505" y="1762"/>
                    </a:lnTo>
                    <a:lnTo>
                      <a:pt x="505" y="1"/>
                    </a:lnTo>
                    <a:lnTo>
                      <a:pt x="327" y="32"/>
                    </a:lnTo>
                    <a:cubicBezTo>
                      <a:pt x="302" y="37"/>
                      <a:pt x="277" y="40"/>
                      <a:pt x="252" y="40"/>
                    </a:cubicBezTo>
                    <a:cubicBezTo>
                      <a:pt x="227" y="40"/>
                      <a:pt x="202" y="37"/>
                      <a:pt x="178" y="32"/>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26"/>
              <p:cNvSpPr/>
              <p:nvPr/>
            </p:nvSpPr>
            <p:spPr>
              <a:xfrm>
                <a:off x="7943759" y="2875606"/>
                <a:ext cx="13121" cy="30218"/>
              </a:xfrm>
              <a:custGeom>
                <a:rect b="b" l="l" r="r" t="t"/>
                <a:pathLst>
                  <a:path extrusionOk="0" h="1163" w="505">
                    <a:moveTo>
                      <a:pt x="1" y="0"/>
                    </a:moveTo>
                    <a:lnTo>
                      <a:pt x="1" y="1163"/>
                    </a:lnTo>
                    <a:lnTo>
                      <a:pt x="505" y="1163"/>
                    </a:lnTo>
                    <a:lnTo>
                      <a:pt x="505" y="0"/>
                    </a:lnTo>
                    <a:lnTo>
                      <a:pt x="327" y="32"/>
                    </a:lnTo>
                    <a:cubicBezTo>
                      <a:pt x="302" y="37"/>
                      <a:pt x="277" y="39"/>
                      <a:pt x="252" y="39"/>
                    </a:cubicBezTo>
                    <a:cubicBezTo>
                      <a:pt x="227" y="39"/>
                      <a:pt x="202" y="37"/>
                      <a:pt x="178" y="32"/>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26"/>
              <p:cNvSpPr/>
              <p:nvPr/>
            </p:nvSpPr>
            <p:spPr>
              <a:xfrm>
                <a:off x="8204442" y="2595176"/>
                <a:ext cx="13121" cy="128925"/>
              </a:xfrm>
              <a:custGeom>
                <a:rect b="b" l="l" r="r" t="t"/>
                <a:pathLst>
                  <a:path extrusionOk="0" h="4962" w="505">
                    <a:moveTo>
                      <a:pt x="251" y="1"/>
                    </a:moveTo>
                    <a:cubicBezTo>
                      <a:pt x="113" y="1"/>
                      <a:pt x="0" y="113"/>
                      <a:pt x="0" y="251"/>
                    </a:cubicBezTo>
                    <a:lnTo>
                      <a:pt x="0" y="4711"/>
                    </a:lnTo>
                    <a:cubicBezTo>
                      <a:pt x="0" y="4850"/>
                      <a:pt x="113" y="4962"/>
                      <a:pt x="251" y="4962"/>
                    </a:cubicBezTo>
                    <a:cubicBezTo>
                      <a:pt x="392" y="4962"/>
                      <a:pt x="504" y="4850"/>
                      <a:pt x="504" y="4711"/>
                    </a:cubicBezTo>
                    <a:lnTo>
                      <a:pt x="504" y="251"/>
                    </a:lnTo>
                    <a:cubicBezTo>
                      <a:pt x="504" y="113"/>
                      <a:pt x="392"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26"/>
              <p:cNvSpPr/>
              <p:nvPr/>
            </p:nvSpPr>
            <p:spPr>
              <a:xfrm>
                <a:off x="8174770" y="2773027"/>
                <a:ext cx="54329" cy="60383"/>
              </a:xfrm>
              <a:custGeom>
                <a:rect b="b" l="l" r="r" t="t"/>
                <a:pathLst>
                  <a:path extrusionOk="0" h="2324" w="2091">
                    <a:moveTo>
                      <a:pt x="0" y="1"/>
                    </a:moveTo>
                    <a:lnTo>
                      <a:pt x="0" y="1487"/>
                    </a:lnTo>
                    <a:cubicBezTo>
                      <a:pt x="0" y="1950"/>
                      <a:pt x="374" y="2323"/>
                      <a:pt x="837" y="2323"/>
                    </a:cubicBezTo>
                    <a:lnTo>
                      <a:pt x="1688" y="2323"/>
                    </a:lnTo>
                    <a:lnTo>
                      <a:pt x="2091" y="1"/>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26"/>
              <p:cNvSpPr/>
              <p:nvPr/>
            </p:nvSpPr>
            <p:spPr>
              <a:xfrm>
                <a:off x="8167495" y="2717580"/>
                <a:ext cx="39753" cy="72387"/>
              </a:xfrm>
              <a:custGeom>
                <a:rect b="b" l="l" r="r" t="t"/>
                <a:pathLst>
                  <a:path extrusionOk="0" h="2786" w="1530">
                    <a:moveTo>
                      <a:pt x="837" y="0"/>
                    </a:moveTo>
                    <a:cubicBezTo>
                      <a:pt x="377" y="0"/>
                      <a:pt x="1" y="374"/>
                      <a:pt x="1" y="836"/>
                    </a:cubicBezTo>
                    <a:lnTo>
                      <a:pt x="1" y="1949"/>
                    </a:lnTo>
                    <a:cubicBezTo>
                      <a:pt x="1" y="2412"/>
                      <a:pt x="377" y="2785"/>
                      <a:pt x="837" y="2785"/>
                    </a:cubicBezTo>
                    <a:cubicBezTo>
                      <a:pt x="936" y="2785"/>
                      <a:pt x="1030" y="2769"/>
                      <a:pt x="1119" y="2738"/>
                    </a:cubicBezTo>
                    <a:lnTo>
                      <a:pt x="1529" y="2709"/>
                    </a:lnTo>
                    <a:lnTo>
                      <a:pt x="1529" y="141"/>
                    </a:lnTo>
                    <a:lnTo>
                      <a:pt x="1302" y="141"/>
                    </a:lnTo>
                    <a:cubicBezTo>
                      <a:pt x="1171" y="52"/>
                      <a:pt x="1009" y="0"/>
                      <a:pt x="837" y="0"/>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26"/>
              <p:cNvSpPr/>
              <p:nvPr/>
            </p:nvSpPr>
            <p:spPr>
              <a:xfrm>
                <a:off x="8196361" y="2717580"/>
                <a:ext cx="72595" cy="115830"/>
              </a:xfrm>
              <a:custGeom>
                <a:rect b="b" l="l" r="r" t="t"/>
                <a:pathLst>
                  <a:path extrusionOk="0" h="4458" w="2794">
                    <a:moveTo>
                      <a:pt x="578" y="0"/>
                    </a:moveTo>
                    <a:cubicBezTo>
                      <a:pt x="277" y="0"/>
                      <a:pt x="11" y="246"/>
                      <a:pt x="6" y="546"/>
                    </a:cubicBezTo>
                    <a:cubicBezTo>
                      <a:pt x="0" y="794"/>
                      <a:pt x="157" y="1006"/>
                      <a:pt x="377" y="1082"/>
                    </a:cubicBezTo>
                    <a:cubicBezTo>
                      <a:pt x="408" y="1092"/>
                      <a:pt x="408" y="1134"/>
                      <a:pt x="377" y="1147"/>
                    </a:cubicBezTo>
                    <a:cubicBezTo>
                      <a:pt x="160" y="1223"/>
                      <a:pt x="6" y="1429"/>
                      <a:pt x="6" y="1672"/>
                    </a:cubicBezTo>
                    <a:cubicBezTo>
                      <a:pt x="6" y="1915"/>
                      <a:pt x="160" y="2122"/>
                      <a:pt x="377" y="2197"/>
                    </a:cubicBezTo>
                    <a:cubicBezTo>
                      <a:pt x="408" y="2208"/>
                      <a:pt x="408" y="2250"/>
                      <a:pt x="377" y="2260"/>
                    </a:cubicBezTo>
                    <a:cubicBezTo>
                      <a:pt x="157" y="2338"/>
                      <a:pt x="0" y="2550"/>
                      <a:pt x="6" y="2796"/>
                    </a:cubicBezTo>
                    <a:cubicBezTo>
                      <a:pt x="11" y="3104"/>
                      <a:pt x="272" y="3344"/>
                      <a:pt x="578" y="3344"/>
                    </a:cubicBezTo>
                    <a:lnTo>
                      <a:pt x="580" y="3344"/>
                    </a:lnTo>
                    <a:cubicBezTo>
                      <a:pt x="599" y="3344"/>
                      <a:pt x="612" y="3357"/>
                      <a:pt x="612" y="3376"/>
                    </a:cubicBezTo>
                    <a:cubicBezTo>
                      <a:pt x="612" y="3386"/>
                      <a:pt x="604" y="3397"/>
                      <a:pt x="593" y="3402"/>
                    </a:cubicBezTo>
                    <a:cubicBezTo>
                      <a:pt x="403" y="3498"/>
                      <a:pt x="272" y="3700"/>
                      <a:pt x="285" y="3932"/>
                    </a:cubicBezTo>
                    <a:cubicBezTo>
                      <a:pt x="301" y="4230"/>
                      <a:pt x="557" y="4457"/>
                      <a:pt x="857" y="4457"/>
                    </a:cubicBezTo>
                    <a:lnTo>
                      <a:pt x="1678" y="4457"/>
                    </a:lnTo>
                    <a:cubicBezTo>
                      <a:pt x="2294" y="4457"/>
                      <a:pt x="2793" y="3958"/>
                      <a:pt x="2793" y="3344"/>
                    </a:cubicBezTo>
                    <a:lnTo>
                      <a:pt x="2793" y="1113"/>
                    </a:lnTo>
                    <a:cubicBezTo>
                      <a:pt x="2793" y="499"/>
                      <a:pt x="2294" y="0"/>
                      <a:pt x="1678" y="0"/>
                    </a:cubicBezTo>
                    <a:close/>
                  </a:path>
                </a:pathLst>
              </a:custGeom>
              <a:solidFill>
                <a:srgbClr val="FF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26"/>
              <p:cNvSpPr/>
              <p:nvPr/>
            </p:nvSpPr>
            <p:spPr>
              <a:xfrm>
                <a:off x="8196361" y="2717580"/>
                <a:ext cx="72595" cy="115830"/>
              </a:xfrm>
              <a:custGeom>
                <a:rect b="b" l="l" r="r" t="t"/>
                <a:pathLst>
                  <a:path extrusionOk="0" h="4458" w="2794">
                    <a:moveTo>
                      <a:pt x="578" y="0"/>
                    </a:moveTo>
                    <a:cubicBezTo>
                      <a:pt x="277" y="0"/>
                      <a:pt x="11" y="246"/>
                      <a:pt x="6" y="546"/>
                    </a:cubicBezTo>
                    <a:cubicBezTo>
                      <a:pt x="0" y="794"/>
                      <a:pt x="157" y="1006"/>
                      <a:pt x="377" y="1082"/>
                    </a:cubicBezTo>
                    <a:cubicBezTo>
                      <a:pt x="408" y="1092"/>
                      <a:pt x="408" y="1134"/>
                      <a:pt x="377" y="1147"/>
                    </a:cubicBezTo>
                    <a:cubicBezTo>
                      <a:pt x="160" y="1223"/>
                      <a:pt x="6" y="1429"/>
                      <a:pt x="6" y="1672"/>
                    </a:cubicBezTo>
                    <a:cubicBezTo>
                      <a:pt x="6" y="1915"/>
                      <a:pt x="160" y="2122"/>
                      <a:pt x="377" y="2197"/>
                    </a:cubicBezTo>
                    <a:cubicBezTo>
                      <a:pt x="408" y="2208"/>
                      <a:pt x="408" y="2250"/>
                      <a:pt x="377" y="2260"/>
                    </a:cubicBezTo>
                    <a:cubicBezTo>
                      <a:pt x="157" y="2338"/>
                      <a:pt x="0" y="2550"/>
                      <a:pt x="6" y="2796"/>
                    </a:cubicBezTo>
                    <a:cubicBezTo>
                      <a:pt x="11" y="3104"/>
                      <a:pt x="272" y="3344"/>
                      <a:pt x="578" y="3344"/>
                    </a:cubicBezTo>
                    <a:lnTo>
                      <a:pt x="580" y="3344"/>
                    </a:lnTo>
                    <a:cubicBezTo>
                      <a:pt x="599" y="3344"/>
                      <a:pt x="612" y="3357"/>
                      <a:pt x="612" y="3376"/>
                    </a:cubicBezTo>
                    <a:cubicBezTo>
                      <a:pt x="612" y="3386"/>
                      <a:pt x="604" y="3397"/>
                      <a:pt x="593" y="3402"/>
                    </a:cubicBezTo>
                    <a:cubicBezTo>
                      <a:pt x="403" y="3498"/>
                      <a:pt x="272" y="3700"/>
                      <a:pt x="285" y="3932"/>
                    </a:cubicBezTo>
                    <a:cubicBezTo>
                      <a:pt x="301" y="4230"/>
                      <a:pt x="557" y="4457"/>
                      <a:pt x="857" y="4457"/>
                    </a:cubicBezTo>
                    <a:lnTo>
                      <a:pt x="1678" y="4457"/>
                    </a:lnTo>
                    <a:cubicBezTo>
                      <a:pt x="2294" y="4457"/>
                      <a:pt x="2793" y="3958"/>
                      <a:pt x="2793" y="3344"/>
                    </a:cubicBezTo>
                    <a:lnTo>
                      <a:pt x="2793" y="1113"/>
                    </a:lnTo>
                    <a:cubicBezTo>
                      <a:pt x="2793" y="499"/>
                      <a:pt x="2294" y="0"/>
                      <a:pt x="1678" y="0"/>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26"/>
              <p:cNvSpPr/>
              <p:nvPr/>
            </p:nvSpPr>
            <p:spPr>
              <a:xfrm>
                <a:off x="8219849" y="2717580"/>
                <a:ext cx="49107" cy="115830"/>
              </a:xfrm>
              <a:custGeom>
                <a:rect b="b" l="l" r="r" t="t"/>
                <a:pathLst>
                  <a:path extrusionOk="0" h="4458" w="1890">
                    <a:moveTo>
                      <a:pt x="0" y="0"/>
                    </a:moveTo>
                    <a:cubicBezTo>
                      <a:pt x="614" y="0"/>
                      <a:pt x="1113" y="499"/>
                      <a:pt x="1113" y="1113"/>
                    </a:cubicBezTo>
                    <a:lnTo>
                      <a:pt x="1113" y="3344"/>
                    </a:lnTo>
                    <a:cubicBezTo>
                      <a:pt x="1113" y="3958"/>
                      <a:pt x="614" y="4457"/>
                      <a:pt x="0" y="4457"/>
                    </a:cubicBezTo>
                    <a:lnTo>
                      <a:pt x="774" y="4457"/>
                    </a:lnTo>
                    <a:cubicBezTo>
                      <a:pt x="1390" y="4457"/>
                      <a:pt x="1889" y="3958"/>
                      <a:pt x="1889" y="3344"/>
                    </a:cubicBezTo>
                    <a:lnTo>
                      <a:pt x="1889" y="1113"/>
                    </a:lnTo>
                    <a:cubicBezTo>
                      <a:pt x="1889" y="499"/>
                      <a:pt x="1390" y="0"/>
                      <a:pt x="774"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26"/>
              <p:cNvSpPr/>
              <p:nvPr/>
            </p:nvSpPr>
            <p:spPr>
              <a:xfrm>
                <a:off x="8182045" y="2833384"/>
                <a:ext cx="72387" cy="72439"/>
              </a:xfrm>
              <a:custGeom>
                <a:rect b="b" l="l" r="r" t="t"/>
                <a:pathLst>
                  <a:path extrusionOk="0" h="2788" w="2786">
                    <a:moveTo>
                      <a:pt x="261" y="0"/>
                    </a:moveTo>
                    <a:cubicBezTo>
                      <a:pt x="115" y="0"/>
                      <a:pt x="0" y="118"/>
                      <a:pt x="0" y="262"/>
                    </a:cubicBezTo>
                    <a:lnTo>
                      <a:pt x="0" y="862"/>
                    </a:lnTo>
                    <a:lnTo>
                      <a:pt x="162" y="1116"/>
                    </a:lnTo>
                    <a:lnTo>
                      <a:pt x="0" y="1369"/>
                    </a:lnTo>
                    <a:lnTo>
                      <a:pt x="0" y="2265"/>
                    </a:lnTo>
                    <a:cubicBezTo>
                      <a:pt x="0" y="2553"/>
                      <a:pt x="233" y="2788"/>
                      <a:pt x="523" y="2788"/>
                    </a:cubicBezTo>
                    <a:lnTo>
                      <a:pt x="2263" y="2788"/>
                    </a:lnTo>
                    <a:cubicBezTo>
                      <a:pt x="2553" y="2788"/>
                      <a:pt x="2785" y="2553"/>
                      <a:pt x="2785" y="2265"/>
                    </a:cubicBezTo>
                    <a:lnTo>
                      <a:pt x="2785" y="1369"/>
                    </a:lnTo>
                    <a:lnTo>
                      <a:pt x="2654" y="1116"/>
                    </a:lnTo>
                    <a:lnTo>
                      <a:pt x="2785" y="862"/>
                    </a:lnTo>
                    <a:lnTo>
                      <a:pt x="2785" y="262"/>
                    </a:lnTo>
                    <a:cubicBezTo>
                      <a:pt x="2785" y="118"/>
                      <a:pt x="2670" y="0"/>
                      <a:pt x="25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26"/>
              <p:cNvSpPr/>
              <p:nvPr/>
            </p:nvSpPr>
            <p:spPr>
              <a:xfrm>
                <a:off x="8198855" y="2739977"/>
                <a:ext cx="40429" cy="13121"/>
              </a:xfrm>
              <a:custGeom>
                <a:rect b="b" l="l" r="r" t="t"/>
                <a:pathLst>
                  <a:path extrusionOk="0" h="505" w="1556">
                    <a:moveTo>
                      <a:pt x="1" y="0"/>
                    </a:moveTo>
                    <a:cubicBezTo>
                      <a:pt x="66" y="102"/>
                      <a:pt x="166" y="181"/>
                      <a:pt x="281" y="220"/>
                    </a:cubicBezTo>
                    <a:cubicBezTo>
                      <a:pt x="312" y="230"/>
                      <a:pt x="312" y="272"/>
                      <a:pt x="281" y="285"/>
                    </a:cubicBezTo>
                    <a:cubicBezTo>
                      <a:pt x="166" y="324"/>
                      <a:pt x="66" y="403"/>
                      <a:pt x="1" y="505"/>
                    </a:cubicBezTo>
                    <a:lnTo>
                      <a:pt x="1302" y="505"/>
                    </a:lnTo>
                    <a:cubicBezTo>
                      <a:pt x="1443" y="505"/>
                      <a:pt x="1555" y="392"/>
                      <a:pt x="1555" y="251"/>
                    </a:cubicBezTo>
                    <a:cubicBezTo>
                      <a:pt x="1555" y="113"/>
                      <a:pt x="1443" y="0"/>
                      <a:pt x="130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26"/>
              <p:cNvSpPr/>
              <p:nvPr/>
            </p:nvSpPr>
            <p:spPr>
              <a:xfrm>
                <a:off x="8198855" y="2768895"/>
                <a:ext cx="40429" cy="13199"/>
              </a:xfrm>
              <a:custGeom>
                <a:rect b="b" l="l" r="r" t="t"/>
                <a:pathLst>
                  <a:path extrusionOk="0" h="508" w="1556">
                    <a:moveTo>
                      <a:pt x="1" y="0"/>
                    </a:moveTo>
                    <a:cubicBezTo>
                      <a:pt x="66" y="102"/>
                      <a:pt x="166" y="181"/>
                      <a:pt x="281" y="222"/>
                    </a:cubicBezTo>
                    <a:cubicBezTo>
                      <a:pt x="312" y="233"/>
                      <a:pt x="312" y="275"/>
                      <a:pt x="281" y="285"/>
                    </a:cubicBezTo>
                    <a:cubicBezTo>
                      <a:pt x="166" y="327"/>
                      <a:pt x="66" y="405"/>
                      <a:pt x="1" y="507"/>
                    </a:cubicBezTo>
                    <a:lnTo>
                      <a:pt x="1302" y="507"/>
                    </a:lnTo>
                    <a:cubicBezTo>
                      <a:pt x="1443" y="507"/>
                      <a:pt x="1555" y="392"/>
                      <a:pt x="1555" y="254"/>
                    </a:cubicBezTo>
                    <a:cubicBezTo>
                      <a:pt x="1555" y="115"/>
                      <a:pt x="1443" y="0"/>
                      <a:pt x="130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26"/>
              <p:cNvSpPr/>
              <p:nvPr/>
            </p:nvSpPr>
            <p:spPr>
              <a:xfrm>
                <a:off x="8198933" y="2797866"/>
                <a:ext cx="40351" cy="13147"/>
              </a:xfrm>
              <a:custGeom>
                <a:rect b="b" l="l" r="r" t="t"/>
                <a:pathLst>
                  <a:path extrusionOk="0" h="506" w="1553">
                    <a:moveTo>
                      <a:pt x="1" y="1"/>
                    </a:moveTo>
                    <a:cubicBezTo>
                      <a:pt x="105" y="155"/>
                      <a:pt x="283" y="254"/>
                      <a:pt x="479" y="254"/>
                    </a:cubicBezTo>
                    <a:lnTo>
                      <a:pt x="481" y="254"/>
                    </a:lnTo>
                    <a:cubicBezTo>
                      <a:pt x="500" y="254"/>
                      <a:pt x="513" y="267"/>
                      <a:pt x="513" y="286"/>
                    </a:cubicBezTo>
                    <a:cubicBezTo>
                      <a:pt x="513" y="296"/>
                      <a:pt x="505" y="307"/>
                      <a:pt x="494" y="312"/>
                    </a:cubicBezTo>
                    <a:cubicBezTo>
                      <a:pt x="406" y="356"/>
                      <a:pt x="330" y="424"/>
                      <a:pt x="278" y="505"/>
                    </a:cubicBezTo>
                    <a:lnTo>
                      <a:pt x="1299" y="505"/>
                    </a:lnTo>
                    <a:cubicBezTo>
                      <a:pt x="1440" y="505"/>
                      <a:pt x="1552" y="393"/>
                      <a:pt x="1552" y="254"/>
                    </a:cubicBezTo>
                    <a:cubicBezTo>
                      <a:pt x="1552" y="113"/>
                      <a:pt x="1440" y="1"/>
                      <a:pt x="1299"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26"/>
              <p:cNvSpPr/>
              <p:nvPr/>
            </p:nvSpPr>
            <p:spPr>
              <a:xfrm>
                <a:off x="8220317" y="2833384"/>
                <a:ext cx="34115" cy="72439"/>
              </a:xfrm>
              <a:custGeom>
                <a:rect b="b" l="l" r="r" t="t"/>
                <a:pathLst>
                  <a:path extrusionOk="0" h="2788" w="1313">
                    <a:moveTo>
                      <a:pt x="270" y="0"/>
                    </a:moveTo>
                    <a:cubicBezTo>
                      <a:pt x="419" y="0"/>
                      <a:pt x="539" y="120"/>
                      <a:pt x="539" y="269"/>
                    </a:cubicBezTo>
                    <a:lnTo>
                      <a:pt x="539" y="2250"/>
                    </a:lnTo>
                    <a:cubicBezTo>
                      <a:pt x="539" y="2548"/>
                      <a:pt x="298" y="2788"/>
                      <a:pt x="1" y="2788"/>
                    </a:cubicBezTo>
                    <a:lnTo>
                      <a:pt x="774" y="2788"/>
                    </a:lnTo>
                    <a:cubicBezTo>
                      <a:pt x="1072" y="2788"/>
                      <a:pt x="1312" y="2548"/>
                      <a:pt x="1312" y="2250"/>
                    </a:cubicBezTo>
                    <a:lnTo>
                      <a:pt x="1312" y="1369"/>
                    </a:lnTo>
                    <a:lnTo>
                      <a:pt x="1181" y="1116"/>
                    </a:lnTo>
                    <a:lnTo>
                      <a:pt x="1312" y="862"/>
                    </a:lnTo>
                    <a:lnTo>
                      <a:pt x="1312" y="269"/>
                    </a:lnTo>
                    <a:cubicBezTo>
                      <a:pt x="1312" y="120"/>
                      <a:pt x="1192" y="0"/>
                      <a:pt x="10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26"/>
              <p:cNvSpPr/>
              <p:nvPr/>
            </p:nvSpPr>
            <p:spPr>
              <a:xfrm>
                <a:off x="8182045" y="2855781"/>
                <a:ext cx="72387" cy="13199"/>
              </a:xfrm>
              <a:custGeom>
                <a:rect b="b" l="l" r="r" t="t"/>
                <a:pathLst>
                  <a:path extrusionOk="0" h="508" w="2786">
                    <a:moveTo>
                      <a:pt x="0" y="0"/>
                    </a:moveTo>
                    <a:lnTo>
                      <a:pt x="0" y="507"/>
                    </a:lnTo>
                    <a:lnTo>
                      <a:pt x="2785" y="507"/>
                    </a:lnTo>
                    <a:lnTo>
                      <a:pt x="278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26"/>
              <p:cNvSpPr/>
              <p:nvPr/>
            </p:nvSpPr>
            <p:spPr>
              <a:xfrm>
                <a:off x="8001674" y="2537209"/>
                <a:ext cx="129003" cy="27645"/>
              </a:xfrm>
              <a:custGeom>
                <a:rect b="b" l="l" r="r" t="t"/>
                <a:pathLst>
                  <a:path extrusionOk="0" h="1064" w="4965">
                    <a:moveTo>
                      <a:pt x="254" y="0"/>
                    </a:moveTo>
                    <a:cubicBezTo>
                      <a:pt x="113" y="0"/>
                      <a:pt x="0" y="113"/>
                      <a:pt x="0" y="254"/>
                    </a:cubicBezTo>
                    <a:cubicBezTo>
                      <a:pt x="0" y="701"/>
                      <a:pt x="363" y="1064"/>
                      <a:pt x="810" y="1064"/>
                    </a:cubicBezTo>
                    <a:lnTo>
                      <a:pt x="4154" y="1064"/>
                    </a:lnTo>
                    <a:cubicBezTo>
                      <a:pt x="4601" y="1064"/>
                      <a:pt x="4964" y="701"/>
                      <a:pt x="4964" y="254"/>
                    </a:cubicBezTo>
                    <a:cubicBezTo>
                      <a:pt x="4964" y="113"/>
                      <a:pt x="4852" y="0"/>
                      <a:pt x="4711" y="0"/>
                    </a:cubicBezTo>
                    <a:cubicBezTo>
                      <a:pt x="4572" y="0"/>
                      <a:pt x="4460" y="113"/>
                      <a:pt x="4460" y="254"/>
                    </a:cubicBezTo>
                    <a:cubicBezTo>
                      <a:pt x="4460" y="421"/>
                      <a:pt x="4322" y="559"/>
                      <a:pt x="4154" y="559"/>
                    </a:cubicBezTo>
                    <a:lnTo>
                      <a:pt x="810" y="559"/>
                    </a:lnTo>
                    <a:cubicBezTo>
                      <a:pt x="643" y="559"/>
                      <a:pt x="504" y="421"/>
                      <a:pt x="504" y="254"/>
                    </a:cubicBezTo>
                    <a:cubicBezTo>
                      <a:pt x="504" y="113"/>
                      <a:pt x="392"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26"/>
              <p:cNvSpPr/>
              <p:nvPr/>
            </p:nvSpPr>
            <p:spPr>
              <a:xfrm>
                <a:off x="7993724" y="2594423"/>
                <a:ext cx="57993" cy="36272"/>
              </a:xfrm>
              <a:custGeom>
                <a:rect b="b" l="l" r="r" t="t"/>
                <a:pathLst>
                  <a:path extrusionOk="0" h="1396" w="2232">
                    <a:moveTo>
                      <a:pt x="280" y="1"/>
                    </a:moveTo>
                    <a:cubicBezTo>
                      <a:pt x="126" y="1"/>
                      <a:pt x="1" y="126"/>
                      <a:pt x="1" y="280"/>
                    </a:cubicBezTo>
                    <a:lnTo>
                      <a:pt x="1" y="837"/>
                    </a:lnTo>
                    <a:cubicBezTo>
                      <a:pt x="1" y="1145"/>
                      <a:pt x="251" y="1396"/>
                      <a:pt x="560" y="1396"/>
                    </a:cubicBezTo>
                    <a:lnTo>
                      <a:pt x="1673" y="1396"/>
                    </a:lnTo>
                    <a:cubicBezTo>
                      <a:pt x="1981" y="1396"/>
                      <a:pt x="2232" y="1145"/>
                      <a:pt x="2232" y="837"/>
                    </a:cubicBezTo>
                    <a:lnTo>
                      <a:pt x="2232" y="280"/>
                    </a:lnTo>
                    <a:cubicBezTo>
                      <a:pt x="2232" y="126"/>
                      <a:pt x="2106" y="1"/>
                      <a:pt x="19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26"/>
              <p:cNvSpPr/>
              <p:nvPr/>
            </p:nvSpPr>
            <p:spPr>
              <a:xfrm>
                <a:off x="8017680" y="2594423"/>
                <a:ext cx="34037" cy="36272"/>
              </a:xfrm>
              <a:custGeom>
                <a:rect b="b" l="l" r="r" t="t"/>
                <a:pathLst>
                  <a:path extrusionOk="0" h="1396" w="1310">
                    <a:moveTo>
                      <a:pt x="278" y="1"/>
                    </a:moveTo>
                    <a:cubicBezTo>
                      <a:pt x="432" y="1"/>
                      <a:pt x="557" y="126"/>
                      <a:pt x="557" y="280"/>
                    </a:cubicBezTo>
                    <a:lnTo>
                      <a:pt x="557" y="837"/>
                    </a:lnTo>
                    <a:cubicBezTo>
                      <a:pt x="557" y="1145"/>
                      <a:pt x="309" y="1396"/>
                      <a:pt x="1" y="1396"/>
                    </a:cubicBezTo>
                    <a:lnTo>
                      <a:pt x="751" y="1396"/>
                    </a:lnTo>
                    <a:cubicBezTo>
                      <a:pt x="1059" y="1396"/>
                      <a:pt x="1310" y="1145"/>
                      <a:pt x="1310" y="837"/>
                    </a:cubicBezTo>
                    <a:lnTo>
                      <a:pt x="1310" y="280"/>
                    </a:lnTo>
                    <a:cubicBezTo>
                      <a:pt x="1310" y="126"/>
                      <a:pt x="1184" y="1"/>
                      <a:pt x="1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26"/>
              <p:cNvSpPr/>
              <p:nvPr/>
            </p:nvSpPr>
            <p:spPr>
              <a:xfrm>
                <a:off x="8080609" y="2594423"/>
                <a:ext cx="57993" cy="36272"/>
              </a:xfrm>
              <a:custGeom>
                <a:rect b="b" l="l" r="r" t="t"/>
                <a:pathLst>
                  <a:path extrusionOk="0" h="1396" w="2232">
                    <a:moveTo>
                      <a:pt x="280" y="1"/>
                    </a:moveTo>
                    <a:cubicBezTo>
                      <a:pt x="126" y="1"/>
                      <a:pt x="1" y="126"/>
                      <a:pt x="1" y="280"/>
                    </a:cubicBezTo>
                    <a:lnTo>
                      <a:pt x="1" y="837"/>
                    </a:lnTo>
                    <a:cubicBezTo>
                      <a:pt x="1" y="1145"/>
                      <a:pt x="252" y="1396"/>
                      <a:pt x="560" y="1396"/>
                    </a:cubicBezTo>
                    <a:lnTo>
                      <a:pt x="1673" y="1396"/>
                    </a:lnTo>
                    <a:cubicBezTo>
                      <a:pt x="1981" y="1396"/>
                      <a:pt x="2232" y="1145"/>
                      <a:pt x="2232" y="837"/>
                    </a:cubicBezTo>
                    <a:lnTo>
                      <a:pt x="2232" y="280"/>
                    </a:lnTo>
                    <a:cubicBezTo>
                      <a:pt x="2232" y="126"/>
                      <a:pt x="2107" y="1"/>
                      <a:pt x="19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26"/>
              <p:cNvSpPr/>
              <p:nvPr/>
            </p:nvSpPr>
            <p:spPr>
              <a:xfrm>
                <a:off x="8104565" y="2594423"/>
                <a:ext cx="34037" cy="36272"/>
              </a:xfrm>
              <a:custGeom>
                <a:rect b="b" l="l" r="r" t="t"/>
                <a:pathLst>
                  <a:path extrusionOk="0" h="1396" w="1310">
                    <a:moveTo>
                      <a:pt x="278" y="1"/>
                    </a:moveTo>
                    <a:cubicBezTo>
                      <a:pt x="432" y="1"/>
                      <a:pt x="557" y="126"/>
                      <a:pt x="557" y="280"/>
                    </a:cubicBezTo>
                    <a:lnTo>
                      <a:pt x="557" y="837"/>
                    </a:lnTo>
                    <a:cubicBezTo>
                      <a:pt x="557" y="1145"/>
                      <a:pt x="309" y="1396"/>
                      <a:pt x="1" y="1396"/>
                    </a:cubicBezTo>
                    <a:lnTo>
                      <a:pt x="751" y="1396"/>
                    </a:lnTo>
                    <a:cubicBezTo>
                      <a:pt x="1059" y="1396"/>
                      <a:pt x="1310" y="1145"/>
                      <a:pt x="1310" y="837"/>
                    </a:cubicBezTo>
                    <a:lnTo>
                      <a:pt x="1310" y="280"/>
                    </a:lnTo>
                    <a:cubicBezTo>
                      <a:pt x="1310" y="126"/>
                      <a:pt x="1185" y="1"/>
                      <a:pt x="1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74" name="Google Shape;11174;p126"/>
          <p:cNvGrpSpPr/>
          <p:nvPr/>
        </p:nvGrpSpPr>
        <p:grpSpPr>
          <a:xfrm>
            <a:off x="860592" y="3138315"/>
            <a:ext cx="434453" cy="412056"/>
            <a:chOff x="860592" y="3138315"/>
            <a:chExt cx="434453" cy="412056"/>
          </a:xfrm>
        </p:grpSpPr>
        <p:sp>
          <p:nvSpPr>
            <p:cNvPr id="11175" name="Google Shape;11175;p126"/>
            <p:cNvSpPr/>
            <p:nvPr/>
          </p:nvSpPr>
          <p:spPr>
            <a:xfrm>
              <a:off x="1193688" y="3399439"/>
              <a:ext cx="43469" cy="41442"/>
            </a:xfrm>
            <a:custGeom>
              <a:rect b="b" l="l" r="r" t="t"/>
              <a:pathLst>
                <a:path extrusionOk="0" h="1595" w="1673">
                  <a:moveTo>
                    <a:pt x="0" y="1"/>
                  </a:moveTo>
                  <a:lnTo>
                    <a:pt x="0" y="1080"/>
                  </a:lnTo>
                  <a:cubicBezTo>
                    <a:pt x="0" y="1229"/>
                    <a:pt x="120" y="1349"/>
                    <a:pt x="269" y="1349"/>
                  </a:cubicBezTo>
                  <a:lnTo>
                    <a:pt x="269" y="1595"/>
                  </a:lnTo>
                  <a:lnTo>
                    <a:pt x="1403" y="1595"/>
                  </a:lnTo>
                  <a:lnTo>
                    <a:pt x="1403" y="1349"/>
                  </a:lnTo>
                  <a:cubicBezTo>
                    <a:pt x="1552" y="1349"/>
                    <a:pt x="1672" y="1229"/>
                    <a:pt x="1672" y="1080"/>
                  </a:cubicBezTo>
                  <a:lnTo>
                    <a:pt x="16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26"/>
            <p:cNvSpPr/>
            <p:nvPr/>
          </p:nvSpPr>
          <p:spPr>
            <a:xfrm>
              <a:off x="1209979" y="3399439"/>
              <a:ext cx="27178" cy="41442"/>
            </a:xfrm>
            <a:custGeom>
              <a:rect b="b" l="l" r="r" t="t"/>
              <a:pathLst>
                <a:path extrusionOk="0" h="1595" w="1046">
                  <a:moveTo>
                    <a:pt x="272" y="1"/>
                  </a:moveTo>
                  <a:lnTo>
                    <a:pt x="272" y="1080"/>
                  </a:lnTo>
                  <a:cubicBezTo>
                    <a:pt x="272" y="1229"/>
                    <a:pt x="149" y="1349"/>
                    <a:pt x="0" y="1349"/>
                  </a:cubicBezTo>
                  <a:lnTo>
                    <a:pt x="0" y="1595"/>
                  </a:lnTo>
                  <a:lnTo>
                    <a:pt x="776" y="1595"/>
                  </a:lnTo>
                  <a:lnTo>
                    <a:pt x="776" y="1349"/>
                  </a:lnTo>
                  <a:cubicBezTo>
                    <a:pt x="925" y="1349"/>
                    <a:pt x="1045" y="1229"/>
                    <a:pt x="1045" y="1080"/>
                  </a:cubicBezTo>
                  <a:lnTo>
                    <a:pt x="10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26"/>
            <p:cNvSpPr/>
            <p:nvPr/>
          </p:nvSpPr>
          <p:spPr>
            <a:xfrm>
              <a:off x="918481" y="3399439"/>
              <a:ext cx="43469" cy="41442"/>
            </a:xfrm>
            <a:custGeom>
              <a:rect b="b" l="l" r="r" t="t"/>
              <a:pathLst>
                <a:path extrusionOk="0" h="1595" w="1673">
                  <a:moveTo>
                    <a:pt x="1" y="1"/>
                  </a:moveTo>
                  <a:lnTo>
                    <a:pt x="1" y="1080"/>
                  </a:lnTo>
                  <a:cubicBezTo>
                    <a:pt x="1" y="1229"/>
                    <a:pt x="121" y="1349"/>
                    <a:pt x="270" y="1349"/>
                  </a:cubicBezTo>
                  <a:lnTo>
                    <a:pt x="270" y="1595"/>
                  </a:lnTo>
                  <a:lnTo>
                    <a:pt x="1404" y="1595"/>
                  </a:lnTo>
                  <a:lnTo>
                    <a:pt x="1404" y="1349"/>
                  </a:lnTo>
                  <a:cubicBezTo>
                    <a:pt x="1552" y="1349"/>
                    <a:pt x="1673" y="1229"/>
                    <a:pt x="1673" y="1080"/>
                  </a:cubicBezTo>
                  <a:lnTo>
                    <a:pt x="16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26"/>
            <p:cNvSpPr/>
            <p:nvPr/>
          </p:nvSpPr>
          <p:spPr>
            <a:xfrm>
              <a:off x="934850" y="3399439"/>
              <a:ext cx="27100" cy="41442"/>
            </a:xfrm>
            <a:custGeom>
              <a:rect b="b" l="l" r="r" t="t"/>
              <a:pathLst>
                <a:path extrusionOk="0" h="1595" w="1043">
                  <a:moveTo>
                    <a:pt x="269" y="1"/>
                  </a:moveTo>
                  <a:lnTo>
                    <a:pt x="269" y="1080"/>
                  </a:lnTo>
                  <a:cubicBezTo>
                    <a:pt x="269" y="1229"/>
                    <a:pt x="149" y="1349"/>
                    <a:pt x="0" y="1349"/>
                  </a:cubicBezTo>
                  <a:lnTo>
                    <a:pt x="0" y="1595"/>
                  </a:lnTo>
                  <a:lnTo>
                    <a:pt x="774" y="1595"/>
                  </a:lnTo>
                  <a:lnTo>
                    <a:pt x="774" y="1349"/>
                  </a:lnTo>
                  <a:cubicBezTo>
                    <a:pt x="922" y="1349"/>
                    <a:pt x="1043" y="1229"/>
                    <a:pt x="1043" y="1080"/>
                  </a:cubicBezTo>
                  <a:lnTo>
                    <a:pt x="1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26"/>
            <p:cNvSpPr/>
            <p:nvPr/>
          </p:nvSpPr>
          <p:spPr>
            <a:xfrm>
              <a:off x="875038" y="3260692"/>
              <a:ext cx="405561" cy="128457"/>
            </a:xfrm>
            <a:custGeom>
              <a:rect b="b" l="l" r="r" t="t"/>
              <a:pathLst>
                <a:path extrusionOk="0" h="4944" w="15609">
                  <a:moveTo>
                    <a:pt x="560" y="1"/>
                  </a:moveTo>
                  <a:cubicBezTo>
                    <a:pt x="251" y="1"/>
                    <a:pt x="0" y="252"/>
                    <a:pt x="0" y="560"/>
                  </a:cubicBezTo>
                  <a:lnTo>
                    <a:pt x="0" y="4460"/>
                  </a:lnTo>
                  <a:lnTo>
                    <a:pt x="7804" y="4944"/>
                  </a:lnTo>
                  <a:lnTo>
                    <a:pt x="15608" y="4460"/>
                  </a:lnTo>
                  <a:lnTo>
                    <a:pt x="15608" y="560"/>
                  </a:lnTo>
                  <a:cubicBezTo>
                    <a:pt x="15608" y="252"/>
                    <a:pt x="15358" y="1"/>
                    <a:pt x="15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26"/>
            <p:cNvSpPr/>
            <p:nvPr/>
          </p:nvSpPr>
          <p:spPr>
            <a:xfrm>
              <a:off x="904035" y="3289689"/>
              <a:ext cx="28996" cy="57915"/>
            </a:xfrm>
            <a:custGeom>
              <a:rect b="b" l="l" r="r" t="t"/>
              <a:pathLst>
                <a:path extrusionOk="0" h="2229" w="1116">
                  <a:moveTo>
                    <a:pt x="261" y="0"/>
                  </a:moveTo>
                  <a:cubicBezTo>
                    <a:pt x="118" y="0"/>
                    <a:pt x="0" y="118"/>
                    <a:pt x="0" y="262"/>
                  </a:cubicBezTo>
                  <a:lnTo>
                    <a:pt x="0" y="1968"/>
                  </a:lnTo>
                  <a:cubicBezTo>
                    <a:pt x="0" y="2114"/>
                    <a:pt x="118" y="2229"/>
                    <a:pt x="261" y="2229"/>
                  </a:cubicBezTo>
                  <a:lnTo>
                    <a:pt x="854" y="2229"/>
                  </a:lnTo>
                  <a:cubicBezTo>
                    <a:pt x="998" y="2229"/>
                    <a:pt x="1116" y="2114"/>
                    <a:pt x="1116" y="1968"/>
                  </a:cubicBezTo>
                  <a:lnTo>
                    <a:pt x="1116" y="262"/>
                  </a:lnTo>
                  <a:cubicBezTo>
                    <a:pt x="1116" y="118"/>
                    <a:pt x="998" y="0"/>
                    <a:pt x="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26"/>
            <p:cNvSpPr/>
            <p:nvPr/>
          </p:nvSpPr>
          <p:spPr>
            <a:xfrm>
              <a:off x="961924" y="3289689"/>
              <a:ext cx="29022" cy="57915"/>
            </a:xfrm>
            <a:custGeom>
              <a:rect b="b" l="l" r="r" t="t"/>
              <a:pathLst>
                <a:path extrusionOk="0" h="2229" w="1117">
                  <a:moveTo>
                    <a:pt x="262" y="0"/>
                  </a:moveTo>
                  <a:cubicBezTo>
                    <a:pt x="118" y="0"/>
                    <a:pt x="1" y="118"/>
                    <a:pt x="1" y="262"/>
                  </a:cubicBezTo>
                  <a:lnTo>
                    <a:pt x="1" y="1968"/>
                  </a:lnTo>
                  <a:cubicBezTo>
                    <a:pt x="1" y="2114"/>
                    <a:pt x="118" y="2229"/>
                    <a:pt x="262" y="2229"/>
                  </a:cubicBezTo>
                  <a:lnTo>
                    <a:pt x="855" y="2229"/>
                  </a:lnTo>
                  <a:cubicBezTo>
                    <a:pt x="999" y="2229"/>
                    <a:pt x="1116" y="2114"/>
                    <a:pt x="1116" y="1968"/>
                  </a:cubicBezTo>
                  <a:lnTo>
                    <a:pt x="1116" y="262"/>
                  </a:lnTo>
                  <a:cubicBezTo>
                    <a:pt x="1116" y="118"/>
                    <a:pt x="999" y="0"/>
                    <a:pt x="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26"/>
            <p:cNvSpPr/>
            <p:nvPr/>
          </p:nvSpPr>
          <p:spPr>
            <a:xfrm>
              <a:off x="1013317" y="3326532"/>
              <a:ext cx="13121" cy="27671"/>
            </a:xfrm>
            <a:custGeom>
              <a:rect b="b" l="l" r="r" t="t"/>
              <a:pathLst>
                <a:path extrusionOk="0" h="1065" w="505">
                  <a:moveTo>
                    <a:pt x="254" y="1"/>
                  </a:moveTo>
                  <a:cubicBezTo>
                    <a:pt x="113" y="1"/>
                    <a:pt x="0" y="116"/>
                    <a:pt x="0" y="254"/>
                  </a:cubicBezTo>
                  <a:lnTo>
                    <a:pt x="0" y="811"/>
                  </a:lnTo>
                  <a:cubicBezTo>
                    <a:pt x="0" y="952"/>
                    <a:pt x="113" y="1064"/>
                    <a:pt x="254" y="1064"/>
                  </a:cubicBezTo>
                  <a:cubicBezTo>
                    <a:pt x="392" y="1064"/>
                    <a:pt x="505" y="952"/>
                    <a:pt x="505" y="811"/>
                  </a:cubicBezTo>
                  <a:lnTo>
                    <a:pt x="505" y="254"/>
                  </a:lnTo>
                  <a:cubicBezTo>
                    <a:pt x="505" y="116"/>
                    <a:pt x="392" y="1"/>
                    <a:pt x="2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26"/>
            <p:cNvSpPr/>
            <p:nvPr/>
          </p:nvSpPr>
          <p:spPr>
            <a:xfrm>
              <a:off x="1042314" y="3326532"/>
              <a:ext cx="13121" cy="27671"/>
            </a:xfrm>
            <a:custGeom>
              <a:rect b="b" l="l" r="r" t="t"/>
              <a:pathLst>
                <a:path extrusionOk="0" h="1065" w="505">
                  <a:moveTo>
                    <a:pt x="251" y="1"/>
                  </a:moveTo>
                  <a:cubicBezTo>
                    <a:pt x="112" y="1"/>
                    <a:pt x="0" y="116"/>
                    <a:pt x="0" y="254"/>
                  </a:cubicBezTo>
                  <a:lnTo>
                    <a:pt x="0" y="811"/>
                  </a:lnTo>
                  <a:cubicBezTo>
                    <a:pt x="0" y="952"/>
                    <a:pt x="112" y="1064"/>
                    <a:pt x="251" y="1064"/>
                  </a:cubicBezTo>
                  <a:cubicBezTo>
                    <a:pt x="392" y="1064"/>
                    <a:pt x="504" y="952"/>
                    <a:pt x="504" y="811"/>
                  </a:cubicBezTo>
                  <a:lnTo>
                    <a:pt x="504" y="254"/>
                  </a:lnTo>
                  <a:cubicBezTo>
                    <a:pt x="504" y="116"/>
                    <a:pt x="392"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26"/>
            <p:cNvSpPr/>
            <p:nvPr/>
          </p:nvSpPr>
          <p:spPr>
            <a:xfrm>
              <a:off x="1071232" y="3326532"/>
              <a:ext cx="13173" cy="27671"/>
            </a:xfrm>
            <a:custGeom>
              <a:rect b="b" l="l" r="r" t="t"/>
              <a:pathLst>
                <a:path extrusionOk="0" h="1065" w="507">
                  <a:moveTo>
                    <a:pt x="253" y="1"/>
                  </a:moveTo>
                  <a:cubicBezTo>
                    <a:pt x="115" y="1"/>
                    <a:pt x="0" y="116"/>
                    <a:pt x="0" y="254"/>
                  </a:cubicBezTo>
                  <a:lnTo>
                    <a:pt x="0" y="811"/>
                  </a:lnTo>
                  <a:cubicBezTo>
                    <a:pt x="0" y="952"/>
                    <a:pt x="115" y="1064"/>
                    <a:pt x="253" y="1064"/>
                  </a:cubicBezTo>
                  <a:cubicBezTo>
                    <a:pt x="392" y="1064"/>
                    <a:pt x="507" y="952"/>
                    <a:pt x="507" y="811"/>
                  </a:cubicBezTo>
                  <a:lnTo>
                    <a:pt x="507" y="254"/>
                  </a:lnTo>
                  <a:cubicBezTo>
                    <a:pt x="507" y="116"/>
                    <a:pt x="392" y="1"/>
                    <a:pt x="2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26"/>
            <p:cNvSpPr/>
            <p:nvPr/>
          </p:nvSpPr>
          <p:spPr>
            <a:xfrm>
              <a:off x="1067750" y="3260692"/>
              <a:ext cx="212849" cy="128457"/>
            </a:xfrm>
            <a:custGeom>
              <a:rect b="b" l="l" r="r" t="t"/>
              <a:pathLst>
                <a:path extrusionOk="0" h="4944" w="8192">
                  <a:moveTo>
                    <a:pt x="6859" y="1"/>
                  </a:moveTo>
                  <a:cubicBezTo>
                    <a:pt x="7167" y="1"/>
                    <a:pt x="7418" y="252"/>
                    <a:pt x="7418" y="560"/>
                  </a:cubicBezTo>
                  <a:lnTo>
                    <a:pt x="7418" y="4460"/>
                  </a:lnTo>
                  <a:lnTo>
                    <a:pt x="1" y="4920"/>
                  </a:lnTo>
                  <a:lnTo>
                    <a:pt x="387" y="4944"/>
                  </a:lnTo>
                  <a:lnTo>
                    <a:pt x="8191" y="4460"/>
                  </a:lnTo>
                  <a:lnTo>
                    <a:pt x="8191" y="560"/>
                  </a:lnTo>
                  <a:cubicBezTo>
                    <a:pt x="8191" y="252"/>
                    <a:pt x="7941" y="1"/>
                    <a:pt x="7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26"/>
            <p:cNvSpPr/>
            <p:nvPr/>
          </p:nvSpPr>
          <p:spPr>
            <a:xfrm>
              <a:off x="875038" y="3376574"/>
              <a:ext cx="405561" cy="29022"/>
            </a:xfrm>
            <a:custGeom>
              <a:rect b="b" l="l" r="r" t="t"/>
              <a:pathLst>
                <a:path extrusionOk="0" h="1117" w="15609">
                  <a:moveTo>
                    <a:pt x="0" y="0"/>
                  </a:moveTo>
                  <a:lnTo>
                    <a:pt x="0" y="557"/>
                  </a:lnTo>
                  <a:cubicBezTo>
                    <a:pt x="0" y="865"/>
                    <a:pt x="251" y="1116"/>
                    <a:pt x="560" y="1116"/>
                  </a:cubicBezTo>
                  <a:lnTo>
                    <a:pt x="15049" y="1116"/>
                  </a:lnTo>
                  <a:cubicBezTo>
                    <a:pt x="15358" y="1116"/>
                    <a:pt x="15608" y="865"/>
                    <a:pt x="15608" y="557"/>
                  </a:cubicBezTo>
                  <a:lnTo>
                    <a:pt x="1560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26"/>
            <p:cNvSpPr/>
            <p:nvPr/>
          </p:nvSpPr>
          <p:spPr>
            <a:xfrm>
              <a:off x="1245938" y="3376574"/>
              <a:ext cx="34661" cy="29022"/>
            </a:xfrm>
            <a:custGeom>
              <a:rect b="b" l="l" r="r" t="t"/>
              <a:pathLst>
                <a:path extrusionOk="0" h="1117" w="1334">
                  <a:moveTo>
                    <a:pt x="557" y="0"/>
                  </a:moveTo>
                  <a:lnTo>
                    <a:pt x="557" y="557"/>
                  </a:lnTo>
                  <a:cubicBezTo>
                    <a:pt x="557" y="865"/>
                    <a:pt x="309" y="1116"/>
                    <a:pt x="1" y="1116"/>
                  </a:cubicBezTo>
                  <a:lnTo>
                    <a:pt x="774" y="1116"/>
                  </a:lnTo>
                  <a:cubicBezTo>
                    <a:pt x="1083" y="1116"/>
                    <a:pt x="1333" y="865"/>
                    <a:pt x="1333" y="557"/>
                  </a:cubicBezTo>
                  <a:lnTo>
                    <a:pt x="13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26"/>
            <p:cNvSpPr/>
            <p:nvPr/>
          </p:nvSpPr>
          <p:spPr>
            <a:xfrm>
              <a:off x="966419" y="3289689"/>
              <a:ext cx="24527" cy="57915"/>
            </a:xfrm>
            <a:custGeom>
              <a:rect b="b" l="l" r="r" t="t"/>
              <a:pathLst>
                <a:path extrusionOk="0" h="2229" w="944">
                  <a:moveTo>
                    <a:pt x="97" y="0"/>
                  </a:moveTo>
                  <a:cubicBezTo>
                    <a:pt x="63" y="0"/>
                    <a:pt x="29" y="8"/>
                    <a:pt x="0" y="19"/>
                  </a:cubicBezTo>
                  <a:cubicBezTo>
                    <a:pt x="99" y="58"/>
                    <a:pt x="170" y="154"/>
                    <a:pt x="170" y="269"/>
                  </a:cubicBezTo>
                  <a:lnTo>
                    <a:pt x="170" y="1960"/>
                  </a:lnTo>
                  <a:cubicBezTo>
                    <a:pt x="170" y="2075"/>
                    <a:pt x="99" y="2171"/>
                    <a:pt x="0" y="2211"/>
                  </a:cubicBezTo>
                  <a:cubicBezTo>
                    <a:pt x="29" y="2224"/>
                    <a:pt x="63" y="2229"/>
                    <a:pt x="97" y="2229"/>
                  </a:cubicBezTo>
                  <a:lnTo>
                    <a:pt x="674" y="2229"/>
                  </a:lnTo>
                  <a:cubicBezTo>
                    <a:pt x="823" y="2229"/>
                    <a:pt x="943" y="2109"/>
                    <a:pt x="943" y="1960"/>
                  </a:cubicBezTo>
                  <a:lnTo>
                    <a:pt x="943" y="269"/>
                  </a:lnTo>
                  <a:cubicBezTo>
                    <a:pt x="943" y="120"/>
                    <a:pt x="823"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26"/>
            <p:cNvSpPr/>
            <p:nvPr/>
          </p:nvSpPr>
          <p:spPr>
            <a:xfrm>
              <a:off x="908426" y="3289689"/>
              <a:ext cx="24605" cy="57915"/>
            </a:xfrm>
            <a:custGeom>
              <a:rect b="b" l="l" r="r" t="t"/>
              <a:pathLst>
                <a:path extrusionOk="0" h="2229" w="947">
                  <a:moveTo>
                    <a:pt x="100" y="0"/>
                  </a:moveTo>
                  <a:cubicBezTo>
                    <a:pt x="66" y="0"/>
                    <a:pt x="32" y="8"/>
                    <a:pt x="1" y="19"/>
                  </a:cubicBezTo>
                  <a:cubicBezTo>
                    <a:pt x="100" y="58"/>
                    <a:pt x="171" y="154"/>
                    <a:pt x="171" y="269"/>
                  </a:cubicBezTo>
                  <a:lnTo>
                    <a:pt x="171" y="1960"/>
                  </a:lnTo>
                  <a:cubicBezTo>
                    <a:pt x="171" y="2075"/>
                    <a:pt x="100" y="2171"/>
                    <a:pt x="1" y="2211"/>
                  </a:cubicBezTo>
                  <a:cubicBezTo>
                    <a:pt x="32" y="2224"/>
                    <a:pt x="66" y="2229"/>
                    <a:pt x="100" y="2229"/>
                  </a:cubicBezTo>
                  <a:lnTo>
                    <a:pt x="678" y="2229"/>
                  </a:lnTo>
                  <a:cubicBezTo>
                    <a:pt x="827" y="2229"/>
                    <a:pt x="947" y="2109"/>
                    <a:pt x="947" y="1960"/>
                  </a:cubicBezTo>
                  <a:lnTo>
                    <a:pt x="947" y="269"/>
                  </a:lnTo>
                  <a:cubicBezTo>
                    <a:pt x="947" y="120"/>
                    <a:pt x="827" y="0"/>
                    <a:pt x="6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26"/>
            <p:cNvSpPr/>
            <p:nvPr/>
          </p:nvSpPr>
          <p:spPr>
            <a:xfrm>
              <a:off x="1099657" y="3202803"/>
              <a:ext cx="158935" cy="144852"/>
            </a:xfrm>
            <a:custGeom>
              <a:rect b="b" l="l" r="r" t="t"/>
              <a:pathLst>
                <a:path extrusionOk="0" h="5575" w="6117">
                  <a:moveTo>
                    <a:pt x="3059" y="1"/>
                  </a:moveTo>
                  <a:cubicBezTo>
                    <a:pt x="2346" y="1"/>
                    <a:pt x="1632" y="273"/>
                    <a:pt x="1088" y="818"/>
                  </a:cubicBezTo>
                  <a:cubicBezTo>
                    <a:pt x="1" y="1905"/>
                    <a:pt x="1" y="3671"/>
                    <a:pt x="1088" y="4758"/>
                  </a:cubicBezTo>
                  <a:cubicBezTo>
                    <a:pt x="1632" y="5302"/>
                    <a:pt x="2346" y="5575"/>
                    <a:pt x="3059" y="5575"/>
                  </a:cubicBezTo>
                  <a:cubicBezTo>
                    <a:pt x="3772" y="5575"/>
                    <a:pt x="4485" y="5302"/>
                    <a:pt x="5030" y="4758"/>
                  </a:cubicBezTo>
                  <a:cubicBezTo>
                    <a:pt x="6117" y="3671"/>
                    <a:pt x="6117" y="1905"/>
                    <a:pt x="5030" y="818"/>
                  </a:cubicBezTo>
                  <a:cubicBezTo>
                    <a:pt x="4485" y="273"/>
                    <a:pt x="3772" y="1"/>
                    <a:pt x="30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26"/>
            <p:cNvSpPr/>
            <p:nvPr/>
          </p:nvSpPr>
          <p:spPr>
            <a:xfrm>
              <a:off x="1135721" y="3231774"/>
              <a:ext cx="86911" cy="86911"/>
            </a:xfrm>
            <a:custGeom>
              <a:rect b="b" l="l" r="r" t="t"/>
              <a:pathLst>
                <a:path extrusionOk="0" h="3345" w="3345">
                  <a:moveTo>
                    <a:pt x="1672" y="1"/>
                  </a:moveTo>
                  <a:cubicBezTo>
                    <a:pt x="750" y="1"/>
                    <a:pt x="0" y="748"/>
                    <a:pt x="0" y="1673"/>
                  </a:cubicBezTo>
                  <a:cubicBezTo>
                    <a:pt x="0" y="2595"/>
                    <a:pt x="750" y="3345"/>
                    <a:pt x="1672" y="3345"/>
                  </a:cubicBezTo>
                  <a:cubicBezTo>
                    <a:pt x="2597" y="3345"/>
                    <a:pt x="3344" y="2595"/>
                    <a:pt x="3344" y="1673"/>
                  </a:cubicBezTo>
                  <a:cubicBezTo>
                    <a:pt x="3344" y="748"/>
                    <a:pt x="2597" y="1"/>
                    <a:pt x="1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26"/>
            <p:cNvSpPr/>
            <p:nvPr/>
          </p:nvSpPr>
          <p:spPr>
            <a:xfrm>
              <a:off x="1169108" y="3231774"/>
              <a:ext cx="53524" cy="86911"/>
            </a:xfrm>
            <a:custGeom>
              <a:rect b="b" l="l" r="r" t="t"/>
              <a:pathLst>
                <a:path extrusionOk="0" h="3345" w="2060">
                  <a:moveTo>
                    <a:pt x="387" y="1"/>
                  </a:moveTo>
                  <a:cubicBezTo>
                    <a:pt x="254" y="1"/>
                    <a:pt x="126" y="16"/>
                    <a:pt x="0" y="45"/>
                  </a:cubicBezTo>
                  <a:cubicBezTo>
                    <a:pt x="737" y="220"/>
                    <a:pt x="1286" y="881"/>
                    <a:pt x="1286" y="1673"/>
                  </a:cubicBezTo>
                  <a:cubicBezTo>
                    <a:pt x="1286" y="2462"/>
                    <a:pt x="737" y="3123"/>
                    <a:pt x="0" y="3298"/>
                  </a:cubicBezTo>
                  <a:cubicBezTo>
                    <a:pt x="126" y="3327"/>
                    <a:pt x="254" y="3345"/>
                    <a:pt x="387" y="3345"/>
                  </a:cubicBezTo>
                  <a:cubicBezTo>
                    <a:pt x="1312" y="3345"/>
                    <a:pt x="2059" y="2595"/>
                    <a:pt x="2059" y="1673"/>
                  </a:cubicBezTo>
                  <a:cubicBezTo>
                    <a:pt x="2059" y="748"/>
                    <a:pt x="1312"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26"/>
            <p:cNvSpPr/>
            <p:nvPr/>
          </p:nvSpPr>
          <p:spPr>
            <a:xfrm>
              <a:off x="1169108" y="3202803"/>
              <a:ext cx="82494" cy="144800"/>
            </a:xfrm>
            <a:custGeom>
              <a:rect b="b" l="l" r="r" t="t"/>
              <a:pathLst>
                <a:path extrusionOk="0" h="5573" w="3175">
                  <a:moveTo>
                    <a:pt x="387" y="0"/>
                  </a:moveTo>
                  <a:cubicBezTo>
                    <a:pt x="257" y="0"/>
                    <a:pt x="128" y="11"/>
                    <a:pt x="0" y="26"/>
                  </a:cubicBezTo>
                  <a:cubicBezTo>
                    <a:pt x="1356" y="217"/>
                    <a:pt x="2401" y="1380"/>
                    <a:pt x="2401" y="2788"/>
                  </a:cubicBezTo>
                  <a:cubicBezTo>
                    <a:pt x="2401" y="4193"/>
                    <a:pt x="1356" y="5359"/>
                    <a:pt x="0" y="5547"/>
                  </a:cubicBezTo>
                  <a:cubicBezTo>
                    <a:pt x="128" y="5565"/>
                    <a:pt x="257" y="5573"/>
                    <a:pt x="387" y="5573"/>
                  </a:cubicBezTo>
                  <a:cubicBezTo>
                    <a:pt x="1926" y="5573"/>
                    <a:pt x="3175" y="4327"/>
                    <a:pt x="3175" y="2788"/>
                  </a:cubicBezTo>
                  <a:cubicBezTo>
                    <a:pt x="3175" y="1246"/>
                    <a:pt x="1926" y="0"/>
                    <a:pt x="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26"/>
            <p:cNvSpPr/>
            <p:nvPr/>
          </p:nvSpPr>
          <p:spPr>
            <a:xfrm>
              <a:off x="1258566" y="3165440"/>
              <a:ext cx="29490" cy="38272"/>
            </a:xfrm>
            <a:custGeom>
              <a:rect b="b" l="l" r="r" t="t"/>
              <a:pathLst>
                <a:path extrusionOk="0" h="1473" w="1135">
                  <a:moveTo>
                    <a:pt x="847" y="1"/>
                  </a:moveTo>
                  <a:cubicBezTo>
                    <a:pt x="760" y="1"/>
                    <a:pt x="675" y="46"/>
                    <a:pt x="628" y="127"/>
                  </a:cubicBezTo>
                  <a:lnTo>
                    <a:pt x="71" y="1093"/>
                  </a:lnTo>
                  <a:cubicBezTo>
                    <a:pt x="1" y="1213"/>
                    <a:pt x="43" y="1368"/>
                    <a:pt x="163" y="1438"/>
                  </a:cubicBezTo>
                  <a:cubicBezTo>
                    <a:pt x="202" y="1462"/>
                    <a:pt x="247" y="1472"/>
                    <a:pt x="288" y="1472"/>
                  </a:cubicBezTo>
                  <a:cubicBezTo>
                    <a:pt x="377" y="1472"/>
                    <a:pt x="461" y="1428"/>
                    <a:pt x="508" y="1347"/>
                  </a:cubicBezTo>
                  <a:lnTo>
                    <a:pt x="1064" y="380"/>
                  </a:lnTo>
                  <a:cubicBezTo>
                    <a:pt x="1135" y="260"/>
                    <a:pt x="1093" y="106"/>
                    <a:pt x="973" y="35"/>
                  </a:cubicBezTo>
                  <a:cubicBezTo>
                    <a:pt x="933" y="12"/>
                    <a:pt x="890" y="1"/>
                    <a:pt x="8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26"/>
            <p:cNvSpPr/>
            <p:nvPr/>
          </p:nvSpPr>
          <p:spPr>
            <a:xfrm>
              <a:off x="1172642" y="3138315"/>
              <a:ext cx="13121" cy="42092"/>
            </a:xfrm>
            <a:custGeom>
              <a:rect b="b" l="l" r="r" t="t"/>
              <a:pathLst>
                <a:path extrusionOk="0" h="1620" w="505">
                  <a:moveTo>
                    <a:pt x="251" y="0"/>
                  </a:moveTo>
                  <a:cubicBezTo>
                    <a:pt x="113" y="0"/>
                    <a:pt x="0" y="113"/>
                    <a:pt x="0" y="254"/>
                  </a:cubicBezTo>
                  <a:lnTo>
                    <a:pt x="0" y="1367"/>
                  </a:lnTo>
                  <a:cubicBezTo>
                    <a:pt x="0" y="1508"/>
                    <a:pt x="113" y="1620"/>
                    <a:pt x="251" y="1620"/>
                  </a:cubicBezTo>
                  <a:cubicBezTo>
                    <a:pt x="392" y="1620"/>
                    <a:pt x="505" y="1508"/>
                    <a:pt x="505" y="1367"/>
                  </a:cubicBezTo>
                  <a:lnTo>
                    <a:pt x="505" y="254"/>
                  </a:lnTo>
                  <a:cubicBezTo>
                    <a:pt x="505" y="113"/>
                    <a:pt x="392"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26"/>
            <p:cNvSpPr/>
            <p:nvPr/>
          </p:nvSpPr>
          <p:spPr>
            <a:xfrm>
              <a:off x="1070349" y="3165440"/>
              <a:ext cx="29464" cy="38272"/>
            </a:xfrm>
            <a:custGeom>
              <a:rect b="b" l="l" r="r" t="t"/>
              <a:pathLst>
                <a:path extrusionOk="0" h="1473" w="1134">
                  <a:moveTo>
                    <a:pt x="288" y="1"/>
                  </a:moveTo>
                  <a:cubicBezTo>
                    <a:pt x="245" y="1"/>
                    <a:pt x="202" y="12"/>
                    <a:pt x="162" y="35"/>
                  </a:cubicBezTo>
                  <a:cubicBezTo>
                    <a:pt x="42" y="106"/>
                    <a:pt x="0" y="260"/>
                    <a:pt x="68" y="380"/>
                  </a:cubicBezTo>
                  <a:lnTo>
                    <a:pt x="627" y="1347"/>
                  </a:lnTo>
                  <a:cubicBezTo>
                    <a:pt x="674" y="1428"/>
                    <a:pt x="758" y="1472"/>
                    <a:pt x="844" y="1472"/>
                  </a:cubicBezTo>
                  <a:cubicBezTo>
                    <a:pt x="888" y="1472"/>
                    <a:pt x="930" y="1462"/>
                    <a:pt x="972" y="1438"/>
                  </a:cubicBezTo>
                  <a:cubicBezTo>
                    <a:pt x="1092" y="1368"/>
                    <a:pt x="1134" y="1213"/>
                    <a:pt x="1063" y="1093"/>
                  </a:cubicBezTo>
                  <a:lnTo>
                    <a:pt x="507" y="127"/>
                  </a:lnTo>
                  <a:cubicBezTo>
                    <a:pt x="460" y="46"/>
                    <a:pt x="375" y="1"/>
                    <a:pt x="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26"/>
            <p:cNvSpPr/>
            <p:nvPr/>
          </p:nvSpPr>
          <p:spPr>
            <a:xfrm>
              <a:off x="912583" y="3451170"/>
              <a:ext cx="330471" cy="70361"/>
            </a:xfrm>
            <a:custGeom>
              <a:rect b="b" l="l" r="r" t="t"/>
              <a:pathLst>
                <a:path extrusionOk="0" h="2708" w="12719">
                  <a:moveTo>
                    <a:pt x="0" y="1"/>
                  </a:moveTo>
                  <a:lnTo>
                    <a:pt x="0" y="2707"/>
                  </a:lnTo>
                  <a:lnTo>
                    <a:pt x="12719" y="2707"/>
                  </a:lnTo>
                  <a:lnTo>
                    <a:pt x="127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26"/>
            <p:cNvSpPr/>
            <p:nvPr/>
          </p:nvSpPr>
          <p:spPr>
            <a:xfrm>
              <a:off x="1222606" y="3458445"/>
              <a:ext cx="57993" cy="91796"/>
            </a:xfrm>
            <a:custGeom>
              <a:rect b="b" l="l" r="r" t="t"/>
              <a:pathLst>
                <a:path extrusionOk="0" h="3533" w="2232">
                  <a:moveTo>
                    <a:pt x="0" y="0"/>
                  </a:moveTo>
                  <a:lnTo>
                    <a:pt x="0" y="3010"/>
                  </a:lnTo>
                  <a:cubicBezTo>
                    <a:pt x="0" y="3297"/>
                    <a:pt x="235" y="3533"/>
                    <a:pt x="523" y="3533"/>
                  </a:cubicBezTo>
                  <a:lnTo>
                    <a:pt x="1709" y="3533"/>
                  </a:lnTo>
                  <a:cubicBezTo>
                    <a:pt x="1996" y="3533"/>
                    <a:pt x="2231" y="3297"/>
                    <a:pt x="2231" y="3010"/>
                  </a:cubicBezTo>
                  <a:lnTo>
                    <a:pt x="22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26"/>
            <p:cNvSpPr/>
            <p:nvPr/>
          </p:nvSpPr>
          <p:spPr>
            <a:xfrm>
              <a:off x="1246432" y="3458445"/>
              <a:ext cx="34167" cy="91796"/>
            </a:xfrm>
            <a:custGeom>
              <a:rect b="b" l="l" r="r" t="t"/>
              <a:pathLst>
                <a:path extrusionOk="0" h="3533" w="1315">
                  <a:moveTo>
                    <a:pt x="538" y="0"/>
                  </a:moveTo>
                  <a:lnTo>
                    <a:pt x="538" y="2994"/>
                  </a:lnTo>
                  <a:cubicBezTo>
                    <a:pt x="538" y="3292"/>
                    <a:pt x="298" y="3533"/>
                    <a:pt x="0" y="3533"/>
                  </a:cubicBezTo>
                  <a:lnTo>
                    <a:pt x="776" y="3533"/>
                  </a:lnTo>
                  <a:cubicBezTo>
                    <a:pt x="1071" y="3533"/>
                    <a:pt x="1314" y="3292"/>
                    <a:pt x="1314" y="2994"/>
                  </a:cubicBezTo>
                  <a:lnTo>
                    <a:pt x="13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26"/>
            <p:cNvSpPr/>
            <p:nvPr/>
          </p:nvSpPr>
          <p:spPr>
            <a:xfrm>
              <a:off x="875038" y="3458445"/>
              <a:ext cx="57993" cy="91926"/>
            </a:xfrm>
            <a:custGeom>
              <a:rect b="b" l="l" r="r" t="t"/>
              <a:pathLst>
                <a:path extrusionOk="0" h="3538" w="2232">
                  <a:moveTo>
                    <a:pt x="0" y="0"/>
                  </a:moveTo>
                  <a:lnTo>
                    <a:pt x="0" y="3015"/>
                  </a:lnTo>
                  <a:cubicBezTo>
                    <a:pt x="0" y="3303"/>
                    <a:pt x="236" y="3538"/>
                    <a:pt x="523" y="3538"/>
                  </a:cubicBezTo>
                  <a:lnTo>
                    <a:pt x="1709" y="3538"/>
                  </a:lnTo>
                  <a:cubicBezTo>
                    <a:pt x="1997" y="3538"/>
                    <a:pt x="2232" y="3303"/>
                    <a:pt x="2232" y="3015"/>
                  </a:cubicBezTo>
                  <a:lnTo>
                    <a:pt x="22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26"/>
            <p:cNvSpPr/>
            <p:nvPr/>
          </p:nvSpPr>
          <p:spPr>
            <a:xfrm>
              <a:off x="898864" y="3458445"/>
              <a:ext cx="34167" cy="91796"/>
            </a:xfrm>
            <a:custGeom>
              <a:rect b="b" l="l" r="r" t="t"/>
              <a:pathLst>
                <a:path extrusionOk="0" h="3533" w="1315">
                  <a:moveTo>
                    <a:pt x="539" y="0"/>
                  </a:moveTo>
                  <a:lnTo>
                    <a:pt x="539" y="2994"/>
                  </a:lnTo>
                  <a:cubicBezTo>
                    <a:pt x="539" y="3292"/>
                    <a:pt x="298" y="3533"/>
                    <a:pt x="1" y="3533"/>
                  </a:cubicBezTo>
                  <a:lnTo>
                    <a:pt x="776" y="3533"/>
                  </a:lnTo>
                  <a:cubicBezTo>
                    <a:pt x="1072" y="3533"/>
                    <a:pt x="1315" y="3292"/>
                    <a:pt x="1315" y="2994"/>
                  </a:cubicBezTo>
                  <a:lnTo>
                    <a:pt x="13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26"/>
            <p:cNvSpPr/>
            <p:nvPr/>
          </p:nvSpPr>
          <p:spPr>
            <a:xfrm>
              <a:off x="860592" y="3434489"/>
              <a:ext cx="434453" cy="28996"/>
            </a:xfrm>
            <a:custGeom>
              <a:rect b="b" l="l" r="r" t="t"/>
              <a:pathLst>
                <a:path extrusionOk="0" h="1116" w="16721">
                  <a:moveTo>
                    <a:pt x="261" y="0"/>
                  </a:moveTo>
                  <a:cubicBezTo>
                    <a:pt x="118" y="0"/>
                    <a:pt x="0" y="118"/>
                    <a:pt x="0" y="261"/>
                  </a:cubicBezTo>
                  <a:lnTo>
                    <a:pt x="0" y="854"/>
                  </a:lnTo>
                  <a:cubicBezTo>
                    <a:pt x="0" y="998"/>
                    <a:pt x="118" y="1116"/>
                    <a:pt x="261" y="1116"/>
                  </a:cubicBezTo>
                  <a:lnTo>
                    <a:pt x="16460" y="1116"/>
                  </a:lnTo>
                  <a:cubicBezTo>
                    <a:pt x="16603" y="1116"/>
                    <a:pt x="16721" y="998"/>
                    <a:pt x="16721" y="854"/>
                  </a:cubicBezTo>
                  <a:lnTo>
                    <a:pt x="16721" y="261"/>
                  </a:lnTo>
                  <a:cubicBezTo>
                    <a:pt x="16721" y="118"/>
                    <a:pt x="16603" y="0"/>
                    <a:pt x="16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26"/>
            <p:cNvSpPr/>
            <p:nvPr/>
          </p:nvSpPr>
          <p:spPr>
            <a:xfrm>
              <a:off x="1267946" y="3434489"/>
              <a:ext cx="27100" cy="28996"/>
            </a:xfrm>
            <a:custGeom>
              <a:rect b="b" l="l" r="r" t="t"/>
              <a:pathLst>
                <a:path extrusionOk="0" h="1116" w="1043">
                  <a:moveTo>
                    <a:pt x="0" y="0"/>
                  </a:moveTo>
                  <a:cubicBezTo>
                    <a:pt x="149" y="0"/>
                    <a:pt x="270" y="120"/>
                    <a:pt x="270" y="269"/>
                  </a:cubicBezTo>
                  <a:lnTo>
                    <a:pt x="270" y="847"/>
                  </a:lnTo>
                  <a:cubicBezTo>
                    <a:pt x="270" y="995"/>
                    <a:pt x="149" y="1116"/>
                    <a:pt x="0" y="1116"/>
                  </a:cubicBezTo>
                  <a:lnTo>
                    <a:pt x="774" y="1116"/>
                  </a:lnTo>
                  <a:cubicBezTo>
                    <a:pt x="923" y="1116"/>
                    <a:pt x="1043" y="995"/>
                    <a:pt x="1043" y="847"/>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126"/>
          <p:cNvGrpSpPr/>
          <p:nvPr/>
        </p:nvGrpSpPr>
        <p:grpSpPr>
          <a:xfrm>
            <a:off x="1648693" y="3138315"/>
            <a:ext cx="405509" cy="434453"/>
            <a:chOff x="1648693" y="3138315"/>
            <a:chExt cx="405509" cy="434453"/>
          </a:xfrm>
        </p:grpSpPr>
        <p:sp>
          <p:nvSpPr>
            <p:cNvPr id="11205" name="Google Shape;11205;p126"/>
            <p:cNvSpPr/>
            <p:nvPr/>
          </p:nvSpPr>
          <p:spPr>
            <a:xfrm>
              <a:off x="1750051" y="3138315"/>
              <a:ext cx="202793" cy="159325"/>
            </a:xfrm>
            <a:custGeom>
              <a:rect b="b" l="l" r="r" t="t"/>
              <a:pathLst>
                <a:path extrusionOk="0" h="6132" w="7805">
                  <a:moveTo>
                    <a:pt x="3345" y="0"/>
                  </a:moveTo>
                  <a:cubicBezTo>
                    <a:pt x="1498" y="0"/>
                    <a:pt x="0" y="1497"/>
                    <a:pt x="0" y="3344"/>
                  </a:cubicBezTo>
                  <a:lnTo>
                    <a:pt x="0" y="6132"/>
                  </a:lnTo>
                  <a:lnTo>
                    <a:pt x="7804" y="6132"/>
                  </a:lnTo>
                  <a:lnTo>
                    <a:pt x="7804" y="3344"/>
                  </a:lnTo>
                  <a:cubicBezTo>
                    <a:pt x="7804" y="1497"/>
                    <a:pt x="6307" y="0"/>
                    <a:pt x="4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26"/>
            <p:cNvSpPr/>
            <p:nvPr/>
          </p:nvSpPr>
          <p:spPr>
            <a:xfrm>
              <a:off x="1845978" y="3138315"/>
              <a:ext cx="106866" cy="159325"/>
            </a:xfrm>
            <a:custGeom>
              <a:rect b="b" l="l" r="r" t="t"/>
              <a:pathLst>
                <a:path extrusionOk="0" h="6132" w="4113">
                  <a:moveTo>
                    <a:pt x="0" y="0"/>
                  </a:moveTo>
                  <a:cubicBezTo>
                    <a:pt x="1847" y="0"/>
                    <a:pt x="3344" y="1497"/>
                    <a:pt x="3344" y="3344"/>
                  </a:cubicBezTo>
                  <a:lnTo>
                    <a:pt x="3344" y="6132"/>
                  </a:lnTo>
                  <a:lnTo>
                    <a:pt x="4112" y="6132"/>
                  </a:lnTo>
                  <a:lnTo>
                    <a:pt x="4112" y="3344"/>
                  </a:lnTo>
                  <a:cubicBezTo>
                    <a:pt x="4112" y="1497"/>
                    <a:pt x="2615" y="0"/>
                    <a:pt x="7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7" name="Google Shape;11207;p126"/>
            <p:cNvGrpSpPr/>
            <p:nvPr/>
          </p:nvGrpSpPr>
          <p:grpSpPr>
            <a:xfrm>
              <a:off x="1648693" y="3202128"/>
              <a:ext cx="405509" cy="370640"/>
              <a:chOff x="1648693" y="3202128"/>
              <a:chExt cx="405509" cy="370640"/>
            </a:xfrm>
          </p:grpSpPr>
          <p:sp>
            <p:nvSpPr>
              <p:cNvPr id="11208" name="Google Shape;11208;p126"/>
              <p:cNvSpPr/>
              <p:nvPr/>
            </p:nvSpPr>
            <p:spPr>
              <a:xfrm>
                <a:off x="1706608" y="3297613"/>
                <a:ext cx="289679" cy="86937"/>
              </a:xfrm>
              <a:custGeom>
                <a:rect b="b" l="l" r="r" t="t"/>
                <a:pathLst>
                  <a:path extrusionOk="0" h="3346" w="11149">
                    <a:moveTo>
                      <a:pt x="1672" y="1"/>
                    </a:moveTo>
                    <a:cubicBezTo>
                      <a:pt x="750" y="1"/>
                      <a:pt x="0" y="748"/>
                      <a:pt x="0" y="1673"/>
                    </a:cubicBezTo>
                    <a:cubicBezTo>
                      <a:pt x="0" y="2595"/>
                      <a:pt x="750" y="3345"/>
                      <a:pt x="1672" y="3345"/>
                    </a:cubicBezTo>
                    <a:lnTo>
                      <a:pt x="9476" y="3345"/>
                    </a:lnTo>
                    <a:cubicBezTo>
                      <a:pt x="10401" y="3345"/>
                      <a:pt x="11149" y="2595"/>
                      <a:pt x="11149" y="1673"/>
                    </a:cubicBezTo>
                    <a:cubicBezTo>
                      <a:pt x="11149" y="748"/>
                      <a:pt x="10401" y="1"/>
                      <a:pt x="94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26"/>
              <p:cNvSpPr/>
              <p:nvPr/>
            </p:nvSpPr>
            <p:spPr>
              <a:xfrm>
                <a:off x="1932734" y="3297613"/>
                <a:ext cx="63553" cy="86937"/>
              </a:xfrm>
              <a:custGeom>
                <a:rect b="b" l="l" r="r" t="t"/>
                <a:pathLst>
                  <a:path extrusionOk="0" h="3346" w="2446">
                    <a:moveTo>
                      <a:pt x="0" y="1"/>
                    </a:moveTo>
                    <a:cubicBezTo>
                      <a:pt x="922" y="1"/>
                      <a:pt x="1672" y="748"/>
                      <a:pt x="1672" y="1673"/>
                    </a:cubicBezTo>
                    <a:cubicBezTo>
                      <a:pt x="1672" y="2595"/>
                      <a:pt x="922" y="3345"/>
                      <a:pt x="0" y="3345"/>
                    </a:cubicBezTo>
                    <a:lnTo>
                      <a:pt x="773" y="3345"/>
                    </a:lnTo>
                    <a:cubicBezTo>
                      <a:pt x="1698" y="3345"/>
                      <a:pt x="2446" y="2595"/>
                      <a:pt x="2446" y="1673"/>
                    </a:cubicBezTo>
                    <a:cubicBezTo>
                      <a:pt x="2446" y="748"/>
                      <a:pt x="1698" y="1"/>
                      <a:pt x="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26"/>
              <p:cNvSpPr/>
              <p:nvPr/>
            </p:nvSpPr>
            <p:spPr>
              <a:xfrm>
                <a:off x="1706608" y="3413443"/>
                <a:ext cx="289679" cy="159325"/>
              </a:xfrm>
              <a:custGeom>
                <a:rect b="b" l="l" r="r" t="t"/>
                <a:pathLst>
                  <a:path extrusionOk="0" h="6132" w="11149">
                    <a:moveTo>
                      <a:pt x="2239" y="0"/>
                    </a:moveTo>
                    <a:cubicBezTo>
                      <a:pt x="1009" y="0"/>
                      <a:pt x="0" y="998"/>
                      <a:pt x="0" y="2231"/>
                    </a:cubicBezTo>
                    <a:lnTo>
                      <a:pt x="0" y="3702"/>
                    </a:lnTo>
                    <a:lnTo>
                      <a:pt x="4149" y="6132"/>
                    </a:lnTo>
                    <a:lnTo>
                      <a:pt x="11149" y="6132"/>
                    </a:lnTo>
                    <a:lnTo>
                      <a:pt x="11149" y="2231"/>
                    </a:lnTo>
                    <a:cubicBezTo>
                      <a:pt x="11149" y="998"/>
                      <a:pt x="9881" y="0"/>
                      <a:pt x="86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26"/>
              <p:cNvSpPr/>
              <p:nvPr/>
            </p:nvSpPr>
            <p:spPr>
              <a:xfrm>
                <a:off x="1782503" y="3413443"/>
                <a:ext cx="137889" cy="86911"/>
              </a:xfrm>
              <a:custGeom>
                <a:rect b="b" l="l" r="r" t="t"/>
                <a:pathLst>
                  <a:path extrusionOk="0" h="3345" w="5307">
                    <a:moveTo>
                      <a:pt x="983" y="0"/>
                    </a:moveTo>
                    <a:lnTo>
                      <a:pt x="168" y="1223"/>
                    </a:lnTo>
                    <a:cubicBezTo>
                      <a:pt x="0" y="1474"/>
                      <a:pt x="63" y="1813"/>
                      <a:pt x="311" y="1986"/>
                    </a:cubicBezTo>
                    <a:lnTo>
                      <a:pt x="2237" y="3344"/>
                    </a:lnTo>
                    <a:lnTo>
                      <a:pt x="3073" y="3344"/>
                    </a:lnTo>
                    <a:lnTo>
                      <a:pt x="4998" y="1986"/>
                    </a:lnTo>
                    <a:cubicBezTo>
                      <a:pt x="5244" y="1811"/>
                      <a:pt x="5307" y="1474"/>
                      <a:pt x="5139" y="1223"/>
                    </a:cubicBezTo>
                    <a:lnTo>
                      <a:pt x="43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26"/>
              <p:cNvSpPr/>
              <p:nvPr/>
            </p:nvSpPr>
            <p:spPr>
              <a:xfrm>
                <a:off x="1824309" y="3442752"/>
                <a:ext cx="54407" cy="73219"/>
              </a:xfrm>
              <a:custGeom>
                <a:rect b="b" l="l" r="r" t="t"/>
                <a:pathLst>
                  <a:path extrusionOk="0" h="2818" w="2094">
                    <a:moveTo>
                      <a:pt x="1046" y="1"/>
                    </a:moveTo>
                    <a:lnTo>
                      <a:pt x="1" y="544"/>
                    </a:lnTo>
                    <a:lnTo>
                      <a:pt x="784" y="2637"/>
                    </a:lnTo>
                    <a:cubicBezTo>
                      <a:pt x="829" y="2757"/>
                      <a:pt x="937" y="2817"/>
                      <a:pt x="1045" y="2817"/>
                    </a:cubicBezTo>
                    <a:cubicBezTo>
                      <a:pt x="1153" y="2817"/>
                      <a:pt x="1261" y="2757"/>
                      <a:pt x="1307" y="2637"/>
                    </a:cubicBezTo>
                    <a:lnTo>
                      <a:pt x="2093" y="536"/>
                    </a:lnTo>
                    <a:lnTo>
                      <a:pt x="10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26"/>
              <p:cNvSpPr/>
              <p:nvPr/>
            </p:nvSpPr>
            <p:spPr>
              <a:xfrm>
                <a:off x="1808018" y="3370001"/>
                <a:ext cx="86911" cy="86911"/>
              </a:xfrm>
              <a:custGeom>
                <a:rect b="b" l="l" r="r" t="t"/>
                <a:pathLst>
                  <a:path extrusionOk="0" h="3345" w="3345">
                    <a:moveTo>
                      <a:pt x="1" y="0"/>
                    </a:moveTo>
                    <a:lnTo>
                      <a:pt x="1" y="1672"/>
                    </a:lnTo>
                    <a:lnTo>
                      <a:pt x="628" y="3344"/>
                    </a:lnTo>
                    <a:lnTo>
                      <a:pt x="2718" y="3344"/>
                    </a:lnTo>
                    <a:lnTo>
                      <a:pt x="3345" y="1672"/>
                    </a:lnTo>
                    <a:lnTo>
                      <a:pt x="3345" y="3"/>
                    </a:lnTo>
                    <a:lnTo>
                      <a:pt x="1"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26"/>
              <p:cNvSpPr/>
              <p:nvPr/>
            </p:nvSpPr>
            <p:spPr>
              <a:xfrm>
                <a:off x="1750051" y="3254171"/>
                <a:ext cx="202793" cy="57941"/>
              </a:xfrm>
              <a:custGeom>
                <a:rect b="b" l="l" r="r" t="t"/>
                <a:pathLst>
                  <a:path extrusionOk="0" h="2230" w="7805">
                    <a:moveTo>
                      <a:pt x="560" y="1"/>
                    </a:moveTo>
                    <a:cubicBezTo>
                      <a:pt x="251" y="1"/>
                      <a:pt x="0" y="249"/>
                      <a:pt x="0" y="557"/>
                    </a:cubicBezTo>
                    <a:lnTo>
                      <a:pt x="0" y="1673"/>
                    </a:lnTo>
                    <a:cubicBezTo>
                      <a:pt x="0" y="1981"/>
                      <a:pt x="251" y="2229"/>
                      <a:pt x="560" y="2229"/>
                    </a:cubicBezTo>
                    <a:lnTo>
                      <a:pt x="7248" y="2229"/>
                    </a:lnTo>
                    <a:cubicBezTo>
                      <a:pt x="7556" y="2229"/>
                      <a:pt x="7804" y="1981"/>
                      <a:pt x="7804" y="1673"/>
                    </a:cubicBezTo>
                    <a:lnTo>
                      <a:pt x="7804" y="557"/>
                    </a:lnTo>
                    <a:cubicBezTo>
                      <a:pt x="7804" y="249"/>
                      <a:pt x="7556" y="1"/>
                      <a:pt x="7248"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26"/>
              <p:cNvSpPr/>
              <p:nvPr/>
            </p:nvSpPr>
            <p:spPr>
              <a:xfrm>
                <a:off x="1918262" y="3254171"/>
                <a:ext cx="34583" cy="57941"/>
              </a:xfrm>
              <a:custGeom>
                <a:rect b="b" l="l" r="r" t="t"/>
                <a:pathLst>
                  <a:path extrusionOk="0" h="2230" w="1331">
                    <a:moveTo>
                      <a:pt x="1" y="1"/>
                    </a:moveTo>
                    <a:cubicBezTo>
                      <a:pt x="306" y="1"/>
                      <a:pt x="557" y="249"/>
                      <a:pt x="557" y="557"/>
                    </a:cubicBezTo>
                    <a:lnTo>
                      <a:pt x="557" y="1673"/>
                    </a:lnTo>
                    <a:cubicBezTo>
                      <a:pt x="557" y="1981"/>
                      <a:pt x="306" y="2229"/>
                      <a:pt x="1" y="2229"/>
                    </a:cubicBezTo>
                    <a:lnTo>
                      <a:pt x="774" y="2229"/>
                    </a:lnTo>
                    <a:cubicBezTo>
                      <a:pt x="1082" y="2229"/>
                      <a:pt x="1330" y="1981"/>
                      <a:pt x="1330" y="1673"/>
                    </a:cubicBezTo>
                    <a:lnTo>
                      <a:pt x="1330" y="557"/>
                    </a:lnTo>
                    <a:cubicBezTo>
                      <a:pt x="1330" y="249"/>
                      <a:pt x="1082" y="1"/>
                      <a:pt x="774" y="1"/>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26"/>
              <p:cNvSpPr/>
              <p:nvPr/>
            </p:nvSpPr>
            <p:spPr>
              <a:xfrm>
                <a:off x="1779047" y="3216236"/>
                <a:ext cx="144800" cy="168315"/>
              </a:xfrm>
              <a:custGeom>
                <a:rect b="b" l="l" r="r" t="t"/>
                <a:pathLst>
                  <a:path extrusionOk="0" h="6478" w="5573">
                    <a:moveTo>
                      <a:pt x="2788" y="0"/>
                    </a:moveTo>
                    <a:lnTo>
                      <a:pt x="0" y="842"/>
                    </a:lnTo>
                    <a:lnTo>
                      <a:pt x="0" y="3689"/>
                    </a:lnTo>
                    <a:cubicBezTo>
                      <a:pt x="0" y="5228"/>
                      <a:pt x="1249" y="6477"/>
                      <a:pt x="2788" y="6477"/>
                    </a:cubicBezTo>
                    <a:cubicBezTo>
                      <a:pt x="4327" y="6477"/>
                      <a:pt x="5573" y="5228"/>
                      <a:pt x="5573" y="3689"/>
                    </a:cubicBezTo>
                    <a:lnTo>
                      <a:pt x="5573" y="842"/>
                    </a:lnTo>
                    <a:lnTo>
                      <a:pt x="2788"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26"/>
              <p:cNvSpPr/>
              <p:nvPr/>
            </p:nvSpPr>
            <p:spPr>
              <a:xfrm>
                <a:off x="1831454" y="3312761"/>
                <a:ext cx="40065" cy="20396"/>
              </a:xfrm>
              <a:custGeom>
                <a:rect b="b" l="l" r="r" t="t"/>
                <a:pathLst>
                  <a:path extrusionOk="0" h="785" w="1542">
                    <a:moveTo>
                      <a:pt x="288" y="0"/>
                    </a:moveTo>
                    <a:cubicBezTo>
                      <a:pt x="245" y="0"/>
                      <a:pt x="202" y="11"/>
                      <a:pt x="162" y="35"/>
                    </a:cubicBezTo>
                    <a:cubicBezTo>
                      <a:pt x="39" y="105"/>
                      <a:pt x="0" y="259"/>
                      <a:pt x="68" y="379"/>
                    </a:cubicBezTo>
                    <a:cubicBezTo>
                      <a:pt x="214" y="630"/>
                      <a:pt x="483" y="784"/>
                      <a:pt x="771" y="784"/>
                    </a:cubicBezTo>
                    <a:cubicBezTo>
                      <a:pt x="1058" y="784"/>
                      <a:pt x="1327" y="630"/>
                      <a:pt x="1471" y="379"/>
                    </a:cubicBezTo>
                    <a:cubicBezTo>
                      <a:pt x="1541" y="259"/>
                      <a:pt x="1500" y="105"/>
                      <a:pt x="1379" y="35"/>
                    </a:cubicBezTo>
                    <a:cubicBezTo>
                      <a:pt x="1340" y="11"/>
                      <a:pt x="1296" y="0"/>
                      <a:pt x="1253" y="0"/>
                    </a:cubicBezTo>
                    <a:cubicBezTo>
                      <a:pt x="1167" y="0"/>
                      <a:pt x="1082" y="46"/>
                      <a:pt x="1035" y="126"/>
                    </a:cubicBezTo>
                    <a:cubicBezTo>
                      <a:pt x="980" y="220"/>
                      <a:pt x="878" y="280"/>
                      <a:pt x="771" y="280"/>
                    </a:cubicBezTo>
                    <a:cubicBezTo>
                      <a:pt x="661" y="280"/>
                      <a:pt x="562" y="220"/>
                      <a:pt x="507" y="126"/>
                    </a:cubicBezTo>
                    <a:cubicBezTo>
                      <a:pt x="460" y="46"/>
                      <a:pt x="375" y="0"/>
                      <a:pt x="2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26"/>
              <p:cNvSpPr/>
              <p:nvPr/>
            </p:nvSpPr>
            <p:spPr>
              <a:xfrm>
                <a:off x="1815969" y="3276593"/>
                <a:ext cx="13121" cy="20370"/>
              </a:xfrm>
              <a:custGeom>
                <a:rect b="b" l="l" r="r" t="t"/>
                <a:pathLst>
                  <a:path extrusionOk="0" h="784" w="505">
                    <a:moveTo>
                      <a:pt x="251" y="0"/>
                    </a:moveTo>
                    <a:cubicBezTo>
                      <a:pt x="113" y="0"/>
                      <a:pt x="0" y="112"/>
                      <a:pt x="0" y="251"/>
                    </a:cubicBezTo>
                    <a:lnTo>
                      <a:pt x="0" y="530"/>
                    </a:lnTo>
                    <a:cubicBezTo>
                      <a:pt x="0" y="669"/>
                      <a:pt x="113" y="784"/>
                      <a:pt x="251" y="784"/>
                    </a:cubicBezTo>
                    <a:cubicBezTo>
                      <a:pt x="390" y="784"/>
                      <a:pt x="505" y="669"/>
                      <a:pt x="505" y="530"/>
                    </a:cubicBezTo>
                    <a:lnTo>
                      <a:pt x="505" y="251"/>
                    </a:lnTo>
                    <a:cubicBezTo>
                      <a:pt x="505" y="112"/>
                      <a:pt x="390"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26"/>
              <p:cNvSpPr/>
              <p:nvPr/>
            </p:nvSpPr>
            <p:spPr>
              <a:xfrm>
                <a:off x="1873858" y="3276593"/>
                <a:ext cx="13147" cy="20370"/>
              </a:xfrm>
              <a:custGeom>
                <a:rect b="b" l="l" r="r" t="t"/>
                <a:pathLst>
                  <a:path extrusionOk="0" h="784" w="506">
                    <a:moveTo>
                      <a:pt x="252" y="0"/>
                    </a:moveTo>
                    <a:cubicBezTo>
                      <a:pt x="113" y="0"/>
                      <a:pt x="1" y="112"/>
                      <a:pt x="1" y="251"/>
                    </a:cubicBezTo>
                    <a:lnTo>
                      <a:pt x="1" y="530"/>
                    </a:lnTo>
                    <a:cubicBezTo>
                      <a:pt x="1" y="669"/>
                      <a:pt x="113" y="784"/>
                      <a:pt x="252" y="784"/>
                    </a:cubicBezTo>
                    <a:cubicBezTo>
                      <a:pt x="393" y="784"/>
                      <a:pt x="505" y="669"/>
                      <a:pt x="505" y="530"/>
                    </a:cubicBezTo>
                    <a:lnTo>
                      <a:pt x="505" y="251"/>
                    </a:lnTo>
                    <a:cubicBezTo>
                      <a:pt x="505" y="112"/>
                      <a:pt x="393"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26"/>
              <p:cNvSpPr/>
              <p:nvPr/>
            </p:nvSpPr>
            <p:spPr>
              <a:xfrm>
                <a:off x="1775514" y="3202128"/>
                <a:ext cx="107334" cy="52069"/>
              </a:xfrm>
              <a:custGeom>
                <a:rect b="b" l="l" r="r" t="t"/>
                <a:pathLst>
                  <a:path extrusionOk="0" h="2004" w="4131">
                    <a:moveTo>
                      <a:pt x="0" y="0"/>
                    </a:moveTo>
                    <a:lnTo>
                      <a:pt x="0" y="2004"/>
                    </a:lnTo>
                    <a:lnTo>
                      <a:pt x="2459" y="2004"/>
                    </a:lnTo>
                    <a:cubicBezTo>
                      <a:pt x="3381" y="2004"/>
                      <a:pt x="4131" y="1254"/>
                      <a:pt x="4131" y="332"/>
                    </a:cubicBezTo>
                    <a:lnTo>
                      <a:pt x="41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26"/>
              <p:cNvSpPr/>
              <p:nvPr/>
            </p:nvSpPr>
            <p:spPr>
              <a:xfrm>
                <a:off x="1880379" y="3213924"/>
                <a:ext cx="43469" cy="40273"/>
              </a:xfrm>
              <a:custGeom>
                <a:rect b="b" l="l" r="r" t="t"/>
                <a:pathLst>
                  <a:path extrusionOk="0" h="1550" w="1673">
                    <a:moveTo>
                      <a:pt x="1" y="1"/>
                    </a:moveTo>
                    <a:lnTo>
                      <a:pt x="1" y="434"/>
                    </a:lnTo>
                    <a:cubicBezTo>
                      <a:pt x="1" y="1051"/>
                      <a:pt x="500" y="1550"/>
                      <a:pt x="1116" y="1550"/>
                    </a:cubicBezTo>
                    <a:lnTo>
                      <a:pt x="1673" y="1550"/>
                    </a:lnTo>
                    <a:lnTo>
                      <a:pt x="1673" y="93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26"/>
              <p:cNvSpPr/>
              <p:nvPr/>
            </p:nvSpPr>
            <p:spPr>
              <a:xfrm>
                <a:off x="1656774" y="3502355"/>
                <a:ext cx="157662" cy="59708"/>
              </a:xfrm>
              <a:custGeom>
                <a:rect b="b" l="l" r="r" t="t"/>
                <a:pathLst>
                  <a:path extrusionOk="0" h="2298" w="6068">
                    <a:moveTo>
                      <a:pt x="312" y="1"/>
                    </a:moveTo>
                    <a:cubicBezTo>
                      <a:pt x="145" y="1"/>
                      <a:pt x="1" y="123"/>
                      <a:pt x="1" y="280"/>
                    </a:cubicBezTo>
                    <a:lnTo>
                      <a:pt x="1" y="1038"/>
                    </a:lnTo>
                    <a:lnTo>
                      <a:pt x="3034" y="2297"/>
                    </a:lnTo>
                    <a:lnTo>
                      <a:pt x="6067" y="1038"/>
                    </a:lnTo>
                    <a:lnTo>
                      <a:pt x="6067" y="280"/>
                    </a:lnTo>
                    <a:cubicBezTo>
                      <a:pt x="6067" y="123"/>
                      <a:pt x="5923" y="1"/>
                      <a:pt x="5756" y="1"/>
                    </a:cubicBezTo>
                    <a:cubicBezTo>
                      <a:pt x="5732" y="1"/>
                      <a:pt x="5708" y="3"/>
                      <a:pt x="5683" y="9"/>
                    </a:cubicBezTo>
                    <a:lnTo>
                      <a:pt x="3110" y="463"/>
                    </a:lnTo>
                    <a:cubicBezTo>
                      <a:pt x="3085" y="468"/>
                      <a:pt x="3059" y="471"/>
                      <a:pt x="3034" y="471"/>
                    </a:cubicBezTo>
                    <a:cubicBezTo>
                      <a:pt x="3008" y="471"/>
                      <a:pt x="2983" y="468"/>
                      <a:pt x="2958" y="463"/>
                    </a:cubicBezTo>
                    <a:lnTo>
                      <a:pt x="385" y="9"/>
                    </a:lnTo>
                    <a:cubicBezTo>
                      <a:pt x="360" y="3"/>
                      <a:pt x="336"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26"/>
              <p:cNvSpPr/>
              <p:nvPr/>
            </p:nvSpPr>
            <p:spPr>
              <a:xfrm>
                <a:off x="1792272" y="3502355"/>
                <a:ext cx="22163" cy="35336"/>
              </a:xfrm>
              <a:custGeom>
                <a:rect b="b" l="l" r="r" t="t"/>
                <a:pathLst>
                  <a:path extrusionOk="0" h="1360" w="853">
                    <a:moveTo>
                      <a:pt x="541" y="1"/>
                    </a:moveTo>
                    <a:cubicBezTo>
                      <a:pt x="517" y="1"/>
                      <a:pt x="493" y="3"/>
                      <a:pt x="468" y="9"/>
                    </a:cubicBezTo>
                    <a:lnTo>
                      <a:pt x="1" y="92"/>
                    </a:lnTo>
                    <a:cubicBezTo>
                      <a:pt x="50" y="142"/>
                      <a:pt x="82" y="207"/>
                      <a:pt x="82" y="280"/>
                    </a:cubicBezTo>
                    <a:lnTo>
                      <a:pt x="82" y="1359"/>
                    </a:lnTo>
                    <a:lnTo>
                      <a:pt x="852" y="1038"/>
                    </a:lnTo>
                    <a:lnTo>
                      <a:pt x="852" y="280"/>
                    </a:lnTo>
                    <a:cubicBezTo>
                      <a:pt x="852" y="123"/>
                      <a:pt x="708"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26"/>
              <p:cNvSpPr/>
              <p:nvPr/>
            </p:nvSpPr>
            <p:spPr>
              <a:xfrm>
                <a:off x="1648693" y="3529507"/>
                <a:ext cx="173823" cy="43261"/>
              </a:xfrm>
              <a:custGeom>
                <a:rect b="b" l="l" r="r" t="t"/>
                <a:pathLst>
                  <a:path extrusionOk="0" h="1665" w="6690">
                    <a:moveTo>
                      <a:pt x="312" y="1"/>
                    </a:moveTo>
                    <a:cubicBezTo>
                      <a:pt x="145" y="1"/>
                      <a:pt x="1" y="123"/>
                      <a:pt x="1" y="280"/>
                    </a:cubicBezTo>
                    <a:lnTo>
                      <a:pt x="1" y="1385"/>
                    </a:lnTo>
                    <a:cubicBezTo>
                      <a:pt x="1" y="1540"/>
                      <a:pt x="139" y="1665"/>
                      <a:pt x="312" y="1665"/>
                    </a:cubicBezTo>
                    <a:lnTo>
                      <a:pt x="6378" y="1665"/>
                    </a:lnTo>
                    <a:cubicBezTo>
                      <a:pt x="6551" y="1665"/>
                      <a:pt x="6689" y="1540"/>
                      <a:pt x="6689" y="1385"/>
                    </a:cubicBezTo>
                    <a:lnTo>
                      <a:pt x="6689" y="280"/>
                    </a:lnTo>
                    <a:cubicBezTo>
                      <a:pt x="6689" y="123"/>
                      <a:pt x="6545" y="1"/>
                      <a:pt x="6378" y="1"/>
                    </a:cubicBezTo>
                    <a:cubicBezTo>
                      <a:pt x="6354" y="1"/>
                      <a:pt x="6330" y="3"/>
                      <a:pt x="6305" y="9"/>
                    </a:cubicBezTo>
                    <a:lnTo>
                      <a:pt x="3421" y="534"/>
                    </a:lnTo>
                    <a:cubicBezTo>
                      <a:pt x="3396" y="539"/>
                      <a:pt x="3370" y="542"/>
                      <a:pt x="3345" y="542"/>
                    </a:cubicBezTo>
                    <a:cubicBezTo>
                      <a:pt x="3319" y="542"/>
                      <a:pt x="3294" y="539"/>
                      <a:pt x="3269" y="534"/>
                    </a:cubicBezTo>
                    <a:lnTo>
                      <a:pt x="385" y="9"/>
                    </a:lnTo>
                    <a:cubicBezTo>
                      <a:pt x="360" y="3"/>
                      <a:pt x="336"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26"/>
              <p:cNvSpPr/>
              <p:nvPr/>
            </p:nvSpPr>
            <p:spPr>
              <a:xfrm>
                <a:off x="1794377" y="3529507"/>
                <a:ext cx="28139" cy="43261"/>
              </a:xfrm>
              <a:custGeom>
                <a:rect b="b" l="l" r="r" t="t"/>
                <a:pathLst>
                  <a:path extrusionOk="0" h="1665" w="1083">
                    <a:moveTo>
                      <a:pt x="771" y="1"/>
                    </a:moveTo>
                    <a:cubicBezTo>
                      <a:pt x="747" y="1"/>
                      <a:pt x="723" y="3"/>
                      <a:pt x="698" y="9"/>
                    </a:cubicBezTo>
                    <a:lnTo>
                      <a:pt x="233" y="95"/>
                    </a:lnTo>
                    <a:cubicBezTo>
                      <a:pt x="280" y="144"/>
                      <a:pt x="311" y="207"/>
                      <a:pt x="311" y="280"/>
                    </a:cubicBezTo>
                    <a:lnTo>
                      <a:pt x="311" y="1385"/>
                    </a:lnTo>
                    <a:cubicBezTo>
                      <a:pt x="311" y="1540"/>
                      <a:pt x="173" y="1665"/>
                      <a:pt x="1" y="1665"/>
                    </a:cubicBezTo>
                    <a:lnTo>
                      <a:pt x="771" y="1665"/>
                    </a:lnTo>
                    <a:cubicBezTo>
                      <a:pt x="944" y="1665"/>
                      <a:pt x="1082" y="1540"/>
                      <a:pt x="1082" y="1385"/>
                    </a:cubicBezTo>
                    <a:lnTo>
                      <a:pt x="1082" y="280"/>
                    </a:lnTo>
                    <a:cubicBezTo>
                      <a:pt x="1082" y="123"/>
                      <a:pt x="93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26"/>
              <p:cNvSpPr/>
              <p:nvPr/>
            </p:nvSpPr>
            <p:spPr>
              <a:xfrm>
                <a:off x="1729005" y="3513554"/>
                <a:ext cx="13199" cy="48509"/>
              </a:xfrm>
              <a:custGeom>
                <a:rect b="b" l="l" r="r" t="t"/>
                <a:pathLst>
                  <a:path extrusionOk="0" h="1867" w="508">
                    <a:moveTo>
                      <a:pt x="1" y="1"/>
                    </a:moveTo>
                    <a:lnTo>
                      <a:pt x="1" y="1762"/>
                    </a:lnTo>
                    <a:lnTo>
                      <a:pt x="254" y="1866"/>
                    </a:lnTo>
                    <a:lnTo>
                      <a:pt x="507" y="1762"/>
                    </a:lnTo>
                    <a:lnTo>
                      <a:pt x="507" y="1"/>
                    </a:lnTo>
                    <a:lnTo>
                      <a:pt x="330" y="32"/>
                    </a:lnTo>
                    <a:cubicBezTo>
                      <a:pt x="305" y="37"/>
                      <a:pt x="279" y="40"/>
                      <a:pt x="254" y="40"/>
                    </a:cubicBezTo>
                    <a:cubicBezTo>
                      <a:pt x="228" y="40"/>
                      <a:pt x="203" y="37"/>
                      <a:pt x="178" y="3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26"/>
              <p:cNvSpPr/>
              <p:nvPr/>
            </p:nvSpPr>
            <p:spPr>
              <a:xfrm>
                <a:off x="1729005" y="3542550"/>
                <a:ext cx="13199" cy="30218"/>
              </a:xfrm>
              <a:custGeom>
                <a:rect b="b" l="l" r="r" t="t"/>
                <a:pathLst>
                  <a:path extrusionOk="0" h="1163" w="508">
                    <a:moveTo>
                      <a:pt x="1" y="0"/>
                    </a:moveTo>
                    <a:lnTo>
                      <a:pt x="1" y="1163"/>
                    </a:lnTo>
                    <a:lnTo>
                      <a:pt x="507" y="1163"/>
                    </a:lnTo>
                    <a:lnTo>
                      <a:pt x="507" y="0"/>
                    </a:lnTo>
                    <a:lnTo>
                      <a:pt x="330" y="32"/>
                    </a:lnTo>
                    <a:cubicBezTo>
                      <a:pt x="305" y="37"/>
                      <a:pt x="279" y="40"/>
                      <a:pt x="254" y="40"/>
                    </a:cubicBezTo>
                    <a:cubicBezTo>
                      <a:pt x="228" y="40"/>
                      <a:pt x="203" y="37"/>
                      <a:pt x="178" y="3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26"/>
              <p:cNvSpPr/>
              <p:nvPr/>
            </p:nvSpPr>
            <p:spPr>
              <a:xfrm>
                <a:off x="1989739" y="3261913"/>
                <a:ext cx="13121" cy="129003"/>
              </a:xfrm>
              <a:custGeom>
                <a:rect b="b" l="l" r="r" t="t"/>
                <a:pathLst>
                  <a:path extrusionOk="0" h="4965" w="505">
                    <a:moveTo>
                      <a:pt x="252" y="1"/>
                    </a:moveTo>
                    <a:cubicBezTo>
                      <a:pt x="113" y="1"/>
                      <a:pt x="1" y="116"/>
                      <a:pt x="1" y="254"/>
                    </a:cubicBezTo>
                    <a:lnTo>
                      <a:pt x="1" y="4714"/>
                    </a:lnTo>
                    <a:cubicBezTo>
                      <a:pt x="1" y="4852"/>
                      <a:pt x="113" y="4965"/>
                      <a:pt x="252" y="4965"/>
                    </a:cubicBezTo>
                    <a:cubicBezTo>
                      <a:pt x="390" y="4965"/>
                      <a:pt x="505" y="4852"/>
                      <a:pt x="505" y="4714"/>
                    </a:cubicBezTo>
                    <a:lnTo>
                      <a:pt x="505" y="254"/>
                    </a:lnTo>
                    <a:cubicBezTo>
                      <a:pt x="505" y="116"/>
                      <a:pt x="390"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26"/>
              <p:cNvSpPr/>
              <p:nvPr/>
            </p:nvSpPr>
            <p:spPr>
              <a:xfrm>
                <a:off x="1981815" y="3495444"/>
                <a:ext cx="43469" cy="38844"/>
              </a:xfrm>
              <a:custGeom>
                <a:rect b="b" l="l" r="r" t="t"/>
                <a:pathLst>
                  <a:path extrusionOk="0" h="1495" w="1673">
                    <a:moveTo>
                      <a:pt x="0" y="0"/>
                    </a:moveTo>
                    <a:lnTo>
                      <a:pt x="0" y="1495"/>
                    </a:lnTo>
                    <a:lnTo>
                      <a:pt x="1672" y="1495"/>
                    </a:lnTo>
                    <a:lnTo>
                      <a:pt x="1672"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26"/>
              <p:cNvSpPr/>
              <p:nvPr/>
            </p:nvSpPr>
            <p:spPr>
              <a:xfrm>
                <a:off x="1960067" y="3439842"/>
                <a:ext cx="54355" cy="60383"/>
              </a:xfrm>
              <a:custGeom>
                <a:rect b="b" l="l" r="r" t="t"/>
                <a:pathLst>
                  <a:path extrusionOk="0" h="2324" w="2092">
                    <a:moveTo>
                      <a:pt x="1" y="0"/>
                    </a:moveTo>
                    <a:lnTo>
                      <a:pt x="1" y="1487"/>
                    </a:lnTo>
                    <a:cubicBezTo>
                      <a:pt x="1" y="1949"/>
                      <a:pt x="375" y="2323"/>
                      <a:pt x="837" y="2323"/>
                    </a:cubicBezTo>
                    <a:lnTo>
                      <a:pt x="1689" y="2323"/>
                    </a:lnTo>
                    <a:lnTo>
                      <a:pt x="2091"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26"/>
              <p:cNvSpPr/>
              <p:nvPr/>
            </p:nvSpPr>
            <p:spPr>
              <a:xfrm>
                <a:off x="1952818" y="3384369"/>
                <a:ext cx="39727" cy="72465"/>
              </a:xfrm>
              <a:custGeom>
                <a:rect b="b" l="l" r="r" t="t"/>
                <a:pathLst>
                  <a:path extrusionOk="0" h="2789" w="1529">
                    <a:moveTo>
                      <a:pt x="836" y="1"/>
                    </a:moveTo>
                    <a:cubicBezTo>
                      <a:pt x="374" y="1"/>
                      <a:pt x="0" y="375"/>
                      <a:pt x="0" y="837"/>
                    </a:cubicBezTo>
                    <a:lnTo>
                      <a:pt x="0" y="1953"/>
                    </a:lnTo>
                    <a:cubicBezTo>
                      <a:pt x="0" y="2412"/>
                      <a:pt x="374" y="2789"/>
                      <a:pt x="836" y="2789"/>
                    </a:cubicBezTo>
                    <a:cubicBezTo>
                      <a:pt x="936" y="2789"/>
                      <a:pt x="1030" y="2770"/>
                      <a:pt x="1119" y="2739"/>
                    </a:cubicBezTo>
                    <a:lnTo>
                      <a:pt x="1529" y="2710"/>
                    </a:lnTo>
                    <a:lnTo>
                      <a:pt x="1529" y="142"/>
                    </a:lnTo>
                    <a:lnTo>
                      <a:pt x="1302" y="142"/>
                    </a:lnTo>
                    <a:cubicBezTo>
                      <a:pt x="1168" y="53"/>
                      <a:pt x="1009" y="1"/>
                      <a:pt x="836"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26"/>
              <p:cNvSpPr/>
              <p:nvPr/>
            </p:nvSpPr>
            <p:spPr>
              <a:xfrm>
                <a:off x="1981659" y="3384369"/>
                <a:ext cx="72543" cy="115908"/>
              </a:xfrm>
              <a:custGeom>
                <a:rect b="b" l="l" r="r" t="t"/>
                <a:pathLst>
                  <a:path extrusionOk="0" h="4461" w="2792">
                    <a:moveTo>
                      <a:pt x="578" y="1"/>
                    </a:moveTo>
                    <a:cubicBezTo>
                      <a:pt x="278" y="1"/>
                      <a:pt x="11" y="247"/>
                      <a:pt x="6" y="547"/>
                    </a:cubicBezTo>
                    <a:cubicBezTo>
                      <a:pt x="1" y="795"/>
                      <a:pt x="158" y="1007"/>
                      <a:pt x="377" y="1083"/>
                    </a:cubicBezTo>
                    <a:cubicBezTo>
                      <a:pt x="408" y="1096"/>
                      <a:pt x="406" y="1137"/>
                      <a:pt x="377" y="1148"/>
                    </a:cubicBezTo>
                    <a:cubicBezTo>
                      <a:pt x="160" y="1224"/>
                      <a:pt x="6" y="1430"/>
                      <a:pt x="6" y="1673"/>
                    </a:cubicBezTo>
                    <a:cubicBezTo>
                      <a:pt x="6" y="1916"/>
                      <a:pt x="160" y="2122"/>
                      <a:pt x="377" y="2198"/>
                    </a:cubicBezTo>
                    <a:cubicBezTo>
                      <a:pt x="406" y="2209"/>
                      <a:pt x="408" y="2250"/>
                      <a:pt x="377" y="2261"/>
                    </a:cubicBezTo>
                    <a:cubicBezTo>
                      <a:pt x="158" y="2339"/>
                      <a:pt x="1" y="2551"/>
                      <a:pt x="6" y="2796"/>
                    </a:cubicBezTo>
                    <a:cubicBezTo>
                      <a:pt x="11" y="3105"/>
                      <a:pt x="273" y="3345"/>
                      <a:pt x="578" y="3345"/>
                    </a:cubicBezTo>
                    <a:lnTo>
                      <a:pt x="581" y="3345"/>
                    </a:lnTo>
                    <a:cubicBezTo>
                      <a:pt x="596" y="3345"/>
                      <a:pt x="612" y="3358"/>
                      <a:pt x="612" y="3376"/>
                    </a:cubicBezTo>
                    <a:cubicBezTo>
                      <a:pt x="612" y="3387"/>
                      <a:pt x="604" y="3397"/>
                      <a:pt x="594" y="3403"/>
                    </a:cubicBezTo>
                    <a:cubicBezTo>
                      <a:pt x="401" y="3499"/>
                      <a:pt x="273" y="3700"/>
                      <a:pt x="286" y="3933"/>
                    </a:cubicBezTo>
                    <a:cubicBezTo>
                      <a:pt x="301" y="4231"/>
                      <a:pt x="557" y="4461"/>
                      <a:pt x="855" y="4461"/>
                    </a:cubicBezTo>
                    <a:lnTo>
                      <a:pt x="1678" y="4461"/>
                    </a:lnTo>
                    <a:cubicBezTo>
                      <a:pt x="2292" y="4461"/>
                      <a:pt x="2791" y="3962"/>
                      <a:pt x="2791" y="3345"/>
                    </a:cubicBezTo>
                    <a:lnTo>
                      <a:pt x="2791" y="1117"/>
                    </a:lnTo>
                    <a:cubicBezTo>
                      <a:pt x="2791" y="500"/>
                      <a:pt x="2292" y="1"/>
                      <a:pt x="1678" y="1"/>
                    </a:cubicBezTo>
                    <a:close/>
                  </a:path>
                </a:pathLst>
              </a:custGeom>
              <a:solidFill>
                <a:srgbClr val="FF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26"/>
              <p:cNvSpPr/>
              <p:nvPr/>
            </p:nvSpPr>
            <p:spPr>
              <a:xfrm>
                <a:off x="1981659" y="3384369"/>
                <a:ext cx="72543" cy="115908"/>
              </a:xfrm>
              <a:custGeom>
                <a:rect b="b" l="l" r="r" t="t"/>
                <a:pathLst>
                  <a:path extrusionOk="0" h="4461" w="2792">
                    <a:moveTo>
                      <a:pt x="578" y="1"/>
                    </a:moveTo>
                    <a:cubicBezTo>
                      <a:pt x="278" y="1"/>
                      <a:pt x="11" y="247"/>
                      <a:pt x="6" y="547"/>
                    </a:cubicBezTo>
                    <a:cubicBezTo>
                      <a:pt x="1" y="795"/>
                      <a:pt x="158" y="1007"/>
                      <a:pt x="377" y="1083"/>
                    </a:cubicBezTo>
                    <a:cubicBezTo>
                      <a:pt x="408" y="1096"/>
                      <a:pt x="406" y="1137"/>
                      <a:pt x="377" y="1148"/>
                    </a:cubicBezTo>
                    <a:cubicBezTo>
                      <a:pt x="160" y="1224"/>
                      <a:pt x="6" y="1430"/>
                      <a:pt x="6" y="1673"/>
                    </a:cubicBezTo>
                    <a:cubicBezTo>
                      <a:pt x="6" y="1916"/>
                      <a:pt x="160" y="2122"/>
                      <a:pt x="377" y="2198"/>
                    </a:cubicBezTo>
                    <a:cubicBezTo>
                      <a:pt x="406" y="2209"/>
                      <a:pt x="408" y="2250"/>
                      <a:pt x="377" y="2261"/>
                    </a:cubicBezTo>
                    <a:cubicBezTo>
                      <a:pt x="158" y="2339"/>
                      <a:pt x="1" y="2551"/>
                      <a:pt x="6" y="2796"/>
                    </a:cubicBezTo>
                    <a:cubicBezTo>
                      <a:pt x="11" y="3105"/>
                      <a:pt x="273" y="3345"/>
                      <a:pt x="578" y="3345"/>
                    </a:cubicBezTo>
                    <a:lnTo>
                      <a:pt x="581" y="3345"/>
                    </a:lnTo>
                    <a:cubicBezTo>
                      <a:pt x="596" y="3345"/>
                      <a:pt x="612" y="3358"/>
                      <a:pt x="612" y="3376"/>
                    </a:cubicBezTo>
                    <a:cubicBezTo>
                      <a:pt x="612" y="3387"/>
                      <a:pt x="604" y="3397"/>
                      <a:pt x="594" y="3403"/>
                    </a:cubicBezTo>
                    <a:cubicBezTo>
                      <a:pt x="401" y="3499"/>
                      <a:pt x="273" y="3700"/>
                      <a:pt x="286" y="3933"/>
                    </a:cubicBezTo>
                    <a:cubicBezTo>
                      <a:pt x="301" y="4231"/>
                      <a:pt x="557" y="4461"/>
                      <a:pt x="855" y="4461"/>
                    </a:cubicBezTo>
                    <a:lnTo>
                      <a:pt x="1678" y="4461"/>
                    </a:lnTo>
                    <a:cubicBezTo>
                      <a:pt x="2292" y="4461"/>
                      <a:pt x="2791" y="3962"/>
                      <a:pt x="2791" y="3345"/>
                    </a:cubicBezTo>
                    <a:lnTo>
                      <a:pt x="2791" y="1117"/>
                    </a:lnTo>
                    <a:cubicBezTo>
                      <a:pt x="2791" y="500"/>
                      <a:pt x="2292" y="1"/>
                      <a:pt x="1678"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26"/>
              <p:cNvSpPr/>
              <p:nvPr/>
            </p:nvSpPr>
            <p:spPr>
              <a:xfrm>
                <a:off x="2005147" y="3384369"/>
                <a:ext cx="49055" cy="115908"/>
              </a:xfrm>
              <a:custGeom>
                <a:rect b="b" l="l" r="r" t="t"/>
                <a:pathLst>
                  <a:path extrusionOk="0" h="4461" w="1888">
                    <a:moveTo>
                      <a:pt x="1" y="1"/>
                    </a:moveTo>
                    <a:cubicBezTo>
                      <a:pt x="615" y="1"/>
                      <a:pt x="1114" y="500"/>
                      <a:pt x="1114" y="1117"/>
                    </a:cubicBezTo>
                    <a:lnTo>
                      <a:pt x="1114" y="3345"/>
                    </a:lnTo>
                    <a:cubicBezTo>
                      <a:pt x="1114" y="3962"/>
                      <a:pt x="615" y="4461"/>
                      <a:pt x="1" y="4461"/>
                    </a:cubicBezTo>
                    <a:lnTo>
                      <a:pt x="774" y="4461"/>
                    </a:lnTo>
                    <a:cubicBezTo>
                      <a:pt x="1388" y="4461"/>
                      <a:pt x="1887" y="3962"/>
                      <a:pt x="1887" y="3345"/>
                    </a:cubicBezTo>
                    <a:lnTo>
                      <a:pt x="1887" y="1117"/>
                    </a:lnTo>
                    <a:cubicBezTo>
                      <a:pt x="1887" y="500"/>
                      <a:pt x="1388" y="1"/>
                      <a:pt x="774"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26"/>
              <p:cNvSpPr/>
              <p:nvPr/>
            </p:nvSpPr>
            <p:spPr>
              <a:xfrm>
                <a:off x="1984179" y="3406792"/>
                <a:ext cx="40403" cy="13121"/>
              </a:xfrm>
              <a:custGeom>
                <a:rect b="b" l="l" r="r" t="t"/>
                <a:pathLst>
                  <a:path extrusionOk="0" h="505" w="1555">
                    <a:moveTo>
                      <a:pt x="0" y="0"/>
                    </a:moveTo>
                    <a:cubicBezTo>
                      <a:pt x="66" y="102"/>
                      <a:pt x="165" y="180"/>
                      <a:pt x="280" y="220"/>
                    </a:cubicBezTo>
                    <a:cubicBezTo>
                      <a:pt x="311" y="233"/>
                      <a:pt x="309" y="274"/>
                      <a:pt x="280" y="285"/>
                    </a:cubicBezTo>
                    <a:cubicBezTo>
                      <a:pt x="162" y="324"/>
                      <a:pt x="66" y="402"/>
                      <a:pt x="0" y="504"/>
                    </a:cubicBezTo>
                    <a:lnTo>
                      <a:pt x="1302" y="504"/>
                    </a:lnTo>
                    <a:cubicBezTo>
                      <a:pt x="1440" y="504"/>
                      <a:pt x="1555" y="392"/>
                      <a:pt x="1555" y="254"/>
                    </a:cubicBezTo>
                    <a:cubicBezTo>
                      <a:pt x="1555" y="112"/>
                      <a:pt x="1440" y="0"/>
                      <a:pt x="130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26"/>
              <p:cNvSpPr/>
              <p:nvPr/>
            </p:nvSpPr>
            <p:spPr>
              <a:xfrm>
                <a:off x="1984179" y="3435762"/>
                <a:ext cx="40403" cy="13121"/>
              </a:xfrm>
              <a:custGeom>
                <a:rect b="b" l="l" r="r" t="t"/>
                <a:pathLst>
                  <a:path extrusionOk="0" h="505" w="1555">
                    <a:moveTo>
                      <a:pt x="0" y="1"/>
                    </a:moveTo>
                    <a:cubicBezTo>
                      <a:pt x="66" y="100"/>
                      <a:pt x="162" y="178"/>
                      <a:pt x="280" y="220"/>
                    </a:cubicBezTo>
                    <a:cubicBezTo>
                      <a:pt x="309" y="231"/>
                      <a:pt x="311" y="272"/>
                      <a:pt x="280" y="283"/>
                    </a:cubicBezTo>
                    <a:cubicBezTo>
                      <a:pt x="165" y="325"/>
                      <a:pt x="66" y="403"/>
                      <a:pt x="0" y="505"/>
                    </a:cubicBezTo>
                    <a:lnTo>
                      <a:pt x="1302" y="505"/>
                    </a:lnTo>
                    <a:cubicBezTo>
                      <a:pt x="1440" y="505"/>
                      <a:pt x="1555" y="393"/>
                      <a:pt x="1555" y="251"/>
                    </a:cubicBezTo>
                    <a:cubicBezTo>
                      <a:pt x="1555" y="113"/>
                      <a:pt x="1440" y="1"/>
                      <a:pt x="1302"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26"/>
              <p:cNvSpPr/>
              <p:nvPr/>
            </p:nvSpPr>
            <p:spPr>
              <a:xfrm>
                <a:off x="1984257" y="3464681"/>
                <a:ext cx="40325" cy="13199"/>
              </a:xfrm>
              <a:custGeom>
                <a:rect b="b" l="l" r="r" t="t"/>
                <a:pathLst>
                  <a:path extrusionOk="0" h="508" w="1552">
                    <a:moveTo>
                      <a:pt x="0" y="1"/>
                    </a:moveTo>
                    <a:cubicBezTo>
                      <a:pt x="105" y="155"/>
                      <a:pt x="282" y="254"/>
                      <a:pt x="478" y="254"/>
                    </a:cubicBezTo>
                    <a:lnTo>
                      <a:pt x="481" y="254"/>
                    </a:lnTo>
                    <a:cubicBezTo>
                      <a:pt x="496" y="254"/>
                      <a:pt x="512" y="267"/>
                      <a:pt x="512" y="285"/>
                    </a:cubicBezTo>
                    <a:cubicBezTo>
                      <a:pt x="512" y="296"/>
                      <a:pt x="504" y="306"/>
                      <a:pt x="494" y="312"/>
                    </a:cubicBezTo>
                    <a:cubicBezTo>
                      <a:pt x="405" y="356"/>
                      <a:pt x="329" y="424"/>
                      <a:pt x="274" y="508"/>
                    </a:cubicBezTo>
                    <a:lnTo>
                      <a:pt x="1299" y="508"/>
                    </a:lnTo>
                    <a:cubicBezTo>
                      <a:pt x="1437" y="508"/>
                      <a:pt x="1552" y="393"/>
                      <a:pt x="1552" y="254"/>
                    </a:cubicBezTo>
                    <a:cubicBezTo>
                      <a:pt x="1552" y="116"/>
                      <a:pt x="1437" y="1"/>
                      <a:pt x="1299"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26"/>
              <p:cNvSpPr/>
              <p:nvPr/>
            </p:nvSpPr>
            <p:spPr>
              <a:xfrm>
                <a:off x="1952818" y="3529299"/>
                <a:ext cx="101384" cy="43339"/>
              </a:xfrm>
              <a:custGeom>
                <a:rect b="b" l="l" r="r" t="t"/>
                <a:pathLst>
                  <a:path extrusionOk="0" h="1668" w="3902">
                    <a:moveTo>
                      <a:pt x="262" y="1"/>
                    </a:moveTo>
                    <a:cubicBezTo>
                      <a:pt x="118" y="1"/>
                      <a:pt x="0" y="118"/>
                      <a:pt x="0" y="262"/>
                    </a:cubicBezTo>
                    <a:lnTo>
                      <a:pt x="0" y="1145"/>
                    </a:lnTo>
                    <a:cubicBezTo>
                      <a:pt x="0" y="1435"/>
                      <a:pt x="233" y="1668"/>
                      <a:pt x="523" y="1668"/>
                    </a:cubicBezTo>
                    <a:lnTo>
                      <a:pt x="3379" y="1668"/>
                    </a:lnTo>
                    <a:cubicBezTo>
                      <a:pt x="3669" y="1668"/>
                      <a:pt x="3901" y="1435"/>
                      <a:pt x="3901" y="1145"/>
                    </a:cubicBezTo>
                    <a:lnTo>
                      <a:pt x="3901" y="262"/>
                    </a:lnTo>
                    <a:cubicBezTo>
                      <a:pt x="3901" y="118"/>
                      <a:pt x="3786" y="1"/>
                      <a:pt x="36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26"/>
              <p:cNvSpPr/>
              <p:nvPr/>
            </p:nvSpPr>
            <p:spPr>
              <a:xfrm>
                <a:off x="2020087" y="3529299"/>
                <a:ext cx="34115" cy="43339"/>
              </a:xfrm>
              <a:custGeom>
                <a:rect b="b" l="l" r="r" t="t"/>
                <a:pathLst>
                  <a:path extrusionOk="0" h="1668" w="1313">
                    <a:moveTo>
                      <a:pt x="270" y="1"/>
                    </a:moveTo>
                    <a:cubicBezTo>
                      <a:pt x="419" y="1"/>
                      <a:pt x="539" y="121"/>
                      <a:pt x="539" y="270"/>
                    </a:cubicBezTo>
                    <a:lnTo>
                      <a:pt x="539" y="1130"/>
                    </a:lnTo>
                    <a:cubicBezTo>
                      <a:pt x="539" y="1427"/>
                      <a:pt x="298" y="1668"/>
                      <a:pt x="1" y="1668"/>
                    </a:cubicBezTo>
                    <a:lnTo>
                      <a:pt x="774" y="1668"/>
                    </a:lnTo>
                    <a:cubicBezTo>
                      <a:pt x="1072" y="1668"/>
                      <a:pt x="1312" y="1427"/>
                      <a:pt x="1312" y="1130"/>
                    </a:cubicBezTo>
                    <a:lnTo>
                      <a:pt x="1312" y="270"/>
                    </a:lnTo>
                    <a:cubicBezTo>
                      <a:pt x="1312" y="121"/>
                      <a:pt x="1192" y="1"/>
                      <a:pt x="10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40" name="Google Shape;11240;p126"/>
          <p:cNvGrpSpPr/>
          <p:nvPr/>
        </p:nvGrpSpPr>
        <p:grpSpPr>
          <a:xfrm>
            <a:off x="2406473" y="3138315"/>
            <a:ext cx="437259" cy="434453"/>
            <a:chOff x="2406473" y="3138315"/>
            <a:chExt cx="437259" cy="434453"/>
          </a:xfrm>
        </p:grpSpPr>
        <p:sp>
          <p:nvSpPr>
            <p:cNvPr id="11241" name="Google Shape;11241;p126"/>
            <p:cNvSpPr/>
            <p:nvPr/>
          </p:nvSpPr>
          <p:spPr>
            <a:xfrm>
              <a:off x="2436820" y="3336587"/>
              <a:ext cx="376564" cy="184606"/>
            </a:xfrm>
            <a:custGeom>
              <a:rect b="b" l="l" r="r" t="t"/>
              <a:pathLst>
                <a:path extrusionOk="0" h="7105" w="14493">
                  <a:moveTo>
                    <a:pt x="1" y="1"/>
                  </a:moveTo>
                  <a:lnTo>
                    <a:pt x="1" y="7104"/>
                  </a:lnTo>
                  <a:lnTo>
                    <a:pt x="14493" y="7104"/>
                  </a:lnTo>
                  <a:lnTo>
                    <a:pt x="144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26"/>
            <p:cNvSpPr/>
            <p:nvPr/>
          </p:nvSpPr>
          <p:spPr>
            <a:xfrm>
              <a:off x="2793274" y="3336587"/>
              <a:ext cx="20110" cy="184606"/>
            </a:xfrm>
            <a:custGeom>
              <a:rect b="b" l="l" r="r" t="t"/>
              <a:pathLst>
                <a:path extrusionOk="0" h="7105" w="774">
                  <a:moveTo>
                    <a:pt x="1" y="1"/>
                  </a:moveTo>
                  <a:lnTo>
                    <a:pt x="1" y="7104"/>
                  </a:lnTo>
                  <a:lnTo>
                    <a:pt x="774" y="7104"/>
                  </a:lnTo>
                  <a:lnTo>
                    <a:pt x="7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26"/>
            <p:cNvSpPr/>
            <p:nvPr/>
          </p:nvSpPr>
          <p:spPr>
            <a:xfrm>
              <a:off x="2422374" y="3514853"/>
              <a:ext cx="405483" cy="32608"/>
            </a:xfrm>
            <a:custGeom>
              <a:rect b="b" l="l" r="r" t="t"/>
              <a:pathLst>
                <a:path extrusionOk="0" h="1255" w="15606">
                  <a:moveTo>
                    <a:pt x="269" y="0"/>
                  </a:moveTo>
                  <a:cubicBezTo>
                    <a:pt x="120" y="0"/>
                    <a:pt x="0" y="121"/>
                    <a:pt x="0" y="269"/>
                  </a:cubicBezTo>
                  <a:lnTo>
                    <a:pt x="0" y="1254"/>
                  </a:lnTo>
                  <a:lnTo>
                    <a:pt x="15605" y="1254"/>
                  </a:lnTo>
                  <a:lnTo>
                    <a:pt x="15605" y="269"/>
                  </a:lnTo>
                  <a:cubicBezTo>
                    <a:pt x="15605" y="121"/>
                    <a:pt x="15485" y="0"/>
                    <a:pt x="153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26"/>
            <p:cNvSpPr/>
            <p:nvPr/>
          </p:nvSpPr>
          <p:spPr>
            <a:xfrm>
              <a:off x="2800809" y="3514853"/>
              <a:ext cx="27048" cy="32608"/>
            </a:xfrm>
            <a:custGeom>
              <a:rect b="b" l="l" r="r" t="t"/>
              <a:pathLst>
                <a:path extrusionOk="0" h="1255" w="1041">
                  <a:moveTo>
                    <a:pt x="1" y="0"/>
                  </a:moveTo>
                  <a:cubicBezTo>
                    <a:pt x="149" y="0"/>
                    <a:pt x="270" y="121"/>
                    <a:pt x="270" y="269"/>
                  </a:cubicBezTo>
                  <a:lnTo>
                    <a:pt x="270" y="1254"/>
                  </a:lnTo>
                  <a:lnTo>
                    <a:pt x="1040" y="1254"/>
                  </a:lnTo>
                  <a:lnTo>
                    <a:pt x="1040" y="269"/>
                  </a:lnTo>
                  <a:cubicBezTo>
                    <a:pt x="1040" y="121"/>
                    <a:pt x="920" y="0"/>
                    <a:pt x="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26"/>
            <p:cNvSpPr/>
            <p:nvPr/>
          </p:nvSpPr>
          <p:spPr>
            <a:xfrm>
              <a:off x="2625064" y="3152761"/>
              <a:ext cx="103826" cy="57993"/>
            </a:xfrm>
            <a:custGeom>
              <a:rect b="b" l="l" r="r" t="t"/>
              <a:pathLst>
                <a:path extrusionOk="0" h="2232" w="3996">
                  <a:moveTo>
                    <a:pt x="560" y="1"/>
                  </a:moveTo>
                  <a:lnTo>
                    <a:pt x="0" y="1116"/>
                  </a:lnTo>
                  <a:lnTo>
                    <a:pt x="560" y="2232"/>
                  </a:lnTo>
                  <a:lnTo>
                    <a:pt x="3624" y="2232"/>
                  </a:lnTo>
                  <a:cubicBezTo>
                    <a:pt x="3872" y="2232"/>
                    <a:pt x="3995" y="1931"/>
                    <a:pt x="3820" y="1756"/>
                  </a:cubicBezTo>
                  <a:lnTo>
                    <a:pt x="3379" y="1312"/>
                  </a:lnTo>
                  <a:cubicBezTo>
                    <a:pt x="3269" y="1205"/>
                    <a:pt x="3269" y="1027"/>
                    <a:pt x="3379" y="920"/>
                  </a:cubicBezTo>
                  <a:lnTo>
                    <a:pt x="3820" y="479"/>
                  </a:lnTo>
                  <a:cubicBezTo>
                    <a:pt x="3995" y="301"/>
                    <a:pt x="3872" y="1"/>
                    <a:pt x="36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26"/>
            <p:cNvSpPr/>
            <p:nvPr/>
          </p:nvSpPr>
          <p:spPr>
            <a:xfrm>
              <a:off x="2689890" y="3152761"/>
              <a:ext cx="39000" cy="57993"/>
            </a:xfrm>
            <a:custGeom>
              <a:rect b="b" l="l" r="r" t="t"/>
              <a:pathLst>
                <a:path extrusionOk="0" h="2232" w="1501">
                  <a:moveTo>
                    <a:pt x="356" y="1"/>
                  </a:moveTo>
                  <a:cubicBezTo>
                    <a:pt x="604" y="1"/>
                    <a:pt x="727" y="301"/>
                    <a:pt x="552" y="479"/>
                  </a:cubicBezTo>
                  <a:lnTo>
                    <a:pt x="110" y="920"/>
                  </a:lnTo>
                  <a:cubicBezTo>
                    <a:pt x="1" y="1027"/>
                    <a:pt x="1" y="1205"/>
                    <a:pt x="110" y="1312"/>
                  </a:cubicBezTo>
                  <a:lnTo>
                    <a:pt x="552" y="1756"/>
                  </a:lnTo>
                  <a:cubicBezTo>
                    <a:pt x="727" y="1931"/>
                    <a:pt x="604" y="2232"/>
                    <a:pt x="356" y="2232"/>
                  </a:cubicBezTo>
                  <a:lnTo>
                    <a:pt x="1129" y="2232"/>
                  </a:lnTo>
                  <a:cubicBezTo>
                    <a:pt x="1377" y="2232"/>
                    <a:pt x="1500" y="1931"/>
                    <a:pt x="1325" y="1756"/>
                  </a:cubicBezTo>
                  <a:lnTo>
                    <a:pt x="884" y="1312"/>
                  </a:lnTo>
                  <a:cubicBezTo>
                    <a:pt x="774" y="1205"/>
                    <a:pt x="774" y="1027"/>
                    <a:pt x="884" y="920"/>
                  </a:cubicBezTo>
                  <a:lnTo>
                    <a:pt x="1325" y="479"/>
                  </a:lnTo>
                  <a:cubicBezTo>
                    <a:pt x="1500" y="301"/>
                    <a:pt x="1377" y="1"/>
                    <a:pt x="11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26"/>
            <p:cNvSpPr/>
            <p:nvPr/>
          </p:nvSpPr>
          <p:spPr>
            <a:xfrm>
              <a:off x="2406473" y="3268643"/>
              <a:ext cx="437259" cy="72465"/>
            </a:xfrm>
            <a:custGeom>
              <a:rect b="b" l="l" r="r" t="t"/>
              <a:pathLst>
                <a:path extrusionOk="0" h="2789" w="16829">
                  <a:moveTo>
                    <a:pt x="1223" y="0"/>
                  </a:moveTo>
                  <a:cubicBezTo>
                    <a:pt x="1111" y="0"/>
                    <a:pt x="1009" y="71"/>
                    <a:pt x="965" y="175"/>
                  </a:cubicBezTo>
                  <a:lnTo>
                    <a:pt x="74" y="2404"/>
                  </a:lnTo>
                  <a:cubicBezTo>
                    <a:pt x="1" y="2590"/>
                    <a:pt x="137" y="2788"/>
                    <a:pt x="333" y="2788"/>
                  </a:cubicBezTo>
                  <a:lnTo>
                    <a:pt x="16497" y="2788"/>
                  </a:lnTo>
                  <a:cubicBezTo>
                    <a:pt x="16693" y="2788"/>
                    <a:pt x="16829" y="2590"/>
                    <a:pt x="16756" y="2404"/>
                  </a:cubicBezTo>
                  <a:lnTo>
                    <a:pt x="15862" y="175"/>
                  </a:lnTo>
                  <a:cubicBezTo>
                    <a:pt x="15820" y="71"/>
                    <a:pt x="15718" y="0"/>
                    <a:pt x="156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26"/>
            <p:cNvSpPr/>
            <p:nvPr/>
          </p:nvSpPr>
          <p:spPr>
            <a:xfrm>
              <a:off x="2791793" y="3268643"/>
              <a:ext cx="51939" cy="72465"/>
            </a:xfrm>
            <a:custGeom>
              <a:rect b="b" l="l" r="r" t="t"/>
              <a:pathLst>
                <a:path extrusionOk="0" h="2789" w="1999">
                  <a:moveTo>
                    <a:pt x="0" y="0"/>
                  </a:moveTo>
                  <a:cubicBezTo>
                    <a:pt x="115" y="0"/>
                    <a:pt x="217" y="71"/>
                    <a:pt x="259" y="175"/>
                  </a:cubicBezTo>
                  <a:lnTo>
                    <a:pt x="1150" y="2404"/>
                  </a:lnTo>
                  <a:cubicBezTo>
                    <a:pt x="1223" y="2590"/>
                    <a:pt x="1090" y="2788"/>
                    <a:pt x="891" y="2788"/>
                  </a:cubicBezTo>
                  <a:lnTo>
                    <a:pt x="1667" y="2788"/>
                  </a:lnTo>
                  <a:cubicBezTo>
                    <a:pt x="1863" y="2788"/>
                    <a:pt x="1999" y="2590"/>
                    <a:pt x="1926" y="2404"/>
                  </a:cubicBezTo>
                  <a:lnTo>
                    <a:pt x="1032" y="175"/>
                  </a:lnTo>
                  <a:cubicBezTo>
                    <a:pt x="990" y="71"/>
                    <a:pt x="888"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26"/>
            <p:cNvSpPr/>
            <p:nvPr/>
          </p:nvSpPr>
          <p:spPr>
            <a:xfrm>
              <a:off x="2538178" y="3256145"/>
              <a:ext cx="173797" cy="291316"/>
            </a:xfrm>
            <a:custGeom>
              <a:rect b="b" l="l" r="r" t="t"/>
              <a:pathLst>
                <a:path extrusionOk="0" h="11212" w="6689">
                  <a:moveTo>
                    <a:pt x="3344" y="1"/>
                  </a:moveTo>
                  <a:lnTo>
                    <a:pt x="0" y="2592"/>
                  </a:lnTo>
                  <a:lnTo>
                    <a:pt x="0" y="11211"/>
                  </a:lnTo>
                  <a:lnTo>
                    <a:pt x="6689" y="11211"/>
                  </a:lnTo>
                  <a:lnTo>
                    <a:pt x="6689" y="2592"/>
                  </a:lnTo>
                  <a:lnTo>
                    <a:pt x="3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26"/>
            <p:cNvSpPr/>
            <p:nvPr/>
          </p:nvSpPr>
          <p:spPr>
            <a:xfrm>
              <a:off x="2596145" y="3326532"/>
              <a:ext cx="57941" cy="58019"/>
            </a:xfrm>
            <a:custGeom>
              <a:rect b="b" l="l" r="r" t="t"/>
              <a:pathLst>
                <a:path extrusionOk="0" h="2233" w="2230">
                  <a:moveTo>
                    <a:pt x="1113" y="1"/>
                  </a:moveTo>
                  <a:cubicBezTo>
                    <a:pt x="499" y="1"/>
                    <a:pt x="0" y="500"/>
                    <a:pt x="0" y="1117"/>
                  </a:cubicBezTo>
                  <a:cubicBezTo>
                    <a:pt x="0" y="1733"/>
                    <a:pt x="499" y="2232"/>
                    <a:pt x="1113" y="2232"/>
                  </a:cubicBezTo>
                  <a:cubicBezTo>
                    <a:pt x="1730" y="2232"/>
                    <a:pt x="2229" y="1733"/>
                    <a:pt x="2229" y="1117"/>
                  </a:cubicBezTo>
                  <a:cubicBezTo>
                    <a:pt x="2229" y="500"/>
                    <a:pt x="1730" y="1"/>
                    <a:pt x="11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26"/>
            <p:cNvSpPr/>
            <p:nvPr/>
          </p:nvSpPr>
          <p:spPr>
            <a:xfrm>
              <a:off x="2581621" y="3444181"/>
              <a:ext cx="86911" cy="103280"/>
            </a:xfrm>
            <a:custGeom>
              <a:rect b="b" l="l" r="r" t="t"/>
              <a:pathLst>
                <a:path extrusionOk="0" h="3975" w="3345">
                  <a:moveTo>
                    <a:pt x="1672" y="1"/>
                  </a:moveTo>
                  <a:lnTo>
                    <a:pt x="0" y="489"/>
                  </a:lnTo>
                  <a:lnTo>
                    <a:pt x="0" y="3974"/>
                  </a:lnTo>
                  <a:lnTo>
                    <a:pt x="3345" y="3974"/>
                  </a:lnTo>
                  <a:lnTo>
                    <a:pt x="3345" y="489"/>
                  </a:lnTo>
                  <a:lnTo>
                    <a:pt x="16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26"/>
            <p:cNvSpPr/>
            <p:nvPr/>
          </p:nvSpPr>
          <p:spPr>
            <a:xfrm>
              <a:off x="2648422" y="3451040"/>
              <a:ext cx="20110" cy="96421"/>
            </a:xfrm>
            <a:custGeom>
              <a:rect b="b" l="l" r="r" t="t"/>
              <a:pathLst>
                <a:path extrusionOk="0" h="3711" w="774">
                  <a:moveTo>
                    <a:pt x="0" y="1"/>
                  </a:moveTo>
                  <a:lnTo>
                    <a:pt x="0" y="3710"/>
                  </a:lnTo>
                  <a:lnTo>
                    <a:pt x="774" y="3710"/>
                  </a:lnTo>
                  <a:lnTo>
                    <a:pt x="774" y="225"/>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26"/>
            <p:cNvSpPr/>
            <p:nvPr/>
          </p:nvSpPr>
          <p:spPr>
            <a:xfrm>
              <a:off x="2618542" y="3451040"/>
              <a:ext cx="13121" cy="96421"/>
            </a:xfrm>
            <a:custGeom>
              <a:rect b="b" l="l" r="r" t="t"/>
              <a:pathLst>
                <a:path extrusionOk="0" h="3711" w="505">
                  <a:moveTo>
                    <a:pt x="251" y="1"/>
                  </a:moveTo>
                  <a:cubicBezTo>
                    <a:pt x="113" y="1"/>
                    <a:pt x="1" y="113"/>
                    <a:pt x="1" y="251"/>
                  </a:cubicBezTo>
                  <a:lnTo>
                    <a:pt x="1" y="3710"/>
                  </a:lnTo>
                  <a:lnTo>
                    <a:pt x="505" y="3710"/>
                  </a:lnTo>
                  <a:lnTo>
                    <a:pt x="505" y="251"/>
                  </a:lnTo>
                  <a:cubicBezTo>
                    <a:pt x="505" y="113"/>
                    <a:pt x="393" y="1"/>
                    <a:pt x="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26"/>
            <p:cNvSpPr/>
            <p:nvPr/>
          </p:nvSpPr>
          <p:spPr>
            <a:xfrm>
              <a:off x="2581621" y="3427968"/>
              <a:ext cx="86911" cy="28945"/>
            </a:xfrm>
            <a:custGeom>
              <a:rect b="b" l="l" r="r" t="t"/>
              <a:pathLst>
                <a:path extrusionOk="0" h="1114" w="3345">
                  <a:moveTo>
                    <a:pt x="262" y="0"/>
                  </a:moveTo>
                  <a:cubicBezTo>
                    <a:pt x="118" y="0"/>
                    <a:pt x="0" y="118"/>
                    <a:pt x="0" y="261"/>
                  </a:cubicBezTo>
                  <a:lnTo>
                    <a:pt x="0" y="1113"/>
                  </a:lnTo>
                  <a:lnTo>
                    <a:pt x="3345" y="1113"/>
                  </a:lnTo>
                  <a:lnTo>
                    <a:pt x="3345" y="261"/>
                  </a:lnTo>
                  <a:cubicBezTo>
                    <a:pt x="3345" y="118"/>
                    <a:pt x="3230" y="0"/>
                    <a:pt x="30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26"/>
            <p:cNvSpPr/>
            <p:nvPr/>
          </p:nvSpPr>
          <p:spPr>
            <a:xfrm>
              <a:off x="2641433" y="3427968"/>
              <a:ext cx="27100" cy="28945"/>
            </a:xfrm>
            <a:custGeom>
              <a:rect b="b" l="l" r="r" t="t"/>
              <a:pathLst>
                <a:path extrusionOk="0" h="1114" w="1043">
                  <a:moveTo>
                    <a:pt x="0" y="0"/>
                  </a:moveTo>
                  <a:cubicBezTo>
                    <a:pt x="149" y="0"/>
                    <a:pt x="269" y="120"/>
                    <a:pt x="269" y="269"/>
                  </a:cubicBezTo>
                  <a:lnTo>
                    <a:pt x="269" y="1113"/>
                  </a:lnTo>
                  <a:lnTo>
                    <a:pt x="1043" y="1113"/>
                  </a:lnTo>
                  <a:lnTo>
                    <a:pt x="1043" y="261"/>
                  </a:lnTo>
                  <a:cubicBezTo>
                    <a:pt x="1043" y="118"/>
                    <a:pt x="928" y="0"/>
                    <a:pt x="7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26"/>
            <p:cNvSpPr/>
            <p:nvPr/>
          </p:nvSpPr>
          <p:spPr>
            <a:xfrm>
              <a:off x="2610591" y="3138315"/>
              <a:ext cx="29022" cy="119753"/>
            </a:xfrm>
            <a:custGeom>
              <a:rect b="b" l="l" r="r" t="t"/>
              <a:pathLst>
                <a:path extrusionOk="0" h="4609" w="1117">
                  <a:moveTo>
                    <a:pt x="280" y="0"/>
                  </a:moveTo>
                  <a:cubicBezTo>
                    <a:pt x="126" y="0"/>
                    <a:pt x="1" y="126"/>
                    <a:pt x="1" y="280"/>
                  </a:cubicBezTo>
                  <a:lnTo>
                    <a:pt x="1" y="4609"/>
                  </a:lnTo>
                  <a:lnTo>
                    <a:pt x="1117" y="4609"/>
                  </a:lnTo>
                  <a:lnTo>
                    <a:pt x="1117" y="280"/>
                  </a:lnTo>
                  <a:cubicBezTo>
                    <a:pt x="1117" y="126"/>
                    <a:pt x="991" y="0"/>
                    <a:pt x="8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26"/>
            <p:cNvSpPr/>
            <p:nvPr/>
          </p:nvSpPr>
          <p:spPr>
            <a:xfrm>
              <a:off x="2740946" y="3398971"/>
              <a:ext cx="43469" cy="72465"/>
            </a:xfrm>
            <a:custGeom>
              <a:rect b="b" l="l" r="r" t="t"/>
              <a:pathLst>
                <a:path extrusionOk="0" h="2789" w="1673">
                  <a:moveTo>
                    <a:pt x="261" y="1"/>
                  </a:moveTo>
                  <a:cubicBezTo>
                    <a:pt x="118" y="1"/>
                    <a:pt x="0" y="118"/>
                    <a:pt x="0" y="262"/>
                  </a:cubicBezTo>
                  <a:lnTo>
                    <a:pt x="0" y="863"/>
                  </a:lnTo>
                  <a:lnTo>
                    <a:pt x="120" y="1153"/>
                  </a:lnTo>
                  <a:lnTo>
                    <a:pt x="0" y="1367"/>
                  </a:lnTo>
                  <a:lnTo>
                    <a:pt x="0" y="2527"/>
                  </a:lnTo>
                  <a:cubicBezTo>
                    <a:pt x="0" y="2671"/>
                    <a:pt x="118" y="2788"/>
                    <a:pt x="261" y="2788"/>
                  </a:cubicBezTo>
                  <a:lnTo>
                    <a:pt x="1411" y="2788"/>
                  </a:lnTo>
                  <a:cubicBezTo>
                    <a:pt x="1555" y="2788"/>
                    <a:pt x="1672" y="2671"/>
                    <a:pt x="1672" y="2527"/>
                  </a:cubicBezTo>
                  <a:lnTo>
                    <a:pt x="1672" y="1367"/>
                  </a:lnTo>
                  <a:lnTo>
                    <a:pt x="1479" y="1116"/>
                  </a:lnTo>
                  <a:lnTo>
                    <a:pt x="1672" y="863"/>
                  </a:lnTo>
                  <a:lnTo>
                    <a:pt x="1672" y="262"/>
                  </a:lnTo>
                  <a:cubicBezTo>
                    <a:pt x="1672" y="118"/>
                    <a:pt x="1555" y="1"/>
                    <a:pt x="1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26"/>
            <p:cNvSpPr/>
            <p:nvPr/>
          </p:nvSpPr>
          <p:spPr>
            <a:xfrm>
              <a:off x="2757289" y="3398971"/>
              <a:ext cx="27126" cy="72465"/>
            </a:xfrm>
            <a:custGeom>
              <a:rect b="b" l="l" r="r" t="t"/>
              <a:pathLst>
                <a:path extrusionOk="0" h="2789" w="1044">
                  <a:moveTo>
                    <a:pt x="1" y="1"/>
                  </a:moveTo>
                  <a:cubicBezTo>
                    <a:pt x="150" y="1"/>
                    <a:pt x="270" y="121"/>
                    <a:pt x="270" y="270"/>
                  </a:cubicBezTo>
                  <a:lnTo>
                    <a:pt x="270" y="2519"/>
                  </a:lnTo>
                  <a:cubicBezTo>
                    <a:pt x="270" y="2668"/>
                    <a:pt x="150" y="2788"/>
                    <a:pt x="1" y="2788"/>
                  </a:cubicBezTo>
                  <a:lnTo>
                    <a:pt x="782" y="2788"/>
                  </a:lnTo>
                  <a:cubicBezTo>
                    <a:pt x="926" y="2788"/>
                    <a:pt x="1043" y="2671"/>
                    <a:pt x="1043" y="2527"/>
                  </a:cubicBezTo>
                  <a:lnTo>
                    <a:pt x="1043" y="1367"/>
                  </a:lnTo>
                  <a:lnTo>
                    <a:pt x="850" y="1116"/>
                  </a:lnTo>
                  <a:lnTo>
                    <a:pt x="1043" y="863"/>
                  </a:lnTo>
                  <a:lnTo>
                    <a:pt x="1043" y="262"/>
                  </a:lnTo>
                  <a:cubicBezTo>
                    <a:pt x="1043" y="118"/>
                    <a:pt x="926" y="1"/>
                    <a:pt x="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26"/>
            <p:cNvSpPr/>
            <p:nvPr/>
          </p:nvSpPr>
          <p:spPr>
            <a:xfrm>
              <a:off x="2740946" y="3421368"/>
              <a:ext cx="43469" cy="13147"/>
            </a:xfrm>
            <a:custGeom>
              <a:rect b="b" l="l" r="r" t="t"/>
              <a:pathLst>
                <a:path extrusionOk="0" h="506" w="1673">
                  <a:moveTo>
                    <a:pt x="0" y="1"/>
                  </a:moveTo>
                  <a:lnTo>
                    <a:pt x="0" y="505"/>
                  </a:lnTo>
                  <a:lnTo>
                    <a:pt x="1672" y="505"/>
                  </a:lnTo>
                  <a:lnTo>
                    <a:pt x="16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26"/>
            <p:cNvSpPr/>
            <p:nvPr/>
          </p:nvSpPr>
          <p:spPr>
            <a:xfrm>
              <a:off x="2615008" y="3326532"/>
              <a:ext cx="39078" cy="58019"/>
            </a:xfrm>
            <a:custGeom>
              <a:rect b="b" l="l" r="r" t="t"/>
              <a:pathLst>
                <a:path extrusionOk="0" h="2233" w="1504">
                  <a:moveTo>
                    <a:pt x="387" y="1"/>
                  </a:moveTo>
                  <a:cubicBezTo>
                    <a:pt x="252" y="1"/>
                    <a:pt x="121" y="27"/>
                    <a:pt x="1" y="72"/>
                  </a:cubicBezTo>
                  <a:cubicBezTo>
                    <a:pt x="427" y="228"/>
                    <a:pt x="730" y="638"/>
                    <a:pt x="730" y="1117"/>
                  </a:cubicBezTo>
                  <a:cubicBezTo>
                    <a:pt x="730" y="1597"/>
                    <a:pt x="427" y="2005"/>
                    <a:pt x="1" y="2162"/>
                  </a:cubicBezTo>
                  <a:cubicBezTo>
                    <a:pt x="121" y="2206"/>
                    <a:pt x="252" y="2232"/>
                    <a:pt x="387" y="2232"/>
                  </a:cubicBezTo>
                  <a:cubicBezTo>
                    <a:pt x="1004" y="2232"/>
                    <a:pt x="1503" y="1733"/>
                    <a:pt x="1503" y="1117"/>
                  </a:cubicBezTo>
                  <a:cubicBezTo>
                    <a:pt x="1503" y="500"/>
                    <a:pt x="1004"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26"/>
            <p:cNvSpPr/>
            <p:nvPr/>
          </p:nvSpPr>
          <p:spPr>
            <a:xfrm>
              <a:off x="2615008" y="3138315"/>
              <a:ext cx="24605" cy="119753"/>
            </a:xfrm>
            <a:custGeom>
              <a:rect b="b" l="l" r="r" t="t"/>
              <a:pathLst>
                <a:path extrusionOk="0" h="4609" w="947">
                  <a:moveTo>
                    <a:pt x="110" y="0"/>
                  </a:moveTo>
                  <a:cubicBezTo>
                    <a:pt x="71" y="0"/>
                    <a:pt x="35" y="8"/>
                    <a:pt x="1" y="21"/>
                  </a:cubicBezTo>
                  <a:cubicBezTo>
                    <a:pt x="100" y="65"/>
                    <a:pt x="173" y="165"/>
                    <a:pt x="173" y="280"/>
                  </a:cubicBezTo>
                  <a:lnTo>
                    <a:pt x="173" y="4609"/>
                  </a:lnTo>
                  <a:lnTo>
                    <a:pt x="947" y="4609"/>
                  </a:lnTo>
                  <a:lnTo>
                    <a:pt x="947" y="280"/>
                  </a:lnTo>
                  <a:cubicBezTo>
                    <a:pt x="947" y="126"/>
                    <a:pt x="821" y="0"/>
                    <a:pt x="6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26"/>
            <p:cNvSpPr/>
            <p:nvPr/>
          </p:nvSpPr>
          <p:spPr>
            <a:xfrm>
              <a:off x="2502478" y="3242245"/>
              <a:ext cx="245197" cy="111881"/>
            </a:xfrm>
            <a:custGeom>
              <a:rect b="b" l="l" r="r" t="t"/>
              <a:pathLst>
                <a:path extrusionOk="0" h="4306" w="9437">
                  <a:moveTo>
                    <a:pt x="4718" y="0"/>
                  </a:moveTo>
                  <a:cubicBezTo>
                    <a:pt x="4660" y="0"/>
                    <a:pt x="4601" y="18"/>
                    <a:pt x="4551" y="55"/>
                  </a:cubicBezTo>
                  <a:lnTo>
                    <a:pt x="149" y="3357"/>
                  </a:lnTo>
                  <a:cubicBezTo>
                    <a:pt x="26" y="3451"/>
                    <a:pt x="0" y="3624"/>
                    <a:pt x="94" y="3747"/>
                  </a:cubicBezTo>
                  <a:lnTo>
                    <a:pt x="428" y="4193"/>
                  </a:lnTo>
                  <a:cubicBezTo>
                    <a:pt x="483" y="4267"/>
                    <a:pt x="567" y="4305"/>
                    <a:pt x="653" y="4305"/>
                  </a:cubicBezTo>
                  <a:cubicBezTo>
                    <a:pt x="710" y="4305"/>
                    <a:pt x="768" y="4288"/>
                    <a:pt x="818" y="4251"/>
                  </a:cubicBezTo>
                  <a:lnTo>
                    <a:pt x="4551" y="1450"/>
                  </a:lnTo>
                  <a:cubicBezTo>
                    <a:pt x="4601" y="1412"/>
                    <a:pt x="4660" y="1393"/>
                    <a:pt x="4718" y="1393"/>
                  </a:cubicBezTo>
                  <a:cubicBezTo>
                    <a:pt x="4777" y="1393"/>
                    <a:pt x="4836" y="1412"/>
                    <a:pt x="4886" y="1450"/>
                  </a:cubicBezTo>
                  <a:lnTo>
                    <a:pt x="8622" y="4251"/>
                  </a:lnTo>
                  <a:cubicBezTo>
                    <a:pt x="8671" y="4288"/>
                    <a:pt x="8729" y="4305"/>
                    <a:pt x="8787" y="4305"/>
                  </a:cubicBezTo>
                  <a:cubicBezTo>
                    <a:pt x="8872" y="4305"/>
                    <a:pt x="8956" y="4267"/>
                    <a:pt x="9011" y="4193"/>
                  </a:cubicBezTo>
                  <a:lnTo>
                    <a:pt x="9345" y="3747"/>
                  </a:lnTo>
                  <a:cubicBezTo>
                    <a:pt x="9437" y="3624"/>
                    <a:pt x="9413" y="3451"/>
                    <a:pt x="9291" y="3357"/>
                  </a:cubicBezTo>
                  <a:lnTo>
                    <a:pt x="4886" y="55"/>
                  </a:lnTo>
                  <a:cubicBezTo>
                    <a:pt x="4836" y="18"/>
                    <a:pt x="4777" y="0"/>
                    <a:pt x="47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26"/>
            <p:cNvSpPr/>
            <p:nvPr/>
          </p:nvSpPr>
          <p:spPr>
            <a:xfrm>
              <a:off x="2407824" y="3543772"/>
              <a:ext cx="434479" cy="28996"/>
            </a:xfrm>
            <a:custGeom>
              <a:rect b="b" l="l" r="r" t="t"/>
              <a:pathLst>
                <a:path extrusionOk="0" h="1116" w="16722">
                  <a:moveTo>
                    <a:pt x="262" y="0"/>
                  </a:moveTo>
                  <a:cubicBezTo>
                    <a:pt x="119" y="0"/>
                    <a:pt x="1" y="118"/>
                    <a:pt x="1" y="262"/>
                  </a:cubicBezTo>
                  <a:lnTo>
                    <a:pt x="1" y="855"/>
                  </a:lnTo>
                  <a:cubicBezTo>
                    <a:pt x="1" y="998"/>
                    <a:pt x="119" y="1116"/>
                    <a:pt x="262" y="1116"/>
                  </a:cubicBezTo>
                  <a:lnTo>
                    <a:pt x="16461" y="1116"/>
                  </a:lnTo>
                  <a:cubicBezTo>
                    <a:pt x="16607" y="1116"/>
                    <a:pt x="16722" y="998"/>
                    <a:pt x="16722" y="855"/>
                  </a:cubicBezTo>
                  <a:lnTo>
                    <a:pt x="16722" y="262"/>
                  </a:lnTo>
                  <a:cubicBezTo>
                    <a:pt x="16722" y="118"/>
                    <a:pt x="16607" y="0"/>
                    <a:pt x="164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26"/>
            <p:cNvSpPr/>
            <p:nvPr/>
          </p:nvSpPr>
          <p:spPr>
            <a:xfrm>
              <a:off x="2815204" y="3543772"/>
              <a:ext cx="27100" cy="28996"/>
            </a:xfrm>
            <a:custGeom>
              <a:rect b="b" l="l" r="r" t="t"/>
              <a:pathLst>
                <a:path extrusionOk="0" h="1116" w="1043">
                  <a:moveTo>
                    <a:pt x="0" y="0"/>
                  </a:moveTo>
                  <a:cubicBezTo>
                    <a:pt x="149" y="0"/>
                    <a:pt x="270" y="123"/>
                    <a:pt x="270" y="269"/>
                  </a:cubicBezTo>
                  <a:lnTo>
                    <a:pt x="270" y="847"/>
                  </a:lnTo>
                  <a:cubicBezTo>
                    <a:pt x="270" y="996"/>
                    <a:pt x="149" y="1116"/>
                    <a:pt x="0" y="1116"/>
                  </a:cubicBezTo>
                  <a:lnTo>
                    <a:pt x="774" y="1116"/>
                  </a:lnTo>
                  <a:cubicBezTo>
                    <a:pt x="923" y="1116"/>
                    <a:pt x="1043" y="996"/>
                    <a:pt x="1043" y="847"/>
                  </a:cubicBezTo>
                  <a:lnTo>
                    <a:pt x="1043" y="269"/>
                  </a:lnTo>
                  <a:cubicBezTo>
                    <a:pt x="1043" y="123"/>
                    <a:pt x="923"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26"/>
            <p:cNvSpPr/>
            <p:nvPr/>
          </p:nvSpPr>
          <p:spPr>
            <a:xfrm>
              <a:off x="2465817" y="3398971"/>
              <a:ext cx="43469" cy="72465"/>
            </a:xfrm>
            <a:custGeom>
              <a:rect b="b" l="l" r="r" t="t"/>
              <a:pathLst>
                <a:path extrusionOk="0" h="2789" w="1673">
                  <a:moveTo>
                    <a:pt x="261" y="1"/>
                  </a:moveTo>
                  <a:cubicBezTo>
                    <a:pt x="115" y="1"/>
                    <a:pt x="0" y="118"/>
                    <a:pt x="0" y="262"/>
                  </a:cubicBezTo>
                  <a:lnTo>
                    <a:pt x="0" y="863"/>
                  </a:lnTo>
                  <a:lnTo>
                    <a:pt x="105" y="1116"/>
                  </a:lnTo>
                  <a:lnTo>
                    <a:pt x="0" y="1367"/>
                  </a:lnTo>
                  <a:lnTo>
                    <a:pt x="0" y="2527"/>
                  </a:lnTo>
                  <a:cubicBezTo>
                    <a:pt x="0" y="2671"/>
                    <a:pt x="115" y="2788"/>
                    <a:pt x="261" y="2788"/>
                  </a:cubicBezTo>
                  <a:lnTo>
                    <a:pt x="1411" y="2788"/>
                  </a:lnTo>
                  <a:cubicBezTo>
                    <a:pt x="1555" y="2788"/>
                    <a:pt x="1672" y="2671"/>
                    <a:pt x="1672" y="2527"/>
                  </a:cubicBezTo>
                  <a:lnTo>
                    <a:pt x="1672" y="1367"/>
                  </a:lnTo>
                  <a:lnTo>
                    <a:pt x="1466" y="1116"/>
                  </a:lnTo>
                  <a:lnTo>
                    <a:pt x="1672" y="863"/>
                  </a:lnTo>
                  <a:lnTo>
                    <a:pt x="1672" y="262"/>
                  </a:lnTo>
                  <a:cubicBezTo>
                    <a:pt x="1672" y="118"/>
                    <a:pt x="1555" y="1"/>
                    <a:pt x="1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26"/>
            <p:cNvSpPr/>
            <p:nvPr/>
          </p:nvSpPr>
          <p:spPr>
            <a:xfrm>
              <a:off x="2482160" y="3398971"/>
              <a:ext cx="27126" cy="72465"/>
            </a:xfrm>
            <a:custGeom>
              <a:rect b="b" l="l" r="r" t="t"/>
              <a:pathLst>
                <a:path extrusionOk="0" h="2789" w="1044">
                  <a:moveTo>
                    <a:pt x="1" y="1"/>
                  </a:moveTo>
                  <a:cubicBezTo>
                    <a:pt x="147" y="1"/>
                    <a:pt x="270" y="121"/>
                    <a:pt x="270" y="270"/>
                  </a:cubicBezTo>
                  <a:lnTo>
                    <a:pt x="270" y="2519"/>
                  </a:lnTo>
                  <a:cubicBezTo>
                    <a:pt x="270" y="2668"/>
                    <a:pt x="147" y="2788"/>
                    <a:pt x="1" y="2788"/>
                  </a:cubicBezTo>
                  <a:lnTo>
                    <a:pt x="782" y="2788"/>
                  </a:lnTo>
                  <a:cubicBezTo>
                    <a:pt x="926" y="2788"/>
                    <a:pt x="1043" y="2671"/>
                    <a:pt x="1043" y="2527"/>
                  </a:cubicBezTo>
                  <a:lnTo>
                    <a:pt x="1043" y="1367"/>
                  </a:lnTo>
                  <a:lnTo>
                    <a:pt x="837" y="1116"/>
                  </a:lnTo>
                  <a:lnTo>
                    <a:pt x="1043" y="863"/>
                  </a:lnTo>
                  <a:lnTo>
                    <a:pt x="1043" y="262"/>
                  </a:lnTo>
                  <a:cubicBezTo>
                    <a:pt x="1043" y="118"/>
                    <a:pt x="926" y="1"/>
                    <a:pt x="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26"/>
            <p:cNvSpPr/>
            <p:nvPr/>
          </p:nvSpPr>
          <p:spPr>
            <a:xfrm>
              <a:off x="2465817" y="3421368"/>
              <a:ext cx="43469" cy="13147"/>
            </a:xfrm>
            <a:custGeom>
              <a:rect b="b" l="l" r="r" t="t"/>
              <a:pathLst>
                <a:path extrusionOk="0" h="506" w="1673">
                  <a:moveTo>
                    <a:pt x="0" y="1"/>
                  </a:moveTo>
                  <a:lnTo>
                    <a:pt x="0" y="505"/>
                  </a:lnTo>
                  <a:lnTo>
                    <a:pt x="1672" y="505"/>
                  </a:lnTo>
                  <a:lnTo>
                    <a:pt x="16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126"/>
          <p:cNvGrpSpPr/>
          <p:nvPr/>
        </p:nvGrpSpPr>
        <p:grpSpPr>
          <a:xfrm>
            <a:off x="3181505" y="3138315"/>
            <a:ext cx="434479" cy="434453"/>
            <a:chOff x="3181505" y="3138315"/>
            <a:chExt cx="434479" cy="434453"/>
          </a:xfrm>
        </p:grpSpPr>
        <p:sp>
          <p:nvSpPr>
            <p:cNvPr id="11269" name="Google Shape;11269;p126"/>
            <p:cNvSpPr/>
            <p:nvPr/>
          </p:nvSpPr>
          <p:spPr>
            <a:xfrm>
              <a:off x="3195951" y="3138315"/>
              <a:ext cx="405561" cy="293342"/>
            </a:xfrm>
            <a:custGeom>
              <a:rect b="b" l="l" r="r" t="t"/>
              <a:pathLst>
                <a:path extrusionOk="0" h="11290" w="15609">
                  <a:moveTo>
                    <a:pt x="1116" y="0"/>
                  </a:moveTo>
                  <a:cubicBezTo>
                    <a:pt x="500" y="0"/>
                    <a:pt x="1" y="499"/>
                    <a:pt x="1" y="1116"/>
                  </a:cubicBezTo>
                  <a:lnTo>
                    <a:pt x="1" y="11289"/>
                  </a:lnTo>
                  <a:lnTo>
                    <a:pt x="15609" y="11289"/>
                  </a:lnTo>
                  <a:lnTo>
                    <a:pt x="15609" y="1116"/>
                  </a:lnTo>
                  <a:cubicBezTo>
                    <a:pt x="15609" y="499"/>
                    <a:pt x="15110" y="0"/>
                    <a:pt x="144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26"/>
            <p:cNvSpPr/>
            <p:nvPr/>
          </p:nvSpPr>
          <p:spPr>
            <a:xfrm>
              <a:off x="3181505" y="3413443"/>
              <a:ext cx="434479" cy="57993"/>
            </a:xfrm>
            <a:custGeom>
              <a:rect b="b" l="l" r="r" t="t"/>
              <a:pathLst>
                <a:path extrusionOk="0" h="2232" w="16722">
                  <a:moveTo>
                    <a:pt x="557" y="0"/>
                  </a:moveTo>
                  <a:cubicBezTo>
                    <a:pt x="251" y="0"/>
                    <a:pt x="0" y="251"/>
                    <a:pt x="0" y="559"/>
                  </a:cubicBezTo>
                  <a:lnTo>
                    <a:pt x="0" y="1116"/>
                  </a:lnTo>
                  <a:cubicBezTo>
                    <a:pt x="0" y="1732"/>
                    <a:pt x="499" y="2231"/>
                    <a:pt x="1116" y="2231"/>
                  </a:cubicBezTo>
                  <a:lnTo>
                    <a:pt x="15606" y="2231"/>
                  </a:lnTo>
                  <a:cubicBezTo>
                    <a:pt x="16222" y="2231"/>
                    <a:pt x="16721" y="1732"/>
                    <a:pt x="16721" y="1116"/>
                  </a:cubicBezTo>
                  <a:lnTo>
                    <a:pt x="16721" y="559"/>
                  </a:lnTo>
                  <a:cubicBezTo>
                    <a:pt x="16721" y="251"/>
                    <a:pt x="16470" y="0"/>
                    <a:pt x="16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1" name="Google Shape;11271;p126"/>
            <p:cNvGrpSpPr/>
            <p:nvPr/>
          </p:nvGrpSpPr>
          <p:grpSpPr>
            <a:xfrm>
              <a:off x="3224948" y="3138315"/>
              <a:ext cx="391037" cy="434453"/>
              <a:chOff x="3224948" y="3138315"/>
              <a:chExt cx="391037" cy="434453"/>
            </a:xfrm>
          </p:grpSpPr>
          <p:sp>
            <p:nvSpPr>
              <p:cNvPr id="11272" name="Google Shape;11272;p126"/>
              <p:cNvSpPr/>
              <p:nvPr/>
            </p:nvSpPr>
            <p:spPr>
              <a:xfrm>
                <a:off x="3224948" y="3167285"/>
                <a:ext cx="347594" cy="264372"/>
              </a:xfrm>
              <a:custGeom>
                <a:rect b="b" l="l" r="r" t="t"/>
                <a:pathLst>
                  <a:path extrusionOk="0" h="10175" w="13378">
                    <a:moveTo>
                      <a:pt x="557" y="1"/>
                    </a:moveTo>
                    <a:cubicBezTo>
                      <a:pt x="251" y="1"/>
                      <a:pt x="0" y="249"/>
                      <a:pt x="0" y="557"/>
                    </a:cubicBezTo>
                    <a:lnTo>
                      <a:pt x="0" y="10174"/>
                    </a:lnTo>
                    <a:lnTo>
                      <a:pt x="13377" y="10174"/>
                    </a:lnTo>
                    <a:lnTo>
                      <a:pt x="13377" y="557"/>
                    </a:lnTo>
                    <a:cubicBezTo>
                      <a:pt x="13377" y="249"/>
                      <a:pt x="13129" y="1"/>
                      <a:pt x="128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26"/>
              <p:cNvSpPr/>
              <p:nvPr/>
            </p:nvSpPr>
            <p:spPr>
              <a:xfrm>
                <a:off x="3552405" y="3138315"/>
                <a:ext cx="49107" cy="293342"/>
              </a:xfrm>
              <a:custGeom>
                <a:rect b="b" l="l" r="r" t="t"/>
                <a:pathLst>
                  <a:path extrusionOk="0" h="11290" w="1890">
                    <a:moveTo>
                      <a:pt x="1" y="0"/>
                    </a:moveTo>
                    <a:cubicBezTo>
                      <a:pt x="615" y="0"/>
                      <a:pt x="1114" y="499"/>
                      <a:pt x="1114" y="1116"/>
                    </a:cubicBezTo>
                    <a:lnTo>
                      <a:pt x="1116" y="11289"/>
                    </a:lnTo>
                    <a:lnTo>
                      <a:pt x="1890" y="11289"/>
                    </a:lnTo>
                    <a:lnTo>
                      <a:pt x="1890" y="1116"/>
                    </a:lnTo>
                    <a:cubicBezTo>
                      <a:pt x="1890" y="499"/>
                      <a:pt x="1391" y="0"/>
                      <a:pt x="7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26"/>
              <p:cNvSpPr/>
              <p:nvPr/>
            </p:nvSpPr>
            <p:spPr>
              <a:xfrm>
                <a:off x="3537959" y="3167285"/>
                <a:ext cx="34583" cy="264372"/>
              </a:xfrm>
              <a:custGeom>
                <a:rect b="b" l="l" r="r" t="t"/>
                <a:pathLst>
                  <a:path extrusionOk="0" h="10175" w="1331">
                    <a:moveTo>
                      <a:pt x="0" y="1"/>
                    </a:moveTo>
                    <a:cubicBezTo>
                      <a:pt x="306" y="1"/>
                      <a:pt x="557" y="249"/>
                      <a:pt x="557" y="557"/>
                    </a:cubicBezTo>
                    <a:lnTo>
                      <a:pt x="557" y="10174"/>
                    </a:lnTo>
                    <a:lnTo>
                      <a:pt x="1330" y="10174"/>
                    </a:lnTo>
                    <a:lnTo>
                      <a:pt x="1330" y="557"/>
                    </a:lnTo>
                    <a:cubicBezTo>
                      <a:pt x="1330" y="249"/>
                      <a:pt x="1082"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26"/>
              <p:cNvSpPr/>
              <p:nvPr/>
            </p:nvSpPr>
            <p:spPr>
              <a:xfrm>
                <a:off x="3566799" y="3413443"/>
                <a:ext cx="49185" cy="57993"/>
              </a:xfrm>
              <a:custGeom>
                <a:rect b="b" l="l" r="r" t="t"/>
                <a:pathLst>
                  <a:path extrusionOk="0" h="2232" w="1893">
                    <a:moveTo>
                      <a:pt x="557" y="0"/>
                    </a:moveTo>
                    <a:cubicBezTo>
                      <a:pt x="865" y="0"/>
                      <a:pt x="1116" y="251"/>
                      <a:pt x="1116" y="559"/>
                    </a:cubicBezTo>
                    <a:lnTo>
                      <a:pt x="1116" y="1116"/>
                    </a:lnTo>
                    <a:cubicBezTo>
                      <a:pt x="1116" y="1732"/>
                      <a:pt x="617" y="2231"/>
                      <a:pt x="1" y="2231"/>
                    </a:cubicBezTo>
                    <a:lnTo>
                      <a:pt x="777" y="2231"/>
                    </a:lnTo>
                    <a:cubicBezTo>
                      <a:pt x="1393" y="2231"/>
                      <a:pt x="1892" y="1732"/>
                      <a:pt x="1892" y="1116"/>
                    </a:cubicBezTo>
                    <a:lnTo>
                      <a:pt x="1892" y="559"/>
                    </a:lnTo>
                    <a:cubicBezTo>
                      <a:pt x="1892" y="251"/>
                      <a:pt x="1641" y="0"/>
                      <a:pt x="1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26"/>
              <p:cNvSpPr/>
              <p:nvPr/>
            </p:nvSpPr>
            <p:spPr>
              <a:xfrm>
                <a:off x="3348550" y="3431648"/>
                <a:ext cx="100448" cy="24900"/>
              </a:xfrm>
              <a:custGeom>
                <a:rect b="b" l="l" r="r" t="t"/>
                <a:pathLst>
                  <a:path extrusionOk="0" h="1370" w="3866">
                    <a:moveTo>
                      <a:pt x="1" y="0"/>
                    </a:moveTo>
                    <a:lnTo>
                      <a:pt x="189" y="755"/>
                    </a:lnTo>
                    <a:cubicBezTo>
                      <a:pt x="278" y="1116"/>
                      <a:pt x="602" y="1369"/>
                      <a:pt x="973" y="1369"/>
                    </a:cubicBezTo>
                    <a:lnTo>
                      <a:pt x="2891" y="1369"/>
                    </a:lnTo>
                    <a:cubicBezTo>
                      <a:pt x="3262" y="1369"/>
                      <a:pt x="3586" y="1116"/>
                      <a:pt x="3674" y="755"/>
                    </a:cubicBezTo>
                    <a:lnTo>
                      <a:pt x="3865" y="0"/>
                    </a:lnTo>
                    <a:lnTo>
                      <a:pt x="3345" y="0"/>
                    </a:lnTo>
                    <a:lnTo>
                      <a:pt x="3186" y="632"/>
                    </a:lnTo>
                    <a:cubicBezTo>
                      <a:pt x="3152" y="768"/>
                      <a:pt x="3029" y="862"/>
                      <a:pt x="2891" y="862"/>
                    </a:cubicBezTo>
                    <a:lnTo>
                      <a:pt x="973" y="862"/>
                    </a:lnTo>
                    <a:cubicBezTo>
                      <a:pt x="834" y="862"/>
                      <a:pt x="712" y="768"/>
                      <a:pt x="678" y="632"/>
                    </a:cubicBezTo>
                    <a:lnTo>
                      <a:pt x="5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26"/>
              <p:cNvSpPr/>
              <p:nvPr/>
            </p:nvSpPr>
            <p:spPr>
              <a:xfrm>
                <a:off x="3355276" y="3196204"/>
                <a:ext cx="130354" cy="86911"/>
              </a:xfrm>
              <a:custGeom>
                <a:rect b="b" l="l" r="r" t="t"/>
                <a:pathLst>
                  <a:path extrusionOk="0" h="3345" w="5017">
                    <a:moveTo>
                      <a:pt x="280" y="1"/>
                    </a:moveTo>
                    <a:cubicBezTo>
                      <a:pt x="126" y="1"/>
                      <a:pt x="1" y="126"/>
                      <a:pt x="1" y="280"/>
                    </a:cubicBezTo>
                    <a:lnTo>
                      <a:pt x="1" y="3068"/>
                    </a:lnTo>
                    <a:cubicBezTo>
                      <a:pt x="1" y="3222"/>
                      <a:pt x="126" y="3345"/>
                      <a:pt x="280" y="3345"/>
                    </a:cubicBezTo>
                    <a:lnTo>
                      <a:pt x="5017" y="3345"/>
                    </a:lnTo>
                    <a:lnTo>
                      <a:pt x="5017" y="280"/>
                    </a:lnTo>
                    <a:cubicBezTo>
                      <a:pt x="5017" y="126"/>
                      <a:pt x="4892" y="1"/>
                      <a:pt x="47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26"/>
              <p:cNvSpPr/>
              <p:nvPr/>
            </p:nvSpPr>
            <p:spPr>
              <a:xfrm>
                <a:off x="3268390" y="3239646"/>
                <a:ext cx="57941" cy="57993"/>
              </a:xfrm>
              <a:custGeom>
                <a:rect b="b" l="l" r="r" t="t"/>
                <a:pathLst>
                  <a:path extrusionOk="0" h="2232" w="2230">
                    <a:moveTo>
                      <a:pt x="1116" y="1"/>
                    </a:moveTo>
                    <a:cubicBezTo>
                      <a:pt x="499" y="1"/>
                      <a:pt x="0" y="500"/>
                      <a:pt x="0" y="1116"/>
                    </a:cubicBezTo>
                    <a:cubicBezTo>
                      <a:pt x="0" y="1733"/>
                      <a:pt x="499" y="2232"/>
                      <a:pt x="1116" y="2232"/>
                    </a:cubicBezTo>
                    <a:cubicBezTo>
                      <a:pt x="1730" y="2232"/>
                      <a:pt x="2229" y="1733"/>
                      <a:pt x="2229" y="1116"/>
                    </a:cubicBezTo>
                    <a:cubicBezTo>
                      <a:pt x="2229" y="500"/>
                      <a:pt x="1730" y="1"/>
                      <a:pt x="1116" y="1"/>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26"/>
              <p:cNvSpPr/>
              <p:nvPr/>
            </p:nvSpPr>
            <p:spPr>
              <a:xfrm>
                <a:off x="3287332" y="3239646"/>
                <a:ext cx="39000" cy="57993"/>
              </a:xfrm>
              <a:custGeom>
                <a:rect b="b" l="l" r="r" t="t"/>
                <a:pathLst>
                  <a:path extrusionOk="0" h="2232" w="1501">
                    <a:moveTo>
                      <a:pt x="387" y="1"/>
                    </a:moveTo>
                    <a:cubicBezTo>
                      <a:pt x="251" y="1"/>
                      <a:pt x="121" y="27"/>
                      <a:pt x="0" y="71"/>
                    </a:cubicBezTo>
                    <a:cubicBezTo>
                      <a:pt x="424" y="228"/>
                      <a:pt x="727" y="638"/>
                      <a:pt x="727" y="1116"/>
                    </a:cubicBezTo>
                    <a:cubicBezTo>
                      <a:pt x="727" y="1597"/>
                      <a:pt x="424" y="2005"/>
                      <a:pt x="0" y="2161"/>
                    </a:cubicBezTo>
                    <a:cubicBezTo>
                      <a:pt x="121" y="2206"/>
                      <a:pt x="251" y="2232"/>
                      <a:pt x="387" y="2232"/>
                    </a:cubicBezTo>
                    <a:cubicBezTo>
                      <a:pt x="1001" y="2232"/>
                      <a:pt x="1500" y="1733"/>
                      <a:pt x="1500" y="1116"/>
                    </a:cubicBezTo>
                    <a:cubicBezTo>
                      <a:pt x="1500" y="500"/>
                      <a:pt x="1001" y="1"/>
                      <a:pt x="387"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26"/>
              <p:cNvSpPr/>
              <p:nvPr/>
            </p:nvSpPr>
            <p:spPr>
              <a:xfrm>
                <a:off x="3253918" y="3305980"/>
                <a:ext cx="86937" cy="78571"/>
              </a:xfrm>
              <a:custGeom>
                <a:rect b="b" l="l" r="r" t="t"/>
                <a:pathLst>
                  <a:path extrusionOk="0" h="3024" w="3346">
                    <a:moveTo>
                      <a:pt x="685" y="0"/>
                    </a:moveTo>
                    <a:cubicBezTo>
                      <a:pt x="270" y="306"/>
                      <a:pt x="1" y="797"/>
                      <a:pt x="1" y="1351"/>
                    </a:cubicBezTo>
                    <a:lnTo>
                      <a:pt x="1" y="2744"/>
                    </a:lnTo>
                    <a:cubicBezTo>
                      <a:pt x="1" y="2898"/>
                      <a:pt x="124" y="3023"/>
                      <a:pt x="278" y="3023"/>
                    </a:cubicBezTo>
                    <a:lnTo>
                      <a:pt x="3066" y="3023"/>
                    </a:lnTo>
                    <a:cubicBezTo>
                      <a:pt x="3220" y="3023"/>
                      <a:pt x="3345" y="2898"/>
                      <a:pt x="3345" y="2744"/>
                    </a:cubicBezTo>
                    <a:lnTo>
                      <a:pt x="3345" y="1377"/>
                    </a:lnTo>
                    <a:cubicBezTo>
                      <a:pt x="3345" y="818"/>
                      <a:pt x="3073" y="316"/>
                      <a:pt x="2658" y="6"/>
                    </a:cubicBezTo>
                    <a:lnTo>
                      <a:pt x="6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26"/>
              <p:cNvSpPr/>
              <p:nvPr/>
            </p:nvSpPr>
            <p:spPr>
              <a:xfrm>
                <a:off x="3302739" y="3306032"/>
                <a:ext cx="38116" cy="78519"/>
              </a:xfrm>
              <a:custGeom>
                <a:rect b="b" l="l" r="r" t="t"/>
                <a:pathLst>
                  <a:path extrusionOk="0" h="3022" w="1467">
                    <a:moveTo>
                      <a:pt x="0" y="1"/>
                    </a:moveTo>
                    <a:cubicBezTo>
                      <a:pt x="421" y="312"/>
                      <a:pt x="693" y="816"/>
                      <a:pt x="693" y="1375"/>
                    </a:cubicBezTo>
                    <a:lnTo>
                      <a:pt x="693" y="2742"/>
                    </a:lnTo>
                    <a:cubicBezTo>
                      <a:pt x="693" y="2896"/>
                      <a:pt x="567" y="3021"/>
                      <a:pt x="413" y="3021"/>
                    </a:cubicBezTo>
                    <a:lnTo>
                      <a:pt x="1187" y="3021"/>
                    </a:lnTo>
                    <a:cubicBezTo>
                      <a:pt x="1341" y="3021"/>
                      <a:pt x="1466" y="2896"/>
                      <a:pt x="1466" y="2742"/>
                    </a:cubicBezTo>
                    <a:lnTo>
                      <a:pt x="1466" y="1375"/>
                    </a:lnTo>
                    <a:cubicBezTo>
                      <a:pt x="1466" y="816"/>
                      <a:pt x="1194" y="314"/>
                      <a:pt x="776" y="4"/>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26"/>
              <p:cNvSpPr/>
              <p:nvPr/>
            </p:nvSpPr>
            <p:spPr>
              <a:xfrm>
                <a:off x="3458270" y="3196204"/>
                <a:ext cx="27360" cy="86911"/>
              </a:xfrm>
              <a:custGeom>
                <a:rect b="b" l="l" r="r" t="t"/>
                <a:pathLst>
                  <a:path extrusionOk="0" h="3345" w="1053">
                    <a:moveTo>
                      <a:pt x="0" y="1"/>
                    </a:moveTo>
                    <a:cubicBezTo>
                      <a:pt x="154" y="1"/>
                      <a:pt x="280" y="126"/>
                      <a:pt x="280" y="280"/>
                    </a:cubicBezTo>
                    <a:lnTo>
                      <a:pt x="280" y="3345"/>
                    </a:lnTo>
                    <a:lnTo>
                      <a:pt x="1053" y="3345"/>
                    </a:lnTo>
                    <a:lnTo>
                      <a:pt x="1053" y="280"/>
                    </a:lnTo>
                    <a:cubicBezTo>
                      <a:pt x="1053" y="126"/>
                      <a:pt x="928" y="1"/>
                      <a:pt x="7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26"/>
              <p:cNvSpPr/>
              <p:nvPr/>
            </p:nvSpPr>
            <p:spPr>
              <a:xfrm>
                <a:off x="3271638" y="3297613"/>
                <a:ext cx="51289" cy="24917"/>
              </a:xfrm>
              <a:custGeom>
                <a:rect b="b" l="l" r="r" t="t"/>
                <a:pathLst>
                  <a:path extrusionOk="0" h="959" w="1974">
                    <a:moveTo>
                      <a:pt x="985" y="1"/>
                    </a:moveTo>
                    <a:cubicBezTo>
                      <a:pt x="617" y="1"/>
                      <a:pt x="277" y="122"/>
                      <a:pt x="1" y="325"/>
                    </a:cubicBezTo>
                    <a:lnTo>
                      <a:pt x="641" y="837"/>
                    </a:lnTo>
                    <a:cubicBezTo>
                      <a:pt x="743" y="918"/>
                      <a:pt x="866" y="959"/>
                      <a:pt x="990" y="959"/>
                    </a:cubicBezTo>
                    <a:cubicBezTo>
                      <a:pt x="1113" y="959"/>
                      <a:pt x="1237" y="918"/>
                      <a:pt x="1339" y="837"/>
                    </a:cubicBezTo>
                    <a:lnTo>
                      <a:pt x="1973" y="328"/>
                    </a:lnTo>
                    <a:cubicBezTo>
                      <a:pt x="1707" y="129"/>
                      <a:pt x="1378" y="6"/>
                      <a:pt x="1020" y="1"/>
                    </a:cubicBezTo>
                    <a:cubicBezTo>
                      <a:pt x="1008" y="1"/>
                      <a:pt x="997" y="1"/>
                      <a:pt x="9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26"/>
              <p:cNvSpPr/>
              <p:nvPr/>
            </p:nvSpPr>
            <p:spPr>
              <a:xfrm>
                <a:off x="3287254" y="3297613"/>
                <a:ext cx="35674" cy="17486"/>
              </a:xfrm>
              <a:custGeom>
                <a:rect b="b" l="l" r="r" t="t"/>
                <a:pathLst>
                  <a:path extrusionOk="0" h="673" w="1373">
                    <a:moveTo>
                      <a:pt x="388" y="1"/>
                    </a:moveTo>
                    <a:cubicBezTo>
                      <a:pt x="255" y="1"/>
                      <a:pt x="124" y="16"/>
                      <a:pt x="1" y="45"/>
                    </a:cubicBezTo>
                    <a:cubicBezTo>
                      <a:pt x="382" y="137"/>
                      <a:pt x="714" y="364"/>
                      <a:pt x="944" y="672"/>
                    </a:cubicBezTo>
                    <a:lnTo>
                      <a:pt x="1372" y="328"/>
                    </a:lnTo>
                    <a:cubicBezTo>
                      <a:pt x="1106" y="129"/>
                      <a:pt x="777" y="6"/>
                      <a:pt x="419" y="1"/>
                    </a:cubicBezTo>
                    <a:cubicBezTo>
                      <a:pt x="408" y="1"/>
                      <a:pt x="398" y="1"/>
                      <a:pt x="3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26"/>
              <p:cNvSpPr/>
              <p:nvPr/>
            </p:nvSpPr>
            <p:spPr>
              <a:xfrm>
                <a:off x="3449436" y="3422199"/>
                <a:ext cx="72387" cy="26008"/>
              </a:xfrm>
              <a:custGeom>
                <a:rect b="b" l="l" r="r" t="t"/>
                <a:pathLst>
                  <a:path extrusionOk="0" h="1001" w="2786">
                    <a:moveTo>
                      <a:pt x="0" y="0"/>
                    </a:moveTo>
                    <a:lnTo>
                      <a:pt x="0" y="1001"/>
                    </a:lnTo>
                    <a:lnTo>
                      <a:pt x="2785" y="1001"/>
                    </a:lnTo>
                    <a:lnTo>
                      <a:pt x="2785"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26"/>
              <p:cNvSpPr/>
              <p:nvPr/>
            </p:nvSpPr>
            <p:spPr>
              <a:xfrm>
                <a:off x="3501713" y="3422199"/>
                <a:ext cx="20110" cy="26008"/>
              </a:xfrm>
              <a:custGeom>
                <a:rect b="b" l="l" r="r" t="t"/>
                <a:pathLst>
                  <a:path extrusionOk="0" h="1001" w="774">
                    <a:moveTo>
                      <a:pt x="0" y="0"/>
                    </a:moveTo>
                    <a:lnTo>
                      <a:pt x="0" y="1001"/>
                    </a:lnTo>
                    <a:lnTo>
                      <a:pt x="773" y="1001"/>
                    </a:lnTo>
                    <a:lnTo>
                      <a:pt x="773"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26"/>
              <p:cNvSpPr/>
              <p:nvPr/>
            </p:nvSpPr>
            <p:spPr>
              <a:xfrm>
                <a:off x="3418621" y="3327285"/>
                <a:ext cx="134018" cy="105463"/>
              </a:xfrm>
              <a:custGeom>
                <a:rect b="b" l="l" r="r" t="t"/>
                <a:pathLst>
                  <a:path extrusionOk="0" h="4059" w="5158">
                    <a:moveTo>
                      <a:pt x="2579" y="1"/>
                    </a:moveTo>
                    <a:lnTo>
                      <a:pt x="0" y="2705"/>
                    </a:lnTo>
                    <a:cubicBezTo>
                      <a:pt x="235" y="3274"/>
                      <a:pt x="653" y="3750"/>
                      <a:pt x="1181" y="4056"/>
                    </a:cubicBezTo>
                    <a:lnTo>
                      <a:pt x="3971" y="4058"/>
                    </a:lnTo>
                    <a:cubicBezTo>
                      <a:pt x="4502" y="3752"/>
                      <a:pt x="4922" y="3277"/>
                      <a:pt x="5158" y="2705"/>
                    </a:cubicBezTo>
                    <a:lnTo>
                      <a:pt x="2579"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26"/>
              <p:cNvSpPr/>
              <p:nvPr/>
            </p:nvSpPr>
            <p:spPr>
              <a:xfrm>
                <a:off x="3475445" y="3327285"/>
                <a:ext cx="77194" cy="105463"/>
              </a:xfrm>
              <a:custGeom>
                <a:rect b="b" l="l" r="r" t="t"/>
                <a:pathLst>
                  <a:path extrusionOk="0" h="4059" w="2971">
                    <a:moveTo>
                      <a:pt x="392" y="1"/>
                    </a:moveTo>
                    <a:lnTo>
                      <a:pt x="0" y="408"/>
                    </a:lnTo>
                    <a:lnTo>
                      <a:pt x="2189" y="2705"/>
                    </a:lnTo>
                    <a:cubicBezTo>
                      <a:pt x="1954" y="3274"/>
                      <a:pt x="1534" y="3752"/>
                      <a:pt x="1003" y="4058"/>
                    </a:cubicBezTo>
                    <a:lnTo>
                      <a:pt x="1784" y="4058"/>
                    </a:lnTo>
                    <a:cubicBezTo>
                      <a:pt x="2315" y="3752"/>
                      <a:pt x="2735" y="3277"/>
                      <a:pt x="2971" y="2705"/>
                    </a:cubicBezTo>
                    <a:lnTo>
                      <a:pt x="392" y="1"/>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26"/>
              <p:cNvSpPr/>
              <p:nvPr/>
            </p:nvSpPr>
            <p:spPr>
              <a:xfrm>
                <a:off x="3369748" y="3312086"/>
                <a:ext cx="231764" cy="57941"/>
              </a:xfrm>
              <a:custGeom>
                <a:rect b="b" l="l" r="r" t="t"/>
                <a:pathLst>
                  <a:path extrusionOk="0" h="2230" w="8920">
                    <a:moveTo>
                      <a:pt x="559" y="0"/>
                    </a:moveTo>
                    <a:cubicBezTo>
                      <a:pt x="251" y="0"/>
                      <a:pt x="0" y="251"/>
                      <a:pt x="0" y="557"/>
                    </a:cubicBezTo>
                    <a:lnTo>
                      <a:pt x="0" y="1673"/>
                    </a:lnTo>
                    <a:cubicBezTo>
                      <a:pt x="0" y="1981"/>
                      <a:pt x="251" y="2229"/>
                      <a:pt x="559" y="2229"/>
                    </a:cubicBezTo>
                    <a:lnTo>
                      <a:pt x="8361" y="2229"/>
                    </a:lnTo>
                    <a:cubicBezTo>
                      <a:pt x="8669" y="2229"/>
                      <a:pt x="8920" y="1981"/>
                      <a:pt x="8920" y="1673"/>
                    </a:cubicBezTo>
                    <a:lnTo>
                      <a:pt x="8920" y="557"/>
                    </a:lnTo>
                    <a:cubicBezTo>
                      <a:pt x="8920" y="251"/>
                      <a:pt x="8669" y="0"/>
                      <a:pt x="8361"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26"/>
              <p:cNvSpPr/>
              <p:nvPr/>
            </p:nvSpPr>
            <p:spPr>
              <a:xfrm>
                <a:off x="3567345" y="3312086"/>
                <a:ext cx="34167" cy="57941"/>
              </a:xfrm>
              <a:custGeom>
                <a:rect b="b" l="l" r="r" t="t"/>
                <a:pathLst>
                  <a:path extrusionOk="0" h="2230" w="1315">
                    <a:moveTo>
                      <a:pt x="1" y="0"/>
                    </a:moveTo>
                    <a:cubicBezTo>
                      <a:pt x="309" y="0"/>
                      <a:pt x="557" y="251"/>
                      <a:pt x="557" y="557"/>
                    </a:cubicBezTo>
                    <a:lnTo>
                      <a:pt x="557" y="1673"/>
                    </a:lnTo>
                    <a:cubicBezTo>
                      <a:pt x="557" y="1981"/>
                      <a:pt x="309" y="2229"/>
                      <a:pt x="1" y="2229"/>
                    </a:cubicBezTo>
                    <a:lnTo>
                      <a:pt x="756" y="2229"/>
                    </a:lnTo>
                    <a:cubicBezTo>
                      <a:pt x="1064" y="2229"/>
                      <a:pt x="1315" y="1981"/>
                      <a:pt x="1315" y="1673"/>
                    </a:cubicBezTo>
                    <a:lnTo>
                      <a:pt x="1315" y="557"/>
                    </a:lnTo>
                    <a:cubicBezTo>
                      <a:pt x="1315" y="251"/>
                      <a:pt x="1064" y="0"/>
                      <a:pt x="756"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26"/>
              <p:cNvSpPr/>
              <p:nvPr/>
            </p:nvSpPr>
            <p:spPr>
              <a:xfrm>
                <a:off x="3434912" y="3442414"/>
                <a:ext cx="101436" cy="35050"/>
              </a:xfrm>
              <a:custGeom>
                <a:rect b="b" l="l" r="r" t="t"/>
                <a:pathLst>
                  <a:path extrusionOk="0" h="1349" w="3904">
                    <a:moveTo>
                      <a:pt x="497" y="1"/>
                    </a:moveTo>
                    <a:cubicBezTo>
                      <a:pt x="369" y="1"/>
                      <a:pt x="259" y="87"/>
                      <a:pt x="228" y="212"/>
                    </a:cubicBezTo>
                    <a:lnTo>
                      <a:pt x="0" y="1116"/>
                    </a:lnTo>
                    <a:lnTo>
                      <a:pt x="0" y="1349"/>
                    </a:lnTo>
                    <a:lnTo>
                      <a:pt x="3904" y="1349"/>
                    </a:lnTo>
                    <a:lnTo>
                      <a:pt x="3904" y="1116"/>
                    </a:lnTo>
                    <a:lnTo>
                      <a:pt x="3676" y="212"/>
                    </a:lnTo>
                    <a:cubicBezTo>
                      <a:pt x="3645" y="87"/>
                      <a:pt x="3535" y="1"/>
                      <a:pt x="34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26"/>
              <p:cNvSpPr/>
              <p:nvPr/>
            </p:nvSpPr>
            <p:spPr>
              <a:xfrm>
                <a:off x="3503324" y="3442414"/>
                <a:ext cx="33024" cy="35050"/>
              </a:xfrm>
              <a:custGeom>
                <a:rect b="b" l="l" r="r" t="t"/>
                <a:pathLst>
                  <a:path extrusionOk="0" h="1349" w="1271">
                    <a:moveTo>
                      <a:pt x="1" y="1"/>
                    </a:moveTo>
                    <a:cubicBezTo>
                      <a:pt x="129" y="1"/>
                      <a:pt x="239" y="87"/>
                      <a:pt x="270" y="212"/>
                    </a:cubicBezTo>
                    <a:lnTo>
                      <a:pt x="497" y="1116"/>
                    </a:lnTo>
                    <a:lnTo>
                      <a:pt x="497" y="1349"/>
                    </a:lnTo>
                    <a:lnTo>
                      <a:pt x="1271" y="1349"/>
                    </a:lnTo>
                    <a:lnTo>
                      <a:pt x="1271" y="1116"/>
                    </a:lnTo>
                    <a:lnTo>
                      <a:pt x="1043" y="212"/>
                    </a:lnTo>
                    <a:cubicBezTo>
                      <a:pt x="1012" y="87"/>
                      <a:pt x="902"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26"/>
              <p:cNvSpPr/>
              <p:nvPr/>
            </p:nvSpPr>
            <p:spPr>
              <a:xfrm>
                <a:off x="3362551" y="3471410"/>
                <a:ext cx="246158" cy="101358"/>
              </a:xfrm>
              <a:custGeom>
                <a:rect b="b" l="l" r="r" t="t"/>
                <a:pathLst>
                  <a:path extrusionOk="0" h="3901" w="9474">
                    <a:moveTo>
                      <a:pt x="2229" y="0"/>
                    </a:moveTo>
                    <a:cubicBezTo>
                      <a:pt x="998" y="0"/>
                      <a:pt x="0" y="998"/>
                      <a:pt x="0" y="2229"/>
                    </a:cubicBezTo>
                    <a:lnTo>
                      <a:pt x="0" y="3344"/>
                    </a:lnTo>
                    <a:cubicBezTo>
                      <a:pt x="0" y="3653"/>
                      <a:pt x="248" y="3901"/>
                      <a:pt x="557" y="3901"/>
                    </a:cubicBezTo>
                    <a:lnTo>
                      <a:pt x="8917" y="3901"/>
                    </a:lnTo>
                    <a:cubicBezTo>
                      <a:pt x="9225" y="3901"/>
                      <a:pt x="9474" y="3653"/>
                      <a:pt x="9474" y="3344"/>
                    </a:cubicBezTo>
                    <a:lnTo>
                      <a:pt x="9474" y="2229"/>
                    </a:lnTo>
                    <a:cubicBezTo>
                      <a:pt x="9474" y="998"/>
                      <a:pt x="8476" y="0"/>
                      <a:pt x="7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26"/>
              <p:cNvSpPr/>
              <p:nvPr/>
            </p:nvSpPr>
            <p:spPr>
              <a:xfrm>
                <a:off x="3398719" y="3225200"/>
                <a:ext cx="173823" cy="173797"/>
              </a:xfrm>
              <a:custGeom>
                <a:rect b="b" l="l" r="r" t="t"/>
                <a:pathLst>
                  <a:path extrusionOk="0" h="6689" w="6690">
                    <a:moveTo>
                      <a:pt x="2229" y="0"/>
                    </a:moveTo>
                    <a:cubicBezTo>
                      <a:pt x="999" y="0"/>
                      <a:pt x="1" y="998"/>
                      <a:pt x="1" y="2229"/>
                    </a:cubicBezTo>
                    <a:lnTo>
                      <a:pt x="1" y="5573"/>
                    </a:lnTo>
                    <a:cubicBezTo>
                      <a:pt x="1" y="6190"/>
                      <a:pt x="500" y="6689"/>
                      <a:pt x="1116" y="6689"/>
                    </a:cubicBezTo>
                    <a:lnTo>
                      <a:pt x="5573" y="6689"/>
                    </a:lnTo>
                    <a:cubicBezTo>
                      <a:pt x="6190" y="6689"/>
                      <a:pt x="6689" y="6190"/>
                      <a:pt x="6689" y="5573"/>
                    </a:cubicBezTo>
                    <a:lnTo>
                      <a:pt x="6689" y="2229"/>
                    </a:lnTo>
                    <a:cubicBezTo>
                      <a:pt x="6689" y="998"/>
                      <a:pt x="5691" y="0"/>
                      <a:pt x="44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26"/>
              <p:cNvSpPr/>
              <p:nvPr/>
            </p:nvSpPr>
            <p:spPr>
              <a:xfrm>
                <a:off x="3530684" y="3471410"/>
                <a:ext cx="78025" cy="101358"/>
              </a:xfrm>
              <a:custGeom>
                <a:rect b="b" l="l" r="r" t="t"/>
                <a:pathLst>
                  <a:path extrusionOk="0" h="3901" w="3003">
                    <a:moveTo>
                      <a:pt x="1" y="0"/>
                    </a:moveTo>
                    <a:cubicBezTo>
                      <a:pt x="1231" y="0"/>
                      <a:pt x="2229" y="998"/>
                      <a:pt x="2229" y="2229"/>
                    </a:cubicBezTo>
                    <a:lnTo>
                      <a:pt x="2229" y="3344"/>
                    </a:lnTo>
                    <a:cubicBezTo>
                      <a:pt x="2229" y="3650"/>
                      <a:pt x="1981" y="3901"/>
                      <a:pt x="1673" y="3901"/>
                    </a:cubicBezTo>
                    <a:lnTo>
                      <a:pt x="2446" y="3901"/>
                    </a:lnTo>
                    <a:cubicBezTo>
                      <a:pt x="2754" y="3901"/>
                      <a:pt x="3003" y="3650"/>
                      <a:pt x="3003" y="3344"/>
                    </a:cubicBezTo>
                    <a:lnTo>
                      <a:pt x="3003" y="2229"/>
                    </a:lnTo>
                    <a:cubicBezTo>
                      <a:pt x="3003" y="998"/>
                      <a:pt x="2005" y="0"/>
                      <a:pt x="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26"/>
              <p:cNvSpPr/>
              <p:nvPr/>
            </p:nvSpPr>
            <p:spPr>
              <a:xfrm>
                <a:off x="3494516" y="3225200"/>
                <a:ext cx="78025" cy="173797"/>
              </a:xfrm>
              <a:custGeom>
                <a:rect b="b" l="l" r="r" t="t"/>
                <a:pathLst>
                  <a:path extrusionOk="0" h="6689" w="3003">
                    <a:moveTo>
                      <a:pt x="0" y="0"/>
                    </a:moveTo>
                    <a:cubicBezTo>
                      <a:pt x="1231" y="0"/>
                      <a:pt x="2229" y="998"/>
                      <a:pt x="2229" y="2229"/>
                    </a:cubicBezTo>
                    <a:lnTo>
                      <a:pt x="2229" y="5573"/>
                    </a:lnTo>
                    <a:cubicBezTo>
                      <a:pt x="2229" y="6190"/>
                      <a:pt x="1730" y="6689"/>
                      <a:pt x="1113" y="6689"/>
                    </a:cubicBezTo>
                    <a:lnTo>
                      <a:pt x="1886" y="6689"/>
                    </a:lnTo>
                    <a:cubicBezTo>
                      <a:pt x="2503" y="6689"/>
                      <a:pt x="3002" y="6190"/>
                      <a:pt x="3002" y="5573"/>
                    </a:cubicBezTo>
                    <a:lnTo>
                      <a:pt x="3002" y="2229"/>
                    </a:lnTo>
                    <a:cubicBezTo>
                      <a:pt x="3002" y="998"/>
                      <a:pt x="2004" y="0"/>
                      <a:pt x="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26"/>
              <p:cNvSpPr/>
              <p:nvPr/>
            </p:nvSpPr>
            <p:spPr>
              <a:xfrm>
                <a:off x="3471833" y="3247597"/>
                <a:ext cx="27593" cy="13121"/>
              </a:xfrm>
              <a:custGeom>
                <a:rect b="b" l="l" r="r" t="t"/>
                <a:pathLst>
                  <a:path extrusionOk="0" h="505" w="1062">
                    <a:moveTo>
                      <a:pt x="251" y="0"/>
                    </a:moveTo>
                    <a:cubicBezTo>
                      <a:pt x="113" y="0"/>
                      <a:pt x="1" y="113"/>
                      <a:pt x="1" y="254"/>
                    </a:cubicBezTo>
                    <a:cubicBezTo>
                      <a:pt x="1" y="392"/>
                      <a:pt x="113" y="505"/>
                      <a:pt x="251" y="505"/>
                    </a:cubicBezTo>
                    <a:lnTo>
                      <a:pt x="810" y="505"/>
                    </a:lnTo>
                    <a:cubicBezTo>
                      <a:pt x="949" y="505"/>
                      <a:pt x="1061" y="392"/>
                      <a:pt x="1061" y="254"/>
                    </a:cubicBezTo>
                    <a:cubicBezTo>
                      <a:pt x="1061" y="113"/>
                      <a:pt x="949" y="0"/>
                      <a:pt x="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98" name="Google Shape;11298;p126"/>
          <p:cNvGrpSpPr/>
          <p:nvPr/>
        </p:nvGrpSpPr>
        <p:grpSpPr>
          <a:xfrm>
            <a:off x="3982311" y="3133950"/>
            <a:ext cx="405483" cy="434479"/>
            <a:chOff x="3982311" y="3133950"/>
            <a:chExt cx="405483" cy="434479"/>
          </a:xfrm>
        </p:grpSpPr>
        <p:sp>
          <p:nvSpPr>
            <p:cNvPr id="11299" name="Google Shape;11299;p126"/>
            <p:cNvSpPr/>
            <p:nvPr/>
          </p:nvSpPr>
          <p:spPr>
            <a:xfrm>
              <a:off x="3996784" y="3510514"/>
              <a:ext cx="376564" cy="57915"/>
            </a:xfrm>
            <a:custGeom>
              <a:rect b="b" l="l" r="r" t="t"/>
              <a:pathLst>
                <a:path extrusionOk="0" h="2229" w="14493">
                  <a:moveTo>
                    <a:pt x="0" y="0"/>
                  </a:moveTo>
                  <a:lnTo>
                    <a:pt x="0" y="1116"/>
                  </a:lnTo>
                  <a:cubicBezTo>
                    <a:pt x="0" y="1730"/>
                    <a:pt x="499" y="2229"/>
                    <a:pt x="1116" y="2229"/>
                  </a:cubicBezTo>
                  <a:lnTo>
                    <a:pt x="13377" y="2229"/>
                  </a:lnTo>
                  <a:cubicBezTo>
                    <a:pt x="13993" y="2229"/>
                    <a:pt x="14492" y="1730"/>
                    <a:pt x="14492" y="1116"/>
                  </a:cubicBezTo>
                  <a:lnTo>
                    <a:pt x="144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26"/>
            <p:cNvSpPr/>
            <p:nvPr/>
          </p:nvSpPr>
          <p:spPr>
            <a:xfrm>
              <a:off x="4324579" y="3510514"/>
              <a:ext cx="48769" cy="57915"/>
            </a:xfrm>
            <a:custGeom>
              <a:rect b="b" l="l" r="r" t="t"/>
              <a:pathLst>
                <a:path extrusionOk="0" h="2229" w="1877">
                  <a:moveTo>
                    <a:pt x="1116" y="0"/>
                  </a:moveTo>
                  <a:lnTo>
                    <a:pt x="1116" y="1116"/>
                  </a:lnTo>
                  <a:cubicBezTo>
                    <a:pt x="1116" y="1730"/>
                    <a:pt x="617" y="2229"/>
                    <a:pt x="1" y="2229"/>
                  </a:cubicBezTo>
                  <a:lnTo>
                    <a:pt x="761" y="2229"/>
                  </a:lnTo>
                  <a:cubicBezTo>
                    <a:pt x="1377" y="2229"/>
                    <a:pt x="1876" y="1730"/>
                    <a:pt x="1876" y="1116"/>
                  </a:cubicBezTo>
                  <a:lnTo>
                    <a:pt x="18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26"/>
            <p:cNvSpPr/>
            <p:nvPr/>
          </p:nvSpPr>
          <p:spPr>
            <a:xfrm>
              <a:off x="3996784" y="3239594"/>
              <a:ext cx="376564" cy="299916"/>
            </a:xfrm>
            <a:custGeom>
              <a:rect b="b" l="l" r="r" t="t"/>
              <a:pathLst>
                <a:path extrusionOk="0" h="11543" w="14493">
                  <a:moveTo>
                    <a:pt x="0" y="0"/>
                  </a:moveTo>
                  <a:lnTo>
                    <a:pt x="0" y="10427"/>
                  </a:lnTo>
                  <a:cubicBezTo>
                    <a:pt x="0" y="11044"/>
                    <a:pt x="499" y="11543"/>
                    <a:pt x="1116" y="11543"/>
                  </a:cubicBezTo>
                  <a:lnTo>
                    <a:pt x="13377" y="11543"/>
                  </a:lnTo>
                  <a:cubicBezTo>
                    <a:pt x="13993" y="11543"/>
                    <a:pt x="14492" y="11044"/>
                    <a:pt x="14492" y="10427"/>
                  </a:cubicBezTo>
                  <a:lnTo>
                    <a:pt x="144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26"/>
            <p:cNvSpPr/>
            <p:nvPr/>
          </p:nvSpPr>
          <p:spPr>
            <a:xfrm>
              <a:off x="4324579" y="3239594"/>
              <a:ext cx="48769" cy="299916"/>
            </a:xfrm>
            <a:custGeom>
              <a:rect b="b" l="l" r="r" t="t"/>
              <a:pathLst>
                <a:path extrusionOk="0" h="11543" w="1877">
                  <a:moveTo>
                    <a:pt x="1116" y="0"/>
                  </a:moveTo>
                  <a:lnTo>
                    <a:pt x="1116" y="10427"/>
                  </a:lnTo>
                  <a:cubicBezTo>
                    <a:pt x="1116" y="11044"/>
                    <a:pt x="617" y="11543"/>
                    <a:pt x="1" y="11543"/>
                  </a:cubicBezTo>
                  <a:lnTo>
                    <a:pt x="761" y="11543"/>
                  </a:lnTo>
                  <a:cubicBezTo>
                    <a:pt x="1377" y="11543"/>
                    <a:pt x="1876" y="11044"/>
                    <a:pt x="1876" y="10427"/>
                  </a:cubicBezTo>
                  <a:lnTo>
                    <a:pt x="18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26"/>
            <p:cNvSpPr/>
            <p:nvPr/>
          </p:nvSpPr>
          <p:spPr>
            <a:xfrm>
              <a:off x="3996784" y="3272228"/>
              <a:ext cx="376564" cy="13147"/>
            </a:xfrm>
            <a:custGeom>
              <a:rect b="b" l="l" r="r" t="t"/>
              <a:pathLst>
                <a:path extrusionOk="0" h="506" w="14493">
                  <a:moveTo>
                    <a:pt x="0" y="1"/>
                  </a:moveTo>
                  <a:lnTo>
                    <a:pt x="0" y="505"/>
                  </a:lnTo>
                  <a:lnTo>
                    <a:pt x="14492" y="505"/>
                  </a:lnTo>
                  <a:lnTo>
                    <a:pt x="144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26"/>
            <p:cNvSpPr/>
            <p:nvPr/>
          </p:nvSpPr>
          <p:spPr>
            <a:xfrm>
              <a:off x="3982311" y="3162946"/>
              <a:ext cx="405483" cy="86911"/>
            </a:xfrm>
            <a:custGeom>
              <a:rect b="b" l="l" r="r" t="t"/>
              <a:pathLst>
                <a:path extrusionOk="0" h="3345" w="15606">
                  <a:moveTo>
                    <a:pt x="557" y="1"/>
                  </a:moveTo>
                  <a:cubicBezTo>
                    <a:pt x="249" y="1"/>
                    <a:pt x="1" y="249"/>
                    <a:pt x="1" y="557"/>
                  </a:cubicBezTo>
                  <a:lnTo>
                    <a:pt x="1" y="2788"/>
                  </a:lnTo>
                  <a:cubicBezTo>
                    <a:pt x="1" y="3094"/>
                    <a:pt x="249" y="3345"/>
                    <a:pt x="557" y="3345"/>
                  </a:cubicBezTo>
                  <a:lnTo>
                    <a:pt x="15049" y="3345"/>
                  </a:lnTo>
                  <a:cubicBezTo>
                    <a:pt x="15358" y="3345"/>
                    <a:pt x="15606" y="3094"/>
                    <a:pt x="15606" y="2788"/>
                  </a:cubicBezTo>
                  <a:lnTo>
                    <a:pt x="15606" y="557"/>
                  </a:lnTo>
                  <a:cubicBezTo>
                    <a:pt x="15606" y="249"/>
                    <a:pt x="15358" y="1"/>
                    <a:pt x="150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26"/>
            <p:cNvSpPr/>
            <p:nvPr/>
          </p:nvSpPr>
          <p:spPr>
            <a:xfrm>
              <a:off x="4353238" y="3162946"/>
              <a:ext cx="34557" cy="86911"/>
            </a:xfrm>
            <a:custGeom>
              <a:rect b="b" l="l" r="r" t="t"/>
              <a:pathLst>
                <a:path extrusionOk="0" h="3345" w="1330">
                  <a:moveTo>
                    <a:pt x="0" y="1"/>
                  </a:moveTo>
                  <a:cubicBezTo>
                    <a:pt x="306" y="1"/>
                    <a:pt x="557" y="249"/>
                    <a:pt x="557" y="557"/>
                  </a:cubicBezTo>
                  <a:lnTo>
                    <a:pt x="557" y="2788"/>
                  </a:lnTo>
                  <a:cubicBezTo>
                    <a:pt x="557" y="3094"/>
                    <a:pt x="306" y="3345"/>
                    <a:pt x="0" y="3345"/>
                  </a:cubicBezTo>
                  <a:lnTo>
                    <a:pt x="773" y="3345"/>
                  </a:lnTo>
                  <a:cubicBezTo>
                    <a:pt x="1082" y="3345"/>
                    <a:pt x="1330" y="3094"/>
                    <a:pt x="1330" y="2788"/>
                  </a:cubicBezTo>
                  <a:lnTo>
                    <a:pt x="1330" y="557"/>
                  </a:lnTo>
                  <a:cubicBezTo>
                    <a:pt x="1330" y="249"/>
                    <a:pt x="1082" y="1"/>
                    <a:pt x="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26"/>
            <p:cNvSpPr/>
            <p:nvPr/>
          </p:nvSpPr>
          <p:spPr>
            <a:xfrm>
              <a:off x="4025754" y="3133950"/>
              <a:ext cx="84417" cy="72465"/>
            </a:xfrm>
            <a:custGeom>
              <a:rect b="b" l="l" r="r" t="t"/>
              <a:pathLst>
                <a:path extrusionOk="0" h="2789" w="3249">
                  <a:moveTo>
                    <a:pt x="1673" y="1"/>
                  </a:moveTo>
                  <a:cubicBezTo>
                    <a:pt x="751" y="1"/>
                    <a:pt x="1" y="751"/>
                    <a:pt x="1" y="1673"/>
                  </a:cubicBezTo>
                  <a:lnTo>
                    <a:pt x="1" y="2789"/>
                  </a:lnTo>
                  <a:lnTo>
                    <a:pt x="1116" y="2789"/>
                  </a:lnTo>
                  <a:lnTo>
                    <a:pt x="1116" y="1673"/>
                  </a:lnTo>
                  <a:cubicBezTo>
                    <a:pt x="1116" y="1367"/>
                    <a:pt x="1365" y="1117"/>
                    <a:pt x="1673" y="1117"/>
                  </a:cubicBezTo>
                  <a:lnTo>
                    <a:pt x="2391" y="1242"/>
                  </a:lnTo>
                  <a:lnTo>
                    <a:pt x="3248" y="1117"/>
                  </a:lnTo>
                  <a:cubicBezTo>
                    <a:pt x="3018" y="469"/>
                    <a:pt x="2399" y="1"/>
                    <a:pt x="1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26"/>
            <p:cNvSpPr/>
            <p:nvPr/>
          </p:nvSpPr>
          <p:spPr>
            <a:xfrm>
              <a:off x="4259960" y="3133950"/>
              <a:ext cx="84391" cy="72465"/>
            </a:xfrm>
            <a:custGeom>
              <a:rect b="b" l="l" r="r" t="t"/>
              <a:pathLst>
                <a:path extrusionOk="0" h="2789" w="3248">
                  <a:moveTo>
                    <a:pt x="1576" y="1"/>
                  </a:moveTo>
                  <a:cubicBezTo>
                    <a:pt x="849" y="1"/>
                    <a:pt x="230" y="469"/>
                    <a:pt x="0" y="1117"/>
                  </a:cubicBezTo>
                  <a:lnTo>
                    <a:pt x="857" y="1242"/>
                  </a:lnTo>
                  <a:lnTo>
                    <a:pt x="1576" y="1117"/>
                  </a:lnTo>
                  <a:cubicBezTo>
                    <a:pt x="1884" y="1117"/>
                    <a:pt x="2135" y="1367"/>
                    <a:pt x="2135" y="1673"/>
                  </a:cubicBezTo>
                  <a:lnTo>
                    <a:pt x="2135" y="2789"/>
                  </a:lnTo>
                  <a:lnTo>
                    <a:pt x="3248" y="2789"/>
                  </a:lnTo>
                  <a:lnTo>
                    <a:pt x="3248" y="1673"/>
                  </a:lnTo>
                  <a:cubicBezTo>
                    <a:pt x="3248" y="751"/>
                    <a:pt x="2498" y="1"/>
                    <a:pt x="1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26"/>
            <p:cNvSpPr/>
            <p:nvPr/>
          </p:nvSpPr>
          <p:spPr>
            <a:xfrm>
              <a:off x="4059168" y="3133950"/>
              <a:ext cx="51004" cy="32270"/>
            </a:xfrm>
            <a:custGeom>
              <a:rect b="b" l="l" r="r" t="t"/>
              <a:pathLst>
                <a:path extrusionOk="0" h="1242" w="1963">
                  <a:moveTo>
                    <a:pt x="387" y="1"/>
                  </a:moveTo>
                  <a:cubicBezTo>
                    <a:pt x="254" y="1"/>
                    <a:pt x="126" y="17"/>
                    <a:pt x="0" y="48"/>
                  </a:cubicBezTo>
                  <a:cubicBezTo>
                    <a:pt x="554" y="179"/>
                    <a:pt x="1001" y="586"/>
                    <a:pt x="1189" y="1117"/>
                  </a:cubicBezTo>
                  <a:lnTo>
                    <a:pt x="753" y="1179"/>
                  </a:lnTo>
                  <a:lnTo>
                    <a:pt x="1105" y="1242"/>
                  </a:lnTo>
                  <a:lnTo>
                    <a:pt x="1962" y="1117"/>
                  </a:lnTo>
                  <a:cubicBezTo>
                    <a:pt x="1732" y="469"/>
                    <a:pt x="1113"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26"/>
            <p:cNvSpPr/>
            <p:nvPr/>
          </p:nvSpPr>
          <p:spPr>
            <a:xfrm>
              <a:off x="4290854" y="3133950"/>
              <a:ext cx="53498" cy="72465"/>
            </a:xfrm>
            <a:custGeom>
              <a:rect b="b" l="l" r="r" t="t"/>
              <a:pathLst>
                <a:path extrusionOk="0" h="2789" w="2059">
                  <a:moveTo>
                    <a:pt x="387" y="1"/>
                  </a:moveTo>
                  <a:cubicBezTo>
                    <a:pt x="254" y="1"/>
                    <a:pt x="123" y="17"/>
                    <a:pt x="0" y="48"/>
                  </a:cubicBezTo>
                  <a:cubicBezTo>
                    <a:pt x="737" y="223"/>
                    <a:pt x="1286" y="884"/>
                    <a:pt x="1286" y="1673"/>
                  </a:cubicBezTo>
                  <a:lnTo>
                    <a:pt x="1286" y="2789"/>
                  </a:lnTo>
                  <a:lnTo>
                    <a:pt x="2059" y="2789"/>
                  </a:lnTo>
                  <a:lnTo>
                    <a:pt x="2059" y="1673"/>
                  </a:lnTo>
                  <a:cubicBezTo>
                    <a:pt x="2059" y="751"/>
                    <a:pt x="1309" y="1"/>
                    <a:pt x="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26"/>
            <p:cNvSpPr/>
            <p:nvPr/>
          </p:nvSpPr>
          <p:spPr>
            <a:xfrm>
              <a:off x="4069197" y="3162946"/>
              <a:ext cx="40974" cy="12576"/>
            </a:xfrm>
            <a:custGeom>
              <a:rect b="b" l="l" r="r" t="t"/>
              <a:pathLst>
                <a:path extrusionOk="0" h="484" w="1577">
                  <a:moveTo>
                    <a:pt x="1" y="1"/>
                  </a:moveTo>
                  <a:lnTo>
                    <a:pt x="1" y="484"/>
                  </a:lnTo>
                  <a:lnTo>
                    <a:pt x="1576" y="484"/>
                  </a:lnTo>
                  <a:lnTo>
                    <a:pt x="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26"/>
            <p:cNvSpPr/>
            <p:nvPr/>
          </p:nvSpPr>
          <p:spPr>
            <a:xfrm>
              <a:off x="4259960" y="3162946"/>
              <a:ext cx="40948" cy="12576"/>
            </a:xfrm>
            <a:custGeom>
              <a:rect b="b" l="l" r="r" t="t"/>
              <a:pathLst>
                <a:path extrusionOk="0" h="484" w="1576">
                  <a:moveTo>
                    <a:pt x="0" y="1"/>
                  </a:moveTo>
                  <a:lnTo>
                    <a:pt x="0" y="484"/>
                  </a:lnTo>
                  <a:lnTo>
                    <a:pt x="1576" y="484"/>
                  </a:lnTo>
                  <a:lnTo>
                    <a:pt x="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26"/>
            <p:cNvSpPr/>
            <p:nvPr/>
          </p:nvSpPr>
          <p:spPr>
            <a:xfrm>
              <a:off x="4004708" y="3199815"/>
              <a:ext cx="360689" cy="13199"/>
            </a:xfrm>
            <a:custGeom>
              <a:rect b="b" l="l" r="r" t="t"/>
              <a:pathLst>
                <a:path extrusionOk="0" h="508" w="13882">
                  <a:moveTo>
                    <a:pt x="254" y="0"/>
                  </a:moveTo>
                  <a:cubicBezTo>
                    <a:pt x="113" y="0"/>
                    <a:pt x="1" y="115"/>
                    <a:pt x="1" y="254"/>
                  </a:cubicBezTo>
                  <a:cubicBezTo>
                    <a:pt x="1" y="392"/>
                    <a:pt x="113" y="507"/>
                    <a:pt x="254" y="507"/>
                  </a:cubicBezTo>
                  <a:lnTo>
                    <a:pt x="13631" y="507"/>
                  </a:lnTo>
                  <a:cubicBezTo>
                    <a:pt x="13769" y="507"/>
                    <a:pt x="13882" y="392"/>
                    <a:pt x="13882" y="254"/>
                  </a:cubicBezTo>
                  <a:cubicBezTo>
                    <a:pt x="13882" y="115"/>
                    <a:pt x="13769" y="0"/>
                    <a:pt x="136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26"/>
            <p:cNvSpPr/>
            <p:nvPr/>
          </p:nvSpPr>
          <p:spPr>
            <a:xfrm>
              <a:off x="4083669" y="3307747"/>
              <a:ext cx="260682" cy="28996"/>
            </a:xfrm>
            <a:custGeom>
              <a:rect b="b" l="l" r="r" t="t"/>
              <a:pathLst>
                <a:path extrusionOk="0" h="1116" w="10033">
                  <a:moveTo>
                    <a:pt x="262" y="0"/>
                  </a:moveTo>
                  <a:cubicBezTo>
                    <a:pt x="118" y="0"/>
                    <a:pt x="0" y="118"/>
                    <a:pt x="0" y="262"/>
                  </a:cubicBezTo>
                  <a:lnTo>
                    <a:pt x="0" y="855"/>
                  </a:lnTo>
                  <a:cubicBezTo>
                    <a:pt x="0" y="998"/>
                    <a:pt x="118" y="1116"/>
                    <a:pt x="262" y="1116"/>
                  </a:cubicBezTo>
                  <a:lnTo>
                    <a:pt x="9772" y="1116"/>
                  </a:lnTo>
                  <a:cubicBezTo>
                    <a:pt x="9915" y="1116"/>
                    <a:pt x="10033" y="998"/>
                    <a:pt x="10033" y="855"/>
                  </a:cubicBezTo>
                  <a:lnTo>
                    <a:pt x="10033" y="262"/>
                  </a:lnTo>
                  <a:cubicBezTo>
                    <a:pt x="10033" y="118"/>
                    <a:pt x="9915" y="0"/>
                    <a:pt x="9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26"/>
            <p:cNvSpPr/>
            <p:nvPr/>
          </p:nvSpPr>
          <p:spPr>
            <a:xfrm>
              <a:off x="4019181" y="3301225"/>
              <a:ext cx="42118" cy="42118"/>
            </a:xfrm>
            <a:custGeom>
              <a:rect b="b" l="l" r="r" t="t"/>
              <a:pathLst>
                <a:path extrusionOk="0" h="1621" w="1621">
                  <a:moveTo>
                    <a:pt x="1098" y="505"/>
                  </a:moveTo>
                  <a:cubicBezTo>
                    <a:pt x="1108" y="505"/>
                    <a:pt x="1116" y="513"/>
                    <a:pt x="1116" y="520"/>
                  </a:cubicBezTo>
                  <a:lnTo>
                    <a:pt x="1116" y="1098"/>
                  </a:lnTo>
                  <a:cubicBezTo>
                    <a:pt x="1116" y="1106"/>
                    <a:pt x="1108" y="1113"/>
                    <a:pt x="1098" y="1113"/>
                  </a:cubicBezTo>
                  <a:lnTo>
                    <a:pt x="523" y="1113"/>
                  </a:lnTo>
                  <a:cubicBezTo>
                    <a:pt x="512" y="1113"/>
                    <a:pt x="505" y="1106"/>
                    <a:pt x="505" y="1098"/>
                  </a:cubicBezTo>
                  <a:lnTo>
                    <a:pt x="505" y="520"/>
                  </a:lnTo>
                  <a:cubicBezTo>
                    <a:pt x="505" y="513"/>
                    <a:pt x="512" y="505"/>
                    <a:pt x="523" y="505"/>
                  </a:cubicBezTo>
                  <a:close/>
                  <a:moveTo>
                    <a:pt x="523" y="0"/>
                  </a:moveTo>
                  <a:cubicBezTo>
                    <a:pt x="235" y="0"/>
                    <a:pt x="0" y="233"/>
                    <a:pt x="0" y="520"/>
                  </a:cubicBezTo>
                  <a:lnTo>
                    <a:pt x="0" y="1098"/>
                  </a:lnTo>
                  <a:cubicBezTo>
                    <a:pt x="0" y="1385"/>
                    <a:pt x="235" y="1620"/>
                    <a:pt x="523" y="1620"/>
                  </a:cubicBezTo>
                  <a:lnTo>
                    <a:pt x="1098" y="1620"/>
                  </a:lnTo>
                  <a:cubicBezTo>
                    <a:pt x="1388" y="1620"/>
                    <a:pt x="1620" y="1385"/>
                    <a:pt x="1620" y="1098"/>
                  </a:cubicBezTo>
                  <a:lnTo>
                    <a:pt x="1620" y="520"/>
                  </a:lnTo>
                  <a:cubicBezTo>
                    <a:pt x="1620" y="233"/>
                    <a:pt x="1388"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26"/>
            <p:cNvSpPr/>
            <p:nvPr/>
          </p:nvSpPr>
          <p:spPr>
            <a:xfrm>
              <a:off x="4083669" y="3365713"/>
              <a:ext cx="260682" cy="28945"/>
            </a:xfrm>
            <a:custGeom>
              <a:rect b="b" l="l" r="r" t="t"/>
              <a:pathLst>
                <a:path extrusionOk="0" h="1114" w="10033">
                  <a:moveTo>
                    <a:pt x="262" y="0"/>
                  </a:moveTo>
                  <a:cubicBezTo>
                    <a:pt x="118" y="0"/>
                    <a:pt x="0" y="115"/>
                    <a:pt x="0" y="262"/>
                  </a:cubicBezTo>
                  <a:lnTo>
                    <a:pt x="0" y="852"/>
                  </a:lnTo>
                  <a:cubicBezTo>
                    <a:pt x="0" y="998"/>
                    <a:pt x="118" y="1113"/>
                    <a:pt x="262" y="1113"/>
                  </a:cubicBezTo>
                  <a:lnTo>
                    <a:pt x="9772" y="1113"/>
                  </a:lnTo>
                  <a:cubicBezTo>
                    <a:pt x="9915" y="1113"/>
                    <a:pt x="10033" y="998"/>
                    <a:pt x="10033" y="852"/>
                  </a:cubicBezTo>
                  <a:lnTo>
                    <a:pt x="10033" y="262"/>
                  </a:lnTo>
                  <a:cubicBezTo>
                    <a:pt x="10033" y="115"/>
                    <a:pt x="9915" y="0"/>
                    <a:pt x="9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26"/>
            <p:cNvSpPr/>
            <p:nvPr/>
          </p:nvSpPr>
          <p:spPr>
            <a:xfrm>
              <a:off x="4019181" y="3359140"/>
              <a:ext cx="42118" cy="42092"/>
            </a:xfrm>
            <a:custGeom>
              <a:rect b="b" l="l" r="r" t="t"/>
              <a:pathLst>
                <a:path extrusionOk="0" h="1620" w="1621">
                  <a:moveTo>
                    <a:pt x="1098" y="504"/>
                  </a:moveTo>
                  <a:cubicBezTo>
                    <a:pt x="1108" y="504"/>
                    <a:pt x="1116" y="512"/>
                    <a:pt x="1116" y="523"/>
                  </a:cubicBezTo>
                  <a:lnTo>
                    <a:pt x="1116" y="1097"/>
                  </a:lnTo>
                  <a:cubicBezTo>
                    <a:pt x="1116" y="1108"/>
                    <a:pt x="1108" y="1116"/>
                    <a:pt x="1098" y="1116"/>
                  </a:cubicBezTo>
                  <a:lnTo>
                    <a:pt x="523" y="1116"/>
                  </a:lnTo>
                  <a:cubicBezTo>
                    <a:pt x="512" y="1116"/>
                    <a:pt x="505" y="1108"/>
                    <a:pt x="505" y="1097"/>
                  </a:cubicBezTo>
                  <a:lnTo>
                    <a:pt x="505" y="523"/>
                  </a:lnTo>
                  <a:cubicBezTo>
                    <a:pt x="505" y="512"/>
                    <a:pt x="512" y="504"/>
                    <a:pt x="523" y="504"/>
                  </a:cubicBezTo>
                  <a:close/>
                  <a:moveTo>
                    <a:pt x="523" y="0"/>
                  </a:moveTo>
                  <a:cubicBezTo>
                    <a:pt x="235" y="0"/>
                    <a:pt x="0" y="235"/>
                    <a:pt x="0" y="523"/>
                  </a:cubicBezTo>
                  <a:lnTo>
                    <a:pt x="0" y="1097"/>
                  </a:lnTo>
                  <a:cubicBezTo>
                    <a:pt x="0" y="1385"/>
                    <a:pt x="235" y="1620"/>
                    <a:pt x="523" y="1620"/>
                  </a:cubicBezTo>
                  <a:lnTo>
                    <a:pt x="1098" y="1620"/>
                  </a:lnTo>
                  <a:cubicBezTo>
                    <a:pt x="1388" y="1620"/>
                    <a:pt x="1620" y="1385"/>
                    <a:pt x="1620" y="1097"/>
                  </a:cubicBezTo>
                  <a:lnTo>
                    <a:pt x="1620" y="523"/>
                  </a:lnTo>
                  <a:cubicBezTo>
                    <a:pt x="1620" y="235"/>
                    <a:pt x="1388"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26"/>
            <p:cNvSpPr/>
            <p:nvPr/>
          </p:nvSpPr>
          <p:spPr>
            <a:xfrm>
              <a:off x="4083669" y="3423628"/>
              <a:ext cx="260682" cy="28996"/>
            </a:xfrm>
            <a:custGeom>
              <a:rect b="b" l="l" r="r" t="t"/>
              <a:pathLst>
                <a:path extrusionOk="0" h="1116" w="10033">
                  <a:moveTo>
                    <a:pt x="262" y="0"/>
                  </a:moveTo>
                  <a:cubicBezTo>
                    <a:pt x="118" y="0"/>
                    <a:pt x="0" y="118"/>
                    <a:pt x="0" y="261"/>
                  </a:cubicBezTo>
                  <a:lnTo>
                    <a:pt x="0" y="854"/>
                  </a:lnTo>
                  <a:cubicBezTo>
                    <a:pt x="0" y="998"/>
                    <a:pt x="118" y="1116"/>
                    <a:pt x="262" y="1116"/>
                  </a:cubicBezTo>
                  <a:lnTo>
                    <a:pt x="9772" y="1116"/>
                  </a:lnTo>
                  <a:cubicBezTo>
                    <a:pt x="9915" y="1116"/>
                    <a:pt x="10033" y="998"/>
                    <a:pt x="10033" y="854"/>
                  </a:cubicBezTo>
                  <a:lnTo>
                    <a:pt x="10033" y="261"/>
                  </a:lnTo>
                  <a:cubicBezTo>
                    <a:pt x="10033" y="118"/>
                    <a:pt x="9915" y="0"/>
                    <a:pt x="9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26"/>
            <p:cNvSpPr/>
            <p:nvPr/>
          </p:nvSpPr>
          <p:spPr>
            <a:xfrm>
              <a:off x="4019181" y="3417029"/>
              <a:ext cx="42118" cy="42118"/>
            </a:xfrm>
            <a:custGeom>
              <a:rect b="b" l="l" r="r" t="t"/>
              <a:pathLst>
                <a:path extrusionOk="0" h="1621" w="1621">
                  <a:moveTo>
                    <a:pt x="1098" y="507"/>
                  </a:moveTo>
                  <a:cubicBezTo>
                    <a:pt x="1108" y="507"/>
                    <a:pt x="1116" y="513"/>
                    <a:pt x="1116" y="523"/>
                  </a:cubicBezTo>
                  <a:lnTo>
                    <a:pt x="1116" y="1101"/>
                  </a:lnTo>
                  <a:cubicBezTo>
                    <a:pt x="1116" y="1108"/>
                    <a:pt x="1108" y="1116"/>
                    <a:pt x="1098" y="1116"/>
                  </a:cubicBezTo>
                  <a:lnTo>
                    <a:pt x="523" y="1116"/>
                  </a:lnTo>
                  <a:cubicBezTo>
                    <a:pt x="512" y="1116"/>
                    <a:pt x="505" y="1108"/>
                    <a:pt x="505" y="1101"/>
                  </a:cubicBezTo>
                  <a:lnTo>
                    <a:pt x="505" y="523"/>
                  </a:lnTo>
                  <a:cubicBezTo>
                    <a:pt x="505" y="513"/>
                    <a:pt x="512" y="507"/>
                    <a:pt x="523" y="507"/>
                  </a:cubicBezTo>
                  <a:close/>
                  <a:moveTo>
                    <a:pt x="523" y="1"/>
                  </a:moveTo>
                  <a:cubicBezTo>
                    <a:pt x="235" y="1"/>
                    <a:pt x="0" y="236"/>
                    <a:pt x="0" y="523"/>
                  </a:cubicBezTo>
                  <a:lnTo>
                    <a:pt x="0" y="1101"/>
                  </a:lnTo>
                  <a:cubicBezTo>
                    <a:pt x="0" y="1388"/>
                    <a:pt x="235" y="1620"/>
                    <a:pt x="523" y="1620"/>
                  </a:cubicBezTo>
                  <a:lnTo>
                    <a:pt x="1098" y="1620"/>
                  </a:lnTo>
                  <a:cubicBezTo>
                    <a:pt x="1388" y="1620"/>
                    <a:pt x="1620" y="1388"/>
                    <a:pt x="1620" y="1101"/>
                  </a:cubicBezTo>
                  <a:lnTo>
                    <a:pt x="1620" y="523"/>
                  </a:lnTo>
                  <a:cubicBezTo>
                    <a:pt x="1620" y="236"/>
                    <a:pt x="1388"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26"/>
            <p:cNvSpPr/>
            <p:nvPr/>
          </p:nvSpPr>
          <p:spPr>
            <a:xfrm>
              <a:off x="4083669" y="3481517"/>
              <a:ext cx="260682" cy="29022"/>
            </a:xfrm>
            <a:custGeom>
              <a:rect b="b" l="l" r="r" t="t"/>
              <a:pathLst>
                <a:path extrusionOk="0" h="1117" w="10033">
                  <a:moveTo>
                    <a:pt x="262" y="1"/>
                  </a:moveTo>
                  <a:cubicBezTo>
                    <a:pt x="118" y="1"/>
                    <a:pt x="0" y="118"/>
                    <a:pt x="0" y="262"/>
                  </a:cubicBezTo>
                  <a:lnTo>
                    <a:pt x="0" y="855"/>
                  </a:lnTo>
                  <a:cubicBezTo>
                    <a:pt x="0" y="999"/>
                    <a:pt x="118" y="1116"/>
                    <a:pt x="262" y="1116"/>
                  </a:cubicBezTo>
                  <a:lnTo>
                    <a:pt x="9772" y="1116"/>
                  </a:lnTo>
                  <a:cubicBezTo>
                    <a:pt x="9915" y="1116"/>
                    <a:pt x="10033" y="999"/>
                    <a:pt x="10033" y="855"/>
                  </a:cubicBezTo>
                  <a:lnTo>
                    <a:pt x="10033" y="262"/>
                  </a:lnTo>
                  <a:cubicBezTo>
                    <a:pt x="10033" y="118"/>
                    <a:pt x="9915" y="1"/>
                    <a:pt x="9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26"/>
            <p:cNvSpPr/>
            <p:nvPr/>
          </p:nvSpPr>
          <p:spPr>
            <a:xfrm>
              <a:off x="4019181" y="3474996"/>
              <a:ext cx="42118" cy="42118"/>
            </a:xfrm>
            <a:custGeom>
              <a:rect b="b" l="l" r="r" t="t"/>
              <a:pathLst>
                <a:path extrusionOk="0" h="1621" w="1621">
                  <a:moveTo>
                    <a:pt x="1098" y="505"/>
                  </a:moveTo>
                  <a:cubicBezTo>
                    <a:pt x="1108" y="505"/>
                    <a:pt x="1116" y="513"/>
                    <a:pt x="1116" y="521"/>
                  </a:cubicBezTo>
                  <a:lnTo>
                    <a:pt x="1116" y="1098"/>
                  </a:lnTo>
                  <a:cubicBezTo>
                    <a:pt x="1116" y="1109"/>
                    <a:pt x="1108" y="1114"/>
                    <a:pt x="1098" y="1114"/>
                  </a:cubicBezTo>
                  <a:lnTo>
                    <a:pt x="523" y="1114"/>
                  </a:lnTo>
                  <a:cubicBezTo>
                    <a:pt x="512" y="1114"/>
                    <a:pt x="505" y="1109"/>
                    <a:pt x="505" y="1098"/>
                  </a:cubicBezTo>
                  <a:lnTo>
                    <a:pt x="505" y="521"/>
                  </a:lnTo>
                  <a:cubicBezTo>
                    <a:pt x="505" y="513"/>
                    <a:pt x="512" y="505"/>
                    <a:pt x="523" y="505"/>
                  </a:cubicBezTo>
                  <a:close/>
                  <a:moveTo>
                    <a:pt x="523" y="1"/>
                  </a:moveTo>
                  <a:cubicBezTo>
                    <a:pt x="235" y="1"/>
                    <a:pt x="0" y="233"/>
                    <a:pt x="0" y="521"/>
                  </a:cubicBezTo>
                  <a:lnTo>
                    <a:pt x="0" y="1098"/>
                  </a:lnTo>
                  <a:cubicBezTo>
                    <a:pt x="0" y="1385"/>
                    <a:pt x="235" y="1621"/>
                    <a:pt x="523" y="1621"/>
                  </a:cubicBezTo>
                  <a:lnTo>
                    <a:pt x="1098" y="1621"/>
                  </a:lnTo>
                  <a:cubicBezTo>
                    <a:pt x="1388" y="1621"/>
                    <a:pt x="1620" y="1385"/>
                    <a:pt x="1620" y="1098"/>
                  </a:cubicBezTo>
                  <a:lnTo>
                    <a:pt x="1620" y="521"/>
                  </a:lnTo>
                  <a:cubicBezTo>
                    <a:pt x="1620" y="233"/>
                    <a:pt x="1388" y="1"/>
                    <a:pt x="1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26"/>
            <p:cNvSpPr/>
            <p:nvPr/>
          </p:nvSpPr>
          <p:spPr>
            <a:xfrm>
              <a:off x="4317252" y="3307747"/>
              <a:ext cx="27100" cy="28996"/>
            </a:xfrm>
            <a:custGeom>
              <a:rect b="b" l="l" r="r" t="t"/>
              <a:pathLst>
                <a:path extrusionOk="0" h="1116" w="1043">
                  <a:moveTo>
                    <a:pt x="0" y="0"/>
                  </a:moveTo>
                  <a:cubicBezTo>
                    <a:pt x="149" y="0"/>
                    <a:pt x="270" y="120"/>
                    <a:pt x="270" y="269"/>
                  </a:cubicBezTo>
                  <a:lnTo>
                    <a:pt x="270" y="847"/>
                  </a:lnTo>
                  <a:cubicBezTo>
                    <a:pt x="270" y="996"/>
                    <a:pt x="149" y="1116"/>
                    <a:pt x="0" y="1116"/>
                  </a:cubicBezTo>
                  <a:lnTo>
                    <a:pt x="774" y="1116"/>
                  </a:lnTo>
                  <a:cubicBezTo>
                    <a:pt x="923" y="1116"/>
                    <a:pt x="1043" y="996"/>
                    <a:pt x="1043" y="847"/>
                  </a:cubicBezTo>
                  <a:lnTo>
                    <a:pt x="1043" y="269"/>
                  </a:lnTo>
                  <a:cubicBezTo>
                    <a:pt x="1043" y="120"/>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26"/>
            <p:cNvSpPr/>
            <p:nvPr/>
          </p:nvSpPr>
          <p:spPr>
            <a:xfrm>
              <a:off x="4317252" y="3365713"/>
              <a:ext cx="27100" cy="28945"/>
            </a:xfrm>
            <a:custGeom>
              <a:rect b="b" l="l" r="r" t="t"/>
              <a:pathLst>
                <a:path extrusionOk="0" h="1114" w="1043">
                  <a:moveTo>
                    <a:pt x="0" y="0"/>
                  </a:moveTo>
                  <a:cubicBezTo>
                    <a:pt x="149" y="0"/>
                    <a:pt x="270" y="121"/>
                    <a:pt x="270" y="270"/>
                  </a:cubicBezTo>
                  <a:lnTo>
                    <a:pt x="270" y="844"/>
                  </a:lnTo>
                  <a:cubicBezTo>
                    <a:pt x="270" y="993"/>
                    <a:pt x="149" y="1113"/>
                    <a:pt x="0" y="1113"/>
                  </a:cubicBezTo>
                  <a:lnTo>
                    <a:pt x="774" y="1113"/>
                  </a:lnTo>
                  <a:cubicBezTo>
                    <a:pt x="923" y="1113"/>
                    <a:pt x="1043" y="993"/>
                    <a:pt x="1043" y="844"/>
                  </a:cubicBezTo>
                  <a:lnTo>
                    <a:pt x="1043" y="270"/>
                  </a:lnTo>
                  <a:cubicBezTo>
                    <a:pt x="1043" y="121"/>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26"/>
            <p:cNvSpPr/>
            <p:nvPr/>
          </p:nvSpPr>
          <p:spPr>
            <a:xfrm>
              <a:off x="4317252" y="3423628"/>
              <a:ext cx="27100" cy="28996"/>
            </a:xfrm>
            <a:custGeom>
              <a:rect b="b" l="l" r="r" t="t"/>
              <a:pathLst>
                <a:path extrusionOk="0" h="1116" w="1043">
                  <a:moveTo>
                    <a:pt x="0" y="0"/>
                  </a:moveTo>
                  <a:cubicBezTo>
                    <a:pt x="149" y="0"/>
                    <a:pt x="270" y="120"/>
                    <a:pt x="270" y="269"/>
                  </a:cubicBezTo>
                  <a:lnTo>
                    <a:pt x="270" y="847"/>
                  </a:lnTo>
                  <a:cubicBezTo>
                    <a:pt x="270" y="993"/>
                    <a:pt x="149" y="1116"/>
                    <a:pt x="0" y="1116"/>
                  </a:cubicBezTo>
                  <a:lnTo>
                    <a:pt x="774" y="1116"/>
                  </a:lnTo>
                  <a:cubicBezTo>
                    <a:pt x="923" y="1116"/>
                    <a:pt x="1043" y="993"/>
                    <a:pt x="1043" y="847"/>
                  </a:cubicBezTo>
                  <a:lnTo>
                    <a:pt x="1043" y="269"/>
                  </a:lnTo>
                  <a:cubicBezTo>
                    <a:pt x="1043" y="120"/>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26"/>
            <p:cNvSpPr/>
            <p:nvPr/>
          </p:nvSpPr>
          <p:spPr>
            <a:xfrm>
              <a:off x="4317252" y="3481517"/>
              <a:ext cx="27100" cy="29022"/>
            </a:xfrm>
            <a:custGeom>
              <a:rect b="b" l="l" r="r" t="t"/>
              <a:pathLst>
                <a:path extrusionOk="0" h="1117" w="1043">
                  <a:moveTo>
                    <a:pt x="0" y="1"/>
                  </a:moveTo>
                  <a:cubicBezTo>
                    <a:pt x="149" y="1"/>
                    <a:pt x="270" y="121"/>
                    <a:pt x="270" y="270"/>
                  </a:cubicBezTo>
                  <a:lnTo>
                    <a:pt x="270" y="847"/>
                  </a:lnTo>
                  <a:cubicBezTo>
                    <a:pt x="270" y="996"/>
                    <a:pt x="149" y="1116"/>
                    <a:pt x="0" y="1116"/>
                  </a:cubicBezTo>
                  <a:lnTo>
                    <a:pt x="774" y="1116"/>
                  </a:lnTo>
                  <a:cubicBezTo>
                    <a:pt x="923" y="1116"/>
                    <a:pt x="1043" y="996"/>
                    <a:pt x="1043" y="847"/>
                  </a:cubicBezTo>
                  <a:lnTo>
                    <a:pt x="1043" y="270"/>
                  </a:lnTo>
                  <a:cubicBezTo>
                    <a:pt x="1043" y="121"/>
                    <a:pt x="923"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126"/>
          <p:cNvGrpSpPr/>
          <p:nvPr/>
        </p:nvGrpSpPr>
        <p:grpSpPr>
          <a:xfrm>
            <a:off x="4753472" y="3138315"/>
            <a:ext cx="434479" cy="434453"/>
            <a:chOff x="4753472" y="3138315"/>
            <a:chExt cx="434479" cy="434453"/>
          </a:xfrm>
        </p:grpSpPr>
        <p:sp>
          <p:nvSpPr>
            <p:cNvPr id="11326" name="Google Shape;11326;p126"/>
            <p:cNvSpPr/>
            <p:nvPr/>
          </p:nvSpPr>
          <p:spPr>
            <a:xfrm>
              <a:off x="4767918" y="3239646"/>
              <a:ext cx="405561" cy="293342"/>
            </a:xfrm>
            <a:custGeom>
              <a:rect b="b" l="l" r="r" t="t"/>
              <a:pathLst>
                <a:path extrusionOk="0" h="11290" w="15609">
                  <a:moveTo>
                    <a:pt x="1116" y="1"/>
                  </a:moveTo>
                  <a:cubicBezTo>
                    <a:pt x="500" y="1"/>
                    <a:pt x="1" y="500"/>
                    <a:pt x="1" y="1116"/>
                  </a:cubicBezTo>
                  <a:lnTo>
                    <a:pt x="1" y="11290"/>
                  </a:lnTo>
                  <a:lnTo>
                    <a:pt x="15609" y="11290"/>
                  </a:lnTo>
                  <a:lnTo>
                    <a:pt x="15609" y="1116"/>
                  </a:lnTo>
                  <a:cubicBezTo>
                    <a:pt x="15609" y="500"/>
                    <a:pt x="15107" y="1"/>
                    <a:pt x="144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26"/>
            <p:cNvSpPr/>
            <p:nvPr/>
          </p:nvSpPr>
          <p:spPr>
            <a:xfrm>
              <a:off x="4796915" y="3268643"/>
              <a:ext cx="347594" cy="264346"/>
            </a:xfrm>
            <a:custGeom>
              <a:rect b="b" l="l" r="r" t="t"/>
              <a:pathLst>
                <a:path extrusionOk="0" h="10174" w="13378">
                  <a:moveTo>
                    <a:pt x="557" y="0"/>
                  </a:moveTo>
                  <a:cubicBezTo>
                    <a:pt x="249" y="0"/>
                    <a:pt x="0" y="249"/>
                    <a:pt x="0" y="557"/>
                  </a:cubicBezTo>
                  <a:lnTo>
                    <a:pt x="0" y="10174"/>
                  </a:lnTo>
                  <a:lnTo>
                    <a:pt x="13377" y="10174"/>
                  </a:lnTo>
                  <a:lnTo>
                    <a:pt x="13377" y="557"/>
                  </a:lnTo>
                  <a:cubicBezTo>
                    <a:pt x="13377" y="249"/>
                    <a:pt x="13126" y="0"/>
                    <a:pt x="128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26"/>
            <p:cNvSpPr/>
            <p:nvPr/>
          </p:nvSpPr>
          <p:spPr>
            <a:xfrm>
              <a:off x="5124372" y="3239646"/>
              <a:ext cx="49107" cy="293342"/>
            </a:xfrm>
            <a:custGeom>
              <a:rect b="b" l="l" r="r" t="t"/>
              <a:pathLst>
                <a:path extrusionOk="0" h="11290" w="1890">
                  <a:moveTo>
                    <a:pt x="1" y="1"/>
                  </a:moveTo>
                  <a:cubicBezTo>
                    <a:pt x="615" y="1"/>
                    <a:pt x="1114" y="500"/>
                    <a:pt x="1114" y="1116"/>
                  </a:cubicBezTo>
                  <a:lnTo>
                    <a:pt x="1114" y="11290"/>
                  </a:lnTo>
                  <a:lnTo>
                    <a:pt x="1890" y="11290"/>
                  </a:lnTo>
                  <a:lnTo>
                    <a:pt x="1890" y="1116"/>
                  </a:lnTo>
                  <a:cubicBezTo>
                    <a:pt x="1890" y="500"/>
                    <a:pt x="1388" y="1"/>
                    <a:pt x="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26"/>
            <p:cNvSpPr/>
            <p:nvPr/>
          </p:nvSpPr>
          <p:spPr>
            <a:xfrm>
              <a:off x="5109848" y="3268643"/>
              <a:ext cx="34661" cy="264346"/>
            </a:xfrm>
            <a:custGeom>
              <a:rect b="b" l="l" r="r" t="t"/>
              <a:pathLst>
                <a:path extrusionOk="0" h="10174" w="1334">
                  <a:moveTo>
                    <a:pt x="1" y="0"/>
                  </a:moveTo>
                  <a:cubicBezTo>
                    <a:pt x="309" y="0"/>
                    <a:pt x="560" y="249"/>
                    <a:pt x="560" y="557"/>
                  </a:cubicBezTo>
                  <a:lnTo>
                    <a:pt x="560" y="10174"/>
                  </a:lnTo>
                  <a:lnTo>
                    <a:pt x="1333" y="10174"/>
                  </a:lnTo>
                  <a:lnTo>
                    <a:pt x="1333" y="557"/>
                  </a:lnTo>
                  <a:cubicBezTo>
                    <a:pt x="1333" y="249"/>
                    <a:pt x="1082" y="0"/>
                    <a:pt x="7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26"/>
            <p:cNvSpPr/>
            <p:nvPr/>
          </p:nvSpPr>
          <p:spPr>
            <a:xfrm>
              <a:off x="4753472" y="3514853"/>
              <a:ext cx="434479" cy="57915"/>
            </a:xfrm>
            <a:custGeom>
              <a:rect b="b" l="l" r="r" t="t"/>
              <a:pathLst>
                <a:path extrusionOk="0" h="2229" w="16722">
                  <a:moveTo>
                    <a:pt x="557" y="0"/>
                  </a:moveTo>
                  <a:cubicBezTo>
                    <a:pt x="248" y="0"/>
                    <a:pt x="0" y="249"/>
                    <a:pt x="0" y="557"/>
                  </a:cubicBezTo>
                  <a:lnTo>
                    <a:pt x="0" y="1113"/>
                  </a:lnTo>
                  <a:cubicBezTo>
                    <a:pt x="0" y="1730"/>
                    <a:pt x="499" y="2229"/>
                    <a:pt x="1116" y="2229"/>
                  </a:cubicBezTo>
                  <a:lnTo>
                    <a:pt x="15606" y="2229"/>
                  </a:lnTo>
                  <a:cubicBezTo>
                    <a:pt x="16222" y="2229"/>
                    <a:pt x="16721" y="1730"/>
                    <a:pt x="16721" y="1113"/>
                  </a:cubicBezTo>
                  <a:lnTo>
                    <a:pt x="16721" y="557"/>
                  </a:lnTo>
                  <a:cubicBezTo>
                    <a:pt x="16721" y="249"/>
                    <a:pt x="16470" y="0"/>
                    <a:pt x="16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26"/>
            <p:cNvSpPr/>
            <p:nvPr/>
          </p:nvSpPr>
          <p:spPr>
            <a:xfrm>
              <a:off x="5138767" y="3514853"/>
              <a:ext cx="49185" cy="57915"/>
            </a:xfrm>
            <a:custGeom>
              <a:rect b="b" l="l" r="r" t="t"/>
              <a:pathLst>
                <a:path extrusionOk="0" h="2229" w="1893">
                  <a:moveTo>
                    <a:pt x="557" y="0"/>
                  </a:moveTo>
                  <a:cubicBezTo>
                    <a:pt x="865" y="0"/>
                    <a:pt x="1116" y="249"/>
                    <a:pt x="1116" y="557"/>
                  </a:cubicBezTo>
                  <a:lnTo>
                    <a:pt x="1116" y="1113"/>
                  </a:lnTo>
                  <a:cubicBezTo>
                    <a:pt x="1116" y="1730"/>
                    <a:pt x="617" y="2229"/>
                    <a:pt x="1" y="2229"/>
                  </a:cubicBezTo>
                  <a:lnTo>
                    <a:pt x="777" y="2229"/>
                  </a:lnTo>
                  <a:cubicBezTo>
                    <a:pt x="1393" y="2229"/>
                    <a:pt x="1892" y="1730"/>
                    <a:pt x="1892" y="1113"/>
                  </a:cubicBezTo>
                  <a:lnTo>
                    <a:pt x="1892" y="557"/>
                  </a:lnTo>
                  <a:cubicBezTo>
                    <a:pt x="1892" y="249"/>
                    <a:pt x="1641" y="0"/>
                    <a:pt x="13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26"/>
            <p:cNvSpPr/>
            <p:nvPr/>
          </p:nvSpPr>
          <p:spPr>
            <a:xfrm>
              <a:off x="4920514" y="3514853"/>
              <a:ext cx="100448" cy="35518"/>
            </a:xfrm>
            <a:custGeom>
              <a:rect b="b" l="l" r="r" t="t"/>
              <a:pathLst>
                <a:path extrusionOk="0" h="1367" w="3866">
                  <a:moveTo>
                    <a:pt x="1" y="0"/>
                  </a:moveTo>
                  <a:lnTo>
                    <a:pt x="186" y="753"/>
                  </a:lnTo>
                  <a:cubicBezTo>
                    <a:pt x="278" y="1113"/>
                    <a:pt x="602" y="1367"/>
                    <a:pt x="973" y="1367"/>
                  </a:cubicBezTo>
                  <a:lnTo>
                    <a:pt x="2891" y="1367"/>
                  </a:lnTo>
                  <a:cubicBezTo>
                    <a:pt x="3262" y="1367"/>
                    <a:pt x="3586" y="1113"/>
                    <a:pt x="3674" y="753"/>
                  </a:cubicBezTo>
                  <a:lnTo>
                    <a:pt x="3865" y="0"/>
                  </a:lnTo>
                  <a:lnTo>
                    <a:pt x="3345" y="0"/>
                  </a:lnTo>
                  <a:lnTo>
                    <a:pt x="3186" y="630"/>
                  </a:lnTo>
                  <a:cubicBezTo>
                    <a:pt x="3152" y="766"/>
                    <a:pt x="3029" y="863"/>
                    <a:pt x="2891" y="863"/>
                  </a:cubicBezTo>
                  <a:lnTo>
                    <a:pt x="973" y="863"/>
                  </a:lnTo>
                  <a:cubicBezTo>
                    <a:pt x="834" y="863"/>
                    <a:pt x="712" y="766"/>
                    <a:pt x="678" y="630"/>
                  </a:cubicBezTo>
                  <a:lnTo>
                    <a:pt x="5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26"/>
            <p:cNvSpPr/>
            <p:nvPr/>
          </p:nvSpPr>
          <p:spPr>
            <a:xfrm>
              <a:off x="4753472" y="3138315"/>
              <a:ext cx="434479" cy="252004"/>
            </a:xfrm>
            <a:custGeom>
              <a:rect b="b" l="l" r="r" t="t"/>
              <a:pathLst>
                <a:path extrusionOk="0" h="9699" w="16722">
                  <a:moveTo>
                    <a:pt x="1116" y="0"/>
                  </a:moveTo>
                  <a:cubicBezTo>
                    <a:pt x="499" y="0"/>
                    <a:pt x="0" y="499"/>
                    <a:pt x="0" y="1116"/>
                  </a:cubicBezTo>
                  <a:lnTo>
                    <a:pt x="0" y="6132"/>
                  </a:lnTo>
                  <a:cubicBezTo>
                    <a:pt x="0" y="6746"/>
                    <a:pt x="499" y="7245"/>
                    <a:pt x="1116" y="7245"/>
                  </a:cubicBezTo>
                  <a:lnTo>
                    <a:pt x="5597" y="7245"/>
                  </a:lnTo>
                  <a:cubicBezTo>
                    <a:pt x="5934" y="7245"/>
                    <a:pt x="6255" y="7399"/>
                    <a:pt x="6467" y="7663"/>
                  </a:cubicBezTo>
                  <a:lnTo>
                    <a:pt x="7924" y="9489"/>
                  </a:lnTo>
                  <a:cubicBezTo>
                    <a:pt x="8037" y="9629"/>
                    <a:pt x="8199" y="9699"/>
                    <a:pt x="8361" y="9699"/>
                  </a:cubicBezTo>
                  <a:cubicBezTo>
                    <a:pt x="8523" y="9699"/>
                    <a:pt x="8685" y="9629"/>
                    <a:pt x="8797" y="9489"/>
                  </a:cubicBezTo>
                  <a:lnTo>
                    <a:pt x="10255" y="7663"/>
                  </a:lnTo>
                  <a:cubicBezTo>
                    <a:pt x="10466" y="7399"/>
                    <a:pt x="10788" y="7245"/>
                    <a:pt x="11125" y="7245"/>
                  </a:cubicBezTo>
                  <a:lnTo>
                    <a:pt x="15606" y="7245"/>
                  </a:lnTo>
                  <a:cubicBezTo>
                    <a:pt x="16222" y="7245"/>
                    <a:pt x="16721" y="6746"/>
                    <a:pt x="16721" y="6132"/>
                  </a:cubicBezTo>
                  <a:lnTo>
                    <a:pt x="16721" y="1116"/>
                  </a:lnTo>
                  <a:cubicBezTo>
                    <a:pt x="16721" y="499"/>
                    <a:pt x="16222" y="0"/>
                    <a:pt x="15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26"/>
            <p:cNvSpPr/>
            <p:nvPr/>
          </p:nvSpPr>
          <p:spPr>
            <a:xfrm>
              <a:off x="4927243" y="3413443"/>
              <a:ext cx="86911" cy="28996"/>
            </a:xfrm>
            <a:custGeom>
              <a:rect b="b" l="l" r="r" t="t"/>
              <a:pathLst>
                <a:path extrusionOk="0" h="1116" w="3345">
                  <a:moveTo>
                    <a:pt x="262" y="0"/>
                  </a:moveTo>
                  <a:cubicBezTo>
                    <a:pt x="118" y="0"/>
                    <a:pt x="1" y="118"/>
                    <a:pt x="1" y="261"/>
                  </a:cubicBezTo>
                  <a:lnTo>
                    <a:pt x="1" y="854"/>
                  </a:lnTo>
                  <a:cubicBezTo>
                    <a:pt x="1" y="998"/>
                    <a:pt x="118" y="1116"/>
                    <a:pt x="262" y="1116"/>
                  </a:cubicBezTo>
                  <a:lnTo>
                    <a:pt x="3084" y="1116"/>
                  </a:lnTo>
                  <a:cubicBezTo>
                    <a:pt x="3227" y="1116"/>
                    <a:pt x="3345" y="998"/>
                    <a:pt x="3345" y="854"/>
                  </a:cubicBezTo>
                  <a:lnTo>
                    <a:pt x="3345" y="261"/>
                  </a:lnTo>
                  <a:cubicBezTo>
                    <a:pt x="3345" y="118"/>
                    <a:pt x="3227" y="0"/>
                    <a:pt x="3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26"/>
            <p:cNvSpPr/>
            <p:nvPr/>
          </p:nvSpPr>
          <p:spPr>
            <a:xfrm>
              <a:off x="4987055" y="3413443"/>
              <a:ext cx="27100" cy="28996"/>
            </a:xfrm>
            <a:custGeom>
              <a:rect b="b" l="l" r="r" t="t"/>
              <a:pathLst>
                <a:path extrusionOk="0" h="1116" w="1043">
                  <a:moveTo>
                    <a:pt x="0" y="0"/>
                  </a:moveTo>
                  <a:cubicBezTo>
                    <a:pt x="149" y="0"/>
                    <a:pt x="269" y="123"/>
                    <a:pt x="269" y="269"/>
                  </a:cubicBezTo>
                  <a:lnTo>
                    <a:pt x="269" y="847"/>
                  </a:lnTo>
                  <a:cubicBezTo>
                    <a:pt x="269" y="996"/>
                    <a:pt x="149" y="1116"/>
                    <a:pt x="0" y="1116"/>
                  </a:cubicBezTo>
                  <a:lnTo>
                    <a:pt x="774" y="1116"/>
                  </a:lnTo>
                  <a:cubicBezTo>
                    <a:pt x="923" y="1116"/>
                    <a:pt x="1043" y="996"/>
                    <a:pt x="1043" y="847"/>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26"/>
            <p:cNvSpPr/>
            <p:nvPr/>
          </p:nvSpPr>
          <p:spPr>
            <a:xfrm>
              <a:off x="5138844" y="3138315"/>
              <a:ext cx="49107" cy="188243"/>
            </a:xfrm>
            <a:custGeom>
              <a:rect b="b" l="l" r="r" t="t"/>
              <a:pathLst>
                <a:path extrusionOk="0" h="7245" w="1890">
                  <a:moveTo>
                    <a:pt x="0" y="0"/>
                  </a:moveTo>
                  <a:cubicBezTo>
                    <a:pt x="617" y="0"/>
                    <a:pt x="1116" y="499"/>
                    <a:pt x="1116" y="1116"/>
                  </a:cubicBezTo>
                  <a:lnTo>
                    <a:pt x="1116" y="6132"/>
                  </a:lnTo>
                  <a:cubicBezTo>
                    <a:pt x="1116" y="6746"/>
                    <a:pt x="617" y="7245"/>
                    <a:pt x="0" y="7245"/>
                  </a:cubicBezTo>
                  <a:lnTo>
                    <a:pt x="774" y="7245"/>
                  </a:lnTo>
                  <a:cubicBezTo>
                    <a:pt x="1390" y="7245"/>
                    <a:pt x="1889" y="6746"/>
                    <a:pt x="1889" y="6132"/>
                  </a:cubicBezTo>
                  <a:lnTo>
                    <a:pt x="1889" y="1116"/>
                  </a:lnTo>
                  <a:cubicBezTo>
                    <a:pt x="1889" y="499"/>
                    <a:pt x="1390"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26"/>
            <p:cNvSpPr/>
            <p:nvPr/>
          </p:nvSpPr>
          <p:spPr>
            <a:xfrm>
              <a:off x="4960656" y="3326532"/>
              <a:ext cx="81871" cy="63761"/>
            </a:xfrm>
            <a:custGeom>
              <a:rect b="b" l="l" r="r" t="t"/>
              <a:pathLst>
                <a:path extrusionOk="0" h="2454" w="3151">
                  <a:moveTo>
                    <a:pt x="2378" y="1"/>
                  </a:moveTo>
                  <a:cubicBezTo>
                    <a:pt x="2038" y="1"/>
                    <a:pt x="1719" y="155"/>
                    <a:pt x="1508" y="419"/>
                  </a:cubicBezTo>
                  <a:lnTo>
                    <a:pt x="47" y="2245"/>
                  </a:lnTo>
                  <a:cubicBezTo>
                    <a:pt x="34" y="2264"/>
                    <a:pt x="16" y="2282"/>
                    <a:pt x="0" y="2297"/>
                  </a:cubicBezTo>
                  <a:cubicBezTo>
                    <a:pt x="108" y="2402"/>
                    <a:pt x="248" y="2454"/>
                    <a:pt x="387" y="2454"/>
                  </a:cubicBezTo>
                  <a:cubicBezTo>
                    <a:pt x="549" y="2454"/>
                    <a:pt x="711" y="2384"/>
                    <a:pt x="823" y="2245"/>
                  </a:cubicBezTo>
                  <a:lnTo>
                    <a:pt x="2281" y="419"/>
                  </a:lnTo>
                  <a:cubicBezTo>
                    <a:pt x="2492" y="155"/>
                    <a:pt x="2814" y="1"/>
                    <a:pt x="3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26"/>
            <p:cNvSpPr/>
            <p:nvPr/>
          </p:nvSpPr>
          <p:spPr>
            <a:xfrm>
              <a:off x="5077266" y="3232397"/>
              <a:ext cx="45573" cy="52017"/>
            </a:xfrm>
            <a:custGeom>
              <a:rect b="b" l="l" r="r" t="t"/>
              <a:pathLst>
                <a:path extrusionOk="0" h="2002" w="1754">
                  <a:moveTo>
                    <a:pt x="999" y="0"/>
                  </a:moveTo>
                  <a:cubicBezTo>
                    <a:pt x="447" y="0"/>
                    <a:pt x="1" y="450"/>
                    <a:pt x="1" y="1001"/>
                  </a:cubicBezTo>
                  <a:cubicBezTo>
                    <a:pt x="1" y="1552"/>
                    <a:pt x="447" y="2002"/>
                    <a:pt x="999" y="2002"/>
                  </a:cubicBezTo>
                  <a:cubicBezTo>
                    <a:pt x="1221" y="2002"/>
                    <a:pt x="1422" y="1928"/>
                    <a:pt x="1576" y="1787"/>
                  </a:cubicBezTo>
                  <a:cubicBezTo>
                    <a:pt x="1607" y="1761"/>
                    <a:pt x="1636" y="1732"/>
                    <a:pt x="1665" y="1698"/>
                  </a:cubicBezTo>
                  <a:cubicBezTo>
                    <a:pt x="1754" y="1591"/>
                    <a:pt x="1738" y="1435"/>
                    <a:pt x="1633" y="1343"/>
                  </a:cubicBezTo>
                  <a:cubicBezTo>
                    <a:pt x="1586" y="1304"/>
                    <a:pt x="1528" y="1284"/>
                    <a:pt x="1471" y="1284"/>
                  </a:cubicBezTo>
                  <a:cubicBezTo>
                    <a:pt x="1398" y="1284"/>
                    <a:pt x="1326" y="1315"/>
                    <a:pt x="1276" y="1375"/>
                  </a:cubicBezTo>
                  <a:cubicBezTo>
                    <a:pt x="1265" y="1388"/>
                    <a:pt x="1255" y="1401"/>
                    <a:pt x="1242" y="1411"/>
                  </a:cubicBezTo>
                  <a:cubicBezTo>
                    <a:pt x="1179" y="1469"/>
                    <a:pt x="1098" y="1495"/>
                    <a:pt x="999" y="1495"/>
                  </a:cubicBezTo>
                  <a:cubicBezTo>
                    <a:pt x="727" y="1495"/>
                    <a:pt x="505" y="1275"/>
                    <a:pt x="505" y="1001"/>
                  </a:cubicBezTo>
                  <a:cubicBezTo>
                    <a:pt x="505" y="727"/>
                    <a:pt x="727" y="504"/>
                    <a:pt x="999" y="504"/>
                  </a:cubicBezTo>
                  <a:cubicBezTo>
                    <a:pt x="1098" y="504"/>
                    <a:pt x="1195" y="533"/>
                    <a:pt x="1276" y="591"/>
                  </a:cubicBezTo>
                  <a:cubicBezTo>
                    <a:pt x="1318" y="620"/>
                    <a:pt x="1367" y="634"/>
                    <a:pt x="1416" y="634"/>
                  </a:cubicBezTo>
                  <a:cubicBezTo>
                    <a:pt x="1497" y="634"/>
                    <a:pt x="1577" y="595"/>
                    <a:pt x="1626" y="523"/>
                  </a:cubicBezTo>
                  <a:cubicBezTo>
                    <a:pt x="1704" y="408"/>
                    <a:pt x="1673" y="251"/>
                    <a:pt x="1558" y="173"/>
                  </a:cubicBezTo>
                  <a:cubicBezTo>
                    <a:pt x="1393" y="60"/>
                    <a:pt x="1200" y="0"/>
                    <a:pt x="9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26"/>
            <p:cNvSpPr/>
            <p:nvPr/>
          </p:nvSpPr>
          <p:spPr>
            <a:xfrm>
              <a:off x="4787613" y="3231852"/>
              <a:ext cx="47886" cy="52563"/>
            </a:xfrm>
            <a:custGeom>
              <a:rect b="b" l="l" r="r" t="t"/>
              <a:pathLst>
                <a:path extrusionOk="0" h="2023" w="1843">
                  <a:moveTo>
                    <a:pt x="923" y="593"/>
                  </a:moveTo>
                  <a:cubicBezTo>
                    <a:pt x="1153" y="593"/>
                    <a:pt x="1338" y="782"/>
                    <a:pt x="1338" y="1011"/>
                  </a:cubicBezTo>
                  <a:cubicBezTo>
                    <a:pt x="1338" y="1241"/>
                    <a:pt x="1153" y="1429"/>
                    <a:pt x="923" y="1429"/>
                  </a:cubicBezTo>
                  <a:cubicBezTo>
                    <a:pt x="693" y="1429"/>
                    <a:pt x="505" y="1241"/>
                    <a:pt x="505" y="1011"/>
                  </a:cubicBezTo>
                  <a:cubicBezTo>
                    <a:pt x="505" y="782"/>
                    <a:pt x="693" y="593"/>
                    <a:pt x="923" y="593"/>
                  </a:cubicBezTo>
                  <a:close/>
                  <a:moveTo>
                    <a:pt x="1592" y="0"/>
                  </a:moveTo>
                  <a:cubicBezTo>
                    <a:pt x="1471" y="0"/>
                    <a:pt x="1372" y="84"/>
                    <a:pt x="1346" y="194"/>
                  </a:cubicBezTo>
                  <a:cubicBezTo>
                    <a:pt x="1218" y="128"/>
                    <a:pt x="1074" y="89"/>
                    <a:pt x="923" y="89"/>
                  </a:cubicBezTo>
                  <a:cubicBezTo>
                    <a:pt x="413" y="89"/>
                    <a:pt x="0" y="505"/>
                    <a:pt x="0" y="1011"/>
                  </a:cubicBezTo>
                  <a:cubicBezTo>
                    <a:pt x="0" y="1521"/>
                    <a:pt x="413" y="1934"/>
                    <a:pt x="923" y="1934"/>
                  </a:cubicBezTo>
                  <a:cubicBezTo>
                    <a:pt x="1074" y="1934"/>
                    <a:pt x="1218" y="1895"/>
                    <a:pt x="1346" y="1829"/>
                  </a:cubicBezTo>
                  <a:cubicBezTo>
                    <a:pt x="1372" y="1939"/>
                    <a:pt x="1471" y="2023"/>
                    <a:pt x="1592" y="2023"/>
                  </a:cubicBezTo>
                  <a:cubicBezTo>
                    <a:pt x="1730" y="2023"/>
                    <a:pt x="1842" y="1908"/>
                    <a:pt x="1842" y="1769"/>
                  </a:cubicBezTo>
                  <a:lnTo>
                    <a:pt x="1842" y="254"/>
                  </a:lnTo>
                  <a:cubicBezTo>
                    <a:pt x="1842" y="113"/>
                    <a:pt x="1730" y="0"/>
                    <a:pt x="1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26"/>
            <p:cNvSpPr/>
            <p:nvPr/>
          </p:nvSpPr>
          <p:spPr>
            <a:xfrm>
              <a:off x="5018675" y="3239802"/>
              <a:ext cx="43806" cy="13121"/>
            </a:xfrm>
            <a:custGeom>
              <a:rect b="b" l="l" r="r" t="t"/>
              <a:pathLst>
                <a:path extrusionOk="0" h="505" w="1686">
                  <a:moveTo>
                    <a:pt x="252" y="0"/>
                  </a:moveTo>
                  <a:cubicBezTo>
                    <a:pt x="113" y="0"/>
                    <a:pt x="1" y="112"/>
                    <a:pt x="1" y="251"/>
                  </a:cubicBezTo>
                  <a:cubicBezTo>
                    <a:pt x="1" y="392"/>
                    <a:pt x="113" y="504"/>
                    <a:pt x="252" y="504"/>
                  </a:cubicBezTo>
                  <a:lnTo>
                    <a:pt x="1433" y="504"/>
                  </a:lnTo>
                  <a:cubicBezTo>
                    <a:pt x="1571" y="504"/>
                    <a:pt x="1686" y="392"/>
                    <a:pt x="1686" y="251"/>
                  </a:cubicBezTo>
                  <a:cubicBezTo>
                    <a:pt x="1686" y="112"/>
                    <a:pt x="1571" y="0"/>
                    <a:pt x="14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26"/>
            <p:cNvSpPr/>
            <p:nvPr/>
          </p:nvSpPr>
          <p:spPr>
            <a:xfrm>
              <a:off x="5018675" y="3259263"/>
              <a:ext cx="43806" cy="13147"/>
            </a:xfrm>
            <a:custGeom>
              <a:rect b="b" l="l" r="r" t="t"/>
              <a:pathLst>
                <a:path extrusionOk="0" h="506" w="1686">
                  <a:moveTo>
                    <a:pt x="252" y="1"/>
                  </a:moveTo>
                  <a:cubicBezTo>
                    <a:pt x="113" y="1"/>
                    <a:pt x="1" y="116"/>
                    <a:pt x="1" y="254"/>
                  </a:cubicBezTo>
                  <a:cubicBezTo>
                    <a:pt x="1" y="393"/>
                    <a:pt x="113" y="505"/>
                    <a:pt x="252" y="505"/>
                  </a:cubicBezTo>
                  <a:lnTo>
                    <a:pt x="1433" y="505"/>
                  </a:lnTo>
                  <a:cubicBezTo>
                    <a:pt x="1571" y="505"/>
                    <a:pt x="1686" y="393"/>
                    <a:pt x="1686" y="254"/>
                  </a:cubicBezTo>
                  <a:cubicBezTo>
                    <a:pt x="1686" y="116"/>
                    <a:pt x="1571" y="1"/>
                    <a:pt x="14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26"/>
            <p:cNvSpPr/>
            <p:nvPr/>
          </p:nvSpPr>
          <p:spPr>
            <a:xfrm>
              <a:off x="4873615" y="3234216"/>
              <a:ext cx="43806" cy="43806"/>
            </a:xfrm>
            <a:custGeom>
              <a:rect b="b" l="l" r="r" t="t"/>
              <a:pathLst>
                <a:path extrusionOk="0" h="1686" w="1686">
                  <a:moveTo>
                    <a:pt x="845" y="1"/>
                  </a:moveTo>
                  <a:cubicBezTo>
                    <a:pt x="703" y="1"/>
                    <a:pt x="591" y="113"/>
                    <a:pt x="591" y="252"/>
                  </a:cubicBezTo>
                  <a:lnTo>
                    <a:pt x="591" y="591"/>
                  </a:lnTo>
                  <a:lnTo>
                    <a:pt x="254" y="591"/>
                  </a:lnTo>
                  <a:cubicBezTo>
                    <a:pt x="116" y="591"/>
                    <a:pt x="1" y="704"/>
                    <a:pt x="1" y="842"/>
                  </a:cubicBezTo>
                  <a:cubicBezTo>
                    <a:pt x="1" y="981"/>
                    <a:pt x="116" y="1095"/>
                    <a:pt x="254" y="1095"/>
                  </a:cubicBezTo>
                  <a:lnTo>
                    <a:pt x="591" y="1095"/>
                  </a:lnTo>
                  <a:lnTo>
                    <a:pt x="591" y="1433"/>
                  </a:lnTo>
                  <a:cubicBezTo>
                    <a:pt x="591" y="1571"/>
                    <a:pt x="703" y="1686"/>
                    <a:pt x="845" y="1686"/>
                  </a:cubicBezTo>
                  <a:cubicBezTo>
                    <a:pt x="983" y="1686"/>
                    <a:pt x="1095" y="1571"/>
                    <a:pt x="1095" y="1433"/>
                  </a:cubicBezTo>
                  <a:lnTo>
                    <a:pt x="1095" y="1095"/>
                  </a:lnTo>
                  <a:lnTo>
                    <a:pt x="1435" y="1095"/>
                  </a:lnTo>
                  <a:cubicBezTo>
                    <a:pt x="1573" y="1095"/>
                    <a:pt x="1686" y="981"/>
                    <a:pt x="1686" y="842"/>
                  </a:cubicBezTo>
                  <a:cubicBezTo>
                    <a:pt x="1686" y="704"/>
                    <a:pt x="1573" y="591"/>
                    <a:pt x="1435" y="591"/>
                  </a:cubicBezTo>
                  <a:lnTo>
                    <a:pt x="1095" y="591"/>
                  </a:lnTo>
                  <a:lnTo>
                    <a:pt x="1095" y="252"/>
                  </a:lnTo>
                  <a:cubicBezTo>
                    <a:pt x="1095" y="113"/>
                    <a:pt x="983" y="1"/>
                    <a:pt x="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26"/>
            <p:cNvSpPr/>
            <p:nvPr/>
          </p:nvSpPr>
          <p:spPr>
            <a:xfrm>
              <a:off x="4824950" y="3166012"/>
              <a:ext cx="39260" cy="60487"/>
            </a:xfrm>
            <a:custGeom>
              <a:rect b="b" l="l" r="r" t="t"/>
              <a:pathLst>
                <a:path extrusionOk="0" h="2328" w="1511">
                  <a:moveTo>
                    <a:pt x="724" y="0"/>
                  </a:moveTo>
                  <a:cubicBezTo>
                    <a:pt x="387" y="0"/>
                    <a:pt x="94" y="240"/>
                    <a:pt x="29" y="572"/>
                  </a:cubicBezTo>
                  <a:cubicBezTo>
                    <a:pt x="0" y="711"/>
                    <a:pt x="89" y="841"/>
                    <a:pt x="228" y="870"/>
                  </a:cubicBezTo>
                  <a:cubicBezTo>
                    <a:pt x="244" y="873"/>
                    <a:pt x="260" y="875"/>
                    <a:pt x="275" y="875"/>
                  </a:cubicBezTo>
                  <a:cubicBezTo>
                    <a:pt x="393" y="875"/>
                    <a:pt x="500" y="791"/>
                    <a:pt x="523" y="672"/>
                  </a:cubicBezTo>
                  <a:cubicBezTo>
                    <a:pt x="541" y="575"/>
                    <a:pt x="627" y="507"/>
                    <a:pt x="724" y="507"/>
                  </a:cubicBezTo>
                  <a:cubicBezTo>
                    <a:pt x="831" y="507"/>
                    <a:pt x="923" y="591"/>
                    <a:pt x="928" y="698"/>
                  </a:cubicBezTo>
                  <a:lnTo>
                    <a:pt x="923" y="734"/>
                  </a:lnTo>
                  <a:cubicBezTo>
                    <a:pt x="907" y="792"/>
                    <a:pt x="870" y="888"/>
                    <a:pt x="776" y="1022"/>
                  </a:cubicBezTo>
                  <a:cubicBezTo>
                    <a:pt x="494" y="1427"/>
                    <a:pt x="324" y="1646"/>
                    <a:pt x="236" y="1764"/>
                  </a:cubicBezTo>
                  <a:cubicBezTo>
                    <a:pt x="121" y="1915"/>
                    <a:pt x="55" y="1999"/>
                    <a:pt x="97" y="2135"/>
                  </a:cubicBezTo>
                  <a:cubicBezTo>
                    <a:pt x="123" y="2216"/>
                    <a:pt x="186" y="2278"/>
                    <a:pt x="267" y="2307"/>
                  </a:cubicBezTo>
                  <a:cubicBezTo>
                    <a:pt x="301" y="2318"/>
                    <a:pt x="327" y="2328"/>
                    <a:pt x="677" y="2328"/>
                  </a:cubicBezTo>
                  <a:cubicBezTo>
                    <a:pt x="813" y="2328"/>
                    <a:pt x="1001" y="2325"/>
                    <a:pt x="1260" y="2323"/>
                  </a:cubicBezTo>
                  <a:cubicBezTo>
                    <a:pt x="1398" y="2320"/>
                    <a:pt x="1510" y="2205"/>
                    <a:pt x="1508" y="2067"/>
                  </a:cubicBezTo>
                  <a:cubicBezTo>
                    <a:pt x="1508" y="1928"/>
                    <a:pt x="1396" y="1818"/>
                    <a:pt x="1257" y="1818"/>
                  </a:cubicBezTo>
                  <a:lnTo>
                    <a:pt x="1254" y="1818"/>
                  </a:lnTo>
                  <a:cubicBezTo>
                    <a:pt x="1111" y="1818"/>
                    <a:pt x="959" y="1821"/>
                    <a:pt x="823" y="1821"/>
                  </a:cubicBezTo>
                  <a:cubicBezTo>
                    <a:pt x="917" y="1696"/>
                    <a:pt x="1038" y="1528"/>
                    <a:pt x="1189" y="1312"/>
                  </a:cubicBezTo>
                  <a:cubicBezTo>
                    <a:pt x="1307" y="1144"/>
                    <a:pt x="1382" y="982"/>
                    <a:pt x="1416" y="836"/>
                  </a:cubicBezTo>
                  <a:cubicBezTo>
                    <a:pt x="1419" y="828"/>
                    <a:pt x="1422" y="820"/>
                    <a:pt x="1422" y="813"/>
                  </a:cubicBezTo>
                  <a:lnTo>
                    <a:pt x="1432" y="742"/>
                  </a:lnTo>
                  <a:cubicBezTo>
                    <a:pt x="1432" y="732"/>
                    <a:pt x="1432" y="721"/>
                    <a:pt x="1432" y="711"/>
                  </a:cubicBezTo>
                  <a:cubicBezTo>
                    <a:pt x="1432" y="319"/>
                    <a:pt x="1116" y="0"/>
                    <a:pt x="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26"/>
            <p:cNvSpPr/>
            <p:nvPr/>
          </p:nvSpPr>
          <p:spPr>
            <a:xfrm>
              <a:off x="4967906" y="3166142"/>
              <a:ext cx="39260" cy="60513"/>
            </a:xfrm>
            <a:custGeom>
              <a:rect b="b" l="l" r="r" t="t"/>
              <a:pathLst>
                <a:path extrusionOk="0" h="2329" w="1511">
                  <a:moveTo>
                    <a:pt x="724" y="0"/>
                  </a:moveTo>
                  <a:cubicBezTo>
                    <a:pt x="385" y="0"/>
                    <a:pt x="92" y="241"/>
                    <a:pt x="27" y="573"/>
                  </a:cubicBezTo>
                  <a:cubicBezTo>
                    <a:pt x="1" y="711"/>
                    <a:pt x="89" y="842"/>
                    <a:pt x="225" y="870"/>
                  </a:cubicBezTo>
                  <a:cubicBezTo>
                    <a:pt x="242" y="873"/>
                    <a:pt x="258" y="875"/>
                    <a:pt x="274" y="875"/>
                  </a:cubicBezTo>
                  <a:cubicBezTo>
                    <a:pt x="394" y="875"/>
                    <a:pt x="500" y="791"/>
                    <a:pt x="523" y="669"/>
                  </a:cubicBezTo>
                  <a:cubicBezTo>
                    <a:pt x="541" y="575"/>
                    <a:pt x="625" y="505"/>
                    <a:pt x="724" y="505"/>
                  </a:cubicBezTo>
                  <a:cubicBezTo>
                    <a:pt x="831" y="505"/>
                    <a:pt x="920" y="591"/>
                    <a:pt x="928" y="698"/>
                  </a:cubicBezTo>
                  <a:lnTo>
                    <a:pt x="923" y="732"/>
                  </a:lnTo>
                  <a:cubicBezTo>
                    <a:pt x="907" y="792"/>
                    <a:pt x="871" y="889"/>
                    <a:pt x="777" y="1022"/>
                  </a:cubicBezTo>
                  <a:cubicBezTo>
                    <a:pt x="494" y="1427"/>
                    <a:pt x="325" y="1646"/>
                    <a:pt x="233" y="1764"/>
                  </a:cubicBezTo>
                  <a:cubicBezTo>
                    <a:pt x="118" y="1915"/>
                    <a:pt x="55" y="1999"/>
                    <a:pt x="97" y="2135"/>
                  </a:cubicBezTo>
                  <a:cubicBezTo>
                    <a:pt x="123" y="2216"/>
                    <a:pt x="183" y="2279"/>
                    <a:pt x="267" y="2307"/>
                  </a:cubicBezTo>
                  <a:cubicBezTo>
                    <a:pt x="301" y="2318"/>
                    <a:pt x="327" y="2328"/>
                    <a:pt x="677" y="2328"/>
                  </a:cubicBezTo>
                  <a:cubicBezTo>
                    <a:pt x="813" y="2328"/>
                    <a:pt x="1001" y="2326"/>
                    <a:pt x="1260" y="2323"/>
                  </a:cubicBezTo>
                  <a:cubicBezTo>
                    <a:pt x="1398" y="2320"/>
                    <a:pt x="1511" y="2205"/>
                    <a:pt x="1508" y="2067"/>
                  </a:cubicBezTo>
                  <a:cubicBezTo>
                    <a:pt x="1508" y="1930"/>
                    <a:pt x="1393" y="1819"/>
                    <a:pt x="1257" y="1819"/>
                  </a:cubicBezTo>
                  <a:cubicBezTo>
                    <a:pt x="1255" y="1819"/>
                    <a:pt x="1254" y="1819"/>
                    <a:pt x="1252" y="1819"/>
                  </a:cubicBezTo>
                  <a:cubicBezTo>
                    <a:pt x="1108" y="1819"/>
                    <a:pt x="959" y="1821"/>
                    <a:pt x="824" y="1821"/>
                  </a:cubicBezTo>
                  <a:cubicBezTo>
                    <a:pt x="915" y="1696"/>
                    <a:pt x="1035" y="1529"/>
                    <a:pt x="1189" y="1312"/>
                  </a:cubicBezTo>
                  <a:cubicBezTo>
                    <a:pt x="1307" y="1145"/>
                    <a:pt x="1383" y="983"/>
                    <a:pt x="1417" y="836"/>
                  </a:cubicBezTo>
                  <a:cubicBezTo>
                    <a:pt x="1419" y="829"/>
                    <a:pt x="1422" y="821"/>
                    <a:pt x="1422" y="810"/>
                  </a:cubicBezTo>
                  <a:lnTo>
                    <a:pt x="1432" y="742"/>
                  </a:lnTo>
                  <a:cubicBezTo>
                    <a:pt x="1432" y="732"/>
                    <a:pt x="1432" y="721"/>
                    <a:pt x="1432" y="711"/>
                  </a:cubicBezTo>
                  <a:cubicBezTo>
                    <a:pt x="1432" y="319"/>
                    <a:pt x="1116" y="0"/>
                    <a:pt x="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26"/>
            <p:cNvSpPr/>
            <p:nvPr/>
          </p:nvSpPr>
          <p:spPr>
            <a:xfrm>
              <a:off x="5114603" y="3166142"/>
              <a:ext cx="39260" cy="60513"/>
            </a:xfrm>
            <a:custGeom>
              <a:rect b="b" l="l" r="r" t="t"/>
              <a:pathLst>
                <a:path extrusionOk="0" h="2329" w="1511">
                  <a:moveTo>
                    <a:pt x="722" y="0"/>
                  </a:moveTo>
                  <a:cubicBezTo>
                    <a:pt x="385" y="0"/>
                    <a:pt x="92" y="241"/>
                    <a:pt x="27" y="573"/>
                  </a:cubicBezTo>
                  <a:cubicBezTo>
                    <a:pt x="1" y="711"/>
                    <a:pt x="89" y="842"/>
                    <a:pt x="225" y="870"/>
                  </a:cubicBezTo>
                  <a:cubicBezTo>
                    <a:pt x="241" y="873"/>
                    <a:pt x="258" y="875"/>
                    <a:pt x="274" y="875"/>
                  </a:cubicBezTo>
                  <a:cubicBezTo>
                    <a:pt x="393" y="875"/>
                    <a:pt x="498" y="791"/>
                    <a:pt x="523" y="669"/>
                  </a:cubicBezTo>
                  <a:cubicBezTo>
                    <a:pt x="541" y="575"/>
                    <a:pt x="625" y="505"/>
                    <a:pt x="722" y="505"/>
                  </a:cubicBezTo>
                  <a:cubicBezTo>
                    <a:pt x="831" y="505"/>
                    <a:pt x="920" y="591"/>
                    <a:pt x="928" y="698"/>
                  </a:cubicBezTo>
                  <a:lnTo>
                    <a:pt x="923" y="732"/>
                  </a:lnTo>
                  <a:cubicBezTo>
                    <a:pt x="907" y="792"/>
                    <a:pt x="868" y="889"/>
                    <a:pt x="774" y="1022"/>
                  </a:cubicBezTo>
                  <a:cubicBezTo>
                    <a:pt x="492" y="1427"/>
                    <a:pt x="324" y="1646"/>
                    <a:pt x="233" y="1764"/>
                  </a:cubicBezTo>
                  <a:cubicBezTo>
                    <a:pt x="118" y="1915"/>
                    <a:pt x="55" y="1999"/>
                    <a:pt x="97" y="2135"/>
                  </a:cubicBezTo>
                  <a:cubicBezTo>
                    <a:pt x="123" y="2216"/>
                    <a:pt x="183" y="2279"/>
                    <a:pt x="267" y="2307"/>
                  </a:cubicBezTo>
                  <a:cubicBezTo>
                    <a:pt x="301" y="2318"/>
                    <a:pt x="327" y="2328"/>
                    <a:pt x="675" y="2328"/>
                  </a:cubicBezTo>
                  <a:cubicBezTo>
                    <a:pt x="813" y="2328"/>
                    <a:pt x="1001" y="2326"/>
                    <a:pt x="1260" y="2323"/>
                  </a:cubicBezTo>
                  <a:cubicBezTo>
                    <a:pt x="1398" y="2320"/>
                    <a:pt x="1511" y="2205"/>
                    <a:pt x="1508" y="2067"/>
                  </a:cubicBezTo>
                  <a:cubicBezTo>
                    <a:pt x="1505" y="1930"/>
                    <a:pt x="1396" y="1819"/>
                    <a:pt x="1257" y="1819"/>
                  </a:cubicBezTo>
                  <a:cubicBezTo>
                    <a:pt x="1255" y="1819"/>
                    <a:pt x="1254" y="1819"/>
                    <a:pt x="1252" y="1819"/>
                  </a:cubicBezTo>
                  <a:cubicBezTo>
                    <a:pt x="1108" y="1819"/>
                    <a:pt x="959" y="1821"/>
                    <a:pt x="823" y="1821"/>
                  </a:cubicBezTo>
                  <a:cubicBezTo>
                    <a:pt x="915" y="1696"/>
                    <a:pt x="1035" y="1529"/>
                    <a:pt x="1189" y="1312"/>
                  </a:cubicBezTo>
                  <a:cubicBezTo>
                    <a:pt x="1307" y="1145"/>
                    <a:pt x="1383" y="983"/>
                    <a:pt x="1417" y="836"/>
                  </a:cubicBezTo>
                  <a:cubicBezTo>
                    <a:pt x="1419" y="829"/>
                    <a:pt x="1422" y="821"/>
                    <a:pt x="1422" y="810"/>
                  </a:cubicBezTo>
                  <a:lnTo>
                    <a:pt x="1430" y="742"/>
                  </a:lnTo>
                  <a:cubicBezTo>
                    <a:pt x="1432" y="732"/>
                    <a:pt x="1432" y="721"/>
                    <a:pt x="1432" y="711"/>
                  </a:cubicBezTo>
                  <a:cubicBezTo>
                    <a:pt x="1432" y="319"/>
                    <a:pt x="1113" y="0"/>
                    <a:pt x="7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26"/>
            <p:cNvSpPr/>
            <p:nvPr/>
          </p:nvSpPr>
          <p:spPr>
            <a:xfrm>
              <a:off x="4932414" y="3213326"/>
              <a:ext cx="52017" cy="71088"/>
            </a:xfrm>
            <a:custGeom>
              <a:rect b="b" l="l" r="r" t="t"/>
              <a:pathLst>
                <a:path extrusionOk="0" h="2736" w="2002">
                  <a:moveTo>
                    <a:pt x="1001" y="1238"/>
                  </a:moveTo>
                  <a:cubicBezTo>
                    <a:pt x="1273" y="1238"/>
                    <a:pt x="1495" y="1461"/>
                    <a:pt x="1495" y="1735"/>
                  </a:cubicBezTo>
                  <a:cubicBezTo>
                    <a:pt x="1495" y="2009"/>
                    <a:pt x="1273" y="2229"/>
                    <a:pt x="1001" y="2229"/>
                  </a:cubicBezTo>
                  <a:cubicBezTo>
                    <a:pt x="726" y="2229"/>
                    <a:pt x="504" y="2009"/>
                    <a:pt x="504" y="1735"/>
                  </a:cubicBezTo>
                  <a:cubicBezTo>
                    <a:pt x="504" y="1461"/>
                    <a:pt x="726" y="1238"/>
                    <a:pt x="1001" y="1238"/>
                  </a:cubicBezTo>
                  <a:close/>
                  <a:moveTo>
                    <a:pt x="254" y="0"/>
                  </a:moveTo>
                  <a:cubicBezTo>
                    <a:pt x="113" y="0"/>
                    <a:pt x="0" y="112"/>
                    <a:pt x="0" y="254"/>
                  </a:cubicBezTo>
                  <a:lnTo>
                    <a:pt x="0" y="2482"/>
                  </a:lnTo>
                  <a:cubicBezTo>
                    <a:pt x="0" y="2621"/>
                    <a:pt x="113" y="2736"/>
                    <a:pt x="254" y="2736"/>
                  </a:cubicBezTo>
                  <a:cubicBezTo>
                    <a:pt x="353" y="2736"/>
                    <a:pt x="442" y="2675"/>
                    <a:pt x="481" y="2589"/>
                  </a:cubicBezTo>
                  <a:cubicBezTo>
                    <a:pt x="632" y="2681"/>
                    <a:pt x="810" y="2736"/>
                    <a:pt x="1001" y="2736"/>
                  </a:cubicBezTo>
                  <a:cubicBezTo>
                    <a:pt x="1552" y="2736"/>
                    <a:pt x="2001" y="2286"/>
                    <a:pt x="2001" y="1735"/>
                  </a:cubicBezTo>
                  <a:cubicBezTo>
                    <a:pt x="2001" y="1184"/>
                    <a:pt x="1552" y="734"/>
                    <a:pt x="1001" y="734"/>
                  </a:cubicBezTo>
                  <a:cubicBezTo>
                    <a:pt x="821" y="734"/>
                    <a:pt x="651" y="784"/>
                    <a:pt x="504" y="868"/>
                  </a:cubicBezTo>
                  <a:lnTo>
                    <a:pt x="504" y="254"/>
                  </a:lnTo>
                  <a:cubicBezTo>
                    <a:pt x="504" y="112"/>
                    <a:pt x="392" y="0"/>
                    <a:pt x="2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126"/>
          <p:cNvGrpSpPr/>
          <p:nvPr/>
        </p:nvGrpSpPr>
        <p:grpSpPr>
          <a:xfrm>
            <a:off x="5538871" y="3094872"/>
            <a:ext cx="404807" cy="434453"/>
            <a:chOff x="5538871" y="3094872"/>
            <a:chExt cx="404807" cy="434453"/>
          </a:xfrm>
        </p:grpSpPr>
        <p:sp>
          <p:nvSpPr>
            <p:cNvPr id="11348" name="Google Shape;11348;p126"/>
            <p:cNvSpPr/>
            <p:nvPr/>
          </p:nvSpPr>
          <p:spPr>
            <a:xfrm>
              <a:off x="5538871" y="3116905"/>
              <a:ext cx="404418" cy="390361"/>
            </a:xfrm>
            <a:custGeom>
              <a:rect b="b" l="l" r="r" t="t"/>
              <a:pathLst>
                <a:path extrusionOk="0" h="15024" w="15565">
                  <a:moveTo>
                    <a:pt x="3614" y="1119"/>
                  </a:moveTo>
                  <a:cubicBezTo>
                    <a:pt x="4144" y="1119"/>
                    <a:pt x="4750" y="1227"/>
                    <a:pt x="5409" y="1446"/>
                  </a:cubicBezTo>
                  <a:cubicBezTo>
                    <a:pt x="7089" y="2005"/>
                    <a:pt x="8897" y="3196"/>
                    <a:pt x="10498" y="4798"/>
                  </a:cubicBezTo>
                  <a:cubicBezTo>
                    <a:pt x="12097" y="6397"/>
                    <a:pt x="13288" y="8205"/>
                    <a:pt x="13848" y="9887"/>
                  </a:cubicBezTo>
                  <a:cubicBezTo>
                    <a:pt x="14357" y="11416"/>
                    <a:pt x="14271" y="12672"/>
                    <a:pt x="13607" y="13336"/>
                  </a:cubicBezTo>
                  <a:cubicBezTo>
                    <a:pt x="13229" y="13715"/>
                    <a:pt x="12656" y="13906"/>
                    <a:pt x="11950" y="13906"/>
                  </a:cubicBezTo>
                  <a:cubicBezTo>
                    <a:pt x="11419" y="13906"/>
                    <a:pt x="10812" y="13798"/>
                    <a:pt x="10156" y="13579"/>
                  </a:cubicBezTo>
                  <a:cubicBezTo>
                    <a:pt x="8476" y="13020"/>
                    <a:pt x="6668" y="11829"/>
                    <a:pt x="5066" y="10227"/>
                  </a:cubicBezTo>
                  <a:cubicBezTo>
                    <a:pt x="3468" y="8625"/>
                    <a:pt x="2276" y="6820"/>
                    <a:pt x="1717" y="5138"/>
                  </a:cubicBezTo>
                  <a:cubicBezTo>
                    <a:pt x="1205" y="3609"/>
                    <a:pt x="1294" y="2353"/>
                    <a:pt x="1957" y="1689"/>
                  </a:cubicBezTo>
                  <a:cubicBezTo>
                    <a:pt x="2336" y="1310"/>
                    <a:pt x="2908" y="1119"/>
                    <a:pt x="3614" y="1119"/>
                  </a:cubicBezTo>
                  <a:close/>
                  <a:moveTo>
                    <a:pt x="3603" y="0"/>
                  </a:moveTo>
                  <a:cubicBezTo>
                    <a:pt x="2602" y="0"/>
                    <a:pt x="1769" y="302"/>
                    <a:pt x="1171" y="900"/>
                  </a:cubicBezTo>
                  <a:cubicBezTo>
                    <a:pt x="183" y="1887"/>
                    <a:pt x="1" y="3518"/>
                    <a:pt x="659" y="5490"/>
                  </a:cubicBezTo>
                  <a:cubicBezTo>
                    <a:pt x="1273" y="7332"/>
                    <a:pt x="2558" y="9294"/>
                    <a:pt x="4280" y="11016"/>
                  </a:cubicBezTo>
                  <a:cubicBezTo>
                    <a:pt x="5999" y="12738"/>
                    <a:pt x="7961" y="14023"/>
                    <a:pt x="9803" y="14637"/>
                  </a:cubicBezTo>
                  <a:cubicBezTo>
                    <a:pt x="10584" y="14896"/>
                    <a:pt x="11308" y="15024"/>
                    <a:pt x="11961" y="15024"/>
                  </a:cubicBezTo>
                  <a:cubicBezTo>
                    <a:pt x="12964" y="15024"/>
                    <a:pt x="13798" y="14723"/>
                    <a:pt x="14394" y="14125"/>
                  </a:cubicBezTo>
                  <a:cubicBezTo>
                    <a:pt x="15381" y="13137"/>
                    <a:pt x="15564" y="11507"/>
                    <a:pt x="14906" y="9535"/>
                  </a:cubicBezTo>
                  <a:cubicBezTo>
                    <a:pt x="14292" y="7693"/>
                    <a:pt x="13006" y="5731"/>
                    <a:pt x="11285" y="4009"/>
                  </a:cubicBezTo>
                  <a:cubicBezTo>
                    <a:pt x="9565" y="2287"/>
                    <a:pt x="7603" y="1002"/>
                    <a:pt x="5759" y="388"/>
                  </a:cubicBezTo>
                  <a:cubicBezTo>
                    <a:pt x="4981" y="129"/>
                    <a:pt x="4256" y="0"/>
                    <a:pt x="36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26"/>
            <p:cNvSpPr/>
            <p:nvPr/>
          </p:nvSpPr>
          <p:spPr>
            <a:xfrm>
              <a:off x="5538871" y="3116905"/>
              <a:ext cx="404418" cy="390361"/>
            </a:xfrm>
            <a:custGeom>
              <a:rect b="b" l="l" r="r" t="t"/>
              <a:pathLst>
                <a:path extrusionOk="0" h="15024" w="15565">
                  <a:moveTo>
                    <a:pt x="11951" y="1119"/>
                  </a:moveTo>
                  <a:cubicBezTo>
                    <a:pt x="12656" y="1119"/>
                    <a:pt x="13228" y="1310"/>
                    <a:pt x="13607" y="1689"/>
                  </a:cubicBezTo>
                  <a:cubicBezTo>
                    <a:pt x="14271" y="2353"/>
                    <a:pt x="14357" y="3609"/>
                    <a:pt x="13848" y="5138"/>
                  </a:cubicBezTo>
                  <a:cubicBezTo>
                    <a:pt x="13288" y="6820"/>
                    <a:pt x="12097" y="8625"/>
                    <a:pt x="10498" y="10227"/>
                  </a:cubicBezTo>
                  <a:cubicBezTo>
                    <a:pt x="8897" y="11829"/>
                    <a:pt x="7089" y="13020"/>
                    <a:pt x="5409" y="13579"/>
                  </a:cubicBezTo>
                  <a:cubicBezTo>
                    <a:pt x="4752" y="13798"/>
                    <a:pt x="4146" y="13906"/>
                    <a:pt x="3615" y="13906"/>
                  </a:cubicBezTo>
                  <a:cubicBezTo>
                    <a:pt x="2909" y="13906"/>
                    <a:pt x="2336" y="13715"/>
                    <a:pt x="1957" y="13336"/>
                  </a:cubicBezTo>
                  <a:cubicBezTo>
                    <a:pt x="1294" y="12672"/>
                    <a:pt x="1205" y="11416"/>
                    <a:pt x="1717" y="9887"/>
                  </a:cubicBezTo>
                  <a:cubicBezTo>
                    <a:pt x="2276" y="8205"/>
                    <a:pt x="3468" y="6397"/>
                    <a:pt x="5066" y="4798"/>
                  </a:cubicBezTo>
                  <a:cubicBezTo>
                    <a:pt x="6668" y="3196"/>
                    <a:pt x="8476" y="2005"/>
                    <a:pt x="10156" y="1446"/>
                  </a:cubicBezTo>
                  <a:cubicBezTo>
                    <a:pt x="10814" y="1227"/>
                    <a:pt x="11420" y="1119"/>
                    <a:pt x="11951" y="1119"/>
                  </a:cubicBezTo>
                  <a:close/>
                  <a:moveTo>
                    <a:pt x="11961" y="0"/>
                  </a:moveTo>
                  <a:cubicBezTo>
                    <a:pt x="11308" y="0"/>
                    <a:pt x="10582" y="129"/>
                    <a:pt x="9803" y="388"/>
                  </a:cubicBezTo>
                  <a:cubicBezTo>
                    <a:pt x="7961" y="1002"/>
                    <a:pt x="5999" y="2287"/>
                    <a:pt x="4280" y="4009"/>
                  </a:cubicBezTo>
                  <a:cubicBezTo>
                    <a:pt x="2558" y="5731"/>
                    <a:pt x="1273" y="7693"/>
                    <a:pt x="659" y="9535"/>
                  </a:cubicBezTo>
                  <a:cubicBezTo>
                    <a:pt x="1" y="11507"/>
                    <a:pt x="183" y="13137"/>
                    <a:pt x="1171" y="14125"/>
                  </a:cubicBezTo>
                  <a:cubicBezTo>
                    <a:pt x="1767" y="14723"/>
                    <a:pt x="2600" y="15024"/>
                    <a:pt x="3603" y="15024"/>
                  </a:cubicBezTo>
                  <a:cubicBezTo>
                    <a:pt x="4257" y="15024"/>
                    <a:pt x="4980" y="14896"/>
                    <a:pt x="5759" y="14637"/>
                  </a:cubicBezTo>
                  <a:cubicBezTo>
                    <a:pt x="7603" y="14023"/>
                    <a:pt x="9565" y="12738"/>
                    <a:pt x="11285" y="11016"/>
                  </a:cubicBezTo>
                  <a:cubicBezTo>
                    <a:pt x="13006" y="9294"/>
                    <a:pt x="14292" y="7332"/>
                    <a:pt x="14906" y="5490"/>
                  </a:cubicBezTo>
                  <a:cubicBezTo>
                    <a:pt x="15564" y="3518"/>
                    <a:pt x="15381" y="1887"/>
                    <a:pt x="14394" y="900"/>
                  </a:cubicBezTo>
                  <a:cubicBezTo>
                    <a:pt x="13796" y="302"/>
                    <a:pt x="12963" y="0"/>
                    <a:pt x="119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26"/>
            <p:cNvSpPr/>
            <p:nvPr/>
          </p:nvSpPr>
          <p:spPr>
            <a:xfrm>
              <a:off x="5625211" y="3094872"/>
              <a:ext cx="231712" cy="434453"/>
            </a:xfrm>
            <a:custGeom>
              <a:rect b="b" l="l" r="r" t="t"/>
              <a:pathLst>
                <a:path extrusionOk="0" h="16721" w="8918">
                  <a:moveTo>
                    <a:pt x="4458" y="1116"/>
                  </a:moveTo>
                  <a:cubicBezTo>
                    <a:pt x="5268" y="1116"/>
                    <a:pt x="6091" y="1837"/>
                    <a:pt x="6721" y="3093"/>
                  </a:cubicBezTo>
                  <a:cubicBezTo>
                    <a:pt x="7418" y="4491"/>
                    <a:pt x="7802" y="6362"/>
                    <a:pt x="7802" y="8360"/>
                  </a:cubicBezTo>
                  <a:cubicBezTo>
                    <a:pt x="7802" y="10359"/>
                    <a:pt x="7418" y="12230"/>
                    <a:pt x="6721" y="13630"/>
                  </a:cubicBezTo>
                  <a:cubicBezTo>
                    <a:pt x="6091" y="14884"/>
                    <a:pt x="5268" y="15605"/>
                    <a:pt x="4458" y="15605"/>
                  </a:cubicBezTo>
                  <a:cubicBezTo>
                    <a:pt x="3651" y="15605"/>
                    <a:pt x="2828" y="14884"/>
                    <a:pt x="2198" y="13630"/>
                  </a:cubicBezTo>
                  <a:cubicBezTo>
                    <a:pt x="1500" y="12230"/>
                    <a:pt x="1114" y="10359"/>
                    <a:pt x="1114" y="8360"/>
                  </a:cubicBezTo>
                  <a:cubicBezTo>
                    <a:pt x="1114" y="6362"/>
                    <a:pt x="1500" y="4491"/>
                    <a:pt x="2198" y="3093"/>
                  </a:cubicBezTo>
                  <a:cubicBezTo>
                    <a:pt x="2828" y="1837"/>
                    <a:pt x="3651" y="1116"/>
                    <a:pt x="4458" y="1116"/>
                  </a:cubicBezTo>
                  <a:close/>
                  <a:moveTo>
                    <a:pt x="4458" y="0"/>
                  </a:moveTo>
                  <a:cubicBezTo>
                    <a:pt x="3196" y="0"/>
                    <a:pt x="2039" y="922"/>
                    <a:pt x="1203" y="2594"/>
                  </a:cubicBezTo>
                  <a:cubicBezTo>
                    <a:pt x="427" y="4144"/>
                    <a:pt x="1" y="6192"/>
                    <a:pt x="1" y="8360"/>
                  </a:cubicBezTo>
                  <a:cubicBezTo>
                    <a:pt x="1" y="10529"/>
                    <a:pt x="427" y="12577"/>
                    <a:pt x="1203" y="14127"/>
                  </a:cubicBezTo>
                  <a:cubicBezTo>
                    <a:pt x="2039" y="15799"/>
                    <a:pt x="3196" y="16721"/>
                    <a:pt x="4458" y="16721"/>
                  </a:cubicBezTo>
                  <a:cubicBezTo>
                    <a:pt x="5723" y="16721"/>
                    <a:pt x="6880" y="15799"/>
                    <a:pt x="7716" y="14127"/>
                  </a:cubicBezTo>
                  <a:cubicBezTo>
                    <a:pt x="8492" y="12577"/>
                    <a:pt x="8918" y="10529"/>
                    <a:pt x="8918" y="8360"/>
                  </a:cubicBezTo>
                  <a:cubicBezTo>
                    <a:pt x="8918" y="6192"/>
                    <a:pt x="8492" y="4144"/>
                    <a:pt x="7716" y="2594"/>
                  </a:cubicBezTo>
                  <a:cubicBezTo>
                    <a:pt x="6880" y="922"/>
                    <a:pt x="5723"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26"/>
            <p:cNvSpPr/>
            <p:nvPr/>
          </p:nvSpPr>
          <p:spPr>
            <a:xfrm>
              <a:off x="5683126" y="3254171"/>
              <a:ext cx="115908" cy="115856"/>
            </a:xfrm>
            <a:custGeom>
              <a:rect b="b" l="l" r="r" t="t"/>
              <a:pathLst>
                <a:path extrusionOk="0" h="4459" w="4461">
                  <a:moveTo>
                    <a:pt x="2229" y="1"/>
                  </a:moveTo>
                  <a:cubicBezTo>
                    <a:pt x="998" y="1"/>
                    <a:pt x="0" y="999"/>
                    <a:pt x="0" y="2229"/>
                  </a:cubicBezTo>
                  <a:cubicBezTo>
                    <a:pt x="0" y="3460"/>
                    <a:pt x="998" y="4458"/>
                    <a:pt x="2229" y="4458"/>
                  </a:cubicBezTo>
                  <a:cubicBezTo>
                    <a:pt x="3462" y="4458"/>
                    <a:pt x="4460" y="3460"/>
                    <a:pt x="4460" y="2229"/>
                  </a:cubicBezTo>
                  <a:cubicBezTo>
                    <a:pt x="4460" y="999"/>
                    <a:pt x="3462" y="1"/>
                    <a:pt x="22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26"/>
            <p:cNvSpPr/>
            <p:nvPr/>
          </p:nvSpPr>
          <p:spPr>
            <a:xfrm>
              <a:off x="5730986" y="3254171"/>
              <a:ext cx="68048" cy="115856"/>
            </a:xfrm>
            <a:custGeom>
              <a:rect b="b" l="l" r="r" t="t"/>
              <a:pathLst>
                <a:path extrusionOk="0" h="4459" w="2619">
                  <a:moveTo>
                    <a:pt x="387" y="1"/>
                  </a:moveTo>
                  <a:cubicBezTo>
                    <a:pt x="256" y="1"/>
                    <a:pt x="128" y="11"/>
                    <a:pt x="0" y="35"/>
                  </a:cubicBezTo>
                  <a:cubicBezTo>
                    <a:pt x="1048" y="218"/>
                    <a:pt x="1845" y="1130"/>
                    <a:pt x="1845" y="2229"/>
                  </a:cubicBezTo>
                  <a:cubicBezTo>
                    <a:pt x="1845" y="3329"/>
                    <a:pt x="1048" y="4241"/>
                    <a:pt x="0" y="4424"/>
                  </a:cubicBezTo>
                  <a:cubicBezTo>
                    <a:pt x="128" y="4448"/>
                    <a:pt x="256" y="4458"/>
                    <a:pt x="387" y="4458"/>
                  </a:cubicBezTo>
                  <a:cubicBezTo>
                    <a:pt x="1620" y="4458"/>
                    <a:pt x="2618" y="3460"/>
                    <a:pt x="2618" y="2229"/>
                  </a:cubicBezTo>
                  <a:cubicBezTo>
                    <a:pt x="2618" y="999"/>
                    <a:pt x="1620" y="1"/>
                    <a:pt x="3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26"/>
            <p:cNvSpPr/>
            <p:nvPr/>
          </p:nvSpPr>
          <p:spPr>
            <a:xfrm>
              <a:off x="5621417" y="3232449"/>
              <a:ext cx="43469" cy="43469"/>
            </a:xfrm>
            <a:custGeom>
              <a:rect b="b" l="l" r="r" t="t"/>
              <a:pathLst>
                <a:path extrusionOk="0" h="1673" w="1673">
                  <a:moveTo>
                    <a:pt x="837" y="1"/>
                  </a:moveTo>
                  <a:cubicBezTo>
                    <a:pt x="374" y="1"/>
                    <a:pt x="1" y="374"/>
                    <a:pt x="1" y="837"/>
                  </a:cubicBezTo>
                  <a:cubicBezTo>
                    <a:pt x="1" y="1297"/>
                    <a:pt x="374" y="1673"/>
                    <a:pt x="837" y="1673"/>
                  </a:cubicBezTo>
                  <a:cubicBezTo>
                    <a:pt x="1299" y="1673"/>
                    <a:pt x="1673" y="1297"/>
                    <a:pt x="1673" y="837"/>
                  </a:cubicBezTo>
                  <a:cubicBezTo>
                    <a:pt x="1673" y="374"/>
                    <a:pt x="1299" y="1"/>
                    <a:pt x="8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26"/>
            <p:cNvSpPr/>
            <p:nvPr/>
          </p:nvSpPr>
          <p:spPr>
            <a:xfrm>
              <a:off x="5633084" y="3232449"/>
              <a:ext cx="31803" cy="43469"/>
            </a:xfrm>
            <a:custGeom>
              <a:rect b="b" l="l" r="r" t="t"/>
              <a:pathLst>
                <a:path extrusionOk="0" h="1673" w="1224">
                  <a:moveTo>
                    <a:pt x="388" y="1"/>
                  </a:moveTo>
                  <a:cubicBezTo>
                    <a:pt x="246" y="1"/>
                    <a:pt x="116" y="35"/>
                    <a:pt x="1" y="95"/>
                  </a:cubicBezTo>
                  <a:cubicBezTo>
                    <a:pt x="267" y="233"/>
                    <a:pt x="450" y="513"/>
                    <a:pt x="450" y="837"/>
                  </a:cubicBezTo>
                  <a:cubicBezTo>
                    <a:pt x="450" y="1158"/>
                    <a:pt x="267" y="1438"/>
                    <a:pt x="1" y="1576"/>
                  </a:cubicBezTo>
                  <a:cubicBezTo>
                    <a:pt x="116" y="1639"/>
                    <a:pt x="246" y="1673"/>
                    <a:pt x="388" y="1673"/>
                  </a:cubicBezTo>
                  <a:cubicBezTo>
                    <a:pt x="850" y="1673"/>
                    <a:pt x="1224" y="1297"/>
                    <a:pt x="1224" y="837"/>
                  </a:cubicBezTo>
                  <a:cubicBezTo>
                    <a:pt x="1224" y="374"/>
                    <a:pt x="850" y="1"/>
                    <a:pt x="3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26"/>
            <p:cNvSpPr/>
            <p:nvPr/>
          </p:nvSpPr>
          <p:spPr>
            <a:xfrm>
              <a:off x="5545445" y="3362803"/>
              <a:ext cx="43495" cy="43469"/>
            </a:xfrm>
            <a:custGeom>
              <a:rect b="b" l="l" r="r" t="t"/>
              <a:pathLst>
                <a:path extrusionOk="0" h="1673" w="1674">
                  <a:moveTo>
                    <a:pt x="837" y="0"/>
                  </a:moveTo>
                  <a:cubicBezTo>
                    <a:pt x="375" y="0"/>
                    <a:pt x="1" y="374"/>
                    <a:pt x="1" y="836"/>
                  </a:cubicBezTo>
                  <a:cubicBezTo>
                    <a:pt x="1" y="1296"/>
                    <a:pt x="375" y="1672"/>
                    <a:pt x="837" y="1672"/>
                  </a:cubicBezTo>
                  <a:cubicBezTo>
                    <a:pt x="1297" y="1672"/>
                    <a:pt x="1673" y="1296"/>
                    <a:pt x="1673" y="836"/>
                  </a:cubicBezTo>
                  <a:cubicBezTo>
                    <a:pt x="1673" y="374"/>
                    <a:pt x="1297" y="0"/>
                    <a:pt x="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26"/>
            <p:cNvSpPr/>
            <p:nvPr/>
          </p:nvSpPr>
          <p:spPr>
            <a:xfrm>
              <a:off x="5557137" y="3362803"/>
              <a:ext cx="31803" cy="43469"/>
            </a:xfrm>
            <a:custGeom>
              <a:rect b="b" l="l" r="r" t="t"/>
              <a:pathLst>
                <a:path extrusionOk="0" h="1673" w="1224">
                  <a:moveTo>
                    <a:pt x="387" y="0"/>
                  </a:moveTo>
                  <a:cubicBezTo>
                    <a:pt x="246" y="0"/>
                    <a:pt x="115" y="34"/>
                    <a:pt x="0" y="94"/>
                  </a:cubicBezTo>
                  <a:cubicBezTo>
                    <a:pt x="267" y="233"/>
                    <a:pt x="447" y="512"/>
                    <a:pt x="447" y="836"/>
                  </a:cubicBezTo>
                  <a:cubicBezTo>
                    <a:pt x="447" y="1158"/>
                    <a:pt x="267" y="1437"/>
                    <a:pt x="0" y="1576"/>
                  </a:cubicBezTo>
                  <a:cubicBezTo>
                    <a:pt x="115" y="1638"/>
                    <a:pt x="246" y="1672"/>
                    <a:pt x="387" y="1672"/>
                  </a:cubicBezTo>
                  <a:cubicBezTo>
                    <a:pt x="847" y="1672"/>
                    <a:pt x="1223" y="1296"/>
                    <a:pt x="1223" y="836"/>
                  </a:cubicBezTo>
                  <a:cubicBezTo>
                    <a:pt x="1223" y="374"/>
                    <a:pt x="847" y="0"/>
                    <a:pt x="3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26"/>
            <p:cNvSpPr/>
            <p:nvPr/>
          </p:nvSpPr>
          <p:spPr>
            <a:xfrm>
              <a:off x="5900210" y="3406246"/>
              <a:ext cx="43469" cy="43469"/>
            </a:xfrm>
            <a:custGeom>
              <a:rect b="b" l="l" r="r" t="t"/>
              <a:pathLst>
                <a:path extrusionOk="0" h="1673" w="1673">
                  <a:moveTo>
                    <a:pt x="837" y="0"/>
                  </a:moveTo>
                  <a:cubicBezTo>
                    <a:pt x="377" y="0"/>
                    <a:pt x="1" y="374"/>
                    <a:pt x="1" y="836"/>
                  </a:cubicBezTo>
                  <a:cubicBezTo>
                    <a:pt x="1" y="1296"/>
                    <a:pt x="377" y="1672"/>
                    <a:pt x="837" y="1672"/>
                  </a:cubicBezTo>
                  <a:cubicBezTo>
                    <a:pt x="1299" y="1672"/>
                    <a:pt x="1673" y="1296"/>
                    <a:pt x="1673" y="836"/>
                  </a:cubicBezTo>
                  <a:cubicBezTo>
                    <a:pt x="1673" y="374"/>
                    <a:pt x="1299"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26"/>
            <p:cNvSpPr/>
            <p:nvPr/>
          </p:nvSpPr>
          <p:spPr>
            <a:xfrm>
              <a:off x="5911902" y="3406246"/>
              <a:ext cx="31777" cy="43469"/>
            </a:xfrm>
            <a:custGeom>
              <a:rect b="b" l="l" r="r" t="t"/>
              <a:pathLst>
                <a:path extrusionOk="0" h="1673" w="1223">
                  <a:moveTo>
                    <a:pt x="387" y="0"/>
                  </a:moveTo>
                  <a:cubicBezTo>
                    <a:pt x="248" y="0"/>
                    <a:pt x="118" y="34"/>
                    <a:pt x="0" y="94"/>
                  </a:cubicBezTo>
                  <a:cubicBezTo>
                    <a:pt x="266" y="233"/>
                    <a:pt x="449" y="512"/>
                    <a:pt x="449" y="836"/>
                  </a:cubicBezTo>
                  <a:cubicBezTo>
                    <a:pt x="449" y="1158"/>
                    <a:pt x="266" y="1437"/>
                    <a:pt x="0" y="1576"/>
                  </a:cubicBezTo>
                  <a:cubicBezTo>
                    <a:pt x="118" y="1636"/>
                    <a:pt x="248" y="1672"/>
                    <a:pt x="387" y="1672"/>
                  </a:cubicBezTo>
                  <a:cubicBezTo>
                    <a:pt x="849" y="1672"/>
                    <a:pt x="1223" y="1296"/>
                    <a:pt x="1223" y="836"/>
                  </a:cubicBezTo>
                  <a:cubicBezTo>
                    <a:pt x="1223" y="374"/>
                    <a:pt x="849"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126"/>
          <p:cNvGrpSpPr/>
          <p:nvPr/>
        </p:nvGrpSpPr>
        <p:grpSpPr>
          <a:xfrm>
            <a:off x="6310707" y="3138133"/>
            <a:ext cx="418578" cy="434453"/>
            <a:chOff x="6310707" y="3138133"/>
            <a:chExt cx="418578" cy="434453"/>
          </a:xfrm>
        </p:grpSpPr>
        <p:sp>
          <p:nvSpPr>
            <p:cNvPr id="11360" name="Google Shape;11360;p126"/>
            <p:cNvSpPr/>
            <p:nvPr/>
          </p:nvSpPr>
          <p:spPr>
            <a:xfrm>
              <a:off x="6653027" y="3144213"/>
              <a:ext cx="76259" cy="103748"/>
            </a:xfrm>
            <a:custGeom>
              <a:rect b="b" l="l" r="r" t="t"/>
              <a:pathLst>
                <a:path extrusionOk="0" h="3993" w="2935">
                  <a:moveTo>
                    <a:pt x="557" y="1"/>
                  </a:moveTo>
                  <a:cubicBezTo>
                    <a:pt x="368" y="1"/>
                    <a:pt x="176" y="49"/>
                    <a:pt x="1" y="149"/>
                  </a:cubicBezTo>
                  <a:lnTo>
                    <a:pt x="675" y="2318"/>
                  </a:lnTo>
                  <a:lnTo>
                    <a:pt x="2219" y="3993"/>
                  </a:lnTo>
                  <a:cubicBezTo>
                    <a:pt x="2752" y="3684"/>
                    <a:pt x="2935" y="3005"/>
                    <a:pt x="2627" y="2472"/>
                  </a:cubicBezTo>
                  <a:lnTo>
                    <a:pt x="1524" y="560"/>
                  </a:lnTo>
                  <a:cubicBezTo>
                    <a:pt x="1317" y="200"/>
                    <a:pt x="942" y="1"/>
                    <a:pt x="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26"/>
            <p:cNvSpPr/>
            <p:nvPr/>
          </p:nvSpPr>
          <p:spPr>
            <a:xfrm>
              <a:off x="6657431" y="3144226"/>
              <a:ext cx="71842" cy="103722"/>
            </a:xfrm>
            <a:custGeom>
              <a:rect b="b" l="l" r="r" t="t"/>
              <a:pathLst>
                <a:path extrusionOk="0" h="3992" w="2765">
                  <a:moveTo>
                    <a:pt x="387" y="1"/>
                  </a:moveTo>
                  <a:cubicBezTo>
                    <a:pt x="257" y="1"/>
                    <a:pt x="127" y="23"/>
                    <a:pt x="1" y="70"/>
                  </a:cubicBezTo>
                  <a:cubicBezTo>
                    <a:pt x="236" y="156"/>
                    <a:pt x="445" y="323"/>
                    <a:pt x="581" y="559"/>
                  </a:cubicBezTo>
                  <a:lnTo>
                    <a:pt x="1683" y="2471"/>
                  </a:lnTo>
                  <a:cubicBezTo>
                    <a:pt x="1892" y="2829"/>
                    <a:pt x="1877" y="3257"/>
                    <a:pt x="1681" y="3592"/>
                  </a:cubicBezTo>
                  <a:lnTo>
                    <a:pt x="2049" y="3992"/>
                  </a:lnTo>
                  <a:cubicBezTo>
                    <a:pt x="2582" y="3686"/>
                    <a:pt x="2765" y="3004"/>
                    <a:pt x="2457" y="2471"/>
                  </a:cubicBezTo>
                  <a:lnTo>
                    <a:pt x="1354" y="559"/>
                  </a:lnTo>
                  <a:cubicBezTo>
                    <a:pt x="1147" y="201"/>
                    <a:pt x="772" y="1"/>
                    <a:pt x="3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26"/>
            <p:cNvSpPr/>
            <p:nvPr/>
          </p:nvSpPr>
          <p:spPr>
            <a:xfrm>
              <a:off x="6310707" y="3351345"/>
              <a:ext cx="65268" cy="84313"/>
            </a:xfrm>
            <a:custGeom>
              <a:rect b="b" l="l" r="r" t="t"/>
              <a:pathLst>
                <a:path extrusionOk="0" h="3245" w="2512">
                  <a:moveTo>
                    <a:pt x="812" y="1"/>
                  </a:moveTo>
                  <a:cubicBezTo>
                    <a:pt x="767" y="1"/>
                    <a:pt x="723" y="12"/>
                    <a:pt x="682" y="36"/>
                  </a:cubicBezTo>
                  <a:lnTo>
                    <a:pt x="167" y="331"/>
                  </a:lnTo>
                  <a:cubicBezTo>
                    <a:pt x="45" y="405"/>
                    <a:pt x="0" y="564"/>
                    <a:pt x="73" y="689"/>
                  </a:cubicBezTo>
                  <a:lnTo>
                    <a:pt x="1474" y="3114"/>
                  </a:lnTo>
                  <a:cubicBezTo>
                    <a:pt x="1521" y="3198"/>
                    <a:pt x="1609" y="3245"/>
                    <a:pt x="1699" y="3245"/>
                  </a:cubicBezTo>
                  <a:cubicBezTo>
                    <a:pt x="1743" y="3245"/>
                    <a:pt x="1788" y="3234"/>
                    <a:pt x="1829" y="3210"/>
                  </a:cubicBezTo>
                  <a:lnTo>
                    <a:pt x="2341" y="2913"/>
                  </a:lnTo>
                  <a:cubicBezTo>
                    <a:pt x="2467" y="2842"/>
                    <a:pt x="2511" y="2683"/>
                    <a:pt x="2438" y="2557"/>
                  </a:cubicBezTo>
                  <a:lnTo>
                    <a:pt x="1038" y="130"/>
                  </a:lnTo>
                  <a:cubicBezTo>
                    <a:pt x="990" y="48"/>
                    <a:pt x="902" y="1"/>
                    <a:pt x="8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26"/>
            <p:cNvSpPr/>
            <p:nvPr/>
          </p:nvSpPr>
          <p:spPr>
            <a:xfrm>
              <a:off x="6338067" y="3330403"/>
              <a:ext cx="85742" cy="82728"/>
            </a:xfrm>
            <a:custGeom>
              <a:rect b="b" l="l" r="r" t="t"/>
              <a:pathLst>
                <a:path extrusionOk="0" h="3184" w="3300">
                  <a:moveTo>
                    <a:pt x="2197" y="1"/>
                  </a:moveTo>
                  <a:lnTo>
                    <a:pt x="0" y="1271"/>
                  </a:lnTo>
                  <a:lnTo>
                    <a:pt x="1103" y="3183"/>
                  </a:lnTo>
                  <a:lnTo>
                    <a:pt x="3300" y="1913"/>
                  </a:lnTo>
                  <a:lnTo>
                    <a:pt x="21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26"/>
            <p:cNvSpPr/>
            <p:nvPr/>
          </p:nvSpPr>
          <p:spPr>
            <a:xfrm>
              <a:off x="6361737" y="3371482"/>
              <a:ext cx="62072" cy="41650"/>
            </a:xfrm>
            <a:custGeom>
              <a:rect b="b" l="l" r="r" t="t"/>
              <a:pathLst>
                <a:path extrusionOk="0" h="1603" w="2389">
                  <a:moveTo>
                    <a:pt x="2198" y="1"/>
                  </a:moveTo>
                  <a:lnTo>
                    <a:pt x="1" y="1268"/>
                  </a:lnTo>
                  <a:lnTo>
                    <a:pt x="192" y="1602"/>
                  </a:lnTo>
                  <a:lnTo>
                    <a:pt x="2389" y="335"/>
                  </a:lnTo>
                  <a:lnTo>
                    <a:pt x="21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26"/>
            <p:cNvSpPr/>
            <p:nvPr/>
          </p:nvSpPr>
          <p:spPr>
            <a:xfrm>
              <a:off x="6387693" y="3251131"/>
              <a:ext cx="166392" cy="138279"/>
            </a:xfrm>
            <a:custGeom>
              <a:rect b="b" l="l" r="r" t="t"/>
              <a:pathLst>
                <a:path extrusionOk="0" h="5322" w="6404">
                  <a:moveTo>
                    <a:pt x="4460" y="0"/>
                  </a:moveTo>
                  <a:lnTo>
                    <a:pt x="358" y="2370"/>
                  </a:lnTo>
                  <a:cubicBezTo>
                    <a:pt x="91" y="2522"/>
                    <a:pt x="0" y="2864"/>
                    <a:pt x="154" y="3130"/>
                  </a:cubicBezTo>
                  <a:lnTo>
                    <a:pt x="1257" y="5043"/>
                  </a:lnTo>
                  <a:cubicBezTo>
                    <a:pt x="1360" y="5221"/>
                    <a:pt x="1548" y="5321"/>
                    <a:pt x="1741" y="5321"/>
                  </a:cubicBezTo>
                  <a:cubicBezTo>
                    <a:pt x="1836" y="5321"/>
                    <a:pt x="1932" y="5297"/>
                    <a:pt x="2020" y="5246"/>
                  </a:cubicBezTo>
                  <a:lnTo>
                    <a:pt x="3470" y="4408"/>
                  </a:lnTo>
                  <a:lnTo>
                    <a:pt x="6404" y="2153"/>
                  </a:lnTo>
                  <a:lnTo>
                    <a:pt x="44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26"/>
            <p:cNvSpPr/>
            <p:nvPr/>
          </p:nvSpPr>
          <p:spPr>
            <a:xfrm>
              <a:off x="6415365" y="3319543"/>
              <a:ext cx="122430" cy="69867"/>
            </a:xfrm>
            <a:custGeom>
              <a:rect b="b" l="l" r="r" t="t"/>
              <a:pathLst>
                <a:path extrusionOk="0" h="2689" w="4712">
                  <a:moveTo>
                    <a:pt x="4712" y="1"/>
                  </a:moveTo>
                  <a:lnTo>
                    <a:pt x="2214" y="1443"/>
                  </a:lnTo>
                  <a:lnTo>
                    <a:pt x="761" y="2282"/>
                  </a:lnTo>
                  <a:cubicBezTo>
                    <a:pt x="673" y="2332"/>
                    <a:pt x="578" y="2357"/>
                    <a:pt x="483" y="2357"/>
                  </a:cubicBezTo>
                  <a:cubicBezTo>
                    <a:pt x="291" y="2357"/>
                    <a:pt x="104" y="2257"/>
                    <a:pt x="1" y="2078"/>
                  </a:cubicBezTo>
                  <a:lnTo>
                    <a:pt x="1" y="2078"/>
                  </a:lnTo>
                  <a:lnTo>
                    <a:pt x="192" y="2410"/>
                  </a:lnTo>
                  <a:cubicBezTo>
                    <a:pt x="295" y="2588"/>
                    <a:pt x="483" y="2688"/>
                    <a:pt x="676" y="2688"/>
                  </a:cubicBezTo>
                  <a:cubicBezTo>
                    <a:pt x="771" y="2688"/>
                    <a:pt x="867" y="2664"/>
                    <a:pt x="955" y="2613"/>
                  </a:cubicBezTo>
                  <a:lnTo>
                    <a:pt x="2405" y="1775"/>
                  </a:lnTo>
                  <a:lnTo>
                    <a:pt x="4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26"/>
            <p:cNvSpPr/>
            <p:nvPr/>
          </p:nvSpPr>
          <p:spPr>
            <a:xfrm>
              <a:off x="6497911" y="3177055"/>
              <a:ext cx="162624" cy="158259"/>
            </a:xfrm>
            <a:custGeom>
              <a:rect b="b" l="l" r="r" t="t"/>
              <a:pathLst>
                <a:path extrusionOk="0" h="6091" w="6259">
                  <a:moveTo>
                    <a:pt x="4040" y="1"/>
                  </a:moveTo>
                  <a:lnTo>
                    <a:pt x="181" y="2230"/>
                  </a:lnTo>
                  <a:cubicBezTo>
                    <a:pt x="48" y="2308"/>
                    <a:pt x="1" y="2478"/>
                    <a:pt x="77" y="2611"/>
                  </a:cubicBezTo>
                  <a:lnTo>
                    <a:pt x="1566" y="5187"/>
                  </a:lnTo>
                  <a:lnTo>
                    <a:pt x="2363" y="6091"/>
                  </a:lnTo>
                  <a:cubicBezTo>
                    <a:pt x="2373" y="6086"/>
                    <a:pt x="2386" y="6081"/>
                    <a:pt x="2399" y="6073"/>
                  </a:cubicBezTo>
                  <a:lnTo>
                    <a:pt x="6258" y="3844"/>
                  </a:lnTo>
                  <a:lnTo>
                    <a:pt x="5887" y="1749"/>
                  </a:lnTo>
                  <a:lnTo>
                    <a:pt x="40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26"/>
            <p:cNvSpPr/>
            <p:nvPr/>
          </p:nvSpPr>
          <p:spPr>
            <a:xfrm>
              <a:off x="6552578" y="3266460"/>
              <a:ext cx="107957" cy="68854"/>
            </a:xfrm>
            <a:custGeom>
              <a:rect b="b" l="l" r="r" t="t"/>
              <a:pathLst>
                <a:path extrusionOk="0" h="2650" w="4155">
                  <a:moveTo>
                    <a:pt x="4084" y="1"/>
                  </a:moveTo>
                  <a:lnTo>
                    <a:pt x="0" y="2355"/>
                  </a:lnTo>
                  <a:lnTo>
                    <a:pt x="259" y="2650"/>
                  </a:lnTo>
                  <a:cubicBezTo>
                    <a:pt x="269" y="2645"/>
                    <a:pt x="282" y="2640"/>
                    <a:pt x="295" y="2632"/>
                  </a:cubicBezTo>
                  <a:lnTo>
                    <a:pt x="4154" y="403"/>
                  </a:lnTo>
                  <a:lnTo>
                    <a:pt x="40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26"/>
            <p:cNvSpPr/>
            <p:nvPr/>
          </p:nvSpPr>
          <p:spPr>
            <a:xfrm>
              <a:off x="6597242" y="3138133"/>
              <a:ext cx="119156" cy="148776"/>
            </a:xfrm>
            <a:custGeom>
              <a:rect b="b" l="l" r="r" t="t"/>
              <a:pathLst>
                <a:path extrusionOk="0" h="5726" w="4586">
                  <a:moveTo>
                    <a:pt x="1768" y="1"/>
                  </a:moveTo>
                  <a:cubicBezTo>
                    <a:pt x="1723" y="1"/>
                    <a:pt x="1678" y="12"/>
                    <a:pt x="1636" y="36"/>
                  </a:cubicBezTo>
                  <a:lnTo>
                    <a:pt x="173" y="882"/>
                  </a:lnTo>
                  <a:cubicBezTo>
                    <a:pt x="45" y="956"/>
                    <a:pt x="0" y="1120"/>
                    <a:pt x="73" y="1248"/>
                  </a:cubicBezTo>
                  <a:lnTo>
                    <a:pt x="2582" y="5590"/>
                  </a:lnTo>
                  <a:cubicBezTo>
                    <a:pt x="2631" y="5678"/>
                    <a:pt x="2720" y="5725"/>
                    <a:pt x="2813" y="5725"/>
                  </a:cubicBezTo>
                  <a:cubicBezTo>
                    <a:pt x="2859" y="5725"/>
                    <a:pt x="2905" y="5714"/>
                    <a:pt x="2947" y="5690"/>
                  </a:cubicBezTo>
                  <a:lnTo>
                    <a:pt x="4413" y="4843"/>
                  </a:lnTo>
                  <a:cubicBezTo>
                    <a:pt x="4541" y="4770"/>
                    <a:pt x="4585" y="4605"/>
                    <a:pt x="4510" y="4477"/>
                  </a:cubicBezTo>
                  <a:lnTo>
                    <a:pt x="2004" y="135"/>
                  </a:lnTo>
                  <a:cubicBezTo>
                    <a:pt x="1953" y="49"/>
                    <a:pt x="1862" y="1"/>
                    <a:pt x="1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26"/>
            <p:cNvSpPr/>
            <p:nvPr/>
          </p:nvSpPr>
          <p:spPr>
            <a:xfrm>
              <a:off x="6630760" y="3138133"/>
              <a:ext cx="85638" cy="148776"/>
            </a:xfrm>
            <a:custGeom>
              <a:rect b="b" l="l" r="r" t="t"/>
              <a:pathLst>
                <a:path extrusionOk="0" h="5726" w="3296">
                  <a:moveTo>
                    <a:pt x="480" y="1"/>
                  </a:moveTo>
                  <a:cubicBezTo>
                    <a:pt x="435" y="1"/>
                    <a:pt x="388" y="12"/>
                    <a:pt x="346" y="36"/>
                  </a:cubicBezTo>
                  <a:lnTo>
                    <a:pt x="1" y="237"/>
                  </a:lnTo>
                  <a:lnTo>
                    <a:pt x="2449" y="4477"/>
                  </a:lnTo>
                  <a:cubicBezTo>
                    <a:pt x="2522" y="4605"/>
                    <a:pt x="2478" y="4770"/>
                    <a:pt x="2350" y="4843"/>
                  </a:cubicBezTo>
                  <a:lnTo>
                    <a:pt x="1231" y="5488"/>
                  </a:lnTo>
                  <a:lnTo>
                    <a:pt x="1292" y="5590"/>
                  </a:lnTo>
                  <a:cubicBezTo>
                    <a:pt x="1341" y="5678"/>
                    <a:pt x="1430" y="5725"/>
                    <a:pt x="1523" y="5725"/>
                  </a:cubicBezTo>
                  <a:cubicBezTo>
                    <a:pt x="1569" y="5725"/>
                    <a:pt x="1615" y="5714"/>
                    <a:pt x="1657" y="5690"/>
                  </a:cubicBezTo>
                  <a:lnTo>
                    <a:pt x="3123" y="4843"/>
                  </a:lnTo>
                  <a:cubicBezTo>
                    <a:pt x="3251" y="4770"/>
                    <a:pt x="3295" y="4605"/>
                    <a:pt x="3220" y="4477"/>
                  </a:cubicBezTo>
                  <a:lnTo>
                    <a:pt x="714" y="135"/>
                  </a:lnTo>
                  <a:cubicBezTo>
                    <a:pt x="665" y="49"/>
                    <a:pt x="574" y="1"/>
                    <a:pt x="4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26"/>
            <p:cNvSpPr/>
            <p:nvPr/>
          </p:nvSpPr>
          <p:spPr>
            <a:xfrm>
              <a:off x="6403828" y="3302186"/>
              <a:ext cx="54537" cy="81325"/>
            </a:xfrm>
            <a:custGeom>
              <a:rect b="b" l="l" r="r" t="t"/>
              <a:pathLst>
                <a:path extrusionOk="0" h="3130" w="2099">
                  <a:moveTo>
                    <a:pt x="437" y="0"/>
                  </a:moveTo>
                  <a:lnTo>
                    <a:pt x="1" y="251"/>
                  </a:lnTo>
                  <a:lnTo>
                    <a:pt x="1662" y="3130"/>
                  </a:lnTo>
                  <a:lnTo>
                    <a:pt x="2099" y="2877"/>
                  </a:lnTo>
                  <a:lnTo>
                    <a:pt x="43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26"/>
            <p:cNvSpPr/>
            <p:nvPr/>
          </p:nvSpPr>
          <p:spPr>
            <a:xfrm>
              <a:off x="6319177" y="3351423"/>
              <a:ext cx="56720" cy="84183"/>
            </a:xfrm>
            <a:custGeom>
              <a:rect b="b" l="l" r="r" t="t"/>
              <a:pathLst>
                <a:path extrusionOk="0" h="3240" w="2183">
                  <a:moveTo>
                    <a:pt x="481" y="1"/>
                  </a:moveTo>
                  <a:cubicBezTo>
                    <a:pt x="436" y="1"/>
                    <a:pt x="390" y="12"/>
                    <a:pt x="348" y="36"/>
                  </a:cubicBezTo>
                  <a:lnTo>
                    <a:pt x="1" y="237"/>
                  </a:lnTo>
                  <a:lnTo>
                    <a:pt x="1333" y="2547"/>
                  </a:lnTo>
                  <a:cubicBezTo>
                    <a:pt x="1406" y="2675"/>
                    <a:pt x="1362" y="2839"/>
                    <a:pt x="1234" y="2915"/>
                  </a:cubicBezTo>
                  <a:lnTo>
                    <a:pt x="1082" y="3001"/>
                  </a:lnTo>
                  <a:lnTo>
                    <a:pt x="1143" y="3103"/>
                  </a:lnTo>
                  <a:cubicBezTo>
                    <a:pt x="1193" y="3190"/>
                    <a:pt x="1284" y="3239"/>
                    <a:pt x="1377" y="3239"/>
                  </a:cubicBezTo>
                  <a:cubicBezTo>
                    <a:pt x="1422" y="3239"/>
                    <a:pt x="1469" y="3227"/>
                    <a:pt x="1511" y="3202"/>
                  </a:cubicBezTo>
                  <a:lnTo>
                    <a:pt x="2010" y="2915"/>
                  </a:lnTo>
                  <a:cubicBezTo>
                    <a:pt x="2138" y="2839"/>
                    <a:pt x="2182" y="2675"/>
                    <a:pt x="2109" y="2547"/>
                  </a:cubicBezTo>
                  <a:lnTo>
                    <a:pt x="717" y="135"/>
                  </a:lnTo>
                  <a:cubicBezTo>
                    <a:pt x="666" y="49"/>
                    <a:pt x="574" y="1"/>
                    <a:pt x="4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26"/>
            <p:cNvSpPr/>
            <p:nvPr/>
          </p:nvSpPr>
          <p:spPr>
            <a:xfrm>
              <a:off x="6360931" y="3343654"/>
              <a:ext cx="40091" cy="56304"/>
            </a:xfrm>
            <a:custGeom>
              <a:rect b="b" l="l" r="r" t="t"/>
              <a:pathLst>
                <a:path extrusionOk="0" h="2167" w="1543">
                  <a:moveTo>
                    <a:pt x="437" y="0"/>
                  </a:moveTo>
                  <a:lnTo>
                    <a:pt x="1" y="251"/>
                  </a:lnTo>
                  <a:lnTo>
                    <a:pt x="1103" y="2166"/>
                  </a:lnTo>
                  <a:lnTo>
                    <a:pt x="1542" y="1913"/>
                  </a:lnTo>
                  <a:lnTo>
                    <a:pt x="4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26"/>
            <p:cNvSpPr/>
            <p:nvPr/>
          </p:nvSpPr>
          <p:spPr>
            <a:xfrm>
              <a:off x="6338197" y="3218549"/>
              <a:ext cx="42118" cy="42118"/>
            </a:xfrm>
            <a:custGeom>
              <a:rect b="b" l="l" r="r" t="t"/>
              <a:pathLst>
                <a:path extrusionOk="0" h="1621" w="1621">
                  <a:moveTo>
                    <a:pt x="810" y="0"/>
                  </a:moveTo>
                  <a:cubicBezTo>
                    <a:pt x="672" y="0"/>
                    <a:pt x="557" y="113"/>
                    <a:pt x="557" y="251"/>
                  </a:cubicBezTo>
                  <a:lnTo>
                    <a:pt x="557" y="557"/>
                  </a:lnTo>
                  <a:lnTo>
                    <a:pt x="254" y="557"/>
                  </a:lnTo>
                  <a:cubicBezTo>
                    <a:pt x="113" y="557"/>
                    <a:pt x="0" y="669"/>
                    <a:pt x="0" y="810"/>
                  </a:cubicBezTo>
                  <a:cubicBezTo>
                    <a:pt x="0" y="949"/>
                    <a:pt x="113" y="1061"/>
                    <a:pt x="254" y="1061"/>
                  </a:cubicBezTo>
                  <a:lnTo>
                    <a:pt x="557" y="1061"/>
                  </a:lnTo>
                  <a:lnTo>
                    <a:pt x="557" y="1367"/>
                  </a:lnTo>
                  <a:cubicBezTo>
                    <a:pt x="557" y="1505"/>
                    <a:pt x="672" y="1620"/>
                    <a:pt x="810" y="1620"/>
                  </a:cubicBezTo>
                  <a:cubicBezTo>
                    <a:pt x="949" y="1620"/>
                    <a:pt x="1064" y="1505"/>
                    <a:pt x="1064" y="1367"/>
                  </a:cubicBezTo>
                  <a:lnTo>
                    <a:pt x="1064" y="1061"/>
                  </a:lnTo>
                  <a:lnTo>
                    <a:pt x="1367" y="1061"/>
                  </a:lnTo>
                  <a:cubicBezTo>
                    <a:pt x="1508" y="1061"/>
                    <a:pt x="1620" y="949"/>
                    <a:pt x="1620" y="810"/>
                  </a:cubicBezTo>
                  <a:cubicBezTo>
                    <a:pt x="1620" y="669"/>
                    <a:pt x="1508" y="557"/>
                    <a:pt x="1367" y="557"/>
                  </a:cubicBezTo>
                  <a:lnTo>
                    <a:pt x="1064" y="557"/>
                  </a:lnTo>
                  <a:lnTo>
                    <a:pt x="1064" y="251"/>
                  </a:lnTo>
                  <a:cubicBezTo>
                    <a:pt x="1064" y="113"/>
                    <a:pt x="949"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26"/>
            <p:cNvSpPr/>
            <p:nvPr/>
          </p:nvSpPr>
          <p:spPr>
            <a:xfrm>
              <a:off x="6454001" y="3146109"/>
              <a:ext cx="42118" cy="42118"/>
            </a:xfrm>
            <a:custGeom>
              <a:rect b="b" l="l" r="r" t="t"/>
              <a:pathLst>
                <a:path extrusionOk="0" h="1621" w="1621">
                  <a:moveTo>
                    <a:pt x="810" y="1"/>
                  </a:moveTo>
                  <a:cubicBezTo>
                    <a:pt x="672" y="1"/>
                    <a:pt x="560" y="116"/>
                    <a:pt x="560" y="254"/>
                  </a:cubicBezTo>
                  <a:lnTo>
                    <a:pt x="560" y="560"/>
                  </a:lnTo>
                  <a:lnTo>
                    <a:pt x="254" y="560"/>
                  </a:lnTo>
                  <a:cubicBezTo>
                    <a:pt x="116" y="560"/>
                    <a:pt x="1" y="672"/>
                    <a:pt x="1" y="811"/>
                  </a:cubicBezTo>
                  <a:cubicBezTo>
                    <a:pt x="1" y="952"/>
                    <a:pt x="116" y="1064"/>
                    <a:pt x="254" y="1064"/>
                  </a:cubicBezTo>
                  <a:lnTo>
                    <a:pt x="560" y="1064"/>
                  </a:lnTo>
                  <a:lnTo>
                    <a:pt x="560" y="1370"/>
                  </a:lnTo>
                  <a:cubicBezTo>
                    <a:pt x="560" y="1508"/>
                    <a:pt x="672" y="1620"/>
                    <a:pt x="810" y="1620"/>
                  </a:cubicBezTo>
                  <a:cubicBezTo>
                    <a:pt x="952" y="1620"/>
                    <a:pt x="1064" y="1508"/>
                    <a:pt x="1064" y="1370"/>
                  </a:cubicBezTo>
                  <a:lnTo>
                    <a:pt x="1064" y="1064"/>
                  </a:lnTo>
                  <a:lnTo>
                    <a:pt x="1370" y="1064"/>
                  </a:lnTo>
                  <a:cubicBezTo>
                    <a:pt x="1508" y="1064"/>
                    <a:pt x="1620" y="952"/>
                    <a:pt x="1620" y="811"/>
                  </a:cubicBezTo>
                  <a:cubicBezTo>
                    <a:pt x="1620" y="672"/>
                    <a:pt x="1508" y="560"/>
                    <a:pt x="1370" y="560"/>
                  </a:cubicBezTo>
                  <a:lnTo>
                    <a:pt x="1064" y="560"/>
                  </a:lnTo>
                  <a:lnTo>
                    <a:pt x="1064" y="254"/>
                  </a:lnTo>
                  <a:cubicBezTo>
                    <a:pt x="1064" y="113"/>
                    <a:pt x="952"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26"/>
            <p:cNvSpPr/>
            <p:nvPr/>
          </p:nvSpPr>
          <p:spPr>
            <a:xfrm>
              <a:off x="6642244" y="3363349"/>
              <a:ext cx="42118" cy="42040"/>
            </a:xfrm>
            <a:custGeom>
              <a:rect b="b" l="l" r="r" t="t"/>
              <a:pathLst>
                <a:path extrusionOk="0" h="1618" w="1621">
                  <a:moveTo>
                    <a:pt x="810" y="0"/>
                  </a:moveTo>
                  <a:cubicBezTo>
                    <a:pt x="672" y="0"/>
                    <a:pt x="560" y="112"/>
                    <a:pt x="560" y="251"/>
                  </a:cubicBezTo>
                  <a:lnTo>
                    <a:pt x="560" y="557"/>
                  </a:lnTo>
                  <a:lnTo>
                    <a:pt x="254" y="557"/>
                  </a:lnTo>
                  <a:cubicBezTo>
                    <a:pt x="113" y="557"/>
                    <a:pt x="0" y="669"/>
                    <a:pt x="0" y="810"/>
                  </a:cubicBezTo>
                  <a:cubicBezTo>
                    <a:pt x="0" y="948"/>
                    <a:pt x="113" y="1061"/>
                    <a:pt x="254" y="1061"/>
                  </a:cubicBezTo>
                  <a:lnTo>
                    <a:pt x="560" y="1061"/>
                  </a:lnTo>
                  <a:lnTo>
                    <a:pt x="560" y="1366"/>
                  </a:lnTo>
                  <a:cubicBezTo>
                    <a:pt x="560" y="1505"/>
                    <a:pt x="672" y="1617"/>
                    <a:pt x="810" y="1617"/>
                  </a:cubicBezTo>
                  <a:cubicBezTo>
                    <a:pt x="949" y="1617"/>
                    <a:pt x="1064" y="1505"/>
                    <a:pt x="1064" y="1366"/>
                  </a:cubicBezTo>
                  <a:lnTo>
                    <a:pt x="1064" y="1061"/>
                  </a:lnTo>
                  <a:lnTo>
                    <a:pt x="1367" y="1061"/>
                  </a:lnTo>
                  <a:cubicBezTo>
                    <a:pt x="1508" y="1061"/>
                    <a:pt x="1620" y="948"/>
                    <a:pt x="1620" y="810"/>
                  </a:cubicBezTo>
                  <a:cubicBezTo>
                    <a:pt x="1620" y="669"/>
                    <a:pt x="1508" y="557"/>
                    <a:pt x="1367" y="557"/>
                  </a:cubicBezTo>
                  <a:lnTo>
                    <a:pt x="1064" y="557"/>
                  </a:lnTo>
                  <a:lnTo>
                    <a:pt x="1064" y="251"/>
                  </a:lnTo>
                  <a:cubicBezTo>
                    <a:pt x="1064" y="112"/>
                    <a:pt x="949"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26"/>
            <p:cNvSpPr/>
            <p:nvPr/>
          </p:nvSpPr>
          <p:spPr>
            <a:xfrm>
              <a:off x="6433241" y="3478997"/>
              <a:ext cx="63553" cy="93589"/>
            </a:xfrm>
            <a:custGeom>
              <a:rect b="b" l="l" r="r" t="t"/>
              <a:pathLst>
                <a:path extrusionOk="0" h="3602" w="2446">
                  <a:moveTo>
                    <a:pt x="1053" y="1"/>
                  </a:moveTo>
                  <a:lnTo>
                    <a:pt x="1053" y="260"/>
                  </a:lnTo>
                  <a:lnTo>
                    <a:pt x="60" y="3235"/>
                  </a:lnTo>
                  <a:cubicBezTo>
                    <a:pt x="0" y="3416"/>
                    <a:pt x="136" y="3601"/>
                    <a:pt x="324" y="3601"/>
                  </a:cubicBezTo>
                  <a:lnTo>
                    <a:pt x="1131" y="3601"/>
                  </a:lnTo>
                  <a:cubicBezTo>
                    <a:pt x="1252" y="3601"/>
                    <a:pt x="1356" y="3525"/>
                    <a:pt x="1395" y="3410"/>
                  </a:cubicBezTo>
                  <a:lnTo>
                    <a:pt x="2446" y="260"/>
                  </a:lnTo>
                  <a:lnTo>
                    <a:pt x="24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26"/>
            <p:cNvSpPr/>
            <p:nvPr/>
          </p:nvSpPr>
          <p:spPr>
            <a:xfrm>
              <a:off x="6442542" y="3478997"/>
              <a:ext cx="54251" cy="93589"/>
            </a:xfrm>
            <a:custGeom>
              <a:rect b="b" l="l" r="r" t="t"/>
              <a:pathLst>
                <a:path extrusionOk="0" h="3602" w="2088">
                  <a:moveTo>
                    <a:pt x="1314" y="1"/>
                  </a:moveTo>
                  <a:lnTo>
                    <a:pt x="1314" y="260"/>
                  </a:lnTo>
                  <a:lnTo>
                    <a:pt x="264" y="3410"/>
                  </a:lnTo>
                  <a:cubicBezTo>
                    <a:pt x="225" y="3525"/>
                    <a:pt x="120" y="3601"/>
                    <a:pt x="0" y="3601"/>
                  </a:cubicBezTo>
                  <a:lnTo>
                    <a:pt x="773" y="3601"/>
                  </a:lnTo>
                  <a:cubicBezTo>
                    <a:pt x="894" y="3601"/>
                    <a:pt x="998" y="3525"/>
                    <a:pt x="1037" y="3410"/>
                  </a:cubicBezTo>
                  <a:lnTo>
                    <a:pt x="2088" y="260"/>
                  </a:lnTo>
                  <a:lnTo>
                    <a:pt x="2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26"/>
            <p:cNvSpPr/>
            <p:nvPr/>
          </p:nvSpPr>
          <p:spPr>
            <a:xfrm>
              <a:off x="6540211" y="3478997"/>
              <a:ext cx="63579" cy="93589"/>
            </a:xfrm>
            <a:custGeom>
              <a:rect b="b" l="l" r="r" t="t"/>
              <a:pathLst>
                <a:path extrusionOk="0" h="3602" w="2447">
                  <a:moveTo>
                    <a:pt x="1" y="1"/>
                  </a:moveTo>
                  <a:lnTo>
                    <a:pt x="1" y="260"/>
                  </a:lnTo>
                  <a:lnTo>
                    <a:pt x="1051" y="3410"/>
                  </a:lnTo>
                  <a:cubicBezTo>
                    <a:pt x="1090" y="3525"/>
                    <a:pt x="1197" y="3601"/>
                    <a:pt x="1317" y="3601"/>
                  </a:cubicBezTo>
                  <a:lnTo>
                    <a:pt x="2122" y="3601"/>
                  </a:lnTo>
                  <a:cubicBezTo>
                    <a:pt x="2313" y="3601"/>
                    <a:pt x="2446" y="3416"/>
                    <a:pt x="2386" y="3235"/>
                  </a:cubicBezTo>
                  <a:lnTo>
                    <a:pt x="1393" y="260"/>
                  </a:lnTo>
                  <a:lnTo>
                    <a:pt x="13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26"/>
            <p:cNvSpPr/>
            <p:nvPr/>
          </p:nvSpPr>
          <p:spPr>
            <a:xfrm>
              <a:off x="6556294" y="3478997"/>
              <a:ext cx="47496" cy="93589"/>
            </a:xfrm>
            <a:custGeom>
              <a:rect b="b" l="l" r="r" t="t"/>
              <a:pathLst>
                <a:path extrusionOk="0" h="3602" w="1828">
                  <a:moveTo>
                    <a:pt x="1" y="1"/>
                  </a:moveTo>
                  <a:lnTo>
                    <a:pt x="1" y="260"/>
                  </a:lnTo>
                  <a:lnTo>
                    <a:pt x="994" y="3235"/>
                  </a:lnTo>
                  <a:cubicBezTo>
                    <a:pt x="1054" y="3416"/>
                    <a:pt x="920" y="3601"/>
                    <a:pt x="730" y="3601"/>
                  </a:cubicBezTo>
                  <a:lnTo>
                    <a:pt x="1503" y="3601"/>
                  </a:lnTo>
                  <a:cubicBezTo>
                    <a:pt x="1694" y="3601"/>
                    <a:pt x="1827" y="3416"/>
                    <a:pt x="1767" y="3235"/>
                  </a:cubicBezTo>
                  <a:lnTo>
                    <a:pt x="774" y="260"/>
                  </a:lnTo>
                  <a:lnTo>
                    <a:pt x="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26"/>
            <p:cNvSpPr/>
            <p:nvPr/>
          </p:nvSpPr>
          <p:spPr>
            <a:xfrm>
              <a:off x="6496768" y="3478997"/>
              <a:ext cx="43469" cy="93589"/>
            </a:xfrm>
            <a:custGeom>
              <a:rect b="b" l="l" r="r" t="t"/>
              <a:pathLst>
                <a:path extrusionOk="0" h="3602" w="1673">
                  <a:moveTo>
                    <a:pt x="1" y="1"/>
                  </a:moveTo>
                  <a:lnTo>
                    <a:pt x="1" y="3340"/>
                  </a:lnTo>
                  <a:cubicBezTo>
                    <a:pt x="1" y="3484"/>
                    <a:pt x="118" y="3601"/>
                    <a:pt x="262" y="3601"/>
                  </a:cubicBezTo>
                  <a:lnTo>
                    <a:pt x="1411" y="3601"/>
                  </a:lnTo>
                  <a:cubicBezTo>
                    <a:pt x="1555" y="3601"/>
                    <a:pt x="1673" y="3484"/>
                    <a:pt x="1673" y="3340"/>
                  </a:cubicBezTo>
                  <a:lnTo>
                    <a:pt x="16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26"/>
            <p:cNvSpPr/>
            <p:nvPr/>
          </p:nvSpPr>
          <p:spPr>
            <a:xfrm>
              <a:off x="6513137" y="3478997"/>
              <a:ext cx="27100" cy="93589"/>
            </a:xfrm>
            <a:custGeom>
              <a:rect b="b" l="l" r="r" t="t"/>
              <a:pathLst>
                <a:path extrusionOk="0" h="3602" w="1043">
                  <a:moveTo>
                    <a:pt x="269" y="1"/>
                  </a:moveTo>
                  <a:lnTo>
                    <a:pt x="269" y="3332"/>
                  </a:lnTo>
                  <a:cubicBezTo>
                    <a:pt x="269" y="3481"/>
                    <a:pt x="149" y="3601"/>
                    <a:pt x="0" y="3601"/>
                  </a:cubicBezTo>
                  <a:lnTo>
                    <a:pt x="774" y="3601"/>
                  </a:lnTo>
                  <a:cubicBezTo>
                    <a:pt x="922" y="3601"/>
                    <a:pt x="1043" y="3481"/>
                    <a:pt x="1043" y="3332"/>
                  </a:cubicBezTo>
                  <a:lnTo>
                    <a:pt x="1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26"/>
            <p:cNvSpPr/>
            <p:nvPr/>
          </p:nvSpPr>
          <p:spPr>
            <a:xfrm>
              <a:off x="6489571" y="3380160"/>
              <a:ext cx="57941" cy="68464"/>
            </a:xfrm>
            <a:custGeom>
              <a:rect b="b" l="l" r="r" t="t"/>
              <a:pathLst>
                <a:path extrusionOk="0" h="2635" w="2230">
                  <a:moveTo>
                    <a:pt x="1" y="1"/>
                  </a:moveTo>
                  <a:lnTo>
                    <a:pt x="1" y="2634"/>
                  </a:lnTo>
                  <a:lnTo>
                    <a:pt x="2229" y="2634"/>
                  </a:lnTo>
                  <a:lnTo>
                    <a:pt x="22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26"/>
            <p:cNvSpPr/>
            <p:nvPr/>
          </p:nvSpPr>
          <p:spPr>
            <a:xfrm>
              <a:off x="6527375" y="3380160"/>
              <a:ext cx="20136" cy="68464"/>
            </a:xfrm>
            <a:custGeom>
              <a:rect b="b" l="l" r="r" t="t"/>
              <a:pathLst>
                <a:path extrusionOk="0" h="2635" w="775">
                  <a:moveTo>
                    <a:pt x="1" y="1"/>
                  </a:moveTo>
                  <a:lnTo>
                    <a:pt x="1" y="2634"/>
                  </a:lnTo>
                  <a:lnTo>
                    <a:pt x="774" y="2634"/>
                  </a:lnTo>
                  <a:lnTo>
                    <a:pt x="7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26"/>
            <p:cNvSpPr/>
            <p:nvPr/>
          </p:nvSpPr>
          <p:spPr>
            <a:xfrm>
              <a:off x="6475047" y="3306863"/>
              <a:ext cx="86911" cy="86911"/>
            </a:xfrm>
            <a:custGeom>
              <a:rect b="b" l="l" r="r" t="t"/>
              <a:pathLst>
                <a:path extrusionOk="0" h="3345" w="3345">
                  <a:moveTo>
                    <a:pt x="1673" y="0"/>
                  </a:moveTo>
                  <a:cubicBezTo>
                    <a:pt x="750" y="0"/>
                    <a:pt x="0" y="750"/>
                    <a:pt x="0" y="1672"/>
                  </a:cubicBezTo>
                  <a:cubicBezTo>
                    <a:pt x="0" y="2597"/>
                    <a:pt x="750" y="3344"/>
                    <a:pt x="1673" y="3344"/>
                  </a:cubicBezTo>
                  <a:cubicBezTo>
                    <a:pt x="2597" y="3344"/>
                    <a:pt x="3345" y="2597"/>
                    <a:pt x="3345" y="1672"/>
                  </a:cubicBezTo>
                  <a:cubicBezTo>
                    <a:pt x="3345" y="750"/>
                    <a:pt x="2597" y="0"/>
                    <a:pt x="1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26"/>
            <p:cNvSpPr/>
            <p:nvPr/>
          </p:nvSpPr>
          <p:spPr>
            <a:xfrm>
              <a:off x="6446128" y="3442284"/>
              <a:ext cx="144826" cy="43469"/>
            </a:xfrm>
            <a:custGeom>
              <a:rect b="b" l="l" r="r" t="t"/>
              <a:pathLst>
                <a:path extrusionOk="0" h="1673" w="5574">
                  <a:moveTo>
                    <a:pt x="557" y="0"/>
                  </a:moveTo>
                  <a:cubicBezTo>
                    <a:pt x="249" y="0"/>
                    <a:pt x="1" y="249"/>
                    <a:pt x="1" y="557"/>
                  </a:cubicBezTo>
                  <a:lnTo>
                    <a:pt x="1" y="1393"/>
                  </a:lnTo>
                  <a:cubicBezTo>
                    <a:pt x="1" y="1547"/>
                    <a:pt x="126" y="1673"/>
                    <a:pt x="277" y="1673"/>
                  </a:cubicBezTo>
                  <a:lnTo>
                    <a:pt x="5294" y="1673"/>
                  </a:lnTo>
                  <a:cubicBezTo>
                    <a:pt x="5448" y="1673"/>
                    <a:pt x="5573" y="1547"/>
                    <a:pt x="5573" y="1393"/>
                  </a:cubicBezTo>
                  <a:lnTo>
                    <a:pt x="5573" y="557"/>
                  </a:lnTo>
                  <a:cubicBezTo>
                    <a:pt x="5573" y="249"/>
                    <a:pt x="5322" y="0"/>
                    <a:pt x="5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26"/>
            <p:cNvSpPr/>
            <p:nvPr/>
          </p:nvSpPr>
          <p:spPr>
            <a:xfrm>
              <a:off x="6502614" y="3335938"/>
              <a:ext cx="31855" cy="28970"/>
            </a:xfrm>
            <a:custGeom>
              <a:rect b="b" l="l" r="r" t="t"/>
              <a:pathLst>
                <a:path extrusionOk="0" h="1115" w="1226">
                  <a:moveTo>
                    <a:pt x="612" y="0"/>
                  </a:moveTo>
                  <a:cubicBezTo>
                    <a:pt x="360" y="0"/>
                    <a:pt x="131" y="173"/>
                    <a:pt x="71" y="431"/>
                  </a:cubicBezTo>
                  <a:cubicBezTo>
                    <a:pt x="0" y="728"/>
                    <a:pt x="186" y="1029"/>
                    <a:pt x="484" y="1099"/>
                  </a:cubicBezTo>
                  <a:cubicBezTo>
                    <a:pt x="527" y="1110"/>
                    <a:pt x="570" y="1114"/>
                    <a:pt x="612" y="1114"/>
                  </a:cubicBezTo>
                  <a:cubicBezTo>
                    <a:pt x="866" y="1114"/>
                    <a:pt x="1095" y="942"/>
                    <a:pt x="1155" y="687"/>
                  </a:cubicBezTo>
                  <a:cubicBezTo>
                    <a:pt x="1226" y="386"/>
                    <a:pt x="1040" y="86"/>
                    <a:pt x="740" y="15"/>
                  </a:cubicBezTo>
                  <a:cubicBezTo>
                    <a:pt x="697" y="5"/>
                    <a:pt x="654" y="0"/>
                    <a:pt x="6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26"/>
            <p:cNvSpPr/>
            <p:nvPr/>
          </p:nvSpPr>
          <p:spPr>
            <a:xfrm>
              <a:off x="6508434" y="3306863"/>
              <a:ext cx="53524" cy="86911"/>
            </a:xfrm>
            <a:custGeom>
              <a:rect b="b" l="l" r="r" t="t"/>
              <a:pathLst>
                <a:path extrusionOk="0" h="3345" w="2060">
                  <a:moveTo>
                    <a:pt x="388" y="0"/>
                  </a:moveTo>
                  <a:cubicBezTo>
                    <a:pt x="254" y="0"/>
                    <a:pt x="126" y="19"/>
                    <a:pt x="1" y="47"/>
                  </a:cubicBezTo>
                  <a:cubicBezTo>
                    <a:pt x="738" y="222"/>
                    <a:pt x="1286" y="883"/>
                    <a:pt x="1286" y="1672"/>
                  </a:cubicBezTo>
                  <a:cubicBezTo>
                    <a:pt x="1286" y="2464"/>
                    <a:pt x="738" y="3125"/>
                    <a:pt x="1" y="3300"/>
                  </a:cubicBezTo>
                  <a:cubicBezTo>
                    <a:pt x="126" y="3329"/>
                    <a:pt x="254" y="3344"/>
                    <a:pt x="388" y="3344"/>
                  </a:cubicBezTo>
                  <a:cubicBezTo>
                    <a:pt x="1312" y="3344"/>
                    <a:pt x="2060" y="2597"/>
                    <a:pt x="2060" y="1672"/>
                  </a:cubicBezTo>
                  <a:cubicBezTo>
                    <a:pt x="2060" y="750"/>
                    <a:pt x="1312" y="0"/>
                    <a:pt x="3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26"/>
            <p:cNvSpPr/>
            <p:nvPr/>
          </p:nvSpPr>
          <p:spPr>
            <a:xfrm>
              <a:off x="6556450" y="3442284"/>
              <a:ext cx="34505" cy="43469"/>
            </a:xfrm>
            <a:custGeom>
              <a:rect b="b" l="l" r="r" t="t"/>
              <a:pathLst>
                <a:path extrusionOk="0" h="1673" w="1328">
                  <a:moveTo>
                    <a:pt x="0" y="0"/>
                  </a:moveTo>
                  <a:cubicBezTo>
                    <a:pt x="306" y="0"/>
                    <a:pt x="557" y="249"/>
                    <a:pt x="557" y="557"/>
                  </a:cubicBezTo>
                  <a:lnTo>
                    <a:pt x="557" y="1393"/>
                  </a:lnTo>
                  <a:cubicBezTo>
                    <a:pt x="557" y="1547"/>
                    <a:pt x="431" y="1673"/>
                    <a:pt x="277" y="1673"/>
                  </a:cubicBezTo>
                  <a:lnTo>
                    <a:pt x="1048" y="1673"/>
                  </a:lnTo>
                  <a:cubicBezTo>
                    <a:pt x="1202" y="1673"/>
                    <a:pt x="1327" y="1547"/>
                    <a:pt x="1327" y="1393"/>
                  </a:cubicBezTo>
                  <a:lnTo>
                    <a:pt x="1327" y="557"/>
                  </a:lnTo>
                  <a:cubicBezTo>
                    <a:pt x="1327" y="249"/>
                    <a:pt x="1076"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26"/>
            <p:cNvSpPr/>
            <p:nvPr/>
          </p:nvSpPr>
          <p:spPr>
            <a:xfrm>
              <a:off x="6448778" y="3508124"/>
              <a:ext cx="40559" cy="13121"/>
            </a:xfrm>
            <a:custGeom>
              <a:rect b="b" l="l" r="r" t="t"/>
              <a:pathLst>
                <a:path extrusionOk="0" h="505" w="1561">
                  <a:moveTo>
                    <a:pt x="168" y="1"/>
                  </a:moveTo>
                  <a:lnTo>
                    <a:pt x="0" y="505"/>
                  </a:lnTo>
                  <a:lnTo>
                    <a:pt x="1393" y="505"/>
                  </a:lnTo>
                  <a:lnTo>
                    <a:pt x="15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26"/>
            <p:cNvSpPr/>
            <p:nvPr/>
          </p:nvSpPr>
          <p:spPr>
            <a:xfrm>
              <a:off x="6496768" y="3508124"/>
              <a:ext cx="43469" cy="13121"/>
            </a:xfrm>
            <a:custGeom>
              <a:rect b="b" l="l" r="r" t="t"/>
              <a:pathLst>
                <a:path extrusionOk="0" h="505" w="1673">
                  <a:moveTo>
                    <a:pt x="1" y="1"/>
                  </a:moveTo>
                  <a:lnTo>
                    <a:pt x="1" y="505"/>
                  </a:lnTo>
                  <a:lnTo>
                    <a:pt x="1673" y="505"/>
                  </a:lnTo>
                  <a:lnTo>
                    <a:pt x="16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26"/>
            <p:cNvSpPr/>
            <p:nvPr/>
          </p:nvSpPr>
          <p:spPr>
            <a:xfrm>
              <a:off x="6547694" y="3508124"/>
              <a:ext cx="40611" cy="13121"/>
            </a:xfrm>
            <a:custGeom>
              <a:rect b="b" l="l" r="r" t="t"/>
              <a:pathLst>
                <a:path extrusionOk="0" h="505" w="1563">
                  <a:moveTo>
                    <a:pt x="0" y="1"/>
                  </a:moveTo>
                  <a:lnTo>
                    <a:pt x="170" y="505"/>
                  </a:lnTo>
                  <a:lnTo>
                    <a:pt x="1562" y="505"/>
                  </a:lnTo>
                  <a:lnTo>
                    <a:pt x="13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126"/>
          <p:cNvGrpSpPr/>
          <p:nvPr/>
        </p:nvGrpSpPr>
        <p:grpSpPr>
          <a:xfrm>
            <a:off x="7089533" y="3138315"/>
            <a:ext cx="405561" cy="434453"/>
            <a:chOff x="7089533" y="3138315"/>
            <a:chExt cx="405561" cy="434453"/>
          </a:xfrm>
        </p:grpSpPr>
        <p:sp>
          <p:nvSpPr>
            <p:cNvPr id="11394" name="Google Shape;11394;p126"/>
            <p:cNvSpPr/>
            <p:nvPr/>
          </p:nvSpPr>
          <p:spPr>
            <a:xfrm>
              <a:off x="7147500" y="3167285"/>
              <a:ext cx="202715" cy="134511"/>
            </a:xfrm>
            <a:custGeom>
              <a:rect b="b" l="l" r="r" t="t"/>
              <a:pathLst>
                <a:path extrusionOk="0" h="5177" w="7802">
                  <a:moveTo>
                    <a:pt x="557" y="1"/>
                  </a:moveTo>
                  <a:cubicBezTo>
                    <a:pt x="249" y="1"/>
                    <a:pt x="0" y="249"/>
                    <a:pt x="0" y="557"/>
                  </a:cubicBezTo>
                  <a:lnTo>
                    <a:pt x="0" y="5176"/>
                  </a:lnTo>
                  <a:lnTo>
                    <a:pt x="7802" y="5176"/>
                  </a:lnTo>
                  <a:lnTo>
                    <a:pt x="7802" y="2786"/>
                  </a:lnTo>
                  <a:lnTo>
                    <a:pt x="5994" y="1950"/>
                  </a:lnTo>
                  <a:lnTo>
                    <a:pt x="5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26"/>
            <p:cNvSpPr/>
            <p:nvPr/>
          </p:nvSpPr>
          <p:spPr>
            <a:xfrm>
              <a:off x="7277828" y="3167285"/>
              <a:ext cx="72387" cy="72387"/>
            </a:xfrm>
            <a:custGeom>
              <a:rect b="b" l="l" r="r" t="t"/>
              <a:pathLst>
                <a:path extrusionOk="0" h="2786" w="2786">
                  <a:moveTo>
                    <a:pt x="1" y="1"/>
                  </a:moveTo>
                  <a:lnTo>
                    <a:pt x="1" y="2229"/>
                  </a:lnTo>
                  <a:cubicBezTo>
                    <a:pt x="1" y="2538"/>
                    <a:pt x="249" y="2786"/>
                    <a:pt x="557" y="2786"/>
                  </a:cubicBezTo>
                  <a:lnTo>
                    <a:pt x="2786" y="278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26"/>
            <p:cNvSpPr/>
            <p:nvPr/>
          </p:nvSpPr>
          <p:spPr>
            <a:xfrm>
              <a:off x="7089533" y="3514853"/>
              <a:ext cx="404470" cy="57915"/>
            </a:xfrm>
            <a:custGeom>
              <a:rect b="b" l="l" r="r" t="t"/>
              <a:pathLst>
                <a:path extrusionOk="0" h="2229" w="15567">
                  <a:moveTo>
                    <a:pt x="0" y="0"/>
                  </a:moveTo>
                  <a:lnTo>
                    <a:pt x="2257" y="2229"/>
                  </a:lnTo>
                  <a:lnTo>
                    <a:pt x="6689" y="2229"/>
                  </a:lnTo>
                  <a:lnTo>
                    <a:pt x="7801" y="1584"/>
                  </a:lnTo>
                  <a:lnTo>
                    <a:pt x="8917" y="2229"/>
                  </a:lnTo>
                  <a:lnTo>
                    <a:pt x="13403" y="2229"/>
                  </a:lnTo>
                  <a:lnTo>
                    <a:pt x="1556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26"/>
            <p:cNvSpPr/>
            <p:nvPr/>
          </p:nvSpPr>
          <p:spPr>
            <a:xfrm>
              <a:off x="7263304" y="3539225"/>
              <a:ext cx="57941" cy="33543"/>
            </a:xfrm>
            <a:custGeom>
              <a:rect b="b" l="l" r="r" t="t"/>
              <a:pathLst>
                <a:path extrusionOk="0" h="1291" w="2230">
                  <a:moveTo>
                    <a:pt x="1" y="0"/>
                  </a:moveTo>
                  <a:lnTo>
                    <a:pt x="1" y="1291"/>
                  </a:lnTo>
                  <a:lnTo>
                    <a:pt x="2229" y="1291"/>
                  </a:lnTo>
                  <a:lnTo>
                    <a:pt x="22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26"/>
            <p:cNvSpPr/>
            <p:nvPr/>
          </p:nvSpPr>
          <p:spPr>
            <a:xfrm>
              <a:off x="7301108" y="3539225"/>
              <a:ext cx="20136" cy="33543"/>
            </a:xfrm>
            <a:custGeom>
              <a:rect b="b" l="l" r="r" t="t"/>
              <a:pathLst>
                <a:path extrusionOk="0" h="1291" w="775">
                  <a:moveTo>
                    <a:pt x="1" y="0"/>
                  </a:moveTo>
                  <a:lnTo>
                    <a:pt x="1" y="1291"/>
                  </a:lnTo>
                  <a:lnTo>
                    <a:pt x="774" y="1291"/>
                  </a:lnTo>
                  <a:lnTo>
                    <a:pt x="7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26"/>
            <p:cNvSpPr/>
            <p:nvPr/>
          </p:nvSpPr>
          <p:spPr>
            <a:xfrm>
              <a:off x="7089533" y="3514853"/>
              <a:ext cx="58668" cy="57915"/>
            </a:xfrm>
            <a:custGeom>
              <a:rect b="b" l="l" r="r" t="t"/>
              <a:pathLst>
                <a:path extrusionOk="0" h="2229" w="2258">
                  <a:moveTo>
                    <a:pt x="1142" y="0"/>
                  </a:moveTo>
                  <a:lnTo>
                    <a:pt x="0" y="468"/>
                  </a:lnTo>
                  <a:lnTo>
                    <a:pt x="0" y="1672"/>
                  </a:lnTo>
                  <a:cubicBezTo>
                    <a:pt x="0" y="1981"/>
                    <a:pt x="251" y="2229"/>
                    <a:pt x="559" y="2229"/>
                  </a:cubicBezTo>
                  <a:lnTo>
                    <a:pt x="2257" y="2229"/>
                  </a:lnTo>
                  <a:lnTo>
                    <a:pt x="2257" y="1113"/>
                  </a:lnTo>
                  <a:lnTo>
                    <a:pt x="11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26"/>
            <p:cNvSpPr/>
            <p:nvPr/>
          </p:nvSpPr>
          <p:spPr>
            <a:xfrm>
              <a:off x="7437776" y="3514853"/>
              <a:ext cx="57317" cy="57915"/>
            </a:xfrm>
            <a:custGeom>
              <a:rect b="b" l="l" r="r" t="t"/>
              <a:pathLst>
                <a:path extrusionOk="0" h="2229" w="2206">
                  <a:moveTo>
                    <a:pt x="1116" y="0"/>
                  </a:moveTo>
                  <a:lnTo>
                    <a:pt x="0" y="1113"/>
                  </a:lnTo>
                  <a:lnTo>
                    <a:pt x="0" y="2229"/>
                  </a:lnTo>
                  <a:lnTo>
                    <a:pt x="1646" y="2229"/>
                  </a:lnTo>
                  <a:cubicBezTo>
                    <a:pt x="1954" y="2229"/>
                    <a:pt x="2205" y="1981"/>
                    <a:pt x="2205" y="1672"/>
                  </a:cubicBezTo>
                  <a:lnTo>
                    <a:pt x="2205" y="468"/>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26"/>
            <p:cNvSpPr/>
            <p:nvPr/>
          </p:nvSpPr>
          <p:spPr>
            <a:xfrm>
              <a:off x="7460433" y="3514853"/>
              <a:ext cx="34661" cy="57915"/>
            </a:xfrm>
            <a:custGeom>
              <a:rect b="b" l="l" r="r" t="t"/>
              <a:pathLst>
                <a:path extrusionOk="0" h="2229" w="1334">
                  <a:moveTo>
                    <a:pt x="557" y="0"/>
                  </a:moveTo>
                  <a:lnTo>
                    <a:pt x="557" y="1672"/>
                  </a:lnTo>
                  <a:cubicBezTo>
                    <a:pt x="557" y="1981"/>
                    <a:pt x="309" y="2229"/>
                    <a:pt x="1" y="2229"/>
                  </a:cubicBezTo>
                  <a:lnTo>
                    <a:pt x="774" y="2229"/>
                  </a:lnTo>
                  <a:cubicBezTo>
                    <a:pt x="1082" y="2229"/>
                    <a:pt x="1333" y="1981"/>
                    <a:pt x="1333" y="1672"/>
                  </a:cubicBezTo>
                  <a:lnTo>
                    <a:pt x="1333" y="557"/>
                  </a:lnTo>
                  <a:lnTo>
                    <a:pt x="5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26"/>
            <p:cNvSpPr/>
            <p:nvPr/>
          </p:nvSpPr>
          <p:spPr>
            <a:xfrm>
              <a:off x="7089533" y="3326532"/>
              <a:ext cx="405561" cy="217266"/>
            </a:xfrm>
            <a:custGeom>
              <a:rect b="b" l="l" r="r" t="t"/>
              <a:pathLst>
                <a:path extrusionOk="0" h="8362" w="15609">
                  <a:moveTo>
                    <a:pt x="7830" y="1"/>
                  </a:moveTo>
                  <a:lnTo>
                    <a:pt x="0" y="1117"/>
                  </a:lnTo>
                  <a:lnTo>
                    <a:pt x="0" y="6133"/>
                  </a:lnTo>
                  <a:lnTo>
                    <a:pt x="2257" y="8361"/>
                  </a:lnTo>
                  <a:lnTo>
                    <a:pt x="6689" y="8361"/>
                  </a:lnTo>
                  <a:lnTo>
                    <a:pt x="7801" y="7716"/>
                  </a:lnTo>
                  <a:lnTo>
                    <a:pt x="8917" y="8361"/>
                  </a:lnTo>
                  <a:lnTo>
                    <a:pt x="13403" y="8361"/>
                  </a:lnTo>
                  <a:lnTo>
                    <a:pt x="15608" y="6133"/>
                  </a:lnTo>
                  <a:lnTo>
                    <a:pt x="15608" y="1117"/>
                  </a:lnTo>
                  <a:lnTo>
                    <a:pt x="78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26"/>
            <p:cNvSpPr/>
            <p:nvPr/>
          </p:nvSpPr>
          <p:spPr>
            <a:xfrm>
              <a:off x="7263304" y="3510228"/>
              <a:ext cx="57941" cy="33569"/>
            </a:xfrm>
            <a:custGeom>
              <a:rect b="b" l="l" r="r" t="t"/>
              <a:pathLst>
                <a:path extrusionOk="0" h="1292" w="2230">
                  <a:moveTo>
                    <a:pt x="1" y="1"/>
                  </a:moveTo>
                  <a:lnTo>
                    <a:pt x="1" y="1291"/>
                  </a:lnTo>
                  <a:lnTo>
                    <a:pt x="2229" y="1291"/>
                  </a:lnTo>
                  <a:lnTo>
                    <a:pt x="22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26"/>
            <p:cNvSpPr/>
            <p:nvPr/>
          </p:nvSpPr>
          <p:spPr>
            <a:xfrm>
              <a:off x="7301108" y="3510228"/>
              <a:ext cx="20136" cy="33569"/>
            </a:xfrm>
            <a:custGeom>
              <a:rect b="b" l="l" r="r" t="t"/>
              <a:pathLst>
                <a:path extrusionOk="0" h="1292" w="775">
                  <a:moveTo>
                    <a:pt x="1" y="1"/>
                  </a:moveTo>
                  <a:lnTo>
                    <a:pt x="1" y="1291"/>
                  </a:lnTo>
                  <a:lnTo>
                    <a:pt x="774" y="1291"/>
                  </a:lnTo>
                  <a:lnTo>
                    <a:pt x="7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26"/>
            <p:cNvSpPr/>
            <p:nvPr/>
          </p:nvSpPr>
          <p:spPr>
            <a:xfrm>
              <a:off x="7089533" y="3485857"/>
              <a:ext cx="58668" cy="57941"/>
            </a:xfrm>
            <a:custGeom>
              <a:rect b="b" l="l" r="r" t="t"/>
              <a:pathLst>
                <a:path extrusionOk="0" h="2230" w="2258">
                  <a:moveTo>
                    <a:pt x="0" y="1"/>
                  </a:moveTo>
                  <a:lnTo>
                    <a:pt x="0" y="1673"/>
                  </a:lnTo>
                  <a:cubicBezTo>
                    <a:pt x="0" y="1981"/>
                    <a:pt x="251" y="2229"/>
                    <a:pt x="559" y="2229"/>
                  </a:cubicBezTo>
                  <a:lnTo>
                    <a:pt x="2257" y="2229"/>
                  </a:lnTo>
                  <a:lnTo>
                    <a:pt x="2257" y="1116"/>
                  </a:lnTo>
                  <a:lnTo>
                    <a:pt x="11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26"/>
            <p:cNvSpPr/>
            <p:nvPr/>
          </p:nvSpPr>
          <p:spPr>
            <a:xfrm>
              <a:off x="7474905" y="3352878"/>
              <a:ext cx="20188" cy="153375"/>
            </a:xfrm>
            <a:custGeom>
              <a:rect b="b" l="l" r="r" t="t"/>
              <a:pathLst>
                <a:path extrusionOk="0" h="5903" w="777">
                  <a:moveTo>
                    <a:pt x="0" y="1"/>
                  </a:moveTo>
                  <a:lnTo>
                    <a:pt x="0" y="5903"/>
                  </a:lnTo>
                  <a:lnTo>
                    <a:pt x="776" y="5119"/>
                  </a:lnTo>
                  <a:lnTo>
                    <a:pt x="776" y="103"/>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26"/>
            <p:cNvSpPr/>
            <p:nvPr/>
          </p:nvSpPr>
          <p:spPr>
            <a:xfrm>
              <a:off x="7437776" y="3485857"/>
              <a:ext cx="57317" cy="57941"/>
            </a:xfrm>
            <a:custGeom>
              <a:rect b="b" l="l" r="r" t="t"/>
              <a:pathLst>
                <a:path extrusionOk="0" h="2230" w="2206">
                  <a:moveTo>
                    <a:pt x="1116" y="1"/>
                  </a:moveTo>
                  <a:lnTo>
                    <a:pt x="0" y="1116"/>
                  </a:lnTo>
                  <a:lnTo>
                    <a:pt x="0" y="2229"/>
                  </a:lnTo>
                  <a:lnTo>
                    <a:pt x="1646" y="2229"/>
                  </a:lnTo>
                  <a:cubicBezTo>
                    <a:pt x="1954" y="2229"/>
                    <a:pt x="2205" y="1981"/>
                    <a:pt x="2205" y="1673"/>
                  </a:cubicBezTo>
                  <a:lnTo>
                    <a:pt x="22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26"/>
            <p:cNvSpPr/>
            <p:nvPr/>
          </p:nvSpPr>
          <p:spPr>
            <a:xfrm>
              <a:off x="7460433" y="3485857"/>
              <a:ext cx="34661" cy="57941"/>
            </a:xfrm>
            <a:custGeom>
              <a:rect b="b" l="l" r="r" t="t"/>
              <a:pathLst>
                <a:path extrusionOk="0" h="2230" w="1334">
                  <a:moveTo>
                    <a:pt x="557" y="1"/>
                  </a:moveTo>
                  <a:lnTo>
                    <a:pt x="557" y="1673"/>
                  </a:lnTo>
                  <a:cubicBezTo>
                    <a:pt x="557" y="1981"/>
                    <a:pt x="309" y="2229"/>
                    <a:pt x="1" y="2229"/>
                  </a:cubicBezTo>
                  <a:lnTo>
                    <a:pt x="774" y="2229"/>
                  </a:lnTo>
                  <a:cubicBezTo>
                    <a:pt x="1082" y="2229"/>
                    <a:pt x="1333" y="1981"/>
                    <a:pt x="1333" y="1673"/>
                  </a:cubicBezTo>
                  <a:lnTo>
                    <a:pt x="13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26"/>
            <p:cNvSpPr/>
            <p:nvPr/>
          </p:nvSpPr>
          <p:spPr>
            <a:xfrm>
              <a:off x="7089533" y="3297613"/>
              <a:ext cx="405561" cy="57941"/>
            </a:xfrm>
            <a:custGeom>
              <a:rect b="b" l="l" r="r" t="t"/>
              <a:pathLst>
                <a:path extrusionOk="0" h="2230" w="15609">
                  <a:moveTo>
                    <a:pt x="559" y="1"/>
                  </a:moveTo>
                  <a:cubicBezTo>
                    <a:pt x="251" y="1"/>
                    <a:pt x="0" y="249"/>
                    <a:pt x="0" y="557"/>
                  </a:cubicBezTo>
                  <a:lnTo>
                    <a:pt x="0" y="2219"/>
                  </a:lnTo>
                  <a:cubicBezTo>
                    <a:pt x="18" y="2224"/>
                    <a:pt x="26" y="2230"/>
                    <a:pt x="26" y="2230"/>
                  </a:cubicBezTo>
                  <a:lnTo>
                    <a:pt x="15608" y="2230"/>
                  </a:lnTo>
                  <a:lnTo>
                    <a:pt x="15608" y="557"/>
                  </a:lnTo>
                  <a:cubicBezTo>
                    <a:pt x="15608" y="249"/>
                    <a:pt x="15357" y="1"/>
                    <a:pt x="15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26"/>
            <p:cNvSpPr/>
            <p:nvPr/>
          </p:nvSpPr>
          <p:spPr>
            <a:xfrm>
              <a:off x="7460433" y="3297613"/>
              <a:ext cx="34661" cy="57941"/>
            </a:xfrm>
            <a:custGeom>
              <a:rect b="b" l="l" r="r" t="t"/>
              <a:pathLst>
                <a:path extrusionOk="0" h="2230" w="1334">
                  <a:moveTo>
                    <a:pt x="1" y="1"/>
                  </a:moveTo>
                  <a:cubicBezTo>
                    <a:pt x="309" y="1"/>
                    <a:pt x="557" y="249"/>
                    <a:pt x="557" y="557"/>
                  </a:cubicBezTo>
                  <a:lnTo>
                    <a:pt x="557" y="2230"/>
                  </a:lnTo>
                  <a:lnTo>
                    <a:pt x="1333" y="2230"/>
                  </a:lnTo>
                  <a:lnTo>
                    <a:pt x="1333" y="557"/>
                  </a:lnTo>
                  <a:cubicBezTo>
                    <a:pt x="1333" y="249"/>
                    <a:pt x="1082"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26"/>
            <p:cNvSpPr/>
            <p:nvPr/>
          </p:nvSpPr>
          <p:spPr>
            <a:xfrm>
              <a:off x="7118113" y="3442414"/>
              <a:ext cx="347984" cy="72465"/>
            </a:xfrm>
            <a:custGeom>
              <a:rect b="b" l="l" r="r" t="t"/>
              <a:pathLst>
                <a:path extrusionOk="0" h="2789" w="13393">
                  <a:moveTo>
                    <a:pt x="0" y="1"/>
                  </a:moveTo>
                  <a:lnTo>
                    <a:pt x="16" y="2229"/>
                  </a:lnTo>
                  <a:cubicBezTo>
                    <a:pt x="16" y="2538"/>
                    <a:pt x="264" y="2788"/>
                    <a:pt x="530" y="2788"/>
                  </a:cubicBezTo>
                  <a:lnTo>
                    <a:pt x="12794" y="2788"/>
                  </a:lnTo>
                  <a:cubicBezTo>
                    <a:pt x="13142" y="2788"/>
                    <a:pt x="13392" y="2538"/>
                    <a:pt x="13392" y="2229"/>
                  </a:cubicBezTo>
                  <a:lnTo>
                    <a:pt x="133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26"/>
            <p:cNvSpPr/>
            <p:nvPr/>
          </p:nvSpPr>
          <p:spPr>
            <a:xfrm>
              <a:off x="7431462" y="3442414"/>
              <a:ext cx="34635" cy="72465"/>
            </a:xfrm>
            <a:custGeom>
              <a:rect b="b" l="l" r="r" t="t"/>
              <a:pathLst>
                <a:path extrusionOk="0" h="2789" w="1333">
                  <a:moveTo>
                    <a:pt x="559" y="1"/>
                  </a:moveTo>
                  <a:lnTo>
                    <a:pt x="559" y="2229"/>
                  </a:lnTo>
                  <a:cubicBezTo>
                    <a:pt x="559" y="2538"/>
                    <a:pt x="308" y="2788"/>
                    <a:pt x="0" y="2788"/>
                  </a:cubicBezTo>
                  <a:lnTo>
                    <a:pt x="773" y="2788"/>
                  </a:lnTo>
                  <a:cubicBezTo>
                    <a:pt x="1082" y="2788"/>
                    <a:pt x="1332" y="2538"/>
                    <a:pt x="1332" y="2229"/>
                  </a:cubicBezTo>
                  <a:lnTo>
                    <a:pt x="13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26"/>
            <p:cNvSpPr/>
            <p:nvPr/>
          </p:nvSpPr>
          <p:spPr>
            <a:xfrm>
              <a:off x="7118503" y="3268643"/>
              <a:ext cx="347594" cy="217240"/>
            </a:xfrm>
            <a:custGeom>
              <a:rect b="b" l="l" r="r" t="t"/>
              <a:pathLst>
                <a:path extrusionOk="0" h="8361" w="13378">
                  <a:moveTo>
                    <a:pt x="557" y="0"/>
                  </a:moveTo>
                  <a:cubicBezTo>
                    <a:pt x="249" y="0"/>
                    <a:pt x="1" y="249"/>
                    <a:pt x="1" y="557"/>
                  </a:cubicBezTo>
                  <a:lnTo>
                    <a:pt x="1" y="6689"/>
                  </a:lnTo>
                  <a:cubicBezTo>
                    <a:pt x="1" y="6997"/>
                    <a:pt x="249" y="7245"/>
                    <a:pt x="557" y="7245"/>
                  </a:cubicBezTo>
                  <a:lnTo>
                    <a:pt x="5574" y="7245"/>
                  </a:lnTo>
                  <a:cubicBezTo>
                    <a:pt x="6187" y="7245"/>
                    <a:pt x="6686" y="7744"/>
                    <a:pt x="6686" y="8361"/>
                  </a:cubicBezTo>
                  <a:cubicBezTo>
                    <a:pt x="6686" y="7744"/>
                    <a:pt x="7186" y="7245"/>
                    <a:pt x="7802" y="7245"/>
                  </a:cubicBezTo>
                  <a:lnTo>
                    <a:pt x="12818" y="7245"/>
                  </a:lnTo>
                  <a:cubicBezTo>
                    <a:pt x="13127" y="7245"/>
                    <a:pt x="13377" y="6997"/>
                    <a:pt x="13377" y="6689"/>
                  </a:cubicBezTo>
                  <a:lnTo>
                    <a:pt x="13377" y="557"/>
                  </a:lnTo>
                  <a:cubicBezTo>
                    <a:pt x="13377" y="249"/>
                    <a:pt x="13127" y="0"/>
                    <a:pt x="12792" y="0"/>
                  </a:cubicBezTo>
                  <a:lnTo>
                    <a:pt x="7802" y="0"/>
                  </a:lnTo>
                  <a:cubicBezTo>
                    <a:pt x="7303" y="0"/>
                    <a:pt x="6880" y="330"/>
                    <a:pt x="6739" y="784"/>
                  </a:cubicBezTo>
                  <a:cubicBezTo>
                    <a:pt x="6731" y="805"/>
                    <a:pt x="6710" y="821"/>
                    <a:pt x="6686" y="821"/>
                  </a:cubicBezTo>
                  <a:cubicBezTo>
                    <a:pt x="6663" y="821"/>
                    <a:pt x="6645" y="805"/>
                    <a:pt x="6637" y="784"/>
                  </a:cubicBezTo>
                  <a:cubicBezTo>
                    <a:pt x="6496" y="330"/>
                    <a:pt x="6073" y="0"/>
                    <a:pt x="5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26"/>
            <p:cNvSpPr/>
            <p:nvPr/>
          </p:nvSpPr>
          <p:spPr>
            <a:xfrm>
              <a:off x="7285701" y="3442414"/>
              <a:ext cx="13121" cy="72465"/>
            </a:xfrm>
            <a:custGeom>
              <a:rect b="b" l="l" r="r" t="t"/>
              <a:pathLst>
                <a:path extrusionOk="0" h="2789" w="505">
                  <a:moveTo>
                    <a:pt x="1" y="1"/>
                  </a:moveTo>
                  <a:lnTo>
                    <a:pt x="1" y="2788"/>
                  </a:lnTo>
                  <a:lnTo>
                    <a:pt x="505" y="2788"/>
                  </a:lnTo>
                  <a:lnTo>
                    <a:pt x="5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26"/>
            <p:cNvSpPr/>
            <p:nvPr/>
          </p:nvSpPr>
          <p:spPr>
            <a:xfrm>
              <a:off x="7431462" y="3268643"/>
              <a:ext cx="34635" cy="188269"/>
            </a:xfrm>
            <a:custGeom>
              <a:rect b="b" l="l" r="r" t="t"/>
              <a:pathLst>
                <a:path extrusionOk="0" h="7246" w="1333">
                  <a:moveTo>
                    <a:pt x="0" y="0"/>
                  </a:moveTo>
                  <a:cubicBezTo>
                    <a:pt x="308" y="0"/>
                    <a:pt x="559" y="249"/>
                    <a:pt x="559" y="557"/>
                  </a:cubicBezTo>
                  <a:lnTo>
                    <a:pt x="559" y="6689"/>
                  </a:lnTo>
                  <a:cubicBezTo>
                    <a:pt x="559" y="6997"/>
                    <a:pt x="308" y="7245"/>
                    <a:pt x="0" y="7245"/>
                  </a:cubicBezTo>
                  <a:lnTo>
                    <a:pt x="773" y="7245"/>
                  </a:lnTo>
                  <a:cubicBezTo>
                    <a:pt x="1082" y="7245"/>
                    <a:pt x="1332" y="6997"/>
                    <a:pt x="1332" y="6689"/>
                  </a:cubicBezTo>
                  <a:lnTo>
                    <a:pt x="1332" y="557"/>
                  </a:lnTo>
                  <a:cubicBezTo>
                    <a:pt x="1332" y="249"/>
                    <a:pt x="1082" y="0"/>
                    <a:pt x="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26"/>
            <p:cNvSpPr/>
            <p:nvPr/>
          </p:nvSpPr>
          <p:spPr>
            <a:xfrm>
              <a:off x="7118503" y="3479335"/>
              <a:ext cx="173069" cy="13147"/>
            </a:xfrm>
            <a:custGeom>
              <a:rect b="b" l="l" r="r" t="t"/>
              <a:pathLst>
                <a:path extrusionOk="0" h="506" w="6661">
                  <a:moveTo>
                    <a:pt x="1" y="1"/>
                  </a:moveTo>
                  <a:lnTo>
                    <a:pt x="1" y="505"/>
                  </a:lnTo>
                  <a:lnTo>
                    <a:pt x="6410" y="505"/>
                  </a:lnTo>
                  <a:cubicBezTo>
                    <a:pt x="6548" y="505"/>
                    <a:pt x="6660" y="390"/>
                    <a:pt x="6660" y="252"/>
                  </a:cubicBezTo>
                  <a:cubicBezTo>
                    <a:pt x="6660" y="113"/>
                    <a:pt x="6548" y="1"/>
                    <a:pt x="6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26"/>
            <p:cNvSpPr/>
            <p:nvPr/>
          </p:nvSpPr>
          <p:spPr>
            <a:xfrm>
              <a:off x="7285701" y="3279296"/>
              <a:ext cx="13121" cy="206587"/>
            </a:xfrm>
            <a:custGeom>
              <a:rect b="b" l="l" r="r" t="t"/>
              <a:pathLst>
                <a:path extrusionOk="0" h="7951" w="505">
                  <a:moveTo>
                    <a:pt x="1" y="1"/>
                  </a:moveTo>
                  <a:lnTo>
                    <a:pt x="1" y="7245"/>
                  </a:lnTo>
                  <a:cubicBezTo>
                    <a:pt x="157" y="7436"/>
                    <a:pt x="251" y="7684"/>
                    <a:pt x="251" y="7951"/>
                  </a:cubicBezTo>
                  <a:cubicBezTo>
                    <a:pt x="251" y="7684"/>
                    <a:pt x="348" y="7436"/>
                    <a:pt x="505" y="7245"/>
                  </a:cubicBezTo>
                  <a:lnTo>
                    <a:pt x="505" y="1"/>
                  </a:lnTo>
                  <a:cubicBezTo>
                    <a:pt x="416" y="108"/>
                    <a:pt x="346" y="236"/>
                    <a:pt x="304" y="374"/>
                  </a:cubicBezTo>
                  <a:cubicBezTo>
                    <a:pt x="296" y="395"/>
                    <a:pt x="275" y="411"/>
                    <a:pt x="251" y="411"/>
                  </a:cubicBezTo>
                  <a:cubicBezTo>
                    <a:pt x="228" y="411"/>
                    <a:pt x="210" y="395"/>
                    <a:pt x="202" y="374"/>
                  </a:cubicBezTo>
                  <a:cubicBezTo>
                    <a:pt x="160" y="236"/>
                    <a:pt x="90" y="10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26"/>
            <p:cNvSpPr/>
            <p:nvPr/>
          </p:nvSpPr>
          <p:spPr>
            <a:xfrm>
              <a:off x="7147500" y="3297613"/>
              <a:ext cx="101358" cy="28945"/>
            </a:xfrm>
            <a:custGeom>
              <a:rect b="b" l="l" r="r" t="t"/>
              <a:pathLst>
                <a:path extrusionOk="0" h="1114" w="3901">
                  <a:moveTo>
                    <a:pt x="262" y="1"/>
                  </a:moveTo>
                  <a:cubicBezTo>
                    <a:pt x="118" y="1"/>
                    <a:pt x="0" y="119"/>
                    <a:pt x="0" y="262"/>
                  </a:cubicBezTo>
                  <a:lnTo>
                    <a:pt x="0" y="853"/>
                  </a:lnTo>
                  <a:cubicBezTo>
                    <a:pt x="0" y="999"/>
                    <a:pt x="118" y="1114"/>
                    <a:pt x="262" y="1114"/>
                  </a:cubicBezTo>
                  <a:lnTo>
                    <a:pt x="3640" y="1114"/>
                  </a:lnTo>
                  <a:cubicBezTo>
                    <a:pt x="3783" y="1114"/>
                    <a:pt x="3901" y="999"/>
                    <a:pt x="3901" y="853"/>
                  </a:cubicBezTo>
                  <a:lnTo>
                    <a:pt x="3901" y="262"/>
                  </a:lnTo>
                  <a:cubicBezTo>
                    <a:pt x="3901" y="119"/>
                    <a:pt x="3783" y="1"/>
                    <a:pt x="3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26"/>
            <p:cNvSpPr/>
            <p:nvPr/>
          </p:nvSpPr>
          <p:spPr>
            <a:xfrm>
              <a:off x="7221758" y="3297613"/>
              <a:ext cx="27100" cy="28945"/>
            </a:xfrm>
            <a:custGeom>
              <a:rect b="b" l="l" r="r" t="t"/>
              <a:pathLst>
                <a:path extrusionOk="0" h="1114" w="1043">
                  <a:moveTo>
                    <a:pt x="1" y="1"/>
                  </a:moveTo>
                  <a:cubicBezTo>
                    <a:pt x="149" y="1"/>
                    <a:pt x="270" y="121"/>
                    <a:pt x="270" y="270"/>
                  </a:cubicBezTo>
                  <a:lnTo>
                    <a:pt x="270" y="845"/>
                  </a:lnTo>
                  <a:cubicBezTo>
                    <a:pt x="270" y="994"/>
                    <a:pt x="149" y="1114"/>
                    <a:pt x="1" y="1114"/>
                  </a:cubicBezTo>
                  <a:lnTo>
                    <a:pt x="774" y="1114"/>
                  </a:lnTo>
                  <a:cubicBezTo>
                    <a:pt x="923" y="1114"/>
                    <a:pt x="1043" y="994"/>
                    <a:pt x="1043" y="845"/>
                  </a:cubicBezTo>
                  <a:lnTo>
                    <a:pt x="1043" y="270"/>
                  </a:lnTo>
                  <a:cubicBezTo>
                    <a:pt x="1043" y="121"/>
                    <a:pt x="923"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26"/>
            <p:cNvSpPr/>
            <p:nvPr/>
          </p:nvSpPr>
          <p:spPr>
            <a:xfrm>
              <a:off x="7292976" y="3479335"/>
              <a:ext cx="173121" cy="13147"/>
            </a:xfrm>
            <a:custGeom>
              <a:rect b="b" l="l" r="r" t="t"/>
              <a:pathLst>
                <a:path extrusionOk="0" h="506" w="6663">
                  <a:moveTo>
                    <a:pt x="251" y="1"/>
                  </a:moveTo>
                  <a:cubicBezTo>
                    <a:pt x="113" y="1"/>
                    <a:pt x="0" y="113"/>
                    <a:pt x="0" y="252"/>
                  </a:cubicBezTo>
                  <a:cubicBezTo>
                    <a:pt x="0" y="390"/>
                    <a:pt x="113" y="505"/>
                    <a:pt x="251" y="505"/>
                  </a:cubicBezTo>
                  <a:lnTo>
                    <a:pt x="6662" y="505"/>
                  </a:lnTo>
                  <a:lnTo>
                    <a:pt x="66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26"/>
            <p:cNvSpPr/>
            <p:nvPr/>
          </p:nvSpPr>
          <p:spPr>
            <a:xfrm>
              <a:off x="7147500" y="3355528"/>
              <a:ext cx="72387" cy="72465"/>
            </a:xfrm>
            <a:custGeom>
              <a:rect b="b" l="l" r="r" t="t"/>
              <a:pathLst>
                <a:path extrusionOk="0" h="2789" w="2786">
                  <a:moveTo>
                    <a:pt x="1393" y="1"/>
                  </a:moveTo>
                  <a:cubicBezTo>
                    <a:pt x="625" y="1"/>
                    <a:pt x="0" y="625"/>
                    <a:pt x="0" y="1393"/>
                  </a:cubicBezTo>
                  <a:cubicBezTo>
                    <a:pt x="0" y="2164"/>
                    <a:pt x="625" y="2788"/>
                    <a:pt x="1393" y="2788"/>
                  </a:cubicBezTo>
                  <a:cubicBezTo>
                    <a:pt x="2164" y="2788"/>
                    <a:pt x="2785" y="2164"/>
                    <a:pt x="2785" y="1393"/>
                  </a:cubicBezTo>
                  <a:lnTo>
                    <a:pt x="13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26"/>
            <p:cNvSpPr/>
            <p:nvPr/>
          </p:nvSpPr>
          <p:spPr>
            <a:xfrm>
              <a:off x="7183667" y="3355528"/>
              <a:ext cx="36220" cy="36220"/>
            </a:xfrm>
            <a:custGeom>
              <a:rect b="b" l="l" r="r" t="t"/>
              <a:pathLst>
                <a:path extrusionOk="0" h="1394" w="1394">
                  <a:moveTo>
                    <a:pt x="1" y="1"/>
                  </a:moveTo>
                  <a:lnTo>
                    <a:pt x="1" y="1124"/>
                  </a:lnTo>
                  <a:cubicBezTo>
                    <a:pt x="1" y="1273"/>
                    <a:pt x="121" y="1393"/>
                    <a:pt x="270" y="1393"/>
                  </a:cubicBezTo>
                  <a:lnTo>
                    <a:pt x="1393" y="1393"/>
                  </a:lnTo>
                  <a:cubicBezTo>
                    <a:pt x="1393" y="625"/>
                    <a:pt x="772"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26"/>
            <p:cNvSpPr/>
            <p:nvPr/>
          </p:nvSpPr>
          <p:spPr>
            <a:xfrm>
              <a:off x="7379186" y="3196204"/>
              <a:ext cx="57915" cy="182761"/>
            </a:xfrm>
            <a:custGeom>
              <a:rect b="b" l="l" r="r" t="t"/>
              <a:pathLst>
                <a:path extrusionOk="0" h="7034" w="2229">
                  <a:moveTo>
                    <a:pt x="1116" y="1"/>
                  </a:moveTo>
                  <a:lnTo>
                    <a:pt x="0" y="560"/>
                  </a:lnTo>
                  <a:lnTo>
                    <a:pt x="0" y="6903"/>
                  </a:lnTo>
                  <a:cubicBezTo>
                    <a:pt x="0" y="6948"/>
                    <a:pt x="6" y="6992"/>
                    <a:pt x="16" y="7034"/>
                  </a:cubicBezTo>
                  <a:lnTo>
                    <a:pt x="2213" y="7034"/>
                  </a:lnTo>
                  <a:cubicBezTo>
                    <a:pt x="2224" y="6992"/>
                    <a:pt x="2229" y="6948"/>
                    <a:pt x="2229" y="6903"/>
                  </a:cubicBezTo>
                  <a:lnTo>
                    <a:pt x="2229" y="560"/>
                  </a:ln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26"/>
            <p:cNvSpPr/>
            <p:nvPr/>
          </p:nvSpPr>
          <p:spPr>
            <a:xfrm>
              <a:off x="7416574" y="3200699"/>
              <a:ext cx="20526" cy="178266"/>
            </a:xfrm>
            <a:custGeom>
              <a:rect b="b" l="l" r="r" t="t"/>
              <a:pathLst>
                <a:path extrusionOk="0" h="6861" w="790">
                  <a:moveTo>
                    <a:pt x="17" y="0"/>
                  </a:moveTo>
                  <a:lnTo>
                    <a:pt x="17" y="6730"/>
                  </a:lnTo>
                  <a:cubicBezTo>
                    <a:pt x="17" y="6775"/>
                    <a:pt x="11" y="6819"/>
                    <a:pt x="1" y="6861"/>
                  </a:cubicBezTo>
                  <a:lnTo>
                    <a:pt x="774" y="6861"/>
                  </a:lnTo>
                  <a:cubicBezTo>
                    <a:pt x="785" y="6819"/>
                    <a:pt x="790" y="6775"/>
                    <a:pt x="790" y="6730"/>
                  </a:cubicBezTo>
                  <a:lnTo>
                    <a:pt x="790" y="387"/>
                  </a:lnTo>
                  <a:lnTo>
                    <a:pt x="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26"/>
            <p:cNvSpPr/>
            <p:nvPr/>
          </p:nvSpPr>
          <p:spPr>
            <a:xfrm>
              <a:off x="7401582" y="3196204"/>
              <a:ext cx="13121" cy="182761"/>
            </a:xfrm>
            <a:custGeom>
              <a:rect b="b" l="l" r="r" t="t"/>
              <a:pathLst>
                <a:path extrusionOk="0" h="7034" w="505">
                  <a:moveTo>
                    <a:pt x="254" y="1"/>
                  </a:moveTo>
                  <a:lnTo>
                    <a:pt x="0" y="129"/>
                  </a:lnTo>
                  <a:lnTo>
                    <a:pt x="0" y="7034"/>
                  </a:lnTo>
                  <a:lnTo>
                    <a:pt x="505" y="7034"/>
                  </a:lnTo>
                  <a:lnTo>
                    <a:pt x="505" y="129"/>
                  </a:lnTo>
                  <a:lnTo>
                    <a:pt x="2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26"/>
            <p:cNvSpPr/>
            <p:nvPr/>
          </p:nvSpPr>
          <p:spPr>
            <a:xfrm>
              <a:off x="7379186" y="3138315"/>
              <a:ext cx="57915" cy="57915"/>
            </a:xfrm>
            <a:custGeom>
              <a:rect b="b" l="l" r="r" t="t"/>
              <a:pathLst>
                <a:path extrusionOk="0" h="2229" w="2229">
                  <a:moveTo>
                    <a:pt x="557" y="0"/>
                  </a:moveTo>
                  <a:cubicBezTo>
                    <a:pt x="251" y="0"/>
                    <a:pt x="0" y="251"/>
                    <a:pt x="0" y="557"/>
                  </a:cubicBezTo>
                  <a:lnTo>
                    <a:pt x="0" y="1672"/>
                  </a:lnTo>
                  <a:lnTo>
                    <a:pt x="1116" y="2229"/>
                  </a:lnTo>
                  <a:lnTo>
                    <a:pt x="2229" y="1672"/>
                  </a:lnTo>
                  <a:lnTo>
                    <a:pt x="2229" y="557"/>
                  </a:lnTo>
                  <a:cubicBezTo>
                    <a:pt x="2229" y="251"/>
                    <a:pt x="1981" y="0"/>
                    <a:pt x="1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26"/>
            <p:cNvSpPr/>
            <p:nvPr/>
          </p:nvSpPr>
          <p:spPr>
            <a:xfrm>
              <a:off x="7379186" y="3181757"/>
              <a:ext cx="57915" cy="28996"/>
            </a:xfrm>
            <a:custGeom>
              <a:rect b="b" l="l" r="r" t="t"/>
              <a:pathLst>
                <a:path extrusionOk="0" h="1116" w="2229">
                  <a:moveTo>
                    <a:pt x="0" y="0"/>
                  </a:moveTo>
                  <a:lnTo>
                    <a:pt x="0" y="1116"/>
                  </a:lnTo>
                  <a:lnTo>
                    <a:pt x="2229" y="1116"/>
                  </a:lnTo>
                  <a:lnTo>
                    <a:pt x="22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26"/>
            <p:cNvSpPr/>
            <p:nvPr/>
          </p:nvSpPr>
          <p:spPr>
            <a:xfrm>
              <a:off x="7402544" y="3138315"/>
              <a:ext cx="34557" cy="53498"/>
            </a:xfrm>
            <a:custGeom>
              <a:rect b="b" l="l" r="r" t="t"/>
              <a:pathLst>
                <a:path extrusionOk="0" h="2059" w="1330">
                  <a:moveTo>
                    <a:pt x="0" y="0"/>
                  </a:moveTo>
                  <a:cubicBezTo>
                    <a:pt x="308" y="0"/>
                    <a:pt x="557" y="251"/>
                    <a:pt x="557" y="557"/>
                  </a:cubicBezTo>
                  <a:lnTo>
                    <a:pt x="557" y="2059"/>
                  </a:lnTo>
                  <a:lnTo>
                    <a:pt x="1330" y="1672"/>
                  </a:lnTo>
                  <a:lnTo>
                    <a:pt x="1330" y="557"/>
                  </a:lnTo>
                  <a:cubicBezTo>
                    <a:pt x="1330" y="251"/>
                    <a:pt x="1082"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26"/>
            <p:cNvSpPr/>
            <p:nvPr/>
          </p:nvSpPr>
          <p:spPr>
            <a:xfrm>
              <a:off x="7416990" y="3181757"/>
              <a:ext cx="20110" cy="28996"/>
            </a:xfrm>
            <a:custGeom>
              <a:rect b="b" l="l" r="r" t="t"/>
              <a:pathLst>
                <a:path extrusionOk="0" h="1116" w="774">
                  <a:moveTo>
                    <a:pt x="1" y="0"/>
                  </a:moveTo>
                  <a:lnTo>
                    <a:pt x="1" y="1116"/>
                  </a:lnTo>
                  <a:lnTo>
                    <a:pt x="774" y="1116"/>
                  </a:ln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26"/>
            <p:cNvSpPr/>
            <p:nvPr/>
          </p:nvSpPr>
          <p:spPr>
            <a:xfrm>
              <a:off x="7379575" y="3365350"/>
              <a:ext cx="57136" cy="37519"/>
            </a:xfrm>
            <a:custGeom>
              <a:rect b="b" l="l" r="r" t="t"/>
              <a:pathLst>
                <a:path extrusionOk="0" h="1444" w="2199">
                  <a:moveTo>
                    <a:pt x="1100" y="1"/>
                  </a:moveTo>
                  <a:cubicBezTo>
                    <a:pt x="1058" y="1"/>
                    <a:pt x="1016" y="11"/>
                    <a:pt x="978" y="30"/>
                  </a:cubicBezTo>
                  <a:lnTo>
                    <a:pt x="1" y="524"/>
                  </a:lnTo>
                  <a:cubicBezTo>
                    <a:pt x="11" y="566"/>
                    <a:pt x="24" y="605"/>
                    <a:pt x="45" y="641"/>
                  </a:cubicBezTo>
                  <a:lnTo>
                    <a:pt x="372" y="1295"/>
                  </a:lnTo>
                  <a:lnTo>
                    <a:pt x="1101" y="1444"/>
                  </a:lnTo>
                  <a:lnTo>
                    <a:pt x="1830" y="1295"/>
                  </a:lnTo>
                  <a:lnTo>
                    <a:pt x="2156" y="641"/>
                  </a:lnTo>
                  <a:cubicBezTo>
                    <a:pt x="2175" y="605"/>
                    <a:pt x="2190" y="566"/>
                    <a:pt x="2198" y="524"/>
                  </a:cubicBezTo>
                  <a:lnTo>
                    <a:pt x="1221" y="30"/>
                  </a:lnTo>
                  <a:cubicBezTo>
                    <a:pt x="1183" y="11"/>
                    <a:pt x="1141" y="1"/>
                    <a:pt x="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26"/>
            <p:cNvSpPr/>
            <p:nvPr/>
          </p:nvSpPr>
          <p:spPr>
            <a:xfrm>
              <a:off x="7398127" y="3365350"/>
              <a:ext cx="38584" cy="37519"/>
            </a:xfrm>
            <a:custGeom>
              <a:rect b="b" l="l" r="r" t="t"/>
              <a:pathLst>
                <a:path extrusionOk="0" h="1444" w="1485">
                  <a:moveTo>
                    <a:pt x="386" y="1"/>
                  </a:moveTo>
                  <a:cubicBezTo>
                    <a:pt x="344" y="1"/>
                    <a:pt x="302" y="11"/>
                    <a:pt x="264" y="30"/>
                  </a:cubicBezTo>
                  <a:lnTo>
                    <a:pt x="0" y="163"/>
                  </a:lnTo>
                  <a:lnTo>
                    <a:pt x="711" y="524"/>
                  </a:lnTo>
                  <a:cubicBezTo>
                    <a:pt x="700" y="566"/>
                    <a:pt x="687" y="605"/>
                    <a:pt x="669" y="641"/>
                  </a:cubicBezTo>
                  <a:lnTo>
                    <a:pt x="342" y="1295"/>
                  </a:lnTo>
                  <a:lnTo>
                    <a:pt x="0" y="1365"/>
                  </a:lnTo>
                  <a:lnTo>
                    <a:pt x="387" y="1444"/>
                  </a:lnTo>
                  <a:lnTo>
                    <a:pt x="1116" y="1295"/>
                  </a:lnTo>
                  <a:lnTo>
                    <a:pt x="1442" y="641"/>
                  </a:lnTo>
                  <a:cubicBezTo>
                    <a:pt x="1461" y="605"/>
                    <a:pt x="1476" y="566"/>
                    <a:pt x="1484" y="524"/>
                  </a:cubicBezTo>
                  <a:lnTo>
                    <a:pt x="507" y="30"/>
                  </a:lnTo>
                  <a:cubicBezTo>
                    <a:pt x="469" y="11"/>
                    <a:pt x="427"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26"/>
            <p:cNvSpPr/>
            <p:nvPr/>
          </p:nvSpPr>
          <p:spPr>
            <a:xfrm>
              <a:off x="7389215" y="3398971"/>
              <a:ext cx="37908" cy="28970"/>
            </a:xfrm>
            <a:custGeom>
              <a:rect b="b" l="l" r="r" t="t"/>
              <a:pathLst>
                <a:path extrusionOk="0" h="1115" w="1459">
                  <a:moveTo>
                    <a:pt x="1" y="1"/>
                  </a:moveTo>
                  <a:lnTo>
                    <a:pt x="479" y="962"/>
                  </a:lnTo>
                  <a:cubicBezTo>
                    <a:pt x="531" y="1064"/>
                    <a:pt x="631" y="1115"/>
                    <a:pt x="730" y="1115"/>
                  </a:cubicBezTo>
                  <a:cubicBezTo>
                    <a:pt x="829" y="1115"/>
                    <a:pt x="927" y="1064"/>
                    <a:pt x="978" y="962"/>
                  </a:cubicBezTo>
                  <a:lnTo>
                    <a:pt x="14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26"/>
            <p:cNvSpPr/>
            <p:nvPr/>
          </p:nvSpPr>
          <p:spPr>
            <a:xfrm>
              <a:off x="7398127" y="3398971"/>
              <a:ext cx="28996" cy="28970"/>
            </a:xfrm>
            <a:custGeom>
              <a:rect b="b" l="l" r="r" t="t"/>
              <a:pathLst>
                <a:path extrusionOk="0" h="1115" w="1116">
                  <a:moveTo>
                    <a:pt x="342" y="1"/>
                  </a:moveTo>
                  <a:lnTo>
                    <a:pt x="0" y="685"/>
                  </a:lnTo>
                  <a:lnTo>
                    <a:pt x="136" y="962"/>
                  </a:lnTo>
                  <a:cubicBezTo>
                    <a:pt x="188" y="1064"/>
                    <a:pt x="288" y="1115"/>
                    <a:pt x="387" y="1115"/>
                  </a:cubicBezTo>
                  <a:cubicBezTo>
                    <a:pt x="486" y="1115"/>
                    <a:pt x="584" y="1064"/>
                    <a:pt x="635" y="962"/>
                  </a:cubicBezTo>
                  <a:lnTo>
                    <a:pt x="1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126"/>
          <p:cNvGrpSpPr/>
          <p:nvPr/>
        </p:nvGrpSpPr>
        <p:grpSpPr>
          <a:xfrm>
            <a:off x="7863395" y="3138315"/>
            <a:ext cx="405561" cy="434453"/>
            <a:chOff x="7863395" y="3138315"/>
            <a:chExt cx="405561" cy="434453"/>
          </a:xfrm>
        </p:grpSpPr>
        <p:grpSp>
          <p:nvGrpSpPr>
            <p:cNvPr id="11435" name="Google Shape;11435;p126"/>
            <p:cNvGrpSpPr/>
            <p:nvPr/>
          </p:nvGrpSpPr>
          <p:grpSpPr>
            <a:xfrm>
              <a:off x="7863395" y="3138315"/>
              <a:ext cx="405561" cy="397870"/>
              <a:chOff x="7863395" y="3138315"/>
              <a:chExt cx="405561" cy="397870"/>
            </a:xfrm>
          </p:grpSpPr>
          <p:sp>
            <p:nvSpPr>
              <p:cNvPr id="11436" name="Google Shape;11436;p126"/>
              <p:cNvSpPr/>
              <p:nvPr/>
            </p:nvSpPr>
            <p:spPr>
              <a:xfrm>
                <a:off x="7935471" y="3438283"/>
                <a:ext cx="260708" cy="97902"/>
              </a:xfrm>
              <a:custGeom>
                <a:rect b="b" l="l" r="r" t="t"/>
                <a:pathLst>
                  <a:path extrusionOk="0" h="3768" w="10034">
                    <a:moveTo>
                      <a:pt x="4461" y="0"/>
                    </a:moveTo>
                    <a:lnTo>
                      <a:pt x="4461" y="996"/>
                    </a:lnTo>
                    <a:cubicBezTo>
                      <a:pt x="4461" y="1150"/>
                      <a:pt x="4335" y="1275"/>
                      <a:pt x="4181" y="1275"/>
                    </a:cubicBezTo>
                    <a:lnTo>
                      <a:pt x="557" y="1275"/>
                    </a:lnTo>
                    <a:cubicBezTo>
                      <a:pt x="249" y="1275"/>
                      <a:pt x="1" y="1524"/>
                      <a:pt x="1" y="1832"/>
                    </a:cubicBezTo>
                    <a:lnTo>
                      <a:pt x="1" y="3768"/>
                    </a:lnTo>
                    <a:lnTo>
                      <a:pt x="1114" y="3768"/>
                    </a:lnTo>
                    <a:lnTo>
                      <a:pt x="1114" y="2668"/>
                    </a:lnTo>
                    <a:cubicBezTo>
                      <a:pt x="1114" y="2514"/>
                      <a:pt x="1239" y="2388"/>
                      <a:pt x="1393" y="2388"/>
                    </a:cubicBezTo>
                    <a:lnTo>
                      <a:pt x="4181" y="2388"/>
                    </a:lnTo>
                    <a:cubicBezTo>
                      <a:pt x="4335" y="2388"/>
                      <a:pt x="4461" y="2514"/>
                      <a:pt x="4461" y="2668"/>
                    </a:cubicBezTo>
                    <a:lnTo>
                      <a:pt x="4461" y="3768"/>
                    </a:lnTo>
                    <a:lnTo>
                      <a:pt x="5574" y="3768"/>
                    </a:lnTo>
                    <a:lnTo>
                      <a:pt x="5574" y="2668"/>
                    </a:lnTo>
                    <a:cubicBezTo>
                      <a:pt x="5574" y="2514"/>
                      <a:pt x="5699" y="2388"/>
                      <a:pt x="5853" y="2388"/>
                    </a:cubicBezTo>
                    <a:lnTo>
                      <a:pt x="8641" y="2388"/>
                    </a:lnTo>
                    <a:cubicBezTo>
                      <a:pt x="8792" y="2388"/>
                      <a:pt x="8918" y="2514"/>
                      <a:pt x="8918" y="2668"/>
                    </a:cubicBezTo>
                    <a:lnTo>
                      <a:pt x="8918" y="3768"/>
                    </a:lnTo>
                    <a:lnTo>
                      <a:pt x="10033" y="3768"/>
                    </a:lnTo>
                    <a:lnTo>
                      <a:pt x="10033" y="1832"/>
                    </a:lnTo>
                    <a:cubicBezTo>
                      <a:pt x="10033" y="1524"/>
                      <a:pt x="9783" y="1275"/>
                      <a:pt x="9474" y="1275"/>
                    </a:cubicBezTo>
                    <a:lnTo>
                      <a:pt x="5853" y="1275"/>
                    </a:lnTo>
                    <a:cubicBezTo>
                      <a:pt x="5699" y="1275"/>
                      <a:pt x="5574" y="1150"/>
                      <a:pt x="5574" y="996"/>
                    </a:cubicBezTo>
                    <a:lnTo>
                      <a:pt x="55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26"/>
              <p:cNvSpPr/>
              <p:nvPr/>
            </p:nvSpPr>
            <p:spPr>
              <a:xfrm>
                <a:off x="8060187" y="3438283"/>
                <a:ext cx="27386" cy="33154"/>
              </a:xfrm>
              <a:custGeom>
                <a:rect b="b" l="l" r="r" t="t"/>
                <a:pathLst>
                  <a:path extrusionOk="0" h="1276" w="1054">
                    <a:moveTo>
                      <a:pt x="0" y="0"/>
                    </a:moveTo>
                    <a:lnTo>
                      <a:pt x="0" y="996"/>
                    </a:lnTo>
                    <a:cubicBezTo>
                      <a:pt x="0" y="1150"/>
                      <a:pt x="126" y="1275"/>
                      <a:pt x="280" y="1275"/>
                    </a:cubicBezTo>
                    <a:lnTo>
                      <a:pt x="1053" y="1275"/>
                    </a:lnTo>
                    <a:cubicBezTo>
                      <a:pt x="899" y="1275"/>
                      <a:pt x="774" y="1150"/>
                      <a:pt x="774" y="996"/>
                    </a:cubicBez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26"/>
              <p:cNvSpPr/>
              <p:nvPr/>
            </p:nvSpPr>
            <p:spPr>
              <a:xfrm>
                <a:off x="8161545" y="3471410"/>
                <a:ext cx="34635" cy="64774"/>
              </a:xfrm>
              <a:custGeom>
                <a:rect b="b" l="l" r="r" t="t"/>
                <a:pathLst>
                  <a:path extrusionOk="0" h="2493" w="1333">
                    <a:moveTo>
                      <a:pt x="0" y="0"/>
                    </a:moveTo>
                    <a:cubicBezTo>
                      <a:pt x="308" y="0"/>
                      <a:pt x="559" y="249"/>
                      <a:pt x="559" y="557"/>
                    </a:cubicBezTo>
                    <a:lnTo>
                      <a:pt x="559" y="2493"/>
                    </a:lnTo>
                    <a:lnTo>
                      <a:pt x="1332" y="2493"/>
                    </a:lnTo>
                    <a:lnTo>
                      <a:pt x="1332" y="557"/>
                    </a:lnTo>
                    <a:cubicBezTo>
                      <a:pt x="1332" y="249"/>
                      <a:pt x="1082" y="0"/>
                      <a:pt x="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26"/>
              <p:cNvSpPr/>
              <p:nvPr/>
            </p:nvSpPr>
            <p:spPr>
              <a:xfrm>
                <a:off x="7863395" y="3384525"/>
                <a:ext cx="404807" cy="57915"/>
              </a:xfrm>
              <a:custGeom>
                <a:rect b="b" l="l" r="r" t="t"/>
                <a:pathLst>
                  <a:path extrusionOk="0" h="2229" w="15580">
                    <a:moveTo>
                      <a:pt x="0" y="0"/>
                    </a:moveTo>
                    <a:lnTo>
                      <a:pt x="2258" y="2229"/>
                    </a:lnTo>
                    <a:lnTo>
                      <a:pt x="6689" y="2229"/>
                    </a:lnTo>
                    <a:lnTo>
                      <a:pt x="7804" y="1583"/>
                    </a:lnTo>
                    <a:lnTo>
                      <a:pt x="8920" y="2229"/>
                    </a:lnTo>
                    <a:lnTo>
                      <a:pt x="13403" y="2229"/>
                    </a:lnTo>
                    <a:lnTo>
                      <a:pt x="15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26"/>
              <p:cNvSpPr/>
              <p:nvPr/>
            </p:nvSpPr>
            <p:spPr>
              <a:xfrm>
                <a:off x="8037166" y="3408896"/>
                <a:ext cx="57993" cy="33543"/>
              </a:xfrm>
              <a:custGeom>
                <a:rect b="b" l="l" r="r" t="t"/>
                <a:pathLst>
                  <a:path extrusionOk="0" h="1291" w="2232">
                    <a:moveTo>
                      <a:pt x="1" y="0"/>
                    </a:moveTo>
                    <a:lnTo>
                      <a:pt x="1" y="1291"/>
                    </a:lnTo>
                    <a:lnTo>
                      <a:pt x="2232" y="1291"/>
                    </a:lnTo>
                    <a:lnTo>
                      <a:pt x="22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26"/>
              <p:cNvSpPr/>
              <p:nvPr/>
            </p:nvSpPr>
            <p:spPr>
              <a:xfrm>
                <a:off x="8074971" y="3408896"/>
                <a:ext cx="20188" cy="33543"/>
              </a:xfrm>
              <a:custGeom>
                <a:rect b="b" l="l" r="r" t="t"/>
                <a:pathLst>
                  <a:path extrusionOk="0" h="1291" w="777">
                    <a:moveTo>
                      <a:pt x="1" y="0"/>
                    </a:moveTo>
                    <a:lnTo>
                      <a:pt x="1" y="1291"/>
                    </a:lnTo>
                    <a:lnTo>
                      <a:pt x="777" y="1291"/>
                    </a:lnTo>
                    <a:lnTo>
                      <a:pt x="7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26"/>
              <p:cNvSpPr/>
              <p:nvPr/>
            </p:nvSpPr>
            <p:spPr>
              <a:xfrm>
                <a:off x="7863395" y="3384525"/>
                <a:ext cx="58668" cy="57915"/>
              </a:xfrm>
              <a:custGeom>
                <a:rect b="b" l="l" r="r" t="t"/>
                <a:pathLst>
                  <a:path extrusionOk="0" h="2229" w="2258">
                    <a:moveTo>
                      <a:pt x="1142" y="0"/>
                    </a:moveTo>
                    <a:lnTo>
                      <a:pt x="0" y="468"/>
                    </a:lnTo>
                    <a:lnTo>
                      <a:pt x="0" y="1672"/>
                    </a:lnTo>
                    <a:cubicBezTo>
                      <a:pt x="0" y="1981"/>
                      <a:pt x="251" y="2229"/>
                      <a:pt x="559" y="2229"/>
                    </a:cubicBezTo>
                    <a:lnTo>
                      <a:pt x="2258" y="2229"/>
                    </a:lnTo>
                    <a:lnTo>
                      <a:pt x="2258" y="1113"/>
                    </a:lnTo>
                    <a:lnTo>
                      <a:pt x="11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26"/>
              <p:cNvSpPr/>
              <p:nvPr/>
            </p:nvSpPr>
            <p:spPr>
              <a:xfrm>
                <a:off x="8211639" y="3384525"/>
                <a:ext cx="57317" cy="57915"/>
              </a:xfrm>
              <a:custGeom>
                <a:rect b="b" l="l" r="r" t="t"/>
                <a:pathLst>
                  <a:path extrusionOk="0" h="2229" w="2206">
                    <a:moveTo>
                      <a:pt x="1116" y="0"/>
                    </a:moveTo>
                    <a:lnTo>
                      <a:pt x="0" y="1113"/>
                    </a:lnTo>
                    <a:lnTo>
                      <a:pt x="0" y="2229"/>
                    </a:lnTo>
                    <a:lnTo>
                      <a:pt x="1646" y="2229"/>
                    </a:lnTo>
                    <a:cubicBezTo>
                      <a:pt x="1954" y="2229"/>
                      <a:pt x="2205" y="1981"/>
                      <a:pt x="2205" y="1672"/>
                    </a:cubicBezTo>
                    <a:lnTo>
                      <a:pt x="2205" y="468"/>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26"/>
              <p:cNvSpPr/>
              <p:nvPr/>
            </p:nvSpPr>
            <p:spPr>
              <a:xfrm>
                <a:off x="8234296" y="3384525"/>
                <a:ext cx="34661" cy="57915"/>
              </a:xfrm>
              <a:custGeom>
                <a:rect b="b" l="l" r="r" t="t"/>
                <a:pathLst>
                  <a:path extrusionOk="0" h="2229" w="1334">
                    <a:moveTo>
                      <a:pt x="557" y="0"/>
                    </a:moveTo>
                    <a:lnTo>
                      <a:pt x="557" y="1672"/>
                    </a:lnTo>
                    <a:cubicBezTo>
                      <a:pt x="557" y="1981"/>
                      <a:pt x="309" y="2229"/>
                      <a:pt x="1" y="2229"/>
                    </a:cubicBezTo>
                    <a:lnTo>
                      <a:pt x="774" y="2229"/>
                    </a:lnTo>
                    <a:cubicBezTo>
                      <a:pt x="1082" y="2229"/>
                      <a:pt x="1333" y="1981"/>
                      <a:pt x="1333" y="1672"/>
                    </a:cubicBezTo>
                    <a:lnTo>
                      <a:pt x="1333" y="557"/>
                    </a:lnTo>
                    <a:lnTo>
                      <a:pt x="5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26"/>
              <p:cNvSpPr/>
              <p:nvPr/>
            </p:nvSpPr>
            <p:spPr>
              <a:xfrm>
                <a:off x="7863395" y="3196204"/>
                <a:ext cx="405561" cy="217266"/>
              </a:xfrm>
              <a:custGeom>
                <a:rect b="b" l="l" r="r" t="t"/>
                <a:pathLst>
                  <a:path extrusionOk="0" h="8362" w="15609">
                    <a:moveTo>
                      <a:pt x="7830" y="1"/>
                    </a:moveTo>
                    <a:lnTo>
                      <a:pt x="0" y="1116"/>
                    </a:lnTo>
                    <a:lnTo>
                      <a:pt x="0" y="6133"/>
                    </a:lnTo>
                    <a:lnTo>
                      <a:pt x="2258" y="8361"/>
                    </a:lnTo>
                    <a:lnTo>
                      <a:pt x="6689" y="8361"/>
                    </a:lnTo>
                    <a:lnTo>
                      <a:pt x="7804" y="7716"/>
                    </a:lnTo>
                    <a:lnTo>
                      <a:pt x="8920" y="8361"/>
                    </a:lnTo>
                    <a:lnTo>
                      <a:pt x="13403" y="8361"/>
                    </a:lnTo>
                    <a:lnTo>
                      <a:pt x="15608" y="6133"/>
                    </a:lnTo>
                    <a:lnTo>
                      <a:pt x="15608" y="1116"/>
                    </a:lnTo>
                    <a:lnTo>
                      <a:pt x="78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26"/>
              <p:cNvSpPr/>
              <p:nvPr/>
            </p:nvSpPr>
            <p:spPr>
              <a:xfrm>
                <a:off x="8037166" y="3379900"/>
                <a:ext cx="57993" cy="33569"/>
              </a:xfrm>
              <a:custGeom>
                <a:rect b="b" l="l" r="r" t="t"/>
                <a:pathLst>
                  <a:path extrusionOk="0" h="1292" w="2232">
                    <a:moveTo>
                      <a:pt x="1" y="0"/>
                    </a:moveTo>
                    <a:lnTo>
                      <a:pt x="1" y="1291"/>
                    </a:lnTo>
                    <a:lnTo>
                      <a:pt x="2232" y="1291"/>
                    </a:lnTo>
                    <a:lnTo>
                      <a:pt x="22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26"/>
              <p:cNvSpPr/>
              <p:nvPr/>
            </p:nvSpPr>
            <p:spPr>
              <a:xfrm>
                <a:off x="8074971" y="3379900"/>
                <a:ext cx="20188" cy="33569"/>
              </a:xfrm>
              <a:custGeom>
                <a:rect b="b" l="l" r="r" t="t"/>
                <a:pathLst>
                  <a:path extrusionOk="0" h="1292" w="777">
                    <a:moveTo>
                      <a:pt x="1" y="0"/>
                    </a:moveTo>
                    <a:lnTo>
                      <a:pt x="1" y="1291"/>
                    </a:lnTo>
                    <a:lnTo>
                      <a:pt x="777" y="1291"/>
                    </a:lnTo>
                    <a:lnTo>
                      <a:pt x="7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26"/>
              <p:cNvSpPr/>
              <p:nvPr/>
            </p:nvSpPr>
            <p:spPr>
              <a:xfrm>
                <a:off x="7863395" y="3355528"/>
                <a:ext cx="58668" cy="57941"/>
              </a:xfrm>
              <a:custGeom>
                <a:rect b="b" l="l" r="r" t="t"/>
                <a:pathLst>
                  <a:path extrusionOk="0" h="2230" w="2258">
                    <a:moveTo>
                      <a:pt x="0" y="1"/>
                    </a:moveTo>
                    <a:lnTo>
                      <a:pt x="0" y="1673"/>
                    </a:lnTo>
                    <a:cubicBezTo>
                      <a:pt x="0" y="1981"/>
                      <a:pt x="251" y="2229"/>
                      <a:pt x="559" y="2229"/>
                    </a:cubicBezTo>
                    <a:lnTo>
                      <a:pt x="2258" y="2229"/>
                    </a:lnTo>
                    <a:lnTo>
                      <a:pt x="2258" y="1116"/>
                    </a:lnTo>
                    <a:lnTo>
                      <a:pt x="11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26"/>
              <p:cNvSpPr/>
              <p:nvPr/>
            </p:nvSpPr>
            <p:spPr>
              <a:xfrm>
                <a:off x="8248768" y="3222472"/>
                <a:ext cx="20188" cy="153453"/>
              </a:xfrm>
              <a:custGeom>
                <a:rect b="b" l="l" r="r" t="t"/>
                <a:pathLst>
                  <a:path extrusionOk="0" h="5906" w="777">
                    <a:moveTo>
                      <a:pt x="0" y="1"/>
                    </a:moveTo>
                    <a:lnTo>
                      <a:pt x="0" y="5905"/>
                    </a:lnTo>
                    <a:lnTo>
                      <a:pt x="776" y="5122"/>
                    </a:lnTo>
                    <a:lnTo>
                      <a:pt x="776" y="105"/>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26"/>
              <p:cNvSpPr/>
              <p:nvPr/>
            </p:nvSpPr>
            <p:spPr>
              <a:xfrm>
                <a:off x="8211639" y="3355528"/>
                <a:ext cx="57317" cy="57941"/>
              </a:xfrm>
              <a:custGeom>
                <a:rect b="b" l="l" r="r" t="t"/>
                <a:pathLst>
                  <a:path extrusionOk="0" h="2230" w="2206">
                    <a:moveTo>
                      <a:pt x="1116" y="1"/>
                    </a:moveTo>
                    <a:lnTo>
                      <a:pt x="0" y="1116"/>
                    </a:lnTo>
                    <a:lnTo>
                      <a:pt x="0" y="2229"/>
                    </a:lnTo>
                    <a:lnTo>
                      <a:pt x="1646" y="2229"/>
                    </a:lnTo>
                    <a:cubicBezTo>
                      <a:pt x="1954" y="2229"/>
                      <a:pt x="2205" y="1981"/>
                      <a:pt x="2205" y="1673"/>
                    </a:cubicBezTo>
                    <a:lnTo>
                      <a:pt x="22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26"/>
              <p:cNvSpPr/>
              <p:nvPr/>
            </p:nvSpPr>
            <p:spPr>
              <a:xfrm>
                <a:off x="8234296" y="3355528"/>
                <a:ext cx="34661" cy="57941"/>
              </a:xfrm>
              <a:custGeom>
                <a:rect b="b" l="l" r="r" t="t"/>
                <a:pathLst>
                  <a:path extrusionOk="0" h="2230" w="1334">
                    <a:moveTo>
                      <a:pt x="557" y="1"/>
                    </a:moveTo>
                    <a:lnTo>
                      <a:pt x="557" y="1673"/>
                    </a:lnTo>
                    <a:cubicBezTo>
                      <a:pt x="557" y="1981"/>
                      <a:pt x="309" y="2229"/>
                      <a:pt x="1" y="2229"/>
                    </a:cubicBezTo>
                    <a:lnTo>
                      <a:pt x="774" y="2229"/>
                    </a:lnTo>
                    <a:cubicBezTo>
                      <a:pt x="1082" y="2229"/>
                      <a:pt x="1333" y="1981"/>
                      <a:pt x="1333" y="1673"/>
                    </a:cubicBezTo>
                    <a:lnTo>
                      <a:pt x="1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26"/>
              <p:cNvSpPr/>
              <p:nvPr/>
            </p:nvSpPr>
            <p:spPr>
              <a:xfrm>
                <a:off x="7863395" y="3167285"/>
                <a:ext cx="405561" cy="57941"/>
              </a:xfrm>
              <a:custGeom>
                <a:rect b="b" l="l" r="r" t="t"/>
                <a:pathLst>
                  <a:path extrusionOk="0" h="2230" w="15609">
                    <a:moveTo>
                      <a:pt x="559" y="1"/>
                    </a:moveTo>
                    <a:cubicBezTo>
                      <a:pt x="251" y="1"/>
                      <a:pt x="0" y="249"/>
                      <a:pt x="0" y="557"/>
                    </a:cubicBezTo>
                    <a:lnTo>
                      <a:pt x="0" y="2219"/>
                    </a:lnTo>
                    <a:cubicBezTo>
                      <a:pt x="19" y="2224"/>
                      <a:pt x="26" y="2229"/>
                      <a:pt x="26" y="2229"/>
                    </a:cubicBezTo>
                    <a:lnTo>
                      <a:pt x="15608" y="2229"/>
                    </a:lnTo>
                    <a:lnTo>
                      <a:pt x="15608" y="557"/>
                    </a:lnTo>
                    <a:cubicBezTo>
                      <a:pt x="15608" y="249"/>
                      <a:pt x="15357" y="1"/>
                      <a:pt x="15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26"/>
              <p:cNvSpPr/>
              <p:nvPr/>
            </p:nvSpPr>
            <p:spPr>
              <a:xfrm>
                <a:off x="8234296" y="3167285"/>
                <a:ext cx="34661" cy="57941"/>
              </a:xfrm>
              <a:custGeom>
                <a:rect b="b" l="l" r="r" t="t"/>
                <a:pathLst>
                  <a:path extrusionOk="0" h="2230" w="1334">
                    <a:moveTo>
                      <a:pt x="1" y="1"/>
                    </a:moveTo>
                    <a:cubicBezTo>
                      <a:pt x="309" y="1"/>
                      <a:pt x="560" y="249"/>
                      <a:pt x="560" y="557"/>
                    </a:cubicBezTo>
                    <a:lnTo>
                      <a:pt x="560" y="2229"/>
                    </a:lnTo>
                    <a:lnTo>
                      <a:pt x="1333" y="2229"/>
                    </a:lnTo>
                    <a:lnTo>
                      <a:pt x="1333" y="557"/>
                    </a:lnTo>
                    <a:cubicBezTo>
                      <a:pt x="1333" y="249"/>
                      <a:pt x="1082"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26"/>
              <p:cNvSpPr/>
              <p:nvPr/>
            </p:nvSpPr>
            <p:spPr>
              <a:xfrm>
                <a:off x="7892366" y="3312086"/>
                <a:ext cx="347594" cy="72465"/>
              </a:xfrm>
              <a:custGeom>
                <a:rect b="b" l="l" r="r" t="t"/>
                <a:pathLst>
                  <a:path extrusionOk="0" h="2789" w="13378">
                    <a:moveTo>
                      <a:pt x="1" y="0"/>
                    </a:moveTo>
                    <a:lnTo>
                      <a:pt x="1" y="2229"/>
                    </a:lnTo>
                    <a:cubicBezTo>
                      <a:pt x="1" y="2537"/>
                      <a:pt x="249" y="2788"/>
                      <a:pt x="531" y="2788"/>
                    </a:cubicBezTo>
                    <a:lnTo>
                      <a:pt x="12792" y="2788"/>
                    </a:lnTo>
                    <a:cubicBezTo>
                      <a:pt x="13127" y="2788"/>
                      <a:pt x="13378" y="2537"/>
                      <a:pt x="13378" y="2229"/>
                    </a:cubicBezTo>
                    <a:lnTo>
                      <a:pt x="133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26"/>
              <p:cNvSpPr/>
              <p:nvPr/>
            </p:nvSpPr>
            <p:spPr>
              <a:xfrm>
                <a:off x="8205325" y="3312086"/>
                <a:ext cx="34635" cy="72465"/>
              </a:xfrm>
              <a:custGeom>
                <a:rect b="b" l="l" r="r" t="t"/>
                <a:pathLst>
                  <a:path extrusionOk="0" h="2789" w="1333">
                    <a:moveTo>
                      <a:pt x="559" y="0"/>
                    </a:moveTo>
                    <a:lnTo>
                      <a:pt x="559" y="2229"/>
                    </a:lnTo>
                    <a:cubicBezTo>
                      <a:pt x="559" y="2537"/>
                      <a:pt x="308" y="2788"/>
                      <a:pt x="0" y="2788"/>
                    </a:cubicBezTo>
                    <a:lnTo>
                      <a:pt x="776" y="2788"/>
                    </a:lnTo>
                    <a:cubicBezTo>
                      <a:pt x="1082" y="2788"/>
                      <a:pt x="1333" y="2537"/>
                      <a:pt x="1333" y="2229"/>
                    </a:cubicBez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26"/>
              <p:cNvSpPr/>
              <p:nvPr/>
            </p:nvSpPr>
            <p:spPr>
              <a:xfrm>
                <a:off x="7892366" y="3138315"/>
                <a:ext cx="347594" cy="217240"/>
              </a:xfrm>
              <a:custGeom>
                <a:rect b="b" l="l" r="r" t="t"/>
                <a:pathLst>
                  <a:path extrusionOk="0" h="8361" w="13378">
                    <a:moveTo>
                      <a:pt x="557" y="0"/>
                    </a:moveTo>
                    <a:cubicBezTo>
                      <a:pt x="249" y="0"/>
                      <a:pt x="1" y="251"/>
                      <a:pt x="1" y="557"/>
                    </a:cubicBezTo>
                    <a:lnTo>
                      <a:pt x="1" y="6688"/>
                    </a:lnTo>
                    <a:cubicBezTo>
                      <a:pt x="1" y="6997"/>
                      <a:pt x="249" y="7245"/>
                      <a:pt x="557" y="7245"/>
                    </a:cubicBezTo>
                    <a:lnTo>
                      <a:pt x="5574" y="7245"/>
                    </a:lnTo>
                    <a:cubicBezTo>
                      <a:pt x="6190" y="7245"/>
                      <a:pt x="6689" y="7744"/>
                      <a:pt x="6689" y="8361"/>
                    </a:cubicBezTo>
                    <a:cubicBezTo>
                      <a:pt x="6689" y="7744"/>
                      <a:pt x="7188" y="7245"/>
                      <a:pt x="7805" y="7245"/>
                    </a:cubicBezTo>
                    <a:lnTo>
                      <a:pt x="12821" y="7245"/>
                    </a:lnTo>
                    <a:cubicBezTo>
                      <a:pt x="13127" y="7245"/>
                      <a:pt x="13378" y="6997"/>
                      <a:pt x="13378" y="6688"/>
                    </a:cubicBezTo>
                    <a:lnTo>
                      <a:pt x="13378" y="557"/>
                    </a:lnTo>
                    <a:cubicBezTo>
                      <a:pt x="13378" y="251"/>
                      <a:pt x="13127" y="0"/>
                      <a:pt x="12792" y="0"/>
                    </a:cubicBezTo>
                    <a:lnTo>
                      <a:pt x="7805" y="0"/>
                    </a:lnTo>
                    <a:cubicBezTo>
                      <a:pt x="7303" y="0"/>
                      <a:pt x="6880" y="329"/>
                      <a:pt x="6739" y="784"/>
                    </a:cubicBezTo>
                    <a:cubicBezTo>
                      <a:pt x="6734" y="805"/>
                      <a:pt x="6713" y="821"/>
                      <a:pt x="6689" y="821"/>
                    </a:cubicBezTo>
                    <a:cubicBezTo>
                      <a:pt x="6666" y="821"/>
                      <a:pt x="6645" y="805"/>
                      <a:pt x="6640" y="784"/>
                    </a:cubicBezTo>
                    <a:cubicBezTo>
                      <a:pt x="6499" y="329"/>
                      <a:pt x="6075" y="0"/>
                      <a:pt x="5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26"/>
              <p:cNvSpPr/>
              <p:nvPr/>
            </p:nvSpPr>
            <p:spPr>
              <a:xfrm>
                <a:off x="8059563" y="3312086"/>
                <a:ext cx="13199" cy="72465"/>
              </a:xfrm>
              <a:custGeom>
                <a:rect b="b" l="l" r="r" t="t"/>
                <a:pathLst>
                  <a:path extrusionOk="0" h="2789" w="508">
                    <a:moveTo>
                      <a:pt x="1" y="0"/>
                    </a:moveTo>
                    <a:lnTo>
                      <a:pt x="1" y="2788"/>
                    </a:lnTo>
                    <a:lnTo>
                      <a:pt x="508" y="2788"/>
                    </a:lnTo>
                    <a:lnTo>
                      <a:pt x="5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26"/>
              <p:cNvSpPr/>
              <p:nvPr/>
            </p:nvSpPr>
            <p:spPr>
              <a:xfrm>
                <a:off x="8205325" y="3138315"/>
                <a:ext cx="34635" cy="188243"/>
              </a:xfrm>
              <a:custGeom>
                <a:rect b="b" l="l" r="r" t="t"/>
                <a:pathLst>
                  <a:path extrusionOk="0" h="7245" w="1333">
                    <a:moveTo>
                      <a:pt x="0" y="0"/>
                    </a:moveTo>
                    <a:cubicBezTo>
                      <a:pt x="308" y="0"/>
                      <a:pt x="559" y="251"/>
                      <a:pt x="559" y="557"/>
                    </a:cubicBezTo>
                    <a:lnTo>
                      <a:pt x="559" y="6688"/>
                    </a:lnTo>
                    <a:cubicBezTo>
                      <a:pt x="559" y="6997"/>
                      <a:pt x="308" y="7245"/>
                      <a:pt x="0" y="7245"/>
                    </a:cubicBezTo>
                    <a:lnTo>
                      <a:pt x="776" y="7245"/>
                    </a:lnTo>
                    <a:cubicBezTo>
                      <a:pt x="1082" y="7245"/>
                      <a:pt x="1333" y="6997"/>
                      <a:pt x="1333" y="6688"/>
                    </a:cubicBezTo>
                    <a:lnTo>
                      <a:pt x="1333" y="557"/>
                    </a:lnTo>
                    <a:cubicBezTo>
                      <a:pt x="1333" y="251"/>
                      <a:pt x="1082" y="0"/>
                      <a:pt x="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26"/>
              <p:cNvSpPr/>
              <p:nvPr/>
            </p:nvSpPr>
            <p:spPr>
              <a:xfrm>
                <a:off x="7892366" y="3348955"/>
                <a:ext cx="173147" cy="13173"/>
              </a:xfrm>
              <a:custGeom>
                <a:rect b="b" l="l" r="r" t="t"/>
                <a:pathLst>
                  <a:path extrusionOk="0" h="507" w="6664">
                    <a:moveTo>
                      <a:pt x="1" y="0"/>
                    </a:moveTo>
                    <a:lnTo>
                      <a:pt x="1" y="507"/>
                    </a:lnTo>
                    <a:lnTo>
                      <a:pt x="6410" y="507"/>
                    </a:lnTo>
                    <a:cubicBezTo>
                      <a:pt x="6551" y="507"/>
                      <a:pt x="6663" y="392"/>
                      <a:pt x="6663" y="254"/>
                    </a:cubicBezTo>
                    <a:cubicBezTo>
                      <a:pt x="6663" y="115"/>
                      <a:pt x="6551" y="0"/>
                      <a:pt x="64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26"/>
              <p:cNvSpPr/>
              <p:nvPr/>
            </p:nvSpPr>
            <p:spPr>
              <a:xfrm>
                <a:off x="8059563" y="3148967"/>
                <a:ext cx="13199" cy="206587"/>
              </a:xfrm>
              <a:custGeom>
                <a:rect b="b" l="l" r="r" t="t"/>
                <a:pathLst>
                  <a:path extrusionOk="0" h="7951" w="508">
                    <a:moveTo>
                      <a:pt x="1" y="0"/>
                    </a:moveTo>
                    <a:lnTo>
                      <a:pt x="1" y="7245"/>
                    </a:lnTo>
                    <a:cubicBezTo>
                      <a:pt x="160" y="7436"/>
                      <a:pt x="254" y="7681"/>
                      <a:pt x="254" y="7951"/>
                    </a:cubicBezTo>
                    <a:cubicBezTo>
                      <a:pt x="254" y="7681"/>
                      <a:pt x="348" y="7436"/>
                      <a:pt x="508" y="7245"/>
                    </a:cubicBezTo>
                    <a:lnTo>
                      <a:pt x="508" y="0"/>
                    </a:lnTo>
                    <a:cubicBezTo>
                      <a:pt x="416" y="107"/>
                      <a:pt x="348" y="235"/>
                      <a:pt x="304" y="374"/>
                    </a:cubicBezTo>
                    <a:cubicBezTo>
                      <a:pt x="299" y="395"/>
                      <a:pt x="278" y="411"/>
                      <a:pt x="254" y="411"/>
                    </a:cubicBezTo>
                    <a:cubicBezTo>
                      <a:pt x="231" y="411"/>
                      <a:pt x="210" y="395"/>
                      <a:pt x="205" y="374"/>
                    </a:cubicBezTo>
                    <a:cubicBezTo>
                      <a:pt x="160" y="235"/>
                      <a:pt x="92" y="10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26"/>
              <p:cNvSpPr/>
              <p:nvPr/>
            </p:nvSpPr>
            <p:spPr>
              <a:xfrm>
                <a:off x="8109606" y="3167285"/>
                <a:ext cx="101358" cy="28945"/>
              </a:xfrm>
              <a:custGeom>
                <a:rect b="b" l="l" r="r" t="t"/>
                <a:pathLst>
                  <a:path extrusionOk="0" h="1114" w="3901">
                    <a:moveTo>
                      <a:pt x="262" y="1"/>
                    </a:moveTo>
                    <a:cubicBezTo>
                      <a:pt x="118" y="1"/>
                      <a:pt x="0" y="116"/>
                      <a:pt x="0" y="262"/>
                    </a:cubicBezTo>
                    <a:lnTo>
                      <a:pt x="0" y="852"/>
                    </a:lnTo>
                    <a:cubicBezTo>
                      <a:pt x="0" y="996"/>
                      <a:pt x="118" y="1114"/>
                      <a:pt x="262" y="1114"/>
                    </a:cubicBezTo>
                    <a:lnTo>
                      <a:pt x="3640" y="1114"/>
                    </a:lnTo>
                    <a:cubicBezTo>
                      <a:pt x="3786" y="1114"/>
                      <a:pt x="3901" y="996"/>
                      <a:pt x="3901" y="852"/>
                    </a:cubicBezTo>
                    <a:lnTo>
                      <a:pt x="3901" y="262"/>
                    </a:lnTo>
                    <a:cubicBezTo>
                      <a:pt x="3901" y="116"/>
                      <a:pt x="3786" y="1"/>
                      <a:pt x="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26"/>
              <p:cNvSpPr/>
              <p:nvPr/>
            </p:nvSpPr>
            <p:spPr>
              <a:xfrm>
                <a:off x="8183864" y="3167285"/>
                <a:ext cx="27100" cy="28945"/>
              </a:xfrm>
              <a:custGeom>
                <a:rect b="b" l="l" r="r" t="t"/>
                <a:pathLst>
                  <a:path extrusionOk="0" h="1114" w="1043">
                    <a:moveTo>
                      <a:pt x="1" y="1"/>
                    </a:moveTo>
                    <a:cubicBezTo>
                      <a:pt x="149" y="1"/>
                      <a:pt x="270" y="121"/>
                      <a:pt x="270" y="270"/>
                    </a:cubicBezTo>
                    <a:lnTo>
                      <a:pt x="270" y="845"/>
                    </a:lnTo>
                    <a:cubicBezTo>
                      <a:pt x="270" y="994"/>
                      <a:pt x="149"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26"/>
              <p:cNvSpPr/>
              <p:nvPr/>
            </p:nvSpPr>
            <p:spPr>
              <a:xfrm>
                <a:off x="7921362" y="3167285"/>
                <a:ext cx="101384" cy="28945"/>
              </a:xfrm>
              <a:custGeom>
                <a:rect b="b" l="l" r="r" t="t"/>
                <a:pathLst>
                  <a:path extrusionOk="0" h="1114" w="3902">
                    <a:moveTo>
                      <a:pt x="262" y="1"/>
                    </a:moveTo>
                    <a:cubicBezTo>
                      <a:pt x="115" y="1"/>
                      <a:pt x="0" y="116"/>
                      <a:pt x="0" y="262"/>
                    </a:cubicBezTo>
                    <a:lnTo>
                      <a:pt x="0" y="852"/>
                    </a:lnTo>
                    <a:cubicBezTo>
                      <a:pt x="0" y="996"/>
                      <a:pt x="115" y="1114"/>
                      <a:pt x="262" y="1114"/>
                    </a:cubicBezTo>
                    <a:lnTo>
                      <a:pt x="3640" y="1114"/>
                    </a:lnTo>
                    <a:cubicBezTo>
                      <a:pt x="3784" y="1114"/>
                      <a:pt x="3901" y="996"/>
                      <a:pt x="3901" y="852"/>
                    </a:cubicBezTo>
                    <a:lnTo>
                      <a:pt x="3901" y="262"/>
                    </a:lnTo>
                    <a:cubicBezTo>
                      <a:pt x="3901" y="116"/>
                      <a:pt x="3784" y="1"/>
                      <a:pt x="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26"/>
              <p:cNvSpPr/>
              <p:nvPr/>
            </p:nvSpPr>
            <p:spPr>
              <a:xfrm>
                <a:off x="7995620" y="3167285"/>
                <a:ext cx="27126" cy="28945"/>
              </a:xfrm>
              <a:custGeom>
                <a:rect b="b" l="l" r="r" t="t"/>
                <a:pathLst>
                  <a:path extrusionOk="0" h="1114" w="1044">
                    <a:moveTo>
                      <a:pt x="1" y="1"/>
                    </a:moveTo>
                    <a:cubicBezTo>
                      <a:pt x="150" y="1"/>
                      <a:pt x="270" y="121"/>
                      <a:pt x="270" y="270"/>
                    </a:cubicBezTo>
                    <a:lnTo>
                      <a:pt x="270" y="845"/>
                    </a:lnTo>
                    <a:cubicBezTo>
                      <a:pt x="270" y="994"/>
                      <a:pt x="150"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26"/>
              <p:cNvSpPr/>
              <p:nvPr/>
            </p:nvSpPr>
            <p:spPr>
              <a:xfrm>
                <a:off x="8153724" y="3355528"/>
                <a:ext cx="57941" cy="57967"/>
              </a:xfrm>
              <a:custGeom>
                <a:rect b="b" l="l" r="r" t="t"/>
                <a:pathLst>
                  <a:path extrusionOk="0" h="2231" w="2230">
                    <a:moveTo>
                      <a:pt x="1" y="1"/>
                    </a:moveTo>
                    <a:lnTo>
                      <a:pt x="1" y="1952"/>
                    </a:lnTo>
                    <a:cubicBezTo>
                      <a:pt x="1" y="2120"/>
                      <a:pt x="138" y="2230"/>
                      <a:pt x="281" y="2230"/>
                    </a:cubicBezTo>
                    <a:cubicBezTo>
                      <a:pt x="349" y="2230"/>
                      <a:pt x="419" y="2205"/>
                      <a:pt x="476" y="2148"/>
                    </a:cubicBezTo>
                    <a:lnTo>
                      <a:pt x="918" y="1707"/>
                    </a:lnTo>
                    <a:cubicBezTo>
                      <a:pt x="972" y="1652"/>
                      <a:pt x="1044" y="1624"/>
                      <a:pt x="1115" y="1624"/>
                    </a:cubicBezTo>
                    <a:cubicBezTo>
                      <a:pt x="1186" y="1624"/>
                      <a:pt x="1257" y="1652"/>
                      <a:pt x="1312" y="1707"/>
                    </a:cubicBezTo>
                    <a:lnTo>
                      <a:pt x="1754" y="2148"/>
                    </a:lnTo>
                    <a:cubicBezTo>
                      <a:pt x="1811" y="2205"/>
                      <a:pt x="1882" y="2230"/>
                      <a:pt x="1950" y="2230"/>
                    </a:cubicBezTo>
                    <a:cubicBezTo>
                      <a:pt x="2093" y="2230"/>
                      <a:pt x="2229" y="2120"/>
                      <a:pt x="2229" y="1952"/>
                    </a:cubicBezTo>
                    <a:lnTo>
                      <a:pt x="2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26"/>
              <p:cNvSpPr/>
              <p:nvPr/>
            </p:nvSpPr>
            <p:spPr>
              <a:xfrm>
                <a:off x="8191528" y="3355528"/>
                <a:ext cx="20136" cy="57967"/>
              </a:xfrm>
              <a:custGeom>
                <a:rect b="b" l="l" r="r" t="t"/>
                <a:pathLst>
                  <a:path extrusionOk="0" h="2231" w="775">
                    <a:moveTo>
                      <a:pt x="1" y="1"/>
                    </a:moveTo>
                    <a:lnTo>
                      <a:pt x="1" y="1850"/>
                    </a:lnTo>
                    <a:lnTo>
                      <a:pt x="299" y="2148"/>
                    </a:lnTo>
                    <a:cubicBezTo>
                      <a:pt x="356" y="2205"/>
                      <a:pt x="427" y="2230"/>
                      <a:pt x="495" y="2230"/>
                    </a:cubicBezTo>
                    <a:cubicBezTo>
                      <a:pt x="638" y="2230"/>
                      <a:pt x="774" y="2120"/>
                      <a:pt x="774" y="1952"/>
                    </a:cubicBezTo>
                    <a:lnTo>
                      <a:pt x="7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26"/>
              <p:cNvSpPr/>
              <p:nvPr/>
            </p:nvSpPr>
            <p:spPr>
              <a:xfrm>
                <a:off x="8066838" y="3348955"/>
                <a:ext cx="173121" cy="13173"/>
              </a:xfrm>
              <a:custGeom>
                <a:rect b="b" l="l" r="r" t="t"/>
                <a:pathLst>
                  <a:path extrusionOk="0" h="507" w="6663">
                    <a:moveTo>
                      <a:pt x="254" y="0"/>
                    </a:moveTo>
                    <a:cubicBezTo>
                      <a:pt x="113" y="0"/>
                      <a:pt x="0" y="115"/>
                      <a:pt x="0" y="254"/>
                    </a:cubicBezTo>
                    <a:cubicBezTo>
                      <a:pt x="0" y="392"/>
                      <a:pt x="113" y="507"/>
                      <a:pt x="254" y="507"/>
                    </a:cubicBezTo>
                    <a:lnTo>
                      <a:pt x="6663" y="507"/>
                    </a:lnTo>
                    <a:lnTo>
                      <a:pt x="66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8" name="Google Shape;11468;p126"/>
            <p:cNvSpPr/>
            <p:nvPr/>
          </p:nvSpPr>
          <p:spPr>
            <a:xfrm>
              <a:off x="7913750" y="3529299"/>
              <a:ext cx="72465" cy="43469"/>
            </a:xfrm>
            <a:custGeom>
              <a:rect b="b" l="l" r="r" t="t"/>
              <a:pathLst>
                <a:path extrusionOk="0" h="1673" w="2789">
                  <a:moveTo>
                    <a:pt x="262" y="1"/>
                  </a:moveTo>
                  <a:cubicBezTo>
                    <a:pt x="118" y="1"/>
                    <a:pt x="1" y="118"/>
                    <a:pt x="1" y="262"/>
                  </a:cubicBezTo>
                  <a:lnTo>
                    <a:pt x="1" y="1412"/>
                  </a:lnTo>
                  <a:cubicBezTo>
                    <a:pt x="1" y="1555"/>
                    <a:pt x="118" y="1673"/>
                    <a:pt x="262" y="1673"/>
                  </a:cubicBezTo>
                  <a:lnTo>
                    <a:pt x="2527" y="1673"/>
                  </a:lnTo>
                  <a:cubicBezTo>
                    <a:pt x="2671" y="1673"/>
                    <a:pt x="2789" y="1555"/>
                    <a:pt x="2789" y="1412"/>
                  </a:cubicBezTo>
                  <a:lnTo>
                    <a:pt x="2789" y="262"/>
                  </a:lnTo>
                  <a:cubicBezTo>
                    <a:pt x="2789" y="118"/>
                    <a:pt x="2671" y="1"/>
                    <a:pt x="25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26"/>
            <p:cNvSpPr/>
            <p:nvPr/>
          </p:nvSpPr>
          <p:spPr>
            <a:xfrm>
              <a:off x="8145435" y="3529299"/>
              <a:ext cx="72465" cy="43469"/>
            </a:xfrm>
            <a:custGeom>
              <a:rect b="b" l="l" r="r" t="t"/>
              <a:pathLst>
                <a:path extrusionOk="0" h="1673" w="2789">
                  <a:moveTo>
                    <a:pt x="262" y="1"/>
                  </a:moveTo>
                  <a:cubicBezTo>
                    <a:pt x="118" y="1"/>
                    <a:pt x="1" y="118"/>
                    <a:pt x="1" y="262"/>
                  </a:cubicBezTo>
                  <a:lnTo>
                    <a:pt x="1" y="1412"/>
                  </a:lnTo>
                  <a:cubicBezTo>
                    <a:pt x="1" y="1555"/>
                    <a:pt x="118" y="1673"/>
                    <a:pt x="262" y="1673"/>
                  </a:cubicBezTo>
                  <a:lnTo>
                    <a:pt x="2527" y="1673"/>
                  </a:lnTo>
                  <a:cubicBezTo>
                    <a:pt x="2671" y="1673"/>
                    <a:pt x="2788" y="1555"/>
                    <a:pt x="2788" y="1412"/>
                  </a:cubicBezTo>
                  <a:lnTo>
                    <a:pt x="2788" y="262"/>
                  </a:lnTo>
                  <a:cubicBezTo>
                    <a:pt x="2788" y="118"/>
                    <a:pt x="2671" y="1"/>
                    <a:pt x="25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26"/>
            <p:cNvSpPr/>
            <p:nvPr/>
          </p:nvSpPr>
          <p:spPr>
            <a:xfrm>
              <a:off x="8029631" y="3529299"/>
              <a:ext cx="72387" cy="43469"/>
            </a:xfrm>
            <a:custGeom>
              <a:rect b="b" l="l" r="r" t="t"/>
              <a:pathLst>
                <a:path extrusionOk="0" h="1673" w="2786">
                  <a:moveTo>
                    <a:pt x="262" y="1"/>
                  </a:moveTo>
                  <a:cubicBezTo>
                    <a:pt x="116" y="1"/>
                    <a:pt x="1" y="118"/>
                    <a:pt x="1" y="262"/>
                  </a:cubicBezTo>
                  <a:lnTo>
                    <a:pt x="1" y="1412"/>
                  </a:lnTo>
                  <a:cubicBezTo>
                    <a:pt x="1" y="1555"/>
                    <a:pt x="116" y="1673"/>
                    <a:pt x="262" y="1673"/>
                  </a:cubicBezTo>
                  <a:lnTo>
                    <a:pt x="2524" y="1673"/>
                  </a:lnTo>
                  <a:cubicBezTo>
                    <a:pt x="2671" y="1673"/>
                    <a:pt x="2786" y="1555"/>
                    <a:pt x="2786" y="1412"/>
                  </a:cubicBezTo>
                  <a:lnTo>
                    <a:pt x="2786" y="262"/>
                  </a:lnTo>
                  <a:cubicBezTo>
                    <a:pt x="2786" y="118"/>
                    <a:pt x="2671" y="1"/>
                    <a:pt x="25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26"/>
            <p:cNvSpPr/>
            <p:nvPr/>
          </p:nvSpPr>
          <p:spPr>
            <a:xfrm>
              <a:off x="8190801" y="3529299"/>
              <a:ext cx="27100" cy="43469"/>
            </a:xfrm>
            <a:custGeom>
              <a:rect b="b" l="l" r="r" t="t"/>
              <a:pathLst>
                <a:path extrusionOk="0" h="1673" w="1043">
                  <a:moveTo>
                    <a:pt x="0" y="1"/>
                  </a:moveTo>
                  <a:cubicBezTo>
                    <a:pt x="149" y="1"/>
                    <a:pt x="269" y="121"/>
                    <a:pt x="269" y="270"/>
                  </a:cubicBezTo>
                  <a:lnTo>
                    <a:pt x="269" y="1404"/>
                  </a:lnTo>
                  <a:cubicBezTo>
                    <a:pt x="269" y="1553"/>
                    <a:pt x="149" y="1673"/>
                    <a:pt x="0" y="1673"/>
                  </a:cubicBezTo>
                  <a:lnTo>
                    <a:pt x="773" y="1673"/>
                  </a:lnTo>
                  <a:cubicBezTo>
                    <a:pt x="922" y="1673"/>
                    <a:pt x="1042" y="1553"/>
                    <a:pt x="1042" y="1404"/>
                  </a:cubicBezTo>
                  <a:lnTo>
                    <a:pt x="1042" y="270"/>
                  </a:lnTo>
                  <a:cubicBezTo>
                    <a:pt x="1042" y="121"/>
                    <a:pt x="922" y="1"/>
                    <a:pt x="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26"/>
            <p:cNvSpPr/>
            <p:nvPr/>
          </p:nvSpPr>
          <p:spPr>
            <a:xfrm>
              <a:off x="8074971" y="3529299"/>
              <a:ext cx="27178" cy="43469"/>
            </a:xfrm>
            <a:custGeom>
              <a:rect b="b" l="l" r="r" t="t"/>
              <a:pathLst>
                <a:path extrusionOk="0" h="1673" w="1046">
                  <a:moveTo>
                    <a:pt x="1" y="1"/>
                  </a:moveTo>
                  <a:cubicBezTo>
                    <a:pt x="150" y="1"/>
                    <a:pt x="273" y="121"/>
                    <a:pt x="273" y="270"/>
                  </a:cubicBezTo>
                  <a:lnTo>
                    <a:pt x="273" y="1404"/>
                  </a:lnTo>
                  <a:cubicBezTo>
                    <a:pt x="273" y="1553"/>
                    <a:pt x="150" y="1673"/>
                    <a:pt x="1" y="1673"/>
                  </a:cubicBezTo>
                  <a:lnTo>
                    <a:pt x="777" y="1673"/>
                  </a:lnTo>
                  <a:cubicBezTo>
                    <a:pt x="926" y="1673"/>
                    <a:pt x="1046" y="1553"/>
                    <a:pt x="1046" y="1404"/>
                  </a:cubicBezTo>
                  <a:lnTo>
                    <a:pt x="1046" y="270"/>
                  </a:lnTo>
                  <a:cubicBezTo>
                    <a:pt x="1046" y="121"/>
                    <a:pt x="926" y="1"/>
                    <a:pt x="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26"/>
            <p:cNvSpPr/>
            <p:nvPr/>
          </p:nvSpPr>
          <p:spPr>
            <a:xfrm>
              <a:off x="7959037" y="3529299"/>
              <a:ext cx="27178" cy="43469"/>
            </a:xfrm>
            <a:custGeom>
              <a:rect b="b" l="l" r="r" t="t"/>
              <a:pathLst>
                <a:path extrusionOk="0" h="1673" w="1046">
                  <a:moveTo>
                    <a:pt x="0" y="1"/>
                  </a:moveTo>
                  <a:cubicBezTo>
                    <a:pt x="149" y="1"/>
                    <a:pt x="270" y="121"/>
                    <a:pt x="270" y="270"/>
                  </a:cubicBezTo>
                  <a:lnTo>
                    <a:pt x="270" y="1404"/>
                  </a:lnTo>
                  <a:cubicBezTo>
                    <a:pt x="270" y="1553"/>
                    <a:pt x="149" y="1673"/>
                    <a:pt x="0" y="1673"/>
                  </a:cubicBezTo>
                  <a:lnTo>
                    <a:pt x="776" y="1673"/>
                  </a:lnTo>
                  <a:cubicBezTo>
                    <a:pt x="923" y="1673"/>
                    <a:pt x="1046" y="1553"/>
                    <a:pt x="1046" y="1404"/>
                  </a:cubicBezTo>
                  <a:lnTo>
                    <a:pt x="1046" y="270"/>
                  </a:lnTo>
                  <a:cubicBezTo>
                    <a:pt x="1046" y="121"/>
                    <a:pt x="923" y="1"/>
                    <a:pt x="7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126"/>
          <p:cNvGrpSpPr/>
          <p:nvPr/>
        </p:nvGrpSpPr>
        <p:grpSpPr>
          <a:xfrm>
            <a:off x="860592" y="3782863"/>
            <a:ext cx="434453" cy="405483"/>
            <a:chOff x="860592" y="3782862"/>
            <a:chExt cx="434453" cy="405483"/>
          </a:xfrm>
        </p:grpSpPr>
        <p:sp>
          <p:nvSpPr>
            <p:cNvPr id="11475" name="Google Shape;11475;p126"/>
            <p:cNvSpPr/>
            <p:nvPr/>
          </p:nvSpPr>
          <p:spPr>
            <a:xfrm>
              <a:off x="894525" y="3855276"/>
              <a:ext cx="366587" cy="28945"/>
            </a:xfrm>
            <a:custGeom>
              <a:rect b="b" l="l" r="r" t="t"/>
              <a:pathLst>
                <a:path extrusionOk="0" h="1114" w="14109">
                  <a:moveTo>
                    <a:pt x="0" y="1"/>
                  </a:moveTo>
                  <a:lnTo>
                    <a:pt x="0" y="1114"/>
                  </a:lnTo>
                  <a:lnTo>
                    <a:pt x="14109" y="1114"/>
                  </a:lnTo>
                  <a:lnTo>
                    <a:pt x="14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26"/>
            <p:cNvSpPr/>
            <p:nvPr/>
          </p:nvSpPr>
          <p:spPr>
            <a:xfrm>
              <a:off x="860592" y="3821940"/>
              <a:ext cx="43469" cy="190919"/>
            </a:xfrm>
            <a:custGeom>
              <a:rect b="b" l="l" r="r" t="t"/>
              <a:pathLst>
                <a:path extrusionOk="0" h="7348" w="1673">
                  <a:moveTo>
                    <a:pt x="836" y="1"/>
                  </a:moveTo>
                  <a:lnTo>
                    <a:pt x="0" y="168"/>
                  </a:lnTo>
                  <a:lnTo>
                    <a:pt x="0" y="7178"/>
                  </a:lnTo>
                  <a:lnTo>
                    <a:pt x="836" y="7348"/>
                  </a:lnTo>
                  <a:lnTo>
                    <a:pt x="1672" y="7178"/>
                  </a:lnTo>
                  <a:lnTo>
                    <a:pt x="1672" y="168"/>
                  </a:lnTo>
                  <a:lnTo>
                    <a:pt x="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26"/>
            <p:cNvSpPr/>
            <p:nvPr/>
          </p:nvSpPr>
          <p:spPr>
            <a:xfrm>
              <a:off x="883924" y="3822226"/>
              <a:ext cx="20136" cy="190296"/>
            </a:xfrm>
            <a:custGeom>
              <a:rect b="b" l="l" r="r" t="t"/>
              <a:pathLst>
                <a:path extrusionOk="0" h="7324" w="775">
                  <a:moveTo>
                    <a:pt x="1" y="0"/>
                  </a:moveTo>
                  <a:lnTo>
                    <a:pt x="1" y="7324"/>
                  </a:lnTo>
                  <a:lnTo>
                    <a:pt x="774" y="7167"/>
                  </a:lnTo>
                  <a:lnTo>
                    <a:pt x="774" y="15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26"/>
            <p:cNvSpPr/>
            <p:nvPr/>
          </p:nvSpPr>
          <p:spPr>
            <a:xfrm>
              <a:off x="860592" y="4008417"/>
              <a:ext cx="43469" cy="43469"/>
            </a:xfrm>
            <a:custGeom>
              <a:rect b="b" l="l" r="r" t="t"/>
              <a:pathLst>
                <a:path extrusionOk="0" h="1673" w="1673">
                  <a:moveTo>
                    <a:pt x="0" y="1"/>
                  </a:moveTo>
                  <a:lnTo>
                    <a:pt x="0" y="1135"/>
                  </a:lnTo>
                  <a:cubicBezTo>
                    <a:pt x="0" y="1433"/>
                    <a:pt x="240" y="1673"/>
                    <a:pt x="538" y="1673"/>
                  </a:cubicBezTo>
                  <a:lnTo>
                    <a:pt x="1403" y="1673"/>
                  </a:lnTo>
                  <a:cubicBezTo>
                    <a:pt x="1552" y="1673"/>
                    <a:pt x="1672" y="1553"/>
                    <a:pt x="1672" y="1404"/>
                  </a:cubicBezTo>
                  <a:lnTo>
                    <a:pt x="16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26"/>
            <p:cNvSpPr/>
            <p:nvPr/>
          </p:nvSpPr>
          <p:spPr>
            <a:xfrm>
              <a:off x="860592" y="3782862"/>
              <a:ext cx="43469" cy="43469"/>
            </a:xfrm>
            <a:custGeom>
              <a:rect b="b" l="l" r="r" t="t"/>
              <a:pathLst>
                <a:path extrusionOk="0" h="1673" w="1673">
                  <a:moveTo>
                    <a:pt x="538" y="0"/>
                  </a:moveTo>
                  <a:cubicBezTo>
                    <a:pt x="240" y="0"/>
                    <a:pt x="0" y="240"/>
                    <a:pt x="0" y="538"/>
                  </a:cubicBezTo>
                  <a:lnTo>
                    <a:pt x="0" y="1672"/>
                  </a:lnTo>
                  <a:lnTo>
                    <a:pt x="1672" y="1672"/>
                  </a:lnTo>
                  <a:lnTo>
                    <a:pt x="1672" y="269"/>
                  </a:lnTo>
                  <a:cubicBezTo>
                    <a:pt x="1672" y="120"/>
                    <a:pt x="1552" y="0"/>
                    <a:pt x="14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26"/>
            <p:cNvSpPr/>
            <p:nvPr/>
          </p:nvSpPr>
          <p:spPr>
            <a:xfrm>
              <a:off x="933005" y="3797309"/>
              <a:ext cx="50666" cy="238961"/>
            </a:xfrm>
            <a:custGeom>
              <a:rect b="b" l="l" r="r" t="t"/>
              <a:pathLst>
                <a:path extrusionOk="0" h="9197" w="1950">
                  <a:moveTo>
                    <a:pt x="262" y="1"/>
                  </a:moveTo>
                  <a:cubicBezTo>
                    <a:pt x="116" y="1"/>
                    <a:pt x="1" y="118"/>
                    <a:pt x="1" y="262"/>
                  </a:cubicBezTo>
                  <a:lnTo>
                    <a:pt x="1" y="8936"/>
                  </a:lnTo>
                  <a:cubicBezTo>
                    <a:pt x="1" y="9079"/>
                    <a:pt x="116" y="9197"/>
                    <a:pt x="262" y="9197"/>
                  </a:cubicBezTo>
                  <a:lnTo>
                    <a:pt x="1688" y="9197"/>
                  </a:lnTo>
                  <a:cubicBezTo>
                    <a:pt x="1835" y="9197"/>
                    <a:pt x="1950" y="9082"/>
                    <a:pt x="1950" y="8936"/>
                  </a:cubicBezTo>
                  <a:lnTo>
                    <a:pt x="1950" y="262"/>
                  </a:lnTo>
                  <a:cubicBezTo>
                    <a:pt x="1950" y="118"/>
                    <a:pt x="1835" y="1"/>
                    <a:pt x="16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26"/>
            <p:cNvSpPr/>
            <p:nvPr/>
          </p:nvSpPr>
          <p:spPr>
            <a:xfrm>
              <a:off x="1012642" y="3797309"/>
              <a:ext cx="50718" cy="210043"/>
            </a:xfrm>
            <a:custGeom>
              <a:rect b="b" l="l" r="r" t="t"/>
              <a:pathLst>
                <a:path extrusionOk="0" h="8084" w="1952">
                  <a:moveTo>
                    <a:pt x="262" y="1"/>
                  </a:moveTo>
                  <a:cubicBezTo>
                    <a:pt x="118" y="1"/>
                    <a:pt x="0" y="118"/>
                    <a:pt x="0" y="262"/>
                  </a:cubicBezTo>
                  <a:lnTo>
                    <a:pt x="0" y="7823"/>
                  </a:lnTo>
                  <a:cubicBezTo>
                    <a:pt x="0" y="7966"/>
                    <a:pt x="118" y="8084"/>
                    <a:pt x="262" y="8084"/>
                  </a:cubicBezTo>
                  <a:lnTo>
                    <a:pt x="1691" y="8084"/>
                  </a:lnTo>
                  <a:cubicBezTo>
                    <a:pt x="1834" y="8084"/>
                    <a:pt x="1952" y="7966"/>
                    <a:pt x="1952" y="7823"/>
                  </a:cubicBezTo>
                  <a:lnTo>
                    <a:pt x="1952" y="262"/>
                  </a:lnTo>
                  <a:cubicBezTo>
                    <a:pt x="1952" y="118"/>
                    <a:pt x="1834" y="1"/>
                    <a:pt x="16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26"/>
            <p:cNvSpPr/>
            <p:nvPr/>
          </p:nvSpPr>
          <p:spPr>
            <a:xfrm>
              <a:off x="1092252" y="3797309"/>
              <a:ext cx="50744" cy="181072"/>
            </a:xfrm>
            <a:custGeom>
              <a:rect b="b" l="l" r="r" t="t"/>
              <a:pathLst>
                <a:path extrusionOk="0" h="6969" w="1953">
                  <a:moveTo>
                    <a:pt x="262" y="1"/>
                  </a:moveTo>
                  <a:cubicBezTo>
                    <a:pt x="119" y="1"/>
                    <a:pt x="1" y="118"/>
                    <a:pt x="1" y="262"/>
                  </a:cubicBezTo>
                  <a:lnTo>
                    <a:pt x="1" y="6707"/>
                  </a:lnTo>
                  <a:cubicBezTo>
                    <a:pt x="1" y="6851"/>
                    <a:pt x="119" y="6968"/>
                    <a:pt x="262" y="6968"/>
                  </a:cubicBezTo>
                  <a:lnTo>
                    <a:pt x="1691" y="6968"/>
                  </a:lnTo>
                  <a:cubicBezTo>
                    <a:pt x="1835" y="6968"/>
                    <a:pt x="1953" y="6851"/>
                    <a:pt x="1953" y="6707"/>
                  </a:cubicBezTo>
                  <a:lnTo>
                    <a:pt x="1953" y="262"/>
                  </a:lnTo>
                  <a:cubicBezTo>
                    <a:pt x="1953" y="118"/>
                    <a:pt x="1835" y="1"/>
                    <a:pt x="16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26"/>
            <p:cNvSpPr/>
            <p:nvPr/>
          </p:nvSpPr>
          <p:spPr>
            <a:xfrm>
              <a:off x="1171966" y="3797309"/>
              <a:ext cx="50666" cy="152076"/>
            </a:xfrm>
            <a:custGeom>
              <a:rect b="b" l="l" r="r" t="t"/>
              <a:pathLst>
                <a:path extrusionOk="0" h="5853" w="1950">
                  <a:moveTo>
                    <a:pt x="261" y="1"/>
                  </a:moveTo>
                  <a:cubicBezTo>
                    <a:pt x="115" y="1"/>
                    <a:pt x="0" y="118"/>
                    <a:pt x="0" y="262"/>
                  </a:cubicBezTo>
                  <a:lnTo>
                    <a:pt x="0" y="5592"/>
                  </a:lnTo>
                  <a:cubicBezTo>
                    <a:pt x="0" y="5735"/>
                    <a:pt x="115" y="5853"/>
                    <a:pt x="261" y="5853"/>
                  </a:cubicBezTo>
                  <a:lnTo>
                    <a:pt x="1688" y="5853"/>
                  </a:lnTo>
                  <a:cubicBezTo>
                    <a:pt x="1834" y="5853"/>
                    <a:pt x="1949" y="5738"/>
                    <a:pt x="1949" y="5592"/>
                  </a:cubicBezTo>
                  <a:lnTo>
                    <a:pt x="1949" y="262"/>
                  </a:lnTo>
                  <a:cubicBezTo>
                    <a:pt x="1949" y="118"/>
                    <a:pt x="1834" y="1"/>
                    <a:pt x="16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26"/>
            <p:cNvSpPr/>
            <p:nvPr/>
          </p:nvSpPr>
          <p:spPr>
            <a:xfrm>
              <a:off x="1195506" y="3797309"/>
              <a:ext cx="27126" cy="152076"/>
            </a:xfrm>
            <a:custGeom>
              <a:rect b="b" l="l" r="r" t="t"/>
              <a:pathLst>
                <a:path extrusionOk="0" h="5853" w="1044">
                  <a:moveTo>
                    <a:pt x="1" y="1"/>
                  </a:moveTo>
                  <a:cubicBezTo>
                    <a:pt x="150" y="1"/>
                    <a:pt x="270" y="121"/>
                    <a:pt x="270" y="270"/>
                  </a:cubicBezTo>
                  <a:lnTo>
                    <a:pt x="270" y="5584"/>
                  </a:lnTo>
                  <a:cubicBezTo>
                    <a:pt x="270" y="5733"/>
                    <a:pt x="150" y="5853"/>
                    <a:pt x="1" y="5853"/>
                  </a:cubicBezTo>
                  <a:lnTo>
                    <a:pt x="774" y="5853"/>
                  </a:lnTo>
                  <a:cubicBezTo>
                    <a:pt x="923" y="5853"/>
                    <a:pt x="1043" y="5733"/>
                    <a:pt x="1043" y="5584"/>
                  </a:cubicBezTo>
                  <a:lnTo>
                    <a:pt x="1043" y="270"/>
                  </a:lnTo>
                  <a:cubicBezTo>
                    <a:pt x="1043" y="121"/>
                    <a:pt x="923"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26"/>
            <p:cNvSpPr/>
            <p:nvPr/>
          </p:nvSpPr>
          <p:spPr>
            <a:xfrm>
              <a:off x="1115896" y="3797309"/>
              <a:ext cx="27100" cy="181072"/>
            </a:xfrm>
            <a:custGeom>
              <a:rect b="b" l="l" r="r" t="t"/>
              <a:pathLst>
                <a:path extrusionOk="0" h="6969" w="1043">
                  <a:moveTo>
                    <a:pt x="0" y="1"/>
                  </a:moveTo>
                  <a:cubicBezTo>
                    <a:pt x="149" y="1"/>
                    <a:pt x="269" y="121"/>
                    <a:pt x="269" y="270"/>
                  </a:cubicBezTo>
                  <a:lnTo>
                    <a:pt x="269" y="6699"/>
                  </a:lnTo>
                  <a:cubicBezTo>
                    <a:pt x="269" y="6848"/>
                    <a:pt x="149" y="6968"/>
                    <a:pt x="0" y="6968"/>
                  </a:cubicBezTo>
                  <a:lnTo>
                    <a:pt x="773" y="6968"/>
                  </a:lnTo>
                  <a:cubicBezTo>
                    <a:pt x="922" y="6968"/>
                    <a:pt x="1043" y="6848"/>
                    <a:pt x="1043" y="6699"/>
                  </a:cubicBezTo>
                  <a:lnTo>
                    <a:pt x="1043" y="270"/>
                  </a:lnTo>
                  <a:cubicBezTo>
                    <a:pt x="1043" y="121"/>
                    <a:pt x="922" y="1"/>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26"/>
            <p:cNvSpPr/>
            <p:nvPr/>
          </p:nvSpPr>
          <p:spPr>
            <a:xfrm>
              <a:off x="1036182" y="3797309"/>
              <a:ext cx="27126" cy="210043"/>
            </a:xfrm>
            <a:custGeom>
              <a:rect b="b" l="l" r="r" t="t"/>
              <a:pathLst>
                <a:path extrusionOk="0" h="8084" w="1044">
                  <a:moveTo>
                    <a:pt x="1" y="1"/>
                  </a:moveTo>
                  <a:cubicBezTo>
                    <a:pt x="150" y="1"/>
                    <a:pt x="270" y="121"/>
                    <a:pt x="270" y="270"/>
                  </a:cubicBezTo>
                  <a:lnTo>
                    <a:pt x="270" y="7815"/>
                  </a:lnTo>
                  <a:cubicBezTo>
                    <a:pt x="270" y="7961"/>
                    <a:pt x="150" y="8084"/>
                    <a:pt x="1" y="8084"/>
                  </a:cubicBezTo>
                  <a:lnTo>
                    <a:pt x="774" y="8084"/>
                  </a:lnTo>
                  <a:cubicBezTo>
                    <a:pt x="923" y="8084"/>
                    <a:pt x="1043" y="7961"/>
                    <a:pt x="1043" y="7815"/>
                  </a:cubicBezTo>
                  <a:lnTo>
                    <a:pt x="1043" y="270"/>
                  </a:lnTo>
                  <a:cubicBezTo>
                    <a:pt x="1043" y="121"/>
                    <a:pt x="923" y="1"/>
                    <a:pt x="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26"/>
            <p:cNvSpPr/>
            <p:nvPr/>
          </p:nvSpPr>
          <p:spPr>
            <a:xfrm>
              <a:off x="956493" y="3797309"/>
              <a:ext cx="27178" cy="238961"/>
            </a:xfrm>
            <a:custGeom>
              <a:rect b="b" l="l" r="r" t="t"/>
              <a:pathLst>
                <a:path extrusionOk="0" h="9197" w="1046">
                  <a:moveTo>
                    <a:pt x="1" y="1"/>
                  </a:moveTo>
                  <a:cubicBezTo>
                    <a:pt x="150" y="1"/>
                    <a:pt x="270" y="121"/>
                    <a:pt x="270" y="270"/>
                  </a:cubicBezTo>
                  <a:lnTo>
                    <a:pt x="270" y="8928"/>
                  </a:lnTo>
                  <a:cubicBezTo>
                    <a:pt x="270" y="9077"/>
                    <a:pt x="150" y="9197"/>
                    <a:pt x="1" y="9197"/>
                  </a:cubicBezTo>
                  <a:lnTo>
                    <a:pt x="777" y="9197"/>
                  </a:lnTo>
                  <a:cubicBezTo>
                    <a:pt x="923" y="9197"/>
                    <a:pt x="1046" y="9077"/>
                    <a:pt x="1046" y="8928"/>
                  </a:cubicBezTo>
                  <a:lnTo>
                    <a:pt x="1046" y="270"/>
                  </a:lnTo>
                  <a:cubicBezTo>
                    <a:pt x="1046" y="121"/>
                    <a:pt x="923" y="1"/>
                    <a:pt x="7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26"/>
            <p:cNvSpPr/>
            <p:nvPr/>
          </p:nvSpPr>
          <p:spPr>
            <a:xfrm>
              <a:off x="949972" y="3863148"/>
              <a:ext cx="16733" cy="13199"/>
            </a:xfrm>
            <a:custGeom>
              <a:rect b="b" l="l" r="r" t="t"/>
              <a:pathLst>
                <a:path extrusionOk="0" h="508" w="644">
                  <a:moveTo>
                    <a:pt x="252" y="1"/>
                  </a:moveTo>
                  <a:cubicBezTo>
                    <a:pt x="113" y="1"/>
                    <a:pt x="1" y="116"/>
                    <a:pt x="1" y="254"/>
                  </a:cubicBezTo>
                  <a:cubicBezTo>
                    <a:pt x="1" y="393"/>
                    <a:pt x="113" y="508"/>
                    <a:pt x="252" y="508"/>
                  </a:cubicBezTo>
                  <a:lnTo>
                    <a:pt x="393" y="508"/>
                  </a:lnTo>
                  <a:cubicBezTo>
                    <a:pt x="531" y="508"/>
                    <a:pt x="644" y="393"/>
                    <a:pt x="644" y="254"/>
                  </a:cubicBezTo>
                  <a:cubicBezTo>
                    <a:pt x="644" y="116"/>
                    <a:pt x="531"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26"/>
            <p:cNvSpPr/>
            <p:nvPr/>
          </p:nvSpPr>
          <p:spPr>
            <a:xfrm>
              <a:off x="1029608" y="3863148"/>
              <a:ext cx="16785" cy="13199"/>
            </a:xfrm>
            <a:custGeom>
              <a:rect b="b" l="l" r="r" t="t"/>
              <a:pathLst>
                <a:path extrusionOk="0" h="508" w="646">
                  <a:moveTo>
                    <a:pt x="254" y="1"/>
                  </a:moveTo>
                  <a:cubicBezTo>
                    <a:pt x="113" y="1"/>
                    <a:pt x="0" y="116"/>
                    <a:pt x="0" y="254"/>
                  </a:cubicBezTo>
                  <a:cubicBezTo>
                    <a:pt x="0" y="393"/>
                    <a:pt x="113" y="508"/>
                    <a:pt x="254" y="508"/>
                  </a:cubicBezTo>
                  <a:lnTo>
                    <a:pt x="392" y="508"/>
                  </a:lnTo>
                  <a:cubicBezTo>
                    <a:pt x="531" y="508"/>
                    <a:pt x="646" y="393"/>
                    <a:pt x="646" y="254"/>
                  </a:cubicBezTo>
                  <a:cubicBezTo>
                    <a:pt x="646" y="116"/>
                    <a:pt x="531"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26"/>
            <p:cNvSpPr/>
            <p:nvPr/>
          </p:nvSpPr>
          <p:spPr>
            <a:xfrm>
              <a:off x="1109245" y="3863148"/>
              <a:ext cx="16785" cy="13199"/>
            </a:xfrm>
            <a:custGeom>
              <a:rect b="b" l="l" r="r" t="t"/>
              <a:pathLst>
                <a:path extrusionOk="0" h="508" w="646">
                  <a:moveTo>
                    <a:pt x="254" y="1"/>
                  </a:moveTo>
                  <a:cubicBezTo>
                    <a:pt x="115" y="1"/>
                    <a:pt x="0" y="116"/>
                    <a:pt x="0" y="254"/>
                  </a:cubicBezTo>
                  <a:cubicBezTo>
                    <a:pt x="0" y="393"/>
                    <a:pt x="115" y="508"/>
                    <a:pt x="254" y="508"/>
                  </a:cubicBezTo>
                  <a:lnTo>
                    <a:pt x="392" y="508"/>
                  </a:lnTo>
                  <a:cubicBezTo>
                    <a:pt x="533" y="508"/>
                    <a:pt x="645" y="393"/>
                    <a:pt x="645" y="254"/>
                  </a:cubicBezTo>
                  <a:cubicBezTo>
                    <a:pt x="645" y="116"/>
                    <a:pt x="533"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26"/>
            <p:cNvSpPr/>
            <p:nvPr/>
          </p:nvSpPr>
          <p:spPr>
            <a:xfrm>
              <a:off x="1188309" y="3863148"/>
              <a:ext cx="16811" cy="13199"/>
            </a:xfrm>
            <a:custGeom>
              <a:rect b="b" l="l" r="r" t="t"/>
              <a:pathLst>
                <a:path extrusionOk="0" h="508" w="647">
                  <a:moveTo>
                    <a:pt x="254" y="1"/>
                  </a:moveTo>
                  <a:cubicBezTo>
                    <a:pt x="116" y="1"/>
                    <a:pt x="1" y="116"/>
                    <a:pt x="1" y="254"/>
                  </a:cubicBezTo>
                  <a:cubicBezTo>
                    <a:pt x="1" y="393"/>
                    <a:pt x="116" y="508"/>
                    <a:pt x="254" y="508"/>
                  </a:cubicBezTo>
                  <a:lnTo>
                    <a:pt x="393" y="508"/>
                  </a:lnTo>
                  <a:cubicBezTo>
                    <a:pt x="534" y="508"/>
                    <a:pt x="646" y="393"/>
                    <a:pt x="646" y="254"/>
                  </a:cubicBezTo>
                  <a:cubicBezTo>
                    <a:pt x="646" y="116"/>
                    <a:pt x="534"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26"/>
            <p:cNvSpPr/>
            <p:nvPr/>
          </p:nvSpPr>
          <p:spPr>
            <a:xfrm>
              <a:off x="933005" y="4086962"/>
              <a:ext cx="318597" cy="29022"/>
            </a:xfrm>
            <a:custGeom>
              <a:rect b="b" l="l" r="r" t="t"/>
              <a:pathLst>
                <a:path extrusionOk="0" h="1117" w="12262">
                  <a:moveTo>
                    <a:pt x="1" y="1"/>
                  </a:moveTo>
                  <a:lnTo>
                    <a:pt x="1" y="1116"/>
                  </a:lnTo>
                  <a:lnTo>
                    <a:pt x="11982" y="1116"/>
                  </a:lnTo>
                  <a:cubicBezTo>
                    <a:pt x="12136" y="1116"/>
                    <a:pt x="12262" y="991"/>
                    <a:pt x="12262" y="837"/>
                  </a:cubicBezTo>
                  <a:lnTo>
                    <a:pt x="12262" y="280"/>
                  </a:lnTo>
                  <a:cubicBezTo>
                    <a:pt x="12262" y="126"/>
                    <a:pt x="12136" y="1"/>
                    <a:pt x="119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26"/>
            <p:cNvSpPr/>
            <p:nvPr/>
          </p:nvSpPr>
          <p:spPr>
            <a:xfrm>
              <a:off x="1201560" y="4086962"/>
              <a:ext cx="13199" cy="29022"/>
            </a:xfrm>
            <a:custGeom>
              <a:rect b="b" l="l" r="r" t="t"/>
              <a:pathLst>
                <a:path extrusionOk="0" h="1117" w="508">
                  <a:moveTo>
                    <a:pt x="0" y="1"/>
                  </a:moveTo>
                  <a:lnTo>
                    <a:pt x="0" y="1116"/>
                  </a:lnTo>
                  <a:lnTo>
                    <a:pt x="507" y="1116"/>
                  </a:lnTo>
                  <a:lnTo>
                    <a:pt x="5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26"/>
            <p:cNvSpPr/>
            <p:nvPr/>
          </p:nvSpPr>
          <p:spPr>
            <a:xfrm>
              <a:off x="1224217" y="4086962"/>
              <a:ext cx="27386" cy="29022"/>
            </a:xfrm>
            <a:custGeom>
              <a:rect b="b" l="l" r="r" t="t"/>
              <a:pathLst>
                <a:path extrusionOk="0" h="1117" w="1054">
                  <a:moveTo>
                    <a:pt x="1" y="1"/>
                  </a:moveTo>
                  <a:cubicBezTo>
                    <a:pt x="155" y="1"/>
                    <a:pt x="280" y="126"/>
                    <a:pt x="280" y="280"/>
                  </a:cubicBezTo>
                  <a:lnTo>
                    <a:pt x="280" y="837"/>
                  </a:lnTo>
                  <a:cubicBezTo>
                    <a:pt x="280" y="991"/>
                    <a:pt x="155" y="1116"/>
                    <a:pt x="1" y="1116"/>
                  </a:cubicBezTo>
                  <a:lnTo>
                    <a:pt x="774" y="1116"/>
                  </a:lnTo>
                  <a:cubicBezTo>
                    <a:pt x="928" y="1116"/>
                    <a:pt x="1054" y="991"/>
                    <a:pt x="1054" y="837"/>
                  </a:cubicBezTo>
                  <a:lnTo>
                    <a:pt x="1054" y="280"/>
                  </a:lnTo>
                  <a:cubicBezTo>
                    <a:pt x="1054" y="126"/>
                    <a:pt x="928"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26"/>
            <p:cNvSpPr/>
            <p:nvPr/>
          </p:nvSpPr>
          <p:spPr>
            <a:xfrm>
              <a:off x="901177" y="4079609"/>
              <a:ext cx="49315" cy="43469"/>
            </a:xfrm>
            <a:custGeom>
              <a:rect b="b" l="l" r="r" t="t"/>
              <a:pathLst>
                <a:path extrusionOk="0" h="1673" w="1898">
                  <a:moveTo>
                    <a:pt x="950" y="0"/>
                  </a:moveTo>
                  <a:cubicBezTo>
                    <a:pt x="841" y="0"/>
                    <a:pt x="731" y="22"/>
                    <a:pt x="625" y="67"/>
                  </a:cubicBezTo>
                  <a:cubicBezTo>
                    <a:pt x="199" y="244"/>
                    <a:pt x="0" y="736"/>
                    <a:pt x="178" y="1161"/>
                  </a:cubicBezTo>
                  <a:cubicBezTo>
                    <a:pt x="313" y="1481"/>
                    <a:pt x="623" y="1672"/>
                    <a:pt x="948" y="1672"/>
                  </a:cubicBezTo>
                  <a:cubicBezTo>
                    <a:pt x="1056" y="1672"/>
                    <a:pt x="1167" y="1651"/>
                    <a:pt x="1273" y="1606"/>
                  </a:cubicBezTo>
                  <a:cubicBezTo>
                    <a:pt x="1699" y="1425"/>
                    <a:pt x="1897" y="937"/>
                    <a:pt x="1719" y="511"/>
                  </a:cubicBezTo>
                  <a:cubicBezTo>
                    <a:pt x="1584" y="192"/>
                    <a:pt x="1275" y="0"/>
                    <a:pt x="9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26"/>
            <p:cNvSpPr/>
            <p:nvPr/>
          </p:nvSpPr>
          <p:spPr>
            <a:xfrm>
              <a:off x="915701" y="4079713"/>
              <a:ext cx="31803" cy="43469"/>
            </a:xfrm>
            <a:custGeom>
              <a:rect b="b" l="l" r="r" t="t"/>
              <a:pathLst>
                <a:path extrusionOk="0" h="1673" w="1224">
                  <a:moveTo>
                    <a:pt x="387" y="0"/>
                  </a:moveTo>
                  <a:cubicBezTo>
                    <a:pt x="249" y="0"/>
                    <a:pt x="115" y="34"/>
                    <a:pt x="0" y="97"/>
                  </a:cubicBezTo>
                  <a:cubicBezTo>
                    <a:pt x="267" y="235"/>
                    <a:pt x="450" y="515"/>
                    <a:pt x="450" y="836"/>
                  </a:cubicBezTo>
                  <a:cubicBezTo>
                    <a:pt x="450" y="1160"/>
                    <a:pt x="267" y="1440"/>
                    <a:pt x="0" y="1578"/>
                  </a:cubicBezTo>
                  <a:cubicBezTo>
                    <a:pt x="115" y="1638"/>
                    <a:pt x="249" y="1672"/>
                    <a:pt x="387" y="1672"/>
                  </a:cubicBezTo>
                  <a:cubicBezTo>
                    <a:pt x="850" y="1672"/>
                    <a:pt x="1223" y="1299"/>
                    <a:pt x="1223" y="836"/>
                  </a:cubicBezTo>
                  <a:cubicBezTo>
                    <a:pt x="1223" y="376"/>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26"/>
            <p:cNvSpPr/>
            <p:nvPr/>
          </p:nvSpPr>
          <p:spPr>
            <a:xfrm>
              <a:off x="904035" y="4152126"/>
              <a:ext cx="318597" cy="29022"/>
            </a:xfrm>
            <a:custGeom>
              <a:rect b="b" l="l" r="r" t="t"/>
              <a:pathLst>
                <a:path extrusionOk="0" h="1117" w="12262">
                  <a:moveTo>
                    <a:pt x="280" y="1"/>
                  </a:moveTo>
                  <a:cubicBezTo>
                    <a:pt x="125" y="1"/>
                    <a:pt x="0" y="126"/>
                    <a:pt x="0" y="280"/>
                  </a:cubicBezTo>
                  <a:lnTo>
                    <a:pt x="0" y="837"/>
                  </a:lnTo>
                  <a:cubicBezTo>
                    <a:pt x="0" y="991"/>
                    <a:pt x="125" y="1116"/>
                    <a:pt x="280" y="1116"/>
                  </a:cubicBezTo>
                  <a:lnTo>
                    <a:pt x="12261" y="1116"/>
                  </a:lnTo>
                  <a:lnTo>
                    <a:pt x="1226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26"/>
            <p:cNvSpPr/>
            <p:nvPr/>
          </p:nvSpPr>
          <p:spPr>
            <a:xfrm>
              <a:off x="940878" y="4152126"/>
              <a:ext cx="13199" cy="29022"/>
            </a:xfrm>
            <a:custGeom>
              <a:rect b="b" l="l" r="r" t="t"/>
              <a:pathLst>
                <a:path extrusionOk="0" h="1117" w="508">
                  <a:moveTo>
                    <a:pt x="1" y="1"/>
                  </a:moveTo>
                  <a:lnTo>
                    <a:pt x="1" y="1116"/>
                  </a:lnTo>
                  <a:lnTo>
                    <a:pt x="508" y="1116"/>
                  </a:lnTo>
                  <a:lnTo>
                    <a:pt x="50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26"/>
            <p:cNvSpPr/>
            <p:nvPr/>
          </p:nvSpPr>
          <p:spPr>
            <a:xfrm>
              <a:off x="1208134" y="4144877"/>
              <a:ext cx="43469" cy="43469"/>
            </a:xfrm>
            <a:custGeom>
              <a:rect b="b" l="l" r="r" t="t"/>
              <a:pathLst>
                <a:path extrusionOk="0" h="1673" w="1673">
                  <a:moveTo>
                    <a:pt x="837" y="0"/>
                  </a:moveTo>
                  <a:cubicBezTo>
                    <a:pt x="374" y="0"/>
                    <a:pt x="1" y="376"/>
                    <a:pt x="1" y="836"/>
                  </a:cubicBezTo>
                  <a:cubicBezTo>
                    <a:pt x="1" y="1299"/>
                    <a:pt x="374" y="1672"/>
                    <a:pt x="837" y="1672"/>
                  </a:cubicBezTo>
                  <a:cubicBezTo>
                    <a:pt x="1299" y="1672"/>
                    <a:pt x="1673" y="1299"/>
                    <a:pt x="1673" y="836"/>
                  </a:cubicBezTo>
                  <a:cubicBezTo>
                    <a:pt x="1673" y="376"/>
                    <a:pt x="1299" y="0"/>
                    <a:pt x="8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26"/>
            <p:cNvSpPr/>
            <p:nvPr/>
          </p:nvSpPr>
          <p:spPr>
            <a:xfrm>
              <a:off x="1219826" y="4144877"/>
              <a:ext cx="31777" cy="43469"/>
            </a:xfrm>
            <a:custGeom>
              <a:rect b="b" l="l" r="r" t="t"/>
              <a:pathLst>
                <a:path extrusionOk="0" h="1673" w="1223">
                  <a:moveTo>
                    <a:pt x="387" y="0"/>
                  </a:moveTo>
                  <a:cubicBezTo>
                    <a:pt x="248" y="0"/>
                    <a:pt x="115" y="37"/>
                    <a:pt x="0" y="97"/>
                  </a:cubicBezTo>
                  <a:cubicBezTo>
                    <a:pt x="267" y="235"/>
                    <a:pt x="449" y="515"/>
                    <a:pt x="449" y="836"/>
                  </a:cubicBezTo>
                  <a:cubicBezTo>
                    <a:pt x="449" y="1160"/>
                    <a:pt x="267" y="1440"/>
                    <a:pt x="0" y="1578"/>
                  </a:cubicBezTo>
                  <a:cubicBezTo>
                    <a:pt x="115" y="1638"/>
                    <a:pt x="248" y="1672"/>
                    <a:pt x="387" y="1672"/>
                  </a:cubicBezTo>
                  <a:cubicBezTo>
                    <a:pt x="849" y="1672"/>
                    <a:pt x="1223" y="1299"/>
                    <a:pt x="1223" y="836"/>
                  </a:cubicBezTo>
                  <a:cubicBezTo>
                    <a:pt x="1223" y="376"/>
                    <a:pt x="849"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26"/>
            <p:cNvSpPr/>
            <p:nvPr/>
          </p:nvSpPr>
          <p:spPr>
            <a:xfrm>
              <a:off x="1251577" y="3821940"/>
              <a:ext cx="43469" cy="190919"/>
            </a:xfrm>
            <a:custGeom>
              <a:rect b="b" l="l" r="r" t="t"/>
              <a:pathLst>
                <a:path extrusionOk="0" h="7348" w="1673">
                  <a:moveTo>
                    <a:pt x="837" y="1"/>
                  </a:moveTo>
                  <a:lnTo>
                    <a:pt x="1" y="168"/>
                  </a:lnTo>
                  <a:lnTo>
                    <a:pt x="1" y="7178"/>
                  </a:lnTo>
                  <a:lnTo>
                    <a:pt x="837" y="7348"/>
                  </a:lnTo>
                  <a:lnTo>
                    <a:pt x="1673" y="7178"/>
                  </a:lnTo>
                  <a:lnTo>
                    <a:pt x="1673" y="168"/>
                  </a:lnTo>
                  <a:lnTo>
                    <a:pt x="8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26"/>
            <p:cNvSpPr/>
            <p:nvPr/>
          </p:nvSpPr>
          <p:spPr>
            <a:xfrm>
              <a:off x="1274935" y="3822226"/>
              <a:ext cx="20110" cy="190296"/>
            </a:xfrm>
            <a:custGeom>
              <a:rect b="b" l="l" r="r" t="t"/>
              <a:pathLst>
                <a:path extrusionOk="0" h="7324" w="774">
                  <a:moveTo>
                    <a:pt x="1" y="0"/>
                  </a:moveTo>
                  <a:lnTo>
                    <a:pt x="1" y="7324"/>
                  </a:lnTo>
                  <a:lnTo>
                    <a:pt x="774" y="7167"/>
                  </a:lnTo>
                  <a:lnTo>
                    <a:pt x="774" y="15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26"/>
            <p:cNvSpPr/>
            <p:nvPr/>
          </p:nvSpPr>
          <p:spPr>
            <a:xfrm>
              <a:off x="1251577" y="4008417"/>
              <a:ext cx="43469" cy="43469"/>
            </a:xfrm>
            <a:custGeom>
              <a:rect b="b" l="l" r="r" t="t"/>
              <a:pathLst>
                <a:path extrusionOk="0" h="1673" w="1673">
                  <a:moveTo>
                    <a:pt x="1" y="1"/>
                  </a:moveTo>
                  <a:lnTo>
                    <a:pt x="1" y="1404"/>
                  </a:lnTo>
                  <a:cubicBezTo>
                    <a:pt x="1" y="1553"/>
                    <a:pt x="121" y="1673"/>
                    <a:pt x="270" y="1673"/>
                  </a:cubicBezTo>
                  <a:lnTo>
                    <a:pt x="1135" y="1673"/>
                  </a:lnTo>
                  <a:cubicBezTo>
                    <a:pt x="1433" y="1673"/>
                    <a:pt x="1673" y="1433"/>
                    <a:pt x="1673" y="1135"/>
                  </a:cubicBezTo>
                  <a:lnTo>
                    <a:pt x="16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26"/>
            <p:cNvSpPr/>
            <p:nvPr/>
          </p:nvSpPr>
          <p:spPr>
            <a:xfrm>
              <a:off x="1260956" y="4008417"/>
              <a:ext cx="34089" cy="43469"/>
            </a:xfrm>
            <a:custGeom>
              <a:rect b="b" l="l" r="r" t="t"/>
              <a:pathLst>
                <a:path extrusionOk="0" h="1673" w="1312">
                  <a:moveTo>
                    <a:pt x="539" y="1"/>
                  </a:moveTo>
                  <a:lnTo>
                    <a:pt x="539" y="1135"/>
                  </a:lnTo>
                  <a:cubicBezTo>
                    <a:pt x="539" y="1433"/>
                    <a:pt x="298" y="1673"/>
                    <a:pt x="0" y="1673"/>
                  </a:cubicBezTo>
                  <a:lnTo>
                    <a:pt x="774" y="1673"/>
                  </a:lnTo>
                  <a:cubicBezTo>
                    <a:pt x="1072" y="1673"/>
                    <a:pt x="1312" y="1433"/>
                    <a:pt x="1312" y="1135"/>
                  </a:cubicBezTo>
                  <a:lnTo>
                    <a:pt x="13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26"/>
            <p:cNvSpPr/>
            <p:nvPr/>
          </p:nvSpPr>
          <p:spPr>
            <a:xfrm>
              <a:off x="1251577" y="3782862"/>
              <a:ext cx="43469" cy="43469"/>
            </a:xfrm>
            <a:custGeom>
              <a:rect b="b" l="l" r="r" t="t"/>
              <a:pathLst>
                <a:path extrusionOk="0" h="1673" w="1673">
                  <a:moveTo>
                    <a:pt x="270" y="0"/>
                  </a:moveTo>
                  <a:cubicBezTo>
                    <a:pt x="121" y="0"/>
                    <a:pt x="1" y="120"/>
                    <a:pt x="1" y="269"/>
                  </a:cubicBezTo>
                  <a:lnTo>
                    <a:pt x="1" y="1672"/>
                  </a:lnTo>
                  <a:lnTo>
                    <a:pt x="1673" y="1672"/>
                  </a:lnTo>
                  <a:lnTo>
                    <a:pt x="1673" y="538"/>
                  </a:lnTo>
                  <a:cubicBezTo>
                    <a:pt x="1673" y="240"/>
                    <a:pt x="1433" y="0"/>
                    <a:pt x="11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26"/>
            <p:cNvSpPr/>
            <p:nvPr/>
          </p:nvSpPr>
          <p:spPr>
            <a:xfrm>
              <a:off x="1260956" y="3782862"/>
              <a:ext cx="34089" cy="43469"/>
            </a:xfrm>
            <a:custGeom>
              <a:rect b="b" l="l" r="r" t="t"/>
              <a:pathLst>
                <a:path extrusionOk="0" h="1673" w="1312">
                  <a:moveTo>
                    <a:pt x="0" y="0"/>
                  </a:moveTo>
                  <a:cubicBezTo>
                    <a:pt x="298" y="0"/>
                    <a:pt x="539" y="240"/>
                    <a:pt x="539" y="538"/>
                  </a:cubicBezTo>
                  <a:lnTo>
                    <a:pt x="539" y="1672"/>
                  </a:lnTo>
                  <a:lnTo>
                    <a:pt x="1312" y="1672"/>
                  </a:lnTo>
                  <a:lnTo>
                    <a:pt x="1312" y="538"/>
                  </a:lnTo>
                  <a:cubicBezTo>
                    <a:pt x="1312" y="240"/>
                    <a:pt x="107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26"/>
            <p:cNvSpPr/>
            <p:nvPr/>
          </p:nvSpPr>
          <p:spPr>
            <a:xfrm>
              <a:off x="876935" y="3782862"/>
              <a:ext cx="27126" cy="43469"/>
            </a:xfrm>
            <a:custGeom>
              <a:rect b="b" l="l" r="r" t="t"/>
              <a:pathLst>
                <a:path extrusionOk="0" h="1673" w="1044">
                  <a:moveTo>
                    <a:pt x="1" y="0"/>
                  </a:moveTo>
                  <a:cubicBezTo>
                    <a:pt x="150" y="0"/>
                    <a:pt x="270" y="120"/>
                    <a:pt x="270" y="269"/>
                  </a:cubicBezTo>
                  <a:lnTo>
                    <a:pt x="270" y="1672"/>
                  </a:lnTo>
                  <a:lnTo>
                    <a:pt x="1043" y="1672"/>
                  </a:ln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26"/>
            <p:cNvSpPr/>
            <p:nvPr/>
          </p:nvSpPr>
          <p:spPr>
            <a:xfrm>
              <a:off x="876935" y="4008417"/>
              <a:ext cx="27126" cy="43469"/>
            </a:xfrm>
            <a:custGeom>
              <a:rect b="b" l="l" r="r" t="t"/>
              <a:pathLst>
                <a:path extrusionOk="0" h="1673" w="1044">
                  <a:moveTo>
                    <a:pt x="270" y="1"/>
                  </a:moveTo>
                  <a:lnTo>
                    <a:pt x="270" y="1404"/>
                  </a:lnTo>
                  <a:cubicBezTo>
                    <a:pt x="270" y="1553"/>
                    <a:pt x="150" y="1673"/>
                    <a:pt x="1" y="1673"/>
                  </a:cubicBezTo>
                  <a:lnTo>
                    <a:pt x="774" y="1673"/>
                  </a:lnTo>
                  <a:cubicBezTo>
                    <a:pt x="923" y="1673"/>
                    <a:pt x="1043" y="1553"/>
                    <a:pt x="1043" y="1404"/>
                  </a:cubicBezTo>
                  <a:lnTo>
                    <a:pt x="10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126"/>
          <p:cNvGrpSpPr/>
          <p:nvPr/>
        </p:nvGrpSpPr>
        <p:grpSpPr>
          <a:xfrm>
            <a:off x="1706608" y="3805259"/>
            <a:ext cx="289679" cy="434479"/>
            <a:chOff x="1706608" y="3805259"/>
            <a:chExt cx="289679" cy="434479"/>
          </a:xfrm>
        </p:grpSpPr>
        <p:sp>
          <p:nvSpPr>
            <p:cNvPr id="11510" name="Google Shape;11510;p126"/>
            <p:cNvSpPr/>
            <p:nvPr/>
          </p:nvSpPr>
          <p:spPr>
            <a:xfrm>
              <a:off x="1844887" y="4151112"/>
              <a:ext cx="13121" cy="37233"/>
            </a:xfrm>
            <a:custGeom>
              <a:rect b="b" l="l" r="r" t="t"/>
              <a:pathLst>
                <a:path extrusionOk="0" h="1433" w="505">
                  <a:moveTo>
                    <a:pt x="254" y="1"/>
                  </a:moveTo>
                  <a:cubicBezTo>
                    <a:pt x="113" y="1"/>
                    <a:pt x="0" y="113"/>
                    <a:pt x="0" y="251"/>
                  </a:cubicBezTo>
                  <a:lnTo>
                    <a:pt x="0" y="1181"/>
                  </a:lnTo>
                  <a:cubicBezTo>
                    <a:pt x="0" y="1320"/>
                    <a:pt x="113" y="1432"/>
                    <a:pt x="254" y="1432"/>
                  </a:cubicBezTo>
                  <a:cubicBezTo>
                    <a:pt x="392" y="1432"/>
                    <a:pt x="505" y="1320"/>
                    <a:pt x="505" y="1181"/>
                  </a:cubicBezTo>
                  <a:lnTo>
                    <a:pt x="505" y="251"/>
                  </a:lnTo>
                  <a:cubicBezTo>
                    <a:pt x="505" y="113"/>
                    <a:pt x="392" y="1"/>
                    <a:pt x="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26"/>
            <p:cNvSpPr/>
            <p:nvPr/>
          </p:nvSpPr>
          <p:spPr>
            <a:xfrm>
              <a:off x="1808018" y="4181798"/>
              <a:ext cx="86911" cy="35518"/>
            </a:xfrm>
            <a:custGeom>
              <a:rect b="b" l="l" r="r" t="t"/>
              <a:pathLst>
                <a:path extrusionOk="0" h="1367" w="3345">
                  <a:moveTo>
                    <a:pt x="262" y="0"/>
                  </a:moveTo>
                  <a:cubicBezTo>
                    <a:pt x="116" y="0"/>
                    <a:pt x="1" y="118"/>
                    <a:pt x="1" y="262"/>
                  </a:cubicBezTo>
                  <a:lnTo>
                    <a:pt x="1" y="1367"/>
                  </a:lnTo>
                  <a:lnTo>
                    <a:pt x="3345" y="1367"/>
                  </a:lnTo>
                  <a:lnTo>
                    <a:pt x="3345" y="262"/>
                  </a:lnTo>
                  <a:cubicBezTo>
                    <a:pt x="3345" y="118"/>
                    <a:pt x="3227" y="0"/>
                    <a:pt x="3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26"/>
            <p:cNvSpPr/>
            <p:nvPr/>
          </p:nvSpPr>
          <p:spPr>
            <a:xfrm>
              <a:off x="1867830" y="4181798"/>
              <a:ext cx="27100" cy="35518"/>
            </a:xfrm>
            <a:custGeom>
              <a:rect b="b" l="l" r="r" t="t"/>
              <a:pathLst>
                <a:path extrusionOk="0" h="1367" w="1043">
                  <a:moveTo>
                    <a:pt x="0" y="0"/>
                  </a:moveTo>
                  <a:cubicBezTo>
                    <a:pt x="147" y="0"/>
                    <a:pt x="270" y="121"/>
                    <a:pt x="270" y="270"/>
                  </a:cubicBezTo>
                  <a:lnTo>
                    <a:pt x="270" y="1367"/>
                  </a:lnTo>
                  <a:lnTo>
                    <a:pt x="1043" y="1367"/>
                  </a:lnTo>
                  <a:lnTo>
                    <a:pt x="1043" y="270"/>
                  </a:lnTo>
                  <a:cubicBezTo>
                    <a:pt x="1043" y="121"/>
                    <a:pt x="923"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26"/>
            <p:cNvSpPr/>
            <p:nvPr/>
          </p:nvSpPr>
          <p:spPr>
            <a:xfrm>
              <a:off x="1923822" y="4052353"/>
              <a:ext cx="71374" cy="187386"/>
            </a:xfrm>
            <a:custGeom>
              <a:rect b="b" l="l" r="r" t="t"/>
              <a:pathLst>
                <a:path extrusionOk="0" h="7212" w="2747">
                  <a:moveTo>
                    <a:pt x="1" y="0"/>
                  </a:moveTo>
                  <a:lnTo>
                    <a:pt x="1" y="523"/>
                  </a:lnTo>
                  <a:lnTo>
                    <a:pt x="1333" y="5847"/>
                  </a:lnTo>
                  <a:lnTo>
                    <a:pt x="1558" y="6095"/>
                  </a:lnTo>
                  <a:lnTo>
                    <a:pt x="1459" y="6349"/>
                  </a:lnTo>
                  <a:lnTo>
                    <a:pt x="1621" y="6999"/>
                  </a:lnTo>
                  <a:cubicBezTo>
                    <a:pt x="1652" y="7125"/>
                    <a:pt x="1764" y="7211"/>
                    <a:pt x="1892" y="7211"/>
                  </a:cubicBezTo>
                  <a:lnTo>
                    <a:pt x="2431" y="7211"/>
                  </a:lnTo>
                  <a:cubicBezTo>
                    <a:pt x="2613" y="7211"/>
                    <a:pt x="2747" y="7041"/>
                    <a:pt x="2702" y="6866"/>
                  </a:cubicBezTo>
                  <a:lnTo>
                    <a:pt x="2574" y="6349"/>
                  </a:lnTo>
                  <a:lnTo>
                    <a:pt x="2347" y="6095"/>
                  </a:lnTo>
                  <a:lnTo>
                    <a:pt x="2446" y="5845"/>
                  </a:lnTo>
                  <a:lnTo>
                    <a:pt x="1116" y="523"/>
                  </a:lnTo>
                  <a:lnTo>
                    <a:pt x="11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26"/>
            <p:cNvSpPr/>
            <p:nvPr/>
          </p:nvSpPr>
          <p:spPr>
            <a:xfrm>
              <a:off x="1932734" y="4052353"/>
              <a:ext cx="62462" cy="187386"/>
            </a:xfrm>
            <a:custGeom>
              <a:rect b="b" l="l" r="r" t="t"/>
              <a:pathLst>
                <a:path extrusionOk="0" h="7212" w="2404">
                  <a:moveTo>
                    <a:pt x="0" y="0"/>
                  </a:moveTo>
                  <a:lnTo>
                    <a:pt x="0" y="523"/>
                  </a:lnTo>
                  <a:lnTo>
                    <a:pt x="1586" y="6864"/>
                  </a:lnTo>
                  <a:cubicBezTo>
                    <a:pt x="1620" y="6999"/>
                    <a:pt x="1549" y="7133"/>
                    <a:pt x="1432" y="7185"/>
                  </a:cubicBezTo>
                  <a:cubicBezTo>
                    <a:pt x="1468" y="7203"/>
                    <a:pt x="1508" y="7211"/>
                    <a:pt x="1549" y="7211"/>
                  </a:cubicBezTo>
                  <a:lnTo>
                    <a:pt x="2088" y="7211"/>
                  </a:lnTo>
                  <a:cubicBezTo>
                    <a:pt x="2270" y="7211"/>
                    <a:pt x="2404" y="7041"/>
                    <a:pt x="2359" y="6864"/>
                  </a:cubicBezTo>
                  <a:lnTo>
                    <a:pt x="2231" y="6349"/>
                  </a:lnTo>
                  <a:lnTo>
                    <a:pt x="2004" y="6095"/>
                  </a:lnTo>
                  <a:lnTo>
                    <a:pt x="2103" y="5845"/>
                  </a:lnTo>
                  <a:lnTo>
                    <a:pt x="773" y="523"/>
                  </a:lnTo>
                  <a:lnTo>
                    <a:pt x="7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26"/>
            <p:cNvSpPr/>
            <p:nvPr/>
          </p:nvSpPr>
          <p:spPr>
            <a:xfrm>
              <a:off x="1958457" y="4204195"/>
              <a:ext cx="32270" cy="13121"/>
            </a:xfrm>
            <a:custGeom>
              <a:rect b="b" l="l" r="r" t="t"/>
              <a:pathLst>
                <a:path extrusionOk="0" h="505" w="1242">
                  <a:moveTo>
                    <a:pt x="0" y="1"/>
                  </a:moveTo>
                  <a:lnTo>
                    <a:pt x="126" y="505"/>
                  </a:lnTo>
                  <a:lnTo>
                    <a:pt x="1241" y="505"/>
                  </a:lnTo>
                  <a:lnTo>
                    <a:pt x="1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26"/>
            <p:cNvSpPr/>
            <p:nvPr/>
          </p:nvSpPr>
          <p:spPr>
            <a:xfrm>
              <a:off x="1707751" y="4052353"/>
              <a:ext cx="71322" cy="187386"/>
            </a:xfrm>
            <a:custGeom>
              <a:rect b="b" l="l" r="r" t="t"/>
              <a:pathLst>
                <a:path extrusionOk="0" h="7212" w="2745">
                  <a:moveTo>
                    <a:pt x="1628" y="0"/>
                  </a:moveTo>
                  <a:lnTo>
                    <a:pt x="1628" y="523"/>
                  </a:lnTo>
                  <a:lnTo>
                    <a:pt x="299" y="5845"/>
                  </a:lnTo>
                  <a:lnTo>
                    <a:pt x="432" y="6095"/>
                  </a:lnTo>
                  <a:lnTo>
                    <a:pt x="173" y="6349"/>
                  </a:lnTo>
                  <a:lnTo>
                    <a:pt x="43" y="6864"/>
                  </a:lnTo>
                  <a:cubicBezTo>
                    <a:pt x="1" y="7041"/>
                    <a:pt x="134" y="7211"/>
                    <a:pt x="314" y="7211"/>
                  </a:cubicBezTo>
                  <a:lnTo>
                    <a:pt x="855" y="7211"/>
                  </a:lnTo>
                  <a:cubicBezTo>
                    <a:pt x="983" y="7211"/>
                    <a:pt x="1093" y="7125"/>
                    <a:pt x="1124" y="6999"/>
                  </a:cubicBezTo>
                  <a:lnTo>
                    <a:pt x="1289" y="6349"/>
                  </a:lnTo>
                  <a:lnTo>
                    <a:pt x="1187" y="6095"/>
                  </a:lnTo>
                  <a:lnTo>
                    <a:pt x="1414" y="5845"/>
                  </a:lnTo>
                  <a:lnTo>
                    <a:pt x="2744" y="523"/>
                  </a:lnTo>
                  <a:lnTo>
                    <a:pt x="27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26"/>
            <p:cNvSpPr/>
            <p:nvPr/>
          </p:nvSpPr>
          <p:spPr>
            <a:xfrm>
              <a:off x="1712844" y="4052353"/>
              <a:ext cx="66229" cy="187386"/>
            </a:xfrm>
            <a:custGeom>
              <a:rect b="b" l="l" r="r" t="t"/>
              <a:pathLst>
                <a:path extrusionOk="0" h="7212" w="2549">
                  <a:moveTo>
                    <a:pt x="1775" y="0"/>
                  </a:moveTo>
                  <a:lnTo>
                    <a:pt x="1775" y="523"/>
                  </a:lnTo>
                  <a:lnTo>
                    <a:pt x="155" y="6999"/>
                  </a:lnTo>
                  <a:cubicBezTo>
                    <a:pt x="134" y="7083"/>
                    <a:pt x="77" y="7151"/>
                    <a:pt x="1" y="7185"/>
                  </a:cubicBezTo>
                  <a:cubicBezTo>
                    <a:pt x="37" y="7201"/>
                    <a:pt x="77" y="7211"/>
                    <a:pt x="118" y="7211"/>
                  </a:cubicBezTo>
                  <a:lnTo>
                    <a:pt x="659" y="7211"/>
                  </a:lnTo>
                  <a:cubicBezTo>
                    <a:pt x="787" y="7211"/>
                    <a:pt x="897" y="7125"/>
                    <a:pt x="928" y="6999"/>
                  </a:cubicBezTo>
                  <a:lnTo>
                    <a:pt x="1093" y="6349"/>
                  </a:lnTo>
                  <a:lnTo>
                    <a:pt x="991" y="6095"/>
                  </a:lnTo>
                  <a:lnTo>
                    <a:pt x="1218" y="5845"/>
                  </a:lnTo>
                  <a:lnTo>
                    <a:pt x="2548" y="523"/>
                  </a:lnTo>
                  <a:lnTo>
                    <a:pt x="25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26"/>
            <p:cNvSpPr/>
            <p:nvPr/>
          </p:nvSpPr>
          <p:spPr>
            <a:xfrm>
              <a:off x="1712246" y="4204195"/>
              <a:ext cx="32270" cy="13121"/>
            </a:xfrm>
            <a:custGeom>
              <a:rect b="b" l="l" r="r" t="t"/>
              <a:pathLst>
                <a:path extrusionOk="0" h="505" w="1242">
                  <a:moveTo>
                    <a:pt x="126" y="1"/>
                  </a:moveTo>
                  <a:lnTo>
                    <a:pt x="0" y="505"/>
                  </a:lnTo>
                  <a:lnTo>
                    <a:pt x="1116" y="505"/>
                  </a:lnTo>
                  <a:lnTo>
                    <a:pt x="12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26"/>
            <p:cNvSpPr/>
            <p:nvPr/>
          </p:nvSpPr>
          <p:spPr>
            <a:xfrm>
              <a:off x="1755481" y="3826981"/>
              <a:ext cx="192011" cy="220565"/>
            </a:xfrm>
            <a:custGeom>
              <a:rect b="b" l="l" r="r" t="t"/>
              <a:pathLst>
                <a:path extrusionOk="0" h="8489" w="7390">
                  <a:moveTo>
                    <a:pt x="2493" y="0"/>
                  </a:moveTo>
                  <a:lnTo>
                    <a:pt x="2493" y="2370"/>
                  </a:lnTo>
                  <a:cubicBezTo>
                    <a:pt x="2493" y="2574"/>
                    <a:pt x="2441" y="2775"/>
                    <a:pt x="2341" y="2953"/>
                  </a:cubicBezTo>
                  <a:lnTo>
                    <a:pt x="413" y="6427"/>
                  </a:lnTo>
                  <a:cubicBezTo>
                    <a:pt x="0" y="7169"/>
                    <a:pt x="536" y="8081"/>
                    <a:pt x="1388" y="8081"/>
                  </a:cubicBezTo>
                  <a:lnTo>
                    <a:pt x="1388" y="8489"/>
                  </a:lnTo>
                  <a:lnTo>
                    <a:pt x="6002" y="8489"/>
                  </a:lnTo>
                  <a:lnTo>
                    <a:pt x="6002" y="8081"/>
                  </a:lnTo>
                  <a:cubicBezTo>
                    <a:pt x="6851" y="8081"/>
                    <a:pt x="7389" y="7169"/>
                    <a:pt x="6976" y="6427"/>
                  </a:cubicBezTo>
                  <a:lnTo>
                    <a:pt x="5045" y="2953"/>
                  </a:lnTo>
                  <a:cubicBezTo>
                    <a:pt x="4946" y="2775"/>
                    <a:pt x="4894" y="2574"/>
                    <a:pt x="4894" y="2370"/>
                  </a:cubicBezTo>
                  <a:lnTo>
                    <a:pt x="48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26"/>
            <p:cNvSpPr/>
            <p:nvPr/>
          </p:nvSpPr>
          <p:spPr>
            <a:xfrm>
              <a:off x="1801912" y="3958998"/>
              <a:ext cx="99123" cy="46794"/>
            </a:xfrm>
            <a:custGeom>
              <a:rect b="b" l="l" r="r" t="t"/>
              <a:pathLst>
                <a:path extrusionOk="0" h="1801" w="3815">
                  <a:moveTo>
                    <a:pt x="923" y="1"/>
                  </a:moveTo>
                  <a:cubicBezTo>
                    <a:pt x="813" y="1"/>
                    <a:pt x="714" y="58"/>
                    <a:pt x="662" y="155"/>
                  </a:cubicBezTo>
                  <a:lnTo>
                    <a:pt x="207" y="973"/>
                  </a:lnTo>
                  <a:cubicBezTo>
                    <a:pt x="1" y="1344"/>
                    <a:pt x="267" y="1801"/>
                    <a:pt x="693" y="1801"/>
                  </a:cubicBezTo>
                  <a:lnTo>
                    <a:pt x="3120" y="1801"/>
                  </a:lnTo>
                  <a:cubicBezTo>
                    <a:pt x="3546" y="1801"/>
                    <a:pt x="3815" y="1344"/>
                    <a:pt x="3609" y="973"/>
                  </a:cubicBezTo>
                  <a:lnTo>
                    <a:pt x="3154" y="155"/>
                  </a:lnTo>
                  <a:cubicBezTo>
                    <a:pt x="3102" y="58"/>
                    <a:pt x="3000" y="1"/>
                    <a:pt x="28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26"/>
            <p:cNvSpPr/>
            <p:nvPr/>
          </p:nvSpPr>
          <p:spPr>
            <a:xfrm>
              <a:off x="1862529" y="3826981"/>
              <a:ext cx="84963" cy="220565"/>
            </a:xfrm>
            <a:custGeom>
              <a:rect b="b" l="l" r="r" t="t"/>
              <a:pathLst>
                <a:path extrusionOk="0" h="8489" w="3270">
                  <a:moveTo>
                    <a:pt x="1" y="0"/>
                  </a:moveTo>
                  <a:lnTo>
                    <a:pt x="1" y="2370"/>
                  </a:lnTo>
                  <a:cubicBezTo>
                    <a:pt x="1" y="2574"/>
                    <a:pt x="53" y="2775"/>
                    <a:pt x="152" y="2953"/>
                  </a:cubicBezTo>
                  <a:lnTo>
                    <a:pt x="2083" y="6427"/>
                  </a:lnTo>
                  <a:cubicBezTo>
                    <a:pt x="2496" y="7169"/>
                    <a:pt x="1957" y="8081"/>
                    <a:pt x="1108" y="8081"/>
                  </a:cubicBezTo>
                  <a:lnTo>
                    <a:pt x="1108" y="8489"/>
                  </a:lnTo>
                  <a:lnTo>
                    <a:pt x="1882" y="8489"/>
                  </a:lnTo>
                  <a:lnTo>
                    <a:pt x="1882" y="8081"/>
                  </a:lnTo>
                  <a:cubicBezTo>
                    <a:pt x="2731" y="8081"/>
                    <a:pt x="3269" y="7169"/>
                    <a:pt x="2856" y="6427"/>
                  </a:cubicBezTo>
                  <a:lnTo>
                    <a:pt x="925" y="2953"/>
                  </a:lnTo>
                  <a:cubicBezTo>
                    <a:pt x="826" y="2775"/>
                    <a:pt x="774" y="2574"/>
                    <a:pt x="774" y="2370"/>
                  </a:cubicBezTo>
                  <a:lnTo>
                    <a:pt x="7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26"/>
            <p:cNvSpPr/>
            <p:nvPr/>
          </p:nvSpPr>
          <p:spPr>
            <a:xfrm>
              <a:off x="1856891" y="3958998"/>
              <a:ext cx="44144" cy="46794"/>
            </a:xfrm>
            <a:custGeom>
              <a:rect b="b" l="l" r="r" t="t"/>
              <a:pathLst>
                <a:path extrusionOk="0" h="1801" w="1699">
                  <a:moveTo>
                    <a:pt x="1" y="1"/>
                  </a:moveTo>
                  <a:cubicBezTo>
                    <a:pt x="110" y="1"/>
                    <a:pt x="210" y="58"/>
                    <a:pt x="265" y="155"/>
                  </a:cubicBezTo>
                  <a:lnTo>
                    <a:pt x="719" y="973"/>
                  </a:lnTo>
                  <a:cubicBezTo>
                    <a:pt x="926" y="1344"/>
                    <a:pt x="657" y="1801"/>
                    <a:pt x="231" y="1801"/>
                  </a:cubicBezTo>
                  <a:lnTo>
                    <a:pt x="1004" y="1801"/>
                  </a:lnTo>
                  <a:cubicBezTo>
                    <a:pt x="1430" y="1801"/>
                    <a:pt x="1699" y="1344"/>
                    <a:pt x="1493" y="973"/>
                  </a:cubicBezTo>
                  <a:lnTo>
                    <a:pt x="1038" y="155"/>
                  </a:lnTo>
                  <a:cubicBezTo>
                    <a:pt x="986" y="58"/>
                    <a:pt x="884" y="1"/>
                    <a:pt x="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26"/>
            <p:cNvSpPr/>
            <p:nvPr/>
          </p:nvSpPr>
          <p:spPr>
            <a:xfrm>
              <a:off x="1779047" y="4210716"/>
              <a:ext cx="144800" cy="29022"/>
            </a:xfrm>
            <a:custGeom>
              <a:rect b="b" l="l" r="r" t="t"/>
              <a:pathLst>
                <a:path extrusionOk="0" h="1117" w="5573">
                  <a:moveTo>
                    <a:pt x="523" y="0"/>
                  </a:moveTo>
                  <a:cubicBezTo>
                    <a:pt x="235" y="0"/>
                    <a:pt x="0" y="236"/>
                    <a:pt x="0" y="523"/>
                  </a:cubicBezTo>
                  <a:lnTo>
                    <a:pt x="0" y="855"/>
                  </a:lnTo>
                  <a:cubicBezTo>
                    <a:pt x="0" y="998"/>
                    <a:pt x="118" y="1116"/>
                    <a:pt x="261" y="1116"/>
                  </a:cubicBezTo>
                  <a:lnTo>
                    <a:pt x="5312" y="1116"/>
                  </a:lnTo>
                  <a:cubicBezTo>
                    <a:pt x="5458" y="1116"/>
                    <a:pt x="5573" y="998"/>
                    <a:pt x="5573" y="855"/>
                  </a:cubicBezTo>
                  <a:lnTo>
                    <a:pt x="5573" y="523"/>
                  </a:lnTo>
                  <a:cubicBezTo>
                    <a:pt x="5573" y="236"/>
                    <a:pt x="5340" y="0"/>
                    <a:pt x="50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26"/>
            <p:cNvSpPr/>
            <p:nvPr/>
          </p:nvSpPr>
          <p:spPr>
            <a:xfrm>
              <a:off x="1829531" y="4094860"/>
              <a:ext cx="43677" cy="62826"/>
            </a:xfrm>
            <a:custGeom>
              <a:rect b="b" l="l" r="r" t="t"/>
              <a:pathLst>
                <a:path extrusionOk="0" h="2418" w="1681">
                  <a:moveTo>
                    <a:pt x="843" y="1"/>
                  </a:moveTo>
                  <a:cubicBezTo>
                    <a:pt x="743" y="1"/>
                    <a:pt x="642" y="55"/>
                    <a:pt x="591" y="162"/>
                  </a:cubicBezTo>
                  <a:lnTo>
                    <a:pt x="92" y="1217"/>
                  </a:lnTo>
                  <a:cubicBezTo>
                    <a:pt x="30" y="1343"/>
                    <a:pt x="1" y="1486"/>
                    <a:pt x="9" y="1638"/>
                  </a:cubicBezTo>
                  <a:cubicBezTo>
                    <a:pt x="37" y="2053"/>
                    <a:pt x="377" y="2390"/>
                    <a:pt x="790" y="2416"/>
                  </a:cubicBezTo>
                  <a:cubicBezTo>
                    <a:pt x="807" y="2417"/>
                    <a:pt x="824" y="2418"/>
                    <a:pt x="841" y="2418"/>
                  </a:cubicBezTo>
                  <a:cubicBezTo>
                    <a:pt x="1304" y="2418"/>
                    <a:pt x="1681" y="2044"/>
                    <a:pt x="1681" y="1580"/>
                  </a:cubicBezTo>
                  <a:cubicBezTo>
                    <a:pt x="1681" y="1450"/>
                    <a:pt x="1649" y="1327"/>
                    <a:pt x="1597" y="1217"/>
                  </a:cubicBezTo>
                  <a:lnTo>
                    <a:pt x="1096" y="162"/>
                  </a:lnTo>
                  <a:cubicBezTo>
                    <a:pt x="1045" y="55"/>
                    <a:pt x="944" y="1"/>
                    <a:pt x="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26"/>
            <p:cNvSpPr/>
            <p:nvPr/>
          </p:nvSpPr>
          <p:spPr>
            <a:xfrm>
              <a:off x="1808018" y="3805259"/>
              <a:ext cx="86911" cy="28996"/>
            </a:xfrm>
            <a:custGeom>
              <a:rect b="b" l="l" r="r" t="t"/>
              <a:pathLst>
                <a:path extrusionOk="0" h="1116" w="3345">
                  <a:moveTo>
                    <a:pt x="523" y="0"/>
                  </a:moveTo>
                  <a:cubicBezTo>
                    <a:pt x="233" y="0"/>
                    <a:pt x="1" y="235"/>
                    <a:pt x="1" y="523"/>
                  </a:cubicBezTo>
                  <a:lnTo>
                    <a:pt x="1" y="855"/>
                  </a:lnTo>
                  <a:cubicBezTo>
                    <a:pt x="1" y="998"/>
                    <a:pt x="116" y="1116"/>
                    <a:pt x="262" y="1116"/>
                  </a:cubicBezTo>
                  <a:lnTo>
                    <a:pt x="3084" y="1116"/>
                  </a:lnTo>
                  <a:cubicBezTo>
                    <a:pt x="3227" y="1116"/>
                    <a:pt x="3345" y="998"/>
                    <a:pt x="3345" y="855"/>
                  </a:cubicBezTo>
                  <a:lnTo>
                    <a:pt x="3345" y="523"/>
                  </a:lnTo>
                  <a:cubicBezTo>
                    <a:pt x="3345" y="235"/>
                    <a:pt x="3110" y="0"/>
                    <a:pt x="2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26"/>
            <p:cNvSpPr/>
            <p:nvPr/>
          </p:nvSpPr>
          <p:spPr>
            <a:xfrm>
              <a:off x="1860840" y="3805259"/>
              <a:ext cx="34089" cy="28996"/>
            </a:xfrm>
            <a:custGeom>
              <a:rect b="b" l="l" r="r" t="t"/>
              <a:pathLst>
                <a:path extrusionOk="0" h="1116" w="1312">
                  <a:moveTo>
                    <a:pt x="0" y="0"/>
                  </a:moveTo>
                  <a:cubicBezTo>
                    <a:pt x="296" y="0"/>
                    <a:pt x="539" y="241"/>
                    <a:pt x="539" y="538"/>
                  </a:cubicBezTo>
                  <a:lnTo>
                    <a:pt x="539" y="847"/>
                  </a:lnTo>
                  <a:cubicBezTo>
                    <a:pt x="539" y="996"/>
                    <a:pt x="416" y="1116"/>
                    <a:pt x="269" y="1116"/>
                  </a:cubicBezTo>
                  <a:lnTo>
                    <a:pt x="1043" y="1116"/>
                  </a:lnTo>
                  <a:cubicBezTo>
                    <a:pt x="1192" y="1116"/>
                    <a:pt x="1312" y="996"/>
                    <a:pt x="1312" y="847"/>
                  </a:cubicBezTo>
                  <a:lnTo>
                    <a:pt x="1312" y="538"/>
                  </a:lnTo>
                  <a:cubicBezTo>
                    <a:pt x="1312" y="241"/>
                    <a:pt x="1069"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26"/>
            <p:cNvSpPr/>
            <p:nvPr/>
          </p:nvSpPr>
          <p:spPr>
            <a:xfrm>
              <a:off x="1706608" y="4036945"/>
              <a:ext cx="289679" cy="28996"/>
            </a:xfrm>
            <a:custGeom>
              <a:rect b="b" l="l" r="r" t="t"/>
              <a:pathLst>
                <a:path extrusionOk="0" h="1116" w="11149">
                  <a:moveTo>
                    <a:pt x="262" y="0"/>
                  </a:moveTo>
                  <a:cubicBezTo>
                    <a:pt x="118" y="0"/>
                    <a:pt x="0" y="118"/>
                    <a:pt x="0" y="261"/>
                  </a:cubicBezTo>
                  <a:lnTo>
                    <a:pt x="0" y="854"/>
                  </a:lnTo>
                  <a:cubicBezTo>
                    <a:pt x="0" y="998"/>
                    <a:pt x="118" y="1116"/>
                    <a:pt x="262" y="1116"/>
                  </a:cubicBezTo>
                  <a:lnTo>
                    <a:pt x="10887" y="1116"/>
                  </a:lnTo>
                  <a:cubicBezTo>
                    <a:pt x="11031" y="1116"/>
                    <a:pt x="11149" y="998"/>
                    <a:pt x="11149" y="854"/>
                  </a:cubicBezTo>
                  <a:lnTo>
                    <a:pt x="11149" y="261"/>
                  </a:lnTo>
                  <a:cubicBezTo>
                    <a:pt x="11149" y="118"/>
                    <a:pt x="11031" y="0"/>
                    <a:pt x="108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26"/>
            <p:cNvSpPr/>
            <p:nvPr/>
          </p:nvSpPr>
          <p:spPr>
            <a:xfrm>
              <a:off x="1969187" y="4036945"/>
              <a:ext cx="27100" cy="28996"/>
            </a:xfrm>
            <a:custGeom>
              <a:rect b="b" l="l" r="r" t="t"/>
              <a:pathLst>
                <a:path extrusionOk="0" h="1116" w="1043">
                  <a:moveTo>
                    <a:pt x="0" y="0"/>
                  </a:moveTo>
                  <a:cubicBezTo>
                    <a:pt x="149" y="0"/>
                    <a:pt x="269" y="123"/>
                    <a:pt x="269" y="269"/>
                  </a:cubicBezTo>
                  <a:lnTo>
                    <a:pt x="269" y="847"/>
                  </a:lnTo>
                  <a:cubicBezTo>
                    <a:pt x="269" y="996"/>
                    <a:pt x="149" y="1116"/>
                    <a:pt x="0" y="1116"/>
                  </a:cubicBezTo>
                  <a:lnTo>
                    <a:pt x="773" y="1116"/>
                  </a:lnTo>
                  <a:cubicBezTo>
                    <a:pt x="922" y="1116"/>
                    <a:pt x="1043" y="996"/>
                    <a:pt x="1043" y="847"/>
                  </a:cubicBezTo>
                  <a:lnTo>
                    <a:pt x="1043" y="269"/>
                  </a:lnTo>
                  <a:cubicBezTo>
                    <a:pt x="1043" y="123"/>
                    <a:pt x="922" y="0"/>
                    <a:pt x="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26"/>
            <p:cNvSpPr/>
            <p:nvPr/>
          </p:nvSpPr>
          <p:spPr>
            <a:xfrm>
              <a:off x="1841431" y="4094860"/>
              <a:ext cx="31777" cy="62826"/>
            </a:xfrm>
            <a:custGeom>
              <a:rect b="b" l="l" r="r" t="t"/>
              <a:pathLst>
                <a:path extrusionOk="0" h="2418" w="1223">
                  <a:moveTo>
                    <a:pt x="385" y="1"/>
                  </a:moveTo>
                  <a:cubicBezTo>
                    <a:pt x="285" y="1"/>
                    <a:pt x="184" y="55"/>
                    <a:pt x="133" y="162"/>
                  </a:cubicBezTo>
                  <a:lnTo>
                    <a:pt x="0" y="446"/>
                  </a:lnTo>
                  <a:lnTo>
                    <a:pt x="366" y="1217"/>
                  </a:lnTo>
                  <a:cubicBezTo>
                    <a:pt x="418" y="1327"/>
                    <a:pt x="449" y="1450"/>
                    <a:pt x="449" y="1580"/>
                  </a:cubicBezTo>
                  <a:cubicBezTo>
                    <a:pt x="449" y="1902"/>
                    <a:pt x="267" y="2181"/>
                    <a:pt x="0" y="2322"/>
                  </a:cubicBezTo>
                  <a:cubicBezTo>
                    <a:pt x="102" y="2375"/>
                    <a:pt x="214" y="2409"/>
                    <a:pt x="332" y="2416"/>
                  </a:cubicBezTo>
                  <a:cubicBezTo>
                    <a:pt x="349" y="2417"/>
                    <a:pt x="366" y="2418"/>
                    <a:pt x="383" y="2418"/>
                  </a:cubicBezTo>
                  <a:cubicBezTo>
                    <a:pt x="846" y="2418"/>
                    <a:pt x="1223" y="2044"/>
                    <a:pt x="1223" y="1580"/>
                  </a:cubicBezTo>
                  <a:cubicBezTo>
                    <a:pt x="1223" y="1450"/>
                    <a:pt x="1191" y="1327"/>
                    <a:pt x="1139" y="1217"/>
                  </a:cubicBezTo>
                  <a:lnTo>
                    <a:pt x="638" y="162"/>
                  </a:lnTo>
                  <a:cubicBezTo>
                    <a:pt x="587" y="55"/>
                    <a:pt x="486" y="1"/>
                    <a:pt x="3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26"/>
            <p:cNvSpPr/>
            <p:nvPr/>
          </p:nvSpPr>
          <p:spPr>
            <a:xfrm>
              <a:off x="1889759" y="4210716"/>
              <a:ext cx="34089" cy="29022"/>
            </a:xfrm>
            <a:custGeom>
              <a:rect b="b" l="l" r="r" t="t"/>
              <a:pathLst>
                <a:path extrusionOk="0" h="1117" w="1312">
                  <a:moveTo>
                    <a:pt x="0" y="0"/>
                  </a:moveTo>
                  <a:cubicBezTo>
                    <a:pt x="298" y="0"/>
                    <a:pt x="538" y="243"/>
                    <a:pt x="538" y="539"/>
                  </a:cubicBezTo>
                  <a:lnTo>
                    <a:pt x="538" y="847"/>
                  </a:lnTo>
                  <a:cubicBezTo>
                    <a:pt x="538" y="996"/>
                    <a:pt x="418" y="1116"/>
                    <a:pt x="269" y="1116"/>
                  </a:cubicBezTo>
                  <a:lnTo>
                    <a:pt x="1043" y="1116"/>
                  </a:lnTo>
                  <a:cubicBezTo>
                    <a:pt x="1192" y="1116"/>
                    <a:pt x="1312" y="996"/>
                    <a:pt x="1312" y="847"/>
                  </a:cubicBezTo>
                  <a:lnTo>
                    <a:pt x="1312" y="539"/>
                  </a:lnTo>
                  <a:cubicBezTo>
                    <a:pt x="1312" y="243"/>
                    <a:pt x="1071"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126"/>
          <p:cNvGrpSpPr/>
          <p:nvPr/>
        </p:nvGrpSpPr>
        <p:grpSpPr>
          <a:xfrm>
            <a:off x="2444095" y="3805259"/>
            <a:ext cx="362040" cy="434479"/>
            <a:chOff x="2444095" y="3805259"/>
            <a:chExt cx="362040" cy="434479"/>
          </a:xfrm>
        </p:grpSpPr>
        <p:sp>
          <p:nvSpPr>
            <p:cNvPr id="11532" name="Google Shape;11532;p126"/>
            <p:cNvSpPr/>
            <p:nvPr/>
          </p:nvSpPr>
          <p:spPr>
            <a:xfrm>
              <a:off x="2444095" y="3805259"/>
              <a:ext cx="260682" cy="434479"/>
            </a:xfrm>
            <a:custGeom>
              <a:rect b="b" l="l" r="r" t="t"/>
              <a:pathLst>
                <a:path extrusionOk="0" h="16722" w="10033">
                  <a:moveTo>
                    <a:pt x="1113" y="0"/>
                  </a:moveTo>
                  <a:cubicBezTo>
                    <a:pt x="499" y="0"/>
                    <a:pt x="0" y="499"/>
                    <a:pt x="0" y="1116"/>
                  </a:cubicBezTo>
                  <a:lnTo>
                    <a:pt x="0" y="15605"/>
                  </a:lnTo>
                  <a:cubicBezTo>
                    <a:pt x="0" y="16222"/>
                    <a:pt x="499" y="16721"/>
                    <a:pt x="1113" y="16721"/>
                  </a:cubicBezTo>
                  <a:lnTo>
                    <a:pt x="4457" y="16721"/>
                  </a:lnTo>
                  <a:lnTo>
                    <a:pt x="5016" y="16165"/>
                  </a:lnTo>
                  <a:lnTo>
                    <a:pt x="5573" y="16721"/>
                  </a:lnTo>
                  <a:lnTo>
                    <a:pt x="8917" y="16721"/>
                  </a:lnTo>
                  <a:cubicBezTo>
                    <a:pt x="9534" y="16721"/>
                    <a:pt x="10033" y="16222"/>
                    <a:pt x="10033" y="15605"/>
                  </a:cubicBezTo>
                  <a:lnTo>
                    <a:pt x="10033" y="1116"/>
                  </a:lnTo>
                  <a:cubicBezTo>
                    <a:pt x="10033" y="499"/>
                    <a:pt x="9534" y="0"/>
                    <a:pt x="8917" y="0"/>
                  </a:cubicBezTo>
                  <a:lnTo>
                    <a:pt x="5573" y="0"/>
                  </a:lnTo>
                  <a:lnTo>
                    <a:pt x="5016" y="557"/>
                  </a:lnTo>
                  <a:lnTo>
                    <a:pt x="44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26"/>
            <p:cNvSpPr/>
            <p:nvPr/>
          </p:nvSpPr>
          <p:spPr>
            <a:xfrm>
              <a:off x="2598509" y="3834126"/>
              <a:ext cx="82235" cy="72491"/>
            </a:xfrm>
            <a:custGeom>
              <a:rect b="b" l="l" r="r" t="t"/>
              <a:pathLst>
                <a:path extrusionOk="0" h="2790" w="3165">
                  <a:moveTo>
                    <a:pt x="1580" y="0"/>
                  </a:moveTo>
                  <a:cubicBezTo>
                    <a:pt x="1403" y="0"/>
                    <a:pt x="1223" y="34"/>
                    <a:pt x="1049" y="107"/>
                  </a:cubicBezTo>
                  <a:cubicBezTo>
                    <a:pt x="338" y="402"/>
                    <a:pt x="1" y="1217"/>
                    <a:pt x="296" y="1928"/>
                  </a:cubicBezTo>
                  <a:cubicBezTo>
                    <a:pt x="517" y="2466"/>
                    <a:pt x="1036" y="2790"/>
                    <a:pt x="1583" y="2790"/>
                  </a:cubicBezTo>
                  <a:cubicBezTo>
                    <a:pt x="1761" y="2790"/>
                    <a:pt x="1943" y="2755"/>
                    <a:pt x="2117" y="2683"/>
                  </a:cubicBezTo>
                  <a:cubicBezTo>
                    <a:pt x="2828" y="2388"/>
                    <a:pt x="3165" y="1572"/>
                    <a:pt x="2870" y="862"/>
                  </a:cubicBezTo>
                  <a:cubicBezTo>
                    <a:pt x="2647" y="325"/>
                    <a:pt x="2127" y="0"/>
                    <a:pt x="15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26"/>
            <p:cNvSpPr/>
            <p:nvPr/>
          </p:nvSpPr>
          <p:spPr>
            <a:xfrm>
              <a:off x="2469402" y="3834282"/>
              <a:ext cx="79714" cy="72413"/>
            </a:xfrm>
            <a:custGeom>
              <a:rect b="b" l="l" r="r" t="t"/>
              <a:pathLst>
                <a:path extrusionOk="0" h="2787" w="3068">
                  <a:moveTo>
                    <a:pt x="1532" y="0"/>
                  </a:moveTo>
                  <a:cubicBezTo>
                    <a:pt x="901" y="0"/>
                    <a:pt x="330" y="431"/>
                    <a:pt x="178" y="1073"/>
                  </a:cubicBezTo>
                  <a:cubicBezTo>
                    <a:pt x="1" y="1822"/>
                    <a:pt x="466" y="2572"/>
                    <a:pt x="1213" y="2750"/>
                  </a:cubicBezTo>
                  <a:cubicBezTo>
                    <a:pt x="1320" y="2775"/>
                    <a:pt x="1427" y="2787"/>
                    <a:pt x="1533" y="2787"/>
                  </a:cubicBezTo>
                  <a:cubicBezTo>
                    <a:pt x="2165" y="2787"/>
                    <a:pt x="2738" y="2355"/>
                    <a:pt x="2890" y="1713"/>
                  </a:cubicBezTo>
                  <a:cubicBezTo>
                    <a:pt x="3068" y="965"/>
                    <a:pt x="2603" y="216"/>
                    <a:pt x="1856" y="38"/>
                  </a:cubicBezTo>
                  <a:cubicBezTo>
                    <a:pt x="1747" y="12"/>
                    <a:pt x="1639"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26"/>
            <p:cNvSpPr/>
            <p:nvPr/>
          </p:nvSpPr>
          <p:spPr>
            <a:xfrm>
              <a:off x="2599731" y="3935692"/>
              <a:ext cx="79740" cy="72439"/>
            </a:xfrm>
            <a:custGeom>
              <a:rect b="b" l="l" r="r" t="t"/>
              <a:pathLst>
                <a:path extrusionOk="0" h="2788" w="3069">
                  <a:moveTo>
                    <a:pt x="1534" y="0"/>
                  </a:moveTo>
                  <a:cubicBezTo>
                    <a:pt x="902" y="0"/>
                    <a:pt x="331" y="433"/>
                    <a:pt x="179" y="1073"/>
                  </a:cubicBezTo>
                  <a:cubicBezTo>
                    <a:pt x="1" y="1823"/>
                    <a:pt x="466" y="2573"/>
                    <a:pt x="1213" y="2750"/>
                  </a:cubicBezTo>
                  <a:cubicBezTo>
                    <a:pt x="1321" y="2776"/>
                    <a:pt x="1429" y="2788"/>
                    <a:pt x="1535" y="2788"/>
                  </a:cubicBezTo>
                  <a:cubicBezTo>
                    <a:pt x="2167" y="2788"/>
                    <a:pt x="2738" y="2355"/>
                    <a:pt x="2891" y="1716"/>
                  </a:cubicBezTo>
                  <a:cubicBezTo>
                    <a:pt x="3068" y="966"/>
                    <a:pt x="2603" y="216"/>
                    <a:pt x="1856" y="38"/>
                  </a:cubicBezTo>
                  <a:cubicBezTo>
                    <a:pt x="1748" y="13"/>
                    <a:pt x="1640" y="0"/>
                    <a:pt x="1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26"/>
            <p:cNvSpPr/>
            <p:nvPr/>
          </p:nvSpPr>
          <p:spPr>
            <a:xfrm>
              <a:off x="2470286" y="3935588"/>
              <a:ext cx="77896" cy="72439"/>
            </a:xfrm>
            <a:custGeom>
              <a:rect b="b" l="l" r="r" t="t"/>
              <a:pathLst>
                <a:path extrusionOk="0" h="2788" w="2998">
                  <a:moveTo>
                    <a:pt x="1498" y="1"/>
                  </a:moveTo>
                  <a:cubicBezTo>
                    <a:pt x="826" y="1"/>
                    <a:pt x="234" y="486"/>
                    <a:pt x="123" y="1171"/>
                  </a:cubicBezTo>
                  <a:cubicBezTo>
                    <a:pt x="1" y="1931"/>
                    <a:pt x="515" y="2644"/>
                    <a:pt x="1276" y="2770"/>
                  </a:cubicBezTo>
                  <a:cubicBezTo>
                    <a:pt x="1351" y="2782"/>
                    <a:pt x="1426" y="2788"/>
                    <a:pt x="1499" y="2788"/>
                  </a:cubicBezTo>
                  <a:cubicBezTo>
                    <a:pt x="2171" y="2788"/>
                    <a:pt x="2762" y="2300"/>
                    <a:pt x="2875" y="1615"/>
                  </a:cubicBezTo>
                  <a:cubicBezTo>
                    <a:pt x="2997" y="857"/>
                    <a:pt x="2480" y="142"/>
                    <a:pt x="1722" y="19"/>
                  </a:cubicBezTo>
                  <a:cubicBezTo>
                    <a:pt x="1647" y="7"/>
                    <a:pt x="1572" y="1"/>
                    <a:pt x="1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26"/>
            <p:cNvSpPr/>
            <p:nvPr/>
          </p:nvSpPr>
          <p:spPr>
            <a:xfrm>
              <a:off x="2600562" y="4036997"/>
              <a:ext cx="77870" cy="72413"/>
            </a:xfrm>
            <a:custGeom>
              <a:rect b="b" l="l" r="r" t="t"/>
              <a:pathLst>
                <a:path extrusionOk="0" h="2787" w="2997">
                  <a:moveTo>
                    <a:pt x="1500" y="1"/>
                  </a:moveTo>
                  <a:cubicBezTo>
                    <a:pt x="1426" y="1"/>
                    <a:pt x="1351" y="7"/>
                    <a:pt x="1275" y="19"/>
                  </a:cubicBezTo>
                  <a:cubicBezTo>
                    <a:pt x="518" y="142"/>
                    <a:pt x="0" y="858"/>
                    <a:pt x="123" y="1615"/>
                  </a:cubicBezTo>
                  <a:cubicBezTo>
                    <a:pt x="233" y="2299"/>
                    <a:pt x="824" y="2786"/>
                    <a:pt x="1494" y="2786"/>
                  </a:cubicBezTo>
                  <a:cubicBezTo>
                    <a:pt x="1569" y="2786"/>
                    <a:pt x="1645" y="2780"/>
                    <a:pt x="1722" y="2767"/>
                  </a:cubicBezTo>
                  <a:cubicBezTo>
                    <a:pt x="2482" y="2645"/>
                    <a:pt x="2997" y="1929"/>
                    <a:pt x="2874" y="1171"/>
                  </a:cubicBezTo>
                  <a:cubicBezTo>
                    <a:pt x="2764" y="486"/>
                    <a:pt x="2172" y="1"/>
                    <a:pt x="1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26"/>
            <p:cNvSpPr/>
            <p:nvPr/>
          </p:nvSpPr>
          <p:spPr>
            <a:xfrm>
              <a:off x="2470286" y="4036945"/>
              <a:ext cx="77896" cy="72439"/>
            </a:xfrm>
            <a:custGeom>
              <a:rect b="b" l="l" r="r" t="t"/>
              <a:pathLst>
                <a:path extrusionOk="0" h="2788" w="2998">
                  <a:moveTo>
                    <a:pt x="1496" y="0"/>
                  </a:moveTo>
                  <a:cubicBezTo>
                    <a:pt x="826" y="0"/>
                    <a:pt x="234" y="486"/>
                    <a:pt x="123" y="1171"/>
                  </a:cubicBezTo>
                  <a:cubicBezTo>
                    <a:pt x="1" y="1931"/>
                    <a:pt x="515" y="2644"/>
                    <a:pt x="1276" y="2769"/>
                  </a:cubicBezTo>
                  <a:cubicBezTo>
                    <a:pt x="1351" y="2782"/>
                    <a:pt x="1425" y="2788"/>
                    <a:pt x="1499" y="2788"/>
                  </a:cubicBezTo>
                  <a:cubicBezTo>
                    <a:pt x="2169" y="2788"/>
                    <a:pt x="2761" y="2300"/>
                    <a:pt x="2872" y="1617"/>
                  </a:cubicBezTo>
                  <a:cubicBezTo>
                    <a:pt x="2997" y="857"/>
                    <a:pt x="2480" y="141"/>
                    <a:pt x="1720" y="18"/>
                  </a:cubicBezTo>
                  <a:cubicBezTo>
                    <a:pt x="1644" y="6"/>
                    <a:pt x="1570" y="0"/>
                    <a:pt x="1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26"/>
            <p:cNvSpPr/>
            <p:nvPr/>
          </p:nvSpPr>
          <p:spPr>
            <a:xfrm>
              <a:off x="2598587" y="4138277"/>
              <a:ext cx="82235" cy="72491"/>
            </a:xfrm>
            <a:custGeom>
              <a:rect b="b" l="l" r="r" t="t"/>
              <a:pathLst>
                <a:path extrusionOk="0" h="2790" w="3165">
                  <a:moveTo>
                    <a:pt x="1585" y="1"/>
                  </a:moveTo>
                  <a:cubicBezTo>
                    <a:pt x="1406" y="1"/>
                    <a:pt x="1225" y="35"/>
                    <a:pt x="1051" y="108"/>
                  </a:cubicBezTo>
                  <a:cubicBezTo>
                    <a:pt x="338" y="403"/>
                    <a:pt x="1" y="1218"/>
                    <a:pt x="296" y="1929"/>
                  </a:cubicBezTo>
                  <a:cubicBezTo>
                    <a:pt x="519" y="2466"/>
                    <a:pt x="1039" y="2789"/>
                    <a:pt x="1586" y="2789"/>
                  </a:cubicBezTo>
                  <a:cubicBezTo>
                    <a:pt x="1763" y="2789"/>
                    <a:pt x="1943" y="2755"/>
                    <a:pt x="2117" y="2684"/>
                  </a:cubicBezTo>
                  <a:cubicBezTo>
                    <a:pt x="2827" y="2389"/>
                    <a:pt x="3164" y="1574"/>
                    <a:pt x="2872" y="860"/>
                  </a:cubicBezTo>
                  <a:cubicBezTo>
                    <a:pt x="2649" y="324"/>
                    <a:pt x="2131" y="1"/>
                    <a:pt x="1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26"/>
            <p:cNvSpPr/>
            <p:nvPr/>
          </p:nvSpPr>
          <p:spPr>
            <a:xfrm>
              <a:off x="2469480" y="4138303"/>
              <a:ext cx="79454" cy="72439"/>
            </a:xfrm>
            <a:custGeom>
              <a:rect b="b" l="l" r="r" t="t"/>
              <a:pathLst>
                <a:path extrusionOk="0" h="2788" w="3058">
                  <a:moveTo>
                    <a:pt x="1529" y="0"/>
                  </a:moveTo>
                  <a:cubicBezTo>
                    <a:pt x="1172" y="0"/>
                    <a:pt x="815" y="137"/>
                    <a:pt x="544" y="410"/>
                  </a:cubicBezTo>
                  <a:cubicBezTo>
                    <a:pt x="0" y="953"/>
                    <a:pt x="0" y="1836"/>
                    <a:pt x="544" y="2380"/>
                  </a:cubicBezTo>
                  <a:cubicBezTo>
                    <a:pt x="815" y="2652"/>
                    <a:pt x="1172" y="2787"/>
                    <a:pt x="1529" y="2787"/>
                  </a:cubicBezTo>
                  <a:cubicBezTo>
                    <a:pt x="1885" y="2787"/>
                    <a:pt x="2242" y="2652"/>
                    <a:pt x="2514" y="2380"/>
                  </a:cubicBezTo>
                  <a:cubicBezTo>
                    <a:pt x="3057" y="1836"/>
                    <a:pt x="3057" y="953"/>
                    <a:pt x="2514" y="410"/>
                  </a:cubicBezTo>
                  <a:cubicBezTo>
                    <a:pt x="2242" y="137"/>
                    <a:pt x="1885" y="0"/>
                    <a:pt x="1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26"/>
            <p:cNvSpPr/>
            <p:nvPr/>
          </p:nvSpPr>
          <p:spPr>
            <a:xfrm>
              <a:off x="2556963" y="3903681"/>
              <a:ext cx="34869" cy="34843"/>
            </a:xfrm>
            <a:custGeom>
              <a:rect b="b" l="l" r="r" t="t"/>
              <a:pathLst>
                <a:path extrusionOk="0" h="1341" w="1342">
                  <a:moveTo>
                    <a:pt x="672" y="1"/>
                  </a:moveTo>
                  <a:cubicBezTo>
                    <a:pt x="531" y="1"/>
                    <a:pt x="419" y="113"/>
                    <a:pt x="419" y="254"/>
                  </a:cubicBezTo>
                  <a:lnTo>
                    <a:pt x="419" y="419"/>
                  </a:lnTo>
                  <a:lnTo>
                    <a:pt x="254" y="419"/>
                  </a:lnTo>
                  <a:cubicBezTo>
                    <a:pt x="113" y="419"/>
                    <a:pt x="1" y="531"/>
                    <a:pt x="1" y="672"/>
                  </a:cubicBezTo>
                  <a:cubicBezTo>
                    <a:pt x="1" y="810"/>
                    <a:pt x="113" y="923"/>
                    <a:pt x="254" y="923"/>
                  </a:cubicBezTo>
                  <a:lnTo>
                    <a:pt x="419" y="923"/>
                  </a:lnTo>
                  <a:lnTo>
                    <a:pt x="419" y="1090"/>
                  </a:lnTo>
                  <a:cubicBezTo>
                    <a:pt x="419" y="1228"/>
                    <a:pt x="531" y="1341"/>
                    <a:pt x="672" y="1341"/>
                  </a:cubicBezTo>
                  <a:cubicBezTo>
                    <a:pt x="811" y="1341"/>
                    <a:pt x="923" y="1228"/>
                    <a:pt x="923" y="1090"/>
                  </a:cubicBezTo>
                  <a:lnTo>
                    <a:pt x="923" y="923"/>
                  </a:lnTo>
                  <a:lnTo>
                    <a:pt x="1090" y="923"/>
                  </a:lnTo>
                  <a:cubicBezTo>
                    <a:pt x="1229" y="923"/>
                    <a:pt x="1341" y="810"/>
                    <a:pt x="1341" y="672"/>
                  </a:cubicBezTo>
                  <a:cubicBezTo>
                    <a:pt x="1341" y="531"/>
                    <a:pt x="1229" y="419"/>
                    <a:pt x="1090" y="419"/>
                  </a:cubicBezTo>
                  <a:lnTo>
                    <a:pt x="923" y="419"/>
                  </a:lnTo>
                  <a:lnTo>
                    <a:pt x="923" y="254"/>
                  </a:lnTo>
                  <a:cubicBezTo>
                    <a:pt x="923" y="113"/>
                    <a:pt x="811"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26"/>
            <p:cNvSpPr/>
            <p:nvPr/>
          </p:nvSpPr>
          <p:spPr>
            <a:xfrm>
              <a:off x="2556963" y="4005091"/>
              <a:ext cx="34869" cy="34869"/>
            </a:xfrm>
            <a:custGeom>
              <a:rect b="b" l="l" r="r" t="t"/>
              <a:pathLst>
                <a:path extrusionOk="0" h="1342" w="1342">
                  <a:moveTo>
                    <a:pt x="672" y="1"/>
                  </a:moveTo>
                  <a:cubicBezTo>
                    <a:pt x="531" y="1"/>
                    <a:pt x="419" y="113"/>
                    <a:pt x="419" y="252"/>
                  </a:cubicBezTo>
                  <a:lnTo>
                    <a:pt x="419" y="419"/>
                  </a:lnTo>
                  <a:lnTo>
                    <a:pt x="254" y="419"/>
                  </a:lnTo>
                  <a:cubicBezTo>
                    <a:pt x="113" y="419"/>
                    <a:pt x="1" y="531"/>
                    <a:pt x="1" y="670"/>
                  </a:cubicBezTo>
                  <a:cubicBezTo>
                    <a:pt x="1" y="808"/>
                    <a:pt x="113" y="923"/>
                    <a:pt x="254" y="923"/>
                  </a:cubicBezTo>
                  <a:lnTo>
                    <a:pt x="419" y="923"/>
                  </a:lnTo>
                  <a:lnTo>
                    <a:pt x="419" y="1088"/>
                  </a:lnTo>
                  <a:cubicBezTo>
                    <a:pt x="419" y="1226"/>
                    <a:pt x="531" y="1341"/>
                    <a:pt x="672" y="1341"/>
                  </a:cubicBezTo>
                  <a:cubicBezTo>
                    <a:pt x="811" y="1341"/>
                    <a:pt x="923" y="1226"/>
                    <a:pt x="923" y="1088"/>
                  </a:cubicBezTo>
                  <a:lnTo>
                    <a:pt x="923" y="923"/>
                  </a:lnTo>
                  <a:lnTo>
                    <a:pt x="1090" y="923"/>
                  </a:lnTo>
                  <a:cubicBezTo>
                    <a:pt x="1229" y="923"/>
                    <a:pt x="1341" y="808"/>
                    <a:pt x="1341" y="670"/>
                  </a:cubicBezTo>
                  <a:cubicBezTo>
                    <a:pt x="1341" y="531"/>
                    <a:pt x="1229" y="419"/>
                    <a:pt x="1090" y="419"/>
                  </a:cubicBezTo>
                  <a:lnTo>
                    <a:pt x="923" y="419"/>
                  </a:lnTo>
                  <a:lnTo>
                    <a:pt x="923" y="252"/>
                  </a:lnTo>
                  <a:cubicBezTo>
                    <a:pt x="923" y="113"/>
                    <a:pt x="811"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26"/>
            <p:cNvSpPr/>
            <p:nvPr/>
          </p:nvSpPr>
          <p:spPr>
            <a:xfrm>
              <a:off x="2556963" y="4106449"/>
              <a:ext cx="34869" cy="34843"/>
            </a:xfrm>
            <a:custGeom>
              <a:rect b="b" l="l" r="r" t="t"/>
              <a:pathLst>
                <a:path extrusionOk="0" h="1341" w="1342">
                  <a:moveTo>
                    <a:pt x="672" y="0"/>
                  </a:moveTo>
                  <a:cubicBezTo>
                    <a:pt x="531" y="0"/>
                    <a:pt x="419" y="113"/>
                    <a:pt x="419" y="251"/>
                  </a:cubicBezTo>
                  <a:lnTo>
                    <a:pt x="419" y="418"/>
                  </a:lnTo>
                  <a:lnTo>
                    <a:pt x="254" y="418"/>
                  </a:lnTo>
                  <a:cubicBezTo>
                    <a:pt x="113" y="418"/>
                    <a:pt x="1" y="531"/>
                    <a:pt x="1" y="669"/>
                  </a:cubicBezTo>
                  <a:cubicBezTo>
                    <a:pt x="1" y="810"/>
                    <a:pt x="113" y="923"/>
                    <a:pt x="254" y="923"/>
                  </a:cubicBezTo>
                  <a:lnTo>
                    <a:pt x="419" y="923"/>
                  </a:lnTo>
                  <a:lnTo>
                    <a:pt x="419" y="1087"/>
                  </a:lnTo>
                  <a:cubicBezTo>
                    <a:pt x="419" y="1228"/>
                    <a:pt x="531" y="1341"/>
                    <a:pt x="672" y="1341"/>
                  </a:cubicBezTo>
                  <a:cubicBezTo>
                    <a:pt x="811" y="1341"/>
                    <a:pt x="923" y="1228"/>
                    <a:pt x="923" y="1087"/>
                  </a:cubicBezTo>
                  <a:lnTo>
                    <a:pt x="923" y="923"/>
                  </a:lnTo>
                  <a:lnTo>
                    <a:pt x="1090" y="923"/>
                  </a:lnTo>
                  <a:cubicBezTo>
                    <a:pt x="1229" y="923"/>
                    <a:pt x="1341" y="810"/>
                    <a:pt x="1341" y="669"/>
                  </a:cubicBezTo>
                  <a:cubicBezTo>
                    <a:pt x="1341" y="531"/>
                    <a:pt x="1229" y="418"/>
                    <a:pt x="1090" y="418"/>
                  </a:cubicBezTo>
                  <a:lnTo>
                    <a:pt x="923" y="418"/>
                  </a:lnTo>
                  <a:lnTo>
                    <a:pt x="923" y="251"/>
                  </a:lnTo>
                  <a:cubicBezTo>
                    <a:pt x="923" y="113"/>
                    <a:pt x="811"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26"/>
            <p:cNvSpPr/>
            <p:nvPr/>
          </p:nvSpPr>
          <p:spPr>
            <a:xfrm>
              <a:off x="2755392" y="3944889"/>
              <a:ext cx="29022" cy="294849"/>
            </a:xfrm>
            <a:custGeom>
              <a:rect b="b" l="l" r="r" t="t"/>
              <a:pathLst>
                <a:path extrusionOk="0" h="11348" w="1117">
                  <a:moveTo>
                    <a:pt x="1" y="0"/>
                  </a:moveTo>
                  <a:lnTo>
                    <a:pt x="1" y="9422"/>
                  </a:lnTo>
                  <a:lnTo>
                    <a:pt x="131" y="9675"/>
                  </a:lnTo>
                  <a:lnTo>
                    <a:pt x="1" y="9928"/>
                  </a:lnTo>
                  <a:lnTo>
                    <a:pt x="1" y="10791"/>
                  </a:lnTo>
                  <a:cubicBezTo>
                    <a:pt x="1" y="11099"/>
                    <a:pt x="252" y="11347"/>
                    <a:pt x="560" y="11347"/>
                  </a:cubicBezTo>
                  <a:cubicBezTo>
                    <a:pt x="868" y="11347"/>
                    <a:pt x="1116" y="11099"/>
                    <a:pt x="1116" y="10791"/>
                  </a:cubicBezTo>
                  <a:lnTo>
                    <a:pt x="1116" y="9928"/>
                  </a:lnTo>
                  <a:lnTo>
                    <a:pt x="952" y="9675"/>
                  </a:lnTo>
                  <a:lnTo>
                    <a:pt x="1116" y="9422"/>
                  </a:lnTo>
                  <a:lnTo>
                    <a:pt x="11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26"/>
            <p:cNvSpPr/>
            <p:nvPr/>
          </p:nvSpPr>
          <p:spPr>
            <a:xfrm>
              <a:off x="2759887" y="3944889"/>
              <a:ext cx="24527" cy="294849"/>
            </a:xfrm>
            <a:custGeom>
              <a:rect b="b" l="l" r="r" t="t"/>
              <a:pathLst>
                <a:path extrusionOk="0" h="11348" w="944">
                  <a:moveTo>
                    <a:pt x="170" y="0"/>
                  </a:moveTo>
                  <a:lnTo>
                    <a:pt x="170" y="10791"/>
                  </a:lnTo>
                  <a:cubicBezTo>
                    <a:pt x="170" y="10947"/>
                    <a:pt x="105" y="11088"/>
                    <a:pt x="0" y="11190"/>
                  </a:cubicBezTo>
                  <a:cubicBezTo>
                    <a:pt x="99" y="11287"/>
                    <a:pt x="235" y="11347"/>
                    <a:pt x="387" y="11347"/>
                  </a:cubicBezTo>
                  <a:cubicBezTo>
                    <a:pt x="695" y="11347"/>
                    <a:pt x="943" y="11099"/>
                    <a:pt x="943" y="10791"/>
                  </a:cubicBezTo>
                  <a:lnTo>
                    <a:pt x="943" y="9928"/>
                  </a:lnTo>
                  <a:lnTo>
                    <a:pt x="779" y="9675"/>
                  </a:lnTo>
                  <a:lnTo>
                    <a:pt x="943" y="9422"/>
                  </a:lnTo>
                  <a:lnTo>
                    <a:pt x="9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26"/>
            <p:cNvSpPr/>
            <p:nvPr/>
          </p:nvSpPr>
          <p:spPr>
            <a:xfrm>
              <a:off x="2755392" y="4189671"/>
              <a:ext cx="29022" cy="13199"/>
            </a:xfrm>
            <a:custGeom>
              <a:rect b="b" l="l" r="r" t="t"/>
              <a:pathLst>
                <a:path extrusionOk="0" h="508" w="1117">
                  <a:moveTo>
                    <a:pt x="1" y="1"/>
                  </a:moveTo>
                  <a:lnTo>
                    <a:pt x="1" y="507"/>
                  </a:lnTo>
                  <a:lnTo>
                    <a:pt x="1116" y="507"/>
                  </a:lnTo>
                  <a:lnTo>
                    <a:pt x="11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26"/>
            <p:cNvSpPr/>
            <p:nvPr/>
          </p:nvSpPr>
          <p:spPr>
            <a:xfrm>
              <a:off x="2748195" y="3915633"/>
              <a:ext cx="43469" cy="38116"/>
            </a:xfrm>
            <a:custGeom>
              <a:rect b="b" l="l" r="r" t="t"/>
              <a:pathLst>
                <a:path extrusionOk="0" h="1467" w="1673">
                  <a:moveTo>
                    <a:pt x="1" y="0"/>
                  </a:moveTo>
                  <a:lnTo>
                    <a:pt x="1" y="1205"/>
                  </a:lnTo>
                  <a:cubicBezTo>
                    <a:pt x="1" y="1348"/>
                    <a:pt x="116" y="1466"/>
                    <a:pt x="262" y="1466"/>
                  </a:cubicBezTo>
                  <a:lnTo>
                    <a:pt x="1412" y="1466"/>
                  </a:lnTo>
                  <a:cubicBezTo>
                    <a:pt x="1555" y="1466"/>
                    <a:pt x="1673" y="1348"/>
                    <a:pt x="1673" y="1205"/>
                  </a:cubicBezTo>
                  <a:lnTo>
                    <a:pt x="16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26"/>
            <p:cNvSpPr/>
            <p:nvPr/>
          </p:nvSpPr>
          <p:spPr>
            <a:xfrm>
              <a:off x="2764564" y="3915633"/>
              <a:ext cx="27100" cy="38116"/>
            </a:xfrm>
            <a:custGeom>
              <a:rect b="b" l="l" r="r" t="t"/>
              <a:pathLst>
                <a:path extrusionOk="0" h="1467" w="1043">
                  <a:moveTo>
                    <a:pt x="270" y="0"/>
                  </a:moveTo>
                  <a:lnTo>
                    <a:pt x="270" y="1197"/>
                  </a:lnTo>
                  <a:cubicBezTo>
                    <a:pt x="270" y="1346"/>
                    <a:pt x="147" y="1466"/>
                    <a:pt x="0" y="1466"/>
                  </a:cubicBezTo>
                  <a:lnTo>
                    <a:pt x="774" y="1466"/>
                  </a:lnTo>
                  <a:cubicBezTo>
                    <a:pt x="923" y="1466"/>
                    <a:pt x="1043" y="1346"/>
                    <a:pt x="1043" y="1197"/>
                  </a:cubicBezTo>
                  <a:lnTo>
                    <a:pt x="10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26"/>
            <p:cNvSpPr/>
            <p:nvPr/>
          </p:nvSpPr>
          <p:spPr>
            <a:xfrm>
              <a:off x="2740608" y="3805259"/>
              <a:ext cx="58253" cy="90497"/>
            </a:xfrm>
            <a:custGeom>
              <a:rect b="b" l="l" r="r" t="t"/>
              <a:pathLst>
                <a:path extrusionOk="0" h="3483" w="2242">
                  <a:moveTo>
                    <a:pt x="1128" y="1"/>
                  </a:moveTo>
                  <a:cubicBezTo>
                    <a:pt x="1024" y="1"/>
                    <a:pt x="921" y="56"/>
                    <a:pt x="873" y="167"/>
                  </a:cubicBezTo>
                  <a:lnTo>
                    <a:pt x="112" y="1907"/>
                  </a:lnTo>
                  <a:cubicBezTo>
                    <a:pt x="37" y="2075"/>
                    <a:pt x="0" y="2265"/>
                    <a:pt x="18" y="2467"/>
                  </a:cubicBezTo>
                  <a:cubicBezTo>
                    <a:pt x="63" y="3010"/>
                    <a:pt x="510" y="3446"/>
                    <a:pt x="1053" y="3480"/>
                  </a:cubicBezTo>
                  <a:cubicBezTo>
                    <a:pt x="1079" y="3482"/>
                    <a:pt x="1105" y="3483"/>
                    <a:pt x="1131" y="3483"/>
                  </a:cubicBezTo>
                  <a:cubicBezTo>
                    <a:pt x="1746" y="3483"/>
                    <a:pt x="2242" y="2984"/>
                    <a:pt x="2242" y="2370"/>
                  </a:cubicBezTo>
                  <a:cubicBezTo>
                    <a:pt x="2242" y="2205"/>
                    <a:pt x="2208" y="2049"/>
                    <a:pt x="2143" y="1907"/>
                  </a:cubicBezTo>
                  <a:lnTo>
                    <a:pt x="1382" y="167"/>
                  </a:lnTo>
                  <a:cubicBezTo>
                    <a:pt x="1334" y="56"/>
                    <a:pt x="1231" y="1"/>
                    <a:pt x="1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26"/>
            <p:cNvSpPr/>
            <p:nvPr/>
          </p:nvSpPr>
          <p:spPr>
            <a:xfrm>
              <a:off x="2733670" y="3895730"/>
              <a:ext cx="72465" cy="29022"/>
            </a:xfrm>
            <a:custGeom>
              <a:rect b="b" l="l" r="r" t="t"/>
              <a:pathLst>
                <a:path extrusionOk="0" h="1117" w="2789">
                  <a:moveTo>
                    <a:pt x="560" y="1"/>
                  </a:moveTo>
                  <a:cubicBezTo>
                    <a:pt x="251" y="1"/>
                    <a:pt x="1" y="252"/>
                    <a:pt x="1" y="560"/>
                  </a:cubicBezTo>
                  <a:cubicBezTo>
                    <a:pt x="1" y="868"/>
                    <a:pt x="251" y="1116"/>
                    <a:pt x="560" y="1116"/>
                  </a:cubicBezTo>
                  <a:lnTo>
                    <a:pt x="2232" y="1116"/>
                  </a:lnTo>
                  <a:cubicBezTo>
                    <a:pt x="2540" y="1116"/>
                    <a:pt x="2788" y="868"/>
                    <a:pt x="2788" y="560"/>
                  </a:cubicBezTo>
                  <a:cubicBezTo>
                    <a:pt x="2788" y="252"/>
                    <a:pt x="2540" y="1"/>
                    <a:pt x="22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26"/>
            <p:cNvSpPr/>
            <p:nvPr/>
          </p:nvSpPr>
          <p:spPr>
            <a:xfrm>
              <a:off x="2771553" y="3895730"/>
              <a:ext cx="34583" cy="29022"/>
            </a:xfrm>
            <a:custGeom>
              <a:rect b="b" l="l" r="r" t="t"/>
              <a:pathLst>
                <a:path extrusionOk="0" h="1117" w="1331">
                  <a:moveTo>
                    <a:pt x="1" y="1"/>
                  </a:moveTo>
                  <a:cubicBezTo>
                    <a:pt x="306" y="1"/>
                    <a:pt x="557" y="252"/>
                    <a:pt x="557" y="560"/>
                  </a:cubicBezTo>
                  <a:cubicBezTo>
                    <a:pt x="557" y="868"/>
                    <a:pt x="306" y="1116"/>
                    <a:pt x="1" y="1116"/>
                  </a:cubicBezTo>
                  <a:lnTo>
                    <a:pt x="774" y="1116"/>
                  </a:lnTo>
                  <a:cubicBezTo>
                    <a:pt x="1082" y="1116"/>
                    <a:pt x="1330" y="868"/>
                    <a:pt x="1330" y="560"/>
                  </a:cubicBezTo>
                  <a:cubicBezTo>
                    <a:pt x="1330" y="252"/>
                    <a:pt x="1082" y="1"/>
                    <a:pt x="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26"/>
            <p:cNvSpPr/>
            <p:nvPr/>
          </p:nvSpPr>
          <p:spPr>
            <a:xfrm>
              <a:off x="2759887" y="3805259"/>
              <a:ext cx="38974" cy="90497"/>
            </a:xfrm>
            <a:custGeom>
              <a:rect b="b" l="l" r="r" t="t"/>
              <a:pathLst>
                <a:path extrusionOk="0" h="3483" w="1500">
                  <a:moveTo>
                    <a:pt x="386" y="1"/>
                  </a:moveTo>
                  <a:cubicBezTo>
                    <a:pt x="282" y="1"/>
                    <a:pt x="179" y="56"/>
                    <a:pt x="131" y="167"/>
                  </a:cubicBezTo>
                  <a:lnTo>
                    <a:pt x="0" y="468"/>
                  </a:lnTo>
                  <a:lnTo>
                    <a:pt x="627" y="1907"/>
                  </a:lnTo>
                  <a:cubicBezTo>
                    <a:pt x="690" y="2049"/>
                    <a:pt x="726" y="2205"/>
                    <a:pt x="726" y="2370"/>
                  </a:cubicBezTo>
                  <a:cubicBezTo>
                    <a:pt x="726" y="2848"/>
                    <a:pt x="423" y="3258"/>
                    <a:pt x="0" y="3415"/>
                  </a:cubicBezTo>
                  <a:cubicBezTo>
                    <a:pt x="99" y="3451"/>
                    <a:pt x="204" y="3475"/>
                    <a:pt x="311" y="3480"/>
                  </a:cubicBezTo>
                  <a:cubicBezTo>
                    <a:pt x="337" y="3482"/>
                    <a:pt x="363" y="3483"/>
                    <a:pt x="389" y="3483"/>
                  </a:cubicBezTo>
                  <a:cubicBezTo>
                    <a:pt x="1004" y="3483"/>
                    <a:pt x="1500" y="2984"/>
                    <a:pt x="1500" y="2370"/>
                  </a:cubicBezTo>
                  <a:cubicBezTo>
                    <a:pt x="1500" y="2205"/>
                    <a:pt x="1466" y="2049"/>
                    <a:pt x="1401" y="1907"/>
                  </a:cubicBezTo>
                  <a:lnTo>
                    <a:pt x="640" y="167"/>
                  </a:lnTo>
                  <a:cubicBezTo>
                    <a:pt x="592" y="56"/>
                    <a:pt x="489" y="1"/>
                    <a:pt x="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26"/>
            <p:cNvSpPr/>
            <p:nvPr/>
          </p:nvSpPr>
          <p:spPr>
            <a:xfrm>
              <a:off x="2756067" y="3860238"/>
              <a:ext cx="30451" cy="35518"/>
            </a:xfrm>
            <a:custGeom>
              <a:rect b="b" l="l" r="r" t="t"/>
              <a:pathLst>
                <a:path extrusionOk="0" h="1367" w="1172">
                  <a:moveTo>
                    <a:pt x="254" y="0"/>
                  </a:moveTo>
                  <a:cubicBezTo>
                    <a:pt x="116" y="0"/>
                    <a:pt x="1" y="113"/>
                    <a:pt x="1" y="254"/>
                  </a:cubicBezTo>
                  <a:cubicBezTo>
                    <a:pt x="1" y="703"/>
                    <a:pt x="220" y="1113"/>
                    <a:pt x="576" y="1367"/>
                  </a:cubicBezTo>
                  <a:cubicBezTo>
                    <a:pt x="798" y="1359"/>
                    <a:pt x="1001" y="1286"/>
                    <a:pt x="1171" y="1166"/>
                  </a:cubicBezTo>
                  <a:cubicBezTo>
                    <a:pt x="1145" y="1116"/>
                    <a:pt x="1101" y="1077"/>
                    <a:pt x="1046" y="1053"/>
                  </a:cubicBezTo>
                  <a:cubicBezTo>
                    <a:pt x="719" y="920"/>
                    <a:pt x="508" y="607"/>
                    <a:pt x="508" y="254"/>
                  </a:cubicBezTo>
                  <a:cubicBezTo>
                    <a:pt x="508" y="113"/>
                    <a:pt x="393"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26"/>
            <p:cNvSpPr/>
            <p:nvPr/>
          </p:nvSpPr>
          <p:spPr>
            <a:xfrm>
              <a:off x="2559899" y="3805259"/>
              <a:ext cx="28996" cy="28996"/>
            </a:xfrm>
            <a:custGeom>
              <a:rect b="b" l="l" r="r" t="t"/>
              <a:pathLst>
                <a:path extrusionOk="0" h="1116" w="1116">
                  <a:moveTo>
                    <a:pt x="0" y="0"/>
                  </a:moveTo>
                  <a:lnTo>
                    <a:pt x="0" y="855"/>
                  </a:lnTo>
                  <a:cubicBezTo>
                    <a:pt x="0" y="998"/>
                    <a:pt x="118" y="1116"/>
                    <a:pt x="262" y="1116"/>
                  </a:cubicBezTo>
                  <a:lnTo>
                    <a:pt x="855" y="1116"/>
                  </a:lnTo>
                  <a:cubicBezTo>
                    <a:pt x="998" y="1116"/>
                    <a:pt x="1116" y="998"/>
                    <a:pt x="1116" y="855"/>
                  </a:cubicBezTo>
                  <a:lnTo>
                    <a:pt x="11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26"/>
            <p:cNvSpPr/>
            <p:nvPr/>
          </p:nvSpPr>
          <p:spPr>
            <a:xfrm>
              <a:off x="2559899" y="4210716"/>
              <a:ext cx="28996" cy="29022"/>
            </a:xfrm>
            <a:custGeom>
              <a:rect b="b" l="l" r="r" t="t"/>
              <a:pathLst>
                <a:path extrusionOk="0" h="1117" w="1116">
                  <a:moveTo>
                    <a:pt x="262" y="0"/>
                  </a:moveTo>
                  <a:cubicBezTo>
                    <a:pt x="118" y="0"/>
                    <a:pt x="0" y="118"/>
                    <a:pt x="0" y="262"/>
                  </a:cubicBezTo>
                  <a:lnTo>
                    <a:pt x="0" y="1116"/>
                  </a:lnTo>
                  <a:lnTo>
                    <a:pt x="1116" y="1116"/>
                  </a:lnTo>
                  <a:lnTo>
                    <a:pt x="1116" y="262"/>
                  </a:lnTo>
                  <a:cubicBezTo>
                    <a:pt x="1116" y="118"/>
                    <a:pt x="998" y="0"/>
                    <a:pt x="8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26"/>
            <p:cNvSpPr/>
            <p:nvPr/>
          </p:nvSpPr>
          <p:spPr>
            <a:xfrm>
              <a:off x="2655671" y="3805259"/>
              <a:ext cx="49107" cy="434479"/>
            </a:xfrm>
            <a:custGeom>
              <a:rect b="b" l="l" r="r" t="t"/>
              <a:pathLst>
                <a:path extrusionOk="0" h="16722" w="1890">
                  <a:moveTo>
                    <a:pt x="1" y="0"/>
                  </a:moveTo>
                  <a:cubicBezTo>
                    <a:pt x="615" y="0"/>
                    <a:pt x="1116" y="499"/>
                    <a:pt x="1116" y="1116"/>
                  </a:cubicBezTo>
                  <a:lnTo>
                    <a:pt x="1116" y="15605"/>
                  </a:lnTo>
                  <a:cubicBezTo>
                    <a:pt x="1116" y="16222"/>
                    <a:pt x="615" y="16721"/>
                    <a:pt x="1" y="16721"/>
                  </a:cubicBezTo>
                  <a:lnTo>
                    <a:pt x="774" y="16721"/>
                  </a:lnTo>
                  <a:cubicBezTo>
                    <a:pt x="1391" y="16721"/>
                    <a:pt x="1890" y="16222"/>
                    <a:pt x="1890" y="15605"/>
                  </a:cubicBezTo>
                  <a:lnTo>
                    <a:pt x="1890" y="1116"/>
                  </a:lnTo>
                  <a:cubicBezTo>
                    <a:pt x="1890" y="499"/>
                    <a:pt x="1391"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26"/>
            <p:cNvSpPr/>
            <p:nvPr/>
          </p:nvSpPr>
          <p:spPr>
            <a:xfrm>
              <a:off x="2629481" y="3834230"/>
              <a:ext cx="46327" cy="72387"/>
            </a:xfrm>
            <a:custGeom>
              <a:rect b="b" l="l" r="r" t="t"/>
              <a:pathLst>
                <a:path extrusionOk="0" h="2786" w="1783">
                  <a:moveTo>
                    <a:pt x="390" y="1"/>
                  </a:moveTo>
                  <a:cubicBezTo>
                    <a:pt x="254" y="1"/>
                    <a:pt x="126" y="19"/>
                    <a:pt x="0" y="56"/>
                  </a:cubicBezTo>
                  <a:cubicBezTo>
                    <a:pt x="583" y="223"/>
                    <a:pt x="1009" y="758"/>
                    <a:pt x="1009" y="1393"/>
                  </a:cubicBezTo>
                  <a:cubicBezTo>
                    <a:pt x="1009" y="2028"/>
                    <a:pt x="583" y="2564"/>
                    <a:pt x="0" y="2731"/>
                  </a:cubicBezTo>
                  <a:cubicBezTo>
                    <a:pt x="126" y="2768"/>
                    <a:pt x="254" y="2786"/>
                    <a:pt x="390" y="2786"/>
                  </a:cubicBezTo>
                  <a:cubicBezTo>
                    <a:pt x="1158" y="2786"/>
                    <a:pt x="1782" y="2164"/>
                    <a:pt x="1782" y="1393"/>
                  </a:cubicBezTo>
                  <a:cubicBezTo>
                    <a:pt x="1782" y="623"/>
                    <a:pt x="1158" y="1"/>
                    <a:pt x="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26"/>
            <p:cNvSpPr/>
            <p:nvPr/>
          </p:nvSpPr>
          <p:spPr>
            <a:xfrm>
              <a:off x="2499204" y="3834230"/>
              <a:ext cx="46249" cy="72387"/>
            </a:xfrm>
            <a:custGeom>
              <a:rect b="b" l="l" r="r" t="t"/>
              <a:pathLst>
                <a:path extrusionOk="0" h="2786" w="1780">
                  <a:moveTo>
                    <a:pt x="387" y="1"/>
                  </a:moveTo>
                  <a:cubicBezTo>
                    <a:pt x="251" y="1"/>
                    <a:pt x="123" y="19"/>
                    <a:pt x="1" y="56"/>
                  </a:cubicBezTo>
                  <a:cubicBezTo>
                    <a:pt x="581" y="223"/>
                    <a:pt x="1006" y="758"/>
                    <a:pt x="1006" y="1393"/>
                  </a:cubicBezTo>
                  <a:cubicBezTo>
                    <a:pt x="1006" y="2028"/>
                    <a:pt x="581" y="2564"/>
                    <a:pt x="1" y="2731"/>
                  </a:cubicBezTo>
                  <a:cubicBezTo>
                    <a:pt x="123" y="2768"/>
                    <a:pt x="251" y="2786"/>
                    <a:pt x="387" y="2786"/>
                  </a:cubicBezTo>
                  <a:cubicBezTo>
                    <a:pt x="1155" y="2786"/>
                    <a:pt x="1780" y="2164"/>
                    <a:pt x="1780" y="1393"/>
                  </a:cubicBezTo>
                  <a:cubicBezTo>
                    <a:pt x="1780" y="623"/>
                    <a:pt x="1155"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26"/>
            <p:cNvSpPr/>
            <p:nvPr/>
          </p:nvSpPr>
          <p:spPr>
            <a:xfrm>
              <a:off x="2629481" y="3935588"/>
              <a:ext cx="46327" cy="72465"/>
            </a:xfrm>
            <a:custGeom>
              <a:rect b="b" l="l" r="r" t="t"/>
              <a:pathLst>
                <a:path extrusionOk="0" h="2789" w="1783">
                  <a:moveTo>
                    <a:pt x="390" y="0"/>
                  </a:moveTo>
                  <a:cubicBezTo>
                    <a:pt x="254" y="0"/>
                    <a:pt x="126" y="21"/>
                    <a:pt x="0" y="55"/>
                  </a:cubicBezTo>
                  <a:cubicBezTo>
                    <a:pt x="583" y="223"/>
                    <a:pt x="1009" y="758"/>
                    <a:pt x="1009" y="1393"/>
                  </a:cubicBezTo>
                  <a:cubicBezTo>
                    <a:pt x="1009" y="2030"/>
                    <a:pt x="583" y="2566"/>
                    <a:pt x="0" y="2733"/>
                  </a:cubicBezTo>
                  <a:cubicBezTo>
                    <a:pt x="126" y="2767"/>
                    <a:pt x="254" y="2788"/>
                    <a:pt x="390" y="2788"/>
                  </a:cubicBezTo>
                  <a:cubicBezTo>
                    <a:pt x="1158" y="2788"/>
                    <a:pt x="1782" y="2164"/>
                    <a:pt x="1782" y="1393"/>
                  </a:cubicBezTo>
                  <a:cubicBezTo>
                    <a:pt x="1782" y="625"/>
                    <a:pt x="1158"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26"/>
            <p:cNvSpPr/>
            <p:nvPr/>
          </p:nvSpPr>
          <p:spPr>
            <a:xfrm>
              <a:off x="2499204" y="3935588"/>
              <a:ext cx="46249" cy="72465"/>
            </a:xfrm>
            <a:custGeom>
              <a:rect b="b" l="l" r="r" t="t"/>
              <a:pathLst>
                <a:path extrusionOk="0" h="2789" w="1780">
                  <a:moveTo>
                    <a:pt x="387" y="0"/>
                  </a:moveTo>
                  <a:cubicBezTo>
                    <a:pt x="251" y="0"/>
                    <a:pt x="123" y="21"/>
                    <a:pt x="1" y="55"/>
                  </a:cubicBezTo>
                  <a:cubicBezTo>
                    <a:pt x="581" y="223"/>
                    <a:pt x="1006" y="758"/>
                    <a:pt x="1006" y="1393"/>
                  </a:cubicBezTo>
                  <a:cubicBezTo>
                    <a:pt x="1006" y="2030"/>
                    <a:pt x="581" y="2566"/>
                    <a:pt x="1" y="2733"/>
                  </a:cubicBezTo>
                  <a:cubicBezTo>
                    <a:pt x="123" y="2767"/>
                    <a:pt x="251" y="2788"/>
                    <a:pt x="387" y="2788"/>
                  </a:cubicBezTo>
                  <a:cubicBezTo>
                    <a:pt x="1155" y="2788"/>
                    <a:pt x="1780" y="2164"/>
                    <a:pt x="1780" y="1393"/>
                  </a:cubicBezTo>
                  <a:cubicBezTo>
                    <a:pt x="1780" y="625"/>
                    <a:pt x="115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26"/>
            <p:cNvSpPr/>
            <p:nvPr/>
          </p:nvSpPr>
          <p:spPr>
            <a:xfrm>
              <a:off x="2629481" y="4036945"/>
              <a:ext cx="46327" cy="72439"/>
            </a:xfrm>
            <a:custGeom>
              <a:rect b="b" l="l" r="r" t="t"/>
              <a:pathLst>
                <a:path extrusionOk="0" h="2788" w="1783">
                  <a:moveTo>
                    <a:pt x="390" y="0"/>
                  </a:moveTo>
                  <a:cubicBezTo>
                    <a:pt x="254" y="0"/>
                    <a:pt x="126" y="21"/>
                    <a:pt x="0" y="55"/>
                  </a:cubicBezTo>
                  <a:cubicBezTo>
                    <a:pt x="583" y="225"/>
                    <a:pt x="1009" y="760"/>
                    <a:pt x="1009" y="1395"/>
                  </a:cubicBezTo>
                  <a:cubicBezTo>
                    <a:pt x="1009" y="2030"/>
                    <a:pt x="583" y="2566"/>
                    <a:pt x="0" y="2733"/>
                  </a:cubicBezTo>
                  <a:cubicBezTo>
                    <a:pt x="126" y="2769"/>
                    <a:pt x="254" y="2788"/>
                    <a:pt x="390" y="2788"/>
                  </a:cubicBezTo>
                  <a:cubicBezTo>
                    <a:pt x="1158" y="2788"/>
                    <a:pt x="1782" y="2163"/>
                    <a:pt x="1782" y="1395"/>
                  </a:cubicBezTo>
                  <a:cubicBezTo>
                    <a:pt x="1782" y="625"/>
                    <a:pt x="1158"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26"/>
            <p:cNvSpPr/>
            <p:nvPr/>
          </p:nvSpPr>
          <p:spPr>
            <a:xfrm>
              <a:off x="2499204" y="4036945"/>
              <a:ext cx="46249" cy="72439"/>
            </a:xfrm>
            <a:custGeom>
              <a:rect b="b" l="l" r="r" t="t"/>
              <a:pathLst>
                <a:path extrusionOk="0" h="2788" w="1780">
                  <a:moveTo>
                    <a:pt x="387" y="0"/>
                  </a:moveTo>
                  <a:cubicBezTo>
                    <a:pt x="251" y="0"/>
                    <a:pt x="123" y="21"/>
                    <a:pt x="1" y="55"/>
                  </a:cubicBezTo>
                  <a:cubicBezTo>
                    <a:pt x="581" y="225"/>
                    <a:pt x="1006" y="760"/>
                    <a:pt x="1006" y="1395"/>
                  </a:cubicBezTo>
                  <a:cubicBezTo>
                    <a:pt x="1006" y="2030"/>
                    <a:pt x="581" y="2566"/>
                    <a:pt x="1" y="2733"/>
                  </a:cubicBezTo>
                  <a:cubicBezTo>
                    <a:pt x="123" y="2769"/>
                    <a:pt x="251" y="2788"/>
                    <a:pt x="387" y="2788"/>
                  </a:cubicBezTo>
                  <a:cubicBezTo>
                    <a:pt x="1155" y="2788"/>
                    <a:pt x="1780" y="2163"/>
                    <a:pt x="1780" y="1395"/>
                  </a:cubicBezTo>
                  <a:cubicBezTo>
                    <a:pt x="1780" y="625"/>
                    <a:pt x="115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26"/>
            <p:cNvSpPr/>
            <p:nvPr/>
          </p:nvSpPr>
          <p:spPr>
            <a:xfrm>
              <a:off x="2629481" y="4138355"/>
              <a:ext cx="46327" cy="72387"/>
            </a:xfrm>
            <a:custGeom>
              <a:rect b="b" l="l" r="r" t="t"/>
              <a:pathLst>
                <a:path extrusionOk="0" h="2786" w="1783">
                  <a:moveTo>
                    <a:pt x="390" y="0"/>
                  </a:moveTo>
                  <a:cubicBezTo>
                    <a:pt x="254" y="0"/>
                    <a:pt x="126" y="19"/>
                    <a:pt x="0" y="55"/>
                  </a:cubicBezTo>
                  <a:cubicBezTo>
                    <a:pt x="583" y="222"/>
                    <a:pt x="1009" y="758"/>
                    <a:pt x="1009" y="1393"/>
                  </a:cubicBezTo>
                  <a:cubicBezTo>
                    <a:pt x="1009" y="2028"/>
                    <a:pt x="583" y="2563"/>
                    <a:pt x="0" y="2731"/>
                  </a:cubicBezTo>
                  <a:cubicBezTo>
                    <a:pt x="126" y="2767"/>
                    <a:pt x="254" y="2785"/>
                    <a:pt x="390" y="2785"/>
                  </a:cubicBezTo>
                  <a:cubicBezTo>
                    <a:pt x="1158" y="2785"/>
                    <a:pt x="1782" y="2164"/>
                    <a:pt x="1782" y="1393"/>
                  </a:cubicBezTo>
                  <a:cubicBezTo>
                    <a:pt x="1782" y="625"/>
                    <a:pt x="1158"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26"/>
            <p:cNvSpPr/>
            <p:nvPr/>
          </p:nvSpPr>
          <p:spPr>
            <a:xfrm>
              <a:off x="2499204" y="4138355"/>
              <a:ext cx="46249" cy="72387"/>
            </a:xfrm>
            <a:custGeom>
              <a:rect b="b" l="l" r="r" t="t"/>
              <a:pathLst>
                <a:path extrusionOk="0" h="2786" w="1780">
                  <a:moveTo>
                    <a:pt x="387" y="0"/>
                  </a:moveTo>
                  <a:cubicBezTo>
                    <a:pt x="251" y="0"/>
                    <a:pt x="123" y="19"/>
                    <a:pt x="1" y="55"/>
                  </a:cubicBezTo>
                  <a:cubicBezTo>
                    <a:pt x="581" y="222"/>
                    <a:pt x="1006" y="758"/>
                    <a:pt x="1006" y="1393"/>
                  </a:cubicBezTo>
                  <a:cubicBezTo>
                    <a:pt x="1006" y="2028"/>
                    <a:pt x="581" y="2563"/>
                    <a:pt x="1" y="2731"/>
                  </a:cubicBezTo>
                  <a:cubicBezTo>
                    <a:pt x="123" y="2767"/>
                    <a:pt x="251" y="2785"/>
                    <a:pt x="387" y="2785"/>
                  </a:cubicBezTo>
                  <a:cubicBezTo>
                    <a:pt x="1155" y="2785"/>
                    <a:pt x="1780" y="2164"/>
                    <a:pt x="1780" y="1393"/>
                  </a:cubicBezTo>
                  <a:cubicBezTo>
                    <a:pt x="1780" y="625"/>
                    <a:pt x="115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126"/>
          <p:cNvGrpSpPr/>
          <p:nvPr/>
        </p:nvGrpSpPr>
        <p:grpSpPr>
          <a:xfrm>
            <a:off x="3195951" y="3805233"/>
            <a:ext cx="405561" cy="434505"/>
            <a:chOff x="3195951" y="3805233"/>
            <a:chExt cx="405561" cy="434505"/>
          </a:xfrm>
        </p:grpSpPr>
        <p:sp>
          <p:nvSpPr>
            <p:cNvPr id="11566" name="Google Shape;11566;p126"/>
            <p:cNvSpPr/>
            <p:nvPr/>
          </p:nvSpPr>
          <p:spPr>
            <a:xfrm>
              <a:off x="3268390" y="3823577"/>
              <a:ext cx="260630" cy="136538"/>
            </a:xfrm>
            <a:custGeom>
              <a:rect b="b" l="l" r="r" t="t"/>
              <a:pathLst>
                <a:path extrusionOk="0" h="5255" w="10031">
                  <a:moveTo>
                    <a:pt x="5017" y="1"/>
                  </a:moveTo>
                  <a:lnTo>
                    <a:pt x="0" y="1952"/>
                  </a:lnTo>
                  <a:lnTo>
                    <a:pt x="0" y="5255"/>
                  </a:lnTo>
                  <a:lnTo>
                    <a:pt x="10030" y="5255"/>
                  </a:lnTo>
                  <a:lnTo>
                    <a:pt x="10030" y="1952"/>
                  </a:lnTo>
                  <a:lnTo>
                    <a:pt x="50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26"/>
            <p:cNvSpPr/>
            <p:nvPr/>
          </p:nvSpPr>
          <p:spPr>
            <a:xfrm>
              <a:off x="3508962" y="3866474"/>
              <a:ext cx="20058" cy="93641"/>
            </a:xfrm>
            <a:custGeom>
              <a:rect b="b" l="l" r="r" t="t"/>
              <a:pathLst>
                <a:path extrusionOk="0" h="3604" w="772">
                  <a:moveTo>
                    <a:pt x="1" y="1"/>
                  </a:moveTo>
                  <a:lnTo>
                    <a:pt x="1" y="3604"/>
                  </a:lnTo>
                  <a:lnTo>
                    <a:pt x="771" y="3604"/>
                  </a:lnTo>
                  <a:lnTo>
                    <a:pt x="771" y="30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26"/>
            <p:cNvSpPr/>
            <p:nvPr/>
          </p:nvSpPr>
          <p:spPr>
            <a:xfrm>
              <a:off x="3220608" y="3805233"/>
              <a:ext cx="356194" cy="98682"/>
            </a:xfrm>
            <a:custGeom>
              <a:rect b="b" l="l" r="r" t="t"/>
              <a:pathLst>
                <a:path extrusionOk="0" h="3798" w="13709">
                  <a:moveTo>
                    <a:pt x="6855" y="1"/>
                  </a:moveTo>
                  <a:cubicBezTo>
                    <a:pt x="6818" y="1"/>
                    <a:pt x="6783" y="8"/>
                    <a:pt x="6749" y="22"/>
                  </a:cubicBezTo>
                  <a:lnTo>
                    <a:pt x="209" y="2747"/>
                  </a:lnTo>
                  <a:cubicBezTo>
                    <a:pt x="68" y="2807"/>
                    <a:pt x="0" y="2969"/>
                    <a:pt x="60" y="3110"/>
                  </a:cubicBezTo>
                  <a:lnTo>
                    <a:pt x="274" y="3625"/>
                  </a:lnTo>
                  <a:cubicBezTo>
                    <a:pt x="318" y="3733"/>
                    <a:pt x="422" y="3797"/>
                    <a:pt x="532" y="3797"/>
                  </a:cubicBezTo>
                  <a:cubicBezTo>
                    <a:pt x="567" y="3797"/>
                    <a:pt x="603" y="3791"/>
                    <a:pt x="638" y="3776"/>
                  </a:cubicBezTo>
                  <a:lnTo>
                    <a:pt x="6749" y="1229"/>
                  </a:lnTo>
                  <a:cubicBezTo>
                    <a:pt x="6783" y="1216"/>
                    <a:pt x="6818" y="1210"/>
                    <a:pt x="6855" y="1210"/>
                  </a:cubicBezTo>
                  <a:cubicBezTo>
                    <a:pt x="6891" y="1210"/>
                    <a:pt x="6928" y="1216"/>
                    <a:pt x="6963" y="1229"/>
                  </a:cubicBezTo>
                  <a:lnTo>
                    <a:pt x="13071" y="3776"/>
                  </a:lnTo>
                  <a:cubicBezTo>
                    <a:pt x="13106" y="3791"/>
                    <a:pt x="13142" y="3797"/>
                    <a:pt x="13177" y="3797"/>
                  </a:cubicBezTo>
                  <a:cubicBezTo>
                    <a:pt x="13286" y="3797"/>
                    <a:pt x="13391" y="3733"/>
                    <a:pt x="13434" y="3625"/>
                  </a:cubicBezTo>
                  <a:lnTo>
                    <a:pt x="13649" y="3110"/>
                  </a:lnTo>
                  <a:cubicBezTo>
                    <a:pt x="13709" y="2969"/>
                    <a:pt x="13641" y="2807"/>
                    <a:pt x="13500" y="2747"/>
                  </a:cubicBezTo>
                  <a:lnTo>
                    <a:pt x="6963" y="22"/>
                  </a:lnTo>
                  <a:cubicBezTo>
                    <a:pt x="6928" y="8"/>
                    <a:pt x="6891" y="1"/>
                    <a:pt x="68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26"/>
            <p:cNvSpPr/>
            <p:nvPr/>
          </p:nvSpPr>
          <p:spPr>
            <a:xfrm>
              <a:off x="3388611" y="3805233"/>
              <a:ext cx="188191" cy="98682"/>
            </a:xfrm>
            <a:custGeom>
              <a:rect b="b" l="l" r="r" t="t"/>
              <a:pathLst>
                <a:path extrusionOk="0" h="3798" w="7243">
                  <a:moveTo>
                    <a:pt x="389" y="1"/>
                  </a:moveTo>
                  <a:cubicBezTo>
                    <a:pt x="352" y="1"/>
                    <a:pt x="317" y="8"/>
                    <a:pt x="283" y="22"/>
                  </a:cubicBezTo>
                  <a:lnTo>
                    <a:pt x="0" y="140"/>
                  </a:lnTo>
                  <a:lnTo>
                    <a:pt x="6260" y="2747"/>
                  </a:lnTo>
                  <a:cubicBezTo>
                    <a:pt x="6401" y="2807"/>
                    <a:pt x="6469" y="2969"/>
                    <a:pt x="6409" y="3110"/>
                  </a:cubicBezTo>
                  <a:lnTo>
                    <a:pt x="6203" y="3609"/>
                  </a:lnTo>
                  <a:lnTo>
                    <a:pt x="6605" y="3776"/>
                  </a:lnTo>
                  <a:cubicBezTo>
                    <a:pt x="6640" y="3791"/>
                    <a:pt x="6676" y="3797"/>
                    <a:pt x="6711" y="3797"/>
                  </a:cubicBezTo>
                  <a:cubicBezTo>
                    <a:pt x="6820" y="3797"/>
                    <a:pt x="6925" y="3733"/>
                    <a:pt x="6968" y="3625"/>
                  </a:cubicBezTo>
                  <a:lnTo>
                    <a:pt x="7183" y="3110"/>
                  </a:lnTo>
                  <a:cubicBezTo>
                    <a:pt x="7243" y="2969"/>
                    <a:pt x="7175" y="2807"/>
                    <a:pt x="7034" y="2747"/>
                  </a:cubicBezTo>
                  <a:lnTo>
                    <a:pt x="497" y="22"/>
                  </a:lnTo>
                  <a:cubicBezTo>
                    <a:pt x="462" y="8"/>
                    <a:pt x="425" y="1"/>
                    <a:pt x="3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26"/>
            <p:cNvSpPr/>
            <p:nvPr/>
          </p:nvSpPr>
          <p:spPr>
            <a:xfrm>
              <a:off x="3196834" y="4181798"/>
              <a:ext cx="403794" cy="57941"/>
            </a:xfrm>
            <a:custGeom>
              <a:rect b="b" l="l" r="r" t="t"/>
              <a:pathLst>
                <a:path extrusionOk="0" h="2230" w="15541">
                  <a:moveTo>
                    <a:pt x="1" y="0"/>
                  </a:moveTo>
                  <a:lnTo>
                    <a:pt x="2224" y="2229"/>
                  </a:lnTo>
                  <a:lnTo>
                    <a:pt x="6655" y="2229"/>
                  </a:lnTo>
                  <a:lnTo>
                    <a:pt x="7771" y="1584"/>
                  </a:lnTo>
                  <a:lnTo>
                    <a:pt x="8886" y="2229"/>
                  </a:lnTo>
                  <a:lnTo>
                    <a:pt x="13370" y="2229"/>
                  </a:lnTo>
                  <a:lnTo>
                    <a:pt x="155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26"/>
            <p:cNvSpPr/>
            <p:nvPr/>
          </p:nvSpPr>
          <p:spPr>
            <a:xfrm>
              <a:off x="3369748" y="4206169"/>
              <a:ext cx="57993" cy="33569"/>
            </a:xfrm>
            <a:custGeom>
              <a:rect b="b" l="l" r="r" t="t"/>
              <a:pathLst>
                <a:path extrusionOk="0" h="1292" w="2232">
                  <a:moveTo>
                    <a:pt x="0" y="0"/>
                  </a:moveTo>
                  <a:lnTo>
                    <a:pt x="0" y="1291"/>
                  </a:lnTo>
                  <a:lnTo>
                    <a:pt x="2231" y="1291"/>
                  </a:lnTo>
                  <a:lnTo>
                    <a:pt x="223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26"/>
            <p:cNvSpPr/>
            <p:nvPr/>
          </p:nvSpPr>
          <p:spPr>
            <a:xfrm>
              <a:off x="3407605" y="4206169"/>
              <a:ext cx="20136" cy="33569"/>
            </a:xfrm>
            <a:custGeom>
              <a:rect b="b" l="l" r="r" t="t"/>
              <a:pathLst>
                <a:path extrusionOk="0" h="1292" w="775">
                  <a:moveTo>
                    <a:pt x="1" y="0"/>
                  </a:moveTo>
                  <a:lnTo>
                    <a:pt x="1" y="1291"/>
                  </a:lnTo>
                  <a:lnTo>
                    <a:pt x="774" y="1291"/>
                  </a:lnTo>
                  <a:lnTo>
                    <a:pt x="7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26"/>
            <p:cNvSpPr/>
            <p:nvPr/>
          </p:nvSpPr>
          <p:spPr>
            <a:xfrm>
              <a:off x="3195951" y="4181798"/>
              <a:ext cx="58694" cy="57941"/>
            </a:xfrm>
            <a:custGeom>
              <a:rect b="b" l="l" r="r" t="t"/>
              <a:pathLst>
                <a:path extrusionOk="0" h="2230" w="2259">
                  <a:moveTo>
                    <a:pt x="1142" y="0"/>
                  </a:moveTo>
                  <a:lnTo>
                    <a:pt x="1" y="468"/>
                  </a:lnTo>
                  <a:lnTo>
                    <a:pt x="1" y="1673"/>
                  </a:lnTo>
                  <a:cubicBezTo>
                    <a:pt x="1" y="1981"/>
                    <a:pt x="252" y="2229"/>
                    <a:pt x="560" y="2229"/>
                  </a:cubicBezTo>
                  <a:lnTo>
                    <a:pt x="2258" y="2229"/>
                  </a:lnTo>
                  <a:lnTo>
                    <a:pt x="2258" y="1113"/>
                  </a:lnTo>
                  <a:lnTo>
                    <a:pt x="114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26"/>
            <p:cNvSpPr/>
            <p:nvPr/>
          </p:nvSpPr>
          <p:spPr>
            <a:xfrm>
              <a:off x="3544195" y="4181798"/>
              <a:ext cx="57317" cy="57941"/>
            </a:xfrm>
            <a:custGeom>
              <a:rect b="b" l="l" r="r" t="t"/>
              <a:pathLst>
                <a:path extrusionOk="0" h="2230" w="2206">
                  <a:moveTo>
                    <a:pt x="1116" y="0"/>
                  </a:moveTo>
                  <a:lnTo>
                    <a:pt x="1" y="1113"/>
                  </a:lnTo>
                  <a:lnTo>
                    <a:pt x="1" y="2229"/>
                  </a:lnTo>
                  <a:lnTo>
                    <a:pt x="1647" y="2229"/>
                  </a:lnTo>
                  <a:cubicBezTo>
                    <a:pt x="1955" y="2229"/>
                    <a:pt x="2206" y="1981"/>
                    <a:pt x="2206" y="1673"/>
                  </a:cubicBezTo>
                  <a:lnTo>
                    <a:pt x="2206" y="468"/>
                  </a:lnTo>
                  <a:lnTo>
                    <a:pt x="11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26"/>
            <p:cNvSpPr/>
            <p:nvPr/>
          </p:nvSpPr>
          <p:spPr>
            <a:xfrm>
              <a:off x="3566877" y="4181798"/>
              <a:ext cx="34635" cy="57941"/>
            </a:xfrm>
            <a:custGeom>
              <a:rect b="b" l="l" r="r" t="t"/>
              <a:pathLst>
                <a:path extrusionOk="0" h="2230" w="1333">
                  <a:moveTo>
                    <a:pt x="559" y="0"/>
                  </a:moveTo>
                  <a:lnTo>
                    <a:pt x="559" y="1673"/>
                  </a:lnTo>
                  <a:cubicBezTo>
                    <a:pt x="559" y="1981"/>
                    <a:pt x="309" y="2229"/>
                    <a:pt x="0" y="2229"/>
                  </a:cubicBezTo>
                  <a:lnTo>
                    <a:pt x="774" y="2229"/>
                  </a:lnTo>
                  <a:cubicBezTo>
                    <a:pt x="1082" y="2229"/>
                    <a:pt x="1333" y="1981"/>
                    <a:pt x="1333" y="1673"/>
                  </a:cubicBezTo>
                  <a:lnTo>
                    <a:pt x="1333" y="557"/>
                  </a:lnTo>
                  <a:lnTo>
                    <a:pt x="5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26"/>
            <p:cNvSpPr/>
            <p:nvPr/>
          </p:nvSpPr>
          <p:spPr>
            <a:xfrm>
              <a:off x="3195951" y="3993503"/>
              <a:ext cx="405561" cy="217240"/>
            </a:xfrm>
            <a:custGeom>
              <a:rect b="b" l="l" r="r" t="t"/>
              <a:pathLst>
                <a:path extrusionOk="0" h="8361" w="15609">
                  <a:moveTo>
                    <a:pt x="7831" y="0"/>
                  </a:moveTo>
                  <a:lnTo>
                    <a:pt x="1" y="1116"/>
                  </a:lnTo>
                  <a:lnTo>
                    <a:pt x="1" y="6132"/>
                  </a:lnTo>
                  <a:lnTo>
                    <a:pt x="2258" y="8360"/>
                  </a:lnTo>
                  <a:lnTo>
                    <a:pt x="6689" y="8360"/>
                  </a:lnTo>
                  <a:lnTo>
                    <a:pt x="7805" y="7715"/>
                  </a:lnTo>
                  <a:lnTo>
                    <a:pt x="8920" y="8360"/>
                  </a:lnTo>
                  <a:lnTo>
                    <a:pt x="13404" y="8360"/>
                  </a:lnTo>
                  <a:lnTo>
                    <a:pt x="15609" y="6132"/>
                  </a:lnTo>
                  <a:lnTo>
                    <a:pt x="15609" y="1116"/>
                  </a:lnTo>
                  <a:lnTo>
                    <a:pt x="78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26"/>
            <p:cNvSpPr/>
            <p:nvPr/>
          </p:nvSpPr>
          <p:spPr>
            <a:xfrm>
              <a:off x="3369748" y="4177173"/>
              <a:ext cx="57993" cy="33569"/>
            </a:xfrm>
            <a:custGeom>
              <a:rect b="b" l="l" r="r" t="t"/>
              <a:pathLst>
                <a:path extrusionOk="0" h="1292" w="2232">
                  <a:moveTo>
                    <a:pt x="0" y="1"/>
                  </a:moveTo>
                  <a:lnTo>
                    <a:pt x="0" y="1291"/>
                  </a:lnTo>
                  <a:lnTo>
                    <a:pt x="2231" y="1291"/>
                  </a:lnTo>
                  <a:lnTo>
                    <a:pt x="22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26"/>
            <p:cNvSpPr/>
            <p:nvPr/>
          </p:nvSpPr>
          <p:spPr>
            <a:xfrm>
              <a:off x="3407605" y="4177173"/>
              <a:ext cx="20136" cy="33569"/>
            </a:xfrm>
            <a:custGeom>
              <a:rect b="b" l="l" r="r" t="t"/>
              <a:pathLst>
                <a:path extrusionOk="0" h="1292" w="775">
                  <a:moveTo>
                    <a:pt x="1" y="1"/>
                  </a:moveTo>
                  <a:lnTo>
                    <a:pt x="1" y="1291"/>
                  </a:lnTo>
                  <a:lnTo>
                    <a:pt x="774" y="1291"/>
                  </a:lnTo>
                  <a:lnTo>
                    <a:pt x="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26"/>
            <p:cNvSpPr/>
            <p:nvPr/>
          </p:nvSpPr>
          <p:spPr>
            <a:xfrm>
              <a:off x="3195951" y="4152801"/>
              <a:ext cx="58694" cy="57941"/>
            </a:xfrm>
            <a:custGeom>
              <a:rect b="b" l="l" r="r" t="t"/>
              <a:pathLst>
                <a:path extrusionOk="0" h="2230" w="2259">
                  <a:moveTo>
                    <a:pt x="1" y="1"/>
                  </a:moveTo>
                  <a:lnTo>
                    <a:pt x="1" y="1673"/>
                  </a:lnTo>
                  <a:cubicBezTo>
                    <a:pt x="1" y="1981"/>
                    <a:pt x="252" y="2229"/>
                    <a:pt x="560" y="2229"/>
                  </a:cubicBezTo>
                  <a:lnTo>
                    <a:pt x="2258" y="2229"/>
                  </a:lnTo>
                  <a:lnTo>
                    <a:pt x="2258" y="1116"/>
                  </a:lnTo>
                  <a:lnTo>
                    <a:pt x="11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26"/>
            <p:cNvSpPr/>
            <p:nvPr/>
          </p:nvSpPr>
          <p:spPr>
            <a:xfrm>
              <a:off x="3581401" y="4019823"/>
              <a:ext cx="20110" cy="153375"/>
            </a:xfrm>
            <a:custGeom>
              <a:rect b="b" l="l" r="r" t="t"/>
              <a:pathLst>
                <a:path extrusionOk="0" h="5903" w="774">
                  <a:moveTo>
                    <a:pt x="0" y="1"/>
                  </a:moveTo>
                  <a:lnTo>
                    <a:pt x="0" y="5903"/>
                  </a:lnTo>
                  <a:lnTo>
                    <a:pt x="774" y="5119"/>
                  </a:lnTo>
                  <a:lnTo>
                    <a:pt x="774" y="103"/>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26"/>
            <p:cNvSpPr/>
            <p:nvPr/>
          </p:nvSpPr>
          <p:spPr>
            <a:xfrm>
              <a:off x="3544195" y="4152801"/>
              <a:ext cx="57317" cy="57941"/>
            </a:xfrm>
            <a:custGeom>
              <a:rect b="b" l="l" r="r" t="t"/>
              <a:pathLst>
                <a:path extrusionOk="0" h="2230" w="2206">
                  <a:moveTo>
                    <a:pt x="1116" y="1"/>
                  </a:moveTo>
                  <a:lnTo>
                    <a:pt x="1" y="1116"/>
                  </a:lnTo>
                  <a:lnTo>
                    <a:pt x="1" y="2229"/>
                  </a:lnTo>
                  <a:lnTo>
                    <a:pt x="1647" y="2229"/>
                  </a:lnTo>
                  <a:cubicBezTo>
                    <a:pt x="1955" y="2229"/>
                    <a:pt x="2206" y="1981"/>
                    <a:pt x="2206" y="1673"/>
                  </a:cubicBezTo>
                  <a:lnTo>
                    <a:pt x="22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26"/>
            <p:cNvSpPr/>
            <p:nvPr/>
          </p:nvSpPr>
          <p:spPr>
            <a:xfrm>
              <a:off x="3566877" y="4152801"/>
              <a:ext cx="34635" cy="57941"/>
            </a:xfrm>
            <a:custGeom>
              <a:rect b="b" l="l" r="r" t="t"/>
              <a:pathLst>
                <a:path extrusionOk="0" h="2230" w="1333">
                  <a:moveTo>
                    <a:pt x="559" y="1"/>
                  </a:moveTo>
                  <a:lnTo>
                    <a:pt x="559" y="1673"/>
                  </a:lnTo>
                  <a:cubicBezTo>
                    <a:pt x="559" y="1981"/>
                    <a:pt x="309" y="2229"/>
                    <a:pt x="0" y="2229"/>
                  </a:cubicBezTo>
                  <a:lnTo>
                    <a:pt x="774" y="2229"/>
                  </a:lnTo>
                  <a:cubicBezTo>
                    <a:pt x="1082" y="2229"/>
                    <a:pt x="1333" y="1981"/>
                    <a:pt x="1333" y="1673"/>
                  </a:cubicBezTo>
                  <a:lnTo>
                    <a:pt x="13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26"/>
            <p:cNvSpPr/>
            <p:nvPr/>
          </p:nvSpPr>
          <p:spPr>
            <a:xfrm>
              <a:off x="3195951" y="3964584"/>
              <a:ext cx="405561" cy="57915"/>
            </a:xfrm>
            <a:custGeom>
              <a:rect b="b" l="l" r="r" t="t"/>
              <a:pathLst>
                <a:path extrusionOk="0" h="2229" w="15609">
                  <a:moveTo>
                    <a:pt x="560" y="0"/>
                  </a:moveTo>
                  <a:cubicBezTo>
                    <a:pt x="252" y="0"/>
                    <a:pt x="1" y="248"/>
                    <a:pt x="1" y="557"/>
                  </a:cubicBezTo>
                  <a:lnTo>
                    <a:pt x="1" y="2218"/>
                  </a:lnTo>
                  <a:cubicBezTo>
                    <a:pt x="19" y="2223"/>
                    <a:pt x="27" y="2229"/>
                    <a:pt x="27" y="2229"/>
                  </a:cubicBezTo>
                  <a:lnTo>
                    <a:pt x="15609" y="2229"/>
                  </a:lnTo>
                  <a:lnTo>
                    <a:pt x="15609" y="557"/>
                  </a:lnTo>
                  <a:cubicBezTo>
                    <a:pt x="15609" y="248"/>
                    <a:pt x="15358" y="0"/>
                    <a:pt x="150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26"/>
            <p:cNvSpPr/>
            <p:nvPr/>
          </p:nvSpPr>
          <p:spPr>
            <a:xfrm>
              <a:off x="3566877" y="3964584"/>
              <a:ext cx="34635" cy="57915"/>
            </a:xfrm>
            <a:custGeom>
              <a:rect b="b" l="l" r="r" t="t"/>
              <a:pathLst>
                <a:path extrusionOk="0" h="2229" w="1333">
                  <a:moveTo>
                    <a:pt x="0" y="0"/>
                  </a:moveTo>
                  <a:cubicBezTo>
                    <a:pt x="309" y="0"/>
                    <a:pt x="559" y="248"/>
                    <a:pt x="559" y="557"/>
                  </a:cubicBezTo>
                  <a:lnTo>
                    <a:pt x="559" y="2229"/>
                  </a:lnTo>
                  <a:lnTo>
                    <a:pt x="1333" y="2229"/>
                  </a:lnTo>
                  <a:lnTo>
                    <a:pt x="1333" y="557"/>
                  </a:lnTo>
                  <a:cubicBezTo>
                    <a:pt x="1333" y="248"/>
                    <a:pt x="1082"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26"/>
            <p:cNvSpPr/>
            <p:nvPr/>
          </p:nvSpPr>
          <p:spPr>
            <a:xfrm>
              <a:off x="3224948" y="4109359"/>
              <a:ext cx="347594" cy="72465"/>
            </a:xfrm>
            <a:custGeom>
              <a:rect b="b" l="l" r="r" t="t"/>
              <a:pathLst>
                <a:path extrusionOk="0" h="2789" w="13378">
                  <a:moveTo>
                    <a:pt x="0" y="1"/>
                  </a:moveTo>
                  <a:lnTo>
                    <a:pt x="0" y="2229"/>
                  </a:lnTo>
                  <a:cubicBezTo>
                    <a:pt x="0" y="2538"/>
                    <a:pt x="249" y="2788"/>
                    <a:pt x="531" y="2788"/>
                  </a:cubicBezTo>
                  <a:lnTo>
                    <a:pt x="12794" y="2788"/>
                  </a:lnTo>
                  <a:cubicBezTo>
                    <a:pt x="13126" y="2788"/>
                    <a:pt x="13377" y="2538"/>
                    <a:pt x="13377" y="2229"/>
                  </a:cubicBezTo>
                  <a:lnTo>
                    <a:pt x="133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26"/>
            <p:cNvSpPr/>
            <p:nvPr/>
          </p:nvSpPr>
          <p:spPr>
            <a:xfrm>
              <a:off x="3537881" y="4109359"/>
              <a:ext cx="34661" cy="72465"/>
            </a:xfrm>
            <a:custGeom>
              <a:rect b="b" l="l" r="r" t="t"/>
              <a:pathLst>
                <a:path extrusionOk="0" h="2789" w="1334">
                  <a:moveTo>
                    <a:pt x="560" y="1"/>
                  </a:moveTo>
                  <a:lnTo>
                    <a:pt x="560" y="2229"/>
                  </a:lnTo>
                  <a:cubicBezTo>
                    <a:pt x="560" y="2538"/>
                    <a:pt x="309" y="2788"/>
                    <a:pt x="1" y="2788"/>
                  </a:cubicBezTo>
                  <a:lnTo>
                    <a:pt x="777" y="2788"/>
                  </a:lnTo>
                  <a:cubicBezTo>
                    <a:pt x="1082" y="2788"/>
                    <a:pt x="1333" y="2538"/>
                    <a:pt x="1333" y="2229"/>
                  </a:cubicBezTo>
                  <a:lnTo>
                    <a:pt x="1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26"/>
            <p:cNvSpPr/>
            <p:nvPr/>
          </p:nvSpPr>
          <p:spPr>
            <a:xfrm>
              <a:off x="3224948" y="3935588"/>
              <a:ext cx="347594" cy="217240"/>
            </a:xfrm>
            <a:custGeom>
              <a:rect b="b" l="l" r="r" t="t"/>
              <a:pathLst>
                <a:path extrusionOk="0" h="8361" w="13378">
                  <a:moveTo>
                    <a:pt x="557" y="0"/>
                  </a:moveTo>
                  <a:cubicBezTo>
                    <a:pt x="249" y="0"/>
                    <a:pt x="0" y="251"/>
                    <a:pt x="0" y="557"/>
                  </a:cubicBezTo>
                  <a:lnTo>
                    <a:pt x="0" y="6689"/>
                  </a:lnTo>
                  <a:cubicBezTo>
                    <a:pt x="0" y="6997"/>
                    <a:pt x="249" y="7245"/>
                    <a:pt x="557" y="7245"/>
                  </a:cubicBezTo>
                  <a:lnTo>
                    <a:pt x="5573" y="7245"/>
                  </a:lnTo>
                  <a:cubicBezTo>
                    <a:pt x="6190" y="7245"/>
                    <a:pt x="6689" y="7744"/>
                    <a:pt x="6689" y="8361"/>
                  </a:cubicBezTo>
                  <a:cubicBezTo>
                    <a:pt x="6689" y="7744"/>
                    <a:pt x="7188" y="7245"/>
                    <a:pt x="7804" y="7245"/>
                  </a:cubicBezTo>
                  <a:lnTo>
                    <a:pt x="12821" y="7245"/>
                  </a:lnTo>
                  <a:cubicBezTo>
                    <a:pt x="13126" y="7245"/>
                    <a:pt x="13377" y="6997"/>
                    <a:pt x="13377" y="6689"/>
                  </a:cubicBezTo>
                  <a:lnTo>
                    <a:pt x="13377" y="557"/>
                  </a:lnTo>
                  <a:cubicBezTo>
                    <a:pt x="13377" y="251"/>
                    <a:pt x="13126" y="0"/>
                    <a:pt x="12794" y="0"/>
                  </a:cubicBezTo>
                  <a:lnTo>
                    <a:pt x="7804" y="0"/>
                  </a:lnTo>
                  <a:cubicBezTo>
                    <a:pt x="7303" y="0"/>
                    <a:pt x="6879" y="330"/>
                    <a:pt x="6738" y="784"/>
                  </a:cubicBezTo>
                  <a:cubicBezTo>
                    <a:pt x="6733" y="805"/>
                    <a:pt x="6712" y="821"/>
                    <a:pt x="6689" y="821"/>
                  </a:cubicBezTo>
                  <a:cubicBezTo>
                    <a:pt x="6665" y="821"/>
                    <a:pt x="6644" y="805"/>
                    <a:pt x="6639" y="784"/>
                  </a:cubicBezTo>
                  <a:cubicBezTo>
                    <a:pt x="6498" y="330"/>
                    <a:pt x="6075" y="0"/>
                    <a:pt x="55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26"/>
            <p:cNvSpPr/>
            <p:nvPr/>
          </p:nvSpPr>
          <p:spPr>
            <a:xfrm>
              <a:off x="3392145" y="4109359"/>
              <a:ext cx="13199" cy="72465"/>
            </a:xfrm>
            <a:custGeom>
              <a:rect b="b" l="l" r="r" t="t"/>
              <a:pathLst>
                <a:path extrusionOk="0" h="2789" w="508">
                  <a:moveTo>
                    <a:pt x="0" y="1"/>
                  </a:moveTo>
                  <a:lnTo>
                    <a:pt x="0" y="2788"/>
                  </a:lnTo>
                  <a:lnTo>
                    <a:pt x="507" y="2788"/>
                  </a:lnTo>
                  <a:lnTo>
                    <a:pt x="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26"/>
            <p:cNvSpPr/>
            <p:nvPr/>
          </p:nvSpPr>
          <p:spPr>
            <a:xfrm>
              <a:off x="3537881" y="3935588"/>
              <a:ext cx="34661" cy="188269"/>
            </a:xfrm>
            <a:custGeom>
              <a:rect b="b" l="l" r="r" t="t"/>
              <a:pathLst>
                <a:path extrusionOk="0" h="7246" w="1334">
                  <a:moveTo>
                    <a:pt x="1" y="0"/>
                  </a:moveTo>
                  <a:cubicBezTo>
                    <a:pt x="309" y="0"/>
                    <a:pt x="560" y="251"/>
                    <a:pt x="560" y="557"/>
                  </a:cubicBezTo>
                  <a:lnTo>
                    <a:pt x="560" y="6689"/>
                  </a:lnTo>
                  <a:cubicBezTo>
                    <a:pt x="560" y="6997"/>
                    <a:pt x="309" y="7245"/>
                    <a:pt x="1" y="7245"/>
                  </a:cubicBezTo>
                  <a:lnTo>
                    <a:pt x="777" y="7245"/>
                  </a:lnTo>
                  <a:cubicBezTo>
                    <a:pt x="1082" y="7245"/>
                    <a:pt x="1333" y="6997"/>
                    <a:pt x="1333" y="6689"/>
                  </a:cubicBezTo>
                  <a:lnTo>
                    <a:pt x="1333" y="557"/>
                  </a:lnTo>
                  <a:cubicBezTo>
                    <a:pt x="1333" y="251"/>
                    <a:pt x="1082"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26"/>
            <p:cNvSpPr/>
            <p:nvPr/>
          </p:nvSpPr>
          <p:spPr>
            <a:xfrm>
              <a:off x="3224948" y="4146306"/>
              <a:ext cx="173121" cy="13121"/>
            </a:xfrm>
            <a:custGeom>
              <a:rect b="b" l="l" r="r" t="t"/>
              <a:pathLst>
                <a:path extrusionOk="0" h="505" w="6663">
                  <a:moveTo>
                    <a:pt x="0" y="0"/>
                  </a:moveTo>
                  <a:lnTo>
                    <a:pt x="0" y="504"/>
                  </a:lnTo>
                  <a:lnTo>
                    <a:pt x="6409" y="504"/>
                  </a:lnTo>
                  <a:cubicBezTo>
                    <a:pt x="6550" y="504"/>
                    <a:pt x="6663" y="389"/>
                    <a:pt x="6663" y="251"/>
                  </a:cubicBezTo>
                  <a:cubicBezTo>
                    <a:pt x="6663" y="112"/>
                    <a:pt x="6550" y="0"/>
                    <a:pt x="6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26"/>
            <p:cNvSpPr/>
            <p:nvPr/>
          </p:nvSpPr>
          <p:spPr>
            <a:xfrm>
              <a:off x="3392145" y="3946240"/>
              <a:ext cx="13199" cy="206587"/>
            </a:xfrm>
            <a:custGeom>
              <a:rect b="b" l="l" r="r" t="t"/>
              <a:pathLst>
                <a:path extrusionOk="0" h="7951" w="508">
                  <a:moveTo>
                    <a:pt x="0" y="1"/>
                  </a:moveTo>
                  <a:lnTo>
                    <a:pt x="0" y="7245"/>
                  </a:lnTo>
                  <a:cubicBezTo>
                    <a:pt x="160" y="7436"/>
                    <a:pt x="254" y="7684"/>
                    <a:pt x="254" y="7951"/>
                  </a:cubicBezTo>
                  <a:cubicBezTo>
                    <a:pt x="254" y="7684"/>
                    <a:pt x="348" y="7436"/>
                    <a:pt x="507" y="7245"/>
                  </a:cubicBezTo>
                  <a:lnTo>
                    <a:pt x="507" y="1"/>
                  </a:lnTo>
                  <a:cubicBezTo>
                    <a:pt x="416" y="108"/>
                    <a:pt x="348" y="236"/>
                    <a:pt x="303" y="374"/>
                  </a:cubicBezTo>
                  <a:cubicBezTo>
                    <a:pt x="298" y="395"/>
                    <a:pt x="277" y="411"/>
                    <a:pt x="254" y="411"/>
                  </a:cubicBezTo>
                  <a:cubicBezTo>
                    <a:pt x="230" y="411"/>
                    <a:pt x="209" y="395"/>
                    <a:pt x="204" y="374"/>
                  </a:cubicBezTo>
                  <a:cubicBezTo>
                    <a:pt x="160" y="236"/>
                    <a:pt x="92" y="10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26"/>
            <p:cNvSpPr/>
            <p:nvPr/>
          </p:nvSpPr>
          <p:spPr>
            <a:xfrm>
              <a:off x="3442161" y="3964584"/>
              <a:ext cx="101384" cy="28945"/>
            </a:xfrm>
            <a:custGeom>
              <a:rect b="b" l="l" r="r" t="t"/>
              <a:pathLst>
                <a:path extrusionOk="0" h="1114" w="3902">
                  <a:moveTo>
                    <a:pt x="262" y="0"/>
                  </a:moveTo>
                  <a:cubicBezTo>
                    <a:pt x="118" y="0"/>
                    <a:pt x="1" y="118"/>
                    <a:pt x="1" y="261"/>
                  </a:cubicBezTo>
                  <a:lnTo>
                    <a:pt x="1" y="852"/>
                  </a:lnTo>
                  <a:cubicBezTo>
                    <a:pt x="1" y="998"/>
                    <a:pt x="118" y="1113"/>
                    <a:pt x="262" y="1113"/>
                  </a:cubicBezTo>
                  <a:lnTo>
                    <a:pt x="3640" y="1113"/>
                  </a:lnTo>
                  <a:cubicBezTo>
                    <a:pt x="3787" y="1113"/>
                    <a:pt x="3901" y="998"/>
                    <a:pt x="3901" y="852"/>
                  </a:cubicBezTo>
                  <a:lnTo>
                    <a:pt x="3901" y="261"/>
                  </a:lnTo>
                  <a:cubicBezTo>
                    <a:pt x="3901" y="118"/>
                    <a:pt x="3787" y="0"/>
                    <a:pt x="36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26"/>
            <p:cNvSpPr/>
            <p:nvPr/>
          </p:nvSpPr>
          <p:spPr>
            <a:xfrm>
              <a:off x="3516445" y="3964584"/>
              <a:ext cx="27100" cy="28945"/>
            </a:xfrm>
            <a:custGeom>
              <a:rect b="b" l="l" r="r" t="t"/>
              <a:pathLst>
                <a:path extrusionOk="0" h="1114" w="1043">
                  <a:moveTo>
                    <a:pt x="0" y="0"/>
                  </a:moveTo>
                  <a:cubicBezTo>
                    <a:pt x="149" y="0"/>
                    <a:pt x="269" y="120"/>
                    <a:pt x="269" y="269"/>
                  </a:cubicBezTo>
                  <a:lnTo>
                    <a:pt x="269" y="844"/>
                  </a:lnTo>
                  <a:cubicBezTo>
                    <a:pt x="269" y="993"/>
                    <a:pt x="149" y="1113"/>
                    <a:pt x="0" y="1113"/>
                  </a:cubicBezTo>
                  <a:lnTo>
                    <a:pt x="781" y="1113"/>
                  </a:lnTo>
                  <a:cubicBezTo>
                    <a:pt x="928" y="1113"/>
                    <a:pt x="1042" y="998"/>
                    <a:pt x="1042" y="852"/>
                  </a:cubicBezTo>
                  <a:lnTo>
                    <a:pt x="1042" y="261"/>
                  </a:lnTo>
                  <a:cubicBezTo>
                    <a:pt x="1042" y="118"/>
                    <a:pt x="928" y="0"/>
                    <a:pt x="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26"/>
            <p:cNvSpPr/>
            <p:nvPr/>
          </p:nvSpPr>
          <p:spPr>
            <a:xfrm>
              <a:off x="3253918" y="3964584"/>
              <a:ext cx="101384" cy="28945"/>
            </a:xfrm>
            <a:custGeom>
              <a:rect b="b" l="l" r="r" t="t"/>
              <a:pathLst>
                <a:path extrusionOk="0" h="1114" w="3902">
                  <a:moveTo>
                    <a:pt x="262" y="0"/>
                  </a:moveTo>
                  <a:cubicBezTo>
                    <a:pt x="116" y="0"/>
                    <a:pt x="1" y="118"/>
                    <a:pt x="1" y="261"/>
                  </a:cubicBezTo>
                  <a:lnTo>
                    <a:pt x="1" y="852"/>
                  </a:lnTo>
                  <a:cubicBezTo>
                    <a:pt x="1" y="998"/>
                    <a:pt x="116" y="1113"/>
                    <a:pt x="262" y="1113"/>
                  </a:cubicBezTo>
                  <a:lnTo>
                    <a:pt x="3640" y="1113"/>
                  </a:lnTo>
                  <a:cubicBezTo>
                    <a:pt x="3784" y="1113"/>
                    <a:pt x="3902" y="998"/>
                    <a:pt x="3902" y="852"/>
                  </a:cubicBezTo>
                  <a:lnTo>
                    <a:pt x="3902" y="261"/>
                  </a:lnTo>
                  <a:cubicBezTo>
                    <a:pt x="3902" y="118"/>
                    <a:pt x="3784" y="0"/>
                    <a:pt x="36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26"/>
            <p:cNvSpPr/>
            <p:nvPr/>
          </p:nvSpPr>
          <p:spPr>
            <a:xfrm>
              <a:off x="3328202" y="3964584"/>
              <a:ext cx="27100" cy="28945"/>
            </a:xfrm>
            <a:custGeom>
              <a:rect b="b" l="l" r="r" t="t"/>
              <a:pathLst>
                <a:path extrusionOk="0" h="1114" w="1043">
                  <a:moveTo>
                    <a:pt x="0" y="0"/>
                  </a:moveTo>
                  <a:cubicBezTo>
                    <a:pt x="149" y="0"/>
                    <a:pt x="269" y="120"/>
                    <a:pt x="269" y="269"/>
                  </a:cubicBezTo>
                  <a:lnTo>
                    <a:pt x="269" y="844"/>
                  </a:lnTo>
                  <a:cubicBezTo>
                    <a:pt x="269" y="993"/>
                    <a:pt x="149" y="1113"/>
                    <a:pt x="0" y="1113"/>
                  </a:cubicBezTo>
                  <a:lnTo>
                    <a:pt x="781" y="1113"/>
                  </a:lnTo>
                  <a:cubicBezTo>
                    <a:pt x="925" y="1113"/>
                    <a:pt x="1043" y="998"/>
                    <a:pt x="1043" y="852"/>
                  </a:cubicBezTo>
                  <a:lnTo>
                    <a:pt x="1043" y="261"/>
                  </a:lnTo>
                  <a:cubicBezTo>
                    <a:pt x="1043" y="118"/>
                    <a:pt x="925" y="0"/>
                    <a:pt x="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26"/>
            <p:cNvSpPr/>
            <p:nvPr/>
          </p:nvSpPr>
          <p:spPr>
            <a:xfrm>
              <a:off x="3486306" y="4152801"/>
              <a:ext cx="57915" cy="57967"/>
            </a:xfrm>
            <a:custGeom>
              <a:rect b="b" l="l" r="r" t="t"/>
              <a:pathLst>
                <a:path extrusionOk="0" h="2231" w="2229">
                  <a:moveTo>
                    <a:pt x="0" y="1"/>
                  </a:moveTo>
                  <a:lnTo>
                    <a:pt x="0" y="1952"/>
                  </a:lnTo>
                  <a:cubicBezTo>
                    <a:pt x="0" y="2120"/>
                    <a:pt x="137" y="2231"/>
                    <a:pt x="280" y="2231"/>
                  </a:cubicBezTo>
                  <a:cubicBezTo>
                    <a:pt x="349" y="2231"/>
                    <a:pt x="419" y="2205"/>
                    <a:pt x="476" y="2148"/>
                  </a:cubicBezTo>
                  <a:lnTo>
                    <a:pt x="917" y="1707"/>
                  </a:lnTo>
                  <a:cubicBezTo>
                    <a:pt x="972" y="1652"/>
                    <a:pt x="1044" y="1625"/>
                    <a:pt x="1115" y="1625"/>
                  </a:cubicBezTo>
                  <a:cubicBezTo>
                    <a:pt x="1187" y="1625"/>
                    <a:pt x="1258" y="1652"/>
                    <a:pt x="1312" y="1707"/>
                  </a:cubicBezTo>
                  <a:lnTo>
                    <a:pt x="1753" y="2148"/>
                  </a:lnTo>
                  <a:cubicBezTo>
                    <a:pt x="1811" y="2205"/>
                    <a:pt x="1881" y="2231"/>
                    <a:pt x="1950" y="2231"/>
                  </a:cubicBezTo>
                  <a:cubicBezTo>
                    <a:pt x="2093" y="2231"/>
                    <a:pt x="2229" y="2120"/>
                    <a:pt x="2229" y="1952"/>
                  </a:cubicBezTo>
                  <a:lnTo>
                    <a:pt x="2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26"/>
            <p:cNvSpPr/>
            <p:nvPr/>
          </p:nvSpPr>
          <p:spPr>
            <a:xfrm>
              <a:off x="3524110" y="4152801"/>
              <a:ext cx="20110" cy="57967"/>
            </a:xfrm>
            <a:custGeom>
              <a:rect b="b" l="l" r="r" t="t"/>
              <a:pathLst>
                <a:path extrusionOk="0" h="2231" w="774">
                  <a:moveTo>
                    <a:pt x="0" y="1"/>
                  </a:moveTo>
                  <a:lnTo>
                    <a:pt x="0" y="1851"/>
                  </a:lnTo>
                  <a:lnTo>
                    <a:pt x="298" y="2148"/>
                  </a:lnTo>
                  <a:cubicBezTo>
                    <a:pt x="356" y="2205"/>
                    <a:pt x="426" y="2231"/>
                    <a:pt x="495" y="2231"/>
                  </a:cubicBezTo>
                  <a:cubicBezTo>
                    <a:pt x="638" y="2231"/>
                    <a:pt x="774" y="2120"/>
                    <a:pt x="774" y="1952"/>
                  </a:cubicBezTo>
                  <a:lnTo>
                    <a:pt x="7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26"/>
            <p:cNvSpPr/>
            <p:nvPr/>
          </p:nvSpPr>
          <p:spPr>
            <a:xfrm>
              <a:off x="3399394" y="4146306"/>
              <a:ext cx="173147" cy="13121"/>
            </a:xfrm>
            <a:custGeom>
              <a:rect b="b" l="l" r="r" t="t"/>
              <a:pathLst>
                <a:path extrusionOk="0" h="505" w="6664">
                  <a:moveTo>
                    <a:pt x="254" y="0"/>
                  </a:moveTo>
                  <a:cubicBezTo>
                    <a:pt x="113" y="0"/>
                    <a:pt x="1" y="112"/>
                    <a:pt x="1" y="251"/>
                  </a:cubicBezTo>
                  <a:cubicBezTo>
                    <a:pt x="1" y="389"/>
                    <a:pt x="113" y="504"/>
                    <a:pt x="254" y="504"/>
                  </a:cubicBezTo>
                  <a:lnTo>
                    <a:pt x="6663" y="504"/>
                  </a:lnTo>
                  <a:lnTo>
                    <a:pt x="66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126"/>
          <p:cNvGrpSpPr/>
          <p:nvPr/>
        </p:nvGrpSpPr>
        <p:grpSpPr>
          <a:xfrm>
            <a:off x="3968878" y="3805259"/>
            <a:ext cx="435571" cy="434479"/>
            <a:chOff x="3968878" y="3805259"/>
            <a:chExt cx="435571" cy="434479"/>
          </a:xfrm>
        </p:grpSpPr>
        <p:sp>
          <p:nvSpPr>
            <p:cNvPr id="11600" name="Google Shape;11600;p126"/>
            <p:cNvSpPr/>
            <p:nvPr/>
          </p:nvSpPr>
          <p:spPr>
            <a:xfrm>
              <a:off x="4268379" y="3899004"/>
              <a:ext cx="28996" cy="79377"/>
            </a:xfrm>
            <a:custGeom>
              <a:rect b="b" l="l" r="r" t="t"/>
              <a:pathLst>
                <a:path extrusionOk="0" h="3055" w="1116">
                  <a:moveTo>
                    <a:pt x="1116" y="0"/>
                  </a:moveTo>
                  <a:lnTo>
                    <a:pt x="0" y="3"/>
                  </a:lnTo>
                  <a:lnTo>
                    <a:pt x="0" y="3052"/>
                  </a:lnTo>
                  <a:lnTo>
                    <a:pt x="1116" y="3054"/>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26"/>
            <p:cNvSpPr/>
            <p:nvPr/>
          </p:nvSpPr>
          <p:spPr>
            <a:xfrm>
              <a:off x="4192952" y="3822564"/>
              <a:ext cx="83118" cy="64774"/>
            </a:xfrm>
            <a:custGeom>
              <a:rect b="b" l="l" r="r" t="t"/>
              <a:pathLst>
                <a:path extrusionOk="0" h="2493" w="3199">
                  <a:moveTo>
                    <a:pt x="557" y="0"/>
                  </a:moveTo>
                  <a:lnTo>
                    <a:pt x="1" y="967"/>
                  </a:lnTo>
                  <a:lnTo>
                    <a:pt x="2645" y="2493"/>
                  </a:lnTo>
                  <a:lnTo>
                    <a:pt x="3199" y="1526"/>
                  </a:lnTo>
                  <a:lnTo>
                    <a:pt x="5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26"/>
            <p:cNvSpPr/>
            <p:nvPr/>
          </p:nvSpPr>
          <p:spPr>
            <a:xfrm>
              <a:off x="4096219" y="3822564"/>
              <a:ext cx="83196" cy="64722"/>
            </a:xfrm>
            <a:custGeom>
              <a:rect b="b" l="l" r="r" t="t"/>
              <a:pathLst>
                <a:path extrusionOk="0" h="2491" w="3202">
                  <a:moveTo>
                    <a:pt x="2645" y="0"/>
                  </a:moveTo>
                  <a:lnTo>
                    <a:pt x="1" y="1526"/>
                  </a:lnTo>
                  <a:lnTo>
                    <a:pt x="557" y="2490"/>
                  </a:lnTo>
                  <a:lnTo>
                    <a:pt x="3201" y="967"/>
                  </a:lnTo>
                  <a:lnTo>
                    <a:pt x="26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26"/>
            <p:cNvSpPr/>
            <p:nvPr/>
          </p:nvSpPr>
          <p:spPr>
            <a:xfrm>
              <a:off x="4074965" y="3899004"/>
              <a:ext cx="29022" cy="79377"/>
            </a:xfrm>
            <a:custGeom>
              <a:rect b="b" l="l" r="r" t="t"/>
              <a:pathLst>
                <a:path extrusionOk="0" h="3055" w="1117">
                  <a:moveTo>
                    <a:pt x="1116" y="0"/>
                  </a:moveTo>
                  <a:lnTo>
                    <a:pt x="1" y="3"/>
                  </a:lnTo>
                  <a:lnTo>
                    <a:pt x="1" y="3054"/>
                  </a:lnTo>
                  <a:lnTo>
                    <a:pt x="1116" y="3054"/>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26"/>
            <p:cNvSpPr/>
            <p:nvPr/>
          </p:nvSpPr>
          <p:spPr>
            <a:xfrm>
              <a:off x="4096219" y="3990021"/>
              <a:ext cx="83196" cy="64800"/>
            </a:xfrm>
            <a:custGeom>
              <a:rect b="b" l="l" r="r" t="t"/>
              <a:pathLst>
                <a:path extrusionOk="0" h="2494" w="3202">
                  <a:moveTo>
                    <a:pt x="557" y="1"/>
                  </a:moveTo>
                  <a:lnTo>
                    <a:pt x="1" y="967"/>
                  </a:lnTo>
                  <a:lnTo>
                    <a:pt x="1323" y="1730"/>
                  </a:lnTo>
                  <a:lnTo>
                    <a:pt x="2642" y="2493"/>
                  </a:lnTo>
                  <a:lnTo>
                    <a:pt x="3201" y="1527"/>
                  </a:lnTo>
                  <a:lnTo>
                    <a:pt x="1879" y="764"/>
                  </a:lnTo>
                  <a:lnTo>
                    <a:pt x="5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26"/>
            <p:cNvSpPr/>
            <p:nvPr/>
          </p:nvSpPr>
          <p:spPr>
            <a:xfrm>
              <a:off x="3999564" y="3990099"/>
              <a:ext cx="83118" cy="64722"/>
            </a:xfrm>
            <a:custGeom>
              <a:rect b="b" l="l" r="r" t="t"/>
              <a:pathLst>
                <a:path extrusionOk="0" h="2491" w="3199">
                  <a:moveTo>
                    <a:pt x="2642" y="0"/>
                  </a:moveTo>
                  <a:lnTo>
                    <a:pt x="0" y="1524"/>
                  </a:lnTo>
                  <a:lnTo>
                    <a:pt x="557" y="2490"/>
                  </a:lnTo>
                  <a:lnTo>
                    <a:pt x="3198" y="964"/>
                  </a:lnTo>
                  <a:lnTo>
                    <a:pt x="26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26"/>
            <p:cNvSpPr/>
            <p:nvPr/>
          </p:nvSpPr>
          <p:spPr>
            <a:xfrm>
              <a:off x="3978232" y="4066539"/>
              <a:ext cx="29022" cy="79299"/>
            </a:xfrm>
            <a:custGeom>
              <a:rect b="b" l="l" r="r" t="t"/>
              <a:pathLst>
                <a:path extrusionOk="0" h="3052" w="1117">
                  <a:moveTo>
                    <a:pt x="1" y="0"/>
                  </a:moveTo>
                  <a:lnTo>
                    <a:pt x="1" y="3052"/>
                  </a:lnTo>
                  <a:lnTo>
                    <a:pt x="1116" y="3052"/>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26"/>
            <p:cNvSpPr/>
            <p:nvPr/>
          </p:nvSpPr>
          <p:spPr>
            <a:xfrm>
              <a:off x="3999564" y="4157556"/>
              <a:ext cx="83300" cy="64722"/>
            </a:xfrm>
            <a:custGeom>
              <a:rect b="b" l="l" r="r" t="t"/>
              <a:pathLst>
                <a:path extrusionOk="0" h="2491" w="3206">
                  <a:moveTo>
                    <a:pt x="557" y="1"/>
                  </a:moveTo>
                  <a:lnTo>
                    <a:pt x="0" y="967"/>
                  </a:lnTo>
                  <a:lnTo>
                    <a:pt x="2639" y="2491"/>
                  </a:lnTo>
                  <a:lnTo>
                    <a:pt x="3206" y="1529"/>
                  </a:lnTo>
                  <a:lnTo>
                    <a:pt x="5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26"/>
            <p:cNvSpPr/>
            <p:nvPr/>
          </p:nvSpPr>
          <p:spPr>
            <a:xfrm>
              <a:off x="4096089" y="4157556"/>
              <a:ext cx="83248" cy="64722"/>
            </a:xfrm>
            <a:custGeom>
              <a:rect b="b" l="l" r="r" t="t"/>
              <a:pathLst>
                <a:path extrusionOk="0" h="2491" w="3204">
                  <a:moveTo>
                    <a:pt x="2647" y="1"/>
                  </a:moveTo>
                  <a:lnTo>
                    <a:pt x="0" y="1529"/>
                  </a:lnTo>
                  <a:lnTo>
                    <a:pt x="565" y="2491"/>
                  </a:lnTo>
                  <a:lnTo>
                    <a:pt x="3204" y="967"/>
                  </a:lnTo>
                  <a:lnTo>
                    <a:pt x="264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26"/>
            <p:cNvSpPr/>
            <p:nvPr/>
          </p:nvSpPr>
          <p:spPr>
            <a:xfrm>
              <a:off x="4289684" y="3990021"/>
              <a:ext cx="83118" cy="64800"/>
            </a:xfrm>
            <a:custGeom>
              <a:rect b="b" l="l" r="r" t="t"/>
              <a:pathLst>
                <a:path extrusionOk="0" h="2494" w="3199">
                  <a:moveTo>
                    <a:pt x="555" y="1"/>
                  </a:moveTo>
                  <a:lnTo>
                    <a:pt x="1" y="970"/>
                  </a:lnTo>
                  <a:lnTo>
                    <a:pt x="2642" y="2493"/>
                  </a:lnTo>
                  <a:lnTo>
                    <a:pt x="3199" y="1527"/>
                  </a:lnTo>
                  <a:lnTo>
                    <a:pt x="5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26"/>
            <p:cNvSpPr/>
            <p:nvPr/>
          </p:nvSpPr>
          <p:spPr>
            <a:xfrm>
              <a:off x="4192952" y="3990099"/>
              <a:ext cx="83118" cy="64722"/>
            </a:xfrm>
            <a:custGeom>
              <a:rect b="b" l="l" r="r" t="t"/>
              <a:pathLst>
                <a:path extrusionOk="0" h="2491" w="3199">
                  <a:moveTo>
                    <a:pt x="2642" y="0"/>
                  </a:moveTo>
                  <a:lnTo>
                    <a:pt x="1320" y="761"/>
                  </a:lnTo>
                  <a:lnTo>
                    <a:pt x="1" y="1524"/>
                  </a:lnTo>
                  <a:lnTo>
                    <a:pt x="557" y="2490"/>
                  </a:lnTo>
                  <a:lnTo>
                    <a:pt x="1879" y="1727"/>
                  </a:lnTo>
                  <a:lnTo>
                    <a:pt x="3199" y="967"/>
                  </a:lnTo>
                  <a:lnTo>
                    <a:pt x="26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26"/>
            <p:cNvSpPr/>
            <p:nvPr/>
          </p:nvSpPr>
          <p:spPr>
            <a:xfrm>
              <a:off x="4171646" y="4066539"/>
              <a:ext cx="28996" cy="79299"/>
            </a:xfrm>
            <a:custGeom>
              <a:rect b="b" l="l" r="r" t="t"/>
              <a:pathLst>
                <a:path extrusionOk="0" h="3052" w="1116">
                  <a:moveTo>
                    <a:pt x="0" y="0"/>
                  </a:moveTo>
                  <a:lnTo>
                    <a:pt x="0" y="3052"/>
                  </a:lnTo>
                  <a:lnTo>
                    <a:pt x="1116" y="3052"/>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26"/>
            <p:cNvSpPr/>
            <p:nvPr/>
          </p:nvSpPr>
          <p:spPr>
            <a:xfrm>
              <a:off x="4192952" y="4157556"/>
              <a:ext cx="83326" cy="64722"/>
            </a:xfrm>
            <a:custGeom>
              <a:rect b="b" l="l" r="r" t="t"/>
              <a:pathLst>
                <a:path extrusionOk="0" h="2491" w="3207">
                  <a:moveTo>
                    <a:pt x="557" y="1"/>
                  </a:moveTo>
                  <a:lnTo>
                    <a:pt x="1" y="967"/>
                  </a:lnTo>
                  <a:lnTo>
                    <a:pt x="2639" y="2491"/>
                  </a:lnTo>
                  <a:lnTo>
                    <a:pt x="3206" y="1529"/>
                  </a:lnTo>
                  <a:lnTo>
                    <a:pt x="5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26"/>
            <p:cNvSpPr/>
            <p:nvPr/>
          </p:nvSpPr>
          <p:spPr>
            <a:xfrm>
              <a:off x="4289477" y="4157556"/>
              <a:ext cx="83326" cy="64722"/>
            </a:xfrm>
            <a:custGeom>
              <a:rect b="b" l="l" r="r" t="t"/>
              <a:pathLst>
                <a:path extrusionOk="0" h="2491" w="3207">
                  <a:moveTo>
                    <a:pt x="2650" y="1"/>
                  </a:moveTo>
                  <a:lnTo>
                    <a:pt x="1" y="1529"/>
                  </a:lnTo>
                  <a:lnTo>
                    <a:pt x="565" y="2491"/>
                  </a:lnTo>
                  <a:lnTo>
                    <a:pt x="3207" y="967"/>
                  </a:lnTo>
                  <a:lnTo>
                    <a:pt x="26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26"/>
            <p:cNvSpPr/>
            <p:nvPr/>
          </p:nvSpPr>
          <p:spPr>
            <a:xfrm>
              <a:off x="4365112" y="4066539"/>
              <a:ext cx="28945" cy="79299"/>
            </a:xfrm>
            <a:custGeom>
              <a:rect b="b" l="l" r="r" t="t"/>
              <a:pathLst>
                <a:path extrusionOk="0" h="3052" w="1114">
                  <a:moveTo>
                    <a:pt x="0" y="0"/>
                  </a:moveTo>
                  <a:lnTo>
                    <a:pt x="0" y="3052"/>
                  </a:lnTo>
                  <a:lnTo>
                    <a:pt x="1113" y="3052"/>
                  </a:lnTo>
                  <a:lnTo>
                    <a:pt x="11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26"/>
            <p:cNvSpPr/>
            <p:nvPr/>
          </p:nvSpPr>
          <p:spPr>
            <a:xfrm>
              <a:off x="4162266" y="3805337"/>
              <a:ext cx="47886" cy="43495"/>
            </a:xfrm>
            <a:custGeom>
              <a:rect b="b" l="l" r="r" t="t"/>
              <a:pathLst>
                <a:path extrusionOk="0" h="1674" w="1843">
                  <a:moveTo>
                    <a:pt x="920" y="0"/>
                  </a:moveTo>
                  <a:cubicBezTo>
                    <a:pt x="542" y="0"/>
                    <a:pt x="200" y="261"/>
                    <a:pt x="108" y="645"/>
                  </a:cubicBezTo>
                  <a:cubicBezTo>
                    <a:pt x="1" y="1095"/>
                    <a:pt x="280" y="1544"/>
                    <a:pt x="730" y="1651"/>
                  </a:cubicBezTo>
                  <a:cubicBezTo>
                    <a:pt x="795" y="1666"/>
                    <a:pt x="859" y="1674"/>
                    <a:pt x="923" y="1674"/>
                  </a:cubicBezTo>
                  <a:cubicBezTo>
                    <a:pt x="1302" y="1674"/>
                    <a:pt x="1644" y="1414"/>
                    <a:pt x="1736" y="1029"/>
                  </a:cubicBezTo>
                  <a:cubicBezTo>
                    <a:pt x="1843" y="580"/>
                    <a:pt x="1563" y="130"/>
                    <a:pt x="1114" y="23"/>
                  </a:cubicBezTo>
                  <a:cubicBezTo>
                    <a:pt x="1049" y="8"/>
                    <a:pt x="984" y="0"/>
                    <a:pt x="9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26"/>
            <p:cNvSpPr/>
            <p:nvPr/>
          </p:nvSpPr>
          <p:spPr>
            <a:xfrm>
              <a:off x="4176115" y="3805259"/>
              <a:ext cx="31803" cy="43521"/>
            </a:xfrm>
            <a:custGeom>
              <a:rect b="b" l="l" r="r" t="t"/>
              <a:pathLst>
                <a:path extrusionOk="0" h="1675" w="1224">
                  <a:moveTo>
                    <a:pt x="387" y="0"/>
                  </a:moveTo>
                  <a:cubicBezTo>
                    <a:pt x="246" y="0"/>
                    <a:pt x="116" y="37"/>
                    <a:pt x="1" y="97"/>
                  </a:cubicBezTo>
                  <a:cubicBezTo>
                    <a:pt x="267" y="235"/>
                    <a:pt x="450" y="515"/>
                    <a:pt x="450" y="836"/>
                  </a:cubicBezTo>
                  <a:cubicBezTo>
                    <a:pt x="450" y="1160"/>
                    <a:pt x="267" y="1440"/>
                    <a:pt x="1" y="1578"/>
                  </a:cubicBezTo>
                  <a:cubicBezTo>
                    <a:pt x="116" y="1638"/>
                    <a:pt x="246" y="1675"/>
                    <a:pt x="387" y="1675"/>
                  </a:cubicBezTo>
                  <a:cubicBezTo>
                    <a:pt x="850" y="1675"/>
                    <a:pt x="1223" y="1299"/>
                    <a:pt x="1223" y="836"/>
                  </a:cubicBezTo>
                  <a:cubicBezTo>
                    <a:pt x="1223" y="376"/>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26"/>
            <p:cNvSpPr/>
            <p:nvPr/>
          </p:nvSpPr>
          <p:spPr>
            <a:xfrm>
              <a:off x="4261104" y="3861122"/>
              <a:ext cx="43547" cy="43469"/>
            </a:xfrm>
            <a:custGeom>
              <a:rect b="b" l="l" r="r" t="t"/>
              <a:pathLst>
                <a:path extrusionOk="0" h="1673" w="1676">
                  <a:moveTo>
                    <a:pt x="837" y="0"/>
                  </a:moveTo>
                  <a:cubicBezTo>
                    <a:pt x="377" y="0"/>
                    <a:pt x="1" y="374"/>
                    <a:pt x="1" y="836"/>
                  </a:cubicBezTo>
                  <a:cubicBezTo>
                    <a:pt x="1" y="1299"/>
                    <a:pt x="377" y="1672"/>
                    <a:pt x="837" y="1672"/>
                  </a:cubicBezTo>
                  <a:cubicBezTo>
                    <a:pt x="1299" y="1672"/>
                    <a:pt x="1675" y="1299"/>
                    <a:pt x="1675" y="836"/>
                  </a:cubicBezTo>
                  <a:cubicBezTo>
                    <a:pt x="1675" y="374"/>
                    <a:pt x="1299" y="0"/>
                    <a:pt x="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26"/>
            <p:cNvSpPr/>
            <p:nvPr/>
          </p:nvSpPr>
          <p:spPr>
            <a:xfrm>
              <a:off x="4272796" y="3861122"/>
              <a:ext cx="31855" cy="43469"/>
            </a:xfrm>
            <a:custGeom>
              <a:rect b="b" l="l" r="r" t="t"/>
              <a:pathLst>
                <a:path extrusionOk="0" h="1673" w="1226">
                  <a:moveTo>
                    <a:pt x="387" y="0"/>
                  </a:moveTo>
                  <a:cubicBezTo>
                    <a:pt x="248" y="0"/>
                    <a:pt x="118" y="34"/>
                    <a:pt x="0" y="94"/>
                  </a:cubicBezTo>
                  <a:cubicBezTo>
                    <a:pt x="269" y="236"/>
                    <a:pt x="449" y="515"/>
                    <a:pt x="449" y="836"/>
                  </a:cubicBezTo>
                  <a:cubicBezTo>
                    <a:pt x="449" y="1158"/>
                    <a:pt x="269" y="1437"/>
                    <a:pt x="0" y="1578"/>
                  </a:cubicBezTo>
                  <a:cubicBezTo>
                    <a:pt x="118" y="1639"/>
                    <a:pt x="248" y="1672"/>
                    <a:pt x="387" y="1672"/>
                  </a:cubicBezTo>
                  <a:cubicBezTo>
                    <a:pt x="849" y="1672"/>
                    <a:pt x="1225" y="1299"/>
                    <a:pt x="1225" y="836"/>
                  </a:cubicBezTo>
                  <a:cubicBezTo>
                    <a:pt x="1225" y="374"/>
                    <a:pt x="849"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26"/>
            <p:cNvSpPr/>
            <p:nvPr/>
          </p:nvSpPr>
          <p:spPr>
            <a:xfrm>
              <a:off x="4260168" y="3972950"/>
              <a:ext cx="45625" cy="43469"/>
            </a:xfrm>
            <a:custGeom>
              <a:rect b="b" l="l" r="r" t="t"/>
              <a:pathLst>
                <a:path extrusionOk="0" h="1673" w="1756">
                  <a:moveTo>
                    <a:pt x="876" y="0"/>
                  </a:moveTo>
                  <a:cubicBezTo>
                    <a:pt x="452" y="0"/>
                    <a:pt x="89" y="323"/>
                    <a:pt x="47" y="754"/>
                  </a:cubicBezTo>
                  <a:cubicBezTo>
                    <a:pt x="0" y="1214"/>
                    <a:pt x="337" y="1622"/>
                    <a:pt x="794" y="1669"/>
                  </a:cubicBezTo>
                  <a:cubicBezTo>
                    <a:pt x="822" y="1672"/>
                    <a:pt x="849" y="1673"/>
                    <a:pt x="876" y="1673"/>
                  </a:cubicBezTo>
                  <a:cubicBezTo>
                    <a:pt x="1302" y="1673"/>
                    <a:pt x="1667" y="1351"/>
                    <a:pt x="1711" y="919"/>
                  </a:cubicBezTo>
                  <a:cubicBezTo>
                    <a:pt x="1756" y="459"/>
                    <a:pt x="1421" y="49"/>
                    <a:pt x="962" y="5"/>
                  </a:cubicBezTo>
                  <a:cubicBezTo>
                    <a:pt x="933" y="2"/>
                    <a:pt x="904" y="0"/>
                    <a:pt x="8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26"/>
            <p:cNvSpPr/>
            <p:nvPr/>
          </p:nvSpPr>
          <p:spPr>
            <a:xfrm>
              <a:off x="4272796" y="3972795"/>
              <a:ext cx="31855" cy="43521"/>
            </a:xfrm>
            <a:custGeom>
              <a:rect b="b" l="l" r="r" t="t"/>
              <a:pathLst>
                <a:path extrusionOk="0" h="1675" w="1226">
                  <a:moveTo>
                    <a:pt x="387" y="0"/>
                  </a:moveTo>
                  <a:cubicBezTo>
                    <a:pt x="248" y="0"/>
                    <a:pt x="118" y="34"/>
                    <a:pt x="0" y="97"/>
                  </a:cubicBezTo>
                  <a:cubicBezTo>
                    <a:pt x="269" y="235"/>
                    <a:pt x="449" y="515"/>
                    <a:pt x="449" y="836"/>
                  </a:cubicBezTo>
                  <a:cubicBezTo>
                    <a:pt x="449" y="1160"/>
                    <a:pt x="269" y="1440"/>
                    <a:pt x="0" y="1578"/>
                  </a:cubicBezTo>
                  <a:cubicBezTo>
                    <a:pt x="118" y="1638"/>
                    <a:pt x="248" y="1675"/>
                    <a:pt x="387" y="1675"/>
                  </a:cubicBezTo>
                  <a:cubicBezTo>
                    <a:pt x="849" y="1675"/>
                    <a:pt x="1225" y="1299"/>
                    <a:pt x="1225" y="836"/>
                  </a:cubicBezTo>
                  <a:cubicBezTo>
                    <a:pt x="1225" y="376"/>
                    <a:pt x="849"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26"/>
            <p:cNvSpPr/>
            <p:nvPr/>
          </p:nvSpPr>
          <p:spPr>
            <a:xfrm>
              <a:off x="4261104" y="4196244"/>
              <a:ext cx="43547" cy="43495"/>
            </a:xfrm>
            <a:custGeom>
              <a:rect b="b" l="l" r="r" t="t"/>
              <a:pathLst>
                <a:path extrusionOk="0" h="1674" w="1676">
                  <a:moveTo>
                    <a:pt x="837" y="1"/>
                  </a:moveTo>
                  <a:cubicBezTo>
                    <a:pt x="377" y="1"/>
                    <a:pt x="1" y="377"/>
                    <a:pt x="1" y="837"/>
                  </a:cubicBezTo>
                  <a:cubicBezTo>
                    <a:pt x="1" y="1299"/>
                    <a:pt x="377" y="1673"/>
                    <a:pt x="837" y="1673"/>
                  </a:cubicBezTo>
                  <a:cubicBezTo>
                    <a:pt x="1299" y="1673"/>
                    <a:pt x="1675" y="1299"/>
                    <a:pt x="1675" y="837"/>
                  </a:cubicBezTo>
                  <a:cubicBezTo>
                    <a:pt x="1675" y="377"/>
                    <a:pt x="1299" y="1"/>
                    <a:pt x="8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26"/>
            <p:cNvSpPr/>
            <p:nvPr/>
          </p:nvSpPr>
          <p:spPr>
            <a:xfrm>
              <a:off x="4272796" y="4196244"/>
              <a:ext cx="31855" cy="43495"/>
            </a:xfrm>
            <a:custGeom>
              <a:rect b="b" l="l" r="r" t="t"/>
              <a:pathLst>
                <a:path extrusionOk="0" h="1674" w="1226">
                  <a:moveTo>
                    <a:pt x="387" y="1"/>
                  </a:moveTo>
                  <a:cubicBezTo>
                    <a:pt x="248" y="1"/>
                    <a:pt x="118" y="35"/>
                    <a:pt x="0" y="98"/>
                  </a:cubicBezTo>
                  <a:cubicBezTo>
                    <a:pt x="269" y="236"/>
                    <a:pt x="449" y="516"/>
                    <a:pt x="449" y="837"/>
                  </a:cubicBezTo>
                  <a:cubicBezTo>
                    <a:pt x="449" y="1161"/>
                    <a:pt x="269" y="1440"/>
                    <a:pt x="0" y="1579"/>
                  </a:cubicBezTo>
                  <a:cubicBezTo>
                    <a:pt x="118" y="1639"/>
                    <a:pt x="248" y="1673"/>
                    <a:pt x="387" y="1673"/>
                  </a:cubicBezTo>
                  <a:cubicBezTo>
                    <a:pt x="849" y="1673"/>
                    <a:pt x="1225" y="1299"/>
                    <a:pt x="1225" y="837"/>
                  </a:cubicBezTo>
                  <a:cubicBezTo>
                    <a:pt x="1225" y="377"/>
                    <a:pt x="849"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26"/>
            <p:cNvSpPr/>
            <p:nvPr/>
          </p:nvSpPr>
          <p:spPr>
            <a:xfrm>
              <a:off x="4067716" y="4196244"/>
              <a:ext cx="43469" cy="43495"/>
            </a:xfrm>
            <a:custGeom>
              <a:rect b="b" l="l" r="r" t="t"/>
              <a:pathLst>
                <a:path extrusionOk="0" h="1674" w="1673">
                  <a:moveTo>
                    <a:pt x="836" y="1"/>
                  </a:moveTo>
                  <a:cubicBezTo>
                    <a:pt x="374" y="1"/>
                    <a:pt x="0" y="377"/>
                    <a:pt x="0" y="837"/>
                  </a:cubicBezTo>
                  <a:cubicBezTo>
                    <a:pt x="0" y="1299"/>
                    <a:pt x="374" y="1673"/>
                    <a:pt x="836" y="1673"/>
                  </a:cubicBezTo>
                  <a:cubicBezTo>
                    <a:pt x="1299" y="1673"/>
                    <a:pt x="1672" y="1299"/>
                    <a:pt x="1672" y="837"/>
                  </a:cubicBezTo>
                  <a:cubicBezTo>
                    <a:pt x="1672" y="377"/>
                    <a:pt x="1299" y="1"/>
                    <a:pt x="8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26"/>
            <p:cNvSpPr/>
            <p:nvPr/>
          </p:nvSpPr>
          <p:spPr>
            <a:xfrm>
              <a:off x="4079382" y="4196244"/>
              <a:ext cx="31803" cy="43495"/>
            </a:xfrm>
            <a:custGeom>
              <a:rect b="b" l="l" r="r" t="t"/>
              <a:pathLst>
                <a:path extrusionOk="0" h="1674" w="1224">
                  <a:moveTo>
                    <a:pt x="387" y="1"/>
                  </a:moveTo>
                  <a:cubicBezTo>
                    <a:pt x="249" y="1"/>
                    <a:pt x="116" y="35"/>
                    <a:pt x="1" y="98"/>
                  </a:cubicBezTo>
                  <a:cubicBezTo>
                    <a:pt x="267" y="236"/>
                    <a:pt x="450" y="516"/>
                    <a:pt x="450" y="837"/>
                  </a:cubicBezTo>
                  <a:cubicBezTo>
                    <a:pt x="450" y="1161"/>
                    <a:pt x="267" y="1440"/>
                    <a:pt x="1" y="1579"/>
                  </a:cubicBezTo>
                  <a:cubicBezTo>
                    <a:pt x="116" y="1639"/>
                    <a:pt x="249" y="1673"/>
                    <a:pt x="387" y="1673"/>
                  </a:cubicBezTo>
                  <a:cubicBezTo>
                    <a:pt x="850" y="1673"/>
                    <a:pt x="1223" y="1299"/>
                    <a:pt x="1223" y="837"/>
                  </a:cubicBezTo>
                  <a:cubicBezTo>
                    <a:pt x="1223" y="377"/>
                    <a:pt x="850"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26"/>
            <p:cNvSpPr/>
            <p:nvPr/>
          </p:nvSpPr>
          <p:spPr>
            <a:xfrm>
              <a:off x="4161591" y="4140382"/>
              <a:ext cx="49367" cy="43521"/>
            </a:xfrm>
            <a:custGeom>
              <a:rect b="b" l="l" r="r" t="t"/>
              <a:pathLst>
                <a:path extrusionOk="0" h="1675" w="1900">
                  <a:moveTo>
                    <a:pt x="952" y="0"/>
                  </a:moveTo>
                  <a:cubicBezTo>
                    <a:pt x="623" y="0"/>
                    <a:pt x="310" y="194"/>
                    <a:pt x="178" y="515"/>
                  </a:cubicBezTo>
                  <a:cubicBezTo>
                    <a:pt x="1" y="944"/>
                    <a:pt x="202" y="1432"/>
                    <a:pt x="630" y="1610"/>
                  </a:cubicBezTo>
                  <a:cubicBezTo>
                    <a:pt x="735" y="1654"/>
                    <a:pt x="843" y="1674"/>
                    <a:pt x="950" y="1674"/>
                  </a:cubicBezTo>
                  <a:cubicBezTo>
                    <a:pt x="1277" y="1674"/>
                    <a:pt x="1588" y="1479"/>
                    <a:pt x="1722" y="1158"/>
                  </a:cubicBezTo>
                  <a:cubicBezTo>
                    <a:pt x="1900" y="730"/>
                    <a:pt x="1696" y="241"/>
                    <a:pt x="1270" y="63"/>
                  </a:cubicBezTo>
                  <a:cubicBezTo>
                    <a:pt x="1166" y="21"/>
                    <a:pt x="1058" y="0"/>
                    <a:pt x="9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26"/>
            <p:cNvSpPr/>
            <p:nvPr/>
          </p:nvSpPr>
          <p:spPr>
            <a:xfrm>
              <a:off x="4176115" y="4140330"/>
              <a:ext cx="31803" cy="43469"/>
            </a:xfrm>
            <a:custGeom>
              <a:rect b="b" l="l" r="r" t="t"/>
              <a:pathLst>
                <a:path extrusionOk="0" h="1673" w="1224">
                  <a:moveTo>
                    <a:pt x="387" y="0"/>
                  </a:moveTo>
                  <a:cubicBezTo>
                    <a:pt x="246" y="0"/>
                    <a:pt x="116" y="34"/>
                    <a:pt x="1" y="94"/>
                  </a:cubicBezTo>
                  <a:cubicBezTo>
                    <a:pt x="267" y="233"/>
                    <a:pt x="450" y="512"/>
                    <a:pt x="450" y="836"/>
                  </a:cubicBezTo>
                  <a:cubicBezTo>
                    <a:pt x="450" y="1158"/>
                    <a:pt x="267" y="1437"/>
                    <a:pt x="1" y="1576"/>
                  </a:cubicBezTo>
                  <a:cubicBezTo>
                    <a:pt x="116" y="1638"/>
                    <a:pt x="246" y="1672"/>
                    <a:pt x="387" y="1672"/>
                  </a:cubicBezTo>
                  <a:cubicBezTo>
                    <a:pt x="850" y="1672"/>
                    <a:pt x="1223" y="1299"/>
                    <a:pt x="1223" y="836"/>
                  </a:cubicBezTo>
                  <a:cubicBezTo>
                    <a:pt x="1223" y="374"/>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26"/>
            <p:cNvSpPr/>
            <p:nvPr/>
          </p:nvSpPr>
          <p:spPr>
            <a:xfrm>
              <a:off x="3968878" y="4140278"/>
              <a:ext cx="47678" cy="43495"/>
            </a:xfrm>
            <a:custGeom>
              <a:rect b="b" l="l" r="r" t="t"/>
              <a:pathLst>
                <a:path extrusionOk="0" h="1674" w="1835">
                  <a:moveTo>
                    <a:pt x="917" y="0"/>
                  </a:moveTo>
                  <a:cubicBezTo>
                    <a:pt x="704" y="0"/>
                    <a:pt x="490" y="82"/>
                    <a:pt x="327" y="245"/>
                  </a:cubicBezTo>
                  <a:cubicBezTo>
                    <a:pt x="0" y="572"/>
                    <a:pt x="0" y="1102"/>
                    <a:pt x="327" y="1429"/>
                  </a:cubicBezTo>
                  <a:cubicBezTo>
                    <a:pt x="490" y="1592"/>
                    <a:pt x="704" y="1674"/>
                    <a:pt x="917" y="1674"/>
                  </a:cubicBezTo>
                  <a:cubicBezTo>
                    <a:pt x="1131" y="1674"/>
                    <a:pt x="1345" y="1592"/>
                    <a:pt x="1508" y="1429"/>
                  </a:cubicBezTo>
                  <a:cubicBezTo>
                    <a:pt x="1834" y="1102"/>
                    <a:pt x="1834" y="572"/>
                    <a:pt x="1508" y="245"/>
                  </a:cubicBezTo>
                  <a:cubicBezTo>
                    <a:pt x="1345" y="82"/>
                    <a:pt x="1131" y="0"/>
                    <a:pt x="9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26"/>
            <p:cNvSpPr/>
            <p:nvPr/>
          </p:nvSpPr>
          <p:spPr>
            <a:xfrm>
              <a:off x="3982649" y="4140330"/>
              <a:ext cx="31881" cy="43469"/>
            </a:xfrm>
            <a:custGeom>
              <a:rect b="b" l="l" r="r" t="t"/>
              <a:pathLst>
                <a:path extrusionOk="0" h="1673" w="1227">
                  <a:moveTo>
                    <a:pt x="387" y="0"/>
                  </a:moveTo>
                  <a:cubicBezTo>
                    <a:pt x="249" y="0"/>
                    <a:pt x="118" y="34"/>
                    <a:pt x="1" y="94"/>
                  </a:cubicBezTo>
                  <a:cubicBezTo>
                    <a:pt x="270" y="233"/>
                    <a:pt x="450" y="512"/>
                    <a:pt x="450" y="836"/>
                  </a:cubicBezTo>
                  <a:cubicBezTo>
                    <a:pt x="450" y="1158"/>
                    <a:pt x="270" y="1437"/>
                    <a:pt x="1" y="1578"/>
                  </a:cubicBezTo>
                  <a:cubicBezTo>
                    <a:pt x="118" y="1638"/>
                    <a:pt x="249" y="1672"/>
                    <a:pt x="387" y="1672"/>
                  </a:cubicBezTo>
                  <a:cubicBezTo>
                    <a:pt x="850" y="1672"/>
                    <a:pt x="1226" y="1299"/>
                    <a:pt x="1226" y="836"/>
                  </a:cubicBezTo>
                  <a:cubicBezTo>
                    <a:pt x="1226" y="374"/>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26"/>
            <p:cNvSpPr/>
            <p:nvPr/>
          </p:nvSpPr>
          <p:spPr>
            <a:xfrm>
              <a:off x="3968878" y="4028605"/>
              <a:ext cx="47678" cy="43495"/>
            </a:xfrm>
            <a:custGeom>
              <a:rect b="b" l="l" r="r" t="t"/>
              <a:pathLst>
                <a:path extrusionOk="0" h="1674" w="1835">
                  <a:moveTo>
                    <a:pt x="917" y="0"/>
                  </a:moveTo>
                  <a:cubicBezTo>
                    <a:pt x="704" y="0"/>
                    <a:pt x="490" y="82"/>
                    <a:pt x="327" y="245"/>
                  </a:cubicBezTo>
                  <a:cubicBezTo>
                    <a:pt x="0" y="572"/>
                    <a:pt x="0" y="1102"/>
                    <a:pt x="327" y="1429"/>
                  </a:cubicBezTo>
                  <a:cubicBezTo>
                    <a:pt x="490" y="1592"/>
                    <a:pt x="704" y="1674"/>
                    <a:pt x="917" y="1674"/>
                  </a:cubicBezTo>
                  <a:cubicBezTo>
                    <a:pt x="1131" y="1674"/>
                    <a:pt x="1345" y="1592"/>
                    <a:pt x="1508" y="1429"/>
                  </a:cubicBezTo>
                  <a:cubicBezTo>
                    <a:pt x="1834" y="1102"/>
                    <a:pt x="1834" y="572"/>
                    <a:pt x="1508" y="245"/>
                  </a:cubicBezTo>
                  <a:cubicBezTo>
                    <a:pt x="1345" y="82"/>
                    <a:pt x="1131" y="0"/>
                    <a:pt x="9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26"/>
            <p:cNvSpPr/>
            <p:nvPr/>
          </p:nvSpPr>
          <p:spPr>
            <a:xfrm>
              <a:off x="3982649" y="4028579"/>
              <a:ext cx="31881" cy="43547"/>
            </a:xfrm>
            <a:custGeom>
              <a:rect b="b" l="l" r="r" t="t"/>
              <a:pathLst>
                <a:path extrusionOk="0" h="1676" w="1227">
                  <a:moveTo>
                    <a:pt x="387" y="1"/>
                  </a:moveTo>
                  <a:cubicBezTo>
                    <a:pt x="249" y="1"/>
                    <a:pt x="118" y="37"/>
                    <a:pt x="1" y="97"/>
                  </a:cubicBezTo>
                  <a:cubicBezTo>
                    <a:pt x="270" y="236"/>
                    <a:pt x="450" y="515"/>
                    <a:pt x="450" y="839"/>
                  </a:cubicBezTo>
                  <a:cubicBezTo>
                    <a:pt x="450" y="1161"/>
                    <a:pt x="270" y="1440"/>
                    <a:pt x="1" y="1579"/>
                  </a:cubicBezTo>
                  <a:cubicBezTo>
                    <a:pt x="118" y="1641"/>
                    <a:pt x="249" y="1675"/>
                    <a:pt x="387" y="1675"/>
                  </a:cubicBezTo>
                  <a:cubicBezTo>
                    <a:pt x="850" y="1675"/>
                    <a:pt x="1226" y="1299"/>
                    <a:pt x="1226" y="839"/>
                  </a:cubicBezTo>
                  <a:cubicBezTo>
                    <a:pt x="1226" y="377"/>
                    <a:pt x="850"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26"/>
            <p:cNvSpPr/>
            <p:nvPr/>
          </p:nvSpPr>
          <p:spPr>
            <a:xfrm>
              <a:off x="4162266" y="4028735"/>
              <a:ext cx="47834" cy="43495"/>
            </a:xfrm>
            <a:custGeom>
              <a:rect b="b" l="l" r="r" t="t"/>
              <a:pathLst>
                <a:path extrusionOk="0" h="1674" w="1841">
                  <a:moveTo>
                    <a:pt x="918" y="1"/>
                  </a:moveTo>
                  <a:cubicBezTo>
                    <a:pt x="539" y="1"/>
                    <a:pt x="197" y="261"/>
                    <a:pt x="105" y="645"/>
                  </a:cubicBezTo>
                  <a:cubicBezTo>
                    <a:pt x="1" y="1095"/>
                    <a:pt x="278" y="1544"/>
                    <a:pt x="727" y="1651"/>
                  </a:cubicBezTo>
                  <a:cubicBezTo>
                    <a:pt x="791" y="1666"/>
                    <a:pt x="855" y="1673"/>
                    <a:pt x="918" y="1673"/>
                  </a:cubicBezTo>
                  <a:cubicBezTo>
                    <a:pt x="1298" y="1673"/>
                    <a:pt x="1641" y="1415"/>
                    <a:pt x="1733" y="1029"/>
                  </a:cubicBezTo>
                  <a:cubicBezTo>
                    <a:pt x="1840" y="580"/>
                    <a:pt x="1560" y="131"/>
                    <a:pt x="1111" y="23"/>
                  </a:cubicBezTo>
                  <a:cubicBezTo>
                    <a:pt x="1046" y="8"/>
                    <a:pt x="981" y="1"/>
                    <a:pt x="9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26"/>
            <p:cNvSpPr/>
            <p:nvPr/>
          </p:nvSpPr>
          <p:spPr>
            <a:xfrm>
              <a:off x="4176115" y="4028579"/>
              <a:ext cx="31803" cy="43547"/>
            </a:xfrm>
            <a:custGeom>
              <a:rect b="b" l="l" r="r" t="t"/>
              <a:pathLst>
                <a:path extrusionOk="0" h="1676" w="1224">
                  <a:moveTo>
                    <a:pt x="387" y="1"/>
                  </a:moveTo>
                  <a:cubicBezTo>
                    <a:pt x="246" y="1"/>
                    <a:pt x="116" y="37"/>
                    <a:pt x="1" y="97"/>
                  </a:cubicBezTo>
                  <a:cubicBezTo>
                    <a:pt x="267" y="236"/>
                    <a:pt x="450" y="515"/>
                    <a:pt x="450" y="839"/>
                  </a:cubicBezTo>
                  <a:cubicBezTo>
                    <a:pt x="450" y="1161"/>
                    <a:pt x="267" y="1440"/>
                    <a:pt x="1" y="1579"/>
                  </a:cubicBezTo>
                  <a:cubicBezTo>
                    <a:pt x="116" y="1641"/>
                    <a:pt x="246" y="1675"/>
                    <a:pt x="387" y="1675"/>
                  </a:cubicBezTo>
                  <a:cubicBezTo>
                    <a:pt x="850" y="1675"/>
                    <a:pt x="1223" y="1299"/>
                    <a:pt x="1223" y="839"/>
                  </a:cubicBezTo>
                  <a:cubicBezTo>
                    <a:pt x="1223" y="377"/>
                    <a:pt x="850"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26"/>
            <p:cNvSpPr/>
            <p:nvPr/>
          </p:nvSpPr>
          <p:spPr>
            <a:xfrm>
              <a:off x="4355056" y="4028631"/>
              <a:ext cx="49393" cy="43521"/>
            </a:xfrm>
            <a:custGeom>
              <a:rect b="b" l="l" r="r" t="t"/>
              <a:pathLst>
                <a:path extrusionOk="0" h="1675" w="1901">
                  <a:moveTo>
                    <a:pt x="952" y="1"/>
                  </a:moveTo>
                  <a:cubicBezTo>
                    <a:pt x="623" y="1"/>
                    <a:pt x="311" y="194"/>
                    <a:pt x="178" y="516"/>
                  </a:cubicBezTo>
                  <a:cubicBezTo>
                    <a:pt x="1" y="945"/>
                    <a:pt x="202" y="1433"/>
                    <a:pt x="630" y="1611"/>
                  </a:cubicBezTo>
                  <a:cubicBezTo>
                    <a:pt x="735" y="1654"/>
                    <a:pt x="843" y="1675"/>
                    <a:pt x="950" y="1675"/>
                  </a:cubicBezTo>
                  <a:cubicBezTo>
                    <a:pt x="1277" y="1675"/>
                    <a:pt x="1588" y="1480"/>
                    <a:pt x="1722" y="1159"/>
                  </a:cubicBezTo>
                  <a:cubicBezTo>
                    <a:pt x="1900" y="730"/>
                    <a:pt x="1696" y="242"/>
                    <a:pt x="1270" y="64"/>
                  </a:cubicBezTo>
                  <a:cubicBezTo>
                    <a:pt x="1166" y="21"/>
                    <a:pt x="1058" y="1"/>
                    <a:pt x="9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26"/>
            <p:cNvSpPr/>
            <p:nvPr/>
          </p:nvSpPr>
          <p:spPr>
            <a:xfrm>
              <a:off x="4369529" y="4028579"/>
              <a:ext cx="31777" cy="43547"/>
            </a:xfrm>
            <a:custGeom>
              <a:rect b="b" l="l" r="r" t="t"/>
              <a:pathLst>
                <a:path extrusionOk="0" h="1676" w="1223">
                  <a:moveTo>
                    <a:pt x="387" y="1"/>
                  </a:moveTo>
                  <a:cubicBezTo>
                    <a:pt x="248" y="1"/>
                    <a:pt x="115" y="37"/>
                    <a:pt x="0" y="97"/>
                  </a:cubicBezTo>
                  <a:cubicBezTo>
                    <a:pt x="267" y="236"/>
                    <a:pt x="450" y="515"/>
                    <a:pt x="450" y="839"/>
                  </a:cubicBezTo>
                  <a:cubicBezTo>
                    <a:pt x="450" y="1161"/>
                    <a:pt x="267" y="1440"/>
                    <a:pt x="0" y="1579"/>
                  </a:cubicBezTo>
                  <a:cubicBezTo>
                    <a:pt x="115" y="1641"/>
                    <a:pt x="248" y="1675"/>
                    <a:pt x="387" y="1675"/>
                  </a:cubicBezTo>
                  <a:cubicBezTo>
                    <a:pt x="849" y="1675"/>
                    <a:pt x="1223" y="1299"/>
                    <a:pt x="1223" y="839"/>
                  </a:cubicBezTo>
                  <a:cubicBezTo>
                    <a:pt x="1223" y="377"/>
                    <a:pt x="849"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26"/>
            <p:cNvSpPr/>
            <p:nvPr/>
          </p:nvSpPr>
          <p:spPr>
            <a:xfrm>
              <a:off x="4356070" y="4140252"/>
              <a:ext cx="46794" cy="43469"/>
            </a:xfrm>
            <a:custGeom>
              <a:rect b="b" l="l" r="r" t="t"/>
              <a:pathLst>
                <a:path extrusionOk="0" h="1673" w="1801">
                  <a:moveTo>
                    <a:pt x="902" y="0"/>
                  </a:moveTo>
                  <a:cubicBezTo>
                    <a:pt x="497" y="0"/>
                    <a:pt x="143" y="293"/>
                    <a:pt x="77" y="703"/>
                  </a:cubicBezTo>
                  <a:cubicBezTo>
                    <a:pt x="1" y="1161"/>
                    <a:pt x="312" y="1589"/>
                    <a:pt x="766" y="1662"/>
                  </a:cubicBezTo>
                  <a:cubicBezTo>
                    <a:pt x="812" y="1669"/>
                    <a:pt x="856" y="1673"/>
                    <a:pt x="901" y="1673"/>
                  </a:cubicBezTo>
                  <a:cubicBezTo>
                    <a:pt x="1305" y="1673"/>
                    <a:pt x="1659" y="1382"/>
                    <a:pt x="1725" y="970"/>
                  </a:cubicBezTo>
                  <a:cubicBezTo>
                    <a:pt x="1801" y="515"/>
                    <a:pt x="1490" y="87"/>
                    <a:pt x="1035" y="11"/>
                  </a:cubicBezTo>
                  <a:cubicBezTo>
                    <a:pt x="991" y="4"/>
                    <a:pt x="946" y="0"/>
                    <a:pt x="9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26"/>
            <p:cNvSpPr/>
            <p:nvPr/>
          </p:nvSpPr>
          <p:spPr>
            <a:xfrm>
              <a:off x="4369529" y="4140330"/>
              <a:ext cx="31777" cy="43469"/>
            </a:xfrm>
            <a:custGeom>
              <a:rect b="b" l="l" r="r" t="t"/>
              <a:pathLst>
                <a:path extrusionOk="0" h="1673" w="1223">
                  <a:moveTo>
                    <a:pt x="387" y="0"/>
                  </a:moveTo>
                  <a:cubicBezTo>
                    <a:pt x="248" y="0"/>
                    <a:pt x="115" y="34"/>
                    <a:pt x="0" y="94"/>
                  </a:cubicBezTo>
                  <a:cubicBezTo>
                    <a:pt x="267" y="233"/>
                    <a:pt x="450" y="512"/>
                    <a:pt x="450" y="836"/>
                  </a:cubicBezTo>
                  <a:cubicBezTo>
                    <a:pt x="450" y="1158"/>
                    <a:pt x="267" y="1437"/>
                    <a:pt x="0" y="1576"/>
                  </a:cubicBezTo>
                  <a:cubicBezTo>
                    <a:pt x="115" y="1638"/>
                    <a:pt x="248" y="1672"/>
                    <a:pt x="387" y="1672"/>
                  </a:cubicBezTo>
                  <a:cubicBezTo>
                    <a:pt x="849" y="1672"/>
                    <a:pt x="1223" y="1296"/>
                    <a:pt x="1223" y="836"/>
                  </a:cubicBezTo>
                  <a:cubicBezTo>
                    <a:pt x="1223" y="374"/>
                    <a:pt x="849"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26"/>
            <p:cNvSpPr/>
            <p:nvPr/>
          </p:nvSpPr>
          <p:spPr>
            <a:xfrm>
              <a:off x="4067716" y="3861122"/>
              <a:ext cx="43469" cy="43469"/>
            </a:xfrm>
            <a:custGeom>
              <a:rect b="b" l="l" r="r" t="t"/>
              <a:pathLst>
                <a:path extrusionOk="0" h="1673" w="1673">
                  <a:moveTo>
                    <a:pt x="836" y="0"/>
                  </a:moveTo>
                  <a:cubicBezTo>
                    <a:pt x="374" y="0"/>
                    <a:pt x="0" y="374"/>
                    <a:pt x="0" y="836"/>
                  </a:cubicBezTo>
                  <a:cubicBezTo>
                    <a:pt x="0" y="1299"/>
                    <a:pt x="374" y="1672"/>
                    <a:pt x="836" y="1672"/>
                  </a:cubicBezTo>
                  <a:cubicBezTo>
                    <a:pt x="1299" y="1672"/>
                    <a:pt x="1672" y="1299"/>
                    <a:pt x="1672" y="836"/>
                  </a:cubicBezTo>
                  <a:cubicBezTo>
                    <a:pt x="1672" y="374"/>
                    <a:pt x="1299" y="0"/>
                    <a:pt x="8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26"/>
            <p:cNvSpPr/>
            <p:nvPr/>
          </p:nvSpPr>
          <p:spPr>
            <a:xfrm>
              <a:off x="4079382" y="3861122"/>
              <a:ext cx="31803" cy="43469"/>
            </a:xfrm>
            <a:custGeom>
              <a:rect b="b" l="l" r="r" t="t"/>
              <a:pathLst>
                <a:path extrusionOk="0" h="1673" w="1224">
                  <a:moveTo>
                    <a:pt x="387" y="0"/>
                  </a:moveTo>
                  <a:cubicBezTo>
                    <a:pt x="249" y="0"/>
                    <a:pt x="116" y="34"/>
                    <a:pt x="1" y="94"/>
                  </a:cubicBezTo>
                  <a:cubicBezTo>
                    <a:pt x="267" y="236"/>
                    <a:pt x="450" y="515"/>
                    <a:pt x="450" y="836"/>
                  </a:cubicBezTo>
                  <a:cubicBezTo>
                    <a:pt x="450" y="1158"/>
                    <a:pt x="267" y="1437"/>
                    <a:pt x="1" y="1578"/>
                  </a:cubicBezTo>
                  <a:cubicBezTo>
                    <a:pt x="116" y="1639"/>
                    <a:pt x="249" y="1672"/>
                    <a:pt x="387" y="1672"/>
                  </a:cubicBezTo>
                  <a:cubicBezTo>
                    <a:pt x="850" y="1672"/>
                    <a:pt x="1223" y="1299"/>
                    <a:pt x="1223" y="836"/>
                  </a:cubicBezTo>
                  <a:cubicBezTo>
                    <a:pt x="1223" y="374"/>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26"/>
            <p:cNvSpPr/>
            <p:nvPr/>
          </p:nvSpPr>
          <p:spPr>
            <a:xfrm>
              <a:off x="4067716" y="3972795"/>
              <a:ext cx="43469" cy="43469"/>
            </a:xfrm>
            <a:custGeom>
              <a:rect b="b" l="l" r="r" t="t"/>
              <a:pathLst>
                <a:path extrusionOk="0" h="1673" w="1673">
                  <a:moveTo>
                    <a:pt x="836" y="0"/>
                  </a:moveTo>
                  <a:cubicBezTo>
                    <a:pt x="374" y="0"/>
                    <a:pt x="0" y="376"/>
                    <a:pt x="0" y="836"/>
                  </a:cubicBezTo>
                  <a:cubicBezTo>
                    <a:pt x="0" y="1299"/>
                    <a:pt x="374" y="1672"/>
                    <a:pt x="836" y="1672"/>
                  </a:cubicBezTo>
                  <a:cubicBezTo>
                    <a:pt x="1299" y="1672"/>
                    <a:pt x="1672" y="1299"/>
                    <a:pt x="1672" y="836"/>
                  </a:cubicBezTo>
                  <a:cubicBezTo>
                    <a:pt x="1672" y="376"/>
                    <a:pt x="1299" y="0"/>
                    <a:pt x="8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26"/>
            <p:cNvSpPr/>
            <p:nvPr/>
          </p:nvSpPr>
          <p:spPr>
            <a:xfrm>
              <a:off x="4079382" y="3972795"/>
              <a:ext cx="31803" cy="43469"/>
            </a:xfrm>
            <a:custGeom>
              <a:rect b="b" l="l" r="r" t="t"/>
              <a:pathLst>
                <a:path extrusionOk="0" h="1673" w="1224">
                  <a:moveTo>
                    <a:pt x="387" y="0"/>
                  </a:moveTo>
                  <a:cubicBezTo>
                    <a:pt x="249" y="0"/>
                    <a:pt x="116" y="34"/>
                    <a:pt x="1" y="97"/>
                  </a:cubicBezTo>
                  <a:cubicBezTo>
                    <a:pt x="267" y="235"/>
                    <a:pt x="450" y="515"/>
                    <a:pt x="450" y="836"/>
                  </a:cubicBezTo>
                  <a:cubicBezTo>
                    <a:pt x="450" y="1160"/>
                    <a:pt x="267" y="1440"/>
                    <a:pt x="1" y="1578"/>
                  </a:cubicBezTo>
                  <a:cubicBezTo>
                    <a:pt x="116" y="1638"/>
                    <a:pt x="249" y="1672"/>
                    <a:pt x="387" y="1672"/>
                  </a:cubicBezTo>
                  <a:cubicBezTo>
                    <a:pt x="850" y="1672"/>
                    <a:pt x="1223" y="1299"/>
                    <a:pt x="1223" y="836"/>
                  </a:cubicBezTo>
                  <a:cubicBezTo>
                    <a:pt x="1223" y="376"/>
                    <a:pt x="850"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126"/>
          <p:cNvGrpSpPr/>
          <p:nvPr/>
        </p:nvGrpSpPr>
        <p:grpSpPr>
          <a:xfrm>
            <a:off x="4767918" y="3805259"/>
            <a:ext cx="405977" cy="434479"/>
            <a:chOff x="4767918" y="3805259"/>
            <a:chExt cx="405977" cy="434479"/>
          </a:xfrm>
        </p:grpSpPr>
        <p:sp>
          <p:nvSpPr>
            <p:cNvPr id="11642" name="Google Shape;11642;p126"/>
            <p:cNvSpPr/>
            <p:nvPr/>
          </p:nvSpPr>
          <p:spPr>
            <a:xfrm>
              <a:off x="4767918" y="4210716"/>
              <a:ext cx="333122" cy="29022"/>
            </a:xfrm>
            <a:custGeom>
              <a:rect b="b" l="l" r="r" t="t"/>
              <a:pathLst>
                <a:path extrusionOk="0" h="1117" w="12821">
                  <a:moveTo>
                    <a:pt x="280" y="0"/>
                  </a:moveTo>
                  <a:cubicBezTo>
                    <a:pt x="126" y="0"/>
                    <a:pt x="1" y="126"/>
                    <a:pt x="1" y="280"/>
                  </a:cubicBezTo>
                  <a:lnTo>
                    <a:pt x="1" y="836"/>
                  </a:lnTo>
                  <a:cubicBezTo>
                    <a:pt x="1" y="991"/>
                    <a:pt x="126" y="1116"/>
                    <a:pt x="280" y="1116"/>
                  </a:cubicBezTo>
                  <a:lnTo>
                    <a:pt x="12821" y="1116"/>
                  </a:lnTo>
                  <a:lnTo>
                    <a:pt x="128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26"/>
            <p:cNvSpPr/>
            <p:nvPr/>
          </p:nvSpPr>
          <p:spPr>
            <a:xfrm>
              <a:off x="4767918" y="4138355"/>
              <a:ext cx="333122" cy="28945"/>
            </a:xfrm>
            <a:custGeom>
              <a:rect b="b" l="l" r="r" t="t"/>
              <a:pathLst>
                <a:path extrusionOk="0" h="1114" w="12821">
                  <a:moveTo>
                    <a:pt x="280" y="0"/>
                  </a:moveTo>
                  <a:cubicBezTo>
                    <a:pt x="126" y="0"/>
                    <a:pt x="1" y="123"/>
                    <a:pt x="1" y="277"/>
                  </a:cubicBezTo>
                  <a:lnTo>
                    <a:pt x="1" y="836"/>
                  </a:lnTo>
                  <a:cubicBezTo>
                    <a:pt x="1" y="991"/>
                    <a:pt x="126" y="1113"/>
                    <a:pt x="280" y="1113"/>
                  </a:cubicBezTo>
                  <a:lnTo>
                    <a:pt x="12821" y="1113"/>
                  </a:lnTo>
                  <a:lnTo>
                    <a:pt x="128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4" name="Google Shape;11644;p126"/>
            <p:cNvGrpSpPr/>
            <p:nvPr/>
          </p:nvGrpSpPr>
          <p:grpSpPr>
            <a:xfrm>
              <a:off x="4782443" y="3805259"/>
              <a:ext cx="391452" cy="434479"/>
              <a:chOff x="4782443" y="3805259"/>
              <a:chExt cx="391452" cy="434479"/>
            </a:xfrm>
          </p:grpSpPr>
          <p:sp>
            <p:nvSpPr>
              <p:cNvPr id="11645" name="Google Shape;11645;p126"/>
              <p:cNvSpPr/>
              <p:nvPr/>
            </p:nvSpPr>
            <p:spPr>
              <a:xfrm>
                <a:off x="4816869" y="4070125"/>
                <a:ext cx="284171" cy="49575"/>
              </a:xfrm>
              <a:custGeom>
                <a:rect b="b" l="l" r="r" t="t"/>
                <a:pathLst>
                  <a:path extrusionOk="0" h="1908" w="10937">
                    <a:moveTo>
                      <a:pt x="0" y="1"/>
                    </a:moveTo>
                    <a:lnTo>
                      <a:pt x="0" y="1908"/>
                    </a:lnTo>
                    <a:lnTo>
                      <a:pt x="10937" y="1908"/>
                    </a:lnTo>
                    <a:lnTo>
                      <a:pt x="109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26"/>
              <p:cNvSpPr/>
              <p:nvPr/>
            </p:nvSpPr>
            <p:spPr>
              <a:xfrm>
                <a:off x="5080929" y="4070125"/>
                <a:ext cx="20110" cy="49575"/>
              </a:xfrm>
              <a:custGeom>
                <a:rect b="b" l="l" r="r" t="t"/>
                <a:pathLst>
                  <a:path extrusionOk="0" h="1908" w="774">
                    <a:moveTo>
                      <a:pt x="1" y="1"/>
                    </a:moveTo>
                    <a:lnTo>
                      <a:pt x="1" y="1908"/>
                    </a:lnTo>
                    <a:lnTo>
                      <a:pt x="774" y="1908"/>
                    </a:lnTo>
                    <a:lnTo>
                      <a:pt x="7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26"/>
              <p:cNvSpPr/>
              <p:nvPr/>
            </p:nvSpPr>
            <p:spPr>
              <a:xfrm>
                <a:off x="4842462" y="4109359"/>
                <a:ext cx="273050" cy="38584"/>
              </a:xfrm>
              <a:custGeom>
                <a:rect b="b" l="l" r="r" t="t"/>
                <a:pathLst>
                  <a:path extrusionOk="0" h="1485" w="10509">
                    <a:moveTo>
                      <a:pt x="476" y="1"/>
                    </a:moveTo>
                    <a:lnTo>
                      <a:pt x="0" y="636"/>
                    </a:lnTo>
                    <a:lnTo>
                      <a:pt x="476" y="1116"/>
                    </a:lnTo>
                    <a:lnTo>
                      <a:pt x="476" y="1485"/>
                    </a:lnTo>
                    <a:lnTo>
                      <a:pt x="10232" y="1485"/>
                    </a:lnTo>
                    <a:lnTo>
                      <a:pt x="10232" y="1116"/>
                    </a:lnTo>
                    <a:cubicBezTo>
                      <a:pt x="10386" y="1116"/>
                      <a:pt x="10508" y="991"/>
                      <a:pt x="10508" y="837"/>
                    </a:cubicBezTo>
                    <a:lnTo>
                      <a:pt x="10508" y="280"/>
                    </a:lnTo>
                    <a:cubicBezTo>
                      <a:pt x="10508" y="126"/>
                      <a:pt x="10386" y="1"/>
                      <a:pt x="10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26"/>
              <p:cNvSpPr/>
              <p:nvPr/>
            </p:nvSpPr>
            <p:spPr>
              <a:xfrm>
                <a:off x="4883800" y="4075348"/>
                <a:ext cx="57941" cy="63034"/>
              </a:xfrm>
              <a:custGeom>
                <a:rect b="b" l="l" r="r" t="t"/>
                <a:pathLst>
                  <a:path extrusionOk="0" h="2426" w="2230">
                    <a:moveTo>
                      <a:pt x="1" y="1"/>
                    </a:moveTo>
                    <a:lnTo>
                      <a:pt x="1" y="2146"/>
                    </a:lnTo>
                    <a:cubicBezTo>
                      <a:pt x="1" y="2313"/>
                      <a:pt x="138" y="2425"/>
                      <a:pt x="281" y="2425"/>
                    </a:cubicBezTo>
                    <a:cubicBezTo>
                      <a:pt x="349" y="2425"/>
                      <a:pt x="419" y="2399"/>
                      <a:pt x="476" y="2342"/>
                    </a:cubicBezTo>
                    <a:lnTo>
                      <a:pt x="918" y="1900"/>
                    </a:lnTo>
                    <a:cubicBezTo>
                      <a:pt x="972" y="1847"/>
                      <a:pt x="1044" y="1820"/>
                      <a:pt x="1115" y="1820"/>
                    </a:cubicBezTo>
                    <a:cubicBezTo>
                      <a:pt x="1186" y="1820"/>
                      <a:pt x="1257" y="1847"/>
                      <a:pt x="1312" y="1900"/>
                    </a:cubicBezTo>
                    <a:lnTo>
                      <a:pt x="1754" y="2342"/>
                    </a:lnTo>
                    <a:cubicBezTo>
                      <a:pt x="1810" y="2399"/>
                      <a:pt x="1880" y="2425"/>
                      <a:pt x="1949" y="2425"/>
                    </a:cubicBezTo>
                    <a:cubicBezTo>
                      <a:pt x="2092" y="2425"/>
                      <a:pt x="2229" y="2313"/>
                      <a:pt x="2229" y="2146"/>
                    </a:cubicBezTo>
                    <a:lnTo>
                      <a:pt x="22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26"/>
              <p:cNvSpPr/>
              <p:nvPr/>
            </p:nvSpPr>
            <p:spPr>
              <a:xfrm>
                <a:off x="5088127" y="4109359"/>
                <a:ext cx="27386" cy="29022"/>
              </a:xfrm>
              <a:custGeom>
                <a:rect b="b" l="l" r="r" t="t"/>
                <a:pathLst>
                  <a:path extrusionOk="0" h="1117" w="1054">
                    <a:moveTo>
                      <a:pt x="1" y="1"/>
                    </a:moveTo>
                    <a:cubicBezTo>
                      <a:pt x="155" y="1"/>
                      <a:pt x="280" y="126"/>
                      <a:pt x="280" y="280"/>
                    </a:cubicBezTo>
                    <a:lnTo>
                      <a:pt x="280" y="837"/>
                    </a:lnTo>
                    <a:cubicBezTo>
                      <a:pt x="280" y="991"/>
                      <a:pt x="155" y="1116"/>
                      <a:pt x="1" y="1116"/>
                    </a:cubicBezTo>
                    <a:lnTo>
                      <a:pt x="777" y="1116"/>
                    </a:lnTo>
                    <a:cubicBezTo>
                      <a:pt x="931" y="1116"/>
                      <a:pt x="1053" y="991"/>
                      <a:pt x="1053" y="837"/>
                    </a:cubicBezTo>
                    <a:lnTo>
                      <a:pt x="1053" y="280"/>
                    </a:lnTo>
                    <a:cubicBezTo>
                      <a:pt x="1053" y="126"/>
                      <a:pt x="931" y="1"/>
                      <a:pt x="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26"/>
              <p:cNvSpPr/>
              <p:nvPr/>
            </p:nvSpPr>
            <p:spPr>
              <a:xfrm>
                <a:off x="4921683" y="4075348"/>
                <a:ext cx="20058" cy="63034"/>
              </a:xfrm>
              <a:custGeom>
                <a:rect b="b" l="l" r="r" t="t"/>
                <a:pathLst>
                  <a:path extrusionOk="0" h="2426" w="772">
                    <a:moveTo>
                      <a:pt x="0" y="1"/>
                    </a:moveTo>
                    <a:lnTo>
                      <a:pt x="0" y="2047"/>
                    </a:lnTo>
                    <a:lnTo>
                      <a:pt x="296" y="2342"/>
                    </a:lnTo>
                    <a:cubicBezTo>
                      <a:pt x="352" y="2399"/>
                      <a:pt x="422" y="2425"/>
                      <a:pt x="491" y="2425"/>
                    </a:cubicBezTo>
                    <a:cubicBezTo>
                      <a:pt x="634" y="2425"/>
                      <a:pt x="771" y="2313"/>
                      <a:pt x="771" y="2146"/>
                    </a:cubicBezTo>
                    <a:lnTo>
                      <a:pt x="77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26"/>
              <p:cNvSpPr/>
              <p:nvPr/>
            </p:nvSpPr>
            <p:spPr>
              <a:xfrm>
                <a:off x="4842462" y="4051470"/>
                <a:ext cx="273050" cy="28945"/>
              </a:xfrm>
              <a:custGeom>
                <a:rect b="b" l="l" r="r" t="t"/>
                <a:pathLst>
                  <a:path extrusionOk="0" h="1114" w="10509">
                    <a:moveTo>
                      <a:pt x="476" y="0"/>
                    </a:moveTo>
                    <a:lnTo>
                      <a:pt x="0" y="557"/>
                    </a:lnTo>
                    <a:lnTo>
                      <a:pt x="476" y="1113"/>
                    </a:lnTo>
                    <a:lnTo>
                      <a:pt x="10232" y="1113"/>
                    </a:lnTo>
                    <a:cubicBezTo>
                      <a:pt x="10386" y="1113"/>
                      <a:pt x="10508" y="990"/>
                      <a:pt x="10508" y="836"/>
                    </a:cubicBezTo>
                    <a:lnTo>
                      <a:pt x="10508" y="277"/>
                    </a:lnTo>
                    <a:cubicBezTo>
                      <a:pt x="10508" y="123"/>
                      <a:pt x="10386" y="0"/>
                      <a:pt x="10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26"/>
              <p:cNvSpPr/>
              <p:nvPr/>
            </p:nvSpPr>
            <p:spPr>
              <a:xfrm>
                <a:off x="4796915" y="4051470"/>
                <a:ext cx="57915" cy="86911"/>
              </a:xfrm>
              <a:custGeom>
                <a:rect b="b" l="l" r="r" t="t"/>
                <a:pathLst>
                  <a:path extrusionOk="0" h="3345" w="2229">
                    <a:moveTo>
                      <a:pt x="1119" y="0"/>
                    </a:moveTo>
                    <a:cubicBezTo>
                      <a:pt x="499" y="0"/>
                      <a:pt x="0" y="499"/>
                      <a:pt x="0" y="1116"/>
                    </a:cubicBezTo>
                    <a:lnTo>
                      <a:pt x="0" y="2226"/>
                    </a:lnTo>
                    <a:cubicBezTo>
                      <a:pt x="0" y="2843"/>
                      <a:pt x="499" y="3344"/>
                      <a:pt x="1119" y="3344"/>
                    </a:cubicBezTo>
                    <a:lnTo>
                      <a:pt x="2229" y="3344"/>
                    </a:lnTo>
                    <a:lnTo>
                      <a:pt x="2229" y="2229"/>
                    </a:lnTo>
                    <a:lnTo>
                      <a:pt x="1393" y="2229"/>
                    </a:lnTo>
                    <a:cubicBezTo>
                      <a:pt x="1239" y="2229"/>
                      <a:pt x="1116" y="2103"/>
                      <a:pt x="1116" y="1949"/>
                    </a:cubicBezTo>
                    <a:lnTo>
                      <a:pt x="1116" y="1393"/>
                    </a:lnTo>
                    <a:cubicBezTo>
                      <a:pt x="1116" y="1239"/>
                      <a:pt x="1239" y="1113"/>
                      <a:pt x="1393" y="1113"/>
                    </a:cubicBezTo>
                    <a:lnTo>
                      <a:pt x="2229" y="1113"/>
                    </a:lnTo>
                    <a:lnTo>
                      <a:pt x="22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26"/>
              <p:cNvSpPr/>
              <p:nvPr/>
            </p:nvSpPr>
            <p:spPr>
              <a:xfrm>
                <a:off x="5088127" y="4051470"/>
                <a:ext cx="27386" cy="28945"/>
              </a:xfrm>
              <a:custGeom>
                <a:rect b="b" l="l" r="r" t="t"/>
                <a:pathLst>
                  <a:path extrusionOk="0" h="1114" w="1054">
                    <a:moveTo>
                      <a:pt x="1" y="0"/>
                    </a:moveTo>
                    <a:cubicBezTo>
                      <a:pt x="155" y="0"/>
                      <a:pt x="280" y="123"/>
                      <a:pt x="280" y="277"/>
                    </a:cubicBezTo>
                    <a:lnTo>
                      <a:pt x="280" y="836"/>
                    </a:lnTo>
                    <a:cubicBezTo>
                      <a:pt x="280" y="990"/>
                      <a:pt x="155" y="1113"/>
                      <a:pt x="1" y="1113"/>
                    </a:cubicBezTo>
                    <a:lnTo>
                      <a:pt x="777" y="1113"/>
                    </a:lnTo>
                    <a:cubicBezTo>
                      <a:pt x="931" y="1113"/>
                      <a:pt x="1053" y="990"/>
                      <a:pt x="1053" y="836"/>
                    </a:cubicBezTo>
                    <a:lnTo>
                      <a:pt x="1053" y="277"/>
                    </a:lnTo>
                    <a:cubicBezTo>
                      <a:pt x="1053" y="123"/>
                      <a:pt x="931"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26"/>
              <p:cNvSpPr/>
              <p:nvPr/>
            </p:nvSpPr>
            <p:spPr>
              <a:xfrm>
                <a:off x="4782443" y="4157166"/>
                <a:ext cx="366535" cy="63683"/>
              </a:xfrm>
              <a:custGeom>
                <a:rect b="b" l="l" r="r" t="t"/>
                <a:pathLst>
                  <a:path extrusionOk="0" h="2451" w="14107">
                    <a:moveTo>
                      <a:pt x="1" y="0"/>
                    </a:moveTo>
                    <a:lnTo>
                      <a:pt x="1" y="389"/>
                    </a:lnTo>
                    <a:cubicBezTo>
                      <a:pt x="461" y="389"/>
                      <a:pt x="837" y="766"/>
                      <a:pt x="837" y="1225"/>
                    </a:cubicBezTo>
                    <a:cubicBezTo>
                      <a:pt x="837" y="1688"/>
                      <a:pt x="461" y="2061"/>
                      <a:pt x="1" y="2061"/>
                    </a:cubicBezTo>
                    <a:lnTo>
                      <a:pt x="1" y="2451"/>
                    </a:lnTo>
                    <a:lnTo>
                      <a:pt x="14107" y="2451"/>
                    </a:lnTo>
                    <a:lnTo>
                      <a:pt x="141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26"/>
              <p:cNvSpPr/>
              <p:nvPr/>
            </p:nvSpPr>
            <p:spPr>
              <a:xfrm>
                <a:off x="5093427" y="4138355"/>
                <a:ext cx="80468" cy="101384"/>
              </a:xfrm>
              <a:custGeom>
                <a:rect b="b" l="l" r="r" t="t"/>
                <a:pathLst>
                  <a:path extrusionOk="0" h="3902" w="3097">
                    <a:moveTo>
                      <a:pt x="293" y="0"/>
                    </a:moveTo>
                    <a:lnTo>
                      <a:pt x="34" y="557"/>
                    </a:lnTo>
                    <a:lnTo>
                      <a:pt x="293" y="1113"/>
                    </a:lnTo>
                    <a:lnTo>
                      <a:pt x="1129" y="1113"/>
                    </a:lnTo>
                    <a:cubicBezTo>
                      <a:pt x="1586" y="1113"/>
                      <a:pt x="1957" y="1482"/>
                      <a:pt x="1965" y="1936"/>
                    </a:cubicBezTo>
                    <a:cubicBezTo>
                      <a:pt x="1973" y="2404"/>
                      <a:pt x="1578" y="2785"/>
                      <a:pt x="1111" y="2785"/>
                    </a:cubicBezTo>
                    <a:lnTo>
                      <a:pt x="293" y="2785"/>
                    </a:lnTo>
                    <a:lnTo>
                      <a:pt x="0" y="3345"/>
                    </a:lnTo>
                    <a:lnTo>
                      <a:pt x="293" y="3901"/>
                    </a:lnTo>
                    <a:lnTo>
                      <a:pt x="1129" y="3901"/>
                    </a:lnTo>
                    <a:cubicBezTo>
                      <a:pt x="2216" y="3901"/>
                      <a:pt x="3096" y="3010"/>
                      <a:pt x="3081" y="1921"/>
                    </a:cubicBezTo>
                    <a:cubicBezTo>
                      <a:pt x="3062" y="849"/>
                      <a:pt x="2169" y="0"/>
                      <a:pt x="11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26"/>
              <p:cNvSpPr/>
              <p:nvPr/>
            </p:nvSpPr>
            <p:spPr>
              <a:xfrm>
                <a:off x="5101845" y="4138355"/>
                <a:ext cx="72049" cy="101384"/>
              </a:xfrm>
              <a:custGeom>
                <a:rect b="b" l="l" r="r" t="t"/>
                <a:pathLst>
                  <a:path extrusionOk="0" h="3902" w="2773">
                    <a:moveTo>
                      <a:pt x="0" y="0"/>
                    </a:moveTo>
                    <a:cubicBezTo>
                      <a:pt x="1072" y="0"/>
                      <a:pt x="1965" y="849"/>
                      <a:pt x="1981" y="1921"/>
                    </a:cubicBezTo>
                    <a:cubicBezTo>
                      <a:pt x="1999" y="3010"/>
                      <a:pt x="1116" y="3901"/>
                      <a:pt x="32" y="3901"/>
                    </a:cubicBezTo>
                    <a:lnTo>
                      <a:pt x="805" y="3901"/>
                    </a:lnTo>
                    <a:cubicBezTo>
                      <a:pt x="1892" y="3901"/>
                      <a:pt x="2772" y="3010"/>
                      <a:pt x="2757" y="1921"/>
                    </a:cubicBezTo>
                    <a:cubicBezTo>
                      <a:pt x="2738" y="849"/>
                      <a:pt x="1845" y="0"/>
                      <a:pt x="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26"/>
              <p:cNvSpPr/>
              <p:nvPr/>
            </p:nvSpPr>
            <p:spPr>
              <a:xfrm>
                <a:off x="5065522" y="4138355"/>
                <a:ext cx="13121" cy="28945"/>
              </a:xfrm>
              <a:custGeom>
                <a:rect b="b" l="l" r="r" t="t"/>
                <a:pathLst>
                  <a:path extrusionOk="0" h="1114" w="505">
                    <a:moveTo>
                      <a:pt x="1" y="0"/>
                    </a:moveTo>
                    <a:lnTo>
                      <a:pt x="1" y="1113"/>
                    </a:lnTo>
                    <a:lnTo>
                      <a:pt x="505" y="1113"/>
                    </a:lnTo>
                    <a:lnTo>
                      <a:pt x="5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26"/>
              <p:cNvSpPr/>
              <p:nvPr/>
            </p:nvSpPr>
            <p:spPr>
              <a:xfrm>
                <a:off x="5065522" y="4210716"/>
                <a:ext cx="13121" cy="29022"/>
              </a:xfrm>
              <a:custGeom>
                <a:rect b="b" l="l" r="r" t="t"/>
                <a:pathLst>
                  <a:path extrusionOk="0" h="1117" w="505">
                    <a:moveTo>
                      <a:pt x="1" y="0"/>
                    </a:moveTo>
                    <a:lnTo>
                      <a:pt x="1" y="1116"/>
                    </a:lnTo>
                    <a:lnTo>
                      <a:pt x="505" y="1116"/>
                    </a:lnTo>
                    <a:lnTo>
                      <a:pt x="5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26"/>
              <p:cNvSpPr/>
              <p:nvPr/>
            </p:nvSpPr>
            <p:spPr>
              <a:xfrm>
                <a:off x="4868652" y="3848702"/>
                <a:ext cx="204300" cy="202793"/>
              </a:xfrm>
              <a:custGeom>
                <a:rect b="b" l="l" r="r" t="t"/>
                <a:pathLst>
                  <a:path extrusionOk="0" h="7805" w="7863">
                    <a:moveTo>
                      <a:pt x="5163" y="0"/>
                    </a:moveTo>
                    <a:cubicBezTo>
                      <a:pt x="5038" y="0"/>
                      <a:pt x="4915" y="8"/>
                      <a:pt x="4795" y="24"/>
                    </a:cubicBezTo>
                    <a:cubicBezTo>
                      <a:pt x="4712" y="37"/>
                      <a:pt x="4628" y="47"/>
                      <a:pt x="4542" y="55"/>
                    </a:cubicBezTo>
                    <a:lnTo>
                      <a:pt x="1584" y="264"/>
                    </a:lnTo>
                    <a:cubicBezTo>
                      <a:pt x="649" y="732"/>
                      <a:pt x="1" y="1759"/>
                      <a:pt x="27" y="2929"/>
                    </a:cubicBezTo>
                    <a:cubicBezTo>
                      <a:pt x="37" y="3457"/>
                      <a:pt x="184" y="3948"/>
                      <a:pt x="429" y="4369"/>
                    </a:cubicBezTo>
                    <a:cubicBezTo>
                      <a:pt x="651" y="4753"/>
                      <a:pt x="769" y="5202"/>
                      <a:pt x="759" y="5654"/>
                    </a:cubicBezTo>
                    <a:cubicBezTo>
                      <a:pt x="759" y="5678"/>
                      <a:pt x="759" y="5701"/>
                      <a:pt x="759" y="5722"/>
                    </a:cubicBezTo>
                    <a:cubicBezTo>
                      <a:pt x="759" y="6871"/>
                      <a:pt x="1467" y="7804"/>
                      <a:pt x="2342" y="7804"/>
                    </a:cubicBezTo>
                    <a:cubicBezTo>
                      <a:pt x="2614" y="7804"/>
                      <a:pt x="2867" y="7715"/>
                      <a:pt x="3092" y="7556"/>
                    </a:cubicBezTo>
                    <a:cubicBezTo>
                      <a:pt x="3340" y="7381"/>
                      <a:pt x="3630" y="7284"/>
                      <a:pt x="3928" y="7284"/>
                    </a:cubicBezTo>
                    <a:cubicBezTo>
                      <a:pt x="4226" y="7284"/>
                      <a:pt x="4516" y="7381"/>
                      <a:pt x="4764" y="7556"/>
                    </a:cubicBezTo>
                    <a:cubicBezTo>
                      <a:pt x="4988" y="7715"/>
                      <a:pt x="5242" y="7804"/>
                      <a:pt x="5514" y="7804"/>
                    </a:cubicBezTo>
                    <a:cubicBezTo>
                      <a:pt x="6389" y="7804"/>
                      <a:pt x="7097" y="6871"/>
                      <a:pt x="7097" y="5722"/>
                    </a:cubicBezTo>
                    <a:cubicBezTo>
                      <a:pt x="7097" y="5701"/>
                      <a:pt x="7097" y="5678"/>
                      <a:pt x="7097" y="5654"/>
                    </a:cubicBezTo>
                    <a:cubicBezTo>
                      <a:pt x="7086" y="5202"/>
                      <a:pt x="7204" y="4753"/>
                      <a:pt x="7426" y="4369"/>
                    </a:cubicBezTo>
                    <a:cubicBezTo>
                      <a:pt x="7672" y="3948"/>
                      <a:pt x="7818" y="3457"/>
                      <a:pt x="7828" y="2929"/>
                    </a:cubicBezTo>
                    <a:cubicBezTo>
                      <a:pt x="7862" y="1338"/>
                      <a:pt x="6655" y="11"/>
                      <a:pt x="5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26"/>
              <p:cNvSpPr/>
              <p:nvPr/>
            </p:nvSpPr>
            <p:spPr>
              <a:xfrm>
                <a:off x="4992199" y="3848702"/>
                <a:ext cx="80754" cy="202793"/>
              </a:xfrm>
              <a:custGeom>
                <a:rect b="b" l="l" r="r" t="t"/>
                <a:pathLst>
                  <a:path extrusionOk="0" h="7805" w="3108">
                    <a:moveTo>
                      <a:pt x="408" y="0"/>
                    </a:moveTo>
                    <a:cubicBezTo>
                      <a:pt x="283" y="0"/>
                      <a:pt x="160" y="8"/>
                      <a:pt x="40" y="24"/>
                    </a:cubicBezTo>
                    <a:lnTo>
                      <a:pt x="1" y="29"/>
                    </a:lnTo>
                    <a:cubicBezTo>
                      <a:pt x="1318" y="233"/>
                      <a:pt x="2331" y="1469"/>
                      <a:pt x="2300" y="2929"/>
                    </a:cubicBezTo>
                    <a:cubicBezTo>
                      <a:pt x="2290" y="3457"/>
                      <a:pt x="2143" y="3948"/>
                      <a:pt x="1898" y="4369"/>
                    </a:cubicBezTo>
                    <a:cubicBezTo>
                      <a:pt x="1673" y="4755"/>
                      <a:pt x="1558" y="5202"/>
                      <a:pt x="1569" y="5654"/>
                    </a:cubicBezTo>
                    <a:cubicBezTo>
                      <a:pt x="1569" y="5678"/>
                      <a:pt x="1569" y="5701"/>
                      <a:pt x="1569" y="5722"/>
                    </a:cubicBezTo>
                    <a:cubicBezTo>
                      <a:pt x="1569" y="6696"/>
                      <a:pt x="1059" y="7514"/>
                      <a:pt x="369" y="7742"/>
                    </a:cubicBezTo>
                    <a:cubicBezTo>
                      <a:pt x="495" y="7781"/>
                      <a:pt x="625" y="7804"/>
                      <a:pt x="759" y="7804"/>
                    </a:cubicBezTo>
                    <a:cubicBezTo>
                      <a:pt x="1634" y="7804"/>
                      <a:pt x="2342" y="6871"/>
                      <a:pt x="2342" y="5722"/>
                    </a:cubicBezTo>
                    <a:cubicBezTo>
                      <a:pt x="2342" y="5701"/>
                      <a:pt x="2342" y="5678"/>
                      <a:pt x="2342" y="5654"/>
                    </a:cubicBezTo>
                    <a:cubicBezTo>
                      <a:pt x="2331" y="5202"/>
                      <a:pt x="2449" y="4755"/>
                      <a:pt x="2671" y="4369"/>
                    </a:cubicBezTo>
                    <a:cubicBezTo>
                      <a:pt x="2917" y="3948"/>
                      <a:pt x="3063" y="3457"/>
                      <a:pt x="3073" y="2929"/>
                    </a:cubicBezTo>
                    <a:cubicBezTo>
                      <a:pt x="3107" y="1338"/>
                      <a:pt x="1900" y="11"/>
                      <a:pt x="4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26"/>
              <p:cNvSpPr/>
              <p:nvPr/>
            </p:nvSpPr>
            <p:spPr>
              <a:xfrm>
                <a:off x="4883203" y="3810586"/>
                <a:ext cx="77818" cy="52615"/>
              </a:xfrm>
              <a:custGeom>
                <a:rect b="b" l="l" r="r" t="t"/>
                <a:pathLst>
                  <a:path extrusionOk="0" h="2025" w="2995">
                    <a:moveTo>
                      <a:pt x="808" y="0"/>
                    </a:moveTo>
                    <a:cubicBezTo>
                      <a:pt x="601" y="0"/>
                      <a:pt x="399" y="33"/>
                      <a:pt x="212" y="96"/>
                    </a:cubicBezTo>
                    <a:cubicBezTo>
                      <a:pt x="78" y="140"/>
                      <a:pt x="0" y="279"/>
                      <a:pt x="29" y="417"/>
                    </a:cubicBezTo>
                    <a:cubicBezTo>
                      <a:pt x="141" y="937"/>
                      <a:pt x="496" y="1431"/>
                      <a:pt x="1037" y="1739"/>
                    </a:cubicBezTo>
                    <a:cubicBezTo>
                      <a:pt x="1377" y="1932"/>
                      <a:pt x="1742" y="2024"/>
                      <a:pt x="2092" y="2024"/>
                    </a:cubicBezTo>
                    <a:cubicBezTo>
                      <a:pt x="2348" y="2024"/>
                      <a:pt x="2595" y="1975"/>
                      <a:pt x="2816" y="1880"/>
                    </a:cubicBezTo>
                    <a:lnTo>
                      <a:pt x="2994" y="1885"/>
                    </a:lnTo>
                    <a:lnTo>
                      <a:pt x="2994" y="1530"/>
                    </a:lnTo>
                    <a:lnTo>
                      <a:pt x="2850" y="1530"/>
                    </a:lnTo>
                    <a:cubicBezTo>
                      <a:pt x="2722" y="1039"/>
                      <a:pt x="2378" y="579"/>
                      <a:pt x="1863" y="286"/>
                    </a:cubicBezTo>
                    <a:cubicBezTo>
                      <a:pt x="1523" y="93"/>
                      <a:pt x="1158" y="0"/>
                      <a:pt x="808" y="0"/>
                    </a:cubicBezTo>
                    <a:close/>
                  </a:path>
                </a:pathLst>
              </a:custGeom>
              <a:solidFill>
                <a:srgbClr val="68D9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26"/>
              <p:cNvSpPr/>
              <p:nvPr/>
            </p:nvSpPr>
            <p:spPr>
              <a:xfrm>
                <a:off x="4883203" y="3810586"/>
                <a:ext cx="77818" cy="52615"/>
              </a:xfrm>
              <a:custGeom>
                <a:rect b="b" l="l" r="r" t="t"/>
                <a:pathLst>
                  <a:path extrusionOk="0" h="2025" w="2995">
                    <a:moveTo>
                      <a:pt x="808" y="0"/>
                    </a:moveTo>
                    <a:cubicBezTo>
                      <a:pt x="601" y="0"/>
                      <a:pt x="399" y="33"/>
                      <a:pt x="212" y="96"/>
                    </a:cubicBezTo>
                    <a:cubicBezTo>
                      <a:pt x="78" y="140"/>
                      <a:pt x="0" y="279"/>
                      <a:pt x="29" y="417"/>
                    </a:cubicBezTo>
                    <a:cubicBezTo>
                      <a:pt x="141" y="937"/>
                      <a:pt x="496" y="1431"/>
                      <a:pt x="1037" y="1739"/>
                    </a:cubicBezTo>
                    <a:cubicBezTo>
                      <a:pt x="1377" y="1932"/>
                      <a:pt x="1742" y="2024"/>
                      <a:pt x="2092" y="2024"/>
                    </a:cubicBezTo>
                    <a:cubicBezTo>
                      <a:pt x="2348" y="2024"/>
                      <a:pt x="2595" y="1975"/>
                      <a:pt x="2816" y="1880"/>
                    </a:cubicBezTo>
                    <a:lnTo>
                      <a:pt x="2994" y="1885"/>
                    </a:lnTo>
                    <a:lnTo>
                      <a:pt x="2994" y="1530"/>
                    </a:lnTo>
                    <a:lnTo>
                      <a:pt x="2850" y="1530"/>
                    </a:lnTo>
                    <a:cubicBezTo>
                      <a:pt x="2722" y="1039"/>
                      <a:pt x="2378" y="579"/>
                      <a:pt x="1863" y="286"/>
                    </a:cubicBezTo>
                    <a:cubicBezTo>
                      <a:pt x="1523" y="93"/>
                      <a:pt x="1158" y="0"/>
                      <a:pt x="8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26"/>
              <p:cNvSpPr/>
              <p:nvPr/>
            </p:nvSpPr>
            <p:spPr>
              <a:xfrm>
                <a:off x="4894323" y="3810586"/>
                <a:ext cx="66697" cy="52641"/>
              </a:xfrm>
              <a:custGeom>
                <a:rect b="b" l="l" r="r" t="t"/>
                <a:pathLst>
                  <a:path extrusionOk="0" h="2026" w="2567">
                    <a:moveTo>
                      <a:pt x="382" y="1"/>
                    </a:moveTo>
                    <a:cubicBezTo>
                      <a:pt x="252" y="1"/>
                      <a:pt x="124" y="13"/>
                      <a:pt x="0" y="38"/>
                    </a:cubicBezTo>
                    <a:cubicBezTo>
                      <a:pt x="225" y="83"/>
                      <a:pt x="450" y="164"/>
                      <a:pt x="667" y="286"/>
                    </a:cubicBezTo>
                    <a:cubicBezTo>
                      <a:pt x="1147" y="561"/>
                      <a:pt x="1482" y="984"/>
                      <a:pt x="1628" y="1441"/>
                    </a:cubicBezTo>
                    <a:cubicBezTo>
                      <a:pt x="1646" y="1496"/>
                      <a:pt x="1652" y="1554"/>
                      <a:pt x="1646" y="1611"/>
                    </a:cubicBezTo>
                    <a:cubicBezTo>
                      <a:pt x="1628" y="1786"/>
                      <a:pt x="1503" y="1935"/>
                      <a:pt x="1330" y="1974"/>
                    </a:cubicBezTo>
                    <a:cubicBezTo>
                      <a:pt x="1312" y="1979"/>
                      <a:pt x="1294" y="1982"/>
                      <a:pt x="1273" y="1987"/>
                    </a:cubicBezTo>
                    <a:cubicBezTo>
                      <a:pt x="1404" y="2013"/>
                      <a:pt x="1535" y="2025"/>
                      <a:pt x="1663" y="2025"/>
                    </a:cubicBezTo>
                    <a:cubicBezTo>
                      <a:pt x="1919" y="2025"/>
                      <a:pt x="2166" y="1976"/>
                      <a:pt x="2388" y="1880"/>
                    </a:cubicBezTo>
                    <a:lnTo>
                      <a:pt x="2566" y="1885"/>
                    </a:lnTo>
                    <a:lnTo>
                      <a:pt x="2566" y="1530"/>
                    </a:lnTo>
                    <a:lnTo>
                      <a:pt x="2422" y="1530"/>
                    </a:lnTo>
                    <a:cubicBezTo>
                      <a:pt x="2294" y="1039"/>
                      <a:pt x="1950" y="579"/>
                      <a:pt x="1435" y="286"/>
                    </a:cubicBezTo>
                    <a:cubicBezTo>
                      <a:pt x="1096" y="92"/>
                      <a:pt x="731"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26"/>
              <p:cNvSpPr/>
              <p:nvPr/>
            </p:nvSpPr>
            <p:spPr>
              <a:xfrm>
                <a:off x="4953979" y="3805285"/>
                <a:ext cx="41390" cy="85041"/>
              </a:xfrm>
              <a:custGeom>
                <a:rect b="b" l="l" r="r" t="t"/>
                <a:pathLst>
                  <a:path extrusionOk="0" h="3273" w="1593">
                    <a:moveTo>
                      <a:pt x="979" y="0"/>
                    </a:moveTo>
                    <a:cubicBezTo>
                      <a:pt x="753" y="0"/>
                      <a:pt x="536" y="139"/>
                      <a:pt x="453" y="370"/>
                    </a:cubicBezTo>
                    <a:cubicBezTo>
                      <a:pt x="244" y="961"/>
                      <a:pt x="1" y="1917"/>
                      <a:pt x="79" y="3273"/>
                    </a:cubicBezTo>
                    <a:lnTo>
                      <a:pt x="1198" y="3273"/>
                    </a:lnTo>
                    <a:cubicBezTo>
                      <a:pt x="1117" y="2055"/>
                      <a:pt x="1336" y="1219"/>
                      <a:pt x="1503" y="741"/>
                    </a:cubicBezTo>
                    <a:cubicBezTo>
                      <a:pt x="1592" y="490"/>
                      <a:pt x="1490" y="211"/>
                      <a:pt x="1260" y="78"/>
                    </a:cubicBezTo>
                    <a:cubicBezTo>
                      <a:pt x="1171" y="25"/>
                      <a:pt x="1074" y="0"/>
                      <a:pt x="9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26"/>
              <p:cNvSpPr/>
              <p:nvPr/>
            </p:nvSpPr>
            <p:spPr>
              <a:xfrm>
                <a:off x="4962891" y="3805259"/>
                <a:ext cx="32478" cy="85067"/>
              </a:xfrm>
              <a:custGeom>
                <a:rect b="b" l="l" r="r" t="t"/>
                <a:pathLst>
                  <a:path extrusionOk="0" h="3274" w="1250">
                    <a:moveTo>
                      <a:pt x="635" y="0"/>
                    </a:moveTo>
                    <a:cubicBezTo>
                      <a:pt x="491" y="0"/>
                      <a:pt x="352" y="57"/>
                      <a:pt x="248" y="157"/>
                    </a:cubicBezTo>
                    <a:cubicBezTo>
                      <a:pt x="403" y="306"/>
                      <a:pt x="463" y="533"/>
                      <a:pt x="387" y="742"/>
                    </a:cubicBezTo>
                    <a:cubicBezTo>
                      <a:pt x="217" y="1220"/>
                      <a:pt x="0" y="2056"/>
                      <a:pt x="81" y="3274"/>
                    </a:cubicBezTo>
                    <a:lnTo>
                      <a:pt x="855" y="3274"/>
                    </a:lnTo>
                    <a:cubicBezTo>
                      <a:pt x="774" y="2056"/>
                      <a:pt x="993" y="1220"/>
                      <a:pt x="1160" y="742"/>
                    </a:cubicBezTo>
                    <a:cubicBezTo>
                      <a:pt x="1249" y="491"/>
                      <a:pt x="1147" y="212"/>
                      <a:pt x="917" y="79"/>
                    </a:cubicBezTo>
                    <a:cubicBezTo>
                      <a:pt x="827" y="25"/>
                      <a:pt x="730" y="0"/>
                      <a:pt x="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26"/>
              <p:cNvSpPr/>
              <p:nvPr/>
            </p:nvSpPr>
            <p:spPr>
              <a:xfrm>
                <a:off x="4934440" y="3877803"/>
                <a:ext cx="72725" cy="20942"/>
              </a:xfrm>
              <a:custGeom>
                <a:rect b="b" l="l" r="r" t="t"/>
                <a:pathLst>
                  <a:path extrusionOk="0" h="806" w="2799">
                    <a:moveTo>
                      <a:pt x="2509" y="1"/>
                    </a:moveTo>
                    <a:cubicBezTo>
                      <a:pt x="2466" y="1"/>
                      <a:pt x="2423" y="12"/>
                      <a:pt x="2383" y="35"/>
                    </a:cubicBezTo>
                    <a:cubicBezTo>
                      <a:pt x="2085" y="208"/>
                      <a:pt x="1741" y="299"/>
                      <a:pt x="1393" y="299"/>
                    </a:cubicBezTo>
                    <a:cubicBezTo>
                      <a:pt x="1048" y="299"/>
                      <a:pt x="711" y="210"/>
                      <a:pt x="413" y="40"/>
                    </a:cubicBezTo>
                    <a:cubicBezTo>
                      <a:pt x="374" y="18"/>
                      <a:pt x="332" y="8"/>
                      <a:pt x="290" y="8"/>
                    </a:cubicBezTo>
                    <a:cubicBezTo>
                      <a:pt x="202" y="8"/>
                      <a:pt x="117" y="53"/>
                      <a:pt x="71" y="134"/>
                    </a:cubicBezTo>
                    <a:cubicBezTo>
                      <a:pt x="1" y="257"/>
                      <a:pt x="42" y="411"/>
                      <a:pt x="163" y="479"/>
                    </a:cubicBezTo>
                    <a:cubicBezTo>
                      <a:pt x="536" y="693"/>
                      <a:pt x="962" y="806"/>
                      <a:pt x="1393" y="806"/>
                    </a:cubicBezTo>
                    <a:cubicBezTo>
                      <a:pt x="1832" y="806"/>
                      <a:pt x="2260" y="688"/>
                      <a:pt x="2637" y="471"/>
                    </a:cubicBezTo>
                    <a:cubicBezTo>
                      <a:pt x="2757" y="401"/>
                      <a:pt x="2799" y="247"/>
                      <a:pt x="2728" y="127"/>
                    </a:cubicBezTo>
                    <a:cubicBezTo>
                      <a:pt x="2681" y="46"/>
                      <a:pt x="2596" y="1"/>
                      <a:pt x="25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7" name="Google Shape;11667;p126"/>
          <p:cNvGrpSpPr/>
          <p:nvPr/>
        </p:nvGrpSpPr>
        <p:grpSpPr>
          <a:xfrm>
            <a:off x="5527335" y="3761817"/>
            <a:ext cx="434479" cy="434453"/>
            <a:chOff x="5527335" y="3761817"/>
            <a:chExt cx="434479" cy="434453"/>
          </a:xfrm>
        </p:grpSpPr>
        <p:sp>
          <p:nvSpPr>
            <p:cNvPr id="11668" name="Google Shape;11668;p126"/>
            <p:cNvSpPr/>
            <p:nvPr/>
          </p:nvSpPr>
          <p:spPr>
            <a:xfrm>
              <a:off x="5527335" y="3761817"/>
              <a:ext cx="434479" cy="434453"/>
            </a:xfrm>
            <a:custGeom>
              <a:rect b="b" l="l" r="r" t="t"/>
              <a:pathLst>
                <a:path extrusionOk="0" h="16721" w="16722">
                  <a:moveTo>
                    <a:pt x="8361" y="0"/>
                  </a:moveTo>
                  <a:cubicBezTo>
                    <a:pt x="3744" y="0"/>
                    <a:pt x="0" y="3744"/>
                    <a:pt x="0" y="8361"/>
                  </a:cubicBezTo>
                  <a:cubicBezTo>
                    <a:pt x="0" y="12977"/>
                    <a:pt x="3744" y="16721"/>
                    <a:pt x="8361" y="16721"/>
                  </a:cubicBezTo>
                  <a:cubicBezTo>
                    <a:pt x="12977" y="16721"/>
                    <a:pt x="16721" y="12977"/>
                    <a:pt x="16721" y="8361"/>
                  </a:cubicBezTo>
                  <a:cubicBezTo>
                    <a:pt x="16721" y="3744"/>
                    <a:pt x="12977" y="0"/>
                    <a:pt x="83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26"/>
            <p:cNvSpPr/>
            <p:nvPr/>
          </p:nvSpPr>
          <p:spPr>
            <a:xfrm>
              <a:off x="5556305" y="3790787"/>
              <a:ext cx="376512" cy="376512"/>
            </a:xfrm>
            <a:custGeom>
              <a:rect b="b" l="l" r="r" t="t"/>
              <a:pathLst>
                <a:path extrusionOk="0" h="14491" w="14491">
                  <a:moveTo>
                    <a:pt x="7246" y="1"/>
                  </a:moveTo>
                  <a:cubicBezTo>
                    <a:pt x="3243" y="1"/>
                    <a:pt x="1" y="3243"/>
                    <a:pt x="1" y="7246"/>
                  </a:cubicBezTo>
                  <a:cubicBezTo>
                    <a:pt x="1" y="11248"/>
                    <a:pt x="3243" y="14490"/>
                    <a:pt x="7246" y="14490"/>
                  </a:cubicBezTo>
                  <a:cubicBezTo>
                    <a:pt x="11248" y="14490"/>
                    <a:pt x="14491" y="11248"/>
                    <a:pt x="14491" y="7246"/>
                  </a:cubicBezTo>
                  <a:cubicBezTo>
                    <a:pt x="14491" y="3243"/>
                    <a:pt x="11248" y="1"/>
                    <a:pt x="7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26"/>
            <p:cNvSpPr/>
            <p:nvPr/>
          </p:nvSpPr>
          <p:spPr>
            <a:xfrm>
              <a:off x="5730102" y="3819706"/>
              <a:ext cx="28945" cy="43469"/>
            </a:xfrm>
            <a:custGeom>
              <a:rect b="b" l="l" r="r" t="t"/>
              <a:pathLst>
                <a:path extrusionOk="0" h="1673" w="1114">
                  <a:moveTo>
                    <a:pt x="262" y="1"/>
                  </a:moveTo>
                  <a:cubicBezTo>
                    <a:pt x="115" y="1"/>
                    <a:pt x="0" y="118"/>
                    <a:pt x="0" y="262"/>
                  </a:cubicBezTo>
                  <a:lnTo>
                    <a:pt x="0" y="1412"/>
                  </a:lnTo>
                  <a:cubicBezTo>
                    <a:pt x="0" y="1558"/>
                    <a:pt x="115" y="1673"/>
                    <a:pt x="262" y="1673"/>
                  </a:cubicBezTo>
                  <a:lnTo>
                    <a:pt x="852" y="1673"/>
                  </a:lnTo>
                  <a:cubicBezTo>
                    <a:pt x="998" y="1673"/>
                    <a:pt x="1113" y="1558"/>
                    <a:pt x="1113" y="1412"/>
                  </a:cubicBezTo>
                  <a:lnTo>
                    <a:pt x="1113" y="262"/>
                  </a:lnTo>
                  <a:cubicBezTo>
                    <a:pt x="1113" y="118"/>
                    <a:pt x="998" y="1"/>
                    <a:pt x="8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26"/>
            <p:cNvSpPr/>
            <p:nvPr/>
          </p:nvSpPr>
          <p:spPr>
            <a:xfrm>
              <a:off x="5730102" y="4094912"/>
              <a:ext cx="28945" cy="43469"/>
            </a:xfrm>
            <a:custGeom>
              <a:rect b="b" l="l" r="r" t="t"/>
              <a:pathLst>
                <a:path extrusionOk="0" h="1673" w="1114">
                  <a:moveTo>
                    <a:pt x="262" y="0"/>
                  </a:moveTo>
                  <a:cubicBezTo>
                    <a:pt x="115" y="0"/>
                    <a:pt x="0" y="118"/>
                    <a:pt x="0" y="262"/>
                  </a:cubicBezTo>
                  <a:lnTo>
                    <a:pt x="0" y="1411"/>
                  </a:lnTo>
                  <a:cubicBezTo>
                    <a:pt x="0" y="1555"/>
                    <a:pt x="115" y="1672"/>
                    <a:pt x="262" y="1672"/>
                  </a:cubicBezTo>
                  <a:lnTo>
                    <a:pt x="852" y="1672"/>
                  </a:lnTo>
                  <a:cubicBezTo>
                    <a:pt x="998" y="1672"/>
                    <a:pt x="1113" y="1555"/>
                    <a:pt x="1113" y="1411"/>
                  </a:cubicBezTo>
                  <a:lnTo>
                    <a:pt x="1113" y="262"/>
                  </a:lnTo>
                  <a:cubicBezTo>
                    <a:pt x="1113" y="118"/>
                    <a:pt x="998" y="0"/>
                    <a:pt x="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26"/>
            <p:cNvSpPr/>
            <p:nvPr/>
          </p:nvSpPr>
          <p:spPr>
            <a:xfrm>
              <a:off x="5860430" y="3964584"/>
              <a:ext cx="43469" cy="28945"/>
            </a:xfrm>
            <a:custGeom>
              <a:rect b="b" l="l" r="r" t="t"/>
              <a:pathLst>
                <a:path extrusionOk="0" h="1114" w="1673">
                  <a:moveTo>
                    <a:pt x="262" y="0"/>
                  </a:moveTo>
                  <a:cubicBezTo>
                    <a:pt x="116" y="0"/>
                    <a:pt x="1" y="118"/>
                    <a:pt x="1" y="261"/>
                  </a:cubicBezTo>
                  <a:lnTo>
                    <a:pt x="1" y="852"/>
                  </a:lnTo>
                  <a:cubicBezTo>
                    <a:pt x="1" y="998"/>
                    <a:pt x="116" y="1113"/>
                    <a:pt x="262" y="1113"/>
                  </a:cubicBezTo>
                  <a:lnTo>
                    <a:pt x="1411" y="1113"/>
                  </a:lnTo>
                  <a:cubicBezTo>
                    <a:pt x="1555" y="1113"/>
                    <a:pt x="1673" y="998"/>
                    <a:pt x="1673" y="852"/>
                  </a:cubicBezTo>
                  <a:lnTo>
                    <a:pt x="1673" y="261"/>
                  </a:lnTo>
                  <a:cubicBezTo>
                    <a:pt x="1673" y="118"/>
                    <a:pt x="1555" y="0"/>
                    <a:pt x="14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26"/>
            <p:cNvSpPr/>
            <p:nvPr/>
          </p:nvSpPr>
          <p:spPr>
            <a:xfrm>
              <a:off x="5585224" y="3964584"/>
              <a:ext cx="43495" cy="28945"/>
            </a:xfrm>
            <a:custGeom>
              <a:rect b="b" l="l" r="r" t="t"/>
              <a:pathLst>
                <a:path extrusionOk="0" h="1114" w="1674">
                  <a:moveTo>
                    <a:pt x="262" y="0"/>
                  </a:moveTo>
                  <a:cubicBezTo>
                    <a:pt x="119" y="0"/>
                    <a:pt x="1" y="118"/>
                    <a:pt x="1" y="261"/>
                  </a:cubicBezTo>
                  <a:lnTo>
                    <a:pt x="1" y="852"/>
                  </a:lnTo>
                  <a:cubicBezTo>
                    <a:pt x="1" y="998"/>
                    <a:pt x="119" y="1113"/>
                    <a:pt x="262" y="1113"/>
                  </a:cubicBezTo>
                  <a:lnTo>
                    <a:pt x="1412" y="1113"/>
                  </a:lnTo>
                  <a:cubicBezTo>
                    <a:pt x="1558" y="1113"/>
                    <a:pt x="1673" y="998"/>
                    <a:pt x="1673" y="852"/>
                  </a:cubicBezTo>
                  <a:lnTo>
                    <a:pt x="1673" y="261"/>
                  </a:lnTo>
                  <a:cubicBezTo>
                    <a:pt x="1673" y="118"/>
                    <a:pt x="1558" y="0"/>
                    <a:pt x="14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26"/>
            <p:cNvSpPr/>
            <p:nvPr/>
          </p:nvSpPr>
          <p:spPr>
            <a:xfrm>
              <a:off x="5730102" y="3892145"/>
              <a:ext cx="86911" cy="101384"/>
            </a:xfrm>
            <a:custGeom>
              <a:rect b="b" l="l" r="r" t="t"/>
              <a:pathLst>
                <a:path extrusionOk="0" h="3902" w="3345">
                  <a:moveTo>
                    <a:pt x="557" y="0"/>
                  </a:moveTo>
                  <a:cubicBezTo>
                    <a:pt x="249" y="0"/>
                    <a:pt x="0" y="251"/>
                    <a:pt x="0" y="557"/>
                  </a:cubicBezTo>
                  <a:lnTo>
                    <a:pt x="0" y="2723"/>
                  </a:lnTo>
                  <a:lnTo>
                    <a:pt x="1179" y="3901"/>
                  </a:lnTo>
                  <a:lnTo>
                    <a:pt x="2785" y="3901"/>
                  </a:lnTo>
                  <a:cubicBezTo>
                    <a:pt x="3094" y="3901"/>
                    <a:pt x="3345" y="3653"/>
                    <a:pt x="3345" y="3345"/>
                  </a:cubicBezTo>
                  <a:cubicBezTo>
                    <a:pt x="3345" y="3036"/>
                    <a:pt x="3094" y="2788"/>
                    <a:pt x="2785" y="2788"/>
                  </a:cubicBezTo>
                  <a:lnTo>
                    <a:pt x="1179" y="2788"/>
                  </a:lnTo>
                  <a:lnTo>
                    <a:pt x="1113" y="2723"/>
                  </a:lnTo>
                  <a:lnTo>
                    <a:pt x="1113" y="557"/>
                  </a:lnTo>
                  <a:cubicBezTo>
                    <a:pt x="1113" y="251"/>
                    <a:pt x="865" y="0"/>
                    <a:pt x="5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26"/>
            <p:cNvSpPr/>
            <p:nvPr/>
          </p:nvSpPr>
          <p:spPr>
            <a:xfrm>
              <a:off x="5657403" y="3834490"/>
              <a:ext cx="22293" cy="25697"/>
            </a:xfrm>
            <a:custGeom>
              <a:rect b="b" l="l" r="r" t="t"/>
              <a:pathLst>
                <a:path extrusionOk="0" h="989" w="858">
                  <a:moveTo>
                    <a:pt x="290" y="1"/>
                  </a:moveTo>
                  <a:cubicBezTo>
                    <a:pt x="247" y="1"/>
                    <a:pt x="203" y="12"/>
                    <a:pt x="162" y="35"/>
                  </a:cubicBezTo>
                  <a:cubicBezTo>
                    <a:pt x="42" y="106"/>
                    <a:pt x="0" y="260"/>
                    <a:pt x="71" y="380"/>
                  </a:cubicBezTo>
                  <a:lnTo>
                    <a:pt x="350" y="863"/>
                  </a:lnTo>
                  <a:cubicBezTo>
                    <a:pt x="397" y="944"/>
                    <a:pt x="481" y="989"/>
                    <a:pt x="567" y="989"/>
                  </a:cubicBezTo>
                  <a:cubicBezTo>
                    <a:pt x="612" y="989"/>
                    <a:pt x="653" y="978"/>
                    <a:pt x="695" y="955"/>
                  </a:cubicBezTo>
                  <a:cubicBezTo>
                    <a:pt x="815" y="884"/>
                    <a:pt x="857" y="730"/>
                    <a:pt x="787" y="610"/>
                  </a:cubicBezTo>
                  <a:lnTo>
                    <a:pt x="507" y="127"/>
                  </a:lnTo>
                  <a:cubicBezTo>
                    <a:pt x="462" y="46"/>
                    <a:pt x="377"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26"/>
            <p:cNvSpPr/>
            <p:nvPr/>
          </p:nvSpPr>
          <p:spPr>
            <a:xfrm>
              <a:off x="5599073" y="3892820"/>
              <a:ext cx="27593" cy="20396"/>
            </a:xfrm>
            <a:custGeom>
              <a:rect b="b" l="l" r="r" t="t"/>
              <a:pathLst>
                <a:path extrusionOk="0" h="785" w="1062">
                  <a:moveTo>
                    <a:pt x="290" y="0"/>
                  </a:moveTo>
                  <a:cubicBezTo>
                    <a:pt x="203" y="0"/>
                    <a:pt x="119" y="45"/>
                    <a:pt x="71" y="126"/>
                  </a:cubicBezTo>
                  <a:cubicBezTo>
                    <a:pt x="1" y="249"/>
                    <a:pt x="43" y="403"/>
                    <a:pt x="163" y="471"/>
                  </a:cubicBezTo>
                  <a:lnTo>
                    <a:pt x="646" y="750"/>
                  </a:lnTo>
                  <a:cubicBezTo>
                    <a:pt x="685" y="774"/>
                    <a:pt x="730" y="784"/>
                    <a:pt x="772" y="784"/>
                  </a:cubicBezTo>
                  <a:cubicBezTo>
                    <a:pt x="861" y="784"/>
                    <a:pt x="944" y="740"/>
                    <a:pt x="991" y="659"/>
                  </a:cubicBezTo>
                  <a:cubicBezTo>
                    <a:pt x="1062" y="536"/>
                    <a:pt x="1020" y="382"/>
                    <a:pt x="900" y="314"/>
                  </a:cubicBezTo>
                  <a:lnTo>
                    <a:pt x="416" y="34"/>
                  </a:lnTo>
                  <a:cubicBezTo>
                    <a:pt x="377" y="11"/>
                    <a:pt x="333" y="0"/>
                    <a:pt x="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26"/>
            <p:cNvSpPr/>
            <p:nvPr/>
          </p:nvSpPr>
          <p:spPr>
            <a:xfrm>
              <a:off x="5599073" y="4044870"/>
              <a:ext cx="27593" cy="20396"/>
            </a:xfrm>
            <a:custGeom>
              <a:rect b="b" l="l" r="r" t="t"/>
              <a:pathLst>
                <a:path extrusionOk="0" h="785" w="1062">
                  <a:moveTo>
                    <a:pt x="772" y="0"/>
                  </a:moveTo>
                  <a:cubicBezTo>
                    <a:pt x="729" y="0"/>
                    <a:pt x="686" y="11"/>
                    <a:pt x="646" y="35"/>
                  </a:cubicBezTo>
                  <a:lnTo>
                    <a:pt x="163" y="314"/>
                  </a:lnTo>
                  <a:cubicBezTo>
                    <a:pt x="43" y="382"/>
                    <a:pt x="1" y="536"/>
                    <a:pt x="71" y="659"/>
                  </a:cubicBezTo>
                  <a:cubicBezTo>
                    <a:pt x="119" y="740"/>
                    <a:pt x="202" y="785"/>
                    <a:pt x="291" y="785"/>
                  </a:cubicBezTo>
                  <a:cubicBezTo>
                    <a:pt x="333" y="785"/>
                    <a:pt x="377" y="774"/>
                    <a:pt x="416" y="751"/>
                  </a:cubicBezTo>
                  <a:lnTo>
                    <a:pt x="900" y="471"/>
                  </a:lnTo>
                  <a:cubicBezTo>
                    <a:pt x="1020" y="403"/>
                    <a:pt x="1062" y="249"/>
                    <a:pt x="991" y="126"/>
                  </a:cubicBezTo>
                  <a:cubicBezTo>
                    <a:pt x="944" y="46"/>
                    <a:pt x="859" y="0"/>
                    <a:pt x="7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26"/>
            <p:cNvSpPr/>
            <p:nvPr/>
          </p:nvSpPr>
          <p:spPr>
            <a:xfrm>
              <a:off x="5657403" y="4097874"/>
              <a:ext cx="22293" cy="25697"/>
            </a:xfrm>
            <a:custGeom>
              <a:rect b="b" l="l" r="r" t="t"/>
              <a:pathLst>
                <a:path extrusionOk="0" h="989" w="858">
                  <a:moveTo>
                    <a:pt x="567" y="1"/>
                  </a:moveTo>
                  <a:cubicBezTo>
                    <a:pt x="480" y="1"/>
                    <a:pt x="396" y="46"/>
                    <a:pt x="350" y="127"/>
                  </a:cubicBezTo>
                  <a:lnTo>
                    <a:pt x="71" y="610"/>
                  </a:lnTo>
                  <a:cubicBezTo>
                    <a:pt x="0" y="730"/>
                    <a:pt x="42" y="884"/>
                    <a:pt x="162" y="955"/>
                  </a:cubicBezTo>
                  <a:cubicBezTo>
                    <a:pt x="204" y="978"/>
                    <a:pt x="246" y="989"/>
                    <a:pt x="290" y="989"/>
                  </a:cubicBezTo>
                  <a:cubicBezTo>
                    <a:pt x="376" y="989"/>
                    <a:pt x="460" y="944"/>
                    <a:pt x="507" y="863"/>
                  </a:cubicBezTo>
                  <a:lnTo>
                    <a:pt x="787" y="380"/>
                  </a:lnTo>
                  <a:cubicBezTo>
                    <a:pt x="857" y="260"/>
                    <a:pt x="815" y="106"/>
                    <a:pt x="695" y="35"/>
                  </a:cubicBezTo>
                  <a:cubicBezTo>
                    <a:pt x="655" y="12"/>
                    <a:pt x="611"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26"/>
            <p:cNvSpPr/>
            <p:nvPr/>
          </p:nvSpPr>
          <p:spPr>
            <a:xfrm>
              <a:off x="5809453" y="4097874"/>
              <a:ext cx="22293" cy="25697"/>
            </a:xfrm>
            <a:custGeom>
              <a:rect b="b" l="l" r="r" t="t"/>
              <a:pathLst>
                <a:path extrusionOk="0" h="989" w="858">
                  <a:moveTo>
                    <a:pt x="290" y="1"/>
                  </a:moveTo>
                  <a:cubicBezTo>
                    <a:pt x="247" y="1"/>
                    <a:pt x="203" y="12"/>
                    <a:pt x="163" y="35"/>
                  </a:cubicBezTo>
                  <a:cubicBezTo>
                    <a:pt x="42" y="106"/>
                    <a:pt x="1" y="260"/>
                    <a:pt x="71" y="380"/>
                  </a:cubicBezTo>
                  <a:lnTo>
                    <a:pt x="351" y="863"/>
                  </a:lnTo>
                  <a:cubicBezTo>
                    <a:pt x="398" y="944"/>
                    <a:pt x="481" y="989"/>
                    <a:pt x="567" y="989"/>
                  </a:cubicBezTo>
                  <a:cubicBezTo>
                    <a:pt x="612" y="989"/>
                    <a:pt x="654" y="978"/>
                    <a:pt x="695" y="955"/>
                  </a:cubicBezTo>
                  <a:cubicBezTo>
                    <a:pt x="816" y="884"/>
                    <a:pt x="857" y="730"/>
                    <a:pt x="787" y="610"/>
                  </a:cubicBezTo>
                  <a:lnTo>
                    <a:pt x="507" y="127"/>
                  </a:lnTo>
                  <a:cubicBezTo>
                    <a:pt x="462" y="46"/>
                    <a:pt x="378"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26"/>
            <p:cNvSpPr/>
            <p:nvPr/>
          </p:nvSpPr>
          <p:spPr>
            <a:xfrm>
              <a:off x="5862483" y="4044870"/>
              <a:ext cx="27567" cy="20396"/>
            </a:xfrm>
            <a:custGeom>
              <a:rect b="b" l="l" r="r" t="t"/>
              <a:pathLst>
                <a:path extrusionOk="0" h="785" w="1061">
                  <a:moveTo>
                    <a:pt x="289" y="0"/>
                  </a:moveTo>
                  <a:cubicBezTo>
                    <a:pt x="202" y="0"/>
                    <a:pt x="118" y="46"/>
                    <a:pt x="71" y="126"/>
                  </a:cubicBezTo>
                  <a:cubicBezTo>
                    <a:pt x="0" y="249"/>
                    <a:pt x="42" y="403"/>
                    <a:pt x="162" y="471"/>
                  </a:cubicBezTo>
                  <a:lnTo>
                    <a:pt x="645" y="751"/>
                  </a:lnTo>
                  <a:cubicBezTo>
                    <a:pt x="685" y="774"/>
                    <a:pt x="729" y="785"/>
                    <a:pt x="771" y="785"/>
                  </a:cubicBezTo>
                  <a:cubicBezTo>
                    <a:pt x="860" y="785"/>
                    <a:pt x="943" y="740"/>
                    <a:pt x="990" y="659"/>
                  </a:cubicBezTo>
                  <a:cubicBezTo>
                    <a:pt x="1061" y="539"/>
                    <a:pt x="1019" y="382"/>
                    <a:pt x="899" y="314"/>
                  </a:cubicBezTo>
                  <a:lnTo>
                    <a:pt x="415" y="35"/>
                  </a:lnTo>
                  <a:cubicBezTo>
                    <a:pt x="376" y="11"/>
                    <a:pt x="332" y="0"/>
                    <a:pt x="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26"/>
            <p:cNvSpPr/>
            <p:nvPr/>
          </p:nvSpPr>
          <p:spPr>
            <a:xfrm>
              <a:off x="5862483" y="3892820"/>
              <a:ext cx="27567" cy="20396"/>
            </a:xfrm>
            <a:custGeom>
              <a:rect b="b" l="l" r="r" t="t"/>
              <a:pathLst>
                <a:path extrusionOk="0" h="785" w="1061">
                  <a:moveTo>
                    <a:pt x="771" y="0"/>
                  </a:moveTo>
                  <a:cubicBezTo>
                    <a:pt x="728" y="0"/>
                    <a:pt x="685" y="11"/>
                    <a:pt x="645" y="34"/>
                  </a:cubicBezTo>
                  <a:lnTo>
                    <a:pt x="162" y="314"/>
                  </a:lnTo>
                  <a:cubicBezTo>
                    <a:pt x="42" y="382"/>
                    <a:pt x="0" y="536"/>
                    <a:pt x="71" y="659"/>
                  </a:cubicBezTo>
                  <a:cubicBezTo>
                    <a:pt x="118" y="740"/>
                    <a:pt x="201" y="784"/>
                    <a:pt x="290" y="784"/>
                  </a:cubicBezTo>
                  <a:cubicBezTo>
                    <a:pt x="332" y="784"/>
                    <a:pt x="376" y="774"/>
                    <a:pt x="415" y="750"/>
                  </a:cubicBezTo>
                  <a:lnTo>
                    <a:pt x="899" y="471"/>
                  </a:lnTo>
                  <a:cubicBezTo>
                    <a:pt x="1019" y="403"/>
                    <a:pt x="1061" y="249"/>
                    <a:pt x="990" y="126"/>
                  </a:cubicBezTo>
                  <a:cubicBezTo>
                    <a:pt x="943" y="45"/>
                    <a:pt x="858" y="0"/>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26"/>
            <p:cNvSpPr/>
            <p:nvPr/>
          </p:nvSpPr>
          <p:spPr>
            <a:xfrm>
              <a:off x="5809453" y="3834490"/>
              <a:ext cx="22293" cy="25697"/>
            </a:xfrm>
            <a:custGeom>
              <a:rect b="b" l="l" r="r" t="t"/>
              <a:pathLst>
                <a:path extrusionOk="0" h="989" w="858">
                  <a:moveTo>
                    <a:pt x="568" y="1"/>
                  </a:moveTo>
                  <a:cubicBezTo>
                    <a:pt x="480" y="1"/>
                    <a:pt x="396" y="46"/>
                    <a:pt x="351" y="127"/>
                  </a:cubicBezTo>
                  <a:lnTo>
                    <a:pt x="71" y="610"/>
                  </a:lnTo>
                  <a:cubicBezTo>
                    <a:pt x="1" y="730"/>
                    <a:pt x="42" y="884"/>
                    <a:pt x="163" y="955"/>
                  </a:cubicBezTo>
                  <a:cubicBezTo>
                    <a:pt x="204" y="978"/>
                    <a:pt x="246" y="989"/>
                    <a:pt x="291" y="989"/>
                  </a:cubicBezTo>
                  <a:cubicBezTo>
                    <a:pt x="377" y="989"/>
                    <a:pt x="460" y="944"/>
                    <a:pt x="507" y="863"/>
                  </a:cubicBezTo>
                  <a:lnTo>
                    <a:pt x="787" y="380"/>
                  </a:lnTo>
                  <a:cubicBezTo>
                    <a:pt x="857" y="260"/>
                    <a:pt x="816" y="106"/>
                    <a:pt x="695" y="35"/>
                  </a:cubicBezTo>
                  <a:cubicBezTo>
                    <a:pt x="655" y="12"/>
                    <a:pt x="611" y="1"/>
                    <a:pt x="5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26"/>
            <p:cNvSpPr/>
            <p:nvPr/>
          </p:nvSpPr>
          <p:spPr>
            <a:xfrm>
              <a:off x="5734519" y="3761817"/>
              <a:ext cx="227295" cy="434453"/>
            </a:xfrm>
            <a:custGeom>
              <a:rect b="b" l="l" r="r" t="t"/>
              <a:pathLst>
                <a:path extrusionOk="0" h="16721" w="8748">
                  <a:moveTo>
                    <a:pt x="387" y="0"/>
                  </a:moveTo>
                  <a:cubicBezTo>
                    <a:pt x="256" y="0"/>
                    <a:pt x="128" y="3"/>
                    <a:pt x="0" y="11"/>
                  </a:cubicBezTo>
                  <a:cubicBezTo>
                    <a:pt x="4436" y="212"/>
                    <a:pt x="7974" y="3872"/>
                    <a:pt x="7974" y="8361"/>
                  </a:cubicBezTo>
                  <a:cubicBezTo>
                    <a:pt x="7974" y="12849"/>
                    <a:pt x="4436" y="16509"/>
                    <a:pt x="0" y="16710"/>
                  </a:cubicBezTo>
                  <a:cubicBezTo>
                    <a:pt x="128" y="16718"/>
                    <a:pt x="256" y="16721"/>
                    <a:pt x="387" y="16721"/>
                  </a:cubicBezTo>
                  <a:cubicBezTo>
                    <a:pt x="5003" y="16721"/>
                    <a:pt x="8747" y="12977"/>
                    <a:pt x="8747" y="8361"/>
                  </a:cubicBezTo>
                  <a:cubicBezTo>
                    <a:pt x="8747" y="3744"/>
                    <a:pt x="5003" y="0"/>
                    <a:pt x="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26"/>
            <p:cNvSpPr/>
            <p:nvPr/>
          </p:nvSpPr>
          <p:spPr>
            <a:xfrm>
              <a:off x="5734519" y="3790787"/>
              <a:ext cx="198298" cy="376512"/>
            </a:xfrm>
            <a:custGeom>
              <a:rect b="b" l="l" r="r" t="t"/>
              <a:pathLst>
                <a:path extrusionOk="0" h="14491" w="7632">
                  <a:moveTo>
                    <a:pt x="387" y="1"/>
                  </a:moveTo>
                  <a:cubicBezTo>
                    <a:pt x="256" y="1"/>
                    <a:pt x="128" y="3"/>
                    <a:pt x="0" y="11"/>
                  </a:cubicBezTo>
                  <a:cubicBezTo>
                    <a:pt x="3822" y="212"/>
                    <a:pt x="6858" y="3374"/>
                    <a:pt x="6858" y="7246"/>
                  </a:cubicBezTo>
                  <a:cubicBezTo>
                    <a:pt x="6858" y="11117"/>
                    <a:pt x="3822" y="14279"/>
                    <a:pt x="0" y="14480"/>
                  </a:cubicBezTo>
                  <a:cubicBezTo>
                    <a:pt x="128" y="14488"/>
                    <a:pt x="256" y="14490"/>
                    <a:pt x="387" y="14490"/>
                  </a:cubicBezTo>
                  <a:cubicBezTo>
                    <a:pt x="4389" y="14490"/>
                    <a:pt x="7632" y="11248"/>
                    <a:pt x="7632" y="7246"/>
                  </a:cubicBezTo>
                  <a:cubicBezTo>
                    <a:pt x="7632" y="3243"/>
                    <a:pt x="4389" y="1"/>
                    <a:pt x="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26"/>
            <p:cNvSpPr/>
            <p:nvPr/>
          </p:nvSpPr>
          <p:spPr>
            <a:xfrm>
              <a:off x="5722827" y="3957309"/>
              <a:ext cx="43469" cy="43469"/>
            </a:xfrm>
            <a:custGeom>
              <a:rect b="b" l="l" r="r" t="t"/>
              <a:pathLst>
                <a:path extrusionOk="0" h="1673" w="1673">
                  <a:moveTo>
                    <a:pt x="837" y="0"/>
                  </a:moveTo>
                  <a:cubicBezTo>
                    <a:pt x="374" y="0"/>
                    <a:pt x="1" y="374"/>
                    <a:pt x="1" y="837"/>
                  </a:cubicBezTo>
                  <a:cubicBezTo>
                    <a:pt x="1" y="1299"/>
                    <a:pt x="374" y="1673"/>
                    <a:pt x="837" y="1673"/>
                  </a:cubicBezTo>
                  <a:cubicBezTo>
                    <a:pt x="1299" y="1673"/>
                    <a:pt x="1673" y="1299"/>
                    <a:pt x="1673" y="837"/>
                  </a:cubicBezTo>
                  <a:cubicBezTo>
                    <a:pt x="1673" y="374"/>
                    <a:pt x="1299" y="0"/>
                    <a:pt x="8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26"/>
            <p:cNvSpPr/>
            <p:nvPr/>
          </p:nvSpPr>
          <p:spPr>
            <a:xfrm>
              <a:off x="5876722" y="3964584"/>
              <a:ext cx="27178" cy="28945"/>
            </a:xfrm>
            <a:custGeom>
              <a:rect b="b" l="l" r="r" t="t"/>
              <a:pathLst>
                <a:path extrusionOk="0" h="1114" w="1046">
                  <a:moveTo>
                    <a:pt x="1" y="0"/>
                  </a:moveTo>
                  <a:cubicBezTo>
                    <a:pt x="150" y="0"/>
                    <a:pt x="270" y="120"/>
                    <a:pt x="270" y="269"/>
                  </a:cubicBezTo>
                  <a:lnTo>
                    <a:pt x="270" y="844"/>
                  </a:lnTo>
                  <a:cubicBezTo>
                    <a:pt x="270" y="993"/>
                    <a:pt x="150" y="1113"/>
                    <a:pt x="1" y="1113"/>
                  </a:cubicBezTo>
                  <a:lnTo>
                    <a:pt x="777" y="1113"/>
                  </a:lnTo>
                  <a:cubicBezTo>
                    <a:pt x="926" y="1113"/>
                    <a:pt x="1046" y="993"/>
                    <a:pt x="1046" y="844"/>
                  </a:cubicBezTo>
                  <a:lnTo>
                    <a:pt x="1046" y="269"/>
                  </a:lnTo>
                  <a:cubicBezTo>
                    <a:pt x="1046" y="120"/>
                    <a:pt x="926"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26"/>
            <p:cNvSpPr/>
            <p:nvPr/>
          </p:nvSpPr>
          <p:spPr>
            <a:xfrm>
              <a:off x="5601593" y="3964584"/>
              <a:ext cx="27126" cy="28945"/>
            </a:xfrm>
            <a:custGeom>
              <a:rect b="b" l="l" r="r" t="t"/>
              <a:pathLst>
                <a:path extrusionOk="0" h="1114" w="1044">
                  <a:moveTo>
                    <a:pt x="1" y="0"/>
                  </a:moveTo>
                  <a:cubicBezTo>
                    <a:pt x="150" y="0"/>
                    <a:pt x="270" y="120"/>
                    <a:pt x="270" y="269"/>
                  </a:cubicBezTo>
                  <a:lnTo>
                    <a:pt x="270" y="844"/>
                  </a:lnTo>
                  <a:cubicBezTo>
                    <a:pt x="270" y="993"/>
                    <a:pt x="150" y="1113"/>
                    <a:pt x="1" y="1113"/>
                  </a:cubicBezTo>
                  <a:lnTo>
                    <a:pt x="774" y="1113"/>
                  </a:lnTo>
                  <a:cubicBezTo>
                    <a:pt x="923" y="1113"/>
                    <a:pt x="1043" y="993"/>
                    <a:pt x="1043" y="844"/>
                  </a:cubicBezTo>
                  <a:lnTo>
                    <a:pt x="1043" y="269"/>
                  </a:lnTo>
                  <a:cubicBezTo>
                    <a:pt x="1043" y="120"/>
                    <a:pt x="923"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26"/>
            <p:cNvSpPr/>
            <p:nvPr/>
          </p:nvSpPr>
          <p:spPr>
            <a:xfrm>
              <a:off x="5734519" y="3819706"/>
              <a:ext cx="24527" cy="43469"/>
            </a:xfrm>
            <a:custGeom>
              <a:rect b="b" l="l" r="r" t="t"/>
              <a:pathLst>
                <a:path extrusionOk="0" h="1673" w="944">
                  <a:moveTo>
                    <a:pt x="99" y="1"/>
                  </a:moveTo>
                  <a:cubicBezTo>
                    <a:pt x="63" y="1"/>
                    <a:pt x="32" y="9"/>
                    <a:pt x="0" y="22"/>
                  </a:cubicBezTo>
                  <a:cubicBezTo>
                    <a:pt x="99" y="61"/>
                    <a:pt x="170" y="157"/>
                    <a:pt x="170" y="270"/>
                  </a:cubicBezTo>
                  <a:lnTo>
                    <a:pt x="170" y="1404"/>
                  </a:lnTo>
                  <a:cubicBezTo>
                    <a:pt x="170" y="1519"/>
                    <a:pt x="99" y="1615"/>
                    <a:pt x="0" y="1654"/>
                  </a:cubicBezTo>
                  <a:cubicBezTo>
                    <a:pt x="32" y="1668"/>
                    <a:pt x="63" y="1673"/>
                    <a:pt x="99" y="1673"/>
                  </a:cubicBezTo>
                  <a:lnTo>
                    <a:pt x="674" y="1673"/>
                  </a:lnTo>
                  <a:cubicBezTo>
                    <a:pt x="823" y="1673"/>
                    <a:pt x="943" y="1553"/>
                    <a:pt x="943" y="1404"/>
                  </a:cubicBezTo>
                  <a:lnTo>
                    <a:pt x="943" y="270"/>
                  </a:lnTo>
                  <a:cubicBezTo>
                    <a:pt x="943" y="121"/>
                    <a:pt x="823" y="1"/>
                    <a:pt x="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26"/>
            <p:cNvSpPr/>
            <p:nvPr/>
          </p:nvSpPr>
          <p:spPr>
            <a:xfrm>
              <a:off x="5734519" y="4094912"/>
              <a:ext cx="24527" cy="43469"/>
            </a:xfrm>
            <a:custGeom>
              <a:rect b="b" l="l" r="r" t="t"/>
              <a:pathLst>
                <a:path extrusionOk="0" h="1673" w="944">
                  <a:moveTo>
                    <a:pt x="99" y="0"/>
                  </a:moveTo>
                  <a:cubicBezTo>
                    <a:pt x="63" y="0"/>
                    <a:pt x="32" y="6"/>
                    <a:pt x="0" y="19"/>
                  </a:cubicBezTo>
                  <a:cubicBezTo>
                    <a:pt x="99" y="58"/>
                    <a:pt x="170" y="154"/>
                    <a:pt x="170" y="269"/>
                  </a:cubicBezTo>
                  <a:lnTo>
                    <a:pt x="170" y="1403"/>
                  </a:lnTo>
                  <a:cubicBezTo>
                    <a:pt x="170" y="1516"/>
                    <a:pt x="99" y="1612"/>
                    <a:pt x="0" y="1651"/>
                  </a:cubicBezTo>
                  <a:cubicBezTo>
                    <a:pt x="32" y="1665"/>
                    <a:pt x="63" y="1672"/>
                    <a:pt x="99" y="1672"/>
                  </a:cubicBezTo>
                  <a:lnTo>
                    <a:pt x="674" y="1672"/>
                  </a:lnTo>
                  <a:cubicBezTo>
                    <a:pt x="823" y="1672"/>
                    <a:pt x="943" y="1552"/>
                    <a:pt x="943" y="1403"/>
                  </a:cubicBezTo>
                  <a:lnTo>
                    <a:pt x="943" y="269"/>
                  </a:lnTo>
                  <a:cubicBezTo>
                    <a:pt x="943" y="120"/>
                    <a:pt x="823"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126"/>
          <p:cNvGrpSpPr/>
          <p:nvPr/>
        </p:nvGrpSpPr>
        <p:grpSpPr>
          <a:xfrm>
            <a:off x="6315670" y="3805104"/>
            <a:ext cx="405535" cy="434453"/>
            <a:chOff x="6315670" y="3805104"/>
            <a:chExt cx="405535" cy="434453"/>
          </a:xfrm>
        </p:grpSpPr>
        <p:sp>
          <p:nvSpPr>
            <p:cNvPr id="11691" name="Google Shape;11691;p126"/>
            <p:cNvSpPr/>
            <p:nvPr/>
          </p:nvSpPr>
          <p:spPr>
            <a:xfrm>
              <a:off x="6388031" y="3823447"/>
              <a:ext cx="260760" cy="116713"/>
            </a:xfrm>
            <a:custGeom>
              <a:rect b="b" l="l" r="r" t="t"/>
              <a:pathLst>
                <a:path extrusionOk="0" h="4492" w="10036">
                  <a:moveTo>
                    <a:pt x="5019" y="0"/>
                  </a:moveTo>
                  <a:lnTo>
                    <a:pt x="0" y="1952"/>
                  </a:lnTo>
                  <a:lnTo>
                    <a:pt x="0" y="4491"/>
                  </a:lnTo>
                  <a:lnTo>
                    <a:pt x="10035" y="4491"/>
                  </a:lnTo>
                  <a:lnTo>
                    <a:pt x="10035" y="1952"/>
                  </a:lnTo>
                  <a:lnTo>
                    <a:pt x="50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26"/>
            <p:cNvSpPr/>
            <p:nvPr/>
          </p:nvSpPr>
          <p:spPr>
            <a:xfrm>
              <a:off x="6628655" y="3866344"/>
              <a:ext cx="20136" cy="73816"/>
            </a:xfrm>
            <a:custGeom>
              <a:rect b="b" l="l" r="r" t="t"/>
              <a:pathLst>
                <a:path extrusionOk="0" h="2841" w="775">
                  <a:moveTo>
                    <a:pt x="1" y="1"/>
                  </a:moveTo>
                  <a:lnTo>
                    <a:pt x="1" y="2840"/>
                  </a:lnTo>
                  <a:lnTo>
                    <a:pt x="774" y="2840"/>
                  </a:lnTo>
                  <a:lnTo>
                    <a:pt x="774" y="30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26"/>
            <p:cNvSpPr/>
            <p:nvPr/>
          </p:nvSpPr>
          <p:spPr>
            <a:xfrm>
              <a:off x="6340301" y="3805104"/>
              <a:ext cx="356272" cy="98630"/>
            </a:xfrm>
            <a:custGeom>
              <a:rect b="b" l="l" r="r" t="t"/>
              <a:pathLst>
                <a:path extrusionOk="0" h="3796" w="13712">
                  <a:moveTo>
                    <a:pt x="6855" y="0"/>
                  </a:moveTo>
                  <a:cubicBezTo>
                    <a:pt x="6819" y="0"/>
                    <a:pt x="6783" y="8"/>
                    <a:pt x="6749" y="22"/>
                  </a:cubicBezTo>
                  <a:lnTo>
                    <a:pt x="209" y="2744"/>
                  </a:lnTo>
                  <a:cubicBezTo>
                    <a:pt x="66" y="2804"/>
                    <a:pt x="0" y="2969"/>
                    <a:pt x="58" y="3110"/>
                  </a:cubicBezTo>
                  <a:lnTo>
                    <a:pt x="272" y="3625"/>
                  </a:lnTo>
                  <a:cubicBezTo>
                    <a:pt x="317" y="3731"/>
                    <a:pt x="422" y="3796"/>
                    <a:pt x="531" y="3796"/>
                  </a:cubicBezTo>
                  <a:cubicBezTo>
                    <a:pt x="566" y="3796"/>
                    <a:pt x="603" y="3789"/>
                    <a:pt x="638" y="3774"/>
                  </a:cubicBezTo>
                  <a:lnTo>
                    <a:pt x="6749" y="1229"/>
                  </a:lnTo>
                  <a:cubicBezTo>
                    <a:pt x="6783" y="1215"/>
                    <a:pt x="6819" y="1207"/>
                    <a:pt x="6855" y="1207"/>
                  </a:cubicBezTo>
                  <a:cubicBezTo>
                    <a:pt x="6891" y="1207"/>
                    <a:pt x="6928" y="1215"/>
                    <a:pt x="6963" y="1229"/>
                  </a:cubicBezTo>
                  <a:lnTo>
                    <a:pt x="13071" y="3774"/>
                  </a:lnTo>
                  <a:cubicBezTo>
                    <a:pt x="13107" y="3789"/>
                    <a:pt x="13144" y="3796"/>
                    <a:pt x="13180" y="3796"/>
                  </a:cubicBezTo>
                  <a:cubicBezTo>
                    <a:pt x="13289" y="3796"/>
                    <a:pt x="13392" y="3731"/>
                    <a:pt x="13437" y="3625"/>
                  </a:cubicBezTo>
                  <a:lnTo>
                    <a:pt x="13651" y="3110"/>
                  </a:lnTo>
                  <a:cubicBezTo>
                    <a:pt x="13712" y="2969"/>
                    <a:pt x="13644" y="2804"/>
                    <a:pt x="13503" y="2744"/>
                  </a:cubicBezTo>
                  <a:lnTo>
                    <a:pt x="6963" y="22"/>
                  </a:lnTo>
                  <a:cubicBezTo>
                    <a:pt x="6928" y="8"/>
                    <a:pt x="6891" y="0"/>
                    <a:pt x="68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26"/>
            <p:cNvSpPr/>
            <p:nvPr/>
          </p:nvSpPr>
          <p:spPr>
            <a:xfrm>
              <a:off x="6508382" y="3805104"/>
              <a:ext cx="188191" cy="98630"/>
            </a:xfrm>
            <a:custGeom>
              <a:rect b="b" l="l" r="r" t="t"/>
              <a:pathLst>
                <a:path extrusionOk="0" h="3796" w="7243">
                  <a:moveTo>
                    <a:pt x="386" y="0"/>
                  </a:moveTo>
                  <a:cubicBezTo>
                    <a:pt x="350" y="0"/>
                    <a:pt x="314" y="8"/>
                    <a:pt x="280" y="22"/>
                  </a:cubicBezTo>
                  <a:lnTo>
                    <a:pt x="0" y="137"/>
                  </a:lnTo>
                  <a:lnTo>
                    <a:pt x="6258" y="2744"/>
                  </a:lnTo>
                  <a:cubicBezTo>
                    <a:pt x="6401" y="2804"/>
                    <a:pt x="6467" y="2969"/>
                    <a:pt x="6409" y="3110"/>
                  </a:cubicBezTo>
                  <a:lnTo>
                    <a:pt x="6200" y="3606"/>
                  </a:lnTo>
                  <a:lnTo>
                    <a:pt x="6602" y="3774"/>
                  </a:lnTo>
                  <a:cubicBezTo>
                    <a:pt x="6638" y="3789"/>
                    <a:pt x="6675" y="3796"/>
                    <a:pt x="6711" y="3796"/>
                  </a:cubicBezTo>
                  <a:cubicBezTo>
                    <a:pt x="6820" y="3796"/>
                    <a:pt x="6923" y="3731"/>
                    <a:pt x="6968" y="3625"/>
                  </a:cubicBezTo>
                  <a:lnTo>
                    <a:pt x="7182" y="3110"/>
                  </a:lnTo>
                  <a:cubicBezTo>
                    <a:pt x="7243" y="2966"/>
                    <a:pt x="7175" y="2804"/>
                    <a:pt x="7034" y="2744"/>
                  </a:cubicBezTo>
                  <a:lnTo>
                    <a:pt x="494" y="22"/>
                  </a:lnTo>
                  <a:cubicBezTo>
                    <a:pt x="459" y="8"/>
                    <a:pt x="422" y="0"/>
                    <a:pt x="3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26"/>
            <p:cNvSpPr/>
            <p:nvPr/>
          </p:nvSpPr>
          <p:spPr>
            <a:xfrm>
              <a:off x="6315670" y="3935458"/>
              <a:ext cx="405535" cy="275207"/>
            </a:xfrm>
            <a:custGeom>
              <a:rect b="b" l="l" r="r" t="t"/>
              <a:pathLst>
                <a:path extrusionOk="0" h="10592" w="15608">
                  <a:moveTo>
                    <a:pt x="1113" y="0"/>
                  </a:moveTo>
                  <a:cubicBezTo>
                    <a:pt x="499" y="0"/>
                    <a:pt x="0" y="499"/>
                    <a:pt x="0" y="1113"/>
                  </a:cubicBezTo>
                  <a:lnTo>
                    <a:pt x="0" y="9476"/>
                  </a:lnTo>
                  <a:cubicBezTo>
                    <a:pt x="0" y="10093"/>
                    <a:pt x="499" y="10592"/>
                    <a:pt x="1113" y="10592"/>
                  </a:cubicBezTo>
                  <a:lnTo>
                    <a:pt x="14495" y="10592"/>
                  </a:lnTo>
                  <a:cubicBezTo>
                    <a:pt x="15109" y="10592"/>
                    <a:pt x="15608" y="10093"/>
                    <a:pt x="15608" y="9476"/>
                  </a:cubicBezTo>
                  <a:lnTo>
                    <a:pt x="15608" y="1113"/>
                  </a:lnTo>
                  <a:cubicBezTo>
                    <a:pt x="15608" y="499"/>
                    <a:pt x="15109" y="0"/>
                    <a:pt x="14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26"/>
            <p:cNvSpPr/>
            <p:nvPr/>
          </p:nvSpPr>
          <p:spPr>
            <a:xfrm>
              <a:off x="6344562" y="3964376"/>
              <a:ext cx="347724" cy="217318"/>
            </a:xfrm>
            <a:custGeom>
              <a:rect b="b" l="l" r="r" t="t"/>
              <a:pathLst>
                <a:path extrusionOk="0" h="8364" w="13383">
                  <a:moveTo>
                    <a:pt x="1399" y="0"/>
                  </a:moveTo>
                  <a:cubicBezTo>
                    <a:pt x="1268" y="0"/>
                    <a:pt x="1156" y="92"/>
                    <a:pt x="1127" y="220"/>
                  </a:cubicBezTo>
                  <a:cubicBezTo>
                    <a:pt x="1033" y="661"/>
                    <a:pt x="667" y="1032"/>
                    <a:pt x="220" y="1126"/>
                  </a:cubicBezTo>
                  <a:cubicBezTo>
                    <a:pt x="92" y="1155"/>
                    <a:pt x="1" y="1267"/>
                    <a:pt x="1" y="1398"/>
                  </a:cubicBezTo>
                  <a:lnTo>
                    <a:pt x="1" y="6965"/>
                  </a:lnTo>
                  <a:cubicBezTo>
                    <a:pt x="1" y="7096"/>
                    <a:pt x="92" y="7208"/>
                    <a:pt x="220" y="7237"/>
                  </a:cubicBezTo>
                  <a:cubicBezTo>
                    <a:pt x="667" y="7331"/>
                    <a:pt x="1033" y="7702"/>
                    <a:pt x="1127" y="8144"/>
                  </a:cubicBezTo>
                  <a:cubicBezTo>
                    <a:pt x="1156" y="8272"/>
                    <a:pt x="1268" y="8363"/>
                    <a:pt x="1399" y="8363"/>
                  </a:cubicBezTo>
                  <a:lnTo>
                    <a:pt x="11985" y="8363"/>
                  </a:lnTo>
                  <a:cubicBezTo>
                    <a:pt x="12116" y="8363"/>
                    <a:pt x="12228" y="8272"/>
                    <a:pt x="12257" y="8144"/>
                  </a:cubicBezTo>
                  <a:cubicBezTo>
                    <a:pt x="12351" y="7702"/>
                    <a:pt x="12717" y="7331"/>
                    <a:pt x="13163" y="7237"/>
                  </a:cubicBezTo>
                  <a:cubicBezTo>
                    <a:pt x="13292" y="7208"/>
                    <a:pt x="13383" y="7096"/>
                    <a:pt x="13383" y="6965"/>
                  </a:cubicBezTo>
                  <a:lnTo>
                    <a:pt x="13383" y="1398"/>
                  </a:lnTo>
                  <a:cubicBezTo>
                    <a:pt x="13383" y="1267"/>
                    <a:pt x="13292" y="1155"/>
                    <a:pt x="13163" y="1126"/>
                  </a:cubicBezTo>
                  <a:cubicBezTo>
                    <a:pt x="12717" y="1032"/>
                    <a:pt x="12351" y="661"/>
                    <a:pt x="12257" y="220"/>
                  </a:cubicBezTo>
                  <a:cubicBezTo>
                    <a:pt x="12228" y="92"/>
                    <a:pt x="12116" y="0"/>
                    <a:pt x="119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26"/>
            <p:cNvSpPr/>
            <p:nvPr/>
          </p:nvSpPr>
          <p:spPr>
            <a:xfrm>
              <a:off x="6672176" y="3935458"/>
              <a:ext cx="49029" cy="275207"/>
            </a:xfrm>
            <a:custGeom>
              <a:rect b="b" l="l" r="r" t="t"/>
              <a:pathLst>
                <a:path extrusionOk="0" h="10592" w="1887">
                  <a:moveTo>
                    <a:pt x="1" y="0"/>
                  </a:moveTo>
                  <a:cubicBezTo>
                    <a:pt x="615" y="0"/>
                    <a:pt x="1114" y="499"/>
                    <a:pt x="1114" y="1113"/>
                  </a:cubicBezTo>
                  <a:lnTo>
                    <a:pt x="1114" y="9476"/>
                  </a:lnTo>
                  <a:cubicBezTo>
                    <a:pt x="1114" y="10093"/>
                    <a:pt x="615" y="10592"/>
                    <a:pt x="1" y="10592"/>
                  </a:cubicBezTo>
                  <a:lnTo>
                    <a:pt x="774" y="10592"/>
                  </a:lnTo>
                  <a:cubicBezTo>
                    <a:pt x="1388" y="10592"/>
                    <a:pt x="1887" y="10093"/>
                    <a:pt x="1887" y="9476"/>
                  </a:cubicBezTo>
                  <a:lnTo>
                    <a:pt x="1887" y="1113"/>
                  </a:lnTo>
                  <a:cubicBezTo>
                    <a:pt x="1887" y="499"/>
                    <a:pt x="1388"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26"/>
            <p:cNvSpPr/>
            <p:nvPr/>
          </p:nvSpPr>
          <p:spPr>
            <a:xfrm>
              <a:off x="6635800" y="3964376"/>
              <a:ext cx="56486" cy="217318"/>
            </a:xfrm>
            <a:custGeom>
              <a:rect b="b" l="l" r="r" t="t"/>
              <a:pathLst>
                <a:path extrusionOk="0" h="8364" w="2174">
                  <a:moveTo>
                    <a:pt x="0" y="0"/>
                  </a:moveTo>
                  <a:cubicBezTo>
                    <a:pt x="133" y="0"/>
                    <a:pt x="246" y="92"/>
                    <a:pt x="272" y="220"/>
                  </a:cubicBezTo>
                  <a:cubicBezTo>
                    <a:pt x="366" y="661"/>
                    <a:pt x="734" y="1032"/>
                    <a:pt x="1181" y="1126"/>
                  </a:cubicBezTo>
                  <a:cubicBezTo>
                    <a:pt x="1309" y="1155"/>
                    <a:pt x="1401" y="1267"/>
                    <a:pt x="1401" y="1398"/>
                  </a:cubicBezTo>
                  <a:lnTo>
                    <a:pt x="1401" y="6965"/>
                  </a:lnTo>
                  <a:cubicBezTo>
                    <a:pt x="1401" y="7096"/>
                    <a:pt x="1309" y="7208"/>
                    <a:pt x="1181" y="7237"/>
                  </a:cubicBezTo>
                  <a:cubicBezTo>
                    <a:pt x="734" y="7331"/>
                    <a:pt x="366" y="7702"/>
                    <a:pt x="272" y="8144"/>
                  </a:cubicBezTo>
                  <a:cubicBezTo>
                    <a:pt x="246" y="8272"/>
                    <a:pt x="133" y="8363"/>
                    <a:pt x="0" y="8363"/>
                  </a:cubicBezTo>
                  <a:lnTo>
                    <a:pt x="776" y="8363"/>
                  </a:lnTo>
                  <a:cubicBezTo>
                    <a:pt x="907" y="8363"/>
                    <a:pt x="1019" y="8272"/>
                    <a:pt x="1048" y="8144"/>
                  </a:cubicBezTo>
                  <a:cubicBezTo>
                    <a:pt x="1142" y="7702"/>
                    <a:pt x="1508" y="7331"/>
                    <a:pt x="1954" y="7237"/>
                  </a:cubicBezTo>
                  <a:cubicBezTo>
                    <a:pt x="2083" y="7208"/>
                    <a:pt x="2174" y="7096"/>
                    <a:pt x="2174" y="6965"/>
                  </a:cubicBezTo>
                  <a:lnTo>
                    <a:pt x="2174" y="1398"/>
                  </a:lnTo>
                  <a:cubicBezTo>
                    <a:pt x="2174" y="1267"/>
                    <a:pt x="2083" y="1155"/>
                    <a:pt x="1954" y="1126"/>
                  </a:cubicBezTo>
                  <a:cubicBezTo>
                    <a:pt x="1508" y="1032"/>
                    <a:pt x="1142" y="661"/>
                    <a:pt x="1048" y="220"/>
                  </a:cubicBezTo>
                  <a:cubicBezTo>
                    <a:pt x="1019" y="92"/>
                    <a:pt x="907" y="0"/>
                    <a:pt x="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26"/>
            <p:cNvSpPr/>
            <p:nvPr/>
          </p:nvSpPr>
          <p:spPr>
            <a:xfrm>
              <a:off x="6683842" y="3957933"/>
              <a:ext cx="16811" cy="13121"/>
            </a:xfrm>
            <a:custGeom>
              <a:rect b="b" l="l" r="r" t="t"/>
              <a:pathLst>
                <a:path extrusionOk="0" h="505" w="647">
                  <a:moveTo>
                    <a:pt x="254" y="0"/>
                  </a:moveTo>
                  <a:cubicBezTo>
                    <a:pt x="116" y="0"/>
                    <a:pt x="1" y="112"/>
                    <a:pt x="1" y="251"/>
                  </a:cubicBezTo>
                  <a:cubicBezTo>
                    <a:pt x="1" y="389"/>
                    <a:pt x="116" y="504"/>
                    <a:pt x="254" y="504"/>
                  </a:cubicBezTo>
                  <a:lnTo>
                    <a:pt x="393" y="504"/>
                  </a:lnTo>
                  <a:cubicBezTo>
                    <a:pt x="534" y="504"/>
                    <a:pt x="646" y="389"/>
                    <a:pt x="646" y="251"/>
                  </a:cubicBezTo>
                  <a:cubicBezTo>
                    <a:pt x="646" y="112"/>
                    <a:pt x="534" y="0"/>
                    <a:pt x="3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26"/>
            <p:cNvSpPr/>
            <p:nvPr/>
          </p:nvSpPr>
          <p:spPr>
            <a:xfrm>
              <a:off x="6336222" y="3957933"/>
              <a:ext cx="16785" cy="13121"/>
            </a:xfrm>
            <a:custGeom>
              <a:rect b="b" l="l" r="r" t="t"/>
              <a:pathLst>
                <a:path extrusionOk="0" h="505" w="646">
                  <a:moveTo>
                    <a:pt x="254" y="0"/>
                  </a:moveTo>
                  <a:cubicBezTo>
                    <a:pt x="113" y="0"/>
                    <a:pt x="1" y="112"/>
                    <a:pt x="1" y="251"/>
                  </a:cubicBezTo>
                  <a:cubicBezTo>
                    <a:pt x="1" y="389"/>
                    <a:pt x="113" y="504"/>
                    <a:pt x="254" y="504"/>
                  </a:cubicBezTo>
                  <a:lnTo>
                    <a:pt x="393" y="504"/>
                  </a:lnTo>
                  <a:cubicBezTo>
                    <a:pt x="531" y="504"/>
                    <a:pt x="643" y="389"/>
                    <a:pt x="646" y="251"/>
                  </a:cubicBezTo>
                  <a:cubicBezTo>
                    <a:pt x="646" y="112"/>
                    <a:pt x="531" y="0"/>
                    <a:pt x="3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26"/>
            <p:cNvSpPr/>
            <p:nvPr/>
          </p:nvSpPr>
          <p:spPr>
            <a:xfrm>
              <a:off x="6336222" y="4175068"/>
              <a:ext cx="16785" cy="13199"/>
            </a:xfrm>
            <a:custGeom>
              <a:rect b="b" l="l" r="r" t="t"/>
              <a:pathLst>
                <a:path extrusionOk="0" h="508" w="646">
                  <a:moveTo>
                    <a:pt x="254" y="1"/>
                  </a:moveTo>
                  <a:cubicBezTo>
                    <a:pt x="113" y="1"/>
                    <a:pt x="1" y="116"/>
                    <a:pt x="1" y="254"/>
                  </a:cubicBezTo>
                  <a:cubicBezTo>
                    <a:pt x="1" y="393"/>
                    <a:pt x="113" y="508"/>
                    <a:pt x="254" y="508"/>
                  </a:cubicBezTo>
                  <a:lnTo>
                    <a:pt x="393" y="508"/>
                  </a:lnTo>
                  <a:cubicBezTo>
                    <a:pt x="531" y="508"/>
                    <a:pt x="643" y="393"/>
                    <a:pt x="646" y="254"/>
                  </a:cubicBezTo>
                  <a:cubicBezTo>
                    <a:pt x="646" y="116"/>
                    <a:pt x="531" y="1"/>
                    <a:pt x="3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26"/>
            <p:cNvSpPr/>
            <p:nvPr/>
          </p:nvSpPr>
          <p:spPr>
            <a:xfrm>
              <a:off x="6683842" y="4175068"/>
              <a:ext cx="16811" cy="13199"/>
            </a:xfrm>
            <a:custGeom>
              <a:rect b="b" l="l" r="r" t="t"/>
              <a:pathLst>
                <a:path extrusionOk="0" h="508" w="647">
                  <a:moveTo>
                    <a:pt x="254" y="1"/>
                  </a:moveTo>
                  <a:cubicBezTo>
                    <a:pt x="116" y="1"/>
                    <a:pt x="1" y="116"/>
                    <a:pt x="1" y="254"/>
                  </a:cubicBezTo>
                  <a:cubicBezTo>
                    <a:pt x="1" y="393"/>
                    <a:pt x="116" y="508"/>
                    <a:pt x="254" y="508"/>
                  </a:cubicBezTo>
                  <a:lnTo>
                    <a:pt x="393" y="508"/>
                  </a:lnTo>
                  <a:cubicBezTo>
                    <a:pt x="534" y="508"/>
                    <a:pt x="646" y="393"/>
                    <a:pt x="646" y="254"/>
                  </a:cubicBezTo>
                  <a:cubicBezTo>
                    <a:pt x="646" y="116"/>
                    <a:pt x="534" y="1"/>
                    <a:pt x="3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26"/>
            <p:cNvSpPr/>
            <p:nvPr/>
          </p:nvSpPr>
          <p:spPr>
            <a:xfrm>
              <a:off x="6460444" y="3993347"/>
              <a:ext cx="115830" cy="29022"/>
            </a:xfrm>
            <a:custGeom>
              <a:rect b="b" l="l" r="r" t="t"/>
              <a:pathLst>
                <a:path extrusionOk="0" h="1117" w="4458">
                  <a:moveTo>
                    <a:pt x="262" y="1"/>
                  </a:moveTo>
                  <a:cubicBezTo>
                    <a:pt x="118" y="1"/>
                    <a:pt x="1" y="118"/>
                    <a:pt x="1" y="262"/>
                  </a:cubicBezTo>
                  <a:lnTo>
                    <a:pt x="1" y="855"/>
                  </a:lnTo>
                  <a:cubicBezTo>
                    <a:pt x="1" y="999"/>
                    <a:pt x="118" y="1116"/>
                    <a:pt x="262" y="1116"/>
                  </a:cubicBezTo>
                  <a:lnTo>
                    <a:pt x="4197" y="1116"/>
                  </a:lnTo>
                  <a:cubicBezTo>
                    <a:pt x="4343" y="1116"/>
                    <a:pt x="4458" y="999"/>
                    <a:pt x="4458" y="855"/>
                  </a:cubicBezTo>
                  <a:lnTo>
                    <a:pt x="4458" y="262"/>
                  </a:lnTo>
                  <a:cubicBezTo>
                    <a:pt x="4458" y="118"/>
                    <a:pt x="4343" y="1"/>
                    <a:pt x="4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26"/>
            <p:cNvSpPr/>
            <p:nvPr/>
          </p:nvSpPr>
          <p:spPr>
            <a:xfrm>
              <a:off x="6381510" y="4044740"/>
              <a:ext cx="228932" cy="13121"/>
            </a:xfrm>
            <a:custGeom>
              <a:rect b="b" l="l" r="r" t="t"/>
              <a:pathLst>
                <a:path extrusionOk="0" h="505" w="8811">
                  <a:moveTo>
                    <a:pt x="251" y="1"/>
                  </a:moveTo>
                  <a:cubicBezTo>
                    <a:pt x="113" y="1"/>
                    <a:pt x="0" y="113"/>
                    <a:pt x="0" y="254"/>
                  </a:cubicBezTo>
                  <a:cubicBezTo>
                    <a:pt x="0" y="392"/>
                    <a:pt x="113" y="505"/>
                    <a:pt x="251" y="505"/>
                  </a:cubicBezTo>
                  <a:lnTo>
                    <a:pt x="8557" y="505"/>
                  </a:lnTo>
                  <a:cubicBezTo>
                    <a:pt x="8698" y="505"/>
                    <a:pt x="8810" y="392"/>
                    <a:pt x="8810" y="254"/>
                  </a:cubicBezTo>
                  <a:cubicBezTo>
                    <a:pt x="8810" y="113"/>
                    <a:pt x="8698" y="1"/>
                    <a:pt x="8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26"/>
            <p:cNvSpPr/>
            <p:nvPr/>
          </p:nvSpPr>
          <p:spPr>
            <a:xfrm>
              <a:off x="6381510" y="4073737"/>
              <a:ext cx="272037" cy="13121"/>
            </a:xfrm>
            <a:custGeom>
              <a:rect b="b" l="l" r="r" t="t"/>
              <a:pathLst>
                <a:path extrusionOk="0" h="505" w="10470">
                  <a:moveTo>
                    <a:pt x="251" y="0"/>
                  </a:moveTo>
                  <a:cubicBezTo>
                    <a:pt x="113" y="0"/>
                    <a:pt x="0" y="112"/>
                    <a:pt x="0" y="251"/>
                  </a:cubicBezTo>
                  <a:cubicBezTo>
                    <a:pt x="0" y="389"/>
                    <a:pt x="113" y="504"/>
                    <a:pt x="251" y="504"/>
                  </a:cubicBezTo>
                  <a:lnTo>
                    <a:pt x="10218" y="504"/>
                  </a:lnTo>
                  <a:cubicBezTo>
                    <a:pt x="10357" y="504"/>
                    <a:pt x="10469" y="389"/>
                    <a:pt x="10469" y="251"/>
                  </a:cubicBezTo>
                  <a:cubicBezTo>
                    <a:pt x="10469" y="112"/>
                    <a:pt x="10357" y="0"/>
                    <a:pt x="10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26"/>
            <p:cNvSpPr/>
            <p:nvPr/>
          </p:nvSpPr>
          <p:spPr>
            <a:xfrm>
              <a:off x="6424952" y="4102655"/>
              <a:ext cx="135317" cy="13121"/>
            </a:xfrm>
            <a:custGeom>
              <a:rect b="b" l="l" r="r" t="t"/>
              <a:pathLst>
                <a:path extrusionOk="0" h="505" w="5208">
                  <a:moveTo>
                    <a:pt x="251" y="0"/>
                  </a:moveTo>
                  <a:cubicBezTo>
                    <a:pt x="113" y="0"/>
                    <a:pt x="0" y="112"/>
                    <a:pt x="0" y="254"/>
                  </a:cubicBezTo>
                  <a:cubicBezTo>
                    <a:pt x="0" y="392"/>
                    <a:pt x="113" y="504"/>
                    <a:pt x="251" y="504"/>
                  </a:cubicBezTo>
                  <a:lnTo>
                    <a:pt x="4954" y="504"/>
                  </a:lnTo>
                  <a:cubicBezTo>
                    <a:pt x="5092" y="504"/>
                    <a:pt x="5207" y="392"/>
                    <a:pt x="5207" y="254"/>
                  </a:cubicBezTo>
                  <a:cubicBezTo>
                    <a:pt x="5207" y="112"/>
                    <a:pt x="5092" y="0"/>
                    <a:pt x="49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26"/>
            <p:cNvSpPr/>
            <p:nvPr/>
          </p:nvSpPr>
          <p:spPr>
            <a:xfrm>
              <a:off x="6395956" y="4146098"/>
              <a:ext cx="42040" cy="13199"/>
            </a:xfrm>
            <a:custGeom>
              <a:rect b="b" l="l" r="r" t="t"/>
              <a:pathLst>
                <a:path extrusionOk="0" h="508" w="1618">
                  <a:moveTo>
                    <a:pt x="254" y="0"/>
                  </a:moveTo>
                  <a:cubicBezTo>
                    <a:pt x="113" y="0"/>
                    <a:pt x="1" y="115"/>
                    <a:pt x="1" y="254"/>
                  </a:cubicBezTo>
                  <a:cubicBezTo>
                    <a:pt x="1" y="392"/>
                    <a:pt x="113" y="507"/>
                    <a:pt x="254" y="507"/>
                  </a:cubicBezTo>
                  <a:lnTo>
                    <a:pt x="1367" y="507"/>
                  </a:lnTo>
                  <a:cubicBezTo>
                    <a:pt x="1506" y="507"/>
                    <a:pt x="1618" y="392"/>
                    <a:pt x="1618" y="254"/>
                  </a:cubicBezTo>
                  <a:cubicBezTo>
                    <a:pt x="1618" y="115"/>
                    <a:pt x="1506" y="0"/>
                    <a:pt x="13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26"/>
            <p:cNvSpPr/>
            <p:nvPr/>
          </p:nvSpPr>
          <p:spPr>
            <a:xfrm>
              <a:off x="6549175" y="3993347"/>
              <a:ext cx="27100" cy="29022"/>
            </a:xfrm>
            <a:custGeom>
              <a:rect b="b" l="l" r="r" t="t"/>
              <a:pathLst>
                <a:path extrusionOk="0" h="1117" w="1043">
                  <a:moveTo>
                    <a:pt x="0" y="1"/>
                  </a:moveTo>
                  <a:cubicBezTo>
                    <a:pt x="149" y="1"/>
                    <a:pt x="270" y="121"/>
                    <a:pt x="270" y="270"/>
                  </a:cubicBezTo>
                  <a:lnTo>
                    <a:pt x="270" y="847"/>
                  </a:lnTo>
                  <a:cubicBezTo>
                    <a:pt x="270" y="996"/>
                    <a:pt x="149" y="1116"/>
                    <a:pt x="0" y="1116"/>
                  </a:cubicBezTo>
                  <a:lnTo>
                    <a:pt x="774" y="1116"/>
                  </a:lnTo>
                  <a:cubicBezTo>
                    <a:pt x="923" y="1116"/>
                    <a:pt x="1043" y="996"/>
                    <a:pt x="1043" y="847"/>
                  </a:cubicBezTo>
                  <a:lnTo>
                    <a:pt x="1043" y="270"/>
                  </a:lnTo>
                  <a:cubicBezTo>
                    <a:pt x="1043" y="121"/>
                    <a:pt x="923" y="1"/>
                    <a:pt x="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26"/>
            <p:cNvSpPr/>
            <p:nvPr/>
          </p:nvSpPr>
          <p:spPr>
            <a:xfrm>
              <a:off x="6561802" y="4153893"/>
              <a:ext cx="86911" cy="85664"/>
            </a:xfrm>
            <a:custGeom>
              <a:rect b="b" l="l" r="r" t="t"/>
              <a:pathLst>
                <a:path extrusionOk="0" h="3297" w="3345">
                  <a:moveTo>
                    <a:pt x="254" y="1"/>
                  </a:moveTo>
                  <a:lnTo>
                    <a:pt x="61" y="393"/>
                  </a:lnTo>
                  <a:cubicBezTo>
                    <a:pt x="21" y="468"/>
                    <a:pt x="0" y="555"/>
                    <a:pt x="0" y="641"/>
                  </a:cubicBezTo>
                  <a:lnTo>
                    <a:pt x="0" y="3018"/>
                  </a:lnTo>
                  <a:cubicBezTo>
                    <a:pt x="0" y="3176"/>
                    <a:pt x="130" y="3297"/>
                    <a:pt x="278" y="3297"/>
                  </a:cubicBezTo>
                  <a:cubicBezTo>
                    <a:pt x="307" y="3297"/>
                    <a:pt x="337" y="3292"/>
                    <a:pt x="366" y="3282"/>
                  </a:cubicBezTo>
                  <a:lnTo>
                    <a:pt x="1116" y="3031"/>
                  </a:lnTo>
                  <a:lnTo>
                    <a:pt x="1584" y="2603"/>
                  </a:lnTo>
                  <a:cubicBezTo>
                    <a:pt x="1612" y="2594"/>
                    <a:pt x="1642" y="2589"/>
                    <a:pt x="1673" y="2589"/>
                  </a:cubicBezTo>
                  <a:cubicBezTo>
                    <a:pt x="1703" y="2589"/>
                    <a:pt x="1733" y="2594"/>
                    <a:pt x="1761" y="2603"/>
                  </a:cubicBezTo>
                  <a:lnTo>
                    <a:pt x="2229" y="3031"/>
                  </a:lnTo>
                  <a:lnTo>
                    <a:pt x="2976" y="3282"/>
                  </a:lnTo>
                  <a:cubicBezTo>
                    <a:pt x="3006" y="3292"/>
                    <a:pt x="3036" y="3297"/>
                    <a:pt x="3065" y="3297"/>
                  </a:cubicBezTo>
                  <a:cubicBezTo>
                    <a:pt x="3215" y="3297"/>
                    <a:pt x="3345" y="3176"/>
                    <a:pt x="3345" y="3018"/>
                  </a:cubicBezTo>
                  <a:lnTo>
                    <a:pt x="3345" y="641"/>
                  </a:lnTo>
                  <a:cubicBezTo>
                    <a:pt x="3345" y="555"/>
                    <a:pt x="3324" y="468"/>
                    <a:pt x="3285" y="393"/>
                  </a:cubicBezTo>
                  <a:lnTo>
                    <a:pt x="30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26"/>
            <p:cNvSpPr/>
            <p:nvPr/>
          </p:nvSpPr>
          <p:spPr>
            <a:xfrm>
              <a:off x="6621952" y="4153893"/>
              <a:ext cx="26762" cy="85664"/>
            </a:xfrm>
            <a:custGeom>
              <a:rect b="b" l="l" r="r" t="t"/>
              <a:pathLst>
                <a:path extrusionOk="0" h="3297" w="1030">
                  <a:moveTo>
                    <a:pt x="0" y="1"/>
                  </a:moveTo>
                  <a:lnTo>
                    <a:pt x="196" y="393"/>
                  </a:lnTo>
                  <a:cubicBezTo>
                    <a:pt x="235" y="468"/>
                    <a:pt x="256" y="555"/>
                    <a:pt x="256" y="641"/>
                  </a:cubicBezTo>
                  <a:lnTo>
                    <a:pt x="256" y="3018"/>
                  </a:lnTo>
                  <a:cubicBezTo>
                    <a:pt x="256" y="3060"/>
                    <a:pt x="246" y="3102"/>
                    <a:pt x="228" y="3136"/>
                  </a:cubicBezTo>
                  <a:lnTo>
                    <a:pt x="661" y="3282"/>
                  </a:lnTo>
                  <a:cubicBezTo>
                    <a:pt x="691" y="3292"/>
                    <a:pt x="721" y="3297"/>
                    <a:pt x="750" y="3297"/>
                  </a:cubicBezTo>
                  <a:cubicBezTo>
                    <a:pt x="900" y="3297"/>
                    <a:pt x="1030" y="3176"/>
                    <a:pt x="1030" y="3018"/>
                  </a:cubicBezTo>
                  <a:lnTo>
                    <a:pt x="1030" y="641"/>
                  </a:lnTo>
                  <a:cubicBezTo>
                    <a:pt x="1030" y="555"/>
                    <a:pt x="1009" y="468"/>
                    <a:pt x="970" y="393"/>
                  </a:cubicBezTo>
                  <a:lnTo>
                    <a:pt x="7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26"/>
            <p:cNvSpPr/>
            <p:nvPr/>
          </p:nvSpPr>
          <p:spPr>
            <a:xfrm>
              <a:off x="6590799" y="4153893"/>
              <a:ext cx="28945" cy="78779"/>
            </a:xfrm>
            <a:custGeom>
              <a:rect b="b" l="l" r="r" t="t"/>
              <a:pathLst>
                <a:path extrusionOk="0" h="3032" w="1114">
                  <a:moveTo>
                    <a:pt x="0" y="1"/>
                  </a:moveTo>
                  <a:lnTo>
                    <a:pt x="0" y="3031"/>
                  </a:lnTo>
                  <a:lnTo>
                    <a:pt x="468" y="2877"/>
                  </a:lnTo>
                  <a:cubicBezTo>
                    <a:pt x="496" y="2867"/>
                    <a:pt x="526" y="2861"/>
                    <a:pt x="557" y="2861"/>
                  </a:cubicBezTo>
                  <a:cubicBezTo>
                    <a:pt x="587" y="2861"/>
                    <a:pt x="617" y="2867"/>
                    <a:pt x="645" y="2877"/>
                  </a:cubicBezTo>
                  <a:lnTo>
                    <a:pt x="1113" y="3031"/>
                  </a:lnTo>
                  <a:lnTo>
                    <a:pt x="11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26"/>
            <p:cNvSpPr/>
            <p:nvPr/>
          </p:nvSpPr>
          <p:spPr>
            <a:xfrm>
              <a:off x="6547330" y="4051262"/>
              <a:ext cx="115856" cy="115908"/>
            </a:xfrm>
            <a:custGeom>
              <a:rect b="b" l="l" r="r" t="t"/>
              <a:pathLst>
                <a:path extrusionOk="0" h="4461" w="4459">
                  <a:moveTo>
                    <a:pt x="2230" y="0"/>
                  </a:moveTo>
                  <a:cubicBezTo>
                    <a:pt x="999" y="0"/>
                    <a:pt x="1" y="998"/>
                    <a:pt x="1" y="2232"/>
                  </a:cubicBezTo>
                  <a:cubicBezTo>
                    <a:pt x="1" y="3462"/>
                    <a:pt x="999" y="4460"/>
                    <a:pt x="2230" y="4460"/>
                  </a:cubicBezTo>
                  <a:cubicBezTo>
                    <a:pt x="3460" y="4460"/>
                    <a:pt x="4458" y="3462"/>
                    <a:pt x="4458" y="2232"/>
                  </a:cubicBezTo>
                  <a:cubicBezTo>
                    <a:pt x="4458" y="998"/>
                    <a:pt x="3460" y="0"/>
                    <a:pt x="2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26"/>
            <p:cNvSpPr/>
            <p:nvPr/>
          </p:nvSpPr>
          <p:spPr>
            <a:xfrm>
              <a:off x="6576248" y="4080232"/>
              <a:ext cx="58019" cy="57941"/>
            </a:xfrm>
            <a:custGeom>
              <a:rect b="b" l="l" r="r" t="t"/>
              <a:pathLst>
                <a:path extrusionOk="0" h="2230" w="2233">
                  <a:moveTo>
                    <a:pt x="1117" y="1"/>
                  </a:moveTo>
                  <a:cubicBezTo>
                    <a:pt x="500" y="1"/>
                    <a:pt x="1" y="500"/>
                    <a:pt x="1" y="1117"/>
                  </a:cubicBezTo>
                  <a:cubicBezTo>
                    <a:pt x="1" y="1731"/>
                    <a:pt x="500" y="2230"/>
                    <a:pt x="1117" y="2230"/>
                  </a:cubicBezTo>
                  <a:cubicBezTo>
                    <a:pt x="1733" y="2230"/>
                    <a:pt x="2232" y="1731"/>
                    <a:pt x="2232" y="1117"/>
                  </a:cubicBezTo>
                  <a:cubicBezTo>
                    <a:pt x="2232" y="500"/>
                    <a:pt x="1733" y="1"/>
                    <a:pt x="11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26"/>
            <p:cNvSpPr/>
            <p:nvPr/>
          </p:nvSpPr>
          <p:spPr>
            <a:xfrm>
              <a:off x="6595190" y="4051262"/>
              <a:ext cx="67996" cy="115908"/>
            </a:xfrm>
            <a:custGeom>
              <a:rect b="b" l="l" r="r" t="t"/>
              <a:pathLst>
                <a:path extrusionOk="0" h="4461" w="2617">
                  <a:moveTo>
                    <a:pt x="388" y="0"/>
                  </a:moveTo>
                  <a:cubicBezTo>
                    <a:pt x="254" y="0"/>
                    <a:pt x="126" y="13"/>
                    <a:pt x="1" y="34"/>
                  </a:cubicBezTo>
                  <a:cubicBezTo>
                    <a:pt x="1046" y="220"/>
                    <a:pt x="1843" y="1132"/>
                    <a:pt x="1843" y="2232"/>
                  </a:cubicBezTo>
                  <a:cubicBezTo>
                    <a:pt x="1843" y="3329"/>
                    <a:pt x="1046" y="4243"/>
                    <a:pt x="1" y="4426"/>
                  </a:cubicBezTo>
                  <a:cubicBezTo>
                    <a:pt x="126" y="4447"/>
                    <a:pt x="254" y="4460"/>
                    <a:pt x="388" y="4460"/>
                  </a:cubicBezTo>
                  <a:cubicBezTo>
                    <a:pt x="1618" y="4460"/>
                    <a:pt x="2616" y="3462"/>
                    <a:pt x="2616" y="2232"/>
                  </a:cubicBezTo>
                  <a:cubicBezTo>
                    <a:pt x="2616" y="998"/>
                    <a:pt x="1618" y="0"/>
                    <a:pt x="3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26"/>
            <p:cNvSpPr/>
            <p:nvPr/>
          </p:nvSpPr>
          <p:spPr>
            <a:xfrm>
              <a:off x="6596904" y="4102655"/>
              <a:ext cx="16707" cy="13121"/>
            </a:xfrm>
            <a:custGeom>
              <a:rect b="b" l="l" r="r" t="t"/>
              <a:pathLst>
                <a:path extrusionOk="0" h="505" w="643">
                  <a:moveTo>
                    <a:pt x="251" y="0"/>
                  </a:moveTo>
                  <a:cubicBezTo>
                    <a:pt x="113" y="0"/>
                    <a:pt x="0" y="112"/>
                    <a:pt x="0" y="254"/>
                  </a:cubicBezTo>
                  <a:cubicBezTo>
                    <a:pt x="0" y="392"/>
                    <a:pt x="113" y="504"/>
                    <a:pt x="251" y="504"/>
                  </a:cubicBezTo>
                  <a:lnTo>
                    <a:pt x="392" y="504"/>
                  </a:lnTo>
                  <a:cubicBezTo>
                    <a:pt x="531" y="504"/>
                    <a:pt x="643" y="392"/>
                    <a:pt x="643" y="254"/>
                  </a:cubicBezTo>
                  <a:cubicBezTo>
                    <a:pt x="643" y="112"/>
                    <a:pt x="531" y="0"/>
                    <a:pt x="3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126"/>
          <p:cNvGrpSpPr/>
          <p:nvPr/>
        </p:nvGrpSpPr>
        <p:grpSpPr>
          <a:xfrm>
            <a:off x="7075060" y="3805259"/>
            <a:ext cx="434479" cy="434479"/>
            <a:chOff x="7075060" y="3805259"/>
            <a:chExt cx="434479" cy="434479"/>
          </a:xfrm>
        </p:grpSpPr>
        <p:sp>
          <p:nvSpPr>
            <p:cNvPr id="11717" name="Google Shape;11717;p126"/>
            <p:cNvSpPr/>
            <p:nvPr/>
          </p:nvSpPr>
          <p:spPr>
            <a:xfrm>
              <a:off x="7147500" y="3849248"/>
              <a:ext cx="115830" cy="303580"/>
            </a:xfrm>
            <a:custGeom>
              <a:rect b="b" l="l" r="r" t="t"/>
              <a:pathLst>
                <a:path extrusionOk="0" h="11684" w="4458">
                  <a:moveTo>
                    <a:pt x="0" y="0"/>
                  </a:moveTo>
                  <a:lnTo>
                    <a:pt x="0" y="9455"/>
                  </a:lnTo>
                  <a:cubicBezTo>
                    <a:pt x="0" y="10686"/>
                    <a:pt x="998" y="11684"/>
                    <a:pt x="2229" y="11684"/>
                  </a:cubicBezTo>
                  <a:cubicBezTo>
                    <a:pt x="3459" y="11684"/>
                    <a:pt x="4458" y="10686"/>
                    <a:pt x="4458" y="9455"/>
                  </a:cubicBezTo>
                  <a:lnTo>
                    <a:pt x="44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26"/>
            <p:cNvSpPr/>
            <p:nvPr/>
          </p:nvSpPr>
          <p:spPr>
            <a:xfrm>
              <a:off x="7195359" y="3849248"/>
              <a:ext cx="67970" cy="303580"/>
            </a:xfrm>
            <a:custGeom>
              <a:rect b="b" l="l" r="r" t="t"/>
              <a:pathLst>
                <a:path extrusionOk="0" h="11684" w="2616">
                  <a:moveTo>
                    <a:pt x="1842" y="0"/>
                  </a:moveTo>
                  <a:lnTo>
                    <a:pt x="1842" y="3323"/>
                  </a:lnTo>
                  <a:lnTo>
                    <a:pt x="1842" y="4996"/>
                  </a:lnTo>
                  <a:lnTo>
                    <a:pt x="1842" y="9455"/>
                  </a:lnTo>
                  <a:cubicBezTo>
                    <a:pt x="1842" y="10555"/>
                    <a:pt x="1048" y="11467"/>
                    <a:pt x="0" y="11650"/>
                  </a:cubicBezTo>
                  <a:cubicBezTo>
                    <a:pt x="126" y="11671"/>
                    <a:pt x="254" y="11684"/>
                    <a:pt x="387" y="11684"/>
                  </a:cubicBezTo>
                  <a:cubicBezTo>
                    <a:pt x="1617" y="11684"/>
                    <a:pt x="2616" y="10686"/>
                    <a:pt x="2616" y="9455"/>
                  </a:cubicBezTo>
                  <a:lnTo>
                    <a:pt x="2616" y="4996"/>
                  </a:lnTo>
                  <a:lnTo>
                    <a:pt x="2616" y="3323"/>
                  </a:lnTo>
                  <a:lnTo>
                    <a:pt x="26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26"/>
            <p:cNvSpPr/>
            <p:nvPr/>
          </p:nvSpPr>
          <p:spPr>
            <a:xfrm>
              <a:off x="7132975" y="3805259"/>
              <a:ext cx="144878" cy="57915"/>
            </a:xfrm>
            <a:custGeom>
              <a:rect b="b" l="l" r="r" t="t"/>
              <a:pathLst>
                <a:path extrusionOk="0" h="2229" w="5576">
                  <a:moveTo>
                    <a:pt x="559" y="0"/>
                  </a:moveTo>
                  <a:cubicBezTo>
                    <a:pt x="251" y="0"/>
                    <a:pt x="0" y="251"/>
                    <a:pt x="0" y="557"/>
                  </a:cubicBezTo>
                  <a:lnTo>
                    <a:pt x="0" y="1672"/>
                  </a:lnTo>
                  <a:cubicBezTo>
                    <a:pt x="0" y="1981"/>
                    <a:pt x="251" y="2229"/>
                    <a:pt x="559" y="2229"/>
                  </a:cubicBezTo>
                  <a:lnTo>
                    <a:pt x="5017" y="2229"/>
                  </a:lnTo>
                  <a:cubicBezTo>
                    <a:pt x="5325" y="2229"/>
                    <a:pt x="5576" y="1981"/>
                    <a:pt x="5576" y="1672"/>
                  </a:cubicBezTo>
                  <a:lnTo>
                    <a:pt x="5576" y="557"/>
                  </a:lnTo>
                  <a:cubicBezTo>
                    <a:pt x="5576" y="251"/>
                    <a:pt x="5325" y="0"/>
                    <a:pt x="5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26"/>
            <p:cNvSpPr/>
            <p:nvPr/>
          </p:nvSpPr>
          <p:spPr>
            <a:xfrm>
              <a:off x="7243219" y="3805259"/>
              <a:ext cx="34635" cy="57915"/>
            </a:xfrm>
            <a:custGeom>
              <a:rect b="b" l="l" r="r" t="t"/>
              <a:pathLst>
                <a:path extrusionOk="0" h="2229" w="1333">
                  <a:moveTo>
                    <a:pt x="0" y="0"/>
                  </a:moveTo>
                  <a:cubicBezTo>
                    <a:pt x="308" y="0"/>
                    <a:pt x="557" y="251"/>
                    <a:pt x="557" y="557"/>
                  </a:cubicBezTo>
                  <a:lnTo>
                    <a:pt x="557" y="1672"/>
                  </a:lnTo>
                  <a:cubicBezTo>
                    <a:pt x="557" y="1981"/>
                    <a:pt x="308" y="2229"/>
                    <a:pt x="0" y="2229"/>
                  </a:cubicBezTo>
                  <a:lnTo>
                    <a:pt x="774" y="2229"/>
                  </a:lnTo>
                  <a:cubicBezTo>
                    <a:pt x="1082" y="2229"/>
                    <a:pt x="1333" y="1981"/>
                    <a:pt x="1333" y="1672"/>
                  </a:cubicBezTo>
                  <a:lnTo>
                    <a:pt x="1333" y="557"/>
                  </a:lnTo>
                  <a:cubicBezTo>
                    <a:pt x="1333" y="251"/>
                    <a:pt x="1082"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26"/>
            <p:cNvSpPr/>
            <p:nvPr/>
          </p:nvSpPr>
          <p:spPr>
            <a:xfrm>
              <a:off x="7176418" y="3979030"/>
              <a:ext cx="57993" cy="144826"/>
            </a:xfrm>
            <a:custGeom>
              <a:rect b="b" l="l" r="r" t="t"/>
              <a:pathLst>
                <a:path extrusionOk="0" h="5574" w="2232">
                  <a:moveTo>
                    <a:pt x="0" y="1"/>
                  </a:moveTo>
                  <a:lnTo>
                    <a:pt x="0" y="4460"/>
                  </a:lnTo>
                  <a:cubicBezTo>
                    <a:pt x="0" y="5074"/>
                    <a:pt x="499" y="5573"/>
                    <a:pt x="1116" y="5573"/>
                  </a:cubicBezTo>
                  <a:cubicBezTo>
                    <a:pt x="1733" y="5573"/>
                    <a:pt x="2232" y="5074"/>
                    <a:pt x="2232" y="4460"/>
                  </a:cubicBez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26"/>
            <p:cNvSpPr/>
            <p:nvPr/>
          </p:nvSpPr>
          <p:spPr>
            <a:xfrm>
              <a:off x="7195359" y="3979030"/>
              <a:ext cx="39052" cy="144826"/>
            </a:xfrm>
            <a:custGeom>
              <a:rect b="b" l="l" r="r" t="t"/>
              <a:pathLst>
                <a:path extrusionOk="0" h="5574" w="1503">
                  <a:moveTo>
                    <a:pt x="727" y="1"/>
                  </a:moveTo>
                  <a:lnTo>
                    <a:pt x="727" y="4460"/>
                  </a:lnTo>
                  <a:cubicBezTo>
                    <a:pt x="727" y="4938"/>
                    <a:pt x="426" y="5349"/>
                    <a:pt x="0" y="5505"/>
                  </a:cubicBezTo>
                  <a:cubicBezTo>
                    <a:pt x="120" y="5550"/>
                    <a:pt x="251" y="5573"/>
                    <a:pt x="387" y="5573"/>
                  </a:cubicBezTo>
                  <a:cubicBezTo>
                    <a:pt x="1004" y="5573"/>
                    <a:pt x="1503" y="5074"/>
                    <a:pt x="1503" y="4460"/>
                  </a:cubicBezTo>
                  <a:lnTo>
                    <a:pt x="150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26"/>
            <p:cNvSpPr/>
            <p:nvPr/>
          </p:nvSpPr>
          <p:spPr>
            <a:xfrm>
              <a:off x="7321271" y="3849248"/>
              <a:ext cx="115830" cy="303580"/>
            </a:xfrm>
            <a:custGeom>
              <a:rect b="b" l="l" r="r" t="t"/>
              <a:pathLst>
                <a:path extrusionOk="0" h="11684" w="4458">
                  <a:moveTo>
                    <a:pt x="1" y="0"/>
                  </a:moveTo>
                  <a:lnTo>
                    <a:pt x="1" y="9455"/>
                  </a:lnTo>
                  <a:cubicBezTo>
                    <a:pt x="1" y="10686"/>
                    <a:pt x="999" y="11684"/>
                    <a:pt x="2229" y="11684"/>
                  </a:cubicBezTo>
                  <a:cubicBezTo>
                    <a:pt x="3460" y="11684"/>
                    <a:pt x="4458" y="10686"/>
                    <a:pt x="4458" y="9455"/>
                  </a:cubicBezTo>
                  <a:lnTo>
                    <a:pt x="44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26"/>
            <p:cNvSpPr/>
            <p:nvPr/>
          </p:nvSpPr>
          <p:spPr>
            <a:xfrm>
              <a:off x="7369130" y="3849248"/>
              <a:ext cx="67970" cy="303580"/>
            </a:xfrm>
            <a:custGeom>
              <a:rect b="b" l="l" r="r" t="t"/>
              <a:pathLst>
                <a:path extrusionOk="0" h="11684" w="2616">
                  <a:moveTo>
                    <a:pt x="1843" y="0"/>
                  </a:moveTo>
                  <a:lnTo>
                    <a:pt x="1843" y="3323"/>
                  </a:lnTo>
                  <a:lnTo>
                    <a:pt x="1843" y="4996"/>
                  </a:lnTo>
                  <a:lnTo>
                    <a:pt x="1843" y="9455"/>
                  </a:lnTo>
                  <a:cubicBezTo>
                    <a:pt x="1843" y="10555"/>
                    <a:pt x="1048" y="11467"/>
                    <a:pt x="1" y="11650"/>
                  </a:cubicBezTo>
                  <a:cubicBezTo>
                    <a:pt x="126" y="11671"/>
                    <a:pt x="254" y="11684"/>
                    <a:pt x="387" y="11684"/>
                  </a:cubicBezTo>
                  <a:cubicBezTo>
                    <a:pt x="1618" y="11684"/>
                    <a:pt x="2616" y="10686"/>
                    <a:pt x="2616" y="9455"/>
                  </a:cubicBezTo>
                  <a:lnTo>
                    <a:pt x="2616" y="4996"/>
                  </a:lnTo>
                  <a:lnTo>
                    <a:pt x="2616" y="3323"/>
                  </a:lnTo>
                  <a:lnTo>
                    <a:pt x="26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26"/>
            <p:cNvSpPr/>
            <p:nvPr/>
          </p:nvSpPr>
          <p:spPr>
            <a:xfrm>
              <a:off x="7306746" y="3805259"/>
              <a:ext cx="144878" cy="57915"/>
            </a:xfrm>
            <a:custGeom>
              <a:rect b="b" l="l" r="r" t="t"/>
              <a:pathLst>
                <a:path extrusionOk="0" h="2229" w="5576">
                  <a:moveTo>
                    <a:pt x="560" y="0"/>
                  </a:moveTo>
                  <a:cubicBezTo>
                    <a:pt x="251" y="0"/>
                    <a:pt x="1" y="251"/>
                    <a:pt x="1" y="557"/>
                  </a:cubicBezTo>
                  <a:lnTo>
                    <a:pt x="1" y="1672"/>
                  </a:lnTo>
                  <a:cubicBezTo>
                    <a:pt x="1" y="1981"/>
                    <a:pt x="251" y="2229"/>
                    <a:pt x="560" y="2229"/>
                  </a:cubicBezTo>
                  <a:lnTo>
                    <a:pt x="5017" y="2229"/>
                  </a:lnTo>
                  <a:cubicBezTo>
                    <a:pt x="5325" y="2229"/>
                    <a:pt x="5576" y="1981"/>
                    <a:pt x="5576" y="1672"/>
                  </a:cubicBezTo>
                  <a:lnTo>
                    <a:pt x="5576" y="557"/>
                  </a:lnTo>
                  <a:cubicBezTo>
                    <a:pt x="5576" y="251"/>
                    <a:pt x="5325" y="0"/>
                    <a:pt x="5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26"/>
            <p:cNvSpPr/>
            <p:nvPr/>
          </p:nvSpPr>
          <p:spPr>
            <a:xfrm>
              <a:off x="7416990" y="3805259"/>
              <a:ext cx="34635" cy="57915"/>
            </a:xfrm>
            <a:custGeom>
              <a:rect b="b" l="l" r="r" t="t"/>
              <a:pathLst>
                <a:path extrusionOk="0" h="2229" w="1333">
                  <a:moveTo>
                    <a:pt x="1" y="0"/>
                  </a:moveTo>
                  <a:cubicBezTo>
                    <a:pt x="309" y="0"/>
                    <a:pt x="560" y="251"/>
                    <a:pt x="560" y="557"/>
                  </a:cubicBezTo>
                  <a:lnTo>
                    <a:pt x="560" y="1672"/>
                  </a:lnTo>
                  <a:cubicBezTo>
                    <a:pt x="560" y="1981"/>
                    <a:pt x="309" y="2229"/>
                    <a:pt x="1" y="2229"/>
                  </a:cubicBezTo>
                  <a:lnTo>
                    <a:pt x="774" y="2229"/>
                  </a:lnTo>
                  <a:cubicBezTo>
                    <a:pt x="1082" y="2229"/>
                    <a:pt x="1333" y="1981"/>
                    <a:pt x="1333" y="1672"/>
                  </a:cubicBezTo>
                  <a:lnTo>
                    <a:pt x="1333" y="557"/>
                  </a:lnTo>
                  <a:cubicBezTo>
                    <a:pt x="1333" y="251"/>
                    <a:pt x="1082" y="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26"/>
            <p:cNvSpPr/>
            <p:nvPr/>
          </p:nvSpPr>
          <p:spPr>
            <a:xfrm>
              <a:off x="7350189" y="3979030"/>
              <a:ext cx="57993" cy="144826"/>
            </a:xfrm>
            <a:custGeom>
              <a:rect b="b" l="l" r="r" t="t"/>
              <a:pathLst>
                <a:path extrusionOk="0" h="5574" w="2232">
                  <a:moveTo>
                    <a:pt x="1" y="1"/>
                  </a:moveTo>
                  <a:lnTo>
                    <a:pt x="1" y="4460"/>
                  </a:lnTo>
                  <a:cubicBezTo>
                    <a:pt x="1" y="5074"/>
                    <a:pt x="500" y="5573"/>
                    <a:pt x="1116" y="5573"/>
                  </a:cubicBezTo>
                  <a:cubicBezTo>
                    <a:pt x="1733" y="5573"/>
                    <a:pt x="2232" y="5074"/>
                    <a:pt x="2232" y="4460"/>
                  </a:cubicBezTo>
                  <a:lnTo>
                    <a:pt x="22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26"/>
            <p:cNvSpPr/>
            <p:nvPr/>
          </p:nvSpPr>
          <p:spPr>
            <a:xfrm>
              <a:off x="7369130" y="3979030"/>
              <a:ext cx="39052" cy="144826"/>
            </a:xfrm>
            <a:custGeom>
              <a:rect b="b" l="l" r="r" t="t"/>
              <a:pathLst>
                <a:path extrusionOk="0" h="5574" w="1503">
                  <a:moveTo>
                    <a:pt x="727" y="1"/>
                  </a:moveTo>
                  <a:lnTo>
                    <a:pt x="727" y="4460"/>
                  </a:lnTo>
                  <a:cubicBezTo>
                    <a:pt x="727" y="4938"/>
                    <a:pt x="426" y="5349"/>
                    <a:pt x="1" y="5505"/>
                  </a:cubicBezTo>
                  <a:cubicBezTo>
                    <a:pt x="121" y="5550"/>
                    <a:pt x="251" y="5573"/>
                    <a:pt x="387" y="5573"/>
                  </a:cubicBezTo>
                  <a:cubicBezTo>
                    <a:pt x="1004" y="5573"/>
                    <a:pt x="1503" y="5074"/>
                    <a:pt x="1503" y="4460"/>
                  </a:cubicBezTo>
                  <a:lnTo>
                    <a:pt x="150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26"/>
            <p:cNvSpPr/>
            <p:nvPr/>
          </p:nvSpPr>
          <p:spPr>
            <a:xfrm>
              <a:off x="7114242" y="3935588"/>
              <a:ext cx="356142" cy="43469"/>
            </a:xfrm>
            <a:custGeom>
              <a:rect b="b" l="l" r="r" t="t"/>
              <a:pathLst>
                <a:path extrusionOk="0" h="1673" w="13707">
                  <a:moveTo>
                    <a:pt x="0" y="0"/>
                  </a:moveTo>
                  <a:lnTo>
                    <a:pt x="0" y="1673"/>
                  </a:lnTo>
                  <a:lnTo>
                    <a:pt x="13706" y="1673"/>
                  </a:lnTo>
                  <a:lnTo>
                    <a:pt x="1370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26"/>
            <p:cNvSpPr/>
            <p:nvPr/>
          </p:nvSpPr>
          <p:spPr>
            <a:xfrm>
              <a:off x="7114242" y="4181798"/>
              <a:ext cx="356142" cy="29022"/>
            </a:xfrm>
            <a:custGeom>
              <a:rect b="b" l="l" r="r" t="t"/>
              <a:pathLst>
                <a:path extrusionOk="0" h="1117" w="13707">
                  <a:moveTo>
                    <a:pt x="0" y="0"/>
                  </a:moveTo>
                  <a:lnTo>
                    <a:pt x="0" y="1116"/>
                  </a:lnTo>
                  <a:lnTo>
                    <a:pt x="13706" y="1116"/>
                  </a:lnTo>
                  <a:lnTo>
                    <a:pt x="1370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26"/>
            <p:cNvSpPr/>
            <p:nvPr/>
          </p:nvSpPr>
          <p:spPr>
            <a:xfrm>
              <a:off x="7075060" y="3935588"/>
              <a:ext cx="43469" cy="304151"/>
            </a:xfrm>
            <a:custGeom>
              <a:rect b="b" l="l" r="r" t="t"/>
              <a:pathLst>
                <a:path extrusionOk="0" h="11706" w="1673">
                  <a:moveTo>
                    <a:pt x="523" y="0"/>
                  </a:moveTo>
                  <a:cubicBezTo>
                    <a:pt x="236" y="0"/>
                    <a:pt x="1" y="236"/>
                    <a:pt x="1" y="523"/>
                  </a:cubicBezTo>
                  <a:lnTo>
                    <a:pt x="1" y="11444"/>
                  </a:lnTo>
                  <a:cubicBezTo>
                    <a:pt x="1" y="11587"/>
                    <a:pt x="118" y="11705"/>
                    <a:pt x="262" y="11705"/>
                  </a:cubicBezTo>
                  <a:lnTo>
                    <a:pt x="1411" y="11705"/>
                  </a:lnTo>
                  <a:cubicBezTo>
                    <a:pt x="1555" y="11705"/>
                    <a:pt x="1673" y="11587"/>
                    <a:pt x="1673" y="11444"/>
                  </a:cubicBezTo>
                  <a:lnTo>
                    <a:pt x="167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26"/>
            <p:cNvSpPr/>
            <p:nvPr/>
          </p:nvSpPr>
          <p:spPr>
            <a:xfrm>
              <a:off x="7466071" y="3935588"/>
              <a:ext cx="43469" cy="304151"/>
            </a:xfrm>
            <a:custGeom>
              <a:rect b="b" l="l" r="r" t="t"/>
              <a:pathLst>
                <a:path extrusionOk="0" h="11706" w="1673">
                  <a:moveTo>
                    <a:pt x="0" y="0"/>
                  </a:moveTo>
                  <a:lnTo>
                    <a:pt x="0" y="11444"/>
                  </a:lnTo>
                  <a:cubicBezTo>
                    <a:pt x="0" y="11587"/>
                    <a:pt x="118" y="11705"/>
                    <a:pt x="262" y="11705"/>
                  </a:cubicBezTo>
                  <a:lnTo>
                    <a:pt x="1411" y="11705"/>
                  </a:lnTo>
                  <a:cubicBezTo>
                    <a:pt x="1555" y="11705"/>
                    <a:pt x="1673" y="11587"/>
                    <a:pt x="1673" y="11444"/>
                  </a:cubicBezTo>
                  <a:lnTo>
                    <a:pt x="1673" y="523"/>
                  </a:lnTo>
                  <a:cubicBezTo>
                    <a:pt x="1673" y="236"/>
                    <a:pt x="1437" y="0"/>
                    <a:pt x="11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26"/>
            <p:cNvSpPr/>
            <p:nvPr/>
          </p:nvSpPr>
          <p:spPr>
            <a:xfrm>
              <a:off x="7475451" y="3935588"/>
              <a:ext cx="34089" cy="304151"/>
            </a:xfrm>
            <a:custGeom>
              <a:rect b="b" l="l" r="r" t="t"/>
              <a:pathLst>
                <a:path extrusionOk="0" h="11706" w="1312">
                  <a:moveTo>
                    <a:pt x="0" y="0"/>
                  </a:moveTo>
                  <a:cubicBezTo>
                    <a:pt x="295" y="0"/>
                    <a:pt x="538" y="241"/>
                    <a:pt x="538" y="539"/>
                  </a:cubicBezTo>
                  <a:lnTo>
                    <a:pt x="538" y="11436"/>
                  </a:lnTo>
                  <a:cubicBezTo>
                    <a:pt x="538" y="11585"/>
                    <a:pt x="418" y="11705"/>
                    <a:pt x="269" y="11705"/>
                  </a:cubicBezTo>
                  <a:lnTo>
                    <a:pt x="1042" y="11705"/>
                  </a:lnTo>
                  <a:cubicBezTo>
                    <a:pt x="1191" y="11705"/>
                    <a:pt x="1312" y="11585"/>
                    <a:pt x="1312" y="11436"/>
                  </a:cubicBezTo>
                  <a:lnTo>
                    <a:pt x="1312" y="539"/>
                  </a:lnTo>
                  <a:cubicBezTo>
                    <a:pt x="1312" y="241"/>
                    <a:pt x="1071" y="0"/>
                    <a:pt x="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26"/>
            <p:cNvSpPr/>
            <p:nvPr/>
          </p:nvSpPr>
          <p:spPr>
            <a:xfrm>
              <a:off x="7466071" y="4204195"/>
              <a:ext cx="43469" cy="13121"/>
            </a:xfrm>
            <a:custGeom>
              <a:rect b="b" l="l" r="r" t="t"/>
              <a:pathLst>
                <a:path extrusionOk="0" h="505" w="1673">
                  <a:moveTo>
                    <a:pt x="0" y="1"/>
                  </a:moveTo>
                  <a:lnTo>
                    <a:pt x="0" y="505"/>
                  </a:lnTo>
                  <a:lnTo>
                    <a:pt x="1673" y="505"/>
                  </a:lnTo>
                  <a:lnTo>
                    <a:pt x="16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26"/>
            <p:cNvSpPr/>
            <p:nvPr/>
          </p:nvSpPr>
          <p:spPr>
            <a:xfrm>
              <a:off x="7075060" y="4204195"/>
              <a:ext cx="43469" cy="13121"/>
            </a:xfrm>
            <a:custGeom>
              <a:rect b="b" l="l" r="r" t="t"/>
              <a:pathLst>
                <a:path extrusionOk="0" h="505" w="1673">
                  <a:moveTo>
                    <a:pt x="1" y="1"/>
                  </a:moveTo>
                  <a:lnTo>
                    <a:pt x="1" y="505"/>
                  </a:lnTo>
                  <a:lnTo>
                    <a:pt x="1673" y="505"/>
                  </a:lnTo>
                  <a:lnTo>
                    <a:pt x="16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126"/>
          <p:cNvGrpSpPr/>
          <p:nvPr/>
        </p:nvGrpSpPr>
        <p:grpSpPr>
          <a:xfrm>
            <a:off x="7899641" y="3805259"/>
            <a:ext cx="333070" cy="434479"/>
            <a:chOff x="7899641" y="3805259"/>
            <a:chExt cx="333070" cy="434479"/>
          </a:xfrm>
        </p:grpSpPr>
        <p:sp>
          <p:nvSpPr>
            <p:cNvPr id="11737" name="Google Shape;11737;p126"/>
            <p:cNvSpPr/>
            <p:nvPr/>
          </p:nvSpPr>
          <p:spPr>
            <a:xfrm>
              <a:off x="7943084" y="3848702"/>
              <a:ext cx="289627" cy="391037"/>
            </a:xfrm>
            <a:custGeom>
              <a:rect b="b" l="l" r="r" t="t"/>
              <a:pathLst>
                <a:path extrusionOk="0" h="15050" w="11147">
                  <a:moveTo>
                    <a:pt x="7802" y="0"/>
                  </a:moveTo>
                  <a:lnTo>
                    <a:pt x="1" y="13377"/>
                  </a:lnTo>
                  <a:lnTo>
                    <a:pt x="1" y="14493"/>
                  </a:lnTo>
                  <a:cubicBezTo>
                    <a:pt x="1" y="14801"/>
                    <a:pt x="249" y="15049"/>
                    <a:pt x="557" y="15049"/>
                  </a:cubicBezTo>
                  <a:lnTo>
                    <a:pt x="10590" y="15049"/>
                  </a:lnTo>
                  <a:cubicBezTo>
                    <a:pt x="10898" y="15049"/>
                    <a:pt x="11146" y="14801"/>
                    <a:pt x="11146" y="14493"/>
                  </a:cubicBezTo>
                  <a:lnTo>
                    <a:pt x="11146" y="557"/>
                  </a:lnTo>
                  <a:cubicBezTo>
                    <a:pt x="11146" y="251"/>
                    <a:pt x="10898" y="0"/>
                    <a:pt x="105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26"/>
            <p:cNvSpPr/>
            <p:nvPr/>
          </p:nvSpPr>
          <p:spPr>
            <a:xfrm>
              <a:off x="8198128" y="3848702"/>
              <a:ext cx="34583" cy="391037"/>
            </a:xfrm>
            <a:custGeom>
              <a:rect b="b" l="l" r="r" t="t"/>
              <a:pathLst>
                <a:path extrusionOk="0" h="15050" w="1331">
                  <a:moveTo>
                    <a:pt x="0" y="0"/>
                  </a:moveTo>
                  <a:cubicBezTo>
                    <a:pt x="309" y="0"/>
                    <a:pt x="557" y="251"/>
                    <a:pt x="557" y="557"/>
                  </a:cubicBezTo>
                  <a:lnTo>
                    <a:pt x="557" y="14493"/>
                  </a:lnTo>
                  <a:cubicBezTo>
                    <a:pt x="557" y="14801"/>
                    <a:pt x="309" y="15049"/>
                    <a:pt x="0" y="15049"/>
                  </a:cubicBezTo>
                  <a:lnTo>
                    <a:pt x="774" y="15049"/>
                  </a:lnTo>
                  <a:cubicBezTo>
                    <a:pt x="1082" y="15049"/>
                    <a:pt x="1330" y="14801"/>
                    <a:pt x="1330" y="14493"/>
                  </a:cubicBezTo>
                  <a:lnTo>
                    <a:pt x="1330" y="557"/>
                  </a:lnTo>
                  <a:cubicBezTo>
                    <a:pt x="1330" y="251"/>
                    <a:pt x="1082"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26"/>
            <p:cNvSpPr/>
            <p:nvPr/>
          </p:nvSpPr>
          <p:spPr>
            <a:xfrm>
              <a:off x="7899641" y="3805259"/>
              <a:ext cx="289601" cy="391011"/>
            </a:xfrm>
            <a:custGeom>
              <a:rect b="b" l="l" r="r" t="t"/>
              <a:pathLst>
                <a:path extrusionOk="0" h="15049" w="11146">
                  <a:moveTo>
                    <a:pt x="557" y="0"/>
                  </a:moveTo>
                  <a:cubicBezTo>
                    <a:pt x="249" y="0"/>
                    <a:pt x="0" y="251"/>
                    <a:pt x="0" y="557"/>
                  </a:cubicBezTo>
                  <a:lnTo>
                    <a:pt x="0" y="14492"/>
                  </a:lnTo>
                  <a:cubicBezTo>
                    <a:pt x="0" y="14801"/>
                    <a:pt x="249" y="15049"/>
                    <a:pt x="557" y="15049"/>
                  </a:cubicBezTo>
                  <a:lnTo>
                    <a:pt x="10589" y="15049"/>
                  </a:lnTo>
                  <a:cubicBezTo>
                    <a:pt x="10898" y="15049"/>
                    <a:pt x="11146" y="14801"/>
                    <a:pt x="11146" y="14492"/>
                  </a:cubicBezTo>
                  <a:lnTo>
                    <a:pt x="11146" y="3344"/>
                  </a:lnTo>
                  <a:lnTo>
                    <a:pt x="9069" y="2367"/>
                  </a:lnTo>
                  <a:lnTo>
                    <a:pt x="78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26"/>
            <p:cNvSpPr/>
            <p:nvPr/>
          </p:nvSpPr>
          <p:spPr>
            <a:xfrm>
              <a:off x="8102330" y="3805259"/>
              <a:ext cx="86911" cy="86911"/>
            </a:xfrm>
            <a:custGeom>
              <a:rect b="b" l="l" r="r" t="t"/>
              <a:pathLst>
                <a:path extrusionOk="0" h="3345" w="3345">
                  <a:moveTo>
                    <a:pt x="1" y="0"/>
                  </a:moveTo>
                  <a:lnTo>
                    <a:pt x="1" y="2788"/>
                  </a:lnTo>
                  <a:cubicBezTo>
                    <a:pt x="1" y="3096"/>
                    <a:pt x="252" y="3344"/>
                    <a:pt x="560" y="3344"/>
                  </a:cubicBezTo>
                  <a:lnTo>
                    <a:pt x="3345" y="3344"/>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26"/>
            <p:cNvSpPr/>
            <p:nvPr/>
          </p:nvSpPr>
          <p:spPr>
            <a:xfrm>
              <a:off x="7922038" y="4117309"/>
              <a:ext cx="92758" cy="56564"/>
            </a:xfrm>
            <a:custGeom>
              <a:rect b="b" l="l" r="r" t="t"/>
              <a:pathLst>
                <a:path extrusionOk="0" h="2177" w="3570">
                  <a:moveTo>
                    <a:pt x="3050" y="505"/>
                  </a:moveTo>
                  <a:cubicBezTo>
                    <a:pt x="3057" y="505"/>
                    <a:pt x="3065" y="513"/>
                    <a:pt x="3065" y="520"/>
                  </a:cubicBezTo>
                  <a:lnTo>
                    <a:pt x="3065" y="1654"/>
                  </a:lnTo>
                  <a:cubicBezTo>
                    <a:pt x="3065" y="1665"/>
                    <a:pt x="3057" y="1673"/>
                    <a:pt x="3050" y="1673"/>
                  </a:cubicBezTo>
                  <a:lnTo>
                    <a:pt x="521" y="1673"/>
                  </a:lnTo>
                  <a:cubicBezTo>
                    <a:pt x="513" y="1673"/>
                    <a:pt x="505" y="1665"/>
                    <a:pt x="505" y="1654"/>
                  </a:cubicBezTo>
                  <a:lnTo>
                    <a:pt x="505" y="520"/>
                  </a:lnTo>
                  <a:cubicBezTo>
                    <a:pt x="505" y="513"/>
                    <a:pt x="513" y="505"/>
                    <a:pt x="521" y="505"/>
                  </a:cubicBezTo>
                  <a:close/>
                  <a:moveTo>
                    <a:pt x="521" y="0"/>
                  </a:moveTo>
                  <a:cubicBezTo>
                    <a:pt x="233" y="0"/>
                    <a:pt x="1" y="233"/>
                    <a:pt x="1" y="520"/>
                  </a:cubicBezTo>
                  <a:lnTo>
                    <a:pt x="1" y="1654"/>
                  </a:lnTo>
                  <a:cubicBezTo>
                    <a:pt x="1" y="1942"/>
                    <a:pt x="233" y="2177"/>
                    <a:pt x="521" y="2177"/>
                  </a:cubicBezTo>
                  <a:lnTo>
                    <a:pt x="3050" y="2177"/>
                  </a:lnTo>
                  <a:cubicBezTo>
                    <a:pt x="3337" y="2177"/>
                    <a:pt x="3569" y="1942"/>
                    <a:pt x="3569" y="1654"/>
                  </a:cubicBezTo>
                  <a:lnTo>
                    <a:pt x="3569" y="520"/>
                  </a:lnTo>
                  <a:cubicBezTo>
                    <a:pt x="3569" y="233"/>
                    <a:pt x="3337" y="0"/>
                    <a:pt x="30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26"/>
            <p:cNvSpPr/>
            <p:nvPr/>
          </p:nvSpPr>
          <p:spPr>
            <a:xfrm>
              <a:off x="8131327" y="4123831"/>
              <a:ext cx="28996" cy="28996"/>
            </a:xfrm>
            <a:custGeom>
              <a:rect b="b" l="l" r="r" t="t"/>
              <a:pathLst>
                <a:path extrusionOk="0" h="1116" w="1116">
                  <a:moveTo>
                    <a:pt x="262" y="0"/>
                  </a:moveTo>
                  <a:cubicBezTo>
                    <a:pt x="118" y="0"/>
                    <a:pt x="0" y="118"/>
                    <a:pt x="0" y="262"/>
                  </a:cubicBezTo>
                  <a:lnTo>
                    <a:pt x="0" y="855"/>
                  </a:lnTo>
                  <a:cubicBezTo>
                    <a:pt x="0" y="998"/>
                    <a:pt x="118" y="1116"/>
                    <a:pt x="262" y="1116"/>
                  </a:cubicBezTo>
                  <a:lnTo>
                    <a:pt x="855" y="1116"/>
                  </a:lnTo>
                  <a:cubicBezTo>
                    <a:pt x="998" y="1116"/>
                    <a:pt x="1116" y="998"/>
                    <a:pt x="1116" y="855"/>
                  </a:cubicBezTo>
                  <a:lnTo>
                    <a:pt x="1116" y="262"/>
                  </a:lnTo>
                  <a:cubicBezTo>
                    <a:pt x="1116" y="118"/>
                    <a:pt x="998"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26"/>
            <p:cNvSpPr/>
            <p:nvPr/>
          </p:nvSpPr>
          <p:spPr>
            <a:xfrm>
              <a:off x="8008248" y="3834230"/>
              <a:ext cx="57941" cy="28945"/>
            </a:xfrm>
            <a:custGeom>
              <a:rect b="b" l="l" r="r" t="t"/>
              <a:pathLst>
                <a:path extrusionOk="0" h="1114" w="2230">
                  <a:moveTo>
                    <a:pt x="262" y="1"/>
                  </a:moveTo>
                  <a:cubicBezTo>
                    <a:pt x="116" y="1"/>
                    <a:pt x="1" y="116"/>
                    <a:pt x="1" y="262"/>
                  </a:cubicBezTo>
                  <a:lnTo>
                    <a:pt x="1" y="853"/>
                  </a:lnTo>
                  <a:cubicBezTo>
                    <a:pt x="1" y="999"/>
                    <a:pt x="116" y="1114"/>
                    <a:pt x="262" y="1114"/>
                  </a:cubicBezTo>
                  <a:lnTo>
                    <a:pt x="1968" y="1114"/>
                  </a:lnTo>
                  <a:cubicBezTo>
                    <a:pt x="2112" y="1114"/>
                    <a:pt x="2229" y="999"/>
                    <a:pt x="2229" y="853"/>
                  </a:cubicBezTo>
                  <a:lnTo>
                    <a:pt x="2229" y="262"/>
                  </a:lnTo>
                  <a:cubicBezTo>
                    <a:pt x="2229" y="116"/>
                    <a:pt x="2112" y="1"/>
                    <a:pt x="1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1744" name="Google Shape;11744;p126"/>
            <p:cNvSpPr/>
            <p:nvPr/>
          </p:nvSpPr>
          <p:spPr>
            <a:xfrm>
              <a:off x="7943759" y="3900096"/>
              <a:ext cx="201364" cy="201364"/>
            </a:xfrm>
            <a:custGeom>
              <a:rect b="b" l="l" r="r" t="t"/>
              <a:pathLst>
                <a:path extrusionOk="0" h="7750" w="7750">
                  <a:moveTo>
                    <a:pt x="3875" y="504"/>
                  </a:moveTo>
                  <a:cubicBezTo>
                    <a:pt x="5733" y="504"/>
                    <a:pt x="7246" y="2017"/>
                    <a:pt x="7246" y="3875"/>
                  </a:cubicBezTo>
                  <a:cubicBezTo>
                    <a:pt x="7246" y="5732"/>
                    <a:pt x="5733" y="7245"/>
                    <a:pt x="3875" y="7245"/>
                  </a:cubicBezTo>
                  <a:cubicBezTo>
                    <a:pt x="2018" y="7245"/>
                    <a:pt x="505" y="5732"/>
                    <a:pt x="505" y="3875"/>
                  </a:cubicBezTo>
                  <a:cubicBezTo>
                    <a:pt x="505" y="2017"/>
                    <a:pt x="2018" y="504"/>
                    <a:pt x="3875" y="504"/>
                  </a:cubicBezTo>
                  <a:close/>
                  <a:moveTo>
                    <a:pt x="3875" y="0"/>
                  </a:moveTo>
                  <a:cubicBezTo>
                    <a:pt x="1738" y="0"/>
                    <a:pt x="1" y="1737"/>
                    <a:pt x="1" y="3875"/>
                  </a:cubicBezTo>
                  <a:cubicBezTo>
                    <a:pt x="1" y="6012"/>
                    <a:pt x="1738" y="7749"/>
                    <a:pt x="3875" y="7749"/>
                  </a:cubicBezTo>
                  <a:cubicBezTo>
                    <a:pt x="6012" y="7749"/>
                    <a:pt x="7750" y="6012"/>
                    <a:pt x="7750" y="3875"/>
                  </a:cubicBezTo>
                  <a:cubicBezTo>
                    <a:pt x="7750" y="1737"/>
                    <a:pt x="6012" y="0"/>
                    <a:pt x="38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26"/>
            <p:cNvSpPr/>
            <p:nvPr/>
          </p:nvSpPr>
          <p:spPr>
            <a:xfrm>
              <a:off x="7986319" y="3950787"/>
              <a:ext cx="83456" cy="100033"/>
            </a:xfrm>
            <a:custGeom>
              <a:rect b="b" l="l" r="r" t="t"/>
              <a:pathLst>
                <a:path extrusionOk="0" h="3850" w="3212">
                  <a:moveTo>
                    <a:pt x="1613" y="826"/>
                  </a:moveTo>
                  <a:lnTo>
                    <a:pt x="2253" y="2522"/>
                  </a:lnTo>
                  <a:lnTo>
                    <a:pt x="965" y="2522"/>
                  </a:lnTo>
                  <a:lnTo>
                    <a:pt x="1613" y="826"/>
                  </a:lnTo>
                  <a:close/>
                  <a:moveTo>
                    <a:pt x="1613" y="1"/>
                  </a:moveTo>
                  <a:cubicBezTo>
                    <a:pt x="1480" y="1"/>
                    <a:pt x="1359" y="79"/>
                    <a:pt x="1307" y="204"/>
                  </a:cubicBezTo>
                  <a:cubicBezTo>
                    <a:pt x="1307" y="204"/>
                    <a:pt x="1307" y="207"/>
                    <a:pt x="1307" y="210"/>
                  </a:cubicBezTo>
                  <a:lnTo>
                    <a:pt x="50" y="3507"/>
                  </a:lnTo>
                  <a:cubicBezTo>
                    <a:pt x="1" y="3637"/>
                    <a:pt x="66" y="3781"/>
                    <a:pt x="197" y="3831"/>
                  </a:cubicBezTo>
                  <a:cubicBezTo>
                    <a:pt x="225" y="3844"/>
                    <a:pt x="257" y="3849"/>
                    <a:pt x="286" y="3849"/>
                  </a:cubicBezTo>
                  <a:cubicBezTo>
                    <a:pt x="387" y="3849"/>
                    <a:pt x="484" y="3786"/>
                    <a:pt x="523" y="3684"/>
                  </a:cubicBezTo>
                  <a:lnTo>
                    <a:pt x="774" y="3026"/>
                  </a:lnTo>
                  <a:lnTo>
                    <a:pt x="2444" y="3026"/>
                  </a:lnTo>
                  <a:lnTo>
                    <a:pt x="2692" y="3684"/>
                  </a:lnTo>
                  <a:cubicBezTo>
                    <a:pt x="2728" y="3785"/>
                    <a:pt x="2824" y="3847"/>
                    <a:pt x="2926" y="3847"/>
                  </a:cubicBezTo>
                  <a:cubicBezTo>
                    <a:pt x="2956" y="3847"/>
                    <a:pt x="2986" y="3842"/>
                    <a:pt x="3016" y="3831"/>
                  </a:cubicBezTo>
                  <a:cubicBezTo>
                    <a:pt x="3146" y="3784"/>
                    <a:pt x="3212" y="3637"/>
                    <a:pt x="3162" y="3507"/>
                  </a:cubicBezTo>
                  <a:lnTo>
                    <a:pt x="1918" y="210"/>
                  </a:lnTo>
                  <a:lnTo>
                    <a:pt x="1916" y="202"/>
                  </a:lnTo>
                  <a:cubicBezTo>
                    <a:pt x="1866" y="79"/>
                    <a:pt x="1746" y="1"/>
                    <a:pt x="16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26"/>
            <p:cNvSpPr/>
            <p:nvPr/>
          </p:nvSpPr>
          <p:spPr>
            <a:xfrm>
              <a:off x="8059563" y="3943538"/>
              <a:ext cx="42118" cy="42092"/>
            </a:xfrm>
            <a:custGeom>
              <a:rect b="b" l="l" r="r" t="t"/>
              <a:pathLst>
                <a:path extrusionOk="0" h="1620" w="1621">
                  <a:moveTo>
                    <a:pt x="811" y="0"/>
                  </a:moveTo>
                  <a:cubicBezTo>
                    <a:pt x="672" y="0"/>
                    <a:pt x="560" y="112"/>
                    <a:pt x="560" y="251"/>
                  </a:cubicBezTo>
                  <a:lnTo>
                    <a:pt x="560" y="557"/>
                  </a:lnTo>
                  <a:lnTo>
                    <a:pt x="254" y="557"/>
                  </a:lnTo>
                  <a:cubicBezTo>
                    <a:pt x="116" y="557"/>
                    <a:pt x="1" y="669"/>
                    <a:pt x="1" y="810"/>
                  </a:cubicBezTo>
                  <a:cubicBezTo>
                    <a:pt x="1" y="949"/>
                    <a:pt x="116" y="1061"/>
                    <a:pt x="254" y="1061"/>
                  </a:cubicBezTo>
                  <a:lnTo>
                    <a:pt x="560" y="1061"/>
                  </a:lnTo>
                  <a:lnTo>
                    <a:pt x="560" y="1367"/>
                  </a:lnTo>
                  <a:cubicBezTo>
                    <a:pt x="560" y="1505"/>
                    <a:pt x="672" y="1620"/>
                    <a:pt x="811" y="1620"/>
                  </a:cubicBezTo>
                  <a:cubicBezTo>
                    <a:pt x="952" y="1620"/>
                    <a:pt x="1064" y="1505"/>
                    <a:pt x="1064" y="1367"/>
                  </a:cubicBezTo>
                  <a:lnTo>
                    <a:pt x="1064" y="1061"/>
                  </a:lnTo>
                  <a:lnTo>
                    <a:pt x="1370" y="1061"/>
                  </a:lnTo>
                  <a:cubicBezTo>
                    <a:pt x="1508" y="1061"/>
                    <a:pt x="1621" y="949"/>
                    <a:pt x="1621" y="810"/>
                  </a:cubicBezTo>
                  <a:cubicBezTo>
                    <a:pt x="1621" y="669"/>
                    <a:pt x="1508" y="557"/>
                    <a:pt x="1370" y="557"/>
                  </a:cubicBezTo>
                  <a:lnTo>
                    <a:pt x="1064" y="557"/>
                  </a:lnTo>
                  <a:lnTo>
                    <a:pt x="1064" y="251"/>
                  </a:lnTo>
                  <a:cubicBezTo>
                    <a:pt x="1064" y="112"/>
                    <a:pt x="952" y="0"/>
                    <a:pt x="8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26"/>
            <p:cNvSpPr/>
            <p:nvPr/>
          </p:nvSpPr>
          <p:spPr>
            <a:xfrm>
              <a:off x="8039063" y="3834230"/>
              <a:ext cx="27126" cy="28945"/>
            </a:xfrm>
            <a:custGeom>
              <a:rect b="b" l="l" r="r" t="t"/>
              <a:pathLst>
                <a:path extrusionOk="0" h="1114" w="1044">
                  <a:moveTo>
                    <a:pt x="1" y="1"/>
                  </a:moveTo>
                  <a:cubicBezTo>
                    <a:pt x="150" y="1"/>
                    <a:pt x="270" y="121"/>
                    <a:pt x="270" y="270"/>
                  </a:cubicBezTo>
                  <a:lnTo>
                    <a:pt x="270" y="845"/>
                  </a:lnTo>
                  <a:cubicBezTo>
                    <a:pt x="270" y="994"/>
                    <a:pt x="150" y="1114"/>
                    <a:pt x="1" y="1114"/>
                  </a:cubicBezTo>
                  <a:lnTo>
                    <a:pt x="774" y="1114"/>
                  </a:lnTo>
                  <a:cubicBezTo>
                    <a:pt x="923" y="1114"/>
                    <a:pt x="1043" y="994"/>
                    <a:pt x="1043" y="845"/>
                  </a:cubicBezTo>
                  <a:lnTo>
                    <a:pt x="1043" y="270"/>
                  </a:lnTo>
                  <a:cubicBezTo>
                    <a:pt x="1043" y="121"/>
                    <a:pt x="923"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26"/>
            <p:cNvSpPr/>
            <p:nvPr/>
          </p:nvSpPr>
          <p:spPr>
            <a:xfrm>
              <a:off x="8135744" y="4123831"/>
              <a:ext cx="24579" cy="28996"/>
            </a:xfrm>
            <a:custGeom>
              <a:rect b="b" l="l" r="r" t="t"/>
              <a:pathLst>
                <a:path extrusionOk="0" h="1116" w="946">
                  <a:moveTo>
                    <a:pt x="99" y="0"/>
                  </a:moveTo>
                  <a:cubicBezTo>
                    <a:pt x="66" y="0"/>
                    <a:pt x="32" y="8"/>
                    <a:pt x="0" y="21"/>
                  </a:cubicBezTo>
                  <a:cubicBezTo>
                    <a:pt x="99" y="60"/>
                    <a:pt x="170" y="157"/>
                    <a:pt x="170" y="269"/>
                  </a:cubicBezTo>
                  <a:lnTo>
                    <a:pt x="170" y="847"/>
                  </a:lnTo>
                  <a:cubicBezTo>
                    <a:pt x="170" y="962"/>
                    <a:pt x="99" y="1058"/>
                    <a:pt x="0" y="1098"/>
                  </a:cubicBezTo>
                  <a:cubicBezTo>
                    <a:pt x="32" y="1108"/>
                    <a:pt x="66" y="1116"/>
                    <a:pt x="99" y="1116"/>
                  </a:cubicBezTo>
                  <a:lnTo>
                    <a:pt x="677" y="1116"/>
                  </a:lnTo>
                  <a:cubicBezTo>
                    <a:pt x="826" y="1116"/>
                    <a:pt x="946" y="996"/>
                    <a:pt x="946" y="847"/>
                  </a:cubicBezTo>
                  <a:lnTo>
                    <a:pt x="946" y="269"/>
                  </a:lnTo>
                  <a:cubicBezTo>
                    <a:pt x="946" y="123"/>
                    <a:pt x="826" y="0"/>
                    <a:pt x="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126"/>
          <p:cNvGrpSpPr/>
          <p:nvPr/>
        </p:nvGrpSpPr>
        <p:grpSpPr>
          <a:xfrm>
            <a:off x="4753472" y="2471344"/>
            <a:ext cx="434479" cy="434479"/>
            <a:chOff x="4753472" y="2471344"/>
            <a:chExt cx="434479" cy="434479"/>
          </a:xfrm>
        </p:grpSpPr>
        <p:sp>
          <p:nvSpPr>
            <p:cNvPr id="11750" name="Google Shape;11750;p126"/>
            <p:cNvSpPr/>
            <p:nvPr/>
          </p:nvSpPr>
          <p:spPr>
            <a:xfrm>
              <a:off x="4767918" y="2572702"/>
              <a:ext cx="405561" cy="293342"/>
            </a:xfrm>
            <a:custGeom>
              <a:rect b="b" l="l" r="r" t="t"/>
              <a:pathLst>
                <a:path extrusionOk="0" h="11290" w="15609">
                  <a:moveTo>
                    <a:pt x="1116" y="1"/>
                  </a:moveTo>
                  <a:cubicBezTo>
                    <a:pt x="500" y="1"/>
                    <a:pt x="1" y="500"/>
                    <a:pt x="1" y="1116"/>
                  </a:cubicBezTo>
                  <a:lnTo>
                    <a:pt x="1" y="11290"/>
                  </a:lnTo>
                  <a:lnTo>
                    <a:pt x="15609" y="11290"/>
                  </a:lnTo>
                  <a:lnTo>
                    <a:pt x="15609" y="1116"/>
                  </a:lnTo>
                  <a:cubicBezTo>
                    <a:pt x="15609" y="500"/>
                    <a:pt x="15107" y="1"/>
                    <a:pt x="144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26"/>
            <p:cNvSpPr/>
            <p:nvPr/>
          </p:nvSpPr>
          <p:spPr>
            <a:xfrm>
              <a:off x="4796915" y="2601698"/>
              <a:ext cx="347594" cy="264346"/>
            </a:xfrm>
            <a:custGeom>
              <a:rect b="b" l="l" r="r" t="t"/>
              <a:pathLst>
                <a:path extrusionOk="0" h="10174" w="13378">
                  <a:moveTo>
                    <a:pt x="557" y="0"/>
                  </a:moveTo>
                  <a:cubicBezTo>
                    <a:pt x="249" y="0"/>
                    <a:pt x="0" y="251"/>
                    <a:pt x="0" y="557"/>
                  </a:cubicBezTo>
                  <a:lnTo>
                    <a:pt x="0" y="10174"/>
                  </a:lnTo>
                  <a:lnTo>
                    <a:pt x="13377" y="10174"/>
                  </a:lnTo>
                  <a:lnTo>
                    <a:pt x="13377" y="557"/>
                  </a:lnTo>
                  <a:cubicBezTo>
                    <a:pt x="13377" y="251"/>
                    <a:pt x="13129" y="0"/>
                    <a:pt x="12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26"/>
            <p:cNvSpPr/>
            <p:nvPr/>
          </p:nvSpPr>
          <p:spPr>
            <a:xfrm>
              <a:off x="5124372" y="2572702"/>
              <a:ext cx="49107" cy="293342"/>
            </a:xfrm>
            <a:custGeom>
              <a:rect b="b" l="l" r="r" t="t"/>
              <a:pathLst>
                <a:path extrusionOk="0" h="11290" w="1890">
                  <a:moveTo>
                    <a:pt x="1" y="1"/>
                  </a:moveTo>
                  <a:cubicBezTo>
                    <a:pt x="615" y="1"/>
                    <a:pt x="1114" y="500"/>
                    <a:pt x="1114" y="1116"/>
                  </a:cubicBezTo>
                  <a:lnTo>
                    <a:pt x="1114" y="11290"/>
                  </a:lnTo>
                  <a:lnTo>
                    <a:pt x="1890" y="11290"/>
                  </a:lnTo>
                  <a:lnTo>
                    <a:pt x="1890" y="1116"/>
                  </a:lnTo>
                  <a:cubicBezTo>
                    <a:pt x="1890" y="500"/>
                    <a:pt x="1388" y="1"/>
                    <a:pt x="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26"/>
            <p:cNvSpPr/>
            <p:nvPr/>
          </p:nvSpPr>
          <p:spPr>
            <a:xfrm>
              <a:off x="5109848" y="2601698"/>
              <a:ext cx="34661" cy="264346"/>
            </a:xfrm>
            <a:custGeom>
              <a:rect b="b" l="l" r="r" t="t"/>
              <a:pathLst>
                <a:path extrusionOk="0" h="10174" w="1334">
                  <a:moveTo>
                    <a:pt x="1" y="0"/>
                  </a:moveTo>
                  <a:cubicBezTo>
                    <a:pt x="309" y="0"/>
                    <a:pt x="560" y="251"/>
                    <a:pt x="560" y="557"/>
                  </a:cubicBezTo>
                  <a:lnTo>
                    <a:pt x="560" y="10174"/>
                  </a:lnTo>
                  <a:lnTo>
                    <a:pt x="1333" y="10174"/>
                  </a:lnTo>
                  <a:lnTo>
                    <a:pt x="1333" y="557"/>
                  </a:lnTo>
                  <a:cubicBezTo>
                    <a:pt x="1333" y="251"/>
                    <a:pt x="1082" y="0"/>
                    <a:pt x="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26"/>
            <p:cNvSpPr/>
            <p:nvPr/>
          </p:nvSpPr>
          <p:spPr>
            <a:xfrm>
              <a:off x="4753472" y="2847908"/>
              <a:ext cx="434479" cy="57915"/>
            </a:xfrm>
            <a:custGeom>
              <a:rect b="b" l="l" r="r" t="t"/>
              <a:pathLst>
                <a:path extrusionOk="0" h="2229" w="16722">
                  <a:moveTo>
                    <a:pt x="557" y="0"/>
                  </a:moveTo>
                  <a:cubicBezTo>
                    <a:pt x="248" y="0"/>
                    <a:pt x="0" y="249"/>
                    <a:pt x="0" y="557"/>
                  </a:cubicBezTo>
                  <a:lnTo>
                    <a:pt x="0" y="1113"/>
                  </a:lnTo>
                  <a:cubicBezTo>
                    <a:pt x="0" y="1730"/>
                    <a:pt x="499" y="2229"/>
                    <a:pt x="1116" y="2229"/>
                  </a:cubicBezTo>
                  <a:lnTo>
                    <a:pt x="15606" y="2229"/>
                  </a:lnTo>
                  <a:cubicBezTo>
                    <a:pt x="16222" y="2229"/>
                    <a:pt x="16721" y="1730"/>
                    <a:pt x="16721" y="1113"/>
                  </a:cubicBezTo>
                  <a:lnTo>
                    <a:pt x="16721" y="557"/>
                  </a:lnTo>
                  <a:cubicBezTo>
                    <a:pt x="16721" y="249"/>
                    <a:pt x="16470" y="0"/>
                    <a:pt x="16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26"/>
            <p:cNvSpPr/>
            <p:nvPr/>
          </p:nvSpPr>
          <p:spPr>
            <a:xfrm>
              <a:off x="5138767" y="2847908"/>
              <a:ext cx="49185" cy="57915"/>
            </a:xfrm>
            <a:custGeom>
              <a:rect b="b" l="l" r="r" t="t"/>
              <a:pathLst>
                <a:path extrusionOk="0" h="2229" w="1893">
                  <a:moveTo>
                    <a:pt x="557" y="0"/>
                  </a:moveTo>
                  <a:cubicBezTo>
                    <a:pt x="865" y="0"/>
                    <a:pt x="1116" y="249"/>
                    <a:pt x="1116" y="557"/>
                  </a:cubicBezTo>
                  <a:lnTo>
                    <a:pt x="1116" y="1113"/>
                  </a:lnTo>
                  <a:cubicBezTo>
                    <a:pt x="1116" y="1730"/>
                    <a:pt x="617" y="2229"/>
                    <a:pt x="1" y="2229"/>
                  </a:cubicBezTo>
                  <a:lnTo>
                    <a:pt x="777" y="2229"/>
                  </a:lnTo>
                  <a:cubicBezTo>
                    <a:pt x="1393" y="2229"/>
                    <a:pt x="1892" y="1730"/>
                    <a:pt x="1892" y="1113"/>
                  </a:cubicBezTo>
                  <a:lnTo>
                    <a:pt x="1892" y="557"/>
                  </a:lnTo>
                  <a:cubicBezTo>
                    <a:pt x="1892" y="249"/>
                    <a:pt x="1641" y="0"/>
                    <a:pt x="1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26"/>
            <p:cNvSpPr/>
            <p:nvPr/>
          </p:nvSpPr>
          <p:spPr>
            <a:xfrm>
              <a:off x="4920514" y="2847908"/>
              <a:ext cx="100448" cy="35518"/>
            </a:xfrm>
            <a:custGeom>
              <a:rect b="b" l="l" r="r" t="t"/>
              <a:pathLst>
                <a:path extrusionOk="0" h="1367" w="3866">
                  <a:moveTo>
                    <a:pt x="1" y="0"/>
                  </a:moveTo>
                  <a:lnTo>
                    <a:pt x="186" y="753"/>
                  </a:lnTo>
                  <a:cubicBezTo>
                    <a:pt x="278" y="1113"/>
                    <a:pt x="602" y="1367"/>
                    <a:pt x="973" y="1367"/>
                  </a:cubicBezTo>
                  <a:lnTo>
                    <a:pt x="2891" y="1367"/>
                  </a:lnTo>
                  <a:cubicBezTo>
                    <a:pt x="3262" y="1367"/>
                    <a:pt x="3586" y="1113"/>
                    <a:pt x="3674" y="753"/>
                  </a:cubicBezTo>
                  <a:lnTo>
                    <a:pt x="3865" y="0"/>
                  </a:lnTo>
                  <a:lnTo>
                    <a:pt x="3345" y="0"/>
                  </a:lnTo>
                  <a:lnTo>
                    <a:pt x="3186" y="630"/>
                  </a:lnTo>
                  <a:cubicBezTo>
                    <a:pt x="3152" y="766"/>
                    <a:pt x="3029" y="863"/>
                    <a:pt x="2891" y="863"/>
                  </a:cubicBezTo>
                  <a:lnTo>
                    <a:pt x="973" y="863"/>
                  </a:lnTo>
                  <a:cubicBezTo>
                    <a:pt x="834" y="863"/>
                    <a:pt x="712" y="766"/>
                    <a:pt x="678" y="630"/>
                  </a:cubicBezTo>
                  <a:lnTo>
                    <a:pt x="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26"/>
            <p:cNvSpPr/>
            <p:nvPr/>
          </p:nvSpPr>
          <p:spPr>
            <a:xfrm>
              <a:off x="4948964" y="2748317"/>
              <a:ext cx="43469" cy="52848"/>
            </a:xfrm>
            <a:custGeom>
              <a:rect b="b" l="l" r="r" t="t"/>
              <a:pathLst>
                <a:path extrusionOk="0" h="2034" w="1673">
                  <a:moveTo>
                    <a:pt x="1" y="1"/>
                  </a:moveTo>
                  <a:lnTo>
                    <a:pt x="1" y="2033"/>
                  </a:lnTo>
                  <a:lnTo>
                    <a:pt x="1673" y="2033"/>
                  </a:lnTo>
                  <a:lnTo>
                    <a:pt x="16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26"/>
            <p:cNvSpPr/>
            <p:nvPr/>
          </p:nvSpPr>
          <p:spPr>
            <a:xfrm>
              <a:off x="4972323" y="2748317"/>
              <a:ext cx="20110" cy="52848"/>
            </a:xfrm>
            <a:custGeom>
              <a:rect b="b" l="l" r="r" t="t"/>
              <a:pathLst>
                <a:path extrusionOk="0" h="2034" w="774">
                  <a:moveTo>
                    <a:pt x="0" y="1"/>
                  </a:moveTo>
                  <a:lnTo>
                    <a:pt x="0" y="2033"/>
                  </a:lnTo>
                  <a:lnTo>
                    <a:pt x="774" y="2033"/>
                  </a:lnTo>
                  <a:lnTo>
                    <a:pt x="7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26"/>
            <p:cNvSpPr/>
            <p:nvPr/>
          </p:nvSpPr>
          <p:spPr>
            <a:xfrm>
              <a:off x="4934518" y="2789941"/>
              <a:ext cx="72387" cy="57993"/>
            </a:xfrm>
            <a:custGeom>
              <a:rect b="b" l="l" r="r" t="t"/>
              <a:pathLst>
                <a:path extrusionOk="0" h="2232" w="2786">
                  <a:moveTo>
                    <a:pt x="261" y="0"/>
                  </a:moveTo>
                  <a:cubicBezTo>
                    <a:pt x="115" y="0"/>
                    <a:pt x="0" y="118"/>
                    <a:pt x="0" y="261"/>
                  </a:cubicBezTo>
                  <a:lnTo>
                    <a:pt x="0" y="2231"/>
                  </a:lnTo>
                  <a:lnTo>
                    <a:pt x="2785" y="2231"/>
                  </a:lnTo>
                  <a:lnTo>
                    <a:pt x="2785" y="261"/>
                  </a:lnTo>
                  <a:cubicBezTo>
                    <a:pt x="2785" y="118"/>
                    <a:pt x="2670" y="0"/>
                    <a:pt x="25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26"/>
            <p:cNvSpPr/>
            <p:nvPr/>
          </p:nvSpPr>
          <p:spPr>
            <a:xfrm>
              <a:off x="4979780" y="2789941"/>
              <a:ext cx="27126" cy="57993"/>
            </a:xfrm>
            <a:custGeom>
              <a:rect b="b" l="l" r="r" t="t"/>
              <a:pathLst>
                <a:path extrusionOk="0" h="2232" w="1044">
                  <a:moveTo>
                    <a:pt x="1" y="0"/>
                  </a:moveTo>
                  <a:cubicBezTo>
                    <a:pt x="150" y="0"/>
                    <a:pt x="270" y="123"/>
                    <a:pt x="270" y="269"/>
                  </a:cubicBezTo>
                  <a:lnTo>
                    <a:pt x="270" y="2231"/>
                  </a:lnTo>
                  <a:lnTo>
                    <a:pt x="1043" y="2231"/>
                  </a:lnTo>
                  <a:lnTo>
                    <a:pt x="1043" y="269"/>
                  </a:lnTo>
                  <a:cubicBezTo>
                    <a:pt x="1043" y="123"/>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26"/>
            <p:cNvSpPr/>
            <p:nvPr/>
          </p:nvSpPr>
          <p:spPr>
            <a:xfrm>
              <a:off x="4934518" y="2812390"/>
              <a:ext cx="72387" cy="13147"/>
            </a:xfrm>
            <a:custGeom>
              <a:rect b="b" l="l" r="r" t="t"/>
              <a:pathLst>
                <a:path extrusionOk="0" h="506" w="2786">
                  <a:moveTo>
                    <a:pt x="0" y="1"/>
                  </a:moveTo>
                  <a:lnTo>
                    <a:pt x="0" y="505"/>
                  </a:lnTo>
                  <a:lnTo>
                    <a:pt x="2785" y="505"/>
                  </a:lnTo>
                  <a:lnTo>
                    <a:pt x="27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26"/>
            <p:cNvSpPr/>
            <p:nvPr/>
          </p:nvSpPr>
          <p:spPr>
            <a:xfrm>
              <a:off x="4825885" y="2471370"/>
              <a:ext cx="289627" cy="289679"/>
            </a:xfrm>
            <a:custGeom>
              <a:rect b="b" l="l" r="r" t="t"/>
              <a:pathLst>
                <a:path extrusionOk="0" h="11149" w="11147">
                  <a:moveTo>
                    <a:pt x="5574" y="0"/>
                  </a:moveTo>
                  <a:cubicBezTo>
                    <a:pt x="2496" y="0"/>
                    <a:pt x="1" y="2495"/>
                    <a:pt x="1" y="5573"/>
                  </a:cubicBezTo>
                  <a:cubicBezTo>
                    <a:pt x="1" y="8653"/>
                    <a:pt x="2496" y="11148"/>
                    <a:pt x="5574" y="11148"/>
                  </a:cubicBezTo>
                  <a:cubicBezTo>
                    <a:pt x="8651" y="11148"/>
                    <a:pt x="11146" y="8653"/>
                    <a:pt x="11146" y="5573"/>
                  </a:cubicBezTo>
                  <a:cubicBezTo>
                    <a:pt x="11146" y="2495"/>
                    <a:pt x="8651" y="0"/>
                    <a:pt x="55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26"/>
            <p:cNvSpPr/>
            <p:nvPr/>
          </p:nvSpPr>
          <p:spPr>
            <a:xfrm>
              <a:off x="4854804" y="2500340"/>
              <a:ext cx="231790" cy="231712"/>
            </a:xfrm>
            <a:custGeom>
              <a:rect b="b" l="l" r="r" t="t"/>
              <a:pathLst>
                <a:path extrusionOk="0" h="8918" w="8921">
                  <a:moveTo>
                    <a:pt x="4461" y="1"/>
                  </a:moveTo>
                  <a:cubicBezTo>
                    <a:pt x="1997" y="1"/>
                    <a:pt x="1" y="1997"/>
                    <a:pt x="1" y="4458"/>
                  </a:cubicBezTo>
                  <a:cubicBezTo>
                    <a:pt x="1" y="6922"/>
                    <a:pt x="1997" y="8918"/>
                    <a:pt x="4461" y="8918"/>
                  </a:cubicBezTo>
                  <a:cubicBezTo>
                    <a:pt x="6924" y="8918"/>
                    <a:pt x="8920" y="6922"/>
                    <a:pt x="8920" y="4458"/>
                  </a:cubicBezTo>
                  <a:cubicBezTo>
                    <a:pt x="8920" y="1997"/>
                    <a:pt x="6924" y="1"/>
                    <a:pt x="44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26"/>
            <p:cNvSpPr/>
            <p:nvPr/>
          </p:nvSpPr>
          <p:spPr>
            <a:xfrm>
              <a:off x="4960656" y="2471344"/>
              <a:ext cx="169042" cy="289705"/>
            </a:xfrm>
            <a:custGeom>
              <a:rect b="b" l="l" r="r" t="t"/>
              <a:pathLst>
                <a:path extrusionOk="0" h="11150" w="6506">
                  <a:moveTo>
                    <a:pt x="385" y="1"/>
                  </a:moveTo>
                  <a:cubicBezTo>
                    <a:pt x="257" y="1"/>
                    <a:pt x="128" y="5"/>
                    <a:pt x="0" y="14"/>
                  </a:cubicBezTo>
                  <a:cubicBezTo>
                    <a:pt x="1296" y="106"/>
                    <a:pt x="2563" y="644"/>
                    <a:pt x="3553" y="1634"/>
                  </a:cubicBezTo>
                  <a:cubicBezTo>
                    <a:pt x="5730" y="3810"/>
                    <a:pt x="5730" y="7340"/>
                    <a:pt x="3553" y="9516"/>
                  </a:cubicBezTo>
                  <a:cubicBezTo>
                    <a:pt x="2563" y="10506"/>
                    <a:pt x="1293" y="11045"/>
                    <a:pt x="0" y="11136"/>
                  </a:cubicBezTo>
                  <a:cubicBezTo>
                    <a:pt x="128" y="11145"/>
                    <a:pt x="257" y="11149"/>
                    <a:pt x="385" y="11149"/>
                  </a:cubicBezTo>
                  <a:cubicBezTo>
                    <a:pt x="1812" y="11149"/>
                    <a:pt x="3238" y="10604"/>
                    <a:pt x="4327" y="9516"/>
                  </a:cubicBezTo>
                  <a:cubicBezTo>
                    <a:pt x="6506" y="7340"/>
                    <a:pt x="6506" y="3810"/>
                    <a:pt x="4327" y="1634"/>
                  </a:cubicBezTo>
                  <a:cubicBezTo>
                    <a:pt x="3238" y="546"/>
                    <a:pt x="1812" y="1"/>
                    <a:pt x="3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26"/>
            <p:cNvSpPr/>
            <p:nvPr/>
          </p:nvSpPr>
          <p:spPr>
            <a:xfrm>
              <a:off x="4960656" y="2500314"/>
              <a:ext cx="137214" cy="231738"/>
            </a:xfrm>
            <a:custGeom>
              <a:rect b="b" l="l" r="r" t="t"/>
              <a:pathLst>
                <a:path extrusionOk="0" h="8919" w="5281">
                  <a:moveTo>
                    <a:pt x="387" y="1"/>
                  </a:moveTo>
                  <a:cubicBezTo>
                    <a:pt x="258" y="1"/>
                    <a:pt x="129" y="6"/>
                    <a:pt x="0" y="17"/>
                  </a:cubicBezTo>
                  <a:cubicBezTo>
                    <a:pt x="1009" y="106"/>
                    <a:pt x="1993" y="535"/>
                    <a:pt x="2767" y="1308"/>
                  </a:cubicBezTo>
                  <a:cubicBezTo>
                    <a:pt x="4507" y="3048"/>
                    <a:pt x="4507" y="5872"/>
                    <a:pt x="2767" y="7612"/>
                  </a:cubicBezTo>
                  <a:cubicBezTo>
                    <a:pt x="1993" y="8386"/>
                    <a:pt x="1009" y="8814"/>
                    <a:pt x="0" y="8903"/>
                  </a:cubicBezTo>
                  <a:cubicBezTo>
                    <a:pt x="127" y="8914"/>
                    <a:pt x="254" y="8919"/>
                    <a:pt x="381" y="8919"/>
                  </a:cubicBezTo>
                  <a:cubicBezTo>
                    <a:pt x="1524" y="8919"/>
                    <a:pt x="2668" y="8485"/>
                    <a:pt x="3540" y="7612"/>
                  </a:cubicBezTo>
                  <a:cubicBezTo>
                    <a:pt x="5280" y="5872"/>
                    <a:pt x="5280" y="3048"/>
                    <a:pt x="3540" y="1308"/>
                  </a:cubicBezTo>
                  <a:cubicBezTo>
                    <a:pt x="2669" y="437"/>
                    <a:pt x="1528" y="1"/>
                    <a:pt x="3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26"/>
            <p:cNvSpPr/>
            <p:nvPr/>
          </p:nvSpPr>
          <p:spPr>
            <a:xfrm>
              <a:off x="4890868" y="2580730"/>
              <a:ext cx="60513" cy="70984"/>
            </a:xfrm>
            <a:custGeom>
              <a:rect b="b" l="l" r="r" t="t"/>
              <a:pathLst>
                <a:path extrusionOk="0" h="2732" w="2329">
                  <a:moveTo>
                    <a:pt x="1168" y="873"/>
                  </a:moveTo>
                  <a:lnTo>
                    <a:pt x="1471" y="1680"/>
                  </a:lnTo>
                  <a:lnTo>
                    <a:pt x="860" y="1680"/>
                  </a:lnTo>
                  <a:lnTo>
                    <a:pt x="1168" y="873"/>
                  </a:lnTo>
                  <a:close/>
                  <a:moveTo>
                    <a:pt x="1168" y="0"/>
                  </a:moveTo>
                  <a:cubicBezTo>
                    <a:pt x="1045" y="0"/>
                    <a:pt x="936" y="73"/>
                    <a:pt x="889" y="188"/>
                  </a:cubicBezTo>
                  <a:cubicBezTo>
                    <a:pt x="889" y="191"/>
                    <a:pt x="886" y="191"/>
                    <a:pt x="886" y="193"/>
                  </a:cubicBezTo>
                  <a:lnTo>
                    <a:pt x="50" y="2388"/>
                  </a:lnTo>
                  <a:cubicBezTo>
                    <a:pt x="0" y="2519"/>
                    <a:pt x="66" y="2665"/>
                    <a:pt x="196" y="2715"/>
                  </a:cubicBezTo>
                  <a:cubicBezTo>
                    <a:pt x="226" y="2726"/>
                    <a:pt x="256" y="2731"/>
                    <a:pt x="286" y="2731"/>
                  </a:cubicBezTo>
                  <a:cubicBezTo>
                    <a:pt x="388" y="2731"/>
                    <a:pt x="484" y="2669"/>
                    <a:pt x="523" y="2568"/>
                  </a:cubicBezTo>
                  <a:lnTo>
                    <a:pt x="669" y="2184"/>
                  </a:lnTo>
                  <a:lnTo>
                    <a:pt x="1662" y="2184"/>
                  </a:lnTo>
                  <a:lnTo>
                    <a:pt x="1808" y="2568"/>
                  </a:lnTo>
                  <a:cubicBezTo>
                    <a:pt x="1845" y="2668"/>
                    <a:pt x="1941" y="2730"/>
                    <a:pt x="2043" y="2730"/>
                  </a:cubicBezTo>
                  <a:cubicBezTo>
                    <a:pt x="2072" y="2730"/>
                    <a:pt x="2103" y="2725"/>
                    <a:pt x="2132" y="2715"/>
                  </a:cubicBezTo>
                  <a:cubicBezTo>
                    <a:pt x="2263" y="2665"/>
                    <a:pt x="2328" y="2519"/>
                    <a:pt x="2278" y="2388"/>
                  </a:cubicBezTo>
                  <a:lnTo>
                    <a:pt x="1450" y="193"/>
                  </a:lnTo>
                  <a:cubicBezTo>
                    <a:pt x="1450" y="191"/>
                    <a:pt x="1450" y="188"/>
                    <a:pt x="1448" y="188"/>
                  </a:cubicBezTo>
                  <a:cubicBezTo>
                    <a:pt x="1401" y="73"/>
                    <a:pt x="1291" y="0"/>
                    <a:pt x="1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26"/>
            <p:cNvSpPr/>
            <p:nvPr/>
          </p:nvSpPr>
          <p:spPr>
            <a:xfrm>
              <a:off x="4997578" y="2580730"/>
              <a:ext cx="52095" cy="70958"/>
            </a:xfrm>
            <a:custGeom>
              <a:rect b="b" l="l" r="r" t="t"/>
              <a:pathLst>
                <a:path extrusionOk="0" h="2731" w="2005">
                  <a:moveTo>
                    <a:pt x="314" y="0"/>
                  </a:moveTo>
                  <a:cubicBezTo>
                    <a:pt x="173" y="0"/>
                    <a:pt x="60" y="112"/>
                    <a:pt x="60" y="251"/>
                  </a:cubicBezTo>
                  <a:cubicBezTo>
                    <a:pt x="60" y="392"/>
                    <a:pt x="173" y="504"/>
                    <a:pt x="314" y="504"/>
                  </a:cubicBezTo>
                  <a:lnTo>
                    <a:pt x="1252" y="504"/>
                  </a:lnTo>
                  <a:lnTo>
                    <a:pt x="55" y="2341"/>
                  </a:lnTo>
                  <a:cubicBezTo>
                    <a:pt x="6" y="2417"/>
                    <a:pt x="0" y="2516"/>
                    <a:pt x="45" y="2597"/>
                  </a:cubicBezTo>
                  <a:cubicBezTo>
                    <a:pt x="89" y="2681"/>
                    <a:pt x="175" y="2730"/>
                    <a:pt x="267" y="2730"/>
                  </a:cubicBezTo>
                  <a:lnTo>
                    <a:pt x="1753" y="2730"/>
                  </a:lnTo>
                  <a:cubicBezTo>
                    <a:pt x="1892" y="2730"/>
                    <a:pt x="2004" y="2618"/>
                    <a:pt x="2004" y="2477"/>
                  </a:cubicBezTo>
                  <a:cubicBezTo>
                    <a:pt x="2004" y="2338"/>
                    <a:pt x="1892" y="2226"/>
                    <a:pt x="1753" y="2226"/>
                  </a:cubicBezTo>
                  <a:lnTo>
                    <a:pt x="732" y="2226"/>
                  </a:lnTo>
                  <a:lnTo>
                    <a:pt x="1928" y="389"/>
                  </a:lnTo>
                  <a:cubicBezTo>
                    <a:pt x="1981" y="311"/>
                    <a:pt x="1983" y="214"/>
                    <a:pt x="1939" y="131"/>
                  </a:cubicBezTo>
                  <a:cubicBezTo>
                    <a:pt x="1894" y="50"/>
                    <a:pt x="1811" y="0"/>
                    <a:pt x="1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26"/>
            <p:cNvSpPr/>
            <p:nvPr/>
          </p:nvSpPr>
          <p:spPr>
            <a:xfrm>
              <a:off x="4956915" y="2609649"/>
              <a:ext cx="27593" cy="13121"/>
            </a:xfrm>
            <a:custGeom>
              <a:rect b="b" l="l" r="r" t="t"/>
              <a:pathLst>
                <a:path extrusionOk="0" h="505" w="1062">
                  <a:moveTo>
                    <a:pt x="251" y="0"/>
                  </a:moveTo>
                  <a:cubicBezTo>
                    <a:pt x="113" y="0"/>
                    <a:pt x="0" y="112"/>
                    <a:pt x="0" y="251"/>
                  </a:cubicBezTo>
                  <a:cubicBezTo>
                    <a:pt x="0" y="392"/>
                    <a:pt x="113" y="504"/>
                    <a:pt x="251" y="504"/>
                  </a:cubicBezTo>
                  <a:lnTo>
                    <a:pt x="810" y="504"/>
                  </a:lnTo>
                  <a:cubicBezTo>
                    <a:pt x="949" y="504"/>
                    <a:pt x="1061" y="392"/>
                    <a:pt x="1061" y="251"/>
                  </a:cubicBezTo>
                  <a:cubicBezTo>
                    <a:pt x="1061" y="112"/>
                    <a:pt x="949"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126"/>
          <p:cNvGrpSpPr/>
          <p:nvPr/>
        </p:nvGrpSpPr>
        <p:grpSpPr>
          <a:xfrm>
            <a:off x="3239831" y="1804425"/>
            <a:ext cx="318675" cy="434453"/>
            <a:chOff x="3239831" y="1804425"/>
            <a:chExt cx="318675" cy="434453"/>
          </a:xfrm>
        </p:grpSpPr>
        <p:grpSp>
          <p:nvGrpSpPr>
            <p:cNvPr id="11770" name="Google Shape;11770;p126"/>
            <p:cNvGrpSpPr/>
            <p:nvPr/>
          </p:nvGrpSpPr>
          <p:grpSpPr>
            <a:xfrm>
              <a:off x="3239831" y="1804425"/>
              <a:ext cx="318675" cy="434453"/>
              <a:chOff x="3239394" y="1804425"/>
              <a:chExt cx="318675" cy="434453"/>
            </a:xfrm>
          </p:grpSpPr>
          <p:sp>
            <p:nvSpPr>
              <p:cNvPr id="11771" name="Google Shape;11771;p126"/>
              <p:cNvSpPr/>
              <p:nvPr/>
            </p:nvSpPr>
            <p:spPr>
              <a:xfrm>
                <a:off x="3268390" y="1891311"/>
                <a:ext cx="57941" cy="182761"/>
              </a:xfrm>
              <a:custGeom>
                <a:rect b="b" l="l" r="r" t="t"/>
                <a:pathLst>
                  <a:path extrusionOk="0" h="7034" w="2230">
                    <a:moveTo>
                      <a:pt x="1116" y="0"/>
                    </a:moveTo>
                    <a:lnTo>
                      <a:pt x="0" y="557"/>
                    </a:lnTo>
                    <a:lnTo>
                      <a:pt x="0" y="6903"/>
                    </a:lnTo>
                    <a:cubicBezTo>
                      <a:pt x="0" y="6947"/>
                      <a:pt x="6" y="6992"/>
                      <a:pt x="16" y="7033"/>
                    </a:cubicBezTo>
                    <a:lnTo>
                      <a:pt x="2213" y="7033"/>
                    </a:lnTo>
                    <a:cubicBezTo>
                      <a:pt x="2224" y="6992"/>
                      <a:pt x="2229" y="6947"/>
                      <a:pt x="2229" y="6903"/>
                    </a:cubicBezTo>
                    <a:lnTo>
                      <a:pt x="2229" y="557"/>
                    </a:lnTo>
                    <a:lnTo>
                      <a:pt x="11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26"/>
              <p:cNvSpPr/>
              <p:nvPr/>
            </p:nvSpPr>
            <p:spPr>
              <a:xfrm>
                <a:off x="3305805" y="1895728"/>
                <a:ext cx="20526" cy="178344"/>
              </a:xfrm>
              <a:custGeom>
                <a:rect b="b" l="l" r="r" t="t"/>
                <a:pathLst>
                  <a:path extrusionOk="0" h="6864" w="790">
                    <a:moveTo>
                      <a:pt x="16" y="0"/>
                    </a:moveTo>
                    <a:lnTo>
                      <a:pt x="16" y="6733"/>
                    </a:lnTo>
                    <a:cubicBezTo>
                      <a:pt x="16" y="6777"/>
                      <a:pt x="10" y="6822"/>
                      <a:pt x="0" y="6863"/>
                    </a:cubicBezTo>
                    <a:lnTo>
                      <a:pt x="773" y="6863"/>
                    </a:lnTo>
                    <a:cubicBezTo>
                      <a:pt x="784" y="6822"/>
                      <a:pt x="789" y="6777"/>
                      <a:pt x="789" y="6733"/>
                    </a:cubicBezTo>
                    <a:lnTo>
                      <a:pt x="789" y="387"/>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26"/>
              <p:cNvSpPr/>
              <p:nvPr/>
            </p:nvSpPr>
            <p:spPr>
              <a:xfrm>
                <a:off x="3290787" y="1891311"/>
                <a:ext cx="13121" cy="182761"/>
              </a:xfrm>
              <a:custGeom>
                <a:rect b="b" l="l" r="r" t="t"/>
                <a:pathLst>
                  <a:path extrusionOk="0" h="7034" w="505">
                    <a:moveTo>
                      <a:pt x="254" y="0"/>
                    </a:moveTo>
                    <a:lnTo>
                      <a:pt x="1" y="126"/>
                    </a:lnTo>
                    <a:lnTo>
                      <a:pt x="1" y="7033"/>
                    </a:lnTo>
                    <a:lnTo>
                      <a:pt x="505" y="7033"/>
                    </a:lnTo>
                    <a:lnTo>
                      <a:pt x="505" y="126"/>
                    </a:lnTo>
                    <a:lnTo>
                      <a:pt x="2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26"/>
              <p:cNvSpPr/>
              <p:nvPr/>
            </p:nvSpPr>
            <p:spPr>
              <a:xfrm>
                <a:off x="3268390" y="1833396"/>
                <a:ext cx="57941" cy="57941"/>
              </a:xfrm>
              <a:custGeom>
                <a:rect b="b" l="l" r="r" t="t"/>
                <a:pathLst>
                  <a:path extrusionOk="0" h="2230" w="2230">
                    <a:moveTo>
                      <a:pt x="557" y="1"/>
                    </a:moveTo>
                    <a:cubicBezTo>
                      <a:pt x="251" y="1"/>
                      <a:pt x="0" y="249"/>
                      <a:pt x="0" y="557"/>
                    </a:cubicBezTo>
                    <a:lnTo>
                      <a:pt x="0" y="1673"/>
                    </a:lnTo>
                    <a:lnTo>
                      <a:pt x="1116" y="2229"/>
                    </a:lnTo>
                    <a:lnTo>
                      <a:pt x="2229" y="1673"/>
                    </a:lnTo>
                    <a:lnTo>
                      <a:pt x="2229" y="557"/>
                    </a:lnTo>
                    <a:cubicBezTo>
                      <a:pt x="2229" y="249"/>
                      <a:pt x="1981" y="1"/>
                      <a:pt x="1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26"/>
              <p:cNvSpPr/>
              <p:nvPr/>
            </p:nvSpPr>
            <p:spPr>
              <a:xfrm>
                <a:off x="3268390" y="1876838"/>
                <a:ext cx="57941" cy="28945"/>
              </a:xfrm>
              <a:custGeom>
                <a:rect b="b" l="l" r="r" t="t"/>
                <a:pathLst>
                  <a:path extrusionOk="0" h="1114" w="2230">
                    <a:moveTo>
                      <a:pt x="0" y="1"/>
                    </a:moveTo>
                    <a:lnTo>
                      <a:pt x="0" y="1114"/>
                    </a:lnTo>
                    <a:lnTo>
                      <a:pt x="2229" y="1114"/>
                    </a:lnTo>
                    <a:lnTo>
                      <a:pt x="2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26"/>
              <p:cNvSpPr/>
              <p:nvPr/>
            </p:nvSpPr>
            <p:spPr>
              <a:xfrm>
                <a:off x="3291749" y="1833396"/>
                <a:ext cx="34583" cy="53524"/>
              </a:xfrm>
              <a:custGeom>
                <a:rect b="b" l="l" r="r" t="t"/>
                <a:pathLst>
                  <a:path extrusionOk="0" h="2060" w="1331">
                    <a:moveTo>
                      <a:pt x="0" y="1"/>
                    </a:moveTo>
                    <a:cubicBezTo>
                      <a:pt x="308" y="1"/>
                      <a:pt x="557" y="249"/>
                      <a:pt x="557" y="557"/>
                    </a:cubicBezTo>
                    <a:lnTo>
                      <a:pt x="557" y="2059"/>
                    </a:lnTo>
                    <a:lnTo>
                      <a:pt x="1330" y="1673"/>
                    </a:lnTo>
                    <a:lnTo>
                      <a:pt x="1330" y="557"/>
                    </a:lnTo>
                    <a:cubicBezTo>
                      <a:pt x="1330" y="249"/>
                      <a:pt x="1082"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26"/>
              <p:cNvSpPr/>
              <p:nvPr/>
            </p:nvSpPr>
            <p:spPr>
              <a:xfrm>
                <a:off x="3306195" y="1876838"/>
                <a:ext cx="20136" cy="28945"/>
              </a:xfrm>
              <a:custGeom>
                <a:rect b="b" l="l" r="r" t="t"/>
                <a:pathLst>
                  <a:path extrusionOk="0" h="1114" w="775">
                    <a:moveTo>
                      <a:pt x="1" y="1"/>
                    </a:moveTo>
                    <a:lnTo>
                      <a:pt x="1" y="1114"/>
                    </a:lnTo>
                    <a:lnTo>
                      <a:pt x="774" y="1114"/>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26"/>
              <p:cNvSpPr/>
              <p:nvPr/>
            </p:nvSpPr>
            <p:spPr>
              <a:xfrm>
                <a:off x="3355276" y="1920281"/>
                <a:ext cx="57941" cy="182761"/>
              </a:xfrm>
              <a:custGeom>
                <a:rect b="b" l="l" r="r" t="t"/>
                <a:pathLst>
                  <a:path extrusionOk="0" h="7034" w="2230">
                    <a:moveTo>
                      <a:pt x="1116" y="1"/>
                    </a:moveTo>
                    <a:lnTo>
                      <a:pt x="1" y="557"/>
                    </a:lnTo>
                    <a:lnTo>
                      <a:pt x="1" y="6901"/>
                    </a:lnTo>
                    <a:cubicBezTo>
                      <a:pt x="1" y="6945"/>
                      <a:pt x="6" y="6990"/>
                      <a:pt x="16" y="7034"/>
                    </a:cubicBezTo>
                    <a:lnTo>
                      <a:pt x="2214" y="7034"/>
                    </a:lnTo>
                    <a:cubicBezTo>
                      <a:pt x="2224" y="6990"/>
                      <a:pt x="2229" y="6945"/>
                      <a:pt x="2229" y="6901"/>
                    </a:cubicBezTo>
                    <a:lnTo>
                      <a:pt x="2229" y="557"/>
                    </a:lnTo>
                    <a:lnTo>
                      <a:pt x="11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26"/>
              <p:cNvSpPr/>
              <p:nvPr/>
            </p:nvSpPr>
            <p:spPr>
              <a:xfrm>
                <a:off x="3392691" y="1924698"/>
                <a:ext cx="20526" cy="178344"/>
              </a:xfrm>
              <a:custGeom>
                <a:rect b="b" l="l" r="r" t="t"/>
                <a:pathLst>
                  <a:path extrusionOk="0" h="6864" w="790">
                    <a:moveTo>
                      <a:pt x="16" y="1"/>
                    </a:moveTo>
                    <a:lnTo>
                      <a:pt x="16" y="6731"/>
                    </a:lnTo>
                    <a:cubicBezTo>
                      <a:pt x="16" y="6775"/>
                      <a:pt x="11" y="6820"/>
                      <a:pt x="0" y="6864"/>
                    </a:cubicBezTo>
                    <a:lnTo>
                      <a:pt x="774" y="6864"/>
                    </a:lnTo>
                    <a:cubicBezTo>
                      <a:pt x="784" y="6820"/>
                      <a:pt x="789" y="6775"/>
                      <a:pt x="789" y="6731"/>
                    </a:cubicBezTo>
                    <a:lnTo>
                      <a:pt x="789" y="387"/>
                    </a:lnTo>
                    <a:lnTo>
                      <a:pt x="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26"/>
              <p:cNvSpPr/>
              <p:nvPr/>
            </p:nvSpPr>
            <p:spPr>
              <a:xfrm>
                <a:off x="3377673" y="1920281"/>
                <a:ext cx="13147" cy="182761"/>
              </a:xfrm>
              <a:custGeom>
                <a:rect b="b" l="l" r="r" t="t"/>
                <a:pathLst>
                  <a:path extrusionOk="0" h="7034" w="506">
                    <a:moveTo>
                      <a:pt x="254" y="1"/>
                    </a:moveTo>
                    <a:lnTo>
                      <a:pt x="1" y="126"/>
                    </a:lnTo>
                    <a:lnTo>
                      <a:pt x="1" y="7034"/>
                    </a:lnTo>
                    <a:lnTo>
                      <a:pt x="505" y="7034"/>
                    </a:lnTo>
                    <a:lnTo>
                      <a:pt x="505" y="126"/>
                    </a:lnTo>
                    <a:lnTo>
                      <a:pt x="2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26"/>
              <p:cNvSpPr/>
              <p:nvPr/>
            </p:nvSpPr>
            <p:spPr>
              <a:xfrm>
                <a:off x="3355276" y="1862314"/>
                <a:ext cx="57941" cy="57993"/>
              </a:xfrm>
              <a:custGeom>
                <a:rect b="b" l="l" r="r" t="t"/>
                <a:pathLst>
                  <a:path extrusionOk="0" h="2232" w="2230">
                    <a:moveTo>
                      <a:pt x="557" y="1"/>
                    </a:moveTo>
                    <a:cubicBezTo>
                      <a:pt x="251" y="1"/>
                      <a:pt x="1" y="251"/>
                      <a:pt x="1" y="560"/>
                    </a:cubicBezTo>
                    <a:lnTo>
                      <a:pt x="1" y="1673"/>
                    </a:lnTo>
                    <a:lnTo>
                      <a:pt x="1116" y="2232"/>
                    </a:lnTo>
                    <a:lnTo>
                      <a:pt x="2229" y="1673"/>
                    </a:lnTo>
                    <a:lnTo>
                      <a:pt x="2229" y="560"/>
                    </a:lnTo>
                    <a:cubicBezTo>
                      <a:pt x="2229" y="251"/>
                      <a:pt x="1981" y="1"/>
                      <a:pt x="16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26"/>
              <p:cNvSpPr/>
              <p:nvPr/>
            </p:nvSpPr>
            <p:spPr>
              <a:xfrm>
                <a:off x="3355276" y="1905757"/>
                <a:ext cx="57941" cy="29022"/>
              </a:xfrm>
              <a:custGeom>
                <a:rect b="b" l="l" r="r" t="t"/>
                <a:pathLst>
                  <a:path extrusionOk="0" h="1117" w="2230">
                    <a:moveTo>
                      <a:pt x="1" y="1"/>
                    </a:moveTo>
                    <a:lnTo>
                      <a:pt x="1" y="1116"/>
                    </a:lnTo>
                    <a:lnTo>
                      <a:pt x="2229" y="1116"/>
                    </a:lnTo>
                    <a:lnTo>
                      <a:pt x="2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26"/>
              <p:cNvSpPr/>
              <p:nvPr/>
            </p:nvSpPr>
            <p:spPr>
              <a:xfrm>
                <a:off x="3378634" y="1862314"/>
                <a:ext cx="34583" cy="53524"/>
              </a:xfrm>
              <a:custGeom>
                <a:rect b="b" l="l" r="r" t="t"/>
                <a:pathLst>
                  <a:path extrusionOk="0" h="2060" w="1331">
                    <a:moveTo>
                      <a:pt x="0" y="1"/>
                    </a:moveTo>
                    <a:cubicBezTo>
                      <a:pt x="309" y="1"/>
                      <a:pt x="557" y="251"/>
                      <a:pt x="557" y="560"/>
                    </a:cubicBezTo>
                    <a:lnTo>
                      <a:pt x="557" y="2059"/>
                    </a:lnTo>
                    <a:lnTo>
                      <a:pt x="1330" y="1673"/>
                    </a:lnTo>
                    <a:lnTo>
                      <a:pt x="1330" y="560"/>
                    </a:lnTo>
                    <a:cubicBezTo>
                      <a:pt x="1330" y="251"/>
                      <a:pt x="1082" y="1"/>
                      <a:pt x="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26"/>
              <p:cNvSpPr/>
              <p:nvPr/>
            </p:nvSpPr>
            <p:spPr>
              <a:xfrm>
                <a:off x="3393080" y="1905757"/>
                <a:ext cx="20136" cy="29022"/>
              </a:xfrm>
              <a:custGeom>
                <a:rect b="b" l="l" r="r" t="t"/>
                <a:pathLst>
                  <a:path extrusionOk="0" h="1117" w="775">
                    <a:moveTo>
                      <a:pt x="1" y="1"/>
                    </a:moveTo>
                    <a:lnTo>
                      <a:pt x="1" y="1116"/>
                    </a:lnTo>
                    <a:lnTo>
                      <a:pt x="774" y="1116"/>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26"/>
              <p:cNvSpPr/>
              <p:nvPr/>
            </p:nvSpPr>
            <p:spPr>
              <a:xfrm>
                <a:off x="3456634" y="1804425"/>
                <a:ext cx="28996" cy="49964"/>
              </a:xfrm>
              <a:custGeom>
                <a:rect b="b" l="l" r="r" t="t"/>
                <a:pathLst>
                  <a:path extrusionOk="0" h="1923" w="1116">
                    <a:moveTo>
                      <a:pt x="523" y="0"/>
                    </a:moveTo>
                    <a:cubicBezTo>
                      <a:pt x="235" y="0"/>
                      <a:pt x="0" y="235"/>
                      <a:pt x="0" y="523"/>
                    </a:cubicBezTo>
                    <a:lnTo>
                      <a:pt x="0" y="1923"/>
                    </a:lnTo>
                    <a:lnTo>
                      <a:pt x="1116" y="1923"/>
                    </a:lnTo>
                    <a:lnTo>
                      <a:pt x="1116" y="523"/>
                    </a:lnTo>
                    <a:cubicBezTo>
                      <a:pt x="1116" y="235"/>
                      <a:pt x="881" y="0"/>
                      <a:pt x="5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26"/>
              <p:cNvSpPr/>
              <p:nvPr/>
            </p:nvSpPr>
            <p:spPr>
              <a:xfrm>
                <a:off x="3461102" y="1804425"/>
                <a:ext cx="24527" cy="49964"/>
              </a:xfrm>
              <a:custGeom>
                <a:rect b="b" l="l" r="r" t="t"/>
                <a:pathLst>
                  <a:path extrusionOk="0" h="1923" w="944">
                    <a:moveTo>
                      <a:pt x="367" y="0"/>
                    </a:moveTo>
                    <a:cubicBezTo>
                      <a:pt x="225" y="0"/>
                      <a:pt x="95" y="55"/>
                      <a:pt x="1" y="146"/>
                    </a:cubicBezTo>
                    <a:cubicBezTo>
                      <a:pt x="105" y="243"/>
                      <a:pt x="171" y="384"/>
                      <a:pt x="171" y="538"/>
                    </a:cubicBezTo>
                    <a:lnTo>
                      <a:pt x="171" y="1923"/>
                    </a:lnTo>
                    <a:lnTo>
                      <a:pt x="944" y="1923"/>
                    </a:lnTo>
                    <a:lnTo>
                      <a:pt x="944" y="538"/>
                    </a:lnTo>
                    <a:cubicBezTo>
                      <a:pt x="944" y="240"/>
                      <a:pt x="704"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26"/>
              <p:cNvSpPr/>
              <p:nvPr/>
            </p:nvSpPr>
            <p:spPr>
              <a:xfrm>
                <a:off x="3495659" y="1905757"/>
                <a:ext cx="37831" cy="29022"/>
              </a:xfrm>
              <a:custGeom>
                <a:rect b="b" l="l" r="r" t="t"/>
                <a:pathLst>
                  <a:path extrusionOk="0" h="1117" w="1456">
                    <a:moveTo>
                      <a:pt x="1" y="1"/>
                    </a:moveTo>
                    <a:lnTo>
                      <a:pt x="1" y="1116"/>
                    </a:lnTo>
                    <a:lnTo>
                      <a:pt x="1456" y="1116"/>
                    </a:lnTo>
                    <a:lnTo>
                      <a:pt x="14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26"/>
              <p:cNvSpPr/>
              <p:nvPr/>
            </p:nvSpPr>
            <p:spPr>
              <a:xfrm>
                <a:off x="3442161" y="1847868"/>
                <a:ext cx="57941" cy="184736"/>
              </a:xfrm>
              <a:custGeom>
                <a:rect b="b" l="l" r="r" t="t"/>
                <a:pathLst>
                  <a:path extrusionOk="0" h="7110" w="2230">
                    <a:moveTo>
                      <a:pt x="557" y="0"/>
                    </a:moveTo>
                    <a:cubicBezTo>
                      <a:pt x="252" y="0"/>
                      <a:pt x="1" y="251"/>
                      <a:pt x="1" y="557"/>
                    </a:cubicBezTo>
                    <a:lnTo>
                      <a:pt x="1" y="7109"/>
                    </a:lnTo>
                    <a:lnTo>
                      <a:pt x="2229" y="7109"/>
                    </a:lnTo>
                    <a:lnTo>
                      <a:pt x="2229" y="557"/>
                    </a:lnTo>
                    <a:cubicBezTo>
                      <a:pt x="2229" y="251"/>
                      <a:pt x="1981" y="0"/>
                      <a:pt x="16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26"/>
              <p:cNvSpPr/>
              <p:nvPr/>
            </p:nvSpPr>
            <p:spPr>
              <a:xfrm>
                <a:off x="3465520" y="1847868"/>
                <a:ext cx="34583" cy="184736"/>
              </a:xfrm>
              <a:custGeom>
                <a:rect b="b" l="l" r="r" t="t"/>
                <a:pathLst>
                  <a:path extrusionOk="0" h="7110" w="1331">
                    <a:moveTo>
                      <a:pt x="1" y="0"/>
                    </a:moveTo>
                    <a:cubicBezTo>
                      <a:pt x="309" y="0"/>
                      <a:pt x="557" y="251"/>
                      <a:pt x="557" y="557"/>
                    </a:cubicBezTo>
                    <a:lnTo>
                      <a:pt x="557" y="7109"/>
                    </a:lnTo>
                    <a:lnTo>
                      <a:pt x="1330" y="7109"/>
                    </a:lnTo>
                    <a:lnTo>
                      <a:pt x="1330" y="557"/>
                    </a:lnTo>
                    <a:cubicBezTo>
                      <a:pt x="1330" y="251"/>
                      <a:pt x="1082"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26"/>
              <p:cNvSpPr/>
              <p:nvPr/>
            </p:nvSpPr>
            <p:spPr>
              <a:xfrm>
                <a:off x="3529073" y="1876838"/>
                <a:ext cx="28996" cy="115830"/>
              </a:xfrm>
              <a:custGeom>
                <a:rect b="b" l="l" r="r" t="t"/>
                <a:pathLst>
                  <a:path extrusionOk="0" h="4458" w="1116">
                    <a:moveTo>
                      <a:pt x="261" y="1"/>
                    </a:moveTo>
                    <a:cubicBezTo>
                      <a:pt x="118" y="1"/>
                      <a:pt x="0" y="116"/>
                      <a:pt x="0" y="262"/>
                    </a:cubicBezTo>
                    <a:lnTo>
                      <a:pt x="0" y="3935"/>
                    </a:lnTo>
                    <a:cubicBezTo>
                      <a:pt x="0" y="4225"/>
                      <a:pt x="235" y="4458"/>
                      <a:pt x="523" y="4458"/>
                    </a:cubicBezTo>
                    <a:lnTo>
                      <a:pt x="593" y="4458"/>
                    </a:lnTo>
                    <a:cubicBezTo>
                      <a:pt x="880" y="4458"/>
                      <a:pt x="1116" y="4225"/>
                      <a:pt x="1116" y="3935"/>
                    </a:cubicBezTo>
                    <a:lnTo>
                      <a:pt x="1116" y="262"/>
                    </a:lnTo>
                    <a:cubicBezTo>
                      <a:pt x="1116" y="116"/>
                      <a:pt x="998" y="1"/>
                      <a:pt x="8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26"/>
              <p:cNvSpPr/>
              <p:nvPr/>
            </p:nvSpPr>
            <p:spPr>
              <a:xfrm>
                <a:off x="3533464" y="1876838"/>
                <a:ext cx="24605" cy="115830"/>
              </a:xfrm>
              <a:custGeom>
                <a:rect b="b" l="l" r="r" t="t"/>
                <a:pathLst>
                  <a:path extrusionOk="0" h="4458" w="947">
                    <a:moveTo>
                      <a:pt x="100" y="1"/>
                    </a:moveTo>
                    <a:cubicBezTo>
                      <a:pt x="66" y="1"/>
                      <a:pt x="32" y="6"/>
                      <a:pt x="1" y="19"/>
                    </a:cubicBezTo>
                    <a:cubicBezTo>
                      <a:pt x="100" y="58"/>
                      <a:pt x="173" y="155"/>
                      <a:pt x="173" y="270"/>
                    </a:cubicBezTo>
                    <a:lnTo>
                      <a:pt x="173" y="3920"/>
                    </a:lnTo>
                    <a:cubicBezTo>
                      <a:pt x="173" y="4076"/>
                      <a:pt x="105" y="4215"/>
                      <a:pt x="1" y="4314"/>
                    </a:cubicBezTo>
                    <a:cubicBezTo>
                      <a:pt x="97" y="4403"/>
                      <a:pt x="228" y="4458"/>
                      <a:pt x="369" y="4458"/>
                    </a:cubicBezTo>
                    <a:lnTo>
                      <a:pt x="408" y="4458"/>
                    </a:lnTo>
                    <a:cubicBezTo>
                      <a:pt x="704" y="4458"/>
                      <a:pt x="947" y="4218"/>
                      <a:pt x="947" y="3920"/>
                    </a:cubicBezTo>
                    <a:lnTo>
                      <a:pt x="947" y="270"/>
                    </a:lnTo>
                    <a:cubicBezTo>
                      <a:pt x="947" y="121"/>
                      <a:pt x="826" y="1"/>
                      <a:pt x="6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26"/>
              <p:cNvSpPr/>
              <p:nvPr/>
            </p:nvSpPr>
            <p:spPr>
              <a:xfrm>
                <a:off x="3442161" y="1876838"/>
                <a:ext cx="57941" cy="28945"/>
              </a:xfrm>
              <a:custGeom>
                <a:rect b="b" l="l" r="r" t="t"/>
                <a:pathLst>
                  <a:path extrusionOk="0" h="1114" w="2230">
                    <a:moveTo>
                      <a:pt x="1" y="1"/>
                    </a:moveTo>
                    <a:lnTo>
                      <a:pt x="1" y="1114"/>
                    </a:lnTo>
                    <a:lnTo>
                      <a:pt x="2229" y="1114"/>
                    </a:lnTo>
                    <a:lnTo>
                      <a:pt x="22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26"/>
              <p:cNvSpPr/>
              <p:nvPr/>
            </p:nvSpPr>
            <p:spPr>
              <a:xfrm>
                <a:off x="3479992" y="1876838"/>
                <a:ext cx="20110" cy="28945"/>
              </a:xfrm>
              <a:custGeom>
                <a:rect b="b" l="l" r="r" t="t"/>
                <a:pathLst>
                  <a:path extrusionOk="0" h="1114" w="774">
                    <a:moveTo>
                      <a:pt x="0" y="1"/>
                    </a:moveTo>
                    <a:lnTo>
                      <a:pt x="0" y="1114"/>
                    </a:lnTo>
                    <a:lnTo>
                      <a:pt x="773" y="1114"/>
                    </a:lnTo>
                    <a:lnTo>
                      <a:pt x="7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26"/>
              <p:cNvSpPr/>
              <p:nvPr/>
            </p:nvSpPr>
            <p:spPr>
              <a:xfrm>
                <a:off x="3253918" y="2053961"/>
                <a:ext cx="260708" cy="184917"/>
              </a:xfrm>
              <a:custGeom>
                <a:rect b="b" l="l" r="r" t="t"/>
                <a:pathLst>
                  <a:path extrusionOk="0" h="7117" w="10034">
                    <a:moveTo>
                      <a:pt x="1" y="0"/>
                    </a:moveTo>
                    <a:lnTo>
                      <a:pt x="1" y="6072"/>
                    </a:lnTo>
                    <a:cubicBezTo>
                      <a:pt x="1" y="6649"/>
                      <a:pt x="469" y="7117"/>
                      <a:pt x="1046" y="7117"/>
                    </a:cubicBezTo>
                    <a:lnTo>
                      <a:pt x="8988" y="7117"/>
                    </a:lnTo>
                    <a:cubicBezTo>
                      <a:pt x="9566" y="7117"/>
                      <a:pt x="10034" y="6649"/>
                      <a:pt x="10034" y="6072"/>
                    </a:cubicBezTo>
                    <a:lnTo>
                      <a:pt x="100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26"/>
              <p:cNvSpPr/>
              <p:nvPr/>
            </p:nvSpPr>
            <p:spPr>
              <a:xfrm>
                <a:off x="3466741" y="2053961"/>
                <a:ext cx="47886" cy="184917"/>
              </a:xfrm>
              <a:custGeom>
                <a:rect b="b" l="l" r="r" t="t"/>
                <a:pathLst>
                  <a:path extrusionOk="0" h="7117" w="1843">
                    <a:moveTo>
                      <a:pt x="1077" y="0"/>
                    </a:moveTo>
                    <a:lnTo>
                      <a:pt x="1077" y="6040"/>
                    </a:lnTo>
                    <a:cubicBezTo>
                      <a:pt x="1077" y="6636"/>
                      <a:pt x="596" y="7117"/>
                      <a:pt x="1" y="7117"/>
                    </a:cubicBezTo>
                    <a:lnTo>
                      <a:pt x="766" y="7117"/>
                    </a:lnTo>
                    <a:cubicBezTo>
                      <a:pt x="1359" y="7117"/>
                      <a:pt x="1843" y="6636"/>
                      <a:pt x="1843" y="6040"/>
                    </a:cubicBezTo>
                    <a:lnTo>
                      <a:pt x="18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26"/>
              <p:cNvSpPr/>
              <p:nvPr/>
            </p:nvSpPr>
            <p:spPr>
              <a:xfrm>
                <a:off x="3239394" y="2021639"/>
                <a:ext cx="289679" cy="43469"/>
              </a:xfrm>
              <a:custGeom>
                <a:rect b="b" l="l" r="r" t="t"/>
                <a:pathLst>
                  <a:path extrusionOk="0" h="1673" w="11149">
                    <a:moveTo>
                      <a:pt x="523" y="0"/>
                    </a:moveTo>
                    <a:cubicBezTo>
                      <a:pt x="236" y="0"/>
                      <a:pt x="1" y="236"/>
                      <a:pt x="1" y="523"/>
                    </a:cubicBezTo>
                    <a:lnTo>
                      <a:pt x="1" y="1150"/>
                    </a:lnTo>
                    <a:cubicBezTo>
                      <a:pt x="1" y="1440"/>
                      <a:pt x="236" y="1673"/>
                      <a:pt x="523" y="1673"/>
                    </a:cubicBezTo>
                    <a:lnTo>
                      <a:pt x="10626" y="1673"/>
                    </a:lnTo>
                    <a:cubicBezTo>
                      <a:pt x="10914" y="1673"/>
                      <a:pt x="11149" y="1440"/>
                      <a:pt x="11149" y="1150"/>
                    </a:cubicBezTo>
                    <a:lnTo>
                      <a:pt x="11149" y="523"/>
                    </a:lnTo>
                    <a:cubicBezTo>
                      <a:pt x="11149" y="236"/>
                      <a:pt x="10914" y="0"/>
                      <a:pt x="10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26"/>
              <p:cNvSpPr/>
              <p:nvPr/>
            </p:nvSpPr>
            <p:spPr>
              <a:xfrm>
                <a:off x="3494984" y="2021639"/>
                <a:ext cx="34089" cy="43469"/>
              </a:xfrm>
              <a:custGeom>
                <a:rect b="b" l="l" r="r" t="t"/>
                <a:pathLst>
                  <a:path extrusionOk="0" h="1673" w="1312">
                    <a:moveTo>
                      <a:pt x="0" y="0"/>
                    </a:moveTo>
                    <a:cubicBezTo>
                      <a:pt x="298" y="0"/>
                      <a:pt x="539" y="241"/>
                      <a:pt x="539" y="539"/>
                    </a:cubicBezTo>
                    <a:lnTo>
                      <a:pt x="539" y="1134"/>
                    </a:lnTo>
                    <a:cubicBezTo>
                      <a:pt x="539" y="1432"/>
                      <a:pt x="298" y="1673"/>
                      <a:pt x="0" y="1673"/>
                    </a:cubicBezTo>
                    <a:lnTo>
                      <a:pt x="774" y="1673"/>
                    </a:lnTo>
                    <a:cubicBezTo>
                      <a:pt x="1072" y="1673"/>
                      <a:pt x="1312" y="1432"/>
                      <a:pt x="1312" y="1134"/>
                    </a:cubicBezTo>
                    <a:lnTo>
                      <a:pt x="1312" y="539"/>
                    </a:lnTo>
                    <a:cubicBezTo>
                      <a:pt x="1312" y="241"/>
                      <a:pt x="1072" y="0"/>
                      <a:pt x="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26"/>
              <p:cNvSpPr/>
              <p:nvPr/>
            </p:nvSpPr>
            <p:spPr>
              <a:xfrm>
                <a:off x="3253918" y="2188836"/>
                <a:ext cx="260708" cy="13199"/>
              </a:xfrm>
              <a:custGeom>
                <a:rect b="b" l="l" r="r" t="t"/>
                <a:pathLst>
                  <a:path extrusionOk="0" h="508" w="10034">
                    <a:moveTo>
                      <a:pt x="1" y="0"/>
                    </a:moveTo>
                    <a:lnTo>
                      <a:pt x="1" y="507"/>
                    </a:lnTo>
                    <a:lnTo>
                      <a:pt x="10034" y="507"/>
                    </a:lnTo>
                    <a:lnTo>
                      <a:pt x="100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9" name="Google Shape;11799;p126"/>
            <p:cNvSpPr/>
            <p:nvPr/>
          </p:nvSpPr>
          <p:spPr>
            <a:xfrm>
              <a:off x="3254356" y="2065111"/>
              <a:ext cx="260708" cy="13199"/>
            </a:xfrm>
            <a:custGeom>
              <a:rect b="b" l="l" r="r" t="t"/>
              <a:pathLst>
                <a:path extrusionOk="0" h="508" w="10034">
                  <a:moveTo>
                    <a:pt x="1" y="0"/>
                  </a:moveTo>
                  <a:lnTo>
                    <a:pt x="1" y="507"/>
                  </a:lnTo>
                  <a:lnTo>
                    <a:pt x="10034" y="507"/>
                  </a:lnTo>
                  <a:lnTo>
                    <a:pt x="100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0" name="Google Shape;11800;p126">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26">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26">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26">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07" name="Shape 11807"/>
        <p:cNvGrpSpPr/>
        <p:nvPr/>
      </p:nvGrpSpPr>
      <p:grpSpPr>
        <a:xfrm>
          <a:off x="0" y="0"/>
          <a:ext cx="0" cy="0"/>
          <a:chOff x="0" y="0"/>
          <a:chExt cx="0" cy="0"/>
        </a:xfrm>
      </p:grpSpPr>
      <p:sp>
        <p:nvSpPr>
          <p:cNvPr id="11808" name="Google Shape;11808;p127"/>
          <p:cNvSpPr txBox="1"/>
          <p:nvPr>
            <p:ph idx="4294967295" type="body"/>
          </p:nvPr>
        </p:nvSpPr>
        <p:spPr>
          <a:xfrm>
            <a:off x="720000" y="1152475"/>
            <a:ext cx="7704000" cy="2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the one of this template:</a:t>
            </a:r>
            <a:endParaRPr/>
          </a:p>
        </p:txBody>
      </p:sp>
      <p:sp>
        <p:nvSpPr>
          <p:cNvPr id="11809" name="Google Shape;11809;p127"/>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1810" name="Google Shape;11810;p127"/>
          <p:cNvSpPr txBox="1"/>
          <p:nvPr>
            <p:ph idx="4294967295" type="body"/>
          </p:nvPr>
        </p:nvSpPr>
        <p:spPr>
          <a:xfrm>
            <a:off x="720000" y="4068838"/>
            <a:ext cx="7704000" cy="29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uFill>
                  <a:noFill/>
                </a:uFill>
                <a:hlinkClick r:id="rId3"/>
              </a:rPr>
              <a:t>Empty school class - background for video conferencing</a:t>
            </a:r>
            <a:endParaRPr/>
          </a:p>
        </p:txBody>
      </p:sp>
      <p:grpSp>
        <p:nvGrpSpPr>
          <p:cNvPr id="11811" name="Google Shape;11811;p127"/>
          <p:cNvGrpSpPr/>
          <p:nvPr/>
        </p:nvGrpSpPr>
        <p:grpSpPr>
          <a:xfrm>
            <a:off x="7707256" y="1829560"/>
            <a:ext cx="420360" cy="534467"/>
            <a:chOff x="3401054" y="1823774"/>
            <a:chExt cx="298594" cy="379647"/>
          </a:xfrm>
        </p:grpSpPr>
        <p:sp>
          <p:nvSpPr>
            <p:cNvPr id="11812" name="Google Shape;11812;p127"/>
            <p:cNvSpPr/>
            <p:nvPr/>
          </p:nvSpPr>
          <p:spPr>
            <a:xfrm>
              <a:off x="3401054" y="1854718"/>
              <a:ext cx="298594" cy="348703"/>
            </a:xfrm>
            <a:custGeom>
              <a:rect b="b" l="l" r="r" t="t"/>
              <a:pathLst>
                <a:path extrusionOk="0" h="26583" w="22763">
                  <a:moveTo>
                    <a:pt x="1" y="0"/>
                  </a:moveTo>
                  <a:lnTo>
                    <a:pt x="415" y="24927"/>
                  </a:lnTo>
                  <a:lnTo>
                    <a:pt x="22254" y="26582"/>
                  </a:lnTo>
                  <a:lnTo>
                    <a:pt x="227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27"/>
            <p:cNvSpPr/>
            <p:nvPr/>
          </p:nvSpPr>
          <p:spPr>
            <a:xfrm>
              <a:off x="3401054" y="1842191"/>
              <a:ext cx="298594" cy="344111"/>
            </a:xfrm>
            <a:custGeom>
              <a:rect b="b" l="l" r="r" t="t"/>
              <a:pathLst>
                <a:path extrusionOk="0" h="26233" w="22763">
                  <a:moveTo>
                    <a:pt x="1" y="0"/>
                  </a:moveTo>
                  <a:lnTo>
                    <a:pt x="1" y="26232"/>
                  </a:lnTo>
                  <a:lnTo>
                    <a:pt x="22763" y="26232"/>
                  </a:lnTo>
                  <a:lnTo>
                    <a:pt x="227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27"/>
            <p:cNvSpPr/>
            <p:nvPr/>
          </p:nvSpPr>
          <p:spPr>
            <a:xfrm>
              <a:off x="3401054" y="1842191"/>
              <a:ext cx="298594" cy="58478"/>
            </a:xfrm>
            <a:custGeom>
              <a:rect b="b" l="l" r="r" t="t"/>
              <a:pathLst>
                <a:path extrusionOk="0" h="4458" w="22763">
                  <a:moveTo>
                    <a:pt x="1" y="0"/>
                  </a:moveTo>
                  <a:lnTo>
                    <a:pt x="1" y="4457"/>
                  </a:lnTo>
                  <a:lnTo>
                    <a:pt x="22763" y="4457"/>
                  </a:lnTo>
                  <a:lnTo>
                    <a:pt x="227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27"/>
            <p:cNvSpPr/>
            <p:nvPr/>
          </p:nvSpPr>
          <p:spPr>
            <a:xfrm>
              <a:off x="3401054" y="1889375"/>
              <a:ext cx="298594" cy="11294"/>
            </a:xfrm>
            <a:custGeom>
              <a:rect b="b" l="l" r="r" t="t"/>
              <a:pathLst>
                <a:path extrusionOk="0" h="861" w="22763">
                  <a:moveTo>
                    <a:pt x="1" y="1"/>
                  </a:moveTo>
                  <a:lnTo>
                    <a:pt x="1" y="860"/>
                  </a:lnTo>
                  <a:lnTo>
                    <a:pt x="22763" y="860"/>
                  </a:lnTo>
                  <a:lnTo>
                    <a:pt x="227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27"/>
            <p:cNvSpPr/>
            <p:nvPr/>
          </p:nvSpPr>
          <p:spPr>
            <a:xfrm>
              <a:off x="3420716" y="1926956"/>
              <a:ext cx="24648" cy="25068"/>
            </a:xfrm>
            <a:custGeom>
              <a:rect b="b" l="l" r="r" t="t"/>
              <a:pathLst>
                <a:path extrusionOk="0" h="1911" w="1879">
                  <a:moveTo>
                    <a:pt x="0" y="1"/>
                  </a:moveTo>
                  <a:lnTo>
                    <a:pt x="0" y="1911"/>
                  </a:lnTo>
                  <a:lnTo>
                    <a:pt x="1878" y="1911"/>
                  </a:lnTo>
                  <a:lnTo>
                    <a:pt x="18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27"/>
            <p:cNvSpPr/>
            <p:nvPr/>
          </p:nvSpPr>
          <p:spPr>
            <a:xfrm>
              <a:off x="3459964" y="1926956"/>
              <a:ext cx="24648" cy="25068"/>
            </a:xfrm>
            <a:custGeom>
              <a:rect b="b" l="l" r="r" t="t"/>
              <a:pathLst>
                <a:path extrusionOk="0" h="1911" w="1879">
                  <a:moveTo>
                    <a:pt x="1" y="1"/>
                  </a:moveTo>
                  <a:lnTo>
                    <a:pt x="1" y="1911"/>
                  </a:lnTo>
                  <a:lnTo>
                    <a:pt x="1879" y="1911"/>
                  </a:lnTo>
                  <a:lnTo>
                    <a:pt x="18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27"/>
            <p:cNvSpPr/>
            <p:nvPr/>
          </p:nvSpPr>
          <p:spPr>
            <a:xfrm>
              <a:off x="3498805" y="1926956"/>
              <a:ext cx="25068" cy="25068"/>
            </a:xfrm>
            <a:custGeom>
              <a:rect b="b" l="l" r="r" t="t"/>
              <a:pathLst>
                <a:path extrusionOk="0" h="1911" w="1911">
                  <a:moveTo>
                    <a:pt x="0" y="1"/>
                  </a:moveTo>
                  <a:lnTo>
                    <a:pt x="0" y="1911"/>
                  </a:lnTo>
                  <a:lnTo>
                    <a:pt x="1910" y="1911"/>
                  </a:lnTo>
                  <a:lnTo>
                    <a:pt x="19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27"/>
            <p:cNvSpPr/>
            <p:nvPr/>
          </p:nvSpPr>
          <p:spPr>
            <a:xfrm>
              <a:off x="3538027" y="1926956"/>
              <a:ext cx="25068" cy="25068"/>
            </a:xfrm>
            <a:custGeom>
              <a:rect b="b" l="l" r="r" t="t"/>
              <a:pathLst>
                <a:path extrusionOk="0" h="1911" w="1911">
                  <a:moveTo>
                    <a:pt x="1" y="1"/>
                  </a:moveTo>
                  <a:lnTo>
                    <a:pt x="1" y="1911"/>
                  </a:lnTo>
                  <a:lnTo>
                    <a:pt x="1911" y="1911"/>
                  </a:lnTo>
                  <a:lnTo>
                    <a:pt x="19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27"/>
            <p:cNvSpPr/>
            <p:nvPr/>
          </p:nvSpPr>
          <p:spPr>
            <a:xfrm>
              <a:off x="3577288" y="1926956"/>
              <a:ext cx="25068" cy="25068"/>
            </a:xfrm>
            <a:custGeom>
              <a:rect b="b" l="l" r="r" t="t"/>
              <a:pathLst>
                <a:path extrusionOk="0" h="1911" w="1911">
                  <a:moveTo>
                    <a:pt x="0" y="1"/>
                  </a:moveTo>
                  <a:lnTo>
                    <a:pt x="0" y="1911"/>
                  </a:lnTo>
                  <a:lnTo>
                    <a:pt x="1910" y="1911"/>
                  </a:lnTo>
                  <a:lnTo>
                    <a:pt x="19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27"/>
            <p:cNvSpPr/>
            <p:nvPr/>
          </p:nvSpPr>
          <p:spPr>
            <a:xfrm>
              <a:off x="3616536" y="1926956"/>
              <a:ext cx="24661" cy="25068"/>
            </a:xfrm>
            <a:custGeom>
              <a:rect b="b" l="l" r="r" t="t"/>
              <a:pathLst>
                <a:path extrusionOk="0" h="1911" w="1880">
                  <a:moveTo>
                    <a:pt x="1" y="1"/>
                  </a:moveTo>
                  <a:lnTo>
                    <a:pt x="1" y="1911"/>
                  </a:lnTo>
                  <a:lnTo>
                    <a:pt x="1879" y="1911"/>
                  </a:lnTo>
                  <a:lnTo>
                    <a:pt x="187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27"/>
            <p:cNvSpPr/>
            <p:nvPr/>
          </p:nvSpPr>
          <p:spPr>
            <a:xfrm>
              <a:off x="3655796" y="1926956"/>
              <a:ext cx="24648" cy="25068"/>
            </a:xfrm>
            <a:custGeom>
              <a:rect b="b" l="l" r="r" t="t"/>
              <a:pathLst>
                <a:path extrusionOk="0" h="1911" w="1879">
                  <a:moveTo>
                    <a:pt x="0" y="1"/>
                  </a:moveTo>
                  <a:lnTo>
                    <a:pt x="0" y="1911"/>
                  </a:lnTo>
                  <a:lnTo>
                    <a:pt x="1878" y="1911"/>
                  </a:lnTo>
                  <a:lnTo>
                    <a:pt x="18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27"/>
            <p:cNvSpPr/>
            <p:nvPr/>
          </p:nvSpPr>
          <p:spPr>
            <a:xfrm>
              <a:off x="3420716" y="1970808"/>
              <a:ext cx="24648" cy="24648"/>
            </a:xfrm>
            <a:custGeom>
              <a:rect b="b" l="l" r="r" t="t"/>
              <a:pathLst>
                <a:path extrusionOk="0" h="1879" w="1879">
                  <a:moveTo>
                    <a:pt x="0" y="0"/>
                  </a:moveTo>
                  <a:lnTo>
                    <a:pt x="0" y="1879"/>
                  </a:lnTo>
                  <a:lnTo>
                    <a:pt x="1878" y="1879"/>
                  </a:lnTo>
                  <a:lnTo>
                    <a:pt x="18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27"/>
            <p:cNvSpPr/>
            <p:nvPr/>
          </p:nvSpPr>
          <p:spPr>
            <a:xfrm>
              <a:off x="3459964" y="1970808"/>
              <a:ext cx="24648" cy="24648"/>
            </a:xfrm>
            <a:custGeom>
              <a:rect b="b" l="l" r="r" t="t"/>
              <a:pathLst>
                <a:path extrusionOk="0" h="1879" w="1879">
                  <a:moveTo>
                    <a:pt x="1" y="0"/>
                  </a:moveTo>
                  <a:lnTo>
                    <a:pt x="1" y="1879"/>
                  </a:lnTo>
                  <a:lnTo>
                    <a:pt x="1879" y="1879"/>
                  </a:lnTo>
                  <a:lnTo>
                    <a:pt x="1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27"/>
            <p:cNvSpPr/>
            <p:nvPr/>
          </p:nvSpPr>
          <p:spPr>
            <a:xfrm>
              <a:off x="3498780" y="1970808"/>
              <a:ext cx="25068" cy="24648"/>
            </a:xfrm>
            <a:custGeom>
              <a:rect b="b" l="l" r="r" t="t"/>
              <a:pathLst>
                <a:path extrusionOk="0" h="1879" w="1911">
                  <a:moveTo>
                    <a:pt x="0" y="0"/>
                  </a:moveTo>
                  <a:lnTo>
                    <a:pt x="0" y="1879"/>
                  </a:lnTo>
                  <a:lnTo>
                    <a:pt x="1910" y="1879"/>
                  </a:lnTo>
                  <a:lnTo>
                    <a:pt x="19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27"/>
            <p:cNvSpPr/>
            <p:nvPr/>
          </p:nvSpPr>
          <p:spPr>
            <a:xfrm>
              <a:off x="3538027" y="1970808"/>
              <a:ext cx="25068" cy="24648"/>
            </a:xfrm>
            <a:custGeom>
              <a:rect b="b" l="l" r="r" t="t"/>
              <a:pathLst>
                <a:path extrusionOk="0" h="1879" w="1911">
                  <a:moveTo>
                    <a:pt x="1" y="0"/>
                  </a:moveTo>
                  <a:lnTo>
                    <a:pt x="1" y="1879"/>
                  </a:lnTo>
                  <a:lnTo>
                    <a:pt x="1911" y="1879"/>
                  </a:lnTo>
                  <a:lnTo>
                    <a:pt x="1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27"/>
            <p:cNvSpPr/>
            <p:nvPr/>
          </p:nvSpPr>
          <p:spPr>
            <a:xfrm>
              <a:off x="3577288" y="1970808"/>
              <a:ext cx="25068" cy="24648"/>
            </a:xfrm>
            <a:custGeom>
              <a:rect b="b" l="l" r="r" t="t"/>
              <a:pathLst>
                <a:path extrusionOk="0" h="1879" w="1911">
                  <a:moveTo>
                    <a:pt x="0" y="0"/>
                  </a:moveTo>
                  <a:lnTo>
                    <a:pt x="0" y="1879"/>
                  </a:lnTo>
                  <a:lnTo>
                    <a:pt x="1910" y="1879"/>
                  </a:lnTo>
                  <a:lnTo>
                    <a:pt x="19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27"/>
            <p:cNvSpPr/>
            <p:nvPr/>
          </p:nvSpPr>
          <p:spPr>
            <a:xfrm>
              <a:off x="3616536" y="1970808"/>
              <a:ext cx="24661" cy="24648"/>
            </a:xfrm>
            <a:custGeom>
              <a:rect b="b" l="l" r="r" t="t"/>
              <a:pathLst>
                <a:path extrusionOk="0" h="1879" w="1880">
                  <a:moveTo>
                    <a:pt x="1" y="0"/>
                  </a:moveTo>
                  <a:lnTo>
                    <a:pt x="1" y="1879"/>
                  </a:lnTo>
                  <a:lnTo>
                    <a:pt x="1879" y="1879"/>
                  </a:lnTo>
                  <a:lnTo>
                    <a:pt x="18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27"/>
            <p:cNvSpPr/>
            <p:nvPr/>
          </p:nvSpPr>
          <p:spPr>
            <a:xfrm>
              <a:off x="3655796" y="1970808"/>
              <a:ext cx="24648" cy="24648"/>
            </a:xfrm>
            <a:custGeom>
              <a:rect b="b" l="l" r="r" t="t"/>
              <a:pathLst>
                <a:path extrusionOk="0" h="1879" w="1879">
                  <a:moveTo>
                    <a:pt x="0" y="0"/>
                  </a:moveTo>
                  <a:lnTo>
                    <a:pt x="0" y="1879"/>
                  </a:lnTo>
                  <a:lnTo>
                    <a:pt x="1878" y="1879"/>
                  </a:lnTo>
                  <a:lnTo>
                    <a:pt x="18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27"/>
            <p:cNvSpPr/>
            <p:nvPr/>
          </p:nvSpPr>
          <p:spPr>
            <a:xfrm>
              <a:off x="3420716" y="2014240"/>
              <a:ext cx="24648" cy="24648"/>
            </a:xfrm>
            <a:custGeom>
              <a:rect b="b" l="l" r="r" t="t"/>
              <a:pathLst>
                <a:path extrusionOk="0" h="1879" w="1879">
                  <a:moveTo>
                    <a:pt x="0" y="0"/>
                  </a:moveTo>
                  <a:lnTo>
                    <a:pt x="0" y="1878"/>
                  </a:lnTo>
                  <a:lnTo>
                    <a:pt x="1878" y="1878"/>
                  </a:lnTo>
                  <a:lnTo>
                    <a:pt x="18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27"/>
            <p:cNvSpPr/>
            <p:nvPr/>
          </p:nvSpPr>
          <p:spPr>
            <a:xfrm>
              <a:off x="3459964" y="2014240"/>
              <a:ext cx="24648" cy="24648"/>
            </a:xfrm>
            <a:custGeom>
              <a:rect b="b" l="l" r="r" t="t"/>
              <a:pathLst>
                <a:path extrusionOk="0" h="1879" w="1879">
                  <a:moveTo>
                    <a:pt x="1" y="0"/>
                  </a:moveTo>
                  <a:lnTo>
                    <a:pt x="1" y="1878"/>
                  </a:lnTo>
                  <a:lnTo>
                    <a:pt x="1879" y="1878"/>
                  </a:lnTo>
                  <a:lnTo>
                    <a:pt x="1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27"/>
            <p:cNvSpPr/>
            <p:nvPr/>
          </p:nvSpPr>
          <p:spPr>
            <a:xfrm>
              <a:off x="3498780" y="2014240"/>
              <a:ext cx="25068" cy="24648"/>
            </a:xfrm>
            <a:custGeom>
              <a:rect b="b" l="l" r="r" t="t"/>
              <a:pathLst>
                <a:path extrusionOk="0" h="1879" w="1911">
                  <a:moveTo>
                    <a:pt x="0" y="0"/>
                  </a:moveTo>
                  <a:lnTo>
                    <a:pt x="0" y="1878"/>
                  </a:lnTo>
                  <a:lnTo>
                    <a:pt x="1910" y="1878"/>
                  </a:lnTo>
                  <a:lnTo>
                    <a:pt x="19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27"/>
            <p:cNvSpPr/>
            <p:nvPr/>
          </p:nvSpPr>
          <p:spPr>
            <a:xfrm>
              <a:off x="3538027" y="2014240"/>
              <a:ext cx="25068" cy="24648"/>
            </a:xfrm>
            <a:custGeom>
              <a:rect b="b" l="l" r="r" t="t"/>
              <a:pathLst>
                <a:path extrusionOk="0" h="1879" w="1911">
                  <a:moveTo>
                    <a:pt x="1" y="0"/>
                  </a:moveTo>
                  <a:lnTo>
                    <a:pt x="1" y="1878"/>
                  </a:lnTo>
                  <a:lnTo>
                    <a:pt x="1911" y="1878"/>
                  </a:lnTo>
                  <a:lnTo>
                    <a:pt x="19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27"/>
            <p:cNvSpPr/>
            <p:nvPr/>
          </p:nvSpPr>
          <p:spPr>
            <a:xfrm>
              <a:off x="3577288" y="2014240"/>
              <a:ext cx="25068" cy="24648"/>
            </a:xfrm>
            <a:custGeom>
              <a:rect b="b" l="l" r="r" t="t"/>
              <a:pathLst>
                <a:path extrusionOk="0" h="1879" w="1911">
                  <a:moveTo>
                    <a:pt x="0" y="0"/>
                  </a:moveTo>
                  <a:lnTo>
                    <a:pt x="0" y="1878"/>
                  </a:lnTo>
                  <a:lnTo>
                    <a:pt x="1910" y="1878"/>
                  </a:lnTo>
                  <a:lnTo>
                    <a:pt x="19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27"/>
            <p:cNvSpPr/>
            <p:nvPr/>
          </p:nvSpPr>
          <p:spPr>
            <a:xfrm>
              <a:off x="3616536" y="2014240"/>
              <a:ext cx="24661" cy="24648"/>
            </a:xfrm>
            <a:custGeom>
              <a:rect b="b" l="l" r="r" t="t"/>
              <a:pathLst>
                <a:path extrusionOk="0" h="1879" w="1880">
                  <a:moveTo>
                    <a:pt x="1" y="0"/>
                  </a:moveTo>
                  <a:lnTo>
                    <a:pt x="1" y="1878"/>
                  </a:lnTo>
                  <a:lnTo>
                    <a:pt x="1879" y="1878"/>
                  </a:lnTo>
                  <a:lnTo>
                    <a:pt x="18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27"/>
            <p:cNvSpPr/>
            <p:nvPr/>
          </p:nvSpPr>
          <p:spPr>
            <a:xfrm>
              <a:off x="3655796" y="2014240"/>
              <a:ext cx="24648" cy="24648"/>
            </a:xfrm>
            <a:custGeom>
              <a:rect b="b" l="l" r="r" t="t"/>
              <a:pathLst>
                <a:path extrusionOk="0" h="1879" w="1879">
                  <a:moveTo>
                    <a:pt x="0" y="0"/>
                  </a:moveTo>
                  <a:lnTo>
                    <a:pt x="0" y="1878"/>
                  </a:lnTo>
                  <a:lnTo>
                    <a:pt x="1878" y="1878"/>
                  </a:lnTo>
                  <a:lnTo>
                    <a:pt x="18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27"/>
            <p:cNvSpPr/>
            <p:nvPr/>
          </p:nvSpPr>
          <p:spPr>
            <a:xfrm>
              <a:off x="3525920" y="1823774"/>
              <a:ext cx="43025" cy="36795"/>
            </a:xfrm>
            <a:custGeom>
              <a:rect b="b" l="l" r="r" t="t"/>
              <a:pathLst>
                <a:path extrusionOk="0" h="2805" w="3280">
                  <a:moveTo>
                    <a:pt x="1861" y="1"/>
                  </a:moveTo>
                  <a:cubicBezTo>
                    <a:pt x="1517" y="1"/>
                    <a:pt x="1170" y="129"/>
                    <a:pt x="892" y="417"/>
                  </a:cubicBezTo>
                  <a:cubicBezTo>
                    <a:pt x="1" y="1309"/>
                    <a:pt x="637" y="2805"/>
                    <a:pt x="1879" y="2805"/>
                  </a:cubicBezTo>
                  <a:cubicBezTo>
                    <a:pt x="2643" y="2805"/>
                    <a:pt x="3280" y="2200"/>
                    <a:pt x="3280" y="1404"/>
                  </a:cubicBezTo>
                  <a:cubicBezTo>
                    <a:pt x="3280" y="564"/>
                    <a:pt x="2580" y="1"/>
                    <a:pt x="18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27"/>
            <p:cNvSpPr/>
            <p:nvPr/>
          </p:nvSpPr>
          <p:spPr>
            <a:xfrm>
              <a:off x="3420716" y="2057659"/>
              <a:ext cx="24648" cy="25081"/>
            </a:xfrm>
            <a:custGeom>
              <a:rect b="b" l="l" r="r" t="t"/>
              <a:pathLst>
                <a:path extrusionOk="0" h="1912" w="1879">
                  <a:moveTo>
                    <a:pt x="0" y="1"/>
                  </a:moveTo>
                  <a:lnTo>
                    <a:pt x="0" y="1911"/>
                  </a:lnTo>
                  <a:lnTo>
                    <a:pt x="1878" y="1911"/>
                  </a:lnTo>
                  <a:lnTo>
                    <a:pt x="18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27"/>
            <p:cNvSpPr/>
            <p:nvPr/>
          </p:nvSpPr>
          <p:spPr>
            <a:xfrm>
              <a:off x="3459964" y="2057659"/>
              <a:ext cx="24648" cy="25081"/>
            </a:xfrm>
            <a:custGeom>
              <a:rect b="b" l="l" r="r" t="t"/>
              <a:pathLst>
                <a:path extrusionOk="0" h="1912" w="1879">
                  <a:moveTo>
                    <a:pt x="1" y="1"/>
                  </a:moveTo>
                  <a:lnTo>
                    <a:pt x="1" y="1911"/>
                  </a:lnTo>
                  <a:lnTo>
                    <a:pt x="1879" y="1911"/>
                  </a:lnTo>
                  <a:lnTo>
                    <a:pt x="18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27"/>
            <p:cNvSpPr/>
            <p:nvPr/>
          </p:nvSpPr>
          <p:spPr>
            <a:xfrm>
              <a:off x="3498780" y="2057659"/>
              <a:ext cx="25068" cy="25081"/>
            </a:xfrm>
            <a:custGeom>
              <a:rect b="b" l="l" r="r" t="t"/>
              <a:pathLst>
                <a:path extrusionOk="0" h="1912" w="1911">
                  <a:moveTo>
                    <a:pt x="0" y="1"/>
                  </a:moveTo>
                  <a:lnTo>
                    <a:pt x="0" y="1911"/>
                  </a:lnTo>
                  <a:lnTo>
                    <a:pt x="1910" y="1911"/>
                  </a:lnTo>
                  <a:lnTo>
                    <a:pt x="19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27"/>
            <p:cNvSpPr/>
            <p:nvPr/>
          </p:nvSpPr>
          <p:spPr>
            <a:xfrm>
              <a:off x="3538027" y="2057659"/>
              <a:ext cx="25068" cy="25081"/>
            </a:xfrm>
            <a:custGeom>
              <a:rect b="b" l="l" r="r" t="t"/>
              <a:pathLst>
                <a:path extrusionOk="0" h="1912" w="1911">
                  <a:moveTo>
                    <a:pt x="1" y="1"/>
                  </a:moveTo>
                  <a:lnTo>
                    <a:pt x="1" y="1911"/>
                  </a:lnTo>
                  <a:lnTo>
                    <a:pt x="1911" y="1911"/>
                  </a:lnTo>
                  <a:lnTo>
                    <a:pt x="19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27"/>
            <p:cNvSpPr/>
            <p:nvPr/>
          </p:nvSpPr>
          <p:spPr>
            <a:xfrm>
              <a:off x="3577288" y="2057659"/>
              <a:ext cx="25068" cy="25081"/>
            </a:xfrm>
            <a:custGeom>
              <a:rect b="b" l="l" r="r" t="t"/>
              <a:pathLst>
                <a:path extrusionOk="0" h="1912" w="1911">
                  <a:moveTo>
                    <a:pt x="0" y="1"/>
                  </a:moveTo>
                  <a:lnTo>
                    <a:pt x="0" y="1911"/>
                  </a:lnTo>
                  <a:lnTo>
                    <a:pt x="1910" y="1911"/>
                  </a:lnTo>
                  <a:lnTo>
                    <a:pt x="19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27"/>
            <p:cNvSpPr/>
            <p:nvPr/>
          </p:nvSpPr>
          <p:spPr>
            <a:xfrm>
              <a:off x="3616536" y="2057659"/>
              <a:ext cx="24661" cy="25081"/>
            </a:xfrm>
            <a:custGeom>
              <a:rect b="b" l="l" r="r" t="t"/>
              <a:pathLst>
                <a:path extrusionOk="0" h="1912" w="1880">
                  <a:moveTo>
                    <a:pt x="1" y="1"/>
                  </a:moveTo>
                  <a:lnTo>
                    <a:pt x="1" y="1911"/>
                  </a:lnTo>
                  <a:lnTo>
                    <a:pt x="1879" y="1911"/>
                  </a:lnTo>
                  <a:lnTo>
                    <a:pt x="187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27"/>
            <p:cNvSpPr/>
            <p:nvPr/>
          </p:nvSpPr>
          <p:spPr>
            <a:xfrm>
              <a:off x="3655796" y="2057659"/>
              <a:ext cx="24648" cy="25081"/>
            </a:xfrm>
            <a:custGeom>
              <a:rect b="b" l="l" r="r" t="t"/>
              <a:pathLst>
                <a:path extrusionOk="0" h="1912" w="1879">
                  <a:moveTo>
                    <a:pt x="0" y="1"/>
                  </a:moveTo>
                  <a:lnTo>
                    <a:pt x="0" y="1911"/>
                  </a:lnTo>
                  <a:lnTo>
                    <a:pt x="1878" y="1911"/>
                  </a:lnTo>
                  <a:lnTo>
                    <a:pt x="18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127"/>
          <p:cNvGrpSpPr/>
          <p:nvPr/>
        </p:nvGrpSpPr>
        <p:grpSpPr>
          <a:xfrm>
            <a:off x="5941588" y="1759571"/>
            <a:ext cx="331593" cy="840939"/>
            <a:chOff x="5386716" y="1895645"/>
            <a:chExt cx="179998" cy="456437"/>
          </a:xfrm>
        </p:grpSpPr>
        <p:sp>
          <p:nvSpPr>
            <p:cNvPr id="11846" name="Google Shape;11846;p127"/>
            <p:cNvSpPr/>
            <p:nvPr/>
          </p:nvSpPr>
          <p:spPr>
            <a:xfrm>
              <a:off x="5386716" y="1895645"/>
              <a:ext cx="179998" cy="456437"/>
            </a:xfrm>
            <a:custGeom>
              <a:rect b="b" l="l" r="r" t="t"/>
              <a:pathLst>
                <a:path extrusionOk="0" h="34796" w="13722">
                  <a:moveTo>
                    <a:pt x="1" y="0"/>
                  </a:moveTo>
                  <a:lnTo>
                    <a:pt x="1" y="34796"/>
                  </a:lnTo>
                  <a:lnTo>
                    <a:pt x="13722" y="34796"/>
                  </a:lnTo>
                  <a:lnTo>
                    <a:pt x="137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27"/>
            <p:cNvSpPr/>
            <p:nvPr/>
          </p:nvSpPr>
          <p:spPr>
            <a:xfrm>
              <a:off x="5413449" y="1919440"/>
              <a:ext cx="126964" cy="408833"/>
            </a:xfrm>
            <a:custGeom>
              <a:rect b="b" l="l" r="r" t="t"/>
              <a:pathLst>
                <a:path extrusionOk="0" h="31167" w="9679">
                  <a:moveTo>
                    <a:pt x="0" y="1"/>
                  </a:moveTo>
                  <a:lnTo>
                    <a:pt x="0" y="31167"/>
                  </a:lnTo>
                  <a:lnTo>
                    <a:pt x="9678" y="31167"/>
                  </a:lnTo>
                  <a:lnTo>
                    <a:pt x="96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27"/>
            <p:cNvSpPr/>
            <p:nvPr/>
          </p:nvSpPr>
          <p:spPr>
            <a:xfrm>
              <a:off x="5446860" y="1947839"/>
              <a:ext cx="73091" cy="73510"/>
            </a:xfrm>
            <a:custGeom>
              <a:rect b="b" l="l" r="r" t="t"/>
              <a:pathLst>
                <a:path extrusionOk="0" h="5604" w="5572">
                  <a:moveTo>
                    <a:pt x="1273" y="0"/>
                  </a:moveTo>
                  <a:lnTo>
                    <a:pt x="0" y="4330"/>
                  </a:lnTo>
                  <a:lnTo>
                    <a:pt x="4298" y="5603"/>
                  </a:lnTo>
                  <a:lnTo>
                    <a:pt x="5571" y="1242"/>
                  </a:lnTo>
                  <a:lnTo>
                    <a:pt x="12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27"/>
            <p:cNvSpPr/>
            <p:nvPr/>
          </p:nvSpPr>
          <p:spPr>
            <a:xfrm>
              <a:off x="5451031" y="2214676"/>
              <a:ext cx="60144" cy="60563"/>
            </a:xfrm>
            <a:custGeom>
              <a:rect b="b" l="l" r="r" t="t"/>
              <a:pathLst>
                <a:path extrusionOk="0" h="4617" w="4585">
                  <a:moveTo>
                    <a:pt x="4457" y="1"/>
                  </a:moveTo>
                  <a:lnTo>
                    <a:pt x="0" y="96"/>
                  </a:lnTo>
                  <a:lnTo>
                    <a:pt x="96" y="4617"/>
                  </a:lnTo>
                  <a:lnTo>
                    <a:pt x="4585" y="4521"/>
                  </a:lnTo>
                  <a:lnTo>
                    <a:pt x="44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27"/>
            <p:cNvSpPr/>
            <p:nvPr/>
          </p:nvSpPr>
          <p:spPr>
            <a:xfrm>
              <a:off x="5458547" y="2045132"/>
              <a:ext cx="60144" cy="60563"/>
            </a:xfrm>
            <a:custGeom>
              <a:rect b="b" l="l" r="r" t="t"/>
              <a:pathLst>
                <a:path extrusionOk="0" h="4617" w="4585">
                  <a:moveTo>
                    <a:pt x="96" y="1"/>
                  </a:moveTo>
                  <a:lnTo>
                    <a:pt x="0" y="4521"/>
                  </a:lnTo>
                  <a:lnTo>
                    <a:pt x="4489" y="4617"/>
                  </a:lnTo>
                  <a:lnTo>
                    <a:pt x="4585" y="96"/>
                  </a:lnTo>
                  <a:lnTo>
                    <a:pt x="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27"/>
            <p:cNvSpPr/>
            <p:nvPr/>
          </p:nvSpPr>
          <p:spPr>
            <a:xfrm>
              <a:off x="5435159" y="2125319"/>
              <a:ext cx="68080" cy="68080"/>
            </a:xfrm>
            <a:custGeom>
              <a:rect b="b" l="l" r="r" t="t"/>
              <a:pathLst>
                <a:path extrusionOk="0" h="5190" w="5190">
                  <a:moveTo>
                    <a:pt x="4426" y="0"/>
                  </a:moveTo>
                  <a:lnTo>
                    <a:pt x="1" y="732"/>
                  </a:lnTo>
                  <a:lnTo>
                    <a:pt x="765" y="5189"/>
                  </a:lnTo>
                  <a:lnTo>
                    <a:pt x="5190" y="4457"/>
                  </a:lnTo>
                  <a:lnTo>
                    <a:pt x="44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127"/>
          <p:cNvGrpSpPr/>
          <p:nvPr/>
        </p:nvGrpSpPr>
        <p:grpSpPr>
          <a:xfrm>
            <a:off x="630983" y="1647803"/>
            <a:ext cx="420349" cy="434067"/>
            <a:chOff x="2747947" y="1724015"/>
            <a:chExt cx="331584" cy="342432"/>
          </a:xfrm>
        </p:grpSpPr>
        <p:sp>
          <p:nvSpPr>
            <p:cNvPr id="11853" name="Google Shape;11853;p127"/>
            <p:cNvSpPr/>
            <p:nvPr/>
          </p:nvSpPr>
          <p:spPr>
            <a:xfrm>
              <a:off x="2747947" y="1735283"/>
              <a:ext cx="331584" cy="331164"/>
            </a:xfrm>
            <a:custGeom>
              <a:rect b="b" l="l" r="r" t="t"/>
              <a:pathLst>
                <a:path extrusionOk="0" h="25246" w="25278">
                  <a:moveTo>
                    <a:pt x="12639" y="1"/>
                  </a:moveTo>
                  <a:cubicBezTo>
                    <a:pt x="5667" y="1"/>
                    <a:pt x="0" y="5635"/>
                    <a:pt x="0" y="12607"/>
                  </a:cubicBezTo>
                  <a:cubicBezTo>
                    <a:pt x="0" y="19579"/>
                    <a:pt x="5667" y="25246"/>
                    <a:pt x="12639" y="25246"/>
                  </a:cubicBezTo>
                  <a:cubicBezTo>
                    <a:pt x="19610" y="25246"/>
                    <a:pt x="25277" y="19579"/>
                    <a:pt x="25277" y="12607"/>
                  </a:cubicBezTo>
                  <a:cubicBezTo>
                    <a:pt x="25277" y="5635"/>
                    <a:pt x="19610" y="1"/>
                    <a:pt x="12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27"/>
            <p:cNvSpPr/>
            <p:nvPr/>
          </p:nvSpPr>
          <p:spPr>
            <a:xfrm>
              <a:off x="2747947" y="1724015"/>
              <a:ext cx="331584" cy="331151"/>
            </a:xfrm>
            <a:custGeom>
              <a:rect b="b" l="l" r="r" t="t"/>
              <a:pathLst>
                <a:path extrusionOk="0" h="25245" w="25278">
                  <a:moveTo>
                    <a:pt x="12639" y="0"/>
                  </a:moveTo>
                  <a:cubicBezTo>
                    <a:pt x="5667" y="0"/>
                    <a:pt x="0" y="5667"/>
                    <a:pt x="0" y="12638"/>
                  </a:cubicBezTo>
                  <a:cubicBezTo>
                    <a:pt x="0" y="19610"/>
                    <a:pt x="5667" y="25245"/>
                    <a:pt x="12639" y="25245"/>
                  </a:cubicBezTo>
                  <a:cubicBezTo>
                    <a:pt x="19610" y="25245"/>
                    <a:pt x="25277" y="19610"/>
                    <a:pt x="25277" y="12638"/>
                  </a:cubicBezTo>
                  <a:cubicBezTo>
                    <a:pt x="25277" y="5667"/>
                    <a:pt x="19610" y="0"/>
                    <a:pt x="126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27"/>
            <p:cNvSpPr/>
            <p:nvPr/>
          </p:nvSpPr>
          <p:spPr>
            <a:xfrm>
              <a:off x="2758795" y="1748585"/>
              <a:ext cx="309875" cy="282026"/>
            </a:xfrm>
            <a:custGeom>
              <a:rect b="b" l="l" r="r" t="t"/>
              <a:pathLst>
                <a:path extrusionOk="0" h="21500" w="23623">
                  <a:moveTo>
                    <a:pt x="11811" y="1"/>
                  </a:moveTo>
                  <a:cubicBezTo>
                    <a:pt x="6928" y="1"/>
                    <a:pt x="2510" y="3348"/>
                    <a:pt x="1338" y="8282"/>
                  </a:cubicBezTo>
                  <a:cubicBezTo>
                    <a:pt x="1" y="14076"/>
                    <a:pt x="3566" y="19838"/>
                    <a:pt x="9329" y="21207"/>
                  </a:cubicBezTo>
                  <a:cubicBezTo>
                    <a:pt x="10165" y="21405"/>
                    <a:pt x="11002" y="21500"/>
                    <a:pt x="11826" y="21500"/>
                  </a:cubicBezTo>
                  <a:cubicBezTo>
                    <a:pt x="16704" y="21500"/>
                    <a:pt x="21114" y="18174"/>
                    <a:pt x="22285" y="13217"/>
                  </a:cubicBezTo>
                  <a:cubicBezTo>
                    <a:pt x="23622" y="7455"/>
                    <a:pt x="20057" y="1661"/>
                    <a:pt x="14295" y="292"/>
                  </a:cubicBezTo>
                  <a:cubicBezTo>
                    <a:pt x="13463" y="95"/>
                    <a:pt x="12630" y="1"/>
                    <a:pt x="11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27"/>
            <p:cNvSpPr/>
            <p:nvPr/>
          </p:nvSpPr>
          <p:spPr>
            <a:xfrm>
              <a:off x="2889092" y="1870997"/>
              <a:ext cx="43025" cy="37214"/>
            </a:xfrm>
            <a:custGeom>
              <a:rect b="b" l="l" r="r" t="t"/>
              <a:pathLst>
                <a:path extrusionOk="0" h="2837" w="3280">
                  <a:moveTo>
                    <a:pt x="1879" y="1"/>
                  </a:moveTo>
                  <a:cubicBezTo>
                    <a:pt x="637" y="1"/>
                    <a:pt x="0" y="1529"/>
                    <a:pt x="892" y="2420"/>
                  </a:cubicBezTo>
                  <a:cubicBezTo>
                    <a:pt x="1180" y="2708"/>
                    <a:pt x="1531" y="2837"/>
                    <a:pt x="1875" y="2837"/>
                  </a:cubicBezTo>
                  <a:cubicBezTo>
                    <a:pt x="2594" y="2837"/>
                    <a:pt x="3279" y="2274"/>
                    <a:pt x="3279" y="1433"/>
                  </a:cubicBezTo>
                  <a:cubicBezTo>
                    <a:pt x="3279" y="638"/>
                    <a:pt x="2643" y="1"/>
                    <a:pt x="18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27"/>
            <p:cNvSpPr/>
            <p:nvPr/>
          </p:nvSpPr>
          <p:spPr>
            <a:xfrm>
              <a:off x="2809796" y="1854758"/>
              <a:ext cx="149461" cy="103536"/>
            </a:xfrm>
            <a:custGeom>
              <a:rect b="b" l="l" r="r" t="t"/>
              <a:pathLst>
                <a:path extrusionOk="0" h="7893" w="11394">
                  <a:moveTo>
                    <a:pt x="825" y="1"/>
                  </a:moveTo>
                  <a:cubicBezTo>
                    <a:pt x="204" y="1"/>
                    <a:pt x="0" y="972"/>
                    <a:pt x="697" y="1175"/>
                  </a:cubicBezTo>
                  <a:lnTo>
                    <a:pt x="7542" y="3181"/>
                  </a:lnTo>
                  <a:lnTo>
                    <a:pt x="10120" y="7574"/>
                  </a:lnTo>
                  <a:cubicBezTo>
                    <a:pt x="10248" y="7765"/>
                    <a:pt x="10439" y="7892"/>
                    <a:pt x="10661" y="7892"/>
                  </a:cubicBezTo>
                  <a:lnTo>
                    <a:pt x="10661" y="7860"/>
                  </a:lnTo>
                  <a:cubicBezTo>
                    <a:pt x="11107" y="7860"/>
                    <a:pt x="11394" y="7351"/>
                    <a:pt x="11171" y="6969"/>
                  </a:cubicBezTo>
                  <a:lnTo>
                    <a:pt x="8306" y="2130"/>
                  </a:lnTo>
                  <a:lnTo>
                    <a:pt x="1015" y="29"/>
                  </a:lnTo>
                  <a:cubicBezTo>
                    <a:pt x="948" y="10"/>
                    <a:pt x="885" y="1"/>
                    <a:pt x="8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27"/>
            <p:cNvSpPr/>
            <p:nvPr/>
          </p:nvSpPr>
          <p:spPr>
            <a:xfrm>
              <a:off x="2902865" y="1768064"/>
              <a:ext cx="18810" cy="16095"/>
            </a:xfrm>
            <a:custGeom>
              <a:rect b="b" l="l" r="r" t="t"/>
              <a:pathLst>
                <a:path extrusionOk="0" h="1227" w="1434">
                  <a:moveTo>
                    <a:pt x="816" y="1"/>
                  </a:moveTo>
                  <a:cubicBezTo>
                    <a:pt x="667" y="1"/>
                    <a:pt x="514" y="55"/>
                    <a:pt x="383" y="176"/>
                  </a:cubicBezTo>
                  <a:cubicBezTo>
                    <a:pt x="1" y="590"/>
                    <a:pt x="287" y="1226"/>
                    <a:pt x="829" y="1226"/>
                  </a:cubicBezTo>
                  <a:cubicBezTo>
                    <a:pt x="1179" y="1226"/>
                    <a:pt x="1433" y="972"/>
                    <a:pt x="1433" y="621"/>
                  </a:cubicBezTo>
                  <a:cubicBezTo>
                    <a:pt x="1433" y="252"/>
                    <a:pt x="1136" y="1"/>
                    <a:pt x="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27"/>
            <p:cNvSpPr/>
            <p:nvPr/>
          </p:nvSpPr>
          <p:spPr>
            <a:xfrm>
              <a:off x="2902865" y="2000152"/>
              <a:ext cx="19230" cy="16187"/>
            </a:xfrm>
            <a:custGeom>
              <a:rect b="b" l="l" r="r" t="t"/>
              <a:pathLst>
                <a:path extrusionOk="0" h="1234" w="1466">
                  <a:moveTo>
                    <a:pt x="820" y="0"/>
                  </a:moveTo>
                  <a:cubicBezTo>
                    <a:pt x="666" y="0"/>
                    <a:pt x="509" y="57"/>
                    <a:pt x="383" y="183"/>
                  </a:cubicBezTo>
                  <a:cubicBezTo>
                    <a:pt x="1" y="597"/>
                    <a:pt x="287" y="1233"/>
                    <a:pt x="829" y="1233"/>
                  </a:cubicBezTo>
                  <a:cubicBezTo>
                    <a:pt x="1179" y="1233"/>
                    <a:pt x="1465" y="947"/>
                    <a:pt x="1433" y="597"/>
                  </a:cubicBezTo>
                  <a:cubicBezTo>
                    <a:pt x="1433" y="234"/>
                    <a:pt x="1133"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27"/>
            <p:cNvSpPr/>
            <p:nvPr/>
          </p:nvSpPr>
          <p:spPr>
            <a:xfrm>
              <a:off x="3021880" y="1884049"/>
              <a:ext cx="18810" cy="16200"/>
            </a:xfrm>
            <a:custGeom>
              <a:rect b="b" l="l" r="r" t="t"/>
              <a:pathLst>
                <a:path extrusionOk="0" h="1235" w="1434">
                  <a:moveTo>
                    <a:pt x="600" y="1"/>
                  </a:moveTo>
                  <a:cubicBezTo>
                    <a:pt x="287" y="1"/>
                    <a:pt x="1" y="235"/>
                    <a:pt x="1" y="598"/>
                  </a:cubicBezTo>
                  <a:cubicBezTo>
                    <a:pt x="1" y="948"/>
                    <a:pt x="256" y="1234"/>
                    <a:pt x="606" y="1234"/>
                  </a:cubicBezTo>
                  <a:cubicBezTo>
                    <a:pt x="1147" y="1234"/>
                    <a:pt x="1433" y="566"/>
                    <a:pt x="1051" y="184"/>
                  </a:cubicBezTo>
                  <a:cubicBezTo>
                    <a:pt x="915" y="58"/>
                    <a:pt x="754" y="1"/>
                    <a:pt x="6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27"/>
            <p:cNvSpPr/>
            <p:nvPr/>
          </p:nvSpPr>
          <p:spPr>
            <a:xfrm>
              <a:off x="2789700" y="1884049"/>
              <a:ext cx="18810" cy="16200"/>
            </a:xfrm>
            <a:custGeom>
              <a:rect b="b" l="l" r="r" t="t"/>
              <a:pathLst>
                <a:path extrusionOk="0" h="1235" w="1434">
                  <a:moveTo>
                    <a:pt x="614" y="1"/>
                  </a:moveTo>
                  <a:cubicBezTo>
                    <a:pt x="301" y="1"/>
                    <a:pt x="1" y="235"/>
                    <a:pt x="1" y="598"/>
                  </a:cubicBezTo>
                  <a:cubicBezTo>
                    <a:pt x="1" y="948"/>
                    <a:pt x="255" y="1234"/>
                    <a:pt x="606" y="1234"/>
                  </a:cubicBezTo>
                  <a:cubicBezTo>
                    <a:pt x="1147" y="1234"/>
                    <a:pt x="1433" y="566"/>
                    <a:pt x="1051" y="184"/>
                  </a:cubicBezTo>
                  <a:cubicBezTo>
                    <a:pt x="925" y="58"/>
                    <a:pt x="768" y="1"/>
                    <a:pt x="6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27"/>
            <p:cNvSpPr/>
            <p:nvPr/>
          </p:nvSpPr>
          <p:spPr>
            <a:xfrm>
              <a:off x="2964255" y="1785156"/>
              <a:ext cx="20529" cy="16174"/>
            </a:xfrm>
            <a:custGeom>
              <a:rect b="b" l="l" r="r" t="t"/>
              <a:pathLst>
                <a:path extrusionOk="0" h="1233" w="1565">
                  <a:moveTo>
                    <a:pt x="813" y="1"/>
                  </a:moveTo>
                  <a:cubicBezTo>
                    <a:pt x="766" y="1"/>
                    <a:pt x="718" y="6"/>
                    <a:pt x="669" y="19"/>
                  </a:cubicBezTo>
                  <a:cubicBezTo>
                    <a:pt x="128" y="146"/>
                    <a:pt x="1" y="846"/>
                    <a:pt x="478" y="1133"/>
                  </a:cubicBezTo>
                  <a:cubicBezTo>
                    <a:pt x="580" y="1201"/>
                    <a:pt x="693" y="1232"/>
                    <a:pt x="804" y="1232"/>
                  </a:cubicBezTo>
                  <a:cubicBezTo>
                    <a:pt x="1007" y="1232"/>
                    <a:pt x="1203" y="1127"/>
                    <a:pt x="1306" y="942"/>
                  </a:cubicBezTo>
                  <a:cubicBezTo>
                    <a:pt x="1565" y="510"/>
                    <a:pt x="1252" y="1"/>
                    <a:pt x="8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27"/>
            <p:cNvSpPr/>
            <p:nvPr/>
          </p:nvSpPr>
          <p:spPr>
            <a:xfrm>
              <a:off x="2842315" y="1982679"/>
              <a:ext cx="20542" cy="16174"/>
            </a:xfrm>
            <a:custGeom>
              <a:rect b="b" l="l" r="r" t="t"/>
              <a:pathLst>
                <a:path extrusionOk="0" h="1233" w="1566">
                  <a:moveTo>
                    <a:pt x="790" y="1"/>
                  </a:moveTo>
                  <a:cubicBezTo>
                    <a:pt x="740" y="1"/>
                    <a:pt x="690" y="6"/>
                    <a:pt x="638" y="19"/>
                  </a:cubicBezTo>
                  <a:cubicBezTo>
                    <a:pt x="96" y="146"/>
                    <a:pt x="1" y="846"/>
                    <a:pt x="478" y="1133"/>
                  </a:cubicBezTo>
                  <a:cubicBezTo>
                    <a:pt x="580" y="1200"/>
                    <a:pt x="689" y="1232"/>
                    <a:pt x="797" y="1232"/>
                  </a:cubicBezTo>
                  <a:cubicBezTo>
                    <a:pt x="993" y="1232"/>
                    <a:pt x="1183" y="1127"/>
                    <a:pt x="1306" y="942"/>
                  </a:cubicBezTo>
                  <a:cubicBezTo>
                    <a:pt x="1565" y="510"/>
                    <a:pt x="1252" y="1"/>
                    <a:pt x="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27"/>
            <p:cNvSpPr/>
            <p:nvPr/>
          </p:nvSpPr>
          <p:spPr>
            <a:xfrm>
              <a:off x="3003515" y="1944796"/>
              <a:ext cx="18037" cy="16174"/>
            </a:xfrm>
            <a:custGeom>
              <a:rect b="b" l="l" r="r" t="t"/>
              <a:pathLst>
                <a:path extrusionOk="0" h="1233" w="1375">
                  <a:moveTo>
                    <a:pt x="670" y="0"/>
                  </a:moveTo>
                  <a:cubicBezTo>
                    <a:pt x="476" y="0"/>
                    <a:pt x="280" y="94"/>
                    <a:pt x="159" y="296"/>
                  </a:cubicBezTo>
                  <a:cubicBezTo>
                    <a:pt x="0" y="583"/>
                    <a:pt x="64" y="965"/>
                    <a:pt x="382" y="1156"/>
                  </a:cubicBezTo>
                  <a:cubicBezTo>
                    <a:pt x="475" y="1209"/>
                    <a:pt x="574" y="1233"/>
                    <a:pt x="671" y="1233"/>
                  </a:cubicBezTo>
                  <a:cubicBezTo>
                    <a:pt x="1037" y="1233"/>
                    <a:pt x="1374" y="890"/>
                    <a:pt x="1274" y="487"/>
                  </a:cubicBezTo>
                  <a:cubicBezTo>
                    <a:pt x="1200" y="175"/>
                    <a:pt x="936" y="0"/>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27"/>
            <p:cNvSpPr/>
            <p:nvPr/>
          </p:nvSpPr>
          <p:spPr>
            <a:xfrm>
              <a:off x="2805992" y="1823039"/>
              <a:ext cx="18010" cy="16213"/>
            </a:xfrm>
            <a:custGeom>
              <a:rect b="b" l="l" r="r" t="t"/>
              <a:pathLst>
                <a:path extrusionOk="0" h="1236" w="1373">
                  <a:moveTo>
                    <a:pt x="677" y="0"/>
                  </a:moveTo>
                  <a:cubicBezTo>
                    <a:pt x="480" y="0"/>
                    <a:pt x="282" y="92"/>
                    <a:pt x="159" y="282"/>
                  </a:cubicBezTo>
                  <a:cubicBezTo>
                    <a:pt x="0" y="569"/>
                    <a:pt x="64" y="951"/>
                    <a:pt x="350" y="1142"/>
                  </a:cubicBezTo>
                  <a:cubicBezTo>
                    <a:pt x="458" y="1206"/>
                    <a:pt x="570" y="1235"/>
                    <a:pt x="679" y="1235"/>
                  </a:cubicBezTo>
                  <a:cubicBezTo>
                    <a:pt x="1051" y="1235"/>
                    <a:pt x="1372" y="893"/>
                    <a:pt x="1274" y="473"/>
                  </a:cubicBezTo>
                  <a:cubicBezTo>
                    <a:pt x="1201" y="164"/>
                    <a:pt x="940" y="0"/>
                    <a:pt x="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27"/>
            <p:cNvSpPr/>
            <p:nvPr/>
          </p:nvSpPr>
          <p:spPr>
            <a:xfrm>
              <a:off x="3002243" y="1823158"/>
              <a:ext cx="20909" cy="16174"/>
            </a:xfrm>
            <a:custGeom>
              <a:rect b="b" l="l" r="r" t="t"/>
              <a:pathLst>
                <a:path extrusionOk="0" h="1233" w="1594">
                  <a:moveTo>
                    <a:pt x="780" y="1"/>
                  </a:moveTo>
                  <a:cubicBezTo>
                    <a:pt x="337" y="1"/>
                    <a:pt x="0" y="510"/>
                    <a:pt x="288" y="942"/>
                  </a:cubicBezTo>
                  <a:cubicBezTo>
                    <a:pt x="391" y="1127"/>
                    <a:pt x="587" y="1232"/>
                    <a:pt x="790" y="1232"/>
                  </a:cubicBezTo>
                  <a:cubicBezTo>
                    <a:pt x="901" y="1232"/>
                    <a:pt x="1014" y="1201"/>
                    <a:pt x="1116" y="1133"/>
                  </a:cubicBezTo>
                  <a:cubicBezTo>
                    <a:pt x="1593" y="846"/>
                    <a:pt x="1466" y="146"/>
                    <a:pt x="925" y="19"/>
                  </a:cubicBezTo>
                  <a:cubicBezTo>
                    <a:pt x="876" y="6"/>
                    <a:pt x="827" y="1"/>
                    <a:pt x="7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27"/>
            <p:cNvSpPr/>
            <p:nvPr/>
          </p:nvSpPr>
          <p:spPr>
            <a:xfrm>
              <a:off x="2805625" y="1944626"/>
              <a:ext cx="18338" cy="16148"/>
            </a:xfrm>
            <a:custGeom>
              <a:rect b="b" l="l" r="r" t="t"/>
              <a:pathLst>
                <a:path extrusionOk="0" h="1231" w="1398">
                  <a:moveTo>
                    <a:pt x="706" y="1"/>
                  </a:moveTo>
                  <a:cubicBezTo>
                    <a:pt x="448" y="1"/>
                    <a:pt x="195" y="164"/>
                    <a:pt x="124" y="468"/>
                  </a:cubicBezTo>
                  <a:cubicBezTo>
                    <a:pt x="0" y="888"/>
                    <a:pt x="336" y="1230"/>
                    <a:pt x="700" y="1230"/>
                  </a:cubicBezTo>
                  <a:cubicBezTo>
                    <a:pt x="806" y="1230"/>
                    <a:pt x="915" y="1201"/>
                    <a:pt x="1015" y="1137"/>
                  </a:cubicBezTo>
                  <a:cubicBezTo>
                    <a:pt x="1302" y="978"/>
                    <a:pt x="1397" y="596"/>
                    <a:pt x="1238" y="309"/>
                  </a:cubicBezTo>
                  <a:cubicBezTo>
                    <a:pt x="1112" y="100"/>
                    <a:pt x="908" y="1"/>
                    <a:pt x="7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27"/>
            <p:cNvSpPr/>
            <p:nvPr/>
          </p:nvSpPr>
          <p:spPr>
            <a:xfrm>
              <a:off x="2965094" y="1982942"/>
              <a:ext cx="18430" cy="16003"/>
            </a:xfrm>
            <a:custGeom>
              <a:rect b="b" l="l" r="r" t="t"/>
              <a:pathLst>
                <a:path extrusionOk="0" h="1220" w="1405">
                  <a:moveTo>
                    <a:pt x="711" y="1"/>
                  </a:moveTo>
                  <a:cubicBezTo>
                    <a:pt x="602" y="1"/>
                    <a:pt x="490" y="30"/>
                    <a:pt x="382" y="94"/>
                  </a:cubicBezTo>
                  <a:cubicBezTo>
                    <a:pt x="96" y="253"/>
                    <a:pt x="0" y="635"/>
                    <a:pt x="191" y="922"/>
                  </a:cubicBezTo>
                  <a:cubicBezTo>
                    <a:pt x="314" y="1126"/>
                    <a:pt x="513" y="1220"/>
                    <a:pt x="710" y="1220"/>
                  </a:cubicBezTo>
                  <a:cubicBezTo>
                    <a:pt x="973" y="1220"/>
                    <a:pt x="1233" y="1054"/>
                    <a:pt x="1306" y="763"/>
                  </a:cubicBezTo>
                  <a:cubicBezTo>
                    <a:pt x="1404" y="343"/>
                    <a:pt x="1083" y="1"/>
                    <a:pt x="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27"/>
            <p:cNvSpPr/>
            <p:nvPr/>
          </p:nvSpPr>
          <p:spPr>
            <a:xfrm>
              <a:off x="2841750" y="1784382"/>
              <a:ext cx="21631" cy="16253"/>
            </a:xfrm>
            <a:custGeom>
              <a:rect b="b" l="l" r="r" t="t"/>
              <a:pathLst>
                <a:path extrusionOk="0" h="1239" w="1649">
                  <a:moveTo>
                    <a:pt x="865" y="0"/>
                  </a:moveTo>
                  <a:cubicBezTo>
                    <a:pt x="431" y="0"/>
                    <a:pt x="0" y="485"/>
                    <a:pt x="330" y="969"/>
                  </a:cubicBezTo>
                  <a:cubicBezTo>
                    <a:pt x="464" y="1159"/>
                    <a:pt x="645" y="1239"/>
                    <a:pt x="824" y="1239"/>
                  </a:cubicBezTo>
                  <a:cubicBezTo>
                    <a:pt x="1244" y="1239"/>
                    <a:pt x="1649" y="801"/>
                    <a:pt x="1381" y="332"/>
                  </a:cubicBezTo>
                  <a:cubicBezTo>
                    <a:pt x="1253" y="97"/>
                    <a:pt x="1059" y="0"/>
                    <a:pt x="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127"/>
          <p:cNvGrpSpPr/>
          <p:nvPr/>
        </p:nvGrpSpPr>
        <p:grpSpPr>
          <a:xfrm>
            <a:off x="6050610" y="2746443"/>
            <a:ext cx="113979" cy="114485"/>
            <a:chOff x="5511581" y="2868216"/>
            <a:chExt cx="91468" cy="91875"/>
          </a:xfrm>
        </p:grpSpPr>
        <p:sp>
          <p:nvSpPr>
            <p:cNvPr id="11871" name="Google Shape;11871;p127"/>
            <p:cNvSpPr/>
            <p:nvPr/>
          </p:nvSpPr>
          <p:spPr>
            <a:xfrm>
              <a:off x="5511581" y="2868216"/>
              <a:ext cx="91468" cy="91875"/>
            </a:xfrm>
            <a:custGeom>
              <a:rect b="b" l="l" r="r" t="t"/>
              <a:pathLst>
                <a:path extrusionOk="0" h="7004" w="6973">
                  <a:moveTo>
                    <a:pt x="0" y="0"/>
                  </a:moveTo>
                  <a:lnTo>
                    <a:pt x="0" y="7004"/>
                  </a:lnTo>
                  <a:lnTo>
                    <a:pt x="6972" y="7004"/>
                  </a:lnTo>
                  <a:lnTo>
                    <a:pt x="6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27"/>
            <p:cNvSpPr/>
            <p:nvPr/>
          </p:nvSpPr>
          <p:spPr>
            <a:xfrm>
              <a:off x="5530379" y="2879077"/>
              <a:ext cx="53874" cy="70166"/>
            </a:xfrm>
            <a:custGeom>
              <a:rect b="b" l="l" r="r" t="t"/>
              <a:pathLst>
                <a:path extrusionOk="0" h="5349" w="4107">
                  <a:moveTo>
                    <a:pt x="0" y="0"/>
                  </a:moveTo>
                  <a:lnTo>
                    <a:pt x="0" y="5348"/>
                  </a:lnTo>
                  <a:lnTo>
                    <a:pt x="4107" y="5348"/>
                  </a:lnTo>
                  <a:lnTo>
                    <a:pt x="41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27"/>
            <p:cNvSpPr/>
            <p:nvPr/>
          </p:nvSpPr>
          <p:spPr>
            <a:xfrm>
              <a:off x="5547917" y="2894110"/>
              <a:ext cx="16292" cy="14259"/>
            </a:xfrm>
            <a:custGeom>
              <a:rect b="b" l="l" r="r" t="t"/>
              <a:pathLst>
                <a:path extrusionOk="0" h="1087" w="1242">
                  <a:moveTo>
                    <a:pt x="701" y="0"/>
                  </a:moveTo>
                  <a:cubicBezTo>
                    <a:pt x="223" y="0"/>
                    <a:pt x="0" y="573"/>
                    <a:pt x="318" y="923"/>
                  </a:cubicBezTo>
                  <a:cubicBezTo>
                    <a:pt x="431" y="1036"/>
                    <a:pt x="567" y="1086"/>
                    <a:pt x="700" y="1086"/>
                  </a:cubicBezTo>
                  <a:cubicBezTo>
                    <a:pt x="978" y="1086"/>
                    <a:pt x="1242" y="865"/>
                    <a:pt x="1242" y="541"/>
                  </a:cubicBezTo>
                  <a:cubicBezTo>
                    <a:pt x="1242" y="223"/>
                    <a:pt x="1019" y="0"/>
                    <a:pt x="7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27"/>
            <p:cNvSpPr/>
            <p:nvPr/>
          </p:nvSpPr>
          <p:spPr>
            <a:xfrm>
              <a:off x="5547917" y="2922496"/>
              <a:ext cx="16292" cy="14259"/>
            </a:xfrm>
            <a:custGeom>
              <a:rect b="b" l="l" r="r" t="t"/>
              <a:pathLst>
                <a:path extrusionOk="0" h="1087" w="1242">
                  <a:moveTo>
                    <a:pt x="701" y="1"/>
                  </a:moveTo>
                  <a:cubicBezTo>
                    <a:pt x="223" y="1"/>
                    <a:pt x="0" y="574"/>
                    <a:pt x="318" y="924"/>
                  </a:cubicBezTo>
                  <a:cubicBezTo>
                    <a:pt x="431" y="1037"/>
                    <a:pt x="567" y="1087"/>
                    <a:pt x="700" y="1087"/>
                  </a:cubicBezTo>
                  <a:cubicBezTo>
                    <a:pt x="978" y="1087"/>
                    <a:pt x="1242" y="866"/>
                    <a:pt x="1242" y="542"/>
                  </a:cubicBezTo>
                  <a:cubicBezTo>
                    <a:pt x="1242" y="224"/>
                    <a:pt x="1019" y="1"/>
                    <a:pt x="7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127"/>
          <p:cNvGrpSpPr/>
          <p:nvPr/>
        </p:nvGrpSpPr>
        <p:grpSpPr>
          <a:xfrm>
            <a:off x="6498732" y="1711787"/>
            <a:ext cx="997586" cy="1560740"/>
            <a:chOff x="5577143" y="1787898"/>
            <a:chExt cx="864010" cy="1351758"/>
          </a:xfrm>
        </p:grpSpPr>
        <p:sp>
          <p:nvSpPr>
            <p:cNvPr id="11876" name="Google Shape;11876;p127"/>
            <p:cNvSpPr/>
            <p:nvPr/>
          </p:nvSpPr>
          <p:spPr>
            <a:xfrm>
              <a:off x="5577143" y="3072416"/>
              <a:ext cx="864010" cy="67240"/>
            </a:xfrm>
            <a:custGeom>
              <a:rect b="b" l="l" r="r" t="t"/>
              <a:pathLst>
                <a:path extrusionOk="0" h="5126" w="65867">
                  <a:moveTo>
                    <a:pt x="32950" y="1"/>
                  </a:moveTo>
                  <a:cubicBezTo>
                    <a:pt x="14740" y="1"/>
                    <a:pt x="1" y="1147"/>
                    <a:pt x="1" y="2547"/>
                  </a:cubicBezTo>
                  <a:cubicBezTo>
                    <a:pt x="1" y="3980"/>
                    <a:pt x="14740" y="5126"/>
                    <a:pt x="32950" y="5126"/>
                  </a:cubicBezTo>
                  <a:cubicBezTo>
                    <a:pt x="51127" y="5126"/>
                    <a:pt x="65867" y="3980"/>
                    <a:pt x="65867" y="2547"/>
                  </a:cubicBezTo>
                  <a:cubicBezTo>
                    <a:pt x="65867" y="1147"/>
                    <a:pt x="51127" y="1"/>
                    <a:pt x="329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27"/>
            <p:cNvSpPr/>
            <p:nvPr/>
          </p:nvSpPr>
          <p:spPr>
            <a:xfrm>
              <a:off x="5671103" y="2271055"/>
              <a:ext cx="690295" cy="837290"/>
            </a:xfrm>
            <a:custGeom>
              <a:rect b="b" l="l" r="r" t="t"/>
              <a:pathLst>
                <a:path extrusionOk="0" h="63830" w="52624">
                  <a:moveTo>
                    <a:pt x="0" y="1"/>
                  </a:moveTo>
                  <a:lnTo>
                    <a:pt x="0" y="63829"/>
                  </a:lnTo>
                  <a:lnTo>
                    <a:pt x="52624" y="63829"/>
                  </a:lnTo>
                  <a:lnTo>
                    <a:pt x="5262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27"/>
            <p:cNvSpPr/>
            <p:nvPr/>
          </p:nvSpPr>
          <p:spPr>
            <a:xfrm>
              <a:off x="5671103" y="2271055"/>
              <a:ext cx="100651" cy="837290"/>
            </a:xfrm>
            <a:custGeom>
              <a:rect b="b" l="l" r="r" t="t"/>
              <a:pathLst>
                <a:path extrusionOk="0" h="63830" w="7673">
                  <a:moveTo>
                    <a:pt x="0" y="1"/>
                  </a:moveTo>
                  <a:lnTo>
                    <a:pt x="0" y="63829"/>
                  </a:lnTo>
                  <a:lnTo>
                    <a:pt x="7673" y="63829"/>
                  </a:lnTo>
                  <a:lnTo>
                    <a:pt x="76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27"/>
            <p:cNvSpPr/>
            <p:nvPr/>
          </p:nvSpPr>
          <p:spPr>
            <a:xfrm>
              <a:off x="5817259" y="2321163"/>
              <a:ext cx="495697" cy="167051"/>
            </a:xfrm>
            <a:custGeom>
              <a:rect b="b" l="l" r="r" t="t"/>
              <a:pathLst>
                <a:path extrusionOk="0" h="12735" w="37789">
                  <a:moveTo>
                    <a:pt x="1" y="1"/>
                  </a:moveTo>
                  <a:lnTo>
                    <a:pt x="1" y="12735"/>
                  </a:lnTo>
                  <a:lnTo>
                    <a:pt x="37789" y="12735"/>
                  </a:lnTo>
                  <a:lnTo>
                    <a:pt x="377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27"/>
            <p:cNvSpPr/>
            <p:nvPr/>
          </p:nvSpPr>
          <p:spPr>
            <a:xfrm>
              <a:off x="6020632" y="2395500"/>
              <a:ext cx="90629" cy="17971"/>
            </a:xfrm>
            <a:custGeom>
              <a:rect b="b" l="l" r="r" t="t"/>
              <a:pathLst>
                <a:path extrusionOk="0" h="1370" w="6909">
                  <a:moveTo>
                    <a:pt x="446" y="0"/>
                  </a:moveTo>
                  <a:cubicBezTo>
                    <a:pt x="191" y="0"/>
                    <a:pt x="0" y="191"/>
                    <a:pt x="0" y="446"/>
                  </a:cubicBezTo>
                  <a:lnTo>
                    <a:pt x="0" y="924"/>
                  </a:lnTo>
                  <a:cubicBezTo>
                    <a:pt x="0" y="1178"/>
                    <a:pt x="191" y="1369"/>
                    <a:pt x="446" y="1369"/>
                  </a:cubicBezTo>
                  <a:lnTo>
                    <a:pt x="6431" y="1369"/>
                  </a:lnTo>
                  <a:cubicBezTo>
                    <a:pt x="6686" y="1369"/>
                    <a:pt x="6908" y="1178"/>
                    <a:pt x="6908" y="924"/>
                  </a:cubicBezTo>
                  <a:lnTo>
                    <a:pt x="6908" y="446"/>
                  </a:lnTo>
                  <a:cubicBezTo>
                    <a:pt x="6908" y="191"/>
                    <a:pt x="6686" y="0"/>
                    <a:pt x="64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27"/>
            <p:cNvSpPr/>
            <p:nvPr/>
          </p:nvSpPr>
          <p:spPr>
            <a:xfrm>
              <a:off x="5817259" y="2522451"/>
              <a:ext cx="495697" cy="167458"/>
            </a:xfrm>
            <a:custGeom>
              <a:rect b="b" l="l" r="r" t="t"/>
              <a:pathLst>
                <a:path extrusionOk="0" h="12766" w="37789">
                  <a:moveTo>
                    <a:pt x="1" y="0"/>
                  </a:moveTo>
                  <a:lnTo>
                    <a:pt x="1" y="12766"/>
                  </a:lnTo>
                  <a:lnTo>
                    <a:pt x="37789" y="12766"/>
                  </a:lnTo>
                  <a:lnTo>
                    <a:pt x="377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27"/>
            <p:cNvSpPr/>
            <p:nvPr/>
          </p:nvSpPr>
          <p:spPr>
            <a:xfrm>
              <a:off x="6020632" y="2597195"/>
              <a:ext cx="90629" cy="17971"/>
            </a:xfrm>
            <a:custGeom>
              <a:rect b="b" l="l" r="r" t="t"/>
              <a:pathLst>
                <a:path extrusionOk="0" h="1370" w="6909">
                  <a:moveTo>
                    <a:pt x="446" y="1"/>
                  </a:moveTo>
                  <a:cubicBezTo>
                    <a:pt x="191" y="1"/>
                    <a:pt x="0" y="192"/>
                    <a:pt x="0" y="446"/>
                  </a:cubicBezTo>
                  <a:lnTo>
                    <a:pt x="0" y="892"/>
                  </a:lnTo>
                  <a:cubicBezTo>
                    <a:pt x="0" y="1147"/>
                    <a:pt x="191" y="1369"/>
                    <a:pt x="446" y="1369"/>
                  </a:cubicBezTo>
                  <a:lnTo>
                    <a:pt x="6431" y="1369"/>
                  </a:lnTo>
                  <a:cubicBezTo>
                    <a:pt x="6686" y="1369"/>
                    <a:pt x="6908" y="1147"/>
                    <a:pt x="6908" y="892"/>
                  </a:cubicBezTo>
                  <a:lnTo>
                    <a:pt x="6908" y="446"/>
                  </a:lnTo>
                  <a:cubicBezTo>
                    <a:pt x="6908" y="192"/>
                    <a:pt x="6686" y="1"/>
                    <a:pt x="64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27"/>
            <p:cNvSpPr/>
            <p:nvPr/>
          </p:nvSpPr>
          <p:spPr>
            <a:xfrm>
              <a:off x="5817259" y="2723726"/>
              <a:ext cx="495697" cy="340766"/>
            </a:xfrm>
            <a:custGeom>
              <a:rect b="b" l="l" r="r" t="t"/>
              <a:pathLst>
                <a:path extrusionOk="0" h="25978" w="37789">
                  <a:moveTo>
                    <a:pt x="1" y="0"/>
                  </a:moveTo>
                  <a:lnTo>
                    <a:pt x="1" y="25978"/>
                  </a:lnTo>
                  <a:lnTo>
                    <a:pt x="37789" y="25978"/>
                  </a:lnTo>
                  <a:lnTo>
                    <a:pt x="377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27"/>
            <p:cNvSpPr/>
            <p:nvPr/>
          </p:nvSpPr>
          <p:spPr>
            <a:xfrm>
              <a:off x="6058634" y="2723726"/>
              <a:ext cx="13367" cy="340766"/>
            </a:xfrm>
            <a:custGeom>
              <a:rect b="b" l="l" r="r" t="t"/>
              <a:pathLst>
                <a:path extrusionOk="0" h="25978" w="1019">
                  <a:moveTo>
                    <a:pt x="0" y="0"/>
                  </a:moveTo>
                  <a:lnTo>
                    <a:pt x="0" y="25978"/>
                  </a:lnTo>
                  <a:lnTo>
                    <a:pt x="1019" y="25978"/>
                  </a:lnTo>
                  <a:lnTo>
                    <a:pt x="101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27"/>
            <p:cNvSpPr/>
            <p:nvPr/>
          </p:nvSpPr>
          <p:spPr>
            <a:xfrm>
              <a:off x="6007266" y="2839816"/>
              <a:ext cx="17971" cy="90629"/>
            </a:xfrm>
            <a:custGeom>
              <a:rect b="b" l="l" r="r" t="t"/>
              <a:pathLst>
                <a:path extrusionOk="0" h="6909" w="1370">
                  <a:moveTo>
                    <a:pt x="478" y="1"/>
                  </a:moveTo>
                  <a:cubicBezTo>
                    <a:pt x="223" y="1"/>
                    <a:pt x="1" y="192"/>
                    <a:pt x="1" y="446"/>
                  </a:cubicBezTo>
                  <a:lnTo>
                    <a:pt x="1" y="6431"/>
                  </a:lnTo>
                  <a:cubicBezTo>
                    <a:pt x="1" y="6686"/>
                    <a:pt x="223" y="6909"/>
                    <a:pt x="478" y="6909"/>
                  </a:cubicBezTo>
                  <a:lnTo>
                    <a:pt x="924" y="6909"/>
                  </a:lnTo>
                  <a:cubicBezTo>
                    <a:pt x="1178" y="6909"/>
                    <a:pt x="1369" y="6686"/>
                    <a:pt x="1369" y="6431"/>
                  </a:cubicBezTo>
                  <a:lnTo>
                    <a:pt x="1369" y="446"/>
                  </a:lnTo>
                  <a:cubicBezTo>
                    <a:pt x="1369" y="192"/>
                    <a:pt x="1178" y="1"/>
                    <a:pt x="9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27"/>
            <p:cNvSpPr/>
            <p:nvPr/>
          </p:nvSpPr>
          <p:spPr>
            <a:xfrm>
              <a:off x="6102066" y="2839816"/>
              <a:ext cx="17958" cy="90629"/>
            </a:xfrm>
            <a:custGeom>
              <a:rect b="b" l="l" r="r" t="t"/>
              <a:pathLst>
                <a:path extrusionOk="0" h="6909" w="1369">
                  <a:moveTo>
                    <a:pt x="446" y="1"/>
                  </a:moveTo>
                  <a:cubicBezTo>
                    <a:pt x="191" y="1"/>
                    <a:pt x="0" y="223"/>
                    <a:pt x="0" y="478"/>
                  </a:cubicBezTo>
                  <a:lnTo>
                    <a:pt x="0" y="6463"/>
                  </a:lnTo>
                  <a:cubicBezTo>
                    <a:pt x="0" y="6718"/>
                    <a:pt x="191" y="6909"/>
                    <a:pt x="446" y="6909"/>
                  </a:cubicBezTo>
                  <a:lnTo>
                    <a:pt x="923" y="6909"/>
                  </a:lnTo>
                  <a:cubicBezTo>
                    <a:pt x="1178" y="6909"/>
                    <a:pt x="1369" y="6718"/>
                    <a:pt x="1369" y="6463"/>
                  </a:cubicBezTo>
                  <a:lnTo>
                    <a:pt x="1369" y="478"/>
                  </a:lnTo>
                  <a:cubicBezTo>
                    <a:pt x="1369" y="223"/>
                    <a:pt x="1178" y="1"/>
                    <a:pt x="9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27"/>
            <p:cNvSpPr/>
            <p:nvPr/>
          </p:nvSpPr>
          <p:spPr>
            <a:xfrm>
              <a:off x="6049858" y="1905667"/>
              <a:ext cx="119448" cy="236784"/>
            </a:xfrm>
            <a:custGeom>
              <a:rect b="b" l="l" r="r" t="t"/>
              <a:pathLst>
                <a:path extrusionOk="0" h="18051" w="9106">
                  <a:moveTo>
                    <a:pt x="224" y="0"/>
                  </a:moveTo>
                  <a:cubicBezTo>
                    <a:pt x="1" y="13880"/>
                    <a:pt x="9105" y="18050"/>
                    <a:pt x="9105" y="18050"/>
                  </a:cubicBezTo>
                  <a:cubicBezTo>
                    <a:pt x="8501" y="6240"/>
                    <a:pt x="224" y="1"/>
                    <a:pt x="2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27"/>
            <p:cNvSpPr/>
            <p:nvPr/>
          </p:nvSpPr>
          <p:spPr>
            <a:xfrm>
              <a:off x="6140894" y="1916515"/>
              <a:ext cx="149513" cy="257667"/>
            </a:xfrm>
            <a:custGeom>
              <a:rect b="b" l="l" r="r" t="t"/>
              <a:pathLst>
                <a:path extrusionOk="0" h="19643" w="11398">
                  <a:moveTo>
                    <a:pt x="8723" y="1"/>
                  </a:moveTo>
                  <a:lnTo>
                    <a:pt x="8723" y="1"/>
                  </a:lnTo>
                  <a:cubicBezTo>
                    <a:pt x="1" y="10761"/>
                    <a:pt x="4585" y="19643"/>
                    <a:pt x="4585" y="19643"/>
                  </a:cubicBezTo>
                  <a:cubicBezTo>
                    <a:pt x="11397" y="9997"/>
                    <a:pt x="8724" y="1"/>
                    <a:pt x="87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27"/>
            <p:cNvSpPr/>
            <p:nvPr/>
          </p:nvSpPr>
          <p:spPr>
            <a:xfrm>
              <a:off x="6065310" y="1837600"/>
              <a:ext cx="136566" cy="260999"/>
            </a:xfrm>
            <a:custGeom>
              <a:rect b="b" l="l" r="r" t="t"/>
              <a:pathLst>
                <a:path extrusionOk="0" h="19897" w="10411">
                  <a:moveTo>
                    <a:pt x="4457" y="0"/>
                  </a:moveTo>
                  <a:cubicBezTo>
                    <a:pt x="1" y="13116"/>
                    <a:pt x="7386" y="19897"/>
                    <a:pt x="7386" y="19897"/>
                  </a:cubicBezTo>
                  <a:cubicBezTo>
                    <a:pt x="10411" y="8468"/>
                    <a:pt x="4457" y="32"/>
                    <a:pt x="4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27"/>
            <p:cNvSpPr/>
            <p:nvPr/>
          </p:nvSpPr>
          <p:spPr>
            <a:xfrm>
              <a:off x="6077418" y="1787898"/>
              <a:ext cx="195031" cy="343692"/>
            </a:xfrm>
            <a:custGeom>
              <a:rect b="b" l="l" r="r" t="t"/>
              <a:pathLst>
                <a:path extrusionOk="0" h="26201" w="14868">
                  <a:moveTo>
                    <a:pt x="10347" y="1"/>
                  </a:moveTo>
                  <a:lnTo>
                    <a:pt x="10347" y="1"/>
                  </a:lnTo>
                  <a:cubicBezTo>
                    <a:pt x="1" y="15027"/>
                    <a:pt x="6973" y="26201"/>
                    <a:pt x="6973" y="26201"/>
                  </a:cubicBezTo>
                  <a:cubicBezTo>
                    <a:pt x="14867" y="12830"/>
                    <a:pt x="10347" y="1"/>
                    <a:pt x="10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27"/>
            <p:cNvSpPr/>
            <p:nvPr/>
          </p:nvSpPr>
          <p:spPr>
            <a:xfrm>
              <a:off x="6158012" y="1875601"/>
              <a:ext cx="192106" cy="296915"/>
            </a:xfrm>
            <a:custGeom>
              <a:rect b="b" l="l" r="r" t="t"/>
              <a:pathLst>
                <a:path extrusionOk="0" h="22635" w="14645">
                  <a:moveTo>
                    <a:pt x="13658" y="0"/>
                  </a:moveTo>
                  <a:lnTo>
                    <a:pt x="13658" y="0"/>
                  </a:lnTo>
                  <a:cubicBezTo>
                    <a:pt x="1" y="12034"/>
                    <a:pt x="4139" y="22635"/>
                    <a:pt x="4139" y="22635"/>
                  </a:cubicBezTo>
                  <a:cubicBezTo>
                    <a:pt x="14645" y="15949"/>
                    <a:pt x="13658" y="1"/>
                    <a:pt x="136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27"/>
            <p:cNvSpPr/>
            <p:nvPr/>
          </p:nvSpPr>
          <p:spPr>
            <a:xfrm>
              <a:off x="6104571" y="2021337"/>
              <a:ext cx="91875" cy="191266"/>
            </a:xfrm>
            <a:custGeom>
              <a:rect b="b" l="l" r="r" t="t"/>
              <a:pathLst>
                <a:path extrusionOk="0" h="14581" w="7004">
                  <a:moveTo>
                    <a:pt x="1082" y="0"/>
                  </a:moveTo>
                  <a:lnTo>
                    <a:pt x="1082" y="0"/>
                  </a:lnTo>
                  <a:cubicBezTo>
                    <a:pt x="0" y="10761"/>
                    <a:pt x="6813" y="14581"/>
                    <a:pt x="6813" y="14581"/>
                  </a:cubicBezTo>
                  <a:cubicBezTo>
                    <a:pt x="7004" y="9137"/>
                    <a:pt x="4934" y="3852"/>
                    <a:pt x="10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27"/>
            <p:cNvSpPr/>
            <p:nvPr/>
          </p:nvSpPr>
          <p:spPr>
            <a:xfrm>
              <a:off x="6093290" y="1967883"/>
              <a:ext cx="146168" cy="263098"/>
            </a:xfrm>
            <a:custGeom>
              <a:rect b="b" l="l" r="r" t="t"/>
              <a:pathLst>
                <a:path extrusionOk="0" h="20057" w="11143">
                  <a:moveTo>
                    <a:pt x="7004" y="1"/>
                  </a:moveTo>
                  <a:cubicBezTo>
                    <a:pt x="1" y="11939"/>
                    <a:pt x="5858" y="20056"/>
                    <a:pt x="5858" y="20056"/>
                  </a:cubicBezTo>
                  <a:cubicBezTo>
                    <a:pt x="11143" y="9488"/>
                    <a:pt x="7004" y="1"/>
                    <a:pt x="70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27"/>
            <p:cNvSpPr/>
            <p:nvPr/>
          </p:nvSpPr>
          <p:spPr>
            <a:xfrm>
              <a:off x="6163443" y="2002120"/>
              <a:ext cx="99824" cy="167471"/>
            </a:xfrm>
            <a:custGeom>
              <a:rect b="b" l="l" r="r" t="t"/>
              <a:pathLst>
                <a:path extrusionOk="0" h="12767" w="7610">
                  <a:moveTo>
                    <a:pt x="7609" y="1"/>
                  </a:moveTo>
                  <a:lnTo>
                    <a:pt x="7609" y="1"/>
                  </a:lnTo>
                  <a:cubicBezTo>
                    <a:pt x="1" y="5986"/>
                    <a:pt x="1752" y="12767"/>
                    <a:pt x="1752" y="12767"/>
                  </a:cubicBezTo>
                  <a:cubicBezTo>
                    <a:pt x="5381" y="9520"/>
                    <a:pt x="7514" y="4904"/>
                    <a:pt x="76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27"/>
            <p:cNvSpPr/>
            <p:nvPr/>
          </p:nvSpPr>
          <p:spPr>
            <a:xfrm>
              <a:off x="6071987" y="2073951"/>
              <a:ext cx="240549" cy="197117"/>
            </a:xfrm>
            <a:custGeom>
              <a:rect b="b" l="l" r="r" t="t"/>
              <a:pathLst>
                <a:path extrusionOk="0" h="15027" w="18338">
                  <a:moveTo>
                    <a:pt x="1" y="1"/>
                  </a:moveTo>
                  <a:lnTo>
                    <a:pt x="1020" y="9264"/>
                  </a:lnTo>
                  <a:cubicBezTo>
                    <a:pt x="1370" y="12543"/>
                    <a:pt x="4171" y="15027"/>
                    <a:pt x="7482" y="15027"/>
                  </a:cubicBezTo>
                  <a:lnTo>
                    <a:pt x="11016" y="15027"/>
                  </a:lnTo>
                  <a:cubicBezTo>
                    <a:pt x="14263" y="14963"/>
                    <a:pt x="16969" y="12480"/>
                    <a:pt x="17351" y="9264"/>
                  </a:cubicBezTo>
                  <a:lnTo>
                    <a:pt x="183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27"/>
            <p:cNvSpPr/>
            <p:nvPr/>
          </p:nvSpPr>
          <p:spPr>
            <a:xfrm>
              <a:off x="6120010" y="2073951"/>
              <a:ext cx="192526" cy="197117"/>
            </a:xfrm>
            <a:custGeom>
              <a:rect b="b" l="l" r="r" t="t"/>
              <a:pathLst>
                <a:path extrusionOk="0" h="15027" w="14677">
                  <a:moveTo>
                    <a:pt x="1" y="1"/>
                  </a:moveTo>
                  <a:lnTo>
                    <a:pt x="1051" y="9264"/>
                  </a:lnTo>
                  <a:cubicBezTo>
                    <a:pt x="1306" y="12512"/>
                    <a:pt x="4076" y="15027"/>
                    <a:pt x="7355" y="15027"/>
                  </a:cubicBezTo>
                  <a:cubicBezTo>
                    <a:pt x="10634" y="15027"/>
                    <a:pt x="13403" y="12512"/>
                    <a:pt x="13690" y="9264"/>
                  </a:cubicBezTo>
                  <a:lnTo>
                    <a:pt x="1467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27"/>
            <p:cNvSpPr/>
            <p:nvPr/>
          </p:nvSpPr>
          <p:spPr>
            <a:xfrm>
              <a:off x="5804312" y="2230967"/>
              <a:ext cx="248485" cy="40100"/>
            </a:xfrm>
            <a:custGeom>
              <a:rect b="b" l="l" r="r" t="t"/>
              <a:pathLst>
                <a:path extrusionOk="0" h="3057" w="18943">
                  <a:moveTo>
                    <a:pt x="1" y="0"/>
                  </a:moveTo>
                  <a:lnTo>
                    <a:pt x="1" y="3057"/>
                  </a:lnTo>
                  <a:lnTo>
                    <a:pt x="18943" y="3057"/>
                  </a:lnTo>
                  <a:lnTo>
                    <a:pt x="189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27"/>
            <p:cNvSpPr/>
            <p:nvPr/>
          </p:nvSpPr>
          <p:spPr>
            <a:xfrm>
              <a:off x="5804312" y="2240150"/>
              <a:ext cx="248485" cy="21736"/>
            </a:xfrm>
            <a:custGeom>
              <a:rect b="b" l="l" r="r" t="t"/>
              <a:pathLst>
                <a:path extrusionOk="0" h="1657" w="18943">
                  <a:moveTo>
                    <a:pt x="1" y="1"/>
                  </a:moveTo>
                  <a:lnTo>
                    <a:pt x="1" y="1656"/>
                  </a:lnTo>
                  <a:lnTo>
                    <a:pt x="18943" y="1656"/>
                  </a:lnTo>
                  <a:lnTo>
                    <a:pt x="189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27"/>
            <p:cNvSpPr/>
            <p:nvPr/>
          </p:nvSpPr>
          <p:spPr>
            <a:xfrm>
              <a:off x="5796376" y="2190880"/>
              <a:ext cx="248905" cy="40100"/>
            </a:xfrm>
            <a:custGeom>
              <a:rect b="b" l="l" r="r" t="t"/>
              <a:pathLst>
                <a:path extrusionOk="0" h="3057" w="18975">
                  <a:moveTo>
                    <a:pt x="1" y="0"/>
                  </a:moveTo>
                  <a:lnTo>
                    <a:pt x="1" y="3056"/>
                  </a:lnTo>
                  <a:lnTo>
                    <a:pt x="18974" y="3056"/>
                  </a:lnTo>
                  <a:lnTo>
                    <a:pt x="189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27"/>
            <p:cNvSpPr/>
            <p:nvPr/>
          </p:nvSpPr>
          <p:spPr>
            <a:xfrm>
              <a:off x="5959662" y="2190880"/>
              <a:ext cx="11281" cy="40100"/>
            </a:xfrm>
            <a:custGeom>
              <a:rect b="b" l="l" r="r" t="t"/>
              <a:pathLst>
                <a:path extrusionOk="0" h="3057" w="860">
                  <a:moveTo>
                    <a:pt x="0" y="0"/>
                  </a:moveTo>
                  <a:lnTo>
                    <a:pt x="0" y="3056"/>
                  </a:lnTo>
                  <a:lnTo>
                    <a:pt x="860" y="3056"/>
                  </a:lnTo>
                  <a:lnTo>
                    <a:pt x="8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27"/>
            <p:cNvSpPr/>
            <p:nvPr/>
          </p:nvSpPr>
          <p:spPr>
            <a:xfrm>
              <a:off x="5902037" y="2190880"/>
              <a:ext cx="50542" cy="40100"/>
            </a:xfrm>
            <a:custGeom>
              <a:rect b="b" l="l" r="r" t="t"/>
              <a:pathLst>
                <a:path extrusionOk="0" h="3057" w="3853">
                  <a:moveTo>
                    <a:pt x="0" y="0"/>
                  </a:moveTo>
                  <a:lnTo>
                    <a:pt x="0" y="3056"/>
                  </a:lnTo>
                  <a:lnTo>
                    <a:pt x="3852" y="3056"/>
                  </a:lnTo>
                  <a:lnTo>
                    <a:pt x="38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27"/>
            <p:cNvSpPr/>
            <p:nvPr/>
          </p:nvSpPr>
          <p:spPr>
            <a:xfrm>
              <a:off x="5803892" y="2150793"/>
              <a:ext cx="248905" cy="40100"/>
            </a:xfrm>
            <a:custGeom>
              <a:rect b="b" l="l" r="r" t="t"/>
              <a:pathLst>
                <a:path extrusionOk="0" h="3057" w="18975">
                  <a:moveTo>
                    <a:pt x="1" y="0"/>
                  </a:moveTo>
                  <a:lnTo>
                    <a:pt x="1" y="3056"/>
                  </a:lnTo>
                  <a:lnTo>
                    <a:pt x="18975" y="3056"/>
                  </a:lnTo>
                  <a:lnTo>
                    <a:pt x="189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27"/>
            <p:cNvSpPr/>
            <p:nvPr/>
          </p:nvSpPr>
          <p:spPr>
            <a:xfrm>
              <a:off x="5817259" y="2162901"/>
              <a:ext cx="152019" cy="15466"/>
            </a:xfrm>
            <a:custGeom>
              <a:rect b="b" l="l" r="r" t="t"/>
              <a:pathLst>
                <a:path extrusionOk="0" h="1179" w="11589">
                  <a:moveTo>
                    <a:pt x="1" y="0"/>
                  </a:moveTo>
                  <a:lnTo>
                    <a:pt x="1" y="1178"/>
                  </a:lnTo>
                  <a:lnTo>
                    <a:pt x="11589" y="1178"/>
                  </a:lnTo>
                  <a:lnTo>
                    <a:pt x="115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127"/>
          <p:cNvGrpSpPr/>
          <p:nvPr/>
        </p:nvGrpSpPr>
        <p:grpSpPr>
          <a:xfrm>
            <a:off x="937155" y="1829523"/>
            <a:ext cx="2366501" cy="1192447"/>
            <a:chOff x="2702849" y="2384219"/>
            <a:chExt cx="1669136" cy="841055"/>
          </a:xfrm>
        </p:grpSpPr>
        <p:sp>
          <p:nvSpPr>
            <p:cNvPr id="11905" name="Google Shape;11905;p127"/>
            <p:cNvSpPr/>
            <p:nvPr/>
          </p:nvSpPr>
          <p:spPr>
            <a:xfrm>
              <a:off x="3631568" y="2464813"/>
              <a:ext cx="16305" cy="64328"/>
            </a:xfrm>
            <a:custGeom>
              <a:rect b="b" l="l" r="r" t="t"/>
              <a:pathLst>
                <a:path extrusionOk="0" h="4904" w="1243">
                  <a:moveTo>
                    <a:pt x="606" y="1"/>
                  </a:moveTo>
                  <a:lnTo>
                    <a:pt x="1" y="4808"/>
                  </a:lnTo>
                  <a:lnTo>
                    <a:pt x="638" y="4903"/>
                  </a:lnTo>
                  <a:lnTo>
                    <a:pt x="1242" y="65"/>
                  </a:lnTo>
                  <a:lnTo>
                    <a:pt x="6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27"/>
            <p:cNvSpPr/>
            <p:nvPr/>
          </p:nvSpPr>
          <p:spPr>
            <a:xfrm>
              <a:off x="3604428" y="2452640"/>
              <a:ext cx="24228" cy="72382"/>
            </a:xfrm>
            <a:custGeom>
              <a:rect b="b" l="l" r="r" t="t"/>
              <a:pathLst>
                <a:path extrusionOk="0" h="5518" w="1847">
                  <a:moveTo>
                    <a:pt x="410" y="1"/>
                  </a:moveTo>
                  <a:cubicBezTo>
                    <a:pt x="390" y="1"/>
                    <a:pt x="370" y="2"/>
                    <a:pt x="351" y="6"/>
                  </a:cubicBezTo>
                  <a:cubicBezTo>
                    <a:pt x="128" y="69"/>
                    <a:pt x="1" y="260"/>
                    <a:pt x="64" y="451"/>
                  </a:cubicBezTo>
                  <a:lnTo>
                    <a:pt x="1083" y="5227"/>
                  </a:lnTo>
                  <a:cubicBezTo>
                    <a:pt x="1140" y="5398"/>
                    <a:pt x="1300" y="5518"/>
                    <a:pt x="1470" y="5518"/>
                  </a:cubicBezTo>
                  <a:cubicBezTo>
                    <a:pt x="1489" y="5518"/>
                    <a:pt x="1509" y="5516"/>
                    <a:pt x="1529" y="5513"/>
                  </a:cubicBezTo>
                  <a:cubicBezTo>
                    <a:pt x="1720" y="5449"/>
                    <a:pt x="1847" y="5258"/>
                    <a:pt x="1815" y="5067"/>
                  </a:cubicBezTo>
                  <a:lnTo>
                    <a:pt x="765" y="292"/>
                  </a:lnTo>
                  <a:cubicBezTo>
                    <a:pt x="736" y="121"/>
                    <a:pt x="579" y="1"/>
                    <a:pt x="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7" name="Google Shape;11907;p127"/>
            <p:cNvGrpSpPr/>
            <p:nvPr/>
          </p:nvGrpSpPr>
          <p:grpSpPr>
            <a:xfrm>
              <a:off x="2702849" y="2384219"/>
              <a:ext cx="1669136" cy="841055"/>
              <a:chOff x="2702849" y="2384219"/>
              <a:chExt cx="1669136" cy="841055"/>
            </a:xfrm>
          </p:grpSpPr>
          <p:sp>
            <p:nvSpPr>
              <p:cNvPr id="11908" name="Google Shape;11908;p127"/>
              <p:cNvSpPr/>
              <p:nvPr/>
            </p:nvSpPr>
            <p:spPr>
              <a:xfrm>
                <a:off x="2950481" y="2384639"/>
                <a:ext cx="320723" cy="68500"/>
              </a:xfrm>
              <a:custGeom>
                <a:rect b="b" l="l" r="r" t="t"/>
                <a:pathLst>
                  <a:path extrusionOk="0" h="5222" w="24450">
                    <a:moveTo>
                      <a:pt x="3922" y="0"/>
                    </a:moveTo>
                    <a:cubicBezTo>
                      <a:pt x="1752" y="0"/>
                      <a:pt x="0" y="1771"/>
                      <a:pt x="0" y="3948"/>
                    </a:cubicBezTo>
                    <a:lnTo>
                      <a:pt x="0" y="5190"/>
                    </a:lnTo>
                    <a:cubicBezTo>
                      <a:pt x="1210" y="3853"/>
                      <a:pt x="2770" y="2770"/>
                      <a:pt x="4648" y="2770"/>
                    </a:cubicBezTo>
                    <a:lnTo>
                      <a:pt x="19579" y="2770"/>
                    </a:lnTo>
                    <a:cubicBezTo>
                      <a:pt x="21807" y="2770"/>
                      <a:pt x="22730" y="3534"/>
                      <a:pt x="24449" y="5222"/>
                    </a:cubicBezTo>
                    <a:lnTo>
                      <a:pt x="24449" y="3948"/>
                    </a:lnTo>
                    <a:cubicBezTo>
                      <a:pt x="24449" y="1771"/>
                      <a:pt x="22698" y="0"/>
                      <a:pt x="20559" y="0"/>
                    </a:cubicBezTo>
                    <a:cubicBezTo>
                      <a:pt x="20540" y="0"/>
                      <a:pt x="20521" y="0"/>
                      <a:pt x="20502" y="1"/>
                    </a:cubicBezTo>
                    <a:lnTo>
                      <a:pt x="3979" y="1"/>
                    </a:lnTo>
                    <a:cubicBezTo>
                      <a:pt x="3960" y="0"/>
                      <a:pt x="3941" y="0"/>
                      <a:pt x="3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9" name="Google Shape;11909;p127"/>
              <p:cNvGrpSpPr/>
              <p:nvPr/>
            </p:nvGrpSpPr>
            <p:grpSpPr>
              <a:xfrm>
                <a:off x="2702849" y="2384219"/>
                <a:ext cx="1669136" cy="841055"/>
                <a:chOff x="2702849" y="2384219"/>
                <a:chExt cx="1669136" cy="841055"/>
              </a:xfrm>
            </p:grpSpPr>
            <p:sp>
              <p:nvSpPr>
                <p:cNvPr id="11910" name="Google Shape;11910;p127"/>
                <p:cNvSpPr/>
                <p:nvPr/>
              </p:nvSpPr>
              <p:spPr>
                <a:xfrm>
                  <a:off x="2733321" y="2868216"/>
                  <a:ext cx="91888" cy="91875"/>
                </a:xfrm>
                <a:custGeom>
                  <a:rect b="b" l="l" r="r" t="t"/>
                  <a:pathLst>
                    <a:path extrusionOk="0" h="7004" w="7005">
                      <a:moveTo>
                        <a:pt x="1" y="0"/>
                      </a:moveTo>
                      <a:lnTo>
                        <a:pt x="1" y="7004"/>
                      </a:lnTo>
                      <a:lnTo>
                        <a:pt x="7005" y="7004"/>
                      </a:lnTo>
                      <a:lnTo>
                        <a:pt x="70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27"/>
                <p:cNvSpPr/>
                <p:nvPr/>
              </p:nvSpPr>
              <p:spPr>
                <a:xfrm>
                  <a:off x="2752119" y="2879077"/>
                  <a:ext cx="54306" cy="70166"/>
                </a:xfrm>
                <a:custGeom>
                  <a:rect b="b" l="l" r="r" t="t"/>
                  <a:pathLst>
                    <a:path extrusionOk="0" h="5349" w="4140">
                      <a:moveTo>
                        <a:pt x="1" y="0"/>
                      </a:moveTo>
                      <a:lnTo>
                        <a:pt x="1" y="5348"/>
                      </a:lnTo>
                      <a:lnTo>
                        <a:pt x="4139" y="5348"/>
                      </a:lnTo>
                      <a:lnTo>
                        <a:pt x="41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27"/>
                <p:cNvSpPr/>
                <p:nvPr/>
              </p:nvSpPr>
              <p:spPr>
                <a:xfrm>
                  <a:off x="2769657" y="2894110"/>
                  <a:ext cx="16712" cy="14259"/>
                </a:xfrm>
                <a:custGeom>
                  <a:rect b="b" l="l" r="r" t="t"/>
                  <a:pathLst>
                    <a:path extrusionOk="0" h="1087" w="1274">
                      <a:moveTo>
                        <a:pt x="733" y="0"/>
                      </a:moveTo>
                      <a:cubicBezTo>
                        <a:pt x="255" y="0"/>
                        <a:pt x="1" y="573"/>
                        <a:pt x="351" y="923"/>
                      </a:cubicBezTo>
                      <a:cubicBezTo>
                        <a:pt x="464" y="1036"/>
                        <a:pt x="600" y="1086"/>
                        <a:pt x="732" y="1086"/>
                      </a:cubicBezTo>
                      <a:cubicBezTo>
                        <a:pt x="1011" y="1086"/>
                        <a:pt x="1274" y="865"/>
                        <a:pt x="1274" y="541"/>
                      </a:cubicBezTo>
                      <a:cubicBezTo>
                        <a:pt x="1274" y="223"/>
                        <a:pt x="1019" y="0"/>
                        <a:pt x="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27"/>
                <p:cNvSpPr/>
                <p:nvPr/>
              </p:nvSpPr>
              <p:spPr>
                <a:xfrm>
                  <a:off x="2769657" y="2922496"/>
                  <a:ext cx="16712" cy="14259"/>
                </a:xfrm>
                <a:custGeom>
                  <a:rect b="b" l="l" r="r" t="t"/>
                  <a:pathLst>
                    <a:path extrusionOk="0" h="1087" w="1274">
                      <a:moveTo>
                        <a:pt x="733" y="1"/>
                      </a:moveTo>
                      <a:cubicBezTo>
                        <a:pt x="255" y="1"/>
                        <a:pt x="1" y="574"/>
                        <a:pt x="351" y="924"/>
                      </a:cubicBezTo>
                      <a:cubicBezTo>
                        <a:pt x="464" y="1037"/>
                        <a:pt x="600" y="1087"/>
                        <a:pt x="732" y="1087"/>
                      </a:cubicBezTo>
                      <a:cubicBezTo>
                        <a:pt x="1011" y="1087"/>
                        <a:pt x="1274" y="866"/>
                        <a:pt x="1274" y="542"/>
                      </a:cubicBezTo>
                      <a:cubicBezTo>
                        <a:pt x="1274" y="224"/>
                        <a:pt x="1019" y="1"/>
                        <a:pt x="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27"/>
                <p:cNvSpPr/>
                <p:nvPr/>
              </p:nvSpPr>
              <p:spPr>
                <a:xfrm>
                  <a:off x="2702849" y="3158021"/>
                  <a:ext cx="1669136" cy="67253"/>
                </a:xfrm>
                <a:custGeom>
                  <a:rect b="b" l="l" r="r" t="t"/>
                  <a:pathLst>
                    <a:path extrusionOk="0" h="5127" w="127245">
                      <a:moveTo>
                        <a:pt x="63638" y="1"/>
                      </a:moveTo>
                      <a:cubicBezTo>
                        <a:pt x="28492" y="1"/>
                        <a:pt x="0" y="1147"/>
                        <a:pt x="0" y="2579"/>
                      </a:cubicBezTo>
                      <a:cubicBezTo>
                        <a:pt x="0" y="3980"/>
                        <a:pt x="28492" y="5126"/>
                        <a:pt x="63638" y="5126"/>
                      </a:cubicBezTo>
                      <a:cubicBezTo>
                        <a:pt x="98752" y="5126"/>
                        <a:pt x="127244" y="3980"/>
                        <a:pt x="127244" y="2579"/>
                      </a:cubicBezTo>
                      <a:cubicBezTo>
                        <a:pt x="127244" y="1147"/>
                        <a:pt x="98752" y="1"/>
                        <a:pt x="636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27"/>
                <p:cNvSpPr/>
                <p:nvPr/>
              </p:nvSpPr>
              <p:spPr>
                <a:xfrm>
                  <a:off x="3017709" y="2699092"/>
                  <a:ext cx="27573" cy="146168"/>
                </a:xfrm>
                <a:custGeom>
                  <a:rect b="b" l="l" r="r" t="t"/>
                  <a:pathLst>
                    <a:path extrusionOk="0" h="11143" w="2102">
                      <a:moveTo>
                        <a:pt x="1" y="0"/>
                      </a:moveTo>
                      <a:lnTo>
                        <a:pt x="1" y="11142"/>
                      </a:lnTo>
                      <a:lnTo>
                        <a:pt x="2102" y="11142"/>
                      </a:lnTo>
                      <a:lnTo>
                        <a:pt x="2102" y="0"/>
                      </a:lnTo>
                      <a:close/>
                    </a:path>
                  </a:pathLst>
                </a:custGeom>
                <a:solidFill>
                  <a:srgbClr val="612C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27"/>
                <p:cNvSpPr/>
                <p:nvPr/>
              </p:nvSpPr>
              <p:spPr>
                <a:xfrm>
                  <a:off x="3179316" y="2699092"/>
                  <a:ext cx="27573" cy="146168"/>
                </a:xfrm>
                <a:custGeom>
                  <a:rect b="b" l="l" r="r" t="t"/>
                  <a:pathLst>
                    <a:path extrusionOk="0" h="11143" w="2102">
                      <a:moveTo>
                        <a:pt x="1" y="0"/>
                      </a:moveTo>
                      <a:lnTo>
                        <a:pt x="1" y="11142"/>
                      </a:lnTo>
                      <a:lnTo>
                        <a:pt x="2102" y="11142"/>
                      </a:lnTo>
                      <a:lnTo>
                        <a:pt x="2102" y="0"/>
                      </a:lnTo>
                      <a:close/>
                    </a:path>
                  </a:pathLst>
                </a:custGeom>
                <a:solidFill>
                  <a:srgbClr val="612C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27"/>
                <p:cNvSpPr/>
                <p:nvPr/>
              </p:nvSpPr>
              <p:spPr>
                <a:xfrm>
                  <a:off x="3003922" y="2902452"/>
                  <a:ext cx="27586" cy="284401"/>
                </a:xfrm>
                <a:custGeom>
                  <a:rect b="b" l="l" r="r" t="t"/>
                  <a:pathLst>
                    <a:path extrusionOk="0" h="21681" w="2103">
                      <a:moveTo>
                        <a:pt x="1" y="1"/>
                      </a:moveTo>
                      <a:lnTo>
                        <a:pt x="1" y="20884"/>
                      </a:lnTo>
                      <a:cubicBezTo>
                        <a:pt x="1" y="21330"/>
                        <a:pt x="351" y="21680"/>
                        <a:pt x="797" y="21680"/>
                      </a:cubicBezTo>
                      <a:lnTo>
                        <a:pt x="1306" y="21680"/>
                      </a:lnTo>
                      <a:cubicBezTo>
                        <a:pt x="1752" y="21680"/>
                        <a:pt x="2102" y="21330"/>
                        <a:pt x="2102" y="20884"/>
                      </a:cubicBezTo>
                      <a:lnTo>
                        <a:pt x="2102" y="1"/>
                      </a:lnTo>
                      <a:close/>
                    </a:path>
                  </a:pathLst>
                </a:custGeom>
                <a:solidFill>
                  <a:srgbClr val="612C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27"/>
                <p:cNvSpPr/>
                <p:nvPr/>
              </p:nvSpPr>
              <p:spPr>
                <a:xfrm>
                  <a:off x="3071162" y="2902452"/>
                  <a:ext cx="27573" cy="284401"/>
                </a:xfrm>
                <a:custGeom>
                  <a:rect b="b" l="l" r="r" t="t"/>
                  <a:pathLst>
                    <a:path extrusionOk="0" h="21681" w="2102">
                      <a:moveTo>
                        <a:pt x="0" y="1"/>
                      </a:moveTo>
                      <a:lnTo>
                        <a:pt x="0" y="20884"/>
                      </a:lnTo>
                      <a:cubicBezTo>
                        <a:pt x="0" y="21330"/>
                        <a:pt x="351" y="21680"/>
                        <a:pt x="796" y="21680"/>
                      </a:cubicBezTo>
                      <a:lnTo>
                        <a:pt x="1306" y="21680"/>
                      </a:lnTo>
                      <a:cubicBezTo>
                        <a:pt x="1719" y="21680"/>
                        <a:pt x="2101" y="21330"/>
                        <a:pt x="2101" y="20884"/>
                      </a:cubicBezTo>
                      <a:lnTo>
                        <a:pt x="2101" y="1"/>
                      </a:lnTo>
                      <a:close/>
                    </a:path>
                  </a:pathLst>
                </a:custGeom>
                <a:solidFill>
                  <a:srgbClr val="612C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27"/>
                <p:cNvSpPr/>
                <p:nvPr/>
              </p:nvSpPr>
              <p:spPr>
                <a:xfrm>
                  <a:off x="3206876" y="2902452"/>
                  <a:ext cx="27573" cy="284401"/>
                </a:xfrm>
                <a:custGeom>
                  <a:rect b="b" l="l" r="r" t="t"/>
                  <a:pathLst>
                    <a:path extrusionOk="0" h="21681" w="2102">
                      <a:moveTo>
                        <a:pt x="1" y="1"/>
                      </a:moveTo>
                      <a:lnTo>
                        <a:pt x="1" y="20884"/>
                      </a:lnTo>
                      <a:cubicBezTo>
                        <a:pt x="1" y="21330"/>
                        <a:pt x="351" y="21680"/>
                        <a:pt x="797" y="21680"/>
                      </a:cubicBezTo>
                      <a:lnTo>
                        <a:pt x="1306" y="21680"/>
                      </a:lnTo>
                      <a:cubicBezTo>
                        <a:pt x="1752" y="21680"/>
                        <a:pt x="2102" y="21330"/>
                        <a:pt x="2102" y="20884"/>
                      </a:cubicBezTo>
                      <a:lnTo>
                        <a:pt x="2102" y="1"/>
                      </a:lnTo>
                      <a:close/>
                    </a:path>
                  </a:pathLst>
                </a:custGeom>
                <a:solidFill>
                  <a:srgbClr val="612C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27"/>
                <p:cNvSpPr/>
                <p:nvPr/>
              </p:nvSpPr>
              <p:spPr>
                <a:xfrm>
                  <a:off x="3274116" y="2902452"/>
                  <a:ext cx="27573" cy="284401"/>
                </a:xfrm>
                <a:custGeom>
                  <a:rect b="b" l="l" r="r" t="t"/>
                  <a:pathLst>
                    <a:path extrusionOk="0" h="21681" w="2102">
                      <a:moveTo>
                        <a:pt x="0" y="1"/>
                      </a:moveTo>
                      <a:lnTo>
                        <a:pt x="0" y="20884"/>
                      </a:lnTo>
                      <a:cubicBezTo>
                        <a:pt x="0" y="21330"/>
                        <a:pt x="350" y="21680"/>
                        <a:pt x="796" y="21680"/>
                      </a:cubicBezTo>
                      <a:lnTo>
                        <a:pt x="1305" y="21680"/>
                      </a:lnTo>
                      <a:cubicBezTo>
                        <a:pt x="1751" y="21680"/>
                        <a:pt x="2101" y="21330"/>
                        <a:pt x="2101" y="20884"/>
                      </a:cubicBezTo>
                      <a:lnTo>
                        <a:pt x="2101" y="1"/>
                      </a:lnTo>
                      <a:close/>
                    </a:path>
                  </a:pathLst>
                </a:custGeom>
                <a:solidFill>
                  <a:srgbClr val="612C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27"/>
                <p:cNvSpPr/>
                <p:nvPr/>
              </p:nvSpPr>
              <p:spPr>
                <a:xfrm>
                  <a:off x="2950062" y="2384219"/>
                  <a:ext cx="321143" cy="354133"/>
                </a:xfrm>
                <a:custGeom>
                  <a:rect b="b" l="l" r="r" t="t"/>
                  <a:pathLst>
                    <a:path extrusionOk="0" h="26997" w="24482">
                      <a:moveTo>
                        <a:pt x="3980" y="1"/>
                      </a:moveTo>
                      <a:cubicBezTo>
                        <a:pt x="1815" y="1"/>
                        <a:pt x="0" y="1784"/>
                        <a:pt x="0" y="3980"/>
                      </a:cubicBezTo>
                      <a:lnTo>
                        <a:pt x="0" y="23017"/>
                      </a:lnTo>
                      <a:cubicBezTo>
                        <a:pt x="32" y="25214"/>
                        <a:pt x="1815" y="26997"/>
                        <a:pt x="3980" y="26997"/>
                      </a:cubicBezTo>
                      <a:lnTo>
                        <a:pt x="20502" y="26997"/>
                      </a:lnTo>
                      <a:cubicBezTo>
                        <a:pt x="22699" y="26997"/>
                        <a:pt x="24481" y="25214"/>
                        <a:pt x="24481" y="23017"/>
                      </a:cubicBezTo>
                      <a:lnTo>
                        <a:pt x="24481" y="3980"/>
                      </a:lnTo>
                      <a:cubicBezTo>
                        <a:pt x="24481" y="1784"/>
                        <a:pt x="22699" y="1"/>
                        <a:pt x="20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27"/>
                <p:cNvSpPr/>
                <p:nvPr/>
              </p:nvSpPr>
              <p:spPr>
                <a:xfrm>
                  <a:off x="2950481" y="2823944"/>
                  <a:ext cx="393800" cy="94394"/>
                </a:xfrm>
                <a:custGeom>
                  <a:rect b="b" l="l" r="r" t="t"/>
                  <a:pathLst>
                    <a:path extrusionOk="0" h="7196" w="30021">
                      <a:moveTo>
                        <a:pt x="2738" y="1"/>
                      </a:moveTo>
                      <a:cubicBezTo>
                        <a:pt x="1210" y="1"/>
                        <a:pt x="0" y="1211"/>
                        <a:pt x="0" y="2739"/>
                      </a:cubicBezTo>
                      <a:lnTo>
                        <a:pt x="0" y="4458"/>
                      </a:lnTo>
                      <a:cubicBezTo>
                        <a:pt x="0" y="5986"/>
                        <a:pt x="1210" y="7195"/>
                        <a:pt x="2738" y="7195"/>
                      </a:cubicBezTo>
                      <a:lnTo>
                        <a:pt x="27314" y="7195"/>
                      </a:lnTo>
                      <a:cubicBezTo>
                        <a:pt x="28811" y="7195"/>
                        <a:pt x="30020" y="5986"/>
                        <a:pt x="30020" y="4458"/>
                      </a:cubicBezTo>
                      <a:lnTo>
                        <a:pt x="30020" y="2739"/>
                      </a:lnTo>
                      <a:cubicBezTo>
                        <a:pt x="30020" y="1211"/>
                        <a:pt x="28811" y="1"/>
                        <a:pt x="27314" y="1"/>
                      </a:cubicBezTo>
                      <a:close/>
                    </a:path>
                  </a:pathLst>
                </a:custGeom>
                <a:solidFill>
                  <a:srgbClr val="E35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27"/>
                <p:cNvSpPr/>
                <p:nvPr/>
              </p:nvSpPr>
              <p:spPr>
                <a:xfrm>
                  <a:off x="3057376" y="2491127"/>
                  <a:ext cx="27573" cy="154104"/>
                </a:xfrm>
                <a:custGeom>
                  <a:rect b="b" l="l" r="r" t="t"/>
                  <a:pathLst>
                    <a:path extrusionOk="0" h="11748" w="2102">
                      <a:moveTo>
                        <a:pt x="1051" y="0"/>
                      </a:moveTo>
                      <a:cubicBezTo>
                        <a:pt x="478" y="0"/>
                        <a:pt x="1" y="446"/>
                        <a:pt x="1" y="1019"/>
                      </a:cubicBezTo>
                      <a:lnTo>
                        <a:pt x="1" y="10697"/>
                      </a:lnTo>
                      <a:cubicBezTo>
                        <a:pt x="1" y="11270"/>
                        <a:pt x="478" y="11748"/>
                        <a:pt x="1051" y="11748"/>
                      </a:cubicBezTo>
                      <a:cubicBezTo>
                        <a:pt x="1624" y="11748"/>
                        <a:pt x="2102" y="11270"/>
                        <a:pt x="2102" y="10697"/>
                      </a:cubicBezTo>
                      <a:lnTo>
                        <a:pt x="2102" y="1019"/>
                      </a:lnTo>
                      <a:cubicBezTo>
                        <a:pt x="2102" y="446"/>
                        <a:pt x="1624" y="0"/>
                        <a:pt x="10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27"/>
                <p:cNvSpPr/>
                <p:nvPr/>
              </p:nvSpPr>
              <p:spPr>
                <a:xfrm>
                  <a:off x="3147585" y="2491127"/>
                  <a:ext cx="27153" cy="154104"/>
                </a:xfrm>
                <a:custGeom>
                  <a:rect b="b" l="l" r="r" t="t"/>
                  <a:pathLst>
                    <a:path extrusionOk="0" h="11748" w="2070">
                      <a:moveTo>
                        <a:pt x="1051" y="0"/>
                      </a:moveTo>
                      <a:cubicBezTo>
                        <a:pt x="446" y="0"/>
                        <a:pt x="0" y="446"/>
                        <a:pt x="0" y="1019"/>
                      </a:cubicBezTo>
                      <a:lnTo>
                        <a:pt x="0" y="10697"/>
                      </a:lnTo>
                      <a:cubicBezTo>
                        <a:pt x="0" y="11270"/>
                        <a:pt x="446" y="11748"/>
                        <a:pt x="1051" y="11748"/>
                      </a:cubicBezTo>
                      <a:cubicBezTo>
                        <a:pt x="1624" y="11748"/>
                        <a:pt x="2069" y="11270"/>
                        <a:pt x="2069" y="10697"/>
                      </a:cubicBezTo>
                      <a:lnTo>
                        <a:pt x="2069" y="1019"/>
                      </a:lnTo>
                      <a:cubicBezTo>
                        <a:pt x="2069" y="446"/>
                        <a:pt x="1624" y="0"/>
                        <a:pt x="10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27"/>
                <p:cNvSpPr/>
                <p:nvPr/>
              </p:nvSpPr>
              <p:spPr>
                <a:xfrm>
                  <a:off x="3586470" y="2505740"/>
                  <a:ext cx="74770" cy="122373"/>
                </a:xfrm>
                <a:custGeom>
                  <a:rect b="b" l="l" r="r" t="t"/>
                  <a:pathLst>
                    <a:path extrusionOk="0" h="9329" w="5700">
                      <a:moveTo>
                        <a:pt x="1" y="1"/>
                      </a:moveTo>
                      <a:lnTo>
                        <a:pt x="1" y="9328"/>
                      </a:lnTo>
                      <a:lnTo>
                        <a:pt x="5699" y="9328"/>
                      </a:lnTo>
                      <a:lnTo>
                        <a:pt x="56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27"/>
                <p:cNvSpPr/>
                <p:nvPr/>
              </p:nvSpPr>
              <p:spPr>
                <a:xfrm>
                  <a:off x="3586470" y="2541236"/>
                  <a:ext cx="24241" cy="55133"/>
                </a:xfrm>
                <a:custGeom>
                  <a:rect b="b" l="l" r="r" t="t"/>
                  <a:pathLst>
                    <a:path extrusionOk="0" h="4203" w="1848">
                      <a:moveTo>
                        <a:pt x="1" y="1"/>
                      </a:moveTo>
                      <a:lnTo>
                        <a:pt x="1" y="4203"/>
                      </a:lnTo>
                      <a:lnTo>
                        <a:pt x="1847" y="4203"/>
                      </a:lnTo>
                      <a:lnTo>
                        <a:pt x="184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27"/>
                <p:cNvSpPr/>
                <p:nvPr/>
              </p:nvSpPr>
              <p:spPr>
                <a:xfrm>
                  <a:off x="2879489" y="2639787"/>
                  <a:ext cx="1213959" cy="556667"/>
                </a:xfrm>
                <a:custGeom>
                  <a:rect b="b" l="l" r="r" t="t"/>
                  <a:pathLst>
                    <a:path extrusionOk="0" h="42437" w="92545">
                      <a:moveTo>
                        <a:pt x="0" y="1"/>
                      </a:moveTo>
                      <a:lnTo>
                        <a:pt x="0" y="42436"/>
                      </a:lnTo>
                      <a:lnTo>
                        <a:pt x="92544" y="42436"/>
                      </a:lnTo>
                      <a:lnTo>
                        <a:pt x="925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27"/>
                <p:cNvSpPr/>
                <p:nvPr/>
              </p:nvSpPr>
              <p:spPr>
                <a:xfrm>
                  <a:off x="2851510" y="2639787"/>
                  <a:ext cx="1270325" cy="42186"/>
                </a:xfrm>
                <a:custGeom>
                  <a:rect b="b" l="l" r="r" t="t"/>
                  <a:pathLst>
                    <a:path extrusionOk="0" h="3216" w="96842">
                      <a:moveTo>
                        <a:pt x="0" y="1"/>
                      </a:moveTo>
                      <a:lnTo>
                        <a:pt x="0" y="3216"/>
                      </a:lnTo>
                      <a:lnTo>
                        <a:pt x="96842" y="3216"/>
                      </a:lnTo>
                      <a:lnTo>
                        <a:pt x="968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27"/>
                <p:cNvSpPr/>
                <p:nvPr/>
              </p:nvSpPr>
              <p:spPr>
                <a:xfrm>
                  <a:off x="2879489" y="2681960"/>
                  <a:ext cx="137393" cy="514495"/>
                </a:xfrm>
                <a:custGeom>
                  <a:rect b="b" l="l" r="r" t="t"/>
                  <a:pathLst>
                    <a:path extrusionOk="0" h="39222" w="10474">
                      <a:moveTo>
                        <a:pt x="0" y="1"/>
                      </a:moveTo>
                      <a:lnTo>
                        <a:pt x="0" y="39221"/>
                      </a:lnTo>
                      <a:lnTo>
                        <a:pt x="10474" y="39221"/>
                      </a:lnTo>
                      <a:lnTo>
                        <a:pt x="104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27"/>
                <p:cNvSpPr/>
                <p:nvPr/>
              </p:nvSpPr>
              <p:spPr>
                <a:xfrm>
                  <a:off x="2879489" y="2681960"/>
                  <a:ext cx="137393" cy="58478"/>
                </a:xfrm>
                <a:custGeom>
                  <a:rect b="b" l="l" r="r" t="t"/>
                  <a:pathLst>
                    <a:path extrusionOk="0" h="4458" w="10474">
                      <a:moveTo>
                        <a:pt x="0" y="1"/>
                      </a:moveTo>
                      <a:lnTo>
                        <a:pt x="0" y="4458"/>
                      </a:lnTo>
                      <a:lnTo>
                        <a:pt x="10474" y="4458"/>
                      </a:lnTo>
                      <a:lnTo>
                        <a:pt x="104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27"/>
                <p:cNvSpPr/>
                <p:nvPr/>
              </p:nvSpPr>
              <p:spPr>
                <a:xfrm>
                  <a:off x="2879489" y="2939208"/>
                  <a:ext cx="1213959" cy="257247"/>
                </a:xfrm>
                <a:custGeom>
                  <a:rect b="b" l="l" r="r" t="t"/>
                  <a:pathLst>
                    <a:path extrusionOk="0" h="19611" w="92545">
                      <a:moveTo>
                        <a:pt x="0" y="0"/>
                      </a:moveTo>
                      <a:lnTo>
                        <a:pt x="0" y="19610"/>
                      </a:lnTo>
                      <a:lnTo>
                        <a:pt x="92544" y="19610"/>
                      </a:lnTo>
                      <a:lnTo>
                        <a:pt x="925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27"/>
                <p:cNvSpPr/>
                <p:nvPr/>
              </p:nvSpPr>
              <p:spPr>
                <a:xfrm>
                  <a:off x="2851510" y="2628100"/>
                  <a:ext cx="1270325" cy="11701"/>
                </a:xfrm>
                <a:custGeom>
                  <a:rect b="b" l="l" r="r" t="t"/>
                  <a:pathLst>
                    <a:path extrusionOk="0" h="892" w="96842">
                      <a:moveTo>
                        <a:pt x="0" y="0"/>
                      </a:moveTo>
                      <a:lnTo>
                        <a:pt x="0" y="892"/>
                      </a:lnTo>
                      <a:lnTo>
                        <a:pt x="96842" y="892"/>
                      </a:lnTo>
                      <a:lnTo>
                        <a:pt x="968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27"/>
                <p:cNvSpPr/>
                <p:nvPr/>
              </p:nvSpPr>
              <p:spPr>
                <a:xfrm>
                  <a:off x="3220663" y="2605131"/>
                  <a:ext cx="290658" cy="22982"/>
                </a:xfrm>
                <a:custGeom>
                  <a:rect b="b" l="l" r="r" t="t"/>
                  <a:pathLst>
                    <a:path extrusionOk="0" h="1752" w="22158">
                      <a:moveTo>
                        <a:pt x="0" y="0"/>
                      </a:moveTo>
                      <a:lnTo>
                        <a:pt x="0" y="1751"/>
                      </a:lnTo>
                      <a:lnTo>
                        <a:pt x="22157" y="1751"/>
                      </a:lnTo>
                      <a:lnTo>
                        <a:pt x="221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27"/>
                <p:cNvSpPr/>
                <p:nvPr/>
              </p:nvSpPr>
              <p:spPr>
                <a:xfrm>
                  <a:off x="3239040" y="2582162"/>
                  <a:ext cx="290658" cy="22982"/>
                </a:xfrm>
                <a:custGeom>
                  <a:rect b="b" l="l" r="r" t="t"/>
                  <a:pathLst>
                    <a:path extrusionOk="0" h="1752" w="22158">
                      <a:moveTo>
                        <a:pt x="0" y="0"/>
                      </a:moveTo>
                      <a:lnTo>
                        <a:pt x="0" y="1751"/>
                      </a:lnTo>
                      <a:lnTo>
                        <a:pt x="22157" y="1751"/>
                      </a:lnTo>
                      <a:lnTo>
                        <a:pt x="221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27"/>
                <p:cNvSpPr/>
                <p:nvPr/>
              </p:nvSpPr>
              <p:spPr>
                <a:xfrm>
                  <a:off x="3239040" y="2588432"/>
                  <a:ext cx="290658" cy="10442"/>
                </a:xfrm>
                <a:custGeom>
                  <a:rect b="b" l="l" r="r" t="t"/>
                  <a:pathLst>
                    <a:path extrusionOk="0" h="796" w="22158">
                      <a:moveTo>
                        <a:pt x="0" y="0"/>
                      </a:moveTo>
                      <a:lnTo>
                        <a:pt x="0" y="796"/>
                      </a:lnTo>
                      <a:lnTo>
                        <a:pt x="22157" y="796"/>
                      </a:lnTo>
                      <a:lnTo>
                        <a:pt x="221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36" name="Google Shape;11936;p127"/>
          <p:cNvGrpSpPr/>
          <p:nvPr/>
        </p:nvGrpSpPr>
        <p:grpSpPr>
          <a:xfrm>
            <a:off x="3686878" y="3002806"/>
            <a:ext cx="1262917" cy="903311"/>
            <a:chOff x="3976618" y="3132127"/>
            <a:chExt cx="1114568" cy="797203"/>
          </a:xfrm>
        </p:grpSpPr>
        <p:sp>
          <p:nvSpPr>
            <p:cNvPr id="11937" name="Google Shape;11937;p127"/>
            <p:cNvSpPr/>
            <p:nvPr/>
          </p:nvSpPr>
          <p:spPr>
            <a:xfrm>
              <a:off x="4212969" y="3386029"/>
              <a:ext cx="138245" cy="511569"/>
            </a:xfrm>
            <a:custGeom>
              <a:rect b="b" l="l" r="r" t="t"/>
              <a:pathLst>
                <a:path extrusionOk="0" h="38999" w="10539">
                  <a:moveTo>
                    <a:pt x="1" y="0"/>
                  </a:moveTo>
                  <a:lnTo>
                    <a:pt x="1" y="38998"/>
                  </a:lnTo>
                  <a:lnTo>
                    <a:pt x="10538" y="38998"/>
                  </a:lnTo>
                  <a:lnTo>
                    <a:pt x="105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27"/>
            <p:cNvSpPr/>
            <p:nvPr/>
          </p:nvSpPr>
          <p:spPr>
            <a:xfrm>
              <a:off x="4798443" y="3386029"/>
              <a:ext cx="138232" cy="511569"/>
            </a:xfrm>
            <a:custGeom>
              <a:rect b="b" l="l" r="r" t="t"/>
              <a:pathLst>
                <a:path extrusionOk="0" h="38999" w="10538">
                  <a:moveTo>
                    <a:pt x="0" y="0"/>
                  </a:moveTo>
                  <a:lnTo>
                    <a:pt x="0" y="38998"/>
                  </a:lnTo>
                  <a:lnTo>
                    <a:pt x="10538" y="38998"/>
                  </a:lnTo>
                  <a:lnTo>
                    <a:pt x="10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27"/>
            <p:cNvSpPr/>
            <p:nvPr/>
          </p:nvSpPr>
          <p:spPr>
            <a:xfrm>
              <a:off x="4798443" y="3386029"/>
              <a:ext cx="107747" cy="511569"/>
            </a:xfrm>
            <a:custGeom>
              <a:rect b="b" l="l" r="r" t="t"/>
              <a:pathLst>
                <a:path extrusionOk="0" h="38999" w="8214">
                  <a:moveTo>
                    <a:pt x="0" y="0"/>
                  </a:moveTo>
                  <a:lnTo>
                    <a:pt x="0" y="38998"/>
                  </a:lnTo>
                  <a:lnTo>
                    <a:pt x="8214" y="38998"/>
                  </a:lnTo>
                  <a:lnTo>
                    <a:pt x="82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27"/>
            <p:cNvSpPr/>
            <p:nvPr/>
          </p:nvSpPr>
          <p:spPr>
            <a:xfrm>
              <a:off x="4212969" y="3386029"/>
              <a:ext cx="107760" cy="511569"/>
            </a:xfrm>
            <a:custGeom>
              <a:rect b="b" l="l" r="r" t="t"/>
              <a:pathLst>
                <a:path extrusionOk="0" h="38999" w="8215">
                  <a:moveTo>
                    <a:pt x="1" y="0"/>
                  </a:moveTo>
                  <a:lnTo>
                    <a:pt x="1" y="38998"/>
                  </a:lnTo>
                  <a:lnTo>
                    <a:pt x="8214" y="38998"/>
                  </a:lnTo>
                  <a:lnTo>
                    <a:pt x="821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27"/>
            <p:cNvSpPr/>
            <p:nvPr/>
          </p:nvSpPr>
          <p:spPr>
            <a:xfrm>
              <a:off x="3976618" y="3872111"/>
              <a:ext cx="1114568" cy="57219"/>
            </a:xfrm>
            <a:custGeom>
              <a:rect b="b" l="l" r="r" t="t"/>
              <a:pathLst>
                <a:path extrusionOk="0" h="4362" w="84968">
                  <a:moveTo>
                    <a:pt x="42500" y="0"/>
                  </a:moveTo>
                  <a:cubicBezTo>
                    <a:pt x="19038" y="0"/>
                    <a:pt x="0" y="955"/>
                    <a:pt x="0" y="2197"/>
                  </a:cubicBezTo>
                  <a:cubicBezTo>
                    <a:pt x="0" y="3406"/>
                    <a:pt x="19038" y="4361"/>
                    <a:pt x="42500" y="4361"/>
                  </a:cubicBezTo>
                  <a:cubicBezTo>
                    <a:pt x="65962" y="4361"/>
                    <a:pt x="84968" y="3375"/>
                    <a:pt x="84968" y="2197"/>
                  </a:cubicBezTo>
                  <a:cubicBezTo>
                    <a:pt x="84968" y="987"/>
                    <a:pt x="65962" y="0"/>
                    <a:pt x="42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27"/>
            <p:cNvSpPr/>
            <p:nvPr/>
          </p:nvSpPr>
          <p:spPr>
            <a:xfrm>
              <a:off x="4177067" y="3310446"/>
              <a:ext cx="787168" cy="76016"/>
            </a:xfrm>
            <a:custGeom>
              <a:rect b="b" l="l" r="r" t="t"/>
              <a:pathLst>
                <a:path extrusionOk="0" h="5795" w="60009">
                  <a:moveTo>
                    <a:pt x="2738" y="0"/>
                  </a:moveTo>
                  <a:cubicBezTo>
                    <a:pt x="1210" y="0"/>
                    <a:pt x="0" y="1210"/>
                    <a:pt x="0" y="2706"/>
                  </a:cubicBezTo>
                  <a:lnTo>
                    <a:pt x="0" y="3056"/>
                  </a:lnTo>
                  <a:cubicBezTo>
                    <a:pt x="0" y="3311"/>
                    <a:pt x="32" y="3598"/>
                    <a:pt x="127" y="3852"/>
                  </a:cubicBezTo>
                  <a:cubicBezTo>
                    <a:pt x="478" y="4998"/>
                    <a:pt x="1528" y="5794"/>
                    <a:pt x="2738" y="5794"/>
                  </a:cubicBezTo>
                  <a:lnTo>
                    <a:pt x="57303" y="5794"/>
                  </a:lnTo>
                  <a:cubicBezTo>
                    <a:pt x="58513" y="5794"/>
                    <a:pt x="59563" y="4998"/>
                    <a:pt x="59913" y="3852"/>
                  </a:cubicBezTo>
                  <a:cubicBezTo>
                    <a:pt x="59977" y="3598"/>
                    <a:pt x="60009" y="3311"/>
                    <a:pt x="60009" y="3056"/>
                  </a:cubicBezTo>
                  <a:lnTo>
                    <a:pt x="60009" y="2706"/>
                  </a:lnTo>
                  <a:cubicBezTo>
                    <a:pt x="60009" y="1210"/>
                    <a:pt x="58799" y="0"/>
                    <a:pt x="57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27"/>
            <p:cNvSpPr/>
            <p:nvPr/>
          </p:nvSpPr>
          <p:spPr>
            <a:xfrm>
              <a:off x="4178733" y="3360975"/>
              <a:ext cx="784256" cy="25068"/>
            </a:xfrm>
            <a:custGeom>
              <a:rect b="b" l="l" r="r" t="t"/>
              <a:pathLst>
                <a:path extrusionOk="0" h="1911" w="59787">
                  <a:moveTo>
                    <a:pt x="0" y="0"/>
                  </a:moveTo>
                  <a:cubicBezTo>
                    <a:pt x="351" y="1146"/>
                    <a:pt x="1401" y="1910"/>
                    <a:pt x="2611" y="1910"/>
                  </a:cubicBezTo>
                  <a:lnTo>
                    <a:pt x="57176" y="1910"/>
                  </a:lnTo>
                  <a:cubicBezTo>
                    <a:pt x="58386" y="1910"/>
                    <a:pt x="59436" y="1146"/>
                    <a:pt x="597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27"/>
            <p:cNvSpPr/>
            <p:nvPr/>
          </p:nvSpPr>
          <p:spPr>
            <a:xfrm>
              <a:off x="4656459" y="3438223"/>
              <a:ext cx="26733" cy="141997"/>
            </a:xfrm>
            <a:custGeom>
              <a:rect b="b" l="l" r="r" t="t"/>
              <a:pathLst>
                <a:path extrusionOk="0" h="10825" w="2038">
                  <a:moveTo>
                    <a:pt x="0" y="1"/>
                  </a:moveTo>
                  <a:lnTo>
                    <a:pt x="0" y="10825"/>
                  </a:lnTo>
                  <a:lnTo>
                    <a:pt x="2038" y="10825"/>
                  </a:ln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27"/>
            <p:cNvSpPr/>
            <p:nvPr/>
          </p:nvSpPr>
          <p:spPr>
            <a:xfrm>
              <a:off x="4761688" y="3635747"/>
              <a:ext cx="26747" cy="276464"/>
            </a:xfrm>
            <a:custGeom>
              <a:rect b="b" l="l" r="r" t="t"/>
              <a:pathLst>
                <a:path extrusionOk="0" h="21076" w="2039">
                  <a:moveTo>
                    <a:pt x="1" y="1"/>
                  </a:moveTo>
                  <a:lnTo>
                    <a:pt x="1" y="20279"/>
                  </a:lnTo>
                  <a:cubicBezTo>
                    <a:pt x="1" y="20725"/>
                    <a:pt x="351" y="21075"/>
                    <a:pt x="797"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27"/>
            <p:cNvSpPr/>
            <p:nvPr/>
          </p:nvSpPr>
          <p:spPr>
            <a:xfrm>
              <a:off x="4629739" y="3635747"/>
              <a:ext cx="26733" cy="276464"/>
            </a:xfrm>
            <a:custGeom>
              <a:rect b="b" l="l" r="r" t="t"/>
              <a:pathLst>
                <a:path extrusionOk="0" h="21076" w="2038">
                  <a:moveTo>
                    <a:pt x="0" y="1"/>
                  </a:moveTo>
                  <a:lnTo>
                    <a:pt x="0" y="20279"/>
                  </a:lnTo>
                  <a:cubicBezTo>
                    <a:pt x="0" y="20725"/>
                    <a:pt x="350" y="21075"/>
                    <a:pt x="796" y="21075"/>
                  </a:cubicBezTo>
                  <a:lnTo>
                    <a:pt x="1242" y="21075"/>
                  </a:lnTo>
                  <a:cubicBezTo>
                    <a:pt x="1687" y="21075"/>
                    <a:pt x="2037" y="20725"/>
                    <a:pt x="2037" y="20279"/>
                  </a:cubicBezTo>
                  <a:lnTo>
                    <a:pt x="20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27"/>
            <p:cNvSpPr/>
            <p:nvPr/>
          </p:nvSpPr>
          <p:spPr>
            <a:xfrm>
              <a:off x="4564584" y="3635747"/>
              <a:ext cx="26747" cy="276464"/>
            </a:xfrm>
            <a:custGeom>
              <a:rect b="b" l="l" r="r" t="t"/>
              <a:pathLst>
                <a:path extrusionOk="0" h="21076" w="2039">
                  <a:moveTo>
                    <a:pt x="1" y="1"/>
                  </a:moveTo>
                  <a:lnTo>
                    <a:pt x="1" y="20279"/>
                  </a:lnTo>
                  <a:cubicBezTo>
                    <a:pt x="1" y="20725"/>
                    <a:pt x="351" y="21075"/>
                    <a:pt x="797"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27"/>
            <p:cNvSpPr/>
            <p:nvPr/>
          </p:nvSpPr>
          <p:spPr>
            <a:xfrm>
              <a:off x="4522831" y="3559744"/>
              <a:ext cx="382939" cy="91468"/>
            </a:xfrm>
            <a:custGeom>
              <a:rect b="b" l="l" r="r" t="t"/>
              <a:pathLst>
                <a:path extrusionOk="0" h="6973" w="29193">
                  <a:moveTo>
                    <a:pt x="2802" y="1"/>
                  </a:moveTo>
                  <a:cubicBezTo>
                    <a:pt x="1242" y="1"/>
                    <a:pt x="0" y="1242"/>
                    <a:pt x="0" y="2770"/>
                  </a:cubicBezTo>
                  <a:lnTo>
                    <a:pt x="0" y="4171"/>
                  </a:lnTo>
                  <a:cubicBezTo>
                    <a:pt x="0" y="5699"/>
                    <a:pt x="1242" y="6973"/>
                    <a:pt x="2802" y="6973"/>
                  </a:cubicBezTo>
                  <a:lnTo>
                    <a:pt x="26391" y="6973"/>
                  </a:lnTo>
                  <a:cubicBezTo>
                    <a:pt x="27951" y="6973"/>
                    <a:pt x="29193" y="5699"/>
                    <a:pt x="29193" y="4171"/>
                  </a:cubicBezTo>
                  <a:lnTo>
                    <a:pt x="29193" y="2770"/>
                  </a:lnTo>
                  <a:cubicBezTo>
                    <a:pt x="29193" y="1242"/>
                    <a:pt x="27951" y="1"/>
                    <a:pt x="263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9" name="Google Shape;11949;p127"/>
            <p:cNvGrpSpPr/>
            <p:nvPr/>
          </p:nvGrpSpPr>
          <p:grpSpPr>
            <a:xfrm>
              <a:off x="4523251" y="3132546"/>
              <a:ext cx="382519" cy="779665"/>
              <a:chOff x="4523251" y="3132546"/>
              <a:chExt cx="382519" cy="779665"/>
            </a:xfrm>
          </p:grpSpPr>
          <p:sp>
            <p:nvSpPr>
              <p:cNvPr id="11950" name="Google Shape;11950;p127"/>
              <p:cNvSpPr/>
              <p:nvPr/>
            </p:nvSpPr>
            <p:spPr>
              <a:xfrm>
                <a:off x="4813900" y="3438225"/>
                <a:ext cx="26723" cy="121538"/>
              </a:xfrm>
              <a:custGeom>
                <a:rect b="b" l="l" r="r" t="t"/>
                <a:pathLst>
                  <a:path extrusionOk="0" h="10825" w="2038">
                    <a:moveTo>
                      <a:pt x="0" y="1"/>
                    </a:moveTo>
                    <a:lnTo>
                      <a:pt x="0" y="10825"/>
                    </a:lnTo>
                    <a:lnTo>
                      <a:pt x="2038" y="10825"/>
                    </a:ln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27"/>
              <p:cNvSpPr/>
              <p:nvPr/>
            </p:nvSpPr>
            <p:spPr>
              <a:xfrm>
                <a:off x="4826842" y="3635747"/>
                <a:ext cx="26733" cy="276464"/>
              </a:xfrm>
              <a:custGeom>
                <a:rect b="b" l="l" r="r" t="t"/>
                <a:pathLst>
                  <a:path extrusionOk="0" h="21076" w="2038">
                    <a:moveTo>
                      <a:pt x="0" y="1"/>
                    </a:moveTo>
                    <a:lnTo>
                      <a:pt x="0" y="20279"/>
                    </a:lnTo>
                    <a:cubicBezTo>
                      <a:pt x="0" y="20725"/>
                      <a:pt x="350" y="21075"/>
                      <a:pt x="796" y="21075"/>
                    </a:cubicBezTo>
                    <a:lnTo>
                      <a:pt x="1242" y="21075"/>
                    </a:lnTo>
                    <a:cubicBezTo>
                      <a:pt x="1687"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27"/>
              <p:cNvSpPr/>
              <p:nvPr/>
            </p:nvSpPr>
            <p:spPr>
              <a:xfrm>
                <a:off x="4594243" y="3132546"/>
                <a:ext cx="311528" cy="343692"/>
              </a:xfrm>
              <a:custGeom>
                <a:rect b="b" l="l" r="r" t="t"/>
                <a:pathLst>
                  <a:path extrusionOk="0" h="26201" w="23749">
                    <a:moveTo>
                      <a:pt x="3794" y="0"/>
                    </a:moveTo>
                    <a:cubicBezTo>
                      <a:pt x="1688" y="0"/>
                      <a:pt x="0" y="1707"/>
                      <a:pt x="0" y="3821"/>
                    </a:cubicBezTo>
                    <a:lnTo>
                      <a:pt x="0" y="22349"/>
                    </a:lnTo>
                    <a:cubicBezTo>
                      <a:pt x="0" y="24482"/>
                      <a:pt x="1719" y="26201"/>
                      <a:pt x="3852" y="26201"/>
                    </a:cubicBezTo>
                    <a:lnTo>
                      <a:pt x="19897" y="26201"/>
                    </a:lnTo>
                    <a:cubicBezTo>
                      <a:pt x="22030" y="26201"/>
                      <a:pt x="23717" y="24482"/>
                      <a:pt x="23749" y="22349"/>
                    </a:cubicBezTo>
                    <a:lnTo>
                      <a:pt x="23749" y="3821"/>
                    </a:lnTo>
                    <a:cubicBezTo>
                      <a:pt x="23717" y="1707"/>
                      <a:pt x="22029" y="0"/>
                      <a:pt x="19954" y="0"/>
                    </a:cubicBezTo>
                    <a:cubicBezTo>
                      <a:pt x="19935" y="0"/>
                      <a:pt x="19916" y="0"/>
                      <a:pt x="19897" y="1"/>
                    </a:cubicBezTo>
                    <a:lnTo>
                      <a:pt x="3852" y="1"/>
                    </a:lnTo>
                    <a:cubicBezTo>
                      <a:pt x="3833" y="0"/>
                      <a:pt x="3813" y="0"/>
                      <a:pt x="3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27"/>
              <p:cNvSpPr/>
              <p:nvPr/>
            </p:nvSpPr>
            <p:spPr>
              <a:xfrm>
                <a:off x="4523251" y="3605262"/>
                <a:ext cx="382519" cy="45531"/>
              </a:xfrm>
              <a:custGeom>
                <a:rect b="b" l="l" r="r" t="t"/>
                <a:pathLst>
                  <a:path extrusionOk="0" h="3471" w="29161">
                    <a:moveTo>
                      <a:pt x="0" y="1"/>
                    </a:moveTo>
                    <a:lnTo>
                      <a:pt x="0" y="701"/>
                    </a:lnTo>
                    <a:cubicBezTo>
                      <a:pt x="0" y="2229"/>
                      <a:pt x="1242" y="3471"/>
                      <a:pt x="2770" y="3471"/>
                    </a:cubicBezTo>
                    <a:lnTo>
                      <a:pt x="26359" y="3471"/>
                    </a:lnTo>
                    <a:cubicBezTo>
                      <a:pt x="27888" y="3471"/>
                      <a:pt x="29161" y="2229"/>
                      <a:pt x="29161" y="701"/>
                    </a:cubicBezTo>
                    <a:lnTo>
                      <a:pt x="291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4" name="Google Shape;11954;p127"/>
            <p:cNvSpPr/>
            <p:nvPr/>
          </p:nvSpPr>
          <p:spPr>
            <a:xfrm>
              <a:off x="4593823" y="3132127"/>
              <a:ext cx="311947" cy="66834"/>
            </a:xfrm>
            <a:custGeom>
              <a:rect b="b" l="l" r="r" t="t"/>
              <a:pathLst>
                <a:path extrusionOk="0" h="5095" w="23781">
                  <a:moveTo>
                    <a:pt x="3884" y="1"/>
                  </a:moveTo>
                  <a:cubicBezTo>
                    <a:pt x="1751" y="1"/>
                    <a:pt x="0" y="1720"/>
                    <a:pt x="32" y="3853"/>
                  </a:cubicBezTo>
                  <a:lnTo>
                    <a:pt x="32" y="5094"/>
                  </a:lnTo>
                  <a:cubicBezTo>
                    <a:pt x="1687" y="3471"/>
                    <a:pt x="2611" y="2707"/>
                    <a:pt x="4775" y="2707"/>
                  </a:cubicBezTo>
                  <a:lnTo>
                    <a:pt x="19260" y="2707"/>
                  </a:lnTo>
                  <a:cubicBezTo>
                    <a:pt x="21107" y="2707"/>
                    <a:pt x="22603" y="3757"/>
                    <a:pt x="23781" y="5063"/>
                  </a:cubicBezTo>
                  <a:lnTo>
                    <a:pt x="23781" y="3853"/>
                  </a:lnTo>
                  <a:cubicBezTo>
                    <a:pt x="23781" y="1720"/>
                    <a:pt x="22062" y="1"/>
                    <a:pt x="19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127"/>
          <p:cNvGrpSpPr/>
          <p:nvPr/>
        </p:nvGrpSpPr>
        <p:grpSpPr>
          <a:xfrm>
            <a:off x="1789844" y="3002806"/>
            <a:ext cx="1262917" cy="903311"/>
            <a:chOff x="2835218" y="3132127"/>
            <a:chExt cx="1114568" cy="797203"/>
          </a:xfrm>
        </p:grpSpPr>
        <p:sp>
          <p:nvSpPr>
            <p:cNvPr id="11956" name="Google Shape;11956;p127"/>
            <p:cNvSpPr/>
            <p:nvPr/>
          </p:nvSpPr>
          <p:spPr>
            <a:xfrm>
              <a:off x="2835218" y="3872111"/>
              <a:ext cx="1114568" cy="57219"/>
            </a:xfrm>
            <a:custGeom>
              <a:rect b="b" l="l" r="r" t="t"/>
              <a:pathLst>
                <a:path extrusionOk="0" h="4362" w="84968">
                  <a:moveTo>
                    <a:pt x="42468" y="0"/>
                  </a:moveTo>
                  <a:cubicBezTo>
                    <a:pt x="19006" y="0"/>
                    <a:pt x="1" y="955"/>
                    <a:pt x="1" y="2197"/>
                  </a:cubicBezTo>
                  <a:cubicBezTo>
                    <a:pt x="1" y="3406"/>
                    <a:pt x="19006" y="4361"/>
                    <a:pt x="42468" y="4361"/>
                  </a:cubicBezTo>
                  <a:cubicBezTo>
                    <a:pt x="65931" y="4361"/>
                    <a:pt x="84968" y="3375"/>
                    <a:pt x="84968" y="2197"/>
                  </a:cubicBezTo>
                  <a:cubicBezTo>
                    <a:pt x="84968" y="987"/>
                    <a:pt x="65931" y="0"/>
                    <a:pt x="42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27"/>
            <p:cNvSpPr/>
            <p:nvPr/>
          </p:nvSpPr>
          <p:spPr>
            <a:xfrm>
              <a:off x="3035247" y="3310026"/>
              <a:ext cx="787601" cy="76436"/>
            </a:xfrm>
            <a:custGeom>
              <a:rect b="b" l="l" r="r" t="t"/>
              <a:pathLst>
                <a:path extrusionOk="0" h="5827" w="60042">
                  <a:moveTo>
                    <a:pt x="2738" y="1"/>
                  </a:moveTo>
                  <a:cubicBezTo>
                    <a:pt x="1242" y="1"/>
                    <a:pt x="1" y="1242"/>
                    <a:pt x="1" y="2738"/>
                  </a:cubicBezTo>
                  <a:lnTo>
                    <a:pt x="1" y="3088"/>
                  </a:lnTo>
                  <a:cubicBezTo>
                    <a:pt x="1" y="3343"/>
                    <a:pt x="64" y="3598"/>
                    <a:pt x="128" y="3884"/>
                  </a:cubicBezTo>
                  <a:cubicBezTo>
                    <a:pt x="478" y="5030"/>
                    <a:pt x="1529" y="5826"/>
                    <a:pt x="2738" y="5826"/>
                  </a:cubicBezTo>
                  <a:lnTo>
                    <a:pt x="57335" y="5826"/>
                  </a:lnTo>
                  <a:cubicBezTo>
                    <a:pt x="58513" y="5826"/>
                    <a:pt x="59595" y="5030"/>
                    <a:pt x="59914" y="3884"/>
                  </a:cubicBezTo>
                  <a:cubicBezTo>
                    <a:pt x="60009" y="3630"/>
                    <a:pt x="60041" y="3343"/>
                    <a:pt x="60041" y="3088"/>
                  </a:cubicBezTo>
                  <a:lnTo>
                    <a:pt x="60041" y="2738"/>
                  </a:lnTo>
                  <a:cubicBezTo>
                    <a:pt x="60041" y="1242"/>
                    <a:pt x="58831" y="1"/>
                    <a:pt x="57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27"/>
            <p:cNvSpPr/>
            <p:nvPr/>
          </p:nvSpPr>
          <p:spPr>
            <a:xfrm>
              <a:off x="3071162" y="3386029"/>
              <a:ext cx="138232" cy="511569"/>
            </a:xfrm>
            <a:custGeom>
              <a:rect b="b" l="l" r="r" t="t"/>
              <a:pathLst>
                <a:path extrusionOk="0" h="38999" w="10538">
                  <a:moveTo>
                    <a:pt x="0" y="0"/>
                  </a:moveTo>
                  <a:lnTo>
                    <a:pt x="0" y="38998"/>
                  </a:lnTo>
                  <a:lnTo>
                    <a:pt x="10538" y="38998"/>
                  </a:lnTo>
                  <a:lnTo>
                    <a:pt x="10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27"/>
            <p:cNvSpPr/>
            <p:nvPr/>
          </p:nvSpPr>
          <p:spPr>
            <a:xfrm>
              <a:off x="3071162" y="3386029"/>
              <a:ext cx="107747" cy="511569"/>
            </a:xfrm>
            <a:custGeom>
              <a:rect b="b" l="l" r="r" t="t"/>
              <a:pathLst>
                <a:path extrusionOk="0" h="38999" w="8214">
                  <a:moveTo>
                    <a:pt x="0" y="0"/>
                  </a:moveTo>
                  <a:lnTo>
                    <a:pt x="0" y="38998"/>
                  </a:lnTo>
                  <a:lnTo>
                    <a:pt x="8214" y="38998"/>
                  </a:lnTo>
                  <a:lnTo>
                    <a:pt x="82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27"/>
            <p:cNvSpPr/>
            <p:nvPr/>
          </p:nvSpPr>
          <p:spPr>
            <a:xfrm>
              <a:off x="3656623" y="3386029"/>
              <a:ext cx="138665" cy="511569"/>
            </a:xfrm>
            <a:custGeom>
              <a:rect b="b" l="l" r="r" t="t"/>
              <a:pathLst>
                <a:path extrusionOk="0" h="38999" w="10571">
                  <a:moveTo>
                    <a:pt x="1" y="0"/>
                  </a:moveTo>
                  <a:lnTo>
                    <a:pt x="1" y="38998"/>
                  </a:lnTo>
                  <a:lnTo>
                    <a:pt x="10570" y="38998"/>
                  </a:lnTo>
                  <a:lnTo>
                    <a:pt x="105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27"/>
            <p:cNvSpPr/>
            <p:nvPr/>
          </p:nvSpPr>
          <p:spPr>
            <a:xfrm>
              <a:off x="3656623" y="3386029"/>
              <a:ext cx="107760" cy="511569"/>
            </a:xfrm>
            <a:custGeom>
              <a:rect b="b" l="l" r="r" t="t"/>
              <a:pathLst>
                <a:path extrusionOk="0" h="38999" w="8215">
                  <a:moveTo>
                    <a:pt x="1" y="0"/>
                  </a:moveTo>
                  <a:lnTo>
                    <a:pt x="1" y="38998"/>
                  </a:lnTo>
                  <a:lnTo>
                    <a:pt x="8214" y="38998"/>
                  </a:lnTo>
                  <a:lnTo>
                    <a:pt x="82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27"/>
            <p:cNvSpPr/>
            <p:nvPr/>
          </p:nvSpPr>
          <p:spPr>
            <a:xfrm>
              <a:off x="3036913" y="3360975"/>
              <a:ext cx="784256" cy="25081"/>
            </a:xfrm>
            <a:custGeom>
              <a:rect b="b" l="l" r="r" t="t"/>
              <a:pathLst>
                <a:path extrusionOk="0" h="1912" w="59787">
                  <a:moveTo>
                    <a:pt x="1" y="0"/>
                  </a:moveTo>
                  <a:cubicBezTo>
                    <a:pt x="344" y="1124"/>
                    <a:pt x="1361" y="1911"/>
                    <a:pt x="2541" y="1911"/>
                  </a:cubicBezTo>
                  <a:cubicBezTo>
                    <a:pt x="2565" y="1911"/>
                    <a:pt x="2588" y="1911"/>
                    <a:pt x="2611" y="1910"/>
                  </a:cubicBezTo>
                  <a:lnTo>
                    <a:pt x="57208" y="1910"/>
                  </a:lnTo>
                  <a:cubicBezTo>
                    <a:pt x="58386" y="1910"/>
                    <a:pt x="59468" y="1146"/>
                    <a:pt x="597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27"/>
            <p:cNvSpPr/>
            <p:nvPr/>
          </p:nvSpPr>
          <p:spPr>
            <a:xfrm>
              <a:off x="3672075" y="3438223"/>
              <a:ext cx="26747" cy="141997"/>
            </a:xfrm>
            <a:custGeom>
              <a:rect b="b" l="l" r="r" t="t"/>
              <a:pathLst>
                <a:path extrusionOk="0" h="10825" w="2039">
                  <a:moveTo>
                    <a:pt x="1" y="1"/>
                  </a:moveTo>
                  <a:lnTo>
                    <a:pt x="1" y="10825"/>
                  </a:lnTo>
                  <a:lnTo>
                    <a:pt x="2038" y="10825"/>
                  </a:ln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27"/>
            <p:cNvSpPr/>
            <p:nvPr/>
          </p:nvSpPr>
          <p:spPr>
            <a:xfrm>
              <a:off x="3514652" y="3438223"/>
              <a:ext cx="26733" cy="141997"/>
            </a:xfrm>
            <a:custGeom>
              <a:rect b="b" l="l" r="r" t="t"/>
              <a:pathLst>
                <a:path extrusionOk="0" h="10825" w="2038">
                  <a:moveTo>
                    <a:pt x="0" y="1"/>
                  </a:moveTo>
                  <a:lnTo>
                    <a:pt x="0" y="10825"/>
                  </a:lnTo>
                  <a:lnTo>
                    <a:pt x="2037" y="10825"/>
                  </a:lnTo>
                  <a:lnTo>
                    <a:pt x="20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27"/>
            <p:cNvSpPr/>
            <p:nvPr/>
          </p:nvSpPr>
          <p:spPr>
            <a:xfrm>
              <a:off x="3685442" y="3635747"/>
              <a:ext cx="26733" cy="276464"/>
            </a:xfrm>
            <a:custGeom>
              <a:rect b="b" l="l" r="r" t="t"/>
              <a:pathLst>
                <a:path extrusionOk="0" h="21076" w="2038">
                  <a:moveTo>
                    <a:pt x="1" y="1"/>
                  </a:moveTo>
                  <a:lnTo>
                    <a:pt x="1" y="20279"/>
                  </a:lnTo>
                  <a:cubicBezTo>
                    <a:pt x="1" y="20725"/>
                    <a:pt x="351" y="21075"/>
                    <a:pt x="796"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27"/>
            <p:cNvSpPr/>
            <p:nvPr/>
          </p:nvSpPr>
          <p:spPr>
            <a:xfrm>
              <a:off x="3620300" y="3635747"/>
              <a:ext cx="26733" cy="276464"/>
            </a:xfrm>
            <a:custGeom>
              <a:rect b="b" l="l" r="r" t="t"/>
              <a:pathLst>
                <a:path extrusionOk="0" h="21076" w="2038">
                  <a:moveTo>
                    <a:pt x="0" y="1"/>
                  </a:moveTo>
                  <a:lnTo>
                    <a:pt x="0" y="20279"/>
                  </a:lnTo>
                  <a:cubicBezTo>
                    <a:pt x="0" y="20725"/>
                    <a:pt x="350" y="21075"/>
                    <a:pt x="796"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27"/>
            <p:cNvSpPr/>
            <p:nvPr/>
          </p:nvSpPr>
          <p:spPr>
            <a:xfrm>
              <a:off x="3488338" y="3635747"/>
              <a:ext cx="26733" cy="276464"/>
            </a:xfrm>
            <a:custGeom>
              <a:rect b="b" l="l" r="r" t="t"/>
              <a:pathLst>
                <a:path extrusionOk="0" h="21076" w="2038">
                  <a:moveTo>
                    <a:pt x="0" y="1"/>
                  </a:moveTo>
                  <a:lnTo>
                    <a:pt x="0" y="20279"/>
                  </a:lnTo>
                  <a:cubicBezTo>
                    <a:pt x="0" y="20725"/>
                    <a:pt x="351" y="21075"/>
                    <a:pt x="796" y="21075"/>
                  </a:cubicBezTo>
                  <a:lnTo>
                    <a:pt x="1242" y="21075"/>
                  </a:lnTo>
                  <a:cubicBezTo>
                    <a:pt x="1656"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27"/>
            <p:cNvSpPr/>
            <p:nvPr/>
          </p:nvSpPr>
          <p:spPr>
            <a:xfrm>
              <a:off x="3422777" y="3635747"/>
              <a:ext cx="26733" cy="276464"/>
            </a:xfrm>
            <a:custGeom>
              <a:rect b="b" l="l" r="r" t="t"/>
              <a:pathLst>
                <a:path extrusionOk="0" h="21076" w="2038">
                  <a:moveTo>
                    <a:pt x="0" y="1"/>
                  </a:moveTo>
                  <a:lnTo>
                    <a:pt x="0" y="20279"/>
                  </a:lnTo>
                  <a:cubicBezTo>
                    <a:pt x="0" y="20725"/>
                    <a:pt x="351" y="21075"/>
                    <a:pt x="796"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27"/>
            <p:cNvSpPr/>
            <p:nvPr/>
          </p:nvSpPr>
          <p:spPr>
            <a:xfrm>
              <a:off x="3452423" y="3132546"/>
              <a:ext cx="311541" cy="343692"/>
            </a:xfrm>
            <a:custGeom>
              <a:rect b="b" l="l" r="r" t="t"/>
              <a:pathLst>
                <a:path extrusionOk="0" h="26201" w="23750">
                  <a:moveTo>
                    <a:pt x="3794" y="0"/>
                  </a:moveTo>
                  <a:cubicBezTo>
                    <a:pt x="1688" y="0"/>
                    <a:pt x="1" y="1707"/>
                    <a:pt x="1" y="3821"/>
                  </a:cubicBezTo>
                  <a:lnTo>
                    <a:pt x="1" y="22349"/>
                  </a:lnTo>
                  <a:cubicBezTo>
                    <a:pt x="1" y="24482"/>
                    <a:pt x="1720" y="26201"/>
                    <a:pt x="3853" y="26201"/>
                  </a:cubicBezTo>
                  <a:lnTo>
                    <a:pt x="19929" y="26201"/>
                  </a:lnTo>
                  <a:cubicBezTo>
                    <a:pt x="22030" y="26201"/>
                    <a:pt x="23749" y="24482"/>
                    <a:pt x="23749" y="22349"/>
                  </a:cubicBezTo>
                  <a:lnTo>
                    <a:pt x="23749" y="3821"/>
                  </a:lnTo>
                  <a:cubicBezTo>
                    <a:pt x="23749" y="1707"/>
                    <a:pt x="22062" y="0"/>
                    <a:pt x="19987" y="0"/>
                  </a:cubicBezTo>
                  <a:cubicBezTo>
                    <a:pt x="19968" y="0"/>
                    <a:pt x="19948" y="0"/>
                    <a:pt x="19929" y="1"/>
                  </a:cubicBezTo>
                  <a:lnTo>
                    <a:pt x="3853" y="1"/>
                  </a:lnTo>
                  <a:cubicBezTo>
                    <a:pt x="3833" y="0"/>
                    <a:pt x="3814" y="0"/>
                    <a:pt x="3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27"/>
            <p:cNvSpPr/>
            <p:nvPr/>
          </p:nvSpPr>
          <p:spPr>
            <a:xfrm>
              <a:off x="3381431" y="3559744"/>
              <a:ext cx="382533" cy="91468"/>
            </a:xfrm>
            <a:custGeom>
              <a:rect b="b" l="l" r="r" t="t"/>
              <a:pathLst>
                <a:path extrusionOk="0" h="6973" w="29162">
                  <a:moveTo>
                    <a:pt x="2802" y="1"/>
                  </a:moveTo>
                  <a:cubicBezTo>
                    <a:pt x="1242" y="1"/>
                    <a:pt x="1" y="1242"/>
                    <a:pt x="1" y="2770"/>
                  </a:cubicBezTo>
                  <a:lnTo>
                    <a:pt x="1" y="4171"/>
                  </a:lnTo>
                  <a:cubicBezTo>
                    <a:pt x="1" y="5699"/>
                    <a:pt x="1242" y="6973"/>
                    <a:pt x="2802" y="6973"/>
                  </a:cubicBezTo>
                  <a:lnTo>
                    <a:pt x="26360" y="6973"/>
                  </a:lnTo>
                  <a:cubicBezTo>
                    <a:pt x="27920" y="6973"/>
                    <a:pt x="29161" y="5699"/>
                    <a:pt x="29161" y="4171"/>
                  </a:cubicBezTo>
                  <a:lnTo>
                    <a:pt x="29161" y="2770"/>
                  </a:lnTo>
                  <a:cubicBezTo>
                    <a:pt x="29161" y="1242"/>
                    <a:pt x="27920" y="1"/>
                    <a:pt x="26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27"/>
            <p:cNvSpPr/>
            <p:nvPr/>
          </p:nvSpPr>
          <p:spPr>
            <a:xfrm>
              <a:off x="3381431" y="3605262"/>
              <a:ext cx="382533" cy="45531"/>
            </a:xfrm>
            <a:custGeom>
              <a:rect b="b" l="l" r="r" t="t"/>
              <a:pathLst>
                <a:path extrusionOk="0" h="3471" w="29162">
                  <a:moveTo>
                    <a:pt x="1" y="1"/>
                  </a:moveTo>
                  <a:lnTo>
                    <a:pt x="1" y="701"/>
                  </a:lnTo>
                  <a:cubicBezTo>
                    <a:pt x="1" y="2229"/>
                    <a:pt x="1242" y="3471"/>
                    <a:pt x="2802" y="3471"/>
                  </a:cubicBezTo>
                  <a:lnTo>
                    <a:pt x="26392" y="3471"/>
                  </a:lnTo>
                  <a:cubicBezTo>
                    <a:pt x="27920" y="3471"/>
                    <a:pt x="29161" y="2229"/>
                    <a:pt x="29161" y="701"/>
                  </a:cubicBezTo>
                  <a:lnTo>
                    <a:pt x="291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27"/>
            <p:cNvSpPr/>
            <p:nvPr/>
          </p:nvSpPr>
          <p:spPr>
            <a:xfrm>
              <a:off x="3452423" y="3132127"/>
              <a:ext cx="311541" cy="66834"/>
            </a:xfrm>
            <a:custGeom>
              <a:rect b="b" l="l" r="r" t="t"/>
              <a:pathLst>
                <a:path extrusionOk="0" h="5095" w="23750">
                  <a:moveTo>
                    <a:pt x="3853" y="1"/>
                  </a:moveTo>
                  <a:cubicBezTo>
                    <a:pt x="1720" y="1"/>
                    <a:pt x="1" y="1720"/>
                    <a:pt x="1" y="3853"/>
                  </a:cubicBezTo>
                  <a:lnTo>
                    <a:pt x="1" y="5094"/>
                  </a:lnTo>
                  <a:cubicBezTo>
                    <a:pt x="1656" y="3471"/>
                    <a:pt x="2579" y="2707"/>
                    <a:pt x="4744" y="2707"/>
                  </a:cubicBezTo>
                  <a:lnTo>
                    <a:pt x="19229" y="2707"/>
                  </a:lnTo>
                  <a:cubicBezTo>
                    <a:pt x="21075" y="2707"/>
                    <a:pt x="22603" y="3757"/>
                    <a:pt x="23749" y="5063"/>
                  </a:cubicBezTo>
                  <a:lnTo>
                    <a:pt x="23749" y="3853"/>
                  </a:lnTo>
                  <a:cubicBezTo>
                    <a:pt x="23749" y="1720"/>
                    <a:pt x="22030" y="1"/>
                    <a:pt x="19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27"/>
            <p:cNvSpPr/>
            <p:nvPr/>
          </p:nvSpPr>
          <p:spPr>
            <a:xfrm>
              <a:off x="3125036" y="3269100"/>
              <a:ext cx="248891" cy="40100"/>
            </a:xfrm>
            <a:custGeom>
              <a:rect b="b" l="l" r="r" t="t"/>
              <a:pathLst>
                <a:path extrusionOk="0" h="3057" w="18974">
                  <a:moveTo>
                    <a:pt x="0" y="1"/>
                  </a:moveTo>
                  <a:lnTo>
                    <a:pt x="0" y="3057"/>
                  </a:lnTo>
                  <a:lnTo>
                    <a:pt x="18974" y="3057"/>
                  </a:lnTo>
                  <a:lnTo>
                    <a:pt x="189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27"/>
            <p:cNvSpPr/>
            <p:nvPr/>
          </p:nvSpPr>
          <p:spPr>
            <a:xfrm>
              <a:off x="3125036" y="3269100"/>
              <a:ext cx="34250" cy="41359"/>
            </a:xfrm>
            <a:custGeom>
              <a:rect b="b" l="l" r="r" t="t"/>
              <a:pathLst>
                <a:path extrusionOk="0" h="3153" w="2611">
                  <a:moveTo>
                    <a:pt x="0" y="1"/>
                  </a:moveTo>
                  <a:lnTo>
                    <a:pt x="0" y="3152"/>
                  </a:lnTo>
                  <a:lnTo>
                    <a:pt x="2611" y="3152"/>
                  </a:lnTo>
                  <a:lnTo>
                    <a:pt x="26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27"/>
            <p:cNvSpPr/>
            <p:nvPr/>
          </p:nvSpPr>
          <p:spPr>
            <a:xfrm>
              <a:off x="3159273" y="3278702"/>
              <a:ext cx="214655" cy="21316"/>
            </a:xfrm>
            <a:custGeom>
              <a:rect b="b" l="l" r="r" t="t"/>
              <a:pathLst>
                <a:path extrusionOk="0" h="1625" w="16364">
                  <a:moveTo>
                    <a:pt x="1" y="1"/>
                  </a:moveTo>
                  <a:lnTo>
                    <a:pt x="1" y="1624"/>
                  </a:lnTo>
                  <a:lnTo>
                    <a:pt x="16364" y="1624"/>
                  </a:lnTo>
                  <a:lnTo>
                    <a:pt x="1636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127"/>
          <p:cNvGrpSpPr/>
          <p:nvPr/>
        </p:nvGrpSpPr>
        <p:grpSpPr>
          <a:xfrm>
            <a:off x="5670259" y="3002806"/>
            <a:ext cx="1262917" cy="903311"/>
            <a:chOff x="5296100" y="3132127"/>
            <a:chExt cx="1114568" cy="797203"/>
          </a:xfrm>
        </p:grpSpPr>
        <p:sp>
          <p:nvSpPr>
            <p:cNvPr id="11977" name="Google Shape;11977;p127"/>
            <p:cNvSpPr/>
            <p:nvPr/>
          </p:nvSpPr>
          <p:spPr>
            <a:xfrm>
              <a:off x="5296100" y="3872111"/>
              <a:ext cx="1114568" cy="57219"/>
            </a:xfrm>
            <a:custGeom>
              <a:rect b="b" l="l" r="r" t="t"/>
              <a:pathLst>
                <a:path extrusionOk="0" h="4362" w="84968">
                  <a:moveTo>
                    <a:pt x="42468" y="0"/>
                  </a:moveTo>
                  <a:cubicBezTo>
                    <a:pt x="19006" y="0"/>
                    <a:pt x="1" y="955"/>
                    <a:pt x="1" y="2197"/>
                  </a:cubicBezTo>
                  <a:cubicBezTo>
                    <a:pt x="1" y="3406"/>
                    <a:pt x="19006" y="4361"/>
                    <a:pt x="42468" y="4361"/>
                  </a:cubicBezTo>
                  <a:cubicBezTo>
                    <a:pt x="65931" y="4361"/>
                    <a:pt x="84968" y="3375"/>
                    <a:pt x="84968" y="2197"/>
                  </a:cubicBezTo>
                  <a:cubicBezTo>
                    <a:pt x="84968" y="987"/>
                    <a:pt x="65931" y="0"/>
                    <a:pt x="42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27"/>
            <p:cNvSpPr/>
            <p:nvPr/>
          </p:nvSpPr>
          <p:spPr>
            <a:xfrm>
              <a:off x="5496549" y="3310446"/>
              <a:ext cx="787181" cy="76016"/>
            </a:xfrm>
            <a:custGeom>
              <a:rect b="b" l="l" r="r" t="t"/>
              <a:pathLst>
                <a:path extrusionOk="0" h="5795" w="60010">
                  <a:moveTo>
                    <a:pt x="2706" y="0"/>
                  </a:moveTo>
                  <a:cubicBezTo>
                    <a:pt x="1210" y="0"/>
                    <a:pt x="0" y="1210"/>
                    <a:pt x="0" y="2706"/>
                  </a:cubicBezTo>
                  <a:lnTo>
                    <a:pt x="0" y="3056"/>
                  </a:lnTo>
                  <a:cubicBezTo>
                    <a:pt x="0" y="3311"/>
                    <a:pt x="32" y="3598"/>
                    <a:pt x="96" y="3852"/>
                  </a:cubicBezTo>
                  <a:cubicBezTo>
                    <a:pt x="446" y="4998"/>
                    <a:pt x="1497" y="5794"/>
                    <a:pt x="2706" y="5794"/>
                  </a:cubicBezTo>
                  <a:lnTo>
                    <a:pt x="57303" y="5794"/>
                  </a:lnTo>
                  <a:cubicBezTo>
                    <a:pt x="58481" y="5794"/>
                    <a:pt x="59564" y="4998"/>
                    <a:pt x="59882" y="3852"/>
                  </a:cubicBezTo>
                  <a:cubicBezTo>
                    <a:pt x="59977" y="3598"/>
                    <a:pt x="60009" y="3311"/>
                    <a:pt x="60009" y="3056"/>
                  </a:cubicBezTo>
                  <a:lnTo>
                    <a:pt x="60009" y="2706"/>
                  </a:lnTo>
                  <a:cubicBezTo>
                    <a:pt x="60009" y="1210"/>
                    <a:pt x="58799" y="0"/>
                    <a:pt x="572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27"/>
            <p:cNvSpPr/>
            <p:nvPr/>
          </p:nvSpPr>
          <p:spPr>
            <a:xfrm>
              <a:off x="5532045" y="3386029"/>
              <a:ext cx="138232" cy="511569"/>
            </a:xfrm>
            <a:custGeom>
              <a:rect b="b" l="l" r="r" t="t"/>
              <a:pathLst>
                <a:path extrusionOk="0" h="38999" w="10538">
                  <a:moveTo>
                    <a:pt x="0" y="0"/>
                  </a:moveTo>
                  <a:lnTo>
                    <a:pt x="0" y="38998"/>
                  </a:lnTo>
                  <a:lnTo>
                    <a:pt x="10538" y="38998"/>
                  </a:lnTo>
                  <a:lnTo>
                    <a:pt x="105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27"/>
            <p:cNvSpPr/>
            <p:nvPr/>
          </p:nvSpPr>
          <p:spPr>
            <a:xfrm>
              <a:off x="5532045" y="3386029"/>
              <a:ext cx="107747" cy="511569"/>
            </a:xfrm>
            <a:custGeom>
              <a:rect b="b" l="l" r="r" t="t"/>
              <a:pathLst>
                <a:path extrusionOk="0" h="38999" w="8214">
                  <a:moveTo>
                    <a:pt x="0" y="0"/>
                  </a:moveTo>
                  <a:lnTo>
                    <a:pt x="0" y="38998"/>
                  </a:lnTo>
                  <a:lnTo>
                    <a:pt x="8214" y="38998"/>
                  </a:lnTo>
                  <a:lnTo>
                    <a:pt x="821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27"/>
            <p:cNvSpPr/>
            <p:nvPr/>
          </p:nvSpPr>
          <p:spPr>
            <a:xfrm>
              <a:off x="6117925" y="3386029"/>
              <a:ext cx="138245" cy="511569"/>
            </a:xfrm>
            <a:custGeom>
              <a:rect b="b" l="l" r="r" t="t"/>
              <a:pathLst>
                <a:path extrusionOk="0" h="38999" w="10539">
                  <a:moveTo>
                    <a:pt x="1" y="0"/>
                  </a:moveTo>
                  <a:lnTo>
                    <a:pt x="1" y="38998"/>
                  </a:lnTo>
                  <a:lnTo>
                    <a:pt x="10538" y="38998"/>
                  </a:lnTo>
                  <a:lnTo>
                    <a:pt x="10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27"/>
            <p:cNvSpPr/>
            <p:nvPr/>
          </p:nvSpPr>
          <p:spPr>
            <a:xfrm>
              <a:off x="6117925" y="3386029"/>
              <a:ext cx="107341" cy="511569"/>
            </a:xfrm>
            <a:custGeom>
              <a:rect b="b" l="l" r="r" t="t"/>
              <a:pathLst>
                <a:path extrusionOk="0" h="38999" w="8183">
                  <a:moveTo>
                    <a:pt x="1" y="0"/>
                  </a:moveTo>
                  <a:lnTo>
                    <a:pt x="1" y="38998"/>
                  </a:lnTo>
                  <a:lnTo>
                    <a:pt x="8182" y="38998"/>
                  </a:lnTo>
                  <a:lnTo>
                    <a:pt x="81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27"/>
            <p:cNvSpPr/>
            <p:nvPr/>
          </p:nvSpPr>
          <p:spPr>
            <a:xfrm>
              <a:off x="5497795" y="3360975"/>
              <a:ext cx="784256" cy="25068"/>
            </a:xfrm>
            <a:custGeom>
              <a:rect b="b" l="l" r="r" t="t"/>
              <a:pathLst>
                <a:path extrusionOk="0" h="1911" w="59787">
                  <a:moveTo>
                    <a:pt x="1" y="0"/>
                  </a:moveTo>
                  <a:cubicBezTo>
                    <a:pt x="351" y="1146"/>
                    <a:pt x="1402" y="1910"/>
                    <a:pt x="2611" y="1910"/>
                  </a:cubicBezTo>
                  <a:lnTo>
                    <a:pt x="57176" y="1910"/>
                  </a:lnTo>
                  <a:cubicBezTo>
                    <a:pt x="58386" y="1910"/>
                    <a:pt x="59437" y="1146"/>
                    <a:pt x="597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27"/>
            <p:cNvSpPr/>
            <p:nvPr/>
          </p:nvSpPr>
          <p:spPr>
            <a:xfrm>
              <a:off x="6132957" y="3438223"/>
              <a:ext cx="26747" cy="141997"/>
            </a:xfrm>
            <a:custGeom>
              <a:rect b="b" l="l" r="r" t="t"/>
              <a:pathLst>
                <a:path extrusionOk="0" h="10825" w="2039">
                  <a:moveTo>
                    <a:pt x="1" y="1"/>
                  </a:moveTo>
                  <a:lnTo>
                    <a:pt x="1" y="10825"/>
                  </a:lnTo>
                  <a:lnTo>
                    <a:pt x="2038" y="10825"/>
                  </a:ln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27"/>
            <p:cNvSpPr/>
            <p:nvPr/>
          </p:nvSpPr>
          <p:spPr>
            <a:xfrm>
              <a:off x="5975534" y="3438223"/>
              <a:ext cx="26733" cy="141997"/>
            </a:xfrm>
            <a:custGeom>
              <a:rect b="b" l="l" r="r" t="t"/>
              <a:pathLst>
                <a:path extrusionOk="0" h="10825" w="2038">
                  <a:moveTo>
                    <a:pt x="0" y="1"/>
                  </a:moveTo>
                  <a:lnTo>
                    <a:pt x="0" y="10825"/>
                  </a:lnTo>
                  <a:lnTo>
                    <a:pt x="2037" y="10825"/>
                  </a:lnTo>
                  <a:lnTo>
                    <a:pt x="20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27"/>
            <p:cNvSpPr/>
            <p:nvPr/>
          </p:nvSpPr>
          <p:spPr>
            <a:xfrm>
              <a:off x="6146324" y="3635747"/>
              <a:ext cx="26733" cy="276464"/>
            </a:xfrm>
            <a:custGeom>
              <a:rect b="b" l="l" r="r" t="t"/>
              <a:pathLst>
                <a:path extrusionOk="0" h="21076" w="2038">
                  <a:moveTo>
                    <a:pt x="1" y="1"/>
                  </a:moveTo>
                  <a:lnTo>
                    <a:pt x="1" y="20279"/>
                  </a:lnTo>
                  <a:cubicBezTo>
                    <a:pt x="1" y="20725"/>
                    <a:pt x="351" y="21075"/>
                    <a:pt x="796"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27"/>
            <p:cNvSpPr/>
            <p:nvPr/>
          </p:nvSpPr>
          <p:spPr>
            <a:xfrm>
              <a:off x="6081183" y="3635747"/>
              <a:ext cx="26733" cy="276464"/>
            </a:xfrm>
            <a:custGeom>
              <a:rect b="b" l="l" r="r" t="t"/>
              <a:pathLst>
                <a:path extrusionOk="0" h="21076" w="2038">
                  <a:moveTo>
                    <a:pt x="0" y="1"/>
                  </a:moveTo>
                  <a:lnTo>
                    <a:pt x="0" y="20279"/>
                  </a:lnTo>
                  <a:cubicBezTo>
                    <a:pt x="0" y="20725"/>
                    <a:pt x="350" y="21075"/>
                    <a:pt x="796" y="21075"/>
                  </a:cubicBezTo>
                  <a:lnTo>
                    <a:pt x="1242" y="21075"/>
                  </a:lnTo>
                  <a:cubicBezTo>
                    <a:pt x="1656"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27"/>
            <p:cNvSpPr/>
            <p:nvPr/>
          </p:nvSpPr>
          <p:spPr>
            <a:xfrm>
              <a:off x="5948801" y="3635747"/>
              <a:ext cx="26747" cy="276464"/>
            </a:xfrm>
            <a:custGeom>
              <a:rect b="b" l="l" r="r" t="t"/>
              <a:pathLst>
                <a:path extrusionOk="0" h="21076" w="2039">
                  <a:moveTo>
                    <a:pt x="1" y="1"/>
                  </a:moveTo>
                  <a:lnTo>
                    <a:pt x="1" y="20279"/>
                  </a:lnTo>
                  <a:cubicBezTo>
                    <a:pt x="1" y="20725"/>
                    <a:pt x="351" y="21075"/>
                    <a:pt x="797"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27"/>
            <p:cNvSpPr/>
            <p:nvPr/>
          </p:nvSpPr>
          <p:spPr>
            <a:xfrm>
              <a:off x="5883659" y="3635747"/>
              <a:ext cx="26733" cy="276464"/>
            </a:xfrm>
            <a:custGeom>
              <a:rect b="b" l="l" r="r" t="t"/>
              <a:pathLst>
                <a:path extrusionOk="0" h="21076" w="2038">
                  <a:moveTo>
                    <a:pt x="0" y="1"/>
                  </a:moveTo>
                  <a:lnTo>
                    <a:pt x="0" y="20279"/>
                  </a:lnTo>
                  <a:cubicBezTo>
                    <a:pt x="0" y="20725"/>
                    <a:pt x="351" y="21075"/>
                    <a:pt x="796" y="21075"/>
                  </a:cubicBezTo>
                  <a:lnTo>
                    <a:pt x="1242" y="21075"/>
                  </a:lnTo>
                  <a:cubicBezTo>
                    <a:pt x="1688" y="21075"/>
                    <a:pt x="2038" y="20725"/>
                    <a:pt x="2038" y="20279"/>
                  </a:cubicBezTo>
                  <a:lnTo>
                    <a:pt x="20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27"/>
            <p:cNvSpPr/>
            <p:nvPr/>
          </p:nvSpPr>
          <p:spPr>
            <a:xfrm>
              <a:off x="5913305" y="3132546"/>
              <a:ext cx="311541" cy="343692"/>
            </a:xfrm>
            <a:custGeom>
              <a:rect b="b" l="l" r="r" t="t"/>
              <a:pathLst>
                <a:path extrusionOk="0" h="26201" w="23750">
                  <a:moveTo>
                    <a:pt x="3794" y="0"/>
                  </a:moveTo>
                  <a:cubicBezTo>
                    <a:pt x="1689" y="0"/>
                    <a:pt x="1" y="1707"/>
                    <a:pt x="1" y="3821"/>
                  </a:cubicBezTo>
                  <a:lnTo>
                    <a:pt x="1" y="22349"/>
                  </a:lnTo>
                  <a:cubicBezTo>
                    <a:pt x="1" y="24482"/>
                    <a:pt x="1720" y="26201"/>
                    <a:pt x="3853" y="26201"/>
                  </a:cubicBezTo>
                  <a:lnTo>
                    <a:pt x="19929" y="26201"/>
                  </a:lnTo>
                  <a:cubicBezTo>
                    <a:pt x="22030" y="26201"/>
                    <a:pt x="23750" y="24482"/>
                    <a:pt x="23750" y="22349"/>
                  </a:cubicBezTo>
                  <a:lnTo>
                    <a:pt x="23750" y="3821"/>
                  </a:lnTo>
                  <a:cubicBezTo>
                    <a:pt x="23750" y="1707"/>
                    <a:pt x="22062" y="0"/>
                    <a:pt x="19987" y="0"/>
                  </a:cubicBezTo>
                  <a:cubicBezTo>
                    <a:pt x="19968" y="0"/>
                    <a:pt x="19948" y="0"/>
                    <a:pt x="19929" y="1"/>
                  </a:cubicBezTo>
                  <a:lnTo>
                    <a:pt x="3853" y="1"/>
                  </a:lnTo>
                  <a:cubicBezTo>
                    <a:pt x="3833" y="0"/>
                    <a:pt x="3814" y="0"/>
                    <a:pt x="3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27"/>
            <p:cNvSpPr/>
            <p:nvPr/>
          </p:nvSpPr>
          <p:spPr>
            <a:xfrm>
              <a:off x="5842313" y="3559744"/>
              <a:ext cx="382533" cy="91468"/>
            </a:xfrm>
            <a:custGeom>
              <a:rect b="b" l="l" r="r" t="t"/>
              <a:pathLst>
                <a:path extrusionOk="0" h="6973" w="29162">
                  <a:moveTo>
                    <a:pt x="2770" y="1"/>
                  </a:moveTo>
                  <a:cubicBezTo>
                    <a:pt x="1242" y="1"/>
                    <a:pt x="1" y="1242"/>
                    <a:pt x="1" y="2770"/>
                  </a:cubicBezTo>
                  <a:lnTo>
                    <a:pt x="1" y="4171"/>
                  </a:lnTo>
                  <a:cubicBezTo>
                    <a:pt x="1" y="5699"/>
                    <a:pt x="1242" y="6973"/>
                    <a:pt x="2770" y="6973"/>
                  </a:cubicBezTo>
                  <a:lnTo>
                    <a:pt x="26360" y="6973"/>
                  </a:lnTo>
                  <a:cubicBezTo>
                    <a:pt x="27920" y="6973"/>
                    <a:pt x="29162" y="5699"/>
                    <a:pt x="29162" y="4171"/>
                  </a:cubicBezTo>
                  <a:lnTo>
                    <a:pt x="29162" y="2770"/>
                  </a:lnTo>
                  <a:cubicBezTo>
                    <a:pt x="29162" y="1242"/>
                    <a:pt x="27920" y="1"/>
                    <a:pt x="26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27"/>
            <p:cNvSpPr/>
            <p:nvPr/>
          </p:nvSpPr>
          <p:spPr>
            <a:xfrm>
              <a:off x="5842313" y="3605262"/>
              <a:ext cx="382533" cy="45531"/>
            </a:xfrm>
            <a:custGeom>
              <a:rect b="b" l="l" r="r" t="t"/>
              <a:pathLst>
                <a:path extrusionOk="0" h="3471" w="29162">
                  <a:moveTo>
                    <a:pt x="1" y="1"/>
                  </a:moveTo>
                  <a:lnTo>
                    <a:pt x="1" y="701"/>
                  </a:lnTo>
                  <a:cubicBezTo>
                    <a:pt x="1" y="2229"/>
                    <a:pt x="1242" y="3471"/>
                    <a:pt x="2770" y="3471"/>
                  </a:cubicBezTo>
                  <a:lnTo>
                    <a:pt x="26392" y="3471"/>
                  </a:lnTo>
                  <a:cubicBezTo>
                    <a:pt x="27920" y="3471"/>
                    <a:pt x="29162" y="2229"/>
                    <a:pt x="29162" y="701"/>
                  </a:cubicBezTo>
                  <a:lnTo>
                    <a:pt x="291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27"/>
            <p:cNvSpPr/>
            <p:nvPr/>
          </p:nvSpPr>
          <p:spPr>
            <a:xfrm>
              <a:off x="5913305" y="3132127"/>
              <a:ext cx="311541" cy="66834"/>
            </a:xfrm>
            <a:custGeom>
              <a:rect b="b" l="l" r="r" t="t"/>
              <a:pathLst>
                <a:path extrusionOk="0" h="5095" w="23750">
                  <a:moveTo>
                    <a:pt x="3853" y="1"/>
                  </a:moveTo>
                  <a:cubicBezTo>
                    <a:pt x="1720" y="1"/>
                    <a:pt x="1" y="1720"/>
                    <a:pt x="1" y="3853"/>
                  </a:cubicBezTo>
                  <a:lnTo>
                    <a:pt x="1" y="5094"/>
                  </a:lnTo>
                  <a:cubicBezTo>
                    <a:pt x="1656" y="3471"/>
                    <a:pt x="2579" y="2707"/>
                    <a:pt x="4744" y="2707"/>
                  </a:cubicBezTo>
                  <a:lnTo>
                    <a:pt x="19229" y="2707"/>
                  </a:lnTo>
                  <a:cubicBezTo>
                    <a:pt x="21075" y="2707"/>
                    <a:pt x="22603" y="3757"/>
                    <a:pt x="23750" y="5063"/>
                  </a:cubicBezTo>
                  <a:lnTo>
                    <a:pt x="23750" y="3853"/>
                  </a:lnTo>
                  <a:cubicBezTo>
                    <a:pt x="23750" y="1720"/>
                    <a:pt x="22030" y="1"/>
                    <a:pt x="19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27"/>
            <p:cNvSpPr/>
            <p:nvPr/>
          </p:nvSpPr>
          <p:spPr>
            <a:xfrm>
              <a:off x="5565035" y="3270359"/>
              <a:ext cx="248891" cy="40100"/>
            </a:xfrm>
            <a:custGeom>
              <a:rect b="b" l="l" r="r" t="t"/>
              <a:pathLst>
                <a:path extrusionOk="0" h="3057" w="18974">
                  <a:moveTo>
                    <a:pt x="0" y="0"/>
                  </a:moveTo>
                  <a:lnTo>
                    <a:pt x="0" y="3056"/>
                  </a:lnTo>
                  <a:lnTo>
                    <a:pt x="18974" y="3056"/>
                  </a:lnTo>
                  <a:lnTo>
                    <a:pt x="189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27"/>
            <p:cNvSpPr/>
            <p:nvPr/>
          </p:nvSpPr>
          <p:spPr>
            <a:xfrm>
              <a:off x="5727889" y="3270359"/>
              <a:ext cx="11714" cy="40100"/>
            </a:xfrm>
            <a:custGeom>
              <a:rect b="b" l="l" r="r" t="t"/>
              <a:pathLst>
                <a:path extrusionOk="0" h="3057" w="893">
                  <a:moveTo>
                    <a:pt x="1" y="0"/>
                  </a:moveTo>
                  <a:lnTo>
                    <a:pt x="1" y="3056"/>
                  </a:lnTo>
                  <a:lnTo>
                    <a:pt x="892" y="3056"/>
                  </a:lnTo>
                  <a:lnTo>
                    <a:pt x="8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27"/>
            <p:cNvSpPr/>
            <p:nvPr/>
          </p:nvSpPr>
          <p:spPr>
            <a:xfrm>
              <a:off x="5631843" y="3270359"/>
              <a:ext cx="89383" cy="40100"/>
            </a:xfrm>
            <a:custGeom>
              <a:rect b="b" l="l" r="r" t="t"/>
              <a:pathLst>
                <a:path extrusionOk="0" h="3057" w="6814">
                  <a:moveTo>
                    <a:pt x="1" y="0"/>
                  </a:moveTo>
                  <a:lnTo>
                    <a:pt x="1" y="3056"/>
                  </a:lnTo>
                  <a:lnTo>
                    <a:pt x="6814" y="3056"/>
                  </a:lnTo>
                  <a:lnTo>
                    <a:pt x="68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27"/>
            <p:cNvSpPr/>
            <p:nvPr/>
          </p:nvSpPr>
          <p:spPr>
            <a:xfrm>
              <a:off x="5596767" y="3229852"/>
              <a:ext cx="248905" cy="40520"/>
            </a:xfrm>
            <a:custGeom>
              <a:rect b="b" l="l" r="r" t="t"/>
              <a:pathLst>
                <a:path extrusionOk="0" h="3089" w="18975">
                  <a:moveTo>
                    <a:pt x="1" y="0"/>
                  </a:moveTo>
                  <a:lnTo>
                    <a:pt x="1" y="3088"/>
                  </a:lnTo>
                  <a:lnTo>
                    <a:pt x="18974" y="3088"/>
                  </a:lnTo>
                  <a:lnTo>
                    <a:pt x="189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27"/>
            <p:cNvSpPr/>
            <p:nvPr/>
          </p:nvSpPr>
          <p:spPr>
            <a:xfrm>
              <a:off x="5610133" y="3242379"/>
              <a:ext cx="152019" cy="15466"/>
            </a:xfrm>
            <a:custGeom>
              <a:rect b="b" l="l" r="r" t="t"/>
              <a:pathLst>
                <a:path extrusionOk="0" h="1179" w="11589">
                  <a:moveTo>
                    <a:pt x="1" y="0"/>
                  </a:moveTo>
                  <a:lnTo>
                    <a:pt x="1" y="1178"/>
                  </a:lnTo>
                  <a:lnTo>
                    <a:pt x="11588" y="1178"/>
                  </a:lnTo>
                  <a:lnTo>
                    <a:pt x="115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9" name="Google Shape;11999;p127"/>
          <p:cNvGrpSpPr/>
          <p:nvPr/>
        </p:nvGrpSpPr>
        <p:grpSpPr>
          <a:xfrm>
            <a:off x="3451667" y="1746616"/>
            <a:ext cx="2025162" cy="1041581"/>
            <a:chOff x="3767295" y="1746564"/>
            <a:chExt cx="1618188" cy="832266"/>
          </a:xfrm>
        </p:grpSpPr>
        <p:sp>
          <p:nvSpPr>
            <p:cNvPr id="12000" name="Google Shape;12000;p127"/>
            <p:cNvSpPr/>
            <p:nvPr/>
          </p:nvSpPr>
          <p:spPr>
            <a:xfrm>
              <a:off x="3819070" y="1746564"/>
              <a:ext cx="1520895" cy="769210"/>
            </a:xfrm>
            <a:custGeom>
              <a:rect b="b" l="l" r="r" t="t"/>
              <a:pathLst>
                <a:path extrusionOk="0" h="58640" w="115944">
                  <a:moveTo>
                    <a:pt x="1" y="0"/>
                  </a:moveTo>
                  <a:lnTo>
                    <a:pt x="1" y="58640"/>
                  </a:lnTo>
                  <a:lnTo>
                    <a:pt x="115943" y="58640"/>
                  </a:lnTo>
                  <a:lnTo>
                    <a:pt x="1159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27"/>
            <p:cNvSpPr/>
            <p:nvPr/>
          </p:nvSpPr>
          <p:spPr>
            <a:xfrm>
              <a:off x="3850394" y="1778715"/>
              <a:ext cx="1458246" cy="704908"/>
            </a:xfrm>
            <a:custGeom>
              <a:rect b="b" l="l" r="r" t="t"/>
              <a:pathLst>
                <a:path extrusionOk="0" h="53738" w="111168">
                  <a:moveTo>
                    <a:pt x="0" y="0"/>
                  </a:moveTo>
                  <a:lnTo>
                    <a:pt x="0" y="53737"/>
                  </a:lnTo>
                  <a:lnTo>
                    <a:pt x="111168" y="53737"/>
                  </a:lnTo>
                  <a:lnTo>
                    <a:pt x="1111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27"/>
            <p:cNvSpPr/>
            <p:nvPr/>
          </p:nvSpPr>
          <p:spPr>
            <a:xfrm>
              <a:off x="3869179" y="1795414"/>
              <a:ext cx="1420678" cy="671511"/>
            </a:xfrm>
            <a:custGeom>
              <a:rect b="b" l="l" r="r" t="t"/>
              <a:pathLst>
                <a:path extrusionOk="0" h="51192" w="108304">
                  <a:moveTo>
                    <a:pt x="1" y="1"/>
                  </a:moveTo>
                  <a:lnTo>
                    <a:pt x="1" y="51191"/>
                  </a:lnTo>
                  <a:lnTo>
                    <a:pt x="108303" y="51191"/>
                  </a:lnTo>
                  <a:lnTo>
                    <a:pt x="1083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27"/>
            <p:cNvSpPr/>
            <p:nvPr/>
          </p:nvSpPr>
          <p:spPr>
            <a:xfrm>
              <a:off x="4371972" y="1795414"/>
              <a:ext cx="917884" cy="671511"/>
            </a:xfrm>
            <a:custGeom>
              <a:rect b="b" l="l" r="r" t="t"/>
              <a:pathLst>
                <a:path extrusionOk="0" h="51192" w="69974">
                  <a:moveTo>
                    <a:pt x="0" y="1"/>
                  </a:moveTo>
                  <a:cubicBezTo>
                    <a:pt x="18496" y="8501"/>
                    <a:pt x="34827" y="21808"/>
                    <a:pt x="46352" y="38585"/>
                  </a:cubicBezTo>
                  <a:cubicBezTo>
                    <a:pt x="49121" y="42659"/>
                    <a:pt x="51668" y="46862"/>
                    <a:pt x="53992" y="51191"/>
                  </a:cubicBezTo>
                  <a:lnTo>
                    <a:pt x="69973" y="51191"/>
                  </a:lnTo>
                  <a:lnTo>
                    <a:pt x="699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27"/>
            <p:cNvSpPr/>
            <p:nvPr/>
          </p:nvSpPr>
          <p:spPr>
            <a:xfrm>
              <a:off x="3791510" y="2530374"/>
              <a:ext cx="1565574" cy="48456"/>
            </a:xfrm>
            <a:custGeom>
              <a:rect b="b" l="l" r="r" t="t"/>
              <a:pathLst>
                <a:path extrusionOk="0" h="3694" w="119350">
                  <a:moveTo>
                    <a:pt x="1" y="1"/>
                  </a:moveTo>
                  <a:lnTo>
                    <a:pt x="1" y="3694"/>
                  </a:lnTo>
                  <a:lnTo>
                    <a:pt x="119350" y="3694"/>
                  </a:lnTo>
                  <a:lnTo>
                    <a:pt x="11935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27"/>
            <p:cNvSpPr/>
            <p:nvPr/>
          </p:nvSpPr>
          <p:spPr>
            <a:xfrm>
              <a:off x="3767295" y="2513676"/>
              <a:ext cx="1618188" cy="33843"/>
            </a:xfrm>
            <a:custGeom>
              <a:rect b="b" l="l" r="r" t="t"/>
              <a:pathLst>
                <a:path extrusionOk="0" h="2580" w="123361">
                  <a:moveTo>
                    <a:pt x="1274" y="1"/>
                  </a:moveTo>
                  <a:cubicBezTo>
                    <a:pt x="573" y="1"/>
                    <a:pt x="0" y="574"/>
                    <a:pt x="0" y="1274"/>
                  </a:cubicBezTo>
                  <a:cubicBezTo>
                    <a:pt x="0" y="2006"/>
                    <a:pt x="573" y="2579"/>
                    <a:pt x="1274" y="2579"/>
                  </a:cubicBezTo>
                  <a:lnTo>
                    <a:pt x="122087" y="2579"/>
                  </a:lnTo>
                  <a:cubicBezTo>
                    <a:pt x="122787" y="2579"/>
                    <a:pt x="123360" y="2006"/>
                    <a:pt x="123360" y="1274"/>
                  </a:cubicBezTo>
                  <a:cubicBezTo>
                    <a:pt x="123360" y="574"/>
                    <a:pt x="122787" y="1"/>
                    <a:pt x="1220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27"/>
            <p:cNvSpPr/>
            <p:nvPr/>
          </p:nvSpPr>
          <p:spPr>
            <a:xfrm>
              <a:off x="5131987" y="2456890"/>
              <a:ext cx="132815" cy="56799"/>
            </a:xfrm>
            <a:custGeom>
              <a:rect b="b" l="l" r="r" t="t"/>
              <a:pathLst>
                <a:path extrusionOk="0" h="4330" w="10125">
                  <a:moveTo>
                    <a:pt x="1115" y="0"/>
                  </a:moveTo>
                  <a:cubicBezTo>
                    <a:pt x="510" y="0"/>
                    <a:pt x="1" y="478"/>
                    <a:pt x="1" y="1082"/>
                  </a:cubicBezTo>
                  <a:lnTo>
                    <a:pt x="1" y="4330"/>
                  </a:lnTo>
                  <a:lnTo>
                    <a:pt x="10124" y="4330"/>
                  </a:lnTo>
                  <a:lnTo>
                    <a:pt x="10124" y="1082"/>
                  </a:lnTo>
                  <a:cubicBezTo>
                    <a:pt x="10124" y="478"/>
                    <a:pt x="9615" y="0"/>
                    <a:pt x="90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27"/>
            <p:cNvSpPr/>
            <p:nvPr/>
          </p:nvSpPr>
          <p:spPr>
            <a:xfrm>
              <a:off x="5116955" y="2496138"/>
              <a:ext cx="163287" cy="17551"/>
            </a:xfrm>
            <a:custGeom>
              <a:rect b="b" l="l" r="r" t="t"/>
              <a:pathLst>
                <a:path extrusionOk="0" h="1338" w="12448">
                  <a:moveTo>
                    <a:pt x="669" y="1"/>
                  </a:moveTo>
                  <a:cubicBezTo>
                    <a:pt x="287" y="1"/>
                    <a:pt x="1" y="319"/>
                    <a:pt x="1" y="669"/>
                  </a:cubicBezTo>
                  <a:cubicBezTo>
                    <a:pt x="1" y="1051"/>
                    <a:pt x="287" y="1338"/>
                    <a:pt x="669" y="1338"/>
                  </a:cubicBezTo>
                  <a:lnTo>
                    <a:pt x="11779" y="1338"/>
                  </a:lnTo>
                  <a:cubicBezTo>
                    <a:pt x="12130" y="1338"/>
                    <a:pt x="12448" y="1051"/>
                    <a:pt x="12448" y="669"/>
                  </a:cubicBezTo>
                  <a:cubicBezTo>
                    <a:pt x="12448" y="319"/>
                    <a:pt x="12130" y="1"/>
                    <a:pt x="117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27"/>
            <p:cNvSpPr/>
            <p:nvPr/>
          </p:nvSpPr>
          <p:spPr>
            <a:xfrm>
              <a:off x="4807933" y="2328260"/>
              <a:ext cx="215914" cy="155364"/>
            </a:xfrm>
            <a:custGeom>
              <a:rect b="b" l="l" r="r" t="t"/>
              <a:pathLst>
                <a:path extrusionOk="0" h="11844" w="16460">
                  <a:moveTo>
                    <a:pt x="13976" y="4267"/>
                  </a:moveTo>
                  <a:lnTo>
                    <a:pt x="13976" y="9551"/>
                  </a:lnTo>
                  <a:lnTo>
                    <a:pt x="6591" y="9551"/>
                  </a:lnTo>
                  <a:lnTo>
                    <a:pt x="13976" y="4267"/>
                  </a:lnTo>
                  <a:close/>
                  <a:moveTo>
                    <a:pt x="16459" y="1"/>
                  </a:moveTo>
                  <a:lnTo>
                    <a:pt x="1" y="11843"/>
                  </a:lnTo>
                  <a:lnTo>
                    <a:pt x="16459" y="11843"/>
                  </a:lnTo>
                  <a:lnTo>
                    <a:pt x="164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27"/>
            <p:cNvSpPr/>
            <p:nvPr/>
          </p:nvSpPr>
          <p:spPr>
            <a:xfrm>
              <a:off x="3946021" y="1897731"/>
              <a:ext cx="261838" cy="5444"/>
            </a:xfrm>
            <a:custGeom>
              <a:rect b="b" l="l" r="r" t="t"/>
              <a:pathLst>
                <a:path extrusionOk="0" h="415" w="19961">
                  <a:moveTo>
                    <a:pt x="287" y="0"/>
                  </a:moveTo>
                  <a:cubicBezTo>
                    <a:pt x="0" y="0"/>
                    <a:pt x="0" y="414"/>
                    <a:pt x="287" y="414"/>
                  </a:cubicBezTo>
                  <a:lnTo>
                    <a:pt x="19706" y="414"/>
                  </a:lnTo>
                  <a:cubicBezTo>
                    <a:pt x="19961" y="414"/>
                    <a:pt x="19961" y="0"/>
                    <a:pt x="19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27"/>
            <p:cNvSpPr/>
            <p:nvPr/>
          </p:nvSpPr>
          <p:spPr>
            <a:xfrm>
              <a:off x="3947267" y="1936978"/>
              <a:ext cx="136986" cy="5024"/>
            </a:xfrm>
            <a:custGeom>
              <a:rect b="b" l="l" r="r" t="t"/>
              <a:pathLst>
                <a:path extrusionOk="0" h="383" w="10443">
                  <a:moveTo>
                    <a:pt x="192" y="1"/>
                  </a:moveTo>
                  <a:cubicBezTo>
                    <a:pt x="65" y="1"/>
                    <a:pt x="1" y="96"/>
                    <a:pt x="1" y="192"/>
                  </a:cubicBezTo>
                  <a:cubicBezTo>
                    <a:pt x="1" y="319"/>
                    <a:pt x="65" y="383"/>
                    <a:pt x="192" y="383"/>
                  </a:cubicBezTo>
                  <a:lnTo>
                    <a:pt x="10252" y="383"/>
                  </a:lnTo>
                  <a:cubicBezTo>
                    <a:pt x="10347" y="383"/>
                    <a:pt x="10443" y="319"/>
                    <a:pt x="10443" y="192"/>
                  </a:cubicBezTo>
                  <a:cubicBezTo>
                    <a:pt x="10443" y="96"/>
                    <a:pt x="10347" y="1"/>
                    <a:pt x="10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27"/>
            <p:cNvSpPr/>
            <p:nvPr/>
          </p:nvSpPr>
          <p:spPr>
            <a:xfrm>
              <a:off x="3947267" y="1980410"/>
              <a:ext cx="230527" cy="5444"/>
            </a:xfrm>
            <a:custGeom>
              <a:rect b="b" l="l" r="r" t="t"/>
              <a:pathLst>
                <a:path extrusionOk="0" h="415" w="17574">
                  <a:moveTo>
                    <a:pt x="192" y="1"/>
                  </a:moveTo>
                  <a:cubicBezTo>
                    <a:pt x="65" y="1"/>
                    <a:pt x="1" y="96"/>
                    <a:pt x="1" y="223"/>
                  </a:cubicBezTo>
                  <a:cubicBezTo>
                    <a:pt x="1" y="319"/>
                    <a:pt x="65" y="414"/>
                    <a:pt x="192" y="414"/>
                  </a:cubicBezTo>
                  <a:lnTo>
                    <a:pt x="17383" y="414"/>
                  </a:lnTo>
                  <a:cubicBezTo>
                    <a:pt x="17478" y="414"/>
                    <a:pt x="17574" y="319"/>
                    <a:pt x="17574" y="223"/>
                  </a:cubicBezTo>
                  <a:cubicBezTo>
                    <a:pt x="17574" y="96"/>
                    <a:pt x="17478" y="1"/>
                    <a:pt x="17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27"/>
            <p:cNvSpPr/>
            <p:nvPr/>
          </p:nvSpPr>
          <p:spPr>
            <a:xfrm>
              <a:off x="3947267" y="2024262"/>
              <a:ext cx="38854" cy="5024"/>
            </a:xfrm>
            <a:custGeom>
              <a:rect b="b" l="l" r="r" t="t"/>
              <a:pathLst>
                <a:path extrusionOk="0" h="383" w="2962">
                  <a:moveTo>
                    <a:pt x="192" y="0"/>
                  </a:moveTo>
                  <a:cubicBezTo>
                    <a:pt x="65" y="0"/>
                    <a:pt x="1" y="64"/>
                    <a:pt x="1" y="191"/>
                  </a:cubicBezTo>
                  <a:cubicBezTo>
                    <a:pt x="1" y="287"/>
                    <a:pt x="65" y="382"/>
                    <a:pt x="192" y="382"/>
                  </a:cubicBezTo>
                  <a:lnTo>
                    <a:pt x="2771" y="382"/>
                  </a:lnTo>
                  <a:cubicBezTo>
                    <a:pt x="2866" y="382"/>
                    <a:pt x="2962" y="287"/>
                    <a:pt x="2962" y="191"/>
                  </a:cubicBezTo>
                  <a:cubicBezTo>
                    <a:pt x="2962" y="64"/>
                    <a:pt x="2866"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27"/>
            <p:cNvSpPr/>
            <p:nvPr/>
          </p:nvSpPr>
          <p:spPr>
            <a:xfrm>
              <a:off x="4201589" y="1980410"/>
              <a:ext cx="129470" cy="5444"/>
            </a:xfrm>
            <a:custGeom>
              <a:rect b="b" l="l" r="r" t="t"/>
              <a:pathLst>
                <a:path extrusionOk="0" h="415" w="9870">
                  <a:moveTo>
                    <a:pt x="223" y="1"/>
                  </a:moveTo>
                  <a:cubicBezTo>
                    <a:pt x="96" y="1"/>
                    <a:pt x="0" y="96"/>
                    <a:pt x="0" y="223"/>
                  </a:cubicBezTo>
                  <a:cubicBezTo>
                    <a:pt x="0" y="319"/>
                    <a:pt x="96" y="414"/>
                    <a:pt x="223" y="414"/>
                  </a:cubicBezTo>
                  <a:lnTo>
                    <a:pt x="9678" y="414"/>
                  </a:lnTo>
                  <a:cubicBezTo>
                    <a:pt x="9774" y="414"/>
                    <a:pt x="9869" y="319"/>
                    <a:pt x="9869" y="223"/>
                  </a:cubicBezTo>
                  <a:cubicBezTo>
                    <a:pt x="9869" y="96"/>
                    <a:pt x="9774" y="1"/>
                    <a:pt x="9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27"/>
            <p:cNvSpPr/>
            <p:nvPr/>
          </p:nvSpPr>
          <p:spPr>
            <a:xfrm>
              <a:off x="4217868" y="1897731"/>
              <a:ext cx="30498" cy="5444"/>
            </a:xfrm>
            <a:custGeom>
              <a:rect b="b" l="l" r="r" t="t"/>
              <a:pathLst>
                <a:path extrusionOk="0" h="415" w="2325">
                  <a:moveTo>
                    <a:pt x="288" y="0"/>
                  </a:moveTo>
                  <a:cubicBezTo>
                    <a:pt x="1" y="0"/>
                    <a:pt x="1" y="414"/>
                    <a:pt x="288" y="414"/>
                  </a:cubicBezTo>
                  <a:lnTo>
                    <a:pt x="2038" y="414"/>
                  </a:lnTo>
                  <a:cubicBezTo>
                    <a:pt x="2325" y="414"/>
                    <a:pt x="2325" y="0"/>
                    <a:pt x="20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27"/>
            <p:cNvSpPr/>
            <p:nvPr/>
          </p:nvSpPr>
          <p:spPr>
            <a:xfrm>
              <a:off x="4012841" y="2024262"/>
              <a:ext cx="52208" cy="5024"/>
            </a:xfrm>
            <a:custGeom>
              <a:rect b="b" l="l" r="r" t="t"/>
              <a:pathLst>
                <a:path extrusionOk="0" h="383" w="3980">
                  <a:moveTo>
                    <a:pt x="191" y="0"/>
                  </a:moveTo>
                  <a:cubicBezTo>
                    <a:pt x="96" y="0"/>
                    <a:pt x="0" y="64"/>
                    <a:pt x="0" y="191"/>
                  </a:cubicBezTo>
                  <a:cubicBezTo>
                    <a:pt x="0" y="287"/>
                    <a:pt x="96" y="382"/>
                    <a:pt x="191" y="382"/>
                  </a:cubicBezTo>
                  <a:lnTo>
                    <a:pt x="3788" y="382"/>
                  </a:lnTo>
                  <a:cubicBezTo>
                    <a:pt x="3884" y="382"/>
                    <a:pt x="3979" y="287"/>
                    <a:pt x="3979" y="191"/>
                  </a:cubicBezTo>
                  <a:cubicBezTo>
                    <a:pt x="3979" y="64"/>
                    <a:pt x="3884" y="0"/>
                    <a:pt x="3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27"/>
            <p:cNvSpPr/>
            <p:nvPr/>
          </p:nvSpPr>
          <p:spPr>
            <a:xfrm>
              <a:off x="3947267" y="2074371"/>
              <a:ext cx="176666" cy="5444"/>
            </a:xfrm>
            <a:custGeom>
              <a:rect b="b" l="l" r="r" t="t"/>
              <a:pathLst>
                <a:path extrusionOk="0" h="415" w="13468">
                  <a:moveTo>
                    <a:pt x="192" y="0"/>
                  </a:moveTo>
                  <a:cubicBezTo>
                    <a:pt x="65" y="0"/>
                    <a:pt x="1" y="96"/>
                    <a:pt x="1" y="191"/>
                  </a:cubicBezTo>
                  <a:cubicBezTo>
                    <a:pt x="1" y="319"/>
                    <a:pt x="65" y="414"/>
                    <a:pt x="192" y="414"/>
                  </a:cubicBezTo>
                  <a:lnTo>
                    <a:pt x="13276" y="414"/>
                  </a:lnTo>
                  <a:cubicBezTo>
                    <a:pt x="13372" y="414"/>
                    <a:pt x="13467" y="319"/>
                    <a:pt x="13467" y="191"/>
                  </a:cubicBezTo>
                  <a:cubicBezTo>
                    <a:pt x="13467" y="96"/>
                    <a:pt x="13372" y="0"/>
                    <a:pt x="132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27"/>
            <p:cNvSpPr/>
            <p:nvPr/>
          </p:nvSpPr>
          <p:spPr>
            <a:xfrm>
              <a:off x="4136448" y="2074371"/>
              <a:ext cx="132802" cy="5444"/>
            </a:xfrm>
            <a:custGeom>
              <a:rect b="b" l="l" r="r" t="t"/>
              <a:pathLst>
                <a:path extrusionOk="0" h="415" w="10124">
                  <a:moveTo>
                    <a:pt x="191" y="0"/>
                  </a:moveTo>
                  <a:cubicBezTo>
                    <a:pt x="64" y="0"/>
                    <a:pt x="0" y="96"/>
                    <a:pt x="0" y="191"/>
                  </a:cubicBezTo>
                  <a:cubicBezTo>
                    <a:pt x="0" y="319"/>
                    <a:pt x="64" y="382"/>
                    <a:pt x="191" y="414"/>
                  </a:cubicBezTo>
                  <a:lnTo>
                    <a:pt x="9901" y="414"/>
                  </a:lnTo>
                  <a:cubicBezTo>
                    <a:pt x="10028" y="382"/>
                    <a:pt x="10092" y="319"/>
                    <a:pt x="10124" y="191"/>
                  </a:cubicBezTo>
                  <a:cubicBezTo>
                    <a:pt x="10124" y="96"/>
                    <a:pt x="10028" y="0"/>
                    <a:pt x="99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8" name="Google Shape;12018;p127">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27">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27">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27">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25" name="Shape 12025"/>
        <p:cNvGrpSpPr/>
        <p:nvPr/>
      </p:nvGrpSpPr>
      <p:grpSpPr>
        <a:xfrm>
          <a:off x="0" y="0"/>
          <a:ext cx="0" cy="0"/>
          <a:chOff x="0" y="0"/>
          <a:chExt cx="0" cy="0"/>
        </a:xfrm>
      </p:grpSpPr>
      <p:sp>
        <p:nvSpPr>
          <p:cNvPr id="12026" name="Google Shape;12026;p128"/>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alternative resources</a:t>
            </a:r>
            <a:endParaRPr/>
          </a:p>
        </p:txBody>
      </p:sp>
      <p:sp>
        <p:nvSpPr>
          <p:cNvPr id="12027" name="Google Shape;12027;p128"/>
          <p:cNvSpPr txBox="1"/>
          <p:nvPr>
            <p:ph idx="1" type="subTitle"/>
          </p:nvPr>
        </p:nvSpPr>
        <p:spPr>
          <a:xfrm>
            <a:off x="720000" y="1137500"/>
            <a:ext cx="7704000" cy="82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the one of this template:</a:t>
            </a:r>
            <a:endParaRPr/>
          </a:p>
          <a:p>
            <a:pPr indent="0" lvl="0" marL="0" rtl="0" algn="ctr">
              <a:spcBef>
                <a:spcPts val="0"/>
              </a:spcBef>
              <a:spcAft>
                <a:spcPts val="0"/>
              </a:spcAft>
              <a:buNone/>
            </a:pPr>
            <a:r>
              <a:rPr b="1" lang="en" sz="1800">
                <a:solidFill>
                  <a:schemeClr val="lt2"/>
                </a:solidFill>
                <a:latin typeface="Balsamiq Sans"/>
                <a:ea typeface="Balsamiq Sans"/>
                <a:cs typeface="Balsamiq Sans"/>
                <a:sym typeface="Balsamiq Sans"/>
              </a:rPr>
              <a:t>Vectors</a:t>
            </a:r>
            <a:endParaRPr>
              <a:solidFill>
                <a:schemeClr val="lt2"/>
              </a:solidFill>
            </a:endParaRPr>
          </a:p>
          <a:p>
            <a:pPr indent="0" lvl="0" marL="0" rtl="0" algn="ctr">
              <a:spcBef>
                <a:spcPts val="0"/>
              </a:spcBef>
              <a:spcAft>
                <a:spcPts val="0"/>
              </a:spcAft>
              <a:buNone/>
            </a:pPr>
            <a:r>
              <a:rPr lang="en">
                <a:uFill>
                  <a:noFill/>
                </a:uFill>
                <a:hlinkClick r:id="rId3"/>
              </a:rPr>
              <a:t>Home interior background for video conference</a:t>
            </a:r>
            <a:endParaRPr/>
          </a:p>
        </p:txBody>
      </p:sp>
      <p:grpSp>
        <p:nvGrpSpPr>
          <p:cNvPr id="12028" name="Google Shape;12028;p128"/>
          <p:cNvGrpSpPr/>
          <p:nvPr/>
        </p:nvGrpSpPr>
        <p:grpSpPr>
          <a:xfrm>
            <a:off x="720000" y="2024963"/>
            <a:ext cx="630693" cy="1093556"/>
            <a:chOff x="2691900" y="1913613"/>
            <a:chExt cx="630693" cy="1093556"/>
          </a:xfrm>
        </p:grpSpPr>
        <p:sp>
          <p:nvSpPr>
            <p:cNvPr id="12029" name="Google Shape;12029;p128"/>
            <p:cNvSpPr/>
            <p:nvPr/>
          </p:nvSpPr>
          <p:spPr>
            <a:xfrm>
              <a:off x="2704416" y="1926144"/>
              <a:ext cx="618177" cy="1081025"/>
            </a:xfrm>
            <a:custGeom>
              <a:rect b="b" l="l" r="r" t="t"/>
              <a:pathLst>
                <a:path extrusionOk="0" h="70563" w="40351">
                  <a:moveTo>
                    <a:pt x="1" y="0"/>
                  </a:moveTo>
                  <a:lnTo>
                    <a:pt x="1" y="70563"/>
                  </a:lnTo>
                  <a:lnTo>
                    <a:pt x="40350" y="70563"/>
                  </a:lnTo>
                  <a:lnTo>
                    <a:pt x="403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28"/>
            <p:cNvSpPr/>
            <p:nvPr/>
          </p:nvSpPr>
          <p:spPr>
            <a:xfrm>
              <a:off x="2691900" y="1913613"/>
              <a:ext cx="618162" cy="1081040"/>
            </a:xfrm>
            <a:custGeom>
              <a:rect b="b" l="l" r="r" t="t"/>
              <a:pathLst>
                <a:path extrusionOk="0" h="70564" w="40350">
                  <a:moveTo>
                    <a:pt x="0" y="1"/>
                  </a:moveTo>
                  <a:lnTo>
                    <a:pt x="0" y="70563"/>
                  </a:lnTo>
                  <a:lnTo>
                    <a:pt x="40350" y="70563"/>
                  </a:lnTo>
                  <a:lnTo>
                    <a:pt x="4035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28"/>
            <p:cNvSpPr/>
            <p:nvPr/>
          </p:nvSpPr>
          <p:spPr>
            <a:xfrm>
              <a:off x="2734977" y="1959693"/>
              <a:ext cx="532002" cy="988875"/>
            </a:xfrm>
            <a:custGeom>
              <a:rect b="b" l="l" r="r" t="t"/>
              <a:pathLst>
                <a:path extrusionOk="0" h="64548" w="34726">
                  <a:moveTo>
                    <a:pt x="0" y="1"/>
                  </a:moveTo>
                  <a:lnTo>
                    <a:pt x="0" y="64547"/>
                  </a:lnTo>
                  <a:lnTo>
                    <a:pt x="34726" y="64547"/>
                  </a:lnTo>
                  <a:lnTo>
                    <a:pt x="347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28"/>
            <p:cNvSpPr/>
            <p:nvPr/>
          </p:nvSpPr>
          <p:spPr>
            <a:xfrm>
              <a:off x="2781057" y="1959693"/>
              <a:ext cx="196387" cy="988875"/>
            </a:xfrm>
            <a:custGeom>
              <a:rect b="b" l="l" r="r" t="t"/>
              <a:pathLst>
                <a:path extrusionOk="0" h="64548" w="12819">
                  <a:moveTo>
                    <a:pt x="0" y="1"/>
                  </a:moveTo>
                  <a:lnTo>
                    <a:pt x="8175" y="64547"/>
                  </a:lnTo>
                  <a:lnTo>
                    <a:pt x="12818" y="64547"/>
                  </a:lnTo>
                  <a:lnTo>
                    <a:pt x="46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28"/>
            <p:cNvSpPr/>
            <p:nvPr/>
          </p:nvSpPr>
          <p:spPr>
            <a:xfrm>
              <a:off x="2912296" y="1959693"/>
              <a:ext cx="165318" cy="988875"/>
            </a:xfrm>
            <a:custGeom>
              <a:rect b="b" l="l" r="r" t="t"/>
              <a:pathLst>
                <a:path extrusionOk="0" h="64548" w="10791">
                  <a:moveTo>
                    <a:pt x="0" y="1"/>
                  </a:moveTo>
                  <a:lnTo>
                    <a:pt x="8175" y="64547"/>
                  </a:lnTo>
                  <a:lnTo>
                    <a:pt x="10791" y="64547"/>
                  </a:lnTo>
                  <a:lnTo>
                    <a:pt x="26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28"/>
            <p:cNvSpPr/>
            <p:nvPr/>
          </p:nvSpPr>
          <p:spPr>
            <a:xfrm>
              <a:off x="3150218" y="1959693"/>
              <a:ext cx="117244" cy="931762"/>
            </a:xfrm>
            <a:custGeom>
              <a:rect b="b" l="l" r="r" t="t"/>
              <a:pathLst>
                <a:path extrusionOk="0" h="60820" w="7653">
                  <a:moveTo>
                    <a:pt x="1" y="1"/>
                  </a:moveTo>
                  <a:lnTo>
                    <a:pt x="7652" y="60819"/>
                  </a:lnTo>
                  <a:lnTo>
                    <a:pt x="7652" y="42737"/>
                  </a:lnTo>
                  <a:lnTo>
                    <a:pt x="26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28"/>
            <p:cNvSpPr/>
            <p:nvPr/>
          </p:nvSpPr>
          <p:spPr>
            <a:xfrm>
              <a:off x="3006463" y="1959693"/>
              <a:ext cx="196387" cy="988875"/>
            </a:xfrm>
            <a:custGeom>
              <a:rect b="b" l="l" r="r" t="t"/>
              <a:pathLst>
                <a:path extrusionOk="0" h="64548" w="12819">
                  <a:moveTo>
                    <a:pt x="1" y="1"/>
                  </a:moveTo>
                  <a:lnTo>
                    <a:pt x="8175" y="64547"/>
                  </a:lnTo>
                  <a:lnTo>
                    <a:pt x="12818" y="64547"/>
                  </a:lnTo>
                  <a:lnTo>
                    <a:pt x="46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28"/>
            <p:cNvSpPr/>
            <p:nvPr/>
          </p:nvSpPr>
          <p:spPr>
            <a:xfrm>
              <a:off x="2734977" y="2431551"/>
              <a:ext cx="532002" cy="25064"/>
            </a:xfrm>
            <a:custGeom>
              <a:rect b="b" l="l" r="r" t="t"/>
              <a:pathLst>
                <a:path extrusionOk="0" h="1636" w="34726">
                  <a:moveTo>
                    <a:pt x="0" y="1"/>
                  </a:moveTo>
                  <a:lnTo>
                    <a:pt x="0" y="1636"/>
                  </a:lnTo>
                  <a:lnTo>
                    <a:pt x="34726" y="1636"/>
                  </a:lnTo>
                  <a:lnTo>
                    <a:pt x="347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28"/>
            <p:cNvSpPr/>
            <p:nvPr/>
          </p:nvSpPr>
          <p:spPr>
            <a:xfrm>
              <a:off x="2989428" y="1959693"/>
              <a:ext cx="23562" cy="988875"/>
            </a:xfrm>
            <a:custGeom>
              <a:rect b="b" l="l" r="r" t="t"/>
              <a:pathLst>
                <a:path extrusionOk="0" h="64548" w="1538">
                  <a:moveTo>
                    <a:pt x="1" y="1"/>
                  </a:moveTo>
                  <a:lnTo>
                    <a:pt x="1" y="64547"/>
                  </a:lnTo>
                  <a:lnTo>
                    <a:pt x="1538" y="64547"/>
                  </a:lnTo>
                  <a:lnTo>
                    <a:pt x="15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128"/>
          <p:cNvGrpSpPr/>
          <p:nvPr/>
        </p:nvGrpSpPr>
        <p:grpSpPr>
          <a:xfrm>
            <a:off x="7798259" y="2024963"/>
            <a:ext cx="630693" cy="1093556"/>
            <a:chOff x="6016934" y="1913613"/>
            <a:chExt cx="630693" cy="1093556"/>
          </a:xfrm>
        </p:grpSpPr>
        <p:sp>
          <p:nvSpPr>
            <p:cNvPr id="12039" name="Google Shape;12039;p128"/>
            <p:cNvSpPr/>
            <p:nvPr/>
          </p:nvSpPr>
          <p:spPr>
            <a:xfrm>
              <a:off x="6029450" y="1926144"/>
              <a:ext cx="618177" cy="1081025"/>
            </a:xfrm>
            <a:custGeom>
              <a:rect b="b" l="l" r="r" t="t"/>
              <a:pathLst>
                <a:path extrusionOk="0" h="70563" w="40351">
                  <a:moveTo>
                    <a:pt x="1" y="0"/>
                  </a:moveTo>
                  <a:lnTo>
                    <a:pt x="1" y="70563"/>
                  </a:lnTo>
                  <a:lnTo>
                    <a:pt x="40350" y="70563"/>
                  </a:lnTo>
                  <a:lnTo>
                    <a:pt x="403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28"/>
            <p:cNvSpPr/>
            <p:nvPr/>
          </p:nvSpPr>
          <p:spPr>
            <a:xfrm>
              <a:off x="6016934" y="1913613"/>
              <a:ext cx="618162" cy="1081040"/>
            </a:xfrm>
            <a:custGeom>
              <a:rect b="b" l="l" r="r" t="t"/>
              <a:pathLst>
                <a:path extrusionOk="0" h="70564" w="40350">
                  <a:moveTo>
                    <a:pt x="0" y="1"/>
                  </a:moveTo>
                  <a:lnTo>
                    <a:pt x="0" y="70563"/>
                  </a:lnTo>
                  <a:lnTo>
                    <a:pt x="40350" y="70563"/>
                  </a:lnTo>
                  <a:lnTo>
                    <a:pt x="4035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28"/>
            <p:cNvSpPr/>
            <p:nvPr/>
          </p:nvSpPr>
          <p:spPr>
            <a:xfrm>
              <a:off x="6059506" y="1959693"/>
              <a:ext cx="532508" cy="988875"/>
            </a:xfrm>
            <a:custGeom>
              <a:rect b="b" l="l" r="r" t="t"/>
              <a:pathLst>
                <a:path extrusionOk="0" h="64548" w="34759">
                  <a:moveTo>
                    <a:pt x="0" y="1"/>
                  </a:moveTo>
                  <a:lnTo>
                    <a:pt x="0" y="64547"/>
                  </a:lnTo>
                  <a:lnTo>
                    <a:pt x="34759" y="64547"/>
                  </a:lnTo>
                  <a:lnTo>
                    <a:pt x="347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28"/>
            <p:cNvSpPr/>
            <p:nvPr/>
          </p:nvSpPr>
          <p:spPr>
            <a:xfrm>
              <a:off x="6105586" y="1959693"/>
              <a:ext cx="196893" cy="988875"/>
            </a:xfrm>
            <a:custGeom>
              <a:rect b="b" l="l" r="r" t="t"/>
              <a:pathLst>
                <a:path extrusionOk="0" h="64548" w="12852">
                  <a:moveTo>
                    <a:pt x="1" y="1"/>
                  </a:moveTo>
                  <a:lnTo>
                    <a:pt x="8175" y="64547"/>
                  </a:lnTo>
                  <a:lnTo>
                    <a:pt x="12851" y="64547"/>
                  </a:lnTo>
                  <a:lnTo>
                    <a:pt x="46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28"/>
            <p:cNvSpPr/>
            <p:nvPr/>
          </p:nvSpPr>
          <p:spPr>
            <a:xfrm>
              <a:off x="6237330" y="1959693"/>
              <a:ext cx="165318" cy="988875"/>
            </a:xfrm>
            <a:custGeom>
              <a:rect b="b" l="l" r="r" t="t"/>
              <a:pathLst>
                <a:path extrusionOk="0" h="64548" w="10791">
                  <a:moveTo>
                    <a:pt x="0" y="1"/>
                  </a:moveTo>
                  <a:lnTo>
                    <a:pt x="8175" y="64547"/>
                  </a:lnTo>
                  <a:lnTo>
                    <a:pt x="10791" y="64547"/>
                  </a:lnTo>
                  <a:lnTo>
                    <a:pt x="26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28"/>
            <p:cNvSpPr/>
            <p:nvPr/>
          </p:nvSpPr>
          <p:spPr>
            <a:xfrm>
              <a:off x="6475252" y="1959693"/>
              <a:ext cx="116738" cy="931762"/>
            </a:xfrm>
            <a:custGeom>
              <a:rect b="b" l="l" r="r" t="t"/>
              <a:pathLst>
                <a:path extrusionOk="0" h="60820" w="7620">
                  <a:moveTo>
                    <a:pt x="1" y="1"/>
                  </a:moveTo>
                  <a:lnTo>
                    <a:pt x="7620" y="60819"/>
                  </a:lnTo>
                  <a:lnTo>
                    <a:pt x="7620" y="42737"/>
                  </a:lnTo>
                  <a:lnTo>
                    <a:pt x="26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28"/>
            <p:cNvSpPr/>
            <p:nvPr/>
          </p:nvSpPr>
          <p:spPr>
            <a:xfrm>
              <a:off x="6330991" y="1959693"/>
              <a:ext cx="196893" cy="988875"/>
            </a:xfrm>
            <a:custGeom>
              <a:rect b="b" l="l" r="r" t="t"/>
              <a:pathLst>
                <a:path extrusionOk="0" h="64548" w="12852">
                  <a:moveTo>
                    <a:pt x="1" y="1"/>
                  </a:moveTo>
                  <a:lnTo>
                    <a:pt x="8175" y="64547"/>
                  </a:lnTo>
                  <a:lnTo>
                    <a:pt x="12851" y="64547"/>
                  </a:lnTo>
                  <a:lnTo>
                    <a:pt x="46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28"/>
            <p:cNvSpPr/>
            <p:nvPr/>
          </p:nvSpPr>
          <p:spPr>
            <a:xfrm>
              <a:off x="6059506" y="2431551"/>
              <a:ext cx="532508" cy="25064"/>
            </a:xfrm>
            <a:custGeom>
              <a:rect b="b" l="l" r="r" t="t"/>
              <a:pathLst>
                <a:path extrusionOk="0" h="1636" w="34759">
                  <a:moveTo>
                    <a:pt x="0" y="1"/>
                  </a:moveTo>
                  <a:lnTo>
                    <a:pt x="0" y="1636"/>
                  </a:lnTo>
                  <a:lnTo>
                    <a:pt x="34759" y="1636"/>
                  </a:lnTo>
                  <a:lnTo>
                    <a:pt x="347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28"/>
            <p:cNvSpPr/>
            <p:nvPr/>
          </p:nvSpPr>
          <p:spPr>
            <a:xfrm>
              <a:off x="6313972" y="1959693"/>
              <a:ext cx="23547" cy="988875"/>
            </a:xfrm>
            <a:custGeom>
              <a:rect b="b" l="l" r="r" t="t"/>
              <a:pathLst>
                <a:path extrusionOk="0" h="64548" w="1537">
                  <a:moveTo>
                    <a:pt x="0" y="1"/>
                  </a:moveTo>
                  <a:lnTo>
                    <a:pt x="0" y="64547"/>
                  </a:lnTo>
                  <a:lnTo>
                    <a:pt x="1537" y="64547"/>
                  </a:lnTo>
                  <a:lnTo>
                    <a:pt x="15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128"/>
          <p:cNvGrpSpPr/>
          <p:nvPr/>
        </p:nvGrpSpPr>
        <p:grpSpPr>
          <a:xfrm>
            <a:off x="3243143" y="2737342"/>
            <a:ext cx="1721723" cy="1041410"/>
            <a:chOff x="3907106" y="3041142"/>
            <a:chExt cx="1721723" cy="1041410"/>
          </a:xfrm>
        </p:grpSpPr>
        <p:sp>
          <p:nvSpPr>
            <p:cNvPr id="12049" name="Google Shape;12049;p128"/>
            <p:cNvSpPr/>
            <p:nvPr/>
          </p:nvSpPr>
          <p:spPr>
            <a:xfrm>
              <a:off x="3907106" y="4011406"/>
              <a:ext cx="1721723" cy="71146"/>
            </a:xfrm>
            <a:custGeom>
              <a:rect b="b" l="l" r="r" t="t"/>
              <a:pathLst>
                <a:path extrusionOk="0" h="4644" w="112384">
                  <a:moveTo>
                    <a:pt x="56208" y="0"/>
                  </a:moveTo>
                  <a:cubicBezTo>
                    <a:pt x="25145" y="0"/>
                    <a:pt x="0" y="1047"/>
                    <a:pt x="0" y="2322"/>
                  </a:cubicBezTo>
                  <a:cubicBezTo>
                    <a:pt x="0" y="3597"/>
                    <a:pt x="25145" y="4644"/>
                    <a:pt x="56208" y="4644"/>
                  </a:cubicBezTo>
                  <a:cubicBezTo>
                    <a:pt x="87239" y="4644"/>
                    <a:pt x="112384" y="3597"/>
                    <a:pt x="112384" y="2322"/>
                  </a:cubicBezTo>
                  <a:cubicBezTo>
                    <a:pt x="112384" y="1047"/>
                    <a:pt x="87239" y="0"/>
                    <a:pt x="562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28"/>
            <p:cNvSpPr/>
            <p:nvPr/>
          </p:nvSpPr>
          <p:spPr>
            <a:xfrm>
              <a:off x="4021310" y="3041142"/>
              <a:ext cx="749914" cy="488432"/>
            </a:xfrm>
            <a:custGeom>
              <a:rect b="b" l="l" r="r" t="t"/>
              <a:pathLst>
                <a:path extrusionOk="0" h="31882" w="48950">
                  <a:moveTo>
                    <a:pt x="3636" y="1"/>
                  </a:moveTo>
                  <a:cubicBezTo>
                    <a:pt x="1604" y="1"/>
                    <a:pt x="0" y="1656"/>
                    <a:pt x="0" y="3696"/>
                  </a:cubicBezTo>
                  <a:lnTo>
                    <a:pt x="0" y="31882"/>
                  </a:lnTo>
                  <a:lnTo>
                    <a:pt x="48950" y="31882"/>
                  </a:lnTo>
                  <a:lnTo>
                    <a:pt x="48950" y="3696"/>
                  </a:lnTo>
                  <a:cubicBezTo>
                    <a:pt x="48950" y="1656"/>
                    <a:pt x="47314" y="1"/>
                    <a:pt x="45313" y="1"/>
                  </a:cubicBezTo>
                  <a:cubicBezTo>
                    <a:pt x="45294" y="1"/>
                    <a:pt x="45274" y="1"/>
                    <a:pt x="45255" y="1"/>
                  </a:cubicBezTo>
                  <a:lnTo>
                    <a:pt x="3695" y="1"/>
                  </a:lnTo>
                  <a:cubicBezTo>
                    <a:pt x="3675" y="1"/>
                    <a:pt x="3655" y="1"/>
                    <a:pt x="36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28"/>
            <p:cNvSpPr/>
            <p:nvPr/>
          </p:nvSpPr>
          <p:spPr>
            <a:xfrm>
              <a:off x="4771166" y="3041142"/>
              <a:ext cx="749914" cy="488432"/>
            </a:xfrm>
            <a:custGeom>
              <a:rect b="b" l="l" r="r" t="t"/>
              <a:pathLst>
                <a:path extrusionOk="0" h="31882" w="48950">
                  <a:moveTo>
                    <a:pt x="3636" y="1"/>
                  </a:moveTo>
                  <a:cubicBezTo>
                    <a:pt x="1604" y="1"/>
                    <a:pt x="1" y="1656"/>
                    <a:pt x="1" y="3696"/>
                  </a:cubicBezTo>
                  <a:lnTo>
                    <a:pt x="1" y="31882"/>
                  </a:lnTo>
                  <a:lnTo>
                    <a:pt x="48917" y="31882"/>
                  </a:lnTo>
                  <a:lnTo>
                    <a:pt x="48917" y="3696"/>
                  </a:lnTo>
                  <a:cubicBezTo>
                    <a:pt x="48949" y="1656"/>
                    <a:pt x="47314" y="1"/>
                    <a:pt x="45282" y="1"/>
                  </a:cubicBezTo>
                  <a:cubicBezTo>
                    <a:pt x="45262" y="1"/>
                    <a:pt x="45242" y="1"/>
                    <a:pt x="45222" y="1"/>
                  </a:cubicBezTo>
                  <a:lnTo>
                    <a:pt x="3695" y="1"/>
                  </a:lnTo>
                  <a:cubicBezTo>
                    <a:pt x="3676" y="1"/>
                    <a:pt x="3656" y="1"/>
                    <a:pt x="36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28"/>
            <p:cNvSpPr/>
            <p:nvPr/>
          </p:nvSpPr>
          <p:spPr>
            <a:xfrm>
              <a:off x="4763660" y="3109909"/>
              <a:ext cx="12532" cy="380962"/>
            </a:xfrm>
            <a:custGeom>
              <a:rect b="b" l="l" r="r" t="t"/>
              <a:pathLst>
                <a:path extrusionOk="0" h="24867" w="818">
                  <a:moveTo>
                    <a:pt x="409" y="0"/>
                  </a:moveTo>
                  <a:cubicBezTo>
                    <a:pt x="204" y="0"/>
                    <a:pt x="0" y="139"/>
                    <a:pt x="0" y="417"/>
                  </a:cubicBezTo>
                  <a:lnTo>
                    <a:pt x="0" y="24450"/>
                  </a:lnTo>
                  <a:cubicBezTo>
                    <a:pt x="0" y="24728"/>
                    <a:pt x="204" y="24867"/>
                    <a:pt x="409" y="24867"/>
                  </a:cubicBezTo>
                  <a:cubicBezTo>
                    <a:pt x="613" y="24867"/>
                    <a:pt x="817" y="24728"/>
                    <a:pt x="817" y="24450"/>
                  </a:cubicBezTo>
                  <a:lnTo>
                    <a:pt x="817" y="417"/>
                  </a:lnTo>
                  <a:cubicBezTo>
                    <a:pt x="817" y="139"/>
                    <a:pt x="613" y="0"/>
                    <a:pt x="4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28"/>
            <p:cNvSpPr/>
            <p:nvPr/>
          </p:nvSpPr>
          <p:spPr>
            <a:xfrm>
              <a:off x="4893888" y="3070202"/>
              <a:ext cx="445858" cy="12547"/>
            </a:xfrm>
            <a:custGeom>
              <a:rect b="b" l="l" r="r" t="t"/>
              <a:pathLst>
                <a:path extrusionOk="0" h="819" w="29103">
                  <a:moveTo>
                    <a:pt x="556" y="1"/>
                  </a:moveTo>
                  <a:cubicBezTo>
                    <a:pt x="1" y="1"/>
                    <a:pt x="1" y="818"/>
                    <a:pt x="556" y="818"/>
                  </a:cubicBezTo>
                  <a:lnTo>
                    <a:pt x="28546" y="818"/>
                  </a:lnTo>
                  <a:cubicBezTo>
                    <a:pt x="29102" y="818"/>
                    <a:pt x="29102" y="1"/>
                    <a:pt x="285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28"/>
            <p:cNvSpPr/>
            <p:nvPr/>
          </p:nvSpPr>
          <p:spPr>
            <a:xfrm>
              <a:off x="4910923" y="3105773"/>
              <a:ext cx="40583" cy="12532"/>
            </a:xfrm>
            <a:custGeom>
              <a:rect b="b" l="l" r="r" t="t"/>
              <a:pathLst>
                <a:path extrusionOk="0" h="818" w="2649">
                  <a:moveTo>
                    <a:pt x="523" y="0"/>
                  </a:moveTo>
                  <a:cubicBezTo>
                    <a:pt x="0" y="0"/>
                    <a:pt x="0" y="818"/>
                    <a:pt x="523" y="818"/>
                  </a:cubicBezTo>
                  <a:lnTo>
                    <a:pt x="2093" y="818"/>
                  </a:lnTo>
                  <a:cubicBezTo>
                    <a:pt x="2649" y="818"/>
                    <a:pt x="2649" y="0"/>
                    <a:pt x="20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28"/>
            <p:cNvSpPr/>
            <p:nvPr/>
          </p:nvSpPr>
          <p:spPr>
            <a:xfrm>
              <a:off x="4914921" y="3144347"/>
              <a:ext cx="37595" cy="12532"/>
            </a:xfrm>
            <a:custGeom>
              <a:rect b="b" l="l" r="r" t="t"/>
              <a:pathLst>
                <a:path extrusionOk="0" h="818" w="2454">
                  <a:moveTo>
                    <a:pt x="557" y="0"/>
                  </a:moveTo>
                  <a:cubicBezTo>
                    <a:pt x="1" y="0"/>
                    <a:pt x="1" y="817"/>
                    <a:pt x="557" y="817"/>
                  </a:cubicBezTo>
                  <a:lnTo>
                    <a:pt x="1897" y="817"/>
                  </a:lnTo>
                  <a:cubicBezTo>
                    <a:pt x="2453" y="817"/>
                    <a:pt x="2453" y="0"/>
                    <a:pt x="18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28"/>
            <p:cNvSpPr/>
            <p:nvPr/>
          </p:nvSpPr>
          <p:spPr>
            <a:xfrm>
              <a:off x="4070898" y="3067200"/>
              <a:ext cx="520482" cy="12532"/>
            </a:xfrm>
            <a:custGeom>
              <a:rect b="b" l="l" r="r" t="t"/>
              <a:pathLst>
                <a:path extrusionOk="0" h="818" w="33974">
                  <a:moveTo>
                    <a:pt x="524" y="1"/>
                  </a:moveTo>
                  <a:cubicBezTo>
                    <a:pt x="0" y="1"/>
                    <a:pt x="0" y="818"/>
                    <a:pt x="524" y="818"/>
                  </a:cubicBezTo>
                  <a:lnTo>
                    <a:pt x="33451" y="818"/>
                  </a:lnTo>
                  <a:cubicBezTo>
                    <a:pt x="33974" y="818"/>
                    <a:pt x="33974" y="1"/>
                    <a:pt x="334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28"/>
            <p:cNvSpPr/>
            <p:nvPr/>
          </p:nvSpPr>
          <p:spPr>
            <a:xfrm>
              <a:off x="4079906" y="3111778"/>
              <a:ext cx="155820" cy="12547"/>
            </a:xfrm>
            <a:custGeom>
              <a:rect b="b" l="l" r="r" t="t"/>
              <a:pathLst>
                <a:path extrusionOk="0" h="819" w="10171">
                  <a:moveTo>
                    <a:pt x="557" y="1"/>
                  </a:moveTo>
                  <a:cubicBezTo>
                    <a:pt x="1" y="1"/>
                    <a:pt x="1" y="818"/>
                    <a:pt x="557" y="818"/>
                  </a:cubicBezTo>
                  <a:lnTo>
                    <a:pt x="9614" y="818"/>
                  </a:lnTo>
                  <a:cubicBezTo>
                    <a:pt x="10170" y="818"/>
                    <a:pt x="10170" y="1"/>
                    <a:pt x="96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28"/>
            <p:cNvSpPr/>
            <p:nvPr/>
          </p:nvSpPr>
          <p:spPr>
            <a:xfrm>
              <a:off x="4219662" y="3138326"/>
              <a:ext cx="408278" cy="385742"/>
            </a:xfrm>
            <a:custGeom>
              <a:rect b="b" l="l" r="r" t="t"/>
              <a:pathLst>
                <a:path extrusionOk="0" h="25179" w="26650">
                  <a:moveTo>
                    <a:pt x="2224" y="1"/>
                  </a:moveTo>
                  <a:lnTo>
                    <a:pt x="2224" y="1"/>
                  </a:lnTo>
                  <a:cubicBezTo>
                    <a:pt x="1930" y="1145"/>
                    <a:pt x="2388" y="2420"/>
                    <a:pt x="2159" y="3499"/>
                  </a:cubicBezTo>
                  <a:cubicBezTo>
                    <a:pt x="2061" y="3859"/>
                    <a:pt x="1995" y="4219"/>
                    <a:pt x="1897" y="4611"/>
                  </a:cubicBezTo>
                  <a:cubicBezTo>
                    <a:pt x="1832" y="5036"/>
                    <a:pt x="1734" y="5429"/>
                    <a:pt x="1668" y="5854"/>
                  </a:cubicBezTo>
                  <a:cubicBezTo>
                    <a:pt x="1472" y="6802"/>
                    <a:pt x="1341" y="7717"/>
                    <a:pt x="1211" y="8600"/>
                  </a:cubicBezTo>
                  <a:cubicBezTo>
                    <a:pt x="1145" y="9025"/>
                    <a:pt x="1080" y="9385"/>
                    <a:pt x="1014" y="9843"/>
                  </a:cubicBezTo>
                  <a:cubicBezTo>
                    <a:pt x="949" y="10301"/>
                    <a:pt x="916" y="10758"/>
                    <a:pt x="851" y="11216"/>
                  </a:cubicBezTo>
                  <a:cubicBezTo>
                    <a:pt x="818" y="11772"/>
                    <a:pt x="753" y="12295"/>
                    <a:pt x="720" y="12786"/>
                  </a:cubicBezTo>
                  <a:cubicBezTo>
                    <a:pt x="720" y="13243"/>
                    <a:pt x="687" y="13636"/>
                    <a:pt x="687" y="14028"/>
                  </a:cubicBezTo>
                  <a:cubicBezTo>
                    <a:pt x="655" y="16252"/>
                    <a:pt x="851" y="17919"/>
                    <a:pt x="884" y="19391"/>
                  </a:cubicBezTo>
                  <a:cubicBezTo>
                    <a:pt x="916" y="20600"/>
                    <a:pt x="589" y="21778"/>
                    <a:pt x="1" y="22824"/>
                  </a:cubicBezTo>
                  <a:cubicBezTo>
                    <a:pt x="221" y="22926"/>
                    <a:pt x="506" y="22962"/>
                    <a:pt x="827" y="22962"/>
                  </a:cubicBezTo>
                  <a:cubicBezTo>
                    <a:pt x="1602" y="22962"/>
                    <a:pt x="2580" y="22751"/>
                    <a:pt x="3320" y="22751"/>
                  </a:cubicBezTo>
                  <a:cubicBezTo>
                    <a:pt x="3548" y="22751"/>
                    <a:pt x="3754" y="22771"/>
                    <a:pt x="3925" y="22824"/>
                  </a:cubicBezTo>
                  <a:cubicBezTo>
                    <a:pt x="7064" y="23936"/>
                    <a:pt x="8731" y="23511"/>
                    <a:pt x="11739" y="23739"/>
                  </a:cubicBezTo>
                  <a:cubicBezTo>
                    <a:pt x="14594" y="23950"/>
                    <a:pt x="17696" y="24740"/>
                    <a:pt x="19855" y="24740"/>
                  </a:cubicBezTo>
                  <a:cubicBezTo>
                    <a:pt x="20046" y="24740"/>
                    <a:pt x="20229" y="24734"/>
                    <a:pt x="20404" y="24720"/>
                  </a:cubicBezTo>
                  <a:cubicBezTo>
                    <a:pt x="20769" y="24688"/>
                    <a:pt x="21112" y="24674"/>
                    <a:pt x="21434" y="24674"/>
                  </a:cubicBezTo>
                  <a:cubicBezTo>
                    <a:pt x="23363" y="24674"/>
                    <a:pt x="24492" y="25178"/>
                    <a:pt x="24492" y="25178"/>
                  </a:cubicBezTo>
                  <a:cubicBezTo>
                    <a:pt x="24851" y="24197"/>
                    <a:pt x="24263" y="22203"/>
                    <a:pt x="24557" y="21124"/>
                  </a:cubicBezTo>
                  <a:cubicBezTo>
                    <a:pt x="24655" y="20699"/>
                    <a:pt x="24753" y="20241"/>
                    <a:pt x="24851" y="19816"/>
                  </a:cubicBezTo>
                  <a:cubicBezTo>
                    <a:pt x="24950" y="19391"/>
                    <a:pt x="25015" y="18966"/>
                    <a:pt x="25080" y="18573"/>
                  </a:cubicBezTo>
                  <a:cubicBezTo>
                    <a:pt x="25309" y="17265"/>
                    <a:pt x="25473" y="15925"/>
                    <a:pt x="25603" y="14617"/>
                  </a:cubicBezTo>
                  <a:cubicBezTo>
                    <a:pt x="25636" y="14290"/>
                    <a:pt x="25636" y="13930"/>
                    <a:pt x="25669" y="13603"/>
                  </a:cubicBezTo>
                  <a:cubicBezTo>
                    <a:pt x="25669" y="13538"/>
                    <a:pt x="25669" y="13440"/>
                    <a:pt x="25669" y="13374"/>
                  </a:cubicBezTo>
                  <a:cubicBezTo>
                    <a:pt x="25734" y="12753"/>
                    <a:pt x="25800" y="12164"/>
                    <a:pt x="25832" y="11608"/>
                  </a:cubicBezTo>
                  <a:cubicBezTo>
                    <a:pt x="25865" y="11151"/>
                    <a:pt x="25898" y="10758"/>
                    <a:pt x="25930" y="10333"/>
                  </a:cubicBezTo>
                  <a:cubicBezTo>
                    <a:pt x="26061" y="9025"/>
                    <a:pt x="26127" y="7685"/>
                    <a:pt x="26094" y="6344"/>
                  </a:cubicBezTo>
                  <a:cubicBezTo>
                    <a:pt x="26029" y="5003"/>
                    <a:pt x="26225" y="3663"/>
                    <a:pt x="26650" y="2388"/>
                  </a:cubicBezTo>
                  <a:cubicBezTo>
                    <a:pt x="25538" y="1832"/>
                    <a:pt x="23740" y="2290"/>
                    <a:pt x="22595" y="1897"/>
                  </a:cubicBezTo>
                  <a:cubicBezTo>
                    <a:pt x="19979" y="1014"/>
                    <a:pt x="17723" y="1178"/>
                    <a:pt x="15238" y="916"/>
                  </a:cubicBezTo>
                  <a:cubicBezTo>
                    <a:pt x="12476" y="643"/>
                    <a:pt x="10037" y="369"/>
                    <a:pt x="7947" y="369"/>
                  </a:cubicBezTo>
                  <a:cubicBezTo>
                    <a:pt x="7291" y="369"/>
                    <a:pt x="6669" y="396"/>
                    <a:pt x="6083" y="458"/>
                  </a:cubicBezTo>
                  <a:cubicBezTo>
                    <a:pt x="5705" y="499"/>
                    <a:pt x="5353" y="516"/>
                    <a:pt x="5026" y="516"/>
                  </a:cubicBezTo>
                  <a:cubicBezTo>
                    <a:pt x="3231" y="516"/>
                    <a:pt x="2224" y="1"/>
                    <a:pt x="2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28"/>
            <p:cNvSpPr/>
            <p:nvPr/>
          </p:nvSpPr>
          <p:spPr>
            <a:xfrm>
              <a:off x="4244709" y="3208962"/>
              <a:ext cx="372215" cy="108175"/>
            </a:xfrm>
            <a:custGeom>
              <a:rect b="b" l="l" r="r" t="t"/>
              <a:pathLst>
                <a:path extrusionOk="0" h="7061" w="24296">
                  <a:moveTo>
                    <a:pt x="262" y="0"/>
                  </a:moveTo>
                  <a:cubicBezTo>
                    <a:pt x="164" y="392"/>
                    <a:pt x="99" y="818"/>
                    <a:pt x="1" y="1210"/>
                  </a:cubicBezTo>
                  <a:cubicBezTo>
                    <a:pt x="720" y="1308"/>
                    <a:pt x="1439" y="1537"/>
                    <a:pt x="2061" y="1929"/>
                  </a:cubicBezTo>
                  <a:cubicBezTo>
                    <a:pt x="3205" y="2649"/>
                    <a:pt x="3957" y="3891"/>
                    <a:pt x="5003" y="4741"/>
                  </a:cubicBezTo>
                  <a:cubicBezTo>
                    <a:pt x="5871" y="5427"/>
                    <a:pt x="6692" y="5704"/>
                    <a:pt x="7498" y="5704"/>
                  </a:cubicBezTo>
                  <a:cubicBezTo>
                    <a:pt x="8727" y="5704"/>
                    <a:pt x="9919" y="5061"/>
                    <a:pt x="11183" y="4251"/>
                  </a:cubicBezTo>
                  <a:cubicBezTo>
                    <a:pt x="12413" y="3473"/>
                    <a:pt x="13913" y="2714"/>
                    <a:pt x="15431" y="2714"/>
                  </a:cubicBezTo>
                  <a:cubicBezTo>
                    <a:pt x="15891" y="2714"/>
                    <a:pt x="16352" y="2783"/>
                    <a:pt x="16808" y="2943"/>
                  </a:cubicBezTo>
                  <a:cubicBezTo>
                    <a:pt x="18442" y="3531"/>
                    <a:pt x="19096" y="5297"/>
                    <a:pt x="20470" y="6213"/>
                  </a:cubicBezTo>
                  <a:cubicBezTo>
                    <a:pt x="21343" y="6778"/>
                    <a:pt x="22358" y="7061"/>
                    <a:pt x="23387" y="7061"/>
                  </a:cubicBezTo>
                  <a:cubicBezTo>
                    <a:pt x="23668" y="7061"/>
                    <a:pt x="23950" y="7040"/>
                    <a:pt x="24230" y="6997"/>
                  </a:cubicBezTo>
                  <a:cubicBezTo>
                    <a:pt x="24263" y="6572"/>
                    <a:pt x="24295" y="6147"/>
                    <a:pt x="24295" y="5722"/>
                  </a:cubicBezTo>
                  <a:lnTo>
                    <a:pt x="24295" y="5722"/>
                  </a:lnTo>
                  <a:cubicBezTo>
                    <a:pt x="24026" y="5754"/>
                    <a:pt x="23759" y="5772"/>
                    <a:pt x="23493" y="5772"/>
                  </a:cubicBezTo>
                  <a:cubicBezTo>
                    <a:pt x="22404" y="5772"/>
                    <a:pt x="21357" y="5465"/>
                    <a:pt x="20437" y="4545"/>
                  </a:cubicBezTo>
                  <a:cubicBezTo>
                    <a:pt x="19554" y="3662"/>
                    <a:pt x="18933" y="2616"/>
                    <a:pt x="17756" y="2027"/>
                  </a:cubicBezTo>
                  <a:cubicBezTo>
                    <a:pt x="17015" y="1646"/>
                    <a:pt x="16234" y="1486"/>
                    <a:pt x="15448" y="1486"/>
                  </a:cubicBezTo>
                  <a:cubicBezTo>
                    <a:pt x="13876" y="1486"/>
                    <a:pt x="12284" y="2125"/>
                    <a:pt x="10955" y="2910"/>
                  </a:cubicBezTo>
                  <a:cubicBezTo>
                    <a:pt x="9965" y="3528"/>
                    <a:pt x="8889" y="4556"/>
                    <a:pt x="7614" y="4556"/>
                  </a:cubicBezTo>
                  <a:cubicBezTo>
                    <a:pt x="7540" y="4556"/>
                    <a:pt x="7466" y="4552"/>
                    <a:pt x="7390" y="4545"/>
                  </a:cubicBezTo>
                  <a:cubicBezTo>
                    <a:pt x="6181" y="4414"/>
                    <a:pt x="5363" y="3401"/>
                    <a:pt x="4578" y="2583"/>
                  </a:cubicBezTo>
                  <a:cubicBezTo>
                    <a:pt x="3892" y="1766"/>
                    <a:pt x="3074" y="1079"/>
                    <a:pt x="2126" y="589"/>
                  </a:cubicBezTo>
                  <a:cubicBezTo>
                    <a:pt x="1537" y="294"/>
                    <a:pt x="916" y="98"/>
                    <a:pt x="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28"/>
            <p:cNvSpPr/>
            <p:nvPr/>
          </p:nvSpPr>
          <p:spPr>
            <a:xfrm>
              <a:off x="4230186" y="3334181"/>
              <a:ext cx="373716" cy="108435"/>
            </a:xfrm>
            <a:custGeom>
              <a:rect b="b" l="l" r="r" t="t"/>
              <a:pathLst>
                <a:path extrusionOk="0" h="7078" w="24394">
                  <a:moveTo>
                    <a:pt x="33" y="1"/>
                  </a:moveTo>
                  <a:cubicBezTo>
                    <a:pt x="0" y="426"/>
                    <a:pt x="0" y="851"/>
                    <a:pt x="0" y="1243"/>
                  </a:cubicBezTo>
                  <a:cubicBezTo>
                    <a:pt x="785" y="1309"/>
                    <a:pt x="1537" y="1537"/>
                    <a:pt x="2224" y="1962"/>
                  </a:cubicBezTo>
                  <a:cubicBezTo>
                    <a:pt x="3368" y="2682"/>
                    <a:pt x="4088" y="3924"/>
                    <a:pt x="5167" y="4775"/>
                  </a:cubicBezTo>
                  <a:cubicBezTo>
                    <a:pt x="6021" y="5461"/>
                    <a:pt x="6840" y="5737"/>
                    <a:pt x="7647" y="5737"/>
                  </a:cubicBezTo>
                  <a:cubicBezTo>
                    <a:pt x="8878" y="5737"/>
                    <a:pt x="10083" y="5094"/>
                    <a:pt x="11347" y="4284"/>
                  </a:cubicBezTo>
                  <a:cubicBezTo>
                    <a:pt x="12577" y="3506"/>
                    <a:pt x="14076" y="2747"/>
                    <a:pt x="15580" y="2747"/>
                  </a:cubicBezTo>
                  <a:cubicBezTo>
                    <a:pt x="16035" y="2747"/>
                    <a:pt x="16490" y="2817"/>
                    <a:pt x="16938" y="2976"/>
                  </a:cubicBezTo>
                  <a:cubicBezTo>
                    <a:pt x="18606" y="3565"/>
                    <a:pt x="19260" y="5330"/>
                    <a:pt x="20633" y="6246"/>
                  </a:cubicBezTo>
                  <a:cubicBezTo>
                    <a:pt x="21478" y="6801"/>
                    <a:pt x="22451" y="7078"/>
                    <a:pt x="23449" y="7078"/>
                  </a:cubicBezTo>
                  <a:cubicBezTo>
                    <a:pt x="23687" y="7078"/>
                    <a:pt x="23925" y="7062"/>
                    <a:pt x="24164" y="7031"/>
                  </a:cubicBezTo>
                  <a:cubicBezTo>
                    <a:pt x="24263" y="6606"/>
                    <a:pt x="24328" y="6213"/>
                    <a:pt x="24393" y="5788"/>
                  </a:cubicBezTo>
                  <a:lnTo>
                    <a:pt x="24393" y="5788"/>
                  </a:lnTo>
                  <a:cubicBezTo>
                    <a:pt x="24143" y="5819"/>
                    <a:pt x="23893" y="5836"/>
                    <a:pt x="23645" y="5836"/>
                  </a:cubicBezTo>
                  <a:cubicBezTo>
                    <a:pt x="22562" y="5836"/>
                    <a:pt x="21511" y="5515"/>
                    <a:pt x="20633" y="4611"/>
                  </a:cubicBezTo>
                  <a:cubicBezTo>
                    <a:pt x="19717" y="3695"/>
                    <a:pt x="19096" y="2649"/>
                    <a:pt x="17919" y="2061"/>
                  </a:cubicBezTo>
                  <a:cubicBezTo>
                    <a:pt x="17181" y="1681"/>
                    <a:pt x="16403" y="1520"/>
                    <a:pt x="15620" y="1520"/>
                  </a:cubicBezTo>
                  <a:cubicBezTo>
                    <a:pt x="14045" y="1520"/>
                    <a:pt x="12450" y="2168"/>
                    <a:pt x="11118" y="2976"/>
                  </a:cubicBezTo>
                  <a:cubicBezTo>
                    <a:pt x="10129" y="3563"/>
                    <a:pt x="9052" y="4589"/>
                    <a:pt x="7777" y="4589"/>
                  </a:cubicBezTo>
                  <a:cubicBezTo>
                    <a:pt x="7703" y="4589"/>
                    <a:pt x="7629" y="4586"/>
                    <a:pt x="7554" y="4578"/>
                  </a:cubicBezTo>
                  <a:cubicBezTo>
                    <a:pt x="6344" y="4448"/>
                    <a:pt x="5559" y="3434"/>
                    <a:pt x="4774" y="2616"/>
                  </a:cubicBezTo>
                  <a:cubicBezTo>
                    <a:pt x="4055" y="1832"/>
                    <a:pt x="3238" y="1145"/>
                    <a:pt x="2322" y="622"/>
                  </a:cubicBezTo>
                  <a:cubicBezTo>
                    <a:pt x="1603" y="262"/>
                    <a:pt x="818" y="66"/>
                    <a:pt x="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28"/>
            <p:cNvSpPr/>
            <p:nvPr/>
          </p:nvSpPr>
          <p:spPr>
            <a:xfrm>
              <a:off x="4235196" y="3270070"/>
              <a:ext cx="377715" cy="94218"/>
            </a:xfrm>
            <a:custGeom>
              <a:rect b="b" l="l" r="r" t="t"/>
              <a:pathLst>
                <a:path extrusionOk="0" h="6150" w="24655">
                  <a:moveTo>
                    <a:pt x="164" y="0"/>
                  </a:moveTo>
                  <a:cubicBezTo>
                    <a:pt x="98" y="425"/>
                    <a:pt x="66" y="818"/>
                    <a:pt x="0" y="1243"/>
                  </a:cubicBezTo>
                  <a:cubicBezTo>
                    <a:pt x="1831" y="1766"/>
                    <a:pt x="3532" y="3564"/>
                    <a:pt x="5265" y="4513"/>
                  </a:cubicBezTo>
                  <a:cubicBezTo>
                    <a:pt x="6131" y="4973"/>
                    <a:pt x="6930" y="5181"/>
                    <a:pt x="7704" y="5181"/>
                  </a:cubicBezTo>
                  <a:cubicBezTo>
                    <a:pt x="8799" y="5181"/>
                    <a:pt x="9843" y="4764"/>
                    <a:pt x="10954" y="4055"/>
                  </a:cubicBezTo>
                  <a:cubicBezTo>
                    <a:pt x="12162" y="3287"/>
                    <a:pt x="13207" y="2754"/>
                    <a:pt x="14396" y="2754"/>
                  </a:cubicBezTo>
                  <a:cubicBezTo>
                    <a:pt x="14979" y="2754"/>
                    <a:pt x="15596" y="2882"/>
                    <a:pt x="16284" y="3172"/>
                  </a:cubicBezTo>
                  <a:cubicBezTo>
                    <a:pt x="17788" y="3793"/>
                    <a:pt x="19063" y="4905"/>
                    <a:pt x="20535" y="5559"/>
                  </a:cubicBezTo>
                  <a:cubicBezTo>
                    <a:pt x="21438" y="5953"/>
                    <a:pt x="22407" y="6150"/>
                    <a:pt x="23372" y="6150"/>
                  </a:cubicBezTo>
                  <a:cubicBezTo>
                    <a:pt x="23769" y="6150"/>
                    <a:pt x="24166" y="6116"/>
                    <a:pt x="24557" y="6049"/>
                  </a:cubicBezTo>
                  <a:cubicBezTo>
                    <a:pt x="24589" y="5690"/>
                    <a:pt x="24622" y="5363"/>
                    <a:pt x="24655" y="5003"/>
                  </a:cubicBezTo>
                  <a:cubicBezTo>
                    <a:pt x="24655" y="4938"/>
                    <a:pt x="24655" y="4872"/>
                    <a:pt x="24655" y="4807"/>
                  </a:cubicBezTo>
                  <a:cubicBezTo>
                    <a:pt x="24233" y="4889"/>
                    <a:pt x="23805" y="4931"/>
                    <a:pt x="23379" y="4931"/>
                  </a:cubicBezTo>
                  <a:cubicBezTo>
                    <a:pt x="22782" y="4931"/>
                    <a:pt x="22187" y="4848"/>
                    <a:pt x="21614" y="4676"/>
                  </a:cubicBezTo>
                  <a:cubicBezTo>
                    <a:pt x="20044" y="4186"/>
                    <a:pt x="18802" y="3041"/>
                    <a:pt x="17363" y="2322"/>
                  </a:cubicBezTo>
                  <a:cubicBezTo>
                    <a:pt x="16265" y="1765"/>
                    <a:pt x="15278" y="1495"/>
                    <a:pt x="14325" y="1495"/>
                  </a:cubicBezTo>
                  <a:cubicBezTo>
                    <a:pt x="13093" y="1495"/>
                    <a:pt x="11917" y="1946"/>
                    <a:pt x="10627" y="2812"/>
                  </a:cubicBezTo>
                  <a:cubicBezTo>
                    <a:pt x="9593" y="3502"/>
                    <a:pt x="8669" y="3882"/>
                    <a:pt x="7723" y="3882"/>
                  </a:cubicBezTo>
                  <a:cubicBezTo>
                    <a:pt x="6875" y="3882"/>
                    <a:pt x="6010" y="3575"/>
                    <a:pt x="5036" y="2910"/>
                  </a:cubicBezTo>
                  <a:cubicBezTo>
                    <a:pt x="3924" y="2158"/>
                    <a:pt x="2943" y="1145"/>
                    <a:pt x="1701" y="523"/>
                  </a:cubicBezTo>
                  <a:cubicBezTo>
                    <a:pt x="1210" y="262"/>
                    <a:pt x="687" y="98"/>
                    <a:pt x="1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28"/>
            <p:cNvSpPr/>
            <p:nvPr/>
          </p:nvSpPr>
          <p:spPr>
            <a:xfrm>
              <a:off x="4267259" y="3453868"/>
              <a:ext cx="273523" cy="31605"/>
            </a:xfrm>
            <a:custGeom>
              <a:rect b="b" l="l" r="r" t="t"/>
              <a:pathLst>
                <a:path extrusionOk="0" h="2063" w="17854">
                  <a:moveTo>
                    <a:pt x="205" y="1"/>
                  </a:moveTo>
                  <a:cubicBezTo>
                    <a:pt x="0" y="1"/>
                    <a:pt x="9" y="396"/>
                    <a:pt x="229" y="428"/>
                  </a:cubicBezTo>
                  <a:cubicBezTo>
                    <a:pt x="6017" y="1180"/>
                    <a:pt x="11804" y="1735"/>
                    <a:pt x="17592" y="2062"/>
                  </a:cubicBezTo>
                  <a:cubicBezTo>
                    <a:pt x="17853" y="2062"/>
                    <a:pt x="17853" y="1670"/>
                    <a:pt x="17592" y="1670"/>
                  </a:cubicBezTo>
                  <a:cubicBezTo>
                    <a:pt x="11804" y="1310"/>
                    <a:pt x="6017" y="755"/>
                    <a:pt x="229" y="2"/>
                  </a:cubicBezTo>
                  <a:cubicBezTo>
                    <a:pt x="220" y="1"/>
                    <a:pt x="212" y="1"/>
                    <a:pt x="2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28"/>
            <p:cNvSpPr/>
            <p:nvPr/>
          </p:nvSpPr>
          <p:spPr>
            <a:xfrm>
              <a:off x="4290299" y="3172396"/>
              <a:ext cx="286040" cy="35098"/>
            </a:xfrm>
            <a:custGeom>
              <a:rect b="b" l="l" r="r" t="t"/>
              <a:pathLst>
                <a:path extrusionOk="0" h="2291" w="18671">
                  <a:moveTo>
                    <a:pt x="262" y="0"/>
                  </a:moveTo>
                  <a:cubicBezTo>
                    <a:pt x="0" y="0"/>
                    <a:pt x="0" y="425"/>
                    <a:pt x="262" y="425"/>
                  </a:cubicBezTo>
                  <a:cubicBezTo>
                    <a:pt x="6311" y="850"/>
                    <a:pt x="12360" y="1472"/>
                    <a:pt x="18409" y="2289"/>
                  </a:cubicBezTo>
                  <a:cubicBezTo>
                    <a:pt x="18419" y="2290"/>
                    <a:pt x="18428" y="2291"/>
                    <a:pt x="18437" y="2291"/>
                  </a:cubicBezTo>
                  <a:cubicBezTo>
                    <a:pt x="18671" y="2291"/>
                    <a:pt x="18661" y="1895"/>
                    <a:pt x="18409" y="1864"/>
                  </a:cubicBezTo>
                  <a:cubicBezTo>
                    <a:pt x="12360" y="1079"/>
                    <a:pt x="6311" y="458"/>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28"/>
            <p:cNvSpPr/>
            <p:nvPr/>
          </p:nvSpPr>
          <p:spPr>
            <a:xfrm>
              <a:off x="4256734" y="3430859"/>
              <a:ext cx="33076" cy="6526"/>
            </a:xfrm>
            <a:custGeom>
              <a:rect b="b" l="l" r="r" t="t"/>
              <a:pathLst>
                <a:path extrusionOk="0" h="426" w="2159">
                  <a:moveTo>
                    <a:pt x="262" y="0"/>
                  </a:moveTo>
                  <a:cubicBezTo>
                    <a:pt x="0" y="0"/>
                    <a:pt x="0" y="425"/>
                    <a:pt x="262" y="425"/>
                  </a:cubicBezTo>
                  <a:lnTo>
                    <a:pt x="1897" y="425"/>
                  </a:lnTo>
                  <a:cubicBezTo>
                    <a:pt x="2158" y="425"/>
                    <a:pt x="2158" y="0"/>
                    <a:pt x="1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28"/>
            <p:cNvSpPr/>
            <p:nvPr/>
          </p:nvSpPr>
          <p:spPr>
            <a:xfrm>
              <a:off x="4255509" y="3408187"/>
              <a:ext cx="26504" cy="7767"/>
            </a:xfrm>
            <a:custGeom>
              <a:rect b="b" l="l" r="r" t="t"/>
              <a:pathLst>
                <a:path extrusionOk="0" h="507" w="1730">
                  <a:moveTo>
                    <a:pt x="877" y="1"/>
                  </a:moveTo>
                  <a:cubicBezTo>
                    <a:pt x="669" y="1"/>
                    <a:pt x="456" y="25"/>
                    <a:pt x="244" y="74"/>
                  </a:cubicBezTo>
                  <a:cubicBezTo>
                    <a:pt x="1" y="135"/>
                    <a:pt x="68" y="506"/>
                    <a:pt x="315" y="506"/>
                  </a:cubicBezTo>
                  <a:cubicBezTo>
                    <a:pt x="334" y="506"/>
                    <a:pt x="354" y="504"/>
                    <a:pt x="375" y="499"/>
                  </a:cubicBezTo>
                  <a:cubicBezTo>
                    <a:pt x="538" y="450"/>
                    <a:pt x="710" y="426"/>
                    <a:pt x="882" y="426"/>
                  </a:cubicBezTo>
                  <a:cubicBezTo>
                    <a:pt x="1053" y="426"/>
                    <a:pt x="1225" y="450"/>
                    <a:pt x="1388" y="499"/>
                  </a:cubicBezTo>
                  <a:cubicBezTo>
                    <a:pt x="1407" y="504"/>
                    <a:pt x="1425" y="506"/>
                    <a:pt x="1442" y="506"/>
                  </a:cubicBezTo>
                  <a:cubicBezTo>
                    <a:pt x="1662" y="506"/>
                    <a:pt x="1729" y="135"/>
                    <a:pt x="1486" y="74"/>
                  </a:cubicBezTo>
                  <a:cubicBezTo>
                    <a:pt x="1290" y="25"/>
                    <a:pt x="1086" y="1"/>
                    <a:pt x="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28"/>
            <p:cNvSpPr/>
            <p:nvPr/>
          </p:nvSpPr>
          <p:spPr>
            <a:xfrm>
              <a:off x="4245873" y="3383247"/>
              <a:ext cx="26243" cy="8579"/>
            </a:xfrm>
            <a:custGeom>
              <a:rect b="b" l="l" r="r" t="t"/>
              <a:pathLst>
                <a:path extrusionOk="0" h="560" w="1713">
                  <a:moveTo>
                    <a:pt x="1394" y="0"/>
                  </a:moveTo>
                  <a:cubicBezTo>
                    <a:pt x="1384" y="0"/>
                    <a:pt x="1374" y="1"/>
                    <a:pt x="1363" y="2"/>
                  </a:cubicBezTo>
                  <a:lnTo>
                    <a:pt x="252" y="166"/>
                  </a:lnTo>
                  <a:cubicBezTo>
                    <a:pt x="0" y="197"/>
                    <a:pt x="81" y="560"/>
                    <a:pt x="319" y="560"/>
                  </a:cubicBezTo>
                  <a:cubicBezTo>
                    <a:pt x="329" y="560"/>
                    <a:pt x="339" y="559"/>
                    <a:pt x="350" y="558"/>
                  </a:cubicBezTo>
                  <a:lnTo>
                    <a:pt x="1461" y="394"/>
                  </a:lnTo>
                  <a:cubicBezTo>
                    <a:pt x="1713" y="363"/>
                    <a:pt x="1632" y="0"/>
                    <a:pt x="1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28"/>
            <p:cNvSpPr/>
            <p:nvPr/>
          </p:nvSpPr>
          <p:spPr>
            <a:xfrm>
              <a:off x="4555779" y="3221815"/>
              <a:ext cx="37779" cy="7813"/>
            </a:xfrm>
            <a:custGeom>
              <a:rect b="b" l="l" r="r" t="t"/>
              <a:pathLst>
                <a:path extrusionOk="0" h="510" w="2466">
                  <a:moveTo>
                    <a:pt x="1074" y="1"/>
                  </a:moveTo>
                  <a:cubicBezTo>
                    <a:pt x="804" y="1"/>
                    <a:pt x="533" y="17"/>
                    <a:pt x="262" y="44"/>
                  </a:cubicBezTo>
                  <a:cubicBezTo>
                    <a:pt x="11" y="75"/>
                    <a:pt x="1" y="438"/>
                    <a:pt x="232" y="438"/>
                  </a:cubicBezTo>
                  <a:cubicBezTo>
                    <a:pt x="241" y="438"/>
                    <a:pt x="251" y="438"/>
                    <a:pt x="262" y="436"/>
                  </a:cubicBezTo>
                  <a:lnTo>
                    <a:pt x="262" y="469"/>
                  </a:lnTo>
                  <a:cubicBezTo>
                    <a:pt x="541" y="440"/>
                    <a:pt x="820" y="423"/>
                    <a:pt x="1100" y="423"/>
                  </a:cubicBezTo>
                  <a:cubicBezTo>
                    <a:pt x="1442" y="423"/>
                    <a:pt x="1784" y="448"/>
                    <a:pt x="2126" y="502"/>
                  </a:cubicBezTo>
                  <a:cubicBezTo>
                    <a:pt x="2143" y="507"/>
                    <a:pt x="2160" y="509"/>
                    <a:pt x="2176" y="509"/>
                  </a:cubicBezTo>
                  <a:cubicBezTo>
                    <a:pt x="2372" y="509"/>
                    <a:pt x="2465" y="170"/>
                    <a:pt x="2224" y="109"/>
                  </a:cubicBezTo>
                  <a:cubicBezTo>
                    <a:pt x="1841" y="33"/>
                    <a:pt x="1458"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28"/>
            <p:cNvSpPr/>
            <p:nvPr/>
          </p:nvSpPr>
          <p:spPr>
            <a:xfrm>
              <a:off x="4568295" y="3242925"/>
              <a:ext cx="27561" cy="9897"/>
            </a:xfrm>
            <a:custGeom>
              <a:rect b="b" l="l" r="r" t="t"/>
              <a:pathLst>
                <a:path extrusionOk="0" h="646" w="1799">
                  <a:moveTo>
                    <a:pt x="437" y="0"/>
                  </a:moveTo>
                  <a:cubicBezTo>
                    <a:pt x="379" y="0"/>
                    <a:pt x="320" y="2"/>
                    <a:pt x="262" y="7"/>
                  </a:cubicBezTo>
                  <a:cubicBezTo>
                    <a:pt x="1" y="7"/>
                    <a:pt x="1" y="399"/>
                    <a:pt x="262" y="399"/>
                  </a:cubicBezTo>
                  <a:cubicBezTo>
                    <a:pt x="655" y="399"/>
                    <a:pt x="1014" y="464"/>
                    <a:pt x="1374" y="628"/>
                  </a:cubicBezTo>
                  <a:cubicBezTo>
                    <a:pt x="1403" y="640"/>
                    <a:pt x="1432" y="646"/>
                    <a:pt x="1460" y="646"/>
                  </a:cubicBezTo>
                  <a:cubicBezTo>
                    <a:pt x="1653" y="646"/>
                    <a:pt x="1799" y="382"/>
                    <a:pt x="1570" y="268"/>
                  </a:cubicBezTo>
                  <a:cubicBezTo>
                    <a:pt x="1228" y="97"/>
                    <a:pt x="835" y="0"/>
                    <a:pt x="4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28"/>
            <p:cNvSpPr/>
            <p:nvPr/>
          </p:nvSpPr>
          <p:spPr>
            <a:xfrm>
              <a:off x="4576307" y="3268569"/>
              <a:ext cx="18553" cy="7553"/>
            </a:xfrm>
            <a:custGeom>
              <a:rect b="b" l="l" r="r" t="t"/>
              <a:pathLst>
                <a:path extrusionOk="0" h="493" w="1211">
                  <a:moveTo>
                    <a:pt x="262" y="0"/>
                  </a:moveTo>
                  <a:cubicBezTo>
                    <a:pt x="1" y="0"/>
                    <a:pt x="1" y="393"/>
                    <a:pt x="262" y="425"/>
                  </a:cubicBezTo>
                  <a:lnTo>
                    <a:pt x="949" y="491"/>
                  </a:lnTo>
                  <a:cubicBezTo>
                    <a:pt x="959" y="492"/>
                    <a:pt x="968" y="492"/>
                    <a:pt x="977" y="492"/>
                  </a:cubicBezTo>
                  <a:cubicBezTo>
                    <a:pt x="1210" y="492"/>
                    <a:pt x="1201" y="97"/>
                    <a:pt x="949" y="66"/>
                  </a:cubicBezTo>
                  <a:lnTo>
                    <a:pt x="2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28"/>
            <p:cNvSpPr/>
            <p:nvPr/>
          </p:nvSpPr>
          <p:spPr>
            <a:xfrm>
              <a:off x="5014113" y="3135324"/>
              <a:ext cx="404264" cy="381223"/>
            </a:xfrm>
            <a:custGeom>
              <a:rect b="b" l="l" r="r" t="t"/>
              <a:pathLst>
                <a:path extrusionOk="0" h="24884" w="26388">
                  <a:moveTo>
                    <a:pt x="1929" y="0"/>
                  </a:moveTo>
                  <a:lnTo>
                    <a:pt x="1929" y="0"/>
                  </a:lnTo>
                  <a:cubicBezTo>
                    <a:pt x="1635" y="1145"/>
                    <a:pt x="2126" y="2420"/>
                    <a:pt x="1897" y="3499"/>
                  </a:cubicBezTo>
                  <a:cubicBezTo>
                    <a:pt x="1799" y="3859"/>
                    <a:pt x="1733" y="4219"/>
                    <a:pt x="1668" y="4644"/>
                  </a:cubicBezTo>
                  <a:cubicBezTo>
                    <a:pt x="1570" y="5036"/>
                    <a:pt x="1504" y="5428"/>
                    <a:pt x="1439" y="5821"/>
                  </a:cubicBezTo>
                  <a:cubicBezTo>
                    <a:pt x="1275" y="6802"/>
                    <a:pt x="1112" y="7717"/>
                    <a:pt x="981" y="8600"/>
                  </a:cubicBezTo>
                  <a:cubicBezTo>
                    <a:pt x="948" y="9025"/>
                    <a:pt x="883" y="9352"/>
                    <a:pt x="850" y="9843"/>
                  </a:cubicBezTo>
                  <a:cubicBezTo>
                    <a:pt x="785" y="10300"/>
                    <a:pt x="720" y="10758"/>
                    <a:pt x="687" y="11216"/>
                  </a:cubicBezTo>
                  <a:cubicBezTo>
                    <a:pt x="654" y="11772"/>
                    <a:pt x="589" y="12295"/>
                    <a:pt x="589" y="12785"/>
                  </a:cubicBezTo>
                  <a:cubicBezTo>
                    <a:pt x="556" y="13210"/>
                    <a:pt x="556" y="13603"/>
                    <a:pt x="556" y="14028"/>
                  </a:cubicBezTo>
                  <a:cubicBezTo>
                    <a:pt x="523" y="16251"/>
                    <a:pt x="752" y="17919"/>
                    <a:pt x="818" y="19390"/>
                  </a:cubicBezTo>
                  <a:cubicBezTo>
                    <a:pt x="850" y="20568"/>
                    <a:pt x="556" y="21777"/>
                    <a:pt x="0" y="22824"/>
                  </a:cubicBezTo>
                  <a:cubicBezTo>
                    <a:pt x="213" y="22922"/>
                    <a:pt x="487" y="22958"/>
                    <a:pt x="795" y="22958"/>
                  </a:cubicBezTo>
                  <a:cubicBezTo>
                    <a:pt x="1561" y="22958"/>
                    <a:pt x="2533" y="22739"/>
                    <a:pt x="3266" y="22739"/>
                  </a:cubicBezTo>
                  <a:cubicBezTo>
                    <a:pt x="3505" y="22739"/>
                    <a:pt x="3718" y="22762"/>
                    <a:pt x="3891" y="22824"/>
                  </a:cubicBezTo>
                  <a:cubicBezTo>
                    <a:pt x="6006" y="23521"/>
                    <a:pt x="7452" y="23550"/>
                    <a:pt x="9062" y="23550"/>
                  </a:cubicBezTo>
                  <a:cubicBezTo>
                    <a:pt x="9209" y="23550"/>
                    <a:pt x="9357" y="23550"/>
                    <a:pt x="9506" y="23550"/>
                  </a:cubicBezTo>
                  <a:cubicBezTo>
                    <a:pt x="10180" y="23550"/>
                    <a:pt x="10895" y="23555"/>
                    <a:pt x="11706" y="23609"/>
                  </a:cubicBezTo>
                  <a:cubicBezTo>
                    <a:pt x="14535" y="23785"/>
                    <a:pt x="17576" y="24520"/>
                    <a:pt x="19728" y="24520"/>
                  </a:cubicBezTo>
                  <a:cubicBezTo>
                    <a:pt x="19965" y="24520"/>
                    <a:pt x="20190" y="24511"/>
                    <a:pt x="20404" y="24491"/>
                  </a:cubicBezTo>
                  <a:cubicBezTo>
                    <a:pt x="20834" y="24448"/>
                    <a:pt x="21235" y="24430"/>
                    <a:pt x="21604" y="24430"/>
                  </a:cubicBezTo>
                  <a:cubicBezTo>
                    <a:pt x="23447" y="24430"/>
                    <a:pt x="24491" y="24884"/>
                    <a:pt x="24491" y="24884"/>
                  </a:cubicBezTo>
                  <a:cubicBezTo>
                    <a:pt x="24851" y="23935"/>
                    <a:pt x="24262" y="21908"/>
                    <a:pt x="24491" y="20829"/>
                  </a:cubicBezTo>
                  <a:cubicBezTo>
                    <a:pt x="24589" y="20404"/>
                    <a:pt x="24687" y="19946"/>
                    <a:pt x="24785" y="19521"/>
                  </a:cubicBezTo>
                  <a:cubicBezTo>
                    <a:pt x="24884" y="19096"/>
                    <a:pt x="24949" y="18671"/>
                    <a:pt x="25014" y="18279"/>
                  </a:cubicBezTo>
                  <a:cubicBezTo>
                    <a:pt x="25211" y="16971"/>
                    <a:pt x="25341" y="15630"/>
                    <a:pt x="25472" y="14322"/>
                  </a:cubicBezTo>
                  <a:cubicBezTo>
                    <a:pt x="25505" y="13995"/>
                    <a:pt x="25505" y="13636"/>
                    <a:pt x="25537" y="13309"/>
                  </a:cubicBezTo>
                  <a:lnTo>
                    <a:pt x="25537" y="13080"/>
                  </a:lnTo>
                  <a:cubicBezTo>
                    <a:pt x="25570" y="12458"/>
                    <a:pt x="25636" y="11870"/>
                    <a:pt x="25668" y="11281"/>
                  </a:cubicBezTo>
                  <a:cubicBezTo>
                    <a:pt x="25701" y="10889"/>
                    <a:pt x="25734" y="10464"/>
                    <a:pt x="25766" y="10071"/>
                  </a:cubicBezTo>
                  <a:cubicBezTo>
                    <a:pt x="25864" y="8731"/>
                    <a:pt x="25897" y="7390"/>
                    <a:pt x="25864" y="6082"/>
                  </a:cubicBezTo>
                  <a:cubicBezTo>
                    <a:pt x="25799" y="4709"/>
                    <a:pt x="25963" y="3368"/>
                    <a:pt x="26388" y="2093"/>
                  </a:cubicBezTo>
                  <a:cubicBezTo>
                    <a:pt x="25889" y="1865"/>
                    <a:pt x="25267" y="1830"/>
                    <a:pt x="24629" y="1830"/>
                  </a:cubicBezTo>
                  <a:cubicBezTo>
                    <a:pt x="24338" y="1830"/>
                    <a:pt x="24045" y="1837"/>
                    <a:pt x="23758" y="1837"/>
                  </a:cubicBezTo>
                  <a:cubicBezTo>
                    <a:pt x="23227" y="1837"/>
                    <a:pt x="22720" y="1812"/>
                    <a:pt x="22300" y="1668"/>
                  </a:cubicBezTo>
                  <a:cubicBezTo>
                    <a:pt x="19685" y="818"/>
                    <a:pt x="17428" y="1014"/>
                    <a:pt x="14943" y="785"/>
                  </a:cubicBezTo>
                  <a:cubicBezTo>
                    <a:pt x="12292" y="546"/>
                    <a:pt x="9937" y="325"/>
                    <a:pt x="7904" y="325"/>
                  </a:cubicBezTo>
                  <a:cubicBezTo>
                    <a:pt x="7155" y="325"/>
                    <a:pt x="6449" y="355"/>
                    <a:pt x="5788" y="426"/>
                  </a:cubicBezTo>
                  <a:cubicBezTo>
                    <a:pt x="5395" y="467"/>
                    <a:pt x="5030" y="485"/>
                    <a:pt x="4692" y="485"/>
                  </a:cubicBezTo>
                  <a:cubicBezTo>
                    <a:pt x="2922" y="485"/>
                    <a:pt x="1930" y="1"/>
                    <a:pt x="1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28"/>
            <p:cNvSpPr/>
            <p:nvPr/>
          </p:nvSpPr>
          <p:spPr>
            <a:xfrm>
              <a:off x="5036647" y="3205945"/>
              <a:ext cx="372720" cy="103946"/>
            </a:xfrm>
            <a:custGeom>
              <a:rect b="b" l="l" r="r" t="t"/>
              <a:pathLst>
                <a:path extrusionOk="0" h="6785" w="24329">
                  <a:moveTo>
                    <a:pt x="229" y="1"/>
                  </a:moveTo>
                  <a:cubicBezTo>
                    <a:pt x="131" y="426"/>
                    <a:pt x="66" y="818"/>
                    <a:pt x="1" y="1211"/>
                  </a:cubicBezTo>
                  <a:cubicBezTo>
                    <a:pt x="720" y="1276"/>
                    <a:pt x="1407" y="1538"/>
                    <a:pt x="2028" y="1897"/>
                  </a:cubicBezTo>
                  <a:cubicBezTo>
                    <a:pt x="3205" y="2617"/>
                    <a:pt x="3957" y="3859"/>
                    <a:pt x="5036" y="4677"/>
                  </a:cubicBezTo>
                  <a:cubicBezTo>
                    <a:pt x="5893" y="5342"/>
                    <a:pt x="6705" y="5612"/>
                    <a:pt x="7501" y="5612"/>
                  </a:cubicBezTo>
                  <a:cubicBezTo>
                    <a:pt x="8740" y="5612"/>
                    <a:pt x="9942" y="4957"/>
                    <a:pt x="11216" y="4121"/>
                  </a:cubicBezTo>
                  <a:cubicBezTo>
                    <a:pt x="12429" y="3312"/>
                    <a:pt x="13935" y="2523"/>
                    <a:pt x="15447" y="2523"/>
                  </a:cubicBezTo>
                  <a:cubicBezTo>
                    <a:pt x="15891" y="2523"/>
                    <a:pt x="16336" y="2591"/>
                    <a:pt x="16775" y="2748"/>
                  </a:cubicBezTo>
                  <a:cubicBezTo>
                    <a:pt x="18442" y="3303"/>
                    <a:pt x="19096" y="5069"/>
                    <a:pt x="20502" y="5985"/>
                  </a:cubicBezTo>
                  <a:cubicBezTo>
                    <a:pt x="21351" y="6509"/>
                    <a:pt x="22332" y="6785"/>
                    <a:pt x="23330" y="6785"/>
                  </a:cubicBezTo>
                  <a:cubicBezTo>
                    <a:pt x="23641" y="6785"/>
                    <a:pt x="23953" y="6758"/>
                    <a:pt x="24263" y="6704"/>
                  </a:cubicBezTo>
                  <a:cubicBezTo>
                    <a:pt x="24295" y="6279"/>
                    <a:pt x="24295" y="5854"/>
                    <a:pt x="24328" y="5461"/>
                  </a:cubicBezTo>
                  <a:lnTo>
                    <a:pt x="24328" y="5461"/>
                  </a:lnTo>
                  <a:cubicBezTo>
                    <a:pt x="24028" y="5504"/>
                    <a:pt x="23729" y="5528"/>
                    <a:pt x="23431" y="5528"/>
                  </a:cubicBezTo>
                  <a:cubicBezTo>
                    <a:pt x="22366" y="5528"/>
                    <a:pt x="21332" y="5219"/>
                    <a:pt x="20437" y="4350"/>
                  </a:cubicBezTo>
                  <a:cubicBezTo>
                    <a:pt x="19554" y="3467"/>
                    <a:pt x="18900" y="2421"/>
                    <a:pt x="17723" y="1832"/>
                  </a:cubicBezTo>
                  <a:cubicBezTo>
                    <a:pt x="17000" y="1486"/>
                    <a:pt x="16246" y="1338"/>
                    <a:pt x="15490" y="1338"/>
                  </a:cubicBezTo>
                  <a:cubicBezTo>
                    <a:pt x="13889" y="1338"/>
                    <a:pt x="12277" y="2001"/>
                    <a:pt x="10922" y="2846"/>
                  </a:cubicBezTo>
                  <a:cubicBezTo>
                    <a:pt x="9919" y="3441"/>
                    <a:pt x="8856" y="4487"/>
                    <a:pt x="7561" y="4487"/>
                  </a:cubicBezTo>
                  <a:cubicBezTo>
                    <a:pt x="7505" y="4487"/>
                    <a:pt x="7448" y="4485"/>
                    <a:pt x="7390" y="4481"/>
                  </a:cubicBezTo>
                  <a:cubicBezTo>
                    <a:pt x="6181" y="4350"/>
                    <a:pt x="5363" y="3336"/>
                    <a:pt x="4578" y="2551"/>
                  </a:cubicBezTo>
                  <a:cubicBezTo>
                    <a:pt x="3859" y="1734"/>
                    <a:pt x="3042" y="1080"/>
                    <a:pt x="2126" y="557"/>
                  </a:cubicBezTo>
                  <a:cubicBezTo>
                    <a:pt x="1505" y="262"/>
                    <a:pt x="883" y="99"/>
                    <a:pt x="2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28"/>
            <p:cNvSpPr/>
            <p:nvPr/>
          </p:nvSpPr>
          <p:spPr>
            <a:xfrm>
              <a:off x="5023120" y="3331178"/>
              <a:ext cx="374727" cy="104436"/>
            </a:xfrm>
            <a:custGeom>
              <a:rect b="b" l="l" r="r" t="t"/>
              <a:pathLst>
                <a:path extrusionOk="0" h="6817" w="24460">
                  <a:moveTo>
                    <a:pt x="33" y="0"/>
                  </a:moveTo>
                  <a:cubicBezTo>
                    <a:pt x="1" y="425"/>
                    <a:pt x="1" y="818"/>
                    <a:pt x="1" y="1243"/>
                  </a:cubicBezTo>
                  <a:cubicBezTo>
                    <a:pt x="785" y="1276"/>
                    <a:pt x="1538" y="1537"/>
                    <a:pt x="2224" y="1930"/>
                  </a:cubicBezTo>
                  <a:cubicBezTo>
                    <a:pt x="3401" y="2649"/>
                    <a:pt x="4121" y="3891"/>
                    <a:pt x="5200" y="4709"/>
                  </a:cubicBezTo>
                  <a:cubicBezTo>
                    <a:pt x="6056" y="5374"/>
                    <a:pt x="6868" y="5644"/>
                    <a:pt x="7664" y="5644"/>
                  </a:cubicBezTo>
                  <a:cubicBezTo>
                    <a:pt x="8904" y="5644"/>
                    <a:pt x="10105" y="4989"/>
                    <a:pt x="11380" y="4153"/>
                  </a:cubicBezTo>
                  <a:cubicBezTo>
                    <a:pt x="12618" y="3345"/>
                    <a:pt x="14129" y="2555"/>
                    <a:pt x="15643" y="2555"/>
                  </a:cubicBezTo>
                  <a:cubicBezTo>
                    <a:pt x="16088" y="2555"/>
                    <a:pt x="16533" y="2624"/>
                    <a:pt x="16971" y="2780"/>
                  </a:cubicBezTo>
                  <a:cubicBezTo>
                    <a:pt x="18639" y="3336"/>
                    <a:pt x="19293" y="5101"/>
                    <a:pt x="20666" y="6017"/>
                  </a:cubicBezTo>
                  <a:cubicBezTo>
                    <a:pt x="21536" y="6544"/>
                    <a:pt x="22512" y="6816"/>
                    <a:pt x="23509" y="6816"/>
                  </a:cubicBezTo>
                  <a:cubicBezTo>
                    <a:pt x="23749" y="6816"/>
                    <a:pt x="23989" y="6801"/>
                    <a:pt x="24230" y="6769"/>
                  </a:cubicBezTo>
                  <a:cubicBezTo>
                    <a:pt x="24296" y="6344"/>
                    <a:pt x="24394" y="5919"/>
                    <a:pt x="24459" y="5494"/>
                  </a:cubicBezTo>
                  <a:lnTo>
                    <a:pt x="24459" y="5494"/>
                  </a:lnTo>
                  <a:cubicBezTo>
                    <a:pt x="24186" y="5526"/>
                    <a:pt x="23916" y="5544"/>
                    <a:pt x="23649" y="5544"/>
                  </a:cubicBezTo>
                  <a:cubicBezTo>
                    <a:pt x="22573" y="5544"/>
                    <a:pt x="21550" y="5247"/>
                    <a:pt x="20633" y="4382"/>
                  </a:cubicBezTo>
                  <a:cubicBezTo>
                    <a:pt x="19750" y="3499"/>
                    <a:pt x="19097" y="2453"/>
                    <a:pt x="17919" y="1864"/>
                  </a:cubicBezTo>
                  <a:cubicBezTo>
                    <a:pt x="17193" y="1506"/>
                    <a:pt x="16436" y="1355"/>
                    <a:pt x="15676" y="1355"/>
                  </a:cubicBezTo>
                  <a:cubicBezTo>
                    <a:pt x="14078" y="1355"/>
                    <a:pt x="12470" y="2025"/>
                    <a:pt x="11118" y="2845"/>
                  </a:cubicBezTo>
                  <a:cubicBezTo>
                    <a:pt x="10129" y="3463"/>
                    <a:pt x="9081" y="4491"/>
                    <a:pt x="7810" y="4491"/>
                  </a:cubicBezTo>
                  <a:cubicBezTo>
                    <a:pt x="7736" y="4491"/>
                    <a:pt x="7662" y="4487"/>
                    <a:pt x="7587" y="4480"/>
                  </a:cubicBezTo>
                  <a:cubicBezTo>
                    <a:pt x="6377" y="4382"/>
                    <a:pt x="5559" y="3401"/>
                    <a:pt x="4775" y="2584"/>
                  </a:cubicBezTo>
                  <a:cubicBezTo>
                    <a:pt x="4055" y="1766"/>
                    <a:pt x="3238" y="1112"/>
                    <a:pt x="2322" y="589"/>
                  </a:cubicBezTo>
                  <a:cubicBezTo>
                    <a:pt x="1603" y="262"/>
                    <a:pt x="818" y="66"/>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28"/>
            <p:cNvSpPr/>
            <p:nvPr/>
          </p:nvSpPr>
          <p:spPr>
            <a:xfrm>
              <a:off x="5027134" y="3267558"/>
              <a:ext cx="378726" cy="89346"/>
            </a:xfrm>
            <a:custGeom>
              <a:rect b="b" l="l" r="r" t="t"/>
              <a:pathLst>
                <a:path extrusionOk="0" h="5832" w="24721">
                  <a:moveTo>
                    <a:pt x="164" y="1"/>
                  </a:moveTo>
                  <a:cubicBezTo>
                    <a:pt x="98" y="393"/>
                    <a:pt x="66" y="818"/>
                    <a:pt x="0" y="1211"/>
                  </a:cubicBezTo>
                  <a:cubicBezTo>
                    <a:pt x="1831" y="1734"/>
                    <a:pt x="3564" y="3499"/>
                    <a:pt x="5330" y="4415"/>
                  </a:cubicBezTo>
                  <a:cubicBezTo>
                    <a:pt x="6177" y="4859"/>
                    <a:pt x="6969" y="5065"/>
                    <a:pt x="7740" y="5065"/>
                  </a:cubicBezTo>
                  <a:cubicBezTo>
                    <a:pt x="8843" y="5065"/>
                    <a:pt x="9903" y="4643"/>
                    <a:pt x="11020" y="3892"/>
                  </a:cubicBezTo>
                  <a:cubicBezTo>
                    <a:pt x="12219" y="3092"/>
                    <a:pt x="13268" y="2564"/>
                    <a:pt x="14473" y="2564"/>
                  </a:cubicBezTo>
                  <a:cubicBezTo>
                    <a:pt x="15042" y="2564"/>
                    <a:pt x="15646" y="2682"/>
                    <a:pt x="16317" y="2944"/>
                  </a:cubicBezTo>
                  <a:cubicBezTo>
                    <a:pt x="17854" y="3565"/>
                    <a:pt x="19096" y="4677"/>
                    <a:pt x="20600" y="5298"/>
                  </a:cubicBezTo>
                  <a:cubicBezTo>
                    <a:pt x="21475" y="5657"/>
                    <a:pt x="22412" y="5831"/>
                    <a:pt x="23358" y="5831"/>
                  </a:cubicBezTo>
                  <a:cubicBezTo>
                    <a:pt x="23790" y="5831"/>
                    <a:pt x="24224" y="5795"/>
                    <a:pt x="24655" y="5723"/>
                  </a:cubicBezTo>
                  <a:cubicBezTo>
                    <a:pt x="24655" y="5363"/>
                    <a:pt x="24687" y="5036"/>
                    <a:pt x="24720" y="4709"/>
                  </a:cubicBezTo>
                  <a:lnTo>
                    <a:pt x="24720" y="4513"/>
                  </a:lnTo>
                  <a:cubicBezTo>
                    <a:pt x="24286" y="4597"/>
                    <a:pt x="23845" y="4639"/>
                    <a:pt x="23404" y="4639"/>
                  </a:cubicBezTo>
                  <a:cubicBezTo>
                    <a:pt x="22816" y="4639"/>
                    <a:pt x="22226" y="4564"/>
                    <a:pt x="21647" y="4415"/>
                  </a:cubicBezTo>
                  <a:cubicBezTo>
                    <a:pt x="20077" y="3925"/>
                    <a:pt x="18802" y="2813"/>
                    <a:pt x="17363" y="2093"/>
                  </a:cubicBezTo>
                  <a:cubicBezTo>
                    <a:pt x="16288" y="1563"/>
                    <a:pt x="15321" y="1307"/>
                    <a:pt x="14389" y="1307"/>
                  </a:cubicBezTo>
                  <a:cubicBezTo>
                    <a:pt x="13139" y="1307"/>
                    <a:pt x="11953" y="1769"/>
                    <a:pt x="10660" y="2649"/>
                  </a:cubicBezTo>
                  <a:cubicBezTo>
                    <a:pt x="9603" y="3372"/>
                    <a:pt x="8659" y="3771"/>
                    <a:pt x="7692" y="3771"/>
                  </a:cubicBezTo>
                  <a:cubicBezTo>
                    <a:pt x="6864" y="3771"/>
                    <a:pt x="6018" y="3479"/>
                    <a:pt x="5069" y="2845"/>
                  </a:cubicBezTo>
                  <a:cubicBezTo>
                    <a:pt x="3924" y="2093"/>
                    <a:pt x="2943" y="1080"/>
                    <a:pt x="1701" y="491"/>
                  </a:cubicBezTo>
                  <a:cubicBezTo>
                    <a:pt x="1210" y="262"/>
                    <a:pt x="687" y="99"/>
                    <a:pt x="1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28"/>
            <p:cNvSpPr/>
            <p:nvPr/>
          </p:nvSpPr>
          <p:spPr>
            <a:xfrm>
              <a:off x="5061204" y="3450360"/>
              <a:ext cx="274014" cy="28602"/>
            </a:xfrm>
            <a:custGeom>
              <a:rect b="b" l="l" r="r" t="t"/>
              <a:pathLst>
                <a:path extrusionOk="0" h="1867" w="17886">
                  <a:moveTo>
                    <a:pt x="233" y="1"/>
                  </a:moveTo>
                  <a:cubicBezTo>
                    <a:pt x="0" y="1"/>
                    <a:pt x="9" y="396"/>
                    <a:pt x="261" y="428"/>
                  </a:cubicBezTo>
                  <a:cubicBezTo>
                    <a:pt x="6016" y="1114"/>
                    <a:pt x="11804" y="1605"/>
                    <a:pt x="17624" y="1866"/>
                  </a:cubicBezTo>
                  <a:cubicBezTo>
                    <a:pt x="17886" y="1866"/>
                    <a:pt x="17886" y="1474"/>
                    <a:pt x="17624" y="1474"/>
                  </a:cubicBezTo>
                  <a:cubicBezTo>
                    <a:pt x="11837" y="1180"/>
                    <a:pt x="6016" y="689"/>
                    <a:pt x="261" y="3"/>
                  </a:cubicBezTo>
                  <a:cubicBezTo>
                    <a:pt x="252" y="1"/>
                    <a:pt x="242" y="1"/>
                    <a:pt x="2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28"/>
            <p:cNvSpPr/>
            <p:nvPr/>
          </p:nvSpPr>
          <p:spPr>
            <a:xfrm>
              <a:off x="5080735" y="3168888"/>
              <a:ext cx="286530" cy="31100"/>
            </a:xfrm>
            <a:custGeom>
              <a:rect b="b" l="l" r="r" t="t"/>
              <a:pathLst>
                <a:path extrusionOk="0" h="2030" w="18703">
                  <a:moveTo>
                    <a:pt x="262" y="0"/>
                  </a:moveTo>
                  <a:cubicBezTo>
                    <a:pt x="0" y="0"/>
                    <a:pt x="0" y="393"/>
                    <a:pt x="262" y="393"/>
                  </a:cubicBezTo>
                  <a:cubicBezTo>
                    <a:pt x="6343" y="785"/>
                    <a:pt x="12393" y="1308"/>
                    <a:pt x="18442" y="2028"/>
                  </a:cubicBezTo>
                  <a:cubicBezTo>
                    <a:pt x="18452" y="2029"/>
                    <a:pt x="18462" y="2029"/>
                    <a:pt x="18472" y="2029"/>
                  </a:cubicBezTo>
                  <a:cubicBezTo>
                    <a:pt x="18703" y="2029"/>
                    <a:pt x="18693" y="1667"/>
                    <a:pt x="18442" y="1635"/>
                  </a:cubicBezTo>
                  <a:cubicBezTo>
                    <a:pt x="12393" y="883"/>
                    <a:pt x="6343" y="360"/>
                    <a:pt x="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28"/>
            <p:cNvSpPr/>
            <p:nvPr/>
          </p:nvSpPr>
          <p:spPr>
            <a:xfrm>
              <a:off x="5050174" y="3426846"/>
              <a:ext cx="33581" cy="7032"/>
            </a:xfrm>
            <a:custGeom>
              <a:rect b="b" l="l" r="r" t="t"/>
              <a:pathLst>
                <a:path extrusionOk="0" h="459" w="2192">
                  <a:moveTo>
                    <a:pt x="1930" y="1"/>
                  </a:moveTo>
                  <a:lnTo>
                    <a:pt x="295" y="33"/>
                  </a:lnTo>
                  <a:cubicBezTo>
                    <a:pt x="0" y="33"/>
                    <a:pt x="0" y="459"/>
                    <a:pt x="295" y="459"/>
                  </a:cubicBezTo>
                  <a:lnTo>
                    <a:pt x="1930" y="426"/>
                  </a:lnTo>
                  <a:cubicBezTo>
                    <a:pt x="2191" y="426"/>
                    <a:pt x="2191" y="1"/>
                    <a:pt x="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28"/>
            <p:cNvSpPr/>
            <p:nvPr/>
          </p:nvSpPr>
          <p:spPr>
            <a:xfrm>
              <a:off x="5048994" y="3404679"/>
              <a:ext cx="26458" cy="7767"/>
            </a:xfrm>
            <a:custGeom>
              <a:rect b="b" l="l" r="r" t="t"/>
              <a:pathLst>
                <a:path extrusionOk="0" h="507" w="1727">
                  <a:moveTo>
                    <a:pt x="879" y="1"/>
                  </a:moveTo>
                  <a:cubicBezTo>
                    <a:pt x="674" y="1"/>
                    <a:pt x="470" y="25"/>
                    <a:pt x="274" y="74"/>
                  </a:cubicBezTo>
                  <a:cubicBezTo>
                    <a:pt x="0" y="135"/>
                    <a:pt x="94" y="506"/>
                    <a:pt x="318" y="506"/>
                  </a:cubicBezTo>
                  <a:cubicBezTo>
                    <a:pt x="335" y="506"/>
                    <a:pt x="353" y="504"/>
                    <a:pt x="372" y="500"/>
                  </a:cubicBezTo>
                  <a:cubicBezTo>
                    <a:pt x="535" y="450"/>
                    <a:pt x="707" y="426"/>
                    <a:pt x="879" y="426"/>
                  </a:cubicBezTo>
                  <a:cubicBezTo>
                    <a:pt x="1050" y="426"/>
                    <a:pt x="1222" y="450"/>
                    <a:pt x="1385" y="500"/>
                  </a:cubicBezTo>
                  <a:cubicBezTo>
                    <a:pt x="1404" y="504"/>
                    <a:pt x="1422" y="506"/>
                    <a:pt x="1439" y="506"/>
                  </a:cubicBezTo>
                  <a:cubicBezTo>
                    <a:pt x="1659" y="506"/>
                    <a:pt x="1726" y="135"/>
                    <a:pt x="1483" y="74"/>
                  </a:cubicBezTo>
                  <a:cubicBezTo>
                    <a:pt x="1287" y="25"/>
                    <a:pt x="1083" y="1"/>
                    <a:pt x="8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28"/>
            <p:cNvSpPr/>
            <p:nvPr/>
          </p:nvSpPr>
          <p:spPr>
            <a:xfrm>
              <a:off x="5038654" y="3379739"/>
              <a:ext cx="26902" cy="9054"/>
            </a:xfrm>
            <a:custGeom>
              <a:rect b="b" l="l" r="r" t="t"/>
              <a:pathLst>
                <a:path extrusionOk="0" h="591" w="1756">
                  <a:moveTo>
                    <a:pt x="1404" y="0"/>
                  </a:moveTo>
                  <a:cubicBezTo>
                    <a:pt x="1394" y="0"/>
                    <a:pt x="1384" y="1"/>
                    <a:pt x="1374" y="2"/>
                  </a:cubicBezTo>
                  <a:lnTo>
                    <a:pt x="262" y="166"/>
                  </a:lnTo>
                  <a:cubicBezTo>
                    <a:pt x="0" y="198"/>
                    <a:pt x="131" y="591"/>
                    <a:pt x="393" y="591"/>
                  </a:cubicBezTo>
                  <a:lnTo>
                    <a:pt x="1505" y="395"/>
                  </a:lnTo>
                  <a:cubicBezTo>
                    <a:pt x="1756" y="363"/>
                    <a:pt x="1645" y="0"/>
                    <a:pt x="14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28"/>
            <p:cNvSpPr/>
            <p:nvPr/>
          </p:nvSpPr>
          <p:spPr>
            <a:xfrm>
              <a:off x="5347212" y="3214554"/>
              <a:ext cx="37932" cy="7966"/>
            </a:xfrm>
            <a:custGeom>
              <a:rect b="b" l="l" r="r" t="t"/>
              <a:pathLst>
                <a:path extrusionOk="0" h="520" w="2476">
                  <a:moveTo>
                    <a:pt x="1084" y="1"/>
                  </a:moveTo>
                  <a:cubicBezTo>
                    <a:pt x="810" y="1"/>
                    <a:pt x="536" y="19"/>
                    <a:pt x="262" y="60"/>
                  </a:cubicBezTo>
                  <a:cubicBezTo>
                    <a:pt x="10" y="92"/>
                    <a:pt x="1" y="487"/>
                    <a:pt x="234" y="487"/>
                  </a:cubicBezTo>
                  <a:cubicBezTo>
                    <a:pt x="243" y="487"/>
                    <a:pt x="252" y="486"/>
                    <a:pt x="262" y="485"/>
                  </a:cubicBezTo>
                  <a:cubicBezTo>
                    <a:pt x="527" y="456"/>
                    <a:pt x="804" y="440"/>
                    <a:pt x="1084" y="440"/>
                  </a:cubicBezTo>
                  <a:cubicBezTo>
                    <a:pt x="1425" y="440"/>
                    <a:pt x="1769" y="464"/>
                    <a:pt x="2093" y="518"/>
                  </a:cubicBezTo>
                  <a:cubicBezTo>
                    <a:pt x="2104" y="519"/>
                    <a:pt x="2114" y="520"/>
                    <a:pt x="2124" y="520"/>
                  </a:cubicBezTo>
                  <a:cubicBezTo>
                    <a:pt x="2365" y="520"/>
                    <a:pt x="2475" y="156"/>
                    <a:pt x="2224" y="93"/>
                  </a:cubicBezTo>
                  <a:cubicBezTo>
                    <a:pt x="1844" y="36"/>
                    <a:pt x="1464" y="1"/>
                    <a:pt x="10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28"/>
            <p:cNvSpPr/>
            <p:nvPr/>
          </p:nvSpPr>
          <p:spPr>
            <a:xfrm>
              <a:off x="5359728" y="3235909"/>
              <a:ext cx="27545" cy="9560"/>
            </a:xfrm>
            <a:custGeom>
              <a:rect b="b" l="l" r="r" t="t"/>
              <a:pathLst>
                <a:path extrusionOk="0" h="624" w="1798">
                  <a:moveTo>
                    <a:pt x="437" y="1"/>
                  </a:moveTo>
                  <a:cubicBezTo>
                    <a:pt x="379" y="1"/>
                    <a:pt x="321" y="3"/>
                    <a:pt x="263" y="7"/>
                  </a:cubicBezTo>
                  <a:cubicBezTo>
                    <a:pt x="1" y="7"/>
                    <a:pt x="1" y="399"/>
                    <a:pt x="295" y="399"/>
                  </a:cubicBezTo>
                  <a:cubicBezTo>
                    <a:pt x="655" y="399"/>
                    <a:pt x="1047" y="465"/>
                    <a:pt x="1374" y="595"/>
                  </a:cubicBezTo>
                  <a:cubicBezTo>
                    <a:pt x="1414" y="615"/>
                    <a:pt x="1452" y="624"/>
                    <a:pt x="1487" y="624"/>
                  </a:cubicBezTo>
                  <a:cubicBezTo>
                    <a:pt x="1685" y="624"/>
                    <a:pt x="1798" y="352"/>
                    <a:pt x="1603" y="268"/>
                  </a:cubicBezTo>
                  <a:cubicBezTo>
                    <a:pt x="1232" y="97"/>
                    <a:pt x="836" y="1"/>
                    <a:pt x="4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28"/>
            <p:cNvSpPr/>
            <p:nvPr/>
          </p:nvSpPr>
          <p:spPr>
            <a:xfrm>
              <a:off x="5368245" y="3261553"/>
              <a:ext cx="18553" cy="7063"/>
            </a:xfrm>
            <a:custGeom>
              <a:rect b="b" l="l" r="r" t="t"/>
              <a:pathLst>
                <a:path extrusionOk="0" h="461" w="1211">
                  <a:moveTo>
                    <a:pt x="262" y="0"/>
                  </a:moveTo>
                  <a:cubicBezTo>
                    <a:pt x="1" y="0"/>
                    <a:pt x="1" y="425"/>
                    <a:pt x="262" y="425"/>
                  </a:cubicBezTo>
                  <a:lnTo>
                    <a:pt x="949" y="458"/>
                  </a:lnTo>
                  <a:cubicBezTo>
                    <a:pt x="960" y="459"/>
                    <a:pt x="970" y="460"/>
                    <a:pt x="979" y="460"/>
                  </a:cubicBezTo>
                  <a:cubicBezTo>
                    <a:pt x="1210" y="460"/>
                    <a:pt x="1200" y="97"/>
                    <a:pt x="949" y="66"/>
                  </a:cubicBezTo>
                  <a:lnTo>
                    <a:pt x="2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28"/>
            <p:cNvSpPr/>
            <p:nvPr/>
          </p:nvSpPr>
          <p:spPr>
            <a:xfrm>
              <a:off x="3960202" y="3652250"/>
              <a:ext cx="1625054" cy="278043"/>
            </a:xfrm>
            <a:custGeom>
              <a:rect b="b" l="l" r="r" t="t"/>
              <a:pathLst>
                <a:path extrusionOk="0" h="18149" w="106074">
                  <a:moveTo>
                    <a:pt x="0" y="1"/>
                  </a:moveTo>
                  <a:lnTo>
                    <a:pt x="0" y="17135"/>
                  </a:lnTo>
                  <a:cubicBezTo>
                    <a:pt x="0" y="17691"/>
                    <a:pt x="425" y="18148"/>
                    <a:pt x="981" y="18148"/>
                  </a:cubicBezTo>
                  <a:lnTo>
                    <a:pt x="105060" y="18148"/>
                  </a:lnTo>
                  <a:cubicBezTo>
                    <a:pt x="105615" y="18148"/>
                    <a:pt x="106073" y="17691"/>
                    <a:pt x="106073" y="17135"/>
                  </a:cubicBezTo>
                  <a:lnTo>
                    <a:pt x="1060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28"/>
            <p:cNvSpPr/>
            <p:nvPr/>
          </p:nvSpPr>
          <p:spPr>
            <a:xfrm>
              <a:off x="3960202" y="3652250"/>
              <a:ext cx="1625054" cy="134770"/>
            </a:xfrm>
            <a:custGeom>
              <a:rect b="b" l="l" r="r" t="t"/>
              <a:pathLst>
                <a:path extrusionOk="0" h="8797" w="106074">
                  <a:moveTo>
                    <a:pt x="0" y="1"/>
                  </a:moveTo>
                  <a:lnTo>
                    <a:pt x="0" y="8601"/>
                  </a:lnTo>
                  <a:cubicBezTo>
                    <a:pt x="0" y="8731"/>
                    <a:pt x="26518" y="8797"/>
                    <a:pt x="53037" y="8797"/>
                  </a:cubicBezTo>
                  <a:cubicBezTo>
                    <a:pt x="79555" y="8797"/>
                    <a:pt x="106073" y="8731"/>
                    <a:pt x="106073" y="8601"/>
                  </a:cubicBezTo>
                  <a:lnTo>
                    <a:pt x="1060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28"/>
            <p:cNvSpPr/>
            <p:nvPr/>
          </p:nvSpPr>
          <p:spPr>
            <a:xfrm>
              <a:off x="3917109" y="3497972"/>
              <a:ext cx="856128" cy="221435"/>
            </a:xfrm>
            <a:custGeom>
              <a:rect b="b" l="l" r="r" t="t"/>
              <a:pathLst>
                <a:path extrusionOk="0" h="14454" w="55883">
                  <a:moveTo>
                    <a:pt x="2061" y="1"/>
                  </a:moveTo>
                  <a:cubicBezTo>
                    <a:pt x="917" y="1"/>
                    <a:pt x="1" y="916"/>
                    <a:pt x="1" y="2061"/>
                  </a:cubicBezTo>
                  <a:lnTo>
                    <a:pt x="1" y="12393"/>
                  </a:lnTo>
                  <a:cubicBezTo>
                    <a:pt x="1" y="13538"/>
                    <a:pt x="917" y="14453"/>
                    <a:pt x="2061" y="14453"/>
                  </a:cubicBezTo>
                  <a:lnTo>
                    <a:pt x="53822" y="14453"/>
                  </a:lnTo>
                  <a:cubicBezTo>
                    <a:pt x="54967" y="14453"/>
                    <a:pt x="55882" y="13538"/>
                    <a:pt x="55882" y="12393"/>
                  </a:cubicBezTo>
                  <a:lnTo>
                    <a:pt x="55882" y="2061"/>
                  </a:lnTo>
                  <a:cubicBezTo>
                    <a:pt x="55882" y="916"/>
                    <a:pt x="54967" y="1"/>
                    <a:pt x="538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28"/>
            <p:cNvSpPr/>
            <p:nvPr/>
          </p:nvSpPr>
          <p:spPr>
            <a:xfrm>
              <a:off x="4773173" y="3497972"/>
              <a:ext cx="855607" cy="221435"/>
            </a:xfrm>
            <a:custGeom>
              <a:rect b="b" l="l" r="r" t="t"/>
              <a:pathLst>
                <a:path extrusionOk="0" h="14454" w="55849">
                  <a:moveTo>
                    <a:pt x="2028" y="1"/>
                  </a:moveTo>
                  <a:cubicBezTo>
                    <a:pt x="883" y="1"/>
                    <a:pt x="0" y="916"/>
                    <a:pt x="0" y="2061"/>
                  </a:cubicBezTo>
                  <a:lnTo>
                    <a:pt x="0" y="12393"/>
                  </a:lnTo>
                  <a:cubicBezTo>
                    <a:pt x="0" y="13538"/>
                    <a:pt x="883" y="14453"/>
                    <a:pt x="2028" y="14453"/>
                  </a:cubicBezTo>
                  <a:lnTo>
                    <a:pt x="53789" y="14453"/>
                  </a:lnTo>
                  <a:cubicBezTo>
                    <a:pt x="54933" y="14453"/>
                    <a:pt x="55849" y="13538"/>
                    <a:pt x="55849" y="12393"/>
                  </a:cubicBezTo>
                  <a:lnTo>
                    <a:pt x="55849" y="2061"/>
                  </a:lnTo>
                  <a:cubicBezTo>
                    <a:pt x="55849" y="916"/>
                    <a:pt x="54933" y="1"/>
                    <a:pt x="537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28"/>
            <p:cNvSpPr/>
            <p:nvPr/>
          </p:nvSpPr>
          <p:spPr>
            <a:xfrm>
              <a:off x="4764656" y="3552201"/>
              <a:ext cx="12532" cy="122116"/>
            </a:xfrm>
            <a:custGeom>
              <a:rect b="b" l="l" r="r" t="t"/>
              <a:pathLst>
                <a:path extrusionOk="0" h="7971" w="818">
                  <a:moveTo>
                    <a:pt x="409" y="0"/>
                  </a:moveTo>
                  <a:cubicBezTo>
                    <a:pt x="205" y="0"/>
                    <a:pt x="0" y="139"/>
                    <a:pt x="0" y="417"/>
                  </a:cubicBezTo>
                  <a:lnTo>
                    <a:pt x="0" y="7578"/>
                  </a:lnTo>
                  <a:cubicBezTo>
                    <a:pt x="0" y="7840"/>
                    <a:pt x="205" y="7971"/>
                    <a:pt x="409" y="7971"/>
                  </a:cubicBezTo>
                  <a:cubicBezTo>
                    <a:pt x="614" y="7971"/>
                    <a:pt x="818" y="7840"/>
                    <a:pt x="818" y="7578"/>
                  </a:cubicBezTo>
                  <a:lnTo>
                    <a:pt x="818" y="417"/>
                  </a:lnTo>
                  <a:cubicBezTo>
                    <a:pt x="818" y="139"/>
                    <a:pt x="614" y="0"/>
                    <a:pt x="4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28"/>
            <p:cNvSpPr/>
            <p:nvPr/>
          </p:nvSpPr>
          <p:spPr>
            <a:xfrm>
              <a:off x="4843794" y="3539548"/>
              <a:ext cx="708841" cy="12547"/>
            </a:xfrm>
            <a:custGeom>
              <a:rect b="b" l="l" r="r" t="t"/>
              <a:pathLst>
                <a:path extrusionOk="0" h="819" w="46269">
                  <a:moveTo>
                    <a:pt x="557" y="1"/>
                  </a:moveTo>
                  <a:cubicBezTo>
                    <a:pt x="1" y="1"/>
                    <a:pt x="1" y="818"/>
                    <a:pt x="557" y="818"/>
                  </a:cubicBezTo>
                  <a:lnTo>
                    <a:pt x="45713" y="818"/>
                  </a:lnTo>
                  <a:cubicBezTo>
                    <a:pt x="46269" y="818"/>
                    <a:pt x="46269" y="1"/>
                    <a:pt x="457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28"/>
            <p:cNvSpPr/>
            <p:nvPr/>
          </p:nvSpPr>
          <p:spPr>
            <a:xfrm>
              <a:off x="3951684" y="3543056"/>
              <a:ext cx="755429" cy="12547"/>
            </a:xfrm>
            <a:custGeom>
              <a:rect b="b" l="l" r="r" t="t"/>
              <a:pathLst>
                <a:path extrusionOk="0" h="819" w="49310">
                  <a:moveTo>
                    <a:pt x="556" y="1"/>
                  </a:moveTo>
                  <a:cubicBezTo>
                    <a:pt x="0" y="1"/>
                    <a:pt x="0" y="818"/>
                    <a:pt x="556" y="818"/>
                  </a:cubicBezTo>
                  <a:lnTo>
                    <a:pt x="48786" y="818"/>
                  </a:lnTo>
                  <a:cubicBezTo>
                    <a:pt x="49309" y="818"/>
                    <a:pt x="49309" y="1"/>
                    <a:pt x="487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28"/>
            <p:cNvSpPr/>
            <p:nvPr/>
          </p:nvSpPr>
          <p:spPr>
            <a:xfrm>
              <a:off x="3958195" y="3605665"/>
              <a:ext cx="126252" cy="12547"/>
            </a:xfrm>
            <a:custGeom>
              <a:rect b="b" l="l" r="r" t="t"/>
              <a:pathLst>
                <a:path extrusionOk="0" h="819" w="8241">
                  <a:moveTo>
                    <a:pt x="523" y="1"/>
                  </a:moveTo>
                  <a:cubicBezTo>
                    <a:pt x="0" y="1"/>
                    <a:pt x="0" y="818"/>
                    <a:pt x="523" y="818"/>
                  </a:cubicBezTo>
                  <a:lnTo>
                    <a:pt x="7684" y="818"/>
                  </a:lnTo>
                  <a:cubicBezTo>
                    <a:pt x="8240" y="818"/>
                    <a:pt x="8240" y="1"/>
                    <a:pt x="76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28"/>
            <p:cNvSpPr/>
            <p:nvPr/>
          </p:nvSpPr>
          <p:spPr>
            <a:xfrm>
              <a:off x="4834787" y="3633729"/>
              <a:ext cx="72647" cy="12532"/>
            </a:xfrm>
            <a:custGeom>
              <a:rect b="b" l="l" r="r" t="t"/>
              <a:pathLst>
                <a:path extrusionOk="0" h="818" w="4742">
                  <a:moveTo>
                    <a:pt x="523" y="0"/>
                  </a:moveTo>
                  <a:cubicBezTo>
                    <a:pt x="0" y="0"/>
                    <a:pt x="0" y="818"/>
                    <a:pt x="523" y="818"/>
                  </a:cubicBezTo>
                  <a:lnTo>
                    <a:pt x="4218" y="818"/>
                  </a:lnTo>
                  <a:cubicBezTo>
                    <a:pt x="4741" y="818"/>
                    <a:pt x="4741" y="0"/>
                    <a:pt x="4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28"/>
            <p:cNvSpPr/>
            <p:nvPr/>
          </p:nvSpPr>
          <p:spPr>
            <a:xfrm>
              <a:off x="3960202" y="3337183"/>
              <a:ext cx="180347" cy="160814"/>
            </a:xfrm>
            <a:custGeom>
              <a:rect b="b" l="l" r="r" t="t"/>
              <a:pathLst>
                <a:path extrusionOk="0" h="10497" w="11772">
                  <a:moveTo>
                    <a:pt x="2060" y="1"/>
                  </a:moveTo>
                  <a:cubicBezTo>
                    <a:pt x="916" y="1"/>
                    <a:pt x="0" y="786"/>
                    <a:pt x="0" y="1734"/>
                  </a:cubicBezTo>
                  <a:lnTo>
                    <a:pt x="0" y="10497"/>
                  </a:lnTo>
                  <a:lnTo>
                    <a:pt x="11771" y="10497"/>
                  </a:lnTo>
                  <a:lnTo>
                    <a:pt x="11771" y="1734"/>
                  </a:lnTo>
                  <a:cubicBezTo>
                    <a:pt x="11771" y="786"/>
                    <a:pt x="10856" y="1"/>
                    <a:pt x="97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28"/>
            <p:cNvSpPr/>
            <p:nvPr/>
          </p:nvSpPr>
          <p:spPr>
            <a:xfrm>
              <a:off x="5405317" y="3337183"/>
              <a:ext cx="179857" cy="160814"/>
            </a:xfrm>
            <a:custGeom>
              <a:rect b="b" l="l" r="r" t="t"/>
              <a:pathLst>
                <a:path extrusionOk="0" h="10497" w="11740">
                  <a:moveTo>
                    <a:pt x="2060" y="1"/>
                  </a:moveTo>
                  <a:cubicBezTo>
                    <a:pt x="916" y="1"/>
                    <a:pt x="0" y="786"/>
                    <a:pt x="0" y="1734"/>
                  </a:cubicBezTo>
                  <a:lnTo>
                    <a:pt x="0" y="10497"/>
                  </a:lnTo>
                  <a:lnTo>
                    <a:pt x="11739" y="10497"/>
                  </a:lnTo>
                  <a:lnTo>
                    <a:pt x="11739" y="1734"/>
                  </a:lnTo>
                  <a:cubicBezTo>
                    <a:pt x="11739" y="786"/>
                    <a:pt x="10791" y="1"/>
                    <a:pt x="96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28"/>
            <p:cNvSpPr/>
            <p:nvPr/>
          </p:nvSpPr>
          <p:spPr>
            <a:xfrm>
              <a:off x="4021310" y="3930261"/>
              <a:ext cx="57619" cy="116738"/>
            </a:xfrm>
            <a:custGeom>
              <a:rect b="b" l="l" r="r" t="t"/>
              <a:pathLst>
                <a:path extrusionOk="0" h="7620" w="3761">
                  <a:moveTo>
                    <a:pt x="0" y="0"/>
                  </a:moveTo>
                  <a:lnTo>
                    <a:pt x="818" y="7619"/>
                  </a:lnTo>
                  <a:lnTo>
                    <a:pt x="2943" y="7619"/>
                  </a:lnTo>
                  <a:lnTo>
                    <a:pt x="37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28"/>
            <p:cNvSpPr/>
            <p:nvPr/>
          </p:nvSpPr>
          <p:spPr>
            <a:xfrm>
              <a:off x="5455916" y="3930261"/>
              <a:ext cx="58124" cy="116738"/>
            </a:xfrm>
            <a:custGeom>
              <a:rect b="b" l="l" r="r" t="t"/>
              <a:pathLst>
                <a:path extrusionOk="0" h="7620" w="3794">
                  <a:moveTo>
                    <a:pt x="0" y="0"/>
                  </a:moveTo>
                  <a:lnTo>
                    <a:pt x="817" y="7619"/>
                  </a:lnTo>
                  <a:lnTo>
                    <a:pt x="2976" y="7619"/>
                  </a:lnTo>
                  <a:lnTo>
                    <a:pt x="3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128"/>
          <p:cNvGrpSpPr/>
          <p:nvPr/>
        </p:nvGrpSpPr>
        <p:grpSpPr>
          <a:xfrm>
            <a:off x="1396212" y="2917436"/>
            <a:ext cx="717849" cy="948251"/>
            <a:chOff x="2496537" y="3143336"/>
            <a:chExt cx="717849" cy="948251"/>
          </a:xfrm>
        </p:grpSpPr>
        <p:sp>
          <p:nvSpPr>
            <p:cNvPr id="12096" name="Google Shape;12096;p128"/>
            <p:cNvSpPr/>
            <p:nvPr/>
          </p:nvSpPr>
          <p:spPr>
            <a:xfrm>
              <a:off x="2496537" y="4020440"/>
              <a:ext cx="717849" cy="71146"/>
            </a:xfrm>
            <a:custGeom>
              <a:rect b="b" l="l" r="r" t="t"/>
              <a:pathLst>
                <a:path extrusionOk="0" h="4644" w="46857">
                  <a:moveTo>
                    <a:pt x="23445" y="0"/>
                  </a:moveTo>
                  <a:cubicBezTo>
                    <a:pt x="10496" y="0"/>
                    <a:pt x="0" y="1046"/>
                    <a:pt x="0" y="2322"/>
                  </a:cubicBezTo>
                  <a:cubicBezTo>
                    <a:pt x="0" y="3597"/>
                    <a:pt x="10496" y="4643"/>
                    <a:pt x="23445" y="4643"/>
                  </a:cubicBezTo>
                  <a:cubicBezTo>
                    <a:pt x="36360" y="4643"/>
                    <a:pt x="46857" y="3597"/>
                    <a:pt x="46857" y="2322"/>
                  </a:cubicBezTo>
                  <a:cubicBezTo>
                    <a:pt x="46857" y="1046"/>
                    <a:pt x="36360" y="0"/>
                    <a:pt x="23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7" name="Google Shape;12097;p128"/>
            <p:cNvGrpSpPr/>
            <p:nvPr/>
          </p:nvGrpSpPr>
          <p:grpSpPr>
            <a:xfrm>
              <a:off x="2575183" y="3143336"/>
              <a:ext cx="560559" cy="903697"/>
              <a:chOff x="2575183" y="3143336"/>
              <a:chExt cx="560559" cy="903697"/>
            </a:xfrm>
          </p:grpSpPr>
          <p:sp>
            <p:nvSpPr>
              <p:cNvPr id="12098" name="Google Shape;12098;p128"/>
              <p:cNvSpPr/>
              <p:nvPr/>
            </p:nvSpPr>
            <p:spPr>
              <a:xfrm>
                <a:off x="2603233" y="3387782"/>
                <a:ext cx="34577" cy="659250"/>
              </a:xfrm>
              <a:custGeom>
                <a:rect b="b" l="l" r="r" t="t"/>
                <a:pathLst>
                  <a:path extrusionOk="0" h="43032" w="2257">
                    <a:moveTo>
                      <a:pt x="0" y="0"/>
                    </a:moveTo>
                    <a:lnTo>
                      <a:pt x="0" y="43031"/>
                    </a:lnTo>
                    <a:lnTo>
                      <a:pt x="2257" y="43031"/>
                    </a:lnTo>
                    <a:lnTo>
                      <a:pt x="22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28"/>
              <p:cNvSpPr/>
              <p:nvPr/>
            </p:nvSpPr>
            <p:spPr>
              <a:xfrm>
                <a:off x="3073086" y="3387782"/>
                <a:ext cx="34577" cy="659250"/>
              </a:xfrm>
              <a:custGeom>
                <a:rect b="b" l="l" r="r" t="t"/>
                <a:pathLst>
                  <a:path extrusionOk="0" h="43032" w="2257">
                    <a:moveTo>
                      <a:pt x="0" y="0"/>
                    </a:moveTo>
                    <a:lnTo>
                      <a:pt x="0" y="43031"/>
                    </a:lnTo>
                    <a:lnTo>
                      <a:pt x="2257" y="43031"/>
                    </a:lnTo>
                    <a:lnTo>
                      <a:pt x="22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28"/>
              <p:cNvSpPr/>
              <p:nvPr/>
            </p:nvSpPr>
            <p:spPr>
              <a:xfrm>
                <a:off x="2575183" y="3560596"/>
                <a:ext cx="560559" cy="110718"/>
              </a:xfrm>
              <a:custGeom>
                <a:rect b="b" l="l" r="r" t="t"/>
                <a:pathLst>
                  <a:path extrusionOk="0" h="7227" w="36590">
                    <a:moveTo>
                      <a:pt x="1210" y="0"/>
                    </a:moveTo>
                    <a:cubicBezTo>
                      <a:pt x="524" y="0"/>
                      <a:pt x="0" y="523"/>
                      <a:pt x="0" y="1210"/>
                    </a:cubicBezTo>
                    <a:lnTo>
                      <a:pt x="0" y="6017"/>
                    </a:lnTo>
                    <a:cubicBezTo>
                      <a:pt x="0" y="6703"/>
                      <a:pt x="524" y="7226"/>
                      <a:pt x="1210" y="7226"/>
                    </a:cubicBezTo>
                    <a:lnTo>
                      <a:pt x="35380" y="7226"/>
                    </a:lnTo>
                    <a:cubicBezTo>
                      <a:pt x="36067" y="7226"/>
                      <a:pt x="36590" y="6703"/>
                      <a:pt x="36590" y="6017"/>
                    </a:cubicBezTo>
                    <a:lnTo>
                      <a:pt x="36590" y="1210"/>
                    </a:lnTo>
                    <a:cubicBezTo>
                      <a:pt x="36590" y="523"/>
                      <a:pt x="36067" y="0"/>
                      <a:pt x="353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28"/>
              <p:cNvSpPr/>
              <p:nvPr/>
            </p:nvSpPr>
            <p:spPr>
              <a:xfrm>
                <a:off x="2637793" y="3143336"/>
                <a:ext cx="435333" cy="417301"/>
              </a:xfrm>
              <a:custGeom>
                <a:rect b="b" l="l" r="r" t="t"/>
                <a:pathLst>
                  <a:path extrusionOk="0" h="27239" w="28416">
                    <a:moveTo>
                      <a:pt x="4905" y="1"/>
                    </a:moveTo>
                    <a:cubicBezTo>
                      <a:pt x="2191" y="1"/>
                      <a:pt x="1" y="2191"/>
                      <a:pt x="1" y="4905"/>
                    </a:cubicBezTo>
                    <a:lnTo>
                      <a:pt x="1" y="27238"/>
                    </a:lnTo>
                    <a:lnTo>
                      <a:pt x="28415" y="27238"/>
                    </a:lnTo>
                    <a:lnTo>
                      <a:pt x="28415" y="4905"/>
                    </a:lnTo>
                    <a:cubicBezTo>
                      <a:pt x="28415" y="2191"/>
                      <a:pt x="26225" y="1"/>
                      <a:pt x="235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28"/>
              <p:cNvSpPr/>
              <p:nvPr/>
            </p:nvSpPr>
            <p:spPr>
              <a:xfrm>
                <a:off x="2637793" y="3822568"/>
                <a:ext cx="435333" cy="16546"/>
              </a:xfrm>
              <a:custGeom>
                <a:rect b="b" l="l" r="r" t="t"/>
                <a:pathLst>
                  <a:path extrusionOk="0" h="1080" w="28416">
                    <a:moveTo>
                      <a:pt x="1" y="0"/>
                    </a:moveTo>
                    <a:lnTo>
                      <a:pt x="1" y="1079"/>
                    </a:lnTo>
                    <a:lnTo>
                      <a:pt x="28415" y="1079"/>
                    </a:lnTo>
                    <a:lnTo>
                      <a:pt x="284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28"/>
              <p:cNvSpPr/>
              <p:nvPr/>
            </p:nvSpPr>
            <p:spPr>
              <a:xfrm>
                <a:off x="2698411" y="3237012"/>
                <a:ext cx="185862" cy="12532"/>
              </a:xfrm>
              <a:custGeom>
                <a:rect b="b" l="l" r="r" t="t"/>
                <a:pathLst>
                  <a:path extrusionOk="0" h="818" w="12132">
                    <a:moveTo>
                      <a:pt x="556" y="0"/>
                    </a:moveTo>
                    <a:cubicBezTo>
                      <a:pt x="0" y="0"/>
                      <a:pt x="0" y="818"/>
                      <a:pt x="556" y="818"/>
                    </a:cubicBezTo>
                    <a:lnTo>
                      <a:pt x="11575" y="818"/>
                    </a:lnTo>
                    <a:cubicBezTo>
                      <a:pt x="12131" y="818"/>
                      <a:pt x="12131" y="0"/>
                      <a:pt x="11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28"/>
              <p:cNvSpPr/>
              <p:nvPr/>
            </p:nvSpPr>
            <p:spPr>
              <a:xfrm>
                <a:off x="2704416" y="3309134"/>
                <a:ext cx="107715" cy="12547"/>
              </a:xfrm>
              <a:custGeom>
                <a:rect b="b" l="l" r="r" t="t"/>
                <a:pathLst>
                  <a:path extrusionOk="0" h="819" w="7031">
                    <a:moveTo>
                      <a:pt x="556" y="1"/>
                    </a:moveTo>
                    <a:cubicBezTo>
                      <a:pt x="1" y="1"/>
                      <a:pt x="1" y="818"/>
                      <a:pt x="556" y="818"/>
                    </a:cubicBezTo>
                    <a:lnTo>
                      <a:pt x="6507" y="818"/>
                    </a:lnTo>
                    <a:cubicBezTo>
                      <a:pt x="7031" y="818"/>
                      <a:pt x="7031" y="1"/>
                      <a:pt x="6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28"/>
              <p:cNvSpPr/>
              <p:nvPr/>
            </p:nvSpPr>
            <p:spPr>
              <a:xfrm>
                <a:off x="2713929" y="3374761"/>
                <a:ext cx="51123" cy="12532"/>
              </a:xfrm>
              <a:custGeom>
                <a:rect b="b" l="l" r="r" t="t"/>
                <a:pathLst>
                  <a:path extrusionOk="0" h="818" w="3337">
                    <a:moveTo>
                      <a:pt x="557" y="0"/>
                    </a:moveTo>
                    <a:cubicBezTo>
                      <a:pt x="1" y="0"/>
                      <a:pt x="1" y="818"/>
                      <a:pt x="557" y="818"/>
                    </a:cubicBezTo>
                    <a:lnTo>
                      <a:pt x="2813" y="818"/>
                    </a:lnTo>
                    <a:cubicBezTo>
                      <a:pt x="3336" y="818"/>
                      <a:pt x="3336" y="0"/>
                      <a:pt x="28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28"/>
              <p:cNvSpPr/>
              <p:nvPr/>
            </p:nvSpPr>
            <p:spPr>
              <a:xfrm>
                <a:off x="2723457" y="3434367"/>
                <a:ext cx="23057" cy="12532"/>
              </a:xfrm>
              <a:custGeom>
                <a:rect b="b" l="l" r="r" t="t"/>
                <a:pathLst>
                  <a:path extrusionOk="0" h="818" w="1505">
                    <a:moveTo>
                      <a:pt x="556" y="0"/>
                    </a:moveTo>
                    <a:cubicBezTo>
                      <a:pt x="0" y="0"/>
                      <a:pt x="0" y="818"/>
                      <a:pt x="556" y="818"/>
                    </a:cubicBezTo>
                    <a:lnTo>
                      <a:pt x="948" y="818"/>
                    </a:lnTo>
                    <a:cubicBezTo>
                      <a:pt x="1504" y="818"/>
                      <a:pt x="1504" y="0"/>
                      <a:pt x="9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28"/>
              <p:cNvSpPr/>
              <p:nvPr/>
            </p:nvSpPr>
            <p:spPr>
              <a:xfrm>
                <a:off x="2591713" y="3628720"/>
                <a:ext cx="527498" cy="12532"/>
              </a:xfrm>
              <a:custGeom>
                <a:rect b="b" l="l" r="r" t="t"/>
                <a:pathLst>
                  <a:path extrusionOk="0" h="818" w="34432">
                    <a:moveTo>
                      <a:pt x="556" y="0"/>
                    </a:moveTo>
                    <a:cubicBezTo>
                      <a:pt x="0" y="0"/>
                      <a:pt x="0" y="818"/>
                      <a:pt x="556" y="818"/>
                    </a:cubicBezTo>
                    <a:lnTo>
                      <a:pt x="33876" y="818"/>
                    </a:lnTo>
                    <a:cubicBezTo>
                      <a:pt x="34432" y="818"/>
                      <a:pt x="34432" y="0"/>
                      <a:pt x="338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8" name="Google Shape;12108;p128"/>
          <p:cNvGrpSpPr/>
          <p:nvPr/>
        </p:nvGrpSpPr>
        <p:grpSpPr>
          <a:xfrm>
            <a:off x="2380967" y="2871723"/>
            <a:ext cx="548027" cy="1039663"/>
            <a:chOff x="3258417" y="2987786"/>
            <a:chExt cx="548027" cy="1039663"/>
          </a:xfrm>
        </p:grpSpPr>
        <p:sp>
          <p:nvSpPr>
            <p:cNvPr id="12109" name="Google Shape;12109;p128"/>
            <p:cNvSpPr/>
            <p:nvPr/>
          </p:nvSpPr>
          <p:spPr>
            <a:xfrm>
              <a:off x="3327047" y="3956303"/>
              <a:ext cx="432821" cy="71146"/>
            </a:xfrm>
            <a:custGeom>
              <a:rect b="b" l="l" r="r" t="t"/>
              <a:pathLst>
                <a:path extrusionOk="0" h="4644" w="28252">
                  <a:moveTo>
                    <a:pt x="14126" y="1"/>
                  </a:moveTo>
                  <a:cubicBezTo>
                    <a:pt x="6344" y="1"/>
                    <a:pt x="0" y="1047"/>
                    <a:pt x="0" y="2322"/>
                  </a:cubicBezTo>
                  <a:cubicBezTo>
                    <a:pt x="0" y="3597"/>
                    <a:pt x="6344" y="4644"/>
                    <a:pt x="14126" y="4644"/>
                  </a:cubicBezTo>
                  <a:cubicBezTo>
                    <a:pt x="21908" y="4644"/>
                    <a:pt x="28252" y="3597"/>
                    <a:pt x="28252" y="2322"/>
                  </a:cubicBezTo>
                  <a:cubicBezTo>
                    <a:pt x="28252" y="1047"/>
                    <a:pt x="21908" y="1"/>
                    <a:pt x="14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28"/>
            <p:cNvSpPr/>
            <p:nvPr/>
          </p:nvSpPr>
          <p:spPr>
            <a:xfrm>
              <a:off x="3391647" y="3344720"/>
              <a:ext cx="143794" cy="409764"/>
            </a:xfrm>
            <a:custGeom>
              <a:rect b="b" l="l" r="r" t="t"/>
              <a:pathLst>
                <a:path extrusionOk="0" h="26747" w="9386">
                  <a:moveTo>
                    <a:pt x="890" y="1"/>
                  </a:moveTo>
                  <a:cubicBezTo>
                    <a:pt x="420" y="1"/>
                    <a:pt x="0" y="619"/>
                    <a:pt x="427" y="1046"/>
                  </a:cubicBezTo>
                  <a:cubicBezTo>
                    <a:pt x="3533" y="4250"/>
                    <a:pt x="5102" y="8762"/>
                    <a:pt x="6214" y="13013"/>
                  </a:cubicBezTo>
                  <a:cubicBezTo>
                    <a:pt x="7359" y="17297"/>
                    <a:pt x="8013" y="21711"/>
                    <a:pt x="8143" y="26158"/>
                  </a:cubicBezTo>
                  <a:cubicBezTo>
                    <a:pt x="8160" y="26550"/>
                    <a:pt x="8470" y="26746"/>
                    <a:pt x="8777" y="26746"/>
                  </a:cubicBezTo>
                  <a:cubicBezTo>
                    <a:pt x="9083" y="26746"/>
                    <a:pt x="9386" y="26550"/>
                    <a:pt x="9386" y="26158"/>
                  </a:cubicBezTo>
                  <a:cubicBezTo>
                    <a:pt x="9222" y="21417"/>
                    <a:pt x="8503" y="16675"/>
                    <a:pt x="7261" y="12098"/>
                  </a:cubicBezTo>
                  <a:cubicBezTo>
                    <a:pt x="6083" y="7847"/>
                    <a:pt x="4448" y="3400"/>
                    <a:pt x="1309" y="195"/>
                  </a:cubicBezTo>
                  <a:cubicBezTo>
                    <a:pt x="1180" y="58"/>
                    <a:pt x="1032" y="1"/>
                    <a:pt x="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28"/>
            <p:cNvSpPr/>
            <p:nvPr/>
          </p:nvSpPr>
          <p:spPr>
            <a:xfrm>
              <a:off x="3538435" y="3384289"/>
              <a:ext cx="146107" cy="361200"/>
            </a:xfrm>
            <a:custGeom>
              <a:rect b="b" l="l" r="r" t="t"/>
              <a:pathLst>
                <a:path extrusionOk="0" h="23577" w="9537">
                  <a:moveTo>
                    <a:pt x="8657" y="0"/>
                  </a:moveTo>
                  <a:cubicBezTo>
                    <a:pt x="8556" y="0"/>
                    <a:pt x="8448" y="30"/>
                    <a:pt x="8338" y="98"/>
                  </a:cubicBezTo>
                  <a:cubicBezTo>
                    <a:pt x="5461" y="1896"/>
                    <a:pt x="3237" y="4544"/>
                    <a:pt x="1962" y="7683"/>
                  </a:cubicBezTo>
                  <a:cubicBezTo>
                    <a:pt x="0" y="12588"/>
                    <a:pt x="1243" y="17722"/>
                    <a:pt x="523" y="22823"/>
                  </a:cubicBezTo>
                  <a:cubicBezTo>
                    <a:pt x="464" y="23277"/>
                    <a:pt x="870" y="23576"/>
                    <a:pt x="1222" y="23576"/>
                  </a:cubicBezTo>
                  <a:cubicBezTo>
                    <a:pt x="1454" y="23576"/>
                    <a:pt x="1662" y="23448"/>
                    <a:pt x="1700" y="23150"/>
                  </a:cubicBezTo>
                  <a:lnTo>
                    <a:pt x="1700" y="23117"/>
                  </a:lnTo>
                  <a:cubicBezTo>
                    <a:pt x="2322" y="18637"/>
                    <a:pt x="1341" y="14027"/>
                    <a:pt x="2583" y="9645"/>
                  </a:cubicBezTo>
                  <a:cubicBezTo>
                    <a:pt x="3597" y="6114"/>
                    <a:pt x="5886" y="3106"/>
                    <a:pt x="8959" y="1177"/>
                  </a:cubicBezTo>
                  <a:cubicBezTo>
                    <a:pt x="9537" y="819"/>
                    <a:pt x="9190" y="0"/>
                    <a:pt x="86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28"/>
            <p:cNvSpPr/>
            <p:nvPr/>
          </p:nvSpPr>
          <p:spPr>
            <a:xfrm>
              <a:off x="3516897" y="3142125"/>
              <a:ext cx="152587" cy="592838"/>
            </a:xfrm>
            <a:custGeom>
              <a:rect b="b" l="l" r="r" t="t"/>
              <a:pathLst>
                <a:path extrusionOk="0" h="38697" w="9960">
                  <a:moveTo>
                    <a:pt x="9214" y="0"/>
                  </a:moveTo>
                  <a:cubicBezTo>
                    <a:pt x="9145" y="0"/>
                    <a:pt x="9071" y="15"/>
                    <a:pt x="8992" y="47"/>
                  </a:cubicBezTo>
                  <a:cubicBezTo>
                    <a:pt x="3368" y="2238"/>
                    <a:pt x="2027" y="9399"/>
                    <a:pt x="1210" y="14663"/>
                  </a:cubicBezTo>
                  <a:cubicBezTo>
                    <a:pt x="0" y="22445"/>
                    <a:pt x="621" y="30293"/>
                    <a:pt x="752" y="38108"/>
                  </a:cubicBezTo>
                  <a:cubicBezTo>
                    <a:pt x="752" y="38500"/>
                    <a:pt x="1063" y="38696"/>
                    <a:pt x="1373" y="38696"/>
                  </a:cubicBezTo>
                  <a:cubicBezTo>
                    <a:pt x="1684" y="38696"/>
                    <a:pt x="1995" y="38500"/>
                    <a:pt x="1995" y="38108"/>
                  </a:cubicBezTo>
                  <a:cubicBezTo>
                    <a:pt x="1864" y="31339"/>
                    <a:pt x="1341" y="24571"/>
                    <a:pt x="2027" y="17835"/>
                  </a:cubicBezTo>
                  <a:cubicBezTo>
                    <a:pt x="2551" y="12570"/>
                    <a:pt x="3499" y="3480"/>
                    <a:pt x="9319" y="1224"/>
                  </a:cubicBezTo>
                  <a:cubicBezTo>
                    <a:pt x="9960" y="962"/>
                    <a:pt x="9771" y="0"/>
                    <a:pt x="9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28"/>
            <p:cNvSpPr/>
            <p:nvPr/>
          </p:nvSpPr>
          <p:spPr>
            <a:xfrm>
              <a:off x="3406461" y="3096720"/>
              <a:ext cx="129990" cy="608189"/>
            </a:xfrm>
            <a:custGeom>
              <a:rect b="b" l="l" r="r" t="t"/>
              <a:pathLst>
                <a:path extrusionOk="0" h="39699" w="8485">
                  <a:moveTo>
                    <a:pt x="853" y="1"/>
                  </a:moveTo>
                  <a:cubicBezTo>
                    <a:pt x="407" y="1"/>
                    <a:pt x="1" y="608"/>
                    <a:pt x="375" y="1082"/>
                  </a:cubicBezTo>
                  <a:cubicBezTo>
                    <a:pt x="2370" y="3436"/>
                    <a:pt x="3318" y="6575"/>
                    <a:pt x="4070" y="9485"/>
                  </a:cubicBezTo>
                  <a:cubicBezTo>
                    <a:pt x="5018" y="13245"/>
                    <a:pt x="5705" y="17071"/>
                    <a:pt x="6097" y="20929"/>
                  </a:cubicBezTo>
                  <a:cubicBezTo>
                    <a:pt x="6817" y="26946"/>
                    <a:pt x="7176" y="33028"/>
                    <a:pt x="7242" y="39110"/>
                  </a:cubicBezTo>
                  <a:cubicBezTo>
                    <a:pt x="7242" y="39502"/>
                    <a:pt x="7552" y="39698"/>
                    <a:pt x="7863" y="39698"/>
                  </a:cubicBezTo>
                  <a:cubicBezTo>
                    <a:pt x="8174" y="39698"/>
                    <a:pt x="8484" y="39502"/>
                    <a:pt x="8484" y="39110"/>
                  </a:cubicBezTo>
                  <a:cubicBezTo>
                    <a:pt x="8419" y="32537"/>
                    <a:pt x="7994" y="25965"/>
                    <a:pt x="7176" y="19425"/>
                  </a:cubicBezTo>
                  <a:cubicBezTo>
                    <a:pt x="6359" y="13147"/>
                    <a:pt x="5476" y="5267"/>
                    <a:pt x="1258" y="199"/>
                  </a:cubicBezTo>
                  <a:cubicBezTo>
                    <a:pt x="1134" y="59"/>
                    <a:pt x="992" y="1"/>
                    <a:pt x="8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28"/>
            <p:cNvSpPr/>
            <p:nvPr/>
          </p:nvSpPr>
          <p:spPr>
            <a:xfrm>
              <a:off x="3384156" y="3584632"/>
              <a:ext cx="316098" cy="407282"/>
            </a:xfrm>
            <a:custGeom>
              <a:rect b="b" l="l" r="r" t="t"/>
              <a:pathLst>
                <a:path extrusionOk="0" h="26585" w="20633">
                  <a:moveTo>
                    <a:pt x="1929" y="1"/>
                  </a:moveTo>
                  <a:cubicBezTo>
                    <a:pt x="850" y="1"/>
                    <a:pt x="0" y="916"/>
                    <a:pt x="131" y="1995"/>
                  </a:cubicBezTo>
                  <a:lnTo>
                    <a:pt x="2779" y="26584"/>
                  </a:lnTo>
                  <a:lnTo>
                    <a:pt x="17494" y="26584"/>
                  </a:lnTo>
                  <a:lnTo>
                    <a:pt x="20502" y="2028"/>
                  </a:lnTo>
                  <a:cubicBezTo>
                    <a:pt x="20633" y="949"/>
                    <a:pt x="19815" y="1"/>
                    <a:pt x="187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28"/>
            <p:cNvSpPr/>
            <p:nvPr/>
          </p:nvSpPr>
          <p:spPr>
            <a:xfrm>
              <a:off x="3431232" y="3660768"/>
              <a:ext cx="126252" cy="12547"/>
            </a:xfrm>
            <a:custGeom>
              <a:rect b="b" l="l" r="r" t="t"/>
              <a:pathLst>
                <a:path extrusionOk="0" h="819" w="8241">
                  <a:moveTo>
                    <a:pt x="524" y="1"/>
                  </a:moveTo>
                  <a:cubicBezTo>
                    <a:pt x="1" y="1"/>
                    <a:pt x="1" y="818"/>
                    <a:pt x="524" y="818"/>
                  </a:cubicBezTo>
                  <a:lnTo>
                    <a:pt x="7685" y="818"/>
                  </a:lnTo>
                  <a:cubicBezTo>
                    <a:pt x="8241" y="818"/>
                    <a:pt x="8241" y="1"/>
                    <a:pt x="76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28"/>
            <p:cNvSpPr/>
            <p:nvPr/>
          </p:nvSpPr>
          <p:spPr>
            <a:xfrm>
              <a:off x="3437253" y="3720374"/>
              <a:ext cx="76156" cy="12547"/>
            </a:xfrm>
            <a:custGeom>
              <a:rect b="b" l="l" r="r" t="t"/>
              <a:pathLst>
                <a:path extrusionOk="0" h="819" w="4971">
                  <a:moveTo>
                    <a:pt x="556" y="1"/>
                  </a:moveTo>
                  <a:cubicBezTo>
                    <a:pt x="0" y="1"/>
                    <a:pt x="0" y="818"/>
                    <a:pt x="556" y="818"/>
                  </a:cubicBezTo>
                  <a:lnTo>
                    <a:pt x="4447" y="818"/>
                  </a:lnTo>
                  <a:cubicBezTo>
                    <a:pt x="4970" y="818"/>
                    <a:pt x="4970" y="1"/>
                    <a:pt x="4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28"/>
            <p:cNvSpPr/>
            <p:nvPr/>
          </p:nvSpPr>
          <p:spPr>
            <a:xfrm>
              <a:off x="3446766" y="3770467"/>
              <a:ext cx="51108" cy="12547"/>
            </a:xfrm>
            <a:custGeom>
              <a:rect b="b" l="l" r="r" t="t"/>
              <a:pathLst>
                <a:path extrusionOk="0" h="819" w="3336">
                  <a:moveTo>
                    <a:pt x="556" y="1"/>
                  </a:moveTo>
                  <a:cubicBezTo>
                    <a:pt x="0" y="1"/>
                    <a:pt x="0" y="818"/>
                    <a:pt x="556" y="818"/>
                  </a:cubicBezTo>
                  <a:lnTo>
                    <a:pt x="2780" y="818"/>
                  </a:lnTo>
                  <a:cubicBezTo>
                    <a:pt x="3336" y="818"/>
                    <a:pt x="3336" y="1"/>
                    <a:pt x="27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28"/>
            <p:cNvSpPr/>
            <p:nvPr/>
          </p:nvSpPr>
          <p:spPr>
            <a:xfrm>
              <a:off x="3459281" y="3839602"/>
              <a:ext cx="44597" cy="12532"/>
            </a:xfrm>
            <a:custGeom>
              <a:rect b="b" l="l" r="r" t="t"/>
              <a:pathLst>
                <a:path extrusionOk="0" h="818" w="2911">
                  <a:moveTo>
                    <a:pt x="557" y="0"/>
                  </a:moveTo>
                  <a:cubicBezTo>
                    <a:pt x="1" y="0"/>
                    <a:pt x="1" y="817"/>
                    <a:pt x="557" y="817"/>
                  </a:cubicBezTo>
                  <a:lnTo>
                    <a:pt x="2388" y="817"/>
                  </a:lnTo>
                  <a:cubicBezTo>
                    <a:pt x="2911" y="817"/>
                    <a:pt x="2911" y="0"/>
                    <a:pt x="23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28"/>
            <p:cNvSpPr/>
            <p:nvPr/>
          </p:nvSpPr>
          <p:spPr>
            <a:xfrm>
              <a:off x="3452771" y="3942776"/>
              <a:ext cx="170343" cy="12547"/>
            </a:xfrm>
            <a:custGeom>
              <a:rect b="b" l="l" r="r" t="t"/>
              <a:pathLst>
                <a:path extrusionOk="0" h="819" w="11119">
                  <a:moveTo>
                    <a:pt x="557" y="1"/>
                  </a:moveTo>
                  <a:cubicBezTo>
                    <a:pt x="1" y="1"/>
                    <a:pt x="1" y="818"/>
                    <a:pt x="557" y="818"/>
                  </a:cubicBezTo>
                  <a:lnTo>
                    <a:pt x="10562" y="818"/>
                  </a:lnTo>
                  <a:cubicBezTo>
                    <a:pt x="11118" y="818"/>
                    <a:pt x="11118" y="1"/>
                    <a:pt x="105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28"/>
            <p:cNvSpPr/>
            <p:nvPr/>
          </p:nvSpPr>
          <p:spPr>
            <a:xfrm>
              <a:off x="3568492" y="3911219"/>
              <a:ext cx="48105" cy="12547"/>
            </a:xfrm>
            <a:custGeom>
              <a:rect b="b" l="l" r="r" t="t"/>
              <a:pathLst>
                <a:path extrusionOk="0" h="819" w="3140">
                  <a:moveTo>
                    <a:pt x="556" y="1"/>
                  </a:moveTo>
                  <a:cubicBezTo>
                    <a:pt x="0" y="1"/>
                    <a:pt x="0" y="818"/>
                    <a:pt x="556" y="818"/>
                  </a:cubicBezTo>
                  <a:lnTo>
                    <a:pt x="2616" y="818"/>
                  </a:lnTo>
                  <a:cubicBezTo>
                    <a:pt x="3139" y="818"/>
                    <a:pt x="3139" y="1"/>
                    <a:pt x="26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28"/>
            <p:cNvSpPr/>
            <p:nvPr/>
          </p:nvSpPr>
          <p:spPr>
            <a:xfrm>
              <a:off x="3578005" y="3877165"/>
              <a:ext cx="38591" cy="12532"/>
            </a:xfrm>
            <a:custGeom>
              <a:rect b="b" l="l" r="r" t="t"/>
              <a:pathLst>
                <a:path extrusionOk="0" h="818" w="2519">
                  <a:moveTo>
                    <a:pt x="556" y="0"/>
                  </a:moveTo>
                  <a:cubicBezTo>
                    <a:pt x="0" y="0"/>
                    <a:pt x="0" y="818"/>
                    <a:pt x="556" y="818"/>
                  </a:cubicBezTo>
                  <a:lnTo>
                    <a:pt x="1995" y="818"/>
                  </a:lnTo>
                  <a:cubicBezTo>
                    <a:pt x="2518" y="818"/>
                    <a:pt x="2518" y="0"/>
                    <a:pt x="19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28"/>
            <p:cNvSpPr/>
            <p:nvPr/>
          </p:nvSpPr>
          <p:spPr>
            <a:xfrm>
              <a:off x="3272449" y="2987786"/>
              <a:ext cx="283543" cy="327404"/>
            </a:xfrm>
            <a:custGeom>
              <a:rect b="b" l="l" r="r" t="t"/>
              <a:pathLst>
                <a:path extrusionOk="0" h="21371" w="18508">
                  <a:moveTo>
                    <a:pt x="7898" y="0"/>
                  </a:moveTo>
                  <a:cubicBezTo>
                    <a:pt x="6236" y="0"/>
                    <a:pt x="5333" y="938"/>
                    <a:pt x="4120" y="2242"/>
                  </a:cubicBezTo>
                  <a:cubicBezTo>
                    <a:pt x="5036" y="2732"/>
                    <a:pt x="5919" y="3321"/>
                    <a:pt x="6736" y="4040"/>
                  </a:cubicBezTo>
                  <a:cubicBezTo>
                    <a:pt x="7030" y="4269"/>
                    <a:pt x="7259" y="4563"/>
                    <a:pt x="7456" y="4890"/>
                  </a:cubicBezTo>
                  <a:cubicBezTo>
                    <a:pt x="7619" y="5250"/>
                    <a:pt x="7586" y="5642"/>
                    <a:pt x="7390" y="5969"/>
                  </a:cubicBezTo>
                  <a:cubicBezTo>
                    <a:pt x="7297" y="6038"/>
                    <a:pt x="7150" y="6068"/>
                    <a:pt x="6962" y="6068"/>
                  </a:cubicBezTo>
                  <a:cubicBezTo>
                    <a:pt x="5890" y="6068"/>
                    <a:pt x="3505" y="5082"/>
                    <a:pt x="2420" y="4498"/>
                  </a:cubicBezTo>
                  <a:cubicBezTo>
                    <a:pt x="1276" y="5806"/>
                    <a:pt x="851" y="7016"/>
                    <a:pt x="295" y="8716"/>
                  </a:cubicBezTo>
                  <a:cubicBezTo>
                    <a:pt x="1472" y="8847"/>
                    <a:pt x="2747" y="8977"/>
                    <a:pt x="3695" y="9631"/>
                  </a:cubicBezTo>
                  <a:cubicBezTo>
                    <a:pt x="4284" y="10024"/>
                    <a:pt x="4709" y="10155"/>
                    <a:pt x="4578" y="10841"/>
                  </a:cubicBezTo>
                  <a:cubicBezTo>
                    <a:pt x="4487" y="11348"/>
                    <a:pt x="3974" y="11524"/>
                    <a:pt x="3297" y="11524"/>
                  </a:cubicBezTo>
                  <a:cubicBezTo>
                    <a:pt x="2270" y="11524"/>
                    <a:pt x="868" y="11117"/>
                    <a:pt x="0" y="10841"/>
                  </a:cubicBezTo>
                  <a:lnTo>
                    <a:pt x="0" y="10841"/>
                  </a:lnTo>
                  <a:cubicBezTo>
                    <a:pt x="229" y="11888"/>
                    <a:pt x="360" y="12967"/>
                    <a:pt x="327" y="14078"/>
                  </a:cubicBezTo>
                  <a:cubicBezTo>
                    <a:pt x="524" y="14029"/>
                    <a:pt x="737" y="14004"/>
                    <a:pt x="951" y="14004"/>
                  </a:cubicBezTo>
                  <a:cubicBezTo>
                    <a:pt x="1737" y="14004"/>
                    <a:pt x="2546" y="14340"/>
                    <a:pt x="2649" y="15059"/>
                  </a:cubicBezTo>
                  <a:cubicBezTo>
                    <a:pt x="2705" y="15381"/>
                    <a:pt x="2396" y="15475"/>
                    <a:pt x="1975" y="15475"/>
                  </a:cubicBezTo>
                  <a:cubicBezTo>
                    <a:pt x="1412" y="15475"/>
                    <a:pt x="650" y="15307"/>
                    <a:pt x="295" y="15288"/>
                  </a:cubicBezTo>
                  <a:lnTo>
                    <a:pt x="295" y="15288"/>
                  </a:lnTo>
                  <a:cubicBezTo>
                    <a:pt x="425" y="17675"/>
                    <a:pt x="851" y="19212"/>
                    <a:pt x="1341" y="21370"/>
                  </a:cubicBezTo>
                  <a:cubicBezTo>
                    <a:pt x="3041" y="20814"/>
                    <a:pt x="5853" y="20683"/>
                    <a:pt x="7357" y="19735"/>
                  </a:cubicBezTo>
                  <a:cubicBezTo>
                    <a:pt x="7030" y="19604"/>
                    <a:pt x="5199" y="18296"/>
                    <a:pt x="5755" y="17708"/>
                  </a:cubicBezTo>
                  <a:cubicBezTo>
                    <a:pt x="5901" y="17556"/>
                    <a:pt x="6067" y="17493"/>
                    <a:pt x="6243" y="17493"/>
                  </a:cubicBezTo>
                  <a:cubicBezTo>
                    <a:pt x="6972" y="17493"/>
                    <a:pt x="7853" y="18576"/>
                    <a:pt x="8011" y="18787"/>
                  </a:cubicBezTo>
                  <a:cubicBezTo>
                    <a:pt x="9025" y="18264"/>
                    <a:pt x="10006" y="17741"/>
                    <a:pt x="11020" y="17217"/>
                  </a:cubicBezTo>
                  <a:cubicBezTo>
                    <a:pt x="10268" y="16825"/>
                    <a:pt x="9581" y="16269"/>
                    <a:pt x="9025" y="15648"/>
                  </a:cubicBezTo>
                  <a:cubicBezTo>
                    <a:pt x="8731" y="15386"/>
                    <a:pt x="8600" y="14994"/>
                    <a:pt x="8665" y="14602"/>
                  </a:cubicBezTo>
                  <a:cubicBezTo>
                    <a:pt x="8763" y="14307"/>
                    <a:pt x="9058" y="14111"/>
                    <a:pt x="9385" y="14111"/>
                  </a:cubicBezTo>
                  <a:cubicBezTo>
                    <a:pt x="9712" y="14111"/>
                    <a:pt x="10039" y="14209"/>
                    <a:pt x="10300" y="14373"/>
                  </a:cubicBezTo>
                  <a:cubicBezTo>
                    <a:pt x="11150" y="14961"/>
                    <a:pt x="11837" y="15681"/>
                    <a:pt x="12426" y="16531"/>
                  </a:cubicBezTo>
                  <a:cubicBezTo>
                    <a:pt x="13341" y="16008"/>
                    <a:pt x="14093" y="14896"/>
                    <a:pt x="15009" y="14340"/>
                  </a:cubicBezTo>
                  <a:cubicBezTo>
                    <a:pt x="14061" y="13784"/>
                    <a:pt x="11968" y="10939"/>
                    <a:pt x="12295" y="10482"/>
                  </a:cubicBezTo>
                  <a:cubicBezTo>
                    <a:pt x="12426" y="10253"/>
                    <a:pt x="12589" y="10057"/>
                    <a:pt x="12818" y="9926"/>
                  </a:cubicBezTo>
                  <a:cubicBezTo>
                    <a:pt x="12930" y="9878"/>
                    <a:pt x="13043" y="9857"/>
                    <a:pt x="13157" y="9857"/>
                  </a:cubicBezTo>
                  <a:cubicBezTo>
                    <a:pt x="13509" y="9857"/>
                    <a:pt x="13862" y="10055"/>
                    <a:pt x="14159" y="10253"/>
                  </a:cubicBezTo>
                  <a:cubicBezTo>
                    <a:pt x="15009" y="10841"/>
                    <a:pt x="15761" y="11528"/>
                    <a:pt x="16448" y="12280"/>
                  </a:cubicBezTo>
                  <a:cubicBezTo>
                    <a:pt x="17461" y="10841"/>
                    <a:pt x="18508" y="9174"/>
                    <a:pt x="18213" y="7441"/>
                  </a:cubicBezTo>
                  <a:cubicBezTo>
                    <a:pt x="17984" y="6231"/>
                    <a:pt x="17167" y="5185"/>
                    <a:pt x="15990" y="4727"/>
                  </a:cubicBezTo>
                  <a:cubicBezTo>
                    <a:pt x="15547" y="4562"/>
                    <a:pt x="15085" y="4481"/>
                    <a:pt x="14624" y="4481"/>
                  </a:cubicBezTo>
                  <a:cubicBezTo>
                    <a:pt x="13893" y="4481"/>
                    <a:pt x="13165" y="4685"/>
                    <a:pt x="12524" y="5086"/>
                  </a:cubicBezTo>
                  <a:cubicBezTo>
                    <a:pt x="13570" y="2176"/>
                    <a:pt x="10693" y="182"/>
                    <a:pt x="8306" y="18"/>
                  </a:cubicBezTo>
                  <a:cubicBezTo>
                    <a:pt x="8165" y="6"/>
                    <a:pt x="8029" y="0"/>
                    <a:pt x="78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28"/>
            <p:cNvSpPr/>
            <p:nvPr/>
          </p:nvSpPr>
          <p:spPr>
            <a:xfrm>
              <a:off x="3346839" y="3082948"/>
              <a:ext cx="92073" cy="142675"/>
            </a:xfrm>
            <a:custGeom>
              <a:rect b="b" l="l" r="r" t="t"/>
              <a:pathLst>
                <a:path extrusionOk="0" h="9313" w="6010">
                  <a:moveTo>
                    <a:pt x="5428" y="0"/>
                  </a:moveTo>
                  <a:cubicBezTo>
                    <a:pt x="5301" y="0"/>
                    <a:pt x="5173" y="54"/>
                    <a:pt x="5085" y="182"/>
                  </a:cubicBezTo>
                  <a:cubicBezTo>
                    <a:pt x="3319" y="2962"/>
                    <a:pt x="1684" y="5806"/>
                    <a:pt x="180" y="8717"/>
                  </a:cubicBezTo>
                  <a:cubicBezTo>
                    <a:pt x="1" y="9030"/>
                    <a:pt x="282" y="9313"/>
                    <a:pt x="550" y="9313"/>
                  </a:cubicBezTo>
                  <a:cubicBezTo>
                    <a:pt x="674" y="9313"/>
                    <a:pt x="794" y="9253"/>
                    <a:pt x="867" y="9109"/>
                  </a:cubicBezTo>
                  <a:cubicBezTo>
                    <a:pt x="2403" y="6199"/>
                    <a:pt x="4038" y="3354"/>
                    <a:pt x="5804" y="607"/>
                  </a:cubicBezTo>
                  <a:cubicBezTo>
                    <a:pt x="6009" y="288"/>
                    <a:pt x="5721" y="0"/>
                    <a:pt x="5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28"/>
            <p:cNvSpPr/>
            <p:nvPr/>
          </p:nvSpPr>
          <p:spPr>
            <a:xfrm>
              <a:off x="3258417" y="3286783"/>
              <a:ext cx="261512" cy="285687"/>
            </a:xfrm>
            <a:custGeom>
              <a:rect b="b" l="l" r="r" t="t"/>
              <a:pathLst>
                <a:path extrusionOk="0" h="18648" w="17070">
                  <a:moveTo>
                    <a:pt x="5670" y="0"/>
                  </a:moveTo>
                  <a:cubicBezTo>
                    <a:pt x="3519" y="0"/>
                    <a:pt x="1550" y="1361"/>
                    <a:pt x="851" y="3487"/>
                  </a:cubicBezTo>
                  <a:cubicBezTo>
                    <a:pt x="997" y="3474"/>
                    <a:pt x="1142" y="3469"/>
                    <a:pt x="1286" y="3469"/>
                  </a:cubicBezTo>
                  <a:cubicBezTo>
                    <a:pt x="2186" y="3469"/>
                    <a:pt x="3054" y="3685"/>
                    <a:pt x="3961" y="3685"/>
                  </a:cubicBezTo>
                  <a:cubicBezTo>
                    <a:pt x="4014" y="3685"/>
                    <a:pt x="4067" y="3685"/>
                    <a:pt x="4121" y="3683"/>
                  </a:cubicBezTo>
                  <a:cubicBezTo>
                    <a:pt x="5494" y="3683"/>
                    <a:pt x="6998" y="4566"/>
                    <a:pt x="6083" y="6103"/>
                  </a:cubicBezTo>
                  <a:cubicBezTo>
                    <a:pt x="6083" y="6270"/>
                    <a:pt x="5830" y="6334"/>
                    <a:pt x="5434" y="6334"/>
                  </a:cubicBezTo>
                  <a:cubicBezTo>
                    <a:pt x="4152" y="6334"/>
                    <a:pt x="1374" y="5664"/>
                    <a:pt x="863" y="5664"/>
                  </a:cubicBezTo>
                  <a:cubicBezTo>
                    <a:pt x="822" y="5664"/>
                    <a:pt x="795" y="5668"/>
                    <a:pt x="786" y="5678"/>
                  </a:cubicBezTo>
                  <a:cubicBezTo>
                    <a:pt x="622" y="5874"/>
                    <a:pt x="197" y="8228"/>
                    <a:pt x="1" y="9242"/>
                  </a:cubicBezTo>
                  <a:cubicBezTo>
                    <a:pt x="742" y="8980"/>
                    <a:pt x="1527" y="8849"/>
                    <a:pt x="2316" y="8849"/>
                  </a:cubicBezTo>
                  <a:cubicBezTo>
                    <a:pt x="2711" y="8849"/>
                    <a:pt x="3107" y="8882"/>
                    <a:pt x="3500" y="8948"/>
                  </a:cubicBezTo>
                  <a:cubicBezTo>
                    <a:pt x="3957" y="9013"/>
                    <a:pt x="5102" y="9634"/>
                    <a:pt x="5233" y="10059"/>
                  </a:cubicBezTo>
                  <a:cubicBezTo>
                    <a:pt x="5549" y="11148"/>
                    <a:pt x="4129" y="11326"/>
                    <a:pt x="2719" y="11326"/>
                  </a:cubicBezTo>
                  <a:cubicBezTo>
                    <a:pt x="2033" y="11326"/>
                    <a:pt x="1350" y="11284"/>
                    <a:pt x="870" y="11284"/>
                  </a:cubicBezTo>
                  <a:cubicBezTo>
                    <a:pt x="707" y="11284"/>
                    <a:pt x="567" y="11289"/>
                    <a:pt x="459" y="11302"/>
                  </a:cubicBezTo>
                  <a:cubicBezTo>
                    <a:pt x="1276" y="16534"/>
                    <a:pt x="1897" y="16501"/>
                    <a:pt x="4055" y="18594"/>
                  </a:cubicBezTo>
                  <a:cubicBezTo>
                    <a:pt x="4087" y="18626"/>
                    <a:pt x="4262" y="18647"/>
                    <a:pt x="4540" y="18647"/>
                  </a:cubicBezTo>
                  <a:cubicBezTo>
                    <a:pt x="5968" y="18647"/>
                    <a:pt x="10135" y="18081"/>
                    <a:pt x="11968" y="15455"/>
                  </a:cubicBezTo>
                  <a:cubicBezTo>
                    <a:pt x="11576" y="14866"/>
                    <a:pt x="9254" y="14637"/>
                    <a:pt x="8960" y="13983"/>
                  </a:cubicBezTo>
                  <a:cubicBezTo>
                    <a:pt x="8720" y="13450"/>
                    <a:pt x="8937" y="12396"/>
                    <a:pt x="10052" y="12396"/>
                  </a:cubicBezTo>
                  <a:cubicBezTo>
                    <a:pt x="10305" y="12396"/>
                    <a:pt x="10604" y="12450"/>
                    <a:pt x="10955" y="12577"/>
                  </a:cubicBezTo>
                  <a:cubicBezTo>
                    <a:pt x="11641" y="12806"/>
                    <a:pt x="12132" y="13623"/>
                    <a:pt x="12786" y="13950"/>
                  </a:cubicBezTo>
                  <a:cubicBezTo>
                    <a:pt x="13603" y="13068"/>
                    <a:pt x="14552" y="11531"/>
                    <a:pt x="15369" y="10648"/>
                  </a:cubicBezTo>
                  <a:cubicBezTo>
                    <a:pt x="14421" y="10321"/>
                    <a:pt x="11216" y="9307"/>
                    <a:pt x="11086" y="8228"/>
                  </a:cubicBezTo>
                  <a:cubicBezTo>
                    <a:pt x="10999" y="7682"/>
                    <a:pt x="11369" y="6907"/>
                    <a:pt x="12528" y="6907"/>
                  </a:cubicBezTo>
                  <a:cubicBezTo>
                    <a:pt x="12686" y="6907"/>
                    <a:pt x="12859" y="6922"/>
                    <a:pt x="13047" y="6953"/>
                  </a:cubicBezTo>
                  <a:cubicBezTo>
                    <a:pt x="14311" y="7133"/>
                    <a:pt x="15768" y="8255"/>
                    <a:pt x="16070" y="8255"/>
                  </a:cubicBezTo>
                  <a:cubicBezTo>
                    <a:pt x="16096" y="8255"/>
                    <a:pt x="16113" y="8247"/>
                    <a:pt x="16121" y="8228"/>
                  </a:cubicBezTo>
                  <a:cubicBezTo>
                    <a:pt x="16742" y="6659"/>
                    <a:pt x="17069" y="4697"/>
                    <a:pt x="15990" y="3552"/>
                  </a:cubicBezTo>
                  <a:cubicBezTo>
                    <a:pt x="15362" y="2904"/>
                    <a:pt x="13803" y="2267"/>
                    <a:pt x="12319" y="2267"/>
                  </a:cubicBezTo>
                  <a:cubicBezTo>
                    <a:pt x="11410" y="2267"/>
                    <a:pt x="10530" y="2506"/>
                    <a:pt x="9908" y="3127"/>
                  </a:cubicBezTo>
                  <a:cubicBezTo>
                    <a:pt x="9908" y="3127"/>
                    <a:pt x="9287" y="675"/>
                    <a:pt x="6769" y="119"/>
                  </a:cubicBezTo>
                  <a:cubicBezTo>
                    <a:pt x="6401" y="39"/>
                    <a:pt x="6033" y="0"/>
                    <a:pt x="56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28"/>
            <p:cNvSpPr/>
            <p:nvPr/>
          </p:nvSpPr>
          <p:spPr>
            <a:xfrm>
              <a:off x="3332623" y="3355688"/>
              <a:ext cx="75497" cy="186398"/>
            </a:xfrm>
            <a:custGeom>
              <a:rect b="b" l="l" r="r" t="t"/>
              <a:pathLst>
                <a:path extrusionOk="0" h="12167" w="4928">
                  <a:moveTo>
                    <a:pt x="4425" y="1"/>
                  </a:moveTo>
                  <a:cubicBezTo>
                    <a:pt x="4268" y="1"/>
                    <a:pt x="4122" y="90"/>
                    <a:pt x="4083" y="297"/>
                  </a:cubicBezTo>
                  <a:cubicBezTo>
                    <a:pt x="3201" y="4188"/>
                    <a:pt x="1893" y="7948"/>
                    <a:pt x="160" y="11545"/>
                  </a:cubicBezTo>
                  <a:cubicBezTo>
                    <a:pt x="0" y="11864"/>
                    <a:pt x="301" y="12167"/>
                    <a:pt x="575" y="12167"/>
                  </a:cubicBezTo>
                  <a:cubicBezTo>
                    <a:pt x="695" y="12167"/>
                    <a:pt x="809" y="12109"/>
                    <a:pt x="879" y="11970"/>
                  </a:cubicBezTo>
                  <a:cubicBezTo>
                    <a:pt x="2612" y="8308"/>
                    <a:pt x="3953" y="4450"/>
                    <a:pt x="4868" y="526"/>
                  </a:cubicBezTo>
                  <a:cubicBezTo>
                    <a:pt x="4927" y="209"/>
                    <a:pt x="4664" y="1"/>
                    <a:pt x="4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28"/>
            <p:cNvSpPr/>
            <p:nvPr/>
          </p:nvSpPr>
          <p:spPr>
            <a:xfrm>
              <a:off x="3536429" y="3043930"/>
              <a:ext cx="269509" cy="257713"/>
            </a:xfrm>
            <a:custGeom>
              <a:rect b="b" l="l" r="r" t="t"/>
              <a:pathLst>
                <a:path extrusionOk="0" h="16822" w="17592">
                  <a:moveTo>
                    <a:pt x="8786" y="0"/>
                  </a:moveTo>
                  <a:cubicBezTo>
                    <a:pt x="8593" y="0"/>
                    <a:pt x="8400" y="26"/>
                    <a:pt x="8208" y="81"/>
                  </a:cubicBezTo>
                  <a:cubicBezTo>
                    <a:pt x="6932" y="473"/>
                    <a:pt x="4643" y="2762"/>
                    <a:pt x="5265" y="4757"/>
                  </a:cubicBezTo>
                  <a:cubicBezTo>
                    <a:pt x="5000" y="4700"/>
                    <a:pt x="4732" y="4672"/>
                    <a:pt x="4467" y="4672"/>
                  </a:cubicBezTo>
                  <a:cubicBezTo>
                    <a:pt x="3356" y="4672"/>
                    <a:pt x="2276" y="5155"/>
                    <a:pt x="1537" y="5999"/>
                  </a:cubicBezTo>
                  <a:cubicBezTo>
                    <a:pt x="0" y="7798"/>
                    <a:pt x="98" y="10446"/>
                    <a:pt x="1701" y="12146"/>
                  </a:cubicBezTo>
                  <a:cubicBezTo>
                    <a:pt x="2093" y="11198"/>
                    <a:pt x="2812" y="10511"/>
                    <a:pt x="3270" y="9596"/>
                  </a:cubicBezTo>
                  <a:cubicBezTo>
                    <a:pt x="3617" y="8922"/>
                    <a:pt x="4270" y="8350"/>
                    <a:pt x="4919" y="8350"/>
                  </a:cubicBezTo>
                  <a:cubicBezTo>
                    <a:pt x="5309" y="8350"/>
                    <a:pt x="5698" y="8557"/>
                    <a:pt x="6017" y="9073"/>
                  </a:cubicBezTo>
                  <a:cubicBezTo>
                    <a:pt x="6638" y="9400"/>
                    <a:pt x="3368" y="12931"/>
                    <a:pt x="3401" y="13160"/>
                  </a:cubicBezTo>
                  <a:cubicBezTo>
                    <a:pt x="3466" y="13291"/>
                    <a:pt x="5199" y="14697"/>
                    <a:pt x="5951" y="15285"/>
                  </a:cubicBezTo>
                  <a:cubicBezTo>
                    <a:pt x="6115" y="14206"/>
                    <a:pt x="6540" y="13225"/>
                    <a:pt x="7194" y="12343"/>
                  </a:cubicBezTo>
                  <a:cubicBezTo>
                    <a:pt x="7438" y="12038"/>
                    <a:pt x="8277" y="11450"/>
                    <a:pt x="8734" y="11450"/>
                  </a:cubicBezTo>
                  <a:cubicBezTo>
                    <a:pt x="8768" y="11450"/>
                    <a:pt x="8800" y="11453"/>
                    <a:pt x="8829" y="11460"/>
                  </a:cubicBezTo>
                  <a:cubicBezTo>
                    <a:pt x="10464" y="11787"/>
                    <a:pt x="8142" y="14893"/>
                    <a:pt x="7783" y="15809"/>
                  </a:cubicBezTo>
                  <a:cubicBezTo>
                    <a:pt x="9918" y="16546"/>
                    <a:pt x="11101" y="16821"/>
                    <a:pt x="12022" y="16821"/>
                  </a:cubicBezTo>
                  <a:cubicBezTo>
                    <a:pt x="13062" y="16821"/>
                    <a:pt x="13770" y="16471"/>
                    <a:pt x="15140" y="16037"/>
                  </a:cubicBezTo>
                  <a:cubicBezTo>
                    <a:pt x="15369" y="15939"/>
                    <a:pt x="17592" y="11460"/>
                    <a:pt x="15990" y="8386"/>
                  </a:cubicBezTo>
                  <a:lnTo>
                    <a:pt x="15990" y="8386"/>
                  </a:lnTo>
                  <a:cubicBezTo>
                    <a:pt x="15374" y="8419"/>
                    <a:pt x="14213" y="10152"/>
                    <a:pt x="13556" y="10152"/>
                  </a:cubicBezTo>
                  <a:cubicBezTo>
                    <a:pt x="13549" y="10152"/>
                    <a:pt x="13543" y="10152"/>
                    <a:pt x="13537" y="10152"/>
                  </a:cubicBezTo>
                  <a:cubicBezTo>
                    <a:pt x="12883" y="10119"/>
                    <a:pt x="11902" y="9171"/>
                    <a:pt x="13243" y="7961"/>
                  </a:cubicBezTo>
                  <a:cubicBezTo>
                    <a:pt x="13766" y="7503"/>
                    <a:pt x="14584" y="7471"/>
                    <a:pt x="15140" y="7078"/>
                  </a:cubicBezTo>
                  <a:cubicBezTo>
                    <a:pt x="14780" y="6032"/>
                    <a:pt x="13930" y="4626"/>
                    <a:pt x="13603" y="3579"/>
                  </a:cubicBezTo>
                  <a:cubicBezTo>
                    <a:pt x="12999" y="4183"/>
                    <a:pt x="11087" y="6040"/>
                    <a:pt x="10076" y="6040"/>
                  </a:cubicBezTo>
                  <a:cubicBezTo>
                    <a:pt x="9991" y="6040"/>
                    <a:pt x="9913" y="6027"/>
                    <a:pt x="9843" y="5999"/>
                  </a:cubicBezTo>
                  <a:cubicBezTo>
                    <a:pt x="9287" y="5803"/>
                    <a:pt x="8796" y="5018"/>
                    <a:pt x="9646" y="3874"/>
                  </a:cubicBezTo>
                  <a:cubicBezTo>
                    <a:pt x="10398" y="2860"/>
                    <a:pt x="12131" y="2141"/>
                    <a:pt x="12001" y="1977"/>
                  </a:cubicBezTo>
                  <a:cubicBezTo>
                    <a:pt x="11157" y="965"/>
                    <a:pt x="9974" y="0"/>
                    <a:pt x="87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28"/>
            <p:cNvSpPr/>
            <p:nvPr/>
          </p:nvSpPr>
          <p:spPr>
            <a:xfrm>
              <a:off x="3633322" y="3127051"/>
              <a:ext cx="108634" cy="140821"/>
            </a:xfrm>
            <a:custGeom>
              <a:rect b="b" l="l" r="r" t="t"/>
              <a:pathLst>
                <a:path extrusionOk="0" h="9192" w="7091">
                  <a:moveTo>
                    <a:pt x="567" y="1"/>
                  </a:moveTo>
                  <a:cubicBezTo>
                    <a:pt x="276" y="1"/>
                    <a:pt x="1" y="415"/>
                    <a:pt x="248" y="737"/>
                  </a:cubicBezTo>
                  <a:cubicBezTo>
                    <a:pt x="2373" y="3352"/>
                    <a:pt x="4368" y="6132"/>
                    <a:pt x="6166" y="9009"/>
                  </a:cubicBezTo>
                  <a:cubicBezTo>
                    <a:pt x="6255" y="9138"/>
                    <a:pt x="6383" y="9191"/>
                    <a:pt x="6509" y="9191"/>
                  </a:cubicBezTo>
                  <a:cubicBezTo>
                    <a:pt x="6802" y="9191"/>
                    <a:pt x="7091" y="8904"/>
                    <a:pt x="6885" y="8584"/>
                  </a:cubicBezTo>
                  <a:cubicBezTo>
                    <a:pt x="5022" y="5674"/>
                    <a:pt x="2994" y="2829"/>
                    <a:pt x="836" y="148"/>
                  </a:cubicBezTo>
                  <a:cubicBezTo>
                    <a:pt x="756" y="44"/>
                    <a:pt x="661"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28"/>
            <p:cNvSpPr/>
            <p:nvPr/>
          </p:nvSpPr>
          <p:spPr>
            <a:xfrm>
              <a:off x="3523407" y="3293600"/>
              <a:ext cx="283037" cy="330636"/>
            </a:xfrm>
            <a:custGeom>
              <a:rect b="b" l="l" r="r" t="t"/>
              <a:pathLst>
                <a:path extrusionOk="0" h="21582" w="18475">
                  <a:moveTo>
                    <a:pt x="11182" y="1"/>
                  </a:moveTo>
                  <a:cubicBezTo>
                    <a:pt x="10292" y="1"/>
                    <a:pt x="9424" y="319"/>
                    <a:pt x="8731" y="917"/>
                  </a:cubicBezTo>
                  <a:cubicBezTo>
                    <a:pt x="7815" y="1734"/>
                    <a:pt x="7357" y="2977"/>
                    <a:pt x="7488" y="4219"/>
                  </a:cubicBezTo>
                  <a:cubicBezTo>
                    <a:pt x="6757" y="3432"/>
                    <a:pt x="5910" y="3109"/>
                    <a:pt x="5062" y="3109"/>
                  </a:cubicBezTo>
                  <a:cubicBezTo>
                    <a:pt x="3443" y="3109"/>
                    <a:pt x="1818" y="4285"/>
                    <a:pt x="981" y="5658"/>
                  </a:cubicBezTo>
                  <a:cubicBezTo>
                    <a:pt x="0" y="7325"/>
                    <a:pt x="425" y="8633"/>
                    <a:pt x="1112" y="10432"/>
                  </a:cubicBezTo>
                  <a:cubicBezTo>
                    <a:pt x="1962" y="9810"/>
                    <a:pt x="2910" y="9287"/>
                    <a:pt x="3924" y="8895"/>
                  </a:cubicBezTo>
                  <a:cubicBezTo>
                    <a:pt x="4251" y="8731"/>
                    <a:pt x="4611" y="8666"/>
                    <a:pt x="5003" y="8633"/>
                  </a:cubicBezTo>
                  <a:cubicBezTo>
                    <a:pt x="5395" y="8633"/>
                    <a:pt x="5722" y="8830"/>
                    <a:pt x="5919" y="9189"/>
                  </a:cubicBezTo>
                  <a:cubicBezTo>
                    <a:pt x="6082" y="9941"/>
                    <a:pt x="3564" y="12165"/>
                    <a:pt x="2354" y="12982"/>
                  </a:cubicBezTo>
                  <a:cubicBezTo>
                    <a:pt x="3041" y="14584"/>
                    <a:pt x="3924" y="15533"/>
                    <a:pt x="5199" y="16808"/>
                  </a:cubicBezTo>
                  <a:cubicBezTo>
                    <a:pt x="5853" y="15794"/>
                    <a:pt x="6540" y="14715"/>
                    <a:pt x="7586" y="14159"/>
                  </a:cubicBezTo>
                  <a:cubicBezTo>
                    <a:pt x="7976" y="13921"/>
                    <a:pt x="8252" y="13697"/>
                    <a:pt x="8555" y="13697"/>
                  </a:cubicBezTo>
                  <a:cubicBezTo>
                    <a:pt x="8709" y="13697"/>
                    <a:pt x="8870" y="13755"/>
                    <a:pt x="9058" y="13898"/>
                  </a:cubicBezTo>
                  <a:cubicBezTo>
                    <a:pt x="10071" y="14683"/>
                    <a:pt x="8044" y="16939"/>
                    <a:pt x="6965" y="18018"/>
                  </a:cubicBezTo>
                  <a:cubicBezTo>
                    <a:pt x="8011" y="18279"/>
                    <a:pt x="9058" y="18672"/>
                    <a:pt x="10006" y="19195"/>
                  </a:cubicBezTo>
                  <a:cubicBezTo>
                    <a:pt x="10205" y="18397"/>
                    <a:pt x="10877" y="17499"/>
                    <a:pt x="11631" y="17499"/>
                  </a:cubicBezTo>
                  <a:cubicBezTo>
                    <a:pt x="11742" y="17499"/>
                    <a:pt x="11855" y="17518"/>
                    <a:pt x="11968" y="17560"/>
                  </a:cubicBezTo>
                  <a:cubicBezTo>
                    <a:pt x="12687" y="17789"/>
                    <a:pt x="11412" y="19228"/>
                    <a:pt x="11150" y="19751"/>
                  </a:cubicBezTo>
                  <a:cubicBezTo>
                    <a:pt x="13308" y="20732"/>
                    <a:pt x="14878" y="21026"/>
                    <a:pt x="17036" y="21582"/>
                  </a:cubicBezTo>
                  <a:cubicBezTo>
                    <a:pt x="17330" y="19816"/>
                    <a:pt x="18475" y="17233"/>
                    <a:pt x="18311" y="15435"/>
                  </a:cubicBezTo>
                  <a:lnTo>
                    <a:pt x="18311" y="15435"/>
                  </a:lnTo>
                  <a:cubicBezTo>
                    <a:pt x="18119" y="15627"/>
                    <a:pt x="16988" y="16245"/>
                    <a:pt x="16286" y="16245"/>
                  </a:cubicBezTo>
                  <a:cubicBezTo>
                    <a:pt x="16035" y="16245"/>
                    <a:pt x="15838" y="16165"/>
                    <a:pt x="15761" y="15958"/>
                  </a:cubicBezTo>
                  <a:cubicBezTo>
                    <a:pt x="15401" y="14944"/>
                    <a:pt x="17396" y="14519"/>
                    <a:pt x="17755" y="14421"/>
                  </a:cubicBezTo>
                  <a:lnTo>
                    <a:pt x="17690" y="11020"/>
                  </a:lnTo>
                  <a:cubicBezTo>
                    <a:pt x="17003" y="11511"/>
                    <a:pt x="16219" y="11870"/>
                    <a:pt x="15401" y="12099"/>
                  </a:cubicBezTo>
                  <a:cubicBezTo>
                    <a:pt x="15253" y="12161"/>
                    <a:pt x="15105" y="12190"/>
                    <a:pt x="14960" y="12190"/>
                  </a:cubicBezTo>
                  <a:cubicBezTo>
                    <a:pt x="14722" y="12190"/>
                    <a:pt x="14493" y="12111"/>
                    <a:pt x="14289" y="11969"/>
                  </a:cubicBezTo>
                  <a:cubicBezTo>
                    <a:pt x="14060" y="11740"/>
                    <a:pt x="14028" y="11380"/>
                    <a:pt x="14159" y="11086"/>
                  </a:cubicBezTo>
                  <a:cubicBezTo>
                    <a:pt x="14322" y="10791"/>
                    <a:pt x="14551" y="10563"/>
                    <a:pt x="14812" y="10399"/>
                  </a:cubicBezTo>
                  <a:cubicBezTo>
                    <a:pt x="15695" y="9909"/>
                    <a:pt x="16676" y="9582"/>
                    <a:pt x="17690" y="9451"/>
                  </a:cubicBezTo>
                  <a:cubicBezTo>
                    <a:pt x="17625" y="8404"/>
                    <a:pt x="16971" y="7227"/>
                    <a:pt x="16905" y="6148"/>
                  </a:cubicBezTo>
                  <a:cubicBezTo>
                    <a:pt x="16229" y="6583"/>
                    <a:pt x="14144" y="7018"/>
                    <a:pt x="12981" y="7018"/>
                  </a:cubicBezTo>
                  <a:cubicBezTo>
                    <a:pt x="12570" y="7018"/>
                    <a:pt x="12274" y="6963"/>
                    <a:pt x="12197" y="6835"/>
                  </a:cubicBezTo>
                  <a:cubicBezTo>
                    <a:pt x="12066" y="6606"/>
                    <a:pt x="11968" y="6377"/>
                    <a:pt x="11968" y="6116"/>
                  </a:cubicBezTo>
                  <a:cubicBezTo>
                    <a:pt x="11968" y="5625"/>
                    <a:pt x="12426" y="5298"/>
                    <a:pt x="12851" y="5069"/>
                  </a:cubicBezTo>
                  <a:cubicBezTo>
                    <a:pt x="13766" y="4579"/>
                    <a:pt x="14714" y="4186"/>
                    <a:pt x="15728" y="3925"/>
                  </a:cubicBezTo>
                  <a:cubicBezTo>
                    <a:pt x="14878" y="2355"/>
                    <a:pt x="13864" y="655"/>
                    <a:pt x="12164" y="132"/>
                  </a:cubicBezTo>
                  <a:cubicBezTo>
                    <a:pt x="11839" y="44"/>
                    <a:pt x="11509" y="1"/>
                    <a:pt x="111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28"/>
            <p:cNvSpPr/>
            <p:nvPr/>
          </p:nvSpPr>
          <p:spPr>
            <a:xfrm>
              <a:off x="3642590" y="3386066"/>
              <a:ext cx="126926" cy="205901"/>
            </a:xfrm>
            <a:custGeom>
              <a:rect b="b" l="l" r="r" t="t"/>
              <a:pathLst>
                <a:path extrusionOk="0" h="13440" w="8285">
                  <a:moveTo>
                    <a:pt x="584" y="1"/>
                  </a:moveTo>
                  <a:cubicBezTo>
                    <a:pt x="290" y="1"/>
                    <a:pt x="1" y="294"/>
                    <a:pt x="231" y="570"/>
                  </a:cubicBezTo>
                  <a:cubicBezTo>
                    <a:pt x="3076" y="4494"/>
                    <a:pt x="4744" y="9170"/>
                    <a:pt x="7359" y="13257"/>
                  </a:cubicBezTo>
                  <a:cubicBezTo>
                    <a:pt x="7448" y="13385"/>
                    <a:pt x="7576" y="13439"/>
                    <a:pt x="7703" y="13439"/>
                  </a:cubicBezTo>
                  <a:cubicBezTo>
                    <a:pt x="7996" y="13439"/>
                    <a:pt x="8284" y="13151"/>
                    <a:pt x="8079" y="12832"/>
                  </a:cubicBezTo>
                  <a:cubicBezTo>
                    <a:pt x="5463" y="8745"/>
                    <a:pt x="3795" y="4101"/>
                    <a:pt x="918" y="178"/>
                  </a:cubicBezTo>
                  <a:cubicBezTo>
                    <a:pt x="831" y="52"/>
                    <a:pt x="70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128"/>
          <p:cNvGrpSpPr/>
          <p:nvPr/>
        </p:nvGrpSpPr>
        <p:grpSpPr>
          <a:xfrm>
            <a:off x="6704459" y="2779660"/>
            <a:ext cx="939269" cy="1448131"/>
            <a:chOff x="5907234" y="2627910"/>
            <a:chExt cx="939269" cy="1448131"/>
          </a:xfrm>
        </p:grpSpPr>
        <p:sp>
          <p:nvSpPr>
            <p:cNvPr id="12131" name="Google Shape;12131;p128"/>
            <p:cNvSpPr/>
            <p:nvPr/>
          </p:nvSpPr>
          <p:spPr>
            <a:xfrm>
              <a:off x="5907234" y="4004895"/>
              <a:ext cx="939269" cy="71146"/>
            </a:xfrm>
            <a:custGeom>
              <a:rect b="b" l="l" r="r" t="t"/>
              <a:pathLst>
                <a:path extrusionOk="0" h="4644" w="61310">
                  <a:moveTo>
                    <a:pt x="30671" y="0"/>
                  </a:moveTo>
                  <a:cubicBezTo>
                    <a:pt x="13733" y="0"/>
                    <a:pt x="0" y="1047"/>
                    <a:pt x="0" y="2322"/>
                  </a:cubicBezTo>
                  <a:cubicBezTo>
                    <a:pt x="0" y="3630"/>
                    <a:pt x="13733" y="4644"/>
                    <a:pt x="30671" y="4644"/>
                  </a:cubicBezTo>
                  <a:cubicBezTo>
                    <a:pt x="47609" y="4644"/>
                    <a:pt x="61309" y="3630"/>
                    <a:pt x="61309" y="2322"/>
                  </a:cubicBezTo>
                  <a:cubicBezTo>
                    <a:pt x="61309" y="1047"/>
                    <a:pt x="47609" y="0"/>
                    <a:pt x="306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28"/>
            <p:cNvSpPr/>
            <p:nvPr/>
          </p:nvSpPr>
          <p:spPr>
            <a:xfrm>
              <a:off x="5997892" y="3128813"/>
              <a:ext cx="795506" cy="57619"/>
            </a:xfrm>
            <a:custGeom>
              <a:rect b="b" l="l" r="r" t="t"/>
              <a:pathLst>
                <a:path extrusionOk="0" h="3761" w="51926">
                  <a:moveTo>
                    <a:pt x="1" y="0"/>
                  </a:moveTo>
                  <a:lnTo>
                    <a:pt x="1" y="3761"/>
                  </a:lnTo>
                  <a:lnTo>
                    <a:pt x="51925" y="3761"/>
                  </a:lnTo>
                  <a:lnTo>
                    <a:pt x="519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28"/>
            <p:cNvSpPr/>
            <p:nvPr/>
          </p:nvSpPr>
          <p:spPr>
            <a:xfrm>
              <a:off x="6013916" y="3185907"/>
              <a:ext cx="763947" cy="734900"/>
            </a:xfrm>
            <a:custGeom>
              <a:rect b="b" l="l" r="r" t="t"/>
              <a:pathLst>
                <a:path extrusionOk="0" h="47970" w="49866">
                  <a:moveTo>
                    <a:pt x="1" y="1"/>
                  </a:moveTo>
                  <a:lnTo>
                    <a:pt x="1" y="47969"/>
                  </a:lnTo>
                  <a:lnTo>
                    <a:pt x="49866" y="47969"/>
                  </a:lnTo>
                  <a:lnTo>
                    <a:pt x="498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28"/>
            <p:cNvSpPr/>
            <p:nvPr/>
          </p:nvSpPr>
          <p:spPr>
            <a:xfrm>
              <a:off x="6054496" y="3185907"/>
              <a:ext cx="682292" cy="693812"/>
            </a:xfrm>
            <a:custGeom>
              <a:rect b="b" l="l" r="r" t="t"/>
              <a:pathLst>
                <a:path extrusionOk="0" h="45288" w="44536">
                  <a:moveTo>
                    <a:pt x="0" y="1"/>
                  </a:moveTo>
                  <a:lnTo>
                    <a:pt x="0" y="45288"/>
                  </a:lnTo>
                  <a:lnTo>
                    <a:pt x="44535" y="45288"/>
                  </a:lnTo>
                  <a:lnTo>
                    <a:pt x="445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28"/>
            <p:cNvSpPr/>
            <p:nvPr/>
          </p:nvSpPr>
          <p:spPr>
            <a:xfrm>
              <a:off x="6054496" y="3185907"/>
              <a:ext cx="682292" cy="20559"/>
            </a:xfrm>
            <a:custGeom>
              <a:rect b="b" l="l" r="r" t="t"/>
              <a:pathLst>
                <a:path extrusionOk="0" h="1342" w="44536">
                  <a:moveTo>
                    <a:pt x="0" y="1"/>
                  </a:moveTo>
                  <a:lnTo>
                    <a:pt x="0" y="1342"/>
                  </a:lnTo>
                  <a:lnTo>
                    <a:pt x="44535" y="1342"/>
                  </a:lnTo>
                  <a:lnTo>
                    <a:pt x="445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28"/>
            <p:cNvSpPr/>
            <p:nvPr/>
          </p:nvSpPr>
          <p:spPr>
            <a:xfrm>
              <a:off x="6064010" y="3920747"/>
              <a:ext cx="56117" cy="126252"/>
            </a:xfrm>
            <a:custGeom>
              <a:rect b="b" l="l" r="r" t="t"/>
              <a:pathLst>
                <a:path extrusionOk="0" h="8241" w="3663">
                  <a:moveTo>
                    <a:pt x="1" y="0"/>
                  </a:moveTo>
                  <a:lnTo>
                    <a:pt x="818" y="8240"/>
                  </a:lnTo>
                  <a:lnTo>
                    <a:pt x="2845" y="8240"/>
                  </a:lnTo>
                  <a:lnTo>
                    <a:pt x="36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28"/>
            <p:cNvSpPr/>
            <p:nvPr/>
          </p:nvSpPr>
          <p:spPr>
            <a:xfrm>
              <a:off x="6665102" y="3920747"/>
              <a:ext cx="56117" cy="126252"/>
            </a:xfrm>
            <a:custGeom>
              <a:rect b="b" l="l" r="r" t="t"/>
              <a:pathLst>
                <a:path extrusionOk="0" h="8241" w="3663">
                  <a:moveTo>
                    <a:pt x="1" y="0"/>
                  </a:moveTo>
                  <a:lnTo>
                    <a:pt x="818" y="8240"/>
                  </a:lnTo>
                  <a:lnTo>
                    <a:pt x="2845" y="8240"/>
                  </a:lnTo>
                  <a:lnTo>
                    <a:pt x="36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28"/>
            <p:cNvSpPr/>
            <p:nvPr/>
          </p:nvSpPr>
          <p:spPr>
            <a:xfrm>
              <a:off x="6377087" y="3236123"/>
              <a:ext cx="12532" cy="613535"/>
            </a:xfrm>
            <a:custGeom>
              <a:rect b="b" l="l" r="r" t="t"/>
              <a:pathLst>
                <a:path extrusionOk="0" h="40048" w="818">
                  <a:moveTo>
                    <a:pt x="409" y="1"/>
                  </a:moveTo>
                  <a:cubicBezTo>
                    <a:pt x="204" y="1"/>
                    <a:pt x="0" y="140"/>
                    <a:pt x="0" y="418"/>
                  </a:cubicBezTo>
                  <a:lnTo>
                    <a:pt x="0" y="39656"/>
                  </a:lnTo>
                  <a:cubicBezTo>
                    <a:pt x="0" y="39917"/>
                    <a:pt x="204" y="40048"/>
                    <a:pt x="409" y="40048"/>
                  </a:cubicBezTo>
                  <a:cubicBezTo>
                    <a:pt x="613" y="40048"/>
                    <a:pt x="818" y="39917"/>
                    <a:pt x="818" y="39656"/>
                  </a:cubicBezTo>
                  <a:lnTo>
                    <a:pt x="818" y="418"/>
                  </a:lnTo>
                  <a:cubicBezTo>
                    <a:pt x="818" y="140"/>
                    <a:pt x="613" y="1"/>
                    <a:pt x="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28"/>
            <p:cNvSpPr/>
            <p:nvPr/>
          </p:nvSpPr>
          <p:spPr>
            <a:xfrm>
              <a:off x="6092059" y="3254659"/>
              <a:ext cx="12547" cy="563822"/>
            </a:xfrm>
            <a:custGeom>
              <a:rect b="b" l="l" r="r" t="t"/>
              <a:pathLst>
                <a:path extrusionOk="0" h="36803" w="819">
                  <a:moveTo>
                    <a:pt x="410" y="1"/>
                  </a:moveTo>
                  <a:cubicBezTo>
                    <a:pt x="205" y="1"/>
                    <a:pt x="1" y="140"/>
                    <a:pt x="1" y="418"/>
                  </a:cubicBezTo>
                  <a:lnTo>
                    <a:pt x="1" y="36386"/>
                  </a:lnTo>
                  <a:cubicBezTo>
                    <a:pt x="1" y="36664"/>
                    <a:pt x="205" y="36803"/>
                    <a:pt x="410" y="36803"/>
                  </a:cubicBezTo>
                  <a:cubicBezTo>
                    <a:pt x="614" y="36803"/>
                    <a:pt x="818" y="36664"/>
                    <a:pt x="818" y="36386"/>
                  </a:cubicBezTo>
                  <a:lnTo>
                    <a:pt x="818" y="418"/>
                  </a:lnTo>
                  <a:cubicBezTo>
                    <a:pt x="818" y="140"/>
                    <a:pt x="614" y="1"/>
                    <a:pt x="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28"/>
            <p:cNvSpPr/>
            <p:nvPr/>
          </p:nvSpPr>
          <p:spPr>
            <a:xfrm>
              <a:off x="6683638" y="3258045"/>
              <a:ext cx="12532" cy="582482"/>
            </a:xfrm>
            <a:custGeom>
              <a:rect b="b" l="l" r="r" t="t"/>
              <a:pathLst>
                <a:path extrusionOk="0" h="38021" w="818">
                  <a:moveTo>
                    <a:pt x="409" y="0"/>
                  </a:moveTo>
                  <a:cubicBezTo>
                    <a:pt x="205" y="0"/>
                    <a:pt x="0" y="131"/>
                    <a:pt x="0" y="393"/>
                  </a:cubicBezTo>
                  <a:lnTo>
                    <a:pt x="0" y="37603"/>
                  </a:lnTo>
                  <a:cubicBezTo>
                    <a:pt x="0" y="37881"/>
                    <a:pt x="205" y="38020"/>
                    <a:pt x="409" y="38020"/>
                  </a:cubicBezTo>
                  <a:cubicBezTo>
                    <a:pt x="614" y="38020"/>
                    <a:pt x="818" y="37881"/>
                    <a:pt x="818" y="37603"/>
                  </a:cubicBezTo>
                  <a:lnTo>
                    <a:pt x="818" y="393"/>
                  </a:lnTo>
                  <a:cubicBezTo>
                    <a:pt x="818" y="131"/>
                    <a:pt x="614"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28"/>
            <p:cNvSpPr/>
            <p:nvPr/>
          </p:nvSpPr>
          <p:spPr>
            <a:xfrm>
              <a:off x="6105586" y="3821557"/>
              <a:ext cx="241964" cy="12547"/>
            </a:xfrm>
            <a:custGeom>
              <a:rect b="b" l="l" r="r" t="t"/>
              <a:pathLst>
                <a:path extrusionOk="0" h="819" w="15794">
                  <a:moveTo>
                    <a:pt x="557" y="1"/>
                  </a:moveTo>
                  <a:cubicBezTo>
                    <a:pt x="1" y="1"/>
                    <a:pt x="1" y="818"/>
                    <a:pt x="557" y="818"/>
                  </a:cubicBezTo>
                  <a:lnTo>
                    <a:pt x="15271" y="818"/>
                  </a:lnTo>
                  <a:cubicBezTo>
                    <a:pt x="15794" y="818"/>
                    <a:pt x="15794" y="1"/>
                    <a:pt x="15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28"/>
            <p:cNvSpPr/>
            <p:nvPr/>
          </p:nvSpPr>
          <p:spPr>
            <a:xfrm>
              <a:off x="6412642" y="3818554"/>
              <a:ext cx="244982" cy="12547"/>
            </a:xfrm>
            <a:custGeom>
              <a:rect b="b" l="l" r="r" t="t"/>
              <a:pathLst>
                <a:path extrusionOk="0" h="819" w="15991">
                  <a:moveTo>
                    <a:pt x="524" y="1"/>
                  </a:moveTo>
                  <a:cubicBezTo>
                    <a:pt x="1" y="1"/>
                    <a:pt x="1" y="818"/>
                    <a:pt x="524" y="818"/>
                  </a:cubicBezTo>
                  <a:lnTo>
                    <a:pt x="15467" y="818"/>
                  </a:lnTo>
                  <a:cubicBezTo>
                    <a:pt x="15990" y="818"/>
                    <a:pt x="15990" y="1"/>
                    <a:pt x="15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28"/>
            <p:cNvSpPr/>
            <p:nvPr/>
          </p:nvSpPr>
          <p:spPr>
            <a:xfrm>
              <a:off x="6112096" y="3245529"/>
              <a:ext cx="244982" cy="12532"/>
            </a:xfrm>
            <a:custGeom>
              <a:rect b="b" l="l" r="r" t="t"/>
              <a:pathLst>
                <a:path extrusionOk="0" h="818" w="15991">
                  <a:moveTo>
                    <a:pt x="524" y="0"/>
                  </a:moveTo>
                  <a:cubicBezTo>
                    <a:pt x="1" y="0"/>
                    <a:pt x="1" y="817"/>
                    <a:pt x="524" y="817"/>
                  </a:cubicBezTo>
                  <a:lnTo>
                    <a:pt x="15467" y="817"/>
                  </a:lnTo>
                  <a:cubicBezTo>
                    <a:pt x="15990" y="817"/>
                    <a:pt x="15990" y="0"/>
                    <a:pt x="15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28"/>
            <p:cNvSpPr/>
            <p:nvPr/>
          </p:nvSpPr>
          <p:spPr>
            <a:xfrm>
              <a:off x="6403129" y="3245529"/>
              <a:ext cx="270015" cy="12532"/>
            </a:xfrm>
            <a:custGeom>
              <a:rect b="b" l="l" r="r" t="t"/>
              <a:pathLst>
                <a:path extrusionOk="0" h="818" w="17625">
                  <a:moveTo>
                    <a:pt x="556" y="0"/>
                  </a:moveTo>
                  <a:cubicBezTo>
                    <a:pt x="0" y="0"/>
                    <a:pt x="0" y="817"/>
                    <a:pt x="556" y="817"/>
                  </a:cubicBezTo>
                  <a:lnTo>
                    <a:pt x="17102" y="817"/>
                  </a:lnTo>
                  <a:cubicBezTo>
                    <a:pt x="17625" y="817"/>
                    <a:pt x="17625" y="0"/>
                    <a:pt x="17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28"/>
            <p:cNvSpPr/>
            <p:nvPr/>
          </p:nvSpPr>
          <p:spPr>
            <a:xfrm>
              <a:off x="6118117" y="3292605"/>
              <a:ext cx="195376" cy="12547"/>
            </a:xfrm>
            <a:custGeom>
              <a:rect b="b" l="l" r="r" t="t"/>
              <a:pathLst>
                <a:path extrusionOk="0" h="819" w="12753">
                  <a:moveTo>
                    <a:pt x="556" y="1"/>
                  </a:moveTo>
                  <a:cubicBezTo>
                    <a:pt x="0" y="1"/>
                    <a:pt x="0" y="818"/>
                    <a:pt x="556" y="818"/>
                  </a:cubicBezTo>
                  <a:lnTo>
                    <a:pt x="12197" y="818"/>
                  </a:lnTo>
                  <a:cubicBezTo>
                    <a:pt x="12752" y="818"/>
                    <a:pt x="12752" y="1"/>
                    <a:pt x="12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28"/>
            <p:cNvSpPr/>
            <p:nvPr/>
          </p:nvSpPr>
          <p:spPr>
            <a:xfrm>
              <a:off x="6412642" y="3289096"/>
              <a:ext cx="226445" cy="12547"/>
            </a:xfrm>
            <a:custGeom>
              <a:rect b="b" l="l" r="r" t="t"/>
              <a:pathLst>
                <a:path extrusionOk="0" h="819" w="14781">
                  <a:moveTo>
                    <a:pt x="524" y="1"/>
                  </a:moveTo>
                  <a:cubicBezTo>
                    <a:pt x="1" y="1"/>
                    <a:pt x="1" y="818"/>
                    <a:pt x="524" y="818"/>
                  </a:cubicBezTo>
                  <a:lnTo>
                    <a:pt x="14224" y="818"/>
                  </a:lnTo>
                  <a:cubicBezTo>
                    <a:pt x="14780" y="818"/>
                    <a:pt x="14780" y="1"/>
                    <a:pt x="14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28"/>
            <p:cNvSpPr/>
            <p:nvPr/>
          </p:nvSpPr>
          <p:spPr>
            <a:xfrm>
              <a:off x="6121119" y="3777484"/>
              <a:ext cx="229938" cy="12532"/>
            </a:xfrm>
            <a:custGeom>
              <a:rect b="b" l="l" r="r" t="t"/>
              <a:pathLst>
                <a:path extrusionOk="0" h="818" w="15009">
                  <a:moveTo>
                    <a:pt x="556" y="0"/>
                  </a:moveTo>
                  <a:cubicBezTo>
                    <a:pt x="0" y="0"/>
                    <a:pt x="0" y="818"/>
                    <a:pt x="556" y="818"/>
                  </a:cubicBezTo>
                  <a:lnTo>
                    <a:pt x="14453" y="818"/>
                  </a:lnTo>
                  <a:cubicBezTo>
                    <a:pt x="15009" y="818"/>
                    <a:pt x="15009" y="0"/>
                    <a:pt x="1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28"/>
            <p:cNvSpPr/>
            <p:nvPr/>
          </p:nvSpPr>
          <p:spPr>
            <a:xfrm>
              <a:off x="6412642" y="3774481"/>
              <a:ext cx="238961" cy="12532"/>
            </a:xfrm>
            <a:custGeom>
              <a:rect b="b" l="l" r="r" t="t"/>
              <a:pathLst>
                <a:path extrusionOk="0" h="818" w="15598">
                  <a:moveTo>
                    <a:pt x="524" y="0"/>
                  </a:moveTo>
                  <a:cubicBezTo>
                    <a:pt x="1" y="0"/>
                    <a:pt x="1" y="818"/>
                    <a:pt x="524" y="818"/>
                  </a:cubicBezTo>
                  <a:lnTo>
                    <a:pt x="15042" y="818"/>
                  </a:lnTo>
                  <a:cubicBezTo>
                    <a:pt x="15598" y="818"/>
                    <a:pt x="15598" y="0"/>
                    <a:pt x="15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28"/>
            <p:cNvSpPr/>
            <p:nvPr/>
          </p:nvSpPr>
          <p:spPr>
            <a:xfrm>
              <a:off x="6132639" y="3326797"/>
              <a:ext cx="12532" cy="429067"/>
            </a:xfrm>
            <a:custGeom>
              <a:rect b="b" l="l" r="r" t="t"/>
              <a:pathLst>
                <a:path extrusionOk="0" h="28007" w="818">
                  <a:moveTo>
                    <a:pt x="409" y="0"/>
                  </a:moveTo>
                  <a:cubicBezTo>
                    <a:pt x="205" y="0"/>
                    <a:pt x="0" y="139"/>
                    <a:pt x="0" y="417"/>
                  </a:cubicBezTo>
                  <a:lnTo>
                    <a:pt x="0" y="27589"/>
                  </a:lnTo>
                  <a:cubicBezTo>
                    <a:pt x="0" y="27867"/>
                    <a:pt x="205" y="28006"/>
                    <a:pt x="409" y="28006"/>
                  </a:cubicBezTo>
                  <a:cubicBezTo>
                    <a:pt x="613" y="28006"/>
                    <a:pt x="818" y="27867"/>
                    <a:pt x="818" y="27589"/>
                  </a:cubicBezTo>
                  <a:lnTo>
                    <a:pt x="818" y="417"/>
                  </a:lnTo>
                  <a:cubicBezTo>
                    <a:pt x="818" y="139"/>
                    <a:pt x="613"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28"/>
            <p:cNvSpPr/>
            <p:nvPr/>
          </p:nvSpPr>
          <p:spPr>
            <a:xfrm>
              <a:off x="6640055" y="3311263"/>
              <a:ext cx="12547" cy="447604"/>
            </a:xfrm>
            <a:custGeom>
              <a:rect b="b" l="l" r="r" t="t"/>
              <a:pathLst>
                <a:path extrusionOk="0" h="29217" w="819">
                  <a:moveTo>
                    <a:pt x="409" y="1"/>
                  </a:moveTo>
                  <a:cubicBezTo>
                    <a:pt x="205" y="1"/>
                    <a:pt x="1" y="140"/>
                    <a:pt x="1" y="418"/>
                  </a:cubicBezTo>
                  <a:lnTo>
                    <a:pt x="1" y="28800"/>
                  </a:lnTo>
                  <a:cubicBezTo>
                    <a:pt x="1" y="29077"/>
                    <a:pt x="205" y="29216"/>
                    <a:pt x="409" y="29216"/>
                  </a:cubicBezTo>
                  <a:cubicBezTo>
                    <a:pt x="614" y="29216"/>
                    <a:pt x="818" y="29077"/>
                    <a:pt x="818" y="28800"/>
                  </a:cubicBezTo>
                  <a:lnTo>
                    <a:pt x="818" y="418"/>
                  </a:lnTo>
                  <a:cubicBezTo>
                    <a:pt x="818" y="140"/>
                    <a:pt x="614" y="1"/>
                    <a:pt x="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28"/>
            <p:cNvSpPr/>
            <p:nvPr/>
          </p:nvSpPr>
          <p:spPr>
            <a:xfrm>
              <a:off x="6342511" y="3289219"/>
              <a:ext cx="12547" cy="479164"/>
            </a:xfrm>
            <a:custGeom>
              <a:rect b="b" l="l" r="r" t="t"/>
              <a:pathLst>
                <a:path extrusionOk="0" h="31277" w="819">
                  <a:moveTo>
                    <a:pt x="410" y="1"/>
                  </a:moveTo>
                  <a:cubicBezTo>
                    <a:pt x="205" y="1"/>
                    <a:pt x="1" y="140"/>
                    <a:pt x="1" y="418"/>
                  </a:cubicBezTo>
                  <a:lnTo>
                    <a:pt x="1" y="30860"/>
                  </a:lnTo>
                  <a:cubicBezTo>
                    <a:pt x="1" y="31138"/>
                    <a:pt x="205" y="31277"/>
                    <a:pt x="410" y="31277"/>
                  </a:cubicBezTo>
                  <a:cubicBezTo>
                    <a:pt x="614" y="31277"/>
                    <a:pt x="818" y="31138"/>
                    <a:pt x="818" y="30860"/>
                  </a:cubicBezTo>
                  <a:lnTo>
                    <a:pt x="818" y="418"/>
                  </a:lnTo>
                  <a:cubicBezTo>
                    <a:pt x="818" y="140"/>
                    <a:pt x="614" y="1"/>
                    <a:pt x="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28"/>
            <p:cNvSpPr/>
            <p:nvPr/>
          </p:nvSpPr>
          <p:spPr>
            <a:xfrm>
              <a:off x="6412137" y="3526527"/>
              <a:ext cx="58630" cy="49851"/>
            </a:xfrm>
            <a:custGeom>
              <a:rect b="b" l="l" r="r" t="t"/>
              <a:pathLst>
                <a:path extrusionOk="0" h="3254" w="3827">
                  <a:moveTo>
                    <a:pt x="2192" y="1"/>
                  </a:moveTo>
                  <a:cubicBezTo>
                    <a:pt x="753" y="1"/>
                    <a:pt x="1" y="1734"/>
                    <a:pt x="1047" y="2780"/>
                  </a:cubicBezTo>
                  <a:cubicBezTo>
                    <a:pt x="1375" y="3107"/>
                    <a:pt x="1780" y="3254"/>
                    <a:pt x="2180" y="3254"/>
                  </a:cubicBezTo>
                  <a:cubicBezTo>
                    <a:pt x="3017" y="3254"/>
                    <a:pt x="3827" y="2610"/>
                    <a:pt x="3827" y="1636"/>
                  </a:cubicBezTo>
                  <a:cubicBezTo>
                    <a:pt x="3827" y="720"/>
                    <a:pt x="3107" y="1"/>
                    <a:pt x="2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28"/>
            <p:cNvSpPr/>
            <p:nvPr/>
          </p:nvSpPr>
          <p:spPr>
            <a:xfrm>
              <a:off x="6298438" y="3528533"/>
              <a:ext cx="50112" cy="50112"/>
            </a:xfrm>
            <a:custGeom>
              <a:rect b="b" l="l" r="r" t="t"/>
              <a:pathLst>
                <a:path extrusionOk="0" h="3271" w="3271">
                  <a:moveTo>
                    <a:pt x="1635" y="0"/>
                  </a:moveTo>
                  <a:cubicBezTo>
                    <a:pt x="753" y="0"/>
                    <a:pt x="0" y="720"/>
                    <a:pt x="0" y="1635"/>
                  </a:cubicBezTo>
                  <a:cubicBezTo>
                    <a:pt x="0" y="2518"/>
                    <a:pt x="753" y="3270"/>
                    <a:pt x="1635" y="3270"/>
                  </a:cubicBezTo>
                  <a:cubicBezTo>
                    <a:pt x="2551" y="3270"/>
                    <a:pt x="3270" y="2518"/>
                    <a:pt x="3270" y="1635"/>
                  </a:cubicBezTo>
                  <a:cubicBezTo>
                    <a:pt x="3270" y="720"/>
                    <a:pt x="2551" y="0"/>
                    <a:pt x="1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28"/>
            <p:cNvSpPr/>
            <p:nvPr/>
          </p:nvSpPr>
          <p:spPr>
            <a:xfrm>
              <a:off x="6103579" y="3058682"/>
              <a:ext cx="282547" cy="70150"/>
            </a:xfrm>
            <a:custGeom>
              <a:rect b="b" l="l" r="r" t="t"/>
              <a:pathLst>
                <a:path extrusionOk="0" h="4579" w="18443">
                  <a:moveTo>
                    <a:pt x="18410" y="1"/>
                  </a:moveTo>
                  <a:lnTo>
                    <a:pt x="1243" y="33"/>
                  </a:lnTo>
                  <a:cubicBezTo>
                    <a:pt x="557" y="33"/>
                    <a:pt x="1" y="557"/>
                    <a:pt x="1" y="1243"/>
                  </a:cubicBezTo>
                  <a:lnTo>
                    <a:pt x="1" y="3369"/>
                  </a:lnTo>
                  <a:cubicBezTo>
                    <a:pt x="1" y="4023"/>
                    <a:pt x="557" y="4578"/>
                    <a:pt x="1243" y="4578"/>
                  </a:cubicBezTo>
                  <a:lnTo>
                    <a:pt x="18443" y="4578"/>
                  </a:lnTo>
                  <a:lnTo>
                    <a:pt x="18443" y="3990"/>
                  </a:lnTo>
                  <a:lnTo>
                    <a:pt x="1472" y="3990"/>
                  </a:lnTo>
                  <a:cubicBezTo>
                    <a:pt x="982" y="3990"/>
                    <a:pt x="589" y="3597"/>
                    <a:pt x="589" y="3107"/>
                  </a:cubicBezTo>
                  <a:lnTo>
                    <a:pt x="589" y="1472"/>
                  </a:lnTo>
                  <a:cubicBezTo>
                    <a:pt x="589" y="982"/>
                    <a:pt x="982" y="589"/>
                    <a:pt x="1472" y="589"/>
                  </a:cubicBezTo>
                  <a:lnTo>
                    <a:pt x="18410" y="589"/>
                  </a:lnTo>
                  <a:lnTo>
                    <a:pt x="184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28"/>
            <p:cNvSpPr/>
            <p:nvPr/>
          </p:nvSpPr>
          <p:spPr>
            <a:xfrm>
              <a:off x="6112602" y="3068196"/>
              <a:ext cx="264515" cy="52119"/>
            </a:xfrm>
            <a:custGeom>
              <a:rect b="b" l="l" r="r" t="t"/>
              <a:pathLst>
                <a:path extrusionOk="0" h="3402" w="17266">
                  <a:moveTo>
                    <a:pt x="851" y="1"/>
                  </a:moveTo>
                  <a:cubicBezTo>
                    <a:pt x="393" y="1"/>
                    <a:pt x="0" y="393"/>
                    <a:pt x="0" y="884"/>
                  </a:cubicBezTo>
                  <a:lnTo>
                    <a:pt x="0" y="2519"/>
                  </a:lnTo>
                  <a:cubicBezTo>
                    <a:pt x="0" y="3009"/>
                    <a:pt x="393" y="3402"/>
                    <a:pt x="883" y="3402"/>
                  </a:cubicBezTo>
                  <a:lnTo>
                    <a:pt x="17265" y="3402"/>
                  </a:lnTo>
                  <a:lnTo>
                    <a:pt x="172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28"/>
            <p:cNvSpPr/>
            <p:nvPr/>
          </p:nvSpPr>
          <p:spPr>
            <a:xfrm>
              <a:off x="6085058" y="2935456"/>
              <a:ext cx="282041" cy="59135"/>
            </a:xfrm>
            <a:custGeom>
              <a:rect b="b" l="l" r="r" t="t"/>
              <a:pathLst>
                <a:path extrusionOk="0" h="3860" w="18410">
                  <a:moveTo>
                    <a:pt x="1210" y="1"/>
                  </a:moveTo>
                  <a:cubicBezTo>
                    <a:pt x="523" y="1"/>
                    <a:pt x="0" y="524"/>
                    <a:pt x="0" y="1211"/>
                  </a:cubicBezTo>
                  <a:lnTo>
                    <a:pt x="0" y="2649"/>
                  </a:lnTo>
                  <a:cubicBezTo>
                    <a:pt x="0" y="3303"/>
                    <a:pt x="523" y="3859"/>
                    <a:pt x="1210" y="3859"/>
                  </a:cubicBezTo>
                  <a:lnTo>
                    <a:pt x="18409" y="3859"/>
                  </a:lnTo>
                  <a:lnTo>
                    <a:pt x="18409" y="3271"/>
                  </a:lnTo>
                  <a:lnTo>
                    <a:pt x="1471" y="3271"/>
                  </a:lnTo>
                  <a:cubicBezTo>
                    <a:pt x="981" y="3271"/>
                    <a:pt x="589" y="2878"/>
                    <a:pt x="589" y="2388"/>
                  </a:cubicBezTo>
                  <a:lnTo>
                    <a:pt x="589" y="1472"/>
                  </a:lnTo>
                  <a:cubicBezTo>
                    <a:pt x="589" y="949"/>
                    <a:pt x="981" y="557"/>
                    <a:pt x="1471" y="557"/>
                  </a:cubicBezTo>
                  <a:lnTo>
                    <a:pt x="18409" y="557"/>
                  </a:lnTo>
                  <a:lnTo>
                    <a:pt x="184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28"/>
            <p:cNvSpPr/>
            <p:nvPr/>
          </p:nvSpPr>
          <p:spPr>
            <a:xfrm>
              <a:off x="6094066" y="2943973"/>
              <a:ext cx="264515" cy="41594"/>
            </a:xfrm>
            <a:custGeom>
              <a:rect b="b" l="l" r="r" t="t"/>
              <a:pathLst>
                <a:path extrusionOk="0" h="2715" w="17266">
                  <a:moveTo>
                    <a:pt x="883" y="1"/>
                  </a:moveTo>
                  <a:cubicBezTo>
                    <a:pt x="393" y="1"/>
                    <a:pt x="1" y="426"/>
                    <a:pt x="1" y="916"/>
                  </a:cubicBezTo>
                  <a:lnTo>
                    <a:pt x="1" y="1832"/>
                  </a:lnTo>
                  <a:cubicBezTo>
                    <a:pt x="1" y="2322"/>
                    <a:pt x="393" y="2715"/>
                    <a:pt x="883" y="2715"/>
                  </a:cubicBezTo>
                  <a:lnTo>
                    <a:pt x="17265" y="2715"/>
                  </a:lnTo>
                  <a:lnTo>
                    <a:pt x="172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28"/>
            <p:cNvSpPr/>
            <p:nvPr/>
          </p:nvSpPr>
          <p:spPr>
            <a:xfrm>
              <a:off x="6112602" y="2994572"/>
              <a:ext cx="282547" cy="64635"/>
            </a:xfrm>
            <a:custGeom>
              <a:rect b="b" l="l" r="r" t="t"/>
              <a:pathLst>
                <a:path extrusionOk="0" h="4219" w="18443">
                  <a:moveTo>
                    <a:pt x="1210" y="0"/>
                  </a:moveTo>
                  <a:cubicBezTo>
                    <a:pt x="556" y="0"/>
                    <a:pt x="0" y="556"/>
                    <a:pt x="0" y="1210"/>
                  </a:cubicBezTo>
                  <a:lnTo>
                    <a:pt x="0" y="2976"/>
                  </a:lnTo>
                  <a:cubicBezTo>
                    <a:pt x="0" y="3662"/>
                    <a:pt x="556" y="4218"/>
                    <a:pt x="1210" y="4218"/>
                  </a:cubicBezTo>
                  <a:lnTo>
                    <a:pt x="18442" y="4218"/>
                  </a:lnTo>
                  <a:lnTo>
                    <a:pt x="18442" y="3662"/>
                  </a:lnTo>
                  <a:lnTo>
                    <a:pt x="1505" y="3662"/>
                  </a:lnTo>
                  <a:cubicBezTo>
                    <a:pt x="1014" y="3662"/>
                    <a:pt x="589" y="3237"/>
                    <a:pt x="589" y="2747"/>
                  </a:cubicBezTo>
                  <a:lnTo>
                    <a:pt x="589" y="1472"/>
                  </a:lnTo>
                  <a:cubicBezTo>
                    <a:pt x="589" y="981"/>
                    <a:pt x="1014" y="589"/>
                    <a:pt x="1505" y="589"/>
                  </a:cubicBezTo>
                  <a:lnTo>
                    <a:pt x="18442" y="589"/>
                  </a:lnTo>
                  <a:lnTo>
                    <a:pt x="184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28"/>
            <p:cNvSpPr/>
            <p:nvPr/>
          </p:nvSpPr>
          <p:spPr>
            <a:xfrm>
              <a:off x="6121610" y="3003580"/>
              <a:ext cx="264515" cy="47109"/>
            </a:xfrm>
            <a:custGeom>
              <a:rect b="b" l="l" r="r" t="t"/>
              <a:pathLst>
                <a:path extrusionOk="0" h="3075" w="17266">
                  <a:moveTo>
                    <a:pt x="884" y="1"/>
                  </a:moveTo>
                  <a:cubicBezTo>
                    <a:pt x="393" y="1"/>
                    <a:pt x="1" y="393"/>
                    <a:pt x="1" y="884"/>
                  </a:cubicBezTo>
                  <a:lnTo>
                    <a:pt x="1" y="2159"/>
                  </a:lnTo>
                  <a:cubicBezTo>
                    <a:pt x="1" y="2649"/>
                    <a:pt x="361" y="3042"/>
                    <a:pt x="884" y="3074"/>
                  </a:cubicBezTo>
                  <a:lnTo>
                    <a:pt x="17266" y="3074"/>
                  </a:lnTo>
                  <a:lnTo>
                    <a:pt x="172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28"/>
            <p:cNvSpPr/>
            <p:nvPr/>
          </p:nvSpPr>
          <p:spPr>
            <a:xfrm>
              <a:off x="6610489" y="2772676"/>
              <a:ext cx="123265" cy="204660"/>
            </a:xfrm>
            <a:custGeom>
              <a:rect b="b" l="l" r="r" t="t"/>
              <a:pathLst>
                <a:path extrusionOk="0" h="13359" w="8046">
                  <a:moveTo>
                    <a:pt x="7686" y="0"/>
                  </a:moveTo>
                  <a:cubicBezTo>
                    <a:pt x="7032" y="1373"/>
                    <a:pt x="6280" y="2779"/>
                    <a:pt x="5102" y="3826"/>
                  </a:cubicBezTo>
                  <a:cubicBezTo>
                    <a:pt x="4220" y="4643"/>
                    <a:pt x="3141" y="5199"/>
                    <a:pt x="2323" y="6082"/>
                  </a:cubicBezTo>
                  <a:cubicBezTo>
                    <a:pt x="1081" y="7390"/>
                    <a:pt x="623" y="9254"/>
                    <a:pt x="263" y="11019"/>
                  </a:cubicBezTo>
                  <a:cubicBezTo>
                    <a:pt x="96" y="11881"/>
                    <a:pt x="0" y="13358"/>
                    <a:pt x="921" y="13358"/>
                  </a:cubicBezTo>
                  <a:cubicBezTo>
                    <a:pt x="1083" y="13358"/>
                    <a:pt x="1276" y="13313"/>
                    <a:pt x="1506" y="13210"/>
                  </a:cubicBezTo>
                  <a:cubicBezTo>
                    <a:pt x="2879" y="12621"/>
                    <a:pt x="2814" y="10790"/>
                    <a:pt x="3304" y="9581"/>
                  </a:cubicBezTo>
                  <a:cubicBezTo>
                    <a:pt x="3794" y="8469"/>
                    <a:pt x="5429" y="7651"/>
                    <a:pt x="6116" y="6670"/>
                  </a:cubicBezTo>
                  <a:cubicBezTo>
                    <a:pt x="7489" y="4741"/>
                    <a:pt x="8045" y="3335"/>
                    <a:pt x="76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28"/>
            <p:cNvSpPr/>
            <p:nvPr/>
          </p:nvSpPr>
          <p:spPr>
            <a:xfrm>
              <a:off x="6536865" y="2641437"/>
              <a:ext cx="65646" cy="288139"/>
            </a:xfrm>
            <a:custGeom>
              <a:rect b="b" l="l" r="r" t="t"/>
              <a:pathLst>
                <a:path extrusionOk="0" h="18808" w="4285">
                  <a:moveTo>
                    <a:pt x="1211" y="0"/>
                  </a:moveTo>
                  <a:cubicBezTo>
                    <a:pt x="753" y="2093"/>
                    <a:pt x="426" y="4251"/>
                    <a:pt x="230" y="6376"/>
                  </a:cubicBezTo>
                  <a:cubicBezTo>
                    <a:pt x="1" y="8142"/>
                    <a:pt x="66" y="9908"/>
                    <a:pt x="328" y="11641"/>
                  </a:cubicBezTo>
                  <a:cubicBezTo>
                    <a:pt x="688" y="13635"/>
                    <a:pt x="1636" y="15466"/>
                    <a:pt x="2028" y="17461"/>
                  </a:cubicBezTo>
                  <a:cubicBezTo>
                    <a:pt x="2126" y="17984"/>
                    <a:pt x="2094" y="18703"/>
                    <a:pt x="2748" y="18802"/>
                  </a:cubicBezTo>
                  <a:cubicBezTo>
                    <a:pt x="2784" y="18805"/>
                    <a:pt x="2819" y="18807"/>
                    <a:pt x="2853" y="18807"/>
                  </a:cubicBezTo>
                  <a:cubicBezTo>
                    <a:pt x="3678" y="18807"/>
                    <a:pt x="3861" y="17697"/>
                    <a:pt x="3892" y="17069"/>
                  </a:cubicBezTo>
                  <a:cubicBezTo>
                    <a:pt x="4284" y="11281"/>
                    <a:pt x="3663" y="5265"/>
                    <a:pt x="1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28"/>
            <p:cNvSpPr/>
            <p:nvPr/>
          </p:nvSpPr>
          <p:spPr>
            <a:xfrm>
              <a:off x="6488779" y="2671983"/>
              <a:ext cx="113230" cy="303581"/>
            </a:xfrm>
            <a:custGeom>
              <a:rect b="b" l="l" r="r" t="t"/>
              <a:pathLst>
                <a:path extrusionOk="0" h="19816" w="7391">
                  <a:moveTo>
                    <a:pt x="1407" y="1"/>
                  </a:moveTo>
                  <a:cubicBezTo>
                    <a:pt x="491" y="1276"/>
                    <a:pt x="1" y="2813"/>
                    <a:pt x="34" y="4382"/>
                  </a:cubicBezTo>
                  <a:cubicBezTo>
                    <a:pt x="1" y="5984"/>
                    <a:pt x="393" y="7521"/>
                    <a:pt x="1243" y="8895"/>
                  </a:cubicBezTo>
                  <a:cubicBezTo>
                    <a:pt x="2061" y="10301"/>
                    <a:pt x="3042" y="11641"/>
                    <a:pt x="3696" y="13145"/>
                  </a:cubicBezTo>
                  <a:cubicBezTo>
                    <a:pt x="4317" y="14682"/>
                    <a:pt x="4579" y="16382"/>
                    <a:pt x="4382" y="18050"/>
                  </a:cubicBezTo>
                  <a:cubicBezTo>
                    <a:pt x="4350" y="18508"/>
                    <a:pt x="4284" y="19031"/>
                    <a:pt x="4644" y="19325"/>
                  </a:cubicBezTo>
                  <a:cubicBezTo>
                    <a:pt x="4971" y="19652"/>
                    <a:pt x="5429" y="19554"/>
                    <a:pt x="5821" y="19652"/>
                  </a:cubicBezTo>
                  <a:cubicBezTo>
                    <a:pt x="6050" y="19750"/>
                    <a:pt x="6279" y="19783"/>
                    <a:pt x="6508" y="19816"/>
                  </a:cubicBezTo>
                  <a:cubicBezTo>
                    <a:pt x="7031" y="19816"/>
                    <a:pt x="7325" y="19194"/>
                    <a:pt x="7325" y="18671"/>
                  </a:cubicBezTo>
                  <a:cubicBezTo>
                    <a:pt x="7358" y="17821"/>
                    <a:pt x="7096" y="17004"/>
                    <a:pt x="7129" y="16121"/>
                  </a:cubicBezTo>
                  <a:cubicBezTo>
                    <a:pt x="7162" y="15173"/>
                    <a:pt x="7391" y="14159"/>
                    <a:pt x="7293" y="13178"/>
                  </a:cubicBezTo>
                  <a:cubicBezTo>
                    <a:pt x="7096" y="10889"/>
                    <a:pt x="5396" y="9091"/>
                    <a:pt x="4153" y="7194"/>
                  </a:cubicBezTo>
                  <a:cubicBezTo>
                    <a:pt x="2715" y="5036"/>
                    <a:pt x="1767" y="2551"/>
                    <a:pt x="14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28"/>
            <p:cNvSpPr/>
            <p:nvPr/>
          </p:nvSpPr>
          <p:spPr>
            <a:xfrm>
              <a:off x="6575439" y="2627910"/>
              <a:ext cx="71652" cy="342892"/>
            </a:xfrm>
            <a:custGeom>
              <a:rect b="b" l="l" r="r" t="t"/>
              <a:pathLst>
                <a:path extrusionOk="0" h="22382" w="4677">
                  <a:moveTo>
                    <a:pt x="2453" y="0"/>
                  </a:moveTo>
                  <a:cubicBezTo>
                    <a:pt x="2388" y="3303"/>
                    <a:pt x="1897" y="6573"/>
                    <a:pt x="982" y="9744"/>
                  </a:cubicBezTo>
                  <a:cubicBezTo>
                    <a:pt x="556" y="10889"/>
                    <a:pt x="262" y="12099"/>
                    <a:pt x="99" y="13341"/>
                  </a:cubicBezTo>
                  <a:cubicBezTo>
                    <a:pt x="1" y="14682"/>
                    <a:pt x="262" y="16055"/>
                    <a:pt x="426" y="17428"/>
                  </a:cubicBezTo>
                  <a:cubicBezTo>
                    <a:pt x="589" y="18540"/>
                    <a:pt x="360" y="19979"/>
                    <a:pt x="818" y="21025"/>
                  </a:cubicBezTo>
                  <a:cubicBezTo>
                    <a:pt x="1083" y="21678"/>
                    <a:pt x="1743" y="22382"/>
                    <a:pt x="2274" y="22382"/>
                  </a:cubicBezTo>
                  <a:cubicBezTo>
                    <a:pt x="2593" y="22382"/>
                    <a:pt x="2866" y="22126"/>
                    <a:pt x="2976" y="21450"/>
                  </a:cubicBezTo>
                  <a:cubicBezTo>
                    <a:pt x="3205" y="20142"/>
                    <a:pt x="2943" y="18802"/>
                    <a:pt x="3042" y="17494"/>
                  </a:cubicBezTo>
                  <a:cubicBezTo>
                    <a:pt x="3140" y="15761"/>
                    <a:pt x="3826" y="14093"/>
                    <a:pt x="4186" y="12393"/>
                  </a:cubicBezTo>
                  <a:cubicBezTo>
                    <a:pt x="4676" y="10104"/>
                    <a:pt x="4415" y="8633"/>
                    <a:pt x="4349" y="5722"/>
                  </a:cubicBezTo>
                  <a:cubicBezTo>
                    <a:pt x="4317" y="4218"/>
                    <a:pt x="3630" y="2387"/>
                    <a:pt x="24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28"/>
            <p:cNvSpPr/>
            <p:nvPr/>
          </p:nvSpPr>
          <p:spPr>
            <a:xfrm>
              <a:off x="6602998" y="2695529"/>
              <a:ext cx="103701" cy="297101"/>
            </a:xfrm>
            <a:custGeom>
              <a:rect b="b" l="l" r="r" t="t"/>
              <a:pathLst>
                <a:path extrusionOk="0" h="19393" w="6769">
                  <a:moveTo>
                    <a:pt x="5951" y="1"/>
                  </a:moveTo>
                  <a:lnTo>
                    <a:pt x="5951" y="1"/>
                  </a:lnTo>
                  <a:cubicBezTo>
                    <a:pt x="5428" y="1374"/>
                    <a:pt x="5134" y="3107"/>
                    <a:pt x="4316" y="4349"/>
                  </a:cubicBezTo>
                  <a:cubicBezTo>
                    <a:pt x="3630" y="5363"/>
                    <a:pt x="2877" y="6344"/>
                    <a:pt x="2256" y="7390"/>
                  </a:cubicBezTo>
                  <a:cubicBezTo>
                    <a:pt x="752" y="10104"/>
                    <a:pt x="523" y="12949"/>
                    <a:pt x="425" y="15957"/>
                  </a:cubicBezTo>
                  <a:cubicBezTo>
                    <a:pt x="392" y="16775"/>
                    <a:pt x="0" y="17854"/>
                    <a:pt x="327" y="18606"/>
                  </a:cubicBezTo>
                  <a:cubicBezTo>
                    <a:pt x="599" y="19150"/>
                    <a:pt x="977" y="19393"/>
                    <a:pt x="1339" y="19393"/>
                  </a:cubicBezTo>
                  <a:cubicBezTo>
                    <a:pt x="1803" y="19393"/>
                    <a:pt x="2240" y="18992"/>
                    <a:pt x="2387" y="18311"/>
                  </a:cubicBezTo>
                  <a:cubicBezTo>
                    <a:pt x="2845" y="16219"/>
                    <a:pt x="2976" y="14028"/>
                    <a:pt x="3858" y="12099"/>
                  </a:cubicBezTo>
                  <a:cubicBezTo>
                    <a:pt x="4349" y="10954"/>
                    <a:pt x="5101" y="9941"/>
                    <a:pt x="5624" y="8796"/>
                  </a:cubicBezTo>
                  <a:cubicBezTo>
                    <a:pt x="6769" y="6213"/>
                    <a:pt x="6278" y="2813"/>
                    <a:pt x="59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28"/>
            <p:cNvSpPr/>
            <p:nvPr/>
          </p:nvSpPr>
          <p:spPr>
            <a:xfrm>
              <a:off x="6429677" y="2739111"/>
              <a:ext cx="165318" cy="237843"/>
            </a:xfrm>
            <a:custGeom>
              <a:rect b="b" l="l" r="r" t="t"/>
              <a:pathLst>
                <a:path extrusionOk="0" h="15525" w="10791">
                  <a:moveTo>
                    <a:pt x="33" y="0"/>
                  </a:moveTo>
                  <a:cubicBezTo>
                    <a:pt x="0" y="1177"/>
                    <a:pt x="197" y="2322"/>
                    <a:pt x="556" y="3434"/>
                  </a:cubicBezTo>
                  <a:cubicBezTo>
                    <a:pt x="1799" y="6867"/>
                    <a:pt x="4055" y="7946"/>
                    <a:pt x="5723" y="10529"/>
                  </a:cubicBezTo>
                  <a:cubicBezTo>
                    <a:pt x="6278" y="11346"/>
                    <a:pt x="6736" y="12197"/>
                    <a:pt x="7259" y="13014"/>
                  </a:cubicBezTo>
                  <a:cubicBezTo>
                    <a:pt x="7707" y="13674"/>
                    <a:pt x="8887" y="15525"/>
                    <a:pt x="9730" y="15525"/>
                  </a:cubicBezTo>
                  <a:cubicBezTo>
                    <a:pt x="10056" y="15525"/>
                    <a:pt x="10332" y="15248"/>
                    <a:pt x="10497" y="14518"/>
                  </a:cubicBezTo>
                  <a:cubicBezTo>
                    <a:pt x="10791" y="13341"/>
                    <a:pt x="10725" y="12066"/>
                    <a:pt x="10235" y="10954"/>
                  </a:cubicBezTo>
                  <a:cubicBezTo>
                    <a:pt x="9777" y="10006"/>
                    <a:pt x="8927" y="9319"/>
                    <a:pt x="8142" y="8633"/>
                  </a:cubicBezTo>
                  <a:cubicBezTo>
                    <a:pt x="5167" y="6017"/>
                    <a:pt x="2453" y="3139"/>
                    <a:pt x="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28"/>
            <p:cNvSpPr/>
            <p:nvPr/>
          </p:nvSpPr>
          <p:spPr>
            <a:xfrm>
              <a:off x="6506809" y="2909413"/>
              <a:ext cx="183365" cy="219428"/>
            </a:xfrm>
            <a:custGeom>
              <a:rect b="b" l="l" r="r" t="t"/>
              <a:pathLst>
                <a:path extrusionOk="0" h="14323" w="11969">
                  <a:moveTo>
                    <a:pt x="1" y="1"/>
                  </a:moveTo>
                  <a:lnTo>
                    <a:pt x="2061" y="14322"/>
                  </a:lnTo>
                  <a:lnTo>
                    <a:pt x="10334" y="14322"/>
                  </a:lnTo>
                  <a:lnTo>
                    <a:pt x="119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28"/>
            <p:cNvSpPr/>
            <p:nvPr/>
          </p:nvSpPr>
          <p:spPr>
            <a:xfrm>
              <a:off x="6531366" y="2939975"/>
              <a:ext cx="135766" cy="12532"/>
            </a:xfrm>
            <a:custGeom>
              <a:rect b="b" l="l" r="r" t="t"/>
              <a:pathLst>
                <a:path extrusionOk="0" h="818" w="8862">
                  <a:moveTo>
                    <a:pt x="556" y="0"/>
                  </a:moveTo>
                  <a:cubicBezTo>
                    <a:pt x="0" y="0"/>
                    <a:pt x="0" y="818"/>
                    <a:pt x="556" y="818"/>
                  </a:cubicBezTo>
                  <a:lnTo>
                    <a:pt x="8306" y="818"/>
                  </a:lnTo>
                  <a:cubicBezTo>
                    <a:pt x="8861" y="818"/>
                    <a:pt x="8861" y="0"/>
                    <a:pt x="83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28"/>
            <p:cNvSpPr/>
            <p:nvPr/>
          </p:nvSpPr>
          <p:spPr>
            <a:xfrm>
              <a:off x="6541875" y="2988062"/>
              <a:ext cx="46113" cy="12532"/>
            </a:xfrm>
            <a:custGeom>
              <a:rect b="b" l="l" r="r" t="t"/>
              <a:pathLst>
                <a:path extrusionOk="0" h="818" w="3010">
                  <a:moveTo>
                    <a:pt x="557" y="0"/>
                  </a:moveTo>
                  <a:cubicBezTo>
                    <a:pt x="1" y="0"/>
                    <a:pt x="1" y="818"/>
                    <a:pt x="557" y="818"/>
                  </a:cubicBezTo>
                  <a:lnTo>
                    <a:pt x="2453" y="818"/>
                  </a:lnTo>
                  <a:cubicBezTo>
                    <a:pt x="3009" y="818"/>
                    <a:pt x="3009" y="0"/>
                    <a:pt x="24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28"/>
            <p:cNvSpPr/>
            <p:nvPr/>
          </p:nvSpPr>
          <p:spPr>
            <a:xfrm>
              <a:off x="6550392" y="3017107"/>
              <a:ext cx="39587" cy="12547"/>
            </a:xfrm>
            <a:custGeom>
              <a:rect b="b" l="l" r="r" t="t"/>
              <a:pathLst>
                <a:path extrusionOk="0" h="819" w="2584">
                  <a:moveTo>
                    <a:pt x="524" y="1"/>
                  </a:moveTo>
                  <a:cubicBezTo>
                    <a:pt x="1" y="1"/>
                    <a:pt x="1" y="818"/>
                    <a:pt x="524" y="818"/>
                  </a:cubicBezTo>
                  <a:lnTo>
                    <a:pt x="2028" y="818"/>
                  </a:lnTo>
                  <a:cubicBezTo>
                    <a:pt x="2584" y="818"/>
                    <a:pt x="2584" y="1"/>
                    <a:pt x="20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28"/>
            <p:cNvSpPr/>
            <p:nvPr/>
          </p:nvSpPr>
          <p:spPr>
            <a:xfrm>
              <a:off x="6556413" y="3054684"/>
              <a:ext cx="27055" cy="12532"/>
            </a:xfrm>
            <a:custGeom>
              <a:rect b="b" l="l" r="r" t="t"/>
              <a:pathLst>
                <a:path extrusionOk="0" h="818" w="1766">
                  <a:moveTo>
                    <a:pt x="556" y="0"/>
                  </a:moveTo>
                  <a:cubicBezTo>
                    <a:pt x="0" y="0"/>
                    <a:pt x="0" y="818"/>
                    <a:pt x="556" y="818"/>
                  </a:cubicBezTo>
                  <a:lnTo>
                    <a:pt x="1243" y="818"/>
                  </a:lnTo>
                  <a:cubicBezTo>
                    <a:pt x="1766" y="818"/>
                    <a:pt x="1766" y="0"/>
                    <a:pt x="1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128"/>
          <p:cNvGrpSpPr/>
          <p:nvPr/>
        </p:nvGrpSpPr>
        <p:grpSpPr>
          <a:xfrm>
            <a:off x="5279030" y="3138702"/>
            <a:ext cx="1270901" cy="1089098"/>
            <a:chOff x="5028130" y="3141727"/>
            <a:chExt cx="1270901" cy="1089098"/>
          </a:xfrm>
        </p:grpSpPr>
        <p:sp>
          <p:nvSpPr>
            <p:cNvPr id="12172" name="Google Shape;12172;p128"/>
            <p:cNvSpPr/>
            <p:nvPr/>
          </p:nvSpPr>
          <p:spPr>
            <a:xfrm>
              <a:off x="5028130" y="4159679"/>
              <a:ext cx="1270901" cy="71146"/>
            </a:xfrm>
            <a:custGeom>
              <a:rect b="b" l="l" r="r" t="t"/>
              <a:pathLst>
                <a:path extrusionOk="0" h="4644" w="82957">
                  <a:moveTo>
                    <a:pt x="41462" y="0"/>
                  </a:moveTo>
                  <a:cubicBezTo>
                    <a:pt x="18573" y="0"/>
                    <a:pt x="1" y="1014"/>
                    <a:pt x="1" y="2322"/>
                  </a:cubicBezTo>
                  <a:cubicBezTo>
                    <a:pt x="1" y="3630"/>
                    <a:pt x="18573" y="4643"/>
                    <a:pt x="41462" y="4643"/>
                  </a:cubicBezTo>
                  <a:cubicBezTo>
                    <a:pt x="64384" y="4643"/>
                    <a:pt x="82956" y="3597"/>
                    <a:pt x="82956" y="2322"/>
                  </a:cubicBezTo>
                  <a:cubicBezTo>
                    <a:pt x="82956" y="1046"/>
                    <a:pt x="64384" y="0"/>
                    <a:pt x="414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28"/>
            <p:cNvSpPr/>
            <p:nvPr/>
          </p:nvSpPr>
          <p:spPr>
            <a:xfrm>
              <a:off x="5196441" y="3912720"/>
              <a:ext cx="921743" cy="42099"/>
            </a:xfrm>
            <a:custGeom>
              <a:rect b="b" l="l" r="r" t="t"/>
              <a:pathLst>
                <a:path extrusionOk="0" h="2748" w="60166">
                  <a:moveTo>
                    <a:pt x="0" y="1"/>
                  </a:moveTo>
                  <a:lnTo>
                    <a:pt x="0" y="2748"/>
                  </a:lnTo>
                  <a:lnTo>
                    <a:pt x="60165" y="2748"/>
                  </a:lnTo>
                  <a:lnTo>
                    <a:pt x="601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28"/>
            <p:cNvSpPr/>
            <p:nvPr/>
          </p:nvSpPr>
          <p:spPr>
            <a:xfrm>
              <a:off x="5126815" y="3672288"/>
              <a:ext cx="155299" cy="521998"/>
            </a:xfrm>
            <a:custGeom>
              <a:rect b="b" l="l" r="r" t="t"/>
              <a:pathLst>
                <a:path extrusionOk="0" h="34073" w="10137">
                  <a:moveTo>
                    <a:pt x="6769" y="1"/>
                  </a:moveTo>
                  <a:lnTo>
                    <a:pt x="0" y="34072"/>
                  </a:lnTo>
                  <a:lnTo>
                    <a:pt x="1701" y="34072"/>
                  </a:lnTo>
                  <a:lnTo>
                    <a:pt x="101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28"/>
            <p:cNvSpPr/>
            <p:nvPr/>
          </p:nvSpPr>
          <p:spPr>
            <a:xfrm>
              <a:off x="6032452" y="3672288"/>
              <a:ext cx="154809" cy="521998"/>
            </a:xfrm>
            <a:custGeom>
              <a:rect b="b" l="l" r="r" t="t"/>
              <a:pathLst>
                <a:path extrusionOk="0" h="34073" w="10105">
                  <a:moveTo>
                    <a:pt x="1" y="1"/>
                  </a:moveTo>
                  <a:lnTo>
                    <a:pt x="8437" y="34072"/>
                  </a:lnTo>
                  <a:lnTo>
                    <a:pt x="10104" y="34072"/>
                  </a:lnTo>
                  <a:lnTo>
                    <a:pt x="33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28"/>
            <p:cNvSpPr/>
            <p:nvPr/>
          </p:nvSpPr>
          <p:spPr>
            <a:xfrm>
              <a:off x="5054187" y="3631723"/>
              <a:ext cx="1206266" cy="40583"/>
            </a:xfrm>
            <a:custGeom>
              <a:rect b="b" l="l" r="r" t="t"/>
              <a:pathLst>
                <a:path extrusionOk="0" h="2649" w="78738">
                  <a:moveTo>
                    <a:pt x="0" y="0"/>
                  </a:moveTo>
                  <a:lnTo>
                    <a:pt x="0" y="2649"/>
                  </a:lnTo>
                  <a:lnTo>
                    <a:pt x="78737" y="2649"/>
                  </a:lnTo>
                  <a:lnTo>
                    <a:pt x="787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28"/>
            <p:cNvSpPr/>
            <p:nvPr/>
          </p:nvSpPr>
          <p:spPr>
            <a:xfrm>
              <a:off x="5792141" y="3254690"/>
              <a:ext cx="55290" cy="167524"/>
            </a:xfrm>
            <a:custGeom>
              <a:rect b="b" l="l" r="r" t="t"/>
              <a:pathLst>
                <a:path extrusionOk="0" h="10935" w="3609">
                  <a:moveTo>
                    <a:pt x="236" y="0"/>
                  </a:moveTo>
                  <a:cubicBezTo>
                    <a:pt x="113" y="0"/>
                    <a:pt x="0" y="98"/>
                    <a:pt x="58" y="252"/>
                  </a:cubicBezTo>
                  <a:cubicBezTo>
                    <a:pt x="1300" y="3685"/>
                    <a:pt x="2543" y="7184"/>
                    <a:pt x="3164" y="10781"/>
                  </a:cubicBezTo>
                  <a:cubicBezTo>
                    <a:pt x="3178" y="10888"/>
                    <a:pt x="3257" y="10935"/>
                    <a:pt x="3343" y="10935"/>
                  </a:cubicBezTo>
                  <a:cubicBezTo>
                    <a:pt x="3468" y="10935"/>
                    <a:pt x="3609" y="10837"/>
                    <a:pt x="3589" y="10683"/>
                  </a:cubicBezTo>
                  <a:cubicBezTo>
                    <a:pt x="2935" y="7086"/>
                    <a:pt x="1726" y="3555"/>
                    <a:pt x="450" y="154"/>
                  </a:cubicBezTo>
                  <a:cubicBezTo>
                    <a:pt x="410" y="47"/>
                    <a:pt x="321" y="0"/>
                    <a:pt x="2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28"/>
            <p:cNvSpPr/>
            <p:nvPr/>
          </p:nvSpPr>
          <p:spPr>
            <a:xfrm>
              <a:off x="5865397" y="3212746"/>
              <a:ext cx="51276" cy="200110"/>
            </a:xfrm>
            <a:custGeom>
              <a:rect b="b" l="l" r="r" t="t"/>
              <a:pathLst>
                <a:path extrusionOk="0" h="13062" w="3347">
                  <a:moveTo>
                    <a:pt x="3097" y="1"/>
                  </a:moveTo>
                  <a:cubicBezTo>
                    <a:pt x="3016" y="1"/>
                    <a:pt x="2933" y="43"/>
                    <a:pt x="2895" y="145"/>
                  </a:cubicBezTo>
                  <a:cubicBezTo>
                    <a:pt x="1292" y="4200"/>
                    <a:pt x="311" y="8483"/>
                    <a:pt x="17" y="12865"/>
                  </a:cubicBezTo>
                  <a:cubicBezTo>
                    <a:pt x="1" y="12996"/>
                    <a:pt x="99" y="13061"/>
                    <a:pt x="205" y="13061"/>
                  </a:cubicBezTo>
                  <a:cubicBezTo>
                    <a:pt x="311" y="13061"/>
                    <a:pt x="426" y="12996"/>
                    <a:pt x="442" y="12865"/>
                  </a:cubicBezTo>
                  <a:cubicBezTo>
                    <a:pt x="737" y="8516"/>
                    <a:pt x="1685" y="4265"/>
                    <a:pt x="3287" y="244"/>
                  </a:cubicBezTo>
                  <a:cubicBezTo>
                    <a:pt x="3347" y="104"/>
                    <a:pt x="3224" y="1"/>
                    <a:pt x="3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28"/>
            <p:cNvSpPr/>
            <p:nvPr/>
          </p:nvSpPr>
          <p:spPr>
            <a:xfrm>
              <a:off x="5803125" y="3183701"/>
              <a:ext cx="56531" cy="241673"/>
            </a:xfrm>
            <a:custGeom>
              <a:rect b="b" l="l" r="r" t="t"/>
              <a:pathLst>
                <a:path extrusionOk="0" h="15775" w="3690">
                  <a:moveTo>
                    <a:pt x="250" y="0"/>
                  </a:moveTo>
                  <a:cubicBezTo>
                    <a:pt x="123" y="0"/>
                    <a:pt x="1" y="104"/>
                    <a:pt x="60" y="243"/>
                  </a:cubicBezTo>
                  <a:cubicBezTo>
                    <a:pt x="1990" y="5148"/>
                    <a:pt x="3069" y="10314"/>
                    <a:pt x="3265" y="15578"/>
                  </a:cubicBezTo>
                  <a:cubicBezTo>
                    <a:pt x="3265" y="15709"/>
                    <a:pt x="3371" y="15775"/>
                    <a:pt x="3477" y="15775"/>
                  </a:cubicBezTo>
                  <a:cubicBezTo>
                    <a:pt x="3584" y="15775"/>
                    <a:pt x="3690" y="15709"/>
                    <a:pt x="3690" y="15578"/>
                  </a:cubicBezTo>
                  <a:cubicBezTo>
                    <a:pt x="3494" y="10281"/>
                    <a:pt x="2415" y="5082"/>
                    <a:pt x="453" y="145"/>
                  </a:cubicBezTo>
                  <a:cubicBezTo>
                    <a:pt x="414" y="43"/>
                    <a:pt x="331"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28"/>
            <p:cNvSpPr/>
            <p:nvPr/>
          </p:nvSpPr>
          <p:spPr>
            <a:xfrm>
              <a:off x="5727908" y="3271571"/>
              <a:ext cx="119741" cy="148282"/>
            </a:xfrm>
            <a:custGeom>
              <a:rect b="b" l="l" r="r" t="t"/>
              <a:pathLst>
                <a:path extrusionOk="0" h="9679" w="7816">
                  <a:moveTo>
                    <a:pt x="0" y="0"/>
                  </a:moveTo>
                  <a:cubicBezTo>
                    <a:pt x="621" y="1276"/>
                    <a:pt x="1243" y="2616"/>
                    <a:pt x="2322" y="3564"/>
                  </a:cubicBezTo>
                  <a:cubicBezTo>
                    <a:pt x="2747" y="3924"/>
                    <a:pt x="3237" y="4218"/>
                    <a:pt x="3695" y="4578"/>
                  </a:cubicBezTo>
                  <a:cubicBezTo>
                    <a:pt x="5395" y="5886"/>
                    <a:pt x="6474" y="7815"/>
                    <a:pt x="7488" y="9679"/>
                  </a:cubicBezTo>
                  <a:cubicBezTo>
                    <a:pt x="7815" y="8240"/>
                    <a:pt x="7259" y="6540"/>
                    <a:pt x="6605" y="5265"/>
                  </a:cubicBezTo>
                  <a:cubicBezTo>
                    <a:pt x="5297" y="2714"/>
                    <a:pt x="2583" y="12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28"/>
            <p:cNvSpPr/>
            <p:nvPr/>
          </p:nvSpPr>
          <p:spPr>
            <a:xfrm>
              <a:off x="5877361" y="3175904"/>
              <a:ext cx="69461" cy="95183"/>
            </a:xfrm>
            <a:custGeom>
              <a:rect b="b" l="l" r="r" t="t"/>
              <a:pathLst>
                <a:path extrusionOk="0" h="6213" w="4534">
                  <a:moveTo>
                    <a:pt x="1415" y="0"/>
                  </a:moveTo>
                  <a:cubicBezTo>
                    <a:pt x="1288" y="0"/>
                    <a:pt x="1168" y="31"/>
                    <a:pt x="1067" y="98"/>
                  </a:cubicBezTo>
                  <a:cubicBezTo>
                    <a:pt x="675" y="360"/>
                    <a:pt x="675" y="948"/>
                    <a:pt x="838" y="1406"/>
                  </a:cubicBezTo>
                  <a:cubicBezTo>
                    <a:pt x="936" y="1733"/>
                    <a:pt x="1100" y="2060"/>
                    <a:pt x="1296" y="2387"/>
                  </a:cubicBezTo>
                  <a:cubicBezTo>
                    <a:pt x="1362" y="2420"/>
                    <a:pt x="1394" y="2518"/>
                    <a:pt x="1394" y="2583"/>
                  </a:cubicBezTo>
                  <a:cubicBezTo>
                    <a:pt x="1394" y="2714"/>
                    <a:pt x="1296" y="2779"/>
                    <a:pt x="1198" y="2845"/>
                  </a:cubicBezTo>
                  <a:cubicBezTo>
                    <a:pt x="0" y="3735"/>
                    <a:pt x="129" y="6212"/>
                    <a:pt x="1748" y="6212"/>
                  </a:cubicBezTo>
                  <a:cubicBezTo>
                    <a:pt x="1853" y="6212"/>
                    <a:pt x="1964" y="6202"/>
                    <a:pt x="2081" y="6180"/>
                  </a:cubicBezTo>
                  <a:cubicBezTo>
                    <a:pt x="3291" y="5951"/>
                    <a:pt x="2768" y="5232"/>
                    <a:pt x="3029" y="4480"/>
                  </a:cubicBezTo>
                  <a:cubicBezTo>
                    <a:pt x="3258" y="3793"/>
                    <a:pt x="4239" y="4022"/>
                    <a:pt x="4468" y="3368"/>
                  </a:cubicBezTo>
                  <a:cubicBezTo>
                    <a:pt x="4533" y="3139"/>
                    <a:pt x="4435" y="2877"/>
                    <a:pt x="4239" y="2714"/>
                  </a:cubicBezTo>
                  <a:cubicBezTo>
                    <a:pt x="4076" y="2583"/>
                    <a:pt x="3847" y="2452"/>
                    <a:pt x="3618" y="2387"/>
                  </a:cubicBezTo>
                  <a:cubicBezTo>
                    <a:pt x="3781" y="2191"/>
                    <a:pt x="3912" y="1929"/>
                    <a:pt x="3977" y="1635"/>
                  </a:cubicBezTo>
                  <a:cubicBezTo>
                    <a:pt x="4010" y="1602"/>
                    <a:pt x="4010" y="1537"/>
                    <a:pt x="3977" y="1471"/>
                  </a:cubicBezTo>
                  <a:cubicBezTo>
                    <a:pt x="3912" y="1439"/>
                    <a:pt x="3879" y="1406"/>
                    <a:pt x="3814" y="1406"/>
                  </a:cubicBezTo>
                  <a:cubicBezTo>
                    <a:pt x="3751" y="1400"/>
                    <a:pt x="3688" y="1399"/>
                    <a:pt x="3626" y="1399"/>
                  </a:cubicBezTo>
                  <a:cubicBezTo>
                    <a:pt x="3531" y="1399"/>
                    <a:pt x="3436" y="1403"/>
                    <a:pt x="3344" y="1403"/>
                  </a:cubicBezTo>
                  <a:cubicBezTo>
                    <a:pt x="3150" y="1403"/>
                    <a:pt x="2965" y="1385"/>
                    <a:pt x="2800" y="1275"/>
                  </a:cubicBezTo>
                  <a:cubicBezTo>
                    <a:pt x="2637" y="1079"/>
                    <a:pt x="2473" y="850"/>
                    <a:pt x="2408" y="621"/>
                  </a:cubicBezTo>
                  <a:cubicBezTo>
                    <a:pt x="2213" y="257"/>
                    <a:pt x="1784" y="0"/>
                    <a:pt x="14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28"/>
            <p:cNvSpPr/>
            <p:nvPr/>
          </p:nvSpPr>
          <p:spPr>
            <a:xfrm>
              <a:off x="5774983" y="3141727"/>
              <a:ext cx="61127" cy="78653"/>
            </a:xfrm>
            <a:custGeom>
              <a:rect b="b" l="l" r="r" t="t"/>
              <a:pathLst>
                <a:path extrusionOk="0" h="5134" w="3990">
                  <a:moveTo>
                    <a:pt x="2032" y="1"/>
                  </a:moveTo>
                  <a:cubicBezTo>
                    <a:pt x="1886" y="1"/>
                    <a:pt x="1736" y="45"/>
                    <a:pt x="1603" y="138"/>
                  </a:cubicBezTo>
                  <a:cubicBezTo>
                    <a:pt x="1538" y="171"/>
                    <a:pt x="1505" y="236"/>
                    <a:pt x="1472" y="302"/>
                  </a:cubicBezTo>
                  <a:cubicBezTo>
                    <a:pt x="1440" y="433"/>
                    <a:pt x="1505" y="563"/>
                    <a:pt x="1440" y="694"/>
                  </a:cubicBezTo>
                  <a:cubicBezTo>
                    <a:pt x="1374" y="727"/>
                    <a:pt x="1309" y="760"/>
                    <a:pt x="1243" y="760"/>
                  </a:cubicBezTo>
                  <a:cubicBezTo>
                    <a:pt x="884" y="858"/>
                    <a:pt x="557" y="1021"/>
                    <a:pt x="262" y="1217"/>
                  </a:cubicBezTo>
                  <a:cubicBezTo>
                    <a:pt x="164" y="1283"/>
                    <a:pt x="66" y="1348"/>
                    <a:pt x="34" y="1446"/>
                  </a:cubicBezTo>
                  <a:cubicBezTo>
                    <a:pt x="1" y="1577"/>
                    <a:pt x="132" y="1708"/>
                    <a:pt x="230" y="1806"/>
                  </a:cubicBezTo>
                  <a:cubicBezTo>
                    <a:pt x="622" y="2198"/>
                    <a:pt x="1047" y="2525"/>
                    <a:pt x="1505" y="2852"/>
                  </a:cubicBezTo>
                  <a:cubicBezTo>
                    <a:pt x="1570" y="2885"/>
                    <a:pt x="1636" y="2950"/>
                    <a:pt x="1668" y="3016"/>
                  </a:cubicBezTo>
                  <a:cubicBezTo>
                    <a:pt x="1701" y="3114"/>
                    <a:pt x="1701" y="3179"/>
                    <a:pt x="1668" y="3245"/>
                  </a:cubicBezTo>
                  <a:cubicBezTo>
                    <a:pt x="1525" y="4164"/>
                    <a:pt x="2315" y="5134"/>
                    <a:pt x="3219" y="5134"/>
                  </a:cubicBezTo>
                  <a:cubicBezTo>
                    <a:pt x="3344" y="5134"/>
                    <a:pt x="3471" y="5115"/>
                    <a:pt x="3598" y="5076"/>
                  </a:cubicBezTo>
                  <a:cubicBezTo>
                    <a:pt x="3598" y="4683"/>
                    <a:pt x="3565" y="4258"/>
                    <a:pt x="3434" y="3899"/>
                  </a:cubicBezTo>
                  <a:cubicBezTo>
                    <a:pt x="3336" y="3474"/>
                    <a:pt x="3369" y="3048"/>
                    <a:pt x="3565" y="2689"/>
                  </a:cubicBezTo>
                  <a:cubicBezTo>
                    <a:pt x="3728" y="2460"/>
                    <a:pt x="3990" y="2198"/>
                    <a:pt x="3892" y="1937"/>
                  </a:cubicBezTo>
                  <a:cubicBezTo>
                    <a:pt x="3827" y="1839"/>
                    <a:pt x="3761" y="1741"/>
                    <a:pt x="3663" y="1708"/>
                  </a:cubicBezTo>
                  <a:cubicBezTo>
                    <a:pt x="3336" y="1479"/>
                    <a:pt x="2976" y="1315"/>
                    <a:pt x="2584" y="1250"/>
                  </a:cubicBezTo>
                  <a:cubicBezTo>
                    <a:pt x="2813" y="956"/>
                    <a:pt x="2813" y="563"/>
                    <a:pt x="2584" y="269"/>
                  </a:cubicBezTo>
                  <a:cubicBezTo>
                    <a:pt x="2448" y="95"/>
                    <a:pt x="2244" y="1"/>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28"/>
            <p:cNvSpPr/>
            <p:nvPr/>
          </p:nvSpPr>
          <p:spPr>
            <a:xfrm>
              <a:off x="5755957" y="3216530"/>
              <a:ext cx="72647" cy="76998"/>
            </a:xfrm>
            <a:custGeom>
              <a:rect b="b" l="l" r="r" t="t"/>
              <a:pathLst>
                <a:path extrusionOk="0" h="5026" w="4742">
                  <a:moveTo>
                    <a:pt x="1143" y="0"/>
                  </a:moveTo>
                  <a:cubicBezTo>
                    <a:pt x="958" y="0"/>
                    <a:pt x="771" y="31"/>
                    <a:pt x="589" y="95"/>
                  </a:cubicBezTo>
                  <a:cubicBezTo>
                    <a:pt x="327" y="520"/>
                    <a:pt x="752" y="1010"/>
                    <a:pt x="752" y="1468"/>
                  </a:cubicBezTo>
                  <a:cubicBezTo>
                    <a:pt x="752" y="1501"/>
                    <a:pt x="752" y="1566"/>
                    <a:pt x="720" y="1599"/>
                  </a:cubicBezTo>
                  <a:cubicBezTo>
                    <a:pt x="687" y="1631"/>
                    <a:pt x="589" y="1631"/>
                    <a:pt x="523" y="1631"/>
                  </a:cubicBezTo>
                  <a:cubicBezTo>
                    <a:pt x="327" y="1631"/>
                    <a:pt x="164" y="1664"/>
                    <a:pt x="0" y="1795"/>
                  </a:cubicBezTo>
                  <a:cubicBezTo>
                    <a:pt x="196" y="2580"/>
                    <a:pt x="981" y="3037"/>
                    <a:pt x="1701" y="3397"/>
                  </a:cubicBezTo>
                  <a:cubicBezTo>
                    <a:pt x="1192" y="4272"/>
                    <a:pt x="2488" y="5026"/>
                    <a:pt x="3357" y="5026"/>
                  </a:cubicBezTo>
                  <a:cubicBezTo>
                    <a:pt x="3494" y="5026"/>
                    <a:pt x="3621" y="5007"/>
                    <a:pt x="3728" y="4967"/>
                  </a:cubicBezTo>
                  <a:cubicBezTo>
                    <a:pt x="4742" y="4542"/>
                    <a:pt x="4513" y="3005"/>
                    <a:pt x="3859" y="2384"/>
                  </a:cubicBezTo>
                  <a:cubicBezTo>
                    <a:pt x="3728" y="2318"/>
                    <a:pt x="3662" y="2220"/>
                    <a:pt x="3597" y="2122"/>
                  </a:cubicBezTo>
                  <a:cubicBezTo>
                    <a:pt x="3499" y="1795"/>
                    <a:pt x="3891" y="1403"/>
                    <a:pt x="3630" y="1141"/>
                  </a:cubicBezTo>
                  <a:cubicBezTo>
                    <a:pt x="3571" y="1082"/>
                    <a:pt x="3499" y="1066"/>
                    <a:pt x="3419" y="1066"/>
                  </a:cubicBezTo>
                  <a:cubicBezTo>
                    <a:pt x="3318" y="1066"/>
                    <a:pt x="3205" y="1092"/>
                    <a:pt x="3087" y="1092"/>
                  </a:cubicBezTo>
                  <a:cubicBezTo>
                    <a:pt x="3039" y="1092"/>
                    <a:pt x="2991" y="1088"/>
                    <a:pt x="2943" y="1076"/>
                  </a:cubicBezTo>
                  <a:cubicBezTo>
                    <a:pt x="2714" y="1010"/>
                    <a:pt x="2583" y="781"/>
                    <a:pt x="2420" y="585"/>
                  </a:cubicBezTo>
                  <a:cubicBezTo>
                    <a:pt x="2090" y="207"/>
                    <a:pt x="1623" y="0"/>
                    <a:pt x="11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28"/>
            <p:cNvSpPr/>
            <p:nvPr/>
          </p:nvSpPr>
          <p:spPr>
            <a:xfrm>
              <a:off x="5843108" y="3270560"/>
              <a:ext cx="108220" cy="155314"/>
            </a:xfrm>
            <a:custGeom>
              <a:rect b="b" l="l" r="r" t="t"/>
              <a:pathLst>
                <a:path extrusionOk="0" h="10138" w="7064">
                  <a:moveTo>
                    <a:pt x="6900" y="1"/>
                  </a:moveTo>
                  <a:lnTo>
                    <a:pt x="6900" y="1"/>
                  </a:lnTo>
                  <a:cubicBezTo>
                    <a:pt x="6377" y="1113"/>
                    <a:pt x="5069" y="1538"/>
                    <a:pt x="4023" y="2159"/>
                  </a:cubicBezTo>
                  <a:cubicBezTo>
                    <a:pt x="1276" y="3794"/>
                    <a:pt x="1" y="7358"/>
                    <a:pt x="1603" y="10137"/>
                  </a:cubicBezTo>
                  <a:cubicBezTo>
                    <a:pt x="1963" y="9058"/>
                    <a:pt x="2224" y="7881"/>
                    <a:pt x="2551" y="6737"/>
                  </a:cubicBezTo>
                  <a:cubicBezTo>
                    <a:pt x="2682" y="6279"/>
                    <a:pt x="2911" y="5887"/>
                    <a:pt x="3205" y="5527"/>
                  </a:cubicBezTo>
                  <a:cubicBezTo>
                    <a:pt x="3565" y="5233"/>
                    <a:pt x="3925" y="5004"/>
                    <a:pt x="4350" y="4840"/>
                  </a:cubicBezTo>
                  <a:cubicBezTo>
                    <a:pt x="6050" y="3859"/>
                    <a:pt x="7064" y="1996"/>
                    <a:pt x="69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28"/>
            <p:cNvSpPr/>
            <p:nvPr/>
          </p:nvSpPr>
          <p:spPr>
            <a:xfrm>
              <a:off x="5832185" y="3243708"/>
              <a:ext cx="41578" cy="188865"/>
            </a:xfrm>
            <a:custGeom>
              <a:rect b="b" l="l" r="r" t="t"/>
              <a:pathLst>
                <a:path extrusionOk="0" h="12328" w="2714">
                  <a:moveTo>
                    <a:pt x="1700" y="0"/>
                  </a:moveTo>
                  <a:cubicBezTo>
                    <a:pt x="1471" y="1047"/>
                    <a:pt x="1210" y="2126"/>
                    <a:pt x="981" y="3172"/>
                  </a:cubicBezTo>
                  <a:cubicBezTo>
                    <a:pt x="490" y="5363"/>
                    <a:pt x="0" y="7717"/>
                    <a:pt x="850" y="9777"/>
                  </a:cubicBezTo>
                  <a:lnTo>
                    <a:pt x="948" y="11347"/>
                  </a:lnTo>
                  <a:cubicBezTo>
                    <a:pt x="981" y="11706"/>
                    <a:pt x="1144" y="12033"/>
                    <a:pt x="1373" y="12328"/>
                  </a:cubicBezTo>
                  <a:cubicBezTo>
                    <a:pt x="1341" y="11477"/>
                    <a:pt x="1439" y="10595"/>
                    <a:pt x="1635" y="9777"/>
                  </a:cubicBezTo>
                  <a:cubicBezTo>
                    <a:pt x="1897" y="8894"/>
                    <a:pt x="2387" y="8077"/>
                    <a:pt x="2583" y="7194"/>
                  </a:cubicBezTo>
                  <a:cubicBezTo>
                    <a:pt x="2714" y="6246"/>
                    <a:pt x="2714" y="5265"/>
                    <a:pt x="2518" y="4316"/>
                  </a:cubicBezTo>
                  <a:cubicBezTo>
                    <a:pt x="2354" y="2845"/>
                    <a:pt x="2093" y="1406"/>
                    <a:pt x="17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28"/>
            <p:cNvSpPr/>
            <p:nvPr/>
          </p:nvSpPr>
          <p:spPr>
            <a:xfrm>
              <a:off x="5757964" y="3367745"/>
              <a:ext cx="92180" cy="264010"/>
            </a:xfrm>
            <a:custGeom>
              <a:rect b="b" l="l" r="r" t="t"/>
              <a:pathLst>
                <a:path extrusionOk="0" h="17233" w="6017">
                  <a:moveTo>
                    <a:pt x="3041" y="0"/>
                  </a:moveTo>
                  <a:lnTo>
                    <a:pt x="3041" y="1668"/>
                  </a:lnTo>
                  <a:cubicBezTo>
                    <a:pt x="3041" y="1668"/>
                    <a:pt x="5264" y="5592"/>
                    <a:pt x="2649" y="8894"/>
                  </a:cubicBezTo>
                  <a:cubicBezTo>
                    <a:pt x="0" y="12229"/>
                    <a:pt x="1798" y="17232"/>
                    <a:pt x="1798" y="17232"/>
                  </a:cubicBezTo>
                  <a:lnTo>
                    <a:pt x="6017" y="17232"/>
                  </a:lnTo>
                  <a:lnTo>
                    <a:pt x="60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28"/>
            <p:cNvSpPr/>
            <p:nvPr/>
          </p:nvSpPr>
          <p:spPr>
            <a:xfrm>
              <a:off x="5850629" y="3367745"/>
              <a:ext cx="91690" cy="264010"/>
            </a:xfrm>
            <a:custGeom>
              <a:rect b="b" l="l" r="r" t="t"/>
              <a:pathLst>
                <a:path extrusionOk="0" h="17233" w="5985">
                  <a:moveTo>
                    <a:pt x="0" y="0"/>
                  </a:moveTo>
                  <a:lnTo>
                    <a:pt x="0" y="17232"/>
                  </a:lnTo>
                  <a:lnTo>
                    <a:pt x="4186" y="17232"/>
                  </a:lnTo>
                  <a:cubicBezTo>
                    <a:pt x="4186" y="17232"/>
                    <a:pt x="5984" y="12229"/>
                    <a:pt x="3335" y="8894"/>
                  </a:cubicBezTo>
                  <a:cubicBezTo>
                    <a:pt x="720" y="5592"/>
                    <a:pt x="2943" y="1668"/>
                    <a:pt x="2943" y="1668"/>
                  </a:cubicBezTo>
                  <a:lnTo>
                    <a:pt x="29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28"/>
            <p:cNvSpPr/>
            <p:nvPr/>
          </p:nvSpPr>
          <p:spPr>
            <a:xfrm>
              <a:off x="5817065" y="3392286"/>
              <a:ext cx="57619" cy="12547"/>
            </a:xfrm>
            <a:custGeom>
              <a:rect b="b" l="l" r="r" t="t"/>
              <a:pathLst>
                <a:path extrusionOk="0" h="819" w="3761">
                  <a:moveTo>
                    <a:pt x="524" y="1"/>
                  </a:moveTo>
                  <a:cubicBezTo>
                    <a:pt x="0" y="1"/>
                    <a:pt x="0" y="818"/>
                    <a:pt x="524" y="818"/>
                  </a:cubicBezTo>
                  <a:lnTo>
                    <a:pt x="3205" y="818"/>
                  </a:lnTo>
                  <a:cubicBezTo>
                    <a:pt x="3761" y="818"/>
                    <a:pt x="3761" y="1"/>
                    <a:pt x="32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28"/>
            <p:cNvSpPr/>
            <p:nvPr/>
          </p:nvSpPr>
          <p:spPr>
            <a:xfrm>
              <a:off x="5831097" y="3426355"/>
              <a:ext cx="25048" cy="12532"/>
            </a:xfrm>
            <a:custGeom>
              <a:rect b="b" l="l" r="r" t="t"/>
              <a:pathLst>
                <a:path extrusionOk="0" h="818" w="1635">
                  <a:moveTo>
                    <a:pt x="523" y="0"/>
                  </a:moveTo>
                  <a:cubicBezTo>
                    <a:pt x="0" y="0"/>
                    <a:pt x="0" y="818"/>
                    <a:pt x="523" y="818"/>
                  </a:cubicBezTo>
                  <a:lnTo>
                    <a:pt x="1112" y="818"/>
                  </a:lnTo>
                  <a:cubicBezTo>
                    <a:pt x="1635" y="818"/>
                    <a:pt x="1635" y="0"/>
                    <a:pt x="11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28"/>
            <p:cNvSpPr/>
            <p:nvPr/>
          </p:nvSpPr>
          <p:spPr>
            <a:xfrm>
              <a:off x="5831097" y="3455906"/>
              <a:ext cx="20039" cy="12532"/>
            </a:xfrm>
            <a:custGeom>
              <a:rect b="b" l="l" r="r" t="t"/>
              <a:pathLst>
                <a:path extrusionOk="0" h="818" w="1308">
                  <a:moveTo>
                    <a:pt x="523" y="0"/>
                  </a:moveTo>
                  <a:cubicBezTo>
                    <a:pt x="0" y="0"/>
                    <a:pt x="0" y="818"/>
                    <a:pt x="523" y="818"/>
                  </a:cubicBezTo>
                  <a:lnTo>
                    <a:pt x="752" y="818"/>
                  </a:lnTo>
                  <a:cubicBezTo>
                    <a:pt x="1308" y="818"/>
                    <a:pt x="1308" y="0"/>
                    <a:pt x="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28"/>
            <p:cNvSpPr/>
            <p:nvPr/>
          </p:nvSpPr>
          <p:spPr>
            <a:xfrm>
              <a:off x="5793014" y="3609173"/>
              <a:ext cx="93697" cy="12547"/>
            </a:xfrm>
            <a:custGeom>
              <a:rect b="b" l="l" r="r" t="t"/>
              <a:pathLst>
                <a:path extrusionOk="0" h="819" w="6116">
                  <a:moveTo>
                    <a:pt x="557" y="1"/>
                  </a:moveTo>
                  <a:cubicBezTo>
                    <a:pt x="1" y="1"/>
                    <a:pt x="1" y="818"/>
                    <a:pt x="557" y="818"/>
                  </a:cubicBezTo>
                  <a:lnTo>
                    <a:pt x="5560" y="818"/>
                  </a:lnTo>
                  <a:cubicBezTo>
                    <a:pt x="6116" y="818"/>
                    <a:pt x="6116" y="1"/>
                    <a:pt x="5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128"/>
          <p:cNvGrpSpPr/>
          <p:nvPr/>
        </p:nvGrpSpPr>
        <p:grpSpPr>
          <a:xfrm>
            <a:off x="2023008" y="2073561"/>
            <a:ext cx="514981" cy="586112"/>
            <a:chOff x="3708233" y="2151549"/>
            <a:chExt cx="514981" cy="586112"/>
          </a:xfrm>
        </p:grpSpPr>
        <p:sp>
          <p:nvSpPr>
            <p:cNvPr id="12193" name="Google Shape;12193;p128"/>
            <p:cNvSpPr/>
            <p:nvPr/>
          </p:nvSpPr>
          <p:spPr>
            <a:xfrm>
              <a:off x="3720764" y="2164064"/>
              <a:ext cx="502450" cy="573596"/>
            </a:xfrm>
            <a:custGeom>
              <a:rect b="b" l="l" r="r" t="t"/>
              <a:pathLst>
                <a:path extrusionOk="0" h="37441" w="32797">
                  <a:moveTo>
                    <a:pt x="0" y="1"/>
                  </a:moveTo>
                  <a:lnTo>
                    <a:pt x="0" y="37440"/>
                  </a:lnTo>
                  <a:lnTo>
                    <a:pt x="32797" y="37440"/>
                  </a:lnTo>
                  <a:lnTo>
                    <a:pt x="327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28"/>
            <p:cNvSpPr/>
            <p:nvPr/>
          </p:nvSpPr>
          <p:spPr>
            <a:xfrm>
              <a:off x="3708233" y="2151549"/>
              <a:ext cx="502465" cy="573581"/>
            </a:xfrm>
            <a:custGeom>
              <a:rect b="b" l="l" r="r" t="t"/>
              <a:pathLst>
                <a:path extrusionOk="0" h="37440" w="32798">
                  <a:moveTo>
                    <a:pt x="1" y="0"/>
                  </a:moveTo>
                  <a:lnTo>
                    <a:pt x="1" y="37440"/>
                  </a:lnTo>
                  <a:lnTo>
                    <a:pt x="32797" y="37440"/>
                  </a:lnTo>
                  <a:lnTo>
                    <a:pt x="327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28"/>
            <p:cNvSpPr/>
            <p:nvPr/>
          </p:nvSpPr>
          <p:spPr>
            <a:xfrm>
              <a:off x="3734781" y="2176595"/>
              <a:ext cx="449366" cy="523484"/>
            </a:xfrm>
            <a:custGeom>
              <a:rect b="b" l="l" r="r" t="t"/>
              <a:pathLst>
                <a:path extrusionOk="0" h="34170" w="29332">
                  <a:moveTo>
                    <a:pt x="1" y="0"/>
                  </a:moveTo>
                  <a:lnTo>
                    <a:pt x="1" y="34170"/>
                  </a:lnTo>
                  <a:lnTo>
                    <a:pt x="29331" y="34170"/>
                  </a:lnTo>
                  <a:lnTo>
                    <a:pt x="293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28"/>
            <p:cNvSpPr/>
            <p:nvPr/>
          </p:nvSpPr>
          <p:spPr>
            <a:xfrm>
              <a:off x="3734781" y="2438230"/>
              <a:ext cx="449366" cy="261834"/>
            </a:xfrm>
            <a:custGeom>
              <a:rect b="b" l="l" r="r" t="t"/>
              <a:pathLst>
                <a:path extrusionOk="0" h="17091" w="29332">
                  <a:moveTo>
                    <a:pt x="25891" y="0"/>
                  </a:moveTo>
                  <a:cubicBezTo>
                    <a:pt x="23566" y="0"/>
                    <a:pt x="21195" y="2269"/>
                    <a:pt x="20601" y="3946"/>
                  </a:cubicBezTo>
                  <a:cubicBezTo>
                    <a:pt x="20110" y="5347"/>
                    <a:pt x="18992" y="6429"/>
                    <a:pt x="17225" y="6429"/>
                  </a:cubicBezTo>
                  <a:cubicBezTo>
                    <a:pt x="15693" y="6429"/>
                    <a:pt x="13672" y="5615"/>
                    <a:pt x="11151" y="3488"/>
                  </a:cubicBezTo>
                  <a:cubicBezTo>
                    <a:pt x="9673" y="2242"/>
                    <a:pt x="8172" y="1788"/>
                    <a:pt x="6772" y="1788"/>
                  </a:cubicBezTo>
                  <a:cubicBezTo>
                    <a:pt x="3030" y="1788"/>
                    <a:pt x="1" y="5025"/>
                    <a:pt x="1" y="5025"/>
                  </a:cubicBezTo>
                  <a:lnTo>
                    <a:pt x="1" y="17091"/>
                  </a:lnTo>
                  <a:lnTo>
                    <a:pt x="29331" y="17091"/>
                  </a:lnTo>
                  <a:lnTo>
                    <a:pt x="29331" y="2442"/>
                  </a:lnTo>
                  <a:cubicBezTo>
                    <a:pt x="28390" y="664"/>
                    <a:pt x="27147" y="0"/>
                    <a:pt x="25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128"/>
          <p:cNvGrpSpPr/>
          <p:nvPr/>
        </p:nvGrpSpPr>
        <p:grpSpPr>
          <a:xfrm>
            <a:off x="5872931" y="2215827"/>
            <a:ext cx="514981" cy="711843"/>
            <a:chOff x="4506681" y="2068902"/>
            <a:chExt cx="514981" cy="711843"/>
          </a:xfrm>
        </p:grpSpPr>
        <p:sp>
          <p:nvSpPr>
            <p:cNvPr id="12198" name="Google Shape;12198;p128"/>
            <p:cNvSpPr/>
            <p:nvPr/>
          </p:nvSpPr>
          <p:spPr>
            <a:xfrm>
              <a:off x="4519213" y="2081418"/>
              <a:ext cx="502450" cy="699327"/>
            </a:xfrm>
            <a:custGeom>
              <a:rect b="b" l="l" r="r" t="t"/>
              <a:pathLst>
                <a:path extrusionOk="0" h="45648" w="32797">
                  <a:moveTo>
                    <a:pt x="0" y="1"/>
                  </a:moveTo>
                  <a:lnTo>
                    <a:pt x="0" y="45647"/>
                  </a:lnTo>
                  <a:lnTo>
                    <a:pt x="32797" y="45647"/>
                  </a:lnTo>
                  <a:lnTo>
                    <a:pt x="327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28"/>
            <p:cNvSpPr/>
            <p:nvPr/>
          </p:nvSpPr>
          <p:spPr>
            <a:xfrm>
              <a:off x="4506681" y="2068902"/>
              <a:ext cx="502465" cy="699312"/>
            </a:xfrm>
            <a:custGeom>
              <a:rect b="b" l="l" r="r" t="t"/>
              <a:pathLst>
                <a:path extrusionOk="0" h="45647" w="32798">
                  <a:moveTo>
                    <a:pt x="1" y="0"/>
                  </a:moveTo>
                  <a:lnTo>
                    <a:pt x="1" y="45647"/>
                  </a:lnTo>
                  <a:lnTo>
                    <a:pt x="32797" y="45647"/>
                  </a:lnTo>
                  <a:lnTo>
                    <a:pt x="327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28"/>
            <p:cNvSpPr/>
            <p:nvPr/>
          </p:nvSpPr>
          <p:spPr>
            <a:xfrm>
              <a:off x="4533230" y="2093949"/>
              <a:ext cx="449366" cy="649216"/>
            </a:xfrm>
            <a:custGeom>
              <a:rect b="b" l="l" r="r" t="t"/>
              <a:pathLst>
                <a:path extrusionOk="0" h="42377" w="29332">
                  <a:moveTo>
                    <a:pt x="1" y="0"/>
                  </a:moveTo>
                  <a:lnTo>
                    <a:pt x="1" y="42377"/>
                  </a:lnTo>
                  <a:lnTo>
                    <a:pt x="29331" y="42377"/>
                  </a:lnTo>
                  <a:lnTo>
                    <a:pt x="293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28"/>
            <p:cNvSpPr/>
            <p:nvPr/>
          </p:nvSpPr>
          <p:spPr>
            <a:xfrm>
              <a:off x="4533230" y="2305321"/>
              <a:ext cx="449366" cy="437830"/>
            </a:xfrm>
            <a:custGeom>
              <a:rect b="b" l="l" r="r" t="t"/>
              <a:pathLst>
                <a:path extrusionOk="0" h="28579" w="29332">
                  <a:moveTo>
                    <a:pt x="11576" y="1"/>
                  </a:moveTo>
                  <a:lnTo>
                    <a:pt x="1" y="9810"/>
                  </a:lnTo>
                  <a:lnTo>
                    <a:pt x="1" y="28579"/>
                  </a:lnTo>
                  <a:lnTo>
                    <a:pt x="29331" y="28579"/>
                  </a:lnTo>
                  <a:lnTo>
                    <a:pt x="29331" y="5984"/>
                  </a:lnTo>
                  <a:lnTo>
                    <a:pt x="22072" y="11935"/>
                  </a:lnTo>
                  <a:lnTo>
                    <a:pt x="115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128"/>
          <p:cNvGrpSpPr/>
          <p:nvPr/>
        </p:nvGrpSpPr>
        <p:grpSpPr>
          <a:xfrm>
            <a:off x="5149494" y="2251720"/>
            <a:ext cx="515471" cy="398258"/>
            <a:chOff x="5251544" y="2251720"/>
            <a:chExt cx="515471" cy="398258"/>
          </a:xfrm>
        </p:grpSpPr>
        <p:sp>
          <p:nvSpPr>
            <p:cNvPr id="12203" name="Google Shape;12203;p128"/>
            <p:cNvSpPr/>
            <p:nvPr/>
          </p:nvSpPr>
          <p:spPr>
            <a:xfrm>
              <a:off x="5264060" y="2264251"/>
              <a:ext cx="502956" cy="385727"/>
            </a:xfrm>
            <a:custGeom>
              <a:rect b="b" l="l" r="r" t="t"/>
              <a:pathLst>
                <a:path extrusionOk="0" h="25178" w="32830">
                  <a:moveTo>
                    <a:pt x="1" y="0"/>
                  </a:moveTo>
                  <a:lnTo>
                    <a:pt x="1" y="25178"/>
                  </a:lnTo>
                  <a:lnTo>
                    <a:pt x="32830" y="25178"/>
                  </a:lnTo>
                  <a:lnTo>
                    <a:pt x="328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28"/>
            <p:cNvSpPr/>
            <p:nvPr/>
          </p:nvSpPr>
          <p:spPr>
            <a:xfrm>
              <a:off x="5251544" y="2251720"/>
              <a:ext cx="502956" cy="385742"/>
            </a:xfrm>
            <a:custGeom>
              <a:rect b="b" l="l" r="r" t="t"/>
              <a:pathLst>
                <a:path extrusionOk="0" h="25179" w="32830">
                  <a:moveTo>
                    <a:pt x="0" y="1"/>
                  </a:moveTo>
                  <a:lnTo>
                    <a:pt x="0" y="25179"/>
                  </a:lnTo>
                  <a:lnTo>
                    <a:pt x="32829" y="25179"/>
                  </a:lnTo>
                  <a:lnTo>
                    <a:pt x="328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28"/>
            <p:cNvSpPr/>
            <p:nvPr/>
          </p:nvSpPr>
          <p:spPr>
            <a:xfrm>
              <a:off x="5278582" y="2276767"/>
              <a:ext cx="448861" cy="335646"/>
            </a:xfrm>
            <a:custGeom>
              <a:rect b="b" l="l" r="r" t="t"/>
              <a:pathLst>
                <a:path extrusionOk="0" h="21909" w="29299">
                  <a:moveTo>
                    <a:pt x="1" y="1"/>
                  </a:moveTo>
                  <a:lnTo>
                    <a:pt x="1" y="21909"/>
                  </a:lnTo>
                  <a:lnTo>
                    <a:pt x="29298" y="21909"/>
                  </a:lnTo>
                  <a:lnTo>
                    <a:pt x="29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28"/>
            <p:cNvSpPr/>
            <p:nvPr/>
          </p:nvSpPr>
          <p:spPr>
            <a:xfrm>
              <a:off x="5278582" y="2416216"/>
              <a:ext cx="449366" cy="196188"/>
            </a:xfrm>
            <a:custGeom>
              <a:rect b="b" l="l" r="r" t="t"/>
              <a:pathLst>
                <a:path extrusionOk="0" h="12806" w="29332">
                  <a:moveTo>
                    <a:pt x="2357" y="1"/>
                  </a:moveTo>
                  <a:cubicBezTo>
                    <a:pt x="922" y="1"/>
                    <a:pt x="1" y="210"/>
                    <a:pt x="1" y="544"/>
                  </a:cubicBezTo>
                  <a:lnTo>
                    <a:pt x="1" y="12806"/>
                  </a:lnTo>
                  <a:lnTo>
                    <a:pt x="29331" y="12806"/>
                  </a:lnTo>
                  <a:lnTo>
                    <a:pt x="29331" y="10124"/>
                  </a:lnTo>
                  <a:cubicBezTo>
                    <a:pt x="29331" y="10124"/>
                    <a:pt x="27829" y="10672"/>
                    <a:pt x="25755" y="10672"/>
                  </a:cubicBezTo>
                  <a:cubicBezTo>
                    <a:pt x="23237" y="10672"/>
                    <a:pt x="19876" y="9866"/>
                    <a:pt x="17331" y="6299"/>
                  </a:cubicBezTo>
                  <a:cubicBezTo>
                    <a:pt x="13961" y="1542"/>
                    <a:pt x="6258" y="1"/>
                    <a:pt x="2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128"/>
          <p:cNvGrpSpPr/>
          <p:nvPr/>
        </p:nvGrpSpPr>
        <p:grpSpPr>
          <a:xfrm>
            <a:off x="3672517" y="2109139"/>
            <a:ext cx="409507" cy="409507"/>
            <a:chOff x="5216478" y="1816950"/>
            <a:chExt cx="301573" cy="301573"/>
          </a:xfrm>
        </p:grpSpPr>
        <p:sp>
          <p:nvSpPr>
            <p:cNvPr id="12208" name="Google Shape;12208;p128"/>
            <p:cNvSpPr/>
            <p:nvPr/>
          </p:nvSpPr>
          <p:spPr>
            <a:xfrm>
              <a:off x="5228994" y="1829465"/>
              <a:ext cx="289058" cy="289058"/>
            </a:xfrm>
            <a:custGeom>
              <a:rect b="b" l="l" r="r" t="t"/>
              <a:pathLst>
                <a:path extrusionOk="0" h="18868" w="18868">
                  <a:moveTo>
                    <a:pt x="9451" y="0"/>
                  </a:moveTo>
                  <a:cubicBezTo>
                    <a:pt x="4251" y="0"/>
                    <a:pt x="1" y="4219"/>
                    <a:pt x="1" y="9418"/>
                  </a:cubicBezTo>
                  <a:cubicBezTo>
                    <a:pt x="1" y="14649"/>
                    <a:pt x="4251" y="18867"/>
                    <a:pt x="9451" y="18867"/>
                  </a:cubicBezTo>
                  <a:cubicBezTo>
                    <a:pt x="14650" y="18867"/>
                    <a:pt x="18868" y="14649"/>
                    <a:pt x="18868" y="9418"/>
                  </a:cubicBezTo>
                  <a:cubicBezTo>
                    <a:pt x="18868" y="4219"/>
                    <a:pt x="14650" y="0"/>
                    <a:pt x="94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28"/>
            <p:cNvSpPr/>
            <p:nvPr/>
          </p:nvSpPr>
          <p:spPr>
            <a:xfrm>
              <a:off x="5216478" y="1816950"/>
              <a:ext cx="289058" cy="289042"/>
            </a:xfrm>
            <a:custGeom>
              <a:rect b="b" l="l" r="r" t="t"/>
              <a:pathLst>
                <a:path extrusionOk="0" h="18867" w="18868">
                  <a:moveTo>
                    <a:pt x="9450" y="0"/>
                  </a:moveTo>
                  <a:cubicBezTo>
                    <a:pt x="4251" y="0"/>
                    <a:pt x="0" y="4218"/>
                    <a:pt x="0" y="9417"/>
                  </a:cubicBezTo>
                  <a:cubicBezTo>
                    <a:pt x="0" y="14649"/>
                    <a:pt x="4251" y="18867"/>
                    <a:pt x="9450" y="18867"/>
                  </a:cubicBezTo>
                  <a:cubicBezTo>
                    <a:pt x="14649" y="18867"/>
                    <a:pt x="18867" y="14649"/>
                    <a:pt x="18867" y="9417"/>
                  </a:cubicBezTo>
                  <a:cubicBezTo>
                    <a:pt x="18867" y="4218"/>
                    <a:pt x="14649" y="0"/>
                    <a:pt x="94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28"/>
            <p:cNvSpPr/>
            <p:nvPr/>
          </p:nvSpPr>
          <p:spPr>
            <a:xfrm>
              <a:off x="5230495" y="1829343"/>
              <a:ext cx="267012" cy="248230"/>
            </a:xfrm>
            <a:custGeom>
              <a:rect b="b" l="l" r="r" t="t"/>
              <a:pathLst>
                <a:path extrusionOk="0" h="16203" w="17429">
                  <a:moveTo>
                    <a:pt x="8698" y="0"/>
                  </a:moveTo>
                  <a:cubicBezTo>
                    <a:pt x="4793" y="0"/>
                    <a:pt x="1338" y="2835"/>
                    <a:pt x="720" y="6810"/>
                  </a:cubicBezTo>
                  <a:cubicBezTo>
                    <a:pt x="1" y="11224"/>
                    <a:pt x="3009" y="15409"/>
                    <a:pt x="7423" y="16096"/>
                  </a:cubicBezTo>
                  <a:cubicBezTo>
                    <a:pt x="7863" y="16168"/>
                    <a:pt x="8300" y="16202"/>
                    <a:pt x="8731" y="16202"/>
                  </a:cubicBezTo>
                  <a:cubicBezTo>
                    <a:pt x="12631" y="16202"/>
                    <a:pt x="16062" y="13367"/>
                    <a:pt x="16710" y="9393"/>
                  </a:cubicBezTo>
                  <a:cubicBezTo>
                    <a:pt x="17429" y="4979"/>
                    <a:pt x="14421" y="826"/>
                    <a:pt x="10006" y="107"/>
                  </a:cubicBezTo>
                  <a:cubicBezTo>
                    <a:pt x="9567" y="35"/>
                    <a:pt x="9130" y="0"/>
                    <a:pt x="86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28"/>
            <p:cNvSpPr/>
            <p:nvPr/>
          </p:nvSpPr>
          <p:spPr>
            <a:xfrm>
              <a:off x="5354718" y="1862156"/>
              <a:ext cx="71652" cy="153675"/>
            </a:xfrm>
            <a:custGeom>
              <a:rect b="b" l="l" r="r" t="t"/>
              <a:pathLst>
                <a:path extrusionOk="0" h="10031" w="4677">
                  <a:moveTo>
                    <a:pt x="410" y="0"/>
                  </a:moveTo>
                  <a:cubicBezTo>
                    <a:pt x="205" y="0"/>
                    <a:pt x="1" y="139"/>
                    <a:pt x="1" y="417"/>
                  </a:cubicBezTo>
                  <a:lnTo>
                    <a:pt x="1" y="6499"/>
                  </a:lnTo>
                  <a:cubicBezTo>
                    <a:pt x="1" y="6597"/>
                    <a:pt x="66" y="6728"/>
                    <a:pt x="164" y="6793"/>
                  </a:cubicBezTo>
                  <a:lnTo>
                    <a:pt x="3859" y="9932"/>
                  </a:lnTo>
                  <a:cubicBezTo>
                    <a:pt x="3925" y="9997"/>
                    <a:pt x="4023" y="10030"/>
                    <a:pt x="4121" y="10030"/>
                  </a:cubicBezTo>
                  <a:cubicBezTo>
                    <a:pt x="4513" y="10030"/>
                    <a:pt x="4677" y="9572"/>
                    <a:pt x="4383" y="9311"/>
                  </a:cubicBezTo>
                  <a:lnTo>
                    <a:pt x="818" y="6303"/>
                  </a:lnTo>
                  <a:lnTo>
                    <a:pt x="818" y="417"/>
                  </a:lnTo>
                  <a:cubicBezTo>
                    <a:pt x="818" y="139"/>
                    <a:pt x="614" y="0"/>
                    <a:pt x="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128"/>
          <p:cNvGrpSpPr/>
          <p:nvPr/>
        </p:nvGrpSpPr>
        <p:grpSpPr>
          <a:xfrm>
            <a:off x="2967867" y="3940014"/>
            <a:ext cx="2057858" cy="350168"/>
            <a:chOff x="2806104" y="4203752"/>
            <a:chExt cx="2057858" cy="350168"/>
          </a:xfrm>
        </p:grpSpPr>
        <p:sp>
          <p:nvSpPr>
            <p:cNvPr id="12213" name="Google Shape;12213;p128"/>
            <p:cNvSpPr/>
            <p:nvPr/>
          </p:nvSpPr>
          <p:spPr>
            <a:xfrm>
              <a:off x="2818620" y="4222288"/>
              <a:ext cx="2045343" cy="331632"/>
            </a:xfrm>
            <a:custGeom>
              <a:rect b="b" l="l" r="r" t="t"/>
              <a:pathLst>
                <a:path extrusionOk="0" h="21647" w="133508">
                  <a:moveTo>
                    <a:pt x="66738" y="0"/>
                  </a:moveTo>
                  <a:cubicBezTo>
                    <a:pt x="29887" y="0"/>
                    <a:pt x="1" y="4840"/>
                    <a:pt x="1" y="10823"/>
                  </a:cubicBezTo>
                  <a:cubicBezTo>
                    <a:pt x="1" y="16807"/>
                    <a:pt x="29887" y="21647"/>
                    <a:pt x="66738" y="21647"/>
                  </a:cubicBezTo>
                  <a:cubicBezTo>
                    <a:pt x="103621" y="21647"/>
                    <a:pt x="133508" y="16807"/>
                    <a:pt x="133508" y="10823"/>
                  </a:cubicBezTo>
                  <a:cubicBezTo>
                    <a:pt x="133508" y="4840"/>
                    <a:pt x="103621" y="0"/>
                    <a:pt x="667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28"/>
            <p:cNvSpPr/>
            <p:nvPr/>
          </p:nvSpPr>
          <p:spPr>
            <a:xfrm>
              <a:off x="2806104" y="4203752"/>
              <a:ext cx="2045343" cy="331126"/>
            </a:xfrm>
            <a:custGeom>
              <a:rect b="b" l="l" r="r" t="t"/>
              <a:pathLst>
                <a:path extrusionOk="0" h="21614" w="133508">
                  <a:moveTo>
                    <a:pt x="66737" y="1"/>
                  </a:moveTo>
                  <a:cubicBezTo>
                    <a:pt x="29886" y="1"/>
                    <a:pt x="0" y="4840"/>
                    <a:pt x="0" y="10824"/>
                  </a:cubicBezTo>
                  <a:cubicBezTo>
                    <a:pt x="0" y="16775"/>
                    <a:pt x="29886" y="21614"/>
                    <a:pt x="66737" y="21614"/>
                  </a:cubicBezTo>
                  <a:cubicBezTo>
                    <a:pt x="103621" y="21614"/>
                    <a:pt x="133507" y="16775"/>
                    <a:pt x="133507" y="10824"/>
                  </a:cubicBezTo>
                  <a:cubicBezTo>
                    <a:pt x="133507" y="4840"/>
                    <a:pt x="103621" y="1"/>
                    <a:pt x="667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28"/>
            <p:cNvSpPr/>
            <p:nvPr/>
          </p:nvSpPr>
          <p:spPr>
            <a:xfrm>
              <a:off x="2942843" y="4258349"/>
              <a:ext cx="1771835" cy="222937"/>
            </a:xfrm>
            <a:custGeom>
              <a:rect b="b" l="l" r="r" t="t"/>
              <a:pathLst>
                <a:path extrusionOk="0" h="14552" w="115655">
                  <a:moveTo>
                    <a:pt x="57844" y="1178"/>
                  </a:moveTo>
                  <a:cubicBezTo>
                    <a:pt x="73081" y="1178"/>
                    <a:pt x="87436" y="1897"/>
                    <a:pt x="98226" y="3140"/>
                  </a:cubicBezTo>
                  <a:cubicBezTo>
                    <a:pt x="114249" y="5003"/>
                    <a:pt x="114445" y="7129"/>
                    <a:pt x="114445" y="7227"/>
                  </a:cubicBezTo>
                  <a:cubicBezTo>
                    <a:pt x="114445" y="7325"/>
                    <a:pt x="114249" y="9483"/>
                    <a:pt x="98226" y="11347"/>
                  </a:cubicBezTo>
                  <a:cubicBezTo>
                    <a:pt x="87436" y="12589"/>
                    <a:pt x="73081" y="13276"/>
                    <a:pt x="57844" y="13276"/>
                  </a:cubicBezTo>
                  <a:cubicBezTo>
                    <a:pt x="42574" y="13276"/>
                    <a:pt x="28219" y="12589"/>
                    <a:pt x="17429" y="11347"/>
                  </a:cubicBezTo>
                  <a:cubicBezTo>
                    <a:pt x="1407" y="9483"/>
                    <a:pt x="1211" y="7292"/>
                    <a:pt x="1211" y="7227"/>
                  </a:cubicBezTo>
                  <a:cubicBezTo>
                    <a:pt x="1211" y="7162"/>
                    <a:pt x="1407" y="5003"/>
                    <a:pt x="17429" y="3140"/>
                  </a:cubicBezTo>
                  <a:cubicBezTo>
                    <a:pt x="28219" y="1897"/>
                    <a:pt x="42574" y="1178"/>
                    <a:pt x="57844" y="1178"/>
                  </a:cubicBezTo>
                  <a:close/>
                  <a:moveTo>
                    <a:pt x="57844" y="1"/>
                  </a:moveTo>
                  <a:cubicBezTo>
                    <a:pt x="42509" y="1"/>
                    <a:pt x="28121" y="687"/>
                    <a:pt x="17298" y="1963"/>
                  </a:cubicBezTo>
                  <a:cubicBezTo>
                    <a:pt x="1" y="3957"/>
                    <a:pt x="1" y="6442"/>
                    <a:pt x="1" y="7260"/>
                  </a:cubicBezTo>
                  <a:cubicBezTo>
                    <a:pt x="1" y="8077"/>
                    <a:pt x="1" y="10562"/>
                    <a:pt x="17298" y="12589"/>
                  </a:cubicBezTo>
                  <a:cubicBezTo>
                    <a:pt x="28121" y="13832"/>
                    <a:pt x="42509" y="14551"/>
                    <a:pt x="57844" y="14551"/>
                  </a:cubicBezTo>
                  <a:cubicBezTo>
                    <a:pt x="73147" y="14551"/>
                    <a:pt x="87534" y="13832"/>
                    <a:pt x="98357" y="12589"/>
                  </a:cubicBezTo>
                  <a:cubicBezTo>
                    <a:pt x="115655" y="10562"/>
                    <a:pt x="115655" y="8077"/>
                    <a:pt x="115655" y="7260"/>
                  </a:cubicBezTo>
                  <a:cubicBezTo>
                    <a:pt x="115655" y="6442"/>
                    <a:pt x="115655" y="3957"/>
                    <a:pt x="98357" y="1963"/>
                  </a:cubicBezTo>
                  <a:cubicBezTo>
                    <a:pt x="87534" y="687"/>
                    <a:pt x="73147" y="1"/>
                    <a:pt x="578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28"/>
            <p:cNvSpPr/>
            <p:nvPr/>
          </p:nvSpPr>
          <p:spPr>
            <a:xfrm>
              <a:off x="3067571" y="4304934"/>
              <a:ext cx="1522364" cy="129255"/>
            </a:xfrm>
            <a:custGeom>
              <a:rect b="b" l="l" r="r" t="t"/>
              <a:pathLst>
                <a:path extrusionOk="0" h="8437" w="99371">
                  <a:moveTo>
                    <a:pt x="49702" y="818"/>
                  </a:moveTo>
                  <a:cubicBezTo>
                    <a:pt x="80275" y="818"/>
                    <a:pt x="97605" y="2780"/>
                    <a:pt x="98553" y="4219"/>
                  </a:cubicBezTo>
                  <a:cubicBezTo>
                    <a:pt x="97605" y="5657"/>
                    <a:pt x="80275" y="7619"/>
                    <a:pt x="49702" y="7619"/>
                  </a:cubicBezTo>
                  <a:cubicBezTo>
                    <a:pt x="19097" y="7619"/>
                    <a:pt x="1766" y="5657"/>
                    <a:pt x="818" y="4219"/>
                  </a:cubicBezTo>
                  <a:cubicBezTo>
                    <a:pt x="1766" y="2780"/>
                    <a:pt x="19097" y="818"/>
                    <a:pt x="49702" y="818"/>
                  </a:cubicBezTo>
                  <a:close/>
                  <a:moveTo>
                    <a:pt x="49702" y="1"/>
                  </a:moveTo>
                  <a:cubicBezTo>
                    <a:pt x="36525" y="1"/>
                    <a:pt x="24132" y="393"/>
                    <a:pt x="14813" y="1112"/>
                  </a:cubicBezTo>
                  <a:cubicBezTo>
                    <a:pt x="1" y="2257"/>
                    <a:pt x="1" y="3630"/>
                    <a:pt x="1" y="4219"/>
                  </a:cubicBezTo>
                  <a:cubicBezTo>
                    <a:pt x="1" y="4807"/>
                    <a:pt x="1" y="6181"/>
                    <a:pt x="14813" y="7325"/>
                  </a:cubicBezTo>
                  <a:cubicBezTo>
                    <a:pt x="24132" y="8044"/>
                    <a:pt x="36525" y="8437"/>
                    <a:pt x="49702" y="8437"/>
                  </a:cubicBezTo>
                  <a:cubicBezTo>
                    <a:pt x="62847" y="8437"/>
                    <a:pt x="75239" y="8044"/>
                    <a:pt x="84558" y="7325"/>
                  </a:cubicBezTo>
                  <a:cubicBezTo>
                    <a:pt x="99371" y="6181"/>
                    <a:pt x="99371" y="4807"/>
                    <a:pt x="99371" y="4219"/>
                  </a:cubicBezTo>
                  <a:cubicBezTo>
                    <a:pt x="99371" y="3630"/>
                    <a:pt x="99371" y="2257"/>
                    <a:pt x="84558" y="1112"/>
                  </a:cubicBezTo>
                  <a:cubicBezTo>
                    <a:pt x="75239" y="393"/>
                    <a:pt x="62847" y="1"/>
                    <a:pt x="49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28"/>
            <p:cNvSpPr/>
            <p:nvPr/>
          </p:nvSpPr>
          <p:spPr>
            <a:xfrm>
              <a:off x="3241397" y="4348517"/>
              <a:ext cx="1174707" cy="41594"/>
            </a:xfrm>
            <a:custGeom>
              <a:rect b="b" l="l" r="r" t="t"/>
              <a:pathLst>
                <a:path extrusionOk="0" h="2715" w="76678">
                  <a:moveTo>
                    <a:pt x="38322" y="0"/>
                  </a:moveTo>
                  <a:cubicBezTo>
                    <a:pt x="17167" y="0"/>
                    <a:pt x="0" y="622"/>
                    <a:pt x="0" y="1374"/>
                  </a:cubicBezTo>
                  <a:cubicBezTo>
                    <a:pt x="0" y="2126"/>
                    <a:pt x="17167" y="2714"/>
                    <a:pt x="38322" y="2714"/>
                  </a:cubicBezTo>
                  <a:cubicBezTo>
                    <a:pt x="59511" y="2714"/>
                    <a:pt x="76677" y="2126"/>
                    <a:pt x="76677" y="1374"/>
                  </a:cubicBezTo>
                  <a:cubicBezTo>
                    <a:pt x="76677" y="622"/>
                    <a:pt x="59511" y="0"/>
                    <a:pt x="38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8" name="Google Shape;12218;p128">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28">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28">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28">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25" name="Shape 12225"/>
        <p:cNvGrpSpPr/>
        <p:nvPr/>
      </p:nvGrpSpPr>
      <p:grpSpPr>
        <a:xfrm>
          <a:off x="0" y="0"/>
          <a:ext cx="0" cy="0"/>
          <a:chOff x="0" y="0"/>
          <a:chExt cx="0" cy="0"/>
        </a:xfrm>
      </p:grpSpPr>
      <p:sp>
        <p:nvSpPr>
          <p:cNvPr id="12226" name="Google Shape;12226;p129"/>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alternative resources</a:t>
            </a:r>
            <a:endParaRPr/>
          </a:p>
        </p:txBody>
      </p:sp>
      <p:grpSp>
        <p:nvGrpSpPr>
          <p:cNvPr id="12227" name="Google Shape;12227;p129"/>
          <p:cNvGrpSpPr/>
          <p:nvPr/>
        </p:nvGrpSpPr>
        <p:grpSpPr>
          <a:xfrm>
            <a:off x="5249950" y="1137500"/>
            <a:ext cx="3174050" cy="3295225"/>
            <a:chOff x="5249950" y="1137500"/>
            <a:chExt cx="3174050" cy="3295225"/>
          </a:xfrm>
        </p:grpSpPr>
        <p:sp>
          <p:nvSpPr>
            <p:cNvPr id="12228" name="Google Shape;12228;p129"/>
            <p:cNvSpPr/>
            <p:nvPr/>
          </p:nvSpPr>
          <p:spPr>
            <a:xfrm>
              <a:off x="5249950" y="1137500"/>
              <a:ext cx="741900" cy="741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29"/>
            <p:cNvSpPr/>
            <p:nvPr/>
          </p:nvSpPr>
          <p:spPr>
            <a:xfrm>
              <a:off x="5250025" y="2337499"/>
              <a:ext cx="741900" cy="7419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29"/>
            <p:cNvSpPr/>
            <p:nvPr/>
          </p:nvSpPr>
          <p:spPr>
            <a:xfrm>
              <a:off x="5250025" y="3537500"/>
              <a:ext cx="741900" cy="741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29"/>
            <p:cNvSpPr txBox="1"/>
            <p:nvPr/>
          </p:nvSpPr>
          <p:spPr>
            <a:xfrm>
              <a:off x="6113100" y="4023225"/>
              <a:ext cx="2310900" cy="40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Despite being red, Mars is very cold</a:t>
              </a:r>
              <a:endParaRPr>
                <a:solidFill>
                  <a:schemeClr val="dk1"/>
                </a:solidFill>
                <a:latin typeface="Open Sans"/>
                <a:ea typeface="Open Sans"/>
                <a:cs typeface="Open Sans"/>
                <a:sym typeface="Open Sans"/>
              </a:endParaRPr>
            </a:p>
          </p:txBody>
        </p:sp>
        <p:sp>
          <p:nvSpPr>
            <p:cNvPr id="12232" name="Google Shape;12232;p129"/>
            <p:cNvSpPr/>
            <p:nvPr/>
          </p:nvSpPr>
          <p:spPr>
            <a:xfrm>
              <a:off x="6113100" y="3537525"/>
              <a:ext cx="23109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Mars</a:t>
              </a:r>
              <a:endParaRPr b="1" sz="1800">
                <a:solidFill>
                  <a:schemeClr val="lt1"/>
                </a:solidFill>
                <a:latin typeface="Balsamiq Sans"/>
                <a:ea typeface="Balsamiq Sans"/>
                <a:cs typeface="Balsamiq Sans"/>
                <a:sym typeface="Balsamiq Sans"/>
              </a:endParaRPr>
            </a:p>
          </p:txBody>
        </p:sp>
        <p:sp>
          <p:nvSpPr>
            <p:cNvPr id="12233" name="Google Shape;12233;p129"/>
            <p:cNvSpPr txBox="1"/>
            <p:nvPr/>
          </p:nvSpPr>
          <p:spPr>
            <a:xfrm>
              <a:off x="6113100" y="2823213"/>
              <a:ext cx="2310900" cy="40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Earth is the only planet that harbors life</a:t>
              </a:r>
              <a:endParaRPr>
                <a:solidFill>
                  <a:schemeClr val="dk1"/>
                </a:solidFill>
                <a:latin typeface="Open Sans"/>
                <a:ea typeface="Open Sans"/>
                <a:cs typeface="Open Sans"/>
                <a:sym typeface="Open Sans"/>
              </a:endParaRPr>
            </a:p>
          </p:txBody>
        </p:sp>
        <p:sp>
          <p:nvSpPr>
            <p:cNvPr id="12234" name="Google Shape;12234;p129"/>
            <p:cNvSpPr/>
            <p:nvPr/>
          </p:nvSpPr>
          <p:spPr>
            <a:xfrm>
              <a:off x="6113100" y="2337506"/>
              <a:ext cx="2310900" cy="409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Earth</a:t>
              </a:r>
              <a:endParaRPr>
                <a:solidFill>
                  <a:schemeClr val="lt1"/>
                </a:solidFill>
              </a:endParaRPr>
            </a:p>
          </p:txBody>
        </p:sp>
        <p:sp>
          <p:nvSpPr>
            <p:cNvPr id="12235" name="Google Shape;12235;p129"/>
            <p:cNvSpPr txBox="1"/>
            <p:nvPr/>
          </p:nvSpPr>
          <p:spPr>
            <a:xfrm>
              <a:off x="6113100" y="1623213"/>
              <a:ext cx="2310900" cy="40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is extremely hot, even more than Mercury</a:t>
              </a:r>
              <a:endParaRPr>
                <a:solidFill>
                  <a:schemeClr val="dk1"/>
                </a:solidFill>
                <a:latin typeface="Open Sans"/>
                <a:ea typeface="Open Sans"/>
                <a:cs typeface="Open Sans"/>
                <a:sym typeface="Open Sans"/>
              </a:endParaRPr>
            </a:p>
          </p:txBody>
        </p:sp>
        <p:sp>
          <p:nvSpPr>
            <p:cNvPr id="12236" name="Google Shape;12236;p129"/>
            <p:cNvSpPr/>
            <p:nvPr/>
          </p:nvSpPr>
          <p:spPr>
            <a:xfrm>
              <a:off x="6113100" y="1137500"/>
              <a:ext cx="23109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lt1"/>
                </a:solidFill>
              </a:endParaRPr>
            </a:p>
          </p:txBody>
        </p:sp>
        <p:cxnSp>
          <p:nvCxnSpPr>
            <p:cNvPr id="12237" name="Google Shape;12237;p129"/>
            <p:cNvCxnSpPr>
              <a:stCxn id="12228" idx="2"/>
              <a:endCxn id="12229" idx="0"/>
            </p:cNvCxnSpPr>
            <p:nvPr/>
          </p:nvCxnSpPr>
          <p:spPr>
            <a:xfrm>
              <a:off x="5620900" y="1879400"/>
              <a:ext cx="0" cy="458100"/>
            </a:xfrm>
            <a:prstGeom prst="straightConnector1">
              <a:avLst/>
            </a:prstGeom>
            <a:noFill/>
            <a:ln cap="flat" cmpd="sng" w="19050">
              <a:solidFill>
                <a:schemeClr val="lt2"/>
              </a:solidFill>
              <a:prstDash val="solid"/>
              <a:round/>
              <a:headEnd len="med" w="med" type="none"/>
              <a:tailEnd len="med" w="med" type="none"/>
            </a:ln>
          </p:spPr>
        </p:cxnSp>
        <p:cxnSp>
          <p:nvCxnSpPr>
            <p:cNvPr id="12238" name="Google Shape;12238;p129"/>
            <p:cNvCxnSpPr>
              <a:stCxn id="12229" idx="2"/>
              <a:endCxn id="12230" idx="0"/>
            </p:cNvCxnSpPr>
            <p:nvPr/>
          </p:nvCxnSpPr>
          <p:spPr>
            <a:xfrm>
              <a:off x="5620975" y="3079399"/>
              <a:ext cx="0" cy="458100"/>
            </a:xfrm>
            <a:prstGeom prst="straightConnector1">
              <a:avLst/>
            </a:prstGeom>
            <a:noFill/>
            <a:ln cap="flat" cmpd="sng" w="19050">
              <a:solidFill>
                <a:schemeClr val="lt2"/>
              </a:solidFill>
              <a:prstDash val="solid"/>
              <a:round/>
              <a:headEnd len="med" w="med" type="none"/>
              <a:tailEnd len="med" w="med" type="none"/>
            </a:ln>
          </p:spPr>
        </p:cxnSp>
        <p:grpSp>
          <p:nvGrpSpPr>
            <p:cNvPr id="12239" name="Google Shape;12239;p129"/>
            <p:cNvGrpSpPr/>
            <p:nvPr/>
          </p:nvGrpSpPr>
          <p:grpSpPr>
            <a:xfrm>
              <a:off x="5403735" y="2491217"/>
              <a:ext cx="434479" cy="434479"/>
              <a:chOff x="7075060" y="1137454"/>
              <a:chExt cx="434479" cy="434479"/>
            </a:xfrm>
          </p:grpSpPr>
          <p:sp>
            <p:nvSpPr>
              <p:cNvPr id="12240" name="Google Shape;12240;p129"/>
              <p:cNvSpPr/>
              <p:nvPr/>
            </p:nvSpPr>
            <p:spPr>
              <a:xfrm>
                <a:off x="7324726" y="1475591"/>
                <a:ext cx="121286" cy="57187"/>
              </a:xfrm>
              <a:custGeom>
                <a:rect b="b" l="l" r="r" t="t"/>
                <a:pathLst>
                  <a:path extrusionOk="0" h="2201" w="4668">
                    <a:moveTo>
                      <a:pt x="1" y="0"/>
                    </a:moveTo>
                    <a:lnTo>
                      <a:pt x="1" y="2200"/>
                    </a:lnTo>
                    <a:lnTo>
                      <a:pt x="4667" y="2200"/>
                    </a:lnTo>
                    <a:lnTo>
                      <a:pt x="4667" y="1236"/>
                    </a:lnTo>
                    <a:cubicBezTo>
                      <a:pt x="4667" y="554"/>
                      <a:pt x="4113" y="0"/>
                      <a:pt x="3431"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29"/>
              <p:cNvSpPr/>
              <p:nvPr/>
            </p:nvSpPr>
            <p:spPr>
              <a:xfrm>
                <a:off x="7394125" y="1475591"/>
                <a:ext cx="51887" cy="57187"/>
              </a:xfrm>
              <a:custGeom>
                <a:rect b="b" l="l" r="r" t="t"/>
                <a:pathLst>
                  <a:path extrusionOk="0" h="2201" w="1997">
                    <a:moveTo>
                      <a:pt x="0" y="0"/>
                    </a:moveTo>
                    <a:cubicBezTo>
                      <a:pt x="682" y="0"/>
                      <a:pt x="1233" y="554"/>
                      <a:pt x="1233" y="1236"/>
                    </a:cubicBezTo>
                    <a:lnTo>
                      <a:pt x="1233" y="2200"/>
                    </a:lnTo>
                    <a:lnTo>
                      <a:pt x="1996" y="2200"/>
                    </a:lnTo>
                    <a:lnTo>
                      <a:pt x="1996" y="1236"/>
                    </a:lnTo>
                    <a:cubicBezTo>
                      <a:pt x="1996" y="554"/>
                      <a:pt x="1442" y="0"/>
                      <a:pt x="760" y="0"/>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29"/>
              <p:cNvSpPr/>
              <p:nvPr/>
            </p:nvSpPr>
            <p:spPr>
              <a:xfrm>
                <a:off x="7156386" y="1400709"/>
                <a:ext cx="332654" cy="171225"/>
              </a:xfrm>
              <a:custGeom>
                <a:rect b="b" l="l" r="r" t="t"/>
                <a:pathLst>
                  <a:path extrusionOk="0" h="6590" w="12803">
                    <a:moveTo>
                      <a:pt x="1" y="1"/>
                    </a:moveTo>
                    <a:lnTo>
                      <a:pt x="1" y="3295"/>
                    </a:lnTo>
                    <a:lnTo>
                      <a:pt x="996" y="3295"/>
                    </a:lnTo>
                    <a:cubicBezTo>
                      <a:pt x="1406" y="3295"/>
                      <a:pt x="1772" y="3496"/>
                      <a:pt x="1997" y="3805"/>
                    </a:cubicBezTo>
                    <a:lnTo>
                      <a:pt x="3705" y="6083"/>
                    </a:lnTo>
                    <a:cubicBezTo>
                      <a:pt x="3930" y="6391"/>
                      <a:pt x="4293" y="6590"/>
                      <a:pt x="4703" y="6590"/>
                    </a:cubicBezTo>
                    <a:lnTo>
                      <a:pt x="11567" y="6590"/>
                    </a:lnTo>
                    <a:cubicBezTo>
                      <a:pt x="12249" y="6590"/>
                      <a:pt x="12803" y="6036"/>
                      <a:pt x="12803" y="5354"/>
                    </a:cubicBezTo>
                    <a:cubicBezTo>
                      <a:pt x="12803" y="4672"/>
                      <a:pt x="12249" y="4118"/>
                      <a:pt x="11567" y="4118"/>
                    </a:cubicBezTo>
                    <a:lnTo>
                      <a:pt x="7515" y="4118"/>
                    </a:lnTo>
                    <a:lnTo>
                      <a:pt x="6234" y="1955"/>
                    </a:lnTo>
                    <a:lnTo>
                      <a:pt x="4223" y="1"/>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29"/>
              <p:cNvSpPr/>
              <p:nvPr/>
            </p:nvSpPr>
            <p:spPr>
              <a:xfrm>
                <a:off x="7436893" y="1507705"/>
                <a:ext cx="51939" cy="64229"/>
              </a:xfrm>
              <a:custGeom>
                <a:rect b="b" l="l" r="r" t="t"/>
                <a:pathLst>
                  <a:path extrusionOk="0" h="2472" w="1999">
                    <a:moveTo>
                      <a:pt x="0" y="0"/>
                    </a:moveTo>
                    <a:cubicBezTo>
                      <a:pt x="682" y="0"/>
                      <a:pt x="1236" y="554"/>
                      <a:pt x="1236" y="1236"/>
                    </a:cubicBezTo>
                    <a:cubicBezTo>
                      <a:pt x="1236" y="1918"/>
                      <a:pt x="682" y="2472"/>
                      <a:pt x="0" y="2472"/>
                    </a:cubicBezTo>
                    <a:lnTo>
                      <a:pt x="763" y="2472"/>
                    </a:lnTo>
                    <a:cubicBezTo>
                      <a:pt x="1445" y="2472"/>
                      <a:pt x="1999" y="1918"/>
                      <a:pt x="1999" y="1236"/>
                    </a:cubicBezTo>
                    <a:cubicBezTo>
                      <a:pt x="1999" y="554"/>
                      <a:pt x="1445" y="0"/>
                      <a:pt x="763"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29"/>
              <p:cNvSpPr/>
              <p:nvPr/>
            </p:nvSpPr>
            <p:spPr>
              <a:xfrm>
                <a:off x="7125440" y="1379325"/>
                <a:ext cx="35258" cy="128406"/>
              </a:xfrm>
              <a:custGeom>
                <a:rect b="b" l="l" r="r" t="t"/>
                <a:pathLst>
                  <a:path extrusionOk="0" h="4942" w="1357">
                    <a:moveTo>
                      <a:pt x="0" y="1"/>
                    </a:moveTo>
                    <a:lnTo>
                      <a:pt x="0" y="4941"/>
                    </a:lnTo>
                    <a:lnTo>
                      <a:pt x="808" y="4941"/>
                    </a:lnTo>
                    <a:cubicBezTo>
                      <a:pt x="1111" y="4941"/>
                      <a:pt x="1356" y="4696"/>
                      <a:pt x="1356" y="4393"/>
                    </a:cubicBezTo>
                    <a:lnTo>
                      <a:pt x="1356" y="549"/>
                    </a:lnTo>
                    <a:cubicBezTo>
                      <a:pt x="1356" y="246"/>
                      <a:pt x="1111" y="1"/>
                      <a:pt x="8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29"/>
              <p:cNvSpPr/>
              <p:nvPr/>
            </p:nvSpPr>
            <p:spPr>
              <a:xfrm>
                <a:off x="7132184" y="1379325"/>
                <a:ext cx="34115" cy="128406"/>
              </a:xfrm>
              <a:custGeom>
                <a:rect b="b" l="l" r="r" t="t"/>
                <a:pathLst>
                  <a:path extrusionOk="0" h="4942" w="1313">
                    <a:moveTo>
                      <a:pt x="1" y="1"/>
                    </a:moveTo>
                    <a:cubicBezTo>
                      <a:pt x="304" y="1"/>
                      <a:pt x="549" y="246"/>
                      <a:pt x="549" y="549"/>
                    </a:cubicBezTo>
                    <a:lnTo>
                      <a:pt x="549" y="4393"/>
                    </a:lnTo>
                    <a:cubicBezTo>
                      <a:pt x="549" y="4696"/>
                      <a:pt x="304" y="4941"/>
                      <a:pt x="1" y="4941"/>
                    </a:cubicBezTo>
                    <a:lnTo>
                      <a:pt x="764" y="4941"/>
                    </a:lnTo>
                    <a:cubicBezTo>
                      <a:pt x="1067" y="4941"/>
                      <a:pt x="1312" y="4696"/>
                      <a:pt x="1312" y="4393"/>
                    </a:cubicBezTo>
                    <a:lnTo>
                      <a:pt x="1312" y="549"/>
                    </a:lnTo>
                    <a:cubicBezTo>
                      <a:pt x="1312" y="246"/>
                      <a:pt x="1067" y="1"/>
                      <a:pt x="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29"/>
              <p:cNvSpPr/>
              <p:nvPr/>
            </p:nvSpPr>
            <p:spPr>
              <a:xfrm>
                <a:off x="7075060" y="1357942"/>
                <a:ext cx="57110" cy="171173"/>
              </a:xfrm>
              <a:custGeom>
                <a:rect b="b" l="l" r="r" t="t"/>
                <a:pathLst>
                  <a:path extrusionOk="0" h="6588" w="2198">
                    <a:moveTo>
                      <a:pt x="275" y="1"/>
                    </a:moveTo>
                    <a:cubicBezTo>
                      <a:pt x="123" y="1"/>
                      <a:pt x="1" y="124"/>
                      <a:pt x="1" y="275"/>
                    </a:cubicBezTo>
                    <a:lnTo>
                      <a:pt x="1" y="6313"/>
                    </a:lnTo>
                    <a:cubicBezTo>
                      <a:pt x="1" y="6464"/>
                      <a:pt x="123" y="6587"/>
                      <a:pt x="275" y="6587"/>
                    </a:cubicBezTo>
                    <a:lnTo>
                      <a:pt x="1647" y="6587"/>
                    </a:lnTo>
                    <a:cubicBezTo>
                      <a:pt x="1952" y="6587"/>
                      <a:pt x="2198" y="6342"/>
                      <a:pt x="2198" y="6039"/>
                    </a:cubicBezTo>
                    <a:lnTo>
                      <a:pt x="2198" y="549"/>
                    </a:lnTo>
                    <a:cubicBezTo>
                      <a:pt x="2198" y="246"/>
                      <a:pt x="1952" y="1"/>
                      <a:pt x="16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29"/>
              <p:cNvSpPr/>
              <p:nvPr/>
            </p:nvSpPr>
            <p:spPr>
              <a:xfrm>
                <a:off x="7289026" y="1143898"/>
                <a:ext cx="142722" cy="165405"/>
              </a:xfrm>
              <a:custGeom>
                <a:rect b="b" l="l" r="r" t="t"/>
                <a:pathLst>
                  <a:path extrusionOk="0" h="6366" w="5493">
                    <a:moveTo>
                      <a:pt x="2745" y="1"/>
                    </a:moveTo>
                    <a:cubicBezTo>
                      <a:pt x="2729" y="1"/>
                      <a:pt x="2713" y="1"/>
                      <a:pt x="2697" y="1"/>
                    </a:cubicBezTo>
                    <a:cubicBezTo>
                      <a:pt x="1195" y="30"/>
                      <a:pt x="1" y="1245"/>
                      <a:pt x="1" y="2747"/>
                    </a:cubicBezTo>
                    <a:cubicBezTo>
                      <a:pt x="1" y="3763"/>
                      <a:pt x="552" y="4649"/>
                      <a:pt x="1372" y="5125"/>
                    </a:cubicBezTo>
                    <a:cubicBezTo>
                      <a:pt x="1542" y="5221"/>
                      <a:pt x="1649" y="5399"/>
                      <a:pt x="1649" y="5595"/>
                    </a:cubicBezTo>
                    <a:lnTo>
                      <a:pt x="1649" y="6366"/>
                    </a:lnTo>
                    <a:lnTo>
                      <a:pt x="3847" y="6366"/>
                    </a:lnTo>
                    <a:lnTo>
                      <a:pt x="3847" y="5600"/>
                    </a:lnTo>
                    <a:cubicBezTo>
                      <a:pt x="3847" y="5401"/>
                      <a:pt x="3954" y="5221"/>
                      <a:pt x="4126" y="5122"/>
                    </a:cubicBezTo>
                    <a:cubicBezTo>
                      <a:pt x="4944" y="4646"/>
                      <a:pt x="5492" y="3761"/>
                      <a:pt x="5492" y="2747"/>
                    </a:cubicBezTo>
                    <a:cubicBezTo>
                      <a:pt x="5492" y="1229"/>
                      <a:pt x="4262" y="1"/>
                      <a:pt x="27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29"/>
              <p:cNvSpPr/>
              <p:nvPr/>
            </p:nvSpPr>
            <p:spPr>
              <a:xfrm>
                <a:off x="7353931" y="1237331"/>
                <a:ext cx="12913" cy="69997"/>
              </a:xfrm>
              <a:custGeom>
                <a:rect b="b" l="l" r="r" t="t"/>
                <a:pathLst>
                  <a:path extrusionOk="0" h="2694" w="497">
                    <a:moveTo>
                      <a:pt x="249" y="0"/>
                    </a:moveTo>
                    <a:cubicBezTo>
                      <a:pt x="113" y="0"/>
                      <a:pt x="0" y="113"/>
                      <a:pt x="0" y="248"/>
                    </a:cubicBezTo>
                    <a:lnTo>
                      <a:pt x="0" y="2446"/>
                    </a:lnTo>
                    <a:cubicBezTo>
                      <a:pt x="0" y="2584"/>
                      <a:pt x="113" y="2694"/>
                      <a:pt x="249" y="2694"/>
                    </a:cubicBezTo>
                    <a:cubicBezTo>
                      <a:pt x="387" y="2694"/>
                      <a:pt x="497" y="2584"/>
                      <a:pt x="497" y="2446"/>
                    </a:cubicBezTo>
                    <a:lnTo>
                      <a:pt x="497" y="248"/>
                    </a:lnTo>
                    <a:cubicBezTo>
                      <a:pt x="497" y="113"/>
                      <a:pt x="387" y="0"/>
                      <a:pt x="2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29"/>
              <p:cNvSpPr/>
              <p:nvPr/>
            </p:nvSpPr>
            <p:spPr>
              <a:xfrm>
                <a:off x="7211235" y="1237331"/>
                <a:ext cx="41494" cy="12913"/>
              </a:xfrm>
              <a:custGeom>
                <a:rect b="b" l="l" r="r" t="t"/>
                <a:pathLst>
                  <a:path extrusionOk="0" h="497" w="1597">
                    <a:moveTo>
                      <a:pt x="251" y="0"/>
                    </a:moveTo>
                    <a:cubicBezTo>
                      <a:pt x="113" y="0"/>
                      <a:pt x="1" y="113"/>
                      <a:pt x="1" y="248"/>
                    </a:cubicBezTo>
                    <a:cubicBezTo>
                      <a:pt x="1" y="387"/>
                      <a:pt x="113" y="497"/>
                      <a:pt x="251" y="497"/>
                    </a:cubicBezTo>
                    <a:lnTo>
                      <a:pt x="1349" y="497"/>
                    </a:lnTo>
                    <a:cubicBezTo>
                      <a:pt x="1485" y="497"/>
                      <a:pt x="1597" y="387"/>
                      <a:pt x="1597" y="248"/>
                    </a:cubicBezTo>
                    <a:cubicBezTo>
                      <a:pt x="1597" y="113"/>
                      <a:pt x="1485" y="0"/>
                      <a:pt x="13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29"/>
              <p:cNvSpPr/>
              <p:nvPr/>
            </p:nvSpPr>
            <p:spPr>
              <a:xfrm>
                <a:off x="7237113" y="1322943"/>
                <a:ext cx="39441" cy="27230"/>
              </a:xfrm>
              <a:custGeom>
                <a:rect b="b" l="l" r="r" t="t"/>
                <a:pathLst>
                  <a:path extrusionOk="0" h="1048" w="1518">
                    <a:moveTo>
                      <a:pt x="1236" y="0"/>
                    </a:moveTo>
                    <a:cubicBezTo>
                      <a:pt x="1193" y="0"/>
                      <a:pt x="1150" y="11"/>
                      <a:pt x="1110" y="34"/>
                    </a:cubicBezTo>
                    <a:lnTo>
                      <a:pt x="159" y="582"/>
                    </a:lnTo>
                    <a:cubicBezTo>
                      <a:pt x="42" y="650"/>
                      <a:pt x="0" y="804"/>
                      <a:pt x="68" y="922"/>
                    </a:cubicBezTo>
                    <a:cubicBezTo>
                      <a:pt x="115" y="1003"/>
                      <a:pt x="199" y="1047"/>
                      <a:pt x="285" y="1047"/>
                    </a:cubicBezTo>
                    <a:cubicBezTo>
                      <a:pt x="327" y="1047"/>
                      <a:pt x="368" y="1034"/>
                      <a:pt x="408" y="1013"/>
                    </a:cubicBezTo>
                    <a:lnTo>
                      <a:pt x="1359" y="465"/>
                    </a:lnTo>
                    <a:cubicBezTo>
                      <a:pt x="1479" y="394"/>
                      <a:pt x="1518" y="243"/>
                      <a:pt x="1450" y="125"/>
                    </a:cubicBezTo>
                    <a:cubicBezTo>
                      <a:pt x="1405" y="45"/>
                      <a:pt x="1322" y="0"/>
                      <a:pt x="1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29"/>
              <p:cNvSpPr/>
              <p:nvPr/>
            </p:nvSpPr>
            <p:spPr>
              <a:xfrm>
                <a:off x="7444220" y="1322943"/>
                <a:ext cx="39467" cy="27230"/>
              </a:xfrm>
              <a:custGeom>
                <a:rect b="b" l="l" r="r" t="t"/>
                <a:pathLst>
                  <a:path extrusionOk="0" h="1048" w="1519">
                    <a:moveTo>
                      <a:pt x="284" y="0"/>
                    </a:moveTo>
                    <a:cubicBezTo>
                      <a:pt x="199" y="0"/>
                      <a:pt x="115" y="45"/>
                      <a:pt x="68" y="125"/>
                    </a:cubicBezTo>
                    <a:cubicBezTo>
                      <a:pt x="0" y="243"/>
                      <a:pt x="42" y="394"/>
                      <a:pt x="160" y="465"/>
                    </a:cubicBezTo>
                    <a:lnTo>
                      <a:pt x="1111" y="1013"/>
                    </a:lnTo>
                    <a:cubicBezTo>
                      <a:pt x="1150" y="1037"/>
                      <a:pt x="1192" y="1047"/>
                      <a:pt x="1236" y="1047"/>
                    </a:cubicBezTo>
                    <a:cubicBezTo>
                      <a:pt x="1320" y="1047"/>
                      <a:pt x="1403" y="1003"/>
                      <a:pt x="1450" y="922"/>
                    </a:cubicBezTo>
                    <a:cubicBezTo>
                      <a:pt x="1518" y="804"/>
                      <a:pt x="1479" y="650"/>
                      <a:pt x="1359" y="582"/>
                    </a:cubicBezTo>
                    <a:lnTo>
                      <a:pt x="408" y="34"/>
                    </a:lnTo>
                    <a:cubicBezTo>
                      <a:pt x="369" y="11"/>
                      <a:pt x="326" y="0"/>
                      <a:pt x="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29"/>
              <p:cNvSpPr/>
              <p:nvPr/>
            </p:nvSpPr>
            <p:spPr>
              <a:xfrm>
                <a:off x="7468046" y="1237331"/>
                <a:ext cx="41494" cy="12913"/>
              </a:xfrm>
              <a:custGeom>
                <a:rect b="b" l="l" r="r" t="t"/>
                <a:pathLst>
                  <a:path extrusionOk="0" h="497" w="1597">
                    <a:moveTo>
                      <a:pt x="251" y="0"/>
                    </a:moveTo>
                    <a:cubicBezTo>
                      <a:pt x="113" y="0"/>
                      <a:pt x="0" y="113"/>
                      <a:pt x="0" y="248"/>
                    </a:cubicBezTo>
                    <a:cubicBezTo>
                      <a:pt x="0" y="387"/>
                      <a:pt x="113" y="497"/>
                      <a:pt x="251" y="497"/>
                    </a:cubicBezTo>
                    <a:lnTo>
                      <a:pt x="1348" y="497"/>
                    </a:lnTo>
                    <a:cubicBezTo>
                      <a:pt x="1484" y="497"/>
                      <a:pt x="1597" y="387"/>
                      <a:pt x="1597" y="248"/>
                    </a:cubicBezTo>
                    <a:cubicBezTo>
                      <a:pt x="1597" y="113"/>
                      <a:pt x="1484" y="0"/>
                      <a:pt x="1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29"/>
              <p:cNvSpPr/>
              <p:nvPr/>
            </p:nvSpPr>
            <p:spPr>
              <a:xfrm>
                <a:off x="7444220" y="1137454"/>
                <a:ext cx="39467" cy="27204"/>
              </a:xfrm>
              <a:custGeom>
                <a:rect b="b" l="l" r="r" t="t"/>
                <a:pathLst>
                  <a:path extrusionOk="0" h="1047" w="1519">
                    <a:moveTo>
                      <a:pt x="1236" y="1"/>
                    </a:moveTo>
                    <a:cubicBezTo>
                      <a:pt x="1193" y="1"/>
                      <a:pt x="1150" y="12"/>
                      <a:pt x="1111" y="35"/>
                    </a:cubicBezTo>
                    <a:lnTo>
                      <a:pt x="160" y="584"/>
                    </a:lnTo>
                    <a:cubicBezTo>
                      <a:pt x="42" y="652"/>
                      <a:pt x="0" y="803"/>
                      <a:pt x="68" y="923"/>
                    </a:cubicBezTo>
                    <a:cubicBezTo>
                      <a:pt x="115" y="1002"/>
                      <a:pt x="199" y="1046"/>
                      <a:pt x="285" y="1046"/>
                    </a:cubicBezTo>
                    <a:cubicBezTo>
                      <a:pt x="327" y="1046"/>
                      <a:pt x="369" y="1036"/>
                      <a:pt x="408" y="1015"/>
                    </a:cubicBezTo>
                    <a:lnTo>
                      <a:pt x="1359" y="466"/>
                    </a:lnTo>
                    <a:cubicBezTo>
                      <a:pt x="1479" y="396"/>
                      <a:pt x="1518" y="244"/>
                      <a:pt x="1450" y="126"/>
                    </a:cubicBezTo>
                    <a:cubicBezTo>
                      <a:pt x="1405" y="46"/>
                      <a:pt x="1322" y="1"/>
                      <a:pt x="1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29"/>
              <p:cNvSpPr/>
              <p:nvPr/>
            </p:nvSpPr>
            <p:spPr>
              <a:xfrm>
                <a:off x="7237113" y="1137454"/>
                <a:ext cx="39441" cy="27204"/>
              </a:xfrm>
              <a:custGeom>
                <a:rect b="b" l="l" r="r" t="t"/>
                <a:pathLst>
                  <a:path extrusionOk="0" h="1047" w="1518">
                    <a:moveTo>
                      <a:pt x="284" y="1"/>
                    </a:moveTo>
                    <a:cubicBezTo>
                      <a:pt x="199" y="1"/>
                      <a:pt x="115" y="46"/>
                      <a:pt x="68" y="126"/>
                    </a:cubicBezTo>
                    <a:cubicBezTo>
                      <a:pt x="0" y="244"/>
                      <a:pt x="42" y="396"/>
                      <a:pt x="159" y="466"/>
                    </a:cubicBezTo>
                    <a:lnTo>
                      <a:pt x="1110" y="1015"/>
                    </a:lnTo>
                    <a:cubicBezTo>
                      <a:pt x="1150" y="1036"/>
                      <a:pt x="1194" y="1046"/>
                      <a:pt x="1236" y="1046"/>
                    </a:cubicBezTo>
                    <a:cubicBezTo>
                      <a:pt x="1322" y="1046"/>
                      <a:pt x="1406" y="1002"/>
                      <a:pt x="1450" y="923"/>
                    </a:cubicBezTo>
                    <a:cubicBezTo>
                      <a:pt x="1518" y="803"/>
                      <a:pt x="1479" y="652"/>
                      <a:pt x="1359" y="584"/>
                    </a:cubicBezTo>
                    <a:lnTo>
                      <a:pt x="408" y="35"/>
                    </a:lnTo>
                    <a:cubicBezTo>
                      <a:pt x="369" y="12"/>
                      <a:pt x="326" y="1"/>
                      <a:pt x="2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29"/>
              <p:cNvSpPr/>
              <p:nvPr/>
            </p:nvSpPr>
            <p:spPr>
              <a:xfrm>
                <a:off x="7098081" y="1357942"/>
                <a:ext cx="34089" cy="171173"/>
              </a:xfrm>
              <a:custGeom>
                <a:rect b="b" l="l" r="r" t="t"/>
                <a:pathLst>
                  <a:path extrusionOk="0" h="6588" w="1312">
                    <a:moveTo>
                      <a:pt x="0" y="1"/>
                    </a:moveTo>
                    <a:cubicBezTo>
                      <a:pt x="303" y="1"/>
                      <a:pt x="549" y="246"/>
                      <a:pt x="549" y="549"/>
                    </a:cubicBezTo>
                    <a:lnTo>
                      <a:pt x="549" y="6039"/>
                    </a:lnTo>
                    <a:cubicBezTo>
                      <a:pt x="549" y="6342"/>
                      <a:pt x="303" y="6587"/>
                      <a:pt x="0" y="6587"/>
                    </a:cubicBezTo>
                    <a:lnTo>
                      <a:pt x="761" y="6587"/>
                    </a:lnTo>
                    <a:cubicBezTo>
                      <a:pt x="1066" y="6587"/>
                      <a:pt x="1312" y="6342"/>
                      <a:pt x="1312" y="6039"/>
                    </a:cubicBezTo>
                    <a:lnTo>
                      <a:pt x="1312" y="549"/>
                    </a:lnTo>
                    <a:cubicBezTo>
                      <a:pt x="1312" y="246"/>
                      <a:pt x="1066" y="1"/>
                      <a:pt x="7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29"/>
              <p:cNvSpPr/>
              <p:nvPr/>
            </p:nvSpPr>
            <p:spPr>
              <a:xfrm>
                <a:off x="7350475" y="1143898"/>
                <a:ext cx="81273" cy="165405"/>
              </a:xfrm>
              <a:custGeom>
                <a:rect b="b" l="l" r="r" t="t"/>
                <a:pathLst>
                  <a:path extrusionOk="0" h="6366" w="3128">
                    <a:moveTo>
                      <a:pt x="380" y="1"/>
                    </a:moveTo>
                    <a:cubicBezTo>
                      <a:pt x="364" y="1"/>
                      <a:pt x="348" y="1"/>
                      <a:pt x="332" y="1"/>
                    </a:cubicBezTo>
                    <a:cubicBezTo>
                      <a:pt x="220" y="4"/>
                      <a:pt x="110" y="14"/>
                      <a:pt x="0" y="27"/>
                    </a:cubicBezTo>
                    <a:cubicBezTo>
                      <a:pt x="1335" y="215"/>
                      <a:pt x="2362" y="1360"/>
                      <a:pt x="2362" y="2747"/>
                    </a:cubicBezTo>
                    <a:cubicBezTo>
                      <a:pt x="2362" y="3761"/>
                      <a:pt x="1813" y="4646"/>
                      <a:pt x="996" y="5122"/>
                    </a:cubicBezTo>
                    <a:cubicBezTo>
                      <a:pt x="823" y="5221"/>
                      <a:pt x="716" y="5401"/>
                      <a:pt x="716" y="5600"/>
                    </a:cubicBezTo>
                    <a:lnTo>
                      <a:pt x="716" y="6366"/>
                    </a:lnTo>
                    <a:lnTo>
                      <a:pt x="1482" y="6366"/>
                    </a:lnTo>
                    <a:lnTo>
                      <a:pt x="1482" y="5600"/>
                    </a:lnTo>
                    <a:cubicBezTo>
                      <a:pt x="1482" y="5401"/>
                      <a:pt x="1589" y="5221"/>
                      <a:pt x="1761" y="5122"/>
                    </a:cubicBezTo>
                    <a:cubicBezTo>
                      <a:pt x="2579" y="4646"/>
                      <a:pt x="3127" y="3761"/>
                      <a:pt x="3127" y="2747"/>
                    </a:cubicBezTo>
                    <a:cubicBezTo>
                      <a:pt x="3127" y="1229"/>
                      <a:pt x="1897" y="1"/>
                      <a:pt x="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29"/>
              <p:cNvSpPr/>
              <p:nvPr/>
            </p:nvSpPr>
            <p:spPr>
              <a:xfrm>
                <a:off x="7339666" y="1237331"/>
                <a:ext cx="41520" cy="12913"/>
              </a:xfrm>
              <a:custGeom>
                <a:rect b="b" l="l" r="r" t="t"/>
                <a:pathLst>
                  <a:path extrusionOk="0" h="497" w="1598">
                    <a:moveTo>
                      <a:pt x="249" y="0"/>
                    </a:moveTo>
                    <a:cubicBezTo>
                      <a:pt x="113" y="0"/>
                      <a:pt x="1" y="113"/>
                      <a:pt x="1" y="248"/>
                    </a:cubicBezTo>
                    <a:cubicBezTo>
                      <a:pt x="1" y="387"/>
                      <a:pt x="113" y="497"/>
                      <a:pt x="249" y="497"/>
                    </a:cubicBezTo>
                    <a:lnTo>
                      <a:pt x="1346" y="497"/>
                    </a:lnTo>
                    <a:cubicBezTo>
                      <a:pt x="1485" y="497"/>
                      <a:pt x="1597" y="387"/>
                      <a:pt x="1597" y="248"/>
                    </a:cubicBezTo>
                    <a:cubicBezTo>
                      <a:pt x="1597" y="113"/>
                      <a:pt x="1485" y="0"/>
                      <a:pt x="13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29"/>
              <p:cNvSpPr/>
              <p:nvPr/>
            </p:nvSpPr>
            <p:spPr>
              <a:xfrm>
                <a:off x="7331871" y="1315123"/>
                <a:ext cx="57110" cy="42845"/>
              </a:xfrm>
              <a:custGeom>
                <a:rect b="b" l="l" r="r" t="t"/>
                <a:pathLst>
                  <a:path extrusionOk="0" h="1649" w="2198">
                    <a:moveTo>
                      <a:pt x="0" y="0"/>
                    </a:moveTo>
                    <a:lnTo>
                      <a:pt x="0" y="1126"/>
                    </a:lnTo>
                    <a:cubicBezTo>
                      <a:pt x="0" y="1414"/>
                      <a:pt x="233" y="1649"/>
                      <a:pt x="523" y="1649"/>
                    </a:cubicBezTo>
                    <a:lnTo>
                      <a:pt x="1675" y="1649"/>
                    </a:lnTo>
                    <a:cubicBezTo>
                      <a:pt x="1962" y="1649"/>
                      <a:pt x="2198" y="1414"/>
                      <a:pt x="2198" y="1126"/>
                    </a:cubicBezTo>
                    <a:lnTo>
                      <a:pt x="21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29"/>
              <p:cNvSpPr/>
              <p:nvPr/>
            </p:nvSpPr>
            <p:spPr>
              <a:xfrm>
                <a:off x="7355360" y="1315123"/>
                <a:ext cx="33621" cy="42845"/>
              </a:xfrm>
              <a:custGeom>
                <a:rect b="b" l="l" r="r" t="t"/>
                <a:pathLst>
                  <a:path extrusionOk="0" h="1649" w="1294">
                    <a:moveTo>
                      <a:pt x="531" y="0"/>
                    </a:moveTo>
                    <a:lnTo>
                      <a:pt x="531" y="1118"/>
                    </a:lnTo>
                    <a:cubicBezTo>
                      <a:pt x="531" y="1411"/>
                      <a:pt x="293" y="1649"/>
                      <a:pt x="0" y="1649"/>
                    </a:cubicBezTo>
                    <a:lnTo>
                      <a:pt x="763" y="1649"/>
                    </a:lnTo>
                    <a:cubicBezTo>
                      <a:pt x="1056" y="1649"/>
                      <a:pt x="1294" y="1411"/>
                      <a:pt x="1294" y="1118"/>
                    </a:cubicBezTo>
                    <a:lnTo>
                      <a:pt x="12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29"/>
              <p:cNvSpPr/>
              <p:nvPr/>
            </p:nvSpPr>
            <p:spPr>
              <a:xfrm>
                <a:off x="7317607" y="1300858"/>
                <a:ext cx="85638" cy="28529"/>
              </a:xfrm>
              <a:custGeom>
                <a:rect b="b" l="l" r="r" t="t"/>
                <a:pathLst>
                  <a:path extrusionOk="0" h="1098" w="3296">
                    <a:moveTo>
                      <a:pt x="549" y="1"/>
                    </a:moveTo>
                    <a:cubicBezTo>
                      <a:pt x="246" y="1"/>
                      <a:pt x="1" y="246"/>
                      <a:pt x="1" y="549"/>
                    </a:cubicBezTo>
                    <a:cubicBezTo>
                      <a:pt x="1" y="852"/>
                      <a:pt x="246" y="1098"/>
                      <a:pt x="549" y="1098"/>
                    </a:cubicBezTo>
                    <a:lnTo>
                      <a:pt x="2747" y="1098"/>
                    </a:lnTo>
                    <a:cubicBezTo>
                      <a:pt x="3050" y="1098"/>
                      <a:pt x="3295" y="852"/>
                      <a:pt x="3295" y="549"/>
                    </a:cubicBezTo>
                    <a:cubicBezTo>
                      <a:pt x="3295" y="246"/>
                      <a:pt x="3050" y="1"/>
                      <a:pt x="2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29"/>
              <p:cNvSpPr/>
              <p:nvPr/>
            </p:nvSpPr>
            <p:spPr>
              <a:xfrm>
                <a:off x="7369130" y="1300858"/>
                <a:ext cx="34115" cy="28529"/>
              </a:xfrm>
              <a:custGeom>
                <a:rect b="b" l="l" r="r" t="t"/>
                <a:pathLst>
                  <a:path extrusionOk="0" h="1098" w="1313">
                    <a:moveTo>
                      <a:pt x="1" y="1"/>
                    </a:moveTo>
                    <a:cubicBezTo>
                      <a:pt x="304" y="1"/>
                      <a:pt x="549" y="246"/>
                      <a:pt x="549" y="549"/>
                    </a:cubicBezTo>
                    <a:cubicBezTo>
                      <a:pt x="549" y="852"/>
                      <a:pt x="304" y="1098"/>
                      <a:pt x="1" y="1098"/>
                    </a:cubicBezTo>
                    <a:lnTo>
                      <a:pt x="764" y="1098"/>
                    </a:lnTo>
                    <a:cubicBezTo>
                      <a:pt x="1067" y="1098"/>
                      <a:pt x="1312" y="852"/>
                      <a:pt x="1312" y="549"/>
                    </a:cubicBezTo>
                    <a:cubicBezTo>
                      <a:pt x="1312" y="246"/>
                      <a:pt x="1067" y="1"/>
                      <a:pt x="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29"/>
              <p:cNvSpPr/>
              <p:nvPr/>
            </p:nvSpPr>
            <p:spPr>
              <a:xfrm>
                <a:off x="7232280" y="1400709"/>
                <a:ext cx="120715" cy="136746"/>
              </a:xfrm>
              <a:custGeom>
                <a:rect b="b" l="l" r="r" t="t"/>
                <a:pathLst>
                  <a:path extrusionOk="0" h="5263" w="4646">
                    <a:moveTo>
                      <a:pt x="1302" y="1"/>
                    </a:moveTo>
                    <a:lnTo>
                      <a:pt x="3914" y="3139"/>
                    </a:lnTo>
                    <a:cubicBezTo>
                      <a:pt x="4066" y="3316"/>
                      <a:pt x="4149" y="3543"/>
                      <a:pt x="4149" y="3779"/>
                    </a:cubicBezTo>
                    <a:cubicBezTo>
                      <a:pt x="4149" y="4322"/>
                      <a:pt x="3708" y="4766"/>
                      <a:pt x="3162" y="4766"/>
                    </a:cubicBezTo>
                    <a:cubicBezTo>
                      <a:pt x="2867" y="4766"/>
                      <a:pt x="2590" y="4636"/>
                      <a:pt x="2402" y="4406"/>
                    </a:cubicBezTo>
                    <a:lnTo>
                      <a:pt x="471" y="2070"/>
                    </a:lnTo>
                    <a:cubicBezTo>
                      <a:pt x="422" y="2011"/>
                      <a:pt x="351" y="1980"/>
                      <a:pt x="279" y="1980"/>
                    </a:cubicBezTo>
                    <a:cubicBezTo>
                      <a:pt x="223" y="1980"/>
                      <a:pt x="167" y="1998"/>
                      <a:pt x="121" y="2036"/>
                    </a:cubicBezTo>
                    <a:cubicBezTo>
                      <a:pt x="16" y="2125"/>
                      <a:pt x="1" y="2282"/>
                      <a:pt x="89" y="2386"/>
                    </a:cubicBezTo>
                    <a:lnTo>
                      <a:pt x="2017" y="4722"/>
                    </a:lnTo>
                    <a:cubicBezTo>
                      <a:pt x="2300" y="5067"/>
                      <a:pt x="2718" y="5263"/>
                      <a:pt x="3162" y="5263"/>
                    </a:cubicBezTo>
                    <a:cubicBezTo>
                      <a:pt x="3865" y="5263"/>
                      <a:pt x="4452" y="4774"/>
                      <a:pt x="4607" y="4118"/>
                    </a:cubicBezTo>
                    <a:lnTo>
                      <a:pt x="4594" y="4118"/>
                    </a:lnTo>
                    <a:cubicBezTo>
                      <a:pt x="4609" y="4076"/>
                      <a:pt x="4620" y="4035"/>
                      <a:pt x="4630" y="3990"/>
                    </a:cubicBezTo>
                    <a:cubicBezTo>
                      <a:pt x="4641" y="3922"/>
                      <a:pt x="4646" y="3852"/>
                      <a:pt x="4646" y="3779"/>
                    </a:cubicBezTo>
                    <a:cubicBezTo>
                      <a:pt x="4646" y="3426"/>
                      <a:pt x="4520" y="3084"/>
                      <a:pt x="4296" y="2820"/>
                    </a:cubicBezTo>
                    <a:lnTo>
                      <a:pt x="2326" y="455"/>
                    </a:lnTo>
                    <a:lnTo>
                      <a:pt x="2323" y="450"/>
                    </a:lnTo>
                    <a:cubicBezTo>
                      <a:pt x="2096" y="176"/>
                      <a:pt x="1754" y="1"/>
                      <a:pt x="1370"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129"/>
            <p:cNvGrpSpPr/>
            <p:nvPr/>
          </p:nvGrpSpPr>
          <p:grpSpPr>
            <a:xfrm>
              <a:off x="5403711" y="3691230"/>
              <a:ext cx="434479" cy="434453"/>
              <a:chOff x="7848923" y="1137480"/>
              <a:chExt cx="434479" cy="434453"/>
            </a:xfrm>
          </p:grpSpPr>
          <p:sp>
            <p:nvSpPr>
              <p:cNvPr id="12264" name="Google Shape;12264;p129"/>
              <p:cNvSpPr/>
              <p:nvPr/>
            </p:nvSpPr>
            <p:spPr>
              <a:xfrm>
                <a:off x="7964805" y="1137480"/>
                <a:ext cx="202715" cy="66333"/>
              </a:xfrm>
              <a:custGeom>
                <a:rect b="b" l="l" r="r" t="t"/>
                <a:pathLst>
                  <a:path extrusionOk="0" h="2553" w="7802">
                    <a:moveTo>
                      <a:pt x="1114" y="0"/>
                    </a:moveTo>
                    <a:cubicBezTo>
                      <a:pt x="500" y="0"/>
                      <a:pt x="1" y="499"/>
                      <a:pt x="1" y="1116"/>
                    </a:cubicBezTo>
                    <a:lnTo>
                      <a:pt x="1" y="2553"/>
                    </a:lnTo>
                    <a:lnTo>
                      <a:pt x="1114" y="2553"/>
                    </a:lnTo>
                    <a:lnTo>
                      <a:pt x="1114" y="1429"/>
                    </a:lnTo>
                    <a:cubicBezTo>
                      <a:pt x="1114" y="1254"/>
                      <a:pt x="1255" y="1116"/>
                      <a:pt x="1427" y="1116"/>
                    </a:cubicBezTo>
                    <a:lnTo>
                      <a:pt x="6375" y="1116"/>
                    </a:lnTo>
                    <a:cubicBezTo>
                      <a:pt x="6548" y="1116"/>
                      <a:pt x="6689" y="1254"/>
                      <a:pt x="6689" y="1429"/>
                    </a:cubicBezTo>
                    <a:lnTo>
                      <a:pt x="6689" y="2553"/>
                    </a:lnTo>
                    <a:lnTo>
                      <a:pt x="7802" y="2553"/>
                    </a:lnTo>
                    <a:lnTo>
                      <a:pt x="7802" y="1116"/>
                    </a:lnTo>
                    <a:cubicBezTo>
                      <a:pt x="7802" y="499"/>
                      <a:pt x="7303" y="0"/>
                      <a:pt x="6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29"/>
              <p:cNvSpPr/>
              <p:nvPr/>
            </p:nvSpPr>
            <p:spPr>
              <a:xfrm>
                <a:off x="8118414" y="1137480"/>
                <a:ext cx="49107" cy="66333"/>
              </a:xfrm>
              <a:custGeom>
                <a:rect b="b" l="l" r="r" t="t"/>
                <a:pathLst>
                  <a:path extrusionOk="0" h="2553" w="1890">
                    <a:moveTo>
                      <a:pt x="1" y="0"/>
                    </a:moveTo>
                    <a:cubicBezTo>
                      <a:pt x="618" y="0"/>
                      <a:pt x="1117" y="499"/>
                      <a:pt x="1117" y="1116"/>
                    </a:cubicBezTo>
                    <a:lnTo>
                      <a:pt x="1117" y="2553"/>
                    </a:lnTo>
                    <a:lnTo>
                      <a:pt x="1890" y="2553"/>
                    </a:lnTo>
                    <a:lnTo>
                      <a:pt x="1890" y="1116"/>
                    </a:lnTo>
                    <a:cubicBezTo>
                      <a:pt x="1890" y="499"/>
                      <a:pt x="1391"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29"/>
              <p:cNvSpPr/>
              <p:nvPr/>
            </p:nvSpPr>
            <p:spPr>
              <a:xfrm>
                <a:off x="7950281" y="1195369"/>
                <a:ext cx="57993" cy="33777"/>
              </a:xfrm>
              <a:custGeom>
                <a:rect b="b" l="l" r="r" t="t"/>
                <a:pathLst>
                  <a:path extrusionOk="0" h="1300" w="2232">
                    <a:moveTo>
                      <a:pt x="523" y="1"/>
                    </a:moveTo>
                    <a:cubicBezTo>
                      <a:pt x="236" y="1"/>
                      <a:pt x="0" y="236"/>
                      <a:pt x="0" y="523"/>
                    </a:cubicBezTo>
                    <a:lnTo>
                      <a:pt x="0" y="1299"/>
                    </a:lnTo>
                    <a:lnTo>
                      <a:pt x="2232" y="1299"/>
                    </a:lnTo>
                    <a:lnTo>
                      <a:pt x="2232" y="523"/>
                    </a:lnTo>
                    <a:cubicBezTo>
                      <a:pt x="2232" y="236"/>
                      <a:pt x="199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29"/>
              <p:cNvSpPr/>
              <p:nvPr/>
            </p:nvSpPr>
            <p:spPr>
              <a:xfrm>
                <a:off x="8124052" y="1195369"/>
                <a:ext cx="57993" cy="33777"/>
              </a:xfrm>
              <a:custGeom>
                <a:rect b="b" l="l" r="r" t="t"/>
                <a:pathLst>
                  <a:path extrusionOk="0" h="1300" w="2232">
                    <a:moveTo>
                      <a:pt x="523" y="1"/>
                    </a:moveTo>
                    <a:cubicBezTo>
                      <a:pt x="236" y="1"/>
                      <a:pt x="1" y="236"/>
                      <a:pt x="1" y="523"/>
                    </a:cubicBezTo>
                    <a:lnTo>
                      <a:pt x="1" y="1299"/>
                    </a:lnTo>
                    <a:lnTo>
                      <a:pt x="2232" y="1299"/>
                    </a:lnTo>
                    <a:lnTo>
                      <a:pt x="2232" y="523"/>
                    </a:lnTo>
                    <a:cubicBezTo>
                      <a:pt x="2232" y="236"/>
                      <a:pt x="199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29"/>
              <p:cNvSpPr/>
              <p:nvPr/>
            </p:nvSpPr>
            <p:spPr>
              <a:xfrm>
                <a:off x="8147878" y="1195369"/>
                <a:ext cx="34167" cy="33777"/>
              </a:xfrm>
              <a:custGeom>
                <a:rect b="b" l="l" r="r" t="t"/>
                <a:pathLst>
                  <a:path extrusionOk="0" h="1300" w="1315">
                    <a:moveTo>
                      <a:pt x="1" y="1"/>
                    </a:moveTo>
                    <a:cubicBezTo>
                      <a:pt x="299" y="1"/>
                      <a:pt x="539" y="244"/>
                      <a:pt x="539" y="539"/>
                    </a:cubicBezTo>
                    <a:lnTo>
                      <a:pt x="539" y="1299"/>
                    </a:lnTo>
                    <a:lnTo>
                      <a:pt x="1315" y="1299"/>
                    </a:lnTo>
                    <a:lnTo>
                      <a:pt x="1315" y="539"/>
                    </a:lnTo>
                    <a:cubicBezTo>
                      <a:pt x="1315" y="244"/>
                      <a:pt x="1072" y="1"/>
                      <a:pt x="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29"/>
              <p:cNvSpPr/>
              <p:nvPr/>
            </p:nvSpPr>
            <p:spPr>
              <a:xfrm>
                <a:off x="7974107" y="1195369"/>
                <a:ext cx="34167" cy="33777"/>
              </a:xfrm>
              <a:custGeom>
                <a:rect b="b" l="l" r="r" t="t"/>
                <a:pathLst>
                  <a:path extrusionOk="0" h="1300" w="1315">
                    <a:moveTo>
                      <a:pt x="0" y="1"/>
                    </a:moveTo>
                    <a:cubicBezTo>
                      <a:pt x="298" y="1"/>
                      <a:pt x="539" y="244"/>
                      <a:pt x="539" y="539"/>
                    </a:cubicBezTo>
                    <a:lnTo>
                      <a:pt x="539" y="1299"/>
                    </a:lnTo>
                    <a:lnTo>
                      <a:pt x="1315" y="1299"/>
                    </a:lnTo>
                    <a:lnTo>
                      <a:pt x="1315" y="539"/>
                    </a:lnTo>
                    <a:cubicBezTo>
                      <a:pt x="1315" y="244"/>
                      <a:pt x="1072" y="1"/>
                      <a:pt x="7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29"/>
              <p:cNvSpPr/>
              <p:nvPr/>
            </p:nvSpPr>
            <p:spPr>
              <a:xfrm>
                <a:off x="7863395" y="1332427"/>
                <a:ext cx="405561" cy="239507"/>
              </a:xfrm>
              <a:custGeom>
                <a:rect b="b" l="l" r="r" t="t"/>
                <a:pathLst>
                  <a:path extrusionOk="0" h="9218" w="15609">
                    <a:moveTo>
                      <a:pt x="0" y="0"/>
                    </a:moveTo>
                    <a:lnTo>
                      <a:pt x="0" y="8102"/>
                    </a:lnTo>
                    <a:cubicBezTo>
                      <a:pt x="0" y="8719"/>
                      <a:pt x="499" y="9218"/>
                      <a:pt x="1116" y="9218"/>
                    </a:cubicBezTo>
                    <a:lnTo>
                      <a:pt x="14493" y="9218"/>
                    </a:lnTo>
                    <a:cubicBezTo>
                      <a:pt x="15109" y="9218"/>
                      <a:pt x="15608" y="8719"/>
                      <a:pt x="15608" y="8102"/>
                    </a:cubicBezTo>
                    <a:lnTo>
                      <a:pt x="1560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29"/>
              <p:cNvSpPr/>
              <p:nvPr/>
            </p:nvSpPr>
            <p:spPr>
              <a:xfrm>
                <a:off x="8219849" y="1332427"/>
                <a:ext cx="49107" cy="239507"/>
              </a:xfrm>
              <a:custGeom>
                <a:rect b="b" l="l" r="r" t="t"/>
                <a:pathLst>
                  <a:path extrusionOk="0" h="9218" w="1890">
                    <a:moveTo>
                      <a:pt x="1113" y="0"/>
                    </a:moveTo>
                    <a:lnTo>
                      <a:pt x="1113" y="8102"/>
                    </a:lnTo>
                    <a:cubicBezTo>
                      <a:pt x="1113" y="8719"/>
                      <a:pt x="614" y="9218"/>
                      <a:pt x="0" y="9218"/>
                    </a:cubicBezTo>
                    <a:lnTo>
                      <a:pt x="774" y="9218"/>
                    </a:lnTo>
                    <a:cubicBezTo>
                      <a:pt x="1390" y="9218"/>
                      <a:pt x="1889" y="8719"/>
                      <a:pt x="1889" y="8102"/>
                    </a:cubicBezTo>
                    <a:lnTo>
                      <a:pt x="18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29"/>
              <p:cNvSpPr/>
              <p:nvPr/>
            </p:nvSpPr>
            <p:spPr>
              <a:xfrm>
                <a:off x="7848923" y="1224366"/>
                <a:ext cx="434479" cy="151608"/>
              </a:xfrm>
              <a:custGeom>
                <a:rect b="b" l="l" r="r" t="t"/>
                <a:pathLst>
                  <a:path extrusionOk="0" h="5835" w="16722">
                    <a:moveTo>
                      <a:pt x="1116" y="0"/>
                    </a:moveTo>
                    <a:cubicBezTo>
                      <a:pt x="500" y="0"/>
                      <a:pt x="1" y="499"/>
                      <a:pt x="1" y="1116"/>
                    </a:cubicBezTo>
                    <a:lnTo>
                      <a:pt x="1" y="4528"/>
                    </a:lnTo>
                    <a:cubicBezTo>
                      <a:pt x="1" y="4807"/>
                      <a:pt x="207" y="5045"/>
                      <a:pt x="484" y="5082"/>
                    </a:cubicBezTo>
                    <a:lnTo>
                      <a:pt x="6133" y="5834"/>
                    </a:lnTo>
                    <a:lnTo>
                      <a:pt x="10590" y="5834"/>
                    </a:lnTo>
                    <a:lnTo>
                      <a:pt x="16238" y="5082"/>
                    </a:lnTo>
                    <a:cubicBezTo>
                      <a:pt x="16515" y="5045"/>
                      <a:pt x="16722" y="4807"/>
                      <a:pt x="16722" y="4528"/>
                    </a:cubicBezTo>
                    <a:lnTo>
                      <a:pt x="16722" y="1116"/>
                    </a:lnTo>
                    <a:cubicBezTo>
                      <a:pt x="16722" y="499"/>
                      <a:pt x="16223" y="0"/>
                      <a:pt x="156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29"/>
              <p:cNvSpPr/>
              <p:nvPr/>
            </p:nvSpPr>
            <p:spPr>
              <a:xfrm>
                <a:off x="8037166" y="1435136"/>
                <a:ext cx="57993" cy="62722"/>
              </a:xfrm>
              <a:custGeom>
                <a:rect b="b" l="l" r="r" t="t"/>
                <a:pathLst>
                  <a:path extrusionOk="0" h="2414" w="2232">
                    <a:moveTo>
                      <a:pt x="1" y="0"/>
                    </a:moveTo>
                    <a:lnTo>
                      <a:pt x="1" y="1576"/>
                    </a:lnTo>
                    <a:cubicBezTo>
                      <a:pt x="1" y="1787"/>
                      <a:pt x="121" y="1981"/>
                      <a:pt x="309" y="2075"/>
                    </a:cubicBezTo>
                    <a:lnTo>
                      <a:pt x="868" y="2354"/>
                    </a:lnTo>
                    <a:cubicBezTo>
                      <a:pt x="946" y="2394"/>
                      <a:pt x="1031" y="2413"/>
                      <a:pt x="1116" y="2413"/>
                    </a:cubicBezTo>
                    <a:cubicBezTo>
                      <a:pt x="1201" y="2413"/>
                      <a:pt x="1286" y="2394"/>
                      <a:pt x="1364" y="2354"/>
                    </a:cubicBezTo>
                    <a:lnTo>
                      <a:pt x="1924" y="2075"/>
                    </a:lnTo>
                    <a:cubicBezTo>
                      <a:pt x="2112" y="1981"/>
                      <a:pt x="2232" y="1787"/>
                      <a:pt x="2232" y="1576"/>
                    </a:cubicBezTo>
                    <a:lnTo>
                      <a:pt x="22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29"/>
              <p:cNvSpPr/>
              <p:nvPr/>
            </p:nvSpPr>
            <p:spPr>
              <a:xfrm>
                <a:off x="8056108" y="1435136"/>
                <a:ext cx="39052" cy="62722"/>
              </a:xfrm>
              <a:custGeom>
                <a:rect b="b" l="l" r="r" t="t"/>
                <a:pathLst>
                  <a:path extrusionOk="0" h="2414" w="1503">
                    <a:moveTo>
                      <a:pt x="727" y="0"/>
                    </a:moveTo>
                    <a:lnTo>
                      <a:pt x="727" y="1576"/>
                    </a:lnTo>
                    <a:cubicBezTo>
                      <a:pt x="727" y="1787"/>
                      <a:pt x="609" y="1981"/>
                      <a:pt x="421" y="2075"/>
                    </a:cubicBezTo>
                    <a:lnTo>
                      <a:pt x="1" y="2284"/>
                    </a:lnTo>
                    <a:lnTo>
                      <a:pt x="139" y="2354"/>
                    </a:lnTo>
                    <a:cubicBezTo>
                      <a:pt x="217" y="2394"/>
                      <a:pt x="302" y="2413"/>
                      <a:pt x="387" y="2413"/>
                    </a:cubicBezTo>
                    <a:cubicBezTo>
                      <a:pt x="472" y="2413"/>
                      <a:pt x="557" y="2394"/>
                      <a:pt x="635" y="2354"/>
                    </a:cubicBezTo>
                    <a:lnTo>
                      <a:pt x="1195" y="2075"/>
                    </a:lnTo>
                    <a:cubicBezTo>
                      <a:pt x="1383" y="1981"/>
                      <a:pt x="1503" y="1787"/>
                      <a:pt x="1503" y="1576"/>
                    </a:cubicBezTo>
                    <a:lnTo>
                      <a:pt x="15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29"/>
              <p:cNvSpPr/>
              <p:nvPr/>
            </p:nvSpPr>
            <p:spPr>
              <a:xfrm>
                <a:off x="8008248" y="1354694"/>
                <a:ext cx="115830" cy="86911"/>
              </a:xfrm>
              <a:custGeom>
                <a:rect b="b" l="l" r="r" t="t"/>
                <a:pathLst>
                  <a:path extrusionOk="0" h="3345" w="4458">
                    <a:moveTo>
                      <a:pt x="278" y="0"/>
                    </a:moveTo>
                    <a:cubicBezTo>
                      <a:pt x="123" y="0"/>
                      <a:pt x="1" y="126"/>
                      <a:pt x="1" y="280"/>
                    </a:cubicBezTo>
                    <a:lnTo>
                      <a:pt x="1" y="2788"/>
                    </a:lnTo>
                    <a:cubicBezTo>
                      <a:pt x="1" y="3094"/>
                      <a:pt x="249" y="3345"/>
                      <a:pt x="557" y="3345"/>
                    </a:cubicBezTo>
                    <a:lnTo>
                      <a:pt x="3901" y="3345"/>
                    </a:lnTo>
                    <a:cubicBezTo>
                      <a:pt x="4210" y="3345"/>
                      <a:pt x="4458" y="3094"/>
                      <a:pt x="4458" y="2788"/>
                    </a:cubicBezTo>
                    <a:lnTo>
                      <a:pt x="4458" y="280"/>
                    </a:lnTo>
                    <a:cubicBezTo>
                      <a:pt x="4458" y="126"/>
                      <a:pt x="4335" y="0"/>
                      <a:pt x="4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29"/>
              <p:cNvSpPr/>
              <p:nvPr/>
            </p:nvSpPr>
            <p:spPr>
              <a:xfrm>
                <a:off x="8089495" y="1354694"/>
                <a:ext cx="34583" cy="86911"/>
              </a:xfrm>
              <a:custGeom>
                <a:rect b="b" l="l" r="r" t="t"/>
                <a:pathLst>
                  <a:path extrusionOk="0" h="3345" w="1331">
                    <a:moveTo>
                      <a:pt x="278" y="0"/>
                    </a:moveTo>
                    <a:cubicBezTo>
                      <a:pt x="432" y="0"/>
                      <a:pt x="557" y="126"/>
                      <a:pt x="557" y="280"/>
                    </a:cubicBezTo>
                    <a:lnTo>
                      <a:pt x="557" y="2788"/>
                    </a:lnTo>
                    <a:cubicBezTo>
                      <a:pt x="557" y="3094"/>
                      <a:pt x="309" y="3345"/>
                      <a:pt x="1" y="3345"/>
                    </a:cubicBezTo>
                    <a:lnTo>
                      <a:pt x="774" y="3345"/>
                    </a:lnTo>
                    <a:cubicBezTo>
                      <a:pt x="1083" y="3345"/>
                      <a:pt x="1331" y="3094"/>
                      <a:pt x="1331" y="2788"/>
                    </a:cubicBezTo>
                    <a:lnTo>
                      <a:pt x="1331" y="280"/>
                    </a:lnTo>
                    <a:cubicBezTo>
                      <a:pt x="1331" y="126"/>
                      <a:pt x="1208" y="0"/>
                      <a:pt x="10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29"/>
              <p:cNvSpPr/>
              <p:nvPr/>
            </p:nvSpPr>
            <p:spPr>
              <a:xfrm>
                <a:off x="8037166" y="1291634"/>
                <a:ext cx="57993" cy="120975"/>
              </a:xfrm>
              <a:custGeom>
                <a:rect b="b" l="l" r="r" t="t"/>
                <a:pathLst>
                  <a:path extrusionOk="0" h="4656" w="2232">
                    <a:moveTo>
                      <a:pt x="1" y="0"/>
                    </a:moveTo>
                    <a:lnTo>
                      <a:pt x="1" y="4395"/>
                    </a:lnTo>
                    <a:cubicBezTo>
                      <a:pt x="1" y="4541"/>
                      <a:pt x="118" y="4656"/>
                      <a:pt x="262" y="4656"/>
                    </a:cubicBezTo>
                    <a:lnTo>
                      <a:pt x="1971" y="4656"/>
                    </a:lnTo>
                    <a:cubicBezTo>
                      <a:pt x="2114" y="4656"/>
                      <a:pt x="2232" y="4541"/>
                      <a:pt x="2232" y="4395"/>
                    </a:cubicBezTo>
                    <a:lnTo>
                      <a:pt x="22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29"/>
              <p:cNvSpPr/>
              <p:nvPr/>
            </p:nvSpPr>
            <p:spPr>
              <a:xfrm>
                <a:off x="8074971" y="1291634"/>
                <a:ext cx="20188" cy="120975"/>
              </a:xfrm>
              <a:custGeom>
                <a:rect b="b" l="l" r="r" t="t"/>
                <a:pathLst>
                  <a:path extrusionOk="0" h="4656" w="777">
                    <a:moveTo>
                      <a:pt x="1" y="0"/>
                    </a:moveTo>
                    <a:lnTo>
                      <a:pt x="1" y="4656"/>
                    </a:lnTo>
                    <a:lnTo>
                      <a:pt x="516" y="4656"/>
                    </a:lnTo>
                    <a:cubicBezTo>
                      <a:pt x="659" y="4656"/>
                      <a:pt x="777" y="4541"/>
                      <a:pt x="777" y="4395"/>
                    </a:cubicBezTo>
                    <a:lnTo>
                      <a:pt x="7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29"/>
              <p:cNvSpPr/>
              <p:nvPr/>
            </p:nvSpPr>
            <p:spPr>
              <a:xfrm>
                <a:off x="8022720" y="1267808"/>
                <a:ext cx="86911" cy="28996"/>
              </a:xfrm>
              <a:custGeom>
                <a:rect b="b" l="l" r="r" t="t"/>
                <a:pathLst>
                  <a:path extrusionOk="0" h="1116" w="3345">
                    <a:moveTo>
                      <a:pt x="261" y="0"/>
                    </a:moveTo>
                    <a:cubicBezTo>
                      <a:pt x="118" y="0"/>
                      <a:pt x="0" y="118"/>
                      <a:pt x="0" y="262"/>
                    </a:cubicBezTo>
                    <a:lnTo>
                      <a:pt x="0" y="855"/>
                    </a:lnTo>
                    <a:cubicBezTo>
                      <a:pt x="0" y="998"/>
                      <a:pt x="118" y="1116"/>
                      <a:pt x="261" y="1116"/>
                    </a:cubicBezTo>
                    <a:lnTo>
                      <a:pt x="3083" y="1116"/>
                    </a:lnTo>
                    <a:cubicBezTo>
                      <a:pt x="3227" y="1116"/>
                      <a:pt x="3344" y="998"/>
                      <a:pt x="3344" y="855"/>
                    </a:cubicBezTo>
                    <a:lnTo>
                      <a:pt x="3344" y="262"/>
                    </a:lnTo>
                    <a:cubicBezTo>
                      <a:pt x="3344" y="118"/>
                      <a:pt x="3227" y="0"/>
                      <a:pt x="30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29"/>
              <p:cNvSpPr/>
              <p:nvPr/>
            </p:nvSpPr>
            <p:spPr>
              <a:xfrm>
                <a:off x="8082506" y="1267808"/>
                <a:ext cx="27126" cy="28996"/>
              </a:xfrm>
              <a:custGeom>
                <a:rect b="b" l="l" r="r" t="t"/>
                <a:pathLst>
                  <a:path extrusionOk="0" h="1116" w="1044">
                    <a:moveTo>
                      <a:pt x="1" y="0"/>
                    </a:moveTo>
                    <a:cubicBezTo>
                      <a:pt x="150" y="0"/>
                      <a:pt x="270" y="120"/>
                      <a:pt x="270" y="269"/>
                    </a:cubicBezTo>
                    <a:lnTo>
                      <a:pt x="270" y="847"/>
                    </a:lnTo>
                    <a:cubicBezTo>
                      <a:pt x="270" y="996"/>
                      <a:pt x="150" y="1116"/>
                      <a:pt x="1" y="1116"/>
                    </a:cubicBezTo>
                    <a:lnTo>
                      <a:pt x="774" y="1116"/>
                    </a:lnTo>
                    <a:cubicBezTo>
                      <a:pt x="923" y="1116"/>
                      <a:pt x="1043" y="996"/>
                      <a:pt x="1043" y="847"/>
                    </a:cubicBezTo>
                    <a:lnTo>
                      <a:pt x="1043" y="269"/>
                    </a:lnTo>
                    <a:cubicBezTo>
                      <a:pt x="1043" y="120"/>
                      <a:pt x="923"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29"/>
              <p:cNvSpPr/>
              <p:nvPr/>
            </p:nvSpPr>
            <p:spPr>
              <a:xfrm>
                <a:off x="7892366" y="1514019"/>
                <a:ext cx="72465" cy="28945"/>
              </a:xfrm>
              <a:custGeom>
                <a:rect b="b" l="l" r="r" t="t"/>
                <a:pathLst>
                  <a:path extrusionOk="0" h="1114" w="2789">
                    <a:moveTo>
                      <a:pt x="262" y="0"/>
                    </a:moveTo>
                    <a:cubicBezTo>
                      <a:pt x="118" y="0"/>
                      <a:pt x="1" y="115"/>
                      <a:pt x="1" y="262"/>
                    </a:cubicBezTo>
                    <a:lnTo>
                      <a:pt x="1" y="852"/>
                    </a:lnTo>
                    <a:cubicBezTo>
                      <a:pt x="1" y="998"/>
                      <a:pt x="118" y="1113"/>
                      <a:pt x="262" y="1113"/>
                    </a:cubicBezTo>
                    <a:lnTo>
                      <a:pt x="2527" y="1113"/>
                    </a:lnTo>
                    <a:cubicBezTo>
                      <a:pt x="2671" y="1113"/>
                      <a:pt x="2789" y="998"/>
                      <a:pt x="2789" y="852"/>
                    </a:cubicBezTo>
                    <a:lnTo>
                      <a:pt x="2789" y="262"/>
                    </a:lnTo>
                    <a:cubicBezTo>
                      <a:pt x="2789" y="115"/>
                      <a:pt x="2671" y="0"/>
                      <a:pt x="2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29"/>
              <p:cNvSpPr/>
              <p:nvPr/>
            </p:nvSpPr>
            <p:spPr>
              <a:xfrm>
                <a:off x="8234296" y="1224366"/>
                <a:ext cx="49107" cy="134485"/>
              </a:xfrm>
              <a:custGeom>
                <a:rect b="b" l="l" r="r" t="t"/>
                <a:pathLst>
                  <a:path extrusionOk="0" h="5176" w="1890">
                    <a:moveTo>
                      <a:pt x="1" y="0"/>
                    </a:moveTo>
                    <a:cubicBezTo>
                      <a:pt x="617" y="0"/>
                      <a:pt x="1116" y="499"/>
                      <a:pt x="1116" y="1116"/>
                    </a:cubicBezTo>
                    <a:lnTo>
                      <a:pt x="1116" y="4635"/>
                    </a:lnTo>
                    <a:cubicBezTo>
                      <a:pt x="1116" y="4896"/>
                      <a:pt x="936" y="5118"/>
                      <a:pt x="685" y="5176"/>
                    </a:cubicBezTo>
                    <a:lnTo>
                      <a:pt x="1406" y="5082"/>
                    </a:lnTo>
                    <a:cubicBezTo>
                      <a:pt x="1683" y="5045"/>
                      <a:pt x="1890" y="4807"/>
                      <a:pt x="1890" y="4528"/>
                    </a:cubicBezTo>
                    <a:lnTo>
                      <a:pt x="1890" y="1116"/>
                    </a:lnTo>
                    <a:cubicBezTo>
                      <a:pt x="1890" y="499"/>
                      <a:pt x="1391" y="0"/>
                      <a:pt x="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29"/>
              <p:cNvSpPr/>
              <p:nvPr/>
            </p:nvSpPr>
            <p:spPr>
              <a:xfrm>
                <a:off x="7937653" y="1514019"/>
                <a:ext cx="27178" cy="28945"/>
              </a:xfrm>
              <a:custGeom>
                <a:rect b="b" l="l" r="r" t="t"/>
                <a:pathLst>
                  <a:path extrusionOk="0" h="1114" w="1046">
                    <a:moveTo>
                      <a:pt x="1" y="0"/>
                    </a:moveTo>
                    <a:cubicBezTo>
                      <a:pt x="149" y="0"/>
                      <a:pt x="270" y="120"/>
                      <a:pt x="270" y="269"/>
                    </a:cubicBezTo>
                    <a:lnTo>
                      <a:pt x="270" y="844"/>
                    </a:lnTo>
                    <a:cubicBezTo>
                      <a:pt x="270" y="993"/>
                      <a:pt x="149" y="1113"/>
                      <a:pt x="1" y="1113"/>
                    </a:cubicBezTo>
                    <a:lnTo>
                      <a:pt x="776" y="1113"/>
                    </a:lnTo>
                    <a:cubicBezTo>
                      <a:pt x="925" y="1113"/>
                      <a:pt x="1046" y="993"/>
                      <a:pt x="1046" y="844"/>
                    </a:cubicBezTo>
                    <a:lnTo>
                      <a:pt x="1046" y="269"/>
                    </a:lnTo>
                    <a:cubicBezTo>
                      <a:pt x="1046" y="120"/>
                      <a:pt x="925" y="0"/>
                      <a:pt x="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29"/>
            <p:cNvGrpSpPr/>
            <p:nvPr/>
          </p:nvGrpSpPr>
          <p:grpSpPr>
            <a:xfrm>
              <a:off x="5418195" y="1291220"/>
              <a:ext cx="405561" cy="434453"/>
              <a:chOff x="7863395" y="2471370"/>
              <a:chExt cx="405561" cy="434453"/>
            </a:xfrm>
          </p:grpSpPr>
          <p:sp>
            <p:nvSpPr>
              <p:cNvPr id="12285" name="Google Shape;12285;p129"/>
              <p:cNvSpPr/>
              <p:nvPr/>
            </p:nvSpPr>
            <p:spPr>
              <a:xfrm>
                <a:off x="7979277" y="2471370"/>
                <a:ext cx="173797" cy="123755"/>
              </a:xfrm>
              <a:custGeom>
                <a:rect b="b" l="l" r="r" t="t"/>
                <a:pathLst>
                  <a:path extrusionOk="0" h="4763" w="6689">
                    <a:moveTo>
                      <a:pt x="2229" y="0"/>
                    </a:moveTo>
                    <a:cubicBezTo>
                      <a:pt x="998" y="0"/>
                      <a:pt x="0" y="998"/>
                      <a:pt x="0" y="2229"/>
                    </a:cubicBezTo>
                    <a:lnTo>
                      <a:pt x="0" y="4763"/>
                    </a:lnTo>
                    <a:lnTo>
                      <a:pt x="6688" y="4763"/>
                    </a:lnTo>
                    <a:lnTo>
                      <a:pt x="6688" y="2229"/>
                    </a:lnTo>
                    <a:cubicBezTo>
                      <a:pt x="6688" y="998"/>
                      <a:pt x="5690" y="0"/>
                      <a:pt x="44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29"/>
              <p:cNvSpPr/>
              <p:nvPr/>
            </p:nvSpPr>
            <p:spPr>
              <a:xfrm>
                <a:off x="8074971" y="2471370"/>
                <a:ext cx="78103" cy="115882"/>
              </a:xfrm>
              <a:custGeom>
                <a:rect b="b" l="l" r="r" t="t"/>
                <a:pathLst>
                  <a:path extrusionOk="0" h="4460" w="3006">
                    <a:moveTo>
                      <a:pt x="1" y="0"/>
                    </a:moveTo>
                    <a:cubicBezTo>
                      <a:pt x="1234" y="0"/>
                      <a:pt x="2232" y="998"/>
                      <a:pt x="2232" y="2229"/>
                    </a:cubicBezTo>
                    <a:lnTo>
                      <a:pt x="2232" y="4439"/>
                    </a:lnTo>
                    <a:cubicBezTo>
                      <a:pt x="2303" y="4452"/>
                      <a:pt x="2373" y="4460"/>
                      <a:pt x="2449" y="4460"/>
                    </a:cubicBezTo>
                    <a:lnTo>
                      <a:pt x="3005" y="4460"/>
                    </a:lnTo>
                    <a:lnTo>
                      <a:pt x="3005" y="2229"/>
                    </a:lnTo>
                    <a:cubicBezTo>
                      <a:pt x="3005" y="998"/>
                      <a:pt x="2007"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7" name="Google Shape;12287;p129"/>
              <p:cNvGrpSpPr/>
              <p:nvPr/>
            </p:nvGrpSpPr>
            <p:grpSpPr>
              <a:xfrm>
                <a:off x="7863395" y="2527284"/>
                <a:ext cx="405561" cy="378539"/>
                <a:chOff x="7863395" y="2527284"/>
                <a:chExt cx="405561" cy="378539"/>
              </a:xfrm>
            </p:grpSpPr>
            <p:sp>
              <p:nvSpPr>
                <p:cNvPr id="12288" name="Google Shape;12288;p129"/>
                <p:cNvSpPr/>
                <p:nvPr/>
              </p:nvSpPr>
              <p:spPr>
                <a:xfrm>
                  <a:off x="7921362" y="2746499"/>
                  <a:ext cx="289601" cy="159325"/>
                </a:xfrm>
                <a:custGeom>
                  <a:rect b="b" l="l" r="r" t="t"/>
                  <a:pathLst>
                    <a:path extrusionOk="0" h="6132" w="11146">
                      <a:moveTo>
                        <a:pt x="2240" y="0"/>
                      </a:moveTo>
                      <a:cubicBezTo>
                        <a:pt x="1006" y="0"/>
                        <a:pt x="0" y="998"/>
                        <a:pt x="0" y="2231"/>
                      </a:cubicBezTo>
                      <a:lnTo>
                        <a:pt x="0" y="3702"/>
                      </a:lnTo>
                      <a:lnTo>
                        <a:pt x="4149" y="6132"/>
                      </a:lnTo>
                      <a:lnTo>
                        <a:pt x="11146" y="6132"/>
                      </a:lnTo>
                      <a:lnTo>
                        <a:pt x="11146" y="2231"/>
                      </a:lnTo>
                      <a:cubicBezTo>
                        <a:pt x="11146" y="998"/>
                        <a:pt x="9879" y="0"/>
                        <a:pt x="8648" y="0"/>
                      </a:cubicBezTo>
                      <a:lnTo>
                        <a:pt x="8361" y="0"/>
                      </a:lnTo>
                      <a:lnTo>
                        <a:pt x="5573" y="721"/>
                      </a:lnTo>
                      <a:lnTo>
                        <a:pt x="27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29"/>
                <p:cNvSpPr/>
                <p:nvPr/>
              </p:nvSpPr>
              <p:spPr>
                <a:xfrm>
                  <a:off x="7993724" y="2746499"/>
                  <a:ext cx="144878" cy="72439"/>
                </a:xfrm>
                <a:custGeom>
                  <a:rect b="b" l="l" r="r" t="t"/>
                  <a:pathLst>
                    <a:path extrusionOk="0" h="2788" w="5576">
                      <a:moveTo>
                        <a:pt x="1" y="0"/>
                      </a:moveTo>
                      <a:cubicBezTo>
                        <a:pt x="1" y="1539"/>
                        <a:pt x="1249" y="2788"/>
                        <a:pt x="2788" y="2788"/>
                      </a:cubicBezTo>
                      <a:cubicBezTo>
                        <a:pt x="4327" y="2788"/>
                        <a:pt x="5576" y="1539"/>
                        <a:pt x="5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29"/>
                <p:cNvSpPr/>
                <p:nvPr/>
              </p:nvSpPr>
              <p:spPr>
                <a:xfrm>
                  <a:off x="8022720" y="2694897"/>
                  <a:ext cx="86911" cy="95070"/>
                </a:xfrm>
                <a:custGeom>
                  <a:rect b="b" l="l" r="r" t="t"/>
                  <a:pathLst>
                    <a:path extrusionOk="0" h="3659" w="3345">
                      <a:moveTo>
                        <a:pt x="0" y="0"/>
                      </a:moveTo>
                      <a:lnTo>
                        <a:pt x="0" y="1986"/>
                      </a:lnTo>
                      <a:cubicBezTo>
                        <a:pt x="0" y="2911"/>
                        <a:pt x="750" y="3658"/>
                        <a:pt x="1672" y="3658"/>
                      </a:cubicBezTo>
                      <a:cubicBezTo>
                        <a:pt x="2595" y="3658"/>
                        <a:pt x="3344" y="2911"/>
                        <a:pt x="3344" y="1986"/>
                      </a:cubicBezTo>
                      <a:lnTo>
                        <a:pt x="3344" y="3"/>
                      </a:lnTo>
                      <a:lnTo>
                        <a:pt x="0" y="0"/>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29"/>
                <p:cNvSpPr/>
                <p:nvPr/>
              </p:nvSpPr>
              <p:spPr>
                <a:xfrm>
                  <a:off x="7964805" y="2587226"/>
                  <a:ext cx="202715" cy="57941"/>
                </a:xfrm>
                <a:custGeom>
                  <a:rect b="b" l="l" r="r" t="t"/>
                  <a:pathLst>
                    <a:path extrusionOk="0" h="2230" w="7802">
                      <a:moveTo>
                        <a:pt x="557" y="1"/>
                      </a:moveTo>
                      <a:cubicBezTo>
                        <a:pt x="249" y="1"/>
                        <a:pt x="1" y="249"/>
                        <a:pt x="1" y="557"/>
                      </a:cubicBezTo>
                      <a:lnTo>
                        <a:pt x="1" y="1673"/>
                      </a:lnTo>
                      <a:cubicBezTo>
                        <a:pt x="1" y="1981"/>
                        <a:pt x="249" y="2229"/>
                        <a:pt x="557" y="2229"/>
                      </a:cubicBezTo>
                      <a:lnTo>
                        <a:pt x="7245" y="2229"/>
                      </a:lnTo>
                      <a:cubicBezTo>
                        <a:pt x="7554" y="2229"/>
                        <a:pt x="7802" y="1981"/>
                        <a:pt x="7802" y="1673"/>
                      </a:cubicBezTo>
                      <a:lnTo>
                        <a:pt x="7802" y="557"/>
                      </a:lnTo>
                      <a:cubicBezTo>
                        <a:pt x="7802" y="249"/>
                        <a:pt x="7554" y="1"/>
                        <a:pt x="7245"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29"/>
                <p:cNvSpPr/>
                <p:nvPr/>
              </p:nvSpPr>
              <p:spPr>
                <a:xfrm>
                  <a:off x="8132964" y="2587226"/>
                  <a:ext cx="34557" cy="57941"/>
                </a:xfrm>
                <a:custGeom>
                  <a:rect b="b" l="l" r="r" t="t"/>
                  <a:pathLst>
                    <a:path extrusionOk="0" h="2230" w="1330">
                      <a:moveTo>
                        <a:pt x="0" y="1"/>
                      </a:moveTo>
                      <a:cubicBezTo>
                        <a:pt x="306" y="1"/>
                        <a:pt x="557" y="249"/>
                        <a:pt x="557" y="557"/>
                      </a:cubicBezTo>
                      <a:lnTo>
                        <a:pt x="557" y="1673"/>
                      </a:lnTo>
                      <a:cubicBezTo>
                        <a:pt x="557" y="1981"/>
                        <a:pt x="306" y="2229"/>
                        <a:pt x="0" y="2229"/>
                      </a:cubicBezTo>
                      <a:lnTo>
                        <a:pt x="773" y="2229"/>
                      </a:lnTo>
                      <a:cubicBezTo>
                        <a:pt x="1082" y="2229"/>
                        <a:pt x="1330" y="1981"/>
                        <a:pt x="1330" y="1673"/>
                      </a:cubicBezTo>
                      <a:lnTo>
                        <a:pt x="1330" y="557"/>
                      </a:lnTo>
                      <a:cubicBezTo>
                        <a:pt x="1330" y="249"/>
                        <a:pt x="1082" y="1"/>
                        <a:pt x="773" y="1"/>
                      </a:cubicBezTo>
                      <a:close/>
                    </a:path>
                  </a:pathLst>
                </a:custGeom>
                <a:solidFill>
                  <a:srgbClr val="FFA2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29"/>
                <p:cNvSpPr/>
                <p:nvPr/>
              </p:nvSpPr>
              <p:spPr>
                <a:xfrm>
                  <a:off x="7993724" y="2549291"/>
                  <a:ext cx="144878" cy="168315"/>
                </a:xfrm>
                <a:custGeom>
                  <a:rect b="b" l="l" r="r" t="t"/>
                  <a:pathLst>
                    <a:path extrusionOk="0" h="6478" w="5576">
                      <a:moveTo>
                        <a:pt x="2788" y="0"/>
                      </a:moveTo>
                      <a:lnTo>
                        <a:pt x="1" y="306"/>
                      </a:lnTo>
                      <a:lnTo>
                        <a:pt x="1" y="2043"/>
                      </a:lnTo>
                      <a:lnTo>
                        <a:pt x="165" y="2297"/>
                      </a:lnTo>
                      <a:lnTo>
                        <a:pt x="1" y="2574"/>
                      </a:lnTo>
                      <a:lnTo>
                        <a:pt x="1" y="3689"/>
                      </a:lnTo>
                      <a:cubicBezTo>
                        <a:pt x="1" y="5228"/>
                        <a:pt x="1249" y="6477"/>
                        <a:pt x="2788" y="6477"/>
                      </a:cubicBezTo>
                      <a:cubicBezTo>
                        <a:pt x="4327" y="6477"/>
                        <a:pt x="5576" y="5228"/>
                        <a:pt x="5576" y="3689"/>
                      </a:cubicBezTo>
                      <a:lnTo>
                        <a:pt x="5576" y="2574"/>
                      </a:lnTo>
                      <a:lnTo>
                        <a:pt x="5411" y="2297"/>
                      </a:lnTo>
                      <a:lnTo>
                        <a:pt x="5576" y="2017"/>
                      </a:lnTo>
                      <a:lnTo>
                        <a:pt x="5576" y="306"/>
                      </a:lnTo>
                      <a:lnTo>
                        <a:pt x="2788" y="0"/>
                      </a:ln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29"/>
                <p:cNvSpPr/>
                <p:nvPr/>
              </p:nvSpPr>
              <p:spPr>
                <a:xfrm>
                  <a:off x="8046130" y="2645816"/>
                  <a:ext cx="40065" cy="20396"/>
                </a:xfrm>
                <a:custGeom>
                  <a:rect b="b" l="l" r="r" t="t"/>
                  <a:pathLst>
                    <a:path extrusionOk="0" h="785" w="1542">
                      <a:moveTo>
                        <a:pt x="289" y="0"/>
                      </a:moveTo>
                      <a:cubicBezTo>
                        <a:pt x="246" y="0"/>
                        <a:pt x="202" y="11"/>
                        <a:pt x="162" y="35"/>
                      </a:cubicBezTo>
                      <a:cubicBezTo>
                        <a:pt x="42" y="105"/>
                        <a:pt x="1" y="259"/>
                        <a:pt x="71" y="379"/>
                      </a:cubicBezTo>
                      <a:cubicBezTo>
                        <a:pt x="215" y="630"/>
                        <a:pt x="484" y="784"/>
                        <a:pt x="771" y="784"/>
                      </a:cubicBezTo>
                      <a:cubicBezTo>
                        <a:pt x="1059" y="784"/>
                        <a:pt x="1328" y="630"/>
                        <a:pt x="1471" y="379"/>
                      </a:cubicBezTo>
                      <a:cubicBezTo>
                        <a:pt x="1542" y="259"/>
                        <a:pt x="1500" y="105"/>
                        <a:pt x="1380" y="35"/>
                      </a:cubicBezTo>
                      <a:cubicBezTo>
                        <a:pt x="1340" y="11"/>
                        <a:pt x="1297" y="0"/>
                        <a:pt x="1254" y="0"/>
                      </a:cubicBezTo>
                      <a:cubicBezTo>
                        <a:pt x="1167" y="0"/>
                        <a:pt x="1082" y="45"/>
                        <a:pt x="1035" y="126"/>
                      </a:cubicBezTo>
                      <a:cubicBezTo>
                        <a:pt x="980" y="220"/>
                        <a:pt x="878" y="280"/>
                        <a:pt x="771" y="280"/>
                      </a:cubicBezTo>
                      <a:cubicBezTo>
                        <a:pt x="664" y="280"/>
                        <a:pt x="562" y="220"/>
                        <a:pt x="507" y="126"/>
                      </a:cubicBezTo>
                      <a:cubicBezTo>
                        <a:pt x="460" y="45"/>
                        <a:pt x="375" y="0"/>
                        <a:pt x="2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29"/>
                <p:cNvSpPr/>
                <p:nvPr/>
              </p:nvSpPr>
              <p:spPr>
                <a:xfrm>
                  <a:off x="8045117" y="2602374"/>
                  <a:ext cx="42118" cy="13121"/>
                </a:xfrm>
                <a:custGeom>
                  <a:rect b="b" l="l" r="r" t="t"/>
                  <a:pathLst>
                    <a:path extrusionOk="0" h="505" w="1621">
                      <a:moveTo>
                        <a:pt x="254" y="0"/>
                      </a:moveTo>
                      <a:cubicBezTo>
                        <a:pt x="113" y="0"/>
                        <a:pt x="0" y="113"/>
                        <a:pt x="0" y="254"/>
                      </a:cubicBezTo>
                      <a:cubicBezTo>
                        <a:pt x="0" y="392"/>
                        <a:pt x="113" y="505"/>
                        <a:pt x="254" y="505"/>
                      </a:cubicBezTo>
                      <a:lnTo>
                        <a:pt x="1367" y="505"/>
                      </a:lnTo>
                      <a:cubicBezTo>
                        <a:pt x="1508" y="505"/>
                        <a:pt x="1620" y="392"/>
                        <a:pt x="1620" y="254"/>
                      </a:cubicBezTo>
                      <a:cubicBezTo>
                        <a:pt x="1620" y="113"/>
                        <a:pt x="1508"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29"/>
                <p:cNvSpPr/>
                <p:nvPr/>
              </p:nvSpPr>
              <p:spPr>
                <a:xfrm>
                  <a:off x="7990138" y="2527284"/>
                  <a:ext cx="152543" cy="59968"/>
                </a:xfrm>
                <a:custGeom>
                  <a:rect b="b" l="l" r="r" t="t"/>
                  <a:pathLst>
                    <a:path extrusionOk="0" h="2308" w="5871">
                      <a:moveTo>
                        <a:pt x="0" y="1"/>
                      </a:moveTo>
                      <a:lnTo>
                        <a:pt x="0" y="2308"/>
                      </a:lnTo>
                      <a:lnTo>
                        <a:pt x="139" y="2308"/>
                      </a:lnTo>
                      <a:cubicBezTo>
                        <a:pt x="755" y="2308"/>
                        <a:pt x="1254" y="1809"/>
                        <a:pt x="1254" y="1192"/>
                      </a:cubicBezTo>
                      <a:lnTo>
                        <a:pt x="4598" y="1192"/>
                      </a:lnTo>
                      <a:cubicBezTo>
                        <a:pt x="4598" y="1809"/>
                        <a:pt x="5097" y="2308"/>
                        <a:pt x="5714" y="2308"/>
                      </a:cubicBezTo>
                      <a:lnTo>
                        <a:pt x="5871" y="2308"/>
                      </a:lnTo>
                      <a:lnTo>
                        <a:pt x="58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29"/>
                <p:cNvSpPr/>
                <p:nvPr/>
              </p:nvSpPr>
              <p:spPr>
                <a:xfrm>
                  <a:off x="7871476" y="2835411"/>
                  <a:ext cx="157714" cy="59708"/>
                </a:xfrm>
                <a:custGeom>
                  <a:rect b="b" l="l" r="r" t="t"/>
                  <a:pathLst>
                    <a:path extrusionOk="0" h="2298" w="6070">
                      <a:moveTo>
                        <a:pt x="311" y="1"/>
                      </a:moveTo>
                      <a:cubicBezTo>
                        <a:pt x="144" y="1"/>
                        <a:pt x="0" y="122"/>
                        <a:pt x="0" y="280"/>
                      </a:cubicBezTo>
                      <a:lnTo>
                        <a:pt x="0" y="1038"/>
                      </a:lnTo>
                      <a:lnTo>
                        <a:pt x="3033" y="2297"/>
                      </a:lnTo>
                      <a:lnTo>
                        <a:pt x="6069" y="1038"/>
                      </a:lnTo>
                      <a:lnTo>
                        <a:pt x="6069" y="280"/>
                      </a:lnTo>
                      <a:cubicBezTo>
                        <a:pt x="6069" y="122"/>
                        <a:pt x="5923" y="1"/>
                        <a:pt x="5757" y="1"/>
                      </a:cubicBezTo>
                      <a:cubicBezTo>
                        <a:pt x="5734" y="1"/>
                        <a:pt x="5709" y="3"/>
                        <a:pt x="5685" y="8"/>
                      </a:cubicBezTo>
                      <a:lnTo>
                        <a:pt x="3109" y="463"/>
                      </a:lnTo>
                      <a:cubicBezTo>
                        <a:pt x="3084" y="468"/>
                        <a:pt x="3059" y="471"/>
                        <a:pt x="3034" y="471"/>
                      </a:cubicBezTo>
                      <a:cubicBezTo>
                        <a:pt x="3009" y="471"/>
                        <a:pt x="2984" y="468"/>
                        <a:pt x="2960" y="463"/>
                      </a:cubicBezTo>
                      <a:lnTo>
                        <a:pt x="384" y="8"/>
                      </a:lnTo>
                      <a:cubicBezTo>
                        <a:pt x="360" y="3"/>
                        <a:pt x="335" y="1"/>
                        <a:pt x="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29"/>
                <p:cNvSpPr/>
                <p:nvPr/>
              </p:nvSpPr>
              <p:spPr>
                <a:xfrm>
                  <a:off x="8007027" y="2835411"/>
                  <a:ext cx="22163" cy="35336"/>
                </a:xfrm>
                <a:custGeom>
                  <a:rect b="b" l="l" r="r" t="t"/>
                  <a:pathLst>
                    <a:path extrusionOk="0" h="1360" w="853">
                      <a:moveTo>
                        <a:pt x="540" y="1"/>
                      </a:moveTo>
                      <a:cubicBezTo>
                        <a:pt x="517" y="1"/>
                        <a:pt x="492" y="3"/>
                        <a:pt x="468" y="8"/>
                      </a:cubicBezTo>
                      <a:lnTo>
                        <a:pt x="1" y="92"/>
                      </a:lnTo>
                      <a:cubicBezTo>
                        <a:pt x="50" y="142"/>
                        <a:pt x="82" y="207"/>
                        <a:pt x="82" y="280"/>
                      </a:cubicBezTo>
                      <a:lnTo>
                        <a:pt x="82" y="1359"/>
                      </a:lnTo>
                      <a:lnTo>
                        <a:pt x="852" y="1038"/>
                      </a:lnTo>
                      <a:lnTo>
                        <a:pt x="852" y="280"/>
                      </a:lnTo>
                      <a:cubicBezTo>
                        <a:pt x="852" y="122"/>
                        <a:pt x="706" y="1"/>
                        <a:pt x="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29"/>
                <p:cNvSpPr/>
                <p:nvPr/>
              </p:nvSpPr>
              <p:spPr>
                <a:xfrm>
                  <a:off x="7863395" y="2862562"/>
                  <a:ext cx="173797" cy="43261"/>
                </a:xfrm>
                <a:custGeom>
                  <a:rect b="b" l="l" r="r" t="t"/>
                  <a:pathLst>
                    <a:path extrusionOk="0" h="1665" w="6689">
                      <a:moveTo>
                        <a:pt x="314" y="1"/>
                      </a:moveTo>
                      <a:cubicBezTo>
                        <a:pt x="146" y="1"/>
                        <a:pt x="0" y="123"/>
                        <a:pt x="0" y="280"/>
                      </a:cubicBezTo>
                      <a:lnTo>
                        <a:pt x="0" y="1385"/>
                      </a:lnTo>
                      <a:cubicBezTo>
                        <a:pt x="0" y="1540"/>
                        <a:pt x="139" y="1665"/>
                        <a:pt x="311" y="1665"/>
                      </a:cubicBezTo>
                      <a:lnTo>
                        <a:pt x="6380" y="1665"/>
                      </a:lnTo>
                      <a:cubicBezTo>
                        <a:pt x="6550" y="1665"/>
                        <a:pt x="6689" y="1540"/>
                        <a:pt x="6689" y="1385"/>
                      </a:cubicBezTo>
                      <a:lnTo>
                        <a:pt x="6689" y="280"/>
                      </a:lnTo>
                      <a:cubicBezTo>
                        <a:pt x="6689" y="123"/>
                        <a:pt x="6545" y="1"/>
                        <a:pt x="6377" y="1"/>
                      </a:cubicBezTo>
                      <a:cubicBezTo>
                        <a:pt x="6353" y="1"/>
                        <a:pt x="6329" y="3"/>
                        <a:pt x="6305" y="9"/>
                      </a:cubicBezTo>
                      <a:lnTo>
                        <a:pt x="3420" y="534"/>
                      </a:lnTo>
                      <a:cubicBezTo>
                        <a:pt x="3395" y="539"/>
                        <a:pt x="3370" y="541"/>
                        <a:pt x="3345" y="541"/>
                      </a:cubicBezTo>
                      <a:cubicBezTo>
                        <a:pt x="3320" y="541"/>
                        <a:pt x="3295" y="539"/>
                        <a:pt x="3271" y="534"/>
                      </a:cubicBezTo>
                      <a:lnTo>
                        <a:pt x="387" y="9"/>
                      </a:lnTo>
                      <a:cubicBezTo>
                        <a:pt x="362" y="3"/>
                        <a:pt x="338" y="1"/>
                        <a:pt x="3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29"/>
                <p:cNvSpPr/>
                <p:nvPr/>
              </p:nvSpPr>
              <p:spPr>
                <a:xfrm>
                  <a:off x="8009131" y="2862562"/>
                  <a:ext cx="28061" cy="43261"/>
                </a:xfrm>
                <a:custGeom>
                  <a:rect b="b" l="l" r="r" t="t"/>
                  <a:pathLst>
                    <a:path extrusionOk="0" h="1665" w="1080">
                      <a:moveTo>
                        <a:pt x="768" y="1"/>
                      </a:moveTo>
                      <a:cubicBezTo>
                        <a:pt x="744" y="1"/>
                        <a:pt x="720" y="3"/>
                        <a:pt x="696" y="9"/>
                      </a:cubicBezTo>
                      <a:lnTo>
                        <a:pt x="231" y="95"/>
                      </a:lnTo>
                      <a:cubicBezTo>
                        <a:pt x="280" y="144"/>
                        <a:pt x="309" y="207"/>
                        <a:pt x="309" y="280"/>
                      </a:cubicBezTo>
                      <a:lnTo>
                        <a:pt x="309" y="1385"/>
                      </a:lnTo>
                      <a:cubicBezTo>
                        <a:pt x="309" y="1540"/>
                        <a:pt x="170" y="1665"/>
                        <a:pt x="1" y="1665"/>
                      </a:cubicBezTo>
                      <a:lnTo>
                        <a:pt x="771" y="1665"/>
                      </a:lnTo>
                      <a:cubicBezTo>
                        <a:pt x="941" y="1665"/>
                        <a:pt x="1080" y="1540"/>
                        <a:pt x="1080" y="1385"/>
                      </a:cubicBezTo>
                      <a:lnTo>
                        <a:pt x="1080" y="280"/>
                      </a:lnTo>
                      <a:cubicBezTo>
                        <a:pt x="1080" y="123"/>
                        <a:pt x="936" y="1"/>
                        <a:pt x="7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29"/>
                <p:cNvSpPr/>
                <p:nvPr/>
              </p:nvSpPr>
              <p:spPr>
                <a:xfrm>
                  <a:off x="7943759" y="2846609"/>
                  <a:ext cx="13121" cy="48509"/>
                </a:xfrm>
                <a:custGeom>
                  <a:rect b="b" l="l" r="r" t="t"/>
                  <a:pathLst>
                    <a:path extrusionOk="0" h="1867" w="505">
                      <a:moveTo>
                        <a:pt x="1" y="1"/>
                      </a:moveTo>
                      <a:lnTo>
                        <a:pt x="1" y="1762"/>
                      </a:lnTo>
                      <a:lnTo>
                        <a:pt x="251" y="1866"/>
                      </a:lnTo>
                      <a:lnTo>
                        <a:pt x="505" y="1762"/>
                      </a:lnTo>
                      <a:lnTo>
                        <a:pt x="505" y="1"/>
                      </a:lnTo>
                      <a:lnTo>
                        <a:pt x="327" y="32"/>
                      </a:lnTo>
                      <a:cubicBezTo>
                        <a:pt x="302" y="37"/>
                        <a:pt x="277" y="40"/>
                        <a:pt x="252" y="40"/>
                      </a:cubicBezTo>
                      <a:cubicBezTo>
                        <a:pt x="227" y="40"/>
                        <a:pt x="202" y="37"/>
                        <a:pt x="178" y="32"/>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29"/>
                <p:cNvSpPr/>
                <p:nvPr/>
              </p:nvSpPr>
              <p:spPr>
                <a:xfrm>
                  <a:off x="7943759" y="2875606"/>
                  <a:ext cx="13121" cy="30218"/>
                </a:xfrm>
                <a:custGeom>
                  <a:rect b="b" l="l" r="r" t="t"/>
                  <a:pathLst>
                    <a:path extrusionOk="0" h="1163" w="505">
                      <a:moveTo>
                        <a:pt x="1" y="0"/>
                      </a:moveTo>
                      <a:lnTo>
                        <a:pt x="1" y="1163"/>
                      </a:lnTo>
                      <a:lnTo>
                        <a:pt x="505" y="1163"/>
                      </a:lnTo>
                      <a:lnTo>
                        <a:pt x="505" y="0"/>
                      </a:lnTo>
                      <a:lnTo>
                        <a:pt x="327" y="32"/>
                      </a:lnTo>
                      <a:cubicBezTo>
                        <a:pt x="302" y="37"/>
                        <a:pt x="277" y="39"/>
                        <a:pt x="252" y="39"/>
                      </a:cubicBezTo>
                      <a:cubicBezTo>
                        <a:pt x="227" y="39"/>
                        <a:pt x="202" y="37"/>
                        <a:pt x="178" y="32"/>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29"/>
                <p:cNvSpPr/>
                <p:nvPr/>
              </p:nvSpPr>
              <p:spPr>
                <a:xfrm>
                  <a:off x="8204442" y="2595176"/>
                  <a:ext cx="13121" cy="128925"/>
                </a:xfrm>
                <a:custGeom>
                  <a:rect b="b" l="l" r="r" t="t"/>
                  <a:pathLst>
                    <a:path extrusionOk="0" h="4962" w="505">
                      <a:moveTo>
                        <a:pt x="251" y="1"/>
                      </a:moveTo>
                      <a:cubicBezTo>
                        <a:pt x="113" y="1"/>
                        <a:pt x="0" y="113"/>
                        <a:pt x="0" y="251"/>
                      </a:cubicBezTo>
                      <a:lnTo>
                        <a:pt x="0" y="4711"/>
                      </a:lnTo>
                      <a:cubicBezTo>
                        <a:pt x="0" y="4850"/>
                        <a:pt x="113" y="4962"/>
                        <a:pt x="251" y="4962"/>
                      </a:cubicBezTo>
                      <a:cubicBezTo>
                        <a:pt x="392" y="4962"/>
                        <a:pt x="504" y="4850"/>
                        <a:pt x="504" y="4711"/>
                      </a:cubicBezTo>
                      <a:lnTo>
                        <a:pt x="504" y="251"/>
                      </a:lnTo>
                      <a:cubicBezTo>
                        <a:pt x="504" y="113"/>
                        <a:pt x="392" y="1"/>
                        <a:pt x="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29"/>
                <p:cNvSpPr/>
                <p:nvPr/>
              </p:nvSpPr>
              <p:spPr>
                <a:xfrm>
                  <a:off x="8174770" y="2773027"/>
                  <a:ext cx="54329" cy="60383"/>
                </a:xfrm>
                <a:custGeom>
                  <a:rect b="b" l="l" r="r" t="t"/>
                  <a:pathLst>
                    <a:path extrusionOk="0" h="2324" w="2091">
                      <a:moveTo>
                        <a:pt x="0" y="1"/>
                      </a:moveTo>
                      <a:lnTo>
                        <a:pt x="0" y="1487"/>
                      </a:lnTo>
                      <a:cubicBezTo>
                        <a:pt x="0" y="1950"/>
                        <a:pt x="374" y="2323"/>
                        <a:pt x="837" y="2323"/>
                      </a:cubicBezTo>
                      <a:lnTo>
                        <a:pt x="1688" y="2323"/>
                      </a:lnTo>
                      <a:lnTo>
                        <a:pt x="2091" y="1"/>
                      </a:ln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29"/>
                <p:cNvSpPr/>
                <p:nvPr/>
              </p:nvSpPr>
              <p:spPr>
                <a:xfrm>
                  <a:off x="8167495" y="2717580"/>
                  <a:ext cx="39753" cy="72387"/>
                </a:xfrm>
                <a:custGeom>
                  <a:rect b="b" l="l" r="r" t="t"/>
                  <a:pathLst>
                    <a:path extrusionOk="0" h="2786" w="1530">
                      <a:moveTo>
                        <a:pt x="837" y="0"/>
                      </a:moveTo>
                      <a:cubicBezTo>
                        <a:pt x="377" y="0"/>
                        <a:pt x="1" y="374"/>
                        <a:pt x="1" y="836"/>
                      </a:cubicBezTo>
                      <a:lnTo>
                        <a:pt x="1" y="1949"/>
                      </a:lnTo>
                      <a:cubicBezTo>
                        <a:pt x="1" y="2412"/>
                        <a:pt x="377" y="2785"/>
                        <a:pt x="837" y="2785"/>
                      </a:cubicBezTo>
                      <a:cubicBezTo>
                        <a:pt x="936" y="2785"/>
                        <a:pt x="1030" y="2769"/>
                        <a:pt x="1119" y="2738"/>
                      </a:cubicBezTo>
                      <a:lnTo>
                        <a:pt x="1529" y="2709"/>
                      </a:lnTo>
                      <a:lnTo>
                        <a:pt x="1529" y="141"/>
                      </a:lnTo>
                      <a:lnTo>
                        <a:pt x="1302" y="141"/>
                      </a:lnTo>
                      <a:cubicBezTo>
                        <a:pt x="1171" y="52"/>
                        <a:pt x="1009" y="0"/>
                        <a:pt x="837" y="0"/>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29"/>
                <p:cNvSpPr/>
                <p:nvPr/>
              </p:nvSpPr>
              <p:spPr>
                <a:xfrm>
                  <a:off x="8196361" y="2717580"/>
                  <a:ext cx="72595" cy="115830"/>
                </a:xfrm>
                <a:custGeom>
                  <a:rect b="b" l="l" r="r" t="t"/>
                  <a:pathLst>
                    <a:path extrusionOk="0" h="4458" w="2794">
                      <a:moveTo>
                        <a:pt x="578" y="0"/>
                      </a:moveTo>
                      <a:cubicBezTo>
                        <a:pt x="277" y="0"/>
                        <a:pt x="11" y="246"/>
                        <a:pt x="6" y="546"/>
                      </a:cubicBezTo>
                      <a:cubicBezTo>
                        <a:pt x="0" y="794"/>
                        <a:pt x="157" y="1006"/>
                        <a:pt x="377" y="1082"/>
                      </a:cubicBezTo>
                      <a:cubicBezTo>
                        <a:pt x="408" y="1092"/>
                        <a:pt x="408" y="1134"/>
                        <a:pt x="377" y="1147"/>
                      </a:cubicBezTo>
                      <a:cubicBezTo>
                        <a:pt x="160" y="1223"/>
                        <a:pt x="6" y="1429"/>
                        <a:pt x="6" y="1672"/>
                      </a:cubicBezTo>
                      <a:cubicBezTo>
                        <a:pt x="6" y="1915"/>
                        <a:pt x="160" y="2122"/>
                        <a:pt x="377" y="2197"/>
                      </a:cubicBezTo>
                      <a:cubicBezTo>
                        <a:pt x="408" y="2208"/>
                        <a:pt x="408" y="2250"/>
                        <a:pt x="377" y="2260"/>
                      </a:cubicBezTo>
                      <a:cubicBezTo>
                        <a:pt x="157" y="2338"/>
                        <a:pt x="0" y="2550"/>
                        <a:pt x="6" y="2796"/>
                      </a:cubicBezTo>
                      <a:cubicBezTo>
                        <a:pt x="11" y="3104"/>
                        <a:pt x="272" y="3344"/>
                        <a:pt x="578" y="3344"/>
                      </a:cubicBezTo>
                      <a:lnTo>
                        <a:pt x="580" y="3344"/>
                      </a:lnTo>
                      <a:cubicBezTo>
                        <a:pt x="599" y="3344"/>
                        <a:pt x="612" y="3357"/>
                        <a:pt x="612" y="3376"/>
                      </a:cubicBezTo>
                      <a:cubicBezTo>
                        <a:pt x="612" y="3386"/>
                        <a:pt x="604" y="3397"/>
                        <a:pt x="593" y="3402"/>
                      </a:cubicBezTo>
                      <a:cubicBezTo>
                        <a:pt x="403" y="3498"/>
                        <a:pt x="272" y="3700"/>
                        <a:pt x="285" y="3932"/>
                      </a:cubicBezTo>
                      <a:cubicBezTo>
                        <a:pt x="301" y="4230"/>
                        <a:pt x="557" y="4457"/>
                        <a:pt x="857" y="4457"/>
                      </a:cubicBezTo>
                      <a:lnTo>
                        <a:pt x="1678" y="4457"/>
                      </a:lnTo>
                      <a:cubicBezTo>
                        <a:pt x="2294" y="4457"/>
                        <a:pt x="2793" y="3958"/>
                        <a:pt x="2793" y="3344"/>
                      </a:cubicBezTo>
                      <a:lnTo>
                        <a:pt x="2793" y="1113"/>
                      </a:lnTo>
                      <a:cubicBezTo>
                        <a:pt x="2793" y="499"/>
                        <a:pt x="2294" y="0"/>
                        <a:pt x="1678" y="0"/>
                      </a:cubicBezTo>
                      <a:close/>
                    </a:path>
                  </a:pathLst>
                </a:custGeom>
                <a:solidFill>
                  <a:srgbClr val="FF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29"/>
                <p:cNvSpPr/>
                <p:nvPr/>
              </p:nvSpPr>
              <p:spPr>
                <a:xfrm>
                  <a:off x="8196361" y="2717580"/>
                  <a:ext cx="72595" cy="115830"/>
                </a:xfrm>
                <a:custGeom>
                  <a:rect b="b" l="l" r="r" t="t"/>
                  <a:pathLst>
                    <a:path extrusionOk="0" h="4458" w="2794">
                      <a:moveTo>
                        <a:pt x="578" y="0"/>
                      </a:moveTo>
                      <a:cubicBezTo>
                        <a:pt x="277" y="0"/>
                        <a:pt x="11" y="246"/>
                        <a:pt x="6" y="546"/>
                      </a:cubicBezTo>
                      <a:cubicBezTo>
                        <a:pt x="0" y="794"/>
                        <a:pt x="157" y="1006"/>
                        <a:pt x="377" y="1082"/>
                      </a:cubicBezTo>
                      <a:cubicBezTo>
                        <a:pt x="408" y="1092"/>
                        <a:pt x="408" y="1134"/>
                        <a:pt x="377" y="1147"/>
                      </a:cubicBezTo>
                      <a:cubicBezTo>
                        <a:pt x="160" y="1223"/>
                        <a:pt x="6" y="1429"/>
                        <a:pt x="6" y="1672"/>
                      </a:cubicBezTo>
                      <a:cubicBezTo>
                        <a:pt x="6" y="1915"/>
                        <a:pt x="160" y="2122"/>
                        <a:pt x="377" y="2197"/>
                      </a:cubicBezTo>
                      <a:cubicBezTo>
                        <a:pt x="408" y="2208"/>
                        <a:pt x="408" y="2250"/>
                        <a:pt x="377" y="2260"/>
                      </a:cubicBezTo>
                      <a:cubicBezTo>
                        <a:pt x="157" y="2338"/>
                        <a:pt x="0" y="2550"/>
                        <a:pt x="6" y="2796"/>
                      </a:cubicBezTo>
                      <a:cubicBezTo>
                        <a:pt x="11" y="3104"/>
                        <a:pt x="272" y="3344"/>
                        <a:pt x="578" y="3344"/>
                      </a:cubicBezTo>
                      <a:lnTo>
                        <a:pt x="580" y="3344"/>
                      </a:lnTo>
                      <a:cubicBezTo>
                        <a:pt x="599" y="3344"/>
                        <a:pt x="612" y="3357"/>
                        <a:pt x="612" y="3376"/>
                      </a:cubicBezTo>
                      <a:cubicBezTo>
                        <a:pt x="612" y="3386"/>
                        <a:pt x="604" y="3397"/>
                        <a:pt x="593" y="3402"/>
                      </a:cubicBezTo>
                      <a:cubicBezTo>
                        <a:pt x="403" y="3498"/>
                        <a:pt x="272" y="3700"/>
                        <a:pt x="285" y="3932"/>
                      </a:cubicBezTo>
                      <a:cubicBezTo>
                        <a:pt x="301" y="4230"/>
                        <a:pt x="557" y="4457"/>
                        <a:pt x="857" y="4457"/>
                      </a:cubicBezTo>
                      <a:lnTo>
                        <a:pt x="1678" y="4457"/>
                      </a:lnTo>
                      <a:cubicBezTo>
                        <a:pt x="2294" y="4457"/>
                        <a:pt x="2793" y="3958"/>
                        <a:pt x="2793" y="3344"/>
                      </a:cubicBezTo>
                      <a:lnTo>
                        <a:pt x="2793" y="1113"/>
                      </a:lnTo>
                      <a:cubicBezTo>
                        <a:pt x="2793" y="499"/>
                        <a:pt x="2294" y="0"/>
                        <a:pt x="1678" y="0"/>
                      </a:cubicBezTo>
                      <a:close/>
                    </a:path>
                  </a:pathLst>
                </a:custGeom>
                <a:solidFill>
                  <a:srgbClr val="FFD9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29"/>
                <p:cNvSpPr/>
                <p:nvPr/>
              </p:nvSpPr>
              <p:spPr>
                <a:xfrm>
                  <a:off x="8219849" y="2717580"/>
                  <a:ext cx="49107" cy="115830"/>
                </a:xfrm>
                <a:custGeom>
                  <a:rect b="b" l="l" r="r" t="t"/>
                  <a:pathLst>
                    <a:path extrusionOk="0" h="4458" w="1890">
                      <a:moveTo>
                        <a:pt x="0" y="0"/>
                      </a:moveTo>
                      <a:cubicBezTo>
                        <a:pt x="614" y="0"/>
                        <a:pt x="1113" y="499"/>
                        <a:pt x="1113" y="1113"/>
                      </a:cubicBezTo>
                      <a:lnTo>
                        <a:pt x="1113" y="3344"/>
                      </a:lnTo>
                      <a:cubicBezTo>
                        <a:pt x="1113" y="3958"/>
                        <a:pt x="614" y="4457"/>
                        <a:pt x="0" y="4457"/>
                      </a:cubicBezTo>
                      <a:lnTo>
                        <a:pt x="774" y="4457"/>
                      </a:lnTo>
                      <a:cubicBezTo>
                        <a:pt x="1390" y="4457"/>
                        <a:pt x="1889" y="3958"/>
                        <a:pt x="1889" y="3344"/>
                      </a:cubicBezTo>
                      <a:lnTo>
                        <a:pt x="1889" y="1113"/>
                      </a:lnTo>
                      <a:cubicBezTo>
                        <a:pt x="1889" y="499"/>
                        <a:pt x="1390" y="0"/>
                        <a:pt x="774"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29"/>
                <p:cNvSpPr/>
                <p:nvPr/>
              </p:nvSpPr>
              <p:spPr>
                <a:xfrm>
                  <a:off x="8182045" y="2833384"/>
                  <a:ext cx="72387" cy="72439"/>
                </a:xfrm>
                <a:custGeom>
                  <a:rect b="b" l="l" r="r" t="t"/>
                  <a:pathLst>
                    <a:path extrusionOk="0" h="2788" w="2786">
                      <a:moveTo>
                        <a:pt x="261" y="0"/>
                      </a:moveTo>
                      <a:cubicBezTo>
                        <a:pt x="115" y="0"/>
                        <a:pt x="0" y="118"/>
                        <a:pt x="0" y="262"/>
                      </a:cubicBezTo>
                      <a:lnTo>
                        <a:pt x="0" y="862"/>
                      </a:lnTo>
                      <a:lnTo>
                        <a:pt x="162" y="1116"/>
                      </a:lnTo>
                      <a:lnTo>
                        <a:pt x="0" y="1369"/>
                      </a:lnTo>
                      <a:lnTo>
                        <a:pt x="0" y="2265"/>
                      </a:lnTo>
                      <a:cubicBezTo>
                        <a:pt x="0" y="2553"/>
                        <a:pt x="233" y="2788"/>
                        <a:pt x="523" y="2788"/>
                      </a:cubicBezTo>
                      <a:lnTo>
                        <a:pt x="2263" y="2788"/>
                      </a:lnTo>
                      <a:cubicBezTo>
                        <a:pt x="2553" y="2788"/>
                        <a:pt x="2785" y="2553"/>
                        <a:pt x="2785" y="2265"/>
                      </a:cubicBezTo>
                      <a:lnTo>
                        <a:pt x="2785" y="1369"/>
                      </a:lnTo>
                      <a:lnTo>
                        <a:pt x="2654" y="1116"/>
                      </a:lnTo>
                      <a:lnTo>
                        <a:pt x="2785" y="862"/>
                      </a:lnTo>
                      <a:lnTo>
                        <a:pt x="2785" y="262"/>
                      </a:lnTo>
                      <a:cubicBezTo>
                        <a:pt x="2785" y="118"/>
                        <a:pt x="2670" y="0"/>
                        <a:pt x="25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29"/>
                <p:cNvSpPr/>
                <p:nvPr/>
              </p:nvSpPr>
              <p:spPr>
                <a:xfrm>
                  <a:off x="8198855" y="2739977"/>
                  <a:ext cx="40429" cy="13121"/>
                </a:xfrm>
                <a:custGeom>
                  <a:rect b="b" l="l" r="r" t="t"/>
                  <a:pathLst>
                    <a:path extrusionOk="0" h="505" w="1556">
                      <a:moveTo>
                        <a:pt x="1" y="0"/>
                      </a:moveTo>
                      <a:cubicBezTo>
                        <a:pt x="66" y="102"/>
                        <a:pt x="166" y="181"/>
                        <a:pt x="281" y="220"/>
                      </a:cubicBezTo>
                      <a:cubicBezTo>
                        <a:pt x="312" y="230"/>
                        <a:pt x="312" y="272"/>
                        <a:pt x="281" y="285"/>
                      </a:cubicBezTo>
                      <a:cubicBezTo>
                        <a:pt x="166" y="324"/>
                        <a:pt x="66" y="403"/>
                        <a:pt x="1" y="505"/>
                      </a:cubicBezTo>
                      <a:lnTo>
                        <a:pt x="1302" y="505"/>
                      </a:lnTo>
                      <a:cubicBezTo>
                        <a:pt x="1443" y="505"/>
                        <a:pt x="1555" y="392"/>
                        <a:pt x="1555" y="251"/>
                      </a:cubicBezTo>
                      <a:cubicBezTo>
                        <a:pt x="1555" y="113"/>
                        <a:pt x="1443" y="0"/>
                        <a:pt x="130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29"/>
                <p:cNvSpPr/>
                <p:nvPr/>
              </p:nvSpPr>
              <p:spPr>
                <a:xfrm>
                  <a:off x="8198855" y="2768895"/>
                  <a:ext cx="40429" cy="13199"/>
                </a:xfrm>
                <a:custGeom>
                  <a:rect b="b" l="l" r="r" t="t"/>
                  <a:pathLst>
                    <a:path extrusionOk="0" h="508" w="1556">
                      <a:moveTo>
                        <a:pt x="1" y="0"/>
                      </a:moveTo>
                      <a:cubicBezTo>
                        <a:pt x="66" y="102"/>
                        <a:pt x="166" y="181"/>
                        <a:pt x="281" y="222"/>
                      </a:cubicBezTo>
                      <a:cubicBezTo>
                        <a:pt x="312" y="233"/>
                        <a:pt x="312" y="275"/>
                        <a:pt x="281" y="285"/>
                      </a:cubicBezTo>
                      <a:cubicBezTo>
                        <a:pt x="166" y="327"/>
                        <a:pt x="66" y="405"/>
                        <a:pt x="1" y="507"/>
                      </a:cubicBezTo>
                      <a:lnTo>
                        <a:pt x="1302" y="507"/>
                      </a:lnTo>
                      <a:cubicBezTo>
                        <a:pt x="1443" y="507"/>
                        <a:pt x="1555" y="392"/>
                        <a:pt x="1555" y="254"/>
                      </a:cubicBezTo>
                      <a:cubicBezTo>
                        <a:pt x="1555" y="115"/>
                        <a:pt x="1443" y="0"/>
                        <a:pt x="1302" y="0"/>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29"/>
                <p:cNvSpPr/>
                <p:nvPr/>
              </p:nvSpPr>
              <p:spPr>
                <a:xfrm>
                  <a:off x="8198933" y="2797866"/>
                  <a:ext cx="40351" cy="13147"/>
                </a:xfrm>
                <a:custGeom>
                  <a:rect b="b" l="l" r="r" t="t"/>
                  <a:pathLst>
                    <a:path extrusionOk="0" h="506" w="1553">
                      <a:moveTo>
                        <a:pt x="1" y="1"/>
                      </a:moveTo>
                      <a:cubicBezTo>
                        <a:pt x="105" y="155"/>
                        <a:pt x="283" y="254"/>
                        <a:pt x="479" y="254"/>
                      </a:cubicBezTo>
                      <a:lnTo>
                        <a:pt x="481" y="254"/>
                      </a:lnTo>
                      <a:cubicBezTo>
                        <a:pt x="500" y="254"/>
                        <a:pt x="513" y="267"/>
                        <a:pt x="513" y="286"/>
                      </a:cubicBezTo>
                      <a:cubicBezTo>
                        <a:pt x="513" y="296"/>
                        <a:pt x="505" y="307"/>
                        <a:pt x="494" y="312"/>
                      </a:cubicBezTo>
                      <a:cubicBezTo>
                        <a:pt x="406" y="356"/>
                        <a:pt x="330" y="424"/>
                        <a:pt x="278" y="505"/>
                      </a:cubicBezTo>
                      <a:lnTo>
                        <a:pt x="1299" y="505"/>
                      </a:lnTo>
                      <a:cubicBezTo>
                        <a:pt x="1440" y="505"/>
                        <a:pt x="1552" y="393"/>
                        <a:pt x="1552" y="254"/>
                      </a:cubicBezTo>
                      <a:cubicBezTo>
                        <a:pt x="1552" y="113"/>
                        <a:pt x="1440" y="1"/>
                        <a:pt x="1299" y="1"/>
                      </a:cubicBezTo>
                      <a:close/>
                    </a:path>
                  </a:pathLst>
                </a:custGeom>
                <a:solidFill>
                  <a:srgbClr val="FFBB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29"/>
                <p:cNvSpPr/>
                <p:nvPr/>
              </p:nvSpPr>
              <p:spPr>
                <a:xfrm>
                  <a:off x="8220317" y="2833384"/>
                  <a:ext cx="34115" cy="72439"/>
                </a:xfrm>
                <a:custGeom>
                  <a:rect b="b" l="l" r="r" t="t"/>
                  <a:pathLst>
                    <a:path extrusionOk="0" h="2788" w="1313">
                      <a:moveTo>
                        <a:pt x="270" y="0"/>
                      </a:moveTo>
                      <a:cubicBezTo>
                        <a:pt x="419" y="0"/>
                        <a:pt x="539" y="120"/>
                        <a:pt x="539" y="269"/>
                      </a:cubicBezTo>
                      <a:lnTo>
                        <a:pt x="539" y="2250"/>
                      </a:lnTo>
                      <a:cubicBezTo>
                        <a:pt x="539" y="2548"/>
                        <a:pt x="298" y="2788"/>
                        <a:pt x="1" y="2788"/>
                      </a:cubicBezTo>
                      <a:lnTo>
                        <a:pt x="774" y="2788"/>
                      </a:lnTo>
                      <a:cubicBezTo>
                        <a:pt x="1072" y="2788"/>
                        <a:pt x="1312" y="2548"/>
                        <a:pt x="1312" y="2250"/>
                      </a:cubicBezTo>
                      <a:lnTo>
                        <a:pt x="1312" y="1369"/>
                      </a:lnTo>
                      <a:lnTo>
                        <a:pt x="1181" y="1116"/>
                      </a:lnTo>
                      <a:lnTo>
                        <a:pt x="1312" y="862"/>
                      </a:lnTo>
                      <a:lnTo>
                        <a:pt x="1312" y="269"/>
                      </a:lnTo>
                      <a:cubicBezTo>
                        <a:pt x="1312" y="120"/>
                        <a:pt x="1192" y="0"/>
                        <a:pt x="10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29"/>
                <p:cNvSpPr/>
                <p:nvPr/>
              </p:nvSpPr>
              <p:spPr>
                <a:xfrm>
                  <a:off x="8182045" y="2855781"/>
                  <a:ext cx="72387" cy="13199"/>
                </a:xfrm>
                <a:custGeom>
                  <a:rect b="b" l="l" r="r" t="t"/>
                  <a:pathLst>
                    <a:path extrusionOk="0" h="508" w="2786">
                      <a:moveTo>
                        <a:pt x="0" y="0"/>
                      </a:moveTo>
                      <a:lnTo>
                        <a:pt x="0" y="507"/>
                      </a:lnTo>
                      <a:lnTo>
                        <a:pt x="2785" y="507"/>
                      </a:lnTo>
                      <a:lnTo>
                        <a:pt x="278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29"/>
                <p:cNvSpPr/>
                <p:nvPr/>
              </p:nvSpPr>
              <p:spPr>
                <a:xfrm>
                  <a:off x="8001674" y="2537209"/>
                  <a:ext cx="129003" cy="27645"/>
                </a:xfrm>
                <a:custGeom>
                  <a:rect b="b" l="l" r="r" t="t"/>
                  <a:pathLst>
                    <a:path extrusionOk="0" h="1064" w="4965">
                      <a:moveTo>
                        <a:pt x="254" y="0"/>
                      </a:moveTo>
                      <a:cubicBezTo>
                        <a:pt x="113" y="0"/>
                        <a:pt x="0" y="113"/>
                        <a:pt x="0" y="254"/>
                      </a:cubicBezTo>
                      <a:cubicBezTo>
                        <a:pt x="0" y="701"/>
                        <a:pt x="363" y="1064"/>
                        <a:pt x="810" y="1064"/>
                      </a:cubicBezTo>
                      <a:lnTo>
                        <a:pt x="4154" y="1064"/>
                      </a:lnTo>
                      <a:cubicBezTo>
                        <a:pt x="4601" y="1064"/>
                        <a:pt x="4964" y="701"/>
                        <a:pt x="4964" y="254"/>
                      </a:cubicBezTo>
                      <a:cubicBezTo>
                        <a:pt x="4964" y="113"/>
                        <a:pt x="4852" y="0"/>
                        <a:pt x="4711" y="0"/>
                      </a:cubicBezTo>
                      <a:cubicBezTo>
                        <a:pt x="4572" y="0"/>
                        <a:pt x="4460" y="113"/>
                        <a:pt x="4460" y="254"/>
                      </a:cubicBezTo>
                      <a:cubicBezTo>
                        <a:pt x="4460" y="421"/>
                        <a:pt x="4322" y="559"/>
                        <a:pt x="4154" y="559"/>
                      </a:cubicBezTo>
                      <a:lnTo>
                        <a:pt x="810" y="559"/>
                      </a:lnTo>
                      <a:cubicBezTo>
                        <a:pt x="643" y="559"/>
                        <a:pt x="504" y="421"/>
                        <a:pt x="504" y="254"/>
                      </a:cubicBezTo>
                      <a:cubicBezTo>
                        <a:pt x="504" y="113"/>
                        <a:pt x="392"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29"/>
                <p:cNvSpPr/>
                <p:nvPr/>
              </p:nvSpPr>
              <p:spPr>
                <a:xfrm>
                  <a:off x="7993724" y="2594423"/>
                  <a:ext cx="57993" cy="36272"/>
                </a:xfrm>
                <a:custGeom>
                  <a:rect b="b" l="l" r="r" t="t"/>
                  <a:pathLst>
                    <a:path extrusionOk="0" h="1396" w="2232">
                      <a:moveTo>
                        <a:pt x="280" y="1"/>
                      </a:moveTo>
                      <a:cubicBezTo>
                        <a:pt x="126" y="1"/>
                        <a:pt x="1" y="126"/>
                        <a:pt x="1" y="280"/>
                      </a:cubicBezTo>
                      <a:lnTo>
                        <a:pt x="1" y="837"/>
                      </a:lnTo>
                      <a:cubicBezTo>
                        <a:pt x="1" y="1145"/>
                        <a:pt x="251" y="1396"/>
                        <a:pt x="560" y="1396"/>
                      </a:cubicBezTo>
                      <a:lnTo>
                        <a:pt x="1673" y="1396"/>
                      </a:lnTo>
                      <a:cubicBezTo>
                        <a:pt x="1981" y="1396"/>
                        <a:pt x="2232" y="1145"/>
                        <a:pt x="2232" y="837"/>
                      </a:cubicBezTo>
                      <a:lnTo>
                        <a:pt x="2232" y="280"/>
                      </a:lnTo>
                      <a:cubicBezTo>
                        <a:pt x="2232" y="126"/>
                        <a:pt x="2106" y="1"/>
                        <a:pt x="19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29"/>
                <p:cNvSpPr/>
                <p:nvPr/>
              </p:nvSpPr>
              <p:spPr>
                <a:xfrm>
                  <a:off x="8017680" y="2594423"/>
                  <a:ext cx="34037" cy="36272"/>
                </a:xfrm>
                <a:custGeom>
                  <a:rect b="b" l="l" r="r" t="t"/>
                  <a:pathLst>
                    <a:path extrusionOk="0" h="1396" w="1310">
                      <a:moveTo>
                        <a:pt x="278" y="1"/>
                      </a:moveTo>
                      <a:cubicBezTo>
                        <a:pt x="432" y="1"/>
                        <a:pt x="557" y="126"/>
                        <a:pt x="557" y="280"/>
                      </a:cubicBezTo>
                      <a:lnTo>
                        <a:pt x="557" y="837"/>
                      </a:lnTo>
                      <a:cubicBezTo>
                        <a:pt x="557" y="1145"/>
                        <a:pt x="309" y="1396"/>
                        <a:pt x="1" y="1396"/>
                      </a:cubicBezTo>
                      <a:lnTo>
                        <a:pt x="751" y="1396"/>
                      </a:lnTo>
                      <a:cubicBezTo>
                        <a:pt x="1059" y="1396"/>
                        <a:pt x="1310" y="1145"/>
                        <a:pt x="1310" y="837"/>
                      </a:cubicBezTo>
                      <a:lnTo>
                        <a:pt x="1310" y="280"/>
                      </a:lnTo>
                      <a:cubicBezTo>
                        <a:pt x="1310" y="126"/>
                        <a:pt x="1184" y="1"/>
                        <a:pt x="1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29"/>
                <p:cNvSpPr/>
                <p:nvPr/>
              </p:nvSpPr>
              <p:spPr>
                <a:xfrm>
                  <a:off x="8080609" y="2594423"/>
                  <a:ext cx="57993" cy="36272"/>
                </a:xfrm>
                <a:custGeom>
                  <a:rect b="b" l="l" r="r" t="t"/>
                  <a:pathLst>
                    <a:path extrusionOk="0" h="1396" w="2232">
                      <a:moveTo>
                        <a:pt x="280" y="1"/>
                      </a:moveTo>
                      <a:cubicBezTo>
                        <a:pt x="126" y="1"/>
                        <a:pt x="1" y="126"/>
                        <a:pt x="1" y="280"/>
                      </a:cubicBezTo>
                      <a:lnTo>
                        <a:pt x="1" y="837"/>
                      </a:lnTo>
                      <a:cubicBezTo>
                        <a:pt x="1" y="1145"/>
                        <a:pt x="252" y="1396"/>
                        <a:pt x="560" y="1396"/>
                      </a:cubicBezTo>
                      <a:lnTo>
                        <a:pt x="1673" y="1396"/>
                      </a:lnTo>
                      <a:cubicBezTo>
                        <a:pt x="1981" y="1396"/>
                        <a:pt x="2232" y="1145"/>
                        <a:pt x="2232" y="837"/>
                      </a:cubicBezTo>
                      <a:lnTo>
                        <a:pt x="2232" y="280"/>
                      </a:lnTo>
                      <a:cubicBezTo>
                        <a:pt x="2232" y="126"/>
                        <a:pt x="2107" y="1"/>
                        <a:pt x="19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29"/>
                <p:cNvSpPr/>
                <p:nvPr/>
              </p:nvSpPr>
              <p:spPr>
                <a:xfrm>
                  <a:off x="8104565" y="2594423"/>
                  <a:ext cx="34037" cy="36272"/>
                </a:xfrm>
                <a:custGeom>
                  <a:rect b="b" l="l" r="r" t="t"/>
                  <a:pathLst>
                    <a:path extrusionOk="0" h="1396" w="1310">
                      <a:moveTo>
                        <a:pt x="278" y="1"/>
                      </a:moveTo>
                      <a:cubicBezTo>
                        <a:pt x="432" y="1"/>
                        <a:pt x="557" y="126"/>
                        <a:pt x="557" y="280"/>
                      </a:cubicBezTo>
                      <a:lnTo>
                        <a:pt x="557" y="837"/>
                      </a:lnTo>
                      <a:cubicBezTo>
                        <a:pt x="557" y="1145"/>
                        <a:pt x="309" y="1396"/>
                        <a:pt x="1" y="1396"/>
                      </a:cubicBezTo>
                      <a:lnTo>
                        <a:pt x="751" y="1396"/>
                      </a:lnTo>
                      <a:cubicBezTo>
                        <a:pt x="1059" y="1396"/>
                        <a:pt x="1310" y="1145"/>
                        <a:pt x="1310" y="837"/>
                      </a:cubicBezTo>
                      <a:lnTo>
                        <a:pt x="1310" y="280"/>
                      </a:lnTo>
                      <a:cubicBezTo>
                        <a:pt x="1310" y="126"/>
                        <a:pt x="1185" y="1"/>
                        <a:pt x="1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20" name="Google Shape;12320;p129"/>
          <p:cNvGrpSpPr/>
          <p:nvPr/>
        </p:nvGrpSpPr>
        <p:grpSpPr>
          <a:xfrm>
            <a:off x="720075" y="1131663"/>
            <a:ext cx="4246650" cy="1240800"/>
            <a:chOff x="720075" y="1131663"/>
            <a:chExt cx="4246650" cy="1240800"/>
          </a:xfrm>
        </p:grpSpPr>
        <p:cxnSp>
          <p:nvCxnSpPr>
            <p:cNvPr id="12321" name="Google Shape;12321;p129"/>
            <p:cNvCxnSpPr/>
            <p:nvPr/>
          </p:nvCxnSpPr>
          <p:spPr>
            <a:xfrm>
              <a:off x="1237475" y="1752050"/>
              <a:ext cx="3217200" cy="0"/>
            </a:xfrm>
            <a:prstGeom prst="straightConnector1">
              <a:avLst/>
            </a:prstGeom>
            <a:noFill/>
            <a:ln cap="flat" cmpd="sng" w="19050">
              <a:solidFill>
                <a:schemeClr val="dk2"/>
              </a:solidFill>
              <a:prstDash val="solid"/>
              <a:round/>
              <a:headEnd len="med" w="med" type="none"/>
              <a:tailEnd len="med" w="med" type="none"/>
            </a:ln>
          </p:spPr>
        </p:cxnSp>
        <p:cxnSp>
          <p:nvCxnSpPr>
            <p:cNvPr id="12322" name="Google Shape;12322;p129"/>
            <p:cNvCxnSpPr>
              <a:stCxn id="12323" idx="2"/>
              <a:endCxn id="12324" idx="0"/>
            </p:cNvCxnSpPr>
            <p:nvPr/>
          </p:nvCxnSpPr>
          <p:spPr>
            <a:xfrm flipH="1">
              <a:off x="1235775" y="1541163"/>
              <a:ext cx="1200" cy="421800"/>
            </a:xfrm>
            <a:prstGeom prst="straightConnector1">
              <a:avLst/>
            </a:prstGeom>
            <a:noFill/>
            <a:ln cap="flat" cmpd="sng" w="19050">
              <a:solidFill>
                <a:schemeClr val="dk2"/>
              </a:solidFill>
              <a:prstDash val="solid"/>
              <a:round/>
              <a:headEnd len="med" w="med" type="none"/>
              <a:tailEnd len="med" w="med" type="none"/>
            </a:ln>
          </p:spPr>
        </p:cxnSp>
        <p:cxnSp>
          <p:nvCxnSpPr>
            <p:cNvPr id="12325" name="Google Shape;12325;p129"/>
            <p:cNvCxnSpPr>
              <a:stCxn id="12326" idx="2"/>
              <a:endCxn id="12327" idx="0"/>
            </p:cNvCxnSpPr>
            <p:nvPr/>
          </p:nvCxnSpPr>
          <p:spPr>
            <a:xfrm>
              <a:off x="2308275" y="1541163"/>
              <a:ext cx="0" cy="421800"/>
            </a:xfrm>
            <a:prstGeom prst="straightConnector1">
              <a:avLst/>
            </a:prstGeom>
            <a:noFill/>
            <a:ln cap="flat" cmpd="sng" w="19050">
              <a:solidFill>
                <a:schemeClr val="dk2"/>
              </a:solidFill>
              <a:prstDash val="solid"/>
              <a:round/>
              <a:headEnd len="med" w="med" type="none"/>
              <a:tailEnd len="med" w="med" type="none"/>
            </a:ln>
          </p:spPr>
        </p:cxnSp>
        <p:cxnSp>
          <p:nvCxnSpPr>
            <p:cNvPr id="12328" name="Google Shape;12328;p129"/>
            <p:cNvCxnSpPr>
              <a:stCxn id="12329" idx="2"/>
              <a:endCxn id="12330" idx="0"/>
            </p:cNvCxnSpPr>
            <p:nvPr/>
          </p:nvCxnSpPr>
          <p:spPr>
            <a:xfrm>
              <a:off x="3379575" y="1541163"/>
              <a:ext cx="0" cy="421800"/>
            </a:xfrm>
            <a:prstGeom prst="straightConnector1">
              <a:avLst/>
            </a:prstGeom>
            <a:noFill/>
            <a:ln cap="flat" cmpd="sng" w="19050">
              <a:solidFill>
                <a:schemeClr val="dk2"/>
              </a:solidFill>
              <a:prstDash val="solid"/>
              <a:round/>
              <a:headEnd len="med" w="med" type="none"/>
              <a:tailEnd len="med" w="med" type="none"/>
            </a:ln>
          </p:spPr>
        </p:cxnSp>
        <p:cxnSp>
          <p:nvCxnSpPr>
            <p:cNvPr id="12331" name="Google Shape;12331;p129"/>
            <p:cNvCxnSpPr>
              <a:stCxn id="12332" idx="2"/>
              <a:endCxn id="12333" idx="0"/>
            </p:cNvCxnSpPr>
            <p:nvPr/>
          </p:nvCxnSpPr>
          <p:spPr>
            <a:xfrm>
              <a:off x="4450875" y="1541163"/>
              <a:ext cx="0" cy="421800"/>
            </a:xfrm>
            <a:prstGeom prst="straightConnector1">
              <a:avLst/>
            </a:prstGeom>
            <a:noFill/>
            <a:ln cap="flat" cmpd="sng" w="19050">
              <a:solidFill>
                <a:schemeClr val="dk2"/>
              </a:solidFill>
              <a:prstDash val="solid"/>
              <a:round/>
              <a:headEnd len="med" w="med" type="none"/>
              <a:tailEnd len="med" w="med" type="none"/>
            </a:ln>
          </p:spPr>
        </p:cxnSp>
        <p:sp>
          <p:nvSpPr>
            <p:cNvPr id="12323" name="Google Shape;12323;p129"/>
            <p:cNvSpPr/>
            <p:nvPr/>
          </p:nvSpPr>
          <p:spPr>
            <a:xfrm>
              <a:off x="721125" y="1131663"/>
              <a:ext cx="10317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2019</a:t>
              </a:r>
              <a:endParaRPr>
                <a:solidFill>
                  <a:schemeClr val="lt1"/>
                </a:solidFill>
              </a:endParaRPr>
            </a:p>
          </p:txBody>
        </p:sp>
        <p:sp>
          <p:nvSpPr>
            <p:cNvPr id="12326" name="Google Shape;12326;p129"/>
            <p:cNvSpPr/>
            <p:nvPr/>
          </p:nvSpPr>
          <p:spPr>
            <a:xfrm>
              <a:off x="1792425" y="1131663"/>
              <a:ext cx="1031700" cy="409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2020</a:t>
              </a:r>
              <a:endParaRPr>
                <a:solidFill>
                  <a:schemeClr val="lt1"/>
                </a:solidFill>
              </a:endParaRPr>
            </a:p>
          </p:txBody>
        </p:sp>
        <p:sp>
          <p:nvSpPr>
            <p:cNvPr id="12329" name="Google Shape;12329;p129"/>
            <p:cNvSpPr/>
            <p:nvPr/>
          </p:nvSpPr>
          <p:spPr>
            <a:xfrm>
              <a:off x="2863725" y="1131663"/>
              <a:ext cx="10317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2021</a:t>
              </a:r>
              <a:endParaRPr>
                <a:solidFill>
                  <a:schemeClr val="lt1"/>
                </a:solidFill>
              </a:endParaRPr>
            </a:p>
          </p:txBody>
        </p:sp>
        <p:sp>
          <p:nvSpPr>
            <p:cNvPr id="12332" name="Google Shape;12332;p129"/>
            <p:cNvSpPr/>
            <p:nvPr/>
          </p:nvSpPr>
          <p:spPr>
            <a:xfrm>
              <a:off x="3935025" y="1131663"/>
              <a:ext cx="10317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2022</a:t>
              </a:r>
              <a:endParaRPr>
                <a:solidFill>
                  <a:schemeClr val="lt1"/>
                </a:solidFill>
              </a:endParaRPr>
            </a:p>
          </p:txBody>
        </p:sp>
        <p:sp>
          <p:nvSpPr>
            <p:cNvPr id="12324" name="Google Shape;12324;p129"/>
            <p:cNvSpPr/>
            <p:nvPr/>
          </p:nvSpPr>
          <p:spPr>
            <a:xfrm>
              <a:off x="720075" y="1962963"/>
              <a:ext cx="1031700" cy="4095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Venus</a:t>
              </a:r>
              <a:endParaRPr>
                <a:solidFill>
                  <a:schemeClr val="lt1"/>
                </a:solidFill>
                <a:latin typeface="Open Sans"/>
                <a:ea typeface="Open Sans"/>
                <a:cs typeface="Open Sans"/>
                <a:sym typeface="Open Sans"/>
              </a:endParaRPr>
            </a:p>
          </p:txBody>
        </p:sp>
        <p:sp>
          <p:nvSpPr>
            <p:cNvPr id="12327" name="Google Shape;12327;p129"/>
            <p:cNvSpPr/>
            <p:nvPr/>
          </p:nvSpPr>
          <p:spPr>
            <a:xfrm>
              <a:off x="1792425" y="1962963"/>
              <a:ext cx="1031700" cy="409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Mars</a:t>
              </a:r>
              <a:endParaRPr>
                <a:solidFill>
                  <a:schemeClr val="lt1"/>
                </a:solidFill>
                <a:latin typeface="Open Sans"/>
                <a:ea typeface="Open Sans"/>
                <a:cs typeface="Open Sans"/>
                <a:sym typeface="Open Sans"/>
              </a:endParaRPr>
            </a:p>
          </p:txBody>
        </p:sp>
        <p:sp>
          <p:nvSpPr>
            <p:cNvPr id="12330" name="Google Shape;12330;p129"/>
            <p:cNvSpPr/>
            <p:nvPr/>
          </p:nvSpPr>
          <p:spPr>
            <a:xfrm>
              <a:off x="2863725" y="1962963"/>
              <a:ext cx="1031700" cy="40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Earth</a:t>
              </a:r>
              <a:endParaRPr>
                <a:solidFill>
                  <a:schemeClr val="lt1"/>
                </a:solidFill>
                <a:latin typeface="Open Sans"/>
                <a:ea typeface="Open Sans"/>
                <a:cs typeface="Open Sans"/>
                <a:sym typeface="Open Sans"/>
              </a:endParaRPr>
            </a:p>
          </p:txBody>
        </p:sp>
        <p:sp>
          <p:nvSpPr>
            <p:cNvPr id="12333" name="Google Shape;12333;p129"/>
            <p:cNvSpPr/>
            <p:nvPr/>
          </p:nvSpPr>
          <p:spPr>
            <a:xfrm>
              <a:off x="3934975" y="1962963"/>
              <a:ext cx="1031700" cy="409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Saturn</a:t>
              </a:r>
              <a:endParaRPr>
                <a:solidFill>
                  <a:schemeClr val="lt1"/>
                </a:solidFill>
                <a:latin typeface="Open Sans"/>
                <a:ea typeface="Open Sans"/>
                <a:cs typeface="Open Sans"/>
                <a:sym typeface="Open Sans"/>
              </a:endParaRPr>
            </a:p>
          </p:txBody>
        </p:sp>
      </p:grpSp>
      <p:grpSp>
        <p:nvGrpSpPr>
          <p:cNvPr id="12334" name="Google Shape;12334;p129"/>
          <p:cNvGrpSpPr/>
          <p:nvPr/>
        </p:nvGrpSpPr>
        <p:grpSpPr>
          <a:xfrm>
            <a:off x="2965670" y="2613880"/>
            <a:ext cx="2143594" cy="1943324"/>
            <a:chOff x="1145025" y="1531275"/>
            <a:chExt cx="2154583" cy="1953285"/>
          </a:xfrm>
        </p:grpSpPr>
        <p:sp>
          <p:nvSpPr>
            <p:cNvPr id="12335" name="Google Shape;12335;p129"/>
            <p:cNvSpPr/>
            <p:nvPr/>
          </p:nvSpPr>
          <p:spPr>
            <a:xfrm>
              <a:off x="2151808" y="1531275"/>
              <a:ext cx="1147800" cy="1147800"/>
            </a:xfrm>
            <a:prstGeom prst="ellipse">
              <a:avLst/>
            </a:prstGeom>
            <a:solidFill>
              <a:schemeClr val="accent1">
                <a:alpha val="89250"/>
              </a:scheme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Earth</a:t>
              </a:r>
              <a:endParaRPr b="1" sz="1800">
                <a:solidFill>
                  <a:schemeClr val="lt1"/>
                </a:solidFill>
                <a:latin typeface="Balsamiq Sans"/>
                <a:ea typeface="Balsamiq Sans"/>
                <a:cs typeface="Balsamiq Sans"/>
                <a:sym typeface="Balsamiq Sans"/>
              </a:endParaRPr>
            </a:p>
          </p:txBody>
        </p:sp>
        <p:sp>
          <p:nvSpPr>
            <p:cNvPr id="12336" name="Google Shape;12336;p129"/>
            <p:cNvSpPr/>
            <p:nvPr/>
          </p:nvSpPr>
          <p:spPr>
            <a:xfrm>
              <a:off x="1145025" y="1531275"/>
              <a:ext cx="1147800" cy="1147800"/>
            </a:xfrm>
            <a:prstGeom prst="ellipse">
              <a:avLst/>
            </a:prstGeom>
            <a:solidFill>
              <a:schemeClr val="accent4">
                <a:alpha val="84580"/>
              </a:scheme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Venus</a:t>
              </a:r>
              <a:endParaRPr>
                <a:solidFill>
                  <a:schemeClr val="lt1"/>
                </a:solidFill>
              </a:endParaRPr>
            </a:p>
          </p:txBody>
        </p:sp>
        <p:sp>
          <p:nvSpPr>
            <p:cNvPr id="12337" name="Google Shape;12337;p129"/>
            <p:cNvSpPr/>
            <p:nvPr/>
          </p:nvSpPr>
          <p:spPr>
            <a:xfrm>
              <a:off x="1648416" y="2336760"/>
              <a:ext cx="1147800" cy="1147800"/>
            </a:xfrm>
            <a:prstGeom prst="ellipse">
              <a:avLst/>
            </a:prstGeom>
            <a:solidFill>
              <a:schemeClr val="accent6">
                <a:alpha val="81310"/>
              </a:scheme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Balsamiq Sans"/>
                  <a:ea typeface="Balsamiq Sans"/>
                  <a:cs typeface="Balsamiq Sans"/>
                  <a:sym typeface="Balsamiq Sans"/>
                </a:rPr>
                <a:t>Mars</a:t>
              </a:r>
              <a:endParaRPr>
                <a:solidFill>
                  <a:schemeClr val="lt1"/>
                </a:solidFill>
              </a:endParaRPr>
            </a:p>
          </p:txBody>
        </p:sp>
      </p:grpSp>
      <p:grpSp>
        <p:nvGrpSpPr>
          <p:cNvPr id="12338" name="Google Shape;12338;p129"/>
          <p:cNvGrpSpPr/>
          <p:nvPr/>
        </p:nvGrpSpPr>
        <p:grpSpPr>
          <a:xfrm>
            <a:off x="720075" y="2613875"/>
            <a:ext cx="2104913" cy="1376245"/>
            <a:chOff x="720075" y="2613875"/>
            <a:chExt cx="2104913" cy="1376245"/>
          </a:xfrm>
        </p:grpSpPr>
        <p:sp>
          <p:nvSpPr>
            <p:cNvPr id="12339" name="Google Shape;12339;p129"/>
            <p:cNvSpPr/>
            <p:nvPr/>
          </p:nvSpPr>
          <p:spPr>
            <a:xfrm>
              <a:off x="720075" y="3093520"/>
              <a:ext cx="2104800" cy="1644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2340" name="Google Shape;12340;p129"/>
            <p:cNvSpPr/>
            <p:nvPr/>
          </p:nvSpPr>
          <p:spPr>
            <a:xfrm>
              <a:off x="720075" y="2928973"/>
              <a:ext cx="1449300" cy="164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2341" name="Google Shape;12341;p129"/>
            <p:cNvSpPr txBox="1"/>
            <p:nvPr/>
          </p:nvSpPr>
          <p:spPr>
            <a:xfrm>
              <a:off x="720150" y="2613875"/>
              <a:ext cx="2104800" cy="23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2"/>
                  </a:solidFill>
                  <a:latin typeface="Balsamiq Sans"/>
                  <a:ea typeface="Balsamiq Sans"/>
                  <a:cs typeface="Balsamiq Sans"/>
                  <a:sym typeface="Balsamiq Sans"/>
                </a:rPr>
                <a:t>Venus</a:t>
              </a:r>
              <a:endParaRPr>
                <a:solidFill>
                  <a:schemeClr val="lt2"/>
                </a:solidFill>
              </a:endParaRPr>
            </a:p>
          </p:txBody>
        </p:sp>
        <p:sp>
          <p:nvSpPr>
            <p:cNvPr id="12342" name="Google Shape;12342;p129"/>
            <p:cNvSpPr/>
            <p:nvPr/>
          </p:nvSpPr>
          <p:spPr>
            <a:xfrm>
              <a:off x="720125" y="3825720"/>
              <a:ext cx="2104800" cy="1644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2343" name="Google Shape;12343;p129"/>
            <p:cNvSpPr/>
            <p:nvPr/>
          </p:nvSpPr>
          <p:spPr>
            <a:xfrm>
              <a:off x="720135" y="3661173"/>
              <a:ext cx="1702500" cy="1644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2344" name="Google Shape;12344;p129"/>
            <p:cNvSpPr txBox="1"/>
            <p:nvPr/>
          </p:nvSpPr>
          <p:spPr>
            <a:xfrm>
              <a:off x="720188" y="3346075"/>
              <a:ext cx="2104800" cy="23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2"/>
                  </a:solidFill>
                  <a:latin typeface="Balsamiq Sans"/>
                  <a:ea typeface="Balsamiq Sans"/>
                  <a:cs typeface="Balsamiq Sans"/>
                  <a:sym typeface="Balsamiq Sans"/>
                </a:rPr>
                <a:t>Mars</a:t>
              </a:r>
              <a:endParaRPr>
                <a:solidFill>
                  <a:schemeClr val="lt2"/>
                </a:solidFill>
              </a:endParaRPr>
            </a:p>
          </p:txBody>
        </p:sp>
      </p:grpSp>
      <p:sp>
        <p:nvSpPr>
          <p:cNvPr id="12345" name="Google Shape;12345;p129">
            <a:hlinkClick action="ppaction://hlinkshowjump?jump=nextslide"/>
          </p:cNvPr>
          <p:cNvSpPr/>
          <p:nvPr/>
        </p:nvSpPr>
        <p:spPr>
          <a:xfrm>
            <a:off x="8271850"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29">
            <a:hlinkClick action="ppaction://hlinkshowjump?jump=nextslide"/>
          </p:cNvPr>
          <p:cNvSpPr/>
          <p:nvPr/>
        </p:nvSpPr>
        <p:spPr>
          <a:xfrm>
            <a:off x="8352525"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29">
            <a:hlinkClick action="ppaction://hlinkshowjump?jump=previousslide"/>
          </p:cNvPr>
          <p:cNvSpPr/>
          <p:nvPr/>
        </p:nvSpPr>
        <p:spPr>
          <a:xfrm rot="10800000">
            <a:off x="7886275"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29">
            <a:hlinkClick action="ppaction://hlinkshowjump?jump=previousslide"/>
          </p:cNvPr>
          <p:cNvSpPr/>
          <p:nvPr/>
        </p:nvSpPr>
        <p:spPr>
          <a:xfrm rot="10800000">
            <a:off x="7967000"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52" name="Shape 12352"/>
        <p:cNvGrpSpPr/>
        <p:nvPr/>
      </p:nvGrpSpPr>
      <p:grpSpPr>
        <a:xfrm>
          <a:off x="0" y="0"/>
          <a:ext cx="0" cy="0"/>
          <a:chOff x="0" y="0"/>
          <a:chExt cx="0" cy="0"/>
        </a:xfrm>
      </p:grpSpPr>
      <p:sp>
        <p:nvSpPr>
          <p:cNvPr id="12353" name="Google Shape;12353;p130"/>
          <p:cNvSpPr txBox="1"/>
          <p:nvPr>
            <p:ph idx="1" type="body"/>
          </p:nvPr>
        </p:nvSpPr>
        <p:spPr>
          <a:xfrm>
            <a:off x="720000" y="1152475"/>
            <a:ext cx="7704000" cy="313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sz="1800">
                <a:solidFill>
                  <a:schemeClr val="lt2"/>
                </a:solidFill>
                <a:latin typeface="Balsamiq Sans"/>
                <a:ea typeface="Balsamiq Sans"/>
                <a:cs typeface="Balsamiq Sans"/>
                <a:sym typeface="Balsamiq Sans"/>
              </a:rPr>
              <a:t>Photos</a:t>
            </a:r>
            <a:endParaRPr b="1" sz="1800">
              <a:solidFill>
                <a:schemeClr val="lt2"/>
              </a:solidFill>
              <a:latin typeface="Balsamiq Sans"/>
              <a:ea typeface="Balsamiq Sans"/>
              <a:cs typeface="Balsamiq Sans"/>
              <a:sym typeface="Balsamiq Sans"/>
            </a:endParaRPr>
          </a:p>
          <a:p>
            <a:pPr indent="-317500" lvl="0" marL="457200" rtl="0" algn="l">
              <a:spcBef>
                <a:spcPts val="1000"/>
              </a:spcBef>
              <a:spcAft>
                <a:spcPts val="0"/>
              </a:spcAft>
              <a:buSzPts val="1400"/>
              <a:buChar char="●"/>
            </a:pPr>
            <a:r>
              <a:rPr lang="en">
                <a:solidFill>
                  <a:schemeClr val="hlink"/>
                </a:solidFill>
                <a:uFill>
                  <a:noFill/>
                </a:uFill>
                <a:hlinkClick r:id="rId3"/>
              </a:rPr>
              <a:t>Senior teacher in glasses explaining math example on green chalkboard</a:t>
            </a:r>
            <a:endParaRPr/>
          </a:p>
          <a:p>
            <a:pPr indent="-317500" lvl="0" marL="457200" rtl="0" algn="l">
              <a:spcBef>
                <a:spcPts val="0"/>
              </a:spcBef>
              <a:spcAft>
                <a:spcPts val="0"/>
              </a:spcAft>
              <a:buSzPts val="1400"/>
              <a:buChar char="●"/>
            </a:pPr>
            <a:r>
              <a:rPr lang="en">
                <a:solidFill>
                  <a:schemeClr val="hlink"/>
                </a:solidFill>
                <a:uFill>
                  <a:noFill/>
                </a:uFill>
                <a:hlinkClick r:id="rId4"/>
              </a:rPr>
              <a:t>Female teacher at desk</a:t>
            </a:r>
            <a:endParaRPr/>
          </a:p>
          <a:p>
            <a:pPr indent="-317500" lvl="0" marL="457200" rtl="0" algn="l">
              <a:spcBef>
                <a:spcPts val="0"/>
              </a:spcBef>
              <a:spcAft>
                <a:spcPts val="0"/>
              </a:spcAft>
              <a:buSzPts val="1400"/>
              <a:buChar char="●"/>
            </a:pPr>
            <a:r>
              <a:rPr lang="en">
                <a:uFill>
                  <a:noFill/>
                </a:uFill>
                <a:hlinkClick r:id="rId5"/>
              </a:rPr>
              <a:t>Cute girl carrying yellow backpack and reads</a:t>
            </a:r>
            <a:endParaRPr/>
          </a:p>
          <a:p>
            <a:pPr indent="-317500" lvl="0" marL="457200" rtl="0" algn="l">
              <a:spcBef>
                <a:spcPts val="0"/>
              </a:spcBef>
              <a:spcAft>
                <a:spcPts val="0"/>
              </a:spcAft>
              <a:buSzPts val="1400"/>
              <a:buChar char="●"/>
            </a:pPr>
            <a:r>
              <a:rPr lang="en">
                <a:uFill>
                  <a:noFill/>
                </a:uFill>
                <a:hlinkClick r:id="rId6"/>
              </a:rPr>
              <a:t>Senior woman teaching english lessons at home</a:t>
            </a:r>
            <a:endParaRPr/>
          </a:p>
          <a:p>
            <a:pPr indent="-317500" lvl="0" marL="457200" rtl="0" algn="l">
              <a:spcBef>
                <a:spcPts val="0"/>
              </a:spcBef>
              <a:spcAft>
                <a:spcPts val="0"/>
              </a:spcAft>
              <a:buSzPts val="1400"/>
              <a:buChar char="●"/>
            </a:pPr>
            <a:r>
              <a:rPr lang="en">
                <a:uFill>
                  <a:noFill/>
                </a:uFill>
                <a:hlinkClick r:id="rId7"/>
              </a:rPr>
              <a:t>Teacher doing an english lesson online for his students</a:t>
            </a:r>
            <a:endParaRPr/>
          </a:p>
          <a:p>
            <a:pPr indent="0" lvl="0" marL="0" rtl="0" algn="l">
              <a:spcBef>
                <a:spcPts val="1000"/>
              </a:spcBef>
              <a:spcAft>
                <a:spcPts val="0"/>
              </a:spcAft>
              <a:buNone/>
            </a:pPr>
            <a:r>
              <a:rPr b="1" lang="en" sz="1800">
                <a:solidFill>
                  <a:schemeClr val="lt2"/>
                </a:solidFill>
                <a:latin typeface="Balsamiq Sans"/>
                <a:ea typeface="Balsamiq Sans"/>
                <a:cs typeface="Balsamiq Sans"/>
                <a:sym typeface="Balsamiq Sans"/>
              </a:rPr>
              <a:t>Vectors</a:t>
            </a:r>
            <a:endParaRPr b="1" sz="1800">
              <a:solidFill>
                <a:schemeClr val="lt2"/>
              </a:solidFill>
              <a:latin typeface="Balsamiq Sans"/>
              <a:ea typeface="Balsamiq Sans"/>
              <a:cs typeface="Balsamiq Sans"/>
              <a:sym typeface="Balsamiq Sans"/>
            </a:endParaRPr>
          </a:p>
          <a:p>
            <a:pPr indent="-317500" lvl="0" marL="457200" rtl="0" algn="l">
              <a:spcBef>
                <a:spcPts val="1000"/>
              </a:spcBef>
              <a:spcAft>
                <a:spcPts val="0"/>
              </a:spcAft>
              <a:buSzPts val="1400"/>
              <a:buChar char="●"/>
            </a:pPr>
            <a:r>
              <a:rPr lang="en">
                <a:uFill>
                  <a:noFill/>
                </a:uFill>
                <a:hlinkClick r:id="rId8"/>
              </a:rPr>
              <a:t>Hand drawn flat teachers' day instagram stories collection</a:t>
            </a:r>
            <a:endParaRPr/>
          </a:p>
          <a:p>
            <a:pPr indent="-317500" lvl="0" marL="457200" rtl="0" algn="l">
              <a:spcBef>
                <a:spcPts val="0"/>
              </a:spcBef>
              <a:spcAft>
                <a:spcPts val="0"/>
              </a:spcAft>
              <a:buSzPts val="1400"/>
              <a:buChar char="●"/>
            </a:pPr>
            <a:r>
              <a:rPr lang="en">
                <a:uFill>
                  <a:noFill/>
                </a:uFill>
                <a:hlinkClick r:id="rId9"/>
              </a:rPr>
              <a:t>Modern education concept with flat design</a:t>
            </a:r>
            <a:endParaRPr/>
          </a:p>
          <a:p>
            <a:pPr indent="-317500" lvl="0" marL="457200" rtl="0" algn="l">
              <a:spcBef>
                <a:spcPts val="0"/>
              </a:spcBef>
              <a:spcAft>
                <a:spcPts val="0"/>
              </a:spcAft>
              <a:buSzPts val="1400"/>
              <a:buChar char="●"/>
            </a:pPr>
            <a:r>
              <a:rPr lang="en">
                <a:uFill>
                  <a:noFill/>
                </a:uFill>
                <a:hlinkClick r:id="rId10"/>
              </a:rPr>
              <a:t>Hand drawn houseplant collection</a:t>
            </a:r>
            <a:endParaRPr/>
          </a:p>
          <a:p>
            <a:pPr indent="0" lvl="0" marL="457200" rtl="0" algn="l">
              <a:spcBef>
                <a:spcPts val="1000"/>
              </a:spcBef>
              <a:spcAft>
                <a:spcPts val="1000"/>
              </a:spcAft>
              <a:buNone/>
            </a:pPr>
            <a:r>
              <a:t/>
            </a:r>
            <a:endParaRPr sz="1000"/>
          </a:p>
        </p:txBody>
      </p:sp>
      <p:sp>
        <p:nvSpPr>
          <p:cNvPr id="12354" name="Google Shape;12354;p130">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30">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30">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30">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30"/>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62" name="Shape 12362"/>
        <p:cNvGrpSpPr/>
        <p:nvPr/>
      </p:nvGrpSpPr>
      <p:grpSpPr>
        <a:xfrm>
          <a:off x="0" y="0"/>
          <a:ext cx="0" cy="0"/>
          <a:chOff x="0" y="0"/>
          <a:chExt cx="0" cy="0"/>
        </a:xfrm>
      </p:grpSpPr>
      <p:sp>
        <p:nvSpPr>
          <p:cNvPr id="12363" name="Google Shape;12363;p131"/>
          <p:cNvSpPr txBox="1"/>
          <p:nvPr>
            <p:ph idx="1" type="body"/>
          </p:nvPr>
        </p:nvSpPr>
        <p:spPr>
          <a:xfrm>
            <a:off x="720000" y="1152475"/>
            <a:ext cx="7704000" cy="313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sz="1800">
                <a:solidFill>
                  <a:schemeClr val="lt2"/>
                </a:solidFill>
                <a:latin typeface="Balsamiq Sans"/>
                <a:ea typeface="Balsamiq Sans"/>
                <a:cs typeface="Balsamiq Sans"/>
                <a:sym typeface="Balsamiq Sans"/>
              </a:rPr>
              <a:t>Photos</a:t>
            </a:r>
            <a:endParaRPr/>
          </a:p>
          <a:p>
            <a:pPr indent="-317500" lvl="0" marL="457200" rtl="0" algn="l">
              <a:spcBef>
                <a:spcPts val="1000"/>
              </a:spcBef>
              <a:spcAft>
                <a:spcPts val="0"/>
              </a:spcAft>
              <a:buSzPts val="1400"/>
              <a:buChar char="●"/>
            </a:pPr>
            <a:r>
              <a:rPr lang="en">
                <a:uFill>
                  <a:noFill/>
                </a:uFill>
                <a:hlinkClick r:id="rId3"/>
              </a:rPr>
              <a:t>Smiley teacher standing in classroom</a:t>
            </a:r>
            <a:endParaRPr/>
          </a:p>
          <a:p>
            <a:pPr indent="-317500" lvl="0" marL="457200" rtl="0" algn="l">
              <a:spcBef>
                <a:spcPts val="0"/>
              </a:spcBef>
              <a:spcAft>
                <a:spcPts val="0"/>
              </a:spcAft>
              <a:buSzPts val="1400"/>
              <a:buChar char="●"/>
            </a:pPr>
            <a:r>
              <a:rPr lang="en">
                <a:solidFill>
                  <a:schemeClr val="hlink"/>
                </a:solidFill>
                <a:uFill>
                  <a:noFill/>
                </a:uFill>
                <a:hlinkClick r:id="rId4"/>
              </a:rPr>
              <a:t>Senior male professor in glasses holding notebook standing against blackboard</a:t>
            </a:r>
            <a:endParaRPr/>
          </a:p>
          <a:p>
            <a:pPr indent="-317500" lvl="0" marL="457200" rtl="0" algn="l">
              <a:spcBef>
                <a:spcPts val="0"/>
              </a:spcBef>
              <a:spcAft>
                <a:spcPts val="0"/>
              </a:spcAft>
              <a:buSzPts val="1400"/>
              <a:buChar char="●"/>
            </a:pPr>
            <a:r>
              <a:rPr lang="en">
                <a:solidFill>
                  <a:schemeClr val="hlink"/>
                </a:solidFill>
                <a:uFill>
                  <a:noFill/>
                </a:uFill>
                <a:hlinkClick r:id="rId5"/>
              </a:rPr>
              <a:t>Techer with notebook in class</a:t>
            </a:r>
            <a:endParaRPr/>
          </a:p>
          <a:p>
            <a:pPr indent="0" lvl="0" marL="0" rtl="0" algn="l">
              <a:spcBef>
                <a:spcPts val="1000"/>
              </a:spcBef>
              <a:spcAft>
                <a:spcPts val="0"/>
              </a:spcAft>
              <a:buNone/>
            </a:pPr>
            <a:r>
              <a:rPr b="1" lang="en" sz="1800">
                <a:solidFill>
                  <a:schemeClr val="lt2"/>
                </a:solidFill>
                <a:latin typeface="Balsamiq Sans"/>
                <a:ea typeface="Balsamiq Sans"/>
                <a:cs typeface="Balsamiq Sans"/>
                <a:sym typeface="Balsamiq Sans"/>
              </a:rPr>
              <a:t>Vectors</a:t>
            </a:r>
            <a:endParaRPr b="1" sz="1800">
              <a:solidFill>
                <a:schemeClr val="lt2"/>
              </a:solidFill>
              <a:latin typeface="Balsamiq Sans"/>
              <a:ea typeface="Balsamiq Sans"/>
              <a:cs typeface="Balsamiq Sans"/>
              <a:sym typeface="Balsamiq Sans"/>
            </a:endParaRPr>
          </a:p>
          <a:p>
            <a:pPr indent="-317500" lvl="0" marL="457200" rtl="0" algn="l">
              <a:spcBef>
                <a:spcPts val="1000"/>
              </a:spcBef>
              <a:spcAft>
                <a:spcPts val="0"/>
              </a:spcAft>
              <a:buSzPts val="1400"/>
              <a:buChar char="●"/>
            </a:pPr>
            <a:r>
              <a:rPr lang="en">
                <a:uFill>
                  <a:noFill/>
                </a:uFill>
                <a:hlinkClick r:id="rId6"/>
              </a:rPr>
              <a:t>Hand drawn houseplant collection</a:t>
            </a:r>
            <a:endParaRPr/>
          </a:p>
          <a:p>
            <a:pPr indent="-317500" lvl="0" marL="457200" rtl="0" algn="l">
              <a:spcBef>
                <a:spcPts val="0"/>
              </a:spcBef>
              <a:spcAft>
                <a:spcPts val="0"/>
              </a:spcAft>
              <a:buSzPts val="1400"/>
              <a:buChar char="●"/>
            </a:pPr>
            <a:r>
              <a:rPr lang="en">
                <a:uFill>
                  <a:noFill/>
                </a:uFill>
                <a:hlinkClick r:id="rId7"/>
              </a:rPr>
              <a:t>Cozy and modern living room with flat design</a:t>
            </a:r>
            <a:endParaRPr/>
          </a:p>
          <a:p>
            <a:pPr indent="-317500" lvl="0" marL="457200" rtl="0" algn="l">
              <a:spcBef>
                <a:spcPts val="0"/>
              </a:spcBef>
              <a:spcAft>
                <a:spcPts val="0"/>
              </a:spcAft>
              <a:buSzPts val="1400"/>
              <a:buChar char="●"/>
            </a:pPr>
            <a:r>
              <a:rPr lang="en">
                <a:uFill>
                  <a:noFill/>
                </a:uFill>
                <a:hlinkClick r:id="rId8"/>
              </a:rPr>
              <a:t>Female teachers ready to tutor the students</a:t>
            </a:r>
            <a:endParaRPr/>
          </a:p>
          <a:p>
            <a:pPr indent="-317500" lvl="0" marL="457200" rtl="0" algn="l">
              <a:spcBef>
                <a:spcPts val="0"/>
              </a:spcBef>
              <a:spcAft>
                <a:spcPts val="0"/>
              </a:spcAft>
              <a:buSzPts val="1400"/>
              <a:buChar char="●"/>
            </a:pPr>
            <a:r>
              <a:rPr lang="en">
                <a:uFill>
                  <a:noFill/>
                </a:uFill>
                <a:hlinkClick r:id="rId9"/>
              </a:rPr>
              <a:t>Modern living room interior design with flat design</a:t>
            </a:r>
            <a:endParaRPr sz="1000"/>
          </a:p>
        </p:txBody>
      </p:sp>
      <p:sp>
        <p:nvSpPr>
          <p:cNvPr id="12364" name="Google Shape;12364;p131">
            <a:hlinkClick action="ppaction://hlinkshowjump?jump=nextslide"/>
          </p:cNvPr>
          <p:cNvSpPr/>
          <p:nvPr/>
        </p:nvSpPr>
        <p:spPr>
          <a:xfrm>
            <a:off x="4607813"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31">
            <a:hlinkClick action="ppaction://hlinkshowjump?jump=nextslide"/>
          </p:cNvPr>
          <p:cNvSpPr/>
          <p:nvPr/>
        </p:nvSpPr>
        <p:spPr>
          <a:xfrm>
            <a:off x="4688488"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31">
            <a:hlinkClick action="ppaction://hlinkshowjump?jump=previousslide"/>
          </p:cNvPr>
          <p:cNvSpPr/>
          <p:nvPr/>
        </p:nvSpPr>
        <p:spPr>
          <a:xfrm rot="10800000">
            <a:off x="4222238" y="4451450"/>
            <a:ext cx="314100" cy="314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31">
            <a:hlinkClick action="ppaction://hlinkshowjump?jump=previousslide"/>
          </p:cNvPr>
          <p:cNvSpPr/>
          <p:nvPr/>
        </p:nvSpPr>
        <p:spPr>
          <a:xfrm rot="10800000">
            <a:off x="4302963" y="4551800"/>
            <a:ext cx="152700" cy="113400"/>
          </a:xfrm>
          <a:prstGeom prst="rightArrow">
            <a:avLst>
              <a:gd fmla="val 46119"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31"/>
          <p:cNvSpPr txBox="1"/>
          <p:nvPr>
            <p:ph type="title"/>
          </p:nvPr>
        </p:nvSpPr>
        <p:spPr>
          <a:xfrm>
            <a:off x="720000" y="526625"/>
            <a:ext cx="7704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a:t>
            </a:r>
            <a:endParaRPr/>
          </a:p>
        </p:txBody>
      </p:sp>
      <p:grpSp>
        <p:nvGrpSpPr>
          <p:cNvPr id="12369" name="Google Shape;12369;p131"/>
          <p:cNvGrpSpPr/>
          <p:nvPr/>
        </p:nvGrpSpPr>
        <p:grpSpPr>
          <a:xfrm>
            <a:off x="7222840" y="2644338"/>
            <a:ext cx="1206370" cy="2313742"/>
            <a:chOff x="7222840" y="2349013"/>
            <a:chExt cx="1206370" cy="2313742"/>
          </a:xfrm>
        </p:grpSpPr>
        <p:sp>
          <p:nvSpPr>
            <p:cNvPr id="12370" name="Google Shape;12370;p131"/>
            <p:cNvSpPr/>
            <p:nvPr/>
          </p:nvSpPr>
          <p:spPr>
            <a:xfrm>
              <a:off x="7463401" y="4445075"/>
              <a:ext cx="866754" cy="217680"/>
            </a:xfrm>
            <a:custGeom>
              <a:rect b="b" l="l" r="r" t="t"/>
              <a:pathLst>
                <a:path extrusionOk="0" h="10651" w="38141">
                  <a:moveTo>
                    <a:pt x="19057" y="1"/>
                  </a:moveTo>
                  <a:cubicBezTo>
                    <a:pt x="8521" y="1"/>
                    <a:pt x="1" y="2386"/>
                    <a:pt x="1" y="5311"/>
                  </a:cubicBezTo>
                  <a:cubicBezTo>
                    <a:pt x="1" y="8265"/>
                    <a:pt x="8521" y="10650"/>
                    <a:pt x="19057" y="10650"/>
                  </a:cubicBezTo>
                  <a:cubicBezTo>
                    <a:pt x="29593" y="10650"/>
                    <a:pt x="38141" y="8265"/>
                    <a:pt x="38141" y="5311"/>
                  </a:cubicBezTo>
                  <a:cubicBezTo>
                    <a:pt x="38141" y="2386"/>
                    <a:pt x="29593" y="1"/>
                    <a:pt x="19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1" name="Google Shape;12371;p131"/>
            <p:cNvGrpSpPr/>
            <p:nvPr/>
          </p:nvGrpSpPr>
          <p:grpSpPr>
            <a:xfrm>
              <a:off x="7222840" y="2349013"/>
              <a:ext cx="1206370" cy="2213957"/>
              <a:chOff x="7701450" y="1895900"/>
              <a:chExt cx="644050" cy="1181975"/>
            </a:xfrm>
          </p:grpSpPr>
          <p:sp>
            <p:nvSpPr>
              <p:cNvPr id="12372" name="Google Shape;12372;p131"/>
              <p:cNvSpPr/>
              <p:nvPr/>
            </p:nvSpPr>
            <p:spPr>
              <a:xfrm>
                <a:off x="7701450" y="1895900"/>
                <a:ext cx="335600" cy="318000"/>
              </a:xfrm>
              <a:custGeom>
                <a:rect b="b" l="l" r="r" t="t"/>
                <a:pathLst>
                  <a:path extrusionOk="0" h="12720" w="13424">
                    <a:moveTo>
                      <a:pt x="2596" y="0"/>
                    </a:moveTo>
                    <a:cubicBezTo>
                      <a:pt x="2200" y="0"/>
                      <a:pt x="1879" y="68"/>
                      <a:pt x="1664" y="96"/>
                    </a:cubicBezTo>
                    <a:cubicBezTo>
                      <a:pt x="1664" y="96"/>
                      <a:pt x="1" y="1228"/>
                      <a:pt x="1736" y="2650"/>
                    </a:cubicBezTo>
                    <a:cubicBezTo>
                      <a:pt x="3495" y="4072"/>
                      <a:pt x="4049" y="6000"/>
                      <a:pt x="4339" y="7662"/>
                    </a:cubicBezTo>
                    <a:cubicBezTo>
                      <a:pt x="4663" y="9485"/>
                      <a:pt x="5548" y="12720"/>
                      <a:pt x="8940" y="12720"/>
                    </a:cubicBezTo>
                    <a:cubicBezTo>
                      <a:pt x="9584" y="12720"/>
                      <a:pt x="10319" y="12603"/>
                      <a:pt x="11158" y="12337"/>
                    </a:cubicBezTo>
                    <a:cubicBezTo>
                      <a:pt x="11158" y="12337"/>
                      <a:pt x="13423" y="10915"/>
                      <a:pt x="11255" y="7397"/>
                    </a:cubicBezTo>
                    <a:cubicBezTo>
                      <a:pt x="9062" y="3903"/>
                      <a:pt x="8435" y="6289"/>
                      <a:pt x="6435" y="2867"/>
                    </a:cubicBezTo>
                    <a:cubicBezTo>
                      <a:pt x="5011" y="414"/>
                      <a:pt x="3575" y="0"/>
                      <a:pt x="2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31"/>
              <p:cNvSpPr/>
              <p:nvPr/>
            </p:nvSpPr>
            <p:spPr>
              <a:xfrm>
                <a:off x="7774350" y="1934425"/>
                <a:ext cx="306075" cy="457875"/>
              </a:xfrm>
              <a:custGeom>
                <a:rect b="b" l="l" r="r" t="t"/>
                <a:pathLst>
                  <a:path extrusionOk="0" fill="none" h="18315" w="12243">
                    <a:moveTo>
                      <a:pt x="11013" y="18315"/>
                    </a:moveTo>
                    <a:cubicBezTo>
                      <a:pt x="11013" y="18315"/>
                      <a:pt x="12242" y="10459"/>
                      <a:pt x="1" y="1"/>
                    </a:cubicBezTo>
                  </a:path>
                </a:pathLst>
              </a:custGeom>
              <a:noFill/>
              <a:ln cap="rnd" cmpd="sng" w="54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31"/>
              <p:cNvSpPr/>
              <p:nvPr/>
            </p:nvSpPr>
            <p:spPr>
              <a:xfrm>
                <a:off x="8100875" y="2062750"/>
                <a:ext cx="244625" cy="189775"/>
              </a:xfrm>
              <a:custGeom>
                <a:rect b="b" l="l" r="r" t="t"/>
                <a:pathLst>
                  <a:path extrusionOk="0" h="7591" w="9785">
                    <a:moveTo>
                      <a:pt x="7878" y="0"/>
                    </a:moveTo>
                    <a:cubicBezTo>
                      <a:pt x="7262" y="0"/>
                      <a:pt x="6428" y="283"/>
                      <a:pt x="5447" y="1446"/>
                    </a:cubicBezTo>
                    <a:cubicBezTo>
                      <a:pt x="3760" y="3446"/>
                      <a:pt x="3615" y="1856"/>
                      <a:pt x="1808" y="3832"/>
                    </a:cubicBezTo>
                    <a:cubicBezTo>
                      <a:pt x="1" y="5832"/>
                      <a:pt x="1302" y="7037"/>
                      <a:pt x="1302" y="7037"/>
                    </a:cubicBezTo>
                    <a:cubicBezTo>
                      <a:pt x="2047" y="7429"/>
                      <a:pt x="2686" y="7591"/>
                      <a:pt x="3233" y="7591"/>
                    </a:cubicBezTo>
                    <a:cubicBezTo>
                      <a:pt x="5040" y="7591"/>
                      <a:pt x="5854" y="5831"/>
                      <a:pt x="6242" y="4796"/>
                    </a:cubicBezTo>
                    <a:cubicBezTo>
                      <a:pt x="6628" y="3760"/>
                      <a:pt x="7206" y="2555"/>
                      <a:pt x="8483" y="1856"/>
                    </a:cubicBezTo>
                    <a:cubicBezTo>
                      <a:pt x="9784" y="1133"/>
                      <a:pt x="8845" y="217"/>
                      <a:pt x="8845" y="217"/>
                    </a:cubicBezTo>
                    <a:cubicBezTo>
                      <a:pt x="8653" y="147"/>
                      <a:pt x="8322" y="0"/>
                      <a:pt x="7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31"/>
              <p:cNvSpPr/>
              <p:nvPr/>
            </p:nvSpPr>
            <p:spPr>
              <a:xfrm>
                <a:off x="8032800" y="2127200"/>
                <a:ext cx="213900" cy="275350"/>
              </a:xfrm>
              <a:custGeom>
                <a:rect b="b" l="l" r="r" t="t"/>
                <a:pathLst>
                  <a:path extrusionOk="0" fill="none" h="11014" w="8556">
                    <a:moveTo>
                      <a:pt x="868" y="11013"/>
                    </a:moveTo>
                    <a:cubicBezTo>
                      <a:pt x="868" y="11013"/>
                      <a:pt x="1" y="5519"/>
                      <a:pt x="8555"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31"/>
              <p:cNvSpPr/>
              <p:nvPr/>
            </p:nvSpPr>
            <p:spPr>
              <a:xfrm>
                <a:off x="8003875" y="1896475"/>
                <a:ext cx="139200" cy="254275"/>
              </a:xfrm>
              <a:custGeom>
                <a:rect b="b" l="l" r="r" t="t"/>
                <a:pathLst>
                  <a:path extrusionOk="0" h="10171" w="5568">
                    <a:moveTo>
                      <a:pt x="3118" y="0"/>
                    </a:moveTo>
                    <a:cubicBezTo>
                      <a:pt x="2972" y="0"/>
                      <a:pt x="1833" y="43"/>
                      <a:pt x="2194" y="1374"/>
                    </a:cubicBezTo>
                    <a:cubicBezTo>
                      <a:pt x="2555" y="2820"/>
                      <a:pt x="2097" y="4049"/>
                      <a:pt x="1616" y="5061"/>
                    </a:cubicBezTo>
                    <a:cubicBezTo>
                      <a:pt x="989" y="6338"/>
                      <a:pt x="1" y="9013"/>
                      <a:pt x="3423" y="10170"/>
                    </a:cubicBezTo>
                    <a:cubicBezTo>
                      <a:pt x="3423" y="10170"/>
                      <a:pt x="3435" y="10170"/>
                      <a:pt x="3456" y="10170"/>
                    </a:cubicBezTo>
                    <a:cubicBezTo>
                      <a:pt x="3701" y="10170"/>
                      <a:pt x="5198" y="10069"/>
                      <a:pt x="5375" y="7591"/>
                    </a:cubicBezTo>
                    <a:cubicBezTo>
                      <a:pt x="5568" y="4892"/>
                      <a:pt x="4314" y="5904"/>
                      <a:pt x="4580" y="3302"/>
                    </a:cubicBezTo>
                    <a:cubicBezTo>
                      <a:pt x="4869" y="699"/>
                      <a:pt x="3567" y="241"/>
                      <a:pt x="3134" y="0"/>
                    </a:cubicBezTo>
                    <a:cubicBezTo>
                      <a:pt x="3134" y="0"/>
                      <a:pt x="3128" y="0"/>
                      <a:pt x="3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31"/>
              <p:cNvSpPr/>
              <p:nvPr/>
            </p:nvSpPr>
            <p:spPr>
              <a:xfrm>
                <a:off x="8049075" y="1927800"/>
                <a:ext cx="48225" cy="459075"/>
              </a:xfrm>
              <a:custGeom>
                <a:rect b="b" l="l" r="r" t="t"/>
                <a:pathLst>
                  <a:path extrusionOk="0" fill="none" h="18363" w="1929">
                    <a:moveTo>
                      <a:pt x="0" y="18363"/>
                    </a:moveTo>
                    <a:cubicBezTo>
                      <a:pt x="0" y="18363"/>
                      <a:pt x="1928" y="11447"/>
                      <a:pt x="1422" y="1"/>
                    </a:cubicBezTo>
                  </a:path>
                </a:pathLst>
              </a:custGeom>
              <a:noFill/>
              <a:ln cap="rnd" cmpd="sng" w="60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31"/>
              <p:cNvSpPr/>
              <p:nvPr/>
            </p:nvSpPr>
            <p:spPr>
              <a:xfrm>
                <a:off x="7958700" y="2380225"/>
                <a:ext cx="180750" cy="309675"/>
              </a:xfrm>
              <a:custGeom>
                <a:rect b="b" l="l" r="r" t="t"/>
                <a:pathLst>
                  <a:path extrusionOk="0" h="12387" w="7230">
                    <a:moveTo>
                      <a:pt x="2868" y="1"/>
                    </a:moveTo>
                    <a:lnTo>
                      <a:pt x="3182" y="772"/>
                    </a:lnTo>
                    <a:cubicBezTo>
                      <a:pt x="3254" y="965"/>
                      <a:pt x="3302" y="1157"/>
                      <a:pt x="3326" y="1374"/>
                    </a:cubicBezTo>
                    <a:lnTo>
                      <a:pt x="3423" y="2121"/>
                    </a:lnTo>
                    <a:cubicBezTo>
                      <a:pt x="1" y="4868"/>
                      <a:pt x="362" y="12387"/>
                      <a:pt x="362" y="12387"/>
                    </a:cubicBezTo>
                    <a:lnTo>
                      <a:pt x="6868" y="12387"/>
                    </a:lnTo>
                    <a:cubicBezTo>
                      <a:pt x="6868" y="12387"/>
                      <a:pt x="7230" y="4868"/>
                      <a:pt x="3808" y="2121"/>
                    </a:cubicBezTo>
                    <a:lnTo>
                      <a:pt x="3904" y="1374"/>
                    </a:lnTo>
                    <a:cubicBezTo>
                      <a:pt x="3929" y="1157"/>
                      <a:pt x="3977" y="965"/>
                      <a:pt x="4049" y="772"/>
                    </a:cubicBezTo>
                    <a:lnTo>
                      <a:pt x="43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31"/>
              <p:cNvSpPr/>
              <p:nvPr/>
            </p:nvSpPr>
            <p:spPr>
              <a:xfrm>
                <a:off x="7945450" y="2689875"/>
                <a:ext cx="278950" cy="385600"/>
              </a:xfrm>
              <a:custGeom>
                <a:rect b="b" l="l" r="r" t="t"/>
                <a:pathLst>
                  <a:path extrusionOk="0" h="15424" w="11158">
                    <a:moveTo>
                      <a:pt x="482" y="1"/>
                    </a:moveTo>
                    <a:lnTo>
                      <a:pt x="1" y="338"/>
                    </a:lnTo>
                    <a:lnTo>
                      <a:pt x="10676" y="15423"/>
                    </a:lnTo>
                    <a:lnTo>
                      <a:pt x="11158" y="15086"/>
                    </a:lnTo>
                    <a:lnTo>
                      <a:pt x="4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31"/>
              <p:cNvSpPr/>
              <p:nvPr/>
            </p:nvSpPr>
            <p:spPr>
              <a:xfrm>
                <a:off x="7914125" y="2694100"/>
                <a:ext cx="277750" cy="383775"/>
              </a:xfrm>
              <a:custGeom>
                <a:rect b="b" l="l" r="r" t="t"/>
                <a:pathLst>
                  <a:path extrusionOk="0" h="15351" w="11110">
                    <a:moveTo>
                      <a:pt x="10628" y="0"/>
                    </a:moveTo>
                    <a:lnTo>
                      <a:pt x="0" y="15013"/>
                    </a:lnTo>
                    <a:lnTo>
                      <a:pt x="458" y="15350"/>
                    </a:lnTo>
                    <a:lnTo>
                      <a:pt x="11109" y="338"/>
                    </a:lnTo>
                    <a:lnTo>
                      <a:pt x="106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31"/>
              <p:cNvSpPr/>
              <p:nvPr/>
            </p:nvSpPr>
            <p:spPr>
              <a:xfrm>
                <a:off x="7867725" y="2685675"/>
                <a:ext cx="368725" cy="25925"/>
              </a:xfrm>
              <a:custGeom>
                <a:rect b="b" l="l" r="r" t="t"/>
                <a:pathLst>
                  <a:path extrusionOk="0" h="1037" w="14749">
                    <a:moveTo>
                      <a:pt x="1" y="0"/>
                    </a:moveTo>
                    <a:lnTo>
                      <a:pt x="1" y="1036"/>
                    </a:lnTo>
                    <a:lnTo>
                      <a:pt x="14749" y="1036"/>
                    </a:lnTo>
                    <a:lnTo>
                      <a:pt x="147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85" name="Shape 12385"/>
        <p:cNvGrpSpPr/>
        <p:nvPr/>
      </p:nvGrpSpPr>
      <p:grpSpPr>
        <a:xfrm>
          <a:off x="0" y="0"/>
          <a:ext cx="0" cy="0"/>
          <a:chOff x="0" y="0"/>
          <a:chExt cx="0" cy="0"/>
        </a:xfrm>
      </p:grpSpPr>
      <p:sp>
        <p:nvSpPr>
          <p:cNvPr id="12386" name="Google Shape;12386;p13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2387" name="Google Shape;12387;p13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12388" name="Google Shape;12388;p13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chemeClr val="hlink"/>
                </a:solidFill>
                <a:uFill>
                  <a:noFill/>
                </a:uFill>
                <a:hlinkClick action="ppaction://hlinksldjump" r:id="rId7"/>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92" name="Shape 12392"/>
        <p:cNvGrpSpPr/>
        <p:nvPr/>
      </p:nvGrpSpPr>
      <p:grpSpPr>
        <a:xfrm>
          <a:off x="0" y="0"/>
          <a:ext cx="0" cy="0"/>
          <a:chOff x="0" y="0"/>
          <a:chExt cx="0" cy="0"/>
        </a:xfrm>
      </p:grpSpPr>
      <p:sp>
        <p:nvSpPr>
          <p:cNvPr id="12393" name="Google Shape;12393;p13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rgbClr val="869FB1"/>
                </a:solidFill>
                <a:hlinkClick action="ppaction://hlinksldjump" r:id="rId4">
                  <a:extLst>
                    <a:ext uri="{A12FA001-AC4F-418D-AE19-62706E023703}">
                      <ahyp:hlinkClr val="tx"/>
                    </a:ext>
                  </a:extLst>
                </a:hlinkClick>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2394" name="Google Shape;12394;p13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2395" name="Google Shape;12395;p13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99" name="Shape 12399"/>
        <p:cNvGrpSpPr/>
        <p:nvPr/>
      </p:nvGrpSpPr>
      <p:grpSpPr>
        <a:xfrm>
          <a:off x="0" y="0"/>
          <a:ext cx="0" cy="0"/>
          <a:chOff x="0" y="0"/>
          <a:chExt cx="0" cy="0"/>
        </a:xfrm>
      </p:grpSpPr>
      <p:sp>
        <p:nvSpPr>
          <p:cNvPr id="12400" name="Google Shape;12400;p134"/>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2401" name="Google Shape;12401;p134"/>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Balsamiq Sans</a:t>
            </a:r>
            <a:endParaRPr b="1" sz="1100">
              <a:solidFill>
                <a:srgbClr val="EFEFEF"/>
              </a:solidFill>
            </a:endParaRPr>
          </a:p>
          <a:p>
            <a:pPr indent="0" lvl="0" marL="0" rtl="0" algn="ctr">
              <a:lnSpc>
                <a:spcPct val="115000"/>
              </a:lnSpc>
              <a:spcBef>
                <a:spcPts val="0"/>
              </a:spcBef>
              <a:spcAft>
                <a:spcPts val="0"/>
              </a:spcAft>
              <a:buNone/>
            </a:pPr>
            <a:r>
              <a:rPr lang="en" sz="1100">
                <a:solidFill>
                  <a:schemeClr val="lt1"/>
                </a:solidFill>
                <a:uFill>
                  <a:noFill/>
                </a:uFill>
                <a:hlinkClick r:id="rId3">
                  <a:extLst>
                    <a:ext uri="{A12FA001-AC4F-418D-AE19-62706E023703}">
                      <ahyp:hlinkClr val="tx"/>
                    </a:ext>
                  </a:extLst>
                </a:hlinkClick>
              </a:rPr>
              <a:t>(</a:t>
            </a:r>
            <a:r>
              <a:rPr lang="en" sz="1100">
                <a:solidFill>
                  <a:schemeClr val="lt1"/>
                </a:solidFill>
                <a:uFill>
                  <a:noFill/>
                </a:uFill>
                <a:hlinkClick r:id="rId4">
                  <a:extLst>
                    <a:ext uri="{A12FA001-AC4F-418D-AE19-62706E023703}">
                      <ahyp:hlinkClr val="tx"/>
                    </a:ext>
                  </a:extLst>
                </a:hlinkClick>
              </a:rPr>
              <a:t>https://fonts.google.com/specimen/Balsamiq+Sans</a:t>
            </a:r>
            <a:r>
              <a:rPr lang="en" sz="1100">
                <a:solidFill>
                  <a:schemeClr val="lt1"/>
                </a:solidFill>
                <a:uFill>
                  <a:noFill/>
                </a:uFill>
                <a:hlinkClick r:id="rId5">
                  <a:extLst>
                    <a:ext uri="{A12FA001-AC4F-418D-AE19-62706E023703}">
                      <ahyp:hlinkClr val="tx"/>
                    </a:ext>
                  </a:extLst>
                </a:hlinkClick>
              </a:rPr>
              <a:t>)</a:t>
            </a:r>
            <a:endParaRPr sz="1100">
              <a:solidFill>
                <a:schemeClr val="lt1"/>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Open Sans</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6">
                  <a:extLst>
                    <a:ext uri="{A12FA001-AC4F-418D-AE19-62706E023703}">
                      <ahyp:hlinkClr val="tx"/>
                    </a:ext>
                  </a:extLst>
                </a:hlinkClick>
              </a:rPr>
              <a:t>https://fonts.google.com/specimen/Roboto+Slab</a:t>
            </a:r>
            <a:r>
              <a:rPr lang="en" sz="1100">
                <a:solidFill>
                  <a:srgbClr val="FFFFFF"/>
                </a:solidFill>
              </a:rPr>
              <a:t>)</a:t>
            </a:r>
            <a:endParaRPr sz="1100">
              <a:solidFill>
                <a:srgbClr val="FFFFFF"/>
              </a:solidFill>
            </a:endParaRPr>
          </a:p>
        </p:txBody>
      </p:sp>
      <p:sp>
        <p:nvSpPr>
          <p:cNvPr id="12402" name="Google Shape;12402;p134"/>
          <p:cNvSpPr/>
          <p:nvPr/>
        </p:nvSpPr>
        <p:spPr>
          <a:xfrm>
            <a:off x="2052650" y="2988225"/>
            <a:ext cx="791400" cy="754200"/>
          </a:xfrm>
          <a:prstGeom prst="roundRect">
            <a:avLst>
              <a:gd fmla="val 16667" name="adj"/>
            </a:avLst>
          </a:prstGeom>
          <a:solidFill>
            <a:srgbClr val="06060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34"/>
          <p:cNvSpPr/>
          <p:nvPr/>
        </p:nvSpPr>
        <p:spPr>
          <a:xfrm>
            <a:off x="3114470"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34"/>
          <p:cNvSpPr/>
          <p:nvPr/>
        </p:nvSpPr>
        <p:spPr>
          <a:xfrm>
            <a:off x="4176289" y="2988225"/>
            <a:ext cx="791400" cy="754200"/>
          </a:xfrm>
          <a:prstGeom prst="roundRect">
            <a:avLst>
              <a:gd fmla="val 16667" name="adj"/>
            </a:avLst>
          </a:prstGeom>
          <a:solidFill>
            <a:srgbClr val="2E3B4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34"/>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060607</a:t>
            </a:r>
            <a:endParaRPr sz="1000">
              <a:solidFill>
                <a:srgbClr val="FFFFFF"/>
              </a:solidFill>
            </a:endParaRPr>
          </a:p>
        </p:txBody>
      </p:sp>
      <p:sp>
        <p:nvSpPr>
          <p:cNvPr id="12406" name="Google Shape;12406;p134"/>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FFFFFF</a:t>
            </a:r>
            <a:endParaRPr sz="1000">
              <a:solidFill>
                <a:schemeClr val="dk1"/>
              </a:solidFill>
            </a:endParaRPr>
          </a:p>
        </p:txBody>
      </p:sp>
      <p:sp>
        <p:nvSpPr>
          <p:cNvPr id="12407" name="Google Shape;12407;p134"/>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2E3B46</a:t>
            </a:r>
            <a:endParaRPr sz="1000">
              <a:solidFill>
                <a:srgbClr val="FFFFFF"/>
              </a:solidFill>
            </a:endParaRPr>
          </a:p>
        </p:txBody>
      </p:sp>
      <p:sp>
        <p:nvSpPr>
          <p:cNvPr id="12408" name="Google Shape;12408;p134"/>
          <p:cNvSpPr/>
          <p:nvPr/>
        </p:nvSpPr>
        <p:spPr>
          <a:xfrm>
            <a:off x="5238125" y="2988225"/>
            <a:ext cx="791400" cy="754200"/>
          </a:xfrm>
          <a:prstGeom prst="roundRect">
            <a:avLst>
              <a:gd fmla="val 16667" name="adj"/>
            </a:avLst>
          </a:prstGeom>
          <a:solidFill>
            <a:srgbClr val="46555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34"/>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465557</a:t>
            </a:r>
            <a:endParaRPr sz="1000">
              <a:solidFill>
                <a:srgbClr val="FFFFFF"/>
              </a:solidFill>
            </a:endParaRPr>
          </a:p>
        </p:txBody>
      </p:sp>
      <p:sp>
        <p:nvSpPr>
          <p:cNvPr id="12410" name="Google Shape;12410;p134"/>
          <p:cNvSpPr/>
          <p:nvPr/>
        </p:nvSpPr>
        <p:spPr>
          <a:xfrm>
            <a:off x="2052650" y="3919325"/>
            <a:ext cx="791400" cy="754200"/>
          </a:xfrm>
          <a:prstGeom prst="roundRect">
            <a:avLst>
              <a:gd fmla="val 16667" name="adj"/>
            </a:avLst>
          </a:prstGeom>
          <a:solidFill>
            <a:srgbClr val="C0D6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34"/>
          <p:cNvSpPr/>
          <p:nvPr/>
        </p:nvSpPr>
        <p:spPr>
          <a:xfrm>
            <a:off x="3114470" y="3919325"/>
            <a:ext cx="791400" cy="754200"/>
          </a:xfrm>
          <a:prstGeom prst="roundRect">
            <a:avLst>
              <a:gd fmla="val 16667" name="adj"/>
            </a:avLst>
          </a:prstGeom>
          <a:solidFill>
            <a:srgbClr val="E3E5D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34"/>
          <p:cNvSpPr/>
          <p:nvPr/>
        </p:nvSpPr>
        <p:spPr>
          <a:xfrm>
            <a:off x="4176289" y="3919325"/>
            <a:ext cx="791400" cy="754200"/>
          </a:xfrm>
          <a:prstGeom prst="roundRect">
            <a:avLst>
              <a:gd fmla="val 16667" name="adj"/>
            </a:avLst>
          </a:prstGeom>
          <a:solidFill>
            <a:srgbClr val="CDAE4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34"/>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C0D6C2</a:t>
            </a:r>
            <a:endParaRPr sz="1000">
              <a:solidFill>
                <a:schemeClr val="dk1"/>
              </a:solidFill>
            </a:endParaRPr>
          </a:p>
        </p:txBody>
      </p:sp>
      <p:sp>
        <p:nvSpPr>
          <p:cNvPr id="12414" name="Google Shape;12414;p134"/>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E3E5D2</a:t>
            </a:r>
            <a:endParaRPr sz="1000">
              <a:solidFill>
                <a:schemeClr val="dk1"/>
              </a:solidFill>
            </a:endParaRPr>
          </a:p>
        </p:txBody>
      </p:sp>
      <p:sp>
        <p:nvSpPr>
          <p:cNvPr id="12415" name="Google Shape;12415;p134"/>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CDAE46</a:t>
            </a:r>
            <a:endParaRPr sz="1000">
              <a:solidFill>
                <a:srgbClr val="FFFFFF"/>
              </a:solidFill>
            </a:endParaRPr>
          </a:p>
        </p:txBody>
      </p:sp>
      <p:sp>
        <p:nvSpPr>
          <p:cNvPr id="12416" name="Google Shape;12416;p134"/>
          <p:cNvSpPr/>
          <p:nvPr/>
        </p:nvSpPr>
        <p:spPr>
          <a:xfrm>
            <a:off x="5238125" y="3919325"/>
            <a:ext cx="791400" cy="754200"/>
          </a:xfrm>
          <a:prstGeom prst="roundRect">
            <a:avLst>
              <a:gd fmla="val 16667" name="adj"/>
            </a:avLst>
          </a:prstGeom>
          <a:solidFill>
            <a:srgbClr val="BB8A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34"/>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BB8A59</a:t>
            </a:r>
            <a:endParaRPr sz="1000">
              <a:solidFill>
                <a:srgbClr val="FFFFFF"/>
              </a:solidFill>
            </a:endParaRPr>
          </a:p>
        </p:txBody>
      </p:sp>
      <p:sp>
        <p:nvSpPr>
          <p:cNvPr id="12418" name="Google Shape;12418;p134"/>
          <p:cNvSpPr/>
          <p:nvPr/>
        </p:nvSpPr>
        <p:spPr>
          <a:xfrm>
            <a:off x="6299950" y="2988225"/>
            <a:ext cx="791400" cy="754200"/>
          </a:xfrm>
          <a:prstGeom prst="roundRect">
            <a:avLst>
              <a:gd fmla="val 16667" name="adj"/>
            </a:avLst>
          </a:prstGeom>
          <a:solidFill>
            <a:srgbClr val="AAB18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34"/>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AAB18E</a:t>
            </a:r>
            <a:endParaRPr sz="1000">
              <a:solidFill>
                <a:schemeClr val="dk1"/>
              </a:solidFill>
            </a:endParaRPr>
          </a:p>
        </p:txBody>
      </p:sp>
      <p:sp>
        <p:nvSpPr>
          <p:cNvPr id="12420" name="Google Shape;12420;p134"/>
          <p:cNvSpPr/>
          <p:nvPr/>
        </p:nvSpPr>
        <p:spPr>
          <a:xfrm>
            <a:off x="6299950" y="3919325"/>
            <a:ext cx="791400" cy="754200"/>
          </a:xfrm>
          <a:prstGeom prst="roundRect">
            <a:avLst>
              <a:gd fmla="val 16667" name="adj"/>
            </a:avLst>
          </a:prstGeom>
          <a:solidFill>
            <a:srgbClr val="9E663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34"/>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9E663A</a:t>
            </a:r>
            <a:endParaRPr sz="1000">
              <a:solidFill>
                <a:srgbClr val="FFFFFF"/>
              </a:solidFill>
            </a:endParaRPr>
          </a:p>
        </p:txBody>
      </p:sp>
      <p:sp>
        <p:nvSpPr>
          <p:cNvPr id="12422" name="Google Shape;12422;p1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26" name="Shape 12426"/>
        <p:cNvGrpSpPr/>
        <p:nvPr/>
      </p:nvGrpSpPr>
      <p:grpSpPr>
        <a:xfrm>
          <a:off x="0" y="0"/>
          <a:ext cx="0" cy="0"/>
          <a:chOff x="0" y="0"/>
          <a:chExt cx="0" cy="0"/>
        </a:xfrm>
      </p:grpSpPr>
      <p:sp>
        <p:nvSpPr>
          <p:cNvPr id="12427" name="Google Shape;12427;p13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2428" name="Google Shape;12428;p13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2429" name="Google Shape;12429;p13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2430" name="Google Shape;12430;p13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2431" name="Google Shape;12431;p13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2432" name="Google Shape;12432;p13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2433" name="Google Shape;12433;p135"/>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2434" name="Google Shape;12434;p135"/>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2435" name="Google Shape;12435;p135"/>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2436" name="Google Shape;12436;p135"/>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2437" name="Google Shape;12437;p13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2438" name="Google Shape;12438;p13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42" name="Shape 12442"/>
        <p:cNvGrpSpPr/>
        <p:nvPr/>
      </p:nvGrpSpPr>
      <p:grpSpPr>
        <a:xfrm>
          <a:off x="0" y="0"/>
          <a:ext cx="0" cy="0"/>
          <a:chOff x="0" y="0"/>
          <a:chExt cx="0" cy="0"/>
        </a:xfrm>
      </p:grpSpPr>
      <p:sp>
        <p:nvSpPr>
          <p:cNvPr id="12443" name="Google Shape;12443;p13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12444" name="Google Shape;12444;p1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2445" name="Google Shape;12445;p136"/>
          <p:cNvGrpSpPr/>
          <p:nvPr/>
        </p:nvGrpSpPr>
        <p:grpSpPr>
          <a:xfrm>
            <a:off x="5082708" y="3095784"/>
            <a:ext cx="442841" cy="514271"/>
            <a:chOff x="4727025" y="1332775"/>
            <a:chExt cx="59900" cy="69625"/>
          </a:xfrm>
        </p:grpSpPr>
        <p:sp>
          <p:nvSpPr>
            <p:cNvPr id="12446" name="Google Shape;12446;p13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3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136"/>
          <p:cNvGrpSpPr/>
          <p:nvPr/>
        </p:nvGrpSpPr>
        <p:grpSpPr>
          <a:xfrm>
            <a:off x="5758025" y="2343272"/>
            <a:ext cx="500909" cy="500899"/>
            <a:chOff x="4820425" y="1329900"/>
            <a:chExt cx="70175" cy="70350"/>
          </a:xfrm>
        </p:grpSpPr>
        <p:sp>
          <p:nvSpPr>
            <p:cNvPr id="12449" name="Google Shape;12449;p13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3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3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3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136"/>
          <p:cNvGrpSpPr/>
          <p:nvPr/>
        </p:nvGrpSpPr>
        <p:grpSpPr>
          <a:xfrm>
            <a:off x="6410648" y="2355062"/>
            <a:ext cx="538135" cy="493119"/>
            <a:chOff x="4903200" y="1331525"/>
            <a:chExt cx="73575" cy="67425"/>
          </a:xfrm>
        </p:grpSpPr>
        <p:sp>
          <p:nvSpPr>
            <p:cNvPr id="12454" name="Google Shape;12454;p13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455" name="Google Shape;12455;p13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136"/>
          <p:cNvGrpSpPr/>
          <p:nvPr/>
        </p:nvGrpSpPr>
        <p:grpSpPr>
          <a:xfrm>
            <a:off x="5670599" y="3097040"/>
            <a:ext cx="544563" cy="511895"/>
            <a:chOff x="4815575" y="1416800"/>
            <a:chExt cx="73750" cy="71400"/>
          </a:xfrm>
        </p:grpSpPr>
        <p:sp>
          <p:nvSpPr>
            <p:cNvPr id="12457" name="Google Shape;12457;p13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3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3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136"/>
          <p:cNvGrpSpPr/>
          <p:nvPr/>
        </p:nvGrpSpPr>
        <p:grpSpPr>
          <a:xfrm>
            <a:off x="6367224" y="3096746"/>
            <a:ext cx="602914" cy="512477"/>
            <a:chOff x="4902475" y="1418875"/>
            <a:chExt cx="74500" cy="63775"/>
          </a:xfrm>
        </p:grpSpPr>
        <p:sp>
          <p:nvSpPr>
            <p:cNvPr id="12461" name="Google Shape;12461;p13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3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136"/>
          <p:cNvGrpSpPr/>
          <p:nvPr/>
        </p:nvGrpSpPr>
        <p:grpSpPr>
          <a:xfrm>
            <a:off x="5783096" y="3835985"/>
            <a:ext cx="515391" cy="525699"/>
            <a:chOff x="4818100" y="1507675"/>
            <a:chExt cx="71225" cy="71625"/>
          </a:xfrm>
        </p:grpSpPr>
        <p:sp>
          <p:nvSpPr>
            <p:cNvPr id="12464" name="Google Shape;12464;p13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3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3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3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136"/>
          <p:cNvGrpSpPr/>
          <p:nvPr/>
        </p:nvGrpSpPr>
        <p:grpSpPr>
          <a:xfrm>
            <a:off x="5121199" y="3857517"/>
            <a:ext cx="522956" cy="489869"/>
            <a:chOff x="4721450" y="1509475"/>
            <a:chExt cx="79350" cy="74325"/>
          </a:xfrm>
        </p:grpSpPr>
        <p:sp>
          <p:nvSpPr>
            <p:cNvPr id="12469" name="Google Shape;12469;p13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3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3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3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136"/>
          <p:cNvGrpSpPr/>
          <p:nvPr/>
        </p:nvGrpSpPr>
        <p:grpSpPr>
          <a:xfrm>
            <a:off x="6444441" y="3837269"/>
            <a:ext cx="525704" cy="535436"/>
            <a:chOff x="4906800" y="1507500"/>
            <a:chExt cx="70350" cy="71075"/>
          </a:xfrm>
        </p:grpSpPr>
        <p:sp>
          <p:nvSpPr>
            <p:cNvPr id="12474" name="Google Shape;12474;p13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3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3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3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3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136"/>
          <p:cNvGrpSpPr/>
          <p:nvPr/>
        </p:nvGrpSpPr>
        <p:grpSpPr>
          <a:xfrm>
            <a:off x="4477263" y="2343250"/>
            <a:ext cx="508054" cy="508095"/>
            <a:chOff x="3736598" y="2170606"/>
            <a:chExt cx="404889" cy="404889"/>
          </a:xfrm>
        </p:grpSpPr>
        <p:sp>
          <p:nvSpPr>
            <p:cNvPr id="12480" name="Google Shape;12480;p13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3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3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3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136"/>
          <p:cNvGrpSpPr/>
          <p:nvPr/>
        </p:nvGrpSpPr>
        <p:grpSpPr>
          <a:xfrm>
            <a:off x="3765303" y="2343345"/>
            <a:ext cx="575790" cy="507904"/>
            <a:chOff x="3161917" y="2170682"/>
            <a:chExt cx="458870" cy="404737"/>
          </a:xfrm>
        </p:grpSpPr>
        <p:sp>
          <p:nvSpPr>
            <p:cNvPr id="12485" name="Google Shape;12485;p13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486" name="Google Shape;12486;p13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3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136"/>
          <p:cNvGrpSpPr/>
          <p:nvPr/>
        </p:nvGrpSpPr>
        <p:grpSpPr>
          <a:xfrm>
            <a:off x="3792833" y="3103717"/>
            <a:ext cx="520730" cy="498567"/>
            <a:chOff x="3179914" y="2889488"/>
            <a:chExt cx="422876" cy="404911"/>
          </a:xfrm>
        </p:grpSpPr>
        <p:sp>
          <p:nvSpPr>
            <p:cNvPr id="12489" name="Google Shape;12489;p13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3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3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3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3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3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136"/>
          <p:cNvGrpSpPr/>
          <p:nvPr/>
        </p:nvGrpSpPr>
        <p:grpSpPr>
          <a:xfrm>
            <a:off x="4421513" y="3103677"/>
            <a:ext cx="516145" cy="498648"/>
            <a:chOff x="3729467" y="2889422"/>
            <a:chExt cx="419153" cy="404977"/>
          </a:xfrm>
        </p:grpSpPr>
        <p:sp>
          <p:nvSpPr>
            <p:cNvPr id="12496" name="Google Shape;12496;p13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3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3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3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3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3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3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3" name="Google Shape;12503;p13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3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3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3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7" name="Google Shape;12507;p136"/>
          <p:cNvGrpSpPr/>
          <p:nvPr/>
        </p:nvGrpSpPr>
        <p:grpSpPr>
          <a:xfrm>
            <a:off x="7141841" y="2550562"/>
            <a:ext cx="166473" cy="141497"/>
            <a:chOff x="4660325" y="1866850"/>
            <a:chExt cx="68350" cy="58100"/>
          </a:xfrm>
        </p:grpSpPr>
        <p:sp>
          <p:nvSpPr>
            <p:cNvPr id="12508" name="Google Shape;12508;p13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3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136"/>
          <p:cNvGrpSpPr/>
          <p:nvPr/>
        </p:nvGrpSpPr>
        <p:grpSpPr>
          <a:xfrm>
            <a:off x="7451186" y="2576286"/>
            <a:ext cx="162515" cy="90049"/>
            <a:chOff x="4791775" y="1877500"/>
            <a:chExt cx="66725" cy="36975"/>
          </a:xfrm>
        </p:grpSpPr>
        <p:sp>
          <p:nvSpPr>
            <p:cNvPr id="12511" name="Google Shape;12511;p13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3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136"/>
          <p:cNvGrpSpPr/>
          <p:nvPr/>
        </p:nvGrpSpPr>
        <p:grpSpPr>
          <a:xfrm>
            <a:off x="7772899" y="2576286"/>
            <a:ext cx="144979" cy="90049"/>
            <a:chOff x="4923925" y="1877500"/>
            <a:chExt cx="59525" cy="36975"/>
          </a:xfrm>
        </p:grpSpPr>
        <p:sp>
          <p:nvSpPr>
            <p:cNvPr id="12514" name="Google Shape;12514;p13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3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136"/>
          <p:cNvGrpSpPr/>
          <p:nvPr/>
        </p:nvGrpSpPr>
        <p:grpSpPr>
          <a:xfrm>
            <a:off x="8067390" y="2558477"/>
            <a:ext cx="141447" cy="125667"/>
            <a:chOff x="5058450" y="1870100"/>
            <a:chExt cx="58075" cy="51600"/>
          </a:xfrm>
        </p:grpSpPr>
        <p:sp>
          <p:nvSpPr>
            <p:cNvPr id="12517" name="Google Shape;12517;p13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3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136"/>
          <p:cNvGrpSpPr/>
          <p:nvPr/>
        </p:nvGrpSpPr>
        <p:grpSpPr>
          <a:xfrm>
            <a:off x="7481905" y="2980885"/>
            <a:ext cx="101077" cy="107645"/>
            <a:chOff x="4811425" y="2065025"/>
            <a:chExt cx="41500" cy="44200"/>
          </a:xfrm>
        </p:grpSpPr>
        <p:sp>
          <p:nvSpPr>
            <p:cNvPr id="12520" name="Google Shape;12520;p13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3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136"/>
          <p:cNvGrpSpPr/>
          <p:nvPr/>
        </p:nvGrpSpPr>
        <p:grpSpPr>
          <a:xfrm>
            <a:off x="7774342" y="2981098"/>
            <a:ext cx="120867" cy="107218"/>
            <a:chOff x="4929875" y="2065025"/>
            <a:chExt cx="49625" cy="44025"/>
          </a:xfrm>
        </p:grpSpPr>
        <p:sp>
          <p:nvSpPr>
            <p:cNvPr id="12523" name="Google Shape;12523;p13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3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136"/>
          <p:cNvGrpSpPr/>
          <p:nvPr/>
        </p:nvGrpSpPr>
        <p:grpSpPr>
          <a:xfrm>
            <a:off x="8103011" y="2984112"/>
            <a:ext cx="70206" cy="101191"/>
            <a:chOff x="5083925" y="2066350"/>
            <a:chExt cx="28825" cy="41550"/>
          </a:xfrm>
        </p:grpSpPr>
        <p:sp>
          <p:nvSpPr>
            <p:cNvPr id="12526" name="Google Shape;12526;p13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3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136"/>
          <p:cNvGrpSpPr/>
          <p:nvPr/>
        </p:nvGrpSpPr>
        <p:grpSpPr>
          <a:xfrm>
            <a:off x="7134565" y="2999759"/>
            <a:ext cx="181026" cy="69896"/>
            <a:chOff x="4659775" y="2072775"/>
            <a:chExt cx="74325" cy="28700"/>
          </a:xfrm>
        </p:grpSpPr>
        <p:sp>
          <p:nvSpPr>
            <p:cNvPr id="12529" name="Google Shape;12529;p13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3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3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136"/>
          <p:cNvGrpSpPr/>
          <p:nvPr/>
        </p:nvGrpSpPr>
        <p:grpSpPr>
          <a:xfrm>
            <a:off x="8054421" y="2790324"/>
            <a:ext cx="167387" cy="89197"/>
            <a:chOff x="4662475" y="1976500"/>
            <a:chExt cx="68725" cy="36625"/>
          </a:xfrm>
        </p:grpSpPr>
        <p:sp>
          <p:nvSpPr>
            <p:cNvPr id="12533" name="Google Shape;12533;p13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3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3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136"/>
          <p:cNvGrpSpPr/>
          <p:nvPr/>
        </p:nvGrpSpPr>
        <p:grpSpPr>
          <a:xfrm>
            <a:off x="7751326" y="2793764"/>
            <a:ext cx="166899" cy="82317"/>
            <a:chOff x="4920150" y="1977875"/>
            <a:chExt cx="68525" cy="33800"/>
          </a:xfrm>
        </p:grpSpPr>
        <p:sp>
          <p:nvSpPr>
            <p:cNvPr id="12537" name="Google Shape;12537;p13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3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3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136"/>
          <p:cNvGrpSpPr/>
          <p:nvPr/>
        </p:nvGrpSpPr>
        <p:grpSpPr>
          <a:xfrm>
            <a:off x="7162483" y="3197682"/>
            <a:ext cx="125190" cy="127859"/>
            <a:chOff x="4676550" y="2160575"/>
            <a:chExt cx="51400" cy="52500"/>
          </a:xfrm>
        </p:grpSpPr>
        <p:sp>
          <p:nvSpPr>
            <p:cNvPr id="12541" name="Google Shape;12541;p13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3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3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136"/>
          <p:cNvGrpSpPr/>
          <p:nvPr/>
        </p:nvGrpSpPr>
        <p:grpSpPr>
          <a:xfrm>
            <a:off x="7459741" y="3204714"/>
            <a:ext cx="145405" cy="113794"/>
            <a:chOff x="4768325" y="2163475"/>
            <a:chExt cx="59700" cy="46725"/>
          </a:xfrm>
        </p:grpSpPr>
        <p:sp>
          <p:nvSpPr>
            <p:cNvPr id="12545" name="Google Shape;12545;p13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3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7" name="Google Shape;12547;p13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3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3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3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3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3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3" name="Google Shape;12553;p136"/>
          <p:cNvGrpSpPr/>
          <p:nvPr/>
        </p:nvGrpSpPr>
        <p:grpSpPr>
          <a:xfrm>
            <a:off x="7476059" y="3459808"/>
            <a:ext cx="112768" cy="106853"/>
            <a:chOff x="4768575" y="2253950"/>
            <a:chExt cx="46300" cy="43875"/>
          </a:xfrm>
        </p:grpSpPr>
        <p:sp>
          <p:nvSpPr>
            <p:cNvPr id="12554" name="Google Shape;12554;p13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3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136"/>
          <p:cNvGrpSpPr/>
          <p:nvPr/>
        </p:nvGrpSpPr>
        <p:grpSpPr>
          <a:xfrm>
            <a:off x="7775682" y="3948834"/>
            <a:ext cx="118187" cy="146246"/>
            <a:chOff x="4960900" y="2433225"/>
            <a:chExt cx="48525" cy="60050"/>
          </a:xfrm>
        </p:grpSpPr>
        <p:sp>
          <p:nvSpPr>
            <p:cNvPr id="12557" name="Google Shape;12557;p13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3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136"/>
          <p:cNvGrpSpPr/>
          <p:nvPr/>
        </p:nvGrpSpPr>
        <p:grpSpPr>
          <a:xfrm>
            <a:off x="7464247" y="4212895"/>
            <a:ext cx="136394" cy="143810"/>
            <a:chOff x="4854075" y="2527625"/>
            <a:chExt cx="56000" cy="59050"/>
          </a:xfrm>
        </p:grpSpPr>
        <p:sp>
          <p:nvSpPr>
            <p:cNvPr id="12560" name="Google Shape;12560;p13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3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2" name="Google Shape;12562;p13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3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3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5" name="Google Shape;12565;p136"/>
          <p:cNvGrpSpPr/>
          <p:nvPr/>
        </p:nvGrpSpPr>
        <p:grpSpPr>
          <a:xfrm>
            <a:off x="8088458" y="3676639"/>
            <a:ext cx="99312" cy="160797"/>
            <a:chOff x="5059700" y="2334775"/>
            <a:chExt cx="40775" cy="66025"/>
          </a:xfrm>
        </p:grpSpPr>
        <p:sp>
          <p:nvSpPr>
            <p:cNvPr id="12566" name="Google Shape;12566;p13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3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3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3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3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3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3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3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3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136"/>
          <p:cNvGrpSpPr/>
          <p:nvPr/>
        </p:nvGrpSpPr>
        <p:grpSpPr>
          <a:xfrm>
            <a:off x="8045622" y="3941771"/>
            <a:ext cx="184984" cy="160371"/>
            <a:chOff x="5037700" y="2430325"/>
            <a:chExt cx="75950" cy="65850"/>
          </a:xfrm>
        </p:grpSpPr>
        <p:sp>
          <p:nvSpPr>
            <p:cNvPr id="12576" name="Google Shape;12576;p13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3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136"/>
          <p:cNvGrpSpPr/>
          <p:nvPr/>
        </p:nvGrpSpPr>
        <p:grpSpPr>
          <a:xfrm>
            <a:off x="7465128" y="3708223"/>
            <a:ext cx="173014" cy="97629"/>
            <a:chOff x="4756975" y="2341800"/>
            <a:chExt cx="91975" cy="51925"/>
          </a:xfrm>
        </p:grpSpPr>
        <p:sp>
          <p:nvSpPr>
            <p:cNvPr id="12579" name="Google Shape;12579;p13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3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3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3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3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3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3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3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3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3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3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3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3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3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3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3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3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3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3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3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136"/>
          <p:cNvGrpSpPr/>
          <p:nvPr/>
        </p:nvGrpSpPr>
        <p:grpSpPr>
          <a:xfrm>
            <a:off x="7732065" y="4196920"/>
            <a:ext cx="212497" cy="175761"/>
            <a:chOff x="4943575" y="2516350"/>
            <a:chExt cx="98675" cy="81700"/>
          </a:xfrm>
        </p:grpSpPr>
        <p:sp>
          <p:nvSpPr>
            <p:cNvPr id="12600" name="Google Shape;12600;p13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3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3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3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3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3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3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3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3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3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3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3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3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3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3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3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3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3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3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3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3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3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3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3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3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3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3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3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3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3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3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3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3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3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3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3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3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3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3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3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3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3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3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3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3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3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3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3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3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3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3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3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3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3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3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3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3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3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3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3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3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3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3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3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3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3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3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3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3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3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3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3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3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3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3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3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3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3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136"/>
          <p:cNvGrpSpPr/>
          <p:nvPr/>
        </p:nvGrpSpPr>
        <p:grpSpPr>
          <a:xfrm>
            <a:off x="1990126" y="3423163"/>
            <a:ext cx="965351" cy="134611"/>
            <a:chOff x="4411970" y="2962952"/>
            <a:chExt cx="706544" cy="104212"/>
          </a:xfrm>
        </p:grpSpPr>
        <p:sp>
          <p:nvSpPr>
            <p:cNvPr id="12679" name="Google Shape;12679;p13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3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3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3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136"/>
          <p:cNvGrpSpPr/>
          <p:nvPr/>
        </p:nvGrpSpPr>
        <p:grpSpPr>
          <a:xfrm>
            <a:off x="1990126" y="3012077"/>
            <a:ext cx="960158" cy="289172"/>
            <a:chOff x="4411970" y="2726085"/>
            <a:chExt cx="643107" cy="193659"/>
          </a:xfrm>
        </p:grpSpPr>
        <p:sp>
          <p:nvSpPr>
            <p:cNvPr id="12684" name="Google Shape;12684;p13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3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3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136"/>
          <p:cNvGrpSpPr/>
          <p:nvPr/>
        </p:nvGrpSpPr>
        <p:grpSpPr>
          <a:xfrm>
            <a:off x="993018" y="3278187"/>
            <a:ext cx="833173" cy="259209"/>
            <a:chOff x="4411970" y="4340222"/>
            <a:chExt cx="779467" cy="242683"/>
          </a:xfrm>
        </p:grpSpPr>
        <p:sp>
          <p:nvSpPr>
            <p:cNvPr id="12688" name="Google Shape;12688;p13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3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3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136"/>
          <p:cNvGrpSpPr/>
          <p:nvPr/>
        </p:nvGrpSpPr>
        <p:grpSpPr>
          <a:xfrm>
            <a:off x="1990126" y="2673933"/>
            <a:ext cx="965160" cy="216230"/>
            <a:chOff x="4411970" y="2468674"/>
            <a:chExt cx="747317" cy="167425"/>
          </a:xfrm>
        </p:grpSpPr>
        <p:sp>
          <p:nvSpPr>
            <p:cNvPr id="12692" name="Google Shape;12692;p13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3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136"/>
          <p:cNvGrpSpPr/>
          <p:nvPr/>
        </p:nvGrpSpPr>
        <p:grpSpPr>
          <a:xfrm>
            <a:off x="988873" y="2578650"/>
            <a:ext cx="810451" cy="319148"/>
            <a:chOff x="4411970" y="3686602"/>
            <a:chExt cx="797845" cy="314215"/>
          </a:xfrm>
        </p:grpSpPr>
        <p:sp>
          <p:nvSpPr>
            <p:cNvPr id="12695" name="Google Shape;12695;p13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3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3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3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3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0" name="Google Shape;12700;p13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1" name="Google Shape;12701;p136"/>
          <p:cNvGrpSpPr/>
          <p:nvPr/>
        </p:nvGrpSpPr>
        <p:grpSpPr>
          <a:xfrm>
            <a:off x="988970" y="2333174"/>
            <a:ext cx="1970333" cy="208784"/>
            <a:chOff x="6336019" y="3733725"/>
            <a:chExt cx="2566206" cy="351310"/>
          </a:xfrm>
        </p:grpSpPr>
        <p:sp>
          <p:nvSpPr>
            <p:cNvPr id="12702" name="Google Shape;12702;p13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3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3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3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136"/>
          <p:cNvGrpSpPr/>
          <p:nvPr/>
        </p:nvGrpSpPr>
        <p:grpSpPr>
          <a:xfrm>
            <a:off x="1990126" y="3940729"/>
            <a:ext cx="946551" cy="153200"/>
            <a:chOff x="4404545" y="3301592"/>
            <a:chExt cx="782403" cy="129272"/>
          </a:xfrm>
        </p:grpSpPr>
        <p:sp>
          <p:nvSpPr>
            <p:cNvPr id="12707" name="Google Shape;12707;p13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3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136"/>
          <p:cNvGrpSpPr/>
          <p:nvPr/>
        </p:nvGrpSpPr>
        <p:grpSpPr>
          <a:xfrm>
            <a:off x="1990126" y="3679688"/>
            <a:ext cx="962257" cy="139127"/>
            <a:chOff x="4411970" y="3131459"/>
            <a:chExt cx="710520" cy="117397"/>
          </a:xfrm>
        </p:grpSpPr>
        <p:sp>
          <p:nvSpPr>
            <p:cNvPr id="12710" name="Google Shape;12710;p13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3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712" name="Google Shape;12712;p13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3" name="Google Shape;12713;p136"/>
          <p:cNvGrpSpPr/>
          <p:nvPr/>
        </p:nvGrpSpPr>
        <p:grpSpPr>
          <a:xfrm>
            <a:off x="990271" y="3614482"/>
            <a:ext cx="823838" cy="458988"/>
            <a:chOff x="4411970" y="1801825"/>
            <a:chExt cx="734586" cy="409262"/>
          </a:xfrm>
        </p:grpSpPr>
        <p:sp>
          <p:nvSpPr>
            <p:cNvPr id="12714" name="Google Shape;12714;p13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3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136"/>
          <p:cNvGrpSpPr/>
          <p:nvPr/>
        </p:nvGrpSpPr>
        <p:grpSpPr>
          <a:xfrm>
            <a:off x="990271" y="4162908"/>
            <a:ext cx="856348" cy="212039"/>
            <a:chOff x="4411970" y="2233974"/>
            <a:chExt cx="763574" cy="189068"/>
          </a:xfrm>
        </p:grpSpPr>
        <p:sp>
          <p:nvSpPr>
            <p:cNvPr id="12717" name="Google Shape;12717;p13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3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136"/>
          <p:cNvGrpSpPr/>
          <p:nvPr/>
        </p:nvGrpSpPr>
        <p:grpSpPr>
          <a:xfrm>
            <a:off x="3100467" y="2338244"/>
            <a:ext cx="511602" cy="511602"/>
            <a:chOff x="5681300" y="2527788"/>
            <a:chExt cx="805800" cy="805800"/>
          </a:xfrm>
        </p:grpSpPr>
        <p:sp>
          <p:nvSpPr>
            <p:cNvPr id="12720" name="Google Shape;12720;p13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3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136"/>
          <p:cNvGrpSpPr/>
          <p:nvPr/>
        </p:nvGrpSpPr>
        <p:grpSpPr>
          <a:xfrm>
            <a:off x="3097662" y="3104827"/>
            <a:ext cx="513021" cy="512935"/>
            <a:chOff x="4049800" y="640400"/>
            <a:chExt cx="858900" cy="858900"/>
          </a:xfrm>
        </p:grpSpPr>
        <p:sp>
          <p:nvSpPr>
            <p:cNvPr id="12723" name="Google Shape;12723;p13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3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136"/>
          <p:cNvGrpSpPr/>
          <p:nvPr/>
        </p:nvGrpSpPr>
        <p:grpSpPr>
          <a:xfrm>
            <a:off x="3014861" y="3756719"/>
            <a:ext cx="686489" cy="686585"/>
            <a:chOff x="5080188" y="927900"/>
            <a:chExt cx="961200" cy="961200"/>
          </a:xfrm>
        </p:grpSpPr>
        <p:sp>
          <p:nvSpPr>
            <p:cNvPr id="12726" name="Google Shape;12726;p13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3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3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3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3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3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3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3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136"/>
          <p:cNvGrpSpPr/>
          <p:nvPr/>
        </p:nvGrpSpPr>
        <p:grpSpPr>
          <a:xfrm>
            <a:off x="3798012" y="3849448"/>
            <a:ext cx="510373" cy="510937"/>
            <a:chOff x="7508249" y="1522825"/>
            <a:chExt cx="1326332" cy="1322987"/>
          </a:xfrm>
        </p:grpSpPr>
        <p:sp>
          <p:nvSpPr>
            <p:cNvPr id="12735" name="Google Shape;12735;p13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3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3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3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3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3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3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3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3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3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136"/>
          <p:cNvGrpSpPr/>
          <p:nvPr/>
        </p:nvGrpSpPr>
        <p:grpSpPr>
          <a:xfrm>
            <a:off x="4489605" y="3850853"/>
            <a:ext cx="492652" cy="503348"/>
            <a:chOff x="6039282" y="1042577"/>
            <a:chExt cx="734315" cy="731929"/>
          </a:xfrm>
        </p:grpSpPr>
        <p:sp>
          <p:nvSpPr>
            <p:cNvPr id="12746" name="Google Shape;12746;p13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3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3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3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3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3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3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3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3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3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3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3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3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3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3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3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3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3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3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3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3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136"/>
          <p:cNvGrpSpPr/>
          <p:nvPr/>
        </p:nvGrpSpPr>
        <p:grpSpPr>
          <a:xfrm>
            <a:off x="5130019" y="2346894"/>
            <a:ext cx="483304" cy="504902"/>
            <a:chOff x="1825800" y="1651625"/>
            <a:chExt cx="568125" cy="591775"/>
          </a:xfrm>
        </p:grpSpPr>
        <p:sp>
          <p:nvSpPr>
            <p:cNvPr id="12768" name="Google Shape;12768;p13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3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3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3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3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3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4" name="Google Shape;12774;p13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3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3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3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81" name="Shape 12781"/>
        <p:cNvGrpSpPr/>
        <p:nvPr/>
      </p:nvGrpSpPr>
      <p:grpSpPr>
        <a:xfrm>
          <a:off x="0" y="0"/>
          <a:ext cx="0" cy="0"/>
          <a:chOff x="0" y="0"/>
          <a:chExt cx="0" cy="0"/>
        </a:xfrm>
      </p:grpSpPr>
      <p:grpSp>
        <p:nvGrpSpPr>
          <p:cNvPr id="12782" name="Google Shape;12782;p137"/>
          <p:cNvGrpSpPr/>
          <p:nvPr/>
        </p:nvGrpSpPr>
        <p:grpSpPr>
          <a:xfrm>
            <a:off x="722058" y="957091"/>
            <a:ext cx="2492868" cy="1379876"/>
            <a:chOff x="2654821" y="2311071"/>
            <a:chExt cx="2279715" cy="1262120"/>
          </a:xfrm>
        </p:grpSpPr>
        <p:grpSp>
          <p:nvGrpSpPr>
            <p:cNvPr id="12783" name="Google Shape;12783;p137"/>
            <p:cNvGrpSpPr/>
            <p:nvPr/>
          </p:nvGrpSpPr>
          <p:grpSpPr>
            <a:xfrm>
              <a:off x="4034269" y="2840745"/>
              <a:ext cx="40212" cy="36437"/>
              <a:chOff x="4293400" y="2574725"/>
              <a:chExt cx="84425" cy="80100"/>
            </a:xfrm>
          </p:grpSpPr>
          <p:sp>
            <p:nvSpPr>
              <p:cNvPr id="12784" name="Google Shape;12784;p13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2785" name="Google Shape;12785;p13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137"/>
            <p:cNvGrpSpPr/>
            <p:nvPr/>
          </p:nvGrpSpPr>
          <p:grpSpPr>
            <a:xfrm>
              <a:off x="3894606" y="2334874"/>
              <a:ext cx="913198" cy="518984"/>
              <a:chOff x="4000175" y="1462675"/>
              <a:chExt cx="1917275" cy="1140875"/>
            </a:xfrm>
          </p:grpSpPr>
          <p:sp>
            <p:nvSpPr>
              <p:cNvPr id="12787" name="Google Shape;12787;p13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788" name="Google Shape;12788;p137"/>
              <p:cNvGrpSpPr/>
              <p:nvPr/>
            </p:nvGrpSpPr>
            <p:grpSpPr>
              <a:xfrm>
                <a:off x="4000175" y="1462675"/>
                <a:ext cx="1917275" cy="1140875"/>
                <a:chOff x="4000175" y="1462675"/>
                <a:chExt cx="1917275" cy="1140875"/>
              </a:xfrm>
            </p:grpSpPr>
            <p:sp>
              <p:nvSpPr>
                <p:cNvPr id="12789" name="Google Shape;12789;p13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790" name="Google Shape;12790;p13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3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3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3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794" name="Google Shape;12794;p13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95" name="Google Shape;12795;p137"/>
            <p:cNvGrpSpPr/>
            <p:nvPr/>
          </p:nvGrpSpPr>
          <p:grpSpPr>
            <a:xfrm>
              <a:off x="3875768" y="2846704"/>
              <a:ext cx="44796" cy="47366"/>
              <a:chOff x="3960625" y="2587825"/>
              <a:chExt cx="94050" cy="104125"/>
            </a:xfrm>
          </p:grpSpPr>
          <p:sp>
            <p:nvSpPr>
              <p:cNvPr id="12796" name="Google Shape;12796;p13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797" name="Google Shape;12797;p13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137"/>
            <p:cNvGrpSpPr/>
            <p:nvPr/>
          </p:nvGrpSpPr>
          <p:grpSpPr>
            <a:xfrm>
              <a:off x="3782759" y="2807162"/>
              <a:ext cx="82686" cy="85487"/>
              <a:chOff x="3765350" y="2500900"/>
              <a:chExt cx="173600" cy="187925"/>
            </a:xfrm>
          </p:grpSpPr>
          <p:sp>
            <p:nvSpPr>
              <p:cNvPr id="12799" name="Google Shape;12799;p13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800" name="Google Shape;12800;p13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3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3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3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3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137"/>
            <p:cNvGrpSpPr/>
            <p:nvPr/>
          </p:nvGrpSpPr>
          <p:grpSpPr>
            <a:xfrm>
              <a:off x="3775674" y="2798496"/>
              <a:ext cx="40545" cy="23564"/>
              <a:chOff x="3750475" y="2481850"/>
              <a:chExt cx="85125" cy="51800"/>
            </a:xfrm>
          </p:grpSpPr>
          <p:sp>
            <p:nvSpPr>
              <p:cNvPr id="12806" name="Google Shape;12806;p13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3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808" name="Google Shape;12808;p137"/>
            <p:cNvGrpSpPr/>
            <p:nvPr/>
          </p:nvGrpSpPr>
          <p:grpSpPr>
            <a:xfrm>
              <a:off x="3716946" y="2776024"/>
              <a:ext cx="81971" cy="76912"/>
              <a:chOff x="3627175" y="2432450"/>
              <a:chExt cx="172100" cy="169075"/>
            </a:xfrm>
          </p:grpSpPr>
          <p:sp>
            <p:nvSpPr>
              <p:cNvPr id="12809" name="Google Shape;12809;p13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3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811" name="Google Shape;12811;p13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812" name="Google Shape;12812;p137"/>
            <p:cNvGrpSpPr/>
            <p:nvPr/>
          </p:nvGrpSpPr>
          <p:grpSpPr>
            <a:xfrm>
              <a:off x="3685682" y="2845624"/>
              <a:ext cx="29311" cy="45055"/>
              <a:chOff x="3561536" y="2585450"/>
              <a:chExt cx="61539" cy="99045"/>
            </a:xfrm>
          </p:grpSpPr>
          <p:sp>
            <p:nvSpPr>
              <p:cNvPr id="12813" name="Google Shape;12813;p13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3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815" name="Google Shape;12815;p137"/>
            <p:cNvGrpSpPr/>
            <p:nvPr/>
          </p:nvGrpSpPr>
          <p:grpSpPr>
            <a:xfrm>
              <a:off x="3849905" y="2572252"/>
              <a:ext cx="74339" cy="119559"/>
              <a:chOff x="3906325" y="1984500"/>
              <a:chExt cx="156075" cy="262825"/>
            </a:xfrm>
          </p:grpSpPr>
          <p:sp>
            <p:nvSpPr>
              <p:cNvPr id="12816" name="Google Shape;12816;p13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817" name="Google Shape;12817;p13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137"/>
            <p:cNvGrpSpPr/>
            <p:nvPr/>
          </p:nvGrpSpPr>
          <p:grpSpPr>
            <a:xfrm>
              <a:off x="2654821" y="2414345"/>
              <a:ext cx="667570" cy="558731"/>
              <a:chOff x="1397225" y="1637375"/>
              <a:chExt cx="1401575" cy="1228250"/>
            </a:xfrm>
          </p:grpSpPr>
          <p:sp>
            <p:nvSpPr>
              <p:cNvPr id="12819" name="Google Shape;12819;p13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820" name="Google Shape;12820;p137"/>
              <p:cNvGrpSpPr/>
              <p:nvPr/>
            </p:nvGrpSpPr>
            <p:grpSpPr>
              <a:xfrm>
                <a:off x="1397225" y="1637375"/>
                <a:ext cx="1398775" cy="1228250"/>
                <a:chOff x="1397225" y="1637375"/>
                <a:chExt cx="1398775" cy="1228250"/>
              </a:xfrm>
            </p:grpSpPr>
            <p:sp>
              <p:nvSpPr>
                <p:cNvPr id="12821" name="Google Shape;12821;p13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3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3" name="Google Shape;12823;p137"/>
            <p:cNvGrpSpPr/>
            <p:nvPr/>
          </p:nvGrpSpPr>
          <p:grpSpPr>
            <a:xfrm>
              <a:off x="3230417" y="3103734"/>
              <a:ext cx="282982" cy="280332"/>
              <a:chOff x="2605700" y="3152850"/>
              <a:chExt cx="594125" cy="616250"/>
            </a:xfrm>
          </p:grpSpPr>
          <p:sp>
            <p:nvSpPr>
              <p:cNvPr id="12824" name="Google Shape;12824;p13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825" name="Google Shape;12825;p13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2826" name="Google Shape;12826;p137"/>
            <p:cNvGrpSpPr/>
            <p:nvPr/>
          </p:nvGrpSpPr>
          <p:grpSpPr>
            <a:xfrm>
              <a:off x="3265985" y="3226989"/>
              <a:ext cx="87151" cy="346202"/>
              <a:chOff x="2680375" y="3423800"/>
              <a:chExt cx="182975" cy="761050"/>
            </a:xfrm>
          </p:grpSpPr>
          <p:sp>
            <p:nvSpPr>
              <p:cNvPr id="12827" name="Google Shape;12827;p13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828" name="Google Shape;12828;p13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137"/>
            <p:cNvGrpSpPr/>
            <p:nvPr/>
          </p:nvGrpSpPr>
          <p:grpSpPr>
            <a:xfrm>
              <a:off x="3855466" y="3289811"/>
              <a:ext cx="112514" cy="94210"/>
              <a:chOff x="3918000" y="3561900"/>
              <a:chExt cx="236225" cy="207100"/>
            </a:xfrm>
          </p:grpSpPr>
          <p:sp>
            <p:nvSpPr>
              <p:cNvPr id="12830" name="Google Shape;12830;p13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831" name="Google Shape;12831;p13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2" name="Google Shape;12832;p13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3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3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2835" name="Google Shape;12835;p137"/>
            <p:cNvGrpSpPr/>
            <p:nvPr/>
          </p:nvGrpSpPr>
          <p:grpSpPr>
            <a:xfrm>
              <a:off x="2905224" y="2311071"/>
              <a:ext cx="596721" cy="528992"/>
              <a:chOff x="1922950" y="1410350"/>
              <a:chExt cx="1252825" cy="1162875"/>
            </a:xfrm>
          </p:grpSpPr>
          <p:sp>
            <p:nvSpPr>
              <p:cNvPr id="12836" name="Google Shape;12836;p13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3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3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3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3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3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3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3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3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3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3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3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3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3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3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3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852" name="Google Shape;12852;p13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3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3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3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3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3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3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3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3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3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3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3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3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3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3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3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3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3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3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3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872" name="Google Shape;12872;p13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873" name="Google Shape;12873;p13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4" name="Google Shape;12874;p137"/>
            <p:cNvGrpSpPr/>
            <p:nvPr/>
          </p:nvGrpSpPr>
          <p:grpSpPr>
            <a:xfrm>
              <a:off x="3280929" y="3294542"/>
              <a:ext cx="109894" cy="272224"/>
              <a:chOff x="2711750" y="3572300"/>
              <a:chExt cx="230725" cy="598425"/>
            </a:xfrm>
          </p:grpSpPr>
          <p:sp>
            <p:nvSpPr>
              <p:cNvPr id="12875" name="Google Shape;12875;p13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3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7" name="Google Shape;12877;p13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8" name="Google Shape;12878;p137"/>
            <p:cNvGrpSpPr/>
            <p:nvPr/>
          </p:nvGrpSpPr>
          <p:grpSpPr>
            <a:xfrm>
              <a:off x="3790439" y="2408636"/>
              <a:ext cx="73017" cy="75684"/>
              <a:chOff x="3781475" y="1624825"/>
              <a:chExt cx="153300" cy="166375"/>
            </a:xfrm>
          </p:grpSpPr>
          <p:sp>
            <p:nvSpPr>
              <p:cNvPr id="12879" name="Google Shape;12879;p13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3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3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3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3" name="Google Shape;12883;p13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3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3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3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3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3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3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0" name="Google Shape;12890;p137"/>
            <p:cNvGrpSpPr/>
            <p:nvPr/>
          </p:nvGrpSpPr>
          <p:grpSpPr>
            <a:xfrm>
              <a:off x="4403342" y="3107749"/>
              <a:ext cx="316680" cy="101374"/>
              <a:chOff x="5068275" y="3161675"/>
              <a:chExt cx="664875" cy="222850"/>
            </a:xfrm>
          </p:grpSpPr>
          <p:sp>
            <p:nvSpPr>
              <p:cNvPr id="12891" name="Google Shape;12891;p13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3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3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3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5" name="Google Shape;12895;p13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3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3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3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3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3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3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3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3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3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3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3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3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3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3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3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3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3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3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3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3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3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3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3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3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3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3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3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3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4" name="Google Shape;12924;p137"/>
            <p:cNvGrpSpPr/>
            <p:nvPr/>
          </p:nvGrpSpPr>
          <p:grpSpPr>
            <a:xfrm>
              <a:off x="3697513" y="2707266"/>
              <a:ext cx="59549" cy="79733"/>
              <a:chOff x="3586375" y="2281300"/>
              <a:chExt cx="125025" cy="175275"/>
            </a:xfrm>
          </p:grpSpPr>
          <p:sp>
            <p:nvSpPr>
              <p:cNvPr id="12925" name="Google Shape;12925;p13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3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7" name="Google Shape;12927;p13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8" name="Google Shape;12928;p137"/>
            <p:cNvGrpSpPr/>
            <p:nvPr/>
          </p:nvGrpSpPr>
          <p:grpSpPr>
            <a:xfrm>
              <a:off x="4513224" y="3221724"/>
              <a:ext cx="274563" cy="280321"/>
              <a:chOff x="5298975" y="3412225"/>
              <a:chExt cx="576450" cy="616225"/>
            </a:xfrm>
          </p:grpSpPr>
          <p:sp>
            <p:nvSpPr>
              <p:cNvPr id="12929" name="Google Shape;12929;p13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930" name="Google Shape;12930;p13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137"/>
            <p:cNvGrpSpPr/>
            <p:nvPr/>
          </p:nvGrpSpPr>
          <p:grpSpPr>
            <a:xfrm>
              <a:off x="4824403" y="3421846"/>
              <a:ext cx="110132" cy="130647"/>
              <a:chOff x="5952300" y="3852150"/>
              <a:chExt cx="231225" cy="287200"/>
            </a:xfrm>
          </p:grpSpPr>
          <p:sp>
            <p:nvSpPr>
              <p:cNvPr id="12932" name="Google Shape;12932;p13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3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4" name="Google Shape;12934;p13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3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3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3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3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3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3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3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2" name="Google Shape;12942;p137"/>
            <p:cNvGrpSpPr/>
            <p:nvPr/>
          </p:nvGrpSpPr>
          <p:grpSpPr>
            <a:xfrm>
              <a:off x="4295710" y="3079670"/>
              <a:ext cx="14968" cy="27135"/>
              <a:chOff x="4842300" y="3099950"/>
              <a:chExt cx="31425" cy="59650"/>
            </a:xfrm>
          </p:grpSpPr>
          <p:sp>
            <p:nvSpPr>
              <p:cNvPr id="12943" name="Google Shape;12943;p13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3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3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3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7" name="Google Shape;12947;p13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3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3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3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3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3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3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3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5" name="Google Shape;12955;p137"/>
            <p:cNvGrpSpPr/>
            <p:nvPr/>
          </p:nvGrpSpPr>
          <p:grpSpPr>
            <a:xfrm>
              <a:off x="3831056" y="2816010"/>
              <a:ext cx="37378" cy="27612"/>
              <a:chOff x="3866750" y="2520350"/>
              <a:chExt cx="78475" cy="60700"/>
            </a:xfrm>
          </p:grpSpPr>
          <p:sp>
            <p:nvSpPr>
              <p:cNvPr id="12956" name="Google Shape;12956;p13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3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3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3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0" name="Google Shape;12960;p13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3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3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3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3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3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3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3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3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3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3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3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3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3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3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3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3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977" name="Google Shape;12977;p13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3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3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3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3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3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3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3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3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3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3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3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989" name="Google Shape;12989;p13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3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3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3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3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3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3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3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3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3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3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3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3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2" name="Google Shape;13002;p137"/>
            <p:cNvGrpSpPr/>
            <p:nvPr/>
          </p:nvGrpSpPr>
          <p:grpSpPr>
            <a:xfrm>
              <a:off x="3632736" y="3051591"/>
              <a:ext cx="63288" cy="45217"/>
              <a:chOff x="3450375" y="3038225"/>
              <a:chExt cx="132875" cy="99400"/>
            </a:xfrm>
          </p:grpSpPr>
          <p:sp>
            <p:nvSpPr>
              <p:cNvPr id="13003" name="Google Shape;13003;p13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3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5" name="Google Shape;13005;p13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3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3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3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3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3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3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3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3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014" name="Google Shape;13014;p13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3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3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3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3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3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3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3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3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3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024" name="Google Shape;13024;p13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3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3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3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3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3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030" name="Google Shape;13030;p13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3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3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3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3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3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3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3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3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3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137"/>
          <p:cNvGrpSpPr/>
          <p:nvPr/>
        </p:nvGrpSpPr>
        <p:grpSpPr>
          <a:xfrm>
            <a:off x="719115" y="2852867"/>
            <a:ext cx="2622876" cy="1333540"/>
            <a:chOff x="238125" y="1038125"/>
            <a:chExt cx="7146800" cy="3633625"/>
          </a:xfrm>
        </p:grpSpPr>
        <p:sp>
          <p:nvSpPr>
            <p:cNvPr id="13041" name="Google Shape;13041;p13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3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3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3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3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3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3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3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3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3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3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3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3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3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3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3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3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3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3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3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3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3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3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3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3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3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3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3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3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3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3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3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3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3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3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3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3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3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3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3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3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3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3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3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3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3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3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3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3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3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3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3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3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3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3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3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3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3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3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3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3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3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3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3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3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3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3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3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3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3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3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3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3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3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3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3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3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3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3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3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3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3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3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3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3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3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3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3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3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3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3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3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3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3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3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3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3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3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3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3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3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3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3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3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3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3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3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3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3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3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3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3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3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3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3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3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3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3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3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3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3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3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3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3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3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3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3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3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3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3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3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3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3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3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3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3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3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3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3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3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3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3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3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3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3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3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3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3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3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3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3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3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3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3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3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3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3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3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3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3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3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3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3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3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3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3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3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3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3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3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3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3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3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3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3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3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3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3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3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3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3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3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3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3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3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3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3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3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3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3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3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3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3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3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3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3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3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3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3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3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3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3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3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3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3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3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3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3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3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3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3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3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3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3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3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3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3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3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3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3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3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3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3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3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3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3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3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3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3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3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3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3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3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3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3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3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3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3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3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3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3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3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3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3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3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3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3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3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3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3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3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3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3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3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3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3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3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3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3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3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3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3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3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3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3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3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3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3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3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3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3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3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3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3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3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3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3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3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3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3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3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3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3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3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3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3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3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3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3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3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3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3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3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3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3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3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3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3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3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3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3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3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3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3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3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3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3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3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3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3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3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3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3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3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3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3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3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3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3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3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3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3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3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3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3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3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3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3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3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3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3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3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3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3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3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3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3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3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3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3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3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3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3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3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3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3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3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3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3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3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3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3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3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3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3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3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3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3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3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3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3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3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3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3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3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3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3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3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3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3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3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3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3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3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3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3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3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3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3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3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3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3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3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3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3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3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3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3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3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3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3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3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3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3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3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3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3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3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3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3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3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3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3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3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3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3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3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3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3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3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3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3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3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3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3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3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3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3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3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3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3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3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3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3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3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3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3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3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3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3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3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3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3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3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3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3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3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3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3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3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3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3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3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3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3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3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3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3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3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3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3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3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3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3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3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3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3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3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3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3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3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3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3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3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3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3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3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3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3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3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3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3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3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3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3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3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3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3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3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3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3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3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3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3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3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3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3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3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3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3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3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3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3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3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3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3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3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3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3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3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3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3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3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3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3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3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3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3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3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3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3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3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3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3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3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3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3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3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3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3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3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3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3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3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3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3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3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3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3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3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3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3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3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3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3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3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3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3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3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3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3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3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3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3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3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3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3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3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3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3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3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3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3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3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3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3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3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3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3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3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3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3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3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3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3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3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3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3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3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3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3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3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3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3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3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3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3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3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3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3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3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3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3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3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3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3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3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3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3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3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3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3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3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3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3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3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3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3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3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3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3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3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3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3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3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3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3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3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3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3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3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3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3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3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3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3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3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3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3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3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3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3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3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3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3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3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3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3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3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3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3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3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3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3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3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3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3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3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3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3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3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3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3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3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3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3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3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3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3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3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3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3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3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3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3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3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3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3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3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3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3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3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3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3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3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3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3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3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3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3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3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3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3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3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3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3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3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3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3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3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3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3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3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3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3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3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3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3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3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3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3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3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3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3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3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3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3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3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3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3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3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3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3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3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3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3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3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3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3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3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3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3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3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3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3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3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3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3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3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3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3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3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3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3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3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3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3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3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3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3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3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3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3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3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3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3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3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3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3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3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3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3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3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3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3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3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3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3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3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3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3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3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3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3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3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3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3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3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3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3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3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3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3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3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3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3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3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3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3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3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3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3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3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3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3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3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3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3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3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3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3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3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3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3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3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3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3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3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3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3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3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3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3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3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3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3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3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3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3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3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3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3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3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3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3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3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3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3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3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3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3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3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3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3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3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3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3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3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3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3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3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3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3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3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3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3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3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3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3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3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3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3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3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3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3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3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3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3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3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3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3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3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3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3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3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3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3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3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3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3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3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3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3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3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3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3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3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3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3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3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3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3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3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3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3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3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3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3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3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3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3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3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3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3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3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3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3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3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3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3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3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3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3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3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3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3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3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3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3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3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3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3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3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3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3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3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3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3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3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3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3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3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3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3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3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3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3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3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3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3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3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3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3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3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3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3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3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3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3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3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3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3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3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3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3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3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3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3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3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3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3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3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3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3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3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3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3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3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3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3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3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3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3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3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3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3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3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3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3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3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3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3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3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3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3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3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3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3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3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3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3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3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3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3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3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3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3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3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3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3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3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3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3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3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3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3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3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3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3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3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3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3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3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3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3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3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3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3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3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3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3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3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3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3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3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3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3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3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3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3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3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3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3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3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3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3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3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3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3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3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3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3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3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3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3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3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3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3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3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3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3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3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3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3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3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3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3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3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3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3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3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3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3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3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3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3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3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3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3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3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3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3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3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3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3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3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3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3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3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3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3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3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3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3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3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3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3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3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3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3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3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3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3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3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3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3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3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3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3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3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3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3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3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3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3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3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3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3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3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3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3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3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3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3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3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3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3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3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3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3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3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3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3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3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3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3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3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3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3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3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3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3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3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3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3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3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3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3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3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3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3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3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3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3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3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3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3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3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3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3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3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3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3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3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3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3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3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3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3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3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3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3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3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3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3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3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3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3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3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3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3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3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3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3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3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3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3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3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3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3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3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3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3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3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3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3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3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3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3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3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3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3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3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3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3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3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3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3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3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3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3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3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3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3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3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3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3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3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3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3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3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3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3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3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3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3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3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3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3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3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3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3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3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3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3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3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3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3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3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3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3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3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3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3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3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3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3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3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3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3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3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3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3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3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3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3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3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3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3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3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3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3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3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3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3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3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3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3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3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3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3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3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3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3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3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3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3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3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3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3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3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3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3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3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3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3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3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3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3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3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3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3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3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3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3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3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3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3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3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3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3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3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3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3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3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3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3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3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3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3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3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3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3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3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3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3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3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3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3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3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3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3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3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3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3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3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3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3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3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3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3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3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3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3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3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3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3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3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3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3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3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3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3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3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3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3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3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3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3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3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3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3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3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3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3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3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3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3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3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3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3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3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3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3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3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3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3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3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3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3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3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3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3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3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3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3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3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3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3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3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3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3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3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3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3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3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3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3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3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3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3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3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3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3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3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3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13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3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3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3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3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3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3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3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3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3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3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3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3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3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3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3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3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3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3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3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3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3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3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3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3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3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3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3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3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3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3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3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3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3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3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3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3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3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3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3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3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3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3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3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3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3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3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3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3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3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3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3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3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3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3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3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3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3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3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3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3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3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3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3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3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3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3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3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3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3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3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3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3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3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3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3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3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3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3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3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3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3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3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3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3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3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3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3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3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3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3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3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3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3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3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3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3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3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3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3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3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3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3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3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3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3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3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3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3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3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3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3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3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3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3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3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3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3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3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3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3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3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3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3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3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3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3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3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3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3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3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3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3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3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3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3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3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3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3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3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3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3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3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3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3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3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3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3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3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3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3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3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3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3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3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3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3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3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3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3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3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3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3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3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3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3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3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3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3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3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3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3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3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3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3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3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3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3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3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3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3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3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3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3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3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3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3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3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3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3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3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3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3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3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3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3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3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3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3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3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3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3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3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3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3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3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3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3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3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3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3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3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3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3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3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3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137"/>
          <p:cNvGrpSpPr/>
          <p:nvPr/>
        </p:nvGrpSpPr>
        <p:grpSpPr>
          <a:xfrm>
            <a:off x="5834043" y="994977"/>
            <a:ext cx="2590840" cy="1380235"/>
            <a:chOff x="233350" y="949250"/>
            <a:chExt cx="7137300" cy="3802300"/>
          </a:xfrm>
        </p:grpSpPr>
        <p:sp>
          <p:nvSpPr>
            <p:cNvPr id="14614" name="Google Shape;14614;p13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3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3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3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3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3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3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3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3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3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3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3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3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3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3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3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3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3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3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3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3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3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3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3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3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3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3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3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3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3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3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3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3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3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3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3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3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3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3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3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3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3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3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3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3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3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3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3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3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3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3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137"/>
          <p:cNvGrpSpPr/>
          <p:nvPr/>
        </p:nvGrpSpPr>
        <p:grpSpPr>
          <a:xfrm>
            <a:off x="7648472" y="3039750"/>
            <a:ext cx="104231" cy="320340"/>
            <a:chOff x="7564426" y="3224343"/>
            <a:chExt cx="119985" cy="368801"/>
          </a:xfrm>
        </p:grpSpPr>
        <p:sp>
          <p:nvSpPr>
            <p:cNvPr id="14666" name="Google Shape;14666;p13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3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137"/>
          <p:cNvGrpSpPr/>
          <p:nvPr/>
        </p:nvGrpSpPr>
        <p:grpSpPr>
          <a:xfrm>
            <a:off x="7347961" y="3033852"/>
            <a:ext cx="189489" cy="332132"/>
            <a:chOff x="8370831" y="3202002"/>
            <a:chExt cx="218129" cy="382376"/>
          </a:xfrm>
        </p:grpSpPr>
        <p:sp>
          <p:nvSpPr>
            <p:cNvPr id="14669" name="Google Shape;14669;p13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3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137"/>
          <p:cNvGrpSpPr/>
          <p:nvPr/>
        </p:nvGrpSpPr>
        <p:grpSpPr>
          <a:xfrm>
            <a:off x="8071350" y="3444984"/>
            <a:ext cx="309429" cy="267000"/>
            <a:chOff x="6742064" y="3750480"/>
            <a:chExt cx="399315" cy="344560"/>
          </a:xfrm>
        </p:grpSpPr>
        <p:sp>
          <p:nvSpPr>
            <p:cNvPr id="14672" name="Google Shape;14672;p13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3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137"/>
          <p:cNvGrpSpPr/>
          <p:nvPr/>
        </p:nvGrpSpPr>
        <p:grpSpPr>
          <a:xfrm>
            <a:off x="7610369" y="3796031"/>
            <a:ext cx="180437" cy="281608"/>
            <a:chOff x="7248525" y="3739696"/>
            <a:chExt cx="230531" cy="359790"/>
          </a:xfrm>
        </p:grpSpPr>
        <p:sp>
          <p:nvSpPr>
            <p:cNvPr id="14675" name="Google Shape;14675;p13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3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137"/>
          <p:cNvGrpSpPr/>
          <p:nvPr/>
        </p:nvGrpSpPr>
        <p:grpSpPr>
          <a:xfrm>
            <a:off x="7856288" y="3439255"/>
            <a:ext cx="162896" cy="278710"/>
            <a:chOff x="7601242" y="3729267"/>
            <a:chExt cx="222566" cy="380803"/>
          </a:xfrm>
        </p:grpSpPr>
        <p:sp>
          <p:nvSpPr>
            <p:cNvPr id="14678" name="Google Shape;14678;p13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3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0" name="Google Shape;14680;p137"/>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1" name="Google Shape;14681;p137"/>
          <p:cNvGrpSpPr/>
          <p:nvPr/>
        </p:nvGrpSpPr>
        <p:grpSpPr>
          <a:xfrm>
            <a:off x="7345934" y="3440396"/>
            <a:ext cx="193543" cy="275990"/>
            <a:chOff x="8304647" y="3738687"/>
            <a:chExt cx="225076" cy="320956"/>
          </a:xfrm>
        </p:grpSpPr>
        <p:sp>
          <p:nvSpPr>
            <p:cNvPr id="14682" name="Google Shape;14682;p13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3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3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137"/>
          <p:cNvGrpSpPr/>
          <p:nvPr/>
        </p:nvGrpSpPr>
        <p:grpSpPr>
          <a:xfrm>
            <a:off x="7618426" y="3440396"/>
            <a:ext cx="178492" cy="275990"/>
            <a:chOff x="8615101" y="3738687"/>
            <a:chExt cx="207573" cy="320956"/>
          </a:xfrm>
        </p:grpSpPr>
        <p:sp>
          <p:nvSpPr>
            <p:cNvPr id="14686" name="Google Shape;14686;p13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3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3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9" name="Google Shape;14689;p137"/>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0" name="Google Shape;14690;p137"/>
          <p:cNvGrpSpPr/>
          <p:nvPr/>
        </p:nvGrpSpPr>
        <p:grpSpPr>
          <a:xfrm>
            <a:off x="6013131" y="3561884"/>
            <a:ext cx="557670" cy="511283"/>
            <a:chOff x="6015419" y="3716859"/>
            <a:chExt cx="557671" cy="511283"/>
          </a:xfrm>
        </p:grpSpPr>
        <p:sp>
          <p:nvSpPr>
            <p:cNvPr id="14691" name="Google Shape;14691;p13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2" name="Google Shape;14692;p137"/>
            <p:cNvGrpSpPr/>
            <p:nvPr/>
          </p:nvGrpSpPr>
          <p:grpSpPr>
            <a:xfrm>
              <a:off x="6036094" y="3716980"/>
              <a:ext cx="529860" cy="510468"/>
              <a:chOff x="6036094" y="3716980"/>
              <a:chExt cx="529860" cy="510468"/>
            </a:xfrm>
          </p:grpSpPr>
          <p:sp>
            <p:nvSpPr>
              <p:cNvPr id="14693" name="Google Shape;14693;p13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3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3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3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3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3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3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3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3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3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03" name="Google Shape;14703;p137"/>
          <p:cNvGrpSpPr/>
          <p:nvPr/>
        </p:nvGrpSpPr>
        <p:grpSpPr>
          <a:xfrm>
            <a:off x="6642016" y="2918653"/>
            <a:ext cx="576302" cy="511871"/>
            <a:chOff x="6644304" y="3073628"/>
            <a:chExt cx="576302" cy="511871"/>
          </a:xfrm>
        </p:grpSpPr>
        <p:sp>
          <p:nvSpPr>
            <p:cNvPr id="14704" name="Google Shape;14704;p13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5" name="Google Shape;14705;p137"/>
            <p:cNvGrpSpPr/>
            <p:nvPr/>
          </p:nvGrpSpPr>
          <p:grpSpPr>
            <a:xfrm>
              <a:off x="6712169" y="3085440"/>
              <a:ext cx="481622" cy="494913"/>
              <a:chOff x="6712169" y="3085440"/>
              <a:chExt cx="481622" cy="494913"/>
            </a:xfrm>
          </p:grpSpPr>
          <p:sp>
            <p:nvSpPr>
              <p:cNvPr id="14706" name="Google Shape;14706;p13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3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3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3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3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1" name="Google Shape;14711;p13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3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3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4" name="Google Shape;14714;p137"/>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5" name="Google Shape;14715;p137"/>
          <p:cNvGrpSpPr/>
          <p:nvPr/>
        </p:nvGrpSpPr>
        <p:grpSpPr>
          <a:xfrm>
            <a:off x="6649867" y="3561648"/>
            <a:ext cx="560631" cy="511352"/>
            <a:chOff x="6652154" y="3716623"/>
            <a:chExt cx="560631" cy="511352"/>
          </a:xfrm>
        </p:grpSpPr>
        <p:sp>
          <p:nvSpPr>
            <p:cNvPr id="14716" name="Google Shape;14716;p13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7" name="Google Shape;14717;p137"/>
            <p:cNvGrpSpPr/>
            <p:nvPr/>
          </p:nvGrpSpPr>
          <p:grpSpPr>
            <a:xfrm>
              <a:off x="6669657" y="3716715"/>
              <a:ext cx="466779" cy="464290"/>
              <a:chOff x="6669657" y="3716715"/>
              <a:chExt cx="466779" cy="464290"/>
            </a:xfrm>
          </p:grpSpPr>
          <p:sp>
            <p:nvSpPr>
              <p:cNvPr id="14718" name="Google Shape;14718;p13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3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3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3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3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3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3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3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3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3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3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3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3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1" name="Google Shape;14731;p137"/>
          <p:cNvGrpSpPr/>
          <p:nvPr/>
        </p:nvGrpSpPr>
        <p:grpSpPr>
          <a:xfrm>
            <a:off x="7843958" y="3843056"/>
            <a:ext cx="187557" cy="187557"/>
            <a:chOff x="8565775" y="671075"/>
            <a:chExt cx="441000" cy="441000"/>
          </a:xfrm>
        </p:grpSpPr>
        <p:sp>
          <p:nvSpPr>
            <p:cNvPr id="14732" name="Google Shape;14732;p13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3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4" name="Google Shape;14734;p137"/>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37"/>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6" name="Google Shape;14736;p137"/>
          <p:cNvGrpSpPr/>
          <p:nvPr/>
        </p:nvGrpSpPr>
        <p:grpSpPr>
          <a:xfrm>
            <a:off x="5997813" y="2921275"/>
            <a:ext cx="587871" cy="512373"/>
            <a:chOff x="6000100" y="3076250"/>
            <a:chExt cx="587871" cy="512373"/>
          </a:xfrm>
        </p:grpSpPr>
        <p:sp>
          <p:nvSpPr>
            <p:cNvPr id="14737" name="Google Shape;14737;p13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8" name="Google Shape;14738;p137"/>
            <p:cNvGrpSpPr/>
            <p:nvPr/>
          </p:nvGrpSpPr>
          <p:grpSpPr>
            <a:xfrm>
              <a:off x="6031360" y="3076713"/>
              <a:ext cx="539107" cy="480965"/>
              <a:chOff x="6031360" y="3076713"/>
              <a:chExt cx="539107" cy="480965"/>
            </a:xfrm>
          </p:grpSpPr>
          <p:sp>
            <p:nvSpPr>
              <p:cNvPr id="14739" name="Google Shape;14739;p13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3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3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3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3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3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3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46" name="Google Shape;14746;p137"/>
          <p:cNvGrpSpPr/>
          <p:nvPr/>
        </p:nvGrpSpPr>
        <p:grpSpPr>
          <a:xfrm>
            <a:off x="3416804" y="902588"/>
            <a:ext cx="2310381" cy="1488888"/>
            <a:chOff x="229225" y="549050"/>
            <a:chExt cx="7161750" cy="4615275"/>
          </a:xfrm>
        </p:grpSpPr>
        <p:sp>
          <p:nvSpPr>
            <p:cNvPr id="14747" name="Google Shape;14747;p13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3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3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3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3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3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3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3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13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13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3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3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3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3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3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3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3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3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3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3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3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3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3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3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3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13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3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3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3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13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13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3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3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3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3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3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3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3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3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3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3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3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3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3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3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3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3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3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3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3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3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3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3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3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3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3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3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3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3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3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3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3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3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3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3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13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3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3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3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3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3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3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3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3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3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3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3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3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3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3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3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3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3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3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3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3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3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3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3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3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3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3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3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3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3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3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3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3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3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3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3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3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3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3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3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3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3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3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3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3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3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3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3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3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3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3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3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4" name="Google Shape;14864;p137"/>
          <p:cNvGrpSpPr/>
          <p:nvPr/>
        </p:nvGrpSpPr>
        <p:grpSpPr>
          <a:xfrm>
            <a:off x="3514722" y="2832485"/>
            <a:ext cx="2310282" cy="1374222"/>
            <a:chOff x="238125" y="732525"/>
            <a:chExt cx="7130500" cy="4241425"/>
          </a:xfrm>
        </p:grpSpPr>
        <p:sp>
          <p:nvSpPr>
            <p:cNvPr id="14865" name="Google Shape;14865;p13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3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3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3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3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3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3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3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3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3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3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3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3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3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3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3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13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13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3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3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3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3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3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3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3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3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3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3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3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3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3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3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3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3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3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3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3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3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3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3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3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3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3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3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3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3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3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3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3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3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3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3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3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3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3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3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3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3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3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3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3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3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3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3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3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3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3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3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3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3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3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3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3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3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3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3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3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3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3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3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3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3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3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3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3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3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3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3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3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3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3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3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3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3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3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3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3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3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3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3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3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3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3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3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3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3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3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3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3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3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3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3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3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3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82" name="Shape 14982"/>
        <p:cNvGrpSpPr/>
        <p:nvPr/>
      </p:nvGrpSpPr>
      <p:grpSpPr>
        <a:xfrm>
          <a:off x="0" y="0"/>
          <a:ext cx="0" cy="0"/>
          <a:chOff x="0" y="0"/>
          <a:chExt cx="0" cy="0"/>
        </a:xfrm>
      </p:grpSpPr>
      <p:grpSp>
        <p:nvGrpSpPr>
          <p:cNvPr id="14983" name="Google Shape;14983;p138"/>
          <p:cNvGrpSpPr/>
          <p:nvPr/>
        </p:nvGrpSpPr>
        <p:grpSpPr>
          <a:xfrm>
            <a:off x="729274" y="969759"/>
            <a:ext cx="2507799" cy="206239"/>
            <a:chOff x="106648" y="895722"/>
            <a:chExt cx="4481413" cy="374300"/>
          </a:xfrm>
        </p:grpSpPr>
        <p:grpSp>
          <p:nvGrpSpPr>
            <p:cNvPr id="14984" name="Google Shape;14984;p138"/>
            <p:cNvGrpSpPr/>
            <p:nvPr/>
          </p:nvGrpSpPr>
          <p:grpSpPr>
            <a:xfrm>
              <a:off x="2233276" y="895722"/>
              <a:ext cx="1082667" cy="223591"/>
              <a:chOff x="4808316" y="2800065"/>
              <a:chExt cx="1999386" cy="412910"/>
            </a:xfrm>
          </p:grpSpPr>
          <p:sp>
            <p:nvSpPr>
              <p:cNvPr id="14985" name="Google Shape;14985;p13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6" name="Google Shape;14986;p138"/>
              <p:cNvGrpSpPr/>
              <p:nvPr/>
            </p:nvGrpSpPr>
            <p:grpSpPr>
              <a:xfrm>
                <a:off x="4808316" y="2800065"/>
                <a:ext cx="92400" cy="411825"/>
                <a:chOff x="845575" y="2563700"/>
                <a:chExt cx="92400" cy="411825"/>
              </a:xfrm>
            </p:grpSpPr>
            <p:cxnSp>
              <p:nvCxnSpPr>
                <p:cNvPr id="14987" name="Google Shape;14987;p13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88" name="Google Shape;14988;p13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89" name="Google Shape;14989;p138"/>
            <p:cNvGrpSpPr/>
            <p:nvPr/>
          </p:nvGrpSpPr>
          <p:grpSpPr>
            <a:xfrm>
              <a:off x="106648" y="895722"/>
              <a:ext cx="1088401" cy="223591"/>
              <a:chOff x="881025" y="2800065"/>
              <a:chExt cx="2009975" cy="412910"/>
            </a:xfrm>
          </p:grpSpPr>
          <p:sp>
            <p:nvSpPr>
              <p:cNvPr id="14990" name="Google Shape;14990;p13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1" name="Google Shape;14991;p138"/>
              <p:cNvGrpSpPr/>
              <p:nvPr/>
            </p:nvGrpSpPr>
            <p:grpSpPr>
              <a:xfrm>
                <a:off x="881025" y="2800065"/>
                <a:ext cx="92400" cy="411825"/>
                <a:chOff x="845575" y="2563700"/>
                <a:chExt cx="92400" cy="411825"/>
              </a:xfrm>
            </p:grpSpPr>
            <p:cxnSp>
              <p:nvCxnSpPr>
                <p:cNvPr id="14992" name="Google Shape;14992;p13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93" name="Google Shape;14993;p13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4" name="Google Shape;14994;p138"/>
            <p:cNvGrpSpPr/>
            <p:nvPr/>
          </p:nvGrpSpPr>
          <p:grpSpPr>
            <a:xfrm>
              <a:off x="1172346" y="1047018"/>
              <a:ext cx="1083151" cy="223003"/>
              <a:chOff x="2849073" y="3079467"/>
              <a:chExt cx="2000279" cy="411825"/>
            </a:xfrm>
          </p:grpSpPr>
          <p:sp>
            <p:nvSpPr>
              <p:cNvPr id="14995" name="Google Shape;14995;p13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6" name="Google Shape;14996;p138"/>
              <p:cNvGrpSpPr/>
              <p:nvPr/>
            </p:nvGrpSpPr>
            <p:grpSpPr>
              <a:xfrm rot="10800000">
                <a:off x="2849073" y="3079467"/>
                <a:ext cx="92400" cy="411825"/>
                <a:chOff x="2070100" y="2563700"/>
                <a:chExt cx="92400" cy="411825"/>
              </a:xfrm>
            </p:grpSpPr>
            <p:cxnSp>
              <p:nvCxnSpPr>
                <p:cNvPr id="14997" name="Google Shape;14997;p13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98" name="Google Shape;14998;p13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9" name="Google Shape;14999;p138"/>
            <p:cNvGrpSpPr/>
            <p:nvPr/>
          </p:nvGrpSpPr>
          <p:grpSpPr>
            <a:xfrm>
              <a:off x="3290132" y="1047018"/>
              <a:ext cx="1297929" cy="223003"/>
              <a:chOff x="6760035" y="3079467"/>
              <a:chExt cx="2396914" cy="411825"/>
            </a:xfrm>
          </p:grpSpPr>
          <p:sp>
            <p:nvSpPr>
              <p:cNvPr id="15000" name="Google Shape;15000;p13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1" name="Google Shape;15001;p138"/>
              <p:cNvGrpSpPr/>
              <p:nvPr/>
            </p:nvGrpSpPr>
            <p:grpSpPr>
              <a:xfrm rot="10800000">
                <a:off x="6760035" y="3079467"/>
                <a:ext cx="92400" cy="411825"/>
                <a:chOff x="2070100" y="2563700"/>
                <a:chExt cx="92400" cy="411825"/>
              </a:xfrm>
            </p:grpSpPr>
            <p:cxnSp>
              <p:nvCxnSpPr>
                <p:cNvPr id="15002" name="Google Shape;15002;p13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003" name="Google Shape;15003;p13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004" name="Google Shape;15004;p138"/>
          <p:cNvGrpSpPr/>
          <p:nvPr/>
        </p:nvGrpSpPr>
        <p:grpSpPr>
          <a:xfrm>
            <a:off x="2147036" y="3369130"/>
            <a:ext cx="1086701" cy="799429"/>
            <a:chOff x="2183288" y="3555572"/>
            <a:chExt cx="1136241" cy="835873"/>
          </a:xfrm>
        </p:grpSpPr>
        <p:sp>
          <p:nvSpPr>
            <p:cNvPr id="15005" name="Google Shape;15005;p13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6" name="Google Shape;15006;p138"/>
            <p:cNvGrpSpPr/>
            <p:nvPr/>
          </p:nvGrpSpPr>
          <p:grpSpPr>
            <a:xfrm>
              <a:off x="2205895" y="3637269"/>
              <a:ext cx="1089848" cy="724993"/>
              <a:chOff x="2205895" y="3637269"/>
              <a:chExt cx="1089848" cy="724993"/>
            </a:xfrm>
          </p:grpSpPr>
          <p:sp>
            <p:nvSpPr>
              <p:cNvPr id="15007" name="Google Shape;15007;p13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3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3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3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3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3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3" name="Google Shape;15013;p13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14" name="Google Shape;15014;p13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015" name="Google Shape;15015;p138"/>
            <p:cNvGrpSpPr/>
            <p:nvPr/>
          </p:nvGrpSpPr>
          <p:grpSpPr>
            <a:xfrm>
              <a:off x="3173850" y="3779426"/>
              <a:ext cx="145679" cy="70048"/>
              <a:chOff x="3173850" y="3779426"/>
              <a:chExt cx="145679" cy="70048"/>
            </a:xfrm>
          </p:grpSpPr>
          <p:cxnSp>
            <p:nvCxnSpPr>
              <p:cNvPr id="15016" name="Google Shape;15016;p13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5017" name="Google Shape;15017;p13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8" name="Google Shape;15018;p138"/>
            <p:cNvGrpSpPr/>
            <p:nvPr/>
          </p:nvGrpSpPr>
          <p:grpSpPr>
            <a:xfrm>
              <a:off x="2183288" y="4139483"/>
              <a:ext cx="145133" cy="70048"/>
              <a:chOff x="2183288" y="4139483"/>
              <a:chExt cx="145133" cy="70048"/>
            </a:xfrm>
          </p:grpSpPr>
          <p:cxnSp>
            <p:nvCxnSpPr>
              <p:cNvPr id="15019" name="Google Shape;15019;p13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5020" name="Google Shape;15020;p13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1" name="Google Shape;15021;p13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22" name="Google Shape;15022;p13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023" name="Google Shape;15023;p138"/>
            <p:cNvGrpSpPr/>
            <p:nvPr/>
          </p:nvGrpSpPr>
          <p:grpSpPr>
            <a:xfrm>
              <a:off x="2943836" y="4268886"/>
              <a:ext cx="60717" cy="122559"/>
              <a:chOff x="2943836" y="4268886"/>
              <a:chExt cx="60717" cy="122559"/>
            </a:xfrm>
          </p:grpSpPr>
          <p:sp>
            <p:nvSpPr>
              <p:cNvPr id="15024" name="Google Shape;15024;p13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25" name="Google Shape;15025;p13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5026" name="Google Shape;15026;p138"/>
          <p:cNvGrpSpPr/>
          <p:nvPr/>
        </p:nvGrpSpPr>
        <p:grpSpPr>
          <a:xfrm>
            <a:off x="3409981" y="1290129"/>
            <a:ext cx="1675870" cy="758251"/>
            <a:chOff x="3530532" y="1496185"/>
            <a:chExt cx="1562000" cy="706730"/>
          </a:xfrm>
        </p:grpSpPr>
        <p:cxnSp>
          <p:nvCxnSpPr>
            <p:cNvPr id="15027" name="Google Shape;15027;p13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5028" name="Google Shape;15028;p138"/>
            <p:cNvGrpSpPr/>
            <p:nvPr/>
          </p:nvGrpSpPr>
          <p:grpSpPr>
            <a:xfrm>
              <a:off x="3530532" y="1496185"/>
              <a:ext cx="323430" cy="463587"/>
              <a:chOff x="3530532" y="1496185"/>
              <a:chExt cx="323430" cy="463587"/>
            </a:xfrm>
          </p:grpSpPr>
          <p:grpSp>
            <p:nvGrpSpPr>
              <p:cNvPr id="15029" name="Google Shape;15029;p138"/>
              <p:cNvGrpSpPr/>
              <p:nvPr/>
            </p:nvGrpSpPr>
            <p:grpSpPr>
              <a:xfrm>
                <a:off x="3567462" y="1496185"/>
                <a:ext cx="286500" cy="361376"/>
                <a:chOff x="3567462" y="1496185"/>
                <a:chExt cx="286500" cy="361376"/>
              </a:xfrm>
            </p:grpSpPr>
            <p:cxnSp>
              <p:nvCxnSpPr>
                <p:cNvPr id="15030" name="Google Shape;15030;p13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031" name="Google Shape;15031;p13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2" name="Google Shape;15032;p13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138"/>
            <p:cNvGrpSpPr/>
            <p:nvPr/>
          </p:nvGrpSpPr>
          <p:grpSpPr>
            <a:xfrm>
              <a:off x="3891569" y="1779209"/>
              <a:ext cx="323945" cy="423706"/>
              <a:chOff x="3891569" y="1779209"/>
              <a:chExt cx="323945" cy="423706"/>
            </a:xfrm>
          </p:grpSpPr>
          <p:grpSp>
            <p:nvGrpSpPr>
              <p:cNvPr id="15034" name="Google Shape;15034;p138"/>
              <p:cNvGrpSpPr/>
              <p:nvPr/>
            </p:nvGrpSpPr>
            <p:grpSpPr>
              <a:xfrm>
                <a:off x="3929014" y="1881638"/>
                <a:ext cx="286500" cy="321278"/>
                <a:chOff x="3929014" y="1881638"/>
                <a:chExt cx="286500" cy="321278"/>
              </a:xfrm>
            </p:grpSpPr>
            <p:cxnSp>
              <p:nvCxnSpPr>
                <p:cNvPr id="15035" name="Google Shape;15035;p13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5036" name="Google Shape;15036;p13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7" name="Google Shape;15037;p13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138"/>
            <p:cNvGrpSpPr/>
            <p:nvPr/>
          </p:nvGrpSpPr>
          <p:grpSpPr>
            <a:xfrm>
              <a:off x="4252606" y="1496185"/>
              <a:ext cx="324721" cy="463587"/>
              <a:chOff x="4252606" y="1496185"/>
              <a:chExt cx="324721" cy="463587"/>
            </a:xfrm>
          </p:grpSpPr>
          <p:grpSp>
            <p:nvGrpSpPr>
              <p:cNvPr id="15039" name="Google Shape;15039;p138"/>
              <p:cNvGrpSpPr/>
              <p:nvPr/>
            </p:nvGrpSpPr>
            <p:grpSpPr>
              <a:xfrm>
                <a:off x="4290828" y="1496185"/>
                <a:ext cx="286500" cy="361376"/>
                <a:chOff x="4290828" y="1496185"/>
                <a:chExt cx="286500" cy="361376"/>
              </a:xfrm>
            </p:grpSpPr>
            <p:cxnSp>
              <p:nvCxnSpPr>
                <p:cNvPr id="15040" name="Google Shape;15040;p13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041" name="Google Shape;15041;p13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2" name="Google Shape;15042;p13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3" name="Google Shape;15043;p138"/>
            <p:cNvGrpSpPr/>
            <p:nvPr/>
          </p:nvGrpSpPr>
          <p:grpSpPr>
            <a:xfrm>
              <a:off x="4613643" y="1763716"/>
              <a:ext cx="325308" cy="439200"/>
              <a:chOff x="4613643" y="1763716"/>
              <a:chExt cx="325308" cy="439200"/>
            </a:xfrm>
          </p:grpSpPr>
          <p:grpSp>
            <p:nvGrpSpPr>
              <p:cNvPr id="15044" name="Google Shape;15044;p138"/>
              <p:cNvGrpSpPr/>
              <p:nvPr/>
            </p:nvGrpSpPr>
            <p:grpSpPr>
              <a:xfrm>
                <a:off x="4652451" y="1879538"/>
                <a:ext cx="286500" cy="323378"/>
                <a:chOff x="4652451" y="1879538"/>
                <a:chExt cx="286500" cy="323378"/>
              </a:xfrm>
            </p:grpSpPr>
            <p:cxnSp>
              <p:nvCxnSpPr>
                <p:cNvPr id="15045" name="Google Shape;15045;p13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5046" name="Google Shape;15046;p13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7" name="Google Shape;15047;p13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48" name="Google Shape;15048;p138"/>
          <p:cNvGrpSpPr/>
          <p:nvPr/>
        </p:nvGrpSpPr>
        <p:grpSpPr>
          <a:xfrm>
            <a:off x="3421841" y="2143755"/>
            <a:ext cx="1652173" cy="391517"/>
            <a:chOff x="3512551" y="2358270"/>
            <a:chExt cx="1597383" cy="378533"/>
          </a:xfrm>
        </p:grpSpPr>
        <p:cxnSp>
          <p:nvCxnSpPr>
            <p:cNvPr id="15049" name="Google Shape;15049;p138"/>
            <p:cNvCxnSpPr>
              <a:stCxn id="15050" idx="6"/>
              <a:endCxn id="1505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5052" name="Google Shape;15052;p138"/>
            <p:cNvGrpSpPr/>
            <p:nvPr/>
          </p:nvGrpSpPr>
          <p:grpSpPr>
            <a:xfrm>
              <a:off x="3512551" y="2358270"/>
              <a:ext cx="225647" cy="307714"/>
              <a:chOff x="2182679" y="2004714"/>
              <a:chExt cx="792300" cy="1080458"/>
            </a:xfrm>
          </p:grpSpPr>
          <p:cxnSp>
            <p:nvCxnSpPr>
              <p:cNvPr id="15053" name="Google Shape;15053;p138"/>
              <p:cNvCxnSpPr>
                <a:stCxn id="1505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050" name="Google Shape;15050;p13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3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138"/>
            <p:cNvGrpSpPr/>
            <p:nvPr/>
          </p:nvGrpSpPr>
          <p:grpSpPr>
            <a:xfrm>
              <a:off x="3969644" y="2440153"/>
              <a:ext cx="225853" cy="296651"/>
              <a:chOff x="3775710" y="1729289"/>
              <a:chExt cx="136500" cy="179289"/>
            </a:xfrm>
          </p:grpSpPr>
          <p:cxnSp>
            <p:nvCxnSpPr>
              <p:cNvPr id="15056" name="Google Shape;15056;p13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5057" name="Google Shape;15057;p13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3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9" name="Google Shape;15059;p138"/>
            <p:cNvGrpSpPr/>
            <p:nvPr/>
          </p:nvGrpSpPr>
          <p:grpSpPr>
            <a:xfrm>
              <a:off x="4427051" y="2358270"/>
              <a:ext cx="225647" cy="307714"/>
              <a:chOff x="5393704" y="2004714"/>
              <a:chExt cx="792300" cy="1080458"/>
            </a:xfrm>
          </p:grpSpPr>
          <p:cxnSp>
            <p:nvCxnSpPr>
              <p:cNvPr id="15060" name="Google Shape;15060;p138"/>
              <p:cNvCxnSpPr>
                <a:stCxn id="1506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062" name="Google Shape;15062;p13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3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138"/>
            <p:cNvGrpSpPr/>
            <p:nvPr/>
          </p:nvGrpSpPr>
          <p:grpSpPr>
            <a:xfrm>
              <a:off x="4884287" y="2440252"/>
              <a:ext cx="225647" cy="296532"/>
              <a:chOff x="6999166" y="2292572"/>
              <a:chExt cx="792300" cy="1041192"/>
            </a:xfrm>
          </p:grpSpPr>
          <p:cxnSp>
            <p:nvCxnSpPr>
              <p:cNvPr id="15064" name="Google Shape;15064;p13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5051" name="Google Shape;15051;p13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3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66" name="Google Shape;15066;p138"/>
          <p:cNvGrpSpPr/>
          <p:nvPr/>
        </p:nvGrpSpPr>
        <p:grpSpPr>
          <a:xfrm>
            <a:off x="6842649" y="979955"/>
            <a:ext cx="1581844" cy="732818"/>
            <a:chOff x="634175" y="2986275"/>
            <a:chExt cx="3147949" cy="1458344"/>
          </a:xfrm>
        </p:grpSpPr>
        <p:cxnSp>
          <p:nvCxnSpPr>
            <p:cNvPr id="15067" name="Google Shape;15067;p138"/>
            <p:cNvCxnSpPr>
              <a:stCxn id="15068" idx="4"/>
              <a:endCxn id="1506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5070" name="Google Shape;15070;p138"/>
            <p:cNvCxnSpPr>
              <a:stCxn id="15069" idx="0"/>
              <a:endCxn id="1507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072" name="Google Shape;15072;p138"/>
            <p:cNvCxnSpPr>
              <a:stCxn id="15071" idx="4"/>
              <a:endCxn id="1507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074" name="Google Shape;15074;p138"/>
            <p:cNvCxnSpPr>
              <a:stCxn id="15073" idx="0"/>
              <a:endCxn id="1507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5075" name="Google Shape;15075;p13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071" name="Google Shape;15071;p13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068" name="Google Shape;15068;p13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073" name="Google Shape;15073;p13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069" name="Google Shape;15069;p13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5076" name="Google Shape;15076;p138"/>
          <p:cNvGrpSpPr/>
          <p:nvPr/>
        </p:nvGrpSpPr>
        <p:grpSpPr>
          <a:xfrm>
            <a:off x="3410364" y="2674265"/>
            <a:ext cx="1675128" cy="313674"/>
            <a:chOff x="998425" y="1182125"/>
            <a:chExt cx="1065400" cy="199500"/>
          </a:xfrm>
        </p:grpSpPr>
        <p:sp>
          <p:nvSpPr>
            <p:cNvPr id="15077" name="Google Shape;15077;p13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3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3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3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3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2" name="Google Shape;15082;p138"/>
          <p:cNvGrpSpPr/>
          <p:nvPr/>
        </p:nvGrpSpPr>
        <p:grpSpPr>
          <a:xfrm>
            <a:off x="3410363" y="3630231"/>
            <a:ext cx="1675129" cy="525345"/>
            <a:chOff x="5194708" y="3484366"/>
            <a:chExt cx="3148148" cy="987304"/>
          </a:xfrm>
        </p:grpSpPr>
        <p:grpSp>
          <p:nvGrpSpPr>
            <p:cNvPr id="15083" name="Google Shape;15083;p138"/>
            <p:cNvGrpSpPr/>
            <p:nvPr/>
          </p:nvGrpSpPr>
          <p:grpSpPr>
            <a:xfrm>
              <a:off x="7531521" y="3484366"/>
              <a:ext cx="811335" cy="987304"/>
              <a:chOff x="3379425" y="1617275"/>
              <a:chExt cx="1090650" cy="1327200"/>
            </a:xfrm>
          </p:grpSpPr>
          <p:sp>
            <p:nvSpPr>
              <p:cNvPr id="15084" name="Google Shape;15084;p13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3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3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138"/>
            <p:cNvGrpSpPr/>
            <p:nvPr/>
          </p:nvGrpSpPr>
          <p:grpSpPr>
            <a:xfrm>
              <a:off x="6752546" y="3484366"/>
              <a:ext cx="811428" cy="987304"/>
              <a:chOff x="2332275" y="1617275"/>
              <a:chExt cx="1090775" cy="1327200"/>
            </a:xfrm>
          </p:grpSpPr>
          <p:sp>
            <p:nvSpPr>
              <p:cNvPr id="15088" name="Google Shape;15088;p13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3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3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1" name="Google Shape;15091;p138"/>
            <p:cNvGrpSpPr/>
            <p:nvPr/>
          </p:nvGrpSpPr>
          <p:grpSpPr>
            <a:xfrm>
              <a:off x="5973664" y="3484366"/>
              <a:ext cx="811335" cy="987304"/>
              <a:chOff x="1285250" y="1617275"/>
              <a:chExt cx="1090650" cy="1327200"/>
            </a:xfrm>
          </p:grpSpPr>
          <p:sp>
            <p:nvSpPr>
              <p:cNvPr id="15092" name="Google Shape;15092;p13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3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3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138"/>
            <p:cNvGrpSpPr/>
            <p:nvPr/>
          </p:nvGrpSpPr>
          <p:grpSpPr>
            <a:xfrm>
              <a:off x="5194708" y="3484366"/>
              <a:ext cx="811409" cy="987304"/>
              <a:chOff x="238125" y="1617275"/>
              <a:chExt cx="1090750" cy="1327200"/>
            </a:xfrm>
          </p:grpSpPr>
          <p:sp>
            <p:nvSpPr>
              <p:cNvPr id="15096" name="Google Shape;15096;p13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3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3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99" name="Google Shape;15099;p138"/>
          <p:cNvGrpSpPr/>
          <p:nvPr/>
        </p:nvGrpSpPr>
        <p:grpSpPr>
          <a:xfrm>
            <a:off x="6844048" y="2276120"/>
            <a:ext cx="1579046" cy="522230"/>
            <a:chOff x="6853641" y="2534077"/>
            <a:chExt cx="1515545" cy="501229"/>
          </a:xfrm>
        </p:grpSpPr>
        <p:grpSp>
          <p:nvGrpSpPr>
            <p:cNvPr id="15100" name="Google Shape;15100;p138"/>
            <p:cNvGrpSpPr/>
            <p:nvPr/>
          </p:nvGrpSpPr>
          <p:grpSpPr>
            <a:xfrm>
              <a:off x="6853641" y="2618923"/>
              <a:ext cx="1515545" cy="324556"/>
              <a:chOff x="6853641" y="2618923"/>
              <a:chExt cx="1515545" cy="324556"/>
            </a:xfrm>
          </p:grpSpPr>
          <p:sp>
            <p:nvSpPr>
              <p:cNvPr id="15101" name="Google Shape;15101;p13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3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3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3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3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6" name="Google Shape;15106;p13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3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3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3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3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138"/>
          <p:cNvGrpSpPr/>
          <p:nvPr/>
        </p:nvGrpSpPr>
        <p:grpSpPr>
          <a:xfrm>
            <a:off x="3438940" y="3151161"/>
            <a:ext cx="1617976" cy="346616"/>
            <a:chOff x="1808063" y="4294338"/>
            <a:chExt cx="3370782" cy="721817"/>
          </a:xfrm>
        </p:grpSpPr>
        <p:sp>
          <p:nvSpPr>
            <p:cNvPr id="15112" name="Google Shape;15112;p13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3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3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3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3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3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3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3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3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3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138"/>
          <p:cNvGrpSpPr/>
          <p:nvPr/>
        </p:nvGrpSpPr>
        <p:grpSpPr>
          <a:xfrm>
            <a:off x="5264936" y="3817911"/>
            <a:ext cx="1417067" cy="350605"/>
            <a:chOff x="4234950" y="2101012"/>
            <a:chExt cx="4219974" cy="1044090"/>
          </a:xfrm>
        </p:grpSpPr>
        <p:sp>
          <p:nvSpPr>
            <p:cNvPr id="15123" name="Google Shape;15123;p13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3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3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3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3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3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3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3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3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3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3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3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3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3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3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3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138"/>
          <p:cNvGrpSpPr/>
          <p:nvPr/>
        </p:nvGrpSpPr>
        <p:grpSpPr>
          <a:xfrm>
            <a:off x="6840408" y="1808668"/>
            <a:ext cx="1586327" cy="371557"/>
            <a:chOff x="1247650" y="2075423"/>
            <a:chExt cx="6648477" cy="1557238"/>
          </a:xfrm>
        </p:grpSpPr>
        <p:sp>
          <p:nvSpPr>
            <p:cNvPr id="15140" name="Google Shape;15140;p13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3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3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3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3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3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6" name="Google Shape;15146;p138"/>
          <p:cNvGrpSpPr/>
          <p:nvPr/>
        </p:nvGrpSpPr>
        <p:grpSpPr>
          <a:xfrm>
            <a:off x="5271678" y="961858"/>
            <a:ext cx="1415601" cy="1648533"/>
            <a:chOff x="1839112" y="2209163"/>
            <a:chExt cx="1918159" cy="2233784"/>
          </a:xfrm>
        </p:grpSpPr>
        <p:sp>
          <p:nvSpPr>
            <p:cNvPr id="15147" name="Google Shape;15147;p13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3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3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50" name="Google Shape;15150;p138"/>
            <p:cNvCxnSpPr>
              <a:stCxn id="15147" idx="6"/>
              <a:endCxn id="1514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151" name="Google Shape;15151;p138"/>
            <p:cNvCxnSpPr>
              <a:stCxn id="15148" idx="4"/>
              <a:endCxn id="1515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5153" name="Google Shape;15153;p138"/>
            <p:cNvCxnSpPr>
              <a:stCxn id="15152" idx="6"/>
              <a:endCxn id="1514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154" name="Google Shape;15154;p138"/>
            <p:cNvCxnSpPr>
              <a:stCxn id="15149" idx="4"/>
              <a:endCxn id="1515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5152" name="Google Shape;15152;p13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3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3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57" name="Google Shape;15157;p138"/>
            <p:cNvCxnSpPr>
              <a:endCxn id="1515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5158" name="Google Shape;15158;p138"/>
          <p:cNvGrpSpPr/>
          <p:nvPr/>
        </p:nvGrpSpPr>
        <p:grpSpPr>
          <a:xfrm>
            <a:off x="3428944" y="979942"/>
            <a:ext cx="1637968" cy="154942"/>
            <a:chOff x="238125" y="2506075"/>
            <a:chExt cx="7115411" cy="673075"/>
          </a:xfrm>
        </p:grpSpPr>
        <p:sp>
          <p:nvSpPr>
            <p:cNvPr id="15159" name="Google Shape;15159;p13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3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3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3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3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138"/>
          <p:cNvGrpSpPr/>
          <p:nvPr/>
        </p:nvGrpSpPr>
        <p:grpSpPr>
          <a:xfrm>
            <a:off x="1969680" y="1294660"/>
            <a:ext cx="1262932" cy="785408"/>
            <a:chOff x="548861" y="389676"/>
            <a:chExt cx="3843371" cy="2390163"/>
          </a:xfrm>
        </p:grpSpPr>
        <p:cxnSp>
          <p:nvCxnSpPr>
            <p:cNvPr id="15165" name="Google Shape;15165;p13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166" name="Google Shape;15166;p13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167" name="Google Shape;15167;p13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168" name="Google Shape;15168;p13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5169" name="Google Shape;15169;p13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170" name="Google Shape;15170;p13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71" name="Google Shape;15171;p13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172" name="Google Shape;15172;p13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3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3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3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13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3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138"/>
          <p:cNvGrpSpPr/>
          <p:nvPr/>
        </p:nvGrpSpPr>
        <p:grpSpPr>
          <a:xfrm>
            <a:off x="757812" y="2401537"/>
            <a:ext cx="1412054" cy="633562"/>
            <a:chOff x="1187400" y="2529299"/>
            <a:chExt cx="6769193" cy="2241903"/>
          </a:xfrm>
        </p:grpSpPr>
        <p:sp>
          <p:nvSpPr>
            <p:cNvPr id="15179" name="Google Shape;15179;p13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180" name="Google Shape;15180;p13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181" name="Google Shape;15181;p13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182" name="Google Shape;15182;p13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183" name="Google Shape;15183;p13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184" name="Google Shape;15184;p13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185" name="Google Shape;15185;p13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5186" name="Google Shape;15186;p138"/>
            <p:cNvCxnSpPr>
              <a:stCxn id="15179" idx="2"/>
              <a:endCxn id="1518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187" name="Google Shape;15187;p138"/>
            <p:cNvCxnSpPr>
              <a:stCxn id="15181" idx="0"/>
              <a:endCxn id="1517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188" name="Google Shape;15188;p138"/>
            <p:cNvCxnSpPr>
              <a:stCxn id="15181" idx="2"/>
              <a:endCxn id="1518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189" name="Google Shape;15189;p138"/>
            <p:cNvCxnSpPr>
              <a:stCxn id="15182" idx="0"/>
              <a:endCxn id="1518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190" name="Google Shape;15190;p138"/>
            <p:cNvCxnSpPr>
              <a:stCxn id="15180" idx="2"/>
              <a:endCxn id="1518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191" name="Google Shape;15191;p138"/>
            <p:cNvCxnSpPr>
              <a:stCxn id="15184" idx="0"/>
              <a:endCxn id="1518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5192" name="Google Shape;15192;p138"/>
          <p:cNvGrpSpPr/>
          <p:nvPr/>
        </p:nvGrpSpPr>
        <p:grpSpPr>
          <a:xfrm>
            <a:off x="6844058" y="2894246"/>
            <a:ext cx="1579035" cy="540873"/>
            <a:chOff x="6895650" y="3126697"/>
            <a:chExt cx="1436662" cy="492105"/>
          </a:xfrm>
        </p:grpSpPr>
        <p:sp>
          <p:nvSpPr>
            <p:cNvPr id="15193" name="Google Shape;15193;p13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3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3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3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3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8" name="Google Shape;15198;p138"/>
            <p:cNvGrpSpPr/>
            <p:nvPr/>
          </p:nvGrpSpPr>
          <p:grpSpPr>
            <a:xfrm>
              <a:off x="6995957" y="3335810"/>
              <a:ext cx="1230393" cy="71754"/>
              <a:chOff x="6995957" y="3287964"/>
              <a:chExt cx="1230393" cy="71754"/>
            </a:xfrm>
          </p:grpSpPr>
          <p:sp>
            <p:nvSpPr>
              <p:cNvPr id="15199" name="Google Shape;15199;p13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3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3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3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3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4" name="Google Shape;15204;p138"/>
          <p:cNvGrpSpPr/>
          <p:nvPr/>
        </p:nvGrpSpPr>
        <p:grpSpPr>
          <a:xfrm>
            <a:off x="6842640" y="3531009"/>
            <a:ext cx="1581862" cy="650625"/>
            <a:chOff x="6777990" y="3710194"/>
            <a:chExt cx="1646915" cy="677382"/>
          </a:xfrm>
        </p:grpSpPr>
        <p:grpSp>
          <p:nvGrpSpPr>
            <p:cNvPr id="15205" name="Google Shape;15205;p138"/>
            <p:cNvGrpSpPr/>
            <p:nvPr/>
          </p:nvGrpSpPr>
          <p:grpSpPr>
            <a:xfrm>
              <a:off x="6777990" y="3874492"/>
              <a:ext cx="411129" cy="513083"/>
              <a:chOff x="6777990" y="3874492"/>
              <a:chExt cx="411129" cy="513083"/>
            </a:xfrm>
          </p:grpSpPr>
          <p:cxnSp>
            <p:nvCxnSpPr>
              <p:cNvPr id="15206" name="Google Shape;15206;p13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207" name="Google Shape;15207;p13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138"/>
            <p:cNvGrpSpPr/>
            <p:nvPr/>
          </p:nvGrpSpPr>
          <p:grpSpPr>
            <a:xfrm>
              <a:off x="7188425" y="3710194"/>
              <a:ext cx="411123" cy="520535"/>
              <a:chOff x="7188425" y="3710194"/>
              <a:chExt cx="411123" cy="520535"/>
            </a:xfrm>
          </p:grpSpPr>
          <p:cxnSp>
            <p:nvCxnSpPr>
              <p:cNvPr id="15209" name="Google Shape;15209;p13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210" name="Google Shape;15210;p13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138"/>
            <p:cNvGrpSpPr/>
            <p:nvPr/>
          </p:nvGrpSpPr>
          <p:grpSpPr>
            <a:xfrm>
              <a:off x="7603341" y="3874492"/>
              <a:ext cx="411474" cy="513083"/>
              <a:chOff x="7603341" y="3874492"/>
              <a:chExt cx="411474" cy="513083"/>
            </a:xfrm>
          </p:grpSpPr>
          <p:cxnSp>
            <p:nvCxnSpPr>
              <p:cNvPr id="15212" name="Google Shape;15212;p13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213" name="Google Shape;15213;p13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138"/>
            <p:cNvGrpSpPr/>
            <p:nvPr/>
          </p:nvGrpSpPr>
          <p:grpSpPr>
            <a:xfrm>
              <a:off x="8013776" y="3722847"/>
              <a:ext cx="411129" cy="507881"/>
              <a:chOff x="8013776" y="3722847"/>
              <a:chExt cx="411129" cy="507881"/>
            </a:xfrm>
          </p:grpSpPr>
          <p:cxnSp>
            <p:nvCxnSpPr>
              <p:cNvPr id="15215" name="Google Shape;15215;p13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5216" name="Google Shape;15216;p13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17" name="Google Shape;15217;p138"/>
          <p:cNvGrpSpPr/>
          <p:nvPr/>
        </p:nvGrpSpPr>
        <p:grpSpPr>
          <a:xfrm>
            <a:off x="5262155" y="2703849"/>
            <a:ext cx="1421889" cy="1020603"/>
            <a:chOff x="5190863" y="2824811"/>
            <a:chExt cx="1544860" cy="1108869"/>
          </a:xfrm>
        </p:grpSpPr>
        <p:grpSp>
          <p:nvGrpSpPr>
            <p:cNvPr id="15218" name="Google Shape;15218;p138"/>
            <p:cNvGrpSpPr/>
            <p:nvPr/>
          </p:nvGrpSpPr>
          <p:grpSpPr>
            <a:xfrm>
              <a:off x="5938695" y="3176919"/>
              <a:ext cx="685761" cy="404739"/>
              <a:chOff x="5938695" y="3176919"/>
              <a:chExt cx="685761" cy="404739"/>
            </a:xfrm>
          </p:grpSpPr>
          <p:grpSp>
            <p:nvGrpSpPr>
              <p:cNvPr id="15219" name="Google Shape;15219;p138"/>
              <p:cNvGrpSpPr/>
              <p:nvPr/>
            </p:nvGrpSpPr>
            <p:grpSpPr>
              <a:xfrm>
                <a:off x="5938695" y="3176919"/>
                <a:ext cx="685761" cy="404739"/>
                <a:chOff x="5938695" y="3176919"/>
                <a:chExt cx="685761" cy="404739"/>
              </a:xfrm>
            </p:grpSpPr>
            <p:sp>
              <p:nvSpPr>
                <p:cNvPr id="15220" name="Google Shape;15220;p13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3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2" name="Google Shape;15222;p13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138"/>
            <p:cNvGrpSpPr/>
            <p:nvPr/>
          </p:nvGrpSpPr>
          <p:grpSpPr>
            <a:xfrm>
              <a:off x="5305233" y="3176835"/>
              <a:ext cx="685971" cy="404655"/>
              <a:chOff x="5305233" y="3176835"/>
              <a:chExt cx="685971" cy="404655"/>
            </a:xfrm>
          </p:grpSpPr>
          <p:grpSp>
            <p:nvGrpSpPr>
              <p:cNvPr id="15224" name="Google Shape;15224;p138"/>
              <p:cNvGrpSpPr/>
              <p:nvPr/>
            </p:nvGrpSpPr>
            <p:grpSpPr>
              <a:xfrm>
                <a:off x="5305233" y="3176835"/>
                <a:ext cx="685971" cy="404655"/>
                <a:chOff x="5305233" y="3176835"/>
                <a:chExt cx="685971" cy="404655"/>
              </a:xfrm>
            </p:grpSpPr>
            <p:sp>
              <p:nvSpPr>
                <p:cNvPr id="15225" name="Google Shape;15225;p13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3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7" name="Google Shape;15227;p13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8" name="Google Shape;15228;p13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9" name="Google Shape;15229;p138"/>
            <p:cNvGrpSpPr/>
            <p:nvPr/>
          </p:nvGrpSpPr>
          <p:grpSpPr>
            <a:xfrm>
              <a:off x="5657361" y="2824811"/>
              <a:ext cx="1078361" cy="404655"/>
              <a:chOff x="5657361" y="2824811"/>
              <a:chExt cx="1078361" cy="404655"/>
            </a:xfrm>
          </p:grpSpPr>
          <p:grpSp>
            <p:nvGrpSpPr>
              <p:cNvPr id="15230" name="Google Shape;15230;p138"/>
              <p:cNvGrpSpPr/>
              <p:nvPr/>
            </p:nvGrpSpPr>
            <p:grpSpPr>
              <a:xfrm>
                <a:off x="5657361" y="2824811"/>
                <a:ext cx="1078361" cy="404655"/>
                <a:chOff x="5657361" y="2824811"/>
                <a:chExt cx="1078361" cy="404655"/>
              </a:xfrm>
            </p:grpSpPr>
            <p:grpSp>
              <p:nvGrpSpPr>
                <p:cNvPr id="15231" name="Google Shape;15231;p138"/>
                <p:cNvGrpSpPr/>
                <p:nvPr/>
              </p:nvGrpSpPr>
              <p:grpSpPr>
                <a:xfrm>
                  <a:off x="5938485" y="2824811"/>
                  <a:ext cx="797237" cy="404655"/>
                  <a:chOff x="5938485" y="2824811"/>
                  <a:chExt cx="797237" cy="404655"/>
                </a:xfrm>
              </p:grpSpPr>
              <p:sp>
                <p:nvSpPr>
                  <p:cNvPr id="15232" name="Google Shape;15232;p13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3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4" name="Google Shape;15234;p13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5" name="Google Shape;15235;p13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138"/>
            <p:cNvGrpSpPr/>
            <p:nvPr/>
          </p:nvGrpSpPr>
          <p:grpSpPr>
            <a:xfrm>
              <a:off x="5190863" y="3528942"/>
              <a:ext cx="1078026" cy="404739"/>
              <a:chOff x="5190863" y="3528942"/>
              <a:chExt cx="1078026" cy="404739"/>
            </a:xfrm>
          </p:grpSpPr>
          <p:sp>
            <p:nvSpPr>
              <p:cNvPr id="15237" name="Google Shape;15237;p13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8" name="Google Shape;15238;p138"/>
              <p:cNvGrpSpPr/>
              <p:nvPr/>
            </p:nvGrpSpPr>
            <p:grpSpPr>
              <a:xfrm>
                <a:off x="5190863" y="3528942"/>
                <a:ext cx="1078026" cy="404739"/>
                <a:chOff x="5190863" y="3528942"/>
                <a:chExt cx="1078026" cy="404739"/>
              </a:xfrm>
            </p:grpSpPr>
            <p:sp>
              <p:nvSpPr>
                <p:cNvPr id="15239" name="Google Shape;15239;p13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13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241" name="Google Shape;15241;p138"/>
          <p:cNvGrpSpPr/>
          <p:nvPr/>
        </p:nvGrpSpPr>
        <p:grpSpPr>
          <a:xfrm>
            <a:off x="728162" y="1268317"/>
            <a:ext cx="1086719" cy="879487"/>
            <a:chOff x="803162" y="1474292"/>
            <a:chExt cx="1086719" cy="879487"/>
          </a:xfrm>
        </p:grpSpPr>
        <p:grpSp>
          <p:nvGrpSpPr>
            <p:cNvPr id="15242" name="Google Shape;15242;p138"/>
            <p:cNvGrpSpPr/>
            <p:nvPr/>
          </p:nvGrpSpPr>
          <p:grpSpPr>
            <a:xfrm>
              <a:off x="803162" y="1625948"/>
              <a:ext cx="445856" cy="576579"/>
              <a:chOff x="803162" y="1625948"/>
              <a:chExt cx="445856" cy="576579"/>
            </a:xfrm>
          </p:grpSpPr>
          <p:sp>
            <p:nvSpPr>
              <p:cNvPr id="15243" name="Google Shape;15243;p13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4" name="Google Shape;15244;p138"/>
              <p:cNvGrpSpPr/>
              <p:nvPr/>
            </p:nvGrpSpPr>
            <p:grpSpPr>
              <a:xfrm>
                <a:off x="1056023" y="1625948"/>
                <a:ext cx="192995" cy="576579"/>
                <a:chOff x="1056023" y="1625948"/>
                <a:chExt cx="192995" cy="576579"/>
              </a:xfrm>
            </p:grpSpPr>
            <p:sp>
              <p:nvSpPr>
                <p:cNvPr id="15245" name="Google Shape;15245;p13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3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3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3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13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50" name="Google Shape;15250;p138"/>
            <p:cNvGrpSpPr/>
            <p:nvPr/>
          </p:nvGrpSpPr>
          <p:grpSpPr>
            <a:xfrm>
              <a:off x="1371406" y="1474292"/>
              <a:ext cx="518475" cy="879487"/>
              <a:chOff x="1398231" y="1474292"/>
              <a:chExt cx="518475" cy="879487"/>
            </a:xfrm>
          </p:grpSpPr>
          <p:grpSp>
            <p:nvGrpSpPr>
              <p:cNvPr id="15251" name="Google Shape;15251;p138"/>
              <p:cNvGrpSpPr/>
              <p:nvPr/>
            </p:nvGrpSpPr>
            <p:grpSpPr>
              <a:xfrm>
                <a:off x="1398231" y="1474292"/>
                <a:ext cx="518475" cy="341643"/>
                <a:chOff x="1398231" y="1474292"/>
                <a:chExt cx="518475" cy="341643"/>
              </a:xfrm>
            </p:grpSpPr>
            <p:sp>
              <p:nvSpPr>
                <p:cNvPr id="15252" name="Google Shape;15252;p13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3" name="Google Shape;15253;p138"/>
                <p:cNvGrpSpPr/>
                <p:nvPr/>
              </p:nvGrpSpPr>
              <p:grpSpPr>
                <a:xfrm>
                  <a:off x="1616453" y="1474292"/>
                  <a:ext cx="300253" cy="341643"/>
                  <a:chOff x="1616453" y="1475379"/>
                  <a:chExt cx="300253" cy="341643"/>
                </a:xfrm>
              </p:grpSpPr>
              <p:sp>
                <p:nvSpPr>
                  <p:cNvPr id="15254" name="Google Shape;15254;p13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3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3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3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3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3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3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1" name="Google Shape;15261;p138"/>
                  <p:cNvGrpSpPr/>
                  <p:nvPr/>
                </p:nvGrpSpPr>
                <p:grpSpPr>
                  <a:xfrm>
                    <a:off x="1839639" y="1475379"/>
                    <a:ext cx="77067" cy="341643"/>
                    <a:chOff x="1839639" y="1475379"/>
                    <a:chExt cx="77067" cy="341643"/>
                  </a:xfrm>
                </p:grpSpPr>
                <p:sp>
                  <p:nvSpPr>
                    <p:cNvPr id="15262" name="Google Shape;15262;p13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3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264" name="Google Shape;15264;p138"/>
              <p:cNvGrpSpPr/>
              <p:nvPr/>
            </p:nvGrpSpPr>
            <p:grpSpPr>
              <a:xfrm>
                <a:off x="1398451" y="2012951"/>
                <a:ext cx="518255" cy="340828"/>
                <a:chOff x="1398451" y="2012951"/>
                <a:chExt cx="518255" cy="340828"/>
              </a:xfrm>
            </p:grpSpPr>
            <p:sp>
              <p:nvSpPr>
                <p:cNvPr id="15265" name="Google Shape;15265;p13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6" name="Google Shape;15266;p138"/>
                <p:cNvGrpSpPr/>
                <p:nvPr/>
              </p:nvGrpSpPr>
              <p:grpSpPr>
                <a:xfrm>
                  <a:off x="1616453" y="2012951"/>
                  <a:ext cx="300253" cy="340828"/>
                  <a:chOff x="1616453" y="2013538"/>
                  <a:chExt cx="300253" cy="340828"/>
                </a:xfrm>
              </p:grpSpPr>
              <p:sp>
                <p:nvSpPr>
                  <p:cNvPr id="15267" name="Google Shape;15267;p13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13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3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3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3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3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3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4" name="Google Shape;15274;p138"/>
                  <p:cNvGrpSpPr/>
                  <p:nvPr/>
                </p:nvGrpSpPr>
                <p:grpSpPr>
                  <a:xfrm>
                    <a:off x="1839639" y="2013538"/>
                    <a:ext cx="77067" cy="340828"/>
                    <a:chOff x="1839639" y="2013538"/>
                    <a:chExt cx="77067" cy="340828"/>
                  </a:xfrm>
                </p:grpSpPr>
                <p:sp>
                  <p:nvSpPr>
                    <p:cNvPr id="15275" name="Google Shape;15275;p13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3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5277" name="Google Shape;15277;p138"/>
          <p:cNvGrpSpPr/>
          <p:nvPr/>
        </p:nvGrpSpPr>
        <p:grpSpPr>
          <a:xfrm>
            <a:off x="724986" y="3399503"/>
            <a:ext cx="1368681" cy="682918"/>
            <a:chOff x="724986" y="3605478"/>
            <a:chExt cx="1368681" cy="682918"/>
          </a:xfrm>
        </p:grpSpPr>
        <p:grpSp>
          <p:nvGrpSpPr>
            <p:cNvPr id="15278" name="Google Shape;15278;p138"/>
            <p:cNvGrpSpPr/>
            <p:nvPr/>
          </p:nvGrpSpPr>
          <p:grpSpPr>
            <a:xfrm>
              <a:off x="1289102" y="3823629"/>
              <a:ext cx="240442" cy="250435"/>
              <a:chOff x="-165066" y="3843615"/>
              <a:chExt cx="221259" cy="230455"/>
            </a:xfrm>
          </p:grpSpPr>
          <p:sp>
            <p:nvSpPr>
              <p:cNvPr id="15279" name="Google Shape;15279;p13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3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3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3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3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3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3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3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3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3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3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3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3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3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13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3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3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3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3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13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138"/>
            <p:cNvGrpSpPr/>
            <p:nvPr/>
          </p:nvGrpSpPr>
          <p:grpSpPr>
            <a:xfrm>
              <a:off x="724986" y="3605478"/>
              <a:ext cx="1368681" cy="682918"/>
              <a:chOff x="724986" y="3605478"/>
              <a:chExt cx="1368681" cy="682918"/>
            </a:xfrm>
          </p:grpSpPr>
          <p:grpSp>
            <p:nvGrpSpPr>
              <p:cNvPr id="15300" name="Google Shape;15300;p138"/>
              <p:cNvGrpSpPr/>
              <p:nvPr/>
            </p:nvGrpSpPr>
            <p:grpSpPr>
              <a:xfrm>
                <a:off x="1498221" y="4047614"/>
                <a:ext cx="529172" cy="240783"/>
                <a:chOff x="1498221" y="4047614"/>
                <a:chExt cx="529172" cy="240783"/>
              </a:xfrm>
            </p:grpSpPr>
            <p:grpSp>
              <p:nvGrpSpPr>
                <p:cNvPr id="15301" name="Google Shape;15301;p138"/>
                <p:cNvGrpSpPr/>
                <p:nvPr/>
              </p:nvGrpSpPr>
              <p:grpSpPr>
                <a:xfrm>
                  <a:off x="1826655" y="4224370"/>
                  <a:ext cx="200738" cy="25631"/>
                  <a:chOff x="1826655" y="4224370"/>
                  <a:chExt cx="200738" cy="25631"/>
                </a:xfrm>
              </p:grpSpPr>
              <p:sp>
                <p:nvSpPr>
                  <p:cNvPr id="15302" name="Google Shape;15302;p13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3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138"/>
                <p:cNvGrpSpPr/>
                <p:nvPr/>
              </p:nvGrpSpPr>
              <p:grpSpPr>
                <a:xfrm>
                  <a:off x="1498221" y="4047614"/>
                  <a:ext cx="328444" cy="240783"/>
                  <a:chOff x="1498221" y="4047614"/>
                  <a:chExt cx="328444" cy="240783"/>
                </a:xfrm>
              </p:grpSpPr>
              <p:sp>
                <p:nvSpPr>
                  <p:cNvPr id="15305" name="Google Shape;15305;p13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6" name="Google Shape;15306;p138"/>
                  <p:cNvGrpSpPr/>
                  <p:nvPr/>
                </p:nvGrpSpPr>
                <p:grpSpPr>
                  <a:xfrm>
                    <a:off x="1498221" y="4047614"/>
                    <a:ext cx="150566" cy="190416"/>
                    <a:chOff x="1498221" y="4047614"/>
                    <a:chExt cx="150566" cy="190416"/>
                  </a:xfrm>
                </p:grpSpPr>
                <p:sp>
                  <p:nvSpPr>
                    <p:cNvPr id="15307" name="Google Shape;15307;p13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3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09" name="Google Shape;15309;p138"/>
              <p:cNvGrpSpPr/>
              <p:nvPr/>
            </p:nvGrpSpPr>
            <p:grpSpPr>
              <a:xfrm>
                <a:off x="1560718" y="3800594"/>
                <a:ext cx="532948" cy="302090"/>
                <a:chOff x="1560718" y="3800594"/>
                <a:chExt cx="532948" cy="302090"/>
              </a:xfrm>
            </p:grpSpPr>
            <p:grpSp>
              <p:nvGrpSpPr>
                <p:cNvPr id="15310" name="Google Shape;15310;p138"/>
                <p:cNvGrpSpPr/>
                <p:nvPr/>
              </p:nvGrpSpPr>
              <p:grpSpPr>
                <a:xfrm>
                  <a:off x="1912179" y="3827344"/>
                  <a:ext cx="181487" cy="25631"/>
                  <a:chOff x="1912179" y="3827344"/>
                  <a:chExt cx="181487" cy="25631"/>
                </a:xfrm>
              </p:grpSpPr>
              <p:sp>
                <p:nvSpPr>
                  <p:cNvPr id="15311" name="Google Shape;15311;p13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3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3" name="Google Shape;15313;p138"/>
                <p:cNvGrpSpPr/>
                <p:nvPr/>
              </p:nvGrpSpPr>
              <p:grpSpPr>
                <a:xfrm>
                  <a:off x="1912179" y="4044505"/>
                  <a:ext cx="181487" cy="25622"/>
                  <a:chOff x="1912179" y="4044506"/>
                  <a:chExt cx="181487" cy="25622"/>
                </a:xfrm>
              </p:grpSpPr>
              <p:sp>
                <p:nvSpPr>
                  <p:cNvPr id="15314" name="Google Shape;15314;p13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3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138"/>
                <p:cNvGrpSpPr/>
                <p:nvPr/>
              </p:nvGrpSpPr>
              <p:grpSpPr>
                <a:xfrm>
                  <a:off x="1560718" y="3800594"/>
                  <a:ext cx="351472" cy="302090"/>
                  <a:chOff x="1560718" y="3800594"/>
                  <a:chExt cx="351472" cy="302090"/>
                </a:xfrm>
              </p:grpSpPr>
              <p:grpSp>
                <p:nvGrpSpPr>
                  <p:cNvPr id="15317" name="Google Shape;15317;p138"/>
                  <p:cNvGrpSpPr/>
                  <p:nvPr/>
                </p:nvGrpSpPr>
                <p:grpSpPr>
                  <a:xfrm>
                    <a:off x="1560718" y="3842857"/>
                    <a:ext cx="173586" cy="217131"/>
                    <a:chOff x="1560718" y="3842857"/>
                    <a:chExt cx="173586" cy="217131"/>
                  </a:xfrm>
                </p:grpSpPr>
                <p:sp>
                  <p:nvSpPr>
                    <p:cNvPr id="15318" name="Google Shape;15318;p13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3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3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1" name="Google Shape;15321;p13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3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323" name="Google Shape;15323;p13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4" name="Google Shape;15324;p138"/>
              <p:cNvGrpSpPr/>
              <p:nvPr/>
            </p:nvGrpSpPr>
            <p:grpSpPr>
              <a:xfrm>
                <a:off x="785350" y="3605478"/>
                <a:ext cx="535311" cy="249245"/>
                <a:chOff x="785350" y="3605478"/>
                <a:chExt cx="535311" cy="249245"/>
              </a:xfrm>
            </p:grpSpPr>
            <p:grpSp>
              <p:nvGrpSpPr>
                <p:cNvPr id="15325" name="Google Shape;15325;p138"/>
                <p:cNvGrpSpPr/>
                <p:nvPr/>
              </p:nvGrpSpPr>
              <p:grpSpPr>
                <a:xfrm>
                  <a:off x="785350" y="3605478"/>
                  <a:ext cx="376191" cy="102736"/>
                  <a:chOff x="785350" y="3605478"/>
                  <a:chExt cx="376191" cy="102736"/>
                </a:xfrm>
              </p:grpSpPr>
              <p:sp>
                <p:nvSpPr>
                  <p:cNvPr id="15326" name="Google Shape;15326;p13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3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3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138"/>
                <p:cNvGrpSpPr/>
                <p:nvPr/>
              </p:nvGrpSpPr>
              <p:grpSpPr>
                <a:xfrm>
                  <a:off x="1161530" y="3655851"/>
                  <a:ext cx="159131" cy="198872"/>
                  <a:chOff x="1161530" y="3655851"/>
                  <a:chExt cx="159131" cy="198872"/>
                </a:xfrm>
              </p:grpSpPr>
              <p:sp>
                <p:nvSpPr>
                  <p:cNvPr id="15330" name="Google Shape;15330;p13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3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32" name="Google Shape;15332;p138"/>
              <p:cNvGrpSpPr/>
              <p:nvPr/>
            </p:nvGrpSpPr>
            <p:grpSpPr>
              <a:xfrm>
                <a:off x="785350" y="4047614"/>
                <a:ext cx="535311" cy="240783"/>
                <a:chOff x="785350" y="4047614"/>
                <a:chExt cx="535311" cy="240783"/>
              </a:xfrm>
            </p:grpSpPr>
            <p:grpSp>
              <p:nvGrpSpPr>
                <p:cNvPr id="15333" name="Google Shape;15333;p138"/>
                <p:cNvGrpSpPr/>
                <p:nvPr/>
              </p:nvGrpSpPr>
              <p:grpSpPr>
                <a:xfrm>
                  <a:off x="1161636" y="4047614"/>
                  <a:ext cx="159025" cy="190415"/>
                  <a:chOff x="1161636" y="4047614"/>
                  <a:chExt cx="159025" cy="190415"/>
                </a:xfrm>
              </p:grpSpPr>
              <p:sp>
                <p:nvSpPr>
                  <p:cNvPr id="15334" name="Google Shape;15334;p13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3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6" name="Google Shape;15336;p138"/>
                <p:cNvGrpSpPr/>
                <p:nvPr/>
              </p:nvGrpSpPr>
              <p:grpSpPr>
                <a:xfrm>
                  <a:off x="785350" y="4185661"/>
                  <a:ext cx="376191" cy="102736"/>
                  <a:chOff x="785350" y="4185661"/>
                  <a:chExt cx="376191" cy="102736"/>
                </a:xfrm>
              </p:grpSpPr>
              <p:sp>
                <p:nvSpPr>
                  <p:cNvPr id="15337" name="Google Shape;15337;p13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3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3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40" name="Google Shape;15340;p138"/>
              <p:cNvGrpSpPr/>
              <p:nvPr/>
            </p:nvGrpSpPr>
            <p:grpSpPr>
              <a:xfrm>
                <a:off x="1501054" y="3605478"/>
                <a:ext cx="526340" cy="249240"/>
                <a:chOff x="1501054" y="3605478"/>
                <a:chExt cx="526340" cy="249240"/>
              </a:xfrm>
            </p:grpSpPr>
            <p:grpSp>
              <p:nvGrpSpPr>
                <p:cNvPr id="15341" name="Google Shape;15341;p138"/>
                <p:cNvGrpSpPr/>
                <p:nvPr/>
              </p:nvGrpSpPr>
              <p:grpSpPr>
                <a:xfrm>
                  <a:off x="1834208" y="3643867"/>
                  <a:ext cx="193185" cy="25622"/>
                  <a:chOff x="1834208" y="3643867"/>
                  <a:chExt cx="193185" cy="25622"/>
                </a:xfrm>
              </p:grpSpPr>
              <p:sp>
                <p:nvSpPr>
                  <p:cNvPr id="15342" name="Google Shape;15342;p13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3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4" name="Google Shape;15344;p138"/>
                <p:cNvGrpSpPr/>
                <p:nvPr/>
              </p:nvGrpSpPr>
              <p:grpSpPr>
                <a:xfrm>
                  <a:off x="1501054" y="3605478"/>
                  <a:ext cx="333165" cy="249240"/>
                  <a:chOff x="1501054" y="3605478"/>
                  <a:chExt cx="333165" cy="249240"/>
                </a:xfrm>
              </p:grpSpPr>
              <p:sp>
                <p:nvSpPr>
                  <p:cNvPr id="15345" name="Google Shape;15345;p13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6" name="Google Shape;15346;p138"/>
                  <p:cNvGrpSpPr/>
                  <p:nvPr/>
                </p:nvGrpSpPr>
                <p:grpSpPr>
                  <a:xfrm>
                    <a:off x="1501054" y="3655851"/>
                    <a:ext cx="155286" cy="198867"/>
                    <a:chOff x="1501054" y="3655851"/>
                    <a:chExt cx="155286" cy="198867"/>
                  </a:xfrm>
                </p:grpSpPr>
                <p:sp>
                  <p:nvSpPr>
                    <p:cNvPr id="15347" name="Google Shape;15347;p13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13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49" name="Google Shape;15349;p138"/>
              <p:cNvGrpSpPr/>
              <p:nvPr/>
            </p:nvGrpSpPr>
            <p:grpSpPr>
              <a:xfrm>
                <a:off x="724986" y="3800594"/>
                <a:ext cx="532950" cy="302090"/>
                <a:chOff x="724986" y="3800594"/>
                <a:chExt cx="532950" cy="302090"/>
              </a:xfrm>
            </p:grpSpPr>
            <p:grpSp>
              <p:nvGrpSpPr>
                <p:cNvPr id="15350" name="Google Shape;15350;p138"/>
                <p:cNvGrpSpPr/>
                <p:nvPr/>
              </p:nvGrpSpPr>
              <p:grpSpPr>
                <a:xfrm>
                  <a:off x="724986" y="4044367"/>
                  <a:ext cx="181314" cy="25626"/>
                  <a:chOff x="724986" y="4044367"/>
                  <a:chExt cx="181314" cy="25626"/>
                </a:xfrm>
              </p:grpSpPr>
              <p:sp>
                <p:nvSpPr>
                  <p:cNvPr id="15351" name="Google Shape;15351;p13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3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3" name="Google Shape;15353;p138"/>
                <p:cNvGrpSpPr/>
                <p:nvPr/>
              </p:nvGrpSpPr>
              <p:grpSpPr>
                <a:xfrm>
                  <a:off x="906290" y="3800594"/>
                  <a:ext cx="351646" cy="302090"/>
                  <a:chOff x="906290" y="3800594"/>
                  <a:chExt cx="351646" cy="302090"/>
                </a:xfrm>
              </p:grpSpPr>
              <p:grpSp>
                <p:nvGrpSpPr>
                  <p:cNvPr id="15354" name="Google Shape;15354;p138"/>
                  <p:cNvGrpSpPr/>
                  <p:nvPr/>
                </p:nvGrpSpPr>
                <p:grpSpPr>
                  <a:xfrm>
                    <a:off x="1084172" y="3842857"/>
                    <a:ext cx="173764" cy="217131"/>
                    <a:chOff x="1084172" y="3842857"/>
                    <a:chExt cx="173764" cy="217131"/>
                  </a:xfrm>
                </p:grpSpPr>
                <p:grpSp>
                  <p:nvGrpSpPr>
                    <p:cNvPr id="15355" name="Google Shape;15355;p138"/>
                    <p:cNvGrpSpPr/>
                    <p:nvPr/>
                  </p:nvGrpSpPr>
                  <p:grpSpPr>
                    <a:xfrm>
                      <a:off x="1156862" y="3936509"/>
                      <a:ext cx="101073" cy="25622"/>
                      <a:chOff x="1156862" y="3936509"/>
                      <a:chExt cx="101073" cy="25622"/>
                    </a:xfrm>
                  </p:grpSpPr>
                  <p:sp>
                    <p:nvSpPr>
                      <p:cNvPr id="15356" name="Google Shape;15356;p13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3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8" name="Google Shape;15358;p13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9" name="Google Shape;15359;p13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3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138"/>
                <p:cNvGrpSpPr/>
                <p:nvPr/>
              </p:nvGrpSpPr>
              <p:grpSpPr>
                <a:xfrm>
                  <a:off x="724986" y="3830189"/>
                  <a:ext cx="189533" cy="25626"/>
                  <a:chOff x="724986" y="3830189"/>
                  <a:chExt cx="189533" cy="25626"/>
                </a:xfrm>
              </p:grpSpPr>
              <p:sp>
                <p:nvSpPr>
                  <p:cNvPr id="15362" name="Google Shape;15362;p13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3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5364" name="Google Shape;15364;p138"/>
          <p:cNvGrpSpPr/>
          <p:nvPr/>
        </p:nvGrpSpPr>
        <p:grpSpPr>
          <a:xfrm>
            <a:off x="2253298" y="2249665"/>
            <a:ext cx="948701" cy="935378"/>
            <a:chOff x="2253298" y="2428317"/>
            <a:chExt cx="948701" cy="935378"/>
          </a:xfrm>
        </p:grpSpPr>
        <p:sp>
          <p:nvSpPr>
            <p:cNvPr id="15365" name="Google Shape;15365;p13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3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3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3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3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3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3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3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3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3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3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3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3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3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3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3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3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3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3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3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3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3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3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3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3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3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3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3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3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3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3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3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3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01" name="Shape 15401"/>
        <p:cNvGrpSpPr/>
        <p:nvPr/>
      </p:nvGrpSpPr>
      <p:grpSpPr>
        <a:xfrm>
          <a:off x="0" y="0"/>
          <a:ext cx="0" cy="0"/>
          <a:chOff x="0" y="0"/>
          <a:chExt cx="0" cy="0"/>
        </a:xfrm>
      </p:grpSpPr>
      <p:graphicFrame>
        <p:nvGraphicFramePr>
          <p:cNvPr id="15402" name="Google Shape;15402;p139"/>
          <p:cNvGraphicFramePr/>
          <p:nvPr/>
        </p:nvGraphicFramePr>
        <p:xfrm>
          <a:off x="3342575" y="2130450"/>
          <a:ext cx="3000000" cy="3000000"/>
        </p:xfrm>
        <a:graphic>
          <a:graphicData uri="http://schemas.openxmlformats.org/drawingml/2006/table">
            <a:tbl>
              <a:tblPr>
                <a:noFill/>
                <a:tableStyleId>{F350DAE5-CD21-4FBE-827A-FA60B65FDEA6}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403" name="Google Shape;15403;p139"/>
          <p:cNvGrpSpPr/>
          <p:nvPr/>
        </p:nvGrpSpPr>
        <p:grpSpPr>
          <a:xfrm>
            <a:off x="3339744" y="952977"/>
            <a:ext cx="2363393" cy="1017867"/>
            <a:chOff x="3292400" y="1219146"/>
            <a:chExt cx="2615240" cy="1110239"/>
          </a:xfrm>
        </p:grpSpPr>
        <p:sp>
          <p:nvSpPr>
            <p:cNvPr id="15404" name="Google Shape;15404;p13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5405" name="Google Shape;15405;p13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06" name="Google Shape;15406;p13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5407" name="Google Shape;15407;p13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5408" name="Google Shape;15408;p13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5409" name="Google Shape;15409;p13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5410" name="Google Shape;15410;p13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5411" name="Google Shape;15411;p13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5412" name="Google Shape;15412;p13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5413" name="Google Shape;15413;p13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5414" name="Google Shape;15414;p13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415" name="Google Shape;15415;p13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5416" name="Google Shape;15416;p13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417" name="Google Shape;15417;p13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5418" name="Google Shape;15418;p139"/>
            <p:cNvGrpSpPr/>
            <p:nvPr/>
          </p:nvGrpSpPr>
          <p:grpSpPr>
            <a:xfrm>
              <a:off x="3748438" y="1378608"/>
              <a:ext cx="2159202" cy="903971"/>
              <a:chOff x="1683525" y="2179850"/>
              <a:chExt cx="4519050" cy="2134525"/>
            </a:xfrm>
          </p:grpSpPr>
          <p:sp>
            <p:nvSpPr>
              <p:cNvPr id="15419" name="Google Shape;15419;p13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0" name="Google Shape;15420;p13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1" name="Google Shape;15421;p13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2" name="Google Shape;15422;p13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3" name="Google Shape;15423;p13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4" name="Google Shape;15424;p13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5" name="Google Shape;15425;p13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6" name="Google Shape;15426;p13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7" name="Google Shape;15427;p13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8" name="Google Shape;15428;p13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29" name="Google Shape;15429;p13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430" name="Google Shape;15430;p13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5431" name="Google Shape;15431;p139"/>
          <p:cNvGraphicFramePr/>
          <p:nvPr/>
        </p:nvGraphicFramePr>
        <p:xfrm>
          <a:off x="5935838" y="2130450"/>
          <a:ext cx="3000000" cy="3000000"/>
        </p:xfrm>
        <a:graphic>
          <a:graphicData uri="http://schemas.openxmlformats.org/drawingml/2006/table">
            <a:tbl>
              <a:tblPr>
                <a:noFill/>
                <a:tableStyleId>{F350DAE5-CD21-4FBE-827A-FA60B65FDEA6}</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5432" name="Google Shape;15432;p139"/>
          <p:cNvGrpSpPr/>
          <p:nvPr/>
        </p:nvGrpSpPr>
        <p:grpSpPr>
          <a:xfrm>
            <a:off x="5913087" y="3189047"/>
            <a:ext cx="2519825" cy="1001454"/>
            <a:chOff x="1906114" y="789980"/>
            <a:chExt cx="1487676" cy="606868"/>
          </a:xfrm>
        </p:grpSpPr>
        <p:cxnSp>
          <p:nvCxnSpPr>
            <p:cNvPr id="15433" name="Google Shape;15433;p13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434" name="Google Shape;15434;p13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435" name="Google Shape;15435;p13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5436" name="Google Shape;15436;p13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5437" name="Google Shape;15437;p13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5438" name="Google Shape;15438;p13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5439" name="Google Shape;15439;p13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5440" name="Google Shape;15440;p13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3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3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13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3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3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3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5447" name="Google Shape;15447;p13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5448" name="Google Shape;15448;p13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5449" name="Google Shape;15449;p13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0" name="Google Shape;15450;p139"/>
          <p:cNvGrpSpPr/>
          <p:nvPr/>
        </p:nvGrpSpPr>
        <p:grpSpPr>
          <a:xfrm>
            <a:off x="712562" y="998005"/>
            <a:ext cx="2394370" cy="976502"/>
            <a:chOff x="749309" y="1112739"/>
            <a:chExt cx="2371603" cy="976502"/>
          </a:xfrm>
        </p:grpSpPr>
        <p:sp>
          <p:nvSpPr>
            <p:cNvPr id="15451" name="Google Shape;15451;p13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3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3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3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3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3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3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3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3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3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3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3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3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3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3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3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3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3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13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3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3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3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3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3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3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3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3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3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13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3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3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3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5483" name="Google Shape;15483;p139"/>
          <p:cNvGraphicFramePr/>
          <p:nvPr/>
        </p:nvGraphicFramePr>
        <p:xfrm>
          <a:off x="5935863" y="996300"/>
          <a:ext cx="3000000" cy="3000000"/>
        </p:xfrm>
        <a:graphic>
          <a:graphicData uri="http://schemas.openxmlformats.org/drawingml/2006/table">
            <a:tbl>
              <a:tblPr>
                <a:noFill/>
                <a:tableStyleId>{F350DAE5-CD21-4FBE-827A-FA60B65FDEA6}</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5484" name="Google Shape;15484;p139"/>
          <p:cNvGrpSpPr/>
          <p:nvPr/>
        </p:nvGrpSpPr>
        <p:grpSpPr>
          <a:xfrm>
            <a:off x="4086504" y="2517093"/>
            <a:ext cx="1517436" cy="74460"/>
            <a:chOff x="3980086" y="2804397"/>
            <a:chExt cx="1227600" cy="66900"/>
          </a:xfrm>
        </p:grpSpPr>
        <p:sp>
          <p:nvSpPr>
            <p:cNvPr id="15485" name="Google Shape;15485;p13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3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7" name="Google Shape;15487;p139"/>
          <p:cNvGrpSpPr/>
          <p:nvPr/>
        </p:nvGrpSpPr>
        <p:grpSpPr>
          <a:xfrm>
            <a:off x="4711569" y="2809680"/>
            <a:ext cx="892956" cy="74460"/>
            <a:chOff x="3980086" y="2804397"/>
            <a:chExt cx="1227600" cy="66900"/>
          </a:xfrm>
        </p:grpSpPr>
        <p:sp>
          <p:nvSpPr>
            <p:cNvPr id="15488" name="Google Shape;15488;p13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3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0" name="Google Shape;15490;p139"/>
          <p:cNvGrpSpPr/>
          <p:nvPr/>
        </p:nvGrpSpPr>
        <p:grpSpPr>
          <a:xfrm>
            <a:off x="3344661" y="3168563"/>
            <a:ext cx="2363244" cy="1005943"/>
            <a:chOff x="3358415" y="3361302"/>
            <a:chExt cx="2363244" cy="1024695"/>
          </a:xfrm>
        </p:grpSpPr>
        <p:grpSp>
          <p:nvGrpSpPr>
            <p:cNvPr id="15491" name="Google Shape;15491;p139"/>
            <p:cNvGrpSpPr/>
            <p:nvPr/>
          </p:nvGrpSpPr>
          <p:grpSpPr>
            <a:xfrm>
              <a:off x="3358415" y="3361302"/>
              <a:ext cx="441300" cy="1024695"/>
              <a:chOff x="3358415" y="3361302"/>
              <a:chExt cx="441300" cy="1024695"/>
            </a:xfrm>
          </p:grpSpPr>
          <p:sp>
            <p:nvSpPr>
              <p:cNvPr id="15492" name="Google Shape;15492;p13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3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3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3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3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3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139"/>
            <p:cNvGrpSpPr/>
            <p:nvPr/>
          </p:nvGrpSpPr>
          <p:grpSpPr>
            <a:xfrm>
              <a:off x="3838901" y="3361302"/>
              <a:ext cx="441300" cy="1024695"/>
              <a:chOff x="3838901" y="3361302"/>
              <a:chExt cx="441300" cy="1024695"/>
            </a:xfrm>
          </p:grpSpPr>
          <p:sp>
            <p:nvSpPr>
              <p:cNvPr id="15499" name="Google Shape;15499;p13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13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3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3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3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3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139"/>
            <p:cNvGrpSpPr/>
            <p:nvPr/>
          </p:nvGrpSpPr>
          <p:grpSpPr>
            <a:xfrm>
              <a:off x="4319387" y="3361302"/>
              <a:ext cx="441300" cy="1024695"/>
              <a:chOff x="4319387" y="3361302"/>
              <a:chExt cx="441300" cy="1024695"/>
            </a:xfrm>
          </p:grpSpPr>
          <p:sp>
            <p:nvSpPr>
              <p:cNvPr id="15506" name="Google Shape;15506;p13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3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3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3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3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3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139"/>
            <p:cNvGrpSpPr/>
            <p:nvPr/>
          </p:nvGrpSpPr>
          <p:grpSpPr>
            <a:xfrm>
              <a:off x="4799873" y="3361302"/>
              <a:ext cx="441300" cy="1024695"/>
              <a:chOff x="4799873" y="3361302"/>
              <a:chExt cx="441300" cy="1024695"/>
            </a:xfrm>
          </p:grpSpPr>
          <p:sp>
            <p:nvSpPr>
              <p:cNvPr id="15513" name="Google Shape;15513;p13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3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3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3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3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13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9" name="Google Shape;15519;p139"/>
            <p:cNvGrpSpPr/>
            <p:nvPr/>
          </p:nvGrpSpPr>
          <p:grpSpPr>
            <a:xfrm>
              <a:off x="5280360" y="3361302"/>
              <a:ext cx="441300" cy="1024695"/>
              <a:chOff x="5280360" y="3361302"/>
              <a:chExt cx="441300" cy="1024695"/>
            </a:xfrm>
          </p:grpSpPr>
          <p:sp>
            <p:nvSpPr>
              <p:cNvPr id="15520" name="Google Shape;15520;p13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3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3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3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3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3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5526" name="Google Shape;15526;p139"/>
          <p:cNvGraphicFramePr/>
          <p:nvPr/>
        </p:nvGraphicFramePr>
        <p:xfrm>
          <a:off x="711088" y="2130450"/>
          <a:ext cx="3000000" cy="3000000"/>
        </p:xfrm>
        <a:graphic>
          <a:graphicData uri="http://schemas.openxmlformats.org/drawingml/2006/table">
            <a:tbl>
              <a:tblPr>
                <a:noFill/>
                <a:tableStyleId>{F350DAE5-CD21-4FBE-827A-FA60B65FDEA6}</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527" name="Google Shape;15527;p139"/>
          <p:cNvGrpSpPr/>
          <p:nvPr/>
        </p:nvGrpSpPr>
        <p:grpSpPr>
          <a:xfrm>
            <a:off x="712613" y="3180175"/>
            <a:ext cx="2403614" cy="1005900"/>
            <a:chOff x="726450" y="3372825"/>
            <a:chExt cx="2403614" cy="1005900"/>
          </a:xfrm>
        </p:grpSpPr>
        <p:grpSp>
          <p:nvGrpSpPr>
            <p:cNvPr id="15528" name="Google Shape;15528;p139"/>
            <p:cNvGrpSpPr/>
            <p:nvPr/>
          </p:nvGrpSpPr>
          <p:grpSpPr>
            <a:xfrm>
              <a:off x="726450" y="3696000"/>
              <a:ext cx="2403614" cy="500898"/>
              <a:chOff x="726450" y="3696000"/>
              <a:chExt cx="2403614" cy="500898"/>
            </a:xfrm>
          </p:grpSpPr>
          <p:sp>
            <p:nvSpPr>
              <p:cNvPr id="15529" name="Google Shape;15529;p13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530" name="Google Shape;15530;p13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531" name="Google Shape;15531;p139"/>
            <p:cNvGrpSpPr/>
            <p:nvPr/>
          </p:nvGrpSpPr>
          <p:grpSpPr>
            <a:xfrm>
              <a:off x="1348050" y="3372825"/>
              <a:ext cx="1720425" cy="1005900"/>
              <a:chOff x="1348050" y="3372825"/>
              <a:chExt cx="1720425" cy="1005900"/>
            </a:xfrm>
          </p:grpSpPr>
          <p:sp>
            <p:nvSpPr>
              <p:cNvPr id="15532" name="Google Shape;15532;p13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533" name="Google Shape;15533;p13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534" name="Google Shape;15534;p13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535" name="Google Shape;15535;p13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536" name="Google Shape;15536;p13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537" name="Google Shape;15537;p139"/>
            <p:cNvGrpSpPr/>
            <p:nvPr/>
          </p:nvGrpSpPr>
          <p:grpSpPr>
            <a:xfrm>
              <a:off x="1455707" y="3731058"/>
              <a:ext cx="1491150" cy="417657"/>
              <a:chOff x="1455707" y="3731058"/>
              <a:chExt cx="1491150" cy="417657"/>
            </a:xfrm>
          </p:grpSpPr>
          <p:grpSp>
            <p:nvGrpSpPr>
              <p:cNvPr id="15538" name="Google Shape;15538;p139"/>
              <p:cNvGrpSpPr/>
              <p:nvPr/>
            </p:nvGrpSpPr>
            <p:grpSpPr>
              <a:xfrm>
                <a:off x="1472938" y="3745828"/>
                <a:ext cx="72126" cy="53788"/>
                <a:chOff x="1472938" y="3745828"/>
                <a:chExt cx="72126" cy="53788"/>
              </a:xfrm>
            </p:grpSpPr>
            <p:sp>
              <p:nvSpPr>
                <p:cNvPr id="15539" name="Google Shape;15539;p13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3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139"/>
              <p:cNvGrpSpPr/>
              <p:nvPr/>
            </p:nvGrpSpPr>
            <p:grpSpPr>
              <a:xfrm>
                <a:off x="1819181" y="4089633"/>
                <a:ext cx="72126" cy="53788"/>
                <a:chOff x="1819181" y="4089633"/>
                <a:chExt cx="72126" cy="53788"/>
              </a:xfrm>
            </p:grpSpPr>
            <p:sp>
              <p:nvSpPr>
                <p:cNvPr id="15542" name="Google Shape;15542;p13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13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139"/>
              <p:cNvGrpSpPr/>
              <p:nvPr/>
            </p:nvGrpSpPr>
            <p:grpSpPr>
              <a:xfrm>
                <a:off x="1455707" y="4084171"/>
                <a:ext cx="64321" cy="64544"/>
                <a:chOff x="1455707" y="4084171"/>
                <a:chExt cx="64321" cy="64544"/>
              </a:xfrm>
            </p:grpSpPr>
            <p:sp>
              <p:nvSpPr>
                <p:cNvPr id="15545" name="Google Shape;15545;p13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3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7" name="Google Shape;15547;p139"/>
              <p:cNvGrpSpPr/>
              <p:nvPr/>
            </p:nvGrpSpPr>
            <p:grpSpPr>
              <a:xfrm>
                <a:off x="1818610" y="3731058"/>
                <a:ext cx="64321" cy="64544"/>
                <a:chOff x="1818610" y="3731058"/>
                <a:chExt cx="64321" cy="64544"/>
              </a:xfrm>
            </p:grpSpPr>
            <p:sp>
              <p:nvSpPr>
                <p:cNvPr id="15548" name="Google Shape;15548;p13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3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139"/>
              <p:cNvGrpSpPr/>
              <p:nvPr/>
            </p:nvGrpSpPr>
            <p:grpSpPr>
              <a:xfrm>
                <a:off x="2172491" y="4089633"/>
                <a:ext cx="72126" cy="53788"/>
                <a:chOff x="2172491" y="4089633"/>
                <a:chExt cx="72126" cy="53788"/>
              </a:xfrm>
            </p:grpSpPr>
            <p:sp>
              <p:nvSpPr>
                <p:cNvPr id="15551" name="Google Shape;15551;p13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3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139"/>
              <p:cNvGrpSpPr/>
              <p:nvPr/>
            </p:nvGrpSpPr>
            <p:grpSpPr>
              <a:xfrm>
                <a:off x="2171920" y="3731058"/>
                <a:ext cx="64321" cy="64544"/>
                <a:chOff x="2171920" y="3731058"/>
                <a:chExt cx="64321" cy="64544"/>
              </a:xfrm>
            </p:grpSpPr>
            <p:sp>
              <p:nvSpPr>
                <p:cNvPr id="15554" name="Google Shape;15554;p13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13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139"/>
              <p:cNvGrpSpPr/>
              <p:nvPr/>
            </p:nvGrpSpPr>
            <p:grpSpPr>
              <a:xfrm>
                <a:off x="2874730" y="3745828"/>
                <a:ext cx="72126" cy="53788"/>
                <a:chOff x="2874730" y="3745828"/>
                <a:chExt cx="72126" cy="53788"/>
              </a:xfrm>
            </p:grpSpPr>
            <p:sp>
              <p:nvSpPr>
                <p:cNvPr id="15557" name="Google Shape;15557;p13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13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9" name="Google Shape;15559;p139"/>
              <p:cNvGrpSpPr/>
              <p:nvPr/>
            </p:nvGrpSpPr>
            <p:grpSpPr>
              <a:xfrm>
                <a:off x="2878589" y="4081481"/>
                <a:ext cx="64321" cy="64544"/>
                <a:chOff x="2878589" y="4081481"/>
                <a:chExt cx="64321" cy="64544"/>
              </a:xfrm>
            </p:grpSpPr>
            <p:sp>
              <p:nvSpPr>
                <p:cNvPr id="15560" name="Google Shape;15560;p13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3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139"/>
              <p:cNvGrpSpPr/>
              <p:nvPr/>
            </p:nvGrpSpPr>
            <p:grpSpPr>
              <a:xfrm>
                <a:off x="2525796" y="4089633"/>
                <a:ext cx="72126" cy="53788"/>
                <a:chOff x="2525796" y="4089633"/>
                <a:chExt cx="72126" cy="53788"/>
              </a:xfrm>
            </p:grpSpPr>
            <p:sp>
              <p:nvSpPr>
                <p:cNvPr id="15563" name="Google Shape;15563;p13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13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139"/>
              <p:cNvGrpSpPr/>
              <p:nvPr/>
            </p:nvGrpSpPr>
            <p:grpSpPr>
              <a:xfrm>
                <a:off x="2525225" y="3731058"/>
                <a:ext cx="64321" cy="64544"/>
                <a:chOff x="2525225" y="3731058"/>
                <a:chExt cx="64321" cy="64544"/>
              </a:xfrm>
            </p:grpSpPr>
            <p:sp>
              <p:nvSpPr>
                <p:cNvPr id="15566" name="Google Shape;15566;p13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3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71" name="Shape 15571"/>
        <p:cNvGrpSpPr/>
        <p:nvPr/>
      </p:nvGrpSpPr>
      <p:grpSpPr>
        <a:xfrm>
          <a:off x="0" y="0"/>
          <a:ext cx="0" cy="0"/>
          <a:chOff x="0" y="0"/>
          <a:chExt cx="0" cy="0"/>
        </a:xfrm>
      </p:grpSpPr>
      <p:grpSp>
        <p:nvGrpSpPr>
          <p:cNvPr id="15572" name="Google Shape;15572;p140"/>
          <p:cNvGrpSpPr/>
          <p:nvPr/>
        </p:nvGrpSpPr>
        <p:grpSpPr>
          <a:xfrm>
            <a:off x="716991" y="971306"/>
            <a:ext cx="845921" cy="690752"/>
            <a:chOff x="732428" y="1198513"/>
            <a:chExt cx="845921" cy="690752"/>
          </a:xfrm>
        </p:grpSpPr>
        <p:grpSp>
          <p:nvGrpSpPr>
            <p:cNvPr id="15573" name="Google Shape;15573;p140"/>
            <p:cNvGrpSpPr/>
            <p:nvPr/>
          </p:nvGrpSpPr>
          <p:grpSpPr>
            <a:xfrm>
              <a:off x="823030" y="1198513"/>
              <a:ext cx="755319" cy="690752"/>
              <a:chOff x="823030" y="1198513"/>
              <a:chExt cx="755319" cy="690752"/>
            </a:xfrm>
          </p:grpSpPr>
          <p:sp>
            <p:nvSpPr>
              <p:cNvPr id="15574" name="Google Shape;15574;p14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4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6" name="Google Shape;15576;p140"/>
            <p:cNvGrpSpPr/>
            <p:nvPr/>
          </p:nvGrpSpPr>
          <p:grpSpPr>
            <a:xfrm>
              <a:off x="732428" y="1239937"/>
              <a:ext cx="739912" cy="607886"/>
              <a:chOff x="732428" y="1239937"/>
              <a:chExt cx="739912" cy="607886"/>
            </a:xfrm>
          </p:grpSpPr>
          <p:sp>
            <p:nvSpPr>
              <p:cNvPr id="15577" name="Google Shape;15577;p14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4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140"/>
            <p:cNvGrpSpPr/>
            <p:nvPr/>
          </p:nvGrpSpPr>
          <p:grpSpPr>
            <a:xfrm>
              <a:off x="732428" y="1277018"/>
              <a:ext cx="702832" cy="533758"/>
              <a:chOff x="732428" y="1277018"/>
              <a:chExt cx="702832" cy="533758"/>
            </a:xfrm>
          </p:grpSpPr>
          <p:sp>
            <p:nvSpPr>
              <p:cNvPr id="15580" name="Google Shape;15580;p14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14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140"/>
            <p:cNvGrpSpPr/>
            <p:nvPr/>
          </p:nvGrpSpPr>
          <p:grpSpPr>
            <a:xfrm>
              <a:off x="931170" y="1306653"/>
              <a:ext cx="647179" cy="474455"/>
              <a:chOff x="931170" y="1306653"/>
              <a:chExt cx="647179" cy="474455"/>
            </a:xfrm>
          </p:grpSpPr>
          <p:sp>
            <p:nvSpPr>
              <p:cNvPr id="15583" name="Google Shape;15583;p14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4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5" name="Google Shape;15585;p14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140"/>
          <p:cNvGrpSpPr/>
          <p:nvPr/>
        </p:nvGrpSpPr>
        <p:grpSpPr>
          <a:xfrm>
            <a:off x="3948600" y="971313"/>
            <a:ext cx="634656" cy="699982"/>
            <a:chOff x="5985650" y="2860025"/>
            <a:chExt cx="1396075" cy="1539775"/>
          </a:xfrm>
        </p:grpSpPr>
        <p:sp>
          <p:nvSpPr>
            <p:cNvPr id="15587" name="Google Shape;15587;p14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4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4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4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4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4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4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4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4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4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4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14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4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4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4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4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4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4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4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4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4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4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4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4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4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4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14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14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4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4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4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4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140"/>
          <p:cNvGrpSpPr/>
          <p:nvPr/>
        </p:nvGrpSpPr>
        <p:grpSpPr>
          <a:xfrm>
            <a:off x="4704250" y="971306"/>
            <a:ext cx="725845" cy="699975"/>
            <a:chOff x="4249973" y="1201875"/>
            <a:chExt cx="1958568" cy="1888762"/>
          </a:xfrm>
        </p:grpSpPr>
        <p:sp>
          <p:nvSpPr>
            <p:cNvPr id="15620" name="Google Shape;15620;p14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1" name="Google Shape;15621;p140"/>
            <p:cNvGrpSpPr/>
            <p:nvPr/>
          </p:nvGrpSpPr>
          <p:grpSpPr>
            <a:xfrm>
              <a:off x="5853086" y="1789142"/>
              <a:ext cx="355454" cy="1048099"/>
              <a:chOff x="5576108" y="2016725"/>
              <a:chExt cx="565200" cy="1666560"/>
            </a:xfrm>
          </p:grpSpPr>
          <p:sp>
            <p:nvSpPr>
              <p:cNvPr id="15622" name="Google Shape;15622;p14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623" name="Google Shape;15623;p14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4" name="Google Shape;15624;p140"/>
            <p:cNvGrpSpPr/>
            <p:nvPr/>
          </p:nvGrpSpPr>
          <p:grpSpPr>
            <a:xfrm>
              <a:off x="4869455" y="2691676"/>
              <a:ext cx="1013897" cy="398961"/>
              <a:chOff x="4012057" y="3451825"/>
              <a:chExt cx="1612175" cy="634379"/>
            </a:xfrm>
          </p:grpSpPr>
          <p:sp>
            <p:nvSpPr>
              <p:cNvPr id="15625" name="Google Shape;15625;p14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626" name="Google Shape;15626;p14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140"/>
            <p:cNvGrpSpPr/>
            <p:nvPr/>
          </p:nvGrpSpPr>
          <p:grpSpPr>
            <a:xfrm>
              <a:off x="4276937" y="2155961"/>
              <a:ext cx="651965" cy="891358"/>
              <a:chOff x="3069908" y="2599997"/>
              <a:chExt cx="1036675" cy="1417328"/>
            </a:xfrm>
          </p:grpSpPr>
          <p:sp>
            <p:nvSpPr>
              <p:cNvPr id="15628" name="Google Shape;15628;p14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629" name="Google Shape;15629;p14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140"/>
            <p:cNvGrpSpPr/>
            <p:nvPr/>
          </p:nvGrpSpPr>
          <p:grpSpPr>
            <a:xfrm>
              <a:off x="5054918" y="1201875"/>
              <a:ext cx="999548" cy="602711"/>
              <a:chOff x="4306958" y="1082925"/>
              <a:chExt cx="1589359" cy="958358"/>
            </a:xfrm>
          </p:grpSpPr>
          <p:sp>
            <p:nvSpPr>
              <p:cNvPr id="15631" name="Google Shape;15631;p14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632" name="Google Shape;15632;p14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3" name="Google Shape;15633;p140"/>
            <p:cNvGrpSpPr/>
            <p:nvPr/>
          </p:nvGrpSpPr>
          <p:grpSpPr>
            <a:xfrm>
              <a:off x="4249973" y="1303451"/>
              <a:ext cx="799317" cy="841334"/>
              <a:chOff x="3027033" y="1244439"/>
              <a:chExt cx="1270977" cy="1337786"/>
            </a:xfrm>
          </p:grpSpPr>
          <p:sp>
            <p:nvSpPr>
              <p:cNvPr id="15634" name="Google Shape;15634;p14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635" name="Google Shape;15635;p14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36" name="Google Shape;15636;p140"/>
          <p:cNvGrpSpPr/>
          <p:nvPr/>
        </p:nvGrpSpPr>
        <p:grpSpPr>
          <a:xfrm>
            <a:off x="4057114" y="1858087"/>
            <a:ext cx="750769" cy="683784"/>
            <a:chOff x="4204684" y="2104422"/>
            <a:chExt cx="699822" cy="637382"/>
          </a:xfrm>
        </p:grpSpPr>
        <p:grpSp>
          <p:nvGrpSpPr>
            <p:cNvPr id="15637" name="Google Shape;15637;p140"/>
            <p:cNvGrpSpPr/>
            <p:nvPr/>
          </p:nvGrpSpPr>
          <p:grpSpPr>
            <a:xfrm>
              <a:off x="4204684" y="2430067"/>
              <a:ext cx="342957" cy="311738"/>
              <a:chOff x="4204684" y="2430067"/>
              <a:chExt cx="342957" cy="311738"/>
            </a:xfrm>
          </p:grpSpPr>
          <p:sp>
            <p:nvSpPr>
              <p:cNvPr id="15638" name="Google Shape;15638;p14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14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140"/>
            <p:cNvGrpSpPr/>
            <p:nvPr/>
          </p:nvGrpSpPr>
          <p:grpSpPr>
            <a:xfrm>
              <a:off x="4561586" y="2430067"/>
              <a:ext cx="342920" cy="311738"/>
              <a:chOff x="4561586" y="2430067"/>
              <a:chExt cx="342920" cy="311738"/>
            </a:xfrm>
          </p:grpSpPr>
          <p:sp>
            <p:nvSpPr>
              <p:cNvPr id="15641" name="Google Shape;15641;p14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4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140"/>
            <p:cNvGrpSpPr/>
            <p:nvPr/>
          </p:nvGrpSpPr>
          <p:grpSpPr>
            <a:xfrm>
              <a:off x="4561586" y="2104422"/>
              <a:ext cx="342920" cy="311738"/>
              <a:chOff x="4561586" y="2104422"/>
              <a:chExt cx="342920" cy="311738"/>
            </a:xfrm>
          </p:grpSpPr>
          <p:sp>
            <p:nvSpPr>
              <p:cNvPr id="15644" name="Google Shape;15644;p14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4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140"/>
            <p:cNvGrpSpPr/>
            <p:nvPr/>
          </p:nvGrpSpPr>
          <p:grpSpPr>
            <a:xfrm>
              <a:off x="4204684" y="2104422"/>
              <a:ext cx="342957" cy="311664"/>
              <a:chOff x="4204684" y="2104422"/>
              <a:chExt cx="342957" cy="311664"/>
            </a:xfrm>
          </p:grpSpPr>
          <p:sp>
            <p:nvSpPr>
              <p:cNvPr id="15647" name="Google Shape;15647;p14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4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49" name="Google Shape;15649;p140"/>
          <p:cNvGrpSpPr/>
          <p:nvPr/>
        </p:nvGrpSpPr>
        <p:grpSpPr>
          <a:xfrm>
            <a:off x="5521547" y="971301"/>
            <a:ext cx="660591" cy="688867"/>
            <a:chOff x="5830645" y="1267368"/>
            <a:chExt cx="530340" cy="553040"/>
          </a:xfrm>
        </p:grpSpPr>
        <p:sp>
          <p:nvSpPr>
            <p:cNvPr id="15650" name="Google Shape;15650;p14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1" name="Google Shape;15651;p140"/>
            <p:cNvGrpSpPr/>
            <p:nvPr/>
          </p:nvGrpSpPr>
          <p:grpSpPr>
            <a:xfrm>
              <a:off x="5830645" y="1267368"/>
              <a:ext cx="259743" cy="269909"/>
              <a:chOff x="5830645" y="1267368"/>
              <a:chExt cx="259743" cy="269909"/>
            </a:xfrm>
          </p:grpSpPr>
          <p:sp>
            <p:nvSpPr>
              <p:cNvPr id="15652" name="Google Shape;15652;p14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4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140"/>
            <p:cNvGrpSpPr/>
            <p:nvPr/>
          </p:nvGrpSpPr>
          <p:grpSpPr>
            <a:xfrm>
              <a:off x="6101293" y="1267368"/>
              <a:ext cx="259692" cy="269909"/>
              <a:chOff x="6101293" y="1267368"/>
              <a:chExt cx="259692" cy="269909"/>
            </a:xfrm>
          </p:grpSpPr>
          <p:sp>
            <p:nvSpPr>
              <p:cNvPr id="15655" name="Google Shape;15655;p14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4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140"/>
            <p:cNvGrpSpPr/>
            <p:nvPr/>
          </p:nvGrpSpPr>
          <p:grpSpPr>
            <a:xfrm>
              <a:off x="5830645" y="1550500"/>
              <a:ext cx="259692" cy="269909"/>
              <a:chOff x="5830645" y="1550500"/>
              <a:chExt cx="259692" cy="269909"/>
            </a:xfrm>
          </p:grpSpPr>
          <p:sp>
            <p:nvSpPr>
              <p:cNvPr id="15658" name="Google Shape;15658;p14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4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0" name="Google Shape;15660;p140"/>
            <p:cNvGrpSpPr/>
            <p:nvPr/>
          </p:nvGrpSpPr>
          <p:grpSpPr>
            <a:xfrm>
              <a:off x="6101293" y="1550500"/>
              <a:ext cx="259692" cy="269909"/>
              <a:chOff x="6101293" y="1550500"/>
              <a:chExt cx="259692" cy="269909"/>
            </a:xfrm>
          </p:grpSpPr>
          <p:sp>
            <p:nvSpPr>
              <p:cNvPr id="15661" name="Google Shape;15661;p14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14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63" name="Google Shape;15663;p140"/>
          <p:cNvGrpSpPr/>
          <p:nvPr/>
        </p:nvGrpSpPr>
        <p:grpSpPr>
          <a:xfrm>
            <a:off x="723700" y="1861760"/>
            <a:ext cx="697154" cy="679574"/>
            <a:chOff x="2679875" y="2361475"/>
            <a:chExt cx="780425" cy="760575"/>
          </a:xfrm>
        </p:grpSpPr>
        <p:sp>
          <p:nvSpPr>
            <p:cNvPr id="15664" name="Google Shape;15664;p14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4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4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14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4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4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140"/>
          <p:cNvGrpSpPr/>
          <p:nvPr/>
        </p:nvGrpSpPr>
        <p:grpSpPr>
          <a:xfrm>
            <a:off x="3122859" y="971352"/>
            <a:ext cx="735829" cy="684547"/>
            <a:chOff x="3351965" y="1148808"/>
            <a:chExt cx="750770" cy="698375"/>
          </a:xfrm>
        </p:grpSpPr>
        <p:grpSp>
          <p:nvGrpSpPr>
            <p:cNvPr id="15671" name="Google Shape;15671;p140"/>
            <p:cNvGrpSpPr/>
            <p:nvPr/>
          </p:nvGrpSpPr>
          <p:grpSpPr>
            <a:xfrm>
              <a:off x="3586796" y="1148808"/>
              <a:ext cx="294857" cy="286830"/>
              <a:chOff x="3750225" y="1774000"/>
              <a:chExt cx="149575" cy="145525"/>
            </a:xfrm>
          </p:grpSpPr>
          <p:sp>
            <p:nvSpPr>
              <p:cNvPr id="15672" name="Google Shape;15672;p14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4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4" name="Google Shape;15674;p140"/>
            <p:cNvGrpSpPr/>
            <p:nvPr/>
          </p:nvGrpSpPr>
          <p:grpSpPr>
            <a:xfrm>
              <a:off x="3779245" y="1375768"/>
              <a:ext cx="323490" cy="286978"/>
              <a:chOff x="3847850" y="1889150"/>
              <a:chExt cx="164100" cy="145600"/>
            </a:xfrm>
          </p:grpSpPr>
          <p:sp>
            <p:nvSpPr>
              <p:cNvPr id="15675" name="Google Shape;15675;p14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4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140"/>
            <p:cNvGrpSpPr/>
            <p:nvPr/>
          </p:nvGrpSpPr>
          <p:grpSpPr>
            <a:xfrm>
              <a:off x="3351965" y="1330435"/>
              <a:ext cx="295449" cy="285401"/>
              <a:chOff x="3631100" y="1866150"/>
              <a:chExt cx="149875" cy="144800"/>
            </a:xfrm>
          </p:grpSpPr>
          <p:sp>
            <p:nvSpPr>
              <p:cNvPr id="15678" name="Google Shape;15678;p14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4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140"/>
            <p:cNvGrpSpPr/>
            <p:nvPr/>
          </p:nvGrpSpPr>
          <p:grpSpPr>
            <a:xfrm>
              <a:off x="3548208" y="1560352"/>
              <a:ext cx="294808" cy="286830"/>
              <a:chOff x="3730650" y="1982800"/>
              <a:chExt cx="149550" cy="145525"/>
            </a:xfrm>
          </p:grpSpPr>
          <p:sp>
            <p:nvSpPr>
              <p:cNvPr id="15681" name="Google Shape;15681;p14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4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83" name="Google Shape;15683;p140"/>
          <p:cNvGrpSpPr/>
          <p:nvPr/>
        </p:nvGrpSpPr>
        <p:grpSpPr>
          <a:xfrm>
            <a:off x="7624512" y="971306"/>
            <a:ext cx="804565" cy="677795"/>
            <a:chOff x="7636443" y="1204988"/>
            <a:chExt cx="804565" cy="677795"/>
          </a:xfrm>
        </p:grpSpPr>
        <p:grpSp>
          <p:nvGrpSpPr>
            <p:cNvPr id="15684" name="Google Shape;15684;p140"/>
            <p:cNvGrpSpPr/>
            <p:nvPr/>
          </p:nvGrpSpPr>
          <p:grpSpPr>
            <a:xfrm>
              <a:off x="7636443" y="1509705"/>
              <a:ext cx="804565" cy="373078"/>
              <a:chOff x="7636443" y="1509705"/>
              <a:chExt cx="804565" cy="373078"/>
            </a:xfrm>
          </p:grpSpPr>
          <p:sp>
            <p:nvSpPr>
              <p:cNvPr id="15685" name="Google Shape;15685;p14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4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140"/>
            <p:cNvGrpSpPr/>
            <p:nvPr/>
          </p:nvGrpSpPr>
          <p:grpSpPr>
            <a:xfrm>
              <a:off x="7636443" y="1408133"/>
              <a:ext cx="804565" cy="373078"/>
              <a:chOff x="7636443" y="1408133"/>
              <a:chExt cx="804565" cy="373078"/>
            </a:xfrm>
          </p:grpSpPr>
          <p:sp>
            <p:nvSpPr>
              <p:cNvPr id="15688" name="Google Shape;15688;p14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14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140"/>
            <p:cNvGrpSpPr/>
            <p:nvPr/>
          </p:nvGrpSpPr>
          <p:grpSpPr>
            <a:xfrm>
              <a:off x="7636443" y="1306560"/>
              <a:ext cx="804565" cy="373078"/>
              <a:chOff x="7636443" y="1306560"/>
              <a:chExt cx="804565" cy="373078"/>
            </a:xfrm>
          </p:grpSpPr>
          <p:sp>
            <p:nvSpPr>
              <p:cNvPr id="15691" name="Google Shape;15691;p14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4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3" name="Google Shape;15693;p140"/>
            <p:cNvGrpSpPr/>
            <p:nvPr/>
          </p:nvGrpSpPr>
          <p:grpSpPr>
            <a:xfrm>
              <a:off x="7636443" y="1204988"/>
              <a:ext cx="804565" cy="373078"/>
              <a:chOff x="7636443" y="1204988"/>
              <a:chExt cx="804565" cy="373078"/>
            </a:xfrm>
          </p:grpSpPr>
          <p:sp>
            <p:nvSpPr>
              <p:cNvPr id="15694" name="Google Shape;15694;p14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4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96" name="Google Shape;15696;p140"/>
          <p:cNvGrpSpPr/>
          <p:nvPr/>
        </p:nvGrpSpPr>
        <p:grpSpPr>
          <a:xfrm>
            <a:off x="4963358" y="1878721"/>
            <a:ext cx="661339" cy="661188"/>
            <a:chOff x="3990000" y="975400"/>
            <a:chExt cx="3934200" cy="3933300"/>
          </a:xfrm>
        </p:grpSpPr>
        <p:sp>
          <p:nvSpPr>
            <p:cNvPr id="15697" name="Google Shape;15697;p14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4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4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4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140"/>
          <p:cNvGrpSpPr/>
          <p:nvPr/>
        </p:nvGrpSpPr>
        <p:grpSpPr>
          <a:xfrm>
            <a:off x="6607006" y="1857359"/>
            <a:ext cx="868881" cy="684241"/>
            <a:chOff x="6598259" y="2078634"/>
            <a:chExt cx="868881" cy="684241"/>
          </a:xfrm>
        </p:grpSpPr>
        <p:sp>
          <p:nvSpPr>
            <p:cNvPr id="15702" name="Google Shape;15702;p14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4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4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4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4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4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8" name="Google Shape;15708;p140"/>
            <p:cNvGrpSpPr/>
            <p:nvPr/>
          </p:nvGrpSpPr>
          <p:grpSpPr>
            <a:xfrm>
              <a:off x="6808175" y="2078634"/>
              <a:ext cx="452229" cy="684241"/>
              <a:chOff x="6808175" y="2078634"/>
              <a:chExt cx="452229" cy="684241"/>
            </a:xfrm>
          </p:grpSpPr>
          <p:sp>
            <p:nvSpPr>
              <p:cNvPr id="15709" name="Google Shape;15709;p14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4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4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4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4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4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5" name="Google Shape;15715;p140"/>
              <p:cNvGrpSpPr/>
              <p:nvPr/>
            </p:nvGrpSpPr>
            <p:grpSpPr>
              <a:xfrm>
                <a:off x="6821586" y="2078634"/>
                <a:ext cx="426871" cy="684241"/>
                <a:chOff x="6821586" y="2078634"/>
                <a:chExt cx="426871" cy="684241"/>
              </a:xfrm>
            </p:grpSpPr>
            <p:grpSp>
              <p:nvGrpSpPr>
                <p:cNvPr id="15716" name="Google Shape;15716;p140"/>
                <p:cNvGrpSpPr/>
                <p:nvPr/>
              </p:nvGrpSpPr>
              <p:grpSpPr>
                <a:xfrm>
                  <a:off x="6821586" y="2078634"/>
                  <a:ext cx="426871" cy="684241"/>
                  <a:chOff x="6821586" y="2078634"/>
                  <a:chExt cx="426871" cy="684241"/>
                </a:xfrm>
              </p:grpSpPr>
              <p:sp>
                <p:nvSpPr>
                  <p:cNvPr id="15717" name="Google Shape;15717;p14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4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4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4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4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4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4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14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4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4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4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4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4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14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4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4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4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4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4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6" name="Google Shape;15736;p14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4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4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4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14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14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742" name="Google Shape;15742;p140"/>
          <p:cNvGrpSpPr/>
          <p:nvPr/>
        </p:nvGrpSpPr>
        <p:grpSpPr>
          <a:xfrm>
            <a:off x="5780173" y="1862968"/>
            <a:ext cx="671358" cy="671358"/>
            <a:chOff x="6535625" y="760425"/>
            <a:chExt cx="1665900" cy="1665900"/>
          </a:xfrm>
        </p:grpSpPr>
        <p:sp>
          <p:nvSpPr>
            <p:cNvPr id="15743" name="Google Shape;15743;p14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4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4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4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7" name="Google Shape;15747;p140"/>
          <p:cNvGrpSpPr/>
          <p:nvPr/>
        </p:nvGrpSpPr>
        <p:grpSpPr>
          <a:xfrm>
            <a:off x="716989" y="3531368"/>
            <a:ext cx="1340789" cy="640830"/>
            <a:chOff x="238125" y="1151100"/>
            <a:chExt cx="7139450" cy="3412300"/>
          </a:xfrm>
        </p:grpSpPr>
        <p:sp>
          <p:nvSpPr>
            <p:cNvPr id="15748" name="Google Shape;15748;p14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4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4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4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4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4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4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4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4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4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4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4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140"/>
          <p:cNvGrpSpPr/>
          <p:nvPr/>
        </p:nvGrpSpPr>
        <p:grpSpPr>
          <a:xfrm>
            <a:off x="5584212" y="2734649"/>
            <a:ext cx="985357" cy="585764"/>
            <a:chOff x="5145061" y="2881789"/>
            <a:chExt cx="1107641" cy="658458"/>
          </a:xfrm>
        </p:grpSpPr>
        <p:grpSp>
          <p:nvGrpSpPr>
            <p:cNvPr id="15761" name="Google Shape;15761;p140"/>
            <p:cNvGrpSpPr/>
            <p:nvPr/>
          </p:nvGrpSpPr>
          <p:grpSpPr>
            <a:xfrm>
              <a:off x="5722989" y="3244587"/>
              <a:ext cx="529713" cy="295659"/>
              <a:chOff x="5722989" y="3244587"/>
              <a:chExt cx="529713" cy="295659"/>
            </a:xfrm>
          </p:grpSpPr>
          <p:sp>
            <p:nvSpPr>
              <p:cNvPr id="15762" name="Google Shape;15762;p14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763" name="Google Shape;15763;p14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764" name="Google Shape;15764;p140"/>
            <p:cNvGrpSpPr/>
            <p:nvPr/>
          </p:nvGrpSpPr>
          <p:grpSpPr>
            <a:xfrm>
              <a:off x="5145061" y="3244587"/>
              <a:ext cx="536807" cy="295659"/>
              <a:chOff x="5145061" y="3244587"/>
              <a:chExt cx="536807" cy="295659"/>
            </a:xfrm>
          </p:grpSpPr>
          <p:sp>
            <p:nvSpPr>
              <p:cNvPr id="15765" name="Google Shape;15765;p14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766" name="Google Shape;15766;p14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767" name="Google Shape;15767;p140"/>
            <p:cNvGrpSpPr/>
            <p:nvPr/>
          </p:nvGrpSpPr>
          <p:grpSpPr>
            <a:xfrm>
              <a:off x="5341327" y="2898245"/>
              <a:ext cx="532309" cy="614891"/>
              <a:chOff x="5341327" y="2898245"/>
              <a:chExt cx="532309" cy="614891"/>
            </a:xfrm>
          </p:grpSpPr>
          <p:sp>
            <p:nvSpPr>
              <p:cNvPr id="15768" name="Google Shape;15768;p14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769" name="Google Shape;15769;p14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770" name="Google Shape;15770;p140"/>
            <p:cNvGrpSpPr/>
            <p:nvPr/>
          </p:nvGrpSpPr>
          <p:grpSpPr>
            <a:xfrm>
              <a:off x="5532290" y="2881789"/>
              <a:ext cx="620516" cy="305456"/>
              <a:chOff x="5532290" y="2881789"/>
              <a:chExt cx="620516" cy="305456"/>
            </a:xfrm>
          </p:grpSpPr>
          <p:sp>
            <p:nvSpPr>
              <p:cNvPr id="15771" name="Google Shape;15771;p14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772" name="Google Shape;15772;p14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5773" name="Google Shape;15773;p140"/>
          <p:cNvGrpSpPr/>
          <p:nvPr/>
        </p:nvGrpSpPr>
        <p:grpSpPr>
          <a:xfrm>
            <a:off x="8163135" y="3526707"/>
            <a:ext cx="269068" cy="645491"/>
            <a:chOff x="7026852" y="3311869"/>
            <a:chExt cx="434331" cy="1041954"/>
          </a:xfrm>
        </p:grpSpPr>
        <p:sp>
          <p:nvSpPr>
            <p:cNvPr id="15774" name="Google Shape;15774;p14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4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4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140"/>
          <p:cNvGrpSpPr/>
          <p:nvPr/>
        </p:nvGrpSpPr>
        <p:grpSpPr>
          <a:xfrm>
            <a:off x="6179716" y="3565945"/>
            <a:ext cx="293882" cy="293836"/>
            <a:chOff x="4873519" y="3311869"/>
            <a:chExt cx="499374" cy="499296"/>
          </a:xfrm>
        </p:grpSpPr>
        <p:sp>
          <p:nvSpPr>
            <p:cNvPr id="15778" name="Google Shape;15778;p14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4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0" name="Google Shape;15780;p140"/>
          <p:cNvGrpSpPr/>
          <p:nvPr/>
        </p:nvGrpSpPr>
        <p:grpSpPr>
          <a:xfrm>
            <a:off x="6179716" y="3878316"/>
            <a:ext cx="293882" cy="293882"/>
            <a:chOff x="4873519" y="3875839"/>
            <a:chExt cx="499374" cy="499374"/>
          </a:xfrm>
        </p:grpSpPr>
        <p:sp>
          <p:nvSpPr>
            <p:cNvPr id="15781" name="Google Shape;15781;p14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4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3" name="Google Shape;15783;p140"/>
          <p:cNvGrpSpPr/>
          <p:nvPr/>
        </p:nvGrpSpPr>
        <p:grpSpPr>
          <a:xfrm>
            <a:off x="2410244" y="1850269"/>
            <a:ext cx="698104" cy="698208"/>
            <a:chOff x="2565073" y="2075876"/>
            <a:chExt cx="672482" cy="672518"/>
          </a:xfrm>
        </p:grpSpPr>
        <p:sp>
          <p:nvSpPr>
            <p:cNvPr id="15784" name="Google Shape;15784;p14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4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4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4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4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4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140"/>
          <p:cNvGrpSpPr/>
          <p:nvPr/>
        </p:nvGrpSpPr>
        <p:grpSpPr>
          <a:xfrm>
            <a:off x="5633655" y="3534869"/>
            <a:ext cx="438354" cy="637329"/>
            <a:chOff x="1697726" y="3244179"/>
            <a:chExt cx="788124" cy="1146069"/>
          </a:xfrm>
        </p:grpSpPr>
        <p:sp>
          <p:nvSpPr>
            <p:cNvPr id="15791" name="Google Shape;15791;p14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4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93" name="Google Shape;15793;p140"/>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4" name="Google Shape;15794;p140"/>
          <p:cNvGrpSpPr/>
          <p:nvPr/>
        </p:nvGrpSpPr>
        <p:grpSpPr>
          <a:xfrm>
            <a:off x="7634869" y="1863232"/>
            <a:ext cx="799565" cy="670282"/>
            <a:chOff x="7617850" y="2063282"/>
            <a:chExt cx="799565" cy="670282"/>
          </a:xfrm>
        </p:grpSpPr>
        <p:cxnSp>
          <p:nvCxnSpPr>
            <p:cNvPr id="15795" name="Google Shape;15795;p14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796" name="Google Shape;15796;p14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797" name="Google Shape;15797;p14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798" name="Google Shape;15798;p14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799" name="Google Shape;15799;p14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5800" name="Google Shape;15800;p14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5801" name="Google Shape;15801;p140"/>
            <p:cNvGrpSpPr/>
            <p:nvPr/>
          </p:nvGrpSpPr>
          <p:grpSpPr>
            <a:xfrm>
              <a:off x="7734309" y="2063282"/>
              <a:ext cx="570957" cy="620095"/>
              <a:chOff x="7734309" y="2063282"/>
              <a:chExt cx="570957" cy="620095"/>
            </a:xfrm>
          </p:grpSpPr>
          <p:grpSp>
            <p:nvGrpSpPr>
              <p:cNvPr id="15802" name="Google Shape;15802;p140"/>
              <p:cNvGrpSpPr/>
              <p:nvPr/>
            </p:nvGrpSpPr>
            <p:grpSpPr>
              <a:xfrm>
                <a:off x="8031573" y="2063282"/>
                <a:ext cx="273693" cy="620095"/>
                <a:chOff x="8031573" y="2063282"/>
                <a:chExt cx="273693" cy="620095"/>
              </a:xfrm>
            </p:grpSpPr>
            <p:sp>
              <p:nvSpPr>
                <p:cNvPr id="15803" name="Google Shape;15803;p14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4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4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4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7" name="Google Shape;15807;p140"/>
              <p:cNvGrpSpPr/>
              <p:nvPr/>
            </p:nvGrpSpPr>
            <p:grpSpPr>
              <a:xfrm flipH="1">
                <a:off x="7734309" y="2063282"/>
                <a:ext cx="273693" cy="620095"/>
                <a:chOff x="8031573" y="2063282"/>
                <a:chExt cx="273693" cy="620095"/>
              </a:xfrm>
            </p:grpSpPr>
            <p:sp>
              <p:nvSpPr>
                <p:cNvPr id="15808" name="Google Shape;15808;p14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4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4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4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5812" name="Google Shape;15812;p140"/>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40"/>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4" name="Google Shape;15814;p140"/>
          <p:cNvGrpSpPr/>
          <p:nvPr/>
        </p:nvGrpSpPr>
        <p:grpSpPr>
          <a:xfrm>
            <a:off x="7821475" y="2716715"/>
            <a:ext cx="602567" cy="601884"/>
            <a:chOff x="1186975" y="238125"/>
            <a:chExt cx="5244275" cy="5238325"/>
          </a:xfrm>
        </p:grpSpPr>
        <p:sp>
          <p:nvSpPr>
            <p:cNvPr id="15815" name="Google Shape;15815;p14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4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4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4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140"/>
          <p:cNvGrpSpPr/>
          <p:nvPr/>
        </p:nvGrpSpPr>
        <p:grpSpPr>
          <a:xfrm>
            <a:off x="3264213" y="1856199"/>
            <a:ext cx="651848" cy="687338"/>
            <a:chOff x="3400515" y="2056248"/>
            <a:chExt cx="698134" cy="735987"/>
          </a:xfrm>
        </p:grpSpPr>
        <p:grpSp>
          <p:nvGrpSpPr>
            <p:cNvPr id="15820" name="Google Shape;15820;p140"/>
            <p:cNvGrpSpPr/>
            <p:nvPr/>
          </p:nvGrpSpPr>
          <p:grpSpPr>
            <a:xfrm>
              <a:off x="3400515" y="2283913"/>
              <a:ext cx="312919" cy="219900"/>
              <a:chOff x="3400515" y="2283913"/>
              <a:chExt cx="312919" cy="219900"/>
            </a:xfrm>
          </p:grpSpPr>
          <p:sp>
            <p:nvSpPr>
              <p:cNvPr id="15821" name="Google Shape;15821;p14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822" name="Google Shape;15822;p14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5823" name="Google Shape;15823;p140"/>
            <p:cNvGrpSpPr/>
            <p:nvPr/>
          </p:nvGrpSpPr>
          <p:grpSpPr>
            <a:xfrm>
              <a:off x="3547823" y="2461089"/>
              <a:ext cx="219900" cy="331146"/>
              <a:chOff x="3547823" y="2461089"/>
              <a:chExt cx="219900" cy="331146"/>
            </a:xfrm>
          </p:grpSpPr>
          <p:sp>
            <p:nvSpPr>
              <p:cNvPr id="15824" name="Google Shape;15824;p14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825" name="Google Shape;15825;p14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5826" name="Google Shape;15826;p140"/>
            <p:cNvGrpSpPr/>
            <p:nvPr/>
          </p:nvGrpSpPr>
          <p:grpSpPr>
            <a:xfrm>
              <a:off x="3734138" y="2461089"/>
              <a:ext cx="219900" cy="331146"/>
              <a:chOff x="3734138" y="2461089"/>
              <a:chExt cx="219900" cy="331146"/>
            </a:xfrm>
          </p:grpSpPr>
          <p:sp>
            <p:nvSpPr>
              <p:cNvPr id="15827" name="Google Shape;15827;p14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828" name="Google Shape;15828;p14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5829" name="Google Shape;15829;p140"/>
            <p:cNvGrpSpPr/>
            <p:nvPr/>
          </p:nvGrpSpPr>
          <p:grpSpPr>
            <a:xfrm>
              <a:off x="3787560" y="2281742"/>
              <a:ext cx="311089" cy="219900"/>
              <a:chOff x="3787560" y="2281742"/>
              <a:chExt cx="311089" cy="219900"/>
            </a:xfrm>
          </p:grpSpPr>
          <p:sp>
            <p:nvSpPr>
              <p:cNvPr id="15830" name="Google Shape;15830;p14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831" name="Google Shape;15831;p14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5832" name="Google Shape;15832;p140"/>
            <p:cNvGrpSpPr/>
            <p:nvPr/>
          </p:nvGrpSpPr>
          <p:grpSpPr>
            <a:xfrm>
              <a:off x="3637290" y="2056248"/>
              <a:ext cx="219900" cy="330736"/>
              <a:chOff x="3637290" y="2056248"/>
              <a:chExt cx="219900" cy="330736"/>
            </a:xfrm>
          </p:grpSpPr>
          <p:sp>
            <p:nvSpPr>
              <p:cNvPr id="15833" name="Google Shape;15833;p14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5834" name="Google Shape;15834;p14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835" name="Google Shape;15835;p140"/>
          <p:cNvGrpSpPr/>
          <p:nvPr/>
        </p:nvGrpSpPr>
        <p:grpSpPr>
          <a:xfrm>
            <a:off x="2555919" y="2726205"/>
            <a:ext cx="1268144" cy="592394"/>
            <a:chOff x="238125" y="1188750"/>
            <a:chExt cx="7140450" cy="3335550"/>
          </a:xfrm>
        </p:grpSpPr>
        <p:sp>
          <p:nvSpPr>
            <p:cNvPr id="15836" name="Google Shape;15836;p14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14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14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14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4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140"/>
          <p:cNvGrpSpPr/>
          <p:nvPr/>
        </p:nvGrpSpPr>
        <p:grpSpPr>
          <a:xfrm>
            <a:off x="6663819" y="2728360"/>
            <a:ext cx="1053944" cy="590147"/>
            <a:chOff x="238125" y="1335475"/>
            <a:chExt cx="5418735" cy="3034175"/>
          </a:xfrm>
        </p:grpSpPr>
        <p:sp>
          <p:nvSpPr>
            <p:cNvPr id="15842" name="Google Shape;15842;p14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4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4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140"/>
          <p:cNvGrpSpPr/>
          <p:nvPr/>
        </p:nvGrpSpPr>
        <p:grpSpPr>
          <a:xfrm>
            <a:off x="4094628" y="3533259"/>
            <a:ext cx="1268207" cy="638939"/>
            <a:chOff x="3967651" y="3645904"/>
            <a:chExt cx="1479304" cy="745292"/>
          </a:xfrm>
        </p:grpSpPr>
        <p:grpSp>
          <p:nvGrpSpPr>
            <p:cNvPr id="15846" name="Google Shape;15846;p140"/>
            <p:cNvGrpSpPr/>
            <p:nvPr/>
          </p:nvGrpSpPr>
          <p:grpSpPr>
            <a:xfrm>
              <a:off x="3967651" y="4009026"/>
              <a:ext cx="1479304" cy="382170"/>
              <a:chOff x="3967651" y="4009026"/>
              <a:chExt cx="1479304" cy="382170"/>
            </a:xfrm>
          </p:grpSpPr>
          <p:grpSp>
            <p:nvGrpSpPr>
              <p:cNvPr id="15847" name="Google Shape;15847;p140"/>
              <p:cNvGrpSpPr/>
              <p:nvPr/>
            </p:nvGrpSpPr>
            <p:grpSpPr>
              <a:xfrm>
                <a:off x="4892216" y="4195630"/>
                <a:ext cx="554739" cy="195566"/>
                <a:chOff x="3604375" y="4892160"/>
                <a:chExt cx="1651500" cy="582215"/>
              </a:xfrm>
            </p:grpSpPr>
            <p:sp>
              <p:nvSpPr>
                <p:cNvPr id="15848" name="Google Shape;15848;p14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4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0" name="Google Shape;15850;p140"/>
              <p:cNvGrpSpPr/>
              <p:nvPr/>
            </p:nvGrpSpPr>
            <p:grpSpPr>
              <a:xfrm>
                <a:off x="3967651" y="4146303"/>
                <a:ext cx="579402" cy="244893"/>
                <a:chOff x="851875" y="4745310"/>
                <a:chExt cx="1724925" cy="729065"/>
              </a:xfrm>
            </p:grpSpPr>
            <p:sp>
              <p:nvSpPr>
                <p:cNvPr id="15851" name="Google Shape;15851;p14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4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3" name="Google Shape;15853;p140"/>
              <p:cNvGrpSpPr/>
              <p:nvPr/>
            </p:nvGrpSpPr>
            <p:grpSpPr>
              <a:xfrm>
                <a:off x="4460753" y="4009026"/>
                <a:ext cx="493110" cy="382170"/>
                <a:chOff x="2319875" y="4336625"/>
                <a:chExt cx="1468025" cy="1137750"/>
              </a:xfrm>
            </p:grpSpPr>
            <p:sp>
              <p:nvSpPr>
                <p:cNvPr id="15854" name="Google Shape;15854;p14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4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56" name="Google Shape;15856;p140"/>
            <p:cNvGrpSpPr/>
            <p:nvPr/>
          </p:nvGrpSpPr>
          <p:grpSpPr>
            <a:xfrm>
              <a:off x="4479443" y="3645904"/>
              <a:ext cx="455965" cy="388789"/>
              <a:chOff x="2957425" y="238100"/>
              <a:chExt cx="1910200" cy="1628775"/>
            </a:xfrm>
          </p:grpSpPr>
          <p:sp>
            <p:nvSpPr>
              <p:cNvPr id="15857" name="Google Shape;15857;p14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14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14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4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4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4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4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4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4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4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67" name="Google Shape;15867;p140"/>
          <p:cNvGrpSpPr/>
          <p:nvPr/>
        </p:nvGrpSpPr>
        <p:grpSpPr>
          <a:xfrm>
            <a:off x="2480742" y="3534460"/>
            <a:ext cx="1243128" cy="637739"/>
            <a:chOff x="2496310" y="3693351"/>
            <a:chExt cx="1342906" cy="688926"/>
          </a:xfrm>
        </p:grpSpPr>
        <p:grpSp>
          <p:nvGrpSpPr>
            <p:cNvPr id="15868" name="Google Shape;15868;p140"/>
            <p:cNvGrpSpPr/>
            <p:nvPr/>
          </p:nvGrpSpPr>
          <p:grpSpPr>
            <a:xfrm>
              <a:off x="2496310" y="3693351"/>
              <a:ext cx="1342906" cy="688875"/>
              <a:chOff x="2496310" y="3693351"/>
              <a:chExt cx="1342906" cy="688875"/>
            </a:xfrm>
          </p:grpSpPr>
          <p:sp>
            <p:nvSpPr>
              <p:cNvPr id="15869" name="Google Shape;15869;p14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4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4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4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4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4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75" name="Google Shape;15875;p140"/>
              <p:cNvCxnSpPr>
                <a:stCxn id="1587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5876" name="Google Shape;15876;p140"/>
              <p:cNvCxnSpPr>
                <a:stCxn id="1587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5877" name="Google Shape;15877;p140"/>
              <p:cNvCxnSpPr>
                <a:stCxn id="1587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5878" name="Google Shape;15878;p140"/>
              <p:cNvCxnSpPr>
                <a:stCxn id="1587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5879" name="Google Shape;15879;p140"/>
              <p:cNvCxnSpPr>
                <a:stCxn id="1587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880" name="Google Shape;15880;p140"/>
            <p:cNvGrpSpPr/>
            <p:nvPr/>
          </p:nvGrpSpPr>
          <p:grpSpPr>
            <a:xfrm>
              <a:off x="2675275" y="3930557"/>
              <a:ext cx="1003306" cy="451719"/>
              <a:chOff x="2675275" y="4174282"/>
              <a:chExt cx="1003306" cy="451719"/>
            </a:xfrm>
          </p:grpSpPr>
          <p:sp>
            <p:nvSpPr>
              <p:cNvPr id="15881" name="Google Shape;15881;p14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4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4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84" name="Google Shape;15884;p140"/>
          <p:cNvGrpSpPr/>
          <p:nvPr/>
        </p:nvGrpSpPr>
        <p:grpSpPr>
          <a:xfrm>
            <a:off x="1654412" y="971306"/>
            <a:ext cx="574511" cy="874709"/>
            <a:chOff x="1715404" y="1112080"/>
            <a:chExt cx="642270" cy="977984"/>
          </a:xfrm>
        </p:grpSpPr>
        <p:grpSp>
          <p:nvGrpSpPr>
            <p:cNvPr id="15885" name="Google Shape;15885;p140"/>
            <p:cNvGrpSpPr/>
            <p:nvPr/>
          </p:nvGrpSpPr>
          <p:grpSpPr>
            <a:xfrm>
              <a:off x="1715404" y="1112080"/>
              <a:ext cx="642270" cy="977984"/>
              <a:chOff x="1715404" y="1112080"/>
              <a:chExt cx="642270" cy="977984"/>
            </a:xfrm>
          </p:grpSpPr>
          <p:sp>
            <p:nvSpPr>
              <p:cNvPr id="15886" name="Google Shape;15886;p14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4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8" name="Google Shape;15888;p140"/>
            <p:cNvGrpSpPr/>
            <p:nvPr/>
          </p:nvGrpSpPr>
          <p:grpSpPr>
            <a:xfrm>
              <a:off x="1768927" y="1165603"/>
              <a:ext cx="535225" cy="851367"/>
              <a:chOff x="1768927" y="1165603"/>
              <a:chExt cx="535225" cy="851367"/>
            </a:xfrm>
          </p:grpSpPr>
          <p:sp>
            <p:nvSpPr>
              <p:cNvPr id="15889" name="Google Shape;15889;p14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4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140"/>
            <p:cNvGrpSpPr/>
            <p:nvPr/>
          </p:nvGrpSpPr>
          <p:grpSpPr>
            <a:xfrm>
              <a:off x="1822449" y="1219125"/>
              <a:ext cx="428180" cy="718859"/>
              <a:chOff x="1822449" y="1219125"/>
              <a:chExt cx="428180" cy="718859"/>
            </a:xfrm>
          </p:grpSpPr>
          <p:sp>
            <p:nvSpPr>
              <p:cNvPr id="15892" name="Google Shape;15892;p14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4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140"/>
            <p:cNvGrpSpPr/>
            <p:nvPr/>
          </p:nvGrpSpPr>
          <p:grpSpPr>
            <a:xfrm>
              <a:off x="1875972" y="1272648"/>
              <a:ext cx="321135" cy="586939"/>
              <a:chOff x="1875972" y="1272648"/>
              <a:chExt cx="321135" cy="586939"/>
            </a:xfrm>
          </p:grpSpPr>
          <p:sp>
            <p:nvSpPr>
              <p:cNvPr id="15895" name="Google Shape;15895;p14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14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97" name="Google Shape;15897;p140"/>
          <p:cNvGrpSpPr/>
          <p:nvPr/>
        </p:nvGrpSpPr>
        <p:grpSpPr>
          <a:xfrm>
            <a:off x="7761573" y="3528028"/>
            <a:ext cx="293855" cy="644170"/>
            <a:chOff x="241025" y="3151575"/>
            <a:chExt cx="293855" cy="644170"/>
          </a:xfrm>
        </p:grpSpPr>
        <p:sp>
          <p:nvSpPr>
            <p:cNvPr id="15898" name="Google Shape;15898;p14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4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0" name="Google Shape;15900;p140"/>
          <p:cNvGrpSpPr/>
          <p:nvPr/>
        </p:nvGrpSpPr>
        <p:grpSpPr>
          <a:xfrm>
            <a:off x="709557" y="2728028"/>
            <a:ext cx="1779649" cy="591620"/>
            <a:chOff x="246070" y="1983375"/>
            <a:chExt cx="1855347" cy="616849"/>
          </a:xfrm>
        </p:grpSpPr>
        <p:sp>
          <p:nvSpPr>
            <p:cNvPr id="15901" name="Google Shape;15901;p14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4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4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4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4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4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4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4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4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0" name="Google Shape;15910;p140"/>
          <p:cNvGrpSpPr/>
          <p:nvPr/>
        </p:nvGrpSpPr>
        <p:grpSpPr>
          <a:xfrm>
            <a:off x="2320424" y="971306"/>
            <a:ext cx="711055" cy="745993"/>
            <a:chOff x="2496269" y="1171698"/>
            <a:chExt cx="761953" cy="799392"/>
          </a:xfrm>
        </p:grpSpPr>
        <p:grpSp>
          <p:nvGrpSpPr>
            <p:cNvPr id="15911" name="Google Shape;15911;p140"/>
            <p:cNvGrpSpPr/>
            <p:nvPr/>
          </p:nvGrpSpPr>
          <p:grpSpPr>
            <a:xfrm>
              <a:off x="2496269" y="1171698"/>
              <a:ext cx="761953" cy="723022"/>
              <a:chOff x="2496269" y="1171698"/>
              <a:chExt cx="761953" cy="723022"/>
            </a:xfrm>
          </p:grpSpPr>
          <p:sp>
            <p:nvSpPr>
              <p:cNvPr id="15912" name="Google Shape;15912;p14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4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4" name="Google Shape;15914;p140"/>
              <p:cNvGrpSpPr/>
              <p:nvPr/>
            </p:nvGrpSpPr>
            <p:grpSpPr>
              <a:xfrm>
                <a:off x="2496269" y="1171698"/>
                <a:ext cx="761953" cy="723022"/>
                <a:chOff x="2496269" y="1120652"/>
                <a:chExt cx="761953" cy="723022"/>
              </a:xfrm>
            </p:grpSpPr>
            <p:grpSp>
              <p:nvGrpSpPr>
                <p:cNvPr id="15915" name="Google Shape;15915;p140"/>
                <p:cNvGrpSpPr/>
                <p:nvPr/>
              </p:nvGrpSpPr>
              <p:grpSpPr>
                <a:xfrm>
                  <a:off x="2496269" y="1120652"/>
                  <a:ext cx="761953" cy="723022"/>
                  <a:chOff x="2496269" y="1120652"/>
                  <a:chExt cx="761953" cy="723022"/>
                </a:xfrm>
              </p:grpSpPr>
              <p:grpSp>
                <p:nvGrpSpPr>
                  <p:cNvPr id="15916" name="Google Shape;15916;p140"/>
                  <p:cNvGrpSpPr/>
                  <p:nvPr/>
                </p:nvGrpSpPr>
                <p:grpSpPr>
                  <a:xfrm>
                    <a:off x="2496269" y="1304589"/>
                    <a:ext cx="407089" cy="305057"/>
                    <a:chOff x="2496269" y="1304589"/>
                    <a:chExt cx="407089" cy="305057"/>
                  </a:xfrm>
                </p:grpSpPr>
                <p:sp>
                  <p:nvSpPr>
                    <p:cNvPr id="15917" name="Google Shape;15917;p14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4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140"/>
                  <p:cNvGrpSpPr/>
                  <p:nvPr/>
                </p:nvGrpSpPr>
                <p:grpSpPr>
                  <a:xfrm>
                    <a:off x="2586468" y="1493376"/>
                    <a:ext cx="358850" cy="349656"/>
                    <a:chOff x="2586468" y="1493376"/>
                    <a:chExt cx="358850" cy="349656"/>
                  </a:xfrm>
                </p:grpSpPr>
                <p:sp>
                  <p:nvSpPr>
                    <p:cNvPr id="15920" name="Google Shape;15920;p14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14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140"/>
                  <p:cNvGrpSpPr/>
                  <p:nvPr/>
                </p:nvGrpSpPr>
                <p:grpSpPr>
                  <a:xfrm>
                    <a:off x="2807939" y="1494024"/>
                    <a:ext cx="358857" cy="349650"/>
                    <a:chOff x="2807939" y="1494024"/>
                    <a:chExt cx="358857" cy="349650"/>
                  </a:xfrm>
                </p:grpSpPr>
                <p:sp>
                  <p:nvSpPr>
                    <p:cNvPr id="15923" name="Google Shape;15923;p14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4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140"/>
                  <p:cNvGrpSpPr/>
                  <p:nvPr/>
                </p:nvGrpSpPr>
                <p:grpSpPr>
                  <a:xfrm>
                    <a:off x="2851133" y="1305635"/>
                    <a:ext cx="407089" cy="305057"/>
                    <a:chOff x="2851133" y="1305635"/>
                    <a:chExt cx="407089" cy="305057"/>
                  </a:xfrm>
                </p:grpSpPr>
                <p:sp>
                  <p:nvSpPr>
                    <p:cNvPr id="15926" name="Google Shape;15926;p14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4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140"/>
                  <p:cNvGrpSpPr/>
                  <p:nvPr/>
                </p:nvGrpSpPr>
                <p:grpSpPr>
                  <a:xfrm>
                    <a:off x="2727495" y="1120652"/>
                    <a:ext cx="300271" cy="396358"/>
                    <a:chOff x="2727495" y="1120652"/>
                    <a:chExt cx="300271" cy="396358"/>
                  </a:xfrm>
                </p:grpSpPr>
                <p:sp>
                  <p:nvSpPr>
                    <p:cNvPr id="15929" name="Google Shape;15929;p14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4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31" name="Google Shape;15931;p140"/>
                <p:cNvGrpSpPr/>
                <p:nvPr/>
              </p:nvGrpSpPr>
              <p:grpSpPr>
                <a:xfrm>
                  <a:off x="2722305" y="1350460"/>
                  <a:ext cx="308357" cy="308344"/>
                  <a:chOff x="2722305" y="1350460"/>
                  <a:chExt cx="308357" cy="308344"/>
                </a:xfrm>
              </p:grpSpPr>
              <p:sp>
                <p:nvSpPr>
                  <p:cNvPr id="15932" name="Google Shape;15932;p14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3" name="Google Shape;15933;p140"/>
                  <p:cNvGrpSpPr/>
                  <p:nvPr/>
                </p:nvGrpSpPr>
                <p:grpSpPr>
                  <a:xfrm>
                    <a:off x="2725064" y="1364529"/>
                    <a:ext cx="297954" cy="280182"/>
                    <a:chOff x="2725064" y="1364529"/>
                    <a:chExt cx="297954" cy="280182"/>
                  </a:xfrm>
                </p:grpSpPr>
                <p:sp>
                  <p:nvSpPr>
                    <p:cNvPr id="15934" name="Google Shape;15934;p14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4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14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4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4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5939" name="Google Shape;15939;p14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4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4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4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4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4" name="Google Shape;15944;p140"/>
          <p:cNvGrpSpPr/>
          <p:nvPr/>
        </p:nvGrpSpPr>
        <p:grpSpPr>
          <a:xfrm>
            <a:off x="3909124" y="2727412"/>
            <a:ext cx="1569144" cy="591015"/>
            <a:chOff x="3820100" y="3023049"/>
            <a:chExt cx="1303926" cy="491162"/>
          </a:xfrm>
        </p:grpSpPr>
        <p:grpSp>
          <p:nvGrpSpPr>
            <p:cNvPr id="15945" name="Google Shape;15945;p140"/>
            <p:cNvGrpSpPr/>
            <p:nvPr/>
          </p:nvGrpSpPr>
          <p:grpSpPr>
            <a:xfrm>
              <a:off x="3820100" y="3023072"/>
              <a:ext cx="1303926" cy="491139"/>
              <a:chOff x="3820100" y="3023072"/>
              <a:chExt cx="1303926" cy="491139"/>
            </a:xfrm>
          </p:grpSpPr>
          <p:sp>
            <p:nvSpPr>
              <p:cNvPr id="15946" name="Google Shape;15946;p14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4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140"/>
            <p:cNvGrpSpPr/>
            <p:nvPr/>
          </p:nvGrpSpPr>
          <p:grpSpPr>
            <a:xfrm>
              <a:off x="4132439" y="3023645"/>
              <a:ext cx="393633" cy="177096"/>
              <a:chOff x="4132439" y="3023645"/>
              <a:chExt cx="393633" cy="177096"/>
            </a:xfrm>
          </p:grpSpPr>
          <p:sp>
            <p:nvSpPr>
              <p:cNvPr id="15949" name="Google Shape;15949;p14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4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140"/>
            <p:cNvGrpSpPr/>
            <p:nvPr/>
          </p:nvGrpSpPr>
          <p:grpSpPr>
            <a:xfrm>
              <a:off x="3921811" y="3023049"/>
              <a:ext cx="1002397" cy="388943"/>
              <a:chOff x="3921811" y="3023049"/>
              <a:chExt cx="1002397" cy="388943"/>
            </a:xfrm>
          </p:grpSpPr>
          <p:sp>
            <p:nvSpPr>
              <p:cNvPr id="15952" name="Google Shape;15952;p14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4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140"/>
            <p:cNvGrpSpPr/>
            <p:nvPr/>
          </p:nvGrpSpPr>
          <p:grpSpPr>
            <a:xfrm>
              <a:off x="4023645" y="3023049"/>
              <a:ext cx="683032" cy="286722"/>
              <a:chOff x="4023645" y="3023049"/>
              <a:chExt cx="683032" cy="286722"/>
            </a:xfrm>
          </p:grpSpPr>
          <p:sp>
            <p:nvSpPr>
              <p:cNvPr id="15955" name="Google Shape;15955;p14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14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57" name="Google Shape;15957;p140"/>
          <p:cNvGrpSpPr/>
          <p:nvPr/>
        </p:nvGrpSpPr>
        <p:grpSpPr>
          <a:xfrm>
            <a:off x="1541246" y="1854257"/>
            <a:ext cx="713522" cy="688025"/>
            <a:chOff x="1706078" y="2092648"/>
            <a:chExt cx="660913" cy="637296"/>
          </a:xfrm>
        </p:grpSpPr>
        <p:sp>
          <p:nvSpPr>
            <p:cNvPr id="15958" name="Google Shape;15958;p14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9" name="Google Shape;15959;p140"/>
            <p:cNvGrpSpPr/>
            <p:nvPr/>
          </p:nvGrpSpPr>
          <p:grpSpPr>
            <a:xfrm>
              <a:off x="1706078" y="2092648"/>
              <a:ext cx="660913" cy="575241"/>
              <a:chOff x="1706078" y="2092648"/>
              <a:chExt cx="660913" cy="575241"/>
            </a:xfrm>
          </p:grpSpPr>
          <p:sp>
            <p:nvSpPr>
              <p:cNvPr id="15960" name="Google Shape;15960;p14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4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4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63" name="Google Shape;15963;p140"/>
          <p:cNvGrpSpPr/>
          <p:nvPr/>
        </p:nvGrpSpPr>
        <p:grpSpPr>
          <a:xfrm>
            <a:off x="6303104" y="971806"/>
            <a:ext cx="1317459" cy="684168"/>
            <a:chOff x="238125" y="999450"/>
            <a:chExt cx="7140700" cy="3708225"/>
          </a:xfrm>
        </p:grpSpPr>
        <p:sp>
          <p:nvSpPr>
            <p:cNvPr id="15964" name="Google Shape;15964;p14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4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4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14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14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4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4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4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4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76" name="Shape 15976"/>
        <p:cNvGrpSpPr/>
        <p:nvPr/>
      </p:nvGrpSpPr>
      <p:grpSpPr>
        <a:xfrm>
          <a:off x="0" y="0"/>
          <a:ext cx="0" cy="0"/>
          <a:chOff x="0" y="0"/>
          <a:chExt cx="0" cy="0"/>
        </a:xfrm>
      </p:grpSpPr>
      <p:grpSp>
        <p:nvGrpSpPr>
          <p:cNvPr id="15977" name="Google Shape;15977;p141"/>
          <p:cNvGrpSpPr/>
          <p:nvPr/>
        </p:nvGrpSpPr>
        <p:grpSpPr>
          <a:xfrm>
            <a:off x="717025" y="967615"/>
            <a:ext cx="1636117" cy="1526144"/>
            <a:chOff x="729238" y="1179665"/>
            <a:chExt cx="1636117" cy="1526144"/>
          </a:xfrm>
        </p:grpSpPr>
        <p:grpSp>
          <p:nvGrpSpPr>
            <p:cNvPr id="15978" name="Google Shape;15978;p141"/>
            <p:cNvGrpSpPr/>
            <p:nvPr/>
          </p:nvGrpSpPr>
          <p:grpSpPr>
            <a:xfrm>
              <a:off x="729238" y="1179665"/>
              <a:ext cx="80700" cy="1526144"/>
              <a:chOff x="729238" y="1179665"/>
              <a:chExt cx="80700" cy="1526144"/>
            </a:xfrm>
          </p:grpSpPr>
          <p:sp>
            <p:nvSpPr>
              <p:cNvPr id="15979" name="Google Shape;15979;p14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4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4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4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4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4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4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4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4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4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141"/>
            <p:cNvGrpSpPr/>
            <p:nvPr/>
          </p:nvGrpSpPr>
          <p:grpSpPr>
            <a:xfrm>
              <a:off x="903098" y="1179665"/>
              <a:ext cx="80700" cy="1526144"/>
              <a:chOff x="903098" y="1179665"/>
              <a:chExt cx="80700" cy="1526144"/>
            </a:xfrm>
          </p:grpSpPr>
          <p:sp>
            <p:nvSpPr>
              <p:cNvPr id="15990" name="Google Shape;15990;p14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14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14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4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4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4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4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4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4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4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0" name="Google Shape;16000;p141"/>
            <p:cNvGrpSpPr/>
            <p:nvPr/>
          </p:nvGrpSpPr>
          <p:grpSpPr>
            <a:xfrm>
              <a:off x="1076958" y="1179665"/>
              <a:ext cx="80700" cy="1526144"/>
              <a:chOff x="1076958" y="1179665"/>
              <a:chExt cx="80700" cy="1526144"/>
            </a:xfrm>
          </p:grpSpPr>
          <p:sp>
            <p:nvSpPr>
              <p:cNvPr id="16001" name="Google Shape;16001;p14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4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4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14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14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4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4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14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14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4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141"/>
            <p:cNvGrpSpPr/>
            <p:nvPr/>
          </p:nvGrpSpPr>
          <p:grpSpPr>
            <a:xfrm>
              <a:off x="1247707" y="1179665"/>
              <a:ext cx="80700" cy="1526144"/>
              <a:chOff x="1247707" y="1179665"/>
              <a:chExt cx="80700" cy="1526144"/>
            </a:xfrm>
          </p:grpSpPr>
          <p:sp>
            <p:nvSpPr>
              <p:cNvPr id="16012" name="Google Shape;16012;p14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14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14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4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4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14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4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4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4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14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2" name="Google Shape;16022;p141"/>
            <p:cNvGrpSpPr/>
            <p:nvPr/>
          </p:nvGrpSpPr>
          <p:grpSpPr>
            <a:xfrm>
              <a:off x="1421567" y="1179665"/>
              <a:ext cx="80700" cy="1526144"/>
              <a:chOff x="1421567" y="1179665"/>
              <a:chExt cx="80700" cy="1526144"/>
            </a:xfrm>
          </p:grpSpPr>
          <p:sp>
            <p:nvSpPr>
              <p:cNvPr id="16023" name="Google Shape;16023;p14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4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14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14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4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14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14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14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4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14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3" name="Google Shape;16033;p141"/>
            <p:cNvGrpSpPr/>
            <p:nvPr/>
          </p:nvGrpSpPr>
          <p:grpSpPr>
            <a:xfrm>
              <a:off x="1592327" y="1179665"/>
              <a:ext cx="80700" cy="1526144"/>
              <a:chOff x="1592327" y="1179665"/>
              <a:chExt cx="80700" cy="1526144"/>
            </a:xfrm>
          </p:grpSpPr>
          <p:sp>
            <p:nvSpPr>
              <p:cNvPr id="16034" name="Google Shape;16034;p14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14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14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4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4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4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14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4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4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4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141"/>
            <p:cNvGrpSpPr/>
            <p:nvPr/>
          </p:nvGrpSpPr>
          <p:grpSpPr>
            <a:xfrm>
              <a:off x="1766187" y="1179665"/>
              <a:ext cx="80700" cy="1526144"/>
              <a:chOff x="1766187" y="1179665"/>
              <a:chExt cx="80700" cy="1526144"/>
            </a:xfrm>
          </p:grpSpPr>
          <p:sp>
            <p:nvSpPr>
              <p:cNvPr id="16045" name="Google Shape;16045;p14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4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4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4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14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14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4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14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14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4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141"/>
            <p:cNvGrpSpPr/>
            <p:nvPr/>
          </p:nvGrpSpPr>
          <p:grpSpPr>
            <a:xfrm>
              <a:off x="1936935" y="1179665"/>
              <a:ext cx="80700" cy="1526144"/>
              <a:chOff x="1936935" y="1179665"/>
              <a:chExt cx="80700" cy="1526144"/>
            </a:xfrm>
          </p:grpSpPr>
          <p:sp>
            <p:nvSpPr>
              <p:cNvPr id="16056" name="Google Shape;16056;p14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4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4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4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14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4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14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4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4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14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141"/>
            <p:cNvGrpSpPr/>
            <p:nvPr/>
          </p:nvGrpSpPr>
          <p:grpSpPr>
            <a:xfrm>
              <a:off x="2110795" y="1179665"/>
              <a:ext cx="80700" cy="1526144"/>
              <a:chOff x="2110795" y="1179665"/>
              <a:chExt cx="80700" cy="1526144"/>
            </a:xfrm>
          </p:grpSpPr>
          <p:sp>
            <p:nvSpPr>
              <p:cNvPr id="16067" name="Google Shape;16067;p14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14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14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14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4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4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14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14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14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4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141"/>
            <p:cNvGrpSpPr/>
            <p:nvPr/>
          </p:nvGrpSpPr>
          <p:grpSpPr>
            <a:xfrm>
              <a:off x="2284655" y="1179665"/>
              <a:ext cx="80700" cy="1526144"/>
              <a:chOff x="2284655" y="1179665"/>
              <a:chExt cx="80700" cy="1526144"/>
            </a:xfrm>
          </p:grpSpPr>
          <p:sp>
            <p:nvSpPr>
              <p:cNvPr id="16078" name="Google Shape;16078;p14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4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4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4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4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4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4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4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14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4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88" name="Google Shape;16088;p141"/>
          <p:cNvGrpSpPr/>
          <p:nvPr/>
        </p:nvGrpSpPr>
        <p:grpSpPr>
          <a:xfrm>
            <a:off x="2611692" y="986753"/>
            <a:ext cx="1364248" cy="1102133"/>
            <a:chOff x="2623904" y="1198803"/>
            <a:chExt cx="1364248" cy="1102133"/>
          </a:xfrm>
        </p:grpSpPr>
        <p:grpSp>
          <p:nvGrpSpPr>
            <p:cNvPr id="16089" name="Google Shape;16089;p141"/>
            <p:cNvGrpSpPr/>
            <p:nvPr/>
          </p:nvGrpSpPr>
          <p:grpSpPr>
            <a:xfrm>
              <a:off x="2623907" y="1198803"/>
              <a:ext cx="1364245" cy="273000"/>
              <a:chOff x="2623907" y="1198803"/>
              <a:chExt cx="1364245" cy="273000"/>
            </a:xfrm>
          </p:grpSpPr>
          <p:sp>
            <p:nvSpPr>
              <p:cNvPr id="16090" name="Google Shape;16090;p14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4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4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4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4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5" name="Google Shape;16095;p141"/>
            <p:cNvGrpSpPr/>
            <p:nvPr/>
          </p:nvGrpSpPr>
          <p:grpSpPr>
            <a:xfrm>
              <a:off x="2623904" y="1476964"/>
              <a:ext cx="1364245" cy="273000"/>
              <a:chOff x="2623904" y="1476964"/>
              <a:chExt cx="1364245" cy="273000"/>
            </a:xfrm>
          </p:grpSpPr>
          <p:sp>
            <p:nvSpPr>
              <p:cNvPr id="16096" name="Google Shape;16096;p14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4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4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4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4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1" name="Google Shape;16101;p141"/>
            <p:cNvGrpSpPr/>
            <p:nvPr/>
          </p:nvGrpSpPr>
          <p:grpSpPr>
            <a:xfrm>
              <a:off x="2623907" y="1749775"/>
              <a:ext cx="1364245" cy="273000"/>
              <a:chOff x="2623907" y="1749775"/>
              <a:chExt cx="1364245" cy="273000"/>
            </a:xfrm>
          </p:grpSpPr>
          <p:sp>
            <p:nvSpPr>
              <p:cNvPr id="16102" name="Google Shape;16102;p14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4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4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4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4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141"/>
            <p:cNvGrpSpPr/>
            <p:nvPr/>
          </p:nvGrpSpPr>
          <p:grpSpPr>
            <a:xfrm>
              <a:off x="2623904" y="2027936"/>
              <a:ext cx="1364245" cy="273000"/>
              <a:chOff x="2623904" y="2027936"/>
              <a:chExt cx="1364245" cy="273000"/>
            </a:xfrm>
          </p:grpSpPr>
          <p:sp>
            <p:nvSpPr>
              <p:cNvPr id="16108" name="Google Shape;16108;p14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4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4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14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14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13" name="Google Shape;16113;p141"/>
          <p:cNvGrpSpPr/>
          <p:nvPr/>
        </p:nvGrpSpPr>
        <p:grpSpPr>
          <a:xfrm>
            <a:off x="2601153" y="2445826"/>
            <a:ext cx="1387541" cy="159124"/>
            <a:chOff x="3200660" y="2180272"/>
            <a:chExt cx="2563824" cy="378237"/>
          </a:xfrm>
        </p:grpSpPr>
        <p:sp>
          <p:nvSpPr>
            <p:cNvPr id="16114" name="Google Shape;16114;p14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4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4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14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14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4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4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4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4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14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14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4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4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4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4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4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4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4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141"/>
          <p:cNvGrpSpPr/>
          <p:nvPr/>
        </p:nvGrpSpPr>
        <p:grpSpPr>
          <a:xfrm>
            <a:off x="2597677" y="2723590"/>
            <a:ext cx="1390502" cy="159625"/>
            <a:chOff x="3530150" y="2790075"/>
            <a:chExt cx="1962600" cy="225300"/>
          </a:xfrm>
        </p:grpSpPr>
        <p:sp>
          <p:nvSpPr>
            <p:cNvPr id="16133" name="Google Shape;16133;p14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4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141"/>
          <p:cNvGrpSpPr/>
          <p:nvPr/>
        </p:nvGrpSpPr>
        <p:grpSpPr>
          <a:xfrm>
            <a:off x="2597735" y="3001855"/>
            <a:ext cx="1411629" cy="154175"/>
            <a:chOff x="3558802" y="4011244"/>
            <a:chExt cx="1866000" cy="111600"/>
          </a:xfrm>
        </p:grpSpPr>
        <p:sp>
          <p:nvSpPr>
            <p:cNvPr id="16136" name="Google Shape;16136;p14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14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8" name="Google Shape;16138;p141"/>
          <p:cNvGrpSpPr/>
          <p:nvPr/>
        </p:nvGrpSpPr>
        <p:grpSpPr>
          <a:xfrm>
            <a:off x="2598023" y="2207425"/>
            <a:ext cx="1383503" cy="119761"/>
            <a:chOff x="3465975" y="2270258"/>
            <a:chExt cx="1986364" cy="171947"/>
          </a:xfrm>
        </p:grpSpPr>
        <p:sp>
          <p:nvSpPr>
            <p:cNvPr id="16139" name="Google Shape;16139;p14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4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4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4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4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4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4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4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7" name="Google Shape;16147;p141"/>
          <p:cNvGrpSpPr/>
          <p:nvPr/>
        </p:nvGrpSpPr>
        <p:grpSpPr>
          <a:xfrm>
            <a:off x="2609030" y="3571198"/>
            <a:ext cx="1369531" cy="195460"/>
            <a:chOff x="723300" y="4253549"/>
            <a:chExt cx="2276482" cy="324900"/>
          </a:xfrm>
        </p:grpSpPr>
        <p:sp>
          <p:nvSpPr>
            <p:cNvPr id="16148" name="Google Shape;16148;p14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14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14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14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4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3" name="Google Shape;16153;p141"/>
          <p:cNvGrpSpPr/>
          <p:nvPr/>
        </p:nvGrpSpPr>
        <p:grpSpPr>
          <a:xfrm>
            <a:off x="2598591" y="3272439"/>
            <a:ext cx="1389066" cy="180119"/>
            <a:chOff x="705948" y="3788465"/>
            <a:chExt cx="2308953" cy="299400"/>
          </a:xfrm>
        </p:grpSpPr>
        <p:sp>
          <p:nvSpPr>
            <p:cNvPr id="16154" name="Google Shape;16154;p14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4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14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14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14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141"/>
          <p:cNvGrpSpPr/>
          <p:nvPr/>
        </p:nvGrpSpPr>
        <p:grpSpPr>
          <a:xfrm>
            <a:off x="4195581" y="1876393"/>
            <a:ext cx="1433821" cy="191501"/>
            <a:chOff x="4273350" y="2088443"/>
            <a:chExt cx="1433821" cy="191501"/>
          </a:xfrm>
        </p:grpSpPr>
        <p:grpSp>
          <p:nvGrpSpPr>
            <p:cNvPr id="16160" name="Google Shape;16160;p141"/>
            <p:cNvGrpSpPr/>
            <p:nvPr/>
          </p:nvGrpSpPr>
          <p:grpSpPr>
            <a:xfrm>
              <a:off x="4273350" y="2088443"/>
              <a:ext cx="1433821" cy="0"/>
              <a:chOff x="5224975" y="2962250"/>
              <a:chExt cx="1544400" cy="0"/>
            </a:xfrm>
          </p:grpSpPr>
          <p:cxnSp>
            <p:nvCxnSpPr>
              <p:cNvPr id="16161" name="Google Shape;16161;p14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162" name="Google Shape;16162;p14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6163" name="Google Shape;16163;p141"/>
            <p:cNvGrpSpPr/>
            <p:nvPr/>
          </p:nvGrpSpPr>
          <p:grpSpPr>
            <a:xfrm>
              <a:off x="4273350" y="2279944"/>
              <a:ext cx="1433821" cy="0"/>
              <a:chOff x="5224975" y="2962250"/>
              <a:chExt cx="1544400" cy="0"/>
            </a:xfrm>
          </p:grpSpPr>
          <p:cxnSp>
            <p:nvCxnSpPr>
              <p:cNvPr id="16164" name="Google Shape;16164;p14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165" name="Google Shape;16165;p14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6166" name="Google Shape;16166;p141"/>
          <p:cNvGrpSpPr/>
          <p:nvPr/>
        </p:nvGrpSpPr>
        <p:grpSpPr>
          <a:xfrm>
            <a:off x="2646528" y="3885297"/>
            <a:ext cx="1304609" cy="294074"/>
            <a:chOff x="2658741" y="4097347"/>
            <a:chExt cx="1304609" cy="294074"/>
          </a:xfrm>
        </p:grpSpPr>
        <p:grpSp>
          <p:nvGrpSpPr>
            <p:cNvPr id="16167" name="Google Shape;16167;p141"/>
            <p:cNvGrpSpPr/>
            <p:nvPr/>
          </p:nvGrpSpPr>
          <p:grpSpPr>
            <a:xfrm>
              <a:off x="2658741" y="4097347"/>
              <a:ext cx="118572" cy="294074"/>
              <a:chOff x="3343310" y="4475555"/>
              <a:chExt cx="127717" cy="316753"/>
            </a:xfrm>
          </p:grpSpPr>
          <p:sp>
            <p:nvSpPr>
              <p:cNvPr id="16168" name="Google Shape;16168;p14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14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0" name="Google Shape;16170;p141"/>
            <p:cNvGrpSpPr/>
            <p:nvPr/>
          </p:nvGrpSpPr>
          <p:grpSpPr>
            <a:xfrm>
              <a:off x="3815519" y="4098388"/>
              <a:ext cx="147831" cy="291991"/>
              <a:chOff x="3527539" y="4476677"/>
              <a:chExt cx="159232" cy="314510"/>
            </a:xfrm>
          </p:grpSpPr>
          <p:sp>
            <p:nvSpPr>
              <p:cNvPr id="16171" name="Google Shape;16171;p14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14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3" name="Google Shape;16173;p141"/>
            <p:cNvGrpSpPr/>
            <p:nvPr/>
          </p:nvGrpSpPr>
          <p:grpSpPr>
            <a:xfrm>
              <a:off x="3511696" y="4098388"/>
              <a:ext cx="147831" cy="291991"/>
              <a:chOff x="3527539" y="4476677"/>
              <a:chExt cx="159232" cy="314510"/>
            </a:xfrm>
          </p:grpSpPr>
          <p:sp>
            <p:nvSpPr>
              <p:cNvPr id="16174" name="Google Shape;16174;p14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4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141"/>
            <p:cNvGrpSpPr/>
            <p:nvPr/>
          </p:nvGrpSpPr>
          <p:grpSpPr>
            <a:xfrm>
              <a:off x="3207874" y="4098388"/>
              <a:ext cx="147831" cy="291991"/>
              <a:chOff x="3527539" y="4476677"/>
              <a:chExt cx="159232" cy="314510"/>
            </a:xfrm>
          </p:grpSpPr>
          <p:sp>
            <p:nvSpPr>
              <p:cNvPr id="16177" name="Google Shape;16177;p14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4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9" name="Google Shape;16179;p141"/>
            <p:cNvGrpSpPr/>
            <p:nvPr/>
          </p:nvGrpSpPr>
          <p:grpSpPr>
            <a:xfrm>
              <a:off x="2933305" y="4097347"/>
              <a:ext cx="118572" cy="294074"/>
              <a:chOff x="3343310" y="4475555"/>
              <a:chExt cx="127717" cy="316753"/>
            </a:xfrm>
          </p:grpSpPr>
          <p:sp>
            <p:nvSpPr>
              <p:cNvPr id="16180" name="Google Shape;16180;p14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4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82" name="Google Shape;16182;p141"/>
          <p:cNvGrpSpPr/>
          <p:nvPr/>
        </p:nvGrpSpPr>
        <p:grpSpPr>
          <a:xfrm>
            <a:off x="4197136" y="963991"/>
            <a:ext cx="1430711" cy="751237"/>
            <a:chOff x="5159450" y="1919950"/>
            <a:chExt cx="1541050" cy="862500"/>
          </a:xfrm>
        </p:grpSpPr>
        <p:sp>
          <p:nvSpPr>
            <p:cNvPr id="16183" name="Google Shape;16183;p14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6184" name="Google Shape;16184;p141"/>
            <p:cNvGrpSpPr/>
            <p:nvPr/>
          </p:nvGrpSpPr>
          <p:grpSpPr>
            <a:xfrm>
              <a:off x="5159450" y="1919950"/>
              <a:ext cx="1541050" cy="862500"/>
              <a:chOff x="5159450" y="1919950"/>
              <a:chExt cx="1541050" cy="862500"/>
            </a:xfrm>
          </p:grpSpPr>
          <p:cxnSp>
            <p:nvCxnSpPr>
              <p:cNvPr id="16185" name="Google Shape;16185;p14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6186" name="Google Shape;16186;p14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6187" name="Google Shape;16187;p141"/>
          <p:cNvGrpSpPr/>
          <p:nvPr/>
        </p:nvGrpSpPr>
        <p:grpSpPr>
          <a:xfrm>
            <a:off x="4245274" y="2227761"/>
            <a:ext cx="1334436" cy="967914"/>
            <a:chOff x="4294923" y="2439811"/>
            <a:chExt cx="1334436" cy="967914"/>
          </a:xfrm>
        </p:grpSpPr>
        <p:grpSp>
          <p:nvGrpSpPr>
            <p:cNvPr id="16188" name="Google Shape;16188;p141"/>
            <p:cNvGrpSpPr/>
            <p:nvPr/>
          </p:nvGrpSpPr>
          <p:grpSpPr>
            <a:xfrm>
              <a:off x="4960455" y="2469658"/>
              <a:ext cx="668904" cy="885524"/>
              <a:chOff x="4960455" y="2469658"/>
              <a:chExt cx="668904" cy="885524"/>
            </a:xfrm>
          </p:grpSpPr>
          <p:sp>
            <p:nvSpPr>
              <p:cNvPr id="16189" name="Google Shape;16189;p14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14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14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4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4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4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141"/>
            <p:cNvGrpSpPr/>
            <p:nvPr/>
          </p:nvGrpSpPr>
          <p:grpSpPr>
            <a:xfrm>
              <a:off x="4294923" y="2469658"/>
              <a:ext cx="668951" cy="885524"/>
              <a:chOff x="4294923" y="2469658"/>
              <a:chExt cx="668951" cy="885524"/>
            </a:xfrm>
          </p:grpSpPr>
          <p:sp>
            <p:nvSpPr>
              <p:cNvPr id="16196" name="Google Shape;16196;p14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14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4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4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4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14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2" name="Google Shape;16202;p14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141"/>
          <p:cNvGrpSpPr/>
          <p:nvPr/>
        </p:nvGrpSpPr>
        <p:grpSpPr>
          <a:xfrm>
            <a:off x="4231477" y="3282206"/>
            <a:ext cx="1430949" cy="897289"/>
            <a:chOff x="4351371" y="3547942"/>
            <a:chExt cx="1345130" cy="843475"/>
          </a:xfrm>
        </p:grpSpPr>
        <p:grpSp>
          <p:nvGrpSpPr>
            <p:cNvPr id="16204" name="Google Shape;16204;p141"/>
            <p:cNvGrpSpPr/>
            <p:nvPr/>
          </p:nvGrpSpPr>
          <p:grpSpPr>
            <a:xfrm>
              <a:off x="4351371" y="4209917"/>
              <a:ext cx="1345130" cy="181500"/>
              <a:chOff x="4351371" y="4209917"/>
              <a:chExt cx="1345130" cy="181500"/>
            </a:xfrm>
          </p:grpSpPr>
          <p:sp>
            <p:nvSpPr>
              <p:cNvPr id="16205" name="Google Shape;16205;p14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06" name="Google Shape;16206;p14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6207" name="Google Shape;16207;p141"/>
            <p:cNvGrpSpPr/>
            <p:nvPr/>
          </p:nvGrpSpPr>
          <p:grpSpPr>
            <a:xfrm>
              <a:off x="4403010" y="3985221"/>
              <a:ext cx="1109518" cy="181500"/>
              <a:chOff x="4403010" y="3985221"/>
              <a:chExt cx="1109518" cy="181500"/>
            </a:xfrm>
          </p:grpSpPr>
          <p:sp>
            <p:nvSpPr>
              <p:cNvPr id="16208" name="Google Shape;16208;p14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09" name="Google Shape;16209;p14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6210" name="Google Shape;16210;p141"/>
            <p:cNvGrpSpPr/>
            <p:nvPr/>
          </p:nvGrpSpPr>
          <p:grpSpPr>
            <a:xfrm>
              <a:off x="4618704" y="3766582"/>
              <a:ext cx="807858" cy="181500"/>
              <a:chOff x="4618704" y="3766582"/>
              <a:chExt cx="807858" cy="181500"/>
            </a:xfrm>
          </p:grpSpPr>
          <p:sp>
            <p:nvSpPr>
              <p:cNvPr id="16211" name="Google Shape;16211;p14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12" name="Google Shape;16212;p14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6213" name="Google Shape;16213;p141"/>
            <p:cNvGrpSpPr/>
            <p:nvPr/>
          </p:nvGrpSpPr>
          <p:grpSpPr>
            <a:xfrm>
              <a:off x="4735238" y="3547942"/>
              <a:ext cx="462839" cy="181500"/>
              <a:chOff x="4735238" y="3547942"/>
              <a:chExt cx="462839" cy="181500"/>
            </a:xfrm>
          </p:grpSpPr>
          <p:sp>
            <p:nvSpPr>
              <p:cNvPr id="16214" name="Google Shape;16214;p14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15" name="Google Shape;16215;p14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6216" name="Google Shape;16216;p141"/>
          <p:cNvGrpSpPr/>
          <p:nvPr/>
        </p:nvGrpSpPr>
        <p:grpSpPr>
          <a:xfrm>
            <a:off x="7407835" y="2217530"/>
            <a:ext cx="1020955" cy="928853"/>
            <a:chOff x="926675" y="238125"/>
            <a:chExt cx="5755100" cy="5232975"/>
          </a:xfrm>
        </p:grpSpPr>
        <p:sp>
          <p:nvSpPr>
            <p:cNvPr id="16217" name="Google Shape;16217;p14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4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4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4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1" name="Google Shape;16221;p141"/>
          <p:cNvGrpSpPr/>
          <p:nvPr/>
        </p:nvGrpSpPr>
        <p:grpSpPr>
          <a:xfrm>
            <a:off x="715208" y="2616265"/>
            <a:ext cx="1695374" cy="1560837"/>
            <a:chOff x="727421" y="2828315"/>
            <a:chExt cx="1695374" cy="1560837"/>
          </a:xfrm>
        </p:grpSpPr>
        <p:grpSp>
          <p:nvGrpSpPr>
            <p:cNvPr id="16222" name="Google Shape;16222;p141"/>
            <p:cNvGrpSpPr/>
            <p:nvPr/>
          </p:nvGrpSpPr>
          <p:grpSpPr>
            <a:xfrm>
              <a:off x="727421" y="2828315"/>
              <a:ext cx="1695374" cy="1560837"/>
              <a:chOff x="734799" y="2782450"/>
              <a:chExt cx="1571100" cy="1577400"/>
            </a:xfrm>
          </p:grpSpPr>
          <p:cxnSp>
            <p:nvCxnSpPr>
              <p:cNvPr id="16223" name="Google Shape;16223;p14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6224" name="Google Shape;16224;p14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6225" name="Google Shape;16225;p141"/>
            <p:cNvGrpSpPr/>
            <p:nvPr/>
          </p:nvGrpSpPr>
          <p:grpSpPr>
            <a:xfrm>
              <a:off x="819108" y="2882501"/>
              <a:ext cx="1556791" cy="1426186"/>
              <a:chOff x="819108" y="2882501"/>
              <a:chExt cx="1556791" cy="1426186"/>
            </a:xfrm>
          </p:grpSpPr>
          <p:grpSp>
            <p:nvGrpSpPr>
              <p:cNvPr id="16226" name="Google Shape;16226;p141"/>
              <p:cNvGrpSpPr/>
              <p:nvPr/>
            </p:nvGrpSpPr>
            <p:grpSpPr>
              <a:xfrm>
                <a:off x="819108" y="2882501"/>
                <a:ext cx="103104" cy="1426186"/>
                <a:chOff x="4674013" y="3100904"/>
                <a:chExt cx="122758" cy="1698043"/>
              </a:xfrm>
            </p:grpSpPr>
            <p:sp>
              <p:nvSpPr>
                <p:cNvPr id="16227" name="Google Shape;16227;p14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4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14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14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4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14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4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141"/>
              <p:cNvGrpSpPr/>
              <p:nvPr/>
            </p:nvGrpSpPr>
            <p:grpSpPr>
              <a:xfrm>
                <a:off x="1062475" y="2882501"/>
                <a:ext cx="103104" cy="1426186"/>
                <a:chOff x="4940438" y="3100904"/>
                <a:chExt cx="122758" cy="1698043"/>
              </a:xfrm>
            </p:grpSpPr>
            <p:sp>
              <p:nvSpPr>
                <p:cNvPr id="16235" name="Google Shape;16235;p14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14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14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14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4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4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14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141"/>
              <p:cNvGrpSpPr/>
              <p:nvPr/>
            </p:nvGrpSpPr>
            <p:grpSpPr>
              <a:xfrm>
                <a:off x="1299324" y="2882501"/>
                <a:ext cx="103104" cy="1426186"/>
                <a:chOff x="5206863" y="3100904"/>
                <a:chExt cx="122758" cy="1698043"/>
              </a:xfrm>
            </p:grpSpPr>
            <p:sp>
              <p:nvSpPr>
                <p:cNvPr id="16243" name="Google Shape;16243;p14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4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4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4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4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4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4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0" name="Google Shape;16250;p141"/>
              <p:cNvGrpSpPr/>
              <p:nvPr/>
            </p:nvGrpSpPr>
            <p:grpSpPr>
              <a:xfrm>
                <a:off x="1786057" y="2882501"/>
                <a:ext cx="103104" cy="1426186"/>
                <a:chOff x="6006138" y="3143629"/>
                <a:chExt cx="122758" cy="1698043"/>
              </a:xfrm>
            </p:grpSpPr>
            <p:sp>
              <p:nvSpPr>
                <p:cNvPr id="16251" name="Google Shape;16251;p14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4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4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14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14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14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4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8" name="Google Shape;16258;p141"/>
              <p:cNvGrpSpPr/>
              <p:nvPr/>
            </p:nvGrpSpPr>
            <p:grpSpPr>
              <a:xfrm>
                <a:off x="2029422" y="2882501"/>
                <a:ext cx="103104" cy="1426186"/>
                <a:chOff x="6805413" y="3100904"/>
                <a:chExt cx="122758" cy="1698043"/>
              </a:xfrm>
            </p:grpSpPr>
            <p:sp>
              <p:nvSpPr>
                <p:cNvPr id="16259" name="Google Shape;16259;p14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14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4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14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4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14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4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141"/>
              <p:cNvGrpSpPr/>
              <p:nvPr/>
            </p:nvGrpSpPr>
            <p:grpSpPr>
              <a:xfrm>
                <a:off x="2272795" y="2882501"/>
                <a:ext cx="103104" cy="1426186"/>
                <a:chOff x="5206863" y="3100904"/>
                <a:chExt cx="122758" cy="1698043"/>
              </a:xfrm>
            </p:grpSpPr>
            <p:sp>
              <p:nvSpPr>
                <p:cNvPr id="16267" name="Google Shape;16267;p14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4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4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14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4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4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4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4" name="Google Shape;16274;p141"/>
              <p:cNvGrpSpPr/>
              <p:nvPr/>
            </p:nvGrpSpPr>
            <p:grpSpPr>
              <a:xfrm>
                <a:off x="1542694" y="2882501"/>
                <a:ext cx="103104" cy="1426186"/>
                <a:chOff x="6006138" y="3143629"/>
                <a:chExt cx="122758" cy="1698043"/>
              </a:xfrm>
            </p:grpSpPr>
            <p:sp>
              <p:nvSpPr>
                <p:cNvPr id="16275" name="Google Shape;16275;p14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4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4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4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14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14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4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282" name="Google Shape;16282;p141"/>
          <p:cNvGrpSpPr/>
          <p:nvPr/>
        </p:nvGrpSpPr>
        <p:grpSpPr>
          <a:xfrm>
            <a:off x="5671259" y="3305987"/>
            <a:ext cx="2749952" cy="870677"/>
            <a:chOff x="238125" y="1725700"/>
            <a:chExt cx="7139025" cy="2260325"/>
          </a:xfrm>
        </p:grpSpPr>
        <p:sp>
          <p:nvSpPr>
            <p:cNvPr id="16283" name="Google Shape;16283;p14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14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14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14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14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4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14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4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14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14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3" name="Google Shape;16293;p141"/>
          <p:cNvGrpSpPr/>
          <p:nvPr/>
        </p:nvGrpSpPr>
        <p:grpSpPr>
          <a:xfrm>
            <a:off x="5941423" y="2247733"/>
            <a:ext cx="1105452" cy="916747"/>
            <a:chOff x="5249100" y="1210600"/>
            <a:chExt cx="3502700" cy="2904775"/>
          </a:xfrm>
        </p:grpSpPr>
        <p:sp>
          <p:nvSpPr>
            <p:cNvPr id="16294" name="Google Shape;16294;p14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4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14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14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98" name="Google Shape;16298;p14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6299" name="Google Shape;16299;p14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6300" name="Google Shape;16300;p14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6301" name="Google Shape;16301;p14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6302" name="Google Shape;16302;p14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3" name="Google Shape;16303;p141"/>
          <p:cNvGrpSpPr/>
          <p:nvPr/>
        </p:nvGrpSpPr>
        <p:grpSpPr>
          <a:xfrm>
            <a:off x="7123971" y="967151"/>
            <a:ext cx="1304650" cy="1124856"/>
            <a:chOff x="7287122" y="1165658"/>
            <a:chExt cx="1219413" cy="1051365"/>
          </a:xfrm>
        </p:grpSpPr>
        <p:grpSp>
          <p:nvGrpSpPr>
            <p:cNvPr id="16304" name="Google Shape;16304;p141"/>
            <p:cNvGrpSpPr/>
            <p:nvPr/>
          </p:nvGrpSpPr>
          <p:grpSpPr>
            <a:xfrm>
              <a:off x="7287122" y="1969723"/>
              <a:ext cx="1219413" cy="247300"/>
              <a:chOff x="7287122" y="1969723"/>
              <a:chExt cx="1219413" cy="247300"/>
            </a:xfrm>
          </p:grpSpPr>
          <p:sp>
            <p:nvSpPr>
              <p:cNvPr id="16305" name="Google Shape;16305;p14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6" name="Google Shape;16306;p141"/>
              <p:cNvGrpSpPr/>
              <p:nvPr/>
            </p:nvGrpSpPr>
            <p:grpSpPr>
              <a:xfrm>
                <a:off x="7287122" y="2063892"/>
                <a:ext cx="1151753" cy="73428"/>
                <a:chOff x="7287122" y="2063892"/>
                <a:chExt cx="1151753" cy="73428"/>
              </a:xfrm>
            </p:grpSpPr>
            <p:sp>
              <p:nvSpPr>
                <p:cNvPr id="16307" name="Google Shape;16307;p14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08" name="Google Shape;16308;p14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6309" name="Google Shape;16309;p141"/>
            <p:cNvGrpSpPr/>
            <p:nvPr/>
          </p:nvGrpSpPr>
          <p:grpSpPr>
            <a:xfrm>
              <a:off x="7287122" y="1712201"/>
              <a:ext cx="1219403" cy="246767"/>
              <a:chOff x="7287122" y="1712201"/>
              <a:chExt cx="1219403" cy="246767"/>
            </a:xfrm>
          </p:grpSpPr>
          <p:sp>
            <p:nvSpPr>
              <p:cNvPr id="16310" name="Google Shape;16310;p14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1" name="Google Shape;16311;p141"/>
              <p:cNvGrpSpPr/>
              <p:nvPr/>
            </p:nvGrpSpPr>
            <p:grpSpPr>
              <a:xfrm>
                <a:off x="7287122" y="1842861"/>
                <a:ext cx="1005303" cy="73419"/>
                <a:chOff x="7287122" y="1842861"/>
                <a:chExt cx="1005303" cy="73419"/>
              </a:xfrm>
            </p:grpSpPr>
            <p:sp>
              <p:nvSpPr>
                <p:cNvPr id="16312" name="Google Shape;16312;p14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13" name="Google Shape;16313;p14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6314" name="Google Shape;16314;p141"/>
            <p:cNvGrpSpPr/>
            <p:nvPr/>
          </p:nvGrpSpPr>
          <p:grpSpPr>
            <a:xfrm>
              <a:off x="7287122" y="1447520"/>
              <a:ext cx="1219403" cy="286667"/>
              <a:chOff x="7287122" y="1447520"/>
              <a:chExt cx="1219403" cy="286667"/>
            </a:xfrm>
          </p:grpSpPr>
          <p:sp>
            <p:nvSpPr>
              <p:cNvPr id="16315" name="Google Shape;16315;p14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6" name="Google Shape;16316;p141"/>
              <p:cNvGrpSpPr/>
              <p:nvPr/>
            </p:nvGrpSpPr>
            <p:grpSpPr>
              <a:xfrm>
                <a:off x="7287122" y="1581977"/>
                <a:ext cx="852803" cy="73428"/>
                <a:chOff x="7287122" y="1581977"/>
                <a:chExt cx="852803" cy="73428"/>
              </a:xfrm>
            </p:grpSpPr>
            <p:sp>
              <p:nvSpPr>
                <p:cNvPr id="16317" name="Google Shape;16317;p14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18" name="Google Shape;16318;p14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6319" name="Google Shape;16319;p141"/>
            <p:cNvGrpSpPr/>
            <p:nvPr/>
          </p:nvGrpSpPr>
          <p:grpSpPr>
            <a:xfrm>
              <a:off x="7287122" y="1165658"/>
              <a:ext cx="1219403" cy="344253"/>
              <a:chOff x="7287122" y="1165658"/>
              <a:chExt cx="1219403" cy="344253"/>
            </a:xfrm>
          </p:grpSpPr>
          <p:sp>
            <p:nvSpPr>
              <p:cNvPr id="16320" name="Google Shape;16320;p14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1" name="Google Shape;16321;p141"/>
              <p:cNvGrpSpPr/>
              <p:nvPr/>
            </p:nvGrpSpPr>
            <p:grpSpPr>
              <a:xfrm>
                <a:off x="7287122" y="1341025"/>
                <a:ext cx="695703" cy="73419"/>
                <a:chOff x="7287122" y="1341025"/>
                <a:chExt cx="695703" cy="73419"/>
              </a:xfrm>
            </p:grpSpPr>
            <p:sp>
              <p:nvSpPr>
                <p:cNvPr id="16322" name="Google Shape;16322;p14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23" name="Google Shape;16323;p14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6324" name="Google Shape;16324;p141"/>
          <p:cNvGrpSpPr/>
          <p:nvPr/>
        </p:nvGrpSpPr>
        <p:grpSpPr>
          <a:xfrm>
            <a:off x="5790463" y="973174"/>
            <a:ext cx="1397729" cy="1098540"/>
            <a:chOff x="5900602" y="1193063"/>
            <a:chExt cx="1299851" cy="1021707"/>
          </a:xfrm>
        </p:grpSpPr>
        <p:grpSp>
          <p:nvGrpSpPr>
            <p:cNvPr id="16325" name="Google Shape;16325;p141"/>
            <p:cNvGrpSpPr/>
            <p:nvPr/>
          </p:nvGrpSpPr>
          <p:grpSpPr>
            <a:xfrm>
              <a:off x="6520337" y="1193063"/>
              <a:ext cx="341815" cy="799959"/>
              <a:chOff x="6520337" y="1193063"/>
              <a:chExt cx="341815" cy="799959"/>
            </a:xfrm>
          </p:grpSpPr>
          <p:grpSp>
            <p:nvGrpSpPr>
              <p:cNvPr id="16326" name="Google Shape;16326;p141"/>
              <p:cNvGrpSpPr/>
              <p:nvPr/>
            </p:nvGrpSpPr>
            <p:grpSpPr>
              <a:xfrm>
                <a:off x="6520337" y="1589527"/>
                <a:ext cx="213950" cy="403494"/>
                <a:chOff x="6520337" y="1589527"/>
                <a:chExt cx="213950" cy="403494"/>
              </a:xfrm>
            </p:grpSpPr>
            <p:sp>
              <p:nvSpPr>
                <p:cNvPr id="16327" name="Google Shape;16327;p14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4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141"/>
              <p:cNvGrpSpPr/>
              <p:nvPr/>
            </p:nvGrpSpPr>
            <p:grpSpPr>
              <a:xfrm>
                <a:off x="6577204" y="1193063"/>
                <a:ext cx="284947" cy="464512"/>
                <a:chOff x="6577204" y="1193063"/>
                <a:chExt cx="284947" cy="464512"/>
              </a:xfrm>
            </p:grpSpPr>
            <p:sp>
              <p:nvSpPr>
                <p:cNvPr id="16330" name="Google Shape;16330;p14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31" name="Google Shape;16331;p14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6332" name="Google Shape;16332;p141"/>
            <p:cNvGrpSpPr/>
            <p:nvPr/>
          </p:nvGrpSpPr>
          <p:grpSpPr>
            <a:xfrm>
              <a:off x="6238903" y="1193063"/>
              <a:ext cx="300475" cy="900152"/>
              <a:chOff x="6238903" y="1193063"/>
              <a:chExt cx="300475" cy="900152"/>
            </a:xfrm>
          </p:grpSpPr>
          <p:grpSp>
            <p:nvGrpSpPr>
              <p:cNvPr id="16333" name="Google Shape;16333;p141"/>
              <p:cNvGrpSpPr/>
              <p:nvPr/>
            </p:nvGrpSpPr>
            <p:grpSpPr>
              <a:xfrm>
                <a:off x="6290865" y="1489315"/>
                <a:ext cx="248514" cy="603900"/>
                <a:chOff x="6290865" y="1489315"/>
                <a:chExt cx="248514" cy="603900"/>
              </a:xfrm>
            </p:grpSpPr>
            <p:sp>
              <p:nvSpPr>
                <p:cNvPr id="16334" name="Google Shape;16334;p14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14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6" name="Google Shape;16336;p141"/>
              <p:cNvGrpSpPr/>
              <p:nvPr/>
            </p:nvGrpSpPr>
            <p:grpSpPr>
              <a:xfrm>
                <a:off x="6238903" y="1193063"/>
                <a:ext cx="284947" cy="333087"/>
                <a:chOff x="6238903" y="1193063"/>
                <a:chExt cx="284947" cy="333087"/>
              </a:xfrm>
            </p:grpSpPr>
            <p:sp>
              <p:nvSpPr>
                <p:cNvPr id="16337" name="Google Shape;16337;p14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38" name="Google Shape;16338;p14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6339" name="Google Shape;16339;p141"/>
            <p:cNvGrpSpPr/>
            <p:nvPr/>
          </p:nvGrpSpPr>
          <p:grpSpPr>
            <a:xfrm>
              <a:off x="5900602" y="1193063"/>
              <a:ext cx="444345" cy="1021707"/>
              <a:chOff x="5900602" y="1193063"/>
              <a:chExt cx="444345" cy="1021707"/>
            </a:xfrm>
          </p:grpSpPr>
          <p:grpSp>
            <p:nvGrpSpPr>
              <p:cNvPr id="16340" name="Google Shape;16340;p141"/>
              <p:cNvGrpSpPr/>
              <p:nvPr/>
            </p:nvGrpSpPr>
            <p:grpSpPr>
              <a:xfrm>
                <a:off x="6046501" y="1367785"/>
                <a:ext cx="298446" cy="846986"/>
                <a:chOff x="6046501" y="1367785"/>
                <a:chExt cx="298446" cy="846986"/>
              </a:xfrm>
            </p:grpSpPr>
            <p:sp>
              <p:nvSpPr>
                <p:cNvPr id="16341" name="Google Shape;16341;p14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4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141"/>
              <p:cNvGrpSpPr/>
              <p:nvPr/>
            </p:nvGrpSpPr>
            <p:grpSpPr>
              <a:xfrm>
                <a:off x="5900602" y="1193063"/>
                <a:ext cx="284947" cy="182312"/>
                <a:chOff x="5900602" y="1193063"/>
                <a:chExt cx="284947" cy="182312"/>
              </a:xfrm>
            </p:grpSpPr>
            <p:sp>
              <p:nvSpPr>
                <p:cNvPr id="16344" name="Google Shape;16344;p14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45" name="Google Shape;16345;p14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6346" name="Google Shape;16346;p141"/>
            <p:cNvGrpSpPr/>
            <p:nvPr/>
          </p:nvGrpSpPr>
          <p:grpSpPr>
            <a:xfrm>
              <a:off x="6738300" y="1193063"/>
              <a:ext cx="462153" cy="707634"/>
              <a:chOff x="6738300" y="1193063"/>
              <a:chExt cx="462153" cy="707634"/>
            </a:xfrm>
          </p:grpSpPr>
          <p:grpSp>
            <p:nvGrpSpPr>
              <p:cNvPr id="16347" name="Google Shape;16347;p141"/>
              <p:cNvGrpSpPr/>
              <p:nvPr/>
            </p:nvGrpSpPr>
            <p:grpSpPr>
              <a:xfrm>
                <a:off x="6915505" y="1193063"/>
                <a:ext cx="284947" cy="597387"/>
                <a:chOff x="6915505" y="1193063"/>
                <a:chExt cx="284947" cy="597387"/>
              </a:xfrm>
            </p:grpSpPr>
            <p:sp>
              <p:nvSpPr>
                <p:cNvPr id="16348" name="Google Shape;16348;p14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49" name="Google Shape;16349;p14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6350" name="Google Shape;16350;p141"/>
              <p:cNvGrpSpPr/>
              <p:nvPr/>
            </p:nvGrpSpPr>
            <p:grpSpPr>
              <a:xfrm>
                <a:off x="6738300" y="1684725"/>
                <a:ext cx="230066" cy="215971"/>
                <a:chOff x="6738300" y="1684725"/>
                <a:chExt cx="230066" cy="215971"/>
              </a:xfrm>
            </p:grpSpPr>
            <p:sp>
              <p:nvSpPr>
                <p:cNvPr id="16351" name="Google Shape;16351;p14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14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56" name="Shape 16356"/>
        <p:cNvGrpSpPr/>
        <p:nvPr/>
      </p:nvGrpSpPr>
      <p:grpSpPr>
        <a:xfrm>
          <a:off x="0" y="0"/>
          <a:ext cx="0" cy="0"/>
          <a:chOff x="0" y="0"/>
          <a:chExt cx="0" cy="0"/>
        </a:xfrm>
      </p:grpSpPr>
      <p:grpSp>
        <p:nvGrpSpPr>
          <p:cNvPr id="16357" name="Google Shape;16357;p142"/>
          <p:cNvGrpSpPr/>
          <p:nvPr/>
        </p:nvGrpSpPr>
        <p:grpSpPr>
          <a:xfrm>
            <a:off x="839307" y="2318098"/>
            <a:ext cx="387992" cy="329326"/>
            <a:chOff x="839307" y="2318098"/>
            <a:chExt cx="387992" cy="329326"/>
          </a:xfrm>
        </p:grpSpPr>
        <p:sp>
          <p:nvSpPr>
            <p:cNvPr id="16358" name="Google Shape;16358;p14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14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4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14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14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4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4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4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14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14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142"/>
          <p:cNvGrpSpPr/>
          <p:nvPr/>
        </p:nvGrpSpPr>
        <p:grpSpPr>
          <a:xfrm>
            <a:off x="1414990" y="2289671"/>
            <a:ext cx="387073" cy="385996"/>
            <a:chOff x="1414990" y="2289671"/>
            <a:chExt cx="387073" cy="385996"/>
          </a:xfrm>
        </p:grpSpPr>
        <p:sp>
          <p:nvSpPr>
            <p:cNvPr id="16369" name="Google Shape;16369;p14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14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4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4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4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14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14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4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4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4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4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4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4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4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4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4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4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4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7" name="Google Shape;16387;p142"/>
          <p:cNvGrpSpPr/>
          <p:nvPr/>
        </p:nvGrpSpPr>
        <p:grpSpPr>
          <a:xfrm>
            <a:off x="1989911" y="2306065"/>
            <a:ext cx="387099" cy="353207"/>
            <a:chOff x="1989911" y="2306065"/>
            <a:chExt cx="387099" cy="353207"/>
          </a:xfrm>
        </p:grpSpPr>
        <p:sp>
          <p:nvSpPr>
            <p:cNvPr id="16388" name="Google Shape;16388;p14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4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4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4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4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4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4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5" name="Google Shape;16395;p142"/>
          <p:cNvGrpSpPr/>
          <p:nvPr/>
        </p:nvGrpSpPr>
        <p:grpSpPr>
          <a:xfrm>
            <a:off x="2593102" y="2288778"/>
            <a:ext cx="204663" cy="363007"/>
            <a:chOff x="2593102" y="2288778"/>
            <a:chExt cx="204663" cy="363007"/>
          </a:xfrm>
        </p:grpSpPr>
        <p:sp>
          <p:nvSpPr>
            <p:cNvPr id="16396" name="Google Shape;16396;p14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14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4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4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14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4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14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14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4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5" name="Google Shape;16405;p142"/>
          <p:cNvGrpSpPr/>
          <p:nvPr/>
        </p:nvGrpSpPr>
        <p:grpSpPr>
          <a:xfrm>
            <a:off x="2970874" y="2329763"/>
            <a:ext cx="403651" cy="305996"/>
            <a:chOff x="2970874" y="2329763"/>
            <a:chExt cx="403651" cy="305996"/>
          </a:xfrm>
        </p:grpSpPr>
        <p:sp>
          <p:nvSpPr>
            <p:cNvPr id="16406" name="Google Shape;16406;p14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4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4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4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4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4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14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14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14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142"/>
          <p:cNvGrpSpPr/>
          <p:nvPr/>
        </p:nvGrpSpPr>
        <p:grpSpPr>
          <a:xfrm>
            <a:off x="3545795" y="2318755"/>
            <a:ext cx="387835" cy="327933"/>
            <a:chOff x="3545795" y="2318755"/>
            <a:chExt cx="387835" cy="327933"/>
          </a:xfrm>
        </p:grpSpPr>
        <p:sp>
          <p:nvSpPr>
            <p:cNvPr id="16416" name="Google Shape;16416;p14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4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14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9" name="Google Shape;16419;p142"/>
            <p:cNvGrpSpPr/>
            <p:nvPr/>
          </p:nvGrpSpPr>
          <p:grpSpPr>
            <a:xfrm>
              <a:off x="3545795" y="2322301"/>
              <a:ext cx="387835" cy="324387"/>
              <a:chOff x="3545795" y="2322301"/>
              <a:chExt cx="387835" cy="324387"/>
            </a:xfrm>
          </p:grpSpPr>
          <p:sp>
            <p:nvSpPr>
              <p:cNvPr id="16420" name="Google Shape;16420;p14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4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4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14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14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4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4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27" name="Google Shape;16427;p142"/>
          <p:cNvGrpSpPr/>
          <p:nvPr/>
        </p:nvGrpSpPr>
        <p:grpSpPr>
          <a:xfrm>
            <a:off x="4718468" y="2306984"/>
            <a:ext cx="364294" cy="351552"/>
            <a:chOff x="4718468" y="2306984"/>
            <a:chExt cx="364294" cy="351552"/>
          </a:xfrm>
        </p:grpSpPr>
        <p:sp>
          <p:nvSpPr>
            <p:cNvPr id="16428" name="Google Shape;16428;p14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4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4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4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4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4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4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4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4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4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142"/>
          <p:cNvGrpSpPr/>
          <p:nvPr/>
        </p:nvGrpSpPr>
        <p:grpSpPr>
          <a:xfrm>
            <a:off x="4147908" y="2303017"/>
            <a:ext cx="361194" cy="359355"/>
            <a:chOff x="4147908" y="2303017"/>
            <a:chExt cx="361194" cy="359355"/>
          </a:xfrm>
        </p:grpSpPr>
        <p:sp>
          <p:nvSpPr>
            <p:cNvPr id="16439" name="Google Shape;16439;p14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4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4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4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4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4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4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4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4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4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4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14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14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4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3" name="Google Shape;16453;p142"/>
          <p:cNvGrpSpPr/>
          <p:nvPr/>
        </p:nvGrpSpPr>
        <p:grpSpPr>
          <a:xfrm>
            <a:off x="5292128" y="2299891"/>
            <a:ext cx="367027" cy="365214"/>
            <a:chOff x="5292128" y="2299891"/>
            <a:chExt cx="367027" cy="365214"/>
          </a:xfrm>
        </p:grpSpPr>
        <p:sp>
          <p:nvSpPr>
            <p:cNvPr id="16454" name="Google Shape;16454;p14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4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4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4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4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4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142"/>
          <p:cNvGrpSpPr/>
          <p:nvPr/>
        </p:nvGrpSpPr>
        <p:grpSpPr>
          <a:xfrm>
            <a:off x="5873617" y="2309901"/>
            <a:ext cx="345720" cy="345720"/>
            <a:chOff x="5873617" y="2309901"/>
            <a:chExt cx="345720" cy="345720"/>
          </a:xfrm>
        </p:grpSpPr>
        <p:sp>
          <p:nvSpPr>
            <p:cNvPr id="16461" name="Google Shape;16461;p14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14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14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4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4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4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4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14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4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4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4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4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14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14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14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14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14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4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14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0" name="Google Shape;16480;p142"/>
          <p:cNvGrpSpPr/>
          <p:nvPr/>
        </p:nvGrpSpPr>
        <p:grpSpPr>
          <a:xfrm>
            <a:off x="6863329" y="2297710"/>
            <a:ext cx="391460" cy="370127"/>
            <a:chOff x="6863329" y="2297710"/>
            <a:chExt cx="391460" cy="370127"/>
          </a:xfrm>
        </p:grpSpPr>
        <p:sp>
          <p:nvSpPr>
            <p:cNvPr id="16481" name="Google Shape;16481;p14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4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4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4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4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4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4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14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14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142"/>
          <p:cNvGrpSpPr/>
          <p:nvPr/>
        </p:nvGrpSpPr>
        <p:grpSpPr>
          <a:xfrm>
            <a:off x="7421488" y="2318518"/>
            <a:ext cx="342620" cy="328459"/>
            <a:chOff x="7421488" y="2318518"/>
            <a:chExt cx="342620" cy="328459"/>
          </a:xfrm>
        </p:grpSpPr>
        <p:sp>
          <p:nvSpPr>
            <p:cNvPr id="16491" name="Google Shape;16491;p14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4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14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14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4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4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4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8" name="Google Shape;16498;p142"/>
          <p:cNvGrpSpPr/>
          <p:nvPr/>
        </p:nvGrpSpPr>
        <p:grpSpPr>
          <a:xfrm>
            <a:off x="2508373" y="2779889"/>
            <a:ext cx="337523" cy="337680"/>
            <a:chOff x="2508373" y="2779889"/>
            <a:chExt cx="337523" cy="337680"/>
          </a:xfrm>
        </p:grpSpPr>
        <p:sp>
          <p:nvSpPr>
            <p:cNvPr id="16499" name="Google Shape;16499;p14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4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4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4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4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4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142"/>
          <p:cNvGrpSpPr/>
          <p:nvPr/>
        </p:nvGrpSpPr>
        <p:grpSpPr>
          <a:xfrm>
            <a:off x="1884401" y="4141593"/>
            <a:ext cx="410613" cy="372229"/>
            <a:chOff x="1884401" y="4141593"/>
            <a:chExt cx="410613" cy="372229"/>
          </a:xfrm>
        </p:grpSpPr>
        <p:sp>
          <p:nvSpPr>
            <p:cNvPr id="16506" name="Google Shape;16506;p14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14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14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4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14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14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14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142"/>
          <p:cNvGrpSpPr/>
          <p:nvPr/>
        </p:nvGrpSpPr>
        <p:grpSpPr>
          <a:xfrm>
            <a:off x="1430832" y="2773689"/>
            <a:ext cx="294515" cy="349897"/>
            <a:chOff x="1430832" y="2773689"/>
            <a:chExt cx="294515" cy="349897"/>
          </a:xfrm>
        </p:grpSpPr>
        <p:sp>
          <p:nvSpPr>
            <p:cNvPr id="16514" name="Google Shape;16514;p14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4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14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14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4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4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4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4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4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4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4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14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4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142"/>
          <p:cNvGrpSpPr/>
          <p:nvPr/>
        </p:nvGrpSpPr>
        <p:grpSpPr>
          <a:xfrm>
            <a:off x="3082217" y="2788586"/>
            <a:ext cx="288866" cy="320236"/>
            <a:chOff x="3082217" y="2788586"/>
            <a:chExt cx="288866" cy="320236"/>
          </a:xfrm>
        </p:grpSpPr>
        <p:sp>
          <p:nvSpPr>
            <p:cNvPr id="16528" name="Google Shape;16528;p14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14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4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4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4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4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4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5" name="Google Shape;16535;p142"/>
          <p:cNvGrpSpPr/>
          <p:nvPr/>
        </p:nvGrpSpPr>
        <p:grpSpPr>
          <a:xfrm>
            <a:off x="3610557" y="2780704"/>
            <a:ext cx="325017" cy="336052"/>
            <a:chOff x="3610557" y="2780704"/>
            <a:chExt cx="325017" cy="336052"/>
          </a:xfrm>
        </p:grpSpPr>
        <p:sp>
          <p:nvSpPr>
            <p:cNvPr id="16536" name="Google Shape;16536;p14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4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4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142"/>
          <p:cNvGrpSpPr/>
          <p:nvPr/>
        </p:nvGrpSpPr>
        <p:grpSpPr>
          <a:xfrm>
            <a:off x="4179067" y="2811495"/>
            <a:ext cx="286475" cy="274390"/>
            <a:chOff x="4179067" y="2811495"/>
            <a:chExt cx="286475" cy="274390"/>
          </a:xfrm>
        </p:grpSpPr>
        <p:sp>
          <p:nvSpPr>
            <p:cNvPr id="16540" name="Google Shape;16540;p14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14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14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14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4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14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14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4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4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9" name="Google Shape;16549;p142"/>
          <p:cNvGrpSpPr/>
          <p:nvPr/>
        </p:nvGrpSpPr>
        <p:grpSpPr>
          <a:xfrm>
            <a:off x="4686757" y="2762156"/>
            <a:ext cx="371047" cy="374199"/>
            <a:chOff x="4686757" y="2762156"/>
            <a:chExt cx="371047" cy="374199"/>
          </a:xfrm>
        </p:grpSpPr>
        <p:sp>
          <p:nvSpPr>
            <p:cNvPr id="16550" name="Google Shape;16550;p14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14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14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14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4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4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4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7" name="Google Shape;16557;p142"/>
          <p:cNvGrpSpPr/>
          <p:nvPr/>
        </p:nvGrpSpPr>
        <p:grpSpPr>
          <a:xfrm>
            <a:off x="5221613" y="2784802"/>
            <a:ext cx="406567" cy="327855"/>
            <a:chOff x="5221613" y="2784802"/>
            <a:chExt cx="406567" cy="327855"/>
          </a:xfrm>
        </p:grpSpPr>
        <p:sp>
          <p:nvSpPr>
            <p:cNvPr id="16558" name="Google Shape;16558;p14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14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14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4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4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4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4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14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14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14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14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4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14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14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4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4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4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4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14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14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4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14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14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4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14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14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14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14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14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4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142"/>
          <p:cNvGrpSpPr/>
          <p:nvPr/>
        </p:nvGrpSpPr>
        <p:grpSpPr>
          <a:xfrm>
            <a:off x="5812586" y="2760921"/>
            <a:ext cx="303605" cy="375434"/>
            <a:chOff x="5812586" y="2760921"/>
            <a:chExt cx="303605" cy="375434"/>
          </a:xfrm>
        </p:grpSpPr>
        <p:sp>
          <p:nvSpPr>
            <p:cNvPr id="16589" name="Google Shape;16589;p14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14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4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4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4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4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14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14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4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4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14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142"/>
          <p:cNvGrpSpPr/>
          <p:nvPr/>
        </p:nvGrpSpPr>
        <p:grpSpPr>
          <a:xfrm>
            <a:off x="6334673" y="2759633"/>
            <a:ext cx="378508" cy="378166"/>
            <a:chOff x="6334673" y="2759633"/>
            <a:chExt cx="378508" cy="378166"/>
          </a:xfrm>
        </p:grpSpPr>
        <p:sp>
          <p:nvSpPr>
            <p:cNvPr id="16601" name="Google Shape;16601;p14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4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4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4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142"/>
          <p:cNvGrpSpPr/>
          <p:nvPr/>
        </p:nvGrpSpPr>
        <p:grpSpPr>
          <a:xfrm>
            <a:off x="8012645" y="2806477"/>
            <a:ext cx="319763" cy="284505"/>
            <a:chOff x="8012645" y="2806477"/>
            <a:chExt cx="319763" cy="284505"/>
          </a:xfrm>
        </p:grpSpPr>
        <p:sp>
          <p:nvSpPr>
            <p:cNvPr id="16606" name="Google Shape;16606;p14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4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4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4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4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14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14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14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14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14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142"/>
          <p:cNvGrpSpPr/>
          <p:nvPr/>
        </p:nvGrpSpPr>
        <p:grpSpPr>
          <a:xfrm>
            <a:off x="2454435" y="4162138"/>
            <a:ext cx="385339" cy="388071"/>
            <a:chOff x="2454435" y="4162138"/>
            <a:chExt cx="385339" cy="388071"/>
          </a:xfrm>
        </p:grpSpPr>
        <p:sp>
          <p:nvSpPr>
            <p:cNvPr id="16617" name="Google Shape;16617;p14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4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4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14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4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4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4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4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4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4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14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142"/>
          <p:cNvGrpSpPr/>
          <p:nvPr/>
        </p:nvGrpSpPr>
        <p:grpSpPr>
          <a:xfrm>
            <a:off x="3601939" y="4161192"/>
            <a:ext cx="275178" cy="388912"/>
            <a:chOff x="3601939" y="4161192"/>
            <a:chExt cx="275178" cy="388912"/>
          </a:xfrm>
        </p:grpSpPr>
        <p:sp>
          <p:nvSpPr>
            <p:cNvPr id="16629" name="Google Shape;16629;p14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4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4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14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14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4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4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4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4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4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9" name="Google Shape;16639;p142"/>
          <p:cNvGrpSpPr/>
          <p:nvPr/>
        </p:nvGrpSpPr>
        <p:grpSpPr>
          <a:xfrm>
            <a:off x="836023" y="3215146"/>
            <a:ext cx="375802" cy="371677"/>
            <a:chOff x="836023" y="3215146"/>
            <a:chExt cx="375802" cy="371677"/>
          </a:xfrm>
        </p:grpSpPr>
        <p:sp>
          <p:nvSpPr>
            <p:cNvPr id="16640" name="Google Shape;16640;p14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14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14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4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14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14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4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4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4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14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14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4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14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14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4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4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142"/>
          <p:cNvGrpSpPr/>
          <p:nvPr/>
        </p:nvGrpSpPr>
        <p:grpSpPr>
          <a:xfrm>
            <a:off x="1356297" y="3210890"/>
            <a:ext cx="431368" cy="380189"/>
            <a:chOff x="1356297" y="3210890"/>
            <a:chExt cx="431368" cy="380189"/>
          </a:xfrm>
        </p:grpSpPr>
        <p:sp>
          <p:nvSpPr>
            <p:cNvPr id="16657" name="Google Shape;16657;p14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14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14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4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4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14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14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14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4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14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14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4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4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0" name="Google Shape;16670;p142"/>
          <p:cNvGrpSpPr/>
          <p:nvPr/>
        </p:nvGrpSpPr>
        <p:grpSpPr>
          <a:xfrm>
            <a:off x="1903737" y="3215540"/>
            <a:ext cx="411874" cy="370731"/>
            <a:chOff x="1903737" y="3215540"/>
            <a:chExt cx="411874" cy="370731"/>
          </a:xfrm>
        </p:grpSpPr>
        <p:sp>
          <p:nvSpPr>
            <p:cNvPr id="16671" name="Google Shape;16671;p14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14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4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4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4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4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4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4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4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0" name="Google Shape;16680;p142"/>
          <p:cNvGrpSpPr/>
          <p:nvPr/>
        </p:nvGrpSpPr>
        <p:grpSpPr>
          <a:xfrm>
            <a:off x="2468465" y="3248854"/>
            <a:ext cx="397818" cy="304078"/>
            <a:chOff x="2468465" y="3248854"/>
            <a:chExt cx="397818" cy="304078"/>
          </a:xfrm>
        </p:grpSpPr>
        <p:sp>
          <p:nvSpPr>
            <p:cNvPr id="16681" name="Google Shape;16681;p14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4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4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4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4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4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142"/>
          <p:cNvGrpSpPr/>
          <p:nvPr/>
        </p:nvGrpSpPr>
        <p:grpSpPr>
          <a:xfrm>
            <a:off x="3017166" y="3216013"/>
            <a:ext cx="394376" cy="369812"/>
            <a:chOff x="3017166" y="3216013"/>
            <a:chExt cx="394376" cy="369812"/>
          </a:xfrm>
        </p:grpSpPr>
        <p:sp>
          <p:nvSpPr>
            <p:cNvPr id="16688" name="Google Shape;16688;p14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4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0" name="Google Shape;16690;p142"/>
          <p:cNvGrpSpPr/>
          <p:nvPr/>
        </p:nvGrpSpPr>
        <p:grpSpPr>
          <a:xfrm>
            <a:off x="4210043" y="3213228"/>
            <a:ext cx="199014" cy="375408"/>
            <a:chOff x="4210043" y="3213228"/>
            <a:chExt cx="199014" cy="375408"/>
          </a:xfrm>
        </p:grpSpPr>
        <p:sp>
          <p:nvSpPr>
            <p:cNvPr id="16691" name="Google Shape;16691;p14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4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4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4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4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4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4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14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14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4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1" name="Google Shape;16701;p142"/>
          <p:cNvGrpSpPr/>
          <p:nvPr/>
        </p:nvGrpSpPr>
        <p:grpSpPr>
          <a:xfrm>
            <a:off x="4818146" y="3203323"/>
            <a:ext cx="77845" cy="395165"/>
            <a:chOff x="4818146" y="3203323"/>
            <a:chExt cx="77845" cy="395165"/>
          </a:xfrm>
        </p:grpSpPr>
        <p:sp>
          <p:nvSpPr>
            <p:cNvPr id="16702" name="Google Shape;16702;p14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4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4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4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4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4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4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4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142"/>
          <p:cNvGrpSpPr/>
          <p:nvPr/>
        </p:nvGrpSpPr>
        <p:grpSpPr>
          <a:xfrm>
            <a:off x="5228890" y="3235428"/>
            <a:ext cx="344091" cy="332767"/>
            <a:chOff x="5228890" y="3235428"/>
            <a:chExt cx="344091" cy="332767"/>
          </a:xfrm>
        </p:grpSpPr>
        <p:sp>
          <p:nvSpPr>
            <p:cNvPr id="16711" name="Google Shape;16711;p14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4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4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4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14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142"/>
          <p:cNvGrpSpPr/>
          <p:nvPr/>
        </p:nvGrpSpPr>
        <p:grpSpPr>
          <a:xfrm>
            <a:off x="5757913" y="3227047"/>
            <a:ext cx="388544" cy="347927"/>
            <a:chOff x="5757913" y="3227047"/>
            <a:chExt cx="388544" cy="347927"/>
          </a:xfrm>
        </p:grpSpPr>
        <p:sp>
          <p:nvSpPr>
            <p:cNvPr id="16717" name="Google Shape;16717;p14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4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9" name="Google Shape;16719;p142"/>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20" name="Google Shape;16720;p142"/>
          <p:cNvGrpSpPr/>
          <p:nvPr/>
        </p:nvGrpSpPr>
        <p:grpSpPr>
          <a:xfrm>
            <a:off x="6894856" y="3227074"/>
            <a:ext cx="324938" cy="347717"/>
            <a:chOff x="6894856" y="3227074"/>
            <a:chExt cx="324938" cy="347717"/>
          </a:xfrm>
        </p:grpSpPr>
        <p:sp>
          <p:nvSpPr>
            <p:cNvPr id="16721" name="Google Shape;16721;p14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14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4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4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4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14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14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4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4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14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14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14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14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14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14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142"/>
          <p:cNvGrpSpPr/>
          <p:nvPr/>
        </p:nvGrpSpPr>
        <p:grpSpPr>
          <a:xfrm>
            <a:off x="7414946" y="3220873"/>
            <a:ext cx="360091" cy="360117"/>
            <a:chOff x="7414946" y="3220873"/>
            <a:chExt cx="360091" cy="360117"/>
          </a:xfrm>
        </p:grpSpPr>
        <p:sp>
          <p:nvSpPr>
            <p:cNvPr id="16737" name="Google Shape;16737;p14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4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4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4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4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4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14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4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4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14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14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8" name="Google Shape;16748;p142"/>
          <p:cNvGrpSpPr/>
          <p:nvPr/>
        </p:nvGrpSpPr>
        <p:grpSpPr>
          <a:xfrm>
            <a:off x="8027227" y="3215041"/>
            <a:ext cx="231829" cy="371782"/>
            <a:chOff x="8027227" y="3215041"/>
            <a:chExt cx="231829" cy="371782"/>
          </a:xfrm>
        </p:grpSpPr>
        <p:sp>
          <p:nvSpPr>
            <p:cNvPr id="16749" name="Google Shape;16749;p14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4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4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4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4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4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4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4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4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4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9" name="Google Shape;16759;p142"/>
          <p:cNvGrpSpPr/>
          <p:nvPr/>
        </p:nvGrpSpPr>
        <p:grpSpPr>
          <a:xfrm>
            <a:off x="4093603" y="4146138"/>
            <a:ext cx="395638" cy="420544"/>
            <a:chOff x="4093603" y="4146138"/>
            <a:chExt cx="395638" cy="420544"/>
          </a:xfrm>
        </p:grpSpPr>
        <p:sp>
          <p:nvSpPr>
            <p:cNvPr id="16760" name="Google Shape;16760;p14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14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14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4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4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4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4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4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14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14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14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14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4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4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4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4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4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7" name="Google Shape;16777;p142"/>
          <p:cNvGrpSpPr/>
          <p:nvPr/>
        </p:nvGrpSpPr>
        <p:grpSpPr>
          <a:xfrm>
            <a:off x="4644406" y="4162322"/>
            <a:ext cx="392065" cy="387887"/>
            <a:chOff x="4644406" y="4162322"/>
            <a:chExt cx="392065" cy="387887"/>
          </a:xfrm>
        </p:grpSpPr>
        <p:sp>
          <p:nvSpPr>
            <p:cNvPr id="16778" name="Google Shape;16778;p14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14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14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14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4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14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4" name="Google Shape;16784;p142"/>
          <p:cNvGrpSpPr/>
          <p:nvPr/>
        </p:nvGrpSpPr>
        <p:grpSpPr>
          <a:xfrm>
            <a:off x="5728383" y="4221698"/>
            <a:ext cx="417128" cy="269162"/>
            <a:chOff x="5728383" y="4221698"/>
            <a:chExt cx="417128" cy="269162"/>
          </a:xfrm>
        </p:grpSpPr>
        <p:sp>
          <p:nvSpPr>
            <p:cNvPr id="16785" name="Google Shape;16785;p14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4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4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4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4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14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14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4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14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4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4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4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7" name="Google Shape;16797;p142"/>
          <p:cNvGrpSpPr/>
          <p:nvPr/>
        </p:nvGrpSpPr>
        <p:grpSpPr>
          <a:xfrm>
            <a:off x="834210" y="3696905"/>
            <a:ext cx="371782" cy="342751"/>
            <a:chOff x="834210" y="3696905"/>
            <a:chExt cx="371782" cy="342751"/>
          </a:xfrm>
        </p:grpSpPr>
        <p:sp>
          <p:nvSpPr>
            <p:cNvPr id="16798" name="Google Shape;16798;p14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4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4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4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4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4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4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14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14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4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4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4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142"/>
          <p:cNvGrpSpPr/>
          <p:nvPr/>
        </p:nvGrpSpPr>
        <p:grpSpPr>
          <a:xfrm>
            <a:off x="1359398" y="3682271"/>
            <a:ext cx="395296" cy="371966"/>
            <a:chOff x="1359398" y="3682271"/>
            <a:chExt cx="395296" cy="371966"/>
          </a:xfrm>
        </p:grpSpPr>
        <p:sp>
          <p:nvSpPr>
            <p:cNvPr id="16811" name="Google Shape;16811;p14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4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4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4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4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4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4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142"/>
          <p:cNvGrpSpPr/>
          <p:nvPr/>
        </p:nvGrpSpPr>
        <p:grpSpPr>
          <a:xfrm>
            <a:off x="1908099" y="3682271"/>
            <a:ext cx="395296" cy="371966"/>
            <a:chOff x="1908099" y="3682271"/>
            <a:chExt cx="395296" cy="371966"/>
          </a:xfrm>
        </p:grpSpPr>
        <p:sp>
          <p:nvSpPr>
            <p:cNvPr id="16819" name="Google Shape;16819;p14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4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4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14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4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4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4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6" name="Google Shape;16826;p142"/>
          <p:cNvGrpSpPr/>
          <p:nvPr/>
        </p:nvGrpSpPr>
        <p:grpSpPr>
          <a:xfrm>
            <a:off x="2456800" y="3682271"/>
            <a:ext cx="395270" cy="371966"/>
            <a:chOff x="2456800" y="3682271"/>
            <a:chExt cx="395270" cy="371966"/>
          </a:xfrm>
        </p:grpSpPr>
        <p:sp>
          <p:nvSpPr>
            <p:cNvPr id="16827" name="Google Shape;16827;p14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4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4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4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4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4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4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4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4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6" name="Google Shape;16836;p142"/>
          <p:cNvGrpSpPr/>
          <p:nvPr/>
        </p:nvGrpSpPr>
        <p:grpSpPr>
          <a:xfrm>
            <a:off x="3014250" y="3682271"/>
            <a:ext cx="391092" cy="371940"/>
            <a:chOff x="3014250" y="3682271"/>
            <a:chExt cx="391092" cy="371940"/>
          </a:xfrm>
        </p:grpSpPr>
        <p:sp>
          <p:nvSpPr>
            <p:cNvPr id="16837" name="Google Shape;16837;p14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14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4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142"/>
          <p:cNvGrpSpPr/>
          <p:nvPr/>
        </p:nvGrpSpPr>
        <p:grpSpPr>
          <a:xfrm>
            <a:off x="3569125" y="3702947"/>
            <a:ext cx="388728" cy="330692"/>
            <a:chOff x="3569125" y="3702947"/>
            <a:chExt cx="388728" cy="330692"/>
          </a:xfrm>
        </p:grpSpPr>
        <p:sp>
          <p:nvSpPr>
            <p:cNvPr id="16841" name="Google Shape;16841;p14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4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4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4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5" name="Google Shape;16845;p142"/>
          <p:cNvGrpSpPr/>
          <p:nvPr/>
        </p:nvGrpSpPr>
        <p:grpSpPr>
          <a:xfrm>
            <a:off x="4111994" y="3682455"/>
            <a:ext cx="387992" cy="371625"/>
            <a:chOff x="4111994" y="3682455"/>
            <a:chExt cx="387992" cy="371625"/>
          </a:xfrm>
        </p:grpSpPr>
        <p:sp>
          <p:nvSpPr>
            <p:cNvPr id="16846" name="Google Shape;16846;p14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4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8" name="Google Shape;16848;p142"/>
          <p:cNvGrpSpPr/>
          <p:nvPr/>
        </p:nvGrpSpPr>
        <p:grpSpPr>
          <a:xfrm>
            <a:off x="4674908" y="3682271"/>
            <a:ext cx="371966" cy="371966"/>
            <a:chOff x="4674908" y="3682271"/>
            <a:chExt cx="371966" cy="371966"/>
          </a:xfrm>
        </p:grpSpPr>
        <p:sp>
          <p:nvSpPr>
            <p:cNvPr id="16849" name="Google Shape;16849;p14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4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4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14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142"/>
          <p:cNvGrpSpPr/>
          <p:nvPr/>
        </p:nvGrpSpPr>
        <p:grpSpPr>
          <a:xfrm>
            <a:off x="5223609" y="3731112"/>
            <a:ext cx="371782" cy="274285"/>
            <a:chOff x="5223609" y="3731112"/>
            <a:chExt cx="371782" cy="274285"/>
          </a:xfrm>
        </p:grpSpPr>
        <p:sp>
          <p:nvSpPr>
            <p:cNvPr id="16854" name="Google Shape;16854;p14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14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56" name="Google Shape;16856;p142"/>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57" name="Google Shape;16857;p142"/>
          <p:cNvGrpSpPr/>
          <p:nvPr/>
        </p:nvGrpSpPr>
        <p:grpSpPr>
          <a:xfrm>
            <a:off x="6319908" y="3696721"/>
            <a:ext cx="373963" cy="343119"/>
            <a:chOff x="6319908" y="3696721"/>
            <a:chExt cx="373963" cy="343119"/>
          </a:xfrm>
        </p:grpSpPr>
        <p:sp>
          <p:nvSpPr>
            <p:cNvPr id="16858" name="Google Shape;16858;p14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4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4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14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14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4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14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14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14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7" name="Google Shape;16867;p142"/>
          <p:cNvGrpSpPr/>
          <p:nvPr/>
        </p:nvGrpSpPr>
        <p:grpSpPr>
          <a:xfrm>
            <a:off x="6871342" y="3740044"/>
            <a:ext cx="371966" cy="256420"/>
            <a:chOff x="6871342" y="3740044"/>
            <a:chExt cx="371966" cy="256420"/>
          </a:xfrm>
        </p:grpSpPr>
        <p:sp>
          <p:nvSpPr>
            <p:cNvPr id="16868" name="Google Shape;16868;p14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4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4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4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4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4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4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14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4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4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4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14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0" name="Google Shape;16880;p142"/>
          <p:cNvGrpSpPr/>
          <p:nvPr/>
        </p:nvGrpSpPr>
        <p:grpSpPr>
          <a:xfrm>
            <a:off x="7402362" y="3681535"/>
            <a:ext cx="402757" cy="372728"/>
            <a:chOff x="7402362" y="3681535"/>
            <a:chExt cx="402757" cy="372728"/>
          </a:xfrm>
        </p:grpSpPr>
        <p:sp>
          <p:nvSpPr>
            <p:cNvPr id="16881" name="Google Shape;16881;p14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14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14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14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14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14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14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14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14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4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4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14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14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14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14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4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7" name="Google Shape;16897;p142"/>
          <p:cNvGrpSpPr/>
          <p:nvPr/>
        </p:nvGrpSpPr>
        <p:grpSpPr>
          <a:xfrm>
            <a:off x="7960705" y="3736235"/>
            <a:ext cx="378902" cy="264065"/>
            <a:chOff x="7960705" y="3736235"/>
            <a:chExt cx="378902" cy="264065"/>
          </a:xfrm>
        </p:grpSpPr>
        <p:sp>
          <p:nvSpPr>
            <p:cNvPr id="16898" name="Google Shape;16898;p14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4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14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4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14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14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4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14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14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4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4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4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4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14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2" name="Google Shape;16912;p142"/>
          <p:cNvGrpSpPr/>
          <p:nvPr/>
        </p:nvGrpSpPr>
        <p:grpSpPr>
          <a:xfrm>
            <a:off x="6400828" y="4162270"/>
            <a:ext cx="166200" cy="388019"/>
            <a:chOff x="6400828" y="4162270"/>
            <a:chExt cx="166200" cy="388019"/>
          </a:xfrm>
        </p:grpSpPr>
        <p:sp>
          <p:nvSpPr>
            <p:cNvPr id="16913" name="Google Shape;16913;p14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4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14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14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14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14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4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142"/>
          <p:cNvGrpSpPr/>
          <p:nvPr/>
        </p:nvGrpSpPr>
        <p:grpSpPr>
          <a:xfrm>
            <a:off x="6919815" y="4162270"/>
            <a:ext cx="225260" cy="388019"/>
            <a:chOff x="6919815" y="4162270"/>
            <a:chExt cx="225260" cy="388019"/>
          </a:xfrm>
        </p:grpSpPr>
        <p:sp>
          <p:nvSpPr>
            <p:cNvPr id="16921" name="Google Shape;16921;p14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4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4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4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4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4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4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4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9" name="Google Shape;16929;p142"/>
          <p:cNvGrpSpPr/>
          <p:nvPr/>
        </p:nvGrpSpPr>
        <p:grpSpPr>
          <a:xfrm>
            <a:off x="7385600" y="4177035"/>
            <a:ext cx="388728" cy="358383"/>
            <a:chOff x="7385600" y="4177035"/>
            <a:chExt cx="388728" cy="358383"/>
          </a:xfrm>
        </p:grpSpPr>
        <p:sp>
          <p:nvSpPr>
            <p:cNvPr id="16930" name="Google Shape;16930;p14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14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14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14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4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4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4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7" name="Google Shape;16937;p142"/>
          <p:cNvGrpSpPr/>
          <p:nvPr/>
        </p:nvGrpSpPr>
        <p:grpSpPr>
          <a:xfrm>
            <a:off x="3625085" y="3259862"/>
            <a:ext cx="369207" cy="258259"/>
            <a:chOff x="3625085" y="3259862"/>
            <a:chExt cx="369207" cy="258259"/>
          </a:xfrm>
        </p:grpSpPr>
        <p:sp>
          <p:nvSpPr>
            <p:cNvPr id="16938" name="Google Shape;16938;p14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4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4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4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4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4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4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4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4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4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4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14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14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142"/>
          <p:cNvGrpSpPr/>
          <p:nvPr/>
        </p:nvGrpSpPr>
        <p:grpSpPr>
          <a:xfrm>
            <a:off x="6317360" y="3276808"/>
            <a:ext cx="363217" cy="248590"/>
            <a:chOff x="6317360" y="3276808"/>
            <a:chExt cx="363217" cy="248590"/>
          </a:xfrm>
        </p:grpSpPr>
        <p:sp>
          <p:nvSpPr>
            <p:cNvPr id="16952" name="Google Shape;16952;p14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4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4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4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4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4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4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4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4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4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4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4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4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4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4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4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4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4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4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4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4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4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4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4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4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14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14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9" name="Google Shape;16979;p142"/>
          <p:cNvGrpSpPr/>
          <p:nvPr/>
        </p:nvGrpSpPr>
        <p:grpSpPr>
          <a:xfrm>
            <a:off x="5084391" y="4183682"/>
            <a:ext cx="504064" cy="325595"/>
            <a:chOff x="5084391" y="4183682"/>
            <a:chExt cx="504064" cy="325595"/>
          </a:xfrm>
        </p:grpSpPr>
        <p:sp>
          <p:nvSpPr>
            <p:cNvPr id="16980" name="Google Shape;16980;p14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14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14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14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4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14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4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4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14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14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4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4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4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14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14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4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6" name="Google Shape;16996;p142"/>
          <p:cNvGrpSpPr/>
          <p:nvPr/>
        </p:nvGrpSpPr>
        <p:grpSpPr>
          <a:xfrm>
            <a:off x="7947595" y="2347996"/>
            <a:ext cx="379795" cy="267165"/>
            <a:chOff x="7947595" y="2347996"/>
            <a:chExt cx="379795" cy="267165"/>
          </a:xfrm>
        </p:grpSpPr>
        <p:sp>
          <p:nvSpPr>
            <p:cNvPr id="16997" name="Google Shape;16997;p14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4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4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14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4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14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4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4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4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6" name="Google Shape;17006;p142"/>
          <p:cNvGrpSpPr/>
          <p:nvPr/>
        </p:nvGrpSpPr>
        <p:grpSpPr>
          <a:xfrm>
            <a:off x="6400644" y="2310269"/>
            <a:ext cx="275362" cy="338784"/>
            <a:chOff x="6400644" y="2310269"/>
            <a:chExt cx="275362" cy="338784"/>
          </a:xfrm>
        </p:grpSpPr>
        <p:sp>
          <p:nvSpPr>
            <p:cNvPr id="17007" name="Google Shape;17007;p14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14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14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4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4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4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4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4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4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4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4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4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4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142"/>
          <p:cNvGrpSpPr/>
          <p:nvPr/>
        </p:nvGrpSpPr>
        <p:grpSpPr>
          <a:xfrm>
            <a:off x="1342268" y="4161009"/>
            <a:ext cx="359565" cy="358094"/>
            <a:chOff x="1342268" y="4161009"/>
            <a:chExt cx="359565" cy="358094"/>
          </a:xfrm>
        </p:grpSpPr>
        <p:sp>
          <p:nvSpPr>
            <p:cNvPr id="17021" name="Google Shape;17021;p14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4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4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4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4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14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14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14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14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0" name="Google Shape;17030;p142"/>
          <p:cNvGrpSpPr/>
          <p:nvPr/>
        </p:nvGrpSpPr>
        <p:grpSpPr>
          <a:xfrm>
            <a:off x="1913012" y="2764940"/>
            <a:ext cx="417523" cy="374252"/>
            <a:chOff x="1913012" y="2764940"/>
            <a:chExt cx="417523" cy="374252"/>
          </a:xfrm>
        </p:grpSpPr>
        <p:sp>
          <p:nvSpPr>
            <p:cNvPr id="17031" name="Google Shape;17031;p14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4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14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14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4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4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4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4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4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4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4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4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3" name="Google Shape;17043;p142"/>
          <p:cNvGrpSpPr/>
          <p:nvPr/>
        </p:nvGrpSpPr>
        <p:grpSpPr>
          <a:xfrm>
            <a:off x="830742" y="2763601"/>
            <a:ext cx="384734" cy="381556"/>
            <a:chOff x="830742" y="2763601"/>
            <a:chExt cx="384734" cy="381556"/>
          </a:xfrm>
        </p:grpSpPr>
        <p:sp>
          <p:nvSpPr>
            <p:cNvPr id="17044" name="Google Shape;17044;p14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14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4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4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4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4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14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14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4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4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4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4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4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4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14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4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4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4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4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4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4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142"/>
          <p:cNvGrpSpPr/>
          <p:nvPr/>
        </p:nvGrpSpPr>
        <p:grpSpPr>
          <a:xfrm>
            <a:off x="3007498" y="4183419"/>
            <a:ext cx="375434" cy="329667"/>
            <a:chOff x="3007498" y="4183419"/>
            <a:chExt cx="375434" cy="329667"/>
          </a:xfrm>
        </p:grpSpPr>
        <p:sp>
          <p:nvSpPr>
            <p:cNvPr id="17066" name="Google Shape;17066;p14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4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4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14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4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4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4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4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4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14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14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4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14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14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4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4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4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4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4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4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142"/>
          <p:cNvGrpSpPr/>
          <p:nvPr/>
        </p:nvGrpSpPr>
        <p:grpSpPr>
          <a:xfrm>
            <a:off x="6919276" y="2766990"/>
            <a:ext cx="274550" cy="354728"/>
            <a:chOff x="7606826" y="2419290"/>
            <a:chExt cx="274550" cy="354728"/>
          </a:xfrm>
        </p:grpSpPr>
        <p:sp>
          <p:nvSpPr>
            <p:cNvPr id="17087" name="Google Shape;17087;p14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4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4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4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4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14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4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4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4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4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4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4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4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4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4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2" name="Google Shape;17102;p142"/>
          <p:cNvGrpSpPr/>
          <p:nvPr/>
        </p:nvGrpSpPr>
        <p:grpSpPr>
          <a:xfrm>
            <a:off x="7550168" y="2777003"/>
            <a:ext cx="263316" cy="354728"/>
            <a:chOff x="8062968" y="2419290"/>
            <a:chExt cx="263316" cy="354728"/>
          </a:xfrm>
        </p:grpSpPr>
        <p:sp>
          <p:nvSpPr>
            <p:cNvPr id="17103" name="Google Shape;17103;p14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14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4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4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14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14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4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4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4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4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4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14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4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4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14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14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4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0" name="Google Shape;17120;p142"/>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7121" name="Google Shape;17121;p14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25" name="Shape 17125"/>
        <p:cNvGrpSpPr/>
        <p:nvPr/>
      </p:nvGrpSpPr>
      <p:grpSpPr>
        <a:xfrm>
          <a:off x="0" y="0"/>
          <a:ext cx="0" cy="0"/>
          <a:chOff x="0" y="0"/>
          <a:chExt cx="0" cy="0"/>
        </a:xfrm>
      </p:grpSpPr>
      <p:grpSp>
        <p:nvGrpSpPr>
          <p:cNvPr id="17126" name="Google Shape;17126;p143"/>
          <p:cNvGrpSpPr/>
          <p:nvPr/>
        </p:nvGrpSpPr>
        <p:grpSpPr>
          <a:xfrm>
            <a:off x="7075663" y="2261129"/>
            <a:ext cx="362163" cy="347098"/>
            <a:chOff x="7075663" y="2444129"/>
            <a:chExt cx="362163" cy="347098"/>
          </a:xfrm>
        </p:grpSpPr>
        <p:sp>
          <p:nvSpPr>
            <p:cNvPr id="17127" name="Google Shape;17127;p14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4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4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4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4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4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4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4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5" name="Google Shape;17135;p143"/>
          <p:cNvGrpSpPr/>
          <p:nvPr/>
        </p:nvGrpSpPr>
        <p:grpSpPr>
          <a:xfrm>
            <a:off x="6638175" y="2253584"/>
            <a:ext cx="372197" cy="362163"/>
            <a:chOff x="6638175" y="2436584"/>
            <a:chExt cx="372197" cy="362163"/>
          </a:xfrm>
        </p:grpSpPr>
        <p:sp>
          <p:nvSpPr>
            <p:cNvPr id="17136" name="Google Shape;17136;p14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4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4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4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4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4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4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4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4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4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4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4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4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9" name="Google Shape;17149;p143"/>
          <p:cNvGrpSpPr/>
          <p:nvPr/>
        </p:nvGrpSpPr>
        <p:grpSpPr>
          <a:xfrm>
            <a:off x="6192906" y="2256440"/>
            <a:ext cx="371699" cy="356084"/>
            <a:chOff x="6192906" y="2439440"/>
            <a:chExt cx="371699" cy="356084"/>
          </a:xfrm>
        </p:grpSpPr>
        <p:sp>
          <p:nvSpPr>
            <p:cNvPr id="17150" name="Google Shape;17150;p14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14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14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14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4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4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4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4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4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4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4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4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4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143"/>
          <p:cNvGrpSpPr/>
          <p:nvPr/>
        </p:nvGrpSpPr>
        <p:grpSpPr>
          <a:xfrm>
            <a:off x="5762467" y="2253584"/>
            <a:ext cx="362163" cy="362163"/>
            <a:chOff x="5762467" y="2436584"/>
            <a:chExt cx="362163" cy="362163"/>
          </a:xfrm>
        </p:grpSpPr>
        <p:sp>
          <p:nvSpPr>
            <p:cNvPr id="17164" name="Google Shape;17164;p14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14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4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14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14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14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14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14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4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4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14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14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4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4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4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4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4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4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4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4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4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4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4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4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4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143"/>
          <p:cNvGrpSpPr/>
          <p:nvPr/>
        </p:nvGrpSpPr>
        <p:grpSpPr>
          <a:xfrm>
            <a:off x="5323721" y="2254029"/>
            <a:ext cx="362922" cy="361219"/>
            <a:chOff x="5323721" y="2437029"/>
            <a:chExt cx="362922" cy="361219"/>
          </a:xfrm>
        </p:grpSpPr>
        <p:sp>
          <p:nvSpPr>
            <p:cNvPr id="17190" name="Google Shape;17190;p14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4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4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4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4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4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4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4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4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4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4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4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4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4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4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4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4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7" name="Google Shape;17207;p143"/>
          <p:cNvGrpSpPr/>
          <p:nvPr/>
        </p:nvGrpSpPr>
        <p:grpSpPr>
          <a:xfrm>
            <a:off x="4875937" y="2285731"/>
            <a:ext cx="407122" cy="315448"/>
            <a:chOff x="4875937" y="2468731"/>
            <a:chExt cx="407122" cy="315448"/>
          </a:xfrm>
        </p:grpSpPr>
        <p:sp>
          <p:nvSpPr>
            <p:cNvPr id="17208" name="Google Shape;17208;p14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4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4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14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14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4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4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4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4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4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4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4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14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4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14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14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4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4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4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143"/>
          <p:cNvGrpSpPr/>
          <p:nvPr/>
        </p:nvGrpSpPr>
        <p:grpSpPr>
          <a:xfrm>
            <a:off x="4893282" y="3621774"/>
            <a:ext cx="242114" cy="362163"/>
            <a:chOff x="4893282" y="3804774"/>
            <a:chExt cx="242114" cy="362163"/>
          </a:xfrm>
        </p:grpSpPr>
        <p:sp>
          <p:nvSpPr>
            <p:cNvPr id="17228" name="Google Shape;17228;p14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14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4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4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14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4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4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4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4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4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4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14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4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4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4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4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4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4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4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4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4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4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4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14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14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4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143"/>
          <p:cNvGrpSpPr/>
          <p:nvPr/>
        </p:nvGrpSpPr>
        <p:grpSpPr>
          <a:xfrm>
            <a:off x="6248162" y="3621774"/>
            <a:ext cx="231058" cy="362425"/>
            <a:chOff x="6248162" y="3804774"/>
            <a:chExt cx="231058" cy="362425"/>
          </a:xfrm>
        </p:grpSpPr>
        <p:sp>
          <p:nvSpPr>
            <p:cNvPr id="17255" name="Google Shape;17255;p14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4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4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4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9" name="Google Shape;17259;p143"/>
          <p:cNvGrpSpPr/>
          <p:nvPr/>
        </p:nvGrpSpPr>
        <p:grpSpPr>
          <a:xfrm>
            <a:off x="5346568" y="3621774"/>
            <a:ext cx="233337" cy="362163"/>
            <a:chOff x="5346568" y="3804774"/>
            <a:chExt cx="233337" cy="362163"/>
          </a:xfrm>
        </p:grpSpPr>
        <p:sp>
          <p:nvSpPr>
            <p:cNvPr id="17260" name="Google Shape;17260;p14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4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4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4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4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4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4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4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14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14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4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4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4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4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4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4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4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4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14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9" name="Google Shape;17279;p143"/>
          <p:cNvGrpSpPr/>
          <p:nvPr/>
        </p:nvGrpSpPr>
        <p:grpSpPr>
          <a:xfrm>
            <a:off x="6704985" y="3622141"/>
            <a:ext cx="209967" cy="361639"/>
            <a:chOff x="6704985" y="3805141"/>
            <a:chExt cx="209967" cy="361639"/>
          </a:xfrm>
        </p:grpSpPr>
        <p:sp>
          <p:nvSpPr>
            <p:cNvPr id="17280" name="Google Shape;17280;p14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4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4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4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4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4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4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14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14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14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4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4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2" name="Google Shape;17292;p143"/>
          <p:cNvGrpSpPr/>
          <p:nvPr/>
        </p:nvGrpSpPr>
        <p:grpSpPr>
          <a:xfrm>
            <a:off x="7513884" y="2265269"/>
            <a:ext cx="363184" cy="338792"/>
            <a:chOff x="7513884" y="2448269"/>
            <a:chExt cx="363184" cy="338792"/>
          </a:xfrm>
        </p:grpSpPr>
        <p:sp>
          <p:nvSpPr>
            <p:cNvPr id="17293" name="Google Shape;17293;p14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4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14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4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4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4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9" name="Google Shape;17299;p143"/>
          <p:cNvGrpSpPr/>
          <p:nvPr/>
        </p:nvGrpSpPr>
        <p:grpSpPr>
          <a:xfrm>
            <a:off x="5777767" y="3621826"/>
            <a:ext cx="258699" cy="362136"/>
            <a:chOff x="5777767" y="3804826"/>
            <a:chExt cx="258699" cy="362136"/>
          </a:xfrm>
        </p:grpSpPr>
        <p:sp>
          <p:nvSpPr>
            <p:cNvPr id="17300" name="Google Shape;17300;p14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4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4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3" name="Google Shape;17303;p143"/>
          <p:cNvGrpSpPr/>
          <p:nvPr/>
        </p:nvGrpSpPr>
        <p:grpSpPr>
          <a:xfrm>
            <a:off x="7953101" y="2253584"/>
            <a:ext cx="361691" cy="362163"/>
            <a:chOff x="7953101" y="2436584"/>
            <a:chExt cx="361691" cy="362163"/>
          </a:xfrm>
        </p:grpSpPr>
        <p:sp>
          <p:nvSpPr>
            <p:cNvPr id="17304" name="Google Shape;17304;p14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4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14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14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4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14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14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4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4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3" name="Google Shape;17313;p143"/>
          <p:cNvGrpSpPr/>
          <p:nvPr/>
        </p:nvGrpSpPr>
        <p:grpSpPr>
          <a:xfrm>
            <a:off x="4859353" y="3172130"/>
            <a:ext cx="373481" cy="362267"/>
            <a:chOff x="4859353" y="3355130"/>
            <a:chExt cx="373481" cy="362267"/>
          </a:xfrm>
        </p:grpSpPr>
        <p:sp>
          <p:nvSpPr>
            <p:cNvPr id="17314" name="Google Shape;17314;p14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4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4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14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4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4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4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4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14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14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4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4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4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4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143"/>
          <p:cNvGrpSpPr/>
          <p:nvPr/>
        </p:nvGrpSpPr>
        <p:grpSpPr>
          <a:xfrm>
            <a:off x="6637678" y="1317982"/>
            <a:ext cx="378721" cy="362005"/>
            <a:chOff x="6637678" y="1500982"/>
            <a:chExt cx="378721" cy="362005"/>
          </a:xfrm>
        </p:grpSpPr>
        <p:sp>
          <p:nvSpPr>
            <p:cNvPr id="17329" name="Google Shape;17329;p14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4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4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4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4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4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4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4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4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4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4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14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4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4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14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14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5" name="Google Shape;17345;p143"/>
          <p:cNvGrpSpPr/>
          <p:nvPr/>
        </p:nvGrpSpPr>
        <p:grpSpPr>
          <a:xfrm>
            <a:off x="5827993" y="3172496"/>
            <a:ext cx="223041" cy="362163"/>
            <a:chOff x="5827993" y="3355496"/>
            <a:chExt cx="223041" cy="362163"/>
          </a:xfrm>
        </p:grpSpPr>
        <p:sp>
          <p:nvSpPr>
            <p:cNvPr id="17346" name="Google Shape;17346;p14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4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4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4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4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4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4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4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4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4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14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14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4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14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4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1" name="Google Shape;17361;p143"/>
          <p:cNvGrpSpPr/>
          <p:nvPr/>
        </p:nvGrpSpPr>
        <p:grpSpPr>
          <a:xfrm>
            <a:off x="7528713" y="1317641"/>
            <a:ext cx="370520" cy="361586"/>
            <a:chOff x="7528713" y="1500641"/>
            <a:chExt cx="370520" cy="361586"/>
          </a:xfrm>
        </p:grpSpPr>
        <p:sp>
          <p:nvSpPr>
            <p:cNvPr id="17362" name="Google Shape;17362;p14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4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4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4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4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4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4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9" name="Google Shape;17369;p143"/>
          <p:cNvGrpSpPr/>
          <p:nvPr/>
        </p:nvGrpSpPr>
        <p:grpSpPr>
          <a:xfrm>
            <a:off x="5317198" y="3172496"/>
            <a:ext cx="367429" cy="362163"/>
            <a:chOff x="5317198" y="3355496"/>
            <a:chExt cx="367429" cy="362163"/>
          </a:xfrm>
        </p:grpSpPr>
        <p:sp>
          <p:nvSpPr>
            <p:cNvPr id="17370" name="Google Shape;17370;p14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14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14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4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4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4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4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4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4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4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4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14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14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4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4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4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6" name="Google Shape;17386;p143"/>
          <p:cNvGrpSpPr/>
          <p:nvPr/>
        </p:nvGrpSpPr>
        <p:grpSpPr>
          <a:xfrm>
            <a:off x="5302971" y="1317563"/>
            <a:ext cx="383175" cy="362241"/>
            <a:chOff x="5302971" y="1500563"/>
            <a:chExt cx="383175" cy="362241"/>
          </a:xfrm>
        </p:grpSpPr>
        <p:sp>
          <p:nvSpPr>
            <p:cNvPr id="17387" name="Google Shape;17387;p14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14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9" name="Google Shape;17389;p143"/>
          <p:cNvGrpSpPr/>
          <p:nvPr/>
        </p:nvGrpSpPr>
        <p:grpSpPr>
          <a:xfrm>
            <a:off x="6202705" y="1342453"/>
            <a:ext cx="364180" cy="312461"/>
            <a:chOff x="6202705" y="1525453"/>
            <a:chExt cx="364180" cy="312461"/>
          </a:xfrm>
        </p:grpSpPr>
        <p:sp>
          <p:nvSpPr>
            <p:cNvPr id="17390" name="Google Shape;17390;p14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14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14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4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4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4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4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143"/>
          <p:cNvGrpSpPr/>
          <p:nvPr/>
        </p:nvGrpSpPr>
        <p:grpSpPr>
          <a:xfrm>
            <a:off x="7087217" y="1320602"/>
            <a:ext cx="362398" cy="356163"/>
            <a:chOff x="7087217" y="1503602"/>
            <a:chExt cx="362398" cy="356163"/>
          </a:xfrm>
        </p:grpSpPr>
        <p:sp>
          <p:nvSpPr>
            <p:cNvPr id="17398" name="Google Shape;17398;p14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4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4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4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4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4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4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14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14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4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4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4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14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14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4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4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4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4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4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4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4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9" name="Google Shape;17419;p143"/>
          <p:cNvGrpSpPr/>
          <p:nvPr/>
        </p:nvGrpSpPr>
        <p:grpSpPr>
          <a:xfrm>
            <a:off x="7968952" y="1317877"/>
            <a:ext cx="378747" cy="361455"/>
            <a:chOff x="7968952" y="1500877"/>
            <a:chExt cx="378747" cy="361455"/>
          </a:xfrm>
        </p:grpSpPr>
        <p:sp>
          <p:nvSpPr>
            <p:cNvPr id="17420" name="Google Shape;17420;p14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4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4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14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4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4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4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14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14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4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4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4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14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14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4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5" name="Google Shape;17435;p143"/>
          <p:cNvGrpSpPr/>
          <p:nvPr/>
        </p:nvGrpSpPr>
        <p:grpSpPr>
          <a:xfrm>
            <a:off x="5761445" y="1358723"/>
            <a:ext cx="362163" cy="279737"/>
            <a:chOff x="5761445" y="1541723"/>
            <a:chExt cx="362163" cy="279737"/>
          </a:xfrm>
        </p:grpSpPr>
        <p:sp>
          <p:nvSpPr>
            <p:cNvPr id="17436" name="Google Shape;17436;p14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4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4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14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14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4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143"/>
          <p:cNvGrpSpPr/>
          <p:nvPr/>
        </p:nvGrpSpPr>
        <p:grpSpPr>
          <a:xfrm>
            <a:off x="6204958" y="3172575"/>
            <a:ext cx="358390" cy="362320"/>
            <a:chOff x="6204958" y="3355575"/>
            <a:chExt cx="358390" cy="362320"/>
          </a:xfrm>
        </p:grpSpPr>
        <p:sp>
          <p:nvSpPr>
            <p:cNvPr id="17443" name="Google Shape;17443;p14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4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4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4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4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4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4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4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4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4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4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4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14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14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14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4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9" name="Google Shape;17459;p143"/>
          <p:cNvGrpSpPr/>
          <p:nvPr/>
        </p:nvGrpSpPr>
        <p:grpSpPr>
          <a:xfrm>
            <a:off x="4939970" y="1316855"/>
            <a:ext cx="242979" cy="362660"/>
            <a:chOff x="4939970" y="1499855"/>
            <a:chExt cx="242979" cy="362660"/>
          </a:xfrm>
        </p:grpSpPr>
        <p:sp>
          <p:nvSpPr>
            <p:cNvPr id="17460" name="Google Shape;17460;p14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4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4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14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14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4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6" name="Google Shape;17466;p143"/>
          <p:cNvGrpSpPr/>
          <p:nvPr/>
        </p:nvGrpSpPr>
        <p:grpSpPr>
          <a:xfrm>
            <a:off x="8023448" y="3172496"/>
            <a:ext cx="284322" cy="362163"/>
            <a:chOff x="8023448" y="3355496"/>
            <a:chExt cx="284322" cy="362163"/>
          </a:xfrm>
        </p:grpSpPr>
        <p:sp>
          <p:nvSpPr>
            <p:cNvPr id="17467" name="Google Shape;17467;p14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4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4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4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4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4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4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4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4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143"/>
          <p:cNvGrpSpPr/>
          <p:nvPr/>
        </p:nvGrpSpPr>
        <p:grpSpPr>
          <a:xfrm>
            <a:off x="6644201" y="3172496"/>
            <a:ext cx="366695" cy="361979"/>
            <a:chOff x="6644201" y="3355496"/>
            <a:chExt cx="366695" cy="361979"/>
          </a:xfrm>
        </p:grpSpPr>
        <p:sp>
          <p:nvSpPr>
            <p:cNvPr id="17477" name="Google Shape;17477;p14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4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14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14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14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4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4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4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4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4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14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14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4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4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4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4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4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4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4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14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14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4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9" name="Google Shape;17499;p143"/>
          <p:cNvGrpSpPr/>
          <p:nvPr/>
        </p:nvGrpSpPr>
        <p:grpSpPr>
          <a:xfrm>
            <a:off x="7955145" y="1836192"/>
            <a:ext cx="365176" cy="271013"/>
            <a:chOff x="7955145" y="2019192"/>
            <a:chExt cx="365176" cy="271013"/>
          </a:xfrm>
        </p:grpSpPr>
        <p:sp>
          <p:nvSpPr>
            <p:cNvPr id="17500" name="Google Shape;17500;p14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4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4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4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4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4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6" name="Google Shape;17506;p143"/>
          <p:cNvGrpSpPr/>
          <p:nvPr/>
        </p:nvGrpSpPr>
        <p:grpSpPr>
          <a:xfrm>
            <a:off x="7518155" y="1826471"/>
            <a:ext cx="361927" cy="290270"/>
            <a:chOff x="7518155" y="2009471"/>
            <a:chExt cx="361927" cy="290270"/>
          </a:xfrm>
        </p:grpSpPr>
        <p:sp>
          <p:nvSpPr>
            <p:cNvPr id="17507" name="Google Shape;17507;p14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4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4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4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4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14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14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4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4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4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14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14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4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0" name="Google Shape;17520;p143"/>
          <p:cNvGrpSpPr/>
          <p:nvPr/>
        </p:nvGrpSpPr>
        <p:grpSpPr>
          <a:xfrm>
            <a:off x="7079672" y="1808053"/>
            <a:ext cx="362163" cy="327264"/>
            <a:chOff x="7079672" y="1991053"/>
            <a:chExt cx="362163" cy="327264"/>
          </a:xfrm>
        </p:grpSpPr>
        <p:sp>
          <p:nvSpPr>
            <p:cNvPr id="17521" name="Google Shape;17521;p14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4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14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14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4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4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4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4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4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4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4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4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4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4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4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4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7" name="Google Shape;17537;p143"/>
          <p:cNvGrpSpPr/>
          <p:nvPr/>
        </p:nvGrpSpPr>
        <p:grpSpPr>
          <a:xfrm>
            <a:off x="6641188" y="1852514"/>
            <a:ext cx="361901" cy="238132"/>
            <a:chOff x="6641188" y="2035514"/>
            <a:chExt cx="361901" cy="238132"/>
          </a:xfrm>
        </p:grpSpPr>
        <p:sp>
          <p:nvSpPr>
            <p:cNvPr id="17538" name="Google Shape;17538;p14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4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4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4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14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14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4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4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14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14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4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4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4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4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14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14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4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4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4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7" name="Google Shape;17557;p143"/>
          <p:cNvGrpSpPr/>
          <p:nvPr/>
        </p:nvGrpSpPr>
        <p:grpSpPr>
          <a:xfrm>
            <a:off x="6202443" y="1803677"/>
            <a:ext cx="362425" cy="335884"/>
            <a:chOff x="6202443" y="1986677"/>
            <a:chExt cx="362425" cy="335884"/>
          </a:xfrm>
        </p:grpSpPr>
        <p:sp>
          <p:nvSpPr>
            <p:cNvPr id="17558" name="Google Shape;17558;p14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4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4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14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14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14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4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4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4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4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14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14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14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4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4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4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4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4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14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14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8" name="Google Shape;17578;p143"/>
          <p:cNvGrpSpPr/>
          <p:nvPr/>
        </p:nvGrpSpPr>
        <p:grpSpPr>
          <a:xfrm>
            <a:off x="5764222" y="1833598"/>
            <a:ext cx="374293" cy="276069"/>
            <a:chOff x="5764222" y="2016598"/>
            <a:chExt cx="374293" cy="276069"/>
          </a:xfrm>
        </p:grpSpPr>
        <p:sp>
          <p:nvSpPr>
            <p:cNvPr id="17579" name="Google Shape;17579;p14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4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4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4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14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14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4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4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4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4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14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0" name="Google Shape;17590;p143"/>
          <p:cNvGrpSpPr/>
          <p:nvPr/>
        </p:nvGrpSpPr>
        <p:grpSpPr>
          <a:xfrm>
            <a:off x="5325477" y="1833441"/>
            <a:ext cx="361927" cy="276515"/>
            <a:chOff x="5325477" y="2016441"/>
            <a:chExt cx="361927" cy="276515"/>
          </a:xfrm>
        </p:grpSpPr>
        <p:sp>
          <p:nvSpPr>
            <p:cNvPr id="17591" name="Google Shape;17591;p14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4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4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4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14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14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4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4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4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4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4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14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4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4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14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14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14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14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4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4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1" name="Google Shape;17611;p143"/>
          <p:cNvGrpSpPr/>
          <p:nvPr/>
        </p:nvGrpSpPr>
        <p:grpSpPr>
          <a:xfrm>
            <a:off x="4870671" y="1834200"/>
            <a:ext cx="364180" cy="274812"/>
            <a:chOff x="4870671" y="2017200"/>
            <a:chExt cx="364180" cy="274812"/>
          </a:xfrm>
        </p:grpSpPr>
        <p:sp>
          <p:nvSpPr>
            <p:cNvPr id="17612" name="Google Shape;17612;p14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4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4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4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4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4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4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4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4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4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4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14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14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143"/>
          <p:cNvGrpSpPr/>
          <p:nvPr/>
        </p:nvGrpSpPr>
        <p:grpSpPr>
          <a:xfrm>
            <a:off x="7144726" y="3172496"/>
            <a:ext cx="260690" cy="362032"/>
            <a:chOff x="7144726" y="3355496"/>
            <a:chExt cx="260690" cy="362032"/>
          </a:xfrm>
        </p:grpSpPr>
        <p:sp>
          <p:nvSpPr>
            <p:cNvPr id="17626" name="Google Shape;17626;p14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4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4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4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4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4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143"/>
          <p:cNvGrpSpPr/>
          <p:nvPr/>
        </p:nvGrpSpPr>
        <p:grpSpPr>
          <a:xfrm>
            <a:off x="6705719" y="4095051"/>
            <a:ext cx="261712" cy="361770"/>
            <a:chOff x="6705719" y="4278051"/>
            <a:chExt cx="261712" cy="361770"/>
          </a:xfrm>
        </p:grpSpPr>
        <p:sp>
          <p:nvSpPr>
            <p:cNvPr id="17633" name="Google Shape;17633;p14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4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4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4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4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14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14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4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14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4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4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4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14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14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14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8" name="Google Shape;17648;p143"/>
          <p:cNvGrpSpPr/>
          <p:nvPr/>
        </p:nvGrpSpPr>
        <p:grpSpPr>
          <a:xfrm>
            <a:off x="5750650" y="2708652"/>
            <a:ext cx="320216" cy="361403"/>
            <a:chOff x="5750650" y="2891652"/>
            <a:chExt cx="320216" cy="361403"/>
          </a:xfrm>
        </p:grpSpPr>
        <p:sp>
          <p:nvSpPr>
            <p:cNvPr id="17649" name="Google Shape;17649;p14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4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4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4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4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4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4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4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14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14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14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4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4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4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4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4" name="Google Shape;17664;p143"/>
          <p:cNvGrpSpPr/>
          <p:nvPr/>
        </p:nvGrpSpPr>
        <p:grpSpPr>
          <a:xfrm>
            <a:off x="6658009" y="2708390"/>
            <a:ext cx="315972" cy="361927"/>
            <a:chOff x="6658009" y="2891390"/>
            <a:chExt cx="315972" cy="361927"/>
          </a:xfrm>
        </p:grpSpPr>
        <p:sp>
          <p:nvSpPr>
            <p:cNvPr id="17665" name="Google Shape;17665;p14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4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4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14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4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14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14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2" name="Google Shape;17672;p143"/>
          <p:cNvGrpSpPr/>
          <p:nvPr/>
        </p:nvGrpSpPr>
        <p:grpSpPr>
          <a:xfrm>
            <a:off x="6203465" y="2708206"/>
            <a:ext cx="320478" cy="362110"/>
            <a:chOff x="6203465" y="2891206"/>
            <a:chExt cx="320478" cy="362110"/>
          </a:xfrm>
        </p:grpSpPr>
        <p:sp>
          <p:nvSpPr>
            <p:cNvPr id="17673" name="Google Shape;17673;p14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4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4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4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4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8" name="Google Shape;17678;p143"/>
          <p:cNvGrpSpPr/>
          <p:nvPr/>
        </p:nvGrpSpPr>
        <p:grpSpPr>
          <a:xfrm>
            <a:off x="7567280" y="2708259"/>
            <a:ext cx="307116" cy="362294"/>
            <a:chOff x="7567280" y="2891259"/>
            <a:chExt cx="307116" cy="362294"/>
          </a:xfrm>
        </p:grpSpPr>
        <p:sp>
          <p:nvSpPr>
            <p:cNvPr id="17679" name="Google Shape;17679;p14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14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14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4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4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4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4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4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4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4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4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4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1" name="Google Shape;17691;p143"/>
          <p:cNvGrpSpPr/>
          <p:nvPr/>
        </p:nvGrpSpPr>
        <p:grpSpPr>
          <a:xfrm>
            <a:off x="7112579" y="2708521"/>
            <a:ext cx="338556" cy="361534"/>
            <a:chOff x="7112579" y="2891521"/>
            <a:chExt cx="338556" cy="361534"/>
          </a:xfrm>
        </p:grpSpPr>
        <p:sp>
          <p:nvSpPr>
            <p:cNvPr id="17692" name="Google Shape;17692;p14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4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4" name="Google Shape;17694;p143"/>
          <p:cNvGrpSpPr/>
          <p:nvPr/>
        </p:nvGrpSpPr>
        <p:grpSpPr>
          <a:xfrm>
            <a:off x="7155259" y="3622036"/>
            <a:ext cx="207478" cy="361272"/>
            <a:chOff x="7155259" y="3805036"/>
            <a:chExt cx="207478" cy="361272"/>
          </a:xfrm>
        </p:grpSpPr>
        <p:sp>
          <p:nvSpPr>
            <p:cNvPr id="17695" name="Google Shape;17695;p14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4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4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4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4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4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4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4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14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14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14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4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143"/>
          <p:cNvGrpSpPr/>
          <p:nvPr/>
        </p:nvGrpSpPr>
        <p:grpSpPr>
          <a:xfrm>
            <a:off x="4915368" y="2708390"/>
            <a:ext cx="182850" cy="361927"/>
            <a:chOff x="4915368" y="2891390"/>
            <a:chExt cx="182850" cy="361927"/>
          </a:xfrm>
        </p:grpSpPr>
        <p:sp>
          <p:nvSpPr>
            <p:cNvPr id="17708" name="Google Shape;17708;p14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4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4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14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4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4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14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4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4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4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4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9" name="Google Shape;17719;p143"/>
          <p:cNvGrpSpPr/>
          <p:nvPr/>
        </p:nvGrpSpPr>
        <p:grpSpPr>
          <a:xfrm>
            <a:off x="8028714" y="2708652"/>
            <a:ext cx="289589" cy="361403"/>
            <a:chOff x="8028714" y="2891652"/>
            <a:chExt cx="289589" cy="361403"/>
          </a:xfrm>
        </p:grpSpPr>
        <p:sp>
          <p:nvSpPr>
            <p:cNvPr id="17720" name="Google Shape;17720;p14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4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4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4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14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14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4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4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4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4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4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4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4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4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14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14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4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4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4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14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143"/>
          <p:cNvGrpSpPr/>
          <p:nvPr/>
        </p:nvGrpSpPr>
        <p:grpSpPr>
          <a:xfrm>
            <a:off x="7551822" y="3621774"/>
            <a:ext cx="293335" cy="361927"/>
            <a:chOff x="7551822" y="3804774"/>
            <a:chExt cx="293335" cy="361927"/>
          </a:xfrm>
        </p:grpSpPr>
        <p:sp>
          <p:nvSpPr>
            <p:cNvPr id="17741" name="Google Shape;17741;p14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14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4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14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4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4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4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4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14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4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4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143"/>
          <p:cNvGrpSpPr/>
          <p:nvPr/>
        </p:nvGrpSpPr>
        <p:grpSpPr>
          <a:xfrm>
            <a:off x="6263725" y="4094658"/>
            <a:ext cx="210491" cy="362163"/>
            <a:chOff x="6263725" y="4277658"/>
            <a:chExt cx="210491" cy="362163"/>
          </a:xfrm>
        </p:grpSpPr>
        <p:sp>
          <p:nvSpPr>
            <p:cNvPr id="17753" name="Google Shape;17753;p14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4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4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4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4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14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14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4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4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4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4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4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14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14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14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143"/>
          <p:cNvGrpSpPr/>
          <p:nvPr/>
        </p:nvGrpSpPr>
        <p:grpSpPr>
          <a:xfrm>
            <a:off x="7987790" y="3621695"/>
            <a:ext cx="336303" cy="362005"/>
            <a:chOff x="7987790" y="3804695"/>
            <a:chExt cx="336303" cy="362005"/>
          </a:xfrm>
        </p:grpSpPr>
        <p:sp>
          <p:nvSpPr>
            <p:cNvPr id="17769" name="Google Shape;17769;p14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14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14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14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14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14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4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4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14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4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9" name="Google Shape;17779;p143"/>
          <p:cNvGrpSpPr/>
          <p:nvPr/>
        </p:nvGrpSpPr>
        <p:grpSpPr>
          <a:xfrm>
            <a:off x="5273444" y="2708285"/>
            <a:ext cx="371123" cy="362267"/>
            <a:chOff x="5273444" y="2891285"/>
            <a:chExt cx="371123" cy="362267"/>
          </a:xfrm>
        </p:grpSpPr>
        <p:sp>
          <p:nvSpPr>
            <p:cNvPr id="17780" name="Google Shape;17780;p14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14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4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4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14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14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4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4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4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4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4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14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4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4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4" name="Google Shape;17794;p143"/>
          <p:cNvGrpSpPr/>
          <p:nvPr/>
        </p:nvGrpSpPr>
        <p:grpSpPr>
          <a:xfrm>
            <a:off x="7630397" y="3175399"/>
            <a:ext cx="214759" cy="357030"/>
            <a:chOff x="2235125" y="238075"/>
            <a:chExt cx="3144350" cy="5227375"/>
          </a:xfrm>
        </p:grpSpPr>
        <p:sp>
          <p:nvSpPr>
            <p:cNvPr id="17795" name="Google Shape;17795;p14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14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4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14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14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4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4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14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14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4" name="Google Shape;17804;p143"/>
          <p:cNvGrpSpPr/>
          <p:nvPr/>
        </p:nvGrpSpPr>
        <p:grpSpPr>
          <a:xfrm>
            <a:off x="2810729" y="4084107"/>
            <a:ext cx="342496" cy="351944"/>
            <a:chOff x="2810729" y="4267107"/>
            <a:chExt cx="342496" cy="351944"/>
          </a:xfrm>
        </p:grpSpPr>
        <p:sp>
          <p:nvSpPr>
            <p:cNvPr id="17805" name="Google Shape;17805;p14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14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14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4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4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4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14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14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4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4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4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4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4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4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14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4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14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14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4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4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14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14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4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4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4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14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14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4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4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4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5" name="Google Shape;17835;p143"/>
          <p:cNvGrpSpPr/>
          <p:nvPr/>
        </p:nvGrpSpPr>
        <p:grpSpPr>
          <a:xfrm>
            <a:off x="1779168" y="3622625"/>
            <a:ext cx="282381" cy="343454"/>
            <a:chOff x="1779168" y="3805625"/>
            <a:chExt cx="282381" cy="343454"/>
          </a:xfrm>
        </p:grpSpPr>
        <p:sp>
          <p:nvSpPr>
            <p:cNvPr id="17836" name="Google Shape;17836;p14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4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4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14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14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14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4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4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14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4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4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14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14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14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4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4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14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14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4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14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14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4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4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4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4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14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14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14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4" name="Google Shape;17864;p143"/>
          <p:cNvGrpSpPr/>
          <p:nvPr/>
        </p:nvGrpSpPr>
        <p:grpSpPr>
          <a:xfrm>
            <a:off x="2593522" y="2224029"/>
            <a:ext cx="391606" cy="364535"/>
            <a:chOff x="2593522" y="2407029"/>
            <a:chExt cx="391606" cy="364535"/>
          </a:xfrm>
        </p:grpSpPr>
        <p:sp>
          <p:nvSpPr>
            <p:cNvPr id="17865" name="Google Shape;17865;p14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4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14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14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4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14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14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4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4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4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4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4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4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4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4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14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14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4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14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4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4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4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4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4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4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4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14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4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4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4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4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14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4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4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4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4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4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14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14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4" name="Google Shape;17904;p143"/>
          <p:cNvGrpSpPr/>
          <p:nvPr/>
        </p:nvGrpSpPr>
        <p:grpSpPr>
          <a:xfrm>
            <a:off x="3955047" y="2249242"/>
            <a:ext cx="322912" cy="334396"/>
            <a:chOff x="3955047" y="2432242"/>
            <a:chExt cx="322912" cy="334396"/>
          </a:xfrm>
        </p:grpSpPr>
        <p:sp>
          <p:nvSpPr>
            <p:cNvPr id="17905" name="Google Shape;17905;p14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4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4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8" name="Google Shape;17908;p143"/>
          <p:cNvGrpSpPr/>
          <p:nvPr/>
        </p:nvGrpSpPr>
        <p:grpSpPr>
          <a:xfrm>
            <a:off x="1802465" y="1779854"/>
            <a:ext cx="265373" cy="351944"/>
            <a:chOff x="1802465" y="1962854"/>
            <a:chExt cx="265373" cy="351944"/>
          </a:xfrm>
        </p:grpSpPr>
        <p:sp>
          <p:nvSpPr>
            <p:cNvPr id="17909" name="Google Shape;17909;p14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4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4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4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14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14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4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6" name="Google Shape;17916;p143"/>
          <p:cNvGrpSpPr/>
          <p:nvPr/>
        </p:nvGrpSpPr>
        <p:grpSpPr>
          <a:xfrm>
            <a:off x="3512070" y="1773222"/>
            <a:ext cx="373983" cy="363622"/>
            <a:chOff x="3512070" y="1956222"/>
            <a:chExt cx="373983" cy="363622"/>
          </a:xfrm>
        </p:grpSpPr>
        <p:sp>
          <p:nvSpPr>
            <p:cNvPr id="17917" name="Google Shape;17917;p14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4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4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4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4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4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4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4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4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4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4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14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14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14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4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4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4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143"/>
          <p:cNvGrpSpPr/>
          <p:nvPr/>
        </p:nvGrpSpPr>
        <p:grpSpPr>
          <a:xfrm>
            <a:off x="842683" y="2211751"/>
            <a:ext cx="345640" cy="356660"/>
            <a:chOff x="842683" y="2394751"/>
            <a:chExt cx="345640" cy="356660"/>
          </a:xfrm>
        </p:grpSpPr>
        <p:sp>
          <p:nvSpPr>
            <p:cNvPr id="17935" name="Google Shape;17935;p14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4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4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4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4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14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14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4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4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4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4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4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4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4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4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4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1" name="Google Shape;17951;p143"/>
          <p:cNvGrpSpPr/>
          <p:nvPr/>
        </p:nvGrpSpPr>
        <p:grpSpPr>
          <a:xfrm>
            <a:off x="1290615" y="2216467"/>
            <a:ext cx="336836" cy="342511"/>
            <a:chOff x="1290615" y="2399467"/>
            <a:chExt cx="336836" cy="342511"/>
          </a:xfrm>
        </p:grpSpPr>
        <p:sp>
          <p:nvSpPr>
            <p:cNvPr id="17952" name="Google Shape;17952;p14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14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14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14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4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4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14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14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14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4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4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4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14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14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14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14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14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14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14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1" name="Google Shape;17971;p143"/>
          <p:cNvGrpSpPr/>
          <p:nvPr/>
        </p:nvGrpSpPr>
        <p:grpSpPr>
          <a:xfrm>
            <a:off x="1748310" y="2225601"/>
            <a:ext cx="308508" cy="333378"/>
            <a:chOff x="1748310" y="2408601"/>
            <a:chExt cx="308508" cy="333378"/>
          </a:xfrm>
        </p:grpSpPr>
        <p:sp>
          <p:nvSpPr>
            <p:cNvPr id="17972" name="Google Shape;17972;p14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14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14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14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14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14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14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14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0" name="Google Shape;17980;p143"/>
          <p:cNvGrpSpPr/>
          <p:nvPr/>
        </p:nvGrpSpPr>
        <p:grpSpPr>
          <a:xfrm>
            <a:off x="3044614" y="2235033"/>
            <a:ext cx="376184" cy="315141"/>
            <a:chOff x="3044614" y="2418033"/>
            <a:chExt cx="376184" cy="315141"/>
          </a:xfrm>
        </p:grpSpPr>
        <p:sp>
          <p:nvSpPr>
            <p:cNvPr id="17981" name="Google Shape;17981;p14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14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4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4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14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14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14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4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4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0" name="Google Shape;17990;p143"/>
          <p:cNvGrpSpPr/>
          <p:nvPr/>
        </p:nvGrpSpPr>
        <p:grpSpPr>
          <a:xfrm>
            <a:off x="3943638" y="3632072"/>
            <a:ext cx="357933" cy="342676"/>
            <a:chOff x="3943638" y="3815072"/>
            <a:chExt cx="357933" cy="342676"/>
          </a:xfrm>
        </p:grpSpPr>
        <p:sp>
          <p:nvSpPr>
            <p:cNvPr id="17991" name="Google Shape;17991;p14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4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4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4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4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14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14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14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4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0" name="Google Shape;18000;p143"/>
          <p:cNvGrpSpPr/>
          <p:nvPr/>
        </p:nvGrpSpPr>
        <p:grpSpPr>
          <a:xfrm>
            <a:off x="3508282" y="3627341"/>
            <a:ext cx="351644" cy="351959"/>
            <a:chOff x="3508282" y="3810341"/>
            <a:chExt cx="351644" cy="351959"/>
          </a:xfrm>
        </p:grpSpPr>
        <p:sp>
          <p:nvSpPr>
            <p:cNvPr id="18001" name="Google Shape;18001;p14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4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14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14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14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14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4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4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4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4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4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4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4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4" name="Google Shape;18014;p143"/>
          <p:cNvGrpSpPr/>
          <p:nvPr/>
        </p:nvGrpSpPr>
        <p:grpSpPr>
          <a:xfrm>
            <a:off x="2224585" y="1779854"/>
            <a:ext cx="303163" cy="351809"/>
            <a:chOff x="2224585" y="1962854"/>
            <a:chExt cx="303163" cy="351809"/>
          </a:xfrm>
        </p:grpSpPr>
        <p:sp>
          <p:nvSpPr>
            <p:cNvPr id="18015" name="Google Shape;18015;p14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4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4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4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14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4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14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14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143"/>
          <p:cNvGrpSpPr/>
          <p:nvPr/>
        </p:nvGrpSpPr>
        <p:grpSpPr>
          <a:xfrm>
            <a:off x="2622794" y="1807868"/>
            <a:ext cx="389090" cy="296231"/>
            <a:chOff x="2622794" y="1990868"/>
            <a:chExt cx="389090" cy="296231"/>
          </a:xfrm>
        </p:grpSpPr>
        <p:sp>
          <p:nvSpPr>
            <p:cNvPr id="18024" name="Google Shape;18024;p14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14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14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4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4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14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4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4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14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3" name="Google Shape;18033;p143"/>
          <p:cNvGrpSpPr/>
          <p:nvPr/>
        </p:nvGrpSpPr>
        <p:grpSpPr>
          <a:xfrm>
            <a:off x="3977326" y="1769149"/>
            <a:ext cx="327074" cy="375241"/>
            <a:chOff x="3977326" y="1952149"/>
            <a:chExt cx="327074" cy="375241"/>
          </a:xfrm>
        </p:grpSpPr>
        <p:sp>
          <p:nvSpPr>
            <p:cNvPr id="18034" name="Google Shape;18034;p14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4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14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4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4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4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4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4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4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4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4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4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4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4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14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14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4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1" name="Google Shape;18051;p143"/>
          <p:cNvGrpSpPr/>
          <p:nvPr/>
        </p:nvGrpSpPr>
        <p:grpSpPr>
          <a:xfrm>
            <a:off x="1341612" y="3157055"/>
            <a:ext cx="259399" cy="370524"/>
            <a:chOff x="1341612" y="3340055"/>
            <a:chExt cx="259399" cy="370524"/>
          </a:xfrm>
        </p:grpSpPr>
        <p:sp>
          <p:nvSpPr>
            <p:cNvPr id="18052" name="Google Shape;18052;p14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4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4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4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4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14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4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4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4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4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4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4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4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14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14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4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4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4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0" name="Google Shape;18070;p143"/>
          <p:cNvGrpSpPr/>
          <p:nvPr/>
        </p:nvGrpSpPr>
        <p:grpSpPr>
          <a:xfrm>
            <a:off x="2179892" y="3661972"/>
            <a:ext cx="351629" cy="282381"/>
            <a:chOff x="2179892" y="3844972"/>
            <a:chExt cx="351629" cy="282381"/>
          </a:xfrm>
        </p:grpSpPr>
        <p:sp>
          <p:nvSpPr>
            <p:cNvPr id="18071" name="Google Shape;18071;p14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14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14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4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4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14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14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4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14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4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4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4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14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14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14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4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4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4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4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4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1" name="Google Shape;18091;p143"/>
          <p:cNvGrpSpPr/>
          <p:nvPr/>
        </p:nvGrpSpPr>
        <p:grpSpPr>
          <a:xfrm>
            <a:off x="3131170" y="3633884"/>
            <a:ext cx="220051" cy="338169"/>
            <a:chOff x="3131170" y="3816884"/>
            <a:chExt cx="220051" cy="338169"/>
          </a:xfrm>
        </p:grpSpPr>
        <p:sp>
          <p:nvSpPr>
            <p:cNvPr id="18092" name="Google Shape;18092;p14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14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14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14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4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14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14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14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14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1" name="Google Shape;18101;p143"/>
          <p:cNvGrpSpPr/>
          <p:nvPr/>
        </p:nvGrpSpPr>
        <p:grpSpPr>
          <a:xfrm>
            <a:off x="903502" y="3176564"/>
            <a:ext cx="247990" cy="333393"/>
            <a:chOff x="903502" y="3359564"/>
            <a:chExt cx="247990" cy="333393"/>
          </a:xfrm>
        </p:grpSpPr>
        <p:sp>
          <p:nvSpPr>
            <p:cNvPr id="18102" name="Google Shape;18102;p14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14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14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4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14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14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4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4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4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4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4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4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4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4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4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4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4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4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4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4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14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4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4" name="Google Shape;18124;p143"/>
          <p:cNvGrpSpPr/>
          <p:nvPr/>
        </p:nvGrpSpPr>
        <p:grpSpPr>
          <a:xfrm>
            <a:off x="2616191" y="2707461"/>
            <a:ext cx="365793" cy="361152"/>
            <a:chOff x="2616191" y="2890461"/>
            <a:chExt cx="365793" cy="361152"/>
          </a:xfrm>
        </p:grpSpPr>
        <p:sp>
          <p:nvSpPr>
            <p:cNvPr id="18125" name="Google Shape;18125;p14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4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4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4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4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4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4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4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4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4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4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6" name="Google Shape;18136;p143"/>
          <p:cNvGrpSpPr/>
          <p:nvPr/>
        </p:nvGrpSpPr>
        <p:grpSpPr>
          <a:xfrm>
            <a:off x="3049959" y="1762861"/>
            <a:ext cx="402940" cy="388536"/>
            <a:chOff x="3049959" y="1945861"/>
            <a:chExt cx="402940" cy="388536"/>
          </a:xfrm>
        </p:grpSpPr>
        <p:sp>
          <p:nvSpPr>
            <p:cNvPr id="18137" name="Google Shape;18137;p14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4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4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4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14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14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3" name="Google Shape;18143;p143"/>
          <p:cNvGrpSpPr/>
          <p:nvPr/>
        </p:nvGrpSpPr>
        <p:grpSpPr>
          <a:xfrm>
            <a:off x="2483025" y="4085679"/>
            <a:ext cx="202428" cy="349114"/>
            <a:chOff x="2483025" y="4268679"/>
            <a:chExt cx="202428" cy="349114"/>
          </a:xfrm>
        </p:grpSpPr>
        <p:sp>
          <p:nvSpPr>
            <p:cNvPr id="18144" name="Google Shape;18144;p14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4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4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4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4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4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0" name="Google Shape;18150;p143"/>
          <p:cNvGrpSpPr/>
          <p:nvPr/>
        </p:nvGrpSpPr>
        <p:grpSpPr>
          <a:xfrm>
            <a:off x="862507" y="2702984"/>
            <a:ext cx="329590" cy="365000"/>
            <a:chOff x="862507" y="2885984"/>
            <a:chExt cx="329590" cy="365000"/>
          </a:xfrm>
        </p:grpSpPr>
        <p:sp>
          <p:nvSpPr>
            <p:cNvPr id="18151" name="Google Shape;18151;p14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4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4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4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4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4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14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143"/>
          <p:cNvGrpSpPr/>
          <p:nvPr/>
        </p:nvGrpSpPr>
        <p:grpSpPr>
          <a:xfrm>
            <a:off x="3082075" y="2688805"/>
            <a:ext cx="318884" cy="379807"/>
            <a:chOff x="3082075" y="2871805"/>
            <a:chExt cx="318884" cy="379807"/>
          </a:xfrm>
        </p:grpSpPr>
        <p:sp>
          <p:nvSpPr>
            <p:cNvPr id="18159" name="Google Shape;18159;p14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14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4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4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4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4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4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4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4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4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4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4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4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4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14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14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4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4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14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14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9" name="Google Shape;18179;p143"/>
          <p:cNvGrpSpPr/>
          <p:nvPr/>
        </p:nvGrpSpPr>
        <p:grpSpPr>
          <a:xfrm>
            <a:off x="2594780" y="1333494"/>
            <a:ext cx="410187" cy="324244"/>
            <a:chOff x="2594780" y="1516494"/>
            <a:chExt cx="410187" cy="324244"/>
          </a:xfrm>
        </p:grpSpPr>
        <p:sp>
          <p:nvSpPr>
            <p:cNvPr id="18180" name="Google Shape;18180;p14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4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4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4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4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4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4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14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143"/>
          <p:cNvGrpSpPr/>
          <p:nvPr/>
        </p:nvGrpSpPr>
        <p:grpSpPr>
          <a:xfrm>
            <a:off x="1742965" y="1319959"/>
            <a:ext cx="333692" cy="333363"/>
            <a:chOff x="1742965" y="1502959"/>
            <a:chExt cx="333692" cy="333363"/>
          </a:xfrm>
        </p:grpSpPr>
        <p:sp>
          <p:nvSpPr>
            <p:cNvPr id="18189" name="Google Shape;18189;p14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14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4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4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3" name="Google Shape;18193;p143"/>
          <p:cNvGrpSpPr/>
          <p:nvPr/>
        </p:nvGrpSpPr>
        <p:grpSpPr>
          <a:xfrm>
            <a:off x="3051531" y="1333809"/>
            <a:ext cx="390034" cy="296545"/>
            <a:chOff x="3051531" y="1516809"/>
            <a:chExt cx="390034" cy="296545"/>
          </a:xfrm>
        </p:grpSpPr>
        <p:sp>
          <p:nvSpPr>
            <p:cNvPr id="18194" name="Google Shape;18194;p14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14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14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4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4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4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4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4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4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4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4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4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14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14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4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143"/>
          <p:cNvGrpSpPr/>
          <p:nvPr/>
        </p:nvGrpSpPr>
        <p:grpSpPr>
          <a:xfrm>
            <a:off x="3514900" y="1306020"/>
            <a:ext cx="354145" cy="351869"/>
            <a:chOff x="3514900" y="1489020"/>
            <a:chExt cx="354145" cy="351869"/>
          </a:xfrm>
        </p:grpSpPr>
        <p:sp>
          <p:nvSpPr>
            <p:cNvPr id="18210" name="Google Shape;18210;p14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4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4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4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4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4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4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4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4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4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4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4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4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4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14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4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4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4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4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4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4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14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2" name="Google Shape;18232;p143"/>
          <p:cNvGrpSpPr/>
          <p:nvPr/>
        </p:nvGrpSpPr>
        <p:grpSpPr>
          <a:xfrm>
            <a:off x="3066324" y="3167446"/>
            <a:ext cx="346598" cy="333183"/>
            <a:chOff x="3066324" y="3350446"/>
            <a:chExt cx="346598" cy="333183"/>
          </a:xfrm>
        </p:grpSpPr>
        <p:sp>
          <p:nvSpPr>
            <p:cNvPr id="18233" name="Google Shape;18233;p14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4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14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14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4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4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14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4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4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4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3" name="Google Shape;18243;p143"/>
          <p:cNvGrpSpPr/>
          <p:nvPr/>
        </p:nvGrpSpPr>
        <p:grpSpPr>
          <a:xfrm>
            <a:off x="1282755" y="1769089"/>
            <a:ext cx="363278" cy="363338"/>
            <a:chOff x="1282755" y="1952089"/>
            <a:chExt cx="363278" cy="363338"/>
          </a:xfrm>
        </p:grpSpPr>
        <p:sp>
          <p:nvSpPr>
            <p:cNvPr id="18244" name="Google Shape;18244;p14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14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4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4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4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4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4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143"/>
          <p:cNvGrpSpPr/>
          <p:nvPr/>
        </p:nvGrpSpPr>
        <p:grpSpPr>
          <a:xfrm>
            <a:off x="3510094" y="2726281"/>
            <a:ext cx="355133" cy="343574"/>
            <a:chOff x="3510094" y="2909281"/>
            <a:chExt cx="355133" cy="343574"/>
          </a:xfrm>
        </p:grpSpPr>
        <p:sp>
          <p:nvSpPr>
            <p:cNvPr id="18252" name="Google Shape;18252;p14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4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4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4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4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4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4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4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4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4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4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4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4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65" name="Google Shape;18265;p143"/>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6" name="Google Shape;18266;p143"/>
          <p:cNvGrpSpPr/>
          <p:nvPr/>
        </p:nvGrpSpPr>
        <p:grpSpPr>
          <a:xfrm>
            <a:off x="2163842" y="1323972"/>
            <a:ext cx="382787" cy="331566"/>
            <a:chOff x="2163842" y="1506972"/>
            <a:chExt cx="382787" cy="331566"/>
          </a:xfrm>
        </p:grpSpPr>
        <p:sp>
          <p:nvSpPr>
            <p:cNvPr id="18267" name="Google Shape;18267;p14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4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4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4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4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4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4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4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5" name="Google Shape;18275;p143"/>
          <p:cNvGrpSpPr/>
          <p:nvPr/>
        </p:nvGrpSpPr>
        <p:grpSpPr>
          <a:xfrm>
            <a:off x="1738877" y="3166652"/>
            <a:ext cx="357918" cy="350536"/>
            <a:chOff x="1738877" y="3349652"/>
            <a:chExt cx="357918" cy="350536"/>
          </a:xfrm>
        </p:grpSpPr>
        <p:sp>
          <p:nvSpPr>
            <p:cNvPr id="18276" name="Google Shape;18276;p14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4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4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4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4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4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4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4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4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4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4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14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14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4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4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4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4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4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4" name="Google Shape;18294;p143"/>
          <p:cNvGrpSpPr/>
          <p:nvPr/>
        </p:nvGrpSpPr>
        <p:grpSpPr>
          <a:xfrm>
            <a:off x="1971819" y="4093854"/>
            <a:ext cx="383281" cy="333947"/>
            <a:chOff x="1971819" y="4276854"/>
            <a:chExt cx="383281" cy="333947"/>
          </a:xfrm>
        </p:grpSpPr>
        <p:sp>
          <p:nvSpPr>
            <p:cNvPr id="18295" name="Google Shape;18295;p14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4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4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4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4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4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4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4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4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4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5" name="Google Shape;18305;p143"/>
          <p:cNvGrpSpPr/>
          <p:nvPr/>
        </p:nvGrpSpPr>
        <p:grpSpPr>
          <a:xfrm>
            <a:off x="1825119" y="2702819"/>
            <a:ext cx="175987" cy="361391"/>
            <a:chOff x="1825119" y="2885819"/>
            <a:chExt cx="175987" cy="361391"/>
          </a:xfrm>
        </p:grpSpPr>
        <p:sp>
          <p:nvSpPr>
            <p:cNvPr id="18306" name="Google Shape;18306;p14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4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4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14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14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4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4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4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4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4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6" name="Google Shape;18316;p143"/>
          <p:cNvGrpSpPr/>
          <p:nvPr/>
        </p:nvGrpSpPr>
        <p:grpSpPr>
          <a:xfrm>
            <a:off x="3504824" y="3222844"/>
            <a:ext cx="369896" cy="226339"/>
            <a:chOff x="3504824" y="3405844"/>
            <a:chExt cx="369896" cy="226339"/>
          </a:xfrm>
        </p:grpSpPr>
        <p:sp>
          <p:nvSpPr>
            <p:cNvPr id="18317" name="Google Shape;18317;p14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4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4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4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4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4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4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4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4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4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14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4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4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14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14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4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3" name="Google Shape;18333;p143"/>
          <p:cNvGrpSpPr/>
          <p:nvPr/>
        </p:nvGrpSpPr>
        <p:grpSpPr>
          <a:xfrm>
            <a:off x="1295661" y="3636594"/>
            <a:ext cx="345640" cy="342900"/>
            <a:chOff x="1295661" y="3819594"/>
            <a:chExt cx="345640" cy="342900"/>
          </a:xfrm>
        </p:grpSpPr>
        <p:sp>
          <p:nvSpPr>
            <p:cNvPr id="18334" name="Google Shape;18334;p14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4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4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4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4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4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4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4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4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4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4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4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4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4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4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4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4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1" name="Google Shape;18351;p143"/>
          <p:cNvGrpSpPr/>
          <p:nvPr/>
        </p:nvGrpSpPr>
        <p:grpSpPr>
          <a:xfrm>
            <a:off x="3486572" y="2250470"/>
            <a:ext cx="379328" cy="281738"/>
            <a:chOff x="3486572" y="2433470"/>
            <a:chExt cx="379328" cy="281738"/>
          </a:xfrm>
        </p:grpSpPr>
        <p:sp>
          <p:nvSpPr>
            <p:cNvPr id="18352" name="Google Shape;18352;p14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14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4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4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4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4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4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9" name="Google Shape;18359;p143"/>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60" name="Google Shape;18360;p143"/>
          <p:cNvGrpSpPr/>
          <p:nvPr/>
        </p:nvGrpSpPr>
        <p:grpSpPr>
          <a:xfrm>
            <a:off x="3997149" y="3146634"/>
            <a:ext cx="270733" cy="355762"/>
            <a:chOff x="3997149" y="3329634"/>
            <a:chExt cx="270733" cy="355762"/>
          </a:xfrm>
        </p:grpSpPr>
        <p:sp>
          <p:nvSpPr>
            <p:cNvPr id="18361" name="Google Shape;18361;p14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14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14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4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4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4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4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4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4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4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14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14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4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4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4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4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14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14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4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4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4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2" name="Google Shape;18382;p143"/>
          <p:cNvGrpSpPr/>
          <p:nvPr/>
        </p:nvGrpSpPr>
        <p:grpSpPr>
          <a:xfrm>
            <a:off x="3954343" y="2716354"/>
            <a:ext cx="345655" cy="343529"/>
            <a:chOff x="3954343" y="2899354"/>
            <a:chExt cx="345655" cy="343529"/>
          </a:xfrm>
        </p:grpSpPr>
        <p:sp>
          <p:nvSpPr>
            <p:cNvPr id="18383" name="Google Shape;18383;p14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14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4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4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4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4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4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4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4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4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4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4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5" name="Google Shape;18395;p143"/>
          <p:cNvGrpSpPr/>
          <p:nvPr/>
        </p:nvGrpSpPr>
        <p:grpSpPr>
          <a:xfrm>
            <a:off x="2166043" y="3168344"/>
            <a:ext cx="369566" cy="349803"/>
            <a:chOff x="2166043" y="3351344"/>
            <a:chExt cx="369566" cy="349803"/>
          </a:xfrm>
        </p:grpSpPr>
        <p:sp>
          <p:nvSpPr>
            <p:cNvPr id="18396" name="Google Shape;18396;p14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14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4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4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4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4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4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4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4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5" name="Google Shape;18405;p143"/>
          <p:cNvGrpSpPr/>
          <p:nvPr/>
        </p:nvGrpSpPr>
        <p:grpSpPr>
          <a:xfrm>
            <a:off x="2619649" y="3169332"/>
            <a:ext cx="365793" cy="329275"/>
            <a:chOff x="2619649" y="3352332"/>
            <a:chExt cx="365793" cy="329275"/>
          </a:xfrm>
        </p:grpSpPr>
        <p:sp>
          <p:nvSpPr>
            <p:cNvPr id="18406" name="Google Shape;18406;p14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4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4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4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4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4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4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4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4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4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6" name="Google Shape;18416;p143"/>
          <p:cNvGrpSpPr/>
          <p:nvPr/>
        </p:nvGrpSpPr>
        <p:grpSpPr>
          <a:xfrm>
            <a:off x="1296135" y="1332240"/>
            <a:ext cx="340624" cy="351944"/>
            <a:chOff x="1293760" y="1498228"/>
            <a:chExt cx="340624" cy="351944"/>
          </a:xfrm>
        </p:grpSpPr>
        <p:sp>
          <p:nvSpPr>
            <p:cNvPr id="18417" name="Google Shape;18417;p14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4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4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4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4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4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4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4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4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14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4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4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4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4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1" name="Google Shape;18431;p143"/>
          <p:cNvGrpSpPr/>
          <p:nvPr/>
        </p:nvGrpSpPr>
        <p:grpSpPr>
          <a:xfrm>
            <a:off x="849601" y="1769074"/>
            <a:ext cx="406713" cy="383745"/>
            <a:chOff x="849601" y="1952074"/>
            <a:chExt cx="406713" cy="383745"/>
          </a:xfrm>
        </p:grpSpPr>
        <p:sp>
          <p:nvSpPr>
            <p:cNvPr id="18432" name="Google Shape;18432;p14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4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14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14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4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4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4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9" name="Google Shape;18439;p143"/>
          <p:cNvGrpSpPr/>
          <p:nvPr/>
        </p:nvGrpSpPr>
        <p:grpSpPr>
          <a:xfrm>
            <a:off x="2253871" y="2710365"/>
            <a:ext cx="203985" cy="355417"/>
            <a:chOff x="2253871" y="2893365"/>
            <a:chExt cx="203985" cy="355417"/>
          </a:xfrm>
        </p:grpSpPr>
        <p:sp>
          <p:nvSpPr>
            <p:cNvPr id="18440" name="Google Shape;18440;p14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4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4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4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4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14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4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4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4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4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4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1" name="Google Shape;18451;p143"/>
          <p:cNvGrpSpPr/>
          <p:nvPr/>
        </p:nvGrpSpPr>
        <p:grpSpPr>
          <a:xfrm>
            <a:off x="2191541" y="2225601"/>
            <a:ext cx="308823" cy="342571"/>
            <a:chOff x="2191541" y="2408601"/>
            <a:chExt cx="308823" cy="342571"/>
          </a:xfrm>
        </p:grpSpPr>
        <p:sp>
          <p:nvSpPr>
            <p:cNvPr id="18452" name="Google Shape;18452;p14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4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4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4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4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4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14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14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4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4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14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4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4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5" name="Google Shape;18465;p143"/>
          <p:cNvGrpSpPr/>
          <p:nvPr/>
        </p:nvGrpSpPr>
        <p:grpSpPr>
          <a:xfrm>
            <a:off x="847400" y="1320588"/>
            <a:ext cx="342496" cy="341553"/>
            <a:chOff x="847400" y="1503588"/>
            <a:chExt cx="342496" cy="341553"/>
          </a:xfrm>
        </p:grpSpPr>
        <p:sp>
          <p:nvSpPr>
            <p:cNvPr id="18466" name="Google Shape;18466;p14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4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4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4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4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14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4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4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4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4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4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4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4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4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4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14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14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4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4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4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6" name="Google Shape;18486;p143"/>
          <p:cNvGrpSpPr/>
          <p:nvPr/>
        </p:nvGrpSpPr>
        <p:grpSpPr>
          <a:xfrm>
            <a:off x="1329963" y="2716669"/>
            <a:ext cx="280495" cy="361077"/>
            <a:chOff x="1329963" y="2899669"/>
            <a:chExt cx="280495" cy="361077"/>
          </a:xfrm>
        </p:grpSpPr>
        <p:sp>
          <p:nvSpPr>
            <p:cNvPr id="18487" name="Google Shape;18487;p14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14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4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4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4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4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4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4" name="Google Shape;18494;p143"/>
          <p:cNvGrpSpPr/>
          <p:nvPr/>
        </p:nvGrpSpPr>
        <p:grpSpPr>
          <a:xfrm>
            <a:off x="937429" y="3617908"/>
            <a:ext cx="195496" cy="343439"/>
            <a:chOff x="937429" y="3800908"/>
            <a:chExt cx="195496" cy="343439"/>
          </a:xfrm>
        </p:grpSpPr>
        <p:sp>
          <p:nvSpPr>
            <p:cNvPr id="18495" name="Google Shape;18495;p14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4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4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4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4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4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4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4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4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4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4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4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4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8" name="Google Shape;18508;p143"/>
          <p:cNvGrpSpPr/>
          <p:nvPr/>
        </p:nvGrpSpPr>
        <p:grpSpPr>
          <a:xfrm>
            <a:off x="2687659" y="3627655"/>
            <a:ext cx="365164" cy="342511"/>
            <a:chOff x="2611459" y="3810655"/>
            <a:chExt cx="365164" cy="342511"/>
          </a:xfrm>
        </p:grpSpPr>
        <p:sp>
          <p:nvSpPr>
            <p:cNvPr id="18509" name="Google Shape;18509;p14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4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4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4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4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4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4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4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4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4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4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0" name="Google Shape;18520;p143"/>
          <p:cNvGrpSpPr/>
          <p:nvPr/>
        </p:nvGrpSpPr>
        <p:grpSpPr>
          <a:xfrm>
            <a:off x="3952456" y="1341280"/>
            <a:ext cx="370195" cy="300154"/>
            <a:chOff x="3952456" y="1524280"/>
            <a:chExt cx="370195" cy="300154"/>
          </a:xfrm>
        </p:grpSpPr>
        <p:sp>
          <p:nvSpPr>
            <p:cNvPr id="18521" name="Google Shape;18521;p14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4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14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4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4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4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27" name="Google Shape;18527;p143"/>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8528" name="Google Shape;18528;p143"/>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532" name="Shape 18532"/>
        <p:cNvGrpSpPr/>
        <p:nvPr/>
      </p:nvGrpSpPr>
      <p:grpSpPr>
        <a:xfrm>
          <a:off x="0" y="0"/>
          <a:ext cx="0" cy="0"/>
          <a:chOff x="0" y="0"/>
          <a:chExt cx="0" cy="0"/>
        </a:xfrm>
      </p:grpSpPr>
      <p:grpSp>
        <p:nvGrpSpPr>
          <p:cNvPr id="18533" name="Google Shape;18533;p144"/>
          <p:cNvGrpSpPr/>
          <p:nvPr/>
        </p:nvGrpSpPr>
        <p:grpSpPr>
          <a:xfrm>
            <a:off x="908482" y="1350185"/>
            <a:ext cx="257112" cy="362808"/>
            <a:chOff x="908482" y="1502585"/>
            <a:chExt cx="257112" cy="362808"/>
          </a:xfrm>
        </p:grpSpPr>
        <p:sp>
          <p:nvSpPr>
            <p:cNvPr id="18534" name="Google Shape;18534;p14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4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4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4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4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4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4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4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4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4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4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4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4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4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4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4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4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4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4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4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4" name="Google Shape;18554;p144"/>
          <p:cNvGrpSpPr/>
          <p:nvPr/>
        </p:nvGrpSpPr>
        <p:grpSpPr>
          <a:xfrm>
            <a:off x="1303537" y="1350316"/>
            <a:ext cx="362939" cy="362677"/>
            <a:chOff x="1303537" y="1502716"/>
            <a:chExt cx="362939" cy="362677"/>
          </a:xfrm>
        </p:grpSpPr>
        <p:sp>
          <p:nvSpPr>
            <p:cNvPr id="18555" name="Google Shape;18555;p14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4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14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14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4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4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14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14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4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4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4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6" name="Google Shape;18566;p144"/>
          <p:cNvGrpSpPr/>
          <p:nvPr/>
        </p:nvGrpSpPr>
        <p:grpSpPr>
          <a:xfrm>
            <a:off x="1751901" y="1350316"/>
            <a:ext cx="362677" cy="362677"/>
            <a:chOff x="1751901" y="1502716"/>
            <a:chExt cx="362677" cy="362677"/>
          </a:xfrm>
        </p:grpSpPr>
        <p:sp>
          <p:nvSpPr>
            <p:cNvPr id="18567" name="Google Shape;18567;p14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4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14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14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4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4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4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14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14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4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4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4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4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4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4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4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4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4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4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6" name="Google Shape;18586;p144"/>
          <p:cNvGrpSpPr/>
          <p:nvPr/>
        </p:nvGrpSpPr>
        <p:grpSpPr>
          <a:xfrm>
            <a:off x="3095178" y="1350316"/>
            <a:ext cx="334290" cy="362677"/>
            <a:chOff x="3095178" y="1502716"/>
            <a:chExt cx="334290" cy="362677"/>
          </a:xfrm>
        </p:grpSpPr>
        <p:sp>
          <p:nvSpPr>
            <p:cNvPr id="18587" name="Google Shape;18587;p14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4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4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4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4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4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4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4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14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4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4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4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4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4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4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4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14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4" name="Google Shape;18604;p144"/>
          <p:cNvGrpSpPr/>
          <p:nvPr/>
        </p:nvGrpSpPr>
        <p:grpSpPr>
          <a:xfrm>
            <a:off x="3542281" y="1353205"/>
            <a:ext cx="366196" cy="357005"/>
            <a:chOff x="3542281" y="1505605"/>
            <a:chExt cx="366196" cy="357005"/>
          </a:xfrm>
        </p:grpSpPr>
        <p:sp>
          <p:nvSpPr>
            <p:cNvPr id="18605" name="Google Shape;18605;p14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4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4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4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14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4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4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4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4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4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4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4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4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4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4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4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4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4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14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14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14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4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4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4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14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0" name="Google Shape;18630;p144"/>
          <p:cNvGrpSpPr/>
          <p:nvPr/>
        </p:nvGrpSpPr>
        <p:grpSpPr>
          <a:xfrm>
            <a:off x="1748382" y="3232397"/>
            <a:ext cx="364673" cy="340067"/>
            <a:chOff x="1748382" y="3384797"/>
            <a:chExt cx="364673" cy="340067"/>
          </a:xfrm>
        </p:grpSpPr>
        <p:sp>
          <p:nvSpPr>
            <p:cNvPr id="18631" name="Google Shape;18631;p14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4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4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4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4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4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4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4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4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4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4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4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4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14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14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144"/>
          <p:cNvGrpSpPr/>
          <p:nvPr/>
        </p:nvGrpSpPr>
        <p:grpSpPr>
          <a:xfrm>
            <a:off x="6221064" y="3658649"/>
            <a:ext cx="364673" cy="339804"/>
            <a:chOff x="6221064" y="3811049"/>
            <a:chExt cx="364673" cy="339804"/>
          </a:xfrm>
        </p:grpSpPr>
        <p:sp>
          <p:nvSpPr>
            <p:cNvPr id="18647" name="Google Shape;18647;p14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14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4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4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4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4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4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4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4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4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4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4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4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14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14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2" name="Google Shape;18662;p144"/>
          <p:cNvGrpSpPr/>
          <p:nvPr/>
        </p:nvGrpSpPr>
        <p:grpSpPr>
          <a:xfrm>
            <a:off x="2182643" y="3233920"/>
            <a:ext cx="382030" cy="320451"/>
            <a:chOff x="2182643" y="3386320"/>
            <a:chExt cx="382030" cy="320451"/>
          </a:xfrm>
        </p:grpSpPr>
        <p:sp>
          <p:nvSpPr>
            <p:cNvPr id="18663" name="Google Shape;18663;p14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4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14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4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14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4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4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4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4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4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4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4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4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4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4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144"/>
          <p:cNvGrpSpPr/>
          <p:nvPr/>
        </p:nvGrpSpPr>
        <p:grpSpPr>
          <a:xfrm>
            <a:off x="3084386" y="3236940"/>
            <a:ext cx="353880" cy="330745"/>
            <a:chOff x="3084386" y="3389340"/>
            <a:chExt cx="353880" cy="330745"/>
          </a:xfrm>
        </p:grpSpPr>
        <p:sp>
          <p:nvSpPr>
            <p:cNvPr id="18679" name="Google Shape;18679;p14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4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4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4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14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14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4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4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4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4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4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4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1" name="Google Shape;18691;p144"/>
          <p:cNvGrpSpPr/>
          <p:nvPr/>
        </p:nvGrpSpPr>
        <p:grpSpPr>
          <a:xfrm>
            <a:off x="863499" y="1818506"/>
            <a:ext cx="347078" cy="364016"/>
            <a:chOff x="863499" y="1970906"/>
            <a:chExt cx="347078" cy="364016"/>
          </a:xfrm>
        </p:grpSpPr>
        <p:sp>
          <p:nvSpPr>
            <p:cNvPr id="18692" name="Google Shape;18692;p14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4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4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4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4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14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14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4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4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4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4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4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4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4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6" name="Google Shape;18706;p144"/>
          <p:cNvGrpSpPr/>
          <p:nvPr/>
        </p:nvGrpSpPr>
        <p:grpSpPr>
          <a:xfrm>
            <a:off x="1749879" y="1818506"/>
            <a:ext cx="364436" cy="364174"/>
            <a:chOff x="1749879" y="1970906"/>
            <a:chExt cx="364436" cy="364174"/>
          </a:xfrm>
        </p:grpSpPr>
        <p:sp>
          <p:nvSpPr>
            <p:cNvPr id="18707" name="Google Shape;18707;p14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4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14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4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4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14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14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4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4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14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4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4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4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4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1" name="Google Shape;18721;p144"/>
          <p:cNvGrpSpPr/>
          <p:nvPr/>
        </p:nvGrpSpPr>
        <p:grpSpPr>
          <a:xfrm>
            <a:off x="2186425" y="1823758"/>
            <a:ext cx="396106" cy="353985"/>
            <a:chOff x="2186425" y="1976158"/>
            <a:chExt cx="396106" cy="353985"/>
          </a:xfrm>
        </p:grpSpPr>
        <p:sp>
          <p:nvSpPr>
            <p:cNvPr id="18722" name="Google Shape;18722;p14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4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4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4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4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4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14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9" name="Google Shape;18729;p144"/>
          <p:cNvGrpSpPr/>
          <p:nvPr/>
        </p:nvGrpSpPr>
        <p:grpSpPr>
          <a:xfrm>
            <a:off x="2659157" y="1865012"/>
            <a:ext cx="319190" cy="271240"/>
            <a:chOff x="2659157" y="2017412"/>
            <a:chExt cx="319190" cy="271240"/>
          </a:xfrm>
        </p:grpSpPr>
        <p:sp>
          <p:nvSpPr>
            <p:cNvPr id="18730" name="Google Shape;18730;p14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14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14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4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4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4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4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4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4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4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4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14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14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4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4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14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14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4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4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4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4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4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4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4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14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4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6" name="Google Shape;18756;p144"/>
          <p:cNvGrpSpPr/>
          <p:nvPr/>
        </p:nvGrpSpPr>
        <p:grpSpPr>
          <a:xfrm>
            <a:off x="3111775" y="1841116"/>
            <a:ext cx="318928" cy="319217"/>
            <a:chOff x="3111775" y="1993516"/>
            <a:chExt cx="318928" cy="319217"/>
          </a:xfrm>
        </p:grpSpPr>
        <p:sp>
          <p:nvSpPr>
            <p:cNvPr id="18757" name="Google Shape;18757;p14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4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4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4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4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4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14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14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4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4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4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4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14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4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14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14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4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14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14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4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4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4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4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4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4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4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4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4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4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4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7" name="Google Shape;18787;p144"/>
          <p:cNvGrpSpPr/>
          <p:nvPr/>
        </p:nvGrpSpPr>
        <p:grpSpPr>
          <a:xfrm>
            <a:off x="4023785" y="1818007"/>
            <a:ext cx="288807" cy="355377"/>
            <a:chOff x="4023785" y="1970407"/>
            <a:chExt cx="288807" cy="355377"/>
          </a:xfrm>
        </p:grpSpPr>
        <p:sp>
          <p:nvSpPr>
            <p:cNvPr id="18788" name="Google Shape;18788;p14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4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4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4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4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4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14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14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14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4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4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4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4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4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4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4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4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4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4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4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8" name="Google Shape;18808;p144"/>
          <p:cNvGrpSpPr/>
          <p:nvPr/>
        </p:nvGrpSpPr>
        <p:grpSpPr>
          <a:xfrm>
            <a:off x="3544540" y="3228563"/>
            <a:ext cx="320188" cy="319269"/>
            <a:chOff x="3544540" y="3380963"/>
            <a:chExt cx="320188" cy="319269"/>
          </a:xfrm>
        </p:grpSpPr>
        <p:sp>
          <p:nvSpPr>
            <p:cNvPr id="18809" name="Google Shape;18809;p14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4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4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4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4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14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14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14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4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4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4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4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4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4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4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4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5" name="Google Shape;18825;p144"/>
          <p:cNvGrpSpPr/>
          <p:nvPr/>
        </p:nvGrpSpPr>
        <p:grpSpPr>
          <a:xfrm>
            <a:off x="3944637" y="3202434"/>
            <a:ext cx="415696" cy="371605"/>
            <a:chOff x="3944637" y="3354834"/>
            <a:chExt cx="415696" cy="371605"/>
          </a:xfrm>
        </p:grpSpPr>
        <p:sp>
          <p:nvSpPr>
            <p:cNvPr id="18826" name="Google Shape;18826;p14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4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4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4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4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4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4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4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14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14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4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4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4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4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4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4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4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3" name="Google Shape;18843;p144"/>
          <p:cNvGrpSpPr/>
          <p:nvPr/>
        </p:nvGrpSpPr>
        <p:grpSpPr>
          <a:xfrm>
            <a:off x="1314619" y="3669127"/>
            <a:ext cx="346317" cy="332136"/>
            <a:chOff x="1314619" y="3821527"/>
            <a:chExt cx="346317" cy="332136"/>
          </a:xfrm>
        </p:grpSpPr>
        <p:sp>
          <p:nvSpPr>
            <p:cNvPr id="18844" name="Google Shape;18844;p14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4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4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4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14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14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14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4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2" name="Google Shape;18852;p144"/>
          <p:cNvGrpSpPr/>
          <p:nvPr/>
        </p:nvGrpSpPr>
        <p:grpSpPr>
          <a:xfrm>
            <a:off x="1751139" y="3638534"/>
            <a:ext cx="386258" cy="380507"/>
            <a:chOff x="1751139" y="3790934"/>
            <a:chExt cx="386258" cy="380507"/>
          </a:xfrm>
        </p:grpSpPr>
        <p:sp>
          <p:nvSpPr>
            <p:cNvPr id="18853" name="Google Shape;18853;p14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4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4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4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4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4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4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4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4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4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4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14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14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4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4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4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4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4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1" name="Google Shape;18871;p144"/>
          <p:cNvGrpSpPr/>
          <p:nvPr/>
        </p:nvGrpSpPr>
        <p:grpSpPr>
          <a:xfrm>
            <a:off x="2189681" y="3669206"/>
            <a:ext cx="395607" cy="318928"/>
            <a:chOff x="2189681" y="3821606"/>
            <a:chExt cx="395607" cy="318928"/>
          </a:xfrm>
        </p:grpSpPr>
        <p:sp>
          <p:nvSpPr>
            <p:cNvPr id="18872" name="Google Shape;18872;p14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4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4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14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14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4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4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4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4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4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4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4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14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14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4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14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14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14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4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4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4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4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4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4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4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4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14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14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4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14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2" name="Google Shape;18902;p144"/>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03" name="Google Shape;18903;p144"/>
          <p:cNvGrpSpPr/>
          <p:nvPr/>
        </p:nvGrpSpPr>
        <p:grpSpPr>
          <a:xfrm>
            <a:off x="1277409" y="1808947"/>
            <a:ext cx="420475" cy="383055"/>
            <a:chOff x="1277409" y="1961347"/>
            <a:chExt cx="420475" cy="383055"/>
          </a:xfrm>
        </p:grpSpPr>
        <p:sp>
          <p:nvSpPr>
            <p:cNvPr id="18904" name="Google Shape;18904;p14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4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14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4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4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4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4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4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4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4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4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4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4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4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14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14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4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4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4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4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14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14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4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4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4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4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4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1" name="Google Shape;18931;p144"/>
          <p:cNvGrpSpPr/>
          <p:nvPr/>
        </p:nvGrpSpPr>
        <p:grpSpPr>
          <a:xfrm>
            <a:off x="2215075" y="2280419"/>
            <a:ext cx="380008" cy="351648"/>
            <a:chOff x="2215075" y="2432819"/>
            <a:chExt cx="380008" cy="351648"/>
          </a:xfrm>
        </p:grpSpPr>
        <p:sp>
          <p:nvSpPr>
            <p:cNvPr id="18932" name="Google Shape;18932;p14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4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4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4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4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4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14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4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4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4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4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14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4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4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4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4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4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4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4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4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14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14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14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4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4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4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14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14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4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4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4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3" name="Google Shape;18963;p144"/>
          <p:cNvGrpSpPr/>
          <p:nvPr/>
        </p:nvGrpSpPr>
        <p:grpSpPr>
          <a:xfrm>
            <a:off x="2661416" y="2269942"/>
            <a:ext cx="344059" cy="340671"/>
            <a:chOff x="2661416" y="2422342"/>
            <a:chExt cx="344059" cy="340671"/>
          </a:xfrm>
        </p:grpSpPr>
        <p:sp>
          <p:nvSpPr>
            <p:cNvPr id="18964" name="Google Shape;18964;p14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4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14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14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4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4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4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4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4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4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4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14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14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7" name="Google Shape;18977;p144"/>
          <p:cNvGrpSpPr/>
          <p:nvPr/>
        </p:nvGrpSpPr>
        <p:grpSpPr>
          <a:xfrm>
            <a:off x="4066510" y="2269942"/>
            <a:ext cx="206876" cy="348470"/>
            <a:chOff x="4066510" y="2422342"/>
            <a:chExt cx="206876" cy="348470"/>
          </a:xfrm>
        </p:grpSpPr>
        <p:sp>
          <p:nvSpPr>
            <p:cNvPr id="18978" name="Google Shape;18978;p14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4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4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4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4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4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4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4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14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4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4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4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0" name="Google Shape;18990;p144"/>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1" name="Google Shape;18991;p144"/>
          <p:cNvGrpSpPr/>
          <p:nvPr/>
        </p:nvGrpSpPr>
        <p:grpSpPr>
          <a:xfrm>
            <a:off x="2617693" y="3664925"/>
            <a:ext cx="420475" cy="326491"/>
            <a:chOff x="2617693" y="3817325"/>
            <a:chExt cx="420475" cy="326491"/>
          </a:xfrm>
        </p:grpSpPr>
        <p:sp>
          <p:nvSpPr>
            <p:cNvPr id="18992" name="Google Shape;18992;p14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4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4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4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4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4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14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14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4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4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4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4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4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4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4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4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14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9" name="Google Shape;19009;p144"/>
          <p:cNvGrpSpPr/>
          <p:nvPr/>
        </p:nvGrpSpPr>
        <p:grpSpPr>
          <a:xfrm>
            <a:off x="3545301" y="2271123"/>
            <a:ext cx="358134" cy="356637"/>
            <a:chOff x="3545301" y="2423523"/>
            <a:chExt cx="358134" cy="356637"/>
          </a:xfrm>
        </p:grpSpPr>
        <p:sp>
          <p:nvSpPr>
            <p:cNvPr id="19010" name="Google Shape;19010;p14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4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4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4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4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4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4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4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4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9" name="Google Shape;19019;p144"/>
          <p:cNvGrpSpPr/>
          <p:nvPr/>
        </p:nvGrpSpPr>
        <p:grpSpPr>
          <a:xfrm>
            <a:off x="5766424" y="4122795"/>
            <a:ext cx="358160" cy="356926"/>
            <a:chOff x="5766424" y="4275195"/>
            <a:chExt cx="358160" cy="356926"/>
          </a:xfrm>
        </p:grpSpPr>
        <p:sp>
          <p:nvSpPr>
            <p:cNvPr id="19020" name="Google Shape;19020;p14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14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14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14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4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4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4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4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4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9" name="Google Shape;19029;p144"/>
          <p:cNvGrpSpPr/>
          <p:nvPr/>
        </p:nvGrpSpPr>
        <p:grpSpPr>
          <a:xfrm>
            <a:off x="3531462" y="3672199"/>
            <a:ext cx="377251" cy="324232"/>
            <a:chOff x="3531462" y="3824599"/>
            <a:chExt cx="377251" cy="324232"/>
          </a:xfrm>
        </p:grpSpPr>
        <p:sp>
          <p:nvSpPr>
            <p:cNvPr id="19030" name="Google Shape;19030;p14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4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4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4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4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4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4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14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14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4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4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1" name="Google Shape;19041;p144"/>
          <p:cNvGrpSpPr/>
          <p:nvPr/>
        </p:nvGrpSpPr>
        <p:grpSpPr>
          <a:xfrm>
            <a:off x="4030586" y="3652846"/>
            <a:ext cx="286523" cy="340566"/>
            <a:chOff x="4030586" y="3805246"/>
            <a:chExt cx="286523" cy="340566"/>
          </a:xfrm>
        </p:grpSpPr>
        <p:sp>
          <p:nvSpPr>
            <p:cNvPr id="19042" name="Google Shape;19042;p14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4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4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14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14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4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4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4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4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4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4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4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4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5" name="Google Shape;19055;p144"/>
          <p:cNvGrpSpPr/>
          <p:nvPr/>
        </p:nvGrpSpPr>
        <p:grpSpPr>
          <a:xfrm>
            <a:off x="2180884" y="2736319"/>
            <a:ext cx="376752" cy="374468"/>
            <a:chOff x="2180884" y="2888719"/>
            <a:chExt cx="376752" cy="374468"/>
          </a:xfrm>
        </p:grpSpPr>
        <p:sp>
          <p:nvSpPr>
            <p:cNvPr id="19056" name="Google Shape;19056;p14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4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4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4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4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4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4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4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4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4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4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4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14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4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0" name="Google Shape;19070;p144"/>
          <p:cNvGrpSpPr/>
          <p:nvPr/>
        </p:nvGrpSpPr>
        <p:grpSpPr>
          <a:xfrm>
            <a:off x="3954432" y="2790599"/>
            <a:ext cx="378249" cy="265909"/>
            <a:chOff x="3954432" y="2942999"/>
            <a:chExt cx="378249" cy="265909"/>
          </a:xfrm>
        </p:grpSpPr>
        <p:sp>
          <p:nvSpPr>
            <p:cNvPr id="19071" name="Google Shape;19071;p14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4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14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4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4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4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4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4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4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0" name="Google Shape;19080;p144"/>
          <p:cNvGrpSpPr/>
          <p:nvPr/>
        </p:nvGrpSpPr>
        <p:grpSpPr>
          <a:xfrm>
            <a:off x="1752137" y="4114208"/>
            <a:ext cx="378512" cy="374756"/>
            <a:chOff x="1752137" y="4266608"/>
            <a:chExt cx="378512" cy="374756"/>
          </a:xfrm>
        </p:grpSpPr>
        <p:sp>
          <p:nvSpPr>
            <p:cNvPr id="19081" name="Google Shape;19081;p14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4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4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4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4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4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4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4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14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4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4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4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4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4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4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4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4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4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4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4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4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2" name="Google Shape;19102;p144"/>
          <p:cNvGrpSpPr/>
          <p:nvPr/>
        </p:nvGrpSpPr>
        <p:grpSpPr>
          <a:xfrm>
            <a:off x="3117788" y="3660146"/>
            <a:ext cx="341065" cy="341065"/>
            <a:chOff x="3117788" y="3812546"/>
            <a:chExt cx="341065" cy="341065"/>
          </a:xfrm>
        </p:grpSpPr>
        <p:sp>
          <p:nvSpPr>
            <p:cNvPr id="19103" name="Google Shape;19103;p14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4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4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4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4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14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9" name="Google Shape;19109;p144"/>
          <p:cNvGrpSpPr/>
          <p:nvPr/>
        </p:nvGrpSpPr>
        <p:grpSpPr>
          <a:xfrm>
            <a:off x="3994400" y="4147532"/>
            <a:ext cx="338281" cy="322657"/>
            <a:chOff x="3994400" y="4299932"/>
            <a:chExt cx="338281" cy="322657"/>
          </a:xfrm>
        </p:grpSpPr>
        <p:sp>
          <p:nvSpPr>
            <p:cNvPr id="19110" name="Google Shape;19110;p14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4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4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4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4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4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4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4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18" name="Google Shape;19118;p144"/>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44"/>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20" name="Google Shape;19120;p144"/>
          <p:cNvGrpSpPr/>
          <p:nvPr/>
        </p:nvGrpSpPr>
        <p:grpSpPr>
          <a:xfrm>
            <a:off x="3573426" y="1813228"/>
            <a:ext cx="302358" cy="374993"/>
            <a:chOff x="3573426" y="1965628"/>
            <a:chExt cx="302358" cy="374993"/>
          </a:xfrm>
        </p:grpSpPr>
        <p:sp>
          <p:nvSpPr>
            <p:cNvPr id="19121" name="Google Shape;19121;p14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4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4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14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14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14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4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4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4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4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4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14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14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4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4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4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4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4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4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4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14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14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4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4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4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14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14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4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4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4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4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4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4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4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4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4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4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4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4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4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4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14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14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4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4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14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14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8" name="Google Shape;19168;p144"/>
          <p:cNvGrpSpPr/>
          <p:nvPr/>
        </p:nvGrpSpPr>
        <p:grpSpPr>
          <a:xfrm>
            <a:off x="3513632" y="2756172"/>
            <a:ext cx="355876" cy="331007"/>
            <a:chOff x="3513632" y="2908572"/>
            <a:chExt cx="355876" cy="331007"/>
          </a:xfrm>
        </p:grpSpPr>
        <p:sp>
          <p:nvSpPr>
            <p:cNvPr id="19169" name="Google Shape;19169;p14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14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14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14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14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4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4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4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4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4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4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4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4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4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4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4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5" name="Google Shape;19185;p144"/>
          <p:cNvGrpSpPr/>
          <p:nvPr/>
        </p:nvGrpSpPr>
        <p:grpSpPr>
          <a:xfrm>
            <a:off x="2694083" y="2736030"/>
            <a:ext cx="235762" cy="374756"/>
            <a:chOff x="2694083" y="2888430"/>
            <a:chExt cx="235762" cy="374756"/>
          </a:xfrm>
        </p:grpSpPr>
        <p:sp>
          <p:nvSpPr>
            <p:cNvPr id="19186" name="Google Shape;19186;p14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4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4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4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14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14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4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4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14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5" name="Google Shape;19195;p144"/>
          <p:cNvGrpSpPr/>
          <p:nvPr/>
        </p:nvGrpSpPr>
        <p:grpSpPr>
          <a:xfrm>
            <a:off x="871534" y="4148188"/>
            <a:ext cx="357661" cy="311155"/>
            <a:chOff x="871534" y="4300588"/>
            <a:chExt cx="357661" cy="311155"/>
          </a:xfrm>
        </p:grpSpPr>
        <p:sp>
          <p:nvSpPr>
            <p:cNvPr id="19196" name="Google Shape;19196;p14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4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4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4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4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14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4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4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4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4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4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14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14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4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4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4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4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4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4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4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4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144"/>
          <p:cNvGrpSpPr/>
          <p:nvPr/>
        </p:nvGrpSpPr>
        <p:grpSpPr>
          <a:xfrm>
            <a:off x="916019" y="3669206"/>
            <a:ext cx="250100" cy="336785"/>
            <a:chOff x="916019" y="3821606"/>
            <a:chExt cx="250100" cy="336785"/>
          </a:xfrm>
        </p:grpSpPr>
        <p:sp>
          <p:nvSpPr>
            <p:cNvPr id="19218" name="Google Shape;19218;p14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4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4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4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4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14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4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4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4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4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4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4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4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1" name="Google Shape;19231;p144"/>
          <p:cNvGrpSpPr/>
          <p:nvPr/>
        </p:nvGrpSpPr>
        <p:grpSpPr>
          <a:xfrm>
            <a:off x="849686" y="2757170"/>
            <a:ext cx="374730" cy="332504"/>
            <a:chOff x="849686" y="2909570"/>
            <a:chExt cx="374730" cy="332504"/>
          </a:xfrm>
        </p:grpSpPr>
        <p:sp>
          <p:nvSpPr>
            <p:cNvPr id="19232" name="Google Shape;19232;p14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14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14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4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4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4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4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14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14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4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4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3" name="Google Shape;19243;p144"/>
          <p:cNvGrpSpPr/>
          <p:nvPr/>
        </p:nvGrpSpPr>
        <p:grpSpPr>
          <a:xfrm>
            <a:off x="1735567" y="2267841"/>
            <a:ext cx="417718" cy="372866"/>
            <a:chOff x="1735567" y="2420241"/>
            <a:chExt cx="417718" cy="372866"/>
          </a:xfrm>
        </p:grpSpPr>
        <p:sp>
          <p:nvSpPr>
            <p:cNvPr id="19244" name="Google Shape;19244;p14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4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4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4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4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4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4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4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4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4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4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4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6" name="Google Shape;19256;p144"/>
          <p:cNvGrpSpPr/>
          <p:nvPr/>
        </p:nvGrpSpPr>
        <p:grpSpPr>
          <a:xfrm>
            <a:off x="3599318" y="4147190"/>
            <a:ext cx="251098" cy="309028"/>
            <a:chOff x="3599318" y="4299590"/>
            <a:chExt cx="251098" cy="309028"/>
          </a:xfrm>
        </p:grpSpPr>
        <p:sp>
          <p:nvSpPr>
            <p:cNvPr id="19257" name="Google Shape;19257;p14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14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14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4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4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14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3" name="Google Shape;19263;p144"/>
          <p:cNvGrpSpPr/>
          <p:nvPr/>
        </p:nvGrpSpPr>
        <p:grpSpPr>
          <a:xfrm>
            <a:off x="3105998" y="2280840"/>
            <a:ext cx="345818" cy="345056"/>
            <a:chOff x="3105998" y="2433240"/>
            <a:chExt cx="345818" cy="345056"/>
          </a:xfrm>
        </p:grpSpPr>
        <p:sp>
          <p:nvSpPr>
            <p:cNvPr id="19264" name="Google Shape;19264;p14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4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14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14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4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4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4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4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4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4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4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5" name="Google Shape;19275;p144"/>
          <p:cNvGrpSpPr/>
          <p:nvPr/>
        </p:nvGrpSpPr>
        <p:grpSpPr>
          <a:xfrm>
            <a:off x="1737326" y="2748373"/>
            <a:ext cx="374730" cy="350361"/>
            <a:chOff x="1737326" y="2900773"/>
            <a:chExt cx="374730" cy="350361"/>
          </a:xfrm>
        </p:grpSpPr>
        <p:sp>
          <p:nvSpPr>
            <p:cNvPr id="19276" name="Google Shape;19276;p14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4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14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14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4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4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14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14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4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4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4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4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4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4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4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4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4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3" name="Google Shape;19293;p144"/>
          <p:cNvGrpSpPr/>
          <p:nvPr/>
        </p:nvGrpSpPr>
        <p:grpSpPr>
          <a:xfrm>
            <a:off x="4000676" y="1426996"/>
            <a:ext cx="327226" cy="211603"/>
            <a:chOff x="4000676" y="1579396"/>
            <a:chExt cx="327226" cy="211603"/>
          </a:xfrm>
        </p:grpSpPr>
        <p:sp>
          <p:nvSpPr>
            <p:cNvPr id="19294" name="Google Shape;19294;p14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14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14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14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4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4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4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14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4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4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4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4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4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4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4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4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0" name="Google Shape;19310;p144"/>
          <p:cNvGrpSpPr/>
          <p:nvPr/>
        </p:nvGrpSpPr>
        <p:grpSpPr>
          <a:xfrm>
            <a:off x="2635523" y="1363184"/>
            <a:ext cx="371054" cy="336469"/>
            <a:chOff x="2635523" y="1515584"/>
            <a:chExt cx="371054" cy="336469"/>
          </a:xfrm>
        </p:grpSpPr>
        <p:sp>
          <p:nvSpPr>
            <p:cNvPr id="19311" name="Google Shape;19311;p14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4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4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4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14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4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4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8" name="Google Shape;19318;p144"/>
          <p:cNvGrpSpPr/>
          <p:nvPr/>
        </p:nvGrpSpPr>
        <p:grpSpPr>
          <a:xfrm>
            <a:off x="2231907" y="1368331"/>
            <a:ext cx="311627" cy="326569"/>
            <a:chOff x="2231907" y="1520731"/>
            <a:chExt cx="311627" cy="326569"/>
          </a:xfrm>
        </p:grpSpPr>
        <p:sp>
          <p:nvSpPr>
            <p:cNvPr id="19319" name="Google Shape;19319;p14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14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4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4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4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14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14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14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14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4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9" name="Google Shape;19329;p144"/>
          <p:cNvGrpSpPr/>
          <p:nvPr/>
        </p:nvGrpSpPr>
        <p:grpSpPr>
          <a:xfrm>
            <a:off x="1340249" y="4149133"/>
            <a:ext cx="311890" cy="304695"/>
            <a:chOff x="1340249" y="4301533"/>
            <a:chExt cx="311890" cy="304695"/>
          </a:xfrm>
        </p:grpSpPr>
        <p:sp>
          <p:nvSpPr>
            <p:cNvPr id="19330" name="Google Shape;19330;p14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14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14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14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4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14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14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14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14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4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4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4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4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14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4" name="Google Shape;19344;p144"/>
          <p:cNvGrpSpPr/>
          <p:nvPr/>
        </p:nvGrpSpPr>
        <p:grpSpPr>
          <a:xfrm>
            <a:off x="1330690" y="3224624"/>
            <a:ext cx="306874" cy="332268"/>
            <a:chOff x="1330690" y="3377024"/>
            <a:chExt cx="306874" cy="332268"/>
          </a:xfrm>
        </p:grpSpPr>
        <p:sp>
          <p:nvSpPr>
            <p:cNvPr id="19345" name="Google Shape;19345;p14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4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4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4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4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4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14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14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14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4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14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14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4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4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4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4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4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4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4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144"/>
          <p:cNvGrpSpPr/>
          <p:nvPr/>
        </p:nvGrpSpPr>
        <p:grpSpPr>
          <a:xfrm>
            <a:off x="2650597" y="3229377"/>
            <a:ext cx="341511" cy="324994"/>
            <a:chOff x="2650597" y="3381777"/>
            <a:chExt cx="341511" cy="324994"/>
          </a:xfrm>
        </p:grpSpPr>
        <p:sp>
          <p:nvSpPr>
            <p:cNvPr id="19365" name="Google Shape;19365;p14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14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14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14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14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4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4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4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4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4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4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4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14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14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14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14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4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4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14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14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4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4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14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4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4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14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14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14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4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14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14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4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4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14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14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0" name="Google Shape;19400;p144"/>
          <p:cNvGrpSpPr/>
          <p:nvPr/>
        </p:nvGrpSpPr>
        <p:grpSpPr>
          <a:xfrm>
            <a:off x="1295502" y="2284962"/>
            <a:ext cx="402645" cy="323917"/>
            <a:chOff x="1295502" y="2437362"/>
            <a:chExt cx="402645" cy="323917"/>
          </a:xfrm>
        </p:grpSpPr>
        <p:sp>
          <p:nvSpPr>
            <p:cNvPr id="19401" name="Google Shape;19401;p14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4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4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4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14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14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4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4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4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4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4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4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4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4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4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4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7" name="Google Shape;19417;p144"/>
          <p:cNvGrpSpPr/>
          <p:nvPr/>
        </p:nvGrpSpPr>
        <p:grpSpPr>
          <a:xfrm>
            <a:off x="882590" y="2285960"/>
            <a:ext cx="337310" cy="337047"/>
            <a:chOff x="882590" y="2438360"/>
            <a:chExt cx="337310" cy="337047"/>
          </a:xfrm>
        </p:grpSpPr>
        <p:sp>
          <p:nvSpPr>
            <p:cNvPr id="19418" name="Google Shape;19418;p14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4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4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4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14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4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4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14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4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4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4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14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14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4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4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4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14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14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4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4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4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4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14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4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2" name="Google Shape;19442;p144"/>
          <p:cNvGrpSpPr/>
          <p:nvPr/>
        </p:nvGrpSpPr>
        <p:grpSpPr>
          <a:xfrm>
            <a:off x="4885060" y="1366388"/>
            <a:ext cx="385786" cy="342588"/>
            <a:chOff x="4885060" y="1518788"/>
            <a:chExt cx="385786" cy="342588"/>
          </a:xfrm>
        </p:grpSpPr>
        <p:sp>
          <p:nvSpPr>
            <p:cNvPr id="19443" name="Google Shape;19443;p14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4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14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4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4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4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4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4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14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14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14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14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4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14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14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4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4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4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4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2" name="Google Shape;19462;p144"/>
          <p:cNvGrpSpPr/>
          <p:nvPr/>
        </p:nvGrpSpPr>
        <p:grpSpPr>
          <a:xfrm>
            <a:off x="5394478" y="1362133"/>
            <a:ext cx="249076" cy="351096"/>
            <a:chOff x="5394478" y="1514533"/>
            <a:chExt cx="249076" cy="351096"/>
          </a:xfrm>
        </p:grpSpPr>
        <p:sp>
          <p:nvSpPr>
            <p:cNvPr id="19463" name="Google Shape;19463;p14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14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4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4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4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4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4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4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14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14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4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4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14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14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14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14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4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4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4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14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3" name="Google Shape;19483;p144"/>
          <p:cNvGrpSpPr/>
          <p:nvPr/>
        </p:nvGrpSpPr>
        <p:grpSpPr>
          <a:xfrm>
            <a:off x="5782259" y="1359612"/>
            <a:ext cx="356138" cy="356138"/>
            <a:chOff x="5782259" y="1512012"/>
            <a:chExt cx="356138" cy="356138"/>
          </a:xfrm>
        </p:grpSpPr>
        <p:sp>
          <p:nvSpPr>
            <p:cNvPr id="19484" name="Google Shape;19484;p14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14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14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14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4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4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4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14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14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4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14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5" name="Google Shape;19495;p144"/>
          <p:cNvGrpSpPr/>
          <p:nvPr/>
        </p:nvGrpSpPr>
        <p:grpSpPr>
          <a:xfrm>
            <a:off x="6229598" y="1365652"/>
            <a:ext cx="343560" cy="343822"/>
            <a:chOff x="6229598" y="1518052"/>
            <a:chExt cx="343560" cy="343822"/>
          </a:xfrm>
        </p:grpSpPr>
        <p:sp>
          <p:nvSpPr>
            <p:cNvPr id="19496" name="Google Shape;19496;p14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14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14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4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4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4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4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4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14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14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4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4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4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4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4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14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14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14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4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5" name="Google Shape;19515;p144"/>
          <p:cNvGrpSpPr/>
          <p:nvPr/>
        </p:nvGrpSpPr>
        <p:grpSpPr>
          <a:xfrm>
            <a:off x="870773" y="3205585"/>
            <a:ext cx="342824" cy="351228"/>
            <a:chOff x="870773" y="3357985"/>
            <a:chExt cx="342824" cy="351228"/>
          </a:xfrm>
        </p:grpSpPr>
        <p:sp>
          <p:nvSpPr>
            <p:cNvPr id="19516" name="Google Shape;19516;p14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14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14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14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4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4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14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14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4" name="Google Shape;19524;p144"/>
          <p:cNvGrpSpPr/>
          <p:nvPr/>
        </p:nvGrpSpPr>
        <p:grpSpPr>
          <a:xfrm>
            <a:off x="2743084" y="4147190"/>
            <a:ext cx="159372" cy="308896"/>
            <a:chOff x="2743084" y="4299590"/>
            <a:chExt cx="159372" cy="308896"/>
          </a:xfrm>
        </p:grpSpPr>
        <p:sp>
          <p:nvSpPr>
            <p:cNvPr id="19525" name="Google Shape;19525;p14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4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14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14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4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4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14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14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14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14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4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4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4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4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14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0" name="Google Shape;19540;p144"/>
          <p:cNvGrpSpPr/>
          <p:nvPr/>
        </p:nvGrpSpPr>
        <p:grpSpPr>
          <a:xfrm>
            <a:off x="1293506" y="2787316"/>
            <a:ext cx="374730" cy="272211"/>
            <a:chOff x="1293506" y="2939716"/>
            <a:chExt cx="374730" cy="272211"/>
          </a:xfrm>
        </p:grpSpPr>
        <p:sp>
          <p:nvSpPr>
            <p:cNvPr id="19541" name="Google Shape;19541;p14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4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14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14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14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14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14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4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4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4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14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14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14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14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14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14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14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14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14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14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14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14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14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14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14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14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14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14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14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14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1" name="Google Shape;19571;p144"/>
          <p:cNvGrpSpPr/>
          <p:nvPr/>
        </p:nvGrpSpPr>
        <p:grpSpPr>
          <a:xfrm>
            <a:off x="6669900" y="1353074"/>
            <a:ext cx="345083" cy="369216"/>
            <a:chOff x="6669900" y="1505474"/>
            <a:chExt cx="345083" cy="369216"/>
          </a:xfrm>
        </p:grpSpPr>
        <p:sp>
          <p:nvSpPr>
            <p:cNvPr id="19572" name="Google Shape;19572;p14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14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4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4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4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14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14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14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14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14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14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14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14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4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4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4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4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4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14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14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4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4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4" name="Google Shape;19594;p144"/>
          <p:cNvGrpSpPr/>
          <p:nvPr/>
        </p:nvGrpSpPr>
        <p:grpSpPr>
          <a:xfrm>
            <a:off x="7117003" y="1365600"/>
            <a:ext cx="333003" cy="344085"/>
            <a:chOff x="7117003" y="1518000"/>
            <a:chExt cx="333003" cy="344085"/>
          </a:xfrm>
        </p:grpSpPr>
        <p:sp>
          <p:nvSpPr>
            <p:cNvPr id="19595" name="Google Shape;19595;p14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4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4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4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4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14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14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14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14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14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4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14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14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4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14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14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4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4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4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4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14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14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14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14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14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4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4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14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14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14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4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4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14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14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4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4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4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14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3" name="Google Shape;19633;p144"/>
          <p:cNvGrpSpPr/>
          <p:nvPr/>
        </p:nvGrpSpPr>
        <p:grpSpPr>
          <a:xfrm>
            <a:off x="2200238" y="4136765"/>
            <a:ext cx="374756" cy="329300"/>
            <a:chOff x="2200238" y="4289165"/>
            <a:chExt cx="374756" cy="329300"/>
          </a:xfrm>
        </p:grpSpPr>
        <p:sp>
          <p:nvSpPr>
            <p:cNvPr id="19634" name="Google Shape;19634;p14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4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4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4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4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14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14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14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14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14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14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14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14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14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4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4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4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14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14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14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14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14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6" name="Google Shape;19656;p144"/>
          <p:cNvGrpSpPr/>
          <p:nvPr/>
        </p:nvGrpSpPr>
        <p:grpSpPr>
          <a:xfrm>
            <a:off x="7556043" y="1347559"/>
            <a:ext cx="337283" cy="380192"/>
            <a:chOff x="7556043" y="1499959"/>
            <a:chExt cx="337283" cy="380192"/>
          </a:xfrm>
        </p:grpSpPr>
        <p:sp>
          <p:nvSpPr>
            <p:cNvPr id="19657" name="Google Shape;19657;p14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14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14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14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14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14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14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4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4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14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14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14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4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4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1" name="Google Shape;19671;p144"/>
          <p:cNvGrpSpPr/>
          <p:nvPr/>
        </p:nvGrpSpPr>
        <p:grpSpPr>
          <a:xfrm>
            <a:off x="4864446" y="3187807"/>
            <a:ext cx="395607" cy="387414"/>
            <a:chOff x="4864446" y="3340207"/>
            <a:chExt cx="395607" cy="387414"/>
          </a:xfrm>
        </p:grpSpPr>
        <p:sp>
          <p:nvSpPr>
            <p:cNvPr id="19672" name="Google Shape;19672;p14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4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4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4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14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14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14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14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14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4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4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14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14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4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4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4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14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14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4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14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14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14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14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4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4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7" name="Google Shape;19697;p144"/>
          <p:cNvGrpSpPr/>
          <p:nvPr/>
        </p:nvGrpSpPr>
        <p:grpSpPr>
          <a:xfrm>
            <a:off x="3130367" y="4172085"/>
            <a:ext cx="297342" cy="258871"/>
            <a:chOff x="3130367" y="4324485"/>
            <a:chExt cx="297342" cy="258871"/>
          </a:xfrm>
        </p:grpSpPr>
        <p:sp>
          <p:nvSpPr>
            <p:cNvPr id="19698" name="Google Shape;19698;p14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14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14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14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4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4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14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14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4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4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4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14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14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14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4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4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14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14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14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4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14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14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14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1" name="Google Shape;19721;p144"/>
          <p:cNvGrpSpPr/>
          <p:nvPr/>
        </p:nvGrpSpPr>
        <p:grpSpPr>
          <a:xfrm>
            <a:off x="5302988" y="3237439"/>
            <a:ext cx="394609" cy="286523"/>
            <a:chOff x="5302988" y="3389839"/>
            <a:chExt cx="394609" cy="286523"/>
          </a:xfrm>
        </p:grpSpPr>
        <p:sp>
          <p:nvSpPr>
            <p:cNvPr id="19722" name="Google Shape;19722;p14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14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14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4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4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4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14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14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4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14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14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4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14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14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14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14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4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4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4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4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4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14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14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14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4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4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14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14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14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14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14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4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4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55" name="Google Shape;19755;p144"/>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56" name="Google Shape;19756;p144"/>
          <p:cNvGrpSpPr/>
          <p:nvPr/>
        </p:nvGrpSpPr>
        <p:grpSpPr>
          <a:xfrm>
            <a:off x="3060752" y="2751209"/>
            <a:ext cx="390565" cy="359578"/>
            <a:chOff x="3060752" y="2903609"/>
            <a:chExt cx="390565" cy="359578"/>
          </a:xfrm>
        </p:grpSpPr>
        <p:sp>
          <p:nvSpPr>
            <p:cNvPr id="19757" name="Google Shape;19757;p14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4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4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4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14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14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4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14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14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4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14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14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14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14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14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14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14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14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14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4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4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4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4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4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4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14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14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4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4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14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14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14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14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14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1" name="Google Shape;19791;p144"/>
          <p:cNvGrpSpPr/>
          <p:nvPr/>
        </p:nvGrpSpPr>
        <p:grpSpPr>
          <a:xfrm>
            <a:off x="5741031" y="3233657"/>
            <a:ext cx="394609" cy="294585"/>
            <a:chOff x="5741031" y="3386057"/>
            <a:chExt cx="394609" cy="294585"/>
          </a:xfrm>
        </p:grpSpPr>
        <p:sp>
          <p:nvSpPr>
            <p:cNvPr id="19792" name="Google Shape;19792;p14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14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14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4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4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4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14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14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14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4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4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4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4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4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4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4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14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14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4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4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4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14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14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14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14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4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4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14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14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14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22" name="Google Shape;19822;p144"/>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23" name="Google Shape;19823;p144"/>
          <p:cNvGrpSpPr/>
          <p:nvPr/>
        </p:nvGrpSpPr>
        <p:grpSpPr>
          <a:xfrm>
            <a:off x="6179074" y="3216326"/>
            <a:ext cx="394609" cy="328749"/>
            <a:chOff x="6179074" y="3368726"/>
            <a:chExt cx="394609" cy="328749"/>
          </a:xfrm>
        </p:grpSpPr>
        <p:sp>
          <p:nvSpPr>
            <p:cNvPr id="19824" name="Google Shape;19824;p14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4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4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4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14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14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4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14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14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4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4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4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4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4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14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14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14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14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14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4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4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4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4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4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4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4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14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14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14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14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14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4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4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4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4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4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4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14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14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14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14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4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14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14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4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4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14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14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14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4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4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4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4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14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14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14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14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14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14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14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4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4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4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4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4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14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14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4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4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14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14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4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4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14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14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4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4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4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14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14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4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14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14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7" name="Google Shape;19907;p144"/>
          <p:cNvGrpSpPr/>
          <p:nvPr/>
        </p:nvGrpSpPr>
        <p:grpSpPr>
          <a:xfrm>
            <a:off x="7054924" y="3215328"/>
            <a:ext cx="394583" cy="331007"/>
            <a:chOff x="7054924" y="3367728"/>
            <a:chExt cx="394583" cy="331007"/>
          </a:xfrm>
        </p:grpSpPr>
        <p:sp>
          <p:nvSpPr>
            <p:cNvPr id="19908" name="Google Shape;19908;p14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4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4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4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4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14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14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14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14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4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4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4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14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14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14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3" name="Google Shape;19923;p144"/>
          <p:cNvGrpSpPr/>
          <p:nvPr/>
        </p:nvGrpSpPr>
        <p:grpSpPr>
          <a:xfrm>
            <a:off x="7492967" y="3209025"/>
            <a:ext cx="394583" cy="343586"/>
            <a:chOff x="7492967" y="3361425"/>
            <a:chExt cx="394583" cy="343586"/>
          </a:xfrm>
        </p:grpSpPr>
        <p:sp>
          <p:nvSpPr>
            <p:cNvPr id="19924" name="Google Shape;19924;p14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4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14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14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4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4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4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14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14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14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4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14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14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4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4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14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14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14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4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4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4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14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14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7" name="Google Shape;19947;p144"/>
          <p:cNvGrpSpPr/>
          <p:nvPr/>
        </p:nvGrpSpPr>
        <p:grpSpPr>
          <a:xfrm>
            <a:off x="7935527" y="3200754"/>
            <a:ext cx="385287" cy="360156"/>
            <a:chOff x="7935527" y="3353154"/>
            <a:chExt cx="385287" cy="360156"/>
          </a:xfrm>
        </p:grpSpPr>
        <p:sp>
          <p:nvSpPr>
            <p:cNvPr id="19948" name="Google Shape;19948;p14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14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14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4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4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4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4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14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14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14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4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4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0" name="Google Shape;19960;p144"/>
          <p:cNvGrpSpPr/>
          <p:nvPr/>
        </p:nvGrpSpPr>
        <p:grpSpPr>
          <a:xfrm>
            <a:off x="5319821" y="1833842"/>
            <a:ext cx="348103" cy="348103"/>
            <a:chOff x="5319821" y="1986242"/>
            <a:chExt cx="348103" cy="348103"/>
          </a:xfrm>
        </p:grpSpPr>
        <p:sp>
          <p:nvSpPr>
            <p:cNvPr id="19961" name="Google Shape;19961;p14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14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14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14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14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14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14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4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4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4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14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14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4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4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4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4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4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4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14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14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14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14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14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14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4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4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4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14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14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4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14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14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4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4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4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14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14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8" name="Google Shape;19998;p144"/>
          <p:cNvGrpSpPr/>
          <p:nvPr/>
        </p:nvGrpSpPr>
        <p:grpSpPr>
          <a:xfrm>
            <a:off x="5765926" y="1824283"/>
            <a:ext cx="348339" cy="348103"/>
            <a:chOff x="5765926" y="1976683"/>
            <a:chExt cx="348339" cy="348103"/>
          </a:xfrm>
        </p:grpSpPr>
        <p:sp>
          <p:nvSpPr>
            <p:cNvPr id="19999" name="Google Shape;19999;p14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4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4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14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14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14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14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4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4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4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14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14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4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4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3" name="Google Shape;20013;p144"/>
          <p:cNvGrpSpPr/>
          <p:nvPr/>
        </p:nvGrpSpPr>
        <p:grpSpPr>
          <a:xfrm>
            <a:off x="6191390" y="1829089"/>
            <a:ext cx="389068" cy="347787"/>
            <a:chOff x="6191390" y="1981489"/>
            <a:chExt cx="389068" cy="347787"/>
          </a:xfrm>
        </p:grpSpPr>
        <p:sp>
          <p:nvSpPr>
            <p:cNvPr id="20014" name="Google Shape;20014;p14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4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4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4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14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14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4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1" name="Google Shape;20021;p144"/>
          <p:cNvGrpSpPr/>
          <p:nvPr/>
        </p:nvGrpSpPr>
        <p:grpSpPr>
          <a:xfrm>
            <a:off x="6657846" y="1855191"/>
            <a:ext cx="348103" cy="295714"/>
            <a:chOff x="6657846" y="2007591"/>
            <a:chExt cx="348103" cy="295714"/>
          </a:xfrm>
        </p:grpSpPr>
        <p:sp>
          <p:nvSpPr>
            <p:cNvPr id="20022" name="Google Shape;20022;p14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14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14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14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14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4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14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14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4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4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14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14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4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4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4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14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14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4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4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4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4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4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14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14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4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14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8" name="Google Shape;20048;p144"/>
          <p:cNvGrpSpPr/>
          <p:nvPr/>
        </p:nvGrpSpPr>
        <p:grpSpPr>
          <a:xfrm>
            <a:off x="7104188" y="1819504"/>
            <a:ext cx="347341" cy="348103"/>
            <a:chOff x="7104188" y="1971904"/>
            <a:chExt cx="347341" cy="348103"/>
          </a:xfrm>
        </p:grpSpPr>
        <p:sp>
          <p:nvSpPr>
            <p:cNvPr id="20049" name="Google Shape;20049;p14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14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14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4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4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4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4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4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4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4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14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14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14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14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4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14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14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14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14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4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4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4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4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4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14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14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14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14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14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14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9" name="Google Shape;20079;p144"/>
          <p:cNvGrpSpPr/>
          <p:nvPr/>
        </p:nvGrpSpPr>
        <p:grpSpPr>
          <a:xfrm>
            <a:off x="7551264" y="1819504"/>
            <a:ext cx="344321" cy="348155"/>
            <a:chOff x="7551264" y="1971904"/>
            <a:chExt cx="344321" cy="348155"/>
          </a:xfrm>
        </p:grpSpPr>
        <p:sp>
          <p:nvSpPr>
            <p:cNvPr id="20080" name="Google Shape;20080;p14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4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14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14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4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4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4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4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4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14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14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4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14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14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14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4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4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14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14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9" name="Google Shape;20099;p144"/>
          <p:cNvGrpSpPr/>
          <p:nvPr/>
        </p:nvGrpSpPr>
        <p:grpSpPr>
          <a:xfrm>
            <a:off x="7992826" y="1365390"/>
            <a:ext cx="317431" cy="344584"/>
            <a:chOff x="7992826" y="1517790"/>
            <a:chExt cx="317431" cy="344584"/>
          </a:xfrm>
        </p:grpSpPr>
        <p:sp>
          <p:nvSpPr>
            <p:cNvPr id="20100" name="Google Shape;20100;p14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4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4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14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14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14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14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14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14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14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14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14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4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4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4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4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4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7" name="Google Shape;20117;p144"/>
          <p:cNvGrpSpPr/>
          <p:nvPr/>
        </p:nvGrpSpPr>
        <p:grpSpPr>
          <a:xfrm>
            <a:off x="7992065" y="1819504"/>
            <a:ext cx="351621" cy="348103"/>
            <a:chOff x="7992065" y="1971904"/>
            <a:chExt cx="351621" cy="348103"/>
          </a:xfrm>
        </p:grpSpPr>
        <p:sp>
          <p:nvSpPr>
            <p:cNvPr id="20118" name="Google Shape;20118;p14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14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14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14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14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14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4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4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4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4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14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14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4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14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14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3" name="Google Shape;20133;p144"/>
          <p:cNvGrpSpPr/>
          <p:nvPr/>
        </p:nvGrpSpPr>
        <p:grpSpPr>
          <a:xfrm>
            <a:off x="4911189" y="3641055"/>
            <a:ext cx="296580" cy="364935"/>
            <a:chOff x="4911189" y="3793455"/>
            <a:chExt cx="296580" cy="364935"/>
          </a:xfrm>
        </p:grpSpPr>
        <p:sp>
          <p:nvSpPr>
            <p:cNvPr id="20134" name="Google Shape;20134;p14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14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14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14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4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4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4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4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4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4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4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4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14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14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4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4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14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14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14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4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4" name="Google Shape;20154;p144"/>
          <p:cNvGrpSpPr/>
          <p:nvPr/>
        </p:nvGrpSpPr>
        <p:grpSpPr>
          <a:xfrm>
            <a:off x="5341433" y="3640871"/>
            <a:ext cx="330272" cy="329117"/>
            <a:chOff x="5341433" y="3793271"/>
            <a:chExt cx="330272" cy="329117"/>
          </a:xfrm>
        </p:grpSpPr>
        <p:sp>
          <p:nvSpPr>
            <p:cNvPr id="20155" name="Google Shape;20155;p14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14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4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4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4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4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14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14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14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4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4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4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14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14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14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4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1" name="Google Shape;20171;p144"/>
          <p:cNvGrpSpPr/>
          <p:nvPr/>
        </p:nvGrpSpPr>
        <p:grpSpPr>
          <a:xfrm>
            <a:off x="5744051" y="3613850"/>
            <a:ext cx="428511" cy="383186"/>
            <a:chOff x="5744051" y="3766250"/>
            <a:chExt cx="428511" cy="383186"/>
          </a:xfrm>
        </p:grpSpPr>
        <p:sp>
          <p:nvSpPr>
            <p:cNvPr id="20172" name="Google Shape;20172;p14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4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4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14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14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4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4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14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14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4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4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14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14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14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14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14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4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9" name="Google Shape;20189;p144"/>
          <p:cNvGrpSpPr/>
          <p:nvPr/>
        </p:nvGrpSpPr>
        <p:grpSpPr>
          <a:xfrm>
            <a:off x="6678697" y="3640924"/>
            <a:ext cx="342824" cy="328985"/>
            <a:chOff x="6678697" y="3793324"/>
            <a:chExt cx="342824" cy="328985"/>
          </a:xfrm>
        </p:grpSpPr>
        <p:sp>
          <p:nvSpPr>
            <p:cNvPr id="20190" name="Google Shape;20190;p14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14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4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14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14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4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14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14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8" name="Google Shape;20198;p144"/>
          <p:cNvGrpSpPr/>
          <p:nvPr/>
        </p:nvGrpSpPr>
        <p:grpSpPr>
          <a:xfrm>
            <a:off x="7101903" y="3609622"/>
            <a:ext cx="398627" cy="392088"/>
            <a:chOff x="7101903" y="3762022"/>
            <a:chExt cx="398627" cy="392088"/>
          </a:xfrm>
        </p:grpSpPr>
        <p:sp>
          <p:nvSpPr>
            <p:cNvPr id="20199" name="Google Shape;20199;p14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14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14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14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4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4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4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14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14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14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14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14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14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14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14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4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14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14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7" name="Google Shape;20217;p144"/>
          <p:cNvGrpSpPr/>
          <p:nvPr/>
        </p:nvGrpSpPr>
        <p:grpSpPr>
          <a:xfrm>
            <a:off x="7541469" y="3641055"/>
            <a:ext cx="407897" cy="328985"/>
            <a:chOff x="7541469" y="3793455"/>
            <a:chExt cx="407897" cy="328985"/>
          </a:xfrm>
        </p:grpSpPr>
        <p:sp>
          <p:nvSpPr>
            <p:cNvPr id="20218" name="Google Shape;20218;p14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4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4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14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14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4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14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14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14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14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14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14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14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14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14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14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14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14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14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14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14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4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4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14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14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4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14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14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4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4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8" name="Google Shape;20248;p144"/>
          <p:cNvGrpSpPr/>
          <p:nvPr/>
        </p:nvGrpSpPr>
        <p:grpSpPr>
          <a:xfrm>
            <a:off x="5310288" y="2803912"/>
            <a:ext cx="432292" cy="264412"/>
            <a:chOff x="5310288" y="2956312"/>
            <a:chExt cx="432292" cy="264412"/>
          </a:xfrm>
        </p:grpSpPr>
        <p:sp>
          <p:nvSpPr>
            <p:cNvPr id="20249" name="Google Shape;20249;p14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14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14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14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4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4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14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14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14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4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4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4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4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4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4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14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14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4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14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14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14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4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4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14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14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4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14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6" name="Google Shape;20276;p144"/>
          <p:cNvGrpSpPr/>
          <p:nvPr/>
        </p:nvGrpSpPr>
        <p:grpSpPr>
          <a:xfrm>
            <a:off x="4879047" y="2279920"/>
            <a:ext cx="398075" cy="340303"/>
            <a:chOff x="4879047" y="2432320"/>
            <a:chExt cx="398075" cy="340303"/>
          </a:xfrm>
        </p:grpSpPr>
        <p:sp>
          <p:nvSpPr>
            <p:cNvPr id="20277" name="Google Shape;20277;p14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4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4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4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14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14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4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14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14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14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14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14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14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14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14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4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14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14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4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4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4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4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4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14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14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14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3" name="Google Shape;20303;p144"/>
          <p:cNvGrpSpPr/>
          <p:nvPr/>
        </p:nvGrpSpPr>
        <p:grpSpPr>
          <a:xfrm>
            <a:off x="5388701" y="2241423"/>
            <a:ext cx="280982" cy="395896"/>
            <a:chOff x="5388701" y="2393823"/>
            <a:chExt cx="280982" cy="395896"/>
          </a:xfrm>
        </p:grpSpPr>
        <p:sp>
          <p:nvSpPr>
            <p:cNvPr id="20304" name="Google Shape;20304;p14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14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14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14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14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4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14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14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4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4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4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4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14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14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14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4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14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14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14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14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14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14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4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4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4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4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14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14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14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14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4" name="Google Shape;20334;p144"/>
          <p:cNvGrpSpPr/>
          <p:nvPr/>
        </p:nvGrpSpPr>
        <p:grpSpPr>
          <a:xfrm>
            <a:off x="5743289" y="2286722"/>
            <a:ext cx="444871" cy="316407"/>
            <a:chOff x="5743289" y="2439122"/>
            <a:chExt cx="444871" cy="316407"/>
          </a:xfrm>
        </p:grpSpPr>
        <p:sp>
          <p:nvSpPr>
            <p:cNvPr id="20335" name="Google Shape;20335;p14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4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4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4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14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14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4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4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4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4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14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14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14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14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14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14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4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4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4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14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14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4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14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14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14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14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14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14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14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4" name="Google Shape;20364;p144"/>
          <p:cNvGrpSpPr/>
          <p:nvPr/>
        </p:nvGrpSpPr>
        <p:grpSpPr>
          <a:xfrm>
            <a:off x="6230360" y="2280183"/>
            <a:ext cx="351359" cy="363412"/>
            <a:chOff x="6230360" y="2432583"/>
            <a:chExt cx="351359" cy="363412"/>
          </a:xfrm>
        </p:grpSpPr>
        <p:sp>
          <p:nvSpPr>
            <p:cNvPr id="20365" name="Google Shape;20365;p14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14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14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14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4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4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14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14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4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4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4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14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14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4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4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4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14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14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14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14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14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6" name="Google Shape;20386;p144"/>
          <p:cNvGrpSpPr/>
          <p:nvPr/>
        </p:nvGrpSpPr>
        <p:grpSpPr>
          <a:xfrm>
            <a:off x="6633976" y="2307152"/>
            <a:ext cx="387781" cy="286680"/>
            <a:chOff x="6633976" y="2459552"/>
            <a:chExt cx="387781" cy="286680"/>
          </a:xfrm>
        </p:grpSpPr>
        <p:sp>
          <p:nvSpPr>
            <p:cNvPr id="20387" name="Google Shape;20387;p14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14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14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14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14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4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4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4" name="Google Shape;20394;p144"/>
          <p:cNvGrpSpPr/>
          <p:nvPr/>
        </p:nvGrpSpPr>
        <p:grpSpPr>
          <a:xfrm>
            <a:off x="7091110" y="2276165"/>
            <a:ext cx="376989" cy="348864"/>
            <a:chOff x="7091110" y="2428565"/>
            <a:chExt cx="376989" cy="348864"/>
          </a:xfrm>
        </p:grpSpPr>
        <p:sp>
          <p:nvSpPr>
            <p:cNvPr id="20395" name="Google Shape;20395;p14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14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14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4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4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4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4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4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14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14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14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14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14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14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4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14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14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14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4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4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4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14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14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4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4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4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4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14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14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14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14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6" name="Google Shape;20426;p144"/>
          <p:cNvGrpSpPr/>
          <p:nvPr/>
        </p:nvGrpSpPr>
        <p:grpSpPr>
          <a:xfrm>
            <a:off x="7536427" y="2262825"/>
            <a:ext cx="369715" cy="375492"/>
            <a:chOff x="7536427" y="2415225"/>
            <a:chExt cx="369715" cy="375492"/>
          </a:xfrm>
        </p:grpSpPr>
        <p:sp>
          <p:nvSpPr>
            <p:cNvPr id="20427" name="Google Shape;20427;p14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14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14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14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14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14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4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14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14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14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4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14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14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14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14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4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14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14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14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14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14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14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4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4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14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14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14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14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14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14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14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14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4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14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14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14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4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4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5" name="Google Shape;20465;p144"/>
          <p:cNvGrpSpPr/>
          <p:nvPr/>
        </p:nvGrpSpPr>
        <p:grpSpPr>
          <a:xfrm>
            <a:off x="7980773" y="2276402"/>
            <a:ext cx="353381" cy="358160"/>
            <a:chOff x="7980773" y="2428802"/>
            <a:chExt cx="353381" cy="358160"/>
          </a:xfrm>
        </p:grpSpPr>
        <p:sp>
          <p:nvSpPr>
            <p:cNvPr id="20466" name="Google Shape;20466;p14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14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14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14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4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4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14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14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14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4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14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14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4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14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14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14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14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4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14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14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4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4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4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14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14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14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4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4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14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14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6" name="Google Shape;20496;p144"/>
          <p:cNvGrpSpPr/>
          <p:nvPr/>
        </p:nvGrpSpPr>
        <p:grpSpPr>
          <a:xfrm>
            <a:off x="4886058" y="4138840"/>
            <a:ext cx="346343" cy="343953"/>
            <a:chOff x="4886058" y="4291240"/>
            <a:chExt cx="346343" cy="343953"/>
          </a:xfrm>
        </p:grpSpPr>
        <p:sp>
          <p:nvSpPr>
            <p:cNvPr id="20497" name="Google Shape;20497;p14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4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14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14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14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14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14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14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4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14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14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4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4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0" name="Google Shape;20510;p144"/>
          <p:cNvGrpSpPr/>
          <p:nvPr/>
        </p:nvGrpSpPr>
        <p:grpSpPr>
          <a:xfrm>
            <a:off x="5344216" y="4138656"/>
            <a:ext cx="304616" cy="343560"/>
            <a:chOff x="5344216" y="4291056"/>
            <a:chExt cx="304616" cy="343560"/>
          </a:xfrm>
        </p:grpSpPr>
        <p:sp>
          <p:nvSpPr>
            <p:cNvPr id="20511" name="Google Shape;20511;p14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14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14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4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4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14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14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4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4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14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14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2" name="Google Shape;20522;p144"/>
          <p:cNvGrpSpPr/>
          <p:nvPr/>
        </p:nvGrpSpPr>
        <p:grpSpPr>
          <a:xfrm>
            <a:off x="6279999" y="4112022"/>
            <a:ext cx="204093" cy="343743"/>
            <a:chOff x="6271562" y="4290872"/>
            <a:chExt cx="204093" cy="343743"/>
          </a:xfrm>
        </p:grpSpPr>
        <p:sp>
          <p:nvSpPr>
            <p:cNvPr id="20523" name="Google Shape;20523;p14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14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14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14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14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14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14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14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4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4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14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14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5" name="Google Shape;20535;p144"/>
          <p:cNvGrpSpPr/>
          <p:nvPr/>
        </p:nvGrpSpPr>
        <p:grpSpPr>
          <a:xfrm>
            <a:off x="6639491" y="4176838"/>
            <a:ext cx="344085" cy="267195"/>
            <a:chOff x="6639491" y="4329238"/>
            <a:chExt cx="344085" cy="267195"/>
          </a:xfrm>
        </p:grpSpPr>
        <p:sp>
          <p:nvSpPr>
            <p:cNvPr id="20536" name="Google Shape;20536;p14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14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14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14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14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14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14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14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14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14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4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4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4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14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14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14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4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14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4" name="Google Shape;20554;p144"/>
          <p:cNvGrpSpPr/>
          <p:nvPr/>
        </p:nvGrpSpPr>
        <p:grpSpPr>
          <a:xfrm>
            <a:off x="7133336" y="4138656"/>
            <a:ext cx="232979" cy="343560"/>
            <a:chOff x="7133336" y="4291056"/>
            <a:chExt cx="232979" cy="343560"/>
          </a:xfrm>
        </p:grpSpPr>
        <p:sp>
          <p:nvSpPr>
            <p:cNvPr id="20555" name="Google Shape;20555;p14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14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14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4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4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4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14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14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14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4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14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14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14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14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4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4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4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2" name="Google Shape;20572;p144"/>
          <p:cNvGrpSpPr/>
          <p:nvPr/>
        </p:nvGrpSpPr>
        <p:grpSpPr>
          <a:xfrm>
            <a:off x="7571379" y="4138656"/>
            <a:ext cx="232979" cy="343560"/>
            <a:chOff x="7571379" y="4291056"/>
            <a:chExt cx="232979" cy="343560"/>
          </a:xfrm>
        </p:grpSpPr>
        <p:sp>
          <p:nvSpPr>
            <p:cNvPr id="20573" name="Google Shape;20573;p14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14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4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14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14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14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4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4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4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4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4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4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4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14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14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4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9" name="Google Shape;20589;p144"/>
          <p:cNvGrpSpPr/>
          <p:nvPr/>
        </p:nvGrpSpPr>
        <p:grpSpPr>
          <a:xfrm>
            <a:off x="6666381" y="3195475"/>
            <a:ext cx="295819" cy="370712"/>
            <a:chOff x="6666381" y="3347875"/>
            <a:chExt cx="295819" cy="370712"/>
          </a:xfrm>
        </p:grpSpPr>
        <p:sp>
          <p:nvSpPr>
            <p:cNvPr id="20590" name="Google Shape;20590;p14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14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14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14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14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4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14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14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4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4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4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14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14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4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14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14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4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14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14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14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14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14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14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4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14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14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4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4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4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14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14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14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4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4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14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14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14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14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14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4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0" name="Google Shape;20630;p144"/>
          <p:cNvGrpSpPr/>
          <p:nvPr/>
        </p:nvGrpSpPr>
        <p:grpSpPr>
          <a:xfrm>
            <a:off x="4877760" y="2735059"/>
            <a:ext cx="389567" cy="390329"/>
            <a:chOff x="4877760" y="2887459"/>
            <a:chExt cx="389567" cy="390329"/>
          </a:xfrm>
        </p:grpSpPr>
        <p:sp>
          <p:nvSpPr>
            <p:cNvPr id="20631" name="Google Shape;20631;p14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4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4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14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14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4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4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14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14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14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14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4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4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14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14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4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14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14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14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14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14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4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4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4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14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14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4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4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4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14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14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14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14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14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14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4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4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4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4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14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14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4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14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14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75" name="Google Shape;20675;p144"/>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144"/>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144"/>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144"/>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144"/>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80" name="Google Shape;20680;p144"/>
          <p:cNvGrpSpPr/>
          <p:nvPr/>
        </p:nvGrpSpPr>
        <p:grpSpPr>
          <a:xfrm>
            <a:off x="5779239" y="2735295"/>
            <a:ext cx="314411" cy="389830"/>
            <a:chOff x="5779239" y="2887695"/>
            <a:chExt cx="314411" cy="389830"/>
          </a:xfrm>
        </p:grpSpPr>
        <p:sp>
          <p:nvSpPr>
            <p:cNvPr id="20681" name="Google Shape;20681;p14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14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14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14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14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14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14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14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14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14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14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14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14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14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14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14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14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14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14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14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14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14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14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14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14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14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14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14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14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14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14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14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14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14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14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14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14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14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14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14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14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14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14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14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5" name="Google Shape;20725;p144"/>
          <p:cNvGrpSpPr/>
          <p:nvPr/>
        </p:nvGrpSpPr>
        <p:grpSpPr>
          <a:xfrm>
            <a:off x="6190130" y="2788577"/>
            <a:ext cx="389830" cy="283004"/>
            <a:chOff x="6190130" y="2940977"/>
            <a:chExt cx="389830" cy="283004"/>
          </a:xfrm>
        </p:grpSpPr>
        <p:sp>
          <p:nvSpPr>
            <p:cNvPr id="20726" name="Google Shape;20726;p14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14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14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14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14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14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14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14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14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14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14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14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14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14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14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14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14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14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14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14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14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14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14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14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14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14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14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14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14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14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6" name="Google Shape;20756;p144"/>
          <p:cNvGrpSpPr/>
          <p:nvPr/>
        </p:nvGrpSpPr>
        <p:grpSpPr>
          <a:xfrm>
            <a:off x="6633976" y="2747874"/>
            <a:ext cx="389803" cy="364673"/>
            <a:chOff x="6633976" y="2900274"/>
            <a:chExt cx="389803" cy="364673"/>
          </a:xfrm>
        </p:grpSpPr>
        <p:sp>
          <p:nvSpPr>
            <p:cNvPr id="20757" name="Google Shape;20757;p14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14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14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14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14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14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14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14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14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14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14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14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14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14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14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14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14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4" name="Google Shape;20774;p144"/>
          <p:cNvGrpSpPr/>
          <p:nvPr/>
        </p:nvGrpSpPr>
        <p:grpSpPr>
          <a:xfrm>
            <a:off x="7517835" y="2733037"/>
            <a:ext cx="364935" cy="382529"/>
            <a:chOff x="7517835" y="2885437"/>
            <a:chExt cx="364935" cy="382529"/>
          </a:xfrm>
        </p:grpSpPr>
        <p:sp>
          <p:nvSpPr>
            <p:cNvPr id="20775" name="Google Shape;20775;p14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14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14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14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14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14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14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14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14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14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14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14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14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14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14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14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14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14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14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14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14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14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14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14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14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14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14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14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14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14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14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14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14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14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14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14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14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2" name="Google Shape;20812;p144"/>
          <p:cNvGrpSpPr/>
          <p:nvPr/>
        </p:nvGrpSpPr>
        <p:grpSpPr>
          <a:xfrm>
            <a:off x="7087591" y="2734744"/>
            <a:ext cx="358160" cy="385602"/>
            <a:chOff x="7087591" y="2887144"/>
            <a:chExt cx="358160" cy="385602"/>
          </a:xfrm>
        </p:grpSpPr>
        <p:sp>
          <p:nvSpPr>
            <p:cNvPr id="20813" name="Google Shape;20813;p14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14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14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14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14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14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14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14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14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14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14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14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14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14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14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14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14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14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14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2" name="Google Shape;20832;p144"/>
          <p:cNvGrpSpPr/>
          <p:nvPr/>
        </p:nvGrpSpPr>
        <p:grpSpPr>
          <a:xfrm>
            <a:off x="7951362" y="2733037"/>
            <a:ext cx="382529" cy="382529"/>
            <a:chOff x="7951362" y="2885437"/>
            <a:chExt cx="382529" cy="382529"/>
          </a:xfrm>
        </p:grpSpPr>
        <p:sp>
          <p:nvSpPr>
            <p:cNvPr id="20833" name="Google Shape;20833;p14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14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14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14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14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14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14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14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14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14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14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14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14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14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14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14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14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14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14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14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14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14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14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14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14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14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14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14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14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14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14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14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14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14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14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14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14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14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14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14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14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14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14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14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14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14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14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14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14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2" name="Google Shape;20882;p144"/>
          <p:cNvGrpSpPr/>
          <p:nvPr/>
        </p:nvGrpSpPr>
        <p:grpSpPr>
          <a:xfrm>
            <a:off x="8054406" y="3662089"/>
            <a:ext cx="276964" cy="336601"/>
            <a:chOff x="8054406" y="3814489"/>
            <a:chExt cx="276964" cy="336601"/>
          </a:xfrm>
        </p:grpSpPr>
        <p:sp>
          <p:nvSpPr>
            <p:cNvPr id="20883" name="Google Shape;20883;p14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14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14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14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14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14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14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14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14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2" name="Google Shape;20892;p144"/>
          <p:cNvGrpSpPr/>
          <p:nvPr/>
        </p:nvGrpSpPr>
        <p:grpSpPr>
          <a:xfrm>
            <a:off x="7936787" y="4142674"/>
            <a:ext cx="378249" cy="335524"/>
            <a:chOff x="7936787" y="4295074"/>
            <a:chExt cx="378249" cy="335524"/>
          </a:xfrm>
        </p:grpSpPr>
        <p:sp>
          <p:nvSpPr>
            <p:cNvPr id="20893" name="Google Shape;20893;p14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14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14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14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14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14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14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14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14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14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14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14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14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14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14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14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9" name="Google Shape;20909;p144"/>
          <p:cNvGrpSpPr/>
          <p:nvPr/>
        </p:nvGrpSpPr>
        <p:grpSpPr>
          <a:xfrm>
            <a:off x="4886058" y="1813490"/>
            <a:ext cx="388569" cy="388307"/>
            <a:chOff x="4886058" y="1965890"/>
            <a:chExt cx="388569" cy="388307"/>
          </a:xfrm>
        </p:grpSpPr>
        <p:sp>
          <p:nvSpPr>
            <p:cNvPr id="20910" name="Google Shape;20910;p14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14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14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14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14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14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14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14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14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14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14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21" name="Google Shape;20921;p144"/>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20922" name="Google Shape;20922;p144"/>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926" name="Shape 20926"/>
        <p:cNvGrpSpPr/>
        <p:nvPr/>
      </p:nvGrpSpPr>
      <p:grpSpPr>
        <a:xfrm>
          <a:off x="0" y="0"/>
          <a:ext cx="0" cy="0"/>
          <a:chOff x="0" y="0"/>
          <a:chExt cx="0" cy="0"/>
        </a:xfrm>
      </p:grpSpPr>
      <p:grpSp>
        <p:nvGrpSpPr>
          <p:cNvPr id="20927" name="Google Shape;20927;p145"/>
          <p:cNvGrpSpPr/>
          <p:nvPr/>
        </p:nvGrpSpPr>
        <p:grpSpPr>
          <a:xfrm>
            <a:off x="1765162" y="3194389"/>
            <a:ext cx="292801" cy="359258"/>
            <a:chOff x="1765162" y="3346789"/>
            <a:chExt cx="292801" cy="359258"/>
          </a:xfrm>
        </p:grpSpPr>
        <p:sp>
          <p:nvSpPr>
            <p:cNvPr id="20928" name="Google Shape;20928;p14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14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14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14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14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14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14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14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14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14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14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14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14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14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14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3" name="Google Shape;20943;p145"/>
          <p:cNvGrpSpPr/>
          <p:nvPr/>
        </p:nvGrpSpPr>
        <p:grpSpPr>
          <a:xfrm>
            <a:off x="3077632" y="2292604"/>
            <a:ext cx="358996" cy="296309"/>
            <a:chOff x="3077632" y="2445004"/>
            <a:chExt cx="358996" cy="296309"/>
          </a:xfrm>
        </p:grpSpPr>
        <p:sp>
          <p:nvSpPr>
            <p:cNvPr id="20944" name="Google Shape;20944;p14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14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14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14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14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14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14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14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14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14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14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14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14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14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14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14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14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14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14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14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14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14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14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14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14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14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0" name="Google Shape;20970;p145"/>
          <p:cNvGrpSpPr/>
          <p:nvPr/>
        </p:nvGrpSpPr>
        <p:grpSpPr>
          <a:xfrm>
            <a:off x="2635237" y="2279380"/>
            <a:ext cx="359232" cy="323018"/>
            <a:chOff x="2635237" y="2431780"/>
            <a:chExt cx="359232" cy="323018"/>
          </a:xfrm>
        </p:grpSpPr>
        <p:sp>
          <p:nvSpPr>
            <p:cNvPr id="20971" name="Google Shape;20971;p14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14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14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14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14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14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14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14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14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14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14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14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14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14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14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6" name="Google Shape;20986;p145"/>
          <p:cNvGrpSpPr/>
          <p:nvPr/>
        </p:nvGrpSpPr>
        <p:grpSpPr>
          <a:xfrm>
            <a:off x="4011651" y="3615732"/>
            <a:ext cx="373189" cy="358944"/>
            <a:chOff x="4011651" y="3768132"/>
            <a:chExt cx="373189" cy="358944"/>
          </a:xfrm>
        </p:grpSpPr>
        <p:sp>
          <p:nvSpPr>
            <p:cNvPr id="20987" name="Google Shape;20987;p14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14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14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14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14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14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14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14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14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14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7" name="Google Shape;20997;p145"/>
          <p:cNvGrpSpPr/>
          <p:nvPr/>
        </p:nvGrpSpPr>
        <p:grpSpPr>
          <a:xfrm>
            <a:off x="2189568" y="1809203"/>
            <a:ext cx="364993" cy="359049"/>
            <a:chOff x="2189568" y="1961603"/>
            <a:chExt cx="364993" cy="359049"/>
          </a:xfrm>
        </p:grpSpPr>
        <p:sp>
          <p:nvSpPr>
            <p:cNvPr id="20998" name="Google Shape;20998;p14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14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14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14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14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14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14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14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14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14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14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14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14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14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14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14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4" name="Google Shape;21014;p145"/>
          <p:cNvGrpSpPr/>
          <p:nvPr/>
        </p:nvGrpSpPr>
        <p:grpSpPr>
          <a:xfrm>
            <a:off x="2193077" y="2267571"/>
            <a:ext cx="378426" cy="346323"/>
            <a:chOff x="2193077" y="2419971"/>
            <a:chExt cx="378426" cy="346323"/>
          </a:xfrm>
        </p:grpSpPr>
        <p:sp>
          <p:nvSpPr>
            <p:cNvPr id="21015" name="Google Shape;21015;p14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14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14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14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14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14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14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14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14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14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14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14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14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14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14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14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14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14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14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14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14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6" name="Google Shape;21036;p145"/>
          <p:cNvGrpSpPr/>
          <p:nvPr/>
        </p:nvGrpSpPr>
        <p:grpSpPr>
          <a:xfrm>
            <a:off x="861622" y="2729370"/>
            <a:ext cx="276802" cy="367140"/>
            <a:chOff x="861622" y="2881770"/>
            <a:chExt cx="276802" cy="367140"/>
          </a:xfrm>
        </p:grpSpPr>
        <p:sp>
          <p:nvSpPr>
            <p:cNvPr id="21037" name="Google Shape;21037;p14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14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14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14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14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14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14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14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14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14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14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14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14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14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14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14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14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14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14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14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14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14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9" name="Google Shape;21059;p145"/>
          <p:cNvGrpSpPr/>
          <p:nvPr/>
        </p:nvGrpSpPr>
        <p:grpSpPr>
          <a:xfrm>
            <a:off x="3968184" y="2729291"/>
            <a:ext cx="369444" cy="367140"/>
            <a:chOff x="3968184" y="2881691"/>
            <a:chExt cx="369444" cy="367140"/>
          </a:xfrm>
        </p:grpSpPr>
        <p:sp>
          <p:nvSpPr>
            <p:cNvPr id="21060" name="Google Shape;21060;p14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14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14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14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14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14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14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14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14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14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14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14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14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14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14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14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14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14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14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14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14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14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14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14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4" name="Google Shape;21084;p145"/>
          <p:cNvGrpSpPr/>
          <p:nvPr/>
        </p:nvGrpSpPr>
        <p:grpSpPr>
          <a:xfrm>
            <a:off x="3513796" y="2729684"/>
            <a:ext cx="371487" cy="366826"/>
            <a:chOff x="3513796" y="2882084"/>
            <a:chExt cx="371487" cy="366826"/>
          </a:xfrm>
        </p:grpSpPr>
        <p:sp>
          <p:nvSpPr>
            <p:cNvPr id="21085" name="Google Shape;21085;p14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14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14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14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14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14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14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14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14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14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14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14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14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14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14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14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14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14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14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14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14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14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14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14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14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14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14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14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14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14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14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14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14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14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14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14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14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14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14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4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4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14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14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14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14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14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14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14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14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4" name="Google Shape;21134;p145"/>
          <p:cNvGrpSpPr/>
          <p:nvPr/>
        </p:nvGrpSpPr>
        <p:grpSpPr>
          <a:xfrm>
            <a:off x="873615" y="1347875"/>
            <a:ext cx="335011" cy="359232"/>
            <a:chOff x="873615" y="1500275"/>
            <a:chExt cx="335011" cy="359232"/>
          </a:xfrm>
        </p:grpSpPr>
        <p:sp>
          <p:nvSpPr>
            <p:cNvPr id="21135" name="Google Shape;21135;p14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14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4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4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4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4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14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14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14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14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14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6" name="Google Shape;21146;p145"/>
          <p:cNvGrpSpPr/>
          <p:nvPr/>
        </p:nvGrpSpPr>
        <p:grpSpPr>
          <a:xfrm>
            <a:off x="2202058" y="3194337"/>
            <a:ext cx="337158" cy="359311"/>
            <a:chOff x="2202058" y="3346737"/>
            <a:chExt cx="337158" cy="359311"/>
          </a:xfrm>
        </p:grpSpPr>
        <p:sp>
          <p:nvSpPr>
            <p:cNvPr id="21147" name="Google Shape;21147;p14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14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4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4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4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14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14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14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14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6" name="Google Shape;21156;p145"/>
          <p:cNvGrpSpPr/>
          <p:nvPr/>
        </p:nvGrpSpPr>
        <p:grpSpPr>
          <a:xfrm>
            <a:off x="2223059" y="3665772"/>
            <a:ext cx="359232" cy="306050"/>
            <a:chOff x="2223059" y="3818172"/>
            <a:chExt cx="359232" cy="306050"/>
          </a:xfrm>
        </p:grpSpPr>
        <p:sp>
          <p:nvSpPr>
            <p:cNvPr id="21157" name="Google Shape;21157;p14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14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14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14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4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14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14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14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14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6" name="Google Shape;21166;p145"/>
          <p:cNvGrpSpPr/>
          <p:nvPr/>
        </p:nvGrpSpPr>
        <p:grpSpPr>
          <a:xfrm>
            <a:off x="1725989" y="1839420"/>
            <a:ext cx="378426" cy="298509"/>
            <a:chOff x="1725989" y="1991820"/>
            <a:chExt cx="378426" cy="298509"/>
          </a:xfrm>
        </p:grpSpPr>
        <p:sp>
          <p:nvSpPr>
            <p:cNvPr id="21167" name="Google Shape;21167;p14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14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14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4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4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14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14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4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14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14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4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14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9" name="Google Shape;21179;p145"/>
          <p:cNvGrpSpPr/>
          <p:nvPr/>
        </p:nvGrpSpPr>
        <p:grpSpPr>
          <a:xfrm>
            <a:off x="1768409" y="3639351"/>
            <a:ext cx="367978" cy="359075"/>
            <a:chOff x="1768409" y="3791751"/>
            <a:chExt cx="367978" cy="359075"/>
          </a:xfrm>
        </p:grpSpPr>
        <p:sp>
          <p:nvSpPr>
            <p:cNvPr id="21180" name="Google Shape;21180;p14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14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14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4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14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14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4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4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14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14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4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14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14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3" name="Google Shape;21193;p145"/>
          <p:cNvGrpSpPr/>
          <p:nvPr/>
        </p:nvGrpSpPr>
        <p:grpSpPr>
          <a:xfrm>
            <a:off x="2668963" y="3638906"/>
            <a:ext cx="358735" cy="359311"/>
            <a:chOff x="2668963" y="3791306"/>
            <a:chExt cx="358735" cy="359311"/>
          </a:xfrm>
        </p:grpSpPr>
        <p:sp>
          <p:nvSpPr>
            <p:cNvPr id="21194" name="Google Shape;21194;p14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14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14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14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4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4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4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4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14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14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14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14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14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14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14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14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0" name="Google Shape;21210;p145"/>
          <p:cNvGrpSpPr/>
          <p:nvPr/>
        </p:nvGrpSpPr>
        <p:grpSpPr>
          <a:xfrm>
            <a:off x="849682" y="1842798"/>
            <a:ext cx="363893" cy="291727"/>
            <a:chOff x="849682" y="1995198"/>
            <a:chExt cx="363893" cy="291727"/>
          </a:xfrm>
        </p:grpSpPr>
        <p:sp>
          <p:nvSpPr>
            <p:cNvPr id="21211" name="Google Shape;21211;p14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14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14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14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14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14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4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4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4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14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14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4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14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14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14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14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4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4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9" name="Google Shape;21229;p145"/>
          <p:cNvGrpSpPr/>
          <p:nvPr/>
        </p:nvGrpSpPr>
        <p:grpSpPr>
          <a:xfrm>
            <a:off x="3065430" y="1837666"/>
            <a:ext cx="378190" cy="302044"/>
            <a:chOff x="3065430" y="1990066"/>
            <a:chExt cx="378190" cy="302044"/>
          </a:xfrm>
        </p:grpSpPr>
        <p:sp>
          <p:nvSpPr>
            <p:cNvPr id="21230" name="Google Shape;21230;p14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14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4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4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4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14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14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14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14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4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4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1" name="Google Shape;21241;p145"/>
          <p:cNvGrpSpPr/>
          <p:nvPr/>
        </p:nvGrpSpPr>
        <p:grpSpPr>
          <a:xfrm>
            <a:off x="3568234" y="3639010"/>
            <a:ext cx="347501" cy="359284"/>
            <a:chOff x="3568234" y="3791410"/>
            <a:chExt cx="347501" cy="359284"/>
          </a:xfrm>
        </p:grpSpPr>
        <p:sp>
          <p:nvSpPr>
            <p:cNvPr id="21242" name="Google Shape;21242;p14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14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14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14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14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14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14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4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14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14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14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3" name="Google Shape;21253;p145"/>
          <p:cNvGrpSpPr/>
          <p:nvPr/>
        </p:nvGrpSpPr>
        <p:grpSpPr>
          <a:xfrm>
            <a:off x="1759925" y="1348687"/>
            <a:ext cx="347004" cy="358420"/>
            <a:chOff x="1759925" y="1501087"/>
            <a:chExt cx="347004" cy="358420"/>
          </a:xfrm>
        </p:grpSpPr>
        <p:sp>
          <p:nvSpPr>
            <p:cNvPr id="21254" name="Google Shape;21254;p14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14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14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14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14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14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14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14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14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14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14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14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14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14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14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14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14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14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14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14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14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14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14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14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14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14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14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1" name="Google Shape;21281;p145"/>
          <p:cNvGrpSpPr/>
          <p:nvPr/>
        </p:nvGrpSpPr>
        <p:grpSpPr>
          <a:xfrm>
            <a:off x="3519295" y="2261260"/>
            <a:ext cx="360227" cy="359311"/>
            <a:chOff x="3519295" y="2413660"/>
            <a:chExt cx="360227" cy="359311"/>
          </a:xfrm>
        </p:grpSpPr>
        <p:sp>
          <p:nvSpPr>
            <p:cNvPr id="21282" name="Google Shape;21282;p14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14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14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14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14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14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14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14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14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14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14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14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14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14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14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14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14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14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14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14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14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14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14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14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14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14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14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14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14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14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14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14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14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14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14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7" name="Google Shape;21317;p145"/>
          <p:cNvGrpSpPr/>
          <p:nvPr/>
        </p:nvGrpSpPr>
        <p:grpSpPr>
          <a:xfrm>
            <a:off x="1330255" y="3693318"/>
            <a:ext cx="358996" cy="250774"/>
            <a:chOff x="1330255" y="3845718"/>
            <a:chExt cx="358996" cy="250774"/>
          </a:xfrm>
        </p:grpSpPr>
        <p:sp>
          <p:nvSpPr>
            <p:cNvPr id="21318" name="Google Shape;21318;p14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14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14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14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14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14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14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14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14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14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8" name="Google Shape;21328;p145"/>
          <p:cNvGrpSpPr/>
          <p:nvPr/>
        </p:nvGrpSpPr>
        <p:grpSpPr>
          <a:xfrm>
            <a:off x="3115103" y="3638984"/>
            <a:ext cx="373424" cy="359311"/>
            <a:chOff x="3115103" y="3791384"/>
            <a:chExt cx="373424" cy="359311"/>
          </a:xfrm>
        </p:grpSpPr>
        <p:sp>
          <p:nvSpPr>
            <p:cNvPr id="21329" name="Google Shape;21329;p14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14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14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14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14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14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14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14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14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14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14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14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14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14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3" name="Google Shape;21343;p145"/>
          <p:cNvGrpSpPr/>
          <p:nvPr/>
        </p:nvGrpSpPr>
        <p:grpSpPr>
          <a:xfrm>
            <a:off x="883853" y="3640241"/>
            <a:ext cx="378190" cy="357059"/>
            <a:chOff x="883853" y="3792641"/>
            <a:chExt cx="378190" cy="357059"/>
          </a:xfrm>
        </p:grpSpPr>
        <p:sp>
          <p:nvSpPr>
            <p:cNvPr id="21344" name="Google Shape;21344;p14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14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14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14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14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14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14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14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14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14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14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14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14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14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14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14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14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14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14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14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14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14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14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14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14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14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0" name="Google Shape;21370;p145"/>
          <p:cNvGrpSpPr/>
          <p:nvPr/>
        </p:nvGrpSpPr>
        <p:grpSpPr>
          <a:xfrm>
            <a:off x="3934196" y="2332405"/>
            <a:ext cx="401207" cy="214036"/>
            <a:chOff x="3934196" y="2484805"/>
            <a:chExt cx="401207" cy="214036"/>
          </a:xfrm>
        </p:grpSpPr>
        <p:sp>
          <p:nvSpPr>
            <p:cNvPr id="21371" name="Google Shape;21371;p14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14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14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14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14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6" name="Google Shape;21376;p145"/>
          <p:cNvGrpSpPr/>
          <p:nvPr/>
        </p:nvGrpSpPr>
        <p:grpSpPr>
          <a:xfrm>
            <a:off x="3999894" y="1347797"/>
            <a:ext cx="342474" cy="359232"/>
            <a:chOff x="3999894" y="1500197"/>
            <a:chExt cx="342474" cy="359232"/>
          </a:xfrm>
        </p:grpSpPr>
        <p:sp>
          <p:nvSpPr>
            <p:cNvPr id="21377" name="Google Shape;21377;p14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14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14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14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14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14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14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14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14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14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7" name="Google Shape;21387;p145"/>
          <p:cNvGrpSpPr/>
          <p:nvPr/>
        </p:nvGrpSpPr>
        <p:grpSpPr>
          <a:xfrm>
            <a:off x="2233795" y="2729762"/>
            <a:ext cx="232601" cy="366747"/>
            <a:chOff x="2233795" y="2882162"/>
            <a:chExt cx="232601" cy="366747"/>
          </a:xfrm>
        </p:grpSpPr>
        <p:sp>
          <p:nvSpPr>
            <p:cNvPr id="21388" name="Google Shape;21388;p14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14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14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14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14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14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14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14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14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14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14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14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14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14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14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14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14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14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6" name="Google Shape;21406;p145"/>
          <p:cNvGrpSpPr/>
          <p:nvPr/>
        </p:nvGrpSpPr>
        <p:grpSpPr>
          <a:xfrm>
            <a:off x="3523772" y="3252022"/>
            <a:ext cx="362008" cy="244175"/>
            <a:chOff x="3523772" y="3404422"/>
            <a:chExt cx="362008" cy="244175"/>
          </a:xfrm>
        </p:grpSpPr>
        <p:sp>
          <p:nvSpPr>
            <p:cNvPr id="21407" name="Google Shape;21407;p14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14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14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14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14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14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14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14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14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14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14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14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14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14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14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2" name="Google Shape;21422;p145"/>
          <p:cNvGrpSpPr/>
          <p:nvPr/>
        </p:nvGrpSpPr>
        <p:grpSpPr>
          <a:xfrm>
            <a:off x="3531026" y="1824914"/>
            <a:ext cx="359232" cy="327836"/>
            <a:chOff x="3531026" y="1977314"/>
            <a:chExt cx="359232" cy="327836"/>
          </a:xfrm>
        </p:grpSpPr>
        <p:sp>
          <p:nvSpPr>
            <p:cNvPr id="21423" name="Google Shape;21423;p14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14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14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14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14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14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14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14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14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14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3" name="Google Shape;21433;p145"/>
          <p:cNvGrpSpPr/>
          <p:nvPr/>
        </p:nvGrpSpPr>
        <p:grpSpPr>
          <a:xfrm>
            <a:off x="3123351" y="1347875"/>
            <a:ext cx="296781" cy="359232"/>
            <a:chOff x="3123351" y="1500275"/>
            <a:chExt cx="296781" cy="359232"/>
          </a:xfrm>
        </p:grpSpPr>
        <p:sp>
          <p:nvSpPr>
            <p:cNvPr id="21434" name="Google Shape;21434;p14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14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14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14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14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14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14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14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14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14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14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5" name="Google Shape;21445;p145"/>
          <p:cNvGrpSpPr/>
          <p:nvPr/>
        </p:nvGrpSpPr>
        <p:grpSpPr>
          <a:xfrm>
            <a:off x="2659458" y="1347875"/>
            <a:ext cx="332261" cy="359232"/>
            <a:chOff x="2659458" y="1500275"/>
            <a:chExt cx="332261" cy="359232"/>
          </a:xfrm>
        </p:grpSpPr>
        <p:sp>
          <p:nvSpPr>
            <p:cNvPr id="21446" name="Google Shape;21446;p14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14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14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14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14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14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14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14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14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14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14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14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14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14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14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14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14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14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14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14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6" name="Google Shape;21466;p145"/>
          <p:cNvGrpSpPr/>
          <p:nvPr/>
        </p:nvGrpSpPr>
        <p:grpSpPr>
          <a:xfrm>
            <a:off x="1750184" y="2261130"/>
            <a:ext cx="359730" cy="359441"/>
            <a:chOff x="1750184" y="2413530"/>
            <a:chExt cx="359730" cy="359441"/>
          </a:xfrm>
        </p:grpSpPr>
        <p:sp>
          <p:nvSpPr>
            <p:cNvPr id="21467" name="Google Shape;21467;p14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14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14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14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14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14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14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14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14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14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14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8" name="Google Shape;21478;p145"/>
          <p:cNvGrpSpPr/>
          <p:nvPr/>
        </p:nvGrpSpPr>
        <p:grpSpPr>
          <a:xfrm>
            <a:off x="2230050" y="1347823"/>
            <a:ext cx="316524" cy="359284"/>
            <a:chOff x="2230050" y="1500223"/>
            <a:chExt cx="316524" cy="359284"/>
          </a:xfrm>
        </p:grpSpPr>
        <p:sp>
          <p:nvSpPr>
            <p:cNvPr id="21479" name="Google Shape;21479;p14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14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14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14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14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14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14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14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14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14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14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14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14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14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14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14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14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14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14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14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9" name="Google Shape;21499;p145"/>
          <p:cNvGrpSpPr/>
          <p:nvPr/>
        </p:nvGrpSpPr>
        <p:grpSpPr>
          <a:xfrm>
            <a:off x="2690042" y="4110367"/>
            <a:ext cx="359389" cy="359232"/>
            <a:chOff x="2690042" y="4262767"/>
            <a:chExt cx="359389" cy="359232"/>
          </a:xfrm>
        </p:grpSpPr>
        <p:sp>
          <p:nvSpPr>
            <p:cNvPr id="21500" name="Google Shape;21500;p14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14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14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14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14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14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14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7" name="Google Shape;21507;p145"/>
          <p:cNvGrpSpPr/>
          <p:nvPr/>
        </p:nvGrpSpPr>
        <p:grpSpPr>
          <a:xfrm>
            <a:off x="2689440" y="2729762"/>
            <a:ext cx="222337" cy="366721"/>
            <a:chOff x="2689440" y="2882162"/>
            <a:chExt cx="222337" cy="366721"/>
          </a:xfrm>
        </p:grpSpPr>
        <p:sp>
          <p:nvSpPr>
            <p:cNvPr id="21508" name="Google Shape;21508;p14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14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14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14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14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14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14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14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14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17" name="Google Shape;21517;p145"/>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18" name="Google Shape;21518;p145"/>
          <p:cNvGrpSpPr/>
          <p:nvPr/>
        </p:nvGrpSpPr>
        <p:grpSpPr>
          <a:xfrm>
            <a:off x="2637986" y="1827742"/>
            <a:ext cx="359232" cy="322023"/>
            <a:chOff x="2637986" y="1980142"/>
            <a:chExt cx="359232" cy="322023"/>
          </a:xfrm>
        </p:grpSpPr>
        <p:sp>
          <p:nvSpPr>
            <p:cNvPr id="21519" name="Google Shape;21519;p14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14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14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14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14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14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14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14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14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14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14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14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14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2" name="Google Shape;21532;p145"/>
          <p:cNvGrpSpPr/>
          <p:nvPr/>
        </p:nvGrpSpPr>
        <p:grpSpPr>
          <a:xfrm>
            <a:off x="1306531" y="3194572"/>
            <a:ext cx="323018" cy="359075"/>
            <a:chOff x="1306531" y="3346972"/>
            <a:chExt cx="323018" cy="359075"/>
          </a:xfrm>
        </p:grpSpPr>
        <p:sp>
          <p:nvSpPr>
            <p:cNvPr id="21533" name="Google Shape;21533;p14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14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14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14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14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14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14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14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14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2" name="Google Shape;21542;p145"/>
          <p:cNvGrpSpPr/>
          <p:nvPr/>
        </p:nvGrpSpPr>
        <p:grpSpPr>
          <a:xfrm>
            <a:off x="1308024" y="2261575"/>
            <a:ext cx="360253" cy="357111"/>
            <a:chOff x="1308024" y="2413975"/>
            <a:chExt cx="360253" cy="357111"/>
          </a:xfrm>
        </p:grpSpPr>
        <p:sp>
          <p:nvSpPr>
            <p:cNvPr id="21543" name="Google Shape;21543;p14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14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14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14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14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14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14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14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14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14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14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14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14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14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14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14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14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14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14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14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14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14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14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14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14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14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14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14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14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14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3" name="Google Shape;21573;p145"/>
          <p:cNvGrpSpPr/>
          <p:nvPr/>
        </p:nvGrpSpPr>
        <p:grpSpPr>
          <a:xfrm>
            <a:off x="1298519" y="1817922"/>
            <a:ext cx="378452" cy="341321"/>
            <a:chOff x="1298519" y="1970322"/>
            <a:chExt cx="378452" cy="341321"/>
          </a:xfrm>
        </p:grpSpPr>
        <p:sp>
          <p:nvSpPr>
            <p:cNvPr id="21574" name="Google Shape;21574;p14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14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14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14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14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14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14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14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14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14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14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14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14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14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14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14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14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14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14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14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4" name="Google Shape;21594;p145"/>
          <p:cNvGrpSpPr/>
          <p:nvPr/>
        </p:nvGrpSpPr>
        <p:grpSpPr>
          <a:xfrm>
            <a:off x="3114815" y="3194468"/>
            <a:ext cx="283217" cy="359180"/>
            <a:chOff x="3114815" y="3346868"/>
            <a:chExt cx="283217" cy="359180"/>
          </a:xfrm>
        </p:grpSpPr>
        <p:sp>
          <p:nvSpPr>
            <p:cNvPr id="21595" name="Google Shape;21595;p14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14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14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14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14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14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14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14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14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14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14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14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14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8" name="Google Shape;21608;p145"/>
          <p:cNvGrpSpPr/>
          <p:nvPr/>
        </p:nvGrpSpPr>
        <p:grpSpPr>
          <a:xfrm>
            <a:off x="3973186" y="3200831"/>
            <a:ext cx="378661" cy="346558"/>
            <a:chOff x="3973186" y="3353231"/>
            <a:chExt cx="378661" cy="346558"/>
          </a:xfrm>
        </p:grpSpPr>
        <p:sp>
          <p:nvSpPr>
            <p:cNvPr id="21609" name="Google Shape;21609;p14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14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14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14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14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14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14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14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14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14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14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14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14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14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14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14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14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14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7" name="Google Shape;21627;p145"/>
          <p:cNvGrpSpPr/>
          <p:nvPr/>
        </p:nvGrpSpPr>
        <p:grpSpPr>
          <a:xfrm>
            <a:off x="2152857" y="4110602"/>
            <a:ext cx="373241" cy="359127"/>
            <a:chOff x="2152857" y="4263002"/>
            <a:chExt cx="373241" cy="359127"/>
          </a:xfrm>
        </p:grpSpPr>
        <p:sp>
          <p:nvSpPr>
            <p:cNvPr id="21628" name="Google Shape;21628;p14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14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14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14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14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14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14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14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6" name="Google Shape;21636;p145"/>
          <p:cNvGrpSpPr/>
          <p:nvPr/>
        </p:nvGrpSpPr>
        <p:grpSpPr>
          <a:xfrm>
            <a:off x="859632" y="3194572"/>
            <a:ext cx="303537" cy="359127"/>
            <a:chOff x="859632" y="3346972"/>
            <a:chExt cx="303537" cy="359127"/>
          </a:xfrm>
        </p:grpSpPr>
        <p:sp>
          <p:nvSpPr>
            <p:cNvPr id="21637" name="Google Shape;21637;p14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14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14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14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14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2" name="Google Shape;21642;p145"/>
          <p:cNvGrpSpPr/>
          <p:nvPr/>
        </p:nvGrpSpPr>
        <p:grpSpPr>
          <a:xfrm>
            <a:off x="1767911" y="2729841"/>
            <a:ext cx="265306" cy="366799"/>
            <a:chOff x="1767911" y="2882241"/>
            <a:chExt cx="265306" cy="366799"/>
          </a:xfrm>
        </p:grpSpPr>
        <p:sp>
          <p:nvSpPr>
            <p:cNvPr id="21643" name="Google Shape;21643;p14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14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14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14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14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14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14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14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14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14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14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14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14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14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14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8" name="Google Shape;21658;p145"/>
          <p:cNvGrpSpPr/>
          <p:nvPr/>
        </p:nvGrpSpPr>
        <p:grpSpPr>
          <a:xfrm>
            <a:off x="1332009" y="1347535"/>
            <a:ext cx="331895" cy="359311"/>
            <a:chOff x="1332009" y="1499935"/>
            <a:chExt cx="331895" cy="359311"/>
          </a:xfrm>
        </p:grpSpPr>
        <p:sp>
          <p:nvSpPr>
            <p:cNvPr id="21659" name="Google Shape;21659;p14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14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14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14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14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14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14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14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14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14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14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14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14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14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14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14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14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6" name="Google Shape;21676;p145"/>
          <p:cNvGrpSpPr/>
          <p:nvPr/>
        </p:nvGrpSpPr>
        <p:grpSpPr>
          <a:xfrm>
            <a:off x="2663464" y="3194415"/>
            <a:ext cx="289528" cy="359232"/>
            <a:chOff x="2663464" y="3346815"/>
            <a:chExt cx="289528" cy="359232"/>
          </a:xfrm>
        </p:grpSpPr>
        <p:sp>
          <p:nvSpPr>
            <p:cNvPr id="21677" name="Google Shape;21677;p14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14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14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14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14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14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14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14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14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14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14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8" name="Google Shape;21688;p145"/>
          <p:cNvGrpSpPr/>
          <p:nvPr/>
        </p:nvGrpSpPr>
        <p:grpSpPr>
          <a:xfrm>
            <a:off x="1315775" y="2729527"/>
            <a:ext cx="269051" cy="366983"/>
            <a:chOff x="1315775" y="2881927"/>
            <a:chExt cx="269051" cy="366983"/>
          </a:xfrm>
        </p:grpSpPr>
        <p:sp>
          <p:nvSpPr>
            <p:cNvPr id="21689" name="Google Shape;21689;p14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14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14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14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14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14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14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14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14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14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14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14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14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14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14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4" name="Google Shape;21704;p145"/>
          <p:cNvGrpSpPr/>
          <p:nvPr/>
        </p:nvGrpSpPr>
        <p:grpSpPr>
          <a:xfrm>
            <a:off x="3977427" y="1827742"/>
            <a:ext cx="359232" cy="322023"/>
            <a:chOff x="3977427" y="1980142"/>
            <a:chExt cx="359232" cy="322023"/>
          </a:xfrm>
        </p:grpSpPr>
        <p:sp>
          <p:nvSpPr>
            <p:cNvPr id="21705" name="Google Shape;21705;p14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14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14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14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14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14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14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14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14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14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5" name="Google Shape;21715;p145"/>
          <p:cNvGrpSpPr/>
          <p:nvPr/>
        </p:nvGrpSpPr>
        <p:grpSpPr>
          <a:xfrm>
            <a:off x="865628" y="2261208"/>
            <a:ext cx="361720" cy="359180"/>
            <a:chOff x="865628" y="2413608"/>
            <a:chExt cx="361720" cy="359180"/>
          </a:xfrm>
        </p:grpSpPr>
        <p:sp>
          <p:nvSpPr>
            <p:cNvPr id="21716" name="Google Shape;21716;p14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14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14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14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14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14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14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14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14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14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14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14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14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9" name="Google Shape;21729;p145"/>
          <p:cNvGrpSpPr/>
          <p:nvPr/>
        </p:nvGrpSpPr>
        <p:grpSpPr>
          <a:xfrm>
            <a:off x="3117093" y="2729527"/>
            <a:ext cx="268815" cy="366983"/>
            <a:chOff x="3117093" y="2881927"/>
            <a:chExt cx="268815" cy="366983"/>
          </a:xfrm>
        </p:grpSpPr>
        <p:sp>
          <p:nvSpPr>
            <p:cNvPr id="21730" name="Google Shape;21730;p14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14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14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14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14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14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14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14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14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14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14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14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14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14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14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5" name="Google Shape;21745;p145"/>
          <p:cNvGrpSpPr/>
          <p:nvPr/>
        </p:nvGrpSpPr>
        <p:grpSpPr>
          <a:xfrm>
            <a:off x="3534508" y="1355600"/>
            <a:ext cx="368502" cy="343521"/>
            <a:chOff x="3534508" y="1508000"/>
            <a:chExt cx="368502" cy="343521"/>
          </a:xfrm>
        </p:grpSpPr>
        <p:sp>
          <p:nvSpPr>
            <p:cNvPr id="21746" name="Google Shape;21746;p14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14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14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14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14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14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14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14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14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14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14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14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14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14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14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1" name="Google Shape;21761;p145"/>
          <p:cNvGrpSpPr/>
          <p:nvPr/>
        </p:nvGrpSpPr>
        <p:grpSpPr>
          <a:xfrm>
            <a:off x="7147436" y="1350599"/>
            <a:ext cx="279054" cy="354754"/>
            <a:chOff x="7147436" y="1502999"/>
            <a:chExt cx="279054" cy="354754"/>
          </a:xfrm>
        </p:grpSpPr>
        <p:sp>
          <p:nvSpPr>
            <p:cNvPr id="21762" name="Google Shape;21762;p14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14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14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14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14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14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14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14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14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14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14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14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14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14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14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14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8" name="Google Shape;21778;p145"/>
          <p:cNvGrpSpPr/>
          <p:nvPr/>
        </p:nvGrpSpPr>
        <p:grpSpPr>
          <a:xfrm>
            <a:off x="7603081" y="1820672"/>
            <a:ext cx="276802" cy="354807"/>
            <a:chOff x="7603081" y="1973072"/>
            <a:chExt cx="276802" cy="354807"/>
          </a:xfrm>
        </p:grpSpPr>
        <p:sp>
          <p:nvSpPr>
            <p:cNvPr id="21779" name="Google Shape;21779;p14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14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14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14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14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14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14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14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14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14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14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14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14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14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3" name="Google Shape;21793;p145"/>
          <p:cNvGrpSpPr/>
          <p:nvPr/>
        </p:nvGrpSpPr>
        <p:grpSpPr>
          <a:xfrm>
            <a:off x="6696792" y="1350599"/>
            <a:ext cx="276802" cy="354754"/>
            <a:chOff x="6696792" y="1502999"/>
            <a:chExt cx="276802" cy="354754"/>
          </a:xfrm>
        </p:grpSpPr>
        <p:sp>
          <p:nvSpPr>
            <p:cNvPr id="21794" name="Google Shape;21794;p14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14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14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14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14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14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14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14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14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14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14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14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14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14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14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09" name="Google Shape;21809;p145"/>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10" name="Google Shape;21810;p145"/>
          <p:cNvGrpSpPr/>
          <p:nvPr/>
        </p:nvGrpSpPr>
        <p:grpSpPr>
          <a:xfrm>
            <a:off x="6223393" y="1350599"/>
            <a:ext cx="320295" cy="354754"/>
            <a:chOff x="6223393" y="1502999"/>
            <a:chExt cx="320295" cy="354754"/>
          </a:xfrm>
        </p:grpSpPr>
        <p:sp>
          <p:nvSpPr>
            <p:cNvPr id="21811" name="Google Shape;21811;p14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14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14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14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14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14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14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14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14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14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14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14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14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14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14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14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14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14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14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14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14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14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14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4" name="Google Shape;21834;p145"/>
          <p:cNvGrpSpPr/>
          <p:nvPr/>
        </p:nvGrpSpPr>
        <p:grpSpPr>
          <a:xfrm>
            <a:off x="5310611" y="1350572"/>
            <a:ext cx="339515" cy="354781"/>
            <a:chOff x="5310611" y="1502972"/>
            <a:chExt cx="339515" cy="354781"/>
          </a:xfrm>
        </p:grpSpPr>
        <p:sp>
          <p:nvSpPr>
            <p:cNvPr id="21835" name="Google Shape;21835;p14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14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14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14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14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14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14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14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14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14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14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14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14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14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14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14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1" name="Google Shape;21851;p145"/>
          <p:cNvGrpSpPr/>
          <p:nvPr/>
        </p:nvGrpSpPr>
        <p:grpSpPr>
          <a:xfrm>
            <a:off x="6253637" y="3637701"/>
            <a:ext cx="274550" cy="354833"/>
            <a:chOff x="6253637" y="3790101"/>
            <a:chExt cx="274550" cy="354833"/>
          </a:xfrm>
        </p:grpSpPr>
        <p:sp>
          <p:nvSpPr>
            <p:cNvPr id="21852" name="Google Shape;21852;p14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14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14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14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14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14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14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14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14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14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14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14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14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14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14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14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14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9" name="Google Shape;21869;p145"/>
          <p:cNvGrpSpPr/>
          <p:nvPr/>
        </p:nvGrpSpPr>
        <p:grpSpPr>
          <a:xfrm>
            <a:off x="5802731" y="3637780"/>
            <a:ext cx="274576" cy="354754"/>
            <a:chOff x="5802731" y="3790180"/>
            <a:chExt cx="274576" cy="354754"/>
          </a:xfrm>
        </p:grpSpPr>
        <p:sp>
          <p:nvSpPr>
            <p:cNvPr id="21870" name="Google Shape;21870;p14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14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14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14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14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14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14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14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14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14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14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14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14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14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4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14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14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14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14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14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14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1" name="Google Shape;21891;p145"/>
          <p:cNvGrpSpPr/>
          <p:nvPr/>
        </p:nvGrpSpPr>
        <p:grpSpPr>
          <a:xfrm>
            <a:off x="5352088" y="3637806"/>
            <a:ext cx="274550" cy="354728"/>
            <a:chOff x="5352088" y="3790206"/>
            <a:chExt cx="274550" cy="354728"/>
          </a:xfrm>
        </p:grpSpPr>
        <p:sp>
          <p:nvSpPr>
            <p:cNvPr id="21892" name="Google Shape;21892;p14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14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14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14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14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14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14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14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14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14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14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14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14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14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14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14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14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14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14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14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14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14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14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14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6" name="Google Shape;21916;p145"/>
          <p:cNvGrpSpPr/>
          <p:nvPr/>
        </p:nvGrpSpPr>
        <p:grpSpPr>
          <a:xfrm>
            <a:off x="4901706" y="3637675"/>
            <a:ext cx="274550" cy="354859"/>
            <a:chOff x="4901706" y="3790075"/>
            <a:chExt cx="274550" cy="354859"/>
          </a:xfrm>
        </p:grpSpPr>
        <p:sp>
          <p:nvSpPr>
            <p:cNvPr id="21917" name="Google Shape;21917;p14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14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14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14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14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14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14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14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14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14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14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14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14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14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14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14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14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4" name="Google Shape;21934;p145"/>
          <p:cNvGrpSpPr/>
          <p:nvPr/>
        </p:nvGrpSpPr>
        <p:grpSpPr>
          <a:xfrm>
            <a:off x="8052704" y="1350808"/>
            <a:ext cx="275073" cy="354545"/>
            <a:chOff x="8052704" y="1503208"/>
            <a:chExt cx="275073" cy="354545"/>
          </a:xfrm>
        </p:grpSpPr>
        <p:sp>
          <p:nvSpPr>
            <p:cNvPr id="21935" name="Google Shape;21935;p14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14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14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14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14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14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14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14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14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14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14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14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14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14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14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14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14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2" name="Google Shape;21952;p145"/>
          <p:cNvGrpSpPr/>
          <p:nvPr/>
        </p:nvGrpSpPr>
        <p:grpSpPr>
          <a:xfrm>
            <a:off x="5794745" y="1350599"/>
            <a:ext cx="274550" cy="354754"/>
            <a:chOff x="5794745" y="1502999"/>
            <a:chExt cx="274550" cy="354754"/>
          </a:xfrm>
        </p:grpSpPr>
        <p:sp>
          <p:nvSpPr>
            <p:cNvPr id="21953" name="Google Shape;21953;p14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14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14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14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14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14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14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14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14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14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14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14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14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14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14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14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14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14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14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14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14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14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14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6" name="Google Shape;21976;p145"/>
          <p:cNvGrpSpPr/>
          <p:nvPr/>
        </p:nvGrpSpPr>
        <p:grpSpPr>
          <a:xfrm>
            <a:off x="4896940" y="1350599"/>
            <a:ext cx="263316" cy="354754"/>
            <a:chOff x="4896940" y="1502999"/>
            <a:chExt cx="263316" cy="354754"/>
          </a:xfrm>
        </p:grpSpPr>
        <p:sp>
          <p:nvSpPr>
            <p:cNvPr id="21977" name="Google Shape;21977;p14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14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14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14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14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14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14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14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14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14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14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14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14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14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14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14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14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14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14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14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14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8" name="Google Shape;21998;p145"/>
          <p:cNvGrpSpPr/>
          <p:nvPr/>
        </p:nvGrpSpPr>
        <p:grpSpPr>
          <a:xfrm>
            <a:off x="6255392" y="4115682"/>
            <a:ext cx="274550" cy="354728"/>
            <a:chOff x="6255392" y="4268082"/>
            <a:chExt cx="274550" cy="354728"/>
          </a:xfrm>
        </p:grpSpPr>
        <p:sp>
          <p:nvSpPr>
            <p:cNvPr id="21999" name="Google Shape;21999;p14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14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14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14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14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14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14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14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14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14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14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14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14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14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14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14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14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14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14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14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9" name="Google Shape;22019;p145"/>
          <p:cNvGrpSpPr/>
          <p:nvPr/>
        </p:nvGrpSpPr>
        <p:grpSpPr>
          <a:xfrm>
            <a:off x="7604076" y="3637675"/>
            <a:ext cx="275807" cy="354859"/>
            <a:chOff x="7604076" y="3790075"/>
            <a:chExt cx="275807" cy="354859"/>
          </a:xfrm>
        </p:grpSpPr>
        <p:sp>
          <p:nvSpPr>
            <p:cNvPr id="22020" name="Google Shape;22020;p14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14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14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14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14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14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14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14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14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14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14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14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14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14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14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14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14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14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14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14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14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14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2" name="Google Shape;22042;p145"/>
          <p:cNvGrpSpPr/>
          <p:nvPr/>
        </p:nvGrpSpPr>
        <p:grpSpPr>
          <a:xfrm>
            <a:off x="7154427" y="3637806"/>
            <a:ext cx="274550" cy="354493"/>
            <a:chOff x="7154427" y="3790206"/>
            <a:chExt cx="274550" cy="354493"/>
          </a:xfrm>
        </p:grpSpPr>
        <p:sp>
          <p:nvSpPr>
            <p:cNvPr id="22043" name="Google Shape;22043;p14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14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14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14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14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14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14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14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14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14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14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14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14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14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14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14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14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14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14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14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3" name="Google Shape;22063;p145"/>
          <p:cNvGrpSpPr/>
          <p:nvPr/>
        </p:nvGrpSpPr>
        <p:grpSpPr>
          <a:xfrm>
            <a:off x="8054458" y="1820750"/>
            <a:ext cx="274576" cy="354728"/>
            <a:chOff x="8054458" y="1973150"/>
            <a:chExt cx="274576" cy="354728"/>
          </a:xfrm>
        </p:grpSpPr>
        <p:sp>
          <p:nvSpPr>
            <p:cNvPr id="22064" name="Google Shape;22064;p14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14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14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14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14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14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14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14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14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14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14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14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14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14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14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14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14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14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14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14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14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14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6" name="Google Shape;22086;p145"/>
          <p:cNvGrpSpPr/>
          <p:nvPr/>
        </p:nvGrpSpPr>
        <p:grpSpPr>
          <a:xfrm>
            <a:off x="7153930" y="1820750"/>
            <a:ext cx="274812" cy="354728"/>
            <a:chOff x="7153930" y="1973150"/>
            <a:chExt cx="274812" cy="354728"/>
          </a:xfrm>
        </p:grpSpPr>
        <p:sp>
          <p:nvSpPr>
            <p:cNvPr id="22087" name="Google Shape;22087;p14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14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14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14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14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14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14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14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14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14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14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14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14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14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14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14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14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14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14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6" name="Google Shape;22106;p145"/>
          <p:cNvGrpSpPr/>
          <p:nvPr/>
        </p:nvGrpSpPr>
        <p:grpSpPr>
          <a:xfrm>
            <a:off x="6703522" y="1820698"/>
            <a:ext cx="274812" cy="354781"/>
            <a:chOff x="6703522" y="1973098"/>
            <a:chExt cx="274812" cy="354781"/>
          </a:xfrm>
        </p:grpSpPr>
        <p:sp>
          <p:nvSpPr>
            <p:cNvPr id="22107" name="Google Shape;22107;p14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14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14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14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14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14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14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14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14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14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14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14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14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14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14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14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14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14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14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14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14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14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14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14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14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2" name="Google Shape;22132;p145"/>
          <p:cNvGrpSpPr/>
          <p:nvPr/>
        </p:nvGrpSpPr>
        <p:grpSpPr>
          <a:xfrm>
            <a:off x="6253375" y="1820750"/>
            <a:ext cx="274812" cy="354728"/>
            <a:chOff x="6253375" y="1973150"/>
            <a:chExt cx="274812" cy="354728"/>
          </a:xfrm>
        </p:grpSpPr>
        <p:sp>
          <p:nvSpPr>
            <p:cNvPr id="22133" name="Google Shape;22133;p14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14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14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14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14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14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14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14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14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14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14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14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14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14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14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14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14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14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14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14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14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14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14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14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14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14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14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14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14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14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14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14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14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14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14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14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14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14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1" name="Google Shape;22171;p145"/>
          <p:cNvGrpSpPr/>
          <p:nvPr/>
        </p:nvGrpSpPr>
        <p:grpSpPr>
          <a:xfrm>
            <a:off x="5802496" y="1820750"/>
            <a:ext cx="275309" cy="354728"/>
            <a:chOff x="5802496" y="1973150"/>
            <a:chExt cx="275309" cy="354728"/>
          </a:xfrm>
        </p:grpSpPr>
        <p:sp>
          <p:nvSpPr>
            <p:cNvPr id="22172" name="Google Shape;22172;p14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14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14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14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14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14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14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14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14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14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14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14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14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14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14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14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14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14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14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14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14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14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14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14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14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14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8" name="Google Shape;22198;p145"/>
          <p:cNvGrpSpPr/>
          <p:nvPr/>
        </p:nvGrpSpPr>
        <p:grpSpPr>
          <a:xfrm>
            <a:off x="5353083" y="1820750"/>
            <a:ext cx="274576" cy="354728"/>
            <a:chOff x="5353083" y="1973150"/>
            <a:chExt cx="274576" cy="354728"/>
          </a:xfrm>
        </p:grpSpPr>
        <p:sp>
          <p:nvSpPr>
            <p:cNvPr id="22199" name="Google Shape;22199;p14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14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14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14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14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14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14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14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14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14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14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14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14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14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14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14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14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14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14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14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14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0" name="Google Shape;22220;p145"/>
          <p:cNvGrpSpPr/>
          <p:nvPr/>
        </p:nvGrpSpPr>
        <p:grpSpPr>
          <a:xfrm>
            <a:off x="4902701" y="1820750"/>
            <a:ext cx="274812" cy="354728"/>
            <a:chOff x="4902701" y="1973150"/>
            <a:chExt cx="274812" cy="354728"/>
          </a:xfrm>
        </p:grpSpPr>
        <p:sp>
          <p:nvSpPr>
            <p:cNvPr id="22221" name="Google Shape;22221;p14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14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14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14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14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14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14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14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14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14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14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14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14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14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14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14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14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14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14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14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14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14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14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14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14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6" name="Google Shape;22246;p145"/>
          <p:cNvGrpSpPr/>
          <p:nvPr/>
        </p:nvGrpSpPr>
        <p:grpSpPr>
          <a:xfrm>
            <a:off x="4902701" y="2727589"/>
            <a:ext cx="272560" cy="354676"/>
            <a:chOff x="4902701" y="2879989"/>
            <a:chExt cx="272560" cy="354676"/>
          </a:xfrm>
        </p:grpSpPr>
        <p:sp>
          <p:nvSpPr>
            <p:cNvPr id="22247" name="Google Shape;22247;p14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14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14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14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14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14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14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14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14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14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14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14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14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14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14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14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14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14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14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14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14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14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14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14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1" name="Google Shape;22271;p145"/>
          <p:cNvGrpSpPr/>
          <p:nvPr/>
        </p:nvGrpSpPr>
        <p:grpSpPr>
          <a:xfrm>
            <a:off x="5803988" y="4115682"/>
            <a:ext cx="274550" cy="354728"/>
            <a:chOff x="5803988" y="4268082"/>
            <a:chExt cx="274550" cy="354728"/>
          </a:xfrm>
        </p:grpSpPr>
        <p:sp>
          <p:nvSpPr>
            <p:cNvPr id="22272" name="Google Shape;22272;p14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14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14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14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14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14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14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14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14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14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14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14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14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14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14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14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14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14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14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14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14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14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4" name="Google Shape;22294;p145"/>
          <p:cNvGrpSpPr/>
          <p:nvPr/>
        </p:nvGrpSpPr>
        <p:grpSpPr>
          <a:xfrm>
            <a:off x="5352349" y="4115682"/>
            <a:ext cx="274550" cy="354728"/>
            <a:chOff x="5352349" y="4268082"/>
            <a:chExt cx="274550" cy="354728"/>
          </a:xfrm>
        </p:grpSpPr>
        <p:sp>
          <p:nvSpPr>
            <p:cNvPr id="22295" name="Google Shape;22295;p14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14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14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14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14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14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14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14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14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14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14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14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14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14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14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14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14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14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14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14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14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14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7" name="Google Shape;22317;p145"/>
          <p:cNvGrpSpPr/>
          <p:nvPr/>
        </p:nvGrpSpPr>
        <p:grpSpPr>
          <a:xfrm>
            <a:off x="7606826" y="2266890"/>
            <a:ext cx="274550" cy="354728"/>
            <a:chOff x="7606826" y="2419290"/>
            <a:chExt cx="274550" cy="354728"/>
          </a:xfrm>
        </p:grpSpPr>
        <p:sp>
          <p:nvSpPr>
            <p:cNvPr id="22318" name="Google Shape;22318;p14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14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14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14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14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14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14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14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14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14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14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14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14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14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14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3" name="Google Shape;22333;p145"/>
          <p:cNvGrpSpPr/>
          <p:nvPr/>
        </p:nvGrpSpPr>
        <p:grpSpPr>
          <a:xfrm>
            <a:off x="7156182" y="2266890"/>
            <a:ext cx="274550" cy="354728"/>
            <a:chOff x="7156182" y="2419290"/>
            <a:chExt cx="274550" cy="354728"/>
          </a:xfrm>
        </p:grpSpPr>
        <p:sp>
          <p:nvSpPr>
            <p:cNvPr id="22334" name="Google Shape;22334;p14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14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14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14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14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14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14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14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14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14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14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14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14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14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14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9" name="Google Shape;22349;p145"/>
          <p:cNvGrpSpPr/>
          <p:nvPr/>
        </p:nvGrpSpPr>
        <p:grpSpPr>
          <a:xfrm>
            <a:off x="6705276" y="2266890"/>
            <a:ext cx="274812" cy="354728"/>
            <a:chOff x="6705276" y="2419290"/>
            <a:chExt cx="274812" cy="354728"/>
          </a:xfrm>
        </p:grpSpPr>
        <p:sp>
          <p:nvSpPr>
            <p:cNvPr id="22350" name="Google Shape;22350;p14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14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14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14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14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14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14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14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14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14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14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14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14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14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14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14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14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14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14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14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14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14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14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14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14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14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14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14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8" name="Google Shape;22378;p145"/>
          <p:cNvGrpSpPr/>
          <p:nvPr/>
        </p:nvGrpSpPr>
        <p:grpSpPr>
          <a:xfrm>
            <a:off x="4902936" y="2266890"/>
            <a:ext cx="274576" cy="354728"/>
            <a:chOff x="4902936" y="2419290"/>
            <a:chExt cx="274576" cy="354728"/>
          </a:xfrm>
        </p:grpSpPr>
        <p:sp>
          <p:nvSpPr>
            <p:cNvPr id="22379" name="Google Shape;22379;p14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14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14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14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14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14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14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14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14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14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14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14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14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14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14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14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14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14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14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14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9" name="Google Shape;22399;p145"/>
          <p:cNvGrpSpPr/>
          <p:nvPr/>
        </p:nvGrpSpPr>
        <p:grpSpPr>
          <a:xfrm>
            <a:off x="7608056" y="3193394"/>
            <a:ext cx="270334" cy="354754"/>
            <a:chOff x="7608056" y="3345794"/>
            <a:chExt cx="270334" cy="354754"/>
          </a:xfrm>
        </p:grpSpPr>
        <p:sp>
          <p:nvSpPr>
            <p:cNvPr id="22400" name="Google Shape;22400;p14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14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14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14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14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14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14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14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14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14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14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14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14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14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14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14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14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14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14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9" name="Google Shape;22419;p145"/>
          <p:cNvGrpSpPr/>
          <p:nvPr/>
        </p:nvGrpSpPr>
        <p:grpSpPr>
          <a:xfrm>
            <a:off x="6712765" y="4115682"/>
            <a:ext cx="263316" cy="354728"/>
            <a:chOff x="6712765" y="4268082"/>
            <a:chExt cx="263316" cy="354728"/>
          </a:xfrm>
        </p:grpSpPr>
        <p:sp>
          <p:nvSpPr>
            <p:cNvPr id="22420" name="Google Shape;22420;p14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14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14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14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14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14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14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14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14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14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14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14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14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14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14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14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6" name="Google Shape;22436;p145"/>
          <p:cNvGrpSpPr/>
          <p:nvPr/>
        </p:nvGrpSpPr>
        <p:grpSpPr>
          <a:xfrm>
            <a:off x="5359341" y="2266759"/>
            <a:ext cx="262819" cy="354859"/>
            <a:chOff x="5359341" y="2419159"/>
            <a:chExt cx="262819" cy="354859"/>
          </a:xfrm>
        </p:grpSpPr>
        <p:sp>
          <p:nvSpPr>
            <p:cNvPr id="22437" name="Google Shape;22437;p14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14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14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14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14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14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14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14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14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14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14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14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14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14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14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14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14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14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14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14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14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8" name="Google Shape;22458;p145"/>
          <p:cNvGrpSpPr/>
          <p:nvPr/>
        </p:nvGrpSpPr>
        <p:grpSpPr>
          <a:xfrm>
            <a:off x="6709282" y="3637806"/>
            <a:ext cx="263316" cy="354493"/>
            <a:chOff x="6709282" y="3790206"/>
            <a:chExt cx="263316" cy="354493"/>
          </a:xfrm>
        </p:grpSpPr>
        <p:sp>
          <p:nvSpPr>
            <p:cNvPr id="22459" name="Google Shape;22459;p14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14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14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14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14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14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14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14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14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14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14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14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14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14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14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14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5" name="Google Shape;22475;p145"/>
          <p:cNvGrpSpPr/>
          <p:nvPr/>
        </p:nvGrpSpPr>
        <p:grpSpPr>
          <a:xfrm>
            <a:off x="6260629" y="2266890"/>
            <a:ext cx="263055" cy="354493"/>
            <a:chOff x="6260629" y="2419290"/>
            <a:chExt cx="263055" cy="354493"/>
          </a:xfrm>
        </p:grpSpPr>
        <p:sp>
          <p:nvSpPr>
            <p:cNvPr id="22476" name="Google Shape;22476;p14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14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14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14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14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14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14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14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14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14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14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14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14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14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14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1" name="Google Shape;22491;p145"/>
          <p:cNvGrpSpPr/>
          <p:nvPr/>
        </p:nvGrpSpPr>
        <p:grpSpPr>
          <a:xfrm>
            <a:off x="6260864" y="2727511"/>
            <a:ext cx="263343" cy="354754"/>
            <a:chOff x="6260864" y="2879911"/>
            <a:chExt cx="263343" cy="354754"/>
          </a:xfrm>
        </p:grpSpPr>
        <p:sp>
          <p:nvSpPr>
            <p:cNvPr id="22492" name="Google Shape;22492;p14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14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14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14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14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14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14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14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14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14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14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14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14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14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14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14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14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14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0" name="Google Shape;22510;p145"/>
          <p:cNvGrpSpPr/>
          <p:nvPr/>
        </p:nvGrpSpPr>
        <p:grpSpPr>
          <a:xfrm>
            <a:off x="8062968" y="2266890"/>
            <a:ext cx="263316" cy="354728"/>
            <a:chOff x="8062968" y="2419290"/>
            <a:chExt cx="263316" cy="354728"/>
          </a:xfrm>
        </p:grpSpPr>
        <p:sp>
          <p:nvSpPr>
            <p:cNvPr id="22511" name="Google Shape;22511;p14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14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14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14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14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14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14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14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14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14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14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14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14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14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14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14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14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8" name="Google Shape;22528;p145"/>
          <p:cNvGrpSpPr/>
          <p:nvPr/>
        </p:nvGrpSpPr>
        <p:grpSpPr>
          <a:xfrm>
            <a:off x="5809723" y="2266890"/>
            <a:ext cx="263316" cy="354728"/>
            <a:chOff x="5809723" y="2419290"/>
            <a:chExt cx="263316" cy="354728"/>
          </a:xfrm>
        </p:grpSpPr>
        <p:sp>
          <p:nvSpPr>
            <p:cNvPr id="22529" name="Google Shape;22529;p14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14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14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14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14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14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14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14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14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14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14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14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14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14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14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14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14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6" name="Google Shape;22546;p145"/>
          <p:cNvGrpSpPr/>
          <p:nvPr/>
        </p:nvGrpSpPr>
        <p:grpSpPr>
          <a:xfrm>
            <a:off x="7606826" y="1350599"/>
            <a:ext cx="263552" cy="354754"/>
            <a:chOff x="7606826" y="1502999"/>
            <a:chExt cx="263552" cy="354754"/>
          </a:xfrm>
        </p:grpSpPr>
        <p:sp>
          <p:nvSpPr>
            <p:cNvPr id="22547" name="Google Shape;22547;p14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14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14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14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14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14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14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14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14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14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14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14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14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14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14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14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14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14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5" name="Google Shape;22565;p145"/>
          <p:cNvGrpSpPr/>
          <p:nvPr/>
        </p:nvGrpSpPr>
        <p:grpSpPr>
          <a:xfrm>
            <a:off x="8060455" y="3637675"/>
            <a:ext cx="264076" cy="354623"/>
            <a:chOff x="8060455" y="3790075"/>
            <a:chExt cx="264076" cy="354623"/>
          </a:xfrm>
        </p:grpSpPr>
        <p:sp>
          <p:nvSpPr>
            <p:cNvPr id="22566" name="Google Shape;22566;p14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14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14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14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14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14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14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14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14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14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14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14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14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14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14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14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14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14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14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14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14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14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14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9" name="Google Shape;22589;p145"/>
          <p:cNvGrpSpPr/>
          <p:nvPr/>
        </p:nvGrpSpPr>
        <p:grpSpPr>
          <a:xfrm>
            <a:off x="7614550" y="2727511"/>
            <a:ext cx="263316" cy="354754"/>
            <a:chOff x="7614550" y="2879911"/>
            <a:chExt cx="263316" cy="354754"/>
          </a:xfrm>
        </p:grpSpPr>
        <p:sp>
          <p:nvSpPr>
            <p:cNvPr id="22590" name="Google Shape;22590;p14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14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14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14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14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14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14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14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14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14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14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14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14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14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14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14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14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14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14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9" name="Google Shape;22609;p145"/>
          <p:cNvGrpSpPr/>
          <p:nvPr/>
        </p:nvGrpSpPr>
        <p:grpSpPr>
          <a:xfrm>
            <a:off x="4900684" y="4115787"/>
            <a:ext cx="274576" cy="354623"/>
            <a:chOff x="4900684" y="4268187"/>
            <a:chExt cx="274576" cy="354623"/>
          </a:xfrm>
        </p:grpSpPr>
        <p:sp>
          <p:nvSpPr>
            <p:cNvPr id="22610" name="Google Shape;22610;p14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14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14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14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14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14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14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14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14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14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14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14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14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14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14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5" name="Google Shape;22625;p145"/>
          <p:cNvGrpSpPr/>
          <p:nvPr/>
        </p:nvGrpSpPr>
        <p:grpSpPr>
          <a:xfrm>
            <a:off x="7161654" y="3193394"/>
            <a:ext cx="263343" cy="354754"/>
            <a:chOff x="7161654" y="3345794"/>
            <a:chExt cx="263343" cy="354754"/>
          </a:xfrm>
        </p:grpSpPr>
        <p:sp>
          <p:nvSpPr>
            <p:cNvPr id="22626" name="Google Shape;22626;p14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14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14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14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14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14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14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14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14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14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14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14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14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14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14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14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14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14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14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5" name="Google Shape;22645;p145"/>
          <p:cNvGrpSpPr/>
          <p:nvPr/>
        </p:nvGrpSpPr>
        <p:grpSpPr>
          <a:xfrm>
            <a:off x="6711770" y="3193394"/>
            <a:ext cx="263081" cy="354754"/>
            <a:chOff x="6711770" y="3345794"/>
            <a:chExt cx="263081" cy="354754"/>
          </a:xfrm>
        </p:grpSpPr>
        <p:sp>
          <p:nvSpPr>
            <p:cNvPr id="22646" name="Google Shape;22646;p14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14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14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14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14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14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14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14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14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14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14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14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14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14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14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14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14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3" name="Google Shape;22663;p145"/>
          <p:cNvGrpSpPr/>
          <p:nvPr/>
        </p:nvGrpSpPr>
        <p:grpSpPr>
          <a:xfrm>
            <a:off x="7163409" y="2727851"/>
            <a:ext cx="263316" cy="354414"/>
            <a:chOff x="7163409" y="2880251"/>
            <a:chExt cx="263316" cy="354414"/>
          </a:xfrm>
        </p:grpSpPr>
        <p:sp>
          <p:nvSpPr>
            <p:cNvPr id="22664" name="Google Shape;22664;p14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14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14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14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14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14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14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14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14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14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14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14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6" name="Google Shape;22676;p145"/>
          <p:cNvGrpSpPr/>
          <p:nvPr/>
        </p:nvGrpSpPr>
        <p:grpSpPr>
          <a:xfrm>
            <a:off x="6712032" y="2727772"/>
            <a:ext cx="263316" cy="354493"/>
            <a:chOff x="6712032" y="2880172"/>
            <a:chExt cx="263316" cy="354493"/>
          </a:xfrm>
        </p:grpSpPr>
        <p:sp>
          <p:nvSpPr>
            <p:cNvPr id="22677" name="Google Shape;22677;p14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14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14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14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14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14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14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14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14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14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14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14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14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14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14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14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14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14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14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14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14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8" name="Google Shape;22698;p145"/>
          <p:cNvGrpSpPr/>
          <p:nvPr/>
        </p:nvGrpSpPr>
        <p:grpSpPr>
          <a:xfrm>
            <a:off x="6261624" y="3193394"/>
            <a:ext cx="263316" cy="354754"/>
            <a:chOff x="6261624" y="3345794"/>
            <a:chExt cx="263316" cy="354754"/>
          </a:xfrm>
        </p:grpSpPr>
        <p:sp>
          <p:nvSpPr>
            <p:cNvPr id="22699" name="Google Shape;22699;p14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14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14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14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14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14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14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14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14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14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14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14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14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14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14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14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14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14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14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14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14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14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14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14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14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14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14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14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27" name="Google Shape;22727;p145"/>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28" name="Google Shape;22728;p145"/>
          <p:cNvGrpSpPr/>
          <p:nvPr/>
        </p:nvGrpSpPr>
        <p:grpSpPr>
          <a:xfrm>
            <a:off x="5811739" y="3193394"/>
            <a:ext cx="263316" cy="354754"/>
            <a:chOff x="5811739" y="3345794"/>
            <a:chExt cx="263316" cy="354754"/>
          </a:xfrm>
        </p:grpSpPr>
        <p:sp>
          <p:nvSpPr>
            <p:cNvPr id="22729" name="Google Shape;22729;p14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14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14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14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14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14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14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14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14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14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14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14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14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14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14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14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14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14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14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14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14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0" name="Google Shape;22750;p145"/>
          <p:cNvGrpSpPr/>
          <p:nvPr/>
        </p:nvGrpSpPr>
        <p:grpSpPr>
          <a:xfrm>
            <a:off x="5363818" y="3193394"/>
            <a:ext cx="259074" cy="354493"/>
            <a:chOff x="5363818" y="3345794"/>
            <a:chExt cx="259074" cy="354493"/>
          </a:xfrm>
        </p:grpSpPr>
        <p:sp>
          <p:nvSpPr>
            <p:cNvPr id="22751" name="Google Shape;22751;p14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14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14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14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14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14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14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14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14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14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14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14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14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14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14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14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14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14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14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14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14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14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14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14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14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6" name="Google Shape;22776;p145"/>
          <p:cNvGrpSpPr/>
          <p:nvPr/>
        </p:nvGrpSpPr>
        <p:grpSpPr>
          <a:xfrm>
            <a:off x="4912939" y="3193263"/>
            <a:ext cx="261326" cy="354885"/>
            <a:chOff x="4912939" y="3345663"/>
            <a:chExt cx="261326" cy="354885"/>
          </a:xfrm>
        </p:grpSpPr>
        <p:sp>
          <p:nvSpPr>
            <p:cNvPr id="22777" name="Google Shape;22777;p14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14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14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14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14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14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14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14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14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14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14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14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14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14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14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14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14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14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14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14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14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8" name="Google Shape;22798;p145"/>
          <p:cNvGrpSpPr/>
          <p:nvPr/>
        </p:nvGrpSpPr>
        <p:grpSpPr>
          <a:xfrm>
            <a:off x="5809723" y="2727511"/>
            <a:ext cx="263081" cy="355016"/>
            <a:chOff x="5809723" y="2879911"/>
            <a:chExt cx="263081" cy="355016"/>
          </a:xfrm>
        </p:grpSpPr>
        <p:sp>
          <p:nvSpPr>
            <p:cNvPr id="22799" name="Google Shape;22799;p14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14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14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14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14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14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14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14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14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14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14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14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14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14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14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14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14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14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14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14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14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14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1" name="Google Shape;22821;p145"/>
          <p:cNvGrpSpPr/>
          <p:nvPr/>
        </p:nvGrpSpPr>
        <p:grpSpPr>
          <a:xfrm>
            <a:off x="7616069" y="4115656"/>
            <a:ext cx="263316" cy="354754"/>
            <a:chOff x="7616069" y="4268056"/>
            <a:chExt cx="263316" cy="354754"/>
          </a:xfrm>
        </p:grpSpPr>
        <p:sp>
          <p:nvSpPr>
            <p:cNvPr id="22822" name="Google Shape;22822;p14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14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14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14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14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14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14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14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14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14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14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14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14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14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14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14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14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14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14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14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14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3" name="Google Shape;22843;p145"/>
          <p:cNvGrpSpPr/>
          <p:nvPr/>
        </p:nvGrpSpPr>
        <p:grpSpPr>
          <a:xfrm>
            <a:off x="7164404" y="4115918"/>
            <a:ext cx="263316" cy="354493"/>
            <a:chOff x="7164404" y="4268318"/>
            <a:chExt cx="263316" cy="354493"/>
          </a:xfrm>
        </p:grpSpPr>
        <p:sp>
          <p:nvSpPr>
            <p:cNvPr id="22844" name="Google Shape;22844;p14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14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14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14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14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14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14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14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14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14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14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14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14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14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14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14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0" name="Google Shape;22860;p145"/>
          <p:cNvGrpSpPr/>
          <p:nvPr/>
        </p:nvGrpSpPr>
        <p:grpSpPr>
          <a:xfrm>
            <a:off x="5358346" y="2727511"/>
            <a:ext cx="263316" cy="354754"/>
            <a:chOff x="5358346" y="2879911"/>
            <a:chExt cx="263316" cy="354754"/>
          </a:xfrm>
        </p:grpSpPr>
        <p:sp>
          <p:nvSpPr>
            <p:cNvPr id="22861" name="Google Shape;22861;p14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14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14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14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14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14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14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14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14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14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14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14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14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14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14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14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14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14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14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14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14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2" name="Google Shape;22882;p145"/>
          <p:cNvGrpSpPr/>
          <p:nvPr/>
        </p:nvGrpSpPr>
        <p:grpSpPr>
          <a:xfrm>
            <a:off x="8061450" y="3193342"/>
            <a:ext cx="263316" cy="354807"/>
            <a:chOff x="8061450" y="3345742"/>
            <a:chExt cx="263316" cy="354807"/>
          </a:xfrm>
        </p:grpSpPr>
        <p:sp>
          <p:nvSpPr>
            <p:cNvPr id="22883" name="Google Shape;22883;p14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14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14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14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14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14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14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14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14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14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14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14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14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14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14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14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9" name="Google Shape;22899;p145"/>
          <p:cNvGrpSpPr/>
          <p:nvPr/>
        </p:nvGrpSpPr>
        <p:grpSpPr>
          <a:xfrm>
            <a:off x="8065953" y="2727511"/>
            <a:ext cx="263081" cy="354754"/>
            <a:chOff x="8065953" y="2879911"/>
            <a:chExt cx="263081" cy="354754"/>
          </a:xfrm>
        </p:grpSpPr>
        <p:sp>
          <p:nvSpPr>
            <p:cNvPr id="22900" name="Google Shape;22900;p14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14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14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14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14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14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14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14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14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14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14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14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14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14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14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14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6" name="Google Shape;22916;p145"/>
          <p:cNvGrpSpPr/>
          <p:nvPr/>
        </p:nvGrpSpPr>
        <p:grpSpPr>
          <a:xfrm>
            <a:off x="8064199" y="4115918"/>
            <a:ext cx="270308" cy="354493"/>
            <a:chOff x="8064199" y="4268318"/>
            <a:chExt cx="270308" cy="354493"/>
          </a:xfrm>
        </p:grpSpPr>
        <p:sp>
          <p:nvSpPr>
            <p:cNvPr id="22917" name="Google Shape;22917;p14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14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14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14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14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14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14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14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14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14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14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14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14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14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14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14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14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14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35" name="Google Shape;22935;p145"/>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22936" name="Google Shape;22936;p145"/>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40" name="Shape 22940"/>
        <p:cNvGrpSpPr/>
        <p:nvPr/>
      </p:nvGrpSpPr>
      <p:grpSpPr>
        <a:xfrm>
          <a:off x="0" y="0"/>
          <a:ext cx="0" cy="0"/>
          <a:chOff x="0" y="0"/>
          <a:chExt cx="0" cy="0"/>
        </a:xfrm>
      </p:grpSpPr>
      <p:grpSp>
        <p:nvGrpSpPr>
          <p:cNvPr id="22941" name="Google Shape;22941;p146"/>
          <p:cNvGrpSpPr/>
          <p:nvPr/>
        </p:nvGrpSpPr>
        <p:grpSpPr>
          <a:xfrm>
            <a:off x="3511608" y="3163570"/>
            <a:ext cx="381482" cy="366926"/>
            <a:chOff x="3511608" y="3348218"/>
            <a:chExt cx="381482" cy="366926"/>
          </a:xfrm>
        </p:grpSpPr>
        <p:sp>
          <p:nvSpPr>
            <p:cNvPr id="22942" name="Google Shape;22942;p14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14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14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14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14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14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14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14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14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14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14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14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14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14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6" name="Google Shape;22956;p146"/>
          <p:cNvGrpSpPr/>
          <p:nvPr/>
        </p:nvGrpSpPr>
        <p:grpSpPr>
          <a:xfrm>
            <a:off x="1849816" y="3622692"/>
            <a:ext cx="163616" cy="366665"/>
            <a:chOff x="1849816" y="3807339"/>
            <a:chExt cx="163616" cy="366665"/>
          </a:xfrm>
        </p:grpSpPr>
        <p:sp>
          <p:nvSpPr>
            <p:cNvPr id="22957" name="Google Shape;22957;p14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14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14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14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14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14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14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14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14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14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14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14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14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14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1" name="Google Shape;22971;p146"/>
          <p:cNvGrpSpPr/>
          <p:nvPr/>
        </p:nvGrpSpPr>
        <p:grpSpPr>
          <a:xfrm>
            <a:off x="2274757" y="3622666"/>
            <a:ext cx="202292" cy="366430"/>
            <a:chOff x="2274757" y="3807313"/>
            <a:chExt cx="202292" cy="366430"/>
          </a:xfrm>
        </p:grpSpPr>
        <p:sp>
          <p:nvSpPr>
            <p:cNvPr id="22972" name="Google Shape;22972;p14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14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14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14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14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14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14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14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14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14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2" name="Google Shape;22982;p146"/>
          <p:cNvGrpSpPr/>
          <p:nvPr/>
        </p:nvGrpSpPr>
        <p:grpSpPr>
          <a:xfrm>
            <a:off x="3972716" y="3163570"/>
            <a:ext cx="366404" cy="366665"/>
            <a:chOff x="3972716" y="3348218"/>
            <a:chExt cx="366404" cy="366665"/>
          </a:xfrm>
        </p:grpSpPr>
        <p:sp>
          <p:nvSpPr>
            <p:cNvPr id="22983" name="Google Shape;22983;p14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14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14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14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14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14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14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14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14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14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14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14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5" name="Google Shape;22995;p146"/>
          <p:cNvGrpSpPr/>
          <p:nvPr/>
        </p:nvGrpSpPr>
        <p:grpSpPr>
          <a:xfrm>
            <a:off x="866528" y="3163701"/>
            <a:ext cx="317405" cy="366534"/>
            <a:chOff x="866528" y="3348348"/>
            <a:chExt cx="317405" cy="366534"/>
          </a:xfrm>
        </p:grpSpPr>
        <p:sp>
          <p:nvSpPr>
            <p:cNvPr id="22996" name="Google Shape;22996;p14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14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14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14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14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14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14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14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4" name="Google Shape;23004;p146"/>
          <p:cNvGrpSpPr/>
          <p:nvPr/>
        </p:nvGrpSpPr>
        <p:grpSpPr>
          <a:xfrm>
            <a:off x="1316818" y="3163648"/>
            <a:ext cx="310872" cy="366848"/>
            <a:chOff x="1316818" y="3348296"/>
            <a:chExt cx="310872" cy="366848"/>
          </a:xfrm>
        </p:grpSpPr>
        <p:sp>
          <p:nvSpPr>
            <p:cNvPr id="23005" name="Google Shape;23005;p14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14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14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14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14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14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14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14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14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14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14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14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14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14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14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14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14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14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14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14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14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14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14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14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9" name="Google Shape;23029;p146"/>
          <p:cNvGrpSpPr/>
          <p:nvPr/>
        </p:nvGrpSpPr>
        <p:grpSpPr>
          <a:xfrm>
            <a:off x="3105248" y="3163596"/>
            <a:ext cx="305620" cy="366430"/>
            <a:chOff x="3105248" y="3348244"/>
            <a:chExt cx="305620" cy="366430"/>
          </a:xfrm>
        </p:grpSpPr>
        <p:sp>
          <p:nvSpPr>
            <p:cNvPr id="23030" name="Google Shape;23030;p14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14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14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14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14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14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14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7" name="Google Shape;23037;p146"/>
          <p:cNvGrpSpPr/>
          <p:nvPr/>
        </p:nvGrpSpPr>
        <p:grpSpPr>
          <a:xfrm>
            <a:off x="2661988" y="3163570"/>
            <a:ext cx="304078" cy="366665"/>
            <a:chOff x="2661988" y="3348218"/>
            <a:chExt cx="304078" cy="366665"/>
          </a:xfrm>
        </p:grpSpPr>
        <p:sp>
          <p:nvSpPr>
            <p:cNvPr id="23038" name="Google Shape;23038;p14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14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14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14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14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14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14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14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14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14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14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14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14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14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14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14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14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14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14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7" name="Google Shape;23057;p146"/>
          <p:cNvGrpSpPr/>
          <p:nvPr/>
        </p:nvGrpSpPr>
        <p:grpSpPr>
          <a:xfrm>
            <a:off x="2212927" y="3164249"/>
            <a:ext cx="307606" cy="366482"/>
            <a:chOff x="2212927" y="3348897"/>
            <a:chExt cx="307606" cy="366482"/>
          </a:xfrm>
        </p:grpSpPr>
        <p:sp>
          <p:nvSpPr>
            <p:cNvPr id="23058" name="Google Shape;23058;p14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14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14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14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14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14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14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14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14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14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8" name="Google Shape;23068;p146"/>
          <p:cNvGrpSpPr/>
          <p:nvPr/>
        </p:nvGrpSpPr>
        <p:grpSpPr>
          <a:xfrm>
            <a:off x="1764389" y="3163570"/>
            <a:ext cx="310114" cy="366665"/>
            <a:chOff x="1764389" y="3348218"/>
            <a:chExt cx="310114" cy="366665"/>
          </a:xfrm>
        </p:grpSpPr>
        <p:sp>
          <p:nvSpPr>
            <p:cNvPr id="23069" name="Google Shape;23069;p14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14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14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14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14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14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14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14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14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14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14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14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14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14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14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14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14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14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14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14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9" name="Google Shape;23089;p146"/>
          <p:cNvGrpSpPr/>
          <p:nvPr/>
        </p:nvGrpSpPr>
        <p:grpSpPr>
          <a:xfrm>
            <a:off x="2777572" y="3622640"/>
            <a:ext cx="81716" cy="366717"/>
            <a:chOff x="2777572" y="3807287"/>
            <a:chExt cx="81716" cy="366717"/>
          </a:xfrm>
        </p:grpSpPr>
        <p:sp>
          <p:nvSpPr>
            <p:cNvPr id="23090" name="Google Shape;23090;p14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14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14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14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14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14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14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14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14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14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14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1" name="Google Shape;23101;p146"/>
          <p:cNvGrpSpPr/>
          <p:nvPr/>
        </p:nvGrpSpPr>
        <p:grpSpPr>
          <a:xfrm>
            <a:off x="3934014" y="4145133"/>
            <a:ext cx="366665" cy="256334"/>
            <a:chOff x="3934014" y="4329780"/>
            <a:chExt cx="366665" cy="256334"/>
          </a:xfrm>
        </p:grpSpPr>
        <p:sp>
          <p:nvSpPr>
            <p:cNvPr id="23102" name="Google Shape;23102;p14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14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14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14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14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14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14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14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14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14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14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14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14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5" name="Google Shape;23115;p146"/>
          <p:cNvGrpSpPr/>
          <p:nvPr/>
        </p:nvGrpSpPr>
        <p:grpSpPr>
          <a:xfrm>
            <a:off x="947670" y="3622692"/>
            <a:ext cx="194295" cy="366404"/>
            <a:chOff x="947670" y="3807339"/>
            <a:chExt cx="194295" cy="366404"/>
          </a:xfrm>
        </p:grpSpPr>
        <p:sp>
          <p:nvSpPr>
            <p:cNvPr id="23116" name="Google Shape;23116;p14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14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14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14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14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14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14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14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14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14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6" name="Google Shape;23126;p146"/>
          <p:cNvGrpSpPr/>
          <p:nvPr/>
        </p:nvGrpSpPr>
        <p:grpSpPr>
          <a:xfrm>
            <a:off x="3420379" y="4101910"/>
            <a:ext cx="368939" cy="342283"/>
            <a:chOff x="3420379" y="4286557"/>
            <a:chExt cx="368939" cy="342283"/>
          </a:xfrm>
        </p:grpSpPr>
        <p:sp>
          <p:nvSpPr>
            <p:cNvPr id="23127" name="Google Shape;23127;p14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14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14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14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14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14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14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14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14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14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14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14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14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14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14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14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3" name="Google Shape;23143;p146"/>
          <p:cNvGrpSpPr/>
          <p:nvPr/>
        </p:nvGrpSpPr>
        <p:grpSpPr>
          <a:xfrm>
            <a:off x="3965190" y="3657605"/>
            <a:ext cx="369801" cy="296813"/>
            <a:chOff x="3965190" y="3842252"/>
            <a:chExt cx="369801" cy="296813"/>
          </a:xfrm>
        </p:grpSpPr>
        <p:sp>
          <p:nvSpPr>
            <p:cNvPr id="23144" name="Google Shape;23144;p14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14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14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14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14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14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14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14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14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14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14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14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14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14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14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14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14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14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14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14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14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5" name="Google Shape;23165;p146"/>
          <p:cNvGrpSpPr/>
          <p:nvPr/>
        </p:nvGrpSpPr>
        <p:grpSpPr>
          <a:xfrm>
            <a:off x="3506590" y="3649164"/>
            <a:ext cx="396796" cy="313407"/>
            <a:chOff x="3506590" y="3833812"/>
            <a:chExt cx="396796" cy="313407"/>
          </a:xfrm>
        </p:grpSpPr>
        <p:sp>
          <p:nvSpPr>
            <p:cNvPr id="23166" name="Google Shape;23166;p14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14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14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9" name="Google Shape;23169;p146"/>
          <p:cNvGrpSpPr/>
          <p:nvPr/>
        </p:nvGrpSpPr>
        <p:grpSpPr>
          <a:xfrm>
            <a:off x="2769288" y="1780716"/>
            <a:ext cx="104556" cy="366665"/>
            <a:chOff x="2769288" y="1965364"/>
            <a:chExt cx="104556" cy="366665"/>
          </a:xfrm>
        </p:grpSpPr>
        <p:sp>
          <p:nvSpPr>
            <p:cNvPr id="23170" name="Google Shape;23170;p14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14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14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14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14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14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14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14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14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14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14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14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2" name="Google Shape;23182;p146"/>
          <p:cNvGrpSpPr/>
          <p:nvPr/>
        </p:nvGrpSpPr>
        <p:grpSpPr>
          <a:xfrm>
            <a:off x="3966679" y="1826213"/>
            <a:ext cx="367162" cy="275698"/>
            <a:chOff x="3966679" y="2010861"/>
            <a:chExt cx="367162" cy="275698"/>
          </a:xfrm>
        </p:grpSpPr>
        <p:sp>
          <p:nvSpPr>
            <p:cNvPr id="23183" name="Google Shape;23183;p14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14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14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14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7" name="Google Shape;23187;p146"/>
          <p:cNvGrpSpPr/>
          <p:nvPr/>
        </p:nvGrpSpPr>
        <p:grpSpPr>
          <a:xfrm>
            <a:off x="1752577" y="1840847"/>
            <a:ext cx="366404" cy="246220"/>
            <a:chOff x="1752577" y="2025495"/>
            <a:chExt cx="366404" cy="246220"/>
          </a:xfrm>
        </p:grpSpPr>
        <p:sp>
          <p:nvSpPr>
            <p:cNvPr id="23188" name="Google Shape;23188;p14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14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14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14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14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14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14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14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14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14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14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14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14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14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14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14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4" name="Google Shape;23204;p146"/>
          <p:cNvGrpSpPr/>
          <p:nvPr/>
        </p:nvGrpSpPr>
        <p:grpSpPr>
          <a:xfrm>
            <a:off x="1309553" y="1884933"/>
            <a:ext cx="366404" cy="158363"/>
            <a:chOff x="1309553" y="2069580"/>
            <a:chExt cx="366404" cy="158363"/>
          </a:xfrm>
        </p:grpSpPr>
        <p:sp>
          <p:nvSpPr>
            <p:cNvPr id="23205" name="Google Shape;23205;p14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14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14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14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14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14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14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14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14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14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14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14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14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14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14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14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14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14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14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14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14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14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14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14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14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14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1" name="Google Shape;23231;p146"/>
          <p:cNvGrpSpPr/>
          <p:nvPr/>
        </p:nvGrpSpPr>
        <p:grpSpPr>
          <a:xfrm>
            <a:off x="866528" y="1904114"/>
            <a:ext cx="366639" cy="119635"/>
            <a:chOff x="866528" y="2088762"/>
            <a:chExt cx="366639" cy="119635"/>
          </a:xfrm>
        </p:grpSpPr>
        <p:sp>
          <p:nvSpPr>
            <p:cNvPr id="23232" name="Google Shape;23232;p14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14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14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14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14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14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14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14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14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14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14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14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14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14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6" name="Google Shape;23246;p146"/>
          <p:cNvGrpSpPr/>
          <p:nvPr/>
        </p:nvGrpSpPr>
        <p:grpSpPr>
          <a:xfrm>
            <a:off x="2329269" y="1780664"/>
            <a:ext cx="98807" cy="366273"/>
            <a:chOff x="2329269" y="1965312"/>
            <a:chExt cx="98807" cy="366273"/>
          </a:xfrm>
        </p:grpSpPr>
        <p:sp>
          <p:nvSpPr>
            <p:cNvPr id="23247" name="Google Shape;23247;p14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14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14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0" name="Google Shape;23250;p146"/>
          <p:cNvGrpSpPr/>
          <p:nvPr/>
        </p:nvGrpSpPr>
        <p:grpSpPr>
          <a:xfrm>
            <a:off x="3208053" y="1780324"/>
            <a:ext cx="112344" cy="366926"/>
            <a:chOff x="3208053" y="1964972"/>
            <a:chExt cx="112344" cy="366926"/>
          </a:xfrm>
        </p:grpSpPr>
        <p:sp>
          <p:nvSpPr>
            <p:cNvPr id="23251" name="Google Shape;23251;p14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14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14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14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14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14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7" name="Google Shape;23257;p146"/>
          <p:cNvGrpSpPr/>
          <p:nvPr/>
        </p:nvGrpSpPr>
        <p:grpSpPr>
          <a:xfrm>
            <a:off x="3225379" y="3622692"/>
            <a:ext cx="72413" cy="366404"/>
            <a:chOff x="3225379" y="3807339"/>
            <a:chExt cx="72413" cy="366404"/>
          </a:xfrm>
        </p:grpSpPr>
        <p:sp>
          <p:nvSpPr>
            <p:cNvPr id="23258" name="Google Shape;23258;p14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14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14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14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14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14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14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14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6" name="Google Shape;23266;p146"/>
          <p:cNvGrpSpPr/>
          <p:nvPr/>
        </p:nvGrpSpPr>
        <p:grpSpPr>
          <a:xfrm>
            <a:off x="3523916" y="1826448"/>
            <a:ext cx="366665" cy="275201"/>
            <a:chOff x="3523916" y="2011096"/>
            <a:chExt cx="366665" cy="275201"/>
          </a:xfrm>
        </p:grpSpPr>
        <p:sp>
          <p:nvSpPr>
            <p:cNvPr id="23267" name="Google Shape;23267;p14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14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14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14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14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14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14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14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14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14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14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14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14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14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14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14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14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14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14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14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7" name="Google Shape;23287;p146"/>
          <p:cNvGrpSpPr/>
          <p:nvPr/>
        </p:nvGrpSpPr>
        <p:grpSpPr>
          <a:xfrm>
            <a:off x="1742777" y="1315349"/>
            <a:ext cx="393791" cy="366744"/>
            <a:chOff x="1742777" y="1499997"/>
            <a:chExt cx="393791" cy="366744"/>
          </a:xfrm>
        </p:grpSpPr>
        <p:sp>
          <p:nvSpPr>
            <p:cNvPr id="23288" name="Google Shape;23288;p14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14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14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14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14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14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14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14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14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14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14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14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14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14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2" name="Google Shape;23302;p146"/>
          <p:cNvGrpSpPr/>
          <p:nvPr/>
        </p:nvGrpSpPr>
        <p:grpSpPr>
          <a:xfrm>
            <a:off x="4014449" y="1315349"/>
            <a:ext cx="319914" cy="366639"/>
            <a:chOff x="4014449" y="1499997"/>
            <a:chExt cx="319914" cy="366639"/>
          </a:xfrm>
        </p:grpSpPr>
        <p:sp>
          <p:nvSpPr>
            <p:cNvPr id="23303" name="Google Shape;23303;p14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14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14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14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14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8" name="Google Shape;23308;p146"/>
          <p:cNvGrpSpPr/>
          <p:nvPr/>
        </p:nvGrpSpPr>
        <p:grpSpPr>
          <a:xfrm>
            <a:off x="866267" y="1406813"/>
            <a:ext cx="367397" cy="183711"/>
            <a:chOff x="866267" y="1591460"/>
            <a:chExt cx="367397" cy="183711"/>
          </a:xfrm>
        </p:grpSpPr>
        <p:sp>
          <p:nvSpPr>
            <p:cNvPr id="23309" name="Google Shape;23309;p14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14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14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14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14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14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14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14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14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14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14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14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14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14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14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14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14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14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7" name="Google Shape;23327;p146"/>
          <p:cNvGrpSpPr/>
          <p:nvPr/>
        </p:nvGrpSpPr>
        <p:grpSpPr>
          <a:xfrm>
            <a:off x="3117843" y="1315244"/>
            <a:ext cx="327440" cy="366744"/>
            <a:chOff x="3117843" y="1499892"/>
            <a:chExt cx="327440" cy="366744"/>
          </a:xfrm>
        </p:grpSpPr>
        <p:sp>
          <p:nvSpPr>
            <p:cNvPr id="23328" name="Google Shape;23328;p14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14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14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14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14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14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14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5" name="Google Shape;23335;p146"/>
          <p:cNvGrpSpPr/>
          <p:nvPr/>
        </p:nvGrpSpPr>
        <p:grpSpPr>
          <a:xfrm>
            <a:off x="2667005" y="1315349"/>
            <a:ext cx="336770" cy="366639"/>
            <a:chOff x="2667005" y="1499997"/>
            <a:chExt cx="336770" cy="366639"/>
          </a:xfrm>
        </p:grpSpPr>
        <p:sp>
          <p:nvSpPr>
            <p:cNvPr id="23336" name="Google Shape;23336;p14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14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14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14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14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14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14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14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14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14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14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14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14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14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14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14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14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14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14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5" name="Google Shape;23355;p146"/>
          <p:cNvGrpSpPr/>
          <p:nvPr/>
        </p:nvGrpSpPr>
        <p:grpSpPr>
          <a:xfrm>
            <a:off x="3564866" y="1315349"/>
            <a:ext cx="326473" cy="366639"/>
            <a:chOff x="3564866" y="1499997"/>
            <a:chExt cx="326473" cy="366639"/>
          </a:xfrm>
        </p:grpSpPr>
        <p:sp>
          <p:nvSpPr>
            <p:cNvPr id="23356" name="Google Shape;23356;p14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14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14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14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14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14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14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14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14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5" name="Google Shape;23365;p146"/>
          <p:cNvGrpSpPr/>
          <p:nvPr/>
        </p:nvGrpSpPr>
        <p:grpSpPr>
          <a:xfrm>
            <a:off x="1314074" y="1315349"/>
            <a:ext cx="364392" cy="366639"/>
            <a:chOff x="1314074" y="1499997"/>
            <a:chExt cx="364392" cy="366639"/>
          </a:xfrm>
        </p:grpSpPr>
        <p:sp>
          <p:nvSpPr>
            <p:cNvPr id="23366" name="Google Shape;23366;p14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14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14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14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14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14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14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14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14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14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14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14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8" name="Google Shape;23378;p146"/>
          <p:cNvGrpSpPr/>
          <p:nvPr/>
        </p:nvGrpSpPr>
        <p:grpSpPr>
          <a:xfrm>
            <a:off x="2220479" y="1315349"/>
            <a:ext cx="337005" cy="366639"/>
            <a:chOff x="2220479" y="1499997"/>
            <a:chExt cx="337005" cy="366639"/>
          </a:xfrm>
        </p:grpSpPr>
        <p:sp>
          <p:nvSpPr>
            <p:cNvPr id="23379" name="Google Shape;23379;p14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14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14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14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14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14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14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14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14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14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14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0" name="Google Shape;23390;p146"/>
          <p:cNvGrpSpPr/>
          <p:nvPr/>
        </p:nvGrpSpPr>
        <p:grpSpPr>
          <a:xfrm>
            <a:off x="4105155" y="2241328"/>
            <a:ext cx="87230" cy="366430"/>
            <a:chOff x="4105155" y="2425976"/>
            <a:chExt cx="87230" cy="366430"/>
          </a:xfrm>
        </p:grpSpPr>
        <p:sp>
          <p:nvSpPr>
            <p:cNvPr id="23391" name="Google Shape;23391;p14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14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14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14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14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14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7" name="Google Shape;23397;p146"/>
          <p:cNvGrpSpPr/>
          <p:nvPr/>
        </p:nvGrpSpPr>
        <p:grpSpPr>
          <a:xfrm>
            <a:off x="1808109" y="2241354"/>
            <a:ext cx="267884" cy="366639"/>
            <a:chOff x="1808109" y="2426002"/>
            <a:chExt cx="267884" cy="366639"/>
          </a:xfrm>
        </p:grpSpPr>
        <p:sp>
          <p:nvSpPr>
            <p:cNvPr id="23398" name="Google Shape;23398;p14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14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14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14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14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14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14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14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14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14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14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14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14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14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14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14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14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14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14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14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14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9" name="Google Shape;23419;p146"/>
          <p:cNvGrpSpPr/>
          <p:nvPr/>
        </p:nvGrpSpPr>
        <p:grpSpPr>
          <a:xfrm>
            <a:off x="3603568" y="2241354"/>
            <a:ext cx="207597" cy="366639"/>
            <a:chOff x="3603568" y="2426002"/>
            <a:chExt cx="207597" cy="366639"/>
          </a:xfrm>
        </p:grpSpPr>
        <p:sp>
          <p:nvSpPr>
            <p:cNvPr id="23420" name="Google Shape;23420;p14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14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14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14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14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14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6" name="Google Shape;23426;p146"/>
          <p:cNvGrpSpPr/>
          <p:nvPr/>
        </p:nvGrpSpPr>
        <p:grpSpPr>
          <a:xfrm>
            <a:off x="2246115" y="2241354"/>
            <a:ext cx="274417" cy="366404"/>
            <a:chOff x="2246115" y="2426002"/>
            <a:chExt cx="274417" cy="366404"/>
          </a:xfrm>
        </p:grpSpPr>
        <p:sp>
          <p:nvSpPr>
            <p:cNvPr id="23427" name="Google Shape;23427;p14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14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14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14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14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14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14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14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5" name="Google Shape;23435;p146"/>
          <p:cNvGrpSpPr/>
          <p:nvPr/>
        </p:nvGrpSpPr>
        <p:grpSpPr>
          <a:xfrm>
            <a:off x="2696666" y="2241354"/>
            <a:ext cx="256099" cy="366639"/>
            <a:chOff x="2696666" y="2426002"/>
            <a:chExt cx="256099" cy="366639"/>
          </a:xfrm>
        </p:grpSpPr>
        <p:sp>
          <p:nvSpPr>
            <p:cNvPr id="23436" name="Google Shape;23436;p14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14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14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14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14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14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2" name="Google Shape;23442;p146"/>
          <p:cNvGrpSpPr/>
          <p:nvPr/>
        </p:nvGrpSpPr>
        <p:grpSpPr>
          <a:xfrm>
            <a:off x="3149072" y="2241354"/>
            <a:ext cx="225863" cy="366430"/>
            <a:chOff x="3149072" y="2426002"/>
            <a:chExt cx="225863" cy="366430"/>
          </a:xfrm>
        </p:grpSpPr>
        <p:sp>
          <p:nvSpPr>
            <p:cNvPr id="23443" name="Google Shape;23443;p14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14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14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14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14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14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14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14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14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14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14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4" name="Google Shape;23454;p146"/>
          <p:cNvGrpSpPr/>
          <p:nvPr/>
        </p:nvGrpSpPr>
        <p:grpSpPr>
          <a:xfrm>
            <a:off x="1361556" y="2241276"/>
            <a:ext cx="283224" cy="366482"/>
            <a:chOff x="1361556" y="2425923"/>
            <a:chExt cx="283224" cy="366482"/>
          </a:xfrm>
        </p:grpSpPr>
        <p:sp>
          <p:nvSpPr>
            <p:cNvPr id="23455" name="Google Shape;23455;p14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14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14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14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14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14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14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14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14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14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14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14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14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14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14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14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14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14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14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14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5" name="Google Shape;23475;p146"/>
          <p:cNvGrpSpPr/>
          <p:nvPr/>
        </p:nvGrpSpPr>
        <p:grpSpPr>
          <a:xfrm>
            <a:off x="3973735" y="2706408"/>
            <a:ext cx="361883" cy="366979"/>
            <a:chOff x="3973735" y="2891056"/>
            <a:chExt cx="361883" cy="366979"/>
          </a:xfrm>
        </p:grpSpPr>
        <p:sp>
          <p:nvSpPr>
            <p:cNvPr id="23476" name="Google Shape;23476;p14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14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14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14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14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14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14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14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14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14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14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14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14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14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14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14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14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3" name="Google Shape;23493;p146"/>
          <p:cNvGrpSpPr/>
          <p:nvPr/>
        </p:nvGrpSpPr>
        <p:grpSpPr>
          <a:xfrm>
            <a:off x="3527941" y="2732096"/>
            <a:ext cx="366665" cy="315654"/>
            <a:chOff x="3527941" y="2916744"/>
            <a:chExt cx="366665" cy="315654"/>
          </a:xfrm>
        </p:grpSpPr>
        <p:sp>
          <p:nvSpPr>
            <p:cNvPr id="23494" name="Google Shape;23494;p14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14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14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14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14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14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14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14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14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14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14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14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14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14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14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14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14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14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14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14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14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14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14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14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14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14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14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14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14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14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4" name="Google Shape;23524;p146"/>
          <p:cNvGrpSpPr/>
          <p:nvPr/>
        </p:nvGrpSpPr>
        <p:grpSpPr>
          <a:xfrm>
            <a:off x="2640873" y="2706983"/>
            <a:ext cx="366404" cy="366404"/>
            <a:chOff x="2640873" y="2891631"/>
            <a:chExt cx="366404" cy="366404"/>
          </a:xfrm>
        </p:grpSpPr>
        <p:sp>
          <p:nvSpPr>
            <p:cNvPr id="23525" name="Google Shape;23525;p14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14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14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14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14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14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14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14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14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14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14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14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14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14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9" name="Google Shape;23539;p146"/>
          <p:cNvGrpSpPr/>
          <p:nvPr/>
        </p:nvGrpSpPr>
        <p:grpSpPr>
          <a:xfrm>
            <a:off x="2197091" y="2753473"/>
            <a:ext cx="366665" cy="273189"/>
            <a:chOff x="2197091" y="2938120"/>
            <a:chExt cx="366665" cy="273189"/>
          </a:xfrm>
        </p:grpSpPr>
        <p:sp>
          <p:nvSpPr>
            <p:cNvPr id="23540" name="Google Shape;23540;p14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14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14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14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14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14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14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14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14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14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14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14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14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14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14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14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14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14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14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14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14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14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14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14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4" name="Google Shape;23564;p146"/>
          <p:cNvGrpSpPr/>
          <p:nvPr/>
        </p:nvGrpSpPr>
        <p:grpSpPr>
          <a:xfrm>
            <a:off x="1753570" y="2707479"/>
            <a:ext cx="366665" cy="365202"/>
            <a:chOff x="1753570" y="2892127"/>
            <a:chExt cx="366665" cy="365202"/>
          </a:xfrm>
        </p:grpSpPr>
        <p:sp>
          <p:nvSpPr>
            <p:cNvPr id="23565" name="Google Shape;23565;p14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14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14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14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14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14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14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14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14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14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14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14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14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14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14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14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14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14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3" name="Google Shape;23583;p146"/>
          <p:cNvGrpSpPr/>
          <p:nvPr/>
        </p:nvGrpSpPr>
        <p:grpSpPr>
          <a:xfrm>
            <a:off x="1303751" y="3622692"/>
            <a:ext cx="367684" cy="366561"/>
            <a:chOff x="1303751" y="3807339"/>
            <a:chExt cx="367684" cy="366561"/>
          </a:xfrm>
        </p:grpSpPr>
        <p:sp>
          <p:nvSpPr>
            <p:cNvPr id="23584" name="Google Shape;23584;p14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14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14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14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14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14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14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14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14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14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14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14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14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14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14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14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14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14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14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14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14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14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14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14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14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14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14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14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14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14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14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14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14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14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14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14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14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14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14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14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14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25" name="Google Shape;23625;p146"/>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26" name="Google Shape;23626;p146"/>
          <p:cNvGrpSpPr/>
          <p:nvPr/>
        </p:nvGrpSpPr>
        <p:grpSpPr>
          <a:xfrm>
            <a:off x="1310049" y="2706774"/>
            <a:ext cx="384749" cy="366613"/>
            <a:chOff x="1310049" y="2891421"/>
            <a:chExt cx="384749" cy="366613"/>
          </a:xfrm>
        </p:grpSpPr>
        <p:sp>
          <p:nvSpPr>
            <p:cNvPr id="23627" name="Google Shape;23627;p14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14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14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14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14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14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14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14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14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14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14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14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14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14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1" name="Google Shape;23641;p146"/>
          <p:cNvGrpSpPr/>
          <p:nvPr/>
        </p:nvGrpSpPr>
        <p:grpSpPr>
          <a:xfrm>
            <a:off x="849673" y="2706695"/>
            <a:ext cx="383468" cy="366665"/>
            <a:chOff x="849673" y="2891343"/>
            <a:chExt cx="383468" cy="366665"/>
          </a:xfrm>
        </p:grpSpPr>
        <p:sp>
          <p:nvSpPr>
            <p:cNvPr id="23642" name="Google Shape;23642;p14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14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14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14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14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14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14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14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14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14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14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14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4" name="Google Shape;23654;p146"/>
          <p:cNvGrpSpPr/>
          <p:nvPr/>
        </p:nvGrpSpPr>
        <p:grpSpPr>
          <a:xfrm>
            <a:off x="920257" y="2241354"/>
            <a:ext cx="278024" cy="366508"/>
            <a:chOff x="920257" y="2426002"/>
            <a:chExt cx="278024" cy="366508"/>
          </a:xfrm>
        </p:grpSpPr>
        <p:sp>
          <p:nvSpPr>
            <p:cNvPr id="23655" name="Google Shape;23655;p14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14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14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14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14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14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14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14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14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14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14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14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14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8" name="Google Shape;23668;p146"/>
          <p:cNvGrpSpPr/>
          <p:nvPr/>
        </p:nvGrpSpPr>
        <p:grpSpPr>
          <a:xfrm>
            <a:off x="866528" y="4089836"/>
            <a:ext cx="349810" cy="366665"/>
            <a:chOff x="866528" y="4274484"/>
            <a:chExt cx="349810" cy="366665"/>
          </a:xfrm>
        </p:grpSpPr>
        <p:sp>
          <p:nvSpPr>
            <p:cNvPr id="23669" name="Google Shape;23669;p14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14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14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14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14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14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14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14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14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14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14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0" name="Google Shape;23680;p146"/>
          <p:cNvGrpSpPr/>
          <p:nvPr/>
        </p:nvGrpSpPr>
        <p:grpSpPr>
          <a:xfrm>
            <a:off x="1388708" y="4089836"/>
            <a:ext cx="330210" cy="366665"/>
            <a:chOff x="1388708" y="4274484"/>
            <a:chExt cx="330210" cy="366665"/>
          </a:xfrm>
        </p:grpSpPr>
        <p:sp>
          <p:nvSpPr>
            <p:cNvPr id="23681" name="Google Shape;23681;p14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14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14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14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14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14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14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14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14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14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14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14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14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14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14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14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14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14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14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14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1" name="Google Shape;23701;p146"/>
          <p:cNvGrpSpPr/>
          <p:nvPr/>
        </p:nvGrpSpPr>
        <p:grpSpPr>
          <a:xfrm>
            <a:off x="1874694" y="4108678"/>
            <a:ext cx="375446" cy="328982"/>
            <a:chOff x="1874694" y="4293326"/>
            <a:chExt cx="375446" cy="328982"/>
          </a:xfrm>
        </p:grpSpPr>
        <p:sp>
          <p:nvSpPr>
            <p:cNvPr id="23702" name="Google Shape;23702;p14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14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14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14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14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14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14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14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14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14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14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14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14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14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14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14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14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14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14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14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14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14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4" name="Google Shape;23724;p146"/>
          <p:cNvGrpSpPr/>
          <p:nvPr/>
        </p:nvGrpSpPr>
        <p:grpSpPr>
          <a:xfrm>
            <a:off x="2396116" y="4108443"/>
            <a:ext cx="366665" cy="329714"/>
            <a:chOff x="2396116" y="4293090"/>
            <a:chExt cx="366665" cy="329714"/>
          </a:xfrm>
        </p:grpSpPr>
        <p:sp>
          <p:nvSpPr>
            <p:cNvPr id="23725" name="Google Shape;23725;p14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14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14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14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14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14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14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14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14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14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14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14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14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8" name="Google Shape;23738;p146"/>
          <p:cNvGrpSpPr/>
          <p:nvPr/>
        </p:nvGrpSpPr>
        <p:grpSpPr>
          <a:xfrm>
            <a:off x="2908757" y="4105176"/>
            <a:ext cx="367162" cy="336116"/>
            <a:chOff x="2908757" y="4289824"/>
            <a:chExt cx="367162" cy="336116"/>
          </a:xfrm>
        </p:grpSpPr>
        <p:sp>
          <p:nvSpPr>
            <p:cNvPr id="23739" name="Google Shape;23739;p14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14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14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14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14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14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14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14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14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14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14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14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14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14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14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14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14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14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14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14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14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14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14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2" name="Google Shape;23762;p14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14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14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14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6" name="Google Shape;23766;p146"/>
          <p:cNvGrpSpPr/>
          <p:nvPr/>
        </p:nvGrpSpPr>
        <p:grpSpPr>
          <a:xfrm>
            <a:off x="3082408" y="2734892"/>
            <a:ext cx="368651" cy="310350"/>
            <a:chOff x="3082408" y="2919540"/>
            <a:chExt cx="368651" cy="310350"/>
          </a:xfrm>
        </p:grpSpPr>
        <p:sp>
          <p:nvSpPr>
            <p:cNvPr id="23767" name="Google Shape;23767;p14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14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14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14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14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14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14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14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14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14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14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14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9" name="Google Shape;23779;p146"/>
          <p:cNvGrpSpPr/>
          <p:nvPr/>
        </p:nvGrpSpPr>
        <p:grpSpPr>
          <a:xfrm>
            <a:off x="7069130" y="2240152"/>
            <a:ext cx="366169" cy="360498"/>
            <a:chOff x="7069130" y="2424800"/>
            <a:chExt cx="366169" cy="360498"/>
          </a:xfrm>
        </p:grpSpPr>
        <p:sp>
          <p:nvSpPr>
            <p:cNvPr id="23780" name="Google Shape;23780;p14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14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14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14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14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14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14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14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14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14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14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14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14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14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14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14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14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14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14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14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0" name="Google Shape;23800;p146"/>
          <p:cNvGrpSpPr/>
          <p:nvPr/>
        </p:nvGrpSpPr>
        <p:grpSpPr>
          <a:xfrm>
            <a:off x="4885655" y="2240073"/>
            <a:ext cx="281473" cy="360629"/>
            <a:chOff x="4885655" y="2424721"/>
            <a:chExt cx="281473" cy="360629"/>
          </a:xfrm>
        </p:grpSpPr>
        <p:sp>
          <p:nvSpPr>
            <p:cNvPr id="23801" name="Google Shape;23801;p14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14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14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14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14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14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14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14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14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14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14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2" name="Google Shape;23812;p146"/>
          <p:cNvGrpSpPr/>
          <p:nvPr/>
        </p:nvGrpSpPr>
        <p:grpSpPr>
          <a:xfrm>
            <a:off x="6625609" y="2262129"/>
            <a:ext cx="364130" cy="316726"/>
            <a:chOff x="6625609" y="2446777"/>
            <a:chExt cx="364130" cy="316726"/>
          </a:xfrm>
        </p:grpSpPr>
        <p:sp>
          <p:nvSpPr>
            <p:cNvPr id="23813" name="Google Shape;23813;p14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14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14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14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14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14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14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14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14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14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14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14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5" name="Google Shape;23825;p146"/>
          <p:cNvGrpSpPr/>
          <p:nvPr/>
        </p:nvGrpSpPr>
        <p:grpSpPr>
          <a:xfrm>
            <a:off x="5757644" y="1827703"/>
            <a:ext cx="360628" cy="298825"/>
            <a:chOff x="5757644" y="2012350"/>
            <a:chExt cx="360628" cy="298825"/>
          </a:xfrm>
        </p:grpSpPr>
        <p:sp>
          <p:nvSpPr>
            <p:cNvPr id="23826" name="Google Shape;23826;p14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14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14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14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14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14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14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14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14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14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14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14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14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14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14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14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14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14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4" name="Google Shape;23844;p14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14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14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14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8" name="Google Shape;23848;p146"/>
          <p:cNvGrpSpPr/>
          <p:nvPr/>
        </p:nvGrpSpPr>
        <p:grpSpPr>
          <a:xfrm>
            <a:off x="5317625" y="1798826"/>
            <a:ext cx="360628" cy="356839"/>
            <a:chOff x="5317625" y="1983474"/>
            <a:chExt cx="360628" cy="356839"/>
          </a:xfrm>
        </p:grpSpPr>
        <p:sp>
          <p:nvSpPr>
            <p:cNvPr id="23849" name="Google Shape;23849;p14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14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14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14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14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14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14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14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14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14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14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14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14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2" name="Google Shape;23862;p14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14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14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14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14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14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8" name="Google Shape;23868;p146"/>
          <p:cNvGrpSpPr/>
          <p:nvPr/>
        </p:nvGrpSpPr>
        <p:grpSpPr>
          <a:xfrm>
            <a:off x="6181827" y="2279037"/>
            <a:ext cx="360629" cy="282989"/>
            <a:chOff x="6181827" y="2463685"/>
            <a:chExt cx="360629" cy="282989"/>
          </a:xfrm>
        </p:grpSpPr>
        <p:sp>
          <p:nvSpPr>
            <p:cNvPr id="23869" name="Google Shape;23869;p14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14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14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14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3" name="Google Shape;23873;p14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4" name="Google Shape;23874;p14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14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14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14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14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14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0" name="Google Shape;23880;p146"/>
          <p:cNvGrpSpPr/>
          <p:nvPr/>
        </p:nvGrpSpPr>
        <p:grpSpPr>
          <a:xfrm>
            <a:off x="5346292" y="3156044"/>
            <a:ext cx="291247" cy="360629"/>
            <a:chOff x="5346292" y="3340691"/>
            <a:chExt cx="291247" cy="360628"/>
          </a:xfrm>
        </p:grpSpPr>
        <p:sp>
          <p:nvSpPr>
            <p:cNvPr id="23881" name="Google Shape;23881;p14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14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14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14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14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14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14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14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14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14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14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14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14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14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5" name="Google Shape;23895;p14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14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14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14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14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14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14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14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14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14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14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6" name="Google Shape;23906;p146"/>
          <p:cNvGrpSpPr/>
          <p:nvPr/>
        </p:nvGrpSpPr>
        <p:grpSpPr>
          <a:xfrm>
            <a:off x="7969264" y="1797049"/>
            <a:ext cx="337763" cy="360393"/>
            <a:chOff x="7969264" y="1981697"/>
            <a:chExt cx="337763" cy="360393"/>
          </a:xfrm>
        </p:grpSpPr>
        <p:sp>
          <p:nvSpPr>
            <p:cNvPr id="23907" name="Google Shape;23907;p14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14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14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14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14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14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14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14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14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14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14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14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14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14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14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14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14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14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5" name="Google Shape;23925;p146"/>
          <p:cNvGrpSpPr/>
          <p:nvPr/>
        </p:nvGrpSpPr>
        <p:grpSpPr>
          <a:xfrm>
            <a:off x="5736032" y="2245352"/>
            <a:ext cx="360890" cy="350332"/>
            <a:chOff x="5736032" y="2430000"/>
            <a:chExt cx="360890" cy="350332"/>
          </a:xfrm>
        </p:grpSpPr>
        <p:sp>
          <p:nvSpPr>
            <p:cNvPr id="23926" name="Google Shape;23926;p14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14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14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14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14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14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14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14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14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14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14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14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14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14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14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14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14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3" name="Google Shape;23943;p146"/>
          <p:cNvGrpSpPr/>
          <p:nvPr/>
        </p:nvGrpSpPr>
        <p:grpSpPr>
          <a:xfrm>
            <a:off x="4877867" y="1811344"/>
            <a:ext cx="360628" cy="331778"/>
            <a:chOff x="4877867" y="1995991"/>
            <a:chExt cx="360628" cy="331778"/>
          </a:xfrm>
        </p:grpSpPr>
        <p:sp>
          <p:nvSpPr>
            <p:cNvPr id="23944" name="Google Shape;23944;p14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14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14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14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14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14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14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14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14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3" name="Google Shape;23953;p14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14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14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14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14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8" name="Google Shape;23958;p146"/>
          <p:cNvGrpSpPr/>
          <p:nvPr/>
        </p:nvGrpSpPr>
        <p:grpSpPr>
          <a:xfrm>
            <a:off x="7050889" y="2728856"/>
            <a:ext cx="363529" cy="339513"/>
            <a:chOff x="7050889" y="2913503"/>
            <a:chExt cx="363529" cy="339513"/>
          </a:xfrm>
        </p:grpSpPr>
        <p:sp>
          <p:nvSpPr>
            <p:cNvPr id="23959" name="Google Shape;23959;p14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14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14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14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3" name="Google Shape;23963;p14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14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14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14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14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8" name="Google Shape;23968;p146"/>
          <p:cNvGrpSpPr/>
          <p:nvPr/>
        </p:nvGrpSpPr>
        <p:grpSpPr>
          <a:xfrm>
            <a:off x="7510900" y="1796814"/>
            <a:ext cx="372937" cy="360629"/>
            <a:chOff x="7510900" y="1981462"/>
            <a:chExt cx="372937" cy="360629"/>
          </a:xfrm>
        </p:grpSpPr>
        <p:sp>
          <p:nvSpPr>
            <p:cNvPr id="23969" name="Google Shape;23969;p14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14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14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14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14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14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14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14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14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14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14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14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14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14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14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14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5" name="Google Shape;23985;p146"/>
          <p:cNvGrpSpPr/>
          <p:nvPr/>
        </p:nvGrpSpPr>
        <p:grpSpPr>
          <a:xfrm>
            <a:off x="6599476" y="2733612"/>
            <a:ext cx="360629" cy="329975"/>
            <a:chOff x="6599476" y="2918260"/>
            <a:chExt cx="360629" cy="329975"/>
          </a:xfrm>
        </p:grpSpPr>
        <p:sp>
          <p:nvSpPr>
            <p:cNvPr id="23986" name="Google Shape;23986;p14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14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14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14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14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14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14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14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14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14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14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14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14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14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14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14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14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14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14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14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14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14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14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14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14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1" name="Google Shape;24011;p146"/>
          <p:cNvGrpSpPr/>
          <p:nvPr/>
        </p:nvGrpSpPr>
        <p:grpSpPr>
          <a:xfrm>
            <a:off x="5290499" y="2296886"/>
            <a:ext cx="360628" cy="247292"/>
            <a:chOff x="5290499" y="2481533"/>
            <a:chExt cx="360628" cy="247292"/>
          </a:xfrm>
        </p:grpSpPr>
        <p:sp>
          <p:nvSpPr>
            <p:cNvPr id="24012" name="Google Shape;24012;p14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14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14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14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14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14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14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14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14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14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14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14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14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14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14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14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14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14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14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14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14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14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14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14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14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14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14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9" name="Google Shape;24039;p146"/>
          <p:cNvGrpSpPr/>
          <p:nvPr/>
        </p:nvGrpSpPr>
        <p:grpSpPr>
          <a:xfrm>
            <a:off x="6201923" y="1796866"/>
            <a:ext cx="351325" cy="360576"/>
            <a:chOff x="6201923" y="1981514"/>
            <a:chExt cx="351325" cy="360576"/>
          </a:xfrm>
        </p:grpSpPr>
        <p:sp>
          <p:nvSpPr>
            <p:cNvPr id="24040" name="Google Shape;24040;p14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14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14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14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14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14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14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7" name="Google Shape;24047;p146"/>
          <p:cNvGrpSpPr/>
          <p:nvPr/>
        </p:nvGrpSpPr>
        <p:grpSpPr>
          <a:xfrm>
            <a:off x="4894461" y="3156044"/>
            <a:ext cx="312884" cy="360785"/>
            <a:chOff x="4894461" y="3340691"/>
            <a:chExt cx="312884" cy="360785"/>
          </a:xfrm>
        </p:grpSpPr>
        <p:sp>
          <p:nvSpPr>
            <p:cNvPr id="24048" name="Google Shape;24048;p14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14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0" name="Google Shape;24050;p14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1" name="Google Shape;24051;p14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14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14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14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14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14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14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14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14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14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14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14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14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4" name="Google Shape;24064;p146"/>
          <p:cNvGrpSpPr/>
          <p:nvPr/>
        </p:nvGrpSpPr>
        <p:grpSpPr>
          <a:xfrm>
            <a:off x="5339237" y="1316603"/>
            <a:ext cx="245541" cy="360628"/>
            <a:chOff x="5339237" y="1501251"/>
            <a:chExt cx="245541" cy="360628"/>
          </a:xfrm>
        </p:grpSpPr>
        <p:sp>
          <p:nvSpPr>
            <p:cNvPr id="24065" name="Google Shape;24065;p14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14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14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14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14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14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14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14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14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14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14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14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14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14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14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14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14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14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14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14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14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14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14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14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14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14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14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14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14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14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14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14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14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14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14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14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14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14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14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14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14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14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7" name="Google Shape;24107;p146"/>
          <p:cNvGrpSpPr/>
          <p:nvPr/>
        </p:nvGrpSpPr>
        <p:grpSpPr>
          <a:xfrm>
            <a:off x="7959464" y="2289568"/>
            <a:ext cx="370428" cy="261926"/>
            <a:chOff x="7959464" y="2474216"/>
            <a:chExt cx="370428" cy="261926"/>
          </a:xfrm>
        </p:grpSpPr>
        <p:sp>
          <p:nvSpPr>
            <p:cNvPr id="24108" name="Google Shape;24108;p14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14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14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14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14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14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4" name="Google Shape;24114;p14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14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14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14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14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14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0" name="Google Shape;24120;p146"/>
          <p:cNvGrpSpPr/>
          <p:nvPr/>
        </p:nvGrpSpPr>
        <p:grpSpPr>
          <a:xfrm>
            <a:off x="7518687" y="2273262"/>
            <a:ext cx="360629" cy="294461"/>
            <a:chOff x="7518687" y="2457909"/>
            <a:chExt cx="360629" cy="294461"/>
          </a:xfrm>
        </p:grpSpPr>
        <p:sp>
          <p:nvSpPr>
            <p:cNvPr id="24121" name="Google Shape;24121;p14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14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14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14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14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14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14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14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14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14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14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14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14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14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14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14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14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14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14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0" name="Google Shape;24140;p146"/>
          <p:cNvGrpSpPr/>
          <p:nvPr/>
        </p:nvGrpSpPr>
        <p:grpSpPr>
          <a:xfrm>
            <a:off x="7086220" y="1796919"/>
            <a:ext cx="343799" cy="360524"/>
            <a:chOff x="7086220" y="1981566"/>
            <a:chExt cx="343799" cy="360524"/>
          </a:xfrm>
        </p:grpSpPr>
        <p:sp>
          <p:nvSpPr>
            <p:cNvPr id="24141" name="Google Shape;24141;p14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14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14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14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14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14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14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14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14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14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14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14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14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14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14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14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7" name="Google Shape;24157;p146"/>
          <p:cNvGrpSpPr/>
          <p:nvPr/>
        </p:nvGrpSpPr>
        <p:grpSpPr>
          <a:xfrm>
            <a:off x="6141112" y="2742915"/>
            <a:ext cx="368416" cy="311369"/>
            <a:chOff x="6141112" y="2927563"/>
            <a:chExt cx="368416" cy="311369"/>
          </a:xfrm>
        </p:grpSpPr>
        <p:sp>
          <p:nvSpPr>
            <p:cNvPr id="24158" name="Google Shape;24158;p14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14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14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14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14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14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14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146"/>
          <p:cNvGrpSpPr/>
          <p:nvPr/>
        </p:nvGrpSpPr>
        <p:grpSpPr>
          <a:xfrm>
            <a:off x="7520699" y="2718298"/>
            <a:ext cx="335489" cy="360629"/>
            <a:chOff x="7520699" y="2902946"/>
            <a:chExt cx="335489" cy="360629"/>
          </a:xfrm>
        </p:grpSpPr>
        <p:sp>
          <p:nvSpPr>
            <p:cNvPr id="24166" name="Google Shape;24166;p14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14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14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14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14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14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14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14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14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14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14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14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14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14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14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1" name="Google Shape;24181;p146"/>
          <p:cNvGrpSpPr/>
          <p:nvPr/>
        </p:nvGrpSpPr>
        <p:grpSpPr>
          <a:xfrm>
            <a:off x="7988340" y="2718298"/>
            <a:ext cx="308886" cy="360628"/>
            <a:chOff x="7988340" y="2902946"/>
            <a:chExt cx="308886" cy="360628"/>
          </a:xfrm>
        </p:grpSpPr>
        <p:sp>
          <p:nvSpPr>
            <p:cNvPr id="24182" name="Google Shape;24182;p14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14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14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14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14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14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14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14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14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14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14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14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14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14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14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14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14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14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14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14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14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14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14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5" name="Google Shape;24205;p146"/>
          <p:cNvGrpSpPr/>
          <p:nvPr/>
        </p:nvGrpSpPr>
        <p:grpSpPr>
          <a:xfrm>
            <a:off x="5690039" y="2718351"/>
            <a:ext cx="362902" cy="360498"/>
            <a:chOff x="5690039" y="2902998"/>
            <a:chExt cx="362902" cy="360498"/>
          </a:xfrm>
        </p:grpSpPr>
        <p:sp>
          <p:nvSpPr>
            <p:cNvPr id="24206" name="Google Shape;24206;p14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14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14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14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14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14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14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3" name="Google Shape;24213;p146"/>
          <p:cNvGrpSpPr/>
          <p:nvPr/>
        </p:nvGrpSpPr>
        <p:grpSpPr>
          <a:xfrm>
            <a:off x="4871935" y="1316342"/>
            <a:ext cx="258503" cy="360890"/>
            <a:chOff x="4871935" y="1500990"/>
            <a:chExt cx="258503" cy="360890"/>
          </a:xfrm>
        </p:grpSpPr>
        <p:sp>
          <p:nvSpPr>
            <p:cNvPr id="24214" name="Google Shape;24214;p14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14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14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14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14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14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14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14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14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14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14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14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14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14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28" name="Google Shape;24228;p146"/>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29" name="Google Shape;24229;p146"/>
          <p:cNvGrpSpPr/>
          <p:nvPr/>
        </p:nvGrpSpPr>
        <p:grpSpPr>
          <a:xfrm>
            <a:off x="6265764" y="1316603"/>
            <a:ext cx="234983" cy="360628"/>
            <a:chOff x="6265764" y="1501251"/>
            <a:chExt cx="234983" cy="360628"/>
          </a:xfrm>
        </p:grpSpPr>
        <p:sp>
          <p:nvSpPr>
            <p:cNvPr id="24230" name="Google Shape;24230;p14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14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14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14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14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14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14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14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14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14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14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14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2" name="Google Shape;24242;p146"/>
          <p:cNvGrpSpPr/>
          <p:nvPr/>
        </p:nvGrpSpPr>
        <p:grpSpPr>
          <a:xfrm>
            <a:off x="6193639" y="3217351"/>
            <a:ext cx="360628" cy="238250"/>
            <a:chOff x="6193639" y="3401998"/>
            <a:chExt cx="360628" cy="238250"/>
          </a:xfrm>
        </p:grpSpPr>
        <p:sp>
          <p:nvSpPr>
            <p:cNvPr id="24243" name="Google Shape;24243;p14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14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14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14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14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14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14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14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14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14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14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4" name="Google Shape;24254;p146"/>
          <p:cNvGrpSpPr/>
          <p:nvPr/>
        </p:nvGrpSpPr>
        <p:grpSpPr>
          <a:xfrm>
            <a:off x="5801625" y="1316603"/>
            <a:ext cx="246037" cy="360629"/>
            <a:chOff x="5801625" y="1501251"/>
            <a:chExt cx="246037" cy="360629"/>
          </a:xfrm>
        </p:grpSpPr>
        <p:sp>
          <p:nvSpPr>
            <p:cNvPr id="24255" name="Google Shape;24255;p14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14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14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14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14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14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14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14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14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14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14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14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14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14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14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14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14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14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14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4" name="Google Shape;24274;p146"/>
          <p:cNvGrpSpPr/>
          <p:nvPr/>
        </p:nvGrpSpPr>
        <p:grpSpPr>
          <a:xfrm>
            <a:off x="6641680" y="1796814"/>
            <a:ext cx="352083" cy="360864"/>
            <a:chOff x="6641680" y="1981462"/>
            <a:chExt cx="352083" cy="360864"/>
          </a:xfrm>
        </p:grpSpPr>
        <p:sp>
          <p:nvSpPr>
            <p:cNvPr id="24275" name="Google Shape;24275;p14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14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14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14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14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14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14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14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14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14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14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14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14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14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14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14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14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14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14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14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14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14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14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14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14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14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14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14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3" name="Google Shape;24303;p146"/>
          <p:cNvGrpSpPr/>
          <p:nvPr/>
        </p:nvGrpSpPr>
        <p:grpSpPr>
          <a:xfrm>
            <a:off x="7205332" y="1316603"/>
            <a:ext cx="198032" cy="360629"/>
            <a:chOff x="7205332" y="1501251"/>
            <a:chExt cx="198032" cy="360629"/>
          </a:xfrm>
        </p:grpSpPr>
        <p:sp>
          <p:nvSpPr>
            <p:cNvPr id="24304" name="Google Shape;24304;p14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14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14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14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14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14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14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14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14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14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14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14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14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14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14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14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14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14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14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14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4" name="Google Shape;24324;p146"/>
          <p:cNvGrpSpPr/>
          <p:nvPr/>
        </p:nvGrpSpPr>
        <p:grpSpPr>
          <a:xfrm>
            <a:off x="7688313" y="1316603"/>
            <a:ext cx="153058" cy="360628"/>
            <a:chOff x="7688313" y="1501251"/>
            <a:chExt cx="153058" cy="360628"/>
          </a:xfrm>
        </p:grpSpPr>
        <p:sp>
          <p:nvSpPr>
            <p:cNvPr id="24325" name="Google Shape;24325;p14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14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14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14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14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14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14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14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14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14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14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14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14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14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14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14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1" name="Google Shape;24341;p146"/>
          <p:cNvGrpSpPr/>
          <p:nvPr/>
        </p:nvGrpSpPr>
        <p:grpSpPr>
          <a:xfrm>
            <a:off x="8150179" y="1316603"/>
            <a:ext cx="150811" cy="360628"/>
            <a:chOff x="8150179" y="1501251"/>
            <a:chExt cx="150811" cy="360628"/>
          </a:xfrm>
        </p:grpSpPr>
        <p:sp>
          <p:nvSpPr>
            <p:cNvPr id="24342" name="Google Shape;24342;p14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14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14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14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14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14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14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14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14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51" name="Google Shape;24351;p146"/>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52" name="Google Shape;24352;p146"/>
          <p:cNvGrpSpPr/>
          <p:nvPr/>
        </p:nvGrpSpPr>
        <p:grpSpPr>
          <a:xfrm>
            <a:off x="4877867" y="2718298"/>
            <a:ext cx="170149" cy="360629"/>
            <a:chOff x="4877867" y="2902946"/>
            <a:chExt cx="170149" cy="360629"/>
          </a:xfrm>
        </p:grpSpPr>
        <p:sp>
          <p:nvSpPr>
            <p:cNvPr id="24353" name="Google Shape;24353;p14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14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14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14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14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14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14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14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14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14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14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14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14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6" name="Google Shape;24366;p146"/>
          <p:cNvGrpSpPr/>
          <p:nvPr/>
        </p:nvGrpSpPr>
        <p:grpSpPr>
          <a:xfrm>
            <a:off x="6741689" y="1316028"/>
            <a:ext cx="207962" cy="361203"/>
            <a:chOff x="6741689" y="1500676"/>
            <a:chExt cx="207962" cy="361203"/>
          </a:xfrm>
        </p:grpSpPr>
        <p:sp>
          <p:nvSpPr>
            <p:cNvPr id="24367" name="Google Shape;24367;p14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14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14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14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14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14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14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4" name="Google Shape;24374;p14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5" name="Google Shape;24375;p14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14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14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14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14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14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14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2" name="Google Shape;24382;p14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3" name="Google Shape;24383;p14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14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14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6" name="Google Shape;24386;p146"/>
          <p:cNvGrpSpPr/>
          <p:nvPr/>
        </p:nvGrpSpPr>
        <p:grpSpPr>
          <a:xfrm>
            <a:off x="5752627" y="3245757"/>
            <a:ext cx="360628" cy="181464"/>
            <a:chOff x="5752627" y="3430404"/>
            <a:chExt cx="360628" cy="181464"/>
          </a:xfrm>
        </p:grpSpPr>
        <p:sp>
          <p:nvSpPr>
            <p:cNvPr id="24387" name="Google Shape;24387;p14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14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14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14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14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14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14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14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14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14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14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14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14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14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14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14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14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14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14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14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14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14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14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14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14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14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14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14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5" name="Google Shape;24415;p146"/>
          <p:cNvGrpSpPr/>
          <p:nvPr/>
        </p:nvGrpSpPr>
        <p:grpSpPr>
          <a:xfrm>
            <a:off x="5235700" y="2718351"/>
            <a:ext cx="361909" cy="360759"/>
            <a:chOff x="5235700" y="2902998"/>
            <a:chExt cx="361909" cy="360759"/>
          </a:xfrm>
        </p:grpSpPr>
        <p:sp>
          <p:nvSpPr>
            <p:cNvPr id="24416" name="Google Shape;24416;p14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14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14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14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14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14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14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3" name="Google Shape;24423;p146"/>
          <p:cNvGrpSpPr/>
          <p:nvPr/>
        </p:nvGrpSpPr>
        <p:grpSpPr>
          <a:xfrm>
            <a:off x="6634912" y="3210321"/>
            <a:ext cx="360367" cy="252309"/>
            <a:chOff x="6634912" y="3394969"/>
            <a:chExt cx="360367" cy="252309"/>
          </a:xfrm>
        </p:grpSpPr>
        <p:sp>
          <p:nvSpPr>
            <p:cNvPr id="24424" name="Google Shape;24424;p14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14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14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14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14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14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14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14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14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14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14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14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14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7" name="Google Shape;24437;p146"/>
          <p:cNvGrpSpPr/>
          <p:nvPr/>
        </p:nvGrpSpPr>
        <p:grpSpPr>
          <a:xfrm>
            <a:off x="7059330" y="3156148"/>
            <a:ext cx="377170" cy="360655"/>
            <a:chOff x="7059330" y="3340796"/>
            <a:chExt cx="377170" cy="360655"/>
          </a:xfrm>
        </p:grpSpPr>
        <p:sp>
          <p:nvSpPr>
            <p:cNvPr id="24438" name="Google Shape;24438;p14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14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14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14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14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14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14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14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14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14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14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14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0" name="Google Shape;24450;p146"/>
          <p:cNvGrpSpPr/>
          <p:nvPr/>
        </p:nvGrpSpPr>
        <p:grpSpPr>
          <a:xfrm>
            <a:off x="7957948" y="3190983"/>
            <a:ext cx="360629" cy="291012"/>
            <a:chOff x="7957948" y="3375631"/>
            <a:chExt cx="360629" cy="291012"/>
          </a:xfrm>
        </p:grpSpPr>
        <p:sp>
          <p:nvSpPr>
            <p:cNvPr id="24451" name="Google Shape;24451;p14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14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14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14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14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14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14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14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14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14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14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14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14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14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14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14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14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14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9" name="Google Shape;24469;p146"/>
          <p:cNvGrpSpPr/>
          <p:nvPr/>
        </p:nvGrpSpPr>
        <p:grpSpPr>
          <a:xfrm>
            <a:off x="6198656" y="3683241"/>
            <a:ext cx="347562" cy="227954"/>
            <a:chOff x="6198656" y="3867888"/>
            <a:chExt cx="347562" cy="227954"/>
          </a:xfrm>
        </p:grpSpPr>
        <p:sp>
          <p:nvSpPr>
            <p:cNvPr id="24470" name="Google Shape;24470;p14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14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14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14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14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14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14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14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14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14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14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1" name="Google Shape;24481;p146"/>
          <p:cNvGrpSpPr/>
          <p:nvPr/>
        </p:nvGrpSpPr>
        <p:grpSpPr>
          <a:xfrm>
            <a:off x="5706895" y="3634504"/>
            <a:ext cx="349392" cy="325454"/>
            <a:chOff x="5706895" y="3819151"/>
            <a:chExt cx="349392" cy="325454"/>
          </a:xfrm>
        </p:grpSpPr>
        <p:sp>
          <p:nvSpPr>
            <p:cNvPr id="24482" name="Google Shape;24482;p14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14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14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14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14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14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14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14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14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14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14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14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14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14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14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7" name="Google Shape;24497;p146"/>
          <p:cNvGrpSpPr/>
          <p:nvPr/>
        </p:nvGrpSpPr>
        <p:grpSpPr>
          <a:xfrm>
            <a:off x="7648618" y="3156096"/>
            <a:ext cx="97265" cy="360393"/>
            <a:chOff x="7648618" y="3340744"/>
            <a:chExt cx="97265" cy="360393"/>
          </a:xfrm>
        </p:grpSpPr>
        <p:sp>
          <p:nvSpPr>
            <p:cNvPr id="24498" name="Google Shape;24498;p14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14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14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1" name="Google Shape;24501;p146"/>
          <p:cNvGrpSpPr/>
          <p:nvPr/>
        </p:nvGrpSpPr>
        <p:grpSpPr>
          <a:xfrm>
            <a:off x="7164356" y="3606019"/>
            <a:ext cx="385507" cy="382501"/>
            <a:chOff x="7164356" y="3790667"/>
            <a:chExt cx="385507" cy="382501"/>
          </a:xfrm>
        </p:grpSpPr>
        <p:sp>
          <p:nvSpPr>
            <p:cNvPr id="24502" name="Google Shape;24502;p14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14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14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14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14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14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14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14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14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14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14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14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14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14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14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14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14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14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14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14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14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14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14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14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6" name="Google Shape;24526;p146"/>
          <p:cNvGrpSpPr/>
          <p:nvPr/>
        </p:nvGrpSpPr>
        <p:grpSpPr>
          <a:xfrm>
            <a:off x="6670400" y="3641821"/>
            <a:ext cx="387911" cy="310846"/>
            <a:chOff x="6670400" y="3826468"/>
            <a:chExt cx="387911" cy="310846"/>
          </a:xfrm>
        </p:grpSpPr>
        <p:sp>
          <p:nvSpPr>
            <p:cNvPr id="24527" name="Google Shape;24527;p14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14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14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14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14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14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14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14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14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14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14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14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14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14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14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14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14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14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5" name="Google Shape;24545;p146"/>
          <p:cNvGrpSpPr/>
          <p:nvPr/>
        </p:nvGrpSpPr>
        <p:grpSpPr>
          <a:xfrm>
            <a:off x="7662181" y="3618798"/>
            <a:ext cx="302823" cy="360498"/>
            <a:chOff x="7662181" y="3803446"/>
            <a:chExt cx="302823" cy="360498"/>
          </a:xfrm>
        </p:grpSpPr>
        <p:sp>
          <p:nvSpPr>
            <p:cNvPr id="24546" name="Google Shape;24546;p14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14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14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14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14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14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14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14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14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14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6" name="Google Shape;24556;p146"/>
          <p:cNvGrpSpPr/>
          <p:nvPr/>
        </p:nvGrpSpPr>
        <p:grpSpPr>
          <a:xfrm>
            <a:off x="5206562" y="3619347"/>
            <a:ext cx="363895" cy="355663"/>
            <a:chOff x="5206562" y="3803994"/>
            <a:chExt cx="363895" cy="355663"/>
          </a:xfrm>
        </p:grpSpPr>
        <p:sp>
          <p:nvSpPr>
            <p:cNvPr id="24557" name="Google Shape;24557;p14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14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14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14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14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14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14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14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14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14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14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14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14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14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1" name="Google Shape;24571;p146"/>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4572" name="Google Shape;24572;p146"/>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576" name="Shape 24576"/>
        <p:cNvGrpSpPr/>
        <p:nvPr/>
      </p:nvGrpSpPr>
      <p:grpSpPr>
        <a:xfrm>
          <a:off x="0" y="0"/>
          <a:ext cx="0" cy="0"/>
          <a:chOff x="0" y="0"/>
          <a:chExt cx="0" cy="0"/>
        </a:xfrm>
      </p:grpSpPr>
      <p:grpSp>
        <p:nvGrpSpPr>
          <p:cNvPr id="24577" name="Google Shape;24577;p147"/>
          <p:cNvGrpSpPr/>
          <p:nvPr/>
        </p:nvGrpSpPr>
        <p:grpSpPr>
          <a:xfrm>
            <a:off x="4682526" y="1512217"/>
            <a:ext cx="369948" cy="370132"/>
            <a:chOff x="4682526" y="1512217"/>
            <a:chExt cx="369948" cy="370132"/>
          </a:xfrm>
        </p:grpSpPr>
        <p:sp>
          <p:nvSpPr>
            <p:cNvPr id="24578" name="Google Shape;24578;p14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14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14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14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14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14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14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14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14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14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14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14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14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14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14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3" name="Google Shape;24593;p147"/>
          <p:cNvGrpSpPr/>
          <p:nvPr/>
        </p:nvGrpSpPr>
        <p:grpSpPr>
          <a:xfrm>
            <a:off x="3592433" y="1980212"/>
            <a:ext cx="381542" cy="370079"/>
            <a:chOff x="3592433" y="1980212"/>
            <a:chExt cx="381542" cy="370079"/>
          </a:xfrm>
        </p:grpSpPr>
        <p:sp>
          <p:nvSpPr>
            <p:cNvPr id="24594" name="Google Shape;24594;p14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14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14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14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14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14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14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14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14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14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14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14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6" name="Google Shape;24606;p147"/>
          <p:cNvGrpSpPr/>
          <p:nvPr/>
        </p:nvGrpSpPr>
        <p:grpSpPr>
          <a:xfrm>
            <a:off x="1398582" y="2973490"/>
            <a:ext cx="371391" cy="235126"/>
            <a:chOff x="1398582" y="2973490"/>
            <a:chExt cx="371391" cy="235126"/>
          </a:xfrm>
        </p:grpSpPr>
        <p:sp>
          <p:nvSpPr>
            <p:cNvPr id="24607" name="Google Shape;24607;p14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14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14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14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14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14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14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14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14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14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14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14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14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14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14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2" name="Google Shape;24622;p147"/>
          <p:cNvGrpSpPr/>
          <p:nvPr/>
        </p:nvGrpSpPr>
        <p:grpSpPr>
          <a:xfrm>
            <a:off x="850795" y="1512217"/>
            <a:ext cx="370132" cy="370132"/>
            <a:chOff x="850795" y="1512217"/>
            <a:chExt cx="370132" cy="370132"/>
          </a:xfrm>
        </p:grpSpPr>
        <p:sp>
          <p:nvSpPr>
            <p:cNvPr id="24623" name="Google Shape;24623;p14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14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14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14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14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14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14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14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14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14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14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14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14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14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14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14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14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14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1" name="Google Shape;24641;p147"/>
          <p:cNvGrpSpPr/>
          <p:nvPr/>
        </p:nvGrpSpPr>
        <p:grpSpPr>
          <a:xfrm>
            <a:off x="8038497" y="2906079"/>
            <a:ext cx="236568" cy="370105"/>
            <a:chOff x="8038497" y="2906079"/>
            <a:chExt cx="236568" cy="370105"/>
          </a:xfrm>
        </p:grpSpPr>
        <p:sp>
          <p:nvSpPr>
            <p:cNvPr id="24642" name="Google Shape;24642;p14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14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14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14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14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14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14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9" name="Google Shape;24649;p147"/>
          <p:cNvGrpSpPr/>
          <p:nvPr/>
        </p:nvGrpSpPr>
        <p:grpSpPr>
          <a:xfrm>
            <a:off x="6324130" y="1566303"/>
            <a:ext cx="370630" cy="261802"/>
            <a:chOff x="6324130" y="1566303"/>
            <a:chExt cx="370630" cy="261802"/>
          </a:xfrm>
        </p:grpSpPr>
        <p:sp>
          <p:nvSpPr>
            <p:cNvPr id="24650" name="Google Shape;24650;p14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14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14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14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14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14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14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14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14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14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14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14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14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14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14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14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6" name="Google Shape;24666;p14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7" name="Google Shape;24667;p147"/>
          <p:cNvGrpSpPr/>
          <p:nvPr/>
        </p:nvGrpSpPr>
        <p:grpSpPr>
          <a:xfrm>
            <a:off x="5232280" y="2026587"/>
            <a:ext cx="370840" cy="353213"/>
            <a:chOff x="5232280" y="2026587"/>
            <a:chExt cx="370840" cy="353213"/>
          </a:xfrm>
        </p:grpSpPr>
        <p:sp>
          <p:nvSpPr>
            <p:cNvPr id="24668" name="Google Shape;24668;p14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14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14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14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14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14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14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14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14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14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8" name="Google Shape;24678;p147"/>
          <p:cNvGrpSpPr/>
          <p:nvPr/>
        </p:nvGrpSpPr>
        <p:grpSpPr>
          <a:xfrm>
            <a:off x="7968961" y="2435329"/>
            <a:ext cx="379548" cy="365331"/>
            <a:chOff x="7968961" y="2435329"/>
            <a:chExt cx="379548" cy="365331"/>
          </a:xfrm>
        </p:grpSpPr>
        <p:sp>
          <p:nvSpPr>
            <p:cNvPr id="24679" name="Google Shape;24679;p14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14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14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14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14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14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5" name="Google Shape;24685;p147"/>
          <p:cNvGrpSpPr/>
          <p:nvPr/>
        </p:nvGrpSpPr>
        <p:grpSpPr>
          <a:xfrm>
            <a:off x="4136679" y="2115323"/>
            <a:ext cx="373305" cy="223217"/>
            <a:chOff x="4136679" y="2115323"/>
            <a:chExt cx="373305" cy="223217"/>
          </a:xfrm>
        </p:grpSpPr>
        <p:sp>
          <p:nvSpPr>
            <p:cNvPr id="24686" name="Google Shape;24686;p14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14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14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14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14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14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14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14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14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14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6" name="Google Shape;24696;p147"/>
          <p:cNvGrpSpPr/>
          <p:nvPr/>
        </p:nvGrpSpPr>
        <p:grpSpPr>
          <a:xfrm>
            <a:off x="7423823" y="2464077"/>
            <a:ext cx="372046" cy="307730"/>
            <a:chOff x="7423823" y="2464077"/>
            <a:chExt cx="372046" cy="307730"/>
          </a:xfrm>
        </p:grpSpPr>
        <p:sp>
          <p:nvSpPr>
            <p:cNvPr id="24697" name="Google Shape;24697;p14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14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14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14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14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14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14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14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14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14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14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14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14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0" name="Google Shape;24710;p147"/>
          <p:cNvGrpSpPr/>
          <p:nvPr/>
        </p:nvGrpSpPr>
        <p:grpSpPr>
          <a:xfrm>
            <a:off x="3882511" y="3365156"/>
            <a:ext cx="295061" cy="370263"/>
            <a:chOff x="3882511" y="3365156"/>
            <a:chExt cx="295061" cy="370263"/>
          </a:xfrm>
        </p:grpSpPr>
        <p:sp>
          <p:nvSpPr>
            <p:cNvPr id="24711" name="Google Shape;24711;p14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14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14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14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14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6" name="Google Shape;24716;p147"/>
          <p:cNvGrpSpPr/>
          <p:nvPr/>
        </p:nvGrpSpPr>
        <p:grpSpPr>
          <a:xfrm>
            <a:off x="5229788" y="1512217"/>
            <a:ext cx="370132" cy="370132"/>
            <a:chOff x="5229788" y="1512217"/>
            <a:chExt cx="370132" cy="370132"/>
          </a:xfrm>
        </p:grpSpPr>
        <p:sp>
          <p:nvSpPr>
            <p:cNvPr id="24717" name="Google Shape;24717;p14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14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9" name="Google Shape;24719;p14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14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14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14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14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14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14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14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14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14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14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14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14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14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3" name="Google Shape;24733;p14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4" name="Google Shape;24734;p147"/>
          <p:cNvGrpSpPr/>
          <p:nvPr/>
        </p:nvGrpSpPr>
        <p:grpSpPr>
          <a:xfrm>
            <a:off x="6041869" y="3365392"/>
            <a:ext cx="373882" cy="370053"/>
            <a:chOff x="6041869" y="3365392"/>
            <a:chExt cx="373882" cy="370053"/>
          </a:xfrm>
        </p:grpSpPr>
        <p:sp>
          <p:nvSpPr>
            <p:cNvPr id="24735" name="Google Shape;24735;p14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14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14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14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14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14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14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14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14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14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5" name="Google Shape;24745;p147"/>
          <p:cNvGrpSpPr/>
          <p:nvPr/>
        </p:nvGrpSpPr>
        <p:grpSpPr>
          <a:xfrm>
            <a:off x="4684309" y="2087493"/>
            <a:ext cx="374748" cy="279140"/>
            <a:chOff x="4684309" y="2087493"/>
            <a:chExt cx="374748" cy="279140"/>
          </a:xfrm>
        </p:grpSpPr>
        <p:sp>
          <p:nvSpPr>
            <p:cNvPr id="24746" name="Google Shape;24746;p14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14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14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14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14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14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14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14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14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14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14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14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8" name="Google Shape;24758;p147"/>
          <p:cNvGrpSpPr/>
          <p:nvPr/>
        </p:nvGrpSpPr>
        <p:grpSpPr>
          <a:xfrm>
            <a:off x="7521110" y="2906131"/>
            <a:ext cx="175400" cy="370053"/>
            <a:chOff x="7521110" y="2906131"/>
            <a:chExt cx="175400" cy="370053"/>
          </a:xfrm>
        </p:grpSpPr>
        <p:sp>
          <p:nvSpPr>
            <p:cNvPr id="24759" name="Google Shape;24759;p14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14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14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14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14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14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14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14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14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8" name="Google Shape;24768;p147"/>
          <p:cNvGrpSpPr/>
          <p:nvPr/>
        </p:nvGrpSpPr>
        <p:grpSpPr>
          <a:xfrm>
            <a:off x="3586925" y="1523286"/>
            <a:ext cx="371023" cy="347915"/>
            <a:chOff x="3586925" y="1523286"/>
            <a:chExt cx="371023" cy="347915"/>
          </a:xfrm>
        </p:grpSpPr>
        <p:sp>
          <p:nvSpPr>
            <p:cNvPr id="24769" name="Google Shape;24769;p14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14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14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14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14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14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14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14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14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14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14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14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14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14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14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14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14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14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14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8" name="Google Shape;24788;p147"/>
          <p:cNvGrpSpPr/>
          <p:nvPr/>
        </p:nvGrpSpPr>
        <p:grpSpPr>
          <a:xfrm>
            <a:off x="6876009" y="2475461"/>
            <a:ext cx="370158" cy="285120"/>
            <a:chOff x="6876009" y="2475461"/>
            <a:chExt cx="370158" cy="285120"/>
          </a:xfrm>
        </p:grpSpPr>
        <p:sp>
          <p:nvSpPr>
            <p:cNvPr id="24789" name="Google Shape;24789;p14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14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14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14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14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14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14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14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14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8" name="Google Shape;24798;p147"/>
          <p:cNvGrpSpPr/>
          <p:nvPr/>
        </p:nvGrpSpPr>
        <p:grpSpPr>
          <a:xfrm>
            <a:off x="6328222" y="2445847"/>
            <a:ext cx="370158" cy="344269"/>
            <a:chOff x="6328222" y="2445847"/>
            <a:chExt cx="370158" cy="344269"/>
          </a:xfrm>
        </p:grpSpPr>
        <p:sp>
          <p:nvSpPr>
            <p:cNvPr id="24799" name="Google Shape;24799;p14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14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14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14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14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14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14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14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7" name="Google Shape;24807;p147"/>
          <p:cNvGrpSpPr/>
          <p:nvPr/>
        </p:nvGrpSpPr>
        <p:grpSpPr>
          <a:xfrm>
            <a:off x="5249540" y="2432942"/>
            <a:ext cx="351639" cy="370184"/>
            <a:chOff x="5249540" y="2432942"/>
            <a:chExt cx="351639" cy="370184"/>
          </a:xfrm>
        </p:grpSpPr>
        <p:sp>
          <p:nvSpPr>
            <p:cNvPr id="24808" name="Google Shape;24808;p14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14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14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14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14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14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14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5" name="Google Shape;24815;p147"/>
          <p:cNvGrpSpPr/>
          <p:nvPr/>
        </p:nvGrpSpPr>
        <p:grpSpPr>
          <a:xfrm>
            <a:off x="4137047" y="2482176"/>
            <a:ext cx="371102" cy="271585"/>
            <a:chOff x="4137047" y="2482176"/>
            <a:chExt cx="371102" cy="271585"/>
          </a:xfrm>
        </p:grpSpPr>
        <p:sp>
          <p:nvSpPr>
            <p:cNvPr id="24816" name="Google Shape;24816;p14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14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14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14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14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14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14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14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14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14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14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7" name="Google Shape;24827;p147"/>
          <p:cNvGrpSpPr/>
          <p:nvPr/>
        </p:nvGrpSpPr>
        <p:grpSpPr>
          <a:xfrm>
            <a:off x="4686434" y="2432916"/>
            <a:ext cx="367377" cy="370079"/>
            <a:chOff x="4686434" y="2432916"/>
            <a:chExt cx="367377" cy="370079"/>
          </a:xfrm>
        </p:grpSpPr>
        <p:sp>
          <p:nvSpPr>
            <p:cNvPr id="24828" name="Google Shape;24828;p14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14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14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14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14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3" name="Google Shape;24833;p14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4" name="Google Shape;24834;p14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14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14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14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14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9" name="Google Shape;24839;p147"/>
          <p:cNvGrpSpPr/>
          <p:nvPr/>
        </p:nvGrpSpPr>
        <p:grpSpPr>
          <a:xfrm>
            <a:off x="6328222" y="2056306"/>
            <a:ext cx="372099" cy="293986"/>
            <a:chOff x="6328222" y="2056306"/>
            <a:chExt cx="372099" cy="293986"/>
          </a:xfrm>
        </p:grpSpPr>
        <p:sp>
          <p:nvSpPr>
            <p:cNvPr id="24840" name="Google Shape;24840;p14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14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14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3" name="Google Shape;24843;p14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14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14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14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14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14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9" name="Google Shape;24849;p147"/>
          <p:cNvGrpSpPr/>
          <p:nvPr/>
        </p:nvGrpSpPr>
        <p:grpSpPr>
          <a:xfrm>
            <a:off x="5789327" y="2432968"/>
            <a:ext cx="352531" cy="370132"/>
            <a:chOff x="5789327" y="2432968"/>
            <a:chExt cx="352531" cy="370132"/>
          </a:xfrm>
        </p:grpSpPr>
        <p:sp>
          <p:nvSpPr>
            <p:cNvPr id="24850" name="Google Shape;24850;p14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14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14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14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14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14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14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14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14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14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0" name="Google Shape;24860;p147"/>
          <p:cNvGrpSpPr/>
          <p:nvPr/>
        </p:nvGrpSpPr>
        <p:grpSpPr>
          <a:xfrm>
            <a:off x="874612" y="1980134"/>
            <a:ext cx="322314" cy="370158"/>
            <a:chOff x="874612" y="1980134"/>
            <a:chExt cx="322314" cy="370158"/>
          </a:xfrm>
        </p:grpSpPr>
        <p:sp>
          <p:nvSpPr>
            <p:cNvPr id="24861" name="Google Shape;24861;p14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14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14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14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14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14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14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14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14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14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14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14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14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14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14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14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14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8" name="Google Shape;24878;p147"/>
          <p:cNvGrpSpPr/>
          <p:nvPr/>
        </p:nvGrpSpPr>
        <p:grpSpPr>
          <a:xfrm>
            <a:off x="3039662" y="2514780"/>
            <a:ext cx="374223" cy="329764"/>
            <a:chOff x="3039662" y="2514780"/>
            <a:chExt cx="374223" cy="329764"/>
          </a:xfrm>
        </p:grpSpPr>
        <p:sp>
          <p:nvSpPr>
            <p:cNvPr id="24879" name="Google Shape;24879;p14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14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14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14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14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14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14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14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14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14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14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14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14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14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14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14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14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14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7" name="Google Shape;24897;p147"/>
          <p:cNvGrpSpPr/>
          <p:nvPr/>
        </p:nvGrpSpPr>
        <p:grpSpPr>
          <a:xfrm>
            <a:off x="1946369" y="2563122"/>
            <a:ext cx="374066" cy="233395"/>
            <a:chOff x="1946369" y="2563122"/>
            <a:chExt cx="374066" cy="233395"/>
          </a:xfrm>
        </p:grpSpPr>
        <p:sp>
          <p:nvSpPr>
            <p:cNvPr id="24898" name="Google Shape;24898;p14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14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14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14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14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14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14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14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6" name="Google Shape;24906;p147"/>
          <p:cNvGrpSpPr/>
          <p:nvPr/>
        </p:nvGrpSpPr>
        <p:grpSpPr>
          <a:xfrm>
            <a:off x="4135263" y="2906184"/>
            <a:ext cx="374040" cy="370184"/>
            <a:chOff x="4135263" y="2906184"/>
            <a:chExt cx="374040" cy="370184"/>
          </a:xfrm>
        </p:grpSpPr>
        <p:sp>
          <p:nvSpPr>
            <p:cNvPr id="24907" name="Google Shape;24907;p14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14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14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0" name="Google Shape;24910;p147"/>
          <p:cNvGrpSpPr/>
          <p:nvPr/>
        </p:nvGrpSpPr>
        <p:grpSpPr>
          <a:xfrm>
            <a:off x="4683601" y="2906184"/>
            <a:ext cx="372676" cy="370184"/>
            <a:chOff x="4683601" y="2906184"/>
            <a:chExt cx="372676" cy="370184"/>
          </a:xfrm>
        </p:grpSpPr>
        <p:sp>
          <p:nvSpPr>
            <p:cNvPr id="24911" name="Google Shape;24911;p14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14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14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14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14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14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7" name="Google Shape;24917;p147"/>
          <p:cNvGrpSpPr/>
          <p:nvPr/>
        </p:nvGrpSpPr>
        <p:grpSpPr>
          <a:xfrm>
            <a:off x="870808" y="2906053"/>
            <a:ext cx="329134" cy="370132"/>
            <a:chOff x="870808" y="2906053"/>
            <a:chExt cx="329134" cy="370132"/>
          </a:xfrm>
        </p:grpSpPr>
        <p:sp>
          <p:nvSpPr>
            <p:cNvPr id="24918" name="Google Shape;24918;p14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14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14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14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14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14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14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14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14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14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14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14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14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14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14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14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14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14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14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7" name="Google Shape;24937;p147"/>
          <p:cNvGrpSpPr/>
          <p:nvPr/>
        </p:nvGrpSpPr>
        <p:grpSpPr>
          <a:xfrm>
            <a:off x="1943878" y="2909069"/>
            <a:ext cx="374774" cy="364282"/>
            <a:chOff x="1943878" y="2909069"/>
            <a:chExt cx="374774" cy="364282"/>
          </a:xfrm>
        </p:grpSpPr>
        <p:sp>
          <p:nvSpPr>
            <p:cNvPr id="24938" name="Google Shape;24938;p14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14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14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14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14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14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14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14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14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14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14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14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14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14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14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14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14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5" name="Google Shape;24955;p14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14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14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14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9" name="Google Shape;24959;p147"/>
          <p:cNvGrpSpPr/>
          <p:nvPr/>
        </p:nvGrpSpPr>
        <p:grpSpPr>
          <a:xfrm>
            <a:off x="1128072" y="3365261"/>
            <a:ext cx="328872" cy="370158"/>
            <a:chOff x="1128072" y="3365261"/>
            <a:chExt cx="328872" cy="370158"/>
          </a:xfrm>
        </p:grpSpPr>
        <p:sp>
          <p:nvSpPr>
            <p:cNvPr id="24960" name="Google Shape;24960;p14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14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14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14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14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14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14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14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14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14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14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1" name="Google Shape;24971;p14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2" name="Google Shape;24972;p14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14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14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14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14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14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14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14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14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14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14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14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14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14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14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14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14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14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14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14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14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14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14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14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14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14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14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14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14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14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14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14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4" name="Google Shape;25004;p147"/>
          <p:cNvGrpSpPr/>
          <p:nvPr/>
        </p:nvGrpSpPr>
        <p:grpSpPr>
          <a:xfrm>
            <a:off x="5776868" y="1515181"/>
            <a:ext cx="370866" cy="364151"/>
            <a:chOff x="5776868" y="1515181"/>
            <a:chExt cx="370866" cy="364151"/>
          </a:xfrm>
        </p:grpSpPr>
        <p:sp>
          <p:nvSpPr>
            <p:cNvPr id="25005" name="Google Shape;25005;p14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14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14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14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14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14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14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14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14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14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14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14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14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14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14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14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14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2" name="Google Shape;25022;p147"/>
          <p:cNvGrpSpPr/>
          <p:nvPr/>
        </p:nvGrpSpPr>
        <p:grpSpPr>
          <a:xfrm>
            <a:off x="3577849" y="2432942"/>
            <a:ext cx="393660" cy="370079"/>
            <a:chOff x="3577849" y="2432942"/>
            <a:chExt cx="393660" cy="370079"/>
          </a:xfrm>
        </p:grpSpPr>
        <p:sp>
          <p:nvSpPr>
            <p:cNvPr id="25023" name="Google Shape;25023;p14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14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14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14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14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14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14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14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14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14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3" name="Google Shape;25033;p147"/>
          <p:cNvGrpSpPr/>
          <p:nvPr/>
        </p:nvGrpSpPr>
        <p:grpSpPr>
          <a:xfrm>
            <a:off x="2493999" y="2927037"/>
            <a:ext cx="370132" cy="328164"/>
            <a:chOff x="2493999" y="2927037"/>
            <a:chExt cx="370132" cy="328164"/>
          </a:xfrm>
        </p:grpSpPr>
        <p:sp>
          <p:nvSpPr>
            <p:cNvPr id="25034" name="Google Shape;25034;p14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14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14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14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14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14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14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14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14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14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14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14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6" name="Google Shape;25046;p147"/>
          <p:cNvGrpSpPr/>
          <p:nvPr/>
        </p:nvGrpSpPr>
        <p:grpSpPr>
          <a:xfrm>
            <a:off x="3589417" y="2950696"/>
            <a:ext cx="370315" cy="281028"/>
            <a:chOff x="3589417" y="2950696"/>
            <a:chExt cx="370315" cy="281028"/>
          </a:xfrm>
        </p:grpSpPr>
        <p:sp>
          <p:nvSpPr>
            <p:cNvPr id="25047" name="Google Shape;25047;p14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14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14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14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14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14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14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14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14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14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14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14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14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14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14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14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14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14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14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14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7" name="Google Shape;25067;p147"/>
          <p:cNvGrpSpPr/>
          <p:nvPr/>
        </p:nvGrpSpPr>
        <p:grpSpPr>
          <a:xfrm>
            <a:off x="3032711" y="2911718"/>
            <a:ext cx="396125" cy="359062"/>
            <a:chOff x="3032711" y="2911718"/>
            <a:chExt cx="396125" cy="359062"/>
          </a:xfrm>
        </p:grpSpPr>
        <p:sp>
          <p:nvSpPr>
            <p:cNvPr id="25068" name="Google Shape;25068;p14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14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14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14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14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14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14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14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14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14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8" name="Google Shape;25078;p14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14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0" name="Google Shape;25080;p147"/>
          <p:cNvGrpSpPr/>
          <p:nvPr/>
        </p:nvGrpSpPr>
        <p:grpSpPr>
          <a:xfrm>
            <a:off x="7417764" y="1513397"/>
            <a:ext cx="373174" cy="367692"/>
            <a:chOff x="7417764" y="1513397"/>
            <a:chExt cx="373174" cy="367692"/>
          </a:xfrm>
        </p:grpSpPr>
        <p:sp>
          <p:nvSpPr>
            <p:cNvPr id="25081" name="Google Shape;25081;p14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14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14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14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14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14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14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14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14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14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14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14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14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14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14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14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14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14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9" name="Google Shape;25099;p14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0" name="Google Shape;25100;p147"/>
          <p:cNvGrpSpPr/>
          <p:nvPr/>
        </p:nvGrpSpPr>
        <p:grpSpPr>
          <a:xfrm>
            <a:off x="6871944" y="1514368"/>
            <a:ext cx="370132" cy="365672"/>
            <a:chOff x="6871944" y="1514368"/>
            <a:chExt cx="370132" cy="365672"/>
          </a:xfrm>
        </p:grpSpPr>
        <p:sp>
          <p:nvSpPr>
            <p:cNvPr id="25101" name="Google Shape;25101;p14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14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14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14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14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14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14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14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14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14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14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14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14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14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14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14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14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14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9" name="Google Shape;25119;p147"/>
          <p:cNvGrpSpPr/>
          <p:nvPr/>
        </p:nvGrpSpPr>
        <p:grpSpPr>
          <a:xfrm>
            <a:off x="6561931" y="3365261"/>
            <a:ext cx="400375" cy="370184"/>
            <a:chOff x="6561931" y="3365261"/>
            <a:chExt cx="400375" cy="370184"/>
          </a:xfrm>
        </p:grpSpPr>
        <p:sp>
          <p:nvSpPr>
            <p:cNvPr id="25120" name="Google Shape;25120;p14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14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14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14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14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14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14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14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14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14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14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14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2" name="Google Shape;25132;p147"/>
          <p:cNvGrpSpPr/>
          <p:nvPr/>
        </p:nvGrpSpPr>
        <p:grpSpPr>
          <a:xfrm>
            <a:off x="1942120" y="1985852"/>
            <a:ext cx="378315" cy="358695"/>
            <a:chOff x="1942120" y="1985852"/>
            <a:chExt cx="378315" cy="358695"/>
          </a:xfrm>
        </p:grpSpPr>
        <p:sp>
          <p:nvSpPr>
            <p:cNvPr id="25133" name="Google Shape;25133;p14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14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14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14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14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14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14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0" name="Google Shape;25140;p14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14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14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14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14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14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14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14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14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14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14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14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14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3" name="Google Shape;25153;p147"/>
          <p:cNvGrpSpPr/>
          <p:nvPr/>
        </p:nvGrpSpPr>
        <p:grpSpPr>
          <a:xfrm>
            <a:off x="1401415" y="2429218"/>
            <a:ext cx="364282" cy="374197"/>
            <a:chOff x="1401415" y="2429218"/>
            <a:chExt cx="364282" cy="374197"/>
          </a:xfrm>
        </p:grpSpPr>
        <p:sp>
          <p:nvSpPr>
            <p:cNvPr id="25154" name="Google Shape;25154;p14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14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14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7" name="Google Shape;25157;p14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8" name="Google Shape;25158;p14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14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14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14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14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14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14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14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14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14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14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9" name="Google Shape;25169;p147"/>
          <p:cNvGrpSpPr/>
          <p:nvPr/>
        </p:nvGrpSpPr>
        <p:grpSpPr>
          <a:xfrm>
            <a:off x="7110427" y="3365261"/>
            <a:ext cx="400401" cy="370184"/>
            <a:chOff x="7110427" y="3365261"/>
            <a:chExt cx="400401" cy="370184"/>
          </a:xfrm>
        </p:grpSpPr>
        <p:sp>
          <p:nvSpPr>
            <p:cNvPr id="25170" name="Google Shape;25170;p14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14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14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14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14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14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14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7" name="Google Shape;25177;p147"/>
          <p:cNvGrpSpPr/>
          <p:nvPr/>
        </p:nvGrpSpPr>
        <p:grpSpPr>
          <a:xfrm>
            <a:off x="7658949" y="3363137"/>
            <a:ext cx="400375" cy="370132"/>
            <a:chOff x="7658949" y="3363137"/>
            <a:chExt cx="400375" cy="370132"/>
          </a:xfrm>
        </p:grpSpPr>
        <p:sp>
          <p:nvSpPr>
            <p:cNvPr id="25178" name="Google Shape;25178;p14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14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14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14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14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3" name="Google Shape;25183;p147"/>
          <p:cNvGrpSpPr/>
          <p:nvPr/>
        </p:nvGrpSpPr>
        <p:grpSpPr>
          <a:xfrm>
            <a:off x="3304481" y="3379389"/>
            <a:ext cx="356623" cy="370105"/>
            <a:chOff x="3307156" y="3365314"/>
            <a:chExt cx="356623" cy="370105"/>
          </a:xfrm>
        </p:grpSpPr>
        <p:sp>
          <p:nvSpPr>
            <p:cNvPr id="25184" name="Google Shape;25184;p14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14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14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14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14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14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14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14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14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14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14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14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14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14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14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9" name="Google Shape;25199;p147"/>
          <p:cNvGrpSpPr/>
          <p:nvPr/>
        </p:nvGrpSpPr>
        <p:grpSpPr>
          <a:xfrm>
            <a:off x="7422407" y="1980107"/>
            <a:ext cx="372807" cy="370079"/>
            <a:chOff x="7422407" y="1980107"/>
            <a:chExt cx="372807" cy="370079"/>
          </a:xfrm>
        </p:grpSpPr>
        <p:sp>
          <p:nvSpPr>
            <p:cNvPr id="25200" name="Google Shape;25200;p14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14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14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14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14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14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14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7" name="Google Shape;25207;p14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14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14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14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14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14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3" name="Google Shape;25213;p147"/>
          <p:cNvGrpSpPr/>
          <p:nvPr/>
        </p:nvGrpSpPr>
        <p:grpSpPr>
          <a:xfrm>
            <a:off x="6916141" y="2906184"/>
            <a:ext cx="289737" cy="370394"/>
            <a:chOff x="6916141" y="2906184"/>
            <a:chExt cx="289737" cy="370394"/>
          </a:xfrm>
        </p:grpSpPr>
        <p:sp>
          <p:nvSpPr>
            <p:cNvPr id="25214" name="Google Shape;25214;p14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14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14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14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14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14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14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14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14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14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14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14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14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14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14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14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14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14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14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14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14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5" name="Google Shape;25235;p147"/>
          <p:cNvGrpSpPr/>
          <p:nvPr/>
        </p:nvGrpSpPr>
        <p:grpSpPr>
          <a:xfrm>
            <a:off x="7970194" y="2013577"/>
            <a:ext cx="372676" cy="331731"/>
            <a:chOff x="7970194" y="2013577"/>
            <a:chExt cx="372676" cy="331731"/>
          </a:xfrm>
        </p:grpSpPr>
        <p:sp>
          <p:nvSpPr>
            <p:cNvPr id="25236" name="Google Shape;25236;p14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14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14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14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0" name="Google Shape;25240;p14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14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14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14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14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14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6" name="Google Shape;25246;p147"/>
          <p:cNvGrpSpPr/>
          <p:nvPr/>
        </p:nvGrpSpPr>
        <p:grpSpPr>
          <a:xfrm>
            <a:off x="1416733" y="1512190"/>
            <a:ext cx="332964" cy="370158"/>
            <a:chOff x="1416733" y="1512190"/>
            <a:chExt cx="332964" cy="370158"/>
          </a:xfrm>
        </p:grpSpPr>
        <p:sp>
          <p:nvSpPr>
            <p:cNvPr id="25247" name="Google Shape;25247;p14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14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14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14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14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14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14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14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14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14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14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14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14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14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14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14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14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14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14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6" name="Google Shape;25266;p147"/>
          <p:cNvGrpSpPr/>
          <p:nvPr/>
        </p:nvGrpSpPr>
        <p:grpSpPr>
          <a:xfrm>
            <a:off x="5246366" y="2906105"/>
            <a:ext cx="342852" cy="370079"/>
            <a:chOff x="5246366" y="2906105"/>
            <a:chExt cx="342852" cy="370079"/>
          </a:xfrm>
        </p:grpSpPr>
        <p:sp>
          <p:nvSpPr>
            <p:cNvPr id="25267" name="Google Shape;25267;p14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14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14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14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14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14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3" name="Google Shape;25273;p147"/>
          <p:cNvGrpSpPr/>
          <p:nvPr/>
        </p:nvGrpSpPr>
        <p:grpSpPr>
          <a:xfrm>
            <a:off x="849667" y="2434883"/>
            <a:ext cx="371259" cy="366249"/>
            <a:chOff x="849667" y="2434883"/>
            <a:chExt cx="371259" cy="366249"/>
          </a:xfrm>
        </p:grpSpPr>
        <p:sp>
          <p:nvSpPr>
            <p:cNvPr id="25274" name="Google Shape;25274;p14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14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14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14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14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14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14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14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14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14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14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5" name="Google Shape;25285;p14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14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7" name="Google Shape;25287;p147"/>
          <p:cNvGrpSpPr/>
          <p:nvPr/>
        </p:nvGrpSpPr>
        <p:grpSpPr>
          <a:xfrm>
            <a:off x="4417026" y="3365366"/>
            <a:ext cx="332728" cy="370053"/>
            <a:chOff x="4417026" y="3365366"/>
            <a:chExt cx="332728" cy="370053"/>
          </a:xfrm>
        </p:grpSpPr>
        <p:sp>
          <p:nvSpPr>
            <p:cNvPr id="25288" name="Google Shape;25288;p14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14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14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14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14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14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14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14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14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14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14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14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14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14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14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14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14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14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6" name="Google Shape;25306;p147"/>
          <p:cNvGrpSpPr/>
          <p:nvPr/>
        </p:nvGrpSpPr>
        <p:grpSpPr>
          <a:xfrm>
            <a:off x="2497068" y="1980186"/>
            <a:ext cx="363994" cy="370105"/>
            <a:chOff x="2497068" y="1980186"/>
            <a:chExt cx="363994" cy="370105"/>
          </a:xfrm>
        </p:grpSpPr>
        <p:sp>
          <p:nvSpPr>
            <p:cNvPr id="25307" name="Google Shape;25307;p14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14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14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14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14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14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14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14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14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14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14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14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14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14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14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14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14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14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14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14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14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8" name="Google Shape;25328;p147"/>
          <p:cNvGrpSpPr/>
          <p:nvPr/>
        </p:nvGrpSpPr>
        <p:grpSpPr>
          <a:xfrm>
            <a:off x="5820278" y="2906158"/>
            <a:ext cx="294904" cy="370027"/>
            <a:chOff x="5820278" y="2906158"/>
            <a:chExt cx="294904" cy="370027"/>
          </a:xfrm>
        </p:grpSpPr>
        <p:sp>
          <p:nvSpPr>
            <p:cNvPr id="25329" name="Google Shape;25329;p14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14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14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14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14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14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14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6" name="Google Shape;25336;p147"/>
          <p:cNvGrpSpPr/>
          <p:nvPr/>
        </p:nvGrpSpPr>
        <p:grpSpPr>
          <a:xfrm>
            <a:off x="4946819" y="3383229"/>
            <a:ext cx="370132" cy="334223"/>
            <a:chOff x="4946819" y="3383229"/>
            <a:chExt cx="370132" cy="334223"/>
          </a:xfrm>
        </p:grpSpPr>
        <p:sp>
          <p:nvSpPr>
            <p:cNvPr id="25337" name="Google Shape;25337;p14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14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9" name="Google Shape;25339;p14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14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14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14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14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14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14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6" name="Google Shape;25346;p147"/>
          <p:cNvGrpSpPr/>
          <p:nvPr/>
        </p:nvGrpSpPr>
        <p:grpSpPr>
          <a:xfrm>
            <a:off x="3038403" y="1539234"/>
            <a:ext cx="375482" cy="316072"/>
            <a:chOff x="3038403" y="1539234"/>
            <a:chExt cx="375482" cy="316072"/>
          </a:xfrm>
        </p:grpSpPr>
        <p:sp>
          <p:nvSpPr>
            <p:cNvPr id="25347" name="Google Shape;25347;p14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48" name="Google Shape;25348;p147"/>
            <p:cNvGrpSpPr/>
            <p:nvPr/>
          </p:nvGrpSpPr>
          <p:grpSpPr>
            <a:xfrm>
              <a:off x="3038403" y="1539234"/>
              <a:ext cx="375482" cy="316072"/>
              <a:chOff x="3038403" y="1539234"/>
              <a:chExt cx="375482" cy="316072"/>
            </a:xfrm>
          </p:grpSpPr>
          <p:sp>
            <p:nvSpPr>
              <p:cNvPr id="25349" name="Google Shape;25349;p14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14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14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14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14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14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14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14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14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58" name="Google Shape;25358;p147"/>
          <p:cNvGrpSpPr/>
          <p:nvPr/>
        </p:nvGrpSpPr>
        <p:grpSpPr>
          <a:xfrm>
            <a:off x="6332865" y="2906131"/>
            <a:ext cx="360846" cy="370184"/>
            <a:chOff x="6332865" y="2906131"/>
            <a:chExt cx="360846" cy="370184"/>
          </a:xfrm>
        </p:grpSpPr>
        <p:sp>
          <p:nvSpPr>
            <p:cNvPr id="25359" name="Google Shape;25359;p14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14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14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14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14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14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14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14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14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14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14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0" name="Google Shape;25370;p147"/>
          <p:cNvGrpSpPr/>
          <p:nvPr/>
        </p:nvGrpSpPr>
        <p:grpSpPr>
          <a:xfrm>
            <a:off x="4135079" y="1518066"/>
            <a:ext cx="370132" cy="358223"/>
            <a:chOff x="4135079" y="1518066"/>
            <a:chExt cx="370132" cy="358223"/>
          </a:xfrm>
        </p:grpSpPr>
        <p:sp>
          <p:nvSpPr>
            <p:cNvPr id="25371" name="Google Shape;25371;p14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14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14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14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14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14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14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14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14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14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14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14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14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14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14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14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14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14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14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0" name="Google Shape;25390;p147"/>
          <p:cNvGrpSpPr/>
          <p:nvPr/>
        </p:nvGrpSpPr>
        <p:grpSpPr>
          <a:xfrm>
            <a:off x="6878869" y="1980134"/>
            <a:ext cx="361240" cy="370158"/>
            <a:chOff x="6878869" y="1980134"/>
            <a:chExt cx="361240" cy="370158"/>
          </a:xfrm>
        </p:grpSpPr>
        <p:sp>
          <p:nvSpPr>
            <p:cNvPr id="25391" name="Google Shape;25391;p14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14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14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14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14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14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14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14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14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14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14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14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14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4" name="Google Shape;25404;p147"/>
          <p:cNvGrpSpPr/>
          <p:nvPr/>
        </p:nvGrpSpPr>
        <p:grpSpPr>
          <a:xfrm>
            <a:off x="2493999" y="2550033"/>
            <a:ext cx="370132" cy="259467"/>
            <a:chOff x="2493999" y="2550033"/>
            <a:chExt cx="370132" cy="259467"/>
          </a:xfrm>
        </p:grpSpPr>
        <p:sp>
          <p:nvSpPr>
            <p:cNvPr id="25405" name="Google Shape;25405;p14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14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14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14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14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14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14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14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14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14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14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14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14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14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14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14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14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14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14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4" name="Google Shape;25424;p147"/>
          <p:cNvGrpSpPr/>
          <p:nvPr/>
        </p:nvGrpSpPr>
        <p:grpSpPr>
          <a:xfrm>
            <a:off x="1699703" y="3365261"/>
            <a:ext cx="281054" cy="370158"/>
            <a:chOff x="1699703" y="3365261"/>
            <a:chExt cx="281054" cy="370158"/>
          </a:xfrm>
        </p:grpSpPr>
        <p:sp>
          <p:nvSpPr>
            <p:cNvPr id="25425" name="Google Shape;25425;p14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14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14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14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14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14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14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14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14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14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14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14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14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8" name="Google Shape;25438;p147"/>
          <p:cNvGrpSpPr/>
          <p:nvPr/>
        </p:nvGrpSpPr>
        <p:grpSpPr>
          <a:xfrm>
            <a:off x="7966810" y="1519430"/>
            <a:ext cx="369974" cy="355626"/>
            <a:chOff x="7966810" y="1519430"/>
            <a:chExt cx="369974" cy="355626"/>
          </a:xfrm>
        </p:grpSpPr>
        <p:sp>
          <p:nvSpPr>
            <p:cNvPr id="25439" name="Google Shape;25439;p14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14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14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14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14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14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14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14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14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14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14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14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14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14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14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14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5" name="Google Shape;25455;p147"/>
          <p:cNvGrpSpPr/>
          <p:nvPr/>
        </p:nvGrpSpPr>
        <p:grpSpPr>
          <a:xfrm>
            <a:off x="2792628" y="3365340"/>
            <a:ext cx="290445" cy="370079"/>
            <a:chOff x="2792628" y="3365340"/>
            <a:chExt cx="290445" cy="370079"/>
          </a:xfrm>
        </p:grpSpPr>
        <p:sp>
          <p:nvSpPr>
            <p:cNvPr id="25456" name="Google Shape;25456;p14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14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14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14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14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14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14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14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14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14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14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7" name="Google Shape;25467;p14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14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14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0" name="Google Shape;25470;p147"/>
          <p:cNvGrpSpPr/>
          <p:nvPr/>
        </p:nvGrpSpPr>
        <p:grpSpPr>
          <a:xfrm>
            <a:off x="1389585" y="1988317"/>
            <a:ext cx="388125" cy="353790"/>
            <a:chOff x="1389585" y="1988317"/>
            <a:chExt cx="388125" cy="353790"/>
          </a:xfrm>
        </p:grpSpPr>
        <p:sp>
          <p:nvSpPr>
            <p:cNvPr id="25471" name="Google Shape;25471;p14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14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14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14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14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14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14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14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14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14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14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14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14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14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14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14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14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14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14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14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14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14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3" name="Google Shape;25493;p147"/>
          <p:cNvGrpSpPr/>
          <p:nvPr/>
        </p:nvGrpSpPr>
        <p:grpSpPr>
          <a:xfrm>
            <a:off x="2492924" y="1512190"/>
            <a:ext cx="370158" cy="370158"/>
            <a:chOff x="2492924" y="1512190"/>
            <a:chExt cx="370158" cy="370158"/>
          </a:xfrm>
        </p:grpSpPr>
        <p:sp>
          <p:nvSpPr>
            <p:cNvPr id="25494" name="Google Shape;25494;p14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14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14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14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14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14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14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14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14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14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14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14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14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14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14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14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14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14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14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14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14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14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6" name="Google Shape;25516;p147"/>
          <p:cNvGrpSpPr/>
          <p:nvPr/>
        </p:nvGrpSpPr>
        <p:grpSpPr>
          <a:xfrm>
            <a:off x="1933569" y="1512243"/>
            <a:ext cx="393975" cy="370105"/>
            <a:chOff x="1933569" y="1512243"/>
            <a:chExt cx="393975" cy="370105"/>
          </a:xfrm>
        </p:grpSpPr>
        <p:sp>
          <p:nvSpPr>
            <p:cNvPr id="25517" name="Google Shape;25517;p14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14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14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14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14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14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14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14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14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14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14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14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14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14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14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14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14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14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14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14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14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14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14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14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14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14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14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14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5" name="Google Shape;25545;p147"/>
          <p:cNvGrpSpPr/>
          <p:nvPr/>
        </p:nvGrpSpPr>
        <p:grpSpPr>
          <a:xfrm>
            <a:off x="2236106" y="3365392"/>
            <a:ext cx="306471" cy="370000"/>
            <a:chOff x="2236106" y="3365392"/>
            <a:chExt cx="306471" cy="370000"/>
          </a:xfrm>
        </p:grpSpPr>
        <p:sp>
          <p:nvSpPr>
            <p:cNvPr id="25546" name="Google Shape;25546;p14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14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14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14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14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14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14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14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14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14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14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14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14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14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0" name="Google Shape;25560;p147"/>
          <p:cNvGrpSpPr/>
          <p:nvPr/>
        </p:nvGrpSpPr>
        <p:grpSpPr>
          <a:xfrm>
            <a:off x="5492823" y="3385563"/>
            <a:ext cx="375325" cy="329606"/>
            <a:chOff x="5492823" y="3385563"/>
            <a:chExt cx="375325" cy="329606"/>
          </a:xfrm>
        </p:grpSpPr>
        <p:sp>
          <p:nvSpPr>
            <p:cNvPr id="25561" name="Google Shape;25561;p14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14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14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14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14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14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14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14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14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14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14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14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14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14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14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14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14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14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14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14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1" name="Google Shape;25581;p147"/>
          <p:cNvGrpSpPr/>
          <p:nvPr/>
        </p:nvGrpSpPr>
        <p:grpSpPr>
          <a:xfrm>
            <a:off x="3041787" y="2001118"/>
            <a:ext cx="370158" cy="328164"/>
            <a:chOff x="3041787" y="2001118"/>
            <a:chExt cx="370158" cy="328164"/>
          </a:xfrm>
        </p:grpSpPr>
        <p:sp>
          <p:nvSpPr>
            <p:cNvPr id="25582" name="Google Shape;25582;p14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14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4" name="Google Shape;25584;p14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14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14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14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14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14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14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14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14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14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14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14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14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14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14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14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147"/>
          <p:cNvGrpSpPr/>
          <p:nvPr/>
        </p:nvGrpSpPr>
        <p:grpSpPr>
          <a:xfrm>
            <a:off x="5779884" y="2039125"/>
            <a:ext cx="372309" cy="328216"/>
            <a:chOff x="5779884" y="2039125"/>
            <a:chExt cx="372309" cy="328216"/>
          </a:xfrm>
        </p:grpSpPr>
        <p:sp>
          <p:nvSpPr>
            <p:cNvPr id="25601" name="Google Shape;25601;p14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14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14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14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14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14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14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14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14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14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14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14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14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14" name="Google Shape;25614;p147"/>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618" name="Shape 25618"/>
        <p:cNvGrpSpPr/>
        <p:nvPr/>
      </p:nvGrpSpPr>
      <p:grpSpPr>
        <a:xfrm>
          <a:off x="0" y="0"/>
          <a:ext cx="0" cy="0"/>
          <a:chOff x="0" y="0"/>
          <a:chExt cx="0" cy="0"/>
        </a:xfrm>
      </p:grpSpPr>
      <p:grpSp>
        <p:nvGrpSpPr>
          <p:cNvPr id="25619" name="Google Shape;25619;p148"/>
          <p:cNvGrpSpPr/>
          <p:nvPr/>
        </p:nvGrpSpPr>
        <p:grpSpPr>
          <a:xfrm>
            <a:off x="878066" y="1981993"/>
            <a:ext cx="354610" cy="372358"/>
            <a:chOff x="878066" y="1981993"/>
            <a:chExt cx="354610" cy="372358"/>
          </a:xfrm>
        </p:grpSpPr>
        <p:sp>
          <p:nvSpPr>
            <p:cNvPr id="25620" name="Google Shape;25620;p14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14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14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14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14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14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14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14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14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14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14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14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14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14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4" name="Google Shape;25634;p148"/>
          <p:cNvGrpSpPr/>
          <p:nvPr/>
        </p:nvGrpSpPr>
        <p:grpSpPr>
          <a:xfrm>
            <a:off x="1345794" y="1982386"/>
            <a:ext cx="371650" cy="371624"/>
            <a:chOff x="1345794" y="1982386"/>
            <a:chExt cx="371650" cy="371624"/>
          </a:xfrm>
        </p:grpSpPr>
        <p:sp>
          <p:nvSpPr>
            <p:cNvPr id="25635" name="Google Shape;25635;p14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14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14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8" name="Google Shape;25638;p14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14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14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14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14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14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14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14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14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14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14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14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14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14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14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3" name="Google Shape;25653;p14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14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14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14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14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14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14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14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14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14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14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14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14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14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14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14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14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14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14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2" name="Google Shape;25672;p148"/>
          <p:cNvGrpSpPr/>
          <p:nvPr/>
        </p:nvGrpSpPr>
        <p:grpSpPr>
          <a:xfrm>
            <a:off x="1821465" y="1981993"/>
            <a:ext cx="372410" cy="372410"/>
            <a:chOff x="1821465" y="1981993"/>
            <a:chExt cx="372410" cy="372410"/>
          </a:xfrm>
        </p:grpSpPr>
        <p:sp>
          <p:nvSpPr>
            <p:cNvPr id="25673" name="Google Shape;25673;p14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4" name="Google Shape;25674;p14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14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14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14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14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14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14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14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14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14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14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5" name="Google Shape;25685;p14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6" name="Google Shape;25686;p14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7" name="Google Shape;25687;p148"/>
          <p:cNvGrpSpPr/>
          <p:nvPr/>
        </p:nvGrpSpPr>
        <p:grpSpPr>
          <a:xfrm>
            <a:off x="2276348" y="1981809"/>
            <a:ext cx="415901" cy="372699"/>
            <a:chOff x="2276348" y="1981809"/>
            <a:chExt cx="415901" cy="372699"/>
          </a:xfrm>
        </p:grpSpPr>
        <p:sp>
          <p:nvSpPr>
            <p:cNvPr id="25688" name="Google Shape;25688;p14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14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14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14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14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14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14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5" name="Google Shape;25695;p148"/>
          <p:cNvGrpSpPr/>
          <p:nvPr/>
        </p:nvGrpSpPr>
        <p:grpSpPr>
          <a:xfrm>
            <a:off x="2774354" y="2009990"/>
            <a:ext cx="372017" cy="316310"/>
            <a:chOff x="2774354" y="2009990"/>
            <a:chExt cx="372017" cy="316310"/>
          </a:xfrm>
        </p:grpSpPr>
        <p:sp>
          <p:nvSpPr>
            <p:cNvPr id="25696" name="Google Shape;25696;p14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14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14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14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14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14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14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14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14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14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14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14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14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14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14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14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14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14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14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14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14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14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14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14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14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14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2" name="Google Shape;25722;p148"/>
          <p:cNvGrpSpPr/>
          <p:nvPr/>
        </p:nvGrpSpPr>
        <p:grpSpPr>
          <a:xfrm>
            <a:off x="3722682" y="1981993"/>
            <a:ext cx="375818" cy="372043"/>
            <a:chOff x="3722682" y="1981993"/>
            <a:chExt cx="375818" cy="372043"/>
          </a:xfrm>
        </p:grpSpPr>
        <p:sp>
          <p:nvSpPr>
            <p:cNvPr id="25723" name="Google Shape;25723;p14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14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14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14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14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14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14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14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14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14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14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14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14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14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14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8" name="Google Shape;25738;p148"/>
          <p:cNvGrpSpPr/>
          <p:nvPr/>
        </p:nvGrpSpPr>
        <p:grpSpPr>
          <a:xfrm>
            <a:off x="4201394" y="1981809"/>
            <a:ext cx="373538" cy="372305"/>
            <a:chOff x="4201394" y="1981809"/>
            <a:chExt cx="373538" cy="372305"/>
          </a:xfrm>
        </p:grpSpPr>
        <p:sp>
          <p:nvSpPr>
            <p:cNvPr id="25739" name="Google Shape;25739;p14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14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14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14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14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14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14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14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14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14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14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14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14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14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14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14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5" name="Google Shape;25755;p148"/>
          <p:cNvGrpSpPr/>
          <p:nvPr/>
        </p:nvGrpSpPr>
        <p:grpSpPr>
          <a:xfrm>
            <a:off x="4659658" y="1500266"/>
            <a:ext cx="422743" cy="377784"/>
            <a:chOff x="4659658" y="1500266"/>
            <a:chExt cx="422743" cy="377784"/>
          </a:xfrm>
        </p:grpSpPr>
        <p:sp>
          <p:nvSpPr>
            <p:cNvPr id="25756" name="Google Shape;25756;p14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14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14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14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14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14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14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14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14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14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14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14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14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14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14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14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14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148"/>
          <p:cNvGrpSpPr/>
          <p:nvPr/>
        </p:nvGrpSpPr>
        <p:grpSpPr>
          <a:xfrm>
            <a:off x="5211406" y="1513504"/>
            <a:ext cx="260394" cy="351202"/>
            <a:chOff x="5211406" y="1513504"/>
            <a:chExt cx="260394" cy="351202"/>
          </a:xfrm>
        </p:grpSpPr>
        <p:sp>
          <p:nvSpPr>
            <p:cNvPr id="25774" name="Google Shape;25774;p14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14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14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14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14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14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14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14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14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14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14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14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14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7" name="Google Shape;25787;p148"/>
          <p:cNvGrpSpPr/>
          <p:nvPr/>
        </p:nvGrpSpPr>
        <p:grpSpPr>
          <a:xfrm>
            <a:off x="5632602" y="1513216"/>
            <a:ext cx="366722" cy="351779"/>
            <a:chOff x="5632602" y="1513216"/>
            <a:chExt cx="366722" cy="351779"/>
          </a:xfrm>
        </p:grpSpPr>
        <p:sp>
          <p:nvSpPr>
            <p:cNvPr id="25788" name="Google Shape;25788;p14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14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14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14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14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14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14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14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6" name="Google Shape;25796;p148"/>
          <p:cNvGrpSpPr/>
          <p:nvPr/>
        </p:nvGrpSpPr>
        <p:grpSpPr>
          <a:xfrm>
            <a:off x="6089372" y="1527136"/>
            <a:ext cx="401902" cy="323965"/>
            <a:chOff x="6089372" y="1527136"/>
            <a:chExt cx="401902" cy="323965"/>
          </a:xfrm>
        </p:grpSpPr>
        <p:sp>
          <p:nvSpPr>
            <p:cNvPr id="25797" name="Google Shape;25797;p14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14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14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14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14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14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14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14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14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14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14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14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14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14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14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14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14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14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14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14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14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14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14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14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14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14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14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14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14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14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7" name="Google Shape;25827;p148"/>
          <p:cNvGrpSpPr/>
          <p:nvPr/>
        </p:nvGrpSpPr>
        <p:grpSpPr>
          <a:xfrm>
            <a:off x="6579435" y="1527897"/>
            <a:ext cx="370103" cy="322445"/>
            <a:chOff x="6579435" y="1527897"/>
            <a:chExt cx="370103" cy="322445"/>
          </a:xfrm>
        </p:grpSpPr>
        <p:sp>
          <p:nvSpPr>
            <p:cNvPr id="25828" name="Google Shape;25828;p14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14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14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14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14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14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14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14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14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14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14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14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14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14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14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14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14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14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14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14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14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9" name="Google Shape;25849;p148"/>
          <p:cNvGrpSpPr/>
          <p:nvPr/>
        </p:nvGrpSpPr>
        <p:grpSpPr>
          <a:xfrm>
            <a:off x="6988887" y="1538854"/>
            <a:ext cx="499920" cy="300136"/>
            <a:chOff x="6988887" y="1538854"/>
            <a:chExt cx="499920" cy="300136"/>
          </a:xfrm>
        </p:grpSpPr>
        <p:sp>
          <p:nvSpPr>
            <p:cNvPr id="25850" name="Google Shape;25850;p14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14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14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14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14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14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14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7" name="Google Shape;25857;p14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8" name="Google Shape;25858;p14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14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14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14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14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3" name="Google Shape;25863;p148"/>
          <p:cNvGrpSpPr/>
          <p:nvPr/>
        </p:nvGrpSpPr>
        <p:grpSpPr>
          <a:xfrm>
            <a:off x="8050359" y="1520687"/>
            <a:ext cx="279321" cy="336837"/>
            <a:chOff x="8050359" y="1520687"/>
            <a:chExt cx="279321" cy="336837"/>
          </a:xfrm>
        </p:grpSpPr>
        <p:sp>
          <p:nvSpPr>
            <p:cNvPr id="25864" name="Google Shape;25864;p14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14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14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14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14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14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14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14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14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14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14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14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14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7" name="Google Shape;25877;p148"/>
          <p:cNvGrpSpPr/>
          <p:nvPr/>
        </p:nvGrpSpPr>
        <p:grpSpPr>
          <a:xfrm>
            <a:off x="6093907" y="2461832"/>
            <a:ext cx="364441" cy="339091"/>
            <a:chOff x="6093907" y="2461832"/>
            <a:chExt cx="364441" cy="339091"/>
          </a:xfrm>
        </p:grpSpPr>
        <p:sp>
          <p:nvSpPr>
            <p:cNvPr id="25878" name="Google Shape;25878;p14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14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14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14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14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14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14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14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14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14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8" name="Google Shape;25888;p148"/>
          <p:cNvGrpSpPr/>
          <p:nvPr/>
        </p:nvGrpSpPr>
        <p:grpSpPr>
          <a:xfrm>
            <a:off x="4676331" y="1980866"/>
            <a:ext cx="377680" cy="377680"/>
            <a:chOff x="4676331" y="1980866"/>
            <a:chExt cx="377680" cy="377680"/>
          </a:xfrm>
        </p:grpSpPr>
        <p:sp>
          <p:nvSpPr>
            <p:cNvPr id="25889" name="Google Shape;25889;p14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14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14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14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14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14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14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14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14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14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14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14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14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2" name="Google Shape;25902;p14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14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14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14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14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14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8" name="Google Shape;25908;p148"/>
          <p:cNvGrpSpPr/>
          <p:nvPr/>
        </p:nvGrpSpPr>
        <p:grpSpPr>
          <a:xfrm>
            <a:off x="7526242" y="1522968"/>
            <a:ext cx="357651" cy="332275"/>
            <a:chOff x="7526242" y="1522968"/>
            <a:chExt cx="357651" cy="332275"/>
          </a:xfrm>
        </p:grpSpPr>
        <p:sp>
          <p:nvSpPr>
            <p:cNvPr id="25909" name="Google Shape;25909;p14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14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14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14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14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14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5" name="Google Shape;25915;p14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14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14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14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14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14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14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14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14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14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5" name="Google Shape;25925;p148"/>
          <p:cNvGrpSpPr/>
          <p:nvPr/>
        </p:nvGrpSpPr>
        <p:grpSpPr>
          <a:xfrm>
            <a:off x="3250786" y="1982386"/>
            <a:ext cx="371650" cy="371624"/>
            <a:chOff x="3250786" y="1982386"/>
            <a:chExt cx="371650" cy="371624"/>
          </a:xfrm>
        </p:grpSpPr>
        <p:sp>
          <p:nvSpPr>
            <p:cNvPr id="25926" name="Google Shape;25926;p14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14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14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14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14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14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14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14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14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14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14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14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14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14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14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14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14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14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14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14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14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14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14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14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14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14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14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14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14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14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6" name="Google Shape;25956;p148"/>
          <p:cNvGrpSpPr/>
          <p:nvPr/>
        </p:nvGrpSpPr>
        <p:grpSpPr>
          <a:xfrm>
            <a:off x="1342386" y="2916322"/>
            <a:ext cx="373538" cy="331515"/>
            <a:chOff x="1342386" y="2916322"/>
            <a:chExt cx="373538" cy="331515"/>
          </a:xfrm>
        </p:grpSpPr>
        <p:sp>
          <p:nvSpPr>
            <p:cNvPr id="25957" name="Google Shape;25957;p14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14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14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14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14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14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14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14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14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14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14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8" name="Google Shape;25968;p148"/>
          <p:cNvGrpSpPr/>
          <p:nvPr/>
        </p:nvGrpSpPr>
        <p:grpSpPr>
          <a:xfrm>
            <a:off x="2294122" y="2946600"/>
            <a:ext cx="373931" cy="271351"/>
            <a:chOff x="2294122" y="2946600"/>
            <a:chExt cx="373931" cy="271351"/>
          </a:xfrm>
        </p:grpSpPr>
        <p:sp>
          <p:nvSpPr>
            <p:cNvPr id="25969" name="Google Shape;25969;p14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14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14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14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14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14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14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14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14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14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14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14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14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14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14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14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14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14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14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14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14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14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14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14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14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14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5" name="Google Shape;25995;p14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14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14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14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9" name="Google Shape;25999;p148"/>
          <p:cNvGrpSpPr/>
          <p:nvPr/>
        </p:nvGrpSpPr>
        <p:grpSpPr>
          <a:xfrm>
            <a:off x="2769819" y="2907251"/>
            <a:ext cx="373905" cy="349682"/>
            <a:chOff x="2769819" y="2907251"/>
            <a:chExt cx="373905" cy="349682"/>
          </a:xfrm>
        </p:grpSpPr>
        <p:sp>
          <p:nvSpPr>
            <p:cNvPr id="26000" name="Google Shape;26000;p14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14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14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14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14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14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14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14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14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14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14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14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14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14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14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14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14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7" name="Google Shape;26017;p148"/>
          <p:cNvGrpSpPr/>
          <p:nvPr/>
        </p:nvGrpSpPr>
        <p:grpSpPr>
          <a:xfrm>
            <a:off x="3246251" y="2895245"/>
            <a:ext cx="375792" cy="373800"/>
            <a:chOff x="3246251" y="2895245"/>
            <a:chExt cx="375792" cy="373800"/>
          </a:xfrm>
        </p:grpSpPr>
        <p:sp>
          <p:nvSpPr>
            <p:cNvPr id="26018" name="Google Shape;26018;p14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14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14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14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14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14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14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14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14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14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14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14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14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14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2" name="Google Shape;26032;p148"/>
          <p:cNvGrpSpPr/>
          <p:nvPr/>
        </p:nvGrpSpPr>
        <p:grpSpPr>
          <a:xfrm>
            <a:off x="3791182" y="2895454"/>
            <a:ext cx="234650" cy="373590"/>
            <a:chOff x="3791182" y="2895454"/>
            <a:chExt cx="234650" cy="373590"/>
          </a:xfrm>
        </p:grpSpPr>
        <p:sp>
          <p:nvSpPr>
            <p:cNvPr id="26033" name="Google Shape;26033;p14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14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14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14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14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14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14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14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14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2" name="Google Shape;26042;p148"/>
          <p:cNvGrpSpPr/>
          <p:nvPr/>
        </p:nvGrpSpPr>
        <p:grpSpPr>
          <a:xfrm>
            <a:off x="7042995" y="2489463"/>
            <a:ext cx="364441" cy="256225"/>
            <a:chOff x="7042995" y="2489463"/>
            <a:chExt cx="364441" cy="256225"/>
          </a:xfrm>
        </p:grpSpPr>
        <p:sp>
          <p:nvSpPr>
            <p:cNvPr id="26043" name="Google Shape;26043;p14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14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14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14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14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14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14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14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14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2" name="Google Shape;26052;p148"/>
          <p:cNvGrpSpPr/>
          <p:nvPr/>
        </p:nvGrpSpPr>
        <p:grpSpPr>
          <a:xfrm>
            <a:off x="7517172" y="2437007"/>
            <a:ext cx="364284" cy="361243"/>
            <a:chOff x="7517172" y="2437007"/>
            <a:chExt cx="364284" cy="361243"/>
          </a:xfrm>
        </p:grpSpPr>
        <p:sp>
          <p:nvSpPr>
            <p:cNvPr id="26053" name="Google Shape;26053;p14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14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14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14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7" name="Google Shape;26057;p14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14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14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14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14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14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14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14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14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14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14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14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14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14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14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14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14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4" name="Google Shape;26074;p148"/>
          <p:cNvGrpSpPr/>
          <p:nvPr/>
        </p:nvGrpSpPr>
        <p:grpSpPr>
          <a:xfrm>
            <a:off x="8006475" y="2436954"/>
            <a:ext cx="335290" cy="361321"/>
            <a:chOff x="8006475" y="2436954"/>
            <a:chExt cx="335290" cy="361321"/>
          </a:xfrm>
        </p:grpSpPr>
        <p:sp>
          <p:nvSpPr>
            <p:cNvPr id="26075" name="Google Shape;26075;p14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14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14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14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14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0" name="Google Shape;26080;p14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14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14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14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14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14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14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7" name="Google Shape;26087;p14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8" name="Google Shape;26088;p14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14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14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14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14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14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4" name="Google Shape;26094;p148"/>
          <p:cNvGrpSpPr/>
          <p:nvPr/>
        </p:nvGrpSpPr>
        <p:grpSpPr>
          <a:xfrm>
            <a:off x="5596661" y="2909139"/>
            <a:ext cx="394326" cy="349682"/>
            <a:chOff x="5596661" y="2909139"/>
            <a:chExt cx="394326" cy="349682"/>
          </a:xfrm>
        </p:grpSpPr>
        <p:sp>
          <p:nvSpPr>
            <p:cNvPr id="26095" name="Google Shape;26095;p14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14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14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14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14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0" name="Google Shape;26100;p14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1" name="Google Shape;26101;p14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14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14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14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14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14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14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14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14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14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1" name="Google Shape;26111;p148"/>
          <p:cNvGrpSpPr/>
          <p:nvPr/>
        </p:nvGrpSpPr>
        <p:grpSpPr>
          <a:xfrm>
            <a:off x="874658" y="2914408"/>
            <a:ext cx="356891" cy="335709"/>
            <a:chOff x="874658" y="2914408"/>
            <a:chExt cx="356891" cy="335709"/>
          </a:xfrm>
        </p:grpSpPr>
        <p:sp>
          <p:nvSpPr>
            <p:cNvPr id="26112" name="Google Shape;26112;p14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14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14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5" name="Google Shape;26115;p14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6" name="Google Shape;26116;p14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14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14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14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14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14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2" name="Google Shape;26122;p14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3" name="Google Shape;26123;p14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14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14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14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7" name="Google Shape;26127;p14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8" name="Google Shape;26128;p14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14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14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14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2" name="Google Shape;26132;p148"/>
          <p:cNvGrpSpPr/>
          <p:nvPr/>
        </p:nvGrpSpPr>
        <p:grpSpPr>
          <a:xfrm>
            <a:off x="4230912" y="2929193"/>
            <a:ext cx="308813" cy="306165"/>
            <a:chOff x="4230912" y="2929193"/>
            <a:chExt cx="308813" cy="306165"/>
          </a:xfrm>
        </p:grpSpPr>
        <p:sp>
          <p:nvSpPr>
            <p:cNvPr id="26133" name="Google Shape;26133;p14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14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14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6" name="Google Shape;26136;p14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7" name="Google Shape;26137;p14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14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14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14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14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14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14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14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14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14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7" name="Google Shape;26147;p14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8" name="Google Shape;26148;p148"/>
          <p:cNvGrpSpPr/>
          <p:nvPr/>
        </p:nvGrpSpPr>
        <p:grpSpPr>
          <a:xfrm>
            <a:off x="4627886" y="3401089"/>
            <a:ext cx="409111" cy="267944"/>
            <a:chOff x="4627886" y="3401089"/>
            <a:chExt cx="409111" cy="267944"/>
          </a:xfrm>
        </p:grpSpPr>
        <p:sp>
          <p:nvSpPr>
            <p:cNvPr id="26149" name="Google Shape;26149;p14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0" name="Google Shape;26150;p14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1" name="Google Shape;26151;p14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2" name="Google Shape;26152;p14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14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14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14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14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14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14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14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0" name="Google Shape;26160;p148"/>
          <p:cNvGrpSpPr/>
          <p:nvPr/>
        </p:nvGrpSpPr>
        <p:grpSpPr>
          <a:xfrm>
            <a:off x="4652476" y="2898915"/>
            <a:ext cx="386016" cy="384495"/>
            <a:chOff x="4652476" y="2898915"/>
            <a:chExt cx="386016" cy="384495"/>
          </a:xfrm>
        </p:grpSpPr>
        <p:sp>
          <p:nvSpPr>
            <p:cNvPr id="26161" name="Google Shape;26161;p14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14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14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4" name="Google Shape;26164;p14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5" name="Google Shape;26165;p14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6" name="Google Shape;26166;p14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14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14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9" name="Google Shape;26169;p14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0" name="Google Shape;26170;p148"/>
          <p:cNvGrpSpPr/>
          <p:nvPr/>
        </p:nvGrpSpPr>
        <p:grpSpPr>
          <a:xfrm>
            <a:off x="5156931" y="2922194"/>
            <a:ext cx="324699" cy="347611"/>
            <a:chOff x="5156931" y="2922194"/>
            <a:chExt cx="324699" cy="347611"/>
          </a:xfrm>
        </p:grpSpPr>
        <p:sp>
          <p:nvSpPr>
            <p:cNvPr id="26171" name="Google Shape;26171;p14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2" name="Google Shape;26172;p14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14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4" name="Google Shape;26174;p14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5" name="Google Shape;26175;p14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14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7" name="Google Shape;26177;p14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8" name="Google Shape;26178;p14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9" name="Google Shape;26179;p14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14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1" name="Google Shape;26181;p14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2" name="Google Shape;26182;p14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3" name="Google Shape;26183;p14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14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14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14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7" name="Google Shape;26187;p148"/>
          <p:cNvGrpSpPr/>
          <p:nvPr/>
        </p:nvGrpSpPr>
        <p:grpSpPr>
          <a:xfrm>
            <a:off x="6086331" y="2905337"/>
            <a:ext cx="364441" cy="364834"/>
            <a:chOff x="6086331" y="2905337"/>
            <a:chExt cx="364441" cy="364834"/>
          </a:xfrm>
        </p:grpSpPr>
        <p:sp>
          <p:nvSpPr>
            <p:cNvPr id="26188" name="Google Shape;26188;p14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9" name="Google Shape;26189;p14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14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14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2" name="Google Shape;26192;p14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3" name="Google Shape;26193;p14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4" name="Google Shape;26194;p148"/>
          <p:cNvGrpSpPr/>
          <p:nvPr/>
        </p:nvGrpSpPr>
        <p:grpSpPr>
          <a:xfrm>
            <a:off x="6554059" y="2907251"/>
            <a:ext cx="377706" cy="377680"/>
            <a:chOff x="6554059" y="2907251"/>
            <a:chExt cx="377706" cy="377680"/>
          </a:xfrm>
        </p:grpSpPr>
        <p:sp>
          <p:nvSpPr>
            <p:cNvPr id="26195" name="Google Shape;26195;p14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6" name="Google Shape;26196;p14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7" name="Google Shape;26197;p14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14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9" name="Google Shape;26199;p14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0" name="Google Shape;26200;p14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14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14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3" name="Google Shape;26203;p14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4" name="Google Shape;26204;p14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5" name="Google Shape;26205;p14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6" name="Google Shape;26206;p14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7" name="Google Shape;26207;p14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8" name="Google Shape;26208;p14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9" name="Google Shape;26209;p14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0" name="Google Shape;26210;p14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1" name="Google Shape;26211;p14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2" name="Google Shape;26212;p14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3" name="Google Shape;26213;p14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4" name="Google Shape;26214;p14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5" name="Google Shape;26215;p14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6" name="Google Shape;26216;p148"/>
          <p:cNvGrpSpPr/>
          <p:nvPr/>
        </p:nvGrpSpPr>
        <p:grpSpPr>
          <a:xfrm>
            <a:off x="7491796" y="2945446"/>
            <a:ext cx="400801" cy="317542"/>
            <a:chOff x="7491796" y="2945446"/>
            <a:chExt cx="400801" cy="317542"/>
          </a:xfrm>
        </p:grpSpPr>
        <p:sp>
          <p:nvSpPr>
            <p:cNvPr id="26217" name="Google Shape;26217;p14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8" name="Google Shape;26218;p14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9" name="Google Shape;26219;p14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0" name="Google Shape;26220;p14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1" name="Google Shape;26221;p14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2" name="Google Shape;26222;p14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3" name="Google Shape;26223;p14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4" name="Google Shape;26224;p14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5" name="Google Shape;26225;p14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6" name="Google Shape;26226;p14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7" name="Google Shape;26227;p14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8" name="Google Shape;26228;p14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9" name="Google Shape;26229;p14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0" name="Google Shape;26230;p14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1" name="Google Shape;26231;p14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2" name="Google Shape;26232;p14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3" name="Google Shape;26233;p14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4" name="Google Shape;26234;p14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5" name="Google Shape;26235;p14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6" name="Google Shape;26236;p14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7" name="Google Shape;26237;p14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8" name="Google Shape;26238;p14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9" name="Google Shape;26239;p148"/>
          <p:cNvGrpSpPr/>
          <p:nvPr/>
        </p:nvGrpSpPr>
        <p:grpSpPr>
          <a:xfrm>
            <a:off x="7045643" y="2907723"/>
            <a:ext cx="345304" cy="365857"/>
            <a:chOff x="7045643" y="2907723"/>
            <a:chExt cx="345304" cy="365857"/>
          </a:xfrm>
        </p:grpSpPr>
        <p:sp>
          <p:nvSpPr>
            <p:cNvPr id="26240" name="Google Shape;26240;p14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1" name="Google Shape;26241;p14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2" name="Google Shape;26242;p14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3" name="Google Shape;26243;p14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4" name="Google Shape;26244;p14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5" name="Google Shape;26245;p14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6" name="Google Shape;26246;p14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7" name="Google Shape;26247;p14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8" name="Google Shape;26248;p14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9" name="Google Shape;26249;p14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0" name="Google Shape;26250;p14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1" name="Google Shape;26251;p14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2" name="Google Shape;26252;p14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3" name="Google Shape;26253;p14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4" name="Google Shape;26254;p14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5" name="Google Shape;26255;p14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6" name="Google Shape;26256;p14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7" name="Google Shape;26257;p14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8" name="Google Shape;26258;p14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9" name="Google Shape;26259;p148"/>
          <p:cNvGrpSpPr/>
          <p:nvPr/>
        </p:nvGrpSpPr>
        <p:grpSpPr>
          <a:xfrm>
            <a:off x="7992843" y="2907251"/>
            <a:ext cx="347794" cy="366328"/>
            <a:chOff x="7992843" y="2907251"/>
            <a:chExt cx="347794" cy="366328"/>
          </a:xfrm>
        </p:grpSpPr>
        <p:sp>
          <p:nvSpPr>
            <p:cNvPr id="26260" name="Google Shape;26260;p14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1" name="Google Shape;26261;p14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2" name="Google Shape;26262;p14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3" name="Google Shape;26263;p14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4" name="Google Shape;26264;p14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5" name="Google Shape;26265;p14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6" name="Google Shape;26266;p14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7" name="Google Shape;26267;p14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8" name="Google Shape;26268;p14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9" name="Google Shape;26269;p14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0" name="Google Shape;26270;p14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1" name="Google Shape;26271;p14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2" name="Google Shape;26272;p14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3" name="Google Shape;26273;p14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4" name="Google Shape;26274;p14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5" name="Google Shape;26275;p14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6" name="Google Shape;26276;p14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7" name="Google Shape;26277;p14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8" name="Google Shape;26278;p14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9" name="Google Shape;26279;p14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0" name="Google Shape;26280;p14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1" name="Google Shape;26281;p14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2" name="Google Shape;26282;p14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3" name="Google Shape;26283;p14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4" name="Google Shape;26284;p14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5" name="Google Shape;26285;p14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6" name="Google Shape;26286;p14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7" name="Google Shape;26287;p14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8" name="Google Shape;26288;p14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9" name="Google Shape;26289;p14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0" name="Google Shape;26290;p14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1" name="Google Shape;26291;p14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2" name="Google Shape;26292;p14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3" name="Google Shape;26293;p148"/>
          <p:cNvGrpSpPr/>
          <p:nvPr/>
        </p:nvGrpSpPr>
        <p:grpSpPr>
          <a:xfrm>
            <a:off x="873898" y="1512377"/>
            <a:ext cx="398127" cy="353457"/>
            <a:chOff x="873898" y="1512377"/>
            <a:chExt cx="398127" cy="353457"/>
          </a:xfrm>
        </p:grpSpPr>
        <p:sp>
          <p:nvSpPr>
            <p:cNvPr id="26294" name="Google Shape;26294;p14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5" name="Google Shape;26295;p14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6" name="Google Shape;26296;p14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7" name="Google Shape;26297;p14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8" name="Google Shape;26298;p14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9" name="Google Shape;26299;p14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0" name="Google Shape;26300;p14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1" name="Google Shape;26301;p14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2" name="Google Shape;26302;p14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3" name="Google Shape;26303;p14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4" name="Google Shape;26304;p14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5" name="Google Shape;26305;p14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6" name="Google Shape;26306;p14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7" name="Google Shape;26307;p14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8" name="Google Shape;26308;p14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9" name="Google Shape;26309;p14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0" name="Google Shape;26310;p14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1" name="Google Shape;26311;p14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2" name="Google Shape;26312;p14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3" name="Google Shape;26313;p148"/>
          <p:cNvGrpSpPr/>
          <p:nvPr/>
        </p:nvGrpSpPr>
        <p:grpSpPr>
          <a:xfrm>
            <a:off x="1424125" y="1515680"/>
            <a:ext cx="246762" cy="347139"/>
            <a:chOff x="1424125" y="1515680"/>
            <a:chExt cx="246762" cy="347139"/>
          </a:xfrm>
        </p:grpSpPr>
        <p:sp>
          <p:nvSpPr>
            <p:cNvPr id="26314" name="Google Shape;26314;p14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5" name="Google Shape;26315;p14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6" name="Google Shape;26316;p14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7" name="Google Shape;26317;p14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8" name="Google Shape;26318;p14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9" name="Google Shape;26319;p14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0" name="Google Shape;26320;p14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1" name="Google Shape;26321;p14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2" name="Google Shape;26322;p14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3" name="Google Shape;26323;p14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4" name="Google Shape;26324;p14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5" name="Google Shape;26325;p14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6" name="Google Shape;26326;p14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7" name="Google Shape;26327;p14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8" name="Google Shape;26328;p14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9" name="Google Shape;26329;p14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0" name="Google Shape;26330;p14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1" name="Google Shape;26331;p14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2" name="Google Shape;26332;p14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3" name="Google Shape;26333;p14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4" name="Google Shape;26334;p148"/>
          <p:cNvGrpSpPr/>
          <p:nvPr/>
        </p:nvGrpSpPr>
        <p:grpSpPr>
          <a:xfrm>
            <a:off x="2319498" y="1512744"/>
            <a:ext cx="352697" cy="352723"/>
            <a:chOff x="2319498" y="1512744"/>
            <a:chExt cx="352697" cy="352723"/>
          </a:xfrm>
        </p:grpSpPr>
        <p:sp>
          <p:nvSpPr>
            <p:cNvPr id="26335" name="Google Shape;26335;p14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6" name="Google Shape;26336;p14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7" name="Google Shape;26337;p14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8" name="Google Shape;26338;p14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9" name="Google Shape;26339;p14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0" name="Google Shape;26340;p14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1" name="Google Shape;26341;p14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2" name="Google Shape;26342;p14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3" name="Google Shape;26343;p14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4" name="Google Shape;26344;p14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5" name="Google Shape;26345;p14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6" name="Google Shape;26346;p14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7" name="Google Shape;26347;p14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8" name="Google Shape;26348;p14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9" name="Google Shape;26349;p14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0" name="Google Shape;26350;p14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1" name="Google Shape;26351;p14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2" name="Google Shape;26352;p14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3" name="Google Shape;26353;p14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4" name="Google Shape;26354;p148"/>
          <p:cNvGrpSpPr/>
          <p:nvPr/>
        </p:nvGrpSpPr>
        <p:grpSpPr>
          <a:xfrm>
            <a:off x="4236601" y="1512666"/>
            <a:ext cx="312981" cy="352697"/>
            <a:chOff x="4236601" y="1512666"/>
            <a:chExt cx="312981" cy="352697"/>
          </a:xfrm>
        </p:grpSpPr>
        <p:sp>
          <p:nvSpPr>
            <p:cNvPr id="26355" name="Google Shape;26355;p14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6" name="Google Shape;26356;p14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7" name="Google Shape;26357;p14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8" name="Google Shape;26358;p14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9" name="Google Shape;26359;p14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0" name="Google Shape;26360;p14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1" name="Google Shape;26361;p14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2" name="Google Shape;26362;p14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3" name="Google Shape;26363;p14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4" name="Google Shape;26364;p14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5" name="Google Shape;26365;p14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6" name="Google Shape;26366;p14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7" name="Google Shape;26367;p14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8" name="Google Shape;26368;p14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9" name="Google Shape;26369;p148"/>
          <p:cNvGrpSpPr/>
          <p:nvPr/>
        </p:nvGrpSpPr>
        <p:grpSpPr>
          <a:xfrm>
            <a:off x="849675" y="3347716"/>
            <a:ext cx="346300" cy="375818"/>
            <a:chOff x="849675" y="3347716"/>
            <a:chExt cx="346300" cy="375818"/>
          </a:xfrm>
        </p:grpSpPr>
        <p:sp>
          <p:nvSpPr>
            <p:cNvPr id="26370" name="Google Shape;26370;p14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1" name="Google Shape;26371;p14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2" name="Google Shape;26372;p14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3" name="Google Shape;26373;p14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4" name="Google Shape;26374;p14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5" name="Google Shape;26375;p14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6" name="Google Shape;26376;p14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7" name="Google Shape;26377;p14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8" name="Google Shape;26378;p14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9" name="Google Shape;26379;p14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0" name="Google Shape;26380;p14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1" name="Google Shape;26381;p14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2" name="Google Shape;26382;p14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3" name="Google Shape;26383;p14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4" name="Google Shape;26384;p14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5" name="Google Shape;26385;p14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6" name="Google Shape;26386;p14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7" name="Google Shape;26387;p148"/>
          <p:cNvGrpSpPr/>
          <p:nvPr/>
        </p:nvGrpSpPr>
        <p:grpSpPr>
          <a:xfrm>
            <a:off x="1324219" y="3399202"/>
            <a:ext cx="376578" cy="272846"/>
            <a:chOff x="1324219" y="3399202"/>
            <a:chExt cx="376578" cy="272846"/>
          </a:xfrm>
        </p:grpSpPr>
        <p:sp>
          <p:nvSpPr>
            <p:cNvPr id="26388" name="Google Shape;26388;p14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9" name="Google Shape;26389;p14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0" name="Google Shape;26390;p14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1" name="Google Shape;26391;p14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2" name="Google Shape;26392;p14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3" name="Google Shape;26393;p14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4" name="Google Shape;26394;p14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5" name="Google Shape;26395;p14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6" name="Google Shape;26396;p14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7" name="Google Shape;26397;p14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8" name="Google Shape;26398;p14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9" name="Google Shape;26399;p14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0" name="Google Shape;26400;p14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1" name="Google Shape;26401;p14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2" name="Google Shape;26402;p14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3" name="Google Shape;26403;p14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4" name="Google Shape;26404;p14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5" name="Google Shape;26405;p14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6" name="Google Shape;26406;p14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7" name="Google Shape;26407;p14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8" name="Google Shape;26408;p14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9" name="Google Shape;26409;p14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0" name="Google Shape;26410;p14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1" name="Google Shape;26411;p14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2" name="Google Shape;26412;p14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3" name="Google Shape;26413;p14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4" name="Google Shape;26414;p14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5" name="Google Shape;26415;p14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6" name="Google Shape;26416;p14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7" name="Google Shape;26417;p14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8" name="Google Shape;26418;p14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9" name="Google Shape;26419;p14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0" name="Google Shape;26420;p14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1" name="Google Shape;26421;p148"/>
          <p:cNvGrpSpPr/>
          <p:nvPr/>
        </p:nvGrpSpPr>
        <p:grpSpPr>
          <a:xfrm>
            <a:off x="1798763" y="3395401"/>
            <a:ext cx="376185" cy="280448"/>
            <a:chOff x="1798763" y="3395401"/>
            <a:chExt cx="376185" cy="280448"/>
          </a:xfrm>
        </p:grpSpPr>
        <p:sp>
          <p:nvSpPr>
            <p:cNvPr id="26422" name="Google Shape;26422;p14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3" name="Google Shape;26423;p14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4" name="Google Shape;26424;p14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5" name="Google Shape;26425;p14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6" name="Google Shape;26426;p14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7" name="Google Shape;26427;p14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8" name="Google Shape;26428;p14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9" name="Google Shape;26429;p14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0" name="Google Shape;26430;p14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1" name="Google Shape;26431;p14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2" name="Google Shape;26432;p14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3" name="Google Shape;26433;p14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4" name="Google Shape;26434;p14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5" name="Google Shape;26435;p14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6" name="Google Shape;26436;p14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7" name="Google Shape;26437;p14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8" name="Google Shape;26438;p14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9" name="Google Shape;26439;p14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0" name="Google Shape;26440;p14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1" name="Google Shape;26441;p14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2" name="Google Shape;26442;p14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3" name="Google Shape;26443;p14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4" name="Google Shape;26444;p14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5" name="Google Shape;26445;p14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6" name="Google Shape;26446;p14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7" name="Google Shape;26447;p14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8" name="Google Shape;26448;p14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9" name="Google Shape;26449;p14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0" name="Google Shape;26450;p14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1" name="Google Shape;26451;p14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2" name="Google Shape;26452;p14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3" name="Google Shape;26453;p148"/>
          <p:cNvGrpSpPr/>
          <p:nvPr/>
        </p:nvGrpSpPr>
        <p:grpSpPr>
          <a:xfrm>
            <a:off x="2273307" y="3378754"/>
            <a:ext cx="375818" cy="313374"/>
            <a:chOff x="2273307" y="3378754"/>
            <a:chExt cx="375818" cy="313374"/>
          </a:xfrm>
        </p:grpSpPr>
        <p:sp>
          <p:nvSpPr>
            <p:cNvPr id="26454" name="Google Shape;26454;p14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5" name="Google Shape;26455;p14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6" name="Google Shape;26456;p14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7" name="Google Shape;26457;p14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8" name="Google Shape;26458;p14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9" name="Google Shape;26459;p14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0" name="Google Shape;26460;p14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1" name="Google Shape;26461;p14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2" name="Google Shape;26462;p14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3" name="Google Shape;26463;p14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4" name="Google Shape;26464;p14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5" name="Google Shape;26465;p14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6" name="Google Shape;26466;p14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7" name="Google Shape;26467;p14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8" name="Google Shape;26468;p14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9" name="Google Shape;26469;p14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0" name="Google Shape;26470;p14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1" name="Google Shape;26471;p14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2" name="Google Shape;26472;p14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3" name="Google Shape;26473;p14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4" name="Google Shape;26474;p14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5" name="Google Shape;26475;p14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6" name="Google Shape;26476;p14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7" name="Google Shape;26477;p14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8" name="Google Shape;26478;p14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9" name="Google Shape;26479;p14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0" name="Google Shape;26480;p14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1" name="Google Shape;26481;p14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2" name="Google Shape;26482;p14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3" name="Google Shape;26483;p14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4" name="Google Shape;26484;p14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5" name="Google Shape;26485;p14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6" name="Google Shape;26486;p14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7" name="Google Shape;26487;p14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8" name="Google Shape;26488;p14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9" name="Google Shape;26489;p14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0" name="Google Shape;26490;p14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1" name="Google Shape;26491;p14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2" name="Google Shape;26492;p14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3" name="Google Shape;26493;p14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4" name="Google Shape;26494;p14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5" name="Google Shape;26495;p14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6" name="Google Shape;26496;p14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7" name="Google Shape;26497;p14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8" name="Google Shape;26498;p14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9" name="Google Shape;26499;p14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0" name="Google Shape;26500;p14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1" name="Google Shape;26501;p14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2" name="Google Shape;26502;p14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3" name="Google Shape;26503;p14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4" name="Google Shape;26504;p14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5" name="Google Shape;26505;p14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6" name="Google Shape;26506;p14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7" name="Google Shape;26507;p14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8" name="Google Shape;26508;p14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9" name="Google Shape;26509;p14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0" name="Google Shape;26510;p14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1" name="Google Shape;26511;p14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2" name="Google Shape;26512;p14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3" name="Google Shape;26513;p14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4" name="Google Shape;26514;p14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5" name="Google Shape;26515;p14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6" name="Google Shape;26516;p14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7" name="Google Shape;26517;p14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8" name="Google Shape;26518;p14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9" name="Google Shape;26519;p14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0" name="Google Shape;26520;p14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1" name="Google Shape;26521;p14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2" name="Google Shape;26522;p14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3" name="Google Shape;26523;p14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4" name="Google Shape;26524;p14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5" name="Google Shape;26525;p14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6" name="Google Shape;26526;p14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7" name="Google Shape;26527;p14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8" name="Google Shape;26528;p14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9" name="Google Shape;26529;p14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0" name="Google Shape;26530;p14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1" name="Google Shape;26531;p14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2" name="Google Shape;26532;p14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3" name="Google Shape;26533;p14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4" name="Google Shape;26534;p14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5" name="Google Shape;26535;p14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6" name="Google Shape;26536;p14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7" name="Google Shape;26537;p14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8" name="Google Shape;26538;p148"/>
          <p:cNvGrpSpPr/>
          <p:nvPr/>
        </p:nvGrpSpPr>
        <p:grpSpPr>
          <a:xfrm>
            <a:off x="2747484" y="3359460"/>
            <a:ext cx="377706" cy="352330"/>
            <a:chOff x="2747484" y="3359460"/>
            <a:chExt cx="377706" cy="352330"/>
          </a:xfrm>
        </p:grpSpPr>
        <p:sp>
          <p:nvSpPr>
            <p:cNvPr id="26539" name="Google Shape;26539;p14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0" name="Google Shape;26540;p14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1" name="Google Shape;26541;p14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2" name="Google Shape;26542;p14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3" name="Google Shape;26543;p14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4" name="Google Shape;26544;p14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5" name="Google Shape;26545;p14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6" name="Google Shape;26546;p14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7" name="Google Shape;26547;p14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8" name="Google Shape;26548;p14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9" name="Google Shape;26549;p14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0" name="Google Shape;26550;p14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1" name="Google Shape;26551;p14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2" name="Google Shape;26552;p14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3" name="Google Shape;26553;p14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54" name="Google Shape;26554;p148"/>
          <p:cNvGrpSpPr/>
          <p:nvPr/>
        </p:nvGrpSpPr>
        <p:grpSpPr>
          <a:xfrm>
            <a:off x="3696205" y="3371938"/>
            <a:ext cx="375792" cy="327373"/>
            <a:chOff x="3696205" y="3371938"/>
            <a:chExt cx="375792" cy="327373"/>
          </a:xfrm>
        </p:grpSpPr>
        <p:sp>
          <p:nvSpPr>
            <p:cNvPr id="26555" name="Google Shape;26555;p14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6" name="Google Shape;26556;p14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7" name="Google Shape;26557;p14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8" name="Google Shape;26558;p14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9" name="Google Shape;26559;p14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0" name="Google Shape;26560;p14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1" name="Google Shape;26561;p14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2" name="Google Shape;26562;p14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3" name="Google Shape;26563;p14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4" name="Google Shape;26564;p14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5" name="Google Shape;26565;p14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6" name="Google Shape;26566;p14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7" name="Google Shape;26567;p14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8" name="Google Shape;26568;p14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9" name="Google Shape;26569;p14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0" name="Google Shape;26570;p14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1" name="Google Shape;26571;p14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2" name="Google Shape;26572;p14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3" name="Google Shape;26573;p14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4" name="Google Shape;26574;p14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5" name="Google Shape;26575;p14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6" name="Google Shape;26576;p14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7" name="Google Shape;26577;p14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8" name="Google Shape;26578;p148"/>
          <p:cNvGrpSpPr/>
          <p:nvPr/>
        </p:nvGrpSpPr>
        <p:grpSpPr>
          <a:xfrm>
            <a:off x="6567324" y="2436849"/>
            <a:ext cx="366722" cy="342892"/>
            <a:chOff x="6567324" y="2436849"/>
            <a:chExt cx="366722" cy="342892"/>
          </a:xfrm>
        </p:grpSpPr>
        <p:sp>
          <p:nvSpPr>
            <p:cNvPr id="26579" name="Google Shape;26579;p14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0" name="Google Shape;26580;p14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1" name="Google Shape;26581;p14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2" name="Google Shape;26582;p14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3" name="Google Shape;26583;p14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4" name="Google Shape;26584;p14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5" name="Google Shape;26585;p14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6" name="Google Shape;26586;p14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7" name="Google Shape;26587;p14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8" name="Google Shape;26588;p14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9" name="Google Shape;26589;p14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0" name="Google Shape;26590;p14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1" name="Google Shape;26591;p148"/>
          <p:cNvGrpSpPr/>
          <p:nvPr/>
        </p:nvGrpSpPr>
        <p:grpSpPr>
          <a:xfrm>
            <a:off x="4208970" y="3361347"/>
            <a:ext cx="299349" cy="348188"/>
            <a:chOff x="4208970" y="3361347"/>
            <a:chExt cx="299349" cy="348188"/>
          </a:xfrm>
        </p:grpSpPr>
        <p:sp>
          <p:nvSpPr>
            <p:cNvPr id="26592" name="Google Shape;26592;p14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3" name="Google Shape;26593;p14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4" name="Google Shape;26594;p14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5" name="Google Shape;26595;p14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6" name="Google Shape;26596;p14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7" name="Google Shape;26597;p14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8" name="Google Shape;26598;p14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9" name="Google Shape;26599;p14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0" name="Google Shape;26600;p14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1" name="Google Shape;26601;p14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2" name="Google Shape;26602;p14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3" name="Google Shape;26603;p14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4" name="Google Shape;26604;p14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5" name="Google Shape;26605;p14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6" name="Google Shape;26606;p148"/>
          <p:cNvGrpSpPr/>
          <p:nvPr/>
        </p:nvGrpSpPr>
        <p:grpSpPr>
          <a:xfrm>
            <a:off x="2786833" y="1512351"/>
            <a:ext cx="366722" cy="353667"/>
            <a:chOff x="2786833" y="1512351"/>
            <a:chExt cx="366722" cy="353667"/>
          </a:xfrm>
        </p:grpSpPr>
        <p:sp>
          <p:nvSpPr>
            <p:cNvPr id="26607" name="Google Shape;26607;p14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8" name="Google Shape;26608;p14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9" name="Google Shape;26609;p14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0" name="Google Shape;26610;p14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1" name="Google Shape;26611;p14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2" name="Google Shape;26612;p14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3" name="Google Shape;26613;p14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4" name="Google Shape;26614;p14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5" name="Google Shape;26615;p14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6" name="Google Shape;26616;p14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7" name="Google Shape;26617;p14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8" name="Google Shape;26618;p14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9" name="Google Shape;26619;p14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0" name="Google Shape;26620;p14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1" name="Google Shape;26621;p14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2" name="Google Shape;26622;p14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3" name="Google Shape;26623;p14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4" name="Google Shape;26624;p14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5" name="Google Shape;26625;p14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6" name="Google Shape;26626;p14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7" name="Google Shape;26627;p148"/>
          <p:cNvGrpSpPr/>
          <p:nvPr/>
        </p:nvGrpSpPr>
        <p:grpSpPr>
          <a:xfrm>
            <a:off x="1845321" y="1512744"/>
            <a:ext cx="352723" cy="353090"/>
            <a:chOff x="1845321" y="1512744"/>
            <a:chExt cx="352723" cy="353090"/>
          </a:xfrm>
        </p:grpSpPr>
        <p:sp>
          <p:nvSpPr>
            <p:cNvPr id="26628" name="Google Shape;26628;p14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9" name="Google Shape;26629;p14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0" name="Google Shape;26630;p14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1" name="Google Shape;26631;p14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2" name="Google Shape;26632;p14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3" name="Google Shape;26633;p14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4" name="Google Shape;26634;p14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5" name="Google Shape;26635;p14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6" name="Google Shape;26636;p14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7" name="Google Shape;26637;p14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8" name="Google Shape;26638;p14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9" name="Google Shape;26639;p148"/>
          <p:cNvGrpSpPr/>
          <p:nvPr/>
        </p:nvGrpSpPr>
        <p:grpSpPr>
          <a:xfrm>
            <a:off x="3214452" y="3340533"/>
            <a:ext cx="392465" cy="389896"/>
            <a:chOff x="3214452" y="3340533"/>
            <a:chExt cx="392465" cy="389896"/>
          </a:xfrm>
        </p:grpSpPr>
        <p:sp>
          <p:nvSpPr>
            <p:cNvPr id="26640" name="Google Shape;26640;p14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1" name="Google Shape;26641;p14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2" name="Google Shape;26642;p14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3" name="Google Shape;26643;p14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4" name="Google Shape;26644;p14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5" name="Google Shape;26645;p14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6" name="Google Shape;26646;p14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7" name="Google Shape;26647;p14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8" name="Google Shape;26648;p14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9" name="Google Shape;26649;p14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0" name="Google Shape;26650;p14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1" name="Google Shape;26651;p14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2" name="Google Shape;26652;p14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3" name="Google Shape;26653;p14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4" name="Google Shape;26654;p14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5" name="Google Shape;26655;p14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6" name="Google Shape;26656;p14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7" name="Google Shape;26657;p14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8" name="Google Shape;26658;p14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9" name="Google Shape;26659;p14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0" name="Google Shape;26660;p14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1" name="Google Shape;26661;p14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2" name="Google Shape;26662;p14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3" name="Google Shape;26663;p14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4" name="Google Shape;26664;p14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5" name="Google Shape;26665;p148"/>
          <p:cNvGrpSpPr/>
          <p:nvPr/>
        </p:nvGrpSpPr>
        <p:grpSpPr>
          <a:xfrm>
            <a:off x="3327229" y="1499899"/>
            <a:ext cx="234650" cy="378440"/>
            <a:chOff x="3327229" y="1499899"/>
            <a:chExt cx="234650" cy="378440"/>
          </a:xfrm>
        </p:grpSpPr>
        <p:sp>
          <p:nvSpPr>
            <p:cNvPr id="26666" name="Google Shape;26666;p14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7" name="Google Shape;26667;p14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8" name="Google Shape;26668;p14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9" name="Google Shape;26669;p14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0" name="Google Shape;26670;p14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1" name="Google Shape;26671;p14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2" name="Google Shape;26672;p14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3" name="Google Shape;26673;p14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4" name="Google Shape;26674;p14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5" name="Google Shape;26675;p14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6" name="Google Shape;26676;p14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7" name="Google Shape;26677;p14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8" name="Google Shape;26678;p14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9" name="Google Shape;26679;p14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0" name="Google Shape;26680;p14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1" name="Google Shape;26681;p14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2" name="Google Shape;26682;p14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3" name="Google Shape;26683;p14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4" name="Google Shape;26684;p14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5" name="Google Shape;26685;p14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6" name="Google Shape;26686;p14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7" name="Google Shape;26687;p148"/>
          <p:cNvGrpSpPr/>
          <p:nvPr/>
        </p:nvGrpSpPr>
        <p:grpSpPr>
          <a:xfrm>
            <a:off x="3735553" y="1530151"/>
            <a:ext cx="366722" cy="317962"/>
            <a:chOff x="3735553" y="1530151"/>
            <a:chExt cx="366722" cy="317962"/>
          </a:xfrm>
        </p:grpSpPr>
        <p:sp>
          <p:nvSpPr>
            <p:cNvPr id="26688" name="Google Shape;26688;p14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9" name="Google Shape;26689;p14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0" name="Google Shape;26690;p14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1" name="Google Shape;26691;p14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2" name="Google Shape;26692;p14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3" name="Google Shape;26693;p14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4" name="Google Shape;26694;p14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5" name="Google Shape;26695;p14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6" name="Google Shape;26696;p14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7" name="Google Shape;26697;p14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8" name="Google Shape;26698;p14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9" name="Google Shape;26699;p14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0" name="Google Shape;26700;p148"/>
          <p:cNvGrpSpPr/>
          <p:nvPr/>
        </p:nvGrpSpPr>
        <p:grpSpPr>
          <a:xfrm>
            <a:off x="866322" y="2469775"/>
            <a:ext cx="379226" cy="322733"/>
            <a:chOff x="866322" y="2469775"/>
            <a:chExt cx="379226" cy="322733"/>
          </a:xfrm>
        </p:grpSpPr>
        <p:sp>
          <p:nvSpPr>
            <p:cNvPr id="26701" name="Google Shape;26701;p14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2" name="Google Shape;26702;p14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3" name="Google Shape;26703;p14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4" name="Google Shape;26704;p14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5" name="Google Shape;26705;p14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6" name="Google Shape;26706;p14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7" name="Google Shape;26707;p14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8" name="Google Shape;26708;p14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9" name="Google Shape;26709;p14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0" name="Google Shape;26710;p14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1" name="Google Shape;26711;p14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2" name="Google Shape;26712;p14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3" name="Google Shape;26713;p14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4" name="Google Shape;26714;p14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5" name="Google Shape;26715;p14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6" name="Google Shape;26716;p14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7" name="Google Shape;26717;p14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8" name="Google Shape;26718;p14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9" name="Google Shape;26719;p14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0" name="Google Shape;26720;p14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1" name="Google Shape;26721;p14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2" name="Google Shape;26722;p14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3" name="Google Shape;26723;p14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4" name="Google Shape;26724;p14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5" name="Google Shape;26725;p14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6" name="Google Shape;26726;p14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7" name="Google Shape;26727;p148"/>
          <p:cNvGrpSpPr/>
          <p:nvPr/>
        </p:nvGrpSpPr>
        <p:grpSpPr>
          <a:xfrm>
            <a:off x="1328387" y="2500814"/>
            <a:ext cx="404183" cy="289151"/>
            <a:chOff x="1328387" y="2500814"/>
            <a:chExt cx="404183" cy="289151"/>
          </a:xfrm>
        </p:grpSpPr>
        <p:sp>
          <p:nvSpPr>
            <p:cNvPr id="26728" name="Google Shape;26728;p14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9" name="Google Shape;26729;p14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0" name="Google Shape;26730;p14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1" name="Google Shape;26731;p14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2" name="Google Shape;26732;p14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3" name="Google Shape;26733;p14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4" name="Google Shape;26734;p14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5" name="Google Shape;26735;p14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6" name="Google Shape;26736;p14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7" name="Google Shape;26737;p14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8" name="Google Shape;26738;p14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9" name="Google Shape;26739;p14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0" name="Google Shape;26740;p14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1" name="Google Shape;26741;p14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2" name="Google Shape;26742;p14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3" name="Google Shape;26743;p14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4" name="Google Shape;26744;p14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5" name="Google Shape;26745;p14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6" name="Google Shape;26746;p14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7" name="Google Shape;26747;p14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8" name="Google Shape;26748;p14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9" name="Google Shape;26749;p14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0" name="Google Shape;26750;p14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1" name="Google Shape;26751;p14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2" name="Google Shape;26752;p14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3" name="Google Shape;26753;p14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4" name="Google Shape;26754;p14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5" name="Google Shape;26755;p14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6" name="Google Shape;26756;p14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7" name="Google Shape;26757;p148"/>
          <p:cNvGrpSpPr/>
          <p:nvPr/>
        </p:nvGrpSpPr>
        <p:grpSpPr>
          <a:xfrm>
            <a:off x="1821465" y="2495702"/>
            <a:ext cx="365988" cy="270801"/>
            <a:chOff x="1821465" y="2495702"/>
            <a:chExt cx="365988" cy="270801"/>
          </a:xfrm>
        </p:grpSpPr>
        <p:sp>
          <p:nvSpPr>
            <p:cNvPr id="26758" name="Google Shape;26758;p14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9" name="Google Shape;26759;p14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0" name="Google Shape;26760;p14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1" name="Google Shape;26761;p14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2" name="Google Shape;26762;p14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3" name="Google Shape;26763;p14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4" name="Google Shape;26764;p14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5" name="Google Shape;26765;p148"/>
          <p:cNvGrpSpPr/>
          <p:nvPr/>
        </p:nvGrpSpPr>
        <p:grpSpPr>
          <a:xfrm>
            <a:off x="3725723" y="2455776"/>
            <a:ext cx="354977" cy="351202"/>
            <a:chOff x="3725723" y="2455776"/>
            <a:chExt cx="354977" cy="351202"/>
          </a:xfrm>
        </p:grpSpPr>
        <p:sp>
          <p:nvSpPr>
            <p:cNvPr id="26766" name="Google Shape;26766;p14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7" name="Google Shape;26767;p14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8" name="Google Shape;26768;p14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9" name="Google Shape;26769;p14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0" name="Google Shape;26770;p14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1" name="Google Shape;26771;p14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2" name="Google Shape;26772;p14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3" name="Google Shape;26773;p14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4" name="Google Shape;26774;p14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5" name="Google Shape;26775;p14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6" name="Google Shape;26776;p14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7" name="Google Shape;26777;p14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8" name="Google Shape;26778;p14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9" name="Google Shape;26779;p148"/>
          <p:cNvGrpSpPr/>
          <p:nvPr/>
        </p:nvGrpSpPr>
        <p:grpSpPr>
          <a:xfrm>
            <a:off x="5226165" y="1977641"/>
            <a:ext cx="230482" cy="388847"/>
            <a:chOff x="5226165" y="1977641"/>
            <a:chExt cx="230482" cy="388847"/>
          </a:xfrm>
        </p:grpSpPr>
        <p:sp>
          <p:nvSpPr>
            <p:cNvPr id="26780" name="Google Shape;26780;p14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1" name="Google Shape;26781;p14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2" name="Google Shape;26782;p14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3" name="Google Shape;26783;p14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4" name="Google Shape;26784;p14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5" name="Google Shape;26785;p14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6" name="Google Shape;26786;p14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7" name="Google Shape;26787;p14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8" name="Google Shape;26788;p14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9" name="Google Shape;26789;p14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0" name="Google Shape;26790;p14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1" name="Google Shape;26791;p14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2" name="Google Shape;26792;p148"/>
          <p:cNvGrpSpPr/>
          <p:nvPr/>
        </p:nvGrpSpPr>
        <p:grpSpPr>
          <a:xfrm>
            <a:off x="5632602" y="2025510"/>
            <a:ext cx="370130" cy="287264"/>
            <a:chOff x="5632602" y="2025510"/>
            <a:chExt cx="370130" cy="287264"/>
          </a:xfrm>
        </p:grpSpPr>
        <p:sp>
          <p:nvSpPr>
            <p:cNvPr id="26793" name="Google Shape;26793;p14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4" name="Google Shape;26794;p14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5" name="Google Shape;26795;p14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6" name="Google Shape;26796;p14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7" name="Google Shape;26797;p14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8" name="Google Shape;26798;p14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9" name="Google Shape;26799;p14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0" name="Google Shape;26800;p14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1" name="Google Shape;26801;p14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2" name="Google Shape;26802;p14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3" name="Google Shape;26803;p14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4" name="Google Shape;26804;p14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5" name="Google Shape;26805;p14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6" name="Google Shape;26806;p14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7" name="Google Shape;26807;p14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8" name="Google Shape;26808;p14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9" name="Google Shape;26809;p14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0" name="Google Shape;26810;p14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11" name="Google Shape;26811;p148"/>
          <p:cNvGrpSpPr/>
          <p:nvPr/>
        </p:nvGrpSpPr>
        <p:grpSpPr>
          <a:xfrm>
            <a:off x="4212378" y="2456537"/>
            <a:ext cx="331515" cy="330021"/>
            <a:chOff x="4212378" y="2456537"/>
            <a:chExt cx="331515" cy="330021"/>
          </a:xfrm>
        </p:grpSpPr>
        <p:sp>
          <p:nvSpPr>
            <p:cNvPr id="26812" name="Google Shape;26812;p14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3" name="Google Shape;26813;p14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4" name="Google Shape;26814;p14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5" name="Google Shape;26815;p14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6" name="Google Shape;26816;p14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7" name="Google Shape;26817;p14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8" name="Google Shape;26818;p14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9" name="Google Shape;26819;p14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0" name="Google Shape;26820;p14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1" name="Google Shape;26821;p148"/>
          <p:cNvGrpSpPr/>
          <p:nvPr/>
        </p:nvGrpSpPr>
        <p:grpSpPr>
          <a:xfrm>
            <a:off x="6176013" y="1977825"/>
            <a:ext cx="235411" cy="347427"/>
            <a:chOff x="6176013" y="1977825"/>
            <a:chExt cx="235411" cy="347427"/>
          </a:xfrm>
        </p:grpSpPr>
        <p:sp>
          <p:nvSpPr>
            <p:cNvPr id="26822" name="Google Shape;26822;p14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3" name="Google Shape;26823;p14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4" name="Google Shape;26824;p14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5" name="Google Shape;26825;p14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6" name="Google Shape;26826;p14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7" name="Google Shape;26827;p14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8" name="Google Shape;26828;p14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9" name="Google Shape;26829;p14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0" name="Google Shape;26830;p14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1" name="Google Shape;26831;p14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2" name="Google Shape;26832;p14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3" name="Google Shape;26833;p14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4" name="Google Shape;26834;p14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5" name="Google Shape;26835;p14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6" name="Google Shape;26836;p14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7" name="Google Shape;26837;p14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8" name="Google Shape;26838;p14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9" name="Google Shape;26839;p148"/>
          <p:cNvGrpSpPr/>
          <p:nvPr/>
        </p:nvGrpSpPr>
        <p:grpSpPr>
          <a:xfrm>
            <a:off x="6652077" y="1977458"/>
            <a:ext cx="235778" cy="347794"/>
            <a:chOff x="6652077" y="1977458"/>
            <a:chExt cx="235778" cy="347794"/>
          </a:xfrm>
        </p:grpSpPr>
        <p:sp>
          <p:nvSpPr>
            <p:cNvPr id="26840" name="Google Shape;26840;p14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1" name="Google Shape;26841;p14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2" name="Google Shape;26842;p14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3" name="Google Shape;26843;p14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4" name="Google Shape;26844;p14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5" name="Google Shape;26845;p14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6" name="Google Shape;26846;p14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7" name="Google Shape;26847;p14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8" name="Google Shape;26848;p14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9" name="Google Shape;26849;p14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0" name="Google Shape;26850;p14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1" name="Google Shape;26851;p14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2" name="Google Shape;26852;p14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3" name="Google Shape;26853;p14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4" name="Google Shape;26854;p14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5" name="Google Shape;26855;p14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56" name="Google Shape;26856;p148"/>
          <p:cNvGrpSpPr/>
          <p:nvPr/>
        </p:nvGrpSpPr>
        <p:grpSpPr>
          <a:xfrm>
            <a:off x="7072513" y="1997512"/>
            <a:ext cx="394352" cy="308052"/>
            <a:chOff x="7072513" y="1997512"/>
            <a:chExt cx="394352" cy="308052"/>
          </a:xfrm>
        </p:grpSpPr>
        <p:sp>
          <p:nvSpPr>
            <p:cNvPr id="26857" name="Google Shape;26857;p14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8" name="Google Shape;26858;p14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9" name="Google Shape;26859;p14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0" name="Google Shape;26860;p14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1" name="Google Shape;26861;p14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2" name="Google Shape;26862;p14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3" name="Google Shape;26863;p14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4" name="Google Shape;26864;p14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5" name="Google Shape;26865;p14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6" name="Google Shape;26866;p14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7" name="Google Shape;26867;p14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8" name="Google Shape;26868;p148"/>
          <p:cNvGrpSpPr/>
          <p:nvPr/>
        </p:nvGrpSpPr>
        <p:grpSpPr>
          <a:xfrm>
            <a:off x="7576208" y="1977825"/>
            <a:ext cx="292533" cy="347454"/>
            <a:chOff x="7576208" y="1977825"/>
            <a:chExt cx="292533" cy="347454"/>
          </a:xfrm>
        </p:grpSpPr>
        <p:sp>
          <p:nvSpPr>
            <p:cNvPr id="26869" name="Google Shape;26869;p14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0" name="Google Shape;26870;p14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1" name="Google Shape;26871;p14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2" name="Google Shape;26872;p14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3" name="Google Shape;26873;p14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4" name="Google Shape;26874;p14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5" name="Google Shape;26875;p14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6" name="Google Shape;26876;p14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7" name="Google Shape;26877;p14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8" name="Google Shape;26878;p14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9" name="Google Shape;26879;p14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0" name="Google Shape;26880;p14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1" name="Google Shape;26881;p14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2" name="Google Shape;26882;p148"/>
          <p:cNvGrpSpPr/>
          <p:nvPr/>
        </p:nvGrpSpPr>
        <p:grpSpPr>
          <a:xfrm>
            <a:off x="8023882" y="1977458"/>
            <a:ext cx="320557" cy="347794"/>
            <a:chOff x="8023882" y="1977458"/>
            <a:chExt cx="320557" cy="347794"/>
          </a:xfrm>
        </p:grpSpPr>
        <p:sp>
          <p:nvSpPr>
            <p:cNvPr id="26883" name="Google Shape;26883;p14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4" name="Google Shape;26884;p14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5" name="Google Shape;26885;p14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6" name="Google Shape;26886;p14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7" name="Google Shape;26887;p14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8" name="Google Shape;26888;p14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9" name="Google Shape;26889;p14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0" name="Google Shape;26890;p14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1" name="Google Shape;26891;p14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2" name="Google Shape;26892;p14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3" name="Google Shape;26893;p14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4" name="Google Shape;26894;p14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5" name="Google Shape;26895;p14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6" name="Google Shape;26896;p14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7" name="Google Shape;26897;p14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8" name="Google Shape;26898;p14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9" name="Google Shape;26899;p14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0" name="Google Shape;26900;p14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1" name="Google Shape;26901;p14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2" name="Google Shape;26902;p14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3" name="Google Shape;26903;p14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4" name="Google Shape;26904;p14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5" name="Google Shape;26905;p14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6" name="Google Shape;26906;p14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7" name="Google Shape;26907;p14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8" name="Google Shape;26908;p14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9" name="Google Shape;26909;p14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0" name="Google Shape;26910;p14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1" name="Google Shape;26911;p14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2" name="Google Shape;26912;p14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3" name="Google Shape;26913;p14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4" name="Google Shape;26914;p14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5" name="Google Shape;26915;p14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6" name="Google Shape;26916;p14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7" name="Google Shape;26917;p14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8" name="Google Shape;26918;p14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9" name="Google Shape;26919;p14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0" name="Google Shape;26920;p14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1" name="Google Shape;26921;p14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2" name="Google Shape;26922;p14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3" name="Google Shape;26923;p148"/>
          <p:cNvGrpSpPr/>
          <p:nvPr/>
        </p:nvGrpSpPr>
        <p:grpSpPr>
          <a:xfrm>
            <a:off x="5627674" y="2444819"/>
            <a:ext cx="345147" cy="342630"/>
            <a:chOff x="5627674" y="2444819"/>
            <a:chExt cx="345147" cy="342630"/>
          </a:xfrm>
        </p:grpSpPr>
        <p:sp>
          <p:nvSpPr>
            <p:cNvPr id="26924" name="Google Shape;26924;p14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5" name="Google Shape;26925;p14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6" name="Google Shape;26926;p14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7" name="Google Shape;26927;p14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8" name="Google Shape;26928;p14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9" name="Google Shape;26929;p148"/>
          <p:cNvGrpSpPr/>
          <p:nvPr/>
        </p:nvGrpSpPr>
        <p:grpSpPr>
          <a:xfrm>
            <a:off x="4653996" y="2440257"/>
            <a:ext cx="396607" cy="348555"/>
            <a:chOff x="4653996" y="2440257"/>
            <a:chExt cx="396607" cy="348555"/>
          </a:xfrm>
        </p:grpSpPr>
        <p:sp>
          <p:nvSpPr>
            <p:cNvPr id="26930" name="Google Shape;26930;p14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1" name="Google Shape;26931;p14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2" name="Google Shape;26932;p14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3" name="Google Shape;26933;p14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4" name="Google Shape;26934;p14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5" name="Google Shape;26935;p14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6" name="Google Shape;26936;p14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7" name="Google Shape;26937;p14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8" name="Google Shape;26938;p14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9" name="Google Shape;26939;p14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0" name="Google Shape;26940;p14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1" name="Google Shape;26941;p14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2" name="Google Shape;26942;p14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3" name="Google Shape;26943;p14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4" name="Google Shape;26944;p14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5" name="Google Shape;26945;p14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6" name="Google Shape;26946;p14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7" name="Google Shape;26947;p14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8" name="Google Shape;26948;p148"/>
          <p:cNvGrpSpPr/>
          <p:nvPr/>
        </p:nvGrpSpPr>
        <p:grpSpPr>
          <a:xfrm>
            <a:off x="1854391" y="2895140"/>
            <a:ext cx="301630" cy="374272"/>
            <a:chOff x="1854391" y="2895140"/>
            <a:chExt cx="301630" cy="374272"/>
          </a:xfrm>
        </p:grpSpPr>
        <p:sp>
          <p:nvSpPr>
            <p:cNvPr id="26949" name="Google Shape;26949;p14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0" name="Google Shape;26950;p14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1" name="Google Shape;26951;p14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2" name="Google Shape;26952;p14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3" name="Google Shape;26953;p14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4" name="Google Shape;26954;p14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5" name="Google Shape;26955;p14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6" name="Google Shape;26956;p14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7" name="Google Shape;26957;p14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8" name="Google Shape;26958;p14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9" name="Google Shape;26959;p14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0" name="Google Shape;26960;p14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1" name="Google Shape;26961;p14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2" name="Google Shape;26962;p14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3" name="Google Shape;26963;p14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4" name="Google Shape;26964;p14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5" name="Google Shape;26965;p14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6" name="Google Shape;26966;p14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7" name="Google Shape;26967;p14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8" name="Google Shape;26968;p14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9" name="Google Shape;26969;p14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0" name="Google Shape;26970;p14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1" name="Google Shape;26971;p14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2" name="Google Shape;26972;p14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3" name="Google Shape;26973;p14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4" name="Google Shape;26974;p14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5" name="Google Shape;26975;p14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6" name="Google Shape;26976;p14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7" name="Google Shape;26977;p14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8" name="Google Shape;26978;p14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9" name="Google Shape;26979;p14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0" name="Google Shape;26980;p14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1" name="Google Shape;26981;p14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2" name="Google Shape;26982;p14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3" name="Google Shape;26983;p14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4" name="Google Shape;26984;p14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5" name="Google Shape;26985;p14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6" name="Google Shape;26986;p14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7" name="Google Shape;26987;p14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8" name="Google Shape;26988;p14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9" name="Google Shape;26989;p14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0" name="Google Shape;26990;p14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1" name="Google Shape;26991;p14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2" name="Google Shape;26992;p14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3" name="Google Shape;26993;p14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4" name="Google Shape;26994;p14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5" name="Google Shape;26995;p14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6" name="Google Shape;26996;p14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7" name="Google Shape;26997;p14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8" name="Google Shape;26998;p148"/>
          <p:cNvGrpSpPr/>
          <p:nvPr/>
        </p:nvGrpSpPr>
        <p:grpSpPr>
          <a:xfrm>
            <a:off x="5172817" y="2438370"/>
            <a:ext cx="289518" cy="357651"/>
            <a:chOff x="5172817" y="2438370"/>
            <a:chExt cx="289518" cy="357651"/>
          </a:xfrm>
        </p:grpSpPr>
        <p:sp>
          <p:nvSpPr>
            <p:cNvPr id="26999" name="Google Shape;26999;p14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0" name="Google Shape;27000;p14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1" name="Google Shape;27001;p14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2" name="Google Shape;27002;p14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3" name="Google Shape;27003;p14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4" name="Google Shape;27004;p14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5" name="Google Shape;27005;p14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6" name="Google Shape;27006;p14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7" name="Google Shape;27007;p14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8" name="Google Shape;27008;p14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9" name="Google Shape;27009;p14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0" name="Google Shape;27010;p148"/>
          <p:cNvGrpSpPr/>
          <p:nvPr/>
        </p:nvGrpSpPr>
        <p:grpSpPr>
          <a:xfrm>
            <a:off x="3234506" y="2484534"/>
            <a:ext cx="388297" cy="293320"/>
            <a:chOff x="3234506" y="2484534"/>
            <a:chExt cx="388297" cy="293320"/>
          </a:xfrm>
        </p:grpSpPr>
        <p:sp>
          <p:nvSpPr>
            <p:cNvPr id="27011" name="Google Shape;27011;p14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2" name="Google Shape;27012;p14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3" name="Google Shape;27013;p14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4" name="Google Shape;27014;p14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5" name="Google Shape;27015;p14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6" name="Google Shape;27016;p14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7" name="Google Shape;27017;p14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8" name="Google Shape;27018;p14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9" name="Google Shape;27019;p14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0" name="Google Shape;27020;p14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1" name="Google Shape;27021;p14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2" name="Google Shape;27022;p14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3" name="Google Shape;27023;p14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4" name="Google Shape;27024;p14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5" name="Google Shape;27025;p14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6" name="Google Shape;27026;p14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7" name="Google Shape;27027;p148"/>
          <p:cNvGrpSpPr/>
          <p:nvPr/>
        </p:nvGrpSpPr>
        <p:grpSpPr>
          <a:xfrm>
            <a:off x="6065149" y="3367036"/>
            <a:ext cx="362553" cy="356498"/>
            <a:chOff x="6065149" y="3367036"/>
            <a:chExt cx="362553" cy="356498"/>
          </a:xfrm>
        </p:grpSpPr>
        <p:sp>
          <p:nvSpPr>
            <p:cNvPr id="27028" name="Google Shape;27028;p14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9" name="Google Shape;27029;p14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0" name="Google Shape;27030;p14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1" name="Google Shape;27031;p14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2" name="Google Shape;27032;p14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33" name="Google Shape;27033;p148"/>
          <p:cNvGrpSpPr/>
          <p:nvPr/>
        </p:nvGrpSpPr>
        <p:grpSpPr>
          <a:xfrm>
            <a:off x="6540821" y="3367036"/>
            <a:ext cx="362553" cy="356498"/>
            <a:chOff x="6540821" y="3367036"/>
            <a:chExt cx="362553" cy="356498"/>
          </a:xfrm>
        </p:grpSpPr>
        <p:sp>
          <p:nvSpPr>
            <p:cNvPr id="27034" name="Google Shape;27034;p14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5" name="Google Shape;27035;p14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6" name="Google Shape;27036;p14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7" name="Google Shape;27037;p14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8" name="Google Shape;27038;p14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9" name="Google Shape;27039;p14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0" name="Google Shape;27040;p14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1" name="Google Shape;27041;p148"/>
          <p:cNvGrpSpPr/>
          <p:nvPr/>
        </p:nvGrpSpPr>
        <p:grpSpPr>
          <a:xfrm>
            <a:off x="2302458" y="2474704"/>
            <a:ext cx="354479" cy="312561"/>
            <a:chOff x="2302458" y="2474704"/>
            <a:chExt cx="354479" cy="312561"/>
          </a:xfrm>
        </p:grpSpPr>
        <p:sp>
          <p:nvSpPr>
            <p:cNvPr id="27042" name="Google Shape;27042;p14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3" name="Google Shape;27043;p14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4" name="Google Shape;27044;p14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5" name="Google Shape;27045;p14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6" name="Google Shape;27046;p14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7" name="Google Shape;27047;p14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8" name="Google Shape;27048;p14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9" name="Google Shape;27049;p14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0" name="Google Shape;27050;p14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1" name="Google Shape;27051;p14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2" name="Google Shape;27052;p14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3" name="Google Shape;27053;p14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4" name="Google Shape;27054;p148"/>
          <p:cNvGrpSpPr/>
          <p:nvPr/>
        </p:nvGrpSpPr>
        <p:grpSpPr>
          <a:xfrm>
            <a:off x="2831110" y="2442538"/>
            <a:ext cx="246002" cy="348922"/>
            <a:chOff x="2831110" y="2442538"/>
            <a:chExt cx="246002" cy="348922"/>
          </a:xfrm>
        </p:grpSpPr>
        <p:sp>
          <p:nvSpPr>
            <p:cNvPr id="27055" name="Google Shape;27055;p14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6" name="Google Shape;27056;p14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7" name="Google Shape;27057;p14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8" name="Google Shape;27058;p14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9" name="Google Shape;27059;p14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0" name="Google Shape;27060;p14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1" name="Google Shape;27061;p14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2" name="Google Shape;27062;p14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3" name="Google Shape;27063;p14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4" name="Google Shape;27064;p14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5" name="Google Shape;27065;p14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6" name="Google Shape;27066;p14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7" name="Google Shape;27067;p14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8" name="Google Shape;27068;p14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9" name="Google Shape;27069;p148"/>
          <p:cNvGrpSpPr/>
          <p:nvPr/>
        </p:nvGrpSpPr>
        <p:grpSpPr>
          <a:xfrm>
            <a:off x="7016492" y="3367036"/>
            <a:ext cx="362947" cy="356498"/>
            <a:chOff x="7016492" y="3367036"/>
            <a:chExt cx="362947" cy="356498"/>
          </a:xfrm>
        </p:grpSpPr>
        <p:sp>
          <p:nvSpPr>
            <p:cNvPr id="27070" name="Google Shape;27070;p14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1" name="Google Shape;27071;p14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2" name="Google Shape;27072;p14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3" name="Google Shape;27073;p14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4" name="Google Shape;27074;p14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5" name="Google Shape;27075;p14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76" name="Google Shape;27076;p148"/>
          <p:cNvGrpSpPr/>
          <p:nvPr/>
        </p:nvGrpSpPr>
        <p:grpSpPr>
          <a:xfrm>
            <a:off x="4831774" y="3817357"/>
            <a:ext cx="362947" cy="356576"/>
            <a:chOff x="5108852" y="3817357"/>
            <a:chExt cx="362947" cy="356576"/>
          </a:xfrm>
        </p:grpSpPr>
        <p:sp>
          <p:nvSpPr>
            <p:cNvPr id="27077" name="Google Shape;27077;p14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8" name="Google Shape;27078;p14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9" name="Google Shape;27079;p14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0" name="Google Shape;27080;p14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1" name="Google Shape;27081;p148"/>
          <p:cNvGrpSpPr/>
          <p:nvPr/>
        </p:nvGrpSpPr>
        <p:grpSpPr>
          <a:xfrm>
            <a:off x="5728642" y="3817357"/>
            <a:ext cx="362947" cy="356576"/>
            <a:chOff x="6005720" y="3817357"/>
            <a:chExt cx="362947" cy="356576"/>
          </a:xfrm>
        </p:grpSpPr>
        <p:sp>
          <p:nvSpPr>
            <p:cNvPr id="27082" name="Google Shape;27082;p14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3" name="Google Shape;27083;p14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4" name="Google Shape;27084;p14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5" name="Google Shape;27085;p14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6" name="Google Shape;27086;p148"/>
          <p:cNvGrpSpPr/>
          <p:nvPr/>
        </p:nvGrpSpPr>
        <p:grpSpPr>
          <a:xfrm>
            <a:off x="5589452" y="3367036"/>
            <a:ext cx="362580" cy="356498"/>
            <a:chOff x="5589452" y="3367036"/>
            <a:chExt cx="362580" cy="356498"/>
          </a:xfrm>
        </p:grpSpPr>
        <p:sp>
          <p:nvSpPr>
            <p:cNvPr id="27087" name="Google Shape;27087;p14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8" name="Google Shape;27088;p14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9" name="Google Shape;27089;p14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0" name="Google Shape;27090;p148"/>
          <p:cNvGrpSpPr/>
          <p:nvPr/>
        </p:nvGrpSpPr>
        <p:grpSpPr>
          <a:xfrm>
            <a:off x="7488021" y="3362475"/>
            <a:ext cx="372017" cy="365621"/>
            <a:chOff x="7488021" y="3362475"/>
            <a:chExt cx="372017" cy="365621"/>
          </a:xfrm>
        </p:grpSpPr>
        <p:sp>
          <p:nvSpPr>
            <p:cNvPr id="27091" name="Google Shape;27091;p14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2" name="Google Shape;27092;p14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3" name="Google Shape;27093;p14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4" name="Google Shape;27094;p14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5" name="Google Shape;27095;p14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6" name="Google Shape;27096;p14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7" name="Google Shape;27097;p14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8" name="Google Shape;27098;p14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9" name="Google Shape;27099;p14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0" name="Google Shape;27100;p14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01" name="Google Shape;27101;p148"/>
          <p:cNvGrpSpPr/>
          <p:nvPr/>
        </p:nvGrpSpPr>
        <p:grpSpPr>
          <a:xfrm>
            <a:off x="5113781" y="3367036"/>
            <a:ext cx="362553" cy="356498"/>
            <a:chOff x="5113781" y="3367036"/>
            <a:chExt cx="362553" cy="356498"/>
          </a:xfrm>
        </p:grpSpPr>
        <p:sp>
          <p:nvSpPr>
            <p:cNvPr id="27102" name="Google Shape;27102;p14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3" name="Google Shape;27103;p14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04" name="Google Shape;27104;p148"/>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05" name="Google Shape;27105;p148"/>
          <p:cNvGrpSpPr/>
          <p:nvPr/>
        </p:nvGrpSpPr>
        <p:grpSpPr>
          <a:xfrm>
            <a:off x="7968621" y="3365489"/>
            <a:ext cx="375818" cy="357651"/>
            <a:chOff x="7968621" y="3365489"/>
            <a:chExt cx="375818" cy="357651"/>
          </a:xfrm>
        </p:grpSpPr>
        <p:sp>
          <p:nvSpPr>
            <p:cNvPr id="27106" name="Google Shape;27106;p14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7" name="Google Shape;27107;p14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8" name="Google Shape;27108;p14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9" name="Google Shape;27109;p14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0" name="Google Shape;27110;p14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1" name="Google Shape;27111;p14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2" name="Google Shape;27112;p14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3" name="Google Shape;27113;p14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4" name="Google Shape;27114;p14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5" name="Google Shape;27115;p14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6" name="Google Shape;27116;p14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7" name="Google Shape;27117;p14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8" name="Google Shape;27118;p148"/>
          <p:cNvGrpSpPr/>
          <p:nvPr/>
        </p:nvGrpSpPr>
        <p:grpSpPr>
          <a:xfrm>
            <a:off x="5280208" y="3817357"/>
            <a:ext cx="362947" cy="356576"/>
            <a:chOff x="5557286" y="3817357"/>
            <a:chExt cx="362947" cy="356576"/>
          </a:xfrm>
        </p:grpSpPr>
        <p:grpSp>
          <p:nvGrpSpPr>
            <p:cNvPr id="27119" name="Google Shape;27119;p148"/>
            <p:cNvGrpSpPr/>
            <p:nvPr/>
          </p:nvGrpSpPr>
          <p:grpSpPr>
            <a:xfrm>
              <a:off x="5557286" y="3817357"/>
              <a:ext cx="362947" cy="356576"/>
              <a:chOff x="5557286" y="3817357"/>
              <a:chExt cx="362947" cy="356576"/>
            </a:xfrm>
          </p:grpSpPr>
          <p:sp>
            <p:nvSpPr>
              <p:cNvPr id="27120" name="Google Shape;27120;p14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1" name="Google Shape;27121;p14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2" name="Google Shape;27122;p14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23" name="Google Shape;27123;p148"/>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4" name="Google Shape;27124;p148"/>
          <p:cNvGrpSpPr/>
          <p:nvPr/>
        </p:nvGrpSpPr>
        <p:grpSpPr>
          <a:xfrm>
            <a:off x="4383341" y="3817357"/>
            <a:ext cx="362947" cy="356576"/>
            <a:chOff x="4660419" y="3817357"/>
            <a:chExt cx="362947" cy="356576"/>
          </a:xfrm>
        </p:grpSpPr>
        <p:grpSp>
          <p:nvGrpSpPr>
            <p:cNvPr id="27125" name="Google Shape;27125;p148"/>
            <p:cNvGrpSpPr/>
            <p:nvPr/>
          </p:nvGrpSpPr>
          <p:grpSpPr>
            <a:xfrm>
              <a:off x="4660419" y="3817357"/>
              <a:ext cx="362947" cy="356576"/>
              <a:chOff x="4660419" y="3817357"/>
              <a:chExt cx="362947" cy="356576"/>
            </a:xfrm>
          </p:grpSpPr>
          <p:sp>
            <p:nvSpPr>
              <p:cNvPr id="27126" name="Google Shape;27126;p14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7" name="Google Shape;27127;p14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8" name="Google Shape;27128;p148"/>
            <p:cNvGrpSpPr/>
            <p:nvPr/>
          </p:nvGrpSpPr>
          <p:grpSpPr>
            <a:xfrm>
              <a:off x="4694459" y="3856408"/>
              <a:ext cx="282308" cy="265356"/>
              <a:chOff x="4690600" y="3853050"/>
              <a:chExt cx="289488" cy="272132"/>
            </a:xfrm>
          </p:grpSpPr>
          <p:sp>
            <p:nvSpPr>
              <p:cNvPr id="27129" name="Google Shape;27129;p148"/>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0" name="Google Shape;27130;p148"/>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131" name="Google Shape;27131;p148"/>
          <p:cNvGrpSpPr/>
          <p:nvPr/>
        </p:nvGrpSpPr>
        <p:grpSpPr>
          <a:xfrm>
            <a:off x="6184880" y="3813323"/>
            <a:ext cx="369882" cy="364325"/>
            <a:chOff x="1190200" y="238125"/>
            <a:chExt cx="5306767" cy="5212083"/>
          </a:xfrm>
        </p:grpSpPr>
        <p:grpSp>
          <p:nvGrpSpPr>
            <p:cNvPr id="27132" name="Google Shape;27132;p148"/>
            <p:cNvGrpSpPr/>
            <p:nvPr/>
          </p:nvGrpSpPr>
          <p:grpSpPr>
            <a:xfrm>
              <a:off x="1190200" y="238125"/>
              <a:ext cx="5212075" cy="5212075"/>
              <a:chOff x="1190200" y="238125"/>
              <a:chExt cx="5212075" cy="5212075"/>
            </a:xfrm>
          </p:grpSpPr>
          <p:sp>
            <p:nvSpPr>
              <p:cNvPr id="27133" name="Google Shape;27133;p14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4" name="Google Shape;27134;p14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35" name="Google Shape;27135;p14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36" name="Google Shape;27136;p148"/>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27137" name="Google Shape;27137;p148"/>
          <p:cNvGrpSpPr/>
          <p:nvPr/>
        </p:nvGrpSpPr>
        <p:grpSpPr>
          <a:xfrm>
            <a:off x="3486106" y="3817357"/>
            <a:ext cx="363314" cy="356576"/>
            <a:chOff x="3763184" y="3817357"/>
            <a:chExt cx="363314" cy="356576"/>
          </a:xfrm>
        </p:grpSpPr>
        <p:sp>
          <p:nvSpPr>
            <p:cNvPr id="27138" name="Google Shape;27138;p14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9" name="Google Shape;27139;p14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0" name="Google Shape;27140;p14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1" name="Google Shape;27141;p14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2" name="Google Shape;27142;p14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3" name="Google Shape;27143;p148"/>
          <p:cNvGrpSpPr/>
          <p:nvPr/>
        </p:nvGrpSpPr>
        <p:grpSpPr>
          <a:xfrm>
            <a:off x="3934907" y="3817357"/>
            <a:ext cx="362947" cy="356576"/>
            <a:chOff x="4211985" y="3817357"/>
            <a:chExt cx="362947" cy="356576"/>
          </a:xfrm>
        </p:grpSpPr>
        <p:sp>
          <p:nvSpPr>
            <p:cNvPr id="27144" name="Google Shape;27144;p14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5" name="Google Shape;27145;p14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6" name="Google Shape;27146;p14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7" name="Google Shape;27147;p148"/>
          <p:cNvGrpSpPr/>
          <p:nvPr/>
        </p:nvGrpSpPr>
        <p:grpSpPr>
          <a:xfrm>
            <a:off x="3037672" y="3817357"/>
            <a:ext cx="362920" cy="356865"/>
            <a:chOff x="3314750" y="3817357"/>
            <a:chExt cx="362920" cy="356865"/>
          </a:xfrm>
        </p:grpSpPr>
        <p:grpSp>
          <p:nvGrpSpPr>
            <p:cNvPr id="27148" name="Google Shape;27148;p148"/>
            <p:cNvGrpSpPr/>
            <p:nvPr/>
          </p:nvGrpSpPr>
          <p:grpSpPr>
            <a:xfrm>
              <a:off x="3314750" y="3817357"/>
              <a:ext cx="362920" cy="356865"/>
              <a:chOff x="3314750" y="3817357"/>
              <a:chExt cx="362920" cy="356865"/>
            </a:xfrm>
          </p:grpSpPr>
          <p:sp>
            <p:nvSpPr>
              <p:cNvPr id="27149" name="Google Shape;27149;p14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0" name="Google Shape;27150;p14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1" name="Google Shape;27151;p148"/>
            <p:cNvGrpSpPr/>
            <p:nvPr/>
          </p:nvGrpSpPr>
          <p:grpSpPr>
            <a:xfrm>
              <a:off x="3394986" y="3894612"/>
              <a:ext cx="202339" cy="202323"/>
              <a:chOff x="935197" y="1793977"/>
              <a:chExt cx="256451" cy="256430"/>
            </a:xfrm>
          </p:grpSpPr>
          <p:sp>
            <p:nvSpPr>
              <p:cNvPr id="27152" name="Google Shape;27152;p14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3" name="Google Shape;27153;p14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154" name="Google Shape;27154;p148"/>
          <p:cNvGrpSpPr/>
          <p:nvPr/>
        </p:nvGrpSpPr>
        <p:grpSpPr>
          <a:xfrm>
            <a:off x="2589238" y="3817357"/>
            <a:ext cx="362920" cy="356865"/>
            <a:chOff x="2866317" y="3817357"/>
            <a:chExt cx="362920" cy="356865"/>
          </a:xfrm>
        </p:grpSpPr>
        <p:sp>
          <p:nvSpPr>
            <p:cNvPr id="27155" name="Google Shape;27155;p14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6" name="Google Shape;27156;p14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7" name="Google Shape;27157;p14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61" name="Shape 27161"/>
        <p:cNvGrpSpPr/>
        <p:nvPr/>
      </p:nvGrpSpPr>
      <p:grpSpPr>
        <a:xfrm>
          <a:off x="0" y="0"/>
          <a:ext cx="0" cy="0"/>
          <a:chOff x="0" y="0"/>
          <a:chExt cx="0" cy="0"/>
        </a:xfrm>
      </p:grpSpPr>
      <p:sp>
        <p:nvSpPr>
          <p:cNvPr id="27162" name="Google Shape;27162;p149"/>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63" name="Google Shape;27163;p149"/>
          <p:cNvGrpSpPr/>
          <p:nvPr/>
        </p:nvGrpSpPr>
        <p:grpSpPr>
          <a:xfrm>
            <a:off x="6869704" y="3731340"/>
            <a:ext cx="201221" cy="201192"/>
            <a:chOff x="583100" y="3982600"/>
            <a:chExt cx="296175" cy="296175"/>
          </a:xfrm>
        </p:grpSpPr>
        <p:sp>
          <p:nvSpPr>
            <p:cNvPr id="27164" name="Google Shape;27164;p14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5" name="Google Shape;27165;p14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6" name="Google Shape;27166;p14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7" name="Google Shape;27167;p14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8" name="Google Shape;27168;p14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9" name="Google Shape;27169;p14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0" name="Google Shape;27170;p14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71" name="Google Shape;27171;p149"/>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2" name="Google Shape;27172;p149"/>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73" name="Google Shape;27173;p149"/>
          <p:cNvGrpSpPr/>
          <p:nvPr/>
        </p:nvGrpSpPr>
        <p:grpSpPr>
          <a:xfrm>
            <a:off x="6078082" y="1755032"/>
            <a:ext cx="201221" cy="201192"/>
            <a:chOff x="3497300" y="3227275"/>
            <a:chExt cx="296175" cy="296175"/>
          </a:xfrm>
        </p:grpSpPr>
        <p:sp>
          <p:nvSpPr>
            <p:cNvPr id="27174" name="Google Shape;27174;p14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5" name="Google Shape;27175;p14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6" name="Google Shape;27176;p14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7" name="Google Shape;27177;p14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8" name="Google Shape;27178;p14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9" name="Google Shape;27179;p14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0" name="Google Shape;27180;p14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1" name="Google Shape;27181;p14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82" name="Google Shape;27182;p149"/>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83" name="Google Shape;27183;p149"/>
          <p:cNvGrpSpPr/>
          <p:nvPr/>
        </p:nvGrpSpPr>
        <p:grpSpPr>
          <a:xfrm>
            <a:off x="7655950" y="1754675"/>
            <a:ext cx="201221" cy="201905"/>
            <a:chOff x="4991425" y="3234750"/>
            <a:chExt cx="296175" cy="297225"/>
          </a:xfrm>
        </p:grpSpPr>
        <p:sp>
          <p:nvSpPr>
            <p:cNvPr id="27184" name="Google Shape;27184;p14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5" name="Google Shape;27185;p14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6" name="Google Shape;27186;p14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7" name="Google Shape;27187;p14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8" name="Google Shape;27188;p14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9" name="Google Shape;27189;p14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90" name="Google Shape;27190;p149"/>
          <p:cNvSpPr/>
          <p:nvPr/>
        </p:nvSpPr>
        <p:spPr>
          <a:xfrm>
            <a:off x="199871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1" name="Google Shape;27191;p149"/>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2" name="Google Shape;27192;p149"/>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93" name="Google Shape;27193;p149"/>
          <p:cNvGrpSpPr/>
          <p:nvPr/>
        </p:nvGrpSpPr>
        <p:grpSpPr>
          <a:xfrm>
            <a:off x="3214959" y="3616099"/>
            <a:ext cx="197356" cy="197404"/>
            <a:chOff x="4456875" y="1435075"/>
            <a:chExt cx="481825" cy="481825"/>
          </a:xfrm>
        </p:grpSpPr>
        <p:sp>
          <p:nvSpPr>
            <p:cNvPr id="27194" name="Google Shape;27194;p14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195" name="Google Shape;27195;p14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196" name="Google Shape;27196;p14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197" name="Google Shape;27197;p14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198" name="Google Shape;27198;p14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199" name="Google Shape;27199;p14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0" name="Google Shape;27200;p14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1" name="Google Shape;27201;p14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2" name="Google Shape;27202;p14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3" name="Google Shape;27203;p14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4" name="Google Shape;27204;p14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5" name="Google Shape;27205;p14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6" name="Google Shape;27206;p14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7" name="Google Shape;27207;p14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8" name="Google Shape;27208;p14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09" name="Google Shape;27209;p14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10" name="Google Shape;27210;p14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11" name="Google Shape;27211;p14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12" name="Google Shape;27212;p14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7213" name="Google Shape;27213;p149"/>
          <p:cNvGrpSpPr/>
          <p:nvPr/>
        </p:nvGrpSpPr>
        <p:grpSpPr>
          <a:xfrm>
            <a:off x="1310190" y="3616094"/>
            <a:ext cx="199291" cy="197414"/>
            <a:chOff x="5049725" y="1435050"/>
            <a:chExt cx="486550" cy="481850"/>
          </a:xfrm>
        </p:grpSpPr>
        <p:sp>
          <p:nvSpPr>
            <p:cNvPr id="27214" name="Google Shape;27214;p14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15" name="Google Shape;27215;p14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16" name="Google Shape;27216;p14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17" name="Google Shape;27217;p14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7218" name="Google Shape;27218;p149"/>
          <p:cNvGrpSpPr/>
          <p:nvPr/>
        </p:nvGrpSpPr>
        <p:grpSpPr>
          <a:xfrm>
            <a:off x="2263986" y="3617981"/>
            <a:ext cx="193649" cy="193696"/>
            <a:chOff x="6239925" y="2032450"/>
            <a:chExt cx="472775" cy="472775"/>
          </a:xfrm>
        </p:grpSpPr>
        <p:sp>
          <p:nvSpPr>
            <p:cNvPr id="27219" name="Google Shape;27219;p14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20" name="Google Shape;27220;p14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7221" name="Google Shape;27221;p149"/>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2" name="Google Shape;27222;p149"/>
          <p:cNvGrpSpPr/>
          <p:nvPr/>
        </p:nvGrpSpPr>
        <p:grpSpPr>
          <a:xfrm>
            <a:off x="1312952" y="1620834"/>
            <a:ext cx="197386" cy="197404"/>
            <a:chOff x="2685825" y="840375"/>
            <a:chExt cx="481900" cy="481825"/>
          </a:xfrm>
        </p:grpSpPr>
        <p:sp>
          <p:nvSpPr>
            <p:cNvPr id="27223" name="Google Shape;27223;p14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24" name="Google Shape;27224;p14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7225" name="Google Shape;27225;p149"/>
          <p:cNvSpPr/>
          <p:nvPr/>
        </p:nvSpPr>
        <p:spPr>
          <a:xfrm>
            <a:off x="199871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6" name="Google Shape;27226;p149"/>
          <p:cNvGrpSpPr/>
          <p:nvPr/>
        </p:nvGrpSpPr>
        <p:grpSpPr>
          <a:xfrm>
            <a:off x="2258881" y="1620650"/>
            <a:ext cx="203858" cy="197772"/>
            <a:chOff x="3270675" y="841800"/>
            <a:chExt cx="497700" cy="482725"/>
          </a:xfrm>
        </p:grpSpPr>
        <p:sp>
          <p:nvSpPr>
            <p:cNvPr id="27227" name="Google Shape;27227;p14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28" name="Google Shape;27228;p14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29" name="Google Shape;27229;p14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7230" name="Google Shape;27230;p149"/>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31" name="Google Shape;27231;p149"/>
          <p:cNvGrpSpPr/>
          <p:nvPr/>
        </p:nvGrpSpPr>
        <p:grpSpPr>
          <a:xfrm>
            <a:off x="3214958" y="1620862"/>
            <a:ext cx="197356" cy="197404"/>
            <a:chOff x="3271200" y="1435075"/>
            <a:chExt cx="481825" cy="481825"/>
          </a:xfrm>
        </p:grpSpPr>
        <p:sp>
          <p:nvSpPr>
            <p:cNvPr id="27232" name="Google Shape;27232;p14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233" name="Google Shape;27233;p14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7234" name="Google Shape;27234;p149"/>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5" name="Google Shape;27235;p149"/>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6" name="Google Shape;27236;p149"/>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7" name="Google Shape;27237;p149"/>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8" name="Google Shape;27238;p149"/>
          <p:cNvSpPr/>
          <p:nvPr/>
        </p:nvSpPr>
        <p:spPr>
          <a:xfrm>
            <a:off x="2134225"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9" name="Google Shape;27239;p149"/>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0" name="Google Shape;27240;p149"/>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1" name="Google Shape;27241;p149"/>
          <p:cNvSpPr/>
          <p:nvPr/>
        </p:nvSpPr>
        <p:spPr>
          <a:xfrm>
            <a:off x="2134225"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2" name="Google Shape;27242;p149"/>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3" name="Google Shape;27243;p149"/>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sp>
        <p:nvSpPr>
          <p:cNvPr id="27244" name="Google Shape;27244;p149"/>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27245" name="Google Shape;27245;p149"/>
          <p:cNvSpPr txBox="1"/>
          <p:nvPr/>
        </p:nvSpPr>
        <p:spPr>
          <a:xfrm>
            <a:off x="1998710"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27246" name="Google Shape;27246;p149"/>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27247" name="Google Shape;27247;p149"/>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27248" name="Google Shape;27248;p149"/>
          <p:cNvSpPr txBox="1"/>
          <p:nvPr/>
        </p:nvSpPr>
        <p:spPr>
          <a:xfrm>
            <a:off x="199871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27249" name="Google Shape;27249;p149"/>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27250" name="Google Shape;27250;p149"/>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1" name="Google Shape;27251;p149"/>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2" name="Google Shape;27252;p149"/>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3" name="Google Shape;27253;p149"/>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4" name="Google Shape;27254;p149"/>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5" name="Google Shape;27255;p149"/>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6" name="Google Shape;27256;p149"/>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7" name="Google Shape;27257;p149"/>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8" name="Google Shape;27258;p149"/>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9" name="Google Shape;27259;p149"/>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0" name="Google Shape;27260;p149"/>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1" name="Google Shape;27261;p149"/>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262" name="Google Shape;27262;p149"/>
          <p:cNvCxnSpPr>
            <a:stCxn id="27250" idx="4"/>
            <a:endCxn id="27256"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27263" name="Google Shape;27263;p149"/>
          <p:cNvCxnSpPr>
            <a:stCxn id="27252" idx="4"/>
            <a:endCxn id="27258"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27264" name="Google Shape;27264;p149"/>
          <p:cNvCxnSpPr>
            <a:stCxn id="27251" idx="4"/>
            <a:endCxn id="27257"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27265" name="Google Shape;27265;p149"/>
          <p:cNvCxnSpPr>
            <a:stCxn id="27253" idx="0"/>
            <a:endCxn id="27259"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27266" name="Google Shape;27266;p149"/>
          <p:cNvCxnSpPr>
            <a:stCxn id="27255" idx="0"/>
            <a:endCxn id="27261"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27267" name="Google Shape;27267;p149"/>
          <p:cNvCxnSpPr>
            <a:stCxn id="27254" idx="0"/>
            <a:endCxn id="27260"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27268" name="Google Shape;27268;p149"/>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9" name="Google Shape;27269;p149"/>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0" name="Google Shape;27270;p149"/>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7271" name="Google Shape;27271;p149"/>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7272" name="Google Shape;27272;p149"/>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7273" name="Google Shape;27273;p149"/>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4" name="Google Shape;27274;p149"/>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5" name="Google Shape;27275;p149"/>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6" name="Google Shape;27276;p149"/>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7" name="Google Shape;27277;p149"/>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8" name="Google Shape;27278;p149"/>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9" name="Google Shape;27279;p149"/>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27280" name="Google Shape;27280;p149"/>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1" name="Google Shape;27281;p149"/>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2" name="Google Shape;27282;p149"/>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3" name="Google Shape;27283;p149"/>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4" name="Google Shape;27284;p149"/>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285" name="Google Shape;27285;p149"/>
          <p:cNvCxnSpPr>
            <a:stCxn id="27274" idx="0"/>
            <a:endCxn id="27280"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27286" name="Google Shape;27286;p149"/>
          <p:cNvCxnSpPr>
            <a:stCxn id="27275" idx="0"/>
            <a:endCxn id="27281"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27287" name="Google Shape;27287;p149"/>
          <p:cNvCxnSpPr>
            <a:stCxn id="27276" idx="0"/>
            <a:endCxn id="27282"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27288" name="Google Shape;27288;p149"/>
          <p:cNvCxnSpPr>
            <a:stCxn id="27277" idx="4"/>
            <a:endCxn id="27283"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27289" name="Google Shape;27289;p149"/>
          <p:cNvCxnSpPr>
            <a:stCxn id="27278" idx="4"/>
            <a:endCxn id="27284"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27290" name="Google Shape;27290;p149"/>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27291" name="Google Shape;27291;p149"/>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27292" name="Google Shape;27292;p149"/>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27293" name="Google Shape;27293;p149"/>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grpSp>
        <p:nvGrpSpPr>
          <p:cNvPr id="27294" name="Google Shape;27294;p149"/>
          <p:cNvGrpSpPr/>
          <p:nvPr/>
        </p:nvGrpSpPr>
        <p:grpSpPr>
          <a:xfrm>
            <a:off x="5307356" y="3748469"/>
            <a:ext cx="206115" cy="206115"/>
            <a:chOff x="1049375" y="2680675"/>
            <a:chExt cx="297725" cy="297725"/>
          </a:xfrm>
        </p:grpSpPr>
        <p:sp>
          <p:nvSpPr>
            <p:cNvPr id="27295" name="Google Shape;27295;p149"/>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6" name="Google Shape;27296;p149"/>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97" name="Google Shape;27297;p149"/>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27298" name="Google Shape;27298;p149"/>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the smallest planet in the Solar System”</a:t>
            </a:r>
            <a:endParaRPr sz="800">
              <a:solidFill>
                <a:srgbClr val="A5B7C6"/>
              </a:solidFill>
            </a:endParaRPr>
          </a:p>
        </p:txBody>
      </p:sp>
      <p:sp>
        <p:nvSpPr>
          <p:cNvPr id="27299" name="Google Shape;27299;p149"/>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 planet from the Sun”</a:t>
            </a:r>
            <a:endParaRPr sz="800">
              <a:solidFill>
                <a:srgbClr val="A5B7C6"/>
              </a:solidFill>
            </a:endParaRPr>
          </a:p>
        </p:txBody>
      </p:sp>
      <p:sp>
        <p:nvSpPr>
          <p:cNvPr id="27300" name="Google Shape;27300;p149"/>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27301" name="Google Shape;27301;p149"/>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grpSp>
        <p:nvGrpSpPr>
          <p:cNvPr id="27302" name="Google Shape;27302;p149"/>
          <p:cNvGrpSpPr/>
          <p:nvPr/>
        </p:nvGrpSpPr>
        <p:grpSpPr>
          <a:xfrm>
            <a:off x="4500213" y="1773492"/>
            <a:ext cx="201221" cy="164272"/>
            <a:chOff x="3860400" y="3254050"/>
            <a:chExt cx="296175" cy="241825"/>
          </a:xfrm>
        </p:grpSpPr>
        <p:sp>
          <p:nvSpPr>
            <p:cNvPr id="27303" name="Google Shape;27303;p14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4" name="Google Shape;27304;p14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5" name="Google Shape;27305;p14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6" name="Google Shape;27306;p14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7" name="Google Shape;27307;p14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8" name="Google Shape;27308;p14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9" name="Google Shape;27309;p14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10" name="Google Shape;27310;p14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14" name="Shape 27314"/>
        <p:cNvGrpSpPr/>
        <p:nvPr/>
      </p:nvGrpSpPr>
      <p:grpSpPr>
        <a:xfrm>
          <a:off x="0" y="0"/>
          <a:ext cx="0" cy="0"/>
          <a:chOff x="0" y="0"/>
          <a:chExt cx="0" cy="0"/>
        </a:xfrm>
      </p:grpSpPr>
      <p:sp>
        <p:nvSpPr>
          <p:cNvPr id="27315" name="Google Shape;27315;p150"/>
          <p:cNvSpPr/>
          <p:nvPr/>
        </p:nvSpPr>
        <p:spPr>
          <a:xfrm>
            <a:off x="6549404" y="17489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6" name="Google Shape;27316;p150"/>
          <p:cNvSpPr txBox="1"/>
          <p:nvPr/>
        </p:nvSpPr>
        <p:spPr>
          <a:xfrm>
            <a:off x="6993115" y="18789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“Despite being red, Mars is actually a very cold place”</a:t>
            </a:r>
            <a:endParaRPr sz="800">
              <a:solidFill>
                <a:srgbClr val="213B55"/>
              </a:solidFill>
            </a:endParaRPr>
          </a:p>
        </p:txBody>
      </p:sp>
      <p:sp>
        <p:nvSpPr>
          <p:cNvPr id="27317" name="Google Shape;27317;p150"/>
          <p:cNvSpPr/>
          <p:nvPr/>
        </p:nvSpPr>
        <p:spPr>
          <a:xfrm>
            <a:off x="6549404" y="25410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8" name="Google Shape;27318;p150"/>
          <p:cNvSpPr txBox="1"/>
          <p:nvPr/>
        </p:nvSpPr>
        <p:spPr>
          <a:xfrm>
            <a:off x="6993115" y="26710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“Jupiter is the biggest planet in the entire Solar System”</a:t>
            </a:r>
            <a:endParaRPr sz="800">
              <a:solidFill>
                <a:srgbClr val="213B55"/>
              </a:solidFill>
            </a:endParaRPr>
          </a:p>
        </p:txBody>
      </p:sp>
      <p:sp>
        <p:nvSpPr>
          <p:cNvPr id="27319" name="Google Shape;27319;p150"/>
          <p:cNvSpPr/>
          <p:nvPr/>
        </p:nvSpPr>
        <p:spPr>
          <a:xfrm>
            <a:off x="6549404" y="33331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0" name="Google Shape;27320;p150"/>
          <p:cNvSpPr txBox="1"/>
          <p:nvPr/>
        </p:nvSpPr>
        <p:spPr>
          <a:xfrm>
            <a:off x="6993115" y="34631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“Saturn is a gas giant and has several rings”</a:t>
            </a:r>
            <a:endParaRPr sz="800">
              <a:solidFill>
                <a:srgbClr val="213B55"/>
              </a:solidFill>
            </a:endParaRPr>
          </a:p>
        </p:txBody>
      </p:sp>
      <p:sp>
        <p:nvSpPr>
          <p:cNvPr id="27321" name="Google Shape;27321;p150"/>
          <p:cNvSpPr/>
          <p:nvPr/>
        </p:nvSpPr>
        <p:spPr>
          <a:xfrm>
            <a:off x="1048350" y="400486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2" name="Google Shape;27322;p150"/>
          <p:cNvSpPr/>
          <p:nvPr/>
        </p:nvSpPr>
        <p:spPr>
          <a:xfrm>
            <a:off x="1210102" y="2572331"/>
            <a:ext cx="1332000" cy="1131600"/>
          </a:xfrm>
          <a:prstGeom prst="roundRect">
            <a:avLst>
              <a:gd fmla="val 16667" name="adj"/>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3" name="Google Shape;27323;p150"/>
          <p:cNvSpPr/>
          <p:nvPr/>
        </p:nvSpPr>
        <p:spPr>
          <a:xfrm>
            <a:off x="1759085" y="392465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24" name="Google Shape;27324;p150"/>
          <p:cNvCxnSpPr/>
          <p:nvPr/>
        </p:nvCxnSpPr>
        <p:spPr>
          <a:xfrm>
            <a:off x="1876179" y="3703780"/>
            <a:ext cx="0" cy="220800"/>
          </a:xfrm>
          <a:prstGeom prst="straightConnector1">
            <a:avLst/>
          </a:prstGeom>
          <a:noFill/>
          <a:ln cap="flat" cmpd="sng" w="9525">
            <a:solidFill>
              <a:srgbClr val="D7DFE5"/>
            </a:solidFill>
            <a:prstDash val="solid"/>
            <a:round/>
            <a:headEnd len="med" w="med" type="none"/>
            <a:tailEnd len="med" w="med" type="none"/>
          </a:ln>
        </p:spPr>
      </p:cxnSp>
      <p:sp>
        <p:nvSpPr>
          <p:cNvPr id="27325" name="Google Shape;27325;p150"/>
          <p:cNvSpPr txBox="1"/>
          <p:nvPr/>
        </p:nvSpPr>
        <p:spPr>
          <a:xfrm>
            <a:off x="1297398" y="312039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0566D"/>
                </a:solidFill>
              </a:rPr>
              <a:t>“Mercury is the smallest planet in the Solar System”</a:t>
            </a:r>
            <a:endParaRPr sz="800">
              <a:solidFill>
                <a:srgbClr val="40566D"/>
              </a:solidFill>
            </a:endParaRPr>
          </a:p>
        </p:txBody>
      </p:sp>
      <p:cxnSp>
        <p:nvCxnSpPr>
          <p:cNvPr id="27326" name="Google Shape;27326;p150"/>
          <p:cNvCxnSpPr/>
          <p:nvPr/>
        </p:nvCxnSpPr>
        <p:spPr>
          <a:xfrm>
            <a:off x="1621737" y="2989637"/>
            <a:ext cx="508800" cy="0"/>
          </a:xfrm>
          <a:prstGeom prst="straightConnector1">
            <a:avLst/>
          </a:prstGeom>
          <a:noFill/>
          <a:ln cap="flat" cmpd="sng" w="19050">
            <a:solidFill>
              <a:srgbClr val="40566D"/>
            </a:solidFill>
            <a:prstDash val="solid"/>
            <a:round/>
            <a:headEnd len="med" w="med" type="none"/>
            <a:tailEnd len="med" w="med" type="none"/>
          </a:ln>
        </p:spPr>
      </p:cxnSp>
      <p:sp>
        <p:nvSpPr>
          <p:cNvPr id="27327" name="Google Shape;27327;p150"/>
          <p:cNvSpPr txBox="1"/>
          <p:nvPr/>
        </p:nvSpPr>
        <p:spPr>
          <a:xfrm>
            <a:off x="1454136" y="273593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40566D"/>
                </a:solidFill>
              </a:rPr>
              <a:t>TITLE 1</a:t>
            </a:r>
            <a:endParaRPr b="1" sz="800">
              <a:solidFill>
                <a:srgbClr val="40566D"/>
              </a:solidFill>
            </a:endParaRPr>
          </a:p>
        </p:txBody>
      </p:sp>
      <p:sp>
        <p:nvSpPr>
          <p:cNvPr id="27328" name="Google Shape;27328;p150"/>
          <p:cNvSpPr/>
          <p:nvPr/>
        </p:nvSpPr>
        <p:spPr>
          <a:xfrm>
            <a:off x="3439355" y="199786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29" name="Google Shape;27329;p150"/>
          <p:cNvGrpSpPr/>
          <p:nvPr/>
        </p:nvGrpSpPr>
        <p:grpSpPr>
          <a:xfrm>
            <a:off x="3576486" y="2170831"/>
            <a:ext cx="1443832" cy="1443832"/>
            <a:chOff x="5681300" y="2527788"/>
            <a:chExt cx="805800" cy="805800"/>
          </a:xfrm>
        </p:grpSpPr>
        <p:sp>
          <p:nvSpPr>
            <p:cNvPr id="27330" name="Google Shape;27330;p15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1" name="Google Shape;27331;p150"/>
            <p:cNvSpPr/>
            <p:nvPr/>
          </p:nvSpPr>
          <p:spPr>
            <a:xfrm>
              <a:off x="5681300" y="2527788"/>
              <a:ext cx="805800" cy="805800"/>
            </a:xfrm>
            <a:prstGeom prst="pie">
              <a:avLst>
                <a:gd fmla="val 10797907"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2" name="Google Shape;27332;p150"/>
          <p:cNvGrpSpPr/>
          <p:nvPr/>
        </p:nvGrpSpPr>
        <p:grpSpPr>
          <a:xfrm>
            <a:off x="6240887" y="1786604"/>
            <a:ext cx="626590" cy="626590"/>
            <a:chOff x="5681300" y="2527788"/>
            <a:chExt cx="805800" cy="805800"/>
          </a:xfrm>
        </p:grpSpPr>
        <p:sp>
          <p:nvSpPr>
            <p:cNvPr id="27333" name="Google Shape;27333;p15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4" name="Google Shape;27334;p150"/>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5" name="Google Shape;27335;p150"/>
          <p:cNvGrpSpPr/>
          <p:nvPr/>
        </p:nvGrpSpPr>
        <p:grpSpPr>
          <a:xfrm>
            <a:off x="6240887" y="2578704"/>
            <a:ext cx="626590" cy="626590"/>
            <a:chOff x="5681300" y="2527788"/>
            <a:chExt cx="805800" cy="805800"/>
          </a:xfrm>
        </p:grpSpPr>
        <p:sp>
          <p:nvSpPr>
            <p:cNvPr id="27336" name="Google Shape;27336;p15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7" name="Google Shape;27337;p150"/>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8" name="Google Shape;27338;p150"/>
          <p:cNvGrpSpPr/>
          <p:nvPr/>
        </p:nvGrpSpPr>
        <p:grpSpPr>
          <a:xfrm>
            <a:off x="6240887" y="3370804"/>
            <a:ext cx="626590" cy="626590"/>
            <a:chOff x="5681300" y="2527788"/>
            <a:chExt cx="805800" cy="805800"/>
          </a:xfrm>
        </p:grpSpPr>
        <p:sp>
          <p:nvSpPr>
            <p:cNvPr id="27339" name="Google Shape;27339;p150"/>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0" name="Google Shape;27340;p150"/>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41" name="Google Shape;27341;p150"/>
          <p:cNvSpPr/>
          <p:nvPr/>
        </p:nvSpPr>
        <p:spPr>
          <a:xfrm>
            <a:off x="4229854" y="193244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2" name="Google Shape;27342;p150"/>
          <p:cNvSpPr/>
          <p:nvPr/>
        </p:nvSpPr>
        <p:spPr>
          <a:xfrm>
            <a:off x="4229854" y="371596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3" name="Google Shape;27343;p150"/>
          <p:cNvSpPr/>
          <p:nvPr/>
        </p:nvSpPr>
        <p:spPr>
          <a:xfrm>
            <a:off x="5157904" y="282420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44" name="Google Shape;27344;p150"/>
          <p:cNvCxnSpPr>
            <a:stCxn id="27343" idx="6"/>
            <a:endCxn id="27334" idx="2"/>
          </p:cNvCxnSpPr>
          <p:nvPr/>
        </p:nvCxnSpPr>
        <p:spPr>
          <a:xfrm flipH="1" rot="10800000">
            <a:off x="5295004" y="2099853"/>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27345" name="Google Shape;27345;p150"/>
          <p:cNvCxnSpPr>
            <a:stCxn id="27343" idx="6"/>
            <a:endCxn id="27340" idx="2"/>
          </p:cNvCxnSpPr>
          <p:nvPr/>
        </p:nvCxnSpPr>
        <p:spPr>
          <a:xfrm>
            <a:off x="5295004" y="2892753"/>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27346" name="Google Shape;27346;p150"/>
          <p:cNvCxnSpPr>
            <a:stCxn id="27343" idx="6"/>
            <a:endCxn id="27337" idx="2"/>
          </p:cNvCxnSpPr>
          <p:nvPr/>
        </p:nvCxnSpPr>
        <p:spPr>
          <a:xfrm flipH="1" rot="10800000">
            <a:off x="5295004" y="2891853"/>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27347" name="Google Shape;27347;p150"/>
          <p:cNvSpPr txBox="1"/>
          <p:nvPr/>
        </p:nvSpPr>
        <p:spPr>
          <a:xfrm>
            <a:off x="3800713" y="257940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27348" name="Google Shape;27348;p15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cxnSp>
        <p:nvCxnSpPr>
          <p:cNvPr id="27349" name="Google Shape;27349;p150"/>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grpSp>
        <p:nvGrpSpPr>
          <p:cNvPr id="27350" name="Google Shape;27350;p150"/>
          <p:cNvGrpSpPr/>
          <p:nvPr/>
        </p:nvGrpSpPr>
        <p:grpSpPr>
          <a:xfrm>
            <a:off x="1494592" y="1585529"/>
            <a:ext cx="763219" cy="763219"/>
            <a:chOff x="4049800" y="640400"/>
            <a:chExt cx="858900" cy="858900"/>
          </a:xfrm>
        </p:grpSpPr>
        <p:sp>
          <p:nvSpPr>
            <p:cNvPr id="27351" name="Google Shape;27351;p150"/>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2" name="Google Shape;27352;p150"/>
            <p:cNvSpPr/>
            <p:nvPr/>
          </p:nvSpPr>
          <p:spPr>
            <a:xfrm>
              <a:off x="4049800" y="640400"/>
              <a:ext cx="858900" cy="858900"/>
            </a:xfrm>
            <a:prstGeom prst="blockArc">
              <a:avLst>
                <a:gd fmla="val 16133799" name="adj1"/>
                <a:gd fmla="val 10841788" name="adj2"/>
                <a:gd fmla="val 11587"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7353" name="Google Shape;27353;p150"/>
          <p:cNvCxnSpPr>
            <a:stCxn id="27351" idx="4"/>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sp>
        <p:nvSpPr>
          <p:cNvPr id="27354" name="Google Shape;27354;p150"/>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58" name="Shape 27358"/>
        <p:cNvGrpSpPr/>
        <p:nvPr/>
      </p:nvGrpSpPr>
      <p:grpSpPr>
        <a:xfrm>
          <a:off x="0" y="0"/>
          <a:ext cx="0" cy="0"/>
          <a:chOff x="0" y="0"/>
          <a:chExt cx="0" cy="0"/>
        </a:xfrm>
      </p:grpSpPr>
      <p:grpSp>
        <p:nvGrpSpPr>
          <p:cNvPr id="27359" name="Google Shape;27359;p151"/>
          <p:cNvGrpSpPr/>
          <p:nvPr/>
        </p:nvGrpSpPr>
        <p:grpSpPr>
          <a:xfrm>
            <a:off x="1006030" y="1790211"/>
            <a:ext cx="352098" cy="307716"/>
            <a:chOff x="1006030" y="1942611"/>
            <a:chExt cx="352098" cy="307716"/>
          </a:xfrm>
        </p:grpSpPr>
        <p:sp>
          <p:nvSpPr>
            <p:cNvPr id="27360" name="Google Shape;27360;p151"/>
            <p:cNvSpPr/>
            <p:nvPr/>
          </p:nvSpPr>
          <p:spPr>
            <a:xfrm>
              <a:off x="1103717" y="2116039"/>
              <a:ext cx="64409" cy="72224"/>
            </a:xfrm>
            <a:custGeom>
              <a:rect b="b" l="l" r="r" t="t"/>
              <a:pathLst>
                <a:path extrusionOk="0" h="2218" w="1978">
                  <a:moveTo>
                    <a:pt x="1453" y="0"/>
                  </a:moveTo>
                  <a:cubicBezTo>
                    <a:pt x="1287" y="0"/>
                    <a:pt x="1166" y="113"/>
                    <a:pt x="1144" y="265"/>
                  </a:cubicBezTo>
                  <a:cubicBezTo>
                    <a:pt x="1073" y="670"/>
                    <a:pt x="1096" y="1099"/>
                    <a:pt x="1215" y="1575"/>
                  </a:cubicBezTo>
                  <a:lnTo>
                    <a:pt x="334" y="1575"/>
                  </a:lnTo>
                  <a:cubicBezTo>
                    <a:pt x="144" y="1575"/>
                    <a:pt x="1" y="1765"/>
                    <a:pt x="25" y="1932"/>
                  </a:cubicBezTo>
                  <a:cubicBezTo>
                    <a:pt x="72" y="2099"/>
                    <a:pt x="215" y="2218"/>
                    <a:pt x="358" y="2218"/>
                  </a:cubicBezTo>
                  <a:lnTo>
                    <a:pt x="1668" y="2218"/>
                  </a:lnTo>
                  <a:cubicBezTo>
                    <a:pt x="1763" y="2218"/>
                    <a:pt x="1858" y="2170"/>
                    <a:pt x="1882" y="2051"/>
                  </a:cubicBezTo>
                  <a:cubicBezTo>
                    <a:pt x="1930" y="2004"/>
                    <a:pt x="1977" y="1884"/>
                    <a:pt x="1930" y="1789"/>
                  </a:cubicBezTo>
                  <a:cubicBezTo>
                    <a:pt x="1763" y="1218"/>
                    <a:pt x="1692" y="741"/>
                    <a:pt x="1763" y="360"/>
                  </a:cubicBezTo>
                  <a:cubicBezTo>
                    <a:pt x="1787" y="194"/>
                    <a:pt x="1668" y="27"/>
                    <a:pt x="1501" y="3"/>
                  </a:cubicBezTo>
                  <a:cubicBezTo>
                    <a:pt x="1485" y="1"/>
                    <a:pt x="1469" y="0"/>
                    <a:pt x="145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1" name="Google Shape;27361;p151"/>
            <p:cNvSpPr/>
            <p:nvPr/>
          </p:nvSpPr>
          <p:spPr>
            <a:xfrm>
              <a:off x="1057967" y="2126980"/>
              <a:ext cx="95408" cy="123347"/>
            </a:xfrm>
            <a:custGeom>
              <a:rect b="b" l="l" r="r" t="t"/>
              <a:pathLst>
                <a:path extrusionOk="0" h="3788" w="2930">
                  <a:moveTo>
                    <a:pt x="334" y="1"/>
                  </a:moveTo>
                  <a:cubicBezTo>
                    <a:pt x="168" y="1"/>
                    <a:pt x="1" y="143"/>
                    <a:pt x="1" y="334"/>
                  </a:cubicBezTo>
                  <a:cubicBezTo>
                    <a:pt x="1" y="1930"/>
                    <a:pt x="644" y="3501"/>
                    <a:pt x="668" y="3573"/>
                  </a:cubicBezTo>
                  <a:cubicBezTo>
                    <a:pt x="715" y="3692"/>
                    <a:pt x="811" y="3787"/>
                    <a:pt x="953" y="3787"/>
                  </a:cubicBezTo>
                  <a:lnTo>
                    <a:pt x="2549" y="3787"/>
                  </a:lnTo>
                  <a:cubicBezTo>
                    <a:pt x="2787" y="3787"/>
                    <a:pt x="2930" y="3501"/>
                    <a:pt x="2811" y="3311"/>
                  </a:cubicBezTo>
                  <a:cubicBezTo>
                    <a:pt x="2811" y="3263"/>
                    <a:pt x="1906" y="1787"/>
                    <a:pt x="1906" y="334"/>
                  </a:cubicBezTo>
                  <a:cubicBezTo>
                    <a:pt x="1906" y="143"/>
                    <a:pt x="1763" y="1"/>
                    <a:pt x="1596"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2" name="Google Shape;27362;p151"/>
            <p:cNvSpPr/>
            <p:nvPr/>
          </p:nvSpPr>
          <p:spPr>
            <a:xfrm>
              <a:off x="1006030" y="2023854"/>
              <a:ext cx="154346" cy="123314"/>
            </a:xfrm>
            <a:custGeom>
              <a:rect b="b" l="l" r="r" t="t"/>
              <a:pathLst>
                <a:path extrusionOk="0" h="3787" w="4740">
                  <a:moveTo>
                    <a:pt x="1929" y="0"/>
                  </a:moveTo>
                  <a:cubicBezTo>
                    <a:pt x="929" y="0"/>
                    <a:pt x="48" y="810"/>
                    <a:pt x="24" y="1834"/>
                  </a:cubicBezTo>
                  <a:cubicBezTo>
                    <a:pt x="0" y="2906"/>
                    <a:pt x="858" y="3787"/>
                    <a:pt x="1905" y="3787"/>
                  </a:cubicBezTo>
                  <a:lnTo>
                    <a:pt x="4096" y="3787"/>
                  </a:lnTo>
                  <a:lnTo>
                    <a:pt x="4739" y="3168"/>
                  </a:lnTo>
                  <a:lnTo>
                    <a:pt x="4739" y="1905"/>
                  </a:lnTo>
                  <a:lnTo>
                    <a:pt x="4739" y="667"/>
                  </a:lnTo>
                  <a:lnTo>
                    <a:pt x="4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3" name="Google Shape;27363;p151"/>
            <p:cNvSpPr/>
            <p:nvPr/>
          </p:nvSpPr>
          <p:spPr>
            <a:xfrm>
              <a:off x="1006811" y="2085886"/>
              <a:ext cx="154346" cy="61283"/>
            </a:xfrm>
            <a:custGeom>
              <a:rect b="b" l="l" r="r" t="t"/>
              <a:pathLst>
                <a:path extrusionOk="0" h="1882" w="4740">
                  <a:moveTo>
                    <a:pt x="24" y="0"/>
                  </a:moveTo>
                  <a:cubicBezTo>
                    <a:pt x="0" y="1048"/>
                    <a:pt x="857" y="1882"/>
                    <a:pt x="1905" y="1882"/>
                  </a:cubicBezTo>
                  <a:lnTo>
                    <a:pt x="4120" y="1882"/>
                  </a:lnTo>
                  <a:lnTo>
                    <a:pt x="4739" y="1263"/>
                  </a:lnTo>
                  <a:lnTo>
                    <a:pt x="4739" y="0"/>
                  </a:ln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4" name="Google Shape;27364;p151"/>
            <p:cNvSpPr/>
            <p:nvPr/>
          </p:nvSpPr>
          <p:spPr>
            <a:xfrm>
              <a:off x="1305344" y="2045574"/>
              <a:ext cx="52784" cy="81439"/>
            </a:xfrm>
            <a:custGeom>
              <a:rect b="b" l="l" r="r" t="t"/>
              <a:pathLst>
                <a:path extrusionOk="0" h="2501" w="1621">
                  <a:moveTo>
                    <a:pt x="1" y="0"/>
                  </a:moveTo>
                  <a:lnTo>
                    <a:pt x="1" y="1238"/>
                  </a:lnTo>
                  <a:lnTo>
                    <a:pt x="1" y="2501"/>
                  </a:lnTo>
                  <a:lnTo>
                    <a:pt x="334" y="2501"/>
                  </a:lnTo>
                  <a:cubicBezTo>
                    <a:pt x="1048" y="2501"/>
                    <a:pt x="1620" y="1905"/>
                    <a:pt x="1572" y="1191"/>
                  </a:cubicBezTo>
                  <a:cubicBezTo>
                    <a:pt x="1525" y="500"/>
                    <a:pt x="953"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5" name="Google Shape;27365;p151"/>
            <p:cNvSpPr/>
            <p:nvPr/>
          </p:nvSpPr>
          <p:spPr>
            <a:xfrm>
              <a:off x="1304563" y="2085886"/>
              <a:ext cx="51221" cy="41126"/>
            </a:xfrm>
            <a:custGeom>
              <a:rect b="b" l="l" r="r" t="t"/>
              <a:pathLst>
                <a:path extrusionOk="0" h="1263" w="1573">
                  <a:moveTo>
                    <a:pt x="1" y="0"/>
                  </a:moveTo>
                  <a:lnTo>
                    <a:pt x="1" y="1263"/>
                  </a:lnTo>
                  <a:lnTo>
                    <a:pt x="334" y="1263"/>
                  </a:lnTo>
                  <a:cubicBezTo>
                    <a:pt x="1001" y="1263"/>
                    <a:pt x="1573" y="691"/>
                    <a:pt x="1573"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6" name="Google Shape;27366;p151"/>
            <p:cNvSpPr/>
            <p:nvPr/>
          </p:nvSpPr>
          <p:spPr>
            <a:xfrm>
              <a:off x="1140936" y="1942611"/>
              <a:ext cx="175316" cy="285215"/>
            </a:xfrm>
            <a:custGeom>
              <a:rect b="b" l="l" r="r" t="t"/>
              <a:pathLst>
                <a:path extrusionOk="0" h="8759" w="5384">
                  <a:moveTo>
                    <a:pt x="5029" y="1"/>
                  </a:moveTo>
                  <a:cubicBezTo>
                    <a:pt x="4959" y="1"/>
                    <a:pt x="4893" y="32"/>
                    <a:pt x="4835" y="90"/>
                  </a:cubicBezTo>
                  <a:cubicBezTo>
                    <a:pt x="4811" y="114"/>
                    <a:pt x="2335" y="2495"/>
                    <a:pt x="1" y="2495"/>
                  </a:cubicBezTo>
                  <a:lnTo>
                    <a:pt x="1" y="4377"/>
                  </a:lnTo>
                  <a:lnTo>
                    <a:pt x="1" y="6258"/>
                  </a:lnTo>
                  <a:cubicBezTo>
                    <a:pt x="2335" y="6258"/>
                    <a:pt x="4811" y="8663"/>
                    <a:pt x="4835" y="8663"/>
                  </a:cubicBezTo>
                  <a:cubicBezTo>
                    <a:pt x="4899" y="8727"/>
                    <a:pt x="4973" y="8758"/>
                    <a:pt x="5051" y="8758"/>
                  </a:cubicBezTo>
                  <a:cubicBezTo>
                    <a:pt x="5089" y="8758"/>
                    <a:pt x="5129" y="8750"/>
                    <a:pt x="5169" y="8735"/>
                  </a:cubicBezTo>
                  <a:cubicBezTo>
                    <a:pt x="5288" y="8663"/>
                    <a:pt x="5383" y="8568"/>
                    <a:pt x="5383" y="8425"/>
                  </a:cubicBezTo>
                  <a:lnTo>
                    <a:pt x="5383" y="4353"/>
                  </a:lnTo>
                  <a:lnTo>
                    <a:pt x="5383" y="280"/>
                  </a:lnTo>
                  <a:cubicBezTo>
                    <a:pt x="5359" y="185"/>
                    <a:pt x="5288" y="66"/>
                    <a:pt x="5169" y="42"/>
                  </a:cubicBezTo>
                  <a:cubicBezTo>
                    <a:pt x="5122" y="14"/>
                    <a:pt x="5075" y="1"/>
                    <a:pt x="5029"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7" name="Google Shape;27367;p151"/>
            <p:cNvSpPr/>
            <p:nvPr/>
          </p:nvSpPr>
          <p:spPr>
            <a:xfrm>
              <a:off x="1139406" y="2085104"/>
              <a:ext cx="176065" cy="143503"/>
            </a:xfrm>
            <a:custGeom>
              <a:rect b="b" l="l" r="r" t="t"/>
              <a:pathLst>
                <a:path extrusionOk="0" h="4407" w="5407">
                  <a:moveTo>
                    <a:pt x="0" y="1"/>
                  </a:moveTo>
                  <a:lnTo>
                    <a:pt x="0" y="1882"/>
                  </a:lnTo>
                  <a:cubicBezTo>
                    <a:pt x="2358" y="1906"/>
                    <a:pt x="4835" y="4311"/>
                    <a:pt x="4858" y="4311"/>
                  </a:cubicBezTo>
                  <a:cubicBezTo>
                    <a:pt x="4922" y="4374"/>
                    <a:pt x="4996" y="4406"/>
                    <a:pt x="5074" y="4406"/>
                  </a:cubicBezTo>
                  <a:cubicBezTo>
                    <a:pt x="5113" y="4406"/>
                    <a:pt x="5152" y="4398"/>
                    <a:pt x="5192" y="4382"/>
                  </a:cubicBezTo>
                  <a:cubicBezTo>
                    <a:pt x="5311" y="4311"/>
                    <a:pt x="5406" y="4240"/>
                    <a:pt x="5406" y="4073"/>
                  </a:cubicBezTo>
                  <a:lnTo>
                    <a:pt x="5406"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8" name="Google Shape;27368;p151"/>
          <p:cNvGrpSpPr/>
          <p:nvPr/>
        </p:nvGrpSpPr>
        <p:grpSpPr>
          <a:xfrm>
            <a:off x="1755879" y="1789755"/>
            <a:ext cx="350535" cy="307195"/>
            <a:chOff x="1755879" y="1942155"/>
            <a:chExt cx="350535" cy="307195"/>
          </a:xfrm>
        </p:grpSpPr>
        <p:sp>
          <p:nvSpPr>
            <p:cNvPr id="27369" name="Google Shape;27369;p151"/>
            <p:cNvSpPr/>
            <p:nvPr/>
          </p:nvSpPr>
          <p:spPr>
            <a:xfrm>
              <a:off x="1932694" y="2054854"/>
              <a:ext cx="52002" cy="81471"/>
            </a:xfrm>
            <a:custGeom>
              <a:rect b="b" l="l" r="r" t="t"/>
              <a:pathLst>
                <a:path extrusionOk="0" h="2502" w="1597">
                  <a:moveTo>
                    <a:pt x="1" y="1"/>
                  </a:moveTo>
                  <a:lnTo>
                    <a:pt x="1" y="1263"/>
                  </a:lnTo>
                  <a:lnTo>
                    <a:pt x="1" y="2501"/>
                  </a:lnTo>
                  <a:lnTo>
                    <a:pt x="334" y="2501"/>
                  </a:lnTo>
                  <a:cubicBezTo>
                    <a:pt x="1048" y="2501"/>
                    <a:pt x="1596" y="1906"/>
                    <a:pt x="1572" y="1192"/>
                  </a:cubicBezTo>
                  <a:cubicBezTo>
                    <a:pt x="1525" y="549"/>
                    <a:pt x="953" y="1"/>
                    <a:pt x="286"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0" name="Google Shape;27370;p151"/>
            <p:cNvSpPr/>
            <p:nvPr/>
          </p:nvSpPr>
          <p:spPr>
            <a:xfrm>
              <a:off x="1931912" y="2095948"/>
              <a:ext cx="51221" cy="40378"/>
            </a:xfrm>
            <a:custGeom>
              <a:rect b="b" l="l" r="r" t="t"/>
              <a:pathLst>
                <a:path extrusionOk="0" h="1240" w="1573">
                  <a:moveTo>
                    <a:pt x="1" y="1"/>
                  </a:moveTo>
                  <a:lnTo>
                    <a:pt x="1" y="1239"/>
                  </a:lnTo>
                  <a:lnTo>
                    <a:pt x="310" y="1239"/>
                  </a:lnTo>
                  <a:cubicBezTo>
                    <a:pt x="1001" y="1239"/>
                    <a:pt x="1573" y="692"/>
                    <a:pt x="1573"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1" name="Google Shape;27371;p151"/>
            <p:cNvSpPr/>
            <p:nvPr/>
          </p:nvSpPr>
          <p:spPr>
            <a:xfrm>
              <a:off x="1755879" y="2023854"/>
              <a:ext cx="93096" cy="143470"/>
            </a:xfrm>
            <a:custGeom>
              <a:rect b="b" l="l" r="r" t="t"/>
              <a:pathLst>
                <a:path extrusionOk="0" h="4406" w="2859">
                  <a:moveTo>
                    <a:pt x="334" y="0"/>
                  </a:moveTo>
                  <a:cubicBezTo>
                    <a:pt x="168" y="0"/>
                    <a:pt x="1" y="167"/>
                    <a:pt x="1" y="334"/>
                  </a:cubicBezTo>
                  <a:lnTo>
                    <a:pt x="1" y="2215"/>
                  </a:lnTo>
                  <a:lnTo>
                    <a:pt x="1" y="4096"/>
                  </a:lnTo>
                  <a:cubicBezTo>
                    <a:pt x="1" y="4263"/>
                    <a:pt x="168" y="4406"/>
                    <a:pt x="334" y="4406"/>
                  </a:cubicBezTo>
                  <a:lnTo>
                    <a:pt x="2239" y="4406"/>
                  </a:lnTo>
                  <a:lnTo>
                    <a:pt x="2859" y="3644"/>
                  </a:lnTo>
                  <a:lnTo>
                    <a:pt x="2859" y="2239"/>
                  </a:lnTo>
                  <a:lnTo>
                    <a:pt x="2859" y="405"/>
                  </a:lnTo>
                  <a:lnTo>
                    <a:pt x="2239"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2" name="Google Shape;27372;p151"/>
            <p:cNvSpPr/>
            <p:nvPr/>
          </p:nvSpPr>
          <p:spPr>
            <a:xfrm>
              <a:off x="1755879" y="2096729"/>
              <a:ext cx="93096" cy="70596"/>
            </a:xfrm>
            <a:custGeom>
              <a:rect b="b" l="l" r="r" t="t"/>
              <a:pathLst>
                <a:path extrusionOk="0" h="2168" w="2859">
                  <a:moveTo>
                    <a:pt x="1" y="1"/>
                  </a:moveTo>
                  <a:lnTo>
                    <a:pt x="1" y="1882"/>
                  </a:lnTo>
                  <a:cubicBezTo>
                    <a:pt x="48" y="2025"/>
                    <a:pt x="191" y="2168"/>
                    <a:pt x="334" y="2168"/>
                  </a:cubicBezTo>
                  <a:lnTo>
                    <a:pt x="2239" y="2168"/>
                  </a:lnTo>
                  <a:lnTo>
                    <a:pt x="2859" y="1406"/>
                  </a:lnTo>
                  <a:lnTo>
                    <a:pt x="2859" y="1"/>
                  </a:ln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3" name="Google Shape;27373;p151"/>
            <p:cNvSpPr/>
            <p:nvPr/>
          </p:nvSpPr>
          <p:spPr>
            <a:xfrm>
              <a:off x="2042820" y="1984486"/>
              <a:ext cx="63595" cy="222988"/>
            </a:xfrm>
            <a:custGeom>
              <a:rect b="b" l="l" r="r" t="t"/>
              <a:pathLst>
                <a:path extrusionOk="0" h="6848" w="1953">
                  <a:moveTo>
                    <a:pt x="346" y="1"/>
                  </a:moveTo>
                  <a:cubicBezTo>
                    <a:pt x="262" y="1"/>
                    <a:pt x="179" y="30"/>
                    <a:pt x="119" y="90"/>
                  </a:cubicBezTo>
                  <a:cubicBezTo>
                    <a:pt x="0" y="209"/>
                    <a:pt x="0" y="423"/>
                    <a:pt x="119" y="542"/>
                  </a:cubicBezTo>
                  <a:cubicBezTo>
                    <a:pt x="905" y="1304"/>
                    <a:pt x="1310" y="2329"/>
                    <a:pt x="1310" y="3424"/>
                  </a:cubicBezTo>
                  <a:cubicBezTo>
                    <a:pt x="1310" y="4519"/>
                    <a:pt x="905" y="5543"/>
                    <a:pt x="119" y="6306"/>
                  </a:cubicBezTo>
                  <a:cubicBezTo>
                    <a:pt x="0" y="6425"/>
                    <a:pt x="0" y="6639"/>
                    <a:pt x="119" y="6758"/>
                  </a:cubicBezTo>
                  <a:cubicBezTo>
                    <a:pt x="179" y="6818"/>
                    <a:pt x="262" y="6847"/>
                    <a:pt x="346" y="6847"/>
                  </a:cubicBezTo>
                  <a:cubicBezTo>
                    <a:pt x="429" y="6847"/>
                    <a:pt x="512" y="6818"/>
                    <a:pt x="572" y="6758"/>
                  </a:cubicBezTo>
                  <a:cubicBezTo>
                    <a:pt x="1477" y="5853"/>
                    <a:pt x="1953" y="4662"/>
                    <a:pt x="1953" y="3424"/>
                  </a:cubicBezTo>
                  <a:cubicBezTo>
                    <a:pt x="1953" y="2162"/>
                    <a:pt x="1477" y="971"/>
                    <a:pt x="572" y="90"/>
                  </a:cubicBezTo>
                  <a:cubicBezTo>
                    <a:pt x="512" y="30"/>
                    <a:pt x="429" y="1"/>
                    <a:pt x="346"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4" name="Google Shape;27374;p151"/>
            <p:cNvSpPr/>
            <p:nvPr/>
          </p:nvSpPr>
          <p:spPr>
            <a:xfrm>
              <a:off x="1999382" y="2027925"/>
              <a:ext cx="45783" cy="136111"/>
            </a:xfrm>
            <a:custGeom>
              <a:rect b="b" l="l" r="r" t="t"/>
              <a:pathLst>
                <a:path extrusionOk="0" h="4180" w="1406">
                  <a:moveTo>
                    <a:pt x="346" y="0"/>
                  </a:moveTo>
                  <a:cubicBezTo>
                    <a:pt x="263" y="0"/>
                    <a:pt x="179" y="30"/>
                    <a:pt x="120" y="90"/>
                  </a:cubicBezTo>
                  <a:cubicBezTo>
                    <a:pt x="1" y="209"/>
                    <a:pt x="1" y="423"/>
                    <a:pt x="120" y="542"/>
                  </a:cubicBezTo>
                  <a:cubicBezTo>
                    <a:pt x="548" y="947"/>
                    <a:pt x="786" y="1518"/>
                    <a:pt x="786" y="2090"/>
                  </a:cubicBezTo>
                  <a:cubicBezTo>
                    <a:pt x="786" y="2638"/>
                    <a:pt x="525" y="3209"/>
                    <a:pt x="120" y="3638"/>
                  </a:cubicBezTo>
                  <a:cubicBezTo>
                    <a:pt x="1" y="3757"/>
                    <a:pt x="1" y="3971"/>
                    <a:pt x="120" y="4090"/>
                  </a:cubicBezTo>
                  <a:cubicBezTo>
                    <a:pt x="179" y="4150"/>
                    <a:pt x="263" y="4180"/>
                    <a:pt x="346" y="4180"/>
                  </a:cubicBezTo>
                  <a:cubicBezTo>
                    <a:pt x="429" y="4180"/>
                    <a:pt x="513" y="4150"/>
                    <a:pt x="572" y="4090"/>
                  </a:cubicBezTo>
                  <a:cubicBezTo>
                    <a:pt x="1096" y="3543"/>
                    <a:pt x="1406" y="2828"/>
                    <a:pt x="1406" y="2090"/>
                  </a:cubicBezTo>
                  <a:cubicBezTo>
                    <a:pt x="1406" y="1352"/>
                    <a:pt x="1096" y="637"/>
                    <a:pt x="572" y="90"/>
                  </a:cubicBezTo>
                  <a:cubicBezTo>
                    <a:pt x="513" y="30"/>
                    <a:pt x="429" y="0"/>
                    <a:pt x="346"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5" name="Google Shape;27375;p151"/>
            <p:cNvSpPr/>
            <p:nvPr/>
          </p:nvSpPr>
          <p:spPr>
            <a:xfrm>
              <a:off x="2042820" y="2095948"/>
              <a:ext cx="63595" cy="111527"/>
            </a:xfrm>
            <a:custGeom>
              <a:rect b="b" l="l" r="r" t="t"/>
              <a:pathLst>
                <a:path extrusionOk="0" h="3425" w="1953">
                  <a:moveTo>
                    <a:pt x="1310" y="1"/>
                  </a:moveTo>
                  <a:cubicBezTo>
                    <a:pt x="1310" y="1096"/>
                    <a:pt x="905" y="2120"/>
                    <a:pt x="119" y="2883"/>
                  </a:cubicBezTo>
                  <a:cubicBezTo>
                    <a:pt x="0" y="3002"/>
                    <a:pt x="0" y="3216"/>
                    <a:pt x="119" y="3335"/>
                  </a:cubicBezTo>
                  <a:cubicBezTo>
                    <a:pt x="179" y="3395"/>
                    <a:pt x="262" y="3424"/>
                    <a:pt x="346" y="3424"/>
                  </a:cubicBezTo>
                  <a:cubicBezTo>
                    <a:pt x="429" y="3424"/>
                    <a:pt x="512" y="3395"/>
                    <a:pt x="572" y="3335"/>
                  </a:cubicBezTo>
                  <a:cubicBezTo>
                    <a:pt x="1477" y="2430"/>
                    <a:pt x="1953" y="1239"/>
                    <a:pt x="1953"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6" name="Google Shape;27376;p151"/>
            <p:cNvSpPr/>
            <p:nvPr/>
          </p:nvSpPr>
          <p:spPr>
            <a:xfrm>
              <a:off x="1999382" y="2095948"/>
              <a:ext cx="45783" cy="68088"/>
            </a:xfrm>
            <a:custGeom>
              <a:rect b="b" l="l" r="r" t="t"/>
              <a:pathLst>
                <a:path extrusionOk="0" h="2091" w="1406">
                  <a:moveTo>
                    <a:pt x="786" y="1"/>
                  </a:moveTo>
                  <a:cubicBezTo>
                    <a:pt x="786" y="596"/>
                    <a:pt x="548" y="1120"/>
                    <a:pt x="120" y="1549"/>
                  </a:cubicBezTo>
                  <a:cubicBezTo>
                    <a:pt x="1" y="1692"/>
                    <a:pt x="1" y="1882"/>
                    <a:pt x="120" y="2001"/>
                  </a:cubicBezTo>
                  <a:cubicBezTo>
                    <a:pt x="179" y="2061"/>
                    <a:pt x="263" y="2091"/>
                    <a:pt x="346" y="2091"/>
                  </a:cubicBezTo>
                  <a:cubicBezTo>
                    <a:pt x="429" y="2091"/>
                    <a:pt x="513" y="2061"/>
                    <a:pt x="572" y="2001"/>
                  </a:cubicBezTo>
                  <a:cubicBezTo>
                    <a:pt x="1096" y="1454"/>
                    <a:pt x="1406" y="739"/>
                    <a:pt x="1406"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7" name="Google Shape;27377;p151"/>
            <p:cNvSpPr/>
            <p:nvPr/>
          </p:nvSpPr>
          <p:spPr>
            <a:xfrm>
              <a:off x="1828787" y="1942155"/>
              <a:ext cx="113252" cy="307195"/>
            </a:xfrm>
            <a:custGeom>
              <a:rect b="b" l="l" r="r" t="t"/>
              <a:pathLst>
                <a:path extrusionOk="0" h="9434" w="3478">
                  <a:moveTo>
                    <a:pt x="3201" y="0"/>
                  </a:moveTo>
                  <a:cubicBezTo>
                    <a:pt x="3098" y="0"/>
                    <a:pt x="2985" y="35"/>
                    <a:pt x="2930" y="128"/>
                  </a:cubicBezTo>
                  <a:cubicBezTo>
                    <a:pt x="2239" y="1057"/>
                    <a:pt x="810" y="2509"/>
                    <a:pt x="0" y="2509"/>
                  </a:cubicBezTo>
                  <a:lnTo>
                    <a:pt x="0" y="4724"/>
                  </a:lnTo>
                  <a:lnTo>
                    <a:pt x="0" y="6915"/>
                  </a:lnTo>
                  <a:cubicBezTo>
                    <a:pt x="810" y="6915"/>
                    <a:pt x="2239" y="8391"/>
                    <a:pt x="2930" y="9296"/>
                  </a:cubicBezTo>
                  <a:cubicBezTo>
                    <a:pt x="2983" y="9385"/>
                    <a:pt x="3062" y="9434"/>
                    <a:pt x="3167" y="9434"/>
                  </a:cubicBezTo>
                  <a:cubicBezTo>
                    <a:pt x="3204" y="9434"/>
                    <a:pt x="3244" y="9428"/>
                    <a:pt x="3287" y="9415"/>
                  </a:cubicBezTo>
                  <a:cubicBezTo>
                    <a:pt x="3406" y="9392"/>
                    <a:pt x="3477" y="9273"/>
                    <a:pt x="3477" y="9130"/>
                  </a:cubicBezTo>
                  <a:lnTo>
                    <a:pt x="3477" y="4724"/>
                  </a:lnTo>
                  <a:lnTo>
                    <a:pt x="3477" y="318"/>
                  </a:lnTo>
                  <a:cubicBezTo>
                    <a:pt x="3477" y="199"/>
                    <a:pt x="3406" y="80"/>
                    <a:pt x="3287" y="9"/>
                  </a:cubicBezTo>
                  <a:cubicBezTo>
                    <a:pt x="3260" y="3"/>
                    <a:pt x="3231" y="0"/>
                    <a:pt x="320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8" name="Google Shape;27378;p151"/>
            <p:cNvSpPr/>
            <p:nvPr/>
          </p:nvSpPr>
          <p:spPr>
            <a:xfrm>
              <a:off x="1828787" y="2095948"/>
              <a:ext cx="113252" cy="153402"/>
            </a:xfrm>
            <a:custGeom>
              <a:rect b="b" l="l" r="r" t="t"/>
              <a:pathLst>
                <a:path extrusionOk="0" h="4711" w="3478">
                  <a:moveTo>
                    <a:pt x="0" y="1"/>
                  </a:moveTo>
                  <a:lnTo>
                    <a:pt x="0" y="2192"/>
                  </a:lnTo>
                  <a:cubicBezTo>
                    <a:pt x="810" y="2192"/>
                    <a:pt x="2239" y="3668"/>
                    <a:pt x="2930" y="4573"/>
                  </a:cubicBezTo>
                  <a:cubicBezTo>
                    <a:pt x="2983" y="4662"/>
                    <a:pt x="3062" y="4711"/>
                    <a:pt x="3167" y="4711"/>
                  </a:cubicBezTo>
                  <a:cubicBezTo>
                    <a:pt x="3204" y="4711"/>
                    <a:pt x="3244" y="4705"/>
                    <a:pt x="3287" y="4692"/>
                  </a:cubicBezTo>
                  <a:cubicBezTo>
                    <a:pt x="3406" y="4669"/>
                    <a:pt x="3477" y="4550"/>
                    <a:pt x="3477" y="4407"/>
                  </a:cubicBezTo>
                  <a:lnTo>
                    <a:pt x="347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9" name="Google Shape;27379;p151"/>
          <p:cNvGrpSpPr/>
          <p:nvPr/>
        </p:nvGrpSpPr>
        <p:grpSpPr>
          <a:xfrm>
            <a:off x="2518949" y="1769078"/>
            <a:ext cx="351317" cy="350535"/>
            <a:chOff x="2518949" y="1921478"/>
            <a:chExt cx="351317" cy="350535"/>
          </a:xfrm>
        </p:grpSpPr>
        <p:sp>
          <p:nvSpPr>
            <p:cNvPr id="27380" name="Google Shape;27380;p151"/>
            <p:cNvSpPr/>
            <p:nvPr/>
          </p:nvSpPr>
          <p:spPr>
            <a:xfrm>
              <a:off x="2520479" y="1921478"/>
              <a:ext cx="347442" cy="274567"/>
            </a:xfrm>
            <a:custGeom>
              <a:rect b="b" l="l" r="r" t="t"/>
              <a:pathLst>
                <a:path extrusionOk="0" h="8432" w="10670">
                  <a:moveTo>
                    <a:pt x="5335" y="1"/>
                  </a:moveTo>
                  <a:cubicBezTo>
                    <a:pt x="5288" y="1"/>
                    <a:pt x="5216" y="25"/>
                    <a:pt x="5169" y="48"/>
                  </a:cubicBezTo>
                  <a:lnTo>
                    <a:pt x="96" y="3835"/>
                  </a:lnTo>
                  <a:cubicBezTo>
                    <a:pt x="72" y="3859"/>
                    <a:pt x="49" y="3906"/>
                    <a:pt x="1" y="3954"/>
                  </a:cubicBezTo>
                  <a:lnTo>
                    <a:pt x="596" y="5026"/>
                  </a:lnTo>
                  <a:lnTo>
                    <a:pt x="4502" y="8431"/>
                  </a:lnTo>
                  <a:lnTo>
                    <a:pt x="6169" y="8431"/>
                  </a:lnTo>
                  <a:lnTo>
                    <a:pt x="10074" y="5026"/>
                  </a:lnTo>
                  <a:lnTo>
                    <a:pt x="10670" y="3954"/>
                  </a:lnTo>
                  <a:cubicBezTo>
                    <a:pt x="10646" y="3930"/>
                    <a:pt x="10622" y="3859"/>
                    <a:pt x="10575" y="3835"/>
                  </a:cubicBezTo>
                  <a:lnTo>
                    <a:pt x="5526" y="48"/>
                  </a:lnTo>
                  <a:cubicBezTo>
                    <a:pt x="5454" y="25"/>
                    <a:pt x="5407" y="1"/>
                    <a:pt x="533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1" name="Google Shape;27381;p151"/>
            <p:cNvSpPr/>
            <p:nvPr/>
          </p:nvSpPr>
          <p:spPr>
            <a:xfrm>
              <a:off x="2693419" y="1921478"/>
              <a:ext cx="173753" cy="274567"/>
            </a:xfrm>
            <a:custGeom>
              <a:rect b="b" l="l" r="r" t="t"/>
              <a:pathLst>
                <a:path extrusionOk="0" h="8432" w="5336">
                  <a:moveTo>
                    <a:pt x="1" y="1"/>
                  </a:moveTo>
                  <a:lnTo>
                    <a:pt x="1" y="8431"/>
                  </a:lnTo>
                  <a:lnTo>
                    <a:pt x="834" y="8431"/>
                  </a:lnTo>
                  <a:lnTo>
                    <a:pt x="4740" y="5026"/>
                  </a:lnTo>
                  <a:lnTo>
                    <a:pt x="5335" y="3954"/>
                  </a:lnTo>
                  <a:cubicBezTo>
                    <a:pt x="5287" y="3930"/>
                    <a:pt x="5264" y="3859"/>
                    <a:pt x="5240" y="3835"/>
                  </a:cubicBezTo>
                  <a:lnTo>
                    <a:pt x="167" y="48"/>
                  </a:lnTo>
                  <a:cubicBezTo>
                    <a:pt x="120" y="25"/>
                    <a:pt x="72" y="1"/>
                    <a:pt x="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2" name="Google Shape;27382;p151"/>
            <p:cNvSpPr/>
            <p:nvPr/>
          </p:nvSpPr>
          <p:spPr>
            <a:xfrm>
              <a:off x="2580199" y="1963353"/>
              <a:ext cx="225691" cy="245847"/>
            </a:xfrm>
            <a:custGeom>
              <a:rect b="b" l="l" r="r" t="t"/>
              <a:pathLst>
                <a:path extrusionOk="0" h="7550" w="6931">
                  <a:moveTo>
                    <a:pt x="310" y="1"/>
                  </a:moveTo>
                  <a:cubicBezTo>
                    <a:pt x="144" y="1"/>
                    <a:pt x="1" y="144"/>
                    <a:pt x="1" y="310"/>
                  </a:cubicBezTo>
                  <a:lnTo>
                    <a:pt x="1" y="7550"/>
                  </a:lnTo>
                  <a:lnTo>
                    <a:pt x="6907" y="7550"/>
                  </a:lnTo>
                  <a:lnTo>
                    <a:pt x="6907" y="310"/>
                  </a:lnTo>
                  <a:cubicBezTo>
                    <a:pt x="6931" y="144"/>
                    <a:pt x="6812" y="1"/>
                    <a:pt x="6621"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3" name="Google Shape;27383;p151"/>
            <p:cNvSpPr/>
            <p:nvPr/>
          </p:nvSpPr>
          <p:spPr>
            <a:xfrm>
              <a:off x="2693419" y="1963353"/>
              <a:ext cx="112471" cy="245098"/>
            </a:xfrm>
            <a:custGeom>
              <a:rect b="b" l="l" r="r" t="t"/>
              <a:pathLst>
                <a:path extrusionOk="0" h="7527" w="3454">
                  <a:moveTo>
                    <a:pt x="1" y="1"/>
                  </a:moveTo>
                  <a:lnTo>
                    <a:pt x="1" y="7526"/>
                  </a:lnTo>
                  <a:lnTo>
                    <a:pt x="3454" y="7526"/>
                  </a:lnTo>
                  <a:lnTo>
                    <a:pt x="3454" y="286"/>
                  </a:lnTo>
                  <a:cubicBezTo>
                    <a:pt x="3454" y="144"/>
                    <a:pt x="3335" y="1"/>
                    <a:pt x="314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4" name="Google Shape;27384;p151"/>
            <p:cNvSpPr/>
            <p:nvPr/>
          </p:nvSpPr>
          <p:spPr>
            <a:xfrm>
              <a:off x="2518949" y="2050979"/>
              <a:ext cx="351317" cy="221034"/>
            </a:xfrm>
            <a:custGeom>
              <a:rect b="b" l="l" r="r" t="t"/>
              <a:pathLst>
                <a:path extrusionOk="0" h="6788" w="10789">
                  <a:moveTo>
                    <a:pt x="24" y="1"/>
                  </a:moveTo>
                  <a:cubicBezTo>
                    <a:pt x="0" y="48"/>
                    <a:pt x="0" y="96"/>
                    <a:pt x="0" y="167"/>
                  </a:cubicBezTo>
                  <a:lnTo>
                    <a:pt x="0" y="6478"/>
                  </a:lnTo>
                  <a:cubicBezTo>
                    <a:pt x="0" y="6645"/>
                    <a:pt x="143" y="6788"/>
                    <a:pt x="334" y="6788"/>
                  </a:cubicBezTo>
                  <a:lnTo>
                    <a:pt x="10455" y="6788"/>
                  </a:lnTo>
                  <a:cubicBezTo>
                    <a:pt x="10622" y="6788"/>
                    <a:pt x="10788" y="6645"/>
                    <a:pt x="10788" y="6478"/>
                  </a:cubicBezTo>
                  <a:lnTo>
                    <a:pt x="10788" y="167"/>
                  </a:lnTo>
                  <a:cubicBezTo>
                    <a:pt x="10717" y="96"/>
                    <a:pt x="10717" y="48"/>
                    <a:pt x="10693" y="1"/>
                  </a:cubicBezTo>
                  <a:lnTo>
                    <a:pt x="5573" y="3859"/>
                  </a:lnTo>
                  <a:cubicBezTo>
                    <a:pt x="5501" y="3906"/>
                    <a:pt x="5454" y="3906"/>
                    <a:pt x="5359" y="3906"/>
                  </a:cubicBezTo>
                  <a:cubicBezTo>
                    <a:pt x="5311" y="3906"/>
                    <a:pt x="5216" y="3882"/>
                    <a:pt x="5144" y="3859"/>
                  </a:cubicBezTo>
                  <a:lnTo>
                    <a:pt x="24" y="1"/>
                  </a:ln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5" name="Google Shape;27385;p151"/>
            <p:cNvSpPr/>
            <p:nvPr/>
          </p:nvSpPr>
          <p:spPr>
            <a:xfrm>
              <a:off x="2693419" y="2050197"/>
              <a:ext cx="174502" cy="220350"/>
            </a:xfrm>
            <a:custGeom>
              <a:rect b="b" l="l" r="r" t="t"/>
              <a:pathLst>
                <a:path extrusionOk="0" h="6767" w="5359">
                  <a:moveTo>
                    <a:pt x="5335" y="1"/>
                  </a:moveTo>
                  <a:lnTo>
                    <a:pt x="215" y="3835"/>
                  </a:lnTo>
                  <a:cubicBezTo>
                    <a:pt x="143" y="3906"/>
                    <a:pt x="96" y="3906"/>
                    <a:pt x="1" y="3906"/>
                  </a:cubicBezTo>
                  <a:lnTo>
                    <a:pt x="1" y="6764"/>
                  </a:lnTo>
                  <a:lnTo>
                    <a:pt x="5073" y="6764"/>
                  </a:lnTo>
                  <a:cubicBezTo>
                    <a:pt x="5085" y="6766"/>
                    <a:pt x="5097" y="6767"/>
                    <a:pt x="5109" y="6767"/>
                  </a:cubicBezTo>
                  <a:cubicBezTo>
                    <a:pt x="5257" y="6767"/>
                    <a:pt x="5359" y="6631"/>
                    <a:pt x="5359" y="6455"/>
                  </a:cubicBezTo>
                  <a:lnTo>
                    <a:pt x="5359" y="144"/>
                  </a:lnTo>
                  <a:cubicBezTo>
                    <a:pt x="5359" y="96"/>
                    <a:pt x="5359" y="72"/>
                    <a:pt x="533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6" name="Google Shape;27386;p151"/>
            <p:cNvSpPr/>
            <p:nvPr/>
          </p:nvSpPr>
          <p:spPr>
            <a:xfrm>
              <a:off x="2573230" y="2171851"/>
              <a:ext cx="71377" cy="56756"/>
            </a:xfrm>
            <a:custGeom>
              <a:rect b="b" l="l" r="r" t="t"/>
              <a:pathLst>
                <a:path extrusionOk="0" h="1743" w="2192">
                  <a:moveTo>
                    <a:pt x="1837" y="1"/>
                  </a:moveTo>
                  <a:cubicBezTo>
                    <a:pt x="1771" y="1"/>
                    <a:pt x="1703" y="26"/>
                    <a:pt x="1644" y="75"/>
                  </a:cubicBezTo>
                  <a:lnTo>
                    <a:pt x="191" y="1171"/>
                  </a:lnTo>
                  <a:cubicBezTo>
                    <a:pt x="24" y="1290"/>
                    <a:pt x="0" y="1480"/>
                    <a:pt x="119" y="1623"/>
                  </a:cubicBezTo>
                  <a:cubicBezTo>
                    <a:pt x="191" y="1718"/>
                    <a:pt x="262" y="1742"/>
                    <a:pt x="358" y="1742"/>
                  </a:cubicBezTo>
                  <a:cubicBezTo>
                    <a:pt x="429" y="1742"/>
                    <a:pt x="500" y="1742"/>
                    <a:pt x="572" y="1671"/>
                  </a:cubicBezTo>
                  <a:lnTo>
                    <a:pt x="2025" y="575"/>
                  </a:lnTo>
                  <a:cubicBezTo>
                    <a:pt x="2167" y="456"/>
                    <a:pt x="2191" y="290"/>
                    <a:pt x="2072" y="147"/>
                  </a:cubicBezTo>
                  <a:cubicBezTo>
                    <a:pt x="2017" y="49"/>
                    <a:pt x="1929" y="1"/>
                    <a:pt x="183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7" name="Google Shape;27387;p151"/>
            <p:cNvSpPr/>
            <p:nvPr/>
          </p:nvSpPr>
          <p:spPr>
            <a:xfrm>
              <a:off x="2743825" y="2171851"/>
              <a:ext cx="72158" cy="56756"/>
            </a:xfrm>
            <a:custGeom>
              <a:rect b="b" l="l" r="r" t="t"/>
              <a:pathLst>
                <a:path extrusionOk="0" h="1743" w="2216">
                  <a:moveTo>
                    <a:pt x="370" y="1"/>
                  </a:moveTo>
                  <a:cubicBezTo>
                    <a:pt x="271" y="1"/>
                    <a:pt x="175" y="49"/>
                    <a:pt x="120" y="147"/>
                  </a:cubicBezTo>
                  <a:cubicBezTo>
                    <a:pt x="1" y="290"/>
                    <a:pt x="24" y="504"/>
                    <a:pt x="191" y="575"/>
                  </a:cubicBezTo>
                  <a:lnTo>
                    <a:pt x="1644" y="1695"/>
                  </a:lnTo>
                  <a:cubicBezTo>
                    <a:pt x="1691" y="1718"/>
                    <a:pt x="1763" y="1742"/>
                    <a:pt x="1810" y="1742"/>
                  </a:cubicBezTo>
                  <a:cubicBezTo>
                    <a:pt x="1906" y="1742"/>
                    <a:pt x="2025" y="1718"/>
                    <a:pt x="2096" y="1623"/>
                  </a:cubicBezTo>
                  <a:cubicBezTo>
                    <a:pt x="2215" y="1480"/>
                    <a:pt x="2168" y="1266"/>
                    <a:pt x="2025" y="1171"/>
                  </a:cubicBezTo>
                  <a:lnTo>
                    <a:pt x="572" y="75"/>
                  </a:lnTo>
                  <a:cubicBezTo>
                    <a:pt x="513" y="26"/>
                    <a:pt x="441" y="1"/>
                    <a:pt x="37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8" name="Google Shape;27388;p151"/>
            <p:cNvSpPr/>
            <p:nvPr/>
          </p:nvSpPr>
          <p:spPr>
            <a:xfrm>
              <a:off x="2642230" y="2023854"/>
              <a:ext cx="103940" cy="21752"/>
            </a:xfrm>
            <a:custGeom>
              <a:rect b="b" l="l" r="r" t="t"/>
              <a:pathLst>
                <a:path extrusionOk="0" h="668" w="3192">
                  <a:moveTo>
                    <a:pt x="358" y="0"/>
                  </a:moveTo>
                  <a:cubicBezTo>
                    <a:pt x="144" y="0"/>
                    <a:pt x="1" y="191"/>
                    <a:pt x="25" y="357"/>
                  </a:cubicBezTo>
                  <a:cubicBezTo>
                    <a:pt x="48" y="548"/>
                    <a:pt x="215" y="667"/>
                    <a:pt x="358" y="667"/>
                  </a:cubicBezTo>
                  <a:lnTo>
                    <a:pt x="2859" y="667"/>
                  </a:lnTo>
                  <a:cubicBezTo>
                    <a:pt x="3001" y="667"/>
                    <a:pt x="3144" y="548"/>
                    <a:pt x="3192" y="357"/>
                  </a:cubicBezTo>
                  <a:cubicBezTo>
                    <a:pt x="3192" y="167"/>
                    <a:pt x="3025" y="0"/>
                    <a:pt x="285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9" name="Google Shape;27389;p151"/>
            <p:cNvSpPr/>
            <p:nvPr/>
          </p:nvSpPr>
          <p:spPr>
            <a:xfrm>
              <a:off x="2642230" y="2064948"/>
              <a:ext cx="103940" cy="20970"/>
            </a:xfrm>
            <a:custGeom>
              <a:rect b="b" l="l" r="r" t="t"/>
              <a:pathLst>
                <a:path extrusionOk="0" h="644" w="3192">
                  <a:moveTo>
                    <a:pt x="358" y="0"/>
                  </a:moveTo>
                  <a:cubicBezTo>
                    <a:pt x="144" y="0"/>
                    <a:pt x="1" y="167"/>
                    <a:pt x="25" y="358"/>
                  </a:cubicBezTo>
                  <a:cubicBezTo>
                    <a:pt x="48" y="524"/>
                    <a:pt x="215" y="643"/>
                    <a:pt x="358" y="643"/>
                  </a:cubicBezTo>
                  <a:lnTo>
                    <a:pt x="2859" y="643"/>
                  </a:lnTo>
                  <a:cubicBezTo>
                    <a:pt x="3001" y="643"/>
                    <a:pt x="3144" y="524"/>
                    <a:pt x="3192" y="358"/>
                  </a:cubicBezTo>
                  <a:cubicBezTo>
                    <a:pt x="3192" y="143"/>
                    <a:pt x="3025" y="0"/>
                    <a:pt x="285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0" name="Google Shape;27390;p151"/>
            <p:cNvSpPr/>
            <p:nvPr/>
          </p:nvSpPr>
          <p:spPr>
            <a:xfrm>
              <a:off x="2693419" y="2065730"/>
              <a:ext cx="51221" cy="20189"/>
            </a:xfrm>
            <a:custGeom>
              <a:rect b="b" l="l" r="r" t="t"/>
              <a:pathLst>
                <a:path extrusionOk="0" h="620" w="1573">
                  <a:moveTo>
                    <a:pt x="1" y="0"/>
                  </a:moveTo>
                  <a:lnTo>
                    <a:pt x="1" y="619"/>
                  </a:lnTo>
                  <a:lnTo>
                    <a:pt x="1263" y="619"/>
                  </a:lnTo>
                  <a:cubicBezTo>
                    <a:pt x="1429" y="619"/>
                    <a:pt x="1572" y="500"/>
                    <a:pt x="1572" y="357"/>
                  </a:cubicBezTo>
                  <a:cubicBezTo>
                    <a:pt x="1572" y="143"/>
                    <a:pt x="1429" y="0"/>
                    <a:pt x="126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1" name="Google Shape;27391;p151"/>
            <p:cNvSpPr/>
            <p:nvPr/>
          </p:nvSpPr>
          <p:spPr>
            <a:xfrm>
              <a:off x="2693419" y="2025385"/>
              <a:ext cx="51221" cy="20221"/>
            </a:xfrm>
            <a:custGeom>
              <a:rect b="b" l="l" r="r" t="t"/>
              <a:pathLst>
                <a:path extrusionOk="0" h="621" w="1573">
                  <a:moveTo>
                    <a:pt x="1" y="1"/>
                  </a:moveTo>
                  <a:lnTo>
                    <a:pt x="1" y="620"/>
                  </a:lnTo>
                  <a:lnTo>
                    <a:pt x="1263" y="620"/>
                  </a:lnTo>
                  <a:cubicBezTo>
                    <a:pt x="1429" y="620"/>
                    <a:pt x="1572" y="501"/>
                    <a:pt x="1572" y="358"/>
                  </a:cubicBezTo>
                  <a:cubicBezTo>
                    <a:pt x="1572" y="144"/>
                    <a:pt x="1429" y="1"/>
                    <a:pt x="126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2" name="Google Shape;27392;p151"/>
          <p:cNvGrpSpPr/>
          <p:nvPr/>
        </p:nvGrpSpPr>
        <p:grpSpPr>
          <a:xfrm>
            <a:off x="3254861" y="1779954"/>
            <a:ext cx="352847" cy="328035"/>
            <a:chOff x="3254861" y="1932354"/>
            <a:chExt cx="352847" cy="328035"/>
          </a:xfrm>
        </p:grpSpPr>
        <p:sp>
          <p:nvSpPr>
            <p:cNvPr id="27393" name="Google Shape;27393;p151"/>
            <p:cNvSpPr/>
            <p:nvPr/>
          </p:nvSpPr>
          <p:spPr>
            <a:xfrm>
              <a:off x="3254861" y="1932354"/>
              <a:ext cx="350535" cy="245847"/>
            </a:xfrm>
            <a:custGeom>
              <a:rect b="b" l="l" r="r" t="t"/>
              <a:pathLst>
                <a:path extrusionOk="0" h="7550" w="10765">
                  <a:moveTo>
                    <a:pt x="310" y="0"/>
                  </a:moveTo>
                  <a:cubicBezTo>
                    <a:pt x="143" y="0"/>
                    <a:pt x="0" y="143"/>
                    <a:pt x="0" y="310"/>
                  </a:cubicBezTo>
                  <a:lnTo>
                    <a:pt x="0" y="6930"/>
                  </a:lnTo>
                  <a:lnTo>
                    <a:pt x="619" y="7549"/>
                  </a:lnTo>
                  <a:lnTo>
                    <a:pt x="10074" y="7549"/>
                  </a:lnTo>
                  <a:lnTo>
                    <a:pt x="10717" y="6930"/>
                  </a:lnTo>
                  <a:lnTo>
                    <a:pt x="10717" y="310"/>
                  </a:lnTo>
                  <a:lnTo>
                    <a:pt x="10764" y="310"/>
                  </a:lnTo>
                  <a:cubicBezTo>
                    <a:pt x="10764" y="143"/>
                    <a:pt x="10622" y="0"/>
                    <a:pt x="10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4" name="Google Shape;27394;p151"/>
            <p:cNvSpPr/>
            <p:nvPr/>
          </p:nvSpPr>
          <p:spPr>
            <a:xfrm>
              <a:off x="3430113" y="1932354"/>
              <a:ext cx="175284" cy="245847"/>
            </a:xfrm>
            <a:custGeom>
              <a:rect b="b" l="l" r="r" t="t"/>
              <a:pathLst>
                <a:path extrusionOk="0" h="7550" w="5383">
                  <a:moveTo>
                    <a:pt x="0" y="0"/>
                  </a:moveTo>
                  <a:lnTo>
                    <a:pt x="0" y="7549"/>
                  </a:lnTo>
                  <a:lnTo>
                    <a:pt x="4739" y="7549"/>
                  </a:lnTo>
                  <a:lnTo>
                    <a:pt x="5382" y="6930"/>
                  </a:lnTo>
                  <a:lnTo>
                    <a:pt x="5382" y="310"/>
                  </a:lnTo>
                  <a:cubicBezTo>
                    <a:pt x="5382" y="143"/>
                    <a:pt x="5240" y="0"/>
                    <a:pt x="5049"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5" name="Google Shape;27395;p151"/>
            <p:cNvSpPr/>
            <p:nvPr/>
          </p:nvSpPr>
          <p:spPr>
            <a:xfrm>
              <a:off x="3256392" y="2158012"/>
              <a:ext cx="351317" cy="102376"/>
            </a:xfrm>
            <a:custGeom>
              <a:rect b="b" l="l" r="r" t="t"/>
              <a:pathLst>
                <a:path extrusionOk="0" h="3144" w="10789">
                  <a:moveTo>
                    <a:pt x="1" y="0"/>
                  </a:moveTo>
                  <a:lnTo>
                    <a:pt x="1" y="2834"/>
                  </a:lnTo>
                  <a:cubicBezTo>
                    <a:pt x="1" y="3001"/>
                    <a:pt x="168" y="3144"/>
                    <a:pt x="334" y="3144"/>
                  </a:cubicBezTo>
                  <a:lnTo>
                    <a:pt x="10455" y="3144"/>
                  </a:lnTo>
                  <a:cubicBezTo>
                    <a:pt x="10646" y="3144"/>
                    <a:pt x="10789" y="3001"/>
                    <a:pt x="10789" y="2834"/>
                  </a:cubicBezTo>
                  <a:lnTo>
                    <a:pt x="10789" y="0"/>
                  </a:ln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6" name="Google Shape;27396;p151"/>
            <p:cNvSpPr/>
            <p:nvPr/>
          </p:nvSpPr>
          <p:spPr>
            <a:xfrm>
              <a:off x="3430894" y="2158012"/>
              <a:ext cx="174502" cy="102376"/>
            </a:xfrm>
            <a:custGeom>
              <a:rect b="b" l="l" r="r" t="t"/>
              <a:pathLst>
                <a:path extrusionOk="0" h="3144" w="5359">
                  <a:moveTo>
                    <a:pt x="0" y="0"/>
                  </a:moveTo>
                  <a:lnTo>
                    <a:pt x="0" y="3144"/>
                  </a:lnTo>
                  <a:lnTo>
                    <a:pt x="5073" y="3144"/>
                  </a:lnTo>
                  <a:cubicBezTo>
                    <a:pt x="5216" y="3120"/>
                    <a:pt x="5358" y="2977"/>
                    <a:pt x="5358" y="2834"/>
                  </a:cubicBezTo>
                  <a:lnTo>
                    <a:pt x="5358" y="0"/>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7" name="Google Shape;27397;p151"/>
            <p:cNvSpPr/>
            <p:nvPr/>
          </p:nvSpPr>
          <p:spPr>
            <a:xfrm>
              <a:off x="3295955" y="2198324"/>
              <a:ext cx="268348" cy="20970"/>
            </a:xfrm>
            <a:custGeom>
              <a:rect b="b" l="l" r="r" t="t"/>
              <a:pathLst>
                <a:path extrusionOk="0" h="644" w="8241">
                  <a:moveTo>
                    <a:pt x="381" y="0"/>
                  </a:moveTo>
                  <a:cubicBezTo>
                    <a:pt x="215" y="0"/>
                    <a:pt x="72" y="120"/>
                    <a:pt x="48" y="286"/>
                  </a:cubicBezTo>
                  <a:cubicBezTo>
                    <a:pt x="0" y="453"/>
                    <a:pt x="167" y="643"/>
                    <a:pt x="334" y="643"/>
                  </a:cubicBezTo>
                  <a:lnTo>
                    <a:pt x="7907" y="643"/>
                  </a:lnTo>
                  <a:cubicBezTo>
                    <a:pt x="8074" y="643"/>
                    <a:pt x="8240" y="453"/>
                    <a:pt x="8240" y="286"/>
                  </a:cubicBezTo>
                  <a:cubicBezTo>
                    <a:pt x="8193" y="120"/>
                    <a:pt x="8074" y="0"/>
                    <a:pt x="7907"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8" name="Google Shape;27398;p151"/>
            <p:cNvSpPr/>
            <p:nvPr/>
          </p:nvSpPr>
          <p:spPr>
            <a:xfrm>
              <a:off x="3430894" y="2198324"/>
              <a:ext cx="134190" cy="20970"/>
            </a:xfrm>
            <a:custGeom>
              <a:rect b="b" l="l" r="r" t="t"/>
              <a:pathLst>
                <a:path extrusionOk="0" h="644" w="4121">
                  <a:moveTo>
                    <a:pt x="0" y="0"/>
                  </a:moveTo>
                  <a:lnTo>
                    <a:pt x="0" y="643"/>
                  </a:lnTo>
                  <a:lnTo>
                    <a:pt x="3787" y="643"/>
                  </a:lnTo>
                  <a:cubicBezTo>
                    <a:pt x="3977" y="643"/>
                    <a:pt x="4120" y="477"/>
                    <a:pt x="4096" y="286"/>
                  </a:cubicBezTo>
                  <a:cubicBezTo>
                    <a:pt x="4049" y="120"/>
                    <a:pt x="3906" y="0"/>
                    <a:pt x="376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9" name="Google Shape;27399;p151"/>
            <p:cNvSpPr/>
            <p:nvPr/>
          </p:nvSpPr>
          <p:spPr>
            <a:xfrm>
              <a:off x="3378924" y="1973838"/>
              <a:ext cx="123347" cy="142526"/>
            </a:xfrm>
            <a:custGeom>
              <a:rect b="b" l="l" r="r" t="t"/>
              <a:pathLst>
                <a:path extrusionOk="0" h="4377" w="3788">
                  <a:moveTo>
                    <a:pt x="304" y="1"/>
                  </a:moveTo>
                  <a:cubicBezTo>
                    <a:pt x="219" y="1"/>
                    <a:pt x="137" y="38"/>
                    <a:pt x="96" y="107"/>
                  </a:cubicBezTo>
                  <a:cubicBezTo>
                    <a:pt x="24" y="179"/>
                    <a:pt x="1" y="274"/>
                    <a:pt x="1" y="322"/>
                  </a:cubicBezTo>
                  <a:lnTo>
                    <a:pt x="1" y="4084"/>
                  </a:lnTo>
                  <a:cubicBezTo>
                    <a:pt x="1" y="4156"/>
                    <a:pt x="24" y="4227"/>
                    <a:pt x="96" y="4275"/>
                  </a:cubicBezTo>
                  <a:cubicBezTo>
                    <a:pt x="169" y="4348"/>
                    <a:pt x="251" y="4376"/>
                    <a:pt x="331" y="4376"/>
                  </a:cubicBezTo>
                  <a:cubicBezTo>
                    <a:pt x="381" y="4376"/>
                    <a:pt x="431" y="4365"/>
                    <a:pt x="477" y="4346"/>
                  </a:cubicBezTo>
                  <a:lnTo>
                    <a:pt x="1572" y="3680"/>
                  </a:lnTo>
                  <a:lnTo>
                    <a:pt x="3620" y="2465"/>
                  </a:lnTo>
                  <a:cubicBezTo>
                    <a:pt x="3716" y="2417"/>
                    <a:pt x="3787" y="2322"/>
                    <a:pt x="3787" y="2203"/>
                  </a:cubicBezTo>
                  <a:cubicBezTo>
                    <a:pt x="3787" y="2084"/>
                    <a:pt x="3739" y="1965"/>
                    <a:pt x="3620" y="1941"/>
                  </a:cubicBezTo>
                  <a:lnTo>
                    <a:pt x="1572" y="703"/>
                  </a:lnTo>
                  <a:lnTo>
                    <a:pt x="477" y="60"/>
                  </a:lnTo>
                  <a:cubicBezTo>
                    <a:pt x="427" y="20"/>
                    <a:pt x="365" y="1"/>
                    <a:pt x="304"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0" name="Google Shape;27400;p151"/>
            <p:cNvSpPr/>
            <p:nvPr/>
          </p:nvSpPr>
          <p:spPr>
            <a:xfrm>
              <a:off x="3430113" y="1996697"/>
              <a:ext cx="72158" cy="98534"/>
            </a:xfrm>
            <a:custGeom>
              <a:rect b="b" l="l" r="r" t="t"/>
              <a:pathLst>
                <a:path extrusionOk="0" h="3026" w="2216">
                  <a:moveTo>
                    <a:pt x="0" y="1"/>
                  </a:moveTo>
                  <a:lnTo>
                    <a:pt x="0" y="3025"/>
                  </a:lnTo>
                  <a:lnTo>
                    <a:pt x="2048" y="1787"/>
                  </a:lnTo>
                  <a:cubicBezTo>
                    <a:pt x="2167" y="1715"/>
                    <a:pt x="2215" y="1596"/>
                    <a:pt x="2215" y="1501"/>
                  </a:cubicBezTo>
                  <a:cubicBezTo>
                    <a:pt x="2215" y="1382"/>
                    <a:pt x="2144" y="1287"/>
                    <a:pt x="2048" y="1239"/>
                  </a:cubicBezTo>
                  <a:lnTo>
                    <a:pt x="0"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1" name="Google Shape;27401;p151"/>
            <p:cNvSpPr/>
            <p:nvPr/>
          </p:nvSpPr>
          <p:spPr>
            <a:xfrm>
              <a:off x="3502239" y="2177289"/>
              <a:ext cx="20189" cy="60176"/>
            </a:xfrm>
            <a:custGeom>
              <a:rect b="b" l="l" r="r" t="t"/>
              <a:pathLst>
                <a:path extrusionOk="0" h="1848" w="620">
                  <a:moveTo>
                    <a:pt x="299" y="1"/>
                  </a:moveTo>
                  <a:cubicBezTo>
                    <a:pt x="287" y="1"/>
                    <a:pt x="274" y="2"/>
                    <a:pt x="262" y="3"/>
                  </a:cubicBezTo>
                  <a:cubicBezTo>
                    <a:pt x="119" y="27"/>
                    <a:pt x="0" y="170"/>
                    <a:pt x="0" y="337"/>
                  </a:cubicBezTo>
                  <a:lnTo>
                    <a:pt x="0" y="1575"/>
                  </a:lnTo>
                  <a:cubicBezTo>
                    <a:pt x="0" y="1737"/>
                    <a:pt x="86" y="1848"/>
                    <a:pt x="200" y="1848"/>
                  </a:cubicBezTo>
                  <a:cubicBezTo>
                    <a:pt x="220" y="1848"/>
                    <a:pt x="241" y="1844"/>
                    <a:pt x="262" y="1837"/>
                  </a:cubicBezTo>
                  <a:cubicBezTo>
                    <a:pt x="285" y="1843"/>
                    <a:pt x="307" y="1845"/>
                    <a:pt x="328" y="1845"/>
                  </a:cubicBezTo>
                  <a:cubicBezTo>
                    <a:pt x="490" y="1845"/>
                    <a:pt x="619" y="1698"/>
                    <a:pt x="619" y="1551"/>
                  </a:cubicBezTo>
                  <a:lnTo>
                    <a:pt x="619" y="289"/>
                  </a:lnTo>
                  <a:cubicBezTo>
                    <a:pt x="619" y="135"/>
                    <a:pt x="456" y="1"/>
                    <a:pt x="299"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2" name="Google Shape;27402;p151"/>
          <p:cNvGrpSpPr/>
          <p:nvPr/>
        </p:nvGrpSpPr>
        <p:grpSpPr>
          <a:xfrm>
            <a:off x="4016368" y="1789950"/>
            <a:ext cx="351317" cy="307976"/>
            <a:chOff x="4016368" y="1942350"/>
            <a:chExt cx="351317" cy="307976"/>
          </a:xfrm>
        </p:grpSpPr>
        <p:sp>
          <p:nvSpPr>
            <p:cNvPr id="27403" name="Google Shape;27403;p151"/>
            <p:cNvSpPr/>
            <p:nvPr/>
          </p:nvSpPr>
          <p:spPr>
            <a:xfrm>
              <a:off x="4079930" y="2034698"/>
              <a:ext cx="287755" cy="214847"/>
            </a:xfrm>
            <a:custGeom>
              <a:rect b="b" l="l" r="r" t="t"/>
              <a:pathLst>
                <a:path extrusionOk="0" h="6598" w="8837">
                  <a:moveTo>
                    <a:pt x="1" y="1"/>
                  </a:moveTo>
                  <a:lnTo>
                    <a:pt x="1" y="6288"/>
                  </a:lnTo>
                  <a:cubicBezTo>
                    <a:pt x="1" y="6454"/>
                    <a:pt x="144" y="6597"/>
                    <a:pt x="310" y="6597"/>
                  </a:cubicBezTo>
                  <a:lnTo>
                    <a:pt x="8503" y="6597"/>
                  </a:lnTo>
                  <a:cubicBezTo>
                    <a:pt x="8693" y="6597"/>
                    <a:pt x="8836" y="6454"/>
                    <a:pt x="8836" y="6288"/>
                  </a:cubicBezTo>
                  <a:lnTo>
                    <a:pt x="8836"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4" name="Google Shape;27404;p151"/>
            <p:cNvSpPr/>
            <p:nvPr/>
          </p:nvSpPr>
          <p:spPr>
            <a:xfrm>
              <a:off x="4224182" y="2034698"/>
              <a:ext cx="143503" cy="215629"/>
            </a:xfrm>
            <a:custGeom>
              <a:rect b="b" l="l" r="r" t="t"/>
              <a:pathLst>
                <a:path extrusionOk="0" h="6622" w="4407">
                  <a:moveTo>
                    <a:pt x="0" y="1"/>
                  </a:moveTo>
                  <a:lnTo>
                    <a:pt x="0" y="6621"/>
                  </a:lnTo>
                  <a:lnTo>
                    <a:pt x="4096" y="6621"/>
                  </a:lnTo>
                  <a:cubicBezTo>
                    <a:pt x="4263" y="6573"/>
                    <a:pt x="4406" y="6454"/>
                    <a:pt x="4406" y="6288"/>
                  </a:cubicBezTo>
                  <a:lnTo>
                    <a:pt x="440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5" name="Google Shape;27405;p151"/>
            <p:cNvSpPr/>
            <p:nvPr/>
          </p:nvSpPr>
          <p:spPr>
            <a:xfrm>
              <a:off x="4079181" y="1963353"/>
              <a:ext cx="288504" cy="82253"/>
            </a:xfrm>
            <a:custGeom>
              <a:rect b="b" l="l" r="r" t="t"/>
              <a:pathLst>
                <a:path extrusionOk="0" h="2526" w="8860">
                  <a:moveTo>
                    <a:pt x="333" y="1"/>
                  </a:moveTo>
                  <a:cubicBezTo>
                    <a:pt x="167" y="1"/>
                    <a:pt x="0" y="144"/>
                    <a:pt x="0" y="310"/>
                  </a:cubicBezTo>
                  <a:lnTo>
                    <a:pt x="0" y="1906"/>
                  </a:lnTo>
                  <a:lnTo>
                    <a:pt x="643" y="2525"/>
                  </a:lnTo>
                  <a:lnTo>
                    <a:pt x="8192" y="2525"/>
                  </a:lnTo>
                  <a:lnTo>
                    <a:pt x="8835" y="1906"/>
                  </a:lnTo>
                  <a:lnTo>
                    <a:pt x="8859" y="310"/>
                  </a:lnTo>
                  <a:cubicBezTo>
                    <a:pt x="8859" y="144"/>
                    <a:pt x="8716" y="1"/>
                    <a:pt x="8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6" name="Google Shape;27406;p151"/>
            <p:cNvSpPr/>
            <p:nvPr/>
          </p:nvSpPr>
          <p:spPr>
            <a:xfrm>
              <a:off x="4223400" y="1961823"/>
              <a:ext cx="144284" cy="81439"/>
            </a:xfrm>
            <a:custGeom>
              <a:rect b="b" l="l" r="r" t="t"/>
              <a:pathLst>
                <a:path extrusionOk="0" h="2501" w="4431">
                  <a:moveTo>
                    <a:pt x="1" y="0"/>
                  </a:moveTo>
                  <a:lnTo>
                    <a:pt x="1" y="2501"/>
                  </a:lnTo>
                  <a:lnTo>
                    <a:pt x="3763" y="2501"/>
                  </a:lnTo>
                  <a:lnTo>
                    <a:pt x="4430" y="1905"/>
                  </a:lnTo>
                  <a:lnTo>
                    <a:pt x="4430" y="333"/>
                  </a:lnTo>
                  <a:cubicBezTo>
                    <a:pt x="4430" y="167"/>
                    <a:pt x="4287" y="0"/>
                    <a:pt x="4097"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7" name="Google Shape;27407;p151"/>
            <p:cNvSpPr/>
            <p:nvPr/>
          </p:nvSpPr>
          <p:spPr>
            <a:xfrm>
              <a:off x="4141994" y="1942350"/>
              <a:ext cx="20189" cy="60664"/>
            </a:xfrm>
            <a:custGeom>
              <a:rect b="b" l="l" r="r" t="t"/>
              <a:pathLst>
                <a:path extrusionOk="0" h="1863" w="620">
                  <a:moveTo>
                    <a:pt x="299" y="0"/>
                  </a:moveTo>
                  <a:cubicBezTo>
                    <a:pt x="287" y="0"/>
                    <a:pt x="274" y="1"/>
                    <a:pt x="262" y="3"/>
                  </a:cubicBezTo>
                  <a:cubicBezTo>
                    <a:pt x="119" y="50"/>
                    <a:pt x="0" y="193"/>
                    <a:pt x="0" y="336"/>
                  </a:cubicBezTo>
                  <a:lnTo>
                    <a:pt x="0" y="1598"/>
                  </a:lnTo>
                  <a:cubicBezTo>
                    <a:pt x="0" y="1731"/>
                    <a:pt x="102" y="1863"/>
                    <a:pt x="231" y="1863"/>
                  </a:cubicBezTo>
                  <a:cubicBezTo>
                    <a:pt x="241" y="1863"/>
                    <a:pt x="251" y="1862"/>
                    <a:pt x="262" y="1860"/>
                  </a:cubicBezTo>
                  <a:cubicBezTo>
                    <a:pt x="276" y="1862"/>
                    <a:pt x="290" y="1863"/>
                    <a:pt x="303" y="1863"/>
                  </a:cubicBezTo>
                  <a:cubicBezTo>
                    <a:pt x="476" y="1863"/>
                    <a:pt x="619" y="1727"/>
                    <a:pt x="619" y="1551"/>
                  </a:cubicBezTo>
                  <a:lnTo>
                    <a:pt x="619" y="312"/>
                  </a:lnTo>
                  <a:cubicBezTo>
                    <a:pt x="619" y="136"/>
                    <a:pt x="456" y="0"/>
                    <a:pt x="299"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8" name="Google Shape;27408;p151"/>
            <p:cNvSpPr/>
            <p:nvPr/>
          </p:nvSpPr>
          <p:spPr>
            <a:xfrm>
              <a:off x="4283901" y="1942350"/>
              <a:ext cx="20189" cy="60664"/>
            </a:xfrm>
            <a:custGeom>
              <a:rect b="b" l="l" r="r" t="t"/>
              <a:pathLst>
                <a:path extrusionOk="0" h="1863" w="620">
                  <a:moveTo>
                    <a:pt x="304" y="0"/>
                  </a:moveTo>
                  <a:cubicBezTo>
                    <a:pt x="290" y="0"/>
                    <a:pt x="276" y="1"/>
                    <a:pt x="262" y="3"/>
                  </a:cubicBezTo>
                  <a:cubicBezTo>
                    <a:pt x="119" y="50"/>
                    <a:pt x="0" y="193"/>
                    <a:pt x="0" y="336"/>
                  </a:cubicBezTo>
                  <a:lnTo>
                    <a:pt x="0" y="1598"/>
                  </a:lnTo>
                  <a:cubicBezTo>
                    <a:pt x="0" y="1731"/>
                    <a:pt x="102" y="1863"/>
                    <a:pt x="231" y="1863"/>
                  </a:cubicBezTo>
                  <a:cubicBezTo>
                    <a:pt x="241" y="1863"/>
                    <a:pt x="251" y="1862"/>
                    <a:pt x="262" y="1860"/>
                  </a:cubicBezTo>
                  <a:cubicBezTo>
                    <a:pt x="278" y="1862"/>
                    <a:pt x="293" y="1863"/>
                    <a:pt x="308" y="1863"/>
                  </a:cubicBezTo>
                  <a:cubicBezTo>
                    <a:pt x="497" y="1863"/>
                    <a:pt x="619" y="1727"/>
                    <a:pt x="619" y="1551"/>
                  </a:cubicBezTo>
                  <a:lnTo>
                    <a:pt x="619" y="312"/>
                  </a:lnTo>
                  <a:cubicBezTo>
                    <a:pt x="619" y="136"/>
                    <a:pt x="476" y="0"/>
                    <a:pt x="30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9" name="Google Shape;27409;p151"/>
            <p:cNvSpPr/>
            <p:nvPr/>
          </p:nvSpPr>
          <p:spPr>
            <a:xfrm>
              <a:off x="4016368" y="2023854"/>
              <a:ext cx="351317" cy="185346"/>
            </a:xfrm>
            <a:custGeom>
              <a:rect b="b" l="l" r="r" t="t"/>
              <a:pathLst>
                <a:path extrusionOk="0" h="5692" w="10789">
                  <a:moveTo>
                    <a:pt x="1953" y="0"/>
                  </a:moveTo>
                  <a:lnTo>
                    <a:pt x="1953" y="334"/>
                  </a:lnTo>
                  <a:cubicBezTo>
                    <a:pt x="1953" y="3572"/>
                    <a:pt x="167" y="5097"/>
                    <a:pt x="167" y="5120"/>
                  </a:cubicBezTo>
                  <a:cubicBezTo>
                    <a:pt x="72" y="5216"/>
                    <a:pt x="0" y="5358"/>
                    <a:pt x="72" y="5478"/>
                  </a:cubicBezTo>
                  <a:cubicBezTo>
                    <a:pt x="119" y="5597"/>
                    <a:pt x="214" y="5692"/>
                    <a:pt x="357" y="5692"/>
                  </a:cubicBezTo>
                  <a:lnTo>
                    <a:pt x="8549" y="5692"/>
                  </a:lnTo>
                  <a:cubicBezTo>
                    <a:pt x="8621" y="5692"/>
                    <a:pt x="8692" y="5668"/>
                    <a:pt x="8764" y="5620"/>
                  </a:cubicBezTo>
                  <a:cubicBezTo>
                    <a:pt x="8859" y="5573"/>
                    <a:pt x="10788" y="3930"/>
                    <a:pt x="10788" y="357"/>
                  </a:cubicBezTo>
                  <a:lnTo>
                    <a:pt x="10788" y="48"/>
                  </a:lnTo>
                  <a:lnTo>
                    <a:pt x="6359" y="48"/>
                  </a:lnTo>
                  <a:lnTo>
                    <a:pt x="6359"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0" name="Google Shape;27410;p151"/>
            <p:cNvSpPr/>
            <p:nvPr/>
          </p:nvSpPr>
          <p:spPr>
            <a:xfrm>
              <a:off x="4224182" y="2023854"/>
              <a:ext cx="143503" cy="184597"/>
            </a:xfrm>
            <a:custGeom>
              <a:rect b="b" l="l" r="r" t="t"/>
              <a:pathLst>
                <a:path extrusionOk="0" h="5669" w="4407">
                  <a:moveTo>
                    <a:pt x="0" y="0"/>
                  </a:moveTo>
                  <a:lnTo>
                    <a:pt x="0" y="5668"/>
                  </a:lnTo>
                  <a:lnTo>
                    <a:pt x="2191" y="5668"/>
                  </a:lnTo>
                  <a:cubicBezTo>
                    <a:pt x="2239" y="5668"/>
                    <a:pt x="2310" y="5644"/>
                    <a:pt x="2382" y="5597"/>
                  </a:cubicBezTo>
                  <a:cubicBezTo>
                    <a:pt x="2477" y="5549"/>
                    <a:pt x="4406" y="3906"/>
                    <a:pt x="4406" y="334"/>
                  </a:cubicBezTo>
                  <a:lnTo>
                    <a:pt x="4406"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1" name="Google Shape;27411;p151"/>
            <p:cNvSpPr/>
            <p:nvPr/>
          </p:nvSpPr>
          <p:spPr>
            <a:xfrm>
              <a:off x="4213306" y="1944662"/>
              <a:ext cx="20221" cy="60110"/>
            </a:xfrm>
            <a:custGeom>
              <a:rect b="b" l="l" r="r" t="t"/>
              <a:pathLst>
                <a:path extrusionOk="0" h="1846" w="621">
                  <a:moveTo>
                    <a:pt x="227" y="0"/>
                  </a:moveTo>
                  <a:cubicBezTo>
                    <a:pt x="100" y="0"/>
                    <a:pt x="1" y="113"/>
                    <a:pt x="1" y="265"/>
                  </a:cubicBezTo>
                  <a:lnTo>
                    <a:pt x="1" y="1527"/>
                  </a:lnTo>
                  <a:cubicBezTo>
                    <a:pt x="1" y="1670"/>
                    <a:pt x="120" y="1813"/>
                    <a:pt x="263" y="1837"/>
                  </a:cubicBezTo>
                  <a:cubicBezTo>
                    <a:pt x="285" y="1842"/>
                    <a:pt x="308" y="1845"/>
                    <a:pt x="329" y="1845"/>
                  </a:cubicBezTo>
                  <a:cubicBezTo>
                    <a:pt x="490" y="1845"/>
                    <a:pt x="620" y="1698"/>
                    <a:pt x="620" y="1551"/>
                  </a:cubicBezTo>
                  <a:lnTo>
                    <a:pt x="620" y="289"/>
                  </a:lnTo>
                  <a:cubicBezTo>
                    <a:pt x="620" y="135"/>
                    <a:pt x="498" y="1"/>
                    <a:pt x="309" y="1"/>
                  </a:cubicBezTo>
                  <a:cubicBezTo>
                    <a:pt x="294" y="1"/>
                    <a:pt x="279" y="1"/>
                    <a:pt x="263" y="3"/>
                  </a:cubicBezTo>
                  <a:cubicBezTo>
                    <a:pt x="251" y="1"/>
                    <a:pt x="239" y="0"/>
                    <a:pt x="227"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2" name="Google Shape;27412;p151"/>
            <p:cNvSpPr/>
            <p:nvPr/>
          </p:nvSpPr>
          <p:spPr>
            <a:xfrm>
              <a:off x="4223400" y="1942416"/>
              <a:ext cx="10127" cy="61315"/>
            </a:xfrm>
            <a:custGeom>
              <a:rect b="b" l="l" r="r" t="t"/>
              <a:pathLst>
                <a:path extrusionOk="0" h="1883" w="311">
                  <a:moveTo>
                    <a:pt x="1" y="1"/>
                  </a:moveTo>
                  <a:lnTo>
                    <a:pt x="1" y="1882"/>
                  </a:lnTo>
                  <a:cubicBezTo>
                    <a:pt x="167" y="1882"/>
                    <a:pt x="310" y="1763"/>
                    <a:pt x="310" y="1596"/>
                  </a:cubicBezTo>
                  <a:lnTo>
                    <a:pt x="310" y="334"/>
                  </a:lnTo>
                  <a:cubicBezTo>
                    <a:pt x="310" y="167"/>
                    <a:pt x="167"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13" name="Google Shape;27413;p151"/>
          <p:cNvGrpSpPr/>
          <p:nvPr/>
        </p:nvGrpSpPr>
        <p:grpSpPr>
          <a:xfrm>
            <a:off x="4771655" y="1800110"/>
            <a:ext cx="349754" cy="286941"/>
            <a:chOff x="4771655" y="1952510"/>
            <a:chExt cx="349754" cy="286941"/>
          </a:xfrm>
        </p:grpSpPr>
        <p:sp>
          <p:nvSpPr>
            <p:cNvPr id="27414" name="Google Shape;27414;p151"/>
            <p:cNvSpPr/>
            <p:nvPr/>
          </p:nvSpPr>
          <p:spPr>
            <a:xfrm>
              <a:off x="4814312" y="1972568"/>
              <a:ext cx="20189" cy="39954"/>
            </a:xfrm>
            <a:custGeom>
              <a:rect b="b" l="l" r="r" t="t"/>
              <a:pathLst>
                <a:path extrusionOk="0" h="1227" w="620">
                  <a:moveTo>
                    <a:pt x="304" y="1"/>
                  </a:moveTo>
                  <a:cubicBezTo>
                    <a:pt x="290" y="1"/>
                    <a:pt x="276" y="2"/>
                    <a:pt x="262" y="3"/>
                  </a:cubicBezTo>
                  <a:cubicBezTo>
                    <a:pt x="119" y="27"/>
                    <a:pt x="0" y="194"/>
                    <a:pt x="0" y="337"/>
                  </a:cubicBezTo>
                  <a:lnTo>
                    <a:pt x="0" y="956"/>
                  </a:lnTo>
                  <a:cubicBezTo>
                    <a:pt x="0" y="1082"/>
                    <a:pt x="93" y="1226"/>
                    <a:pt x="212" y="1226"/>
                  </a:cubicBezTo>
                  <a:cubicBezTo>
                    <a:pt x="228" y="1226"/>
                    <a:pt x="245" y="1224"/>
                    <a:pt x="262" y="1218"/>
                  </a:cubicBezTo>
                  <a:cubicBezTo>
                    <a:pt x="287" y="1224"/>
                    <a:pt x="312" y="1226"/>
                    <a:pt x="335" y="1226"/>
                  </a:cubicBezTo>
                  <a:cubicBezTo>
                    <a:pt x="508" y="1226"/>
                    <a:pt x="619" y="1079"/>
                    <a:pt x="619" y="932"/>
                  </a:cubicBezTo>
                  <a:lnTo>
                    <a:pt x="619" y="313"/>
                  </a:lnTo>
                  <a:cubicBezTo>
                    <a:pt x="619" y="137"/>
                    <a:pt x="476" y="1"/>
                    <a:pt x="30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5" name="Google Shape;27415;p151"/>
            <p:cNvSpPr/>
            <p:nvPr/>
          </p:nvSpPr>
          <p:spPr>
            <a:xfrm>
              <a:off x="4771655" y="1952510"/>
              <a:ext cx="349754" cy="286941"/>
            </a:xfrm>
            <a:custGeom>
              <a:rect b="b" l="l" r="r" t="t"/>
              <a:pathLst>
                <a:path extrusionOk="0" h="8812" w="10741">
                  <a:moveTo>
                    <a:pt x="3477" y="0"/>
                  </a:moveTo>
                  <a:cubicBezTo>
                    <a:pt x="3358" y="0"/>
                    <a:pt x="3287" y="48"/>
                    <a:pt x="3215" y="167"/>
                  </a:cubicBezTo>
                  <a:lnTo>
                    <a:pt x="2691" y="1239"/>
                  </a:lnTo>
                  <a:lnTo>
                    <a:pt x="334" y="1239"/>
                  </a:lnTo>
                  <a:cubicBezTo>
                    <a:pt x="143" y="1239"/>
                    <a:pt x="0" y="1405"/>
                    <a:pt x="0" y="1572"/>
                  </a:cubicBezTo>
                  <a:lnTo>
                    <a:pt x="0" y="3191"/>
                  </a:lnTo>
                  <a:lnTo>
                    <a:pt x="620" y="3811"/>
                  </a:lnTo>
                  <a:lnTo>
                    <a:pt x="620" y="6311"/>
                  </a:lnTo>
                  <a:lnTo>
                    <a:pt x="0" y="6930"/>
                  </a:lnTo>
                  <a:lnTo>
                    <a:pt x="0" y="8478"/>
                  </a:lnTo>
                  <a:cubicBezTo>
                    <a:pt x="0" y="8669"/>
                    <a:pt x="143" y="8812"/>
                    <a:pt x="334" y="8812"/>
                  </a:cubicBezTo>
                  <a:lnTo>
                    <a:pt x="10431" y="8812"/>
                  </a:lnTo>
                  <a:cubicBezTo>
                    <a:pt x="10598" y="8812"/>
                    <a:pt x="10741" y="8669"/>
                    <a:pt x="10741" y="8478"/>
                  </a:cubicBezTo>
                  <a:lnTo>
                    <a:pt x="10741" y="6906"/>
                  </a:lnTo>
                  <a:lnTo>
                    <a:pt x="10122" y="6287"/>
                  </a:lnTo>
                  <a:lnTo>
                    <a:pt x="10122" y="3787"/>
                  </a:lnTo>
                  <a:lnTo>
                    <a:pt x="10741" y="3144"/>
                  </a:lnTo>
                  <a:lnTo>
                    <a:pt x="10741" y="1572"/>
                  </a:lnTo>
                  <a:cubicBezTo>
                    <a:pt x="10741" y="1405"/>
                    <a:pt x="10598" y="1239"/>
                    <a:pt x="10407" y="1239"/>
                  </a:cubicBezTo>
                  <a:lnTo>
                    <a:pt x="8074" y="1239"/>
                  </a:lnTo>
                  <a:lnTo>
                    <a:pt x="7526" y="167"/>
                  </a:lnTo>
                  <a:cubicBezTo>
                    <a:pt x="7502" y="48"/>
                    <a:pt x="7383" y="0"/>
                    <a:pt x="726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6" name="Google Shape;27416;p151"/>
            <p:cNvSpPr/>
            <p:nvPr/>
          </p:nvSpPr>
          <p:spPr>
            <a:xfrm>
              <a:off x="4946125" y="1953291"/>
              <a:ext cx="175284" cy="286159"/>
            </a:xfrm>
            <a:custGeom>
              <a:rect b="b" l="l" r="r" t="t"/>
              <a:pathLst>
                <a:path extrusionOk="0" h="8788" w="5383">
                  <a:moveTo>
                    <a:pt x="1" y="0"/>
                  </a:moveTo>
                  <a:lnTo>
                    <a:pt x="1" y="8788"/>
                  </a:lnTo>
                  <a:lnTo>
                    <a:pt x="5073" y="8788"/>
                  </a:lnTo>
                  <a:cubicBezTo>
                    <a:pt x="5240" y="8788"/>
                    <a:pt x="5383" y="8645"/>
                    <a:pt x="5383" y="8454"/>
                  </a:cubicBezTo>
                  <a:lnTo>
                    <a:pt x="5383" y="6882"/>
                  </a:lnTo>
                  <a:lnTo>
                    <a:pt x="4764" y="6263"/>
                  </a:lnTo>
                  <a:lnTo>
                    <a:pt x="4764" y="3763"/>
                  </a:lnTo>
                  <a:lnTo>
                    <a:pt x="5359" y="3167"/>
                  </a:lnTo>
                  <a:lnTo>
                    <a:pt x="5359" y="1572"/>
                  </a:lnTo>
                  <a:cubicBezTo>
                    <a:pt x="5359" y="1405"/>
                    <a:pt x="5216" y="1262"/>
                    <a:pt x="5026" y="1262"/>
                  </a:cubicBezTo>
                  <a:lnTo>
                    <a:pt x="2668" y="1262"/>
                  </a:lnTo>
                  <a:lnTo>
                    <a:pt x="2144" y="191"/>
                  </a:lnTo>
                  <a:cubicBezTo>
                    <a:pt x="2120" y="72"/>
                    <a:pt x="2001" y="0"/>
                    <a:pt x="188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7" name="Google Shape;27417;p151"/>
            <p:cNvSpPr/>
            <p:nvPr/>
          </p:nvSpPr>
          <p:spPr>
            <a:xfrm>
              <a:off x="4772437" y="2054854"/>
              <a:ext cx="348972" cy="123347"/>
            </a:xfrm>
            <a:custGeom>
              <a:rect b="b" l="l" r="r" t="t"/>
              <a:pathLst>
                <a:path extrusionOk="0" h="3788" w="10717">
                  <a:moveTo>
                    <a:pt x="0" y="1"/>
                  </a:moveTo>
                  <a:lnTo>
                    <a:pt x="0" y="3787"/>
                  </a:lnTo>
                  <a:lnTo>
                    <a:pt x="10717" y="378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8" name="Google Shape;27418;p151"/>
            <p:cNvSpPr/>
            <p:nvPr/>
          </p:nvSpPr>
          <p:spPr>
            <a:xfrm>
              <a:off x="4946906" y="2054854"/>
              <a:ext cx="174502" cy="123347"/>
            </a:xfrm>
            <a:custGeom>
              <a:rect b="b" l="l" r="r" t="t"/>
              <a:pathLst>
                <a:path extrusionOk="0" h="3788" w="5359">
                  <a:moveTo>
                    <a:pt x="0" y="1"/>
                  </a:moveTo>
                  <a:lnTo>
                    <a:pt x="0" y="3787"/>
                  </a:lnTo>
                  <a:lnTo>
                    <a:pt x="5359" y="3787"/>
                  </a:lnTo>
                  <a:lnTo>
                    <a:pt x="5359" y="1"/>
                  </a:ln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9" name="Google Shape;27419;p151"/>
            <p:cNvSpPr/>
            <p:nvPr/>
          </p:nvSpPr>
          <p:spPr>
            <a:xfrm>
              <a:off x="4915125" y="1992822"/>
              <a:ext cx="62064" cy="21752"/>
            </a:xfrm>
            <a:custGeom>
              <a:rect b="b" l="l" r="r" t="t"/>
              <a:pathLst>
                <a:path extrusionOk="0" h="668" w="1906">
                  <a:moveTo>
                    <a:pt x="333" y="1"/>
                  </a:moveTo>
                  <a:cubicBezTo>
                    <a:pt x="143" y="1"/>
                    <a:pt x="0" y="167"/>
                    <a:pt x="0" y="334"/>
                  </a:cubicBezTo>
                  <a:cubicBezTo>
                    <a:pt x="0" y="525"/>
                    <a:pt x="143" y="667"/>
                    <a:pt x="333" y="667"/>
                  </a:cubicBezTo>
                  <a:lnTo>
                    <a:pt x="1572" y="667"/>
                  </a:lnTo>
                  <a:cubicBezTo>
                    <a:pt x="1762" y="667"/>
                    <a:pt x="1905" y="525"/>
                    <a:pt x="1905" y="334"/>
                  </a:cubicBezTo>
                  <a:cubicBezTo>
                    <a:pt x="1905" y="167"/>
                    <a:pt x="1786" y="48"/>
                    <a:pt x="1572"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0" name="Google Shape;27420;p151"/>
            <p:cNvSpPr/>
            <p:nvPr/>
          </p:nvSpPr>
          <p:spPr>
            <a:xfrm>
              <a:off x="4946906" y="1994385"/>
              <a:ext cx="31065" cy="20189"/>
            </a:xfrm>
            <a:custGeom>
              <a:rect b="b" l="l" r="r" t="t"/>
              <a:pathLst>
                <a:path extrusionOk="0" h="620" w="954">
                  <a:moveTo>
                    <a:pt x="0" y="0"/>
                  </a:moveTo>
                  <a:lnTo>
                    <a:pt x="0" y="619"/>
                  </a:lnTo>
                  <a:lnTo>
                    <a:pt x="643" y="619"/>
                  </a:lnTo>
                  <a:cubicBezTo>
                    <a:pt x="786" y="619"/>
                    <a:pt x="929" y="500"/>
                    <a:pt x="953" y="358"/>
                  </a:cubicBezTo>
                  <a:cubicBezTo>
                    <a:pt x="953" y="143"/>
                    <a:pt x="810" y="0"/>
                    <a:pt x="643"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1" name="Google Shape;27421;p151"/>
            <p:cNvSpPr/>
            <p:nvPr/>
          </p:nvSpPr>
          <p:spPr>
            <a:xfrm>
              <a:off x="4859281" y="2034470"/>
              <a:ext cx="175284" cy="163333"/>
            </a:xfrm>
            <a:custGeom>
              <a:rect b="b" l="l" r="r" t="t"/>
              <a:pathLst>
                <a:path extrusionOk="0" h="5016" w="5383">
                  <a:moveTo>
                    <a:pt x="2706" y="1"/>
                  </a:moveTo>
                  <a:cubicBezTo>
                    <a:pt x="1500" y="1"/>
                    <a:pt x="432" y="877"/>
                    <a:pt x="239" y="2103"/>
                  </a:cubicBezTo>
                  <a:cubicBezTo>
                    <a:pt x="0" y="3461"/>
                    <a:pt x="929" y="4747"/>
                    <a:pt x="2310" y="4985"/>
                  </a:cubicBezTo>
                  <a:cubicBezTo>
                    <a:pt x="2442" y="5006"/>
                    <a:pt x="2572" y="5016"/>
                    <a:pt x="2701" y="5016"/>
                  </a:cubicBezTo>
                  <a:cubicBezTo>
                    <a:pt x="3906" y="5016"/>
                    <a:pt x="4975" y="4139"/>
                    <a:pt x="5168" y="2913"/>
                  </a:cubicBezTo>
                  <a:cubicBezTo>
                    <a:pt x="5383" y="1556"/>
                    <a:pt x="4454" y="270"/>
                    <a:pt x="3096" y="31"/>
                  </a:cubicBezTo>
                  <a:cubicBezTo>
                    <a:pt x="2965" y="11"/>
                    <a:pt x="2835" y="1"/>
                    <a:pt x="2706"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2" name="Google Shape;27422;p151"/>
            <p:cNvSpPr/>
            <p:nvPr/>
          </p:nvSpPr>
          <p:spPr>
            <a:xfrm>
              <a:off x="4946906" y="2033916"/>
              <a:ext cx="81439" cy="163659"/>
            </a:xfrm>
            <a:custGeom>
              <a:rect b="b" l="l" r="r" t="t"/>
              <a:pathLst>
                <a:path extrusionOk="0" h="5026" w="2501">
                  <a:moveTo>
                    <a:pt x="0" y="1"/>
                  </a:moveTo>
                  <a:lnTo>
                    <a:pt x="0" y="5026"/>
                  </a:lnTo>
                  <a:cubicBezTo>
                    <a:pt x="1382" y="5026"/>
                    <a:pt x="2501" y="3930"/>
                    <a:pt x="2501" y="2525"/>
                  </a:cubicBezTo>
                  <a:cubicBezTo>
                    <a:pt x="2501" y="1168"/>
                    <a:pt x="1382" y="25"/>
                    <a:pt x="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3" name="Google Shape;27423;p151"/>
            <p:cNvSpPr/>
            <p:nvPr/>
          </p:nvSpPr>
          <p:spPr>
            <a:xfrm>
              <a:off x="4906594" y="2075792"/>
              <a:ext cx="81439" cy="81471"/>
            </a:xfrm>
            <a:custGeom>
              <a:rect b="b" l="l" r="r" t="t"/>
              <a:pathLst>
                <a:path extrusionOk="0" h="2502" w="2501">
                  <a:moveTo>
                    <a:pt x="1238" y="1"/>
                  </a:moveTo>
                  <a:cubicBezTo>
                    <a:pt x="548" y="1"/>
                    <a:pt x="0" y="549"/>
                    <a:pt x="0" y="1239"/>
                  </a:cubicBezTo>
                  <a:cubicBezTo>
                    <a:pt x="0" y="1930"/>
                    <a:pt x="548" y="2501"/>
                    <a:pt x="1238" y="2501"/>
                  </a:cubicBezTo>
                  <a:cubicBezTo>
                    <a:pt x="1929" y="2501"/>
                    <a:pt x="2501" y="1930"/>
                    <a:pt x="2501" y="1239"/>
                  </a:cubicBezTo>
                  <a:cubicBezTo>
                    <a:pt x="2501" y="549"/>
                    <a:pt x="1929" y="1"/>
                    <a:pt x="1238"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4" name="Google Shape;27424;p151"/>
            <p:cNvSpPr/>
            <p:nvPr/>
          </p:nvSpPr>
          <p:spPr>
            <a:xfrm>
              <a:off x="4946906" y="2075010"/>
              <a:ext cx="41126" cy="82253"/>
            </a:xfrm>
            <a:custGeom>
              <a:rect b="b" l="l" r="r" t="t"/>
              <a:pathLst>
                <a:path extrusionOk="0" h="2526" w="1263">
                  <a:moveTo>
                    <a:pt x="0" y="1"/>
                  </a:moveTo>
                  <a:lnTo>
                    <a:pt x="0" y="2525"/>
                  </a:lnTo>
                  <a:cubicBezTo>
                    <a:pt x="691" y="2525"/>
                    <a:pt x="1263" y="1954"/>
                    <a:pt x="1263" y="1263"/>
                  </a:cubicBezTo>
                  <a:cubicBezTo>
                    <a:pt x="1263" y="573"/>
                    <a:pt x="691" y="25"/>
                    <a:pt x="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5" name="Google Shape;27425;p151"/>
          <p:cNvGrpSpPr/>
          <p:nvPr/>
        </p:nvGrpSpPr>
        <p:grpSpPr>
          <a:xfrm>
            <a:off x="5538567" y="1790016"/>
            <a:ext cx="350568" cy="307911"/>
            <a:chOff x="5538567" y="1942416"/>
            <a:chExt cx="350568" cy="307911"/>
          </a:xfrm>
        </p:grpSpPr>
        <p:sp>
          <p:nvSpPr>
            <p:cNvPr id="27426" name="Google Shape;27426;p151"/>
            <p:cNvSpPr/>
            <p:nvPr/>
          </p:nvSpPr>
          <p:spPr>
            <a:xfrm>
              <a:off x="5538567" y="2003698"/>
              <a:ext cx="350568" cy="245847"/>
            </a:xfrm>
            <a:custGeom>
              <a:rect b="b" l="l" r="r" t="t"/>
              <a:pathLst>
                <a:path extrusionOk="0" h="7550" w="10766">
                  <a:moveTo>
                    <a:pt x="620" y="0"/>
                  </a:moveTo>
                  <a:lnTo>
                    <a:pt x="1" y="619"/>
                  </a:lnTo>
                  <a:lnTo>
                    <a:pt x="1" y="7240"/>
                  </a:lnTo>
                  <a:cubicBezTo>
                    <a:pt x="1" y="7406"/>
                    <a:pt x="144" y="7549"/>
                    <a:pt x="334" y="7549"/>
                  </a:cubicBezTo>
                  <a:lnTo>
                    <a:pt x="2668" y="7549"/>
                  </a:lnTo>
                  <a:lnTo>
                    <a:pt x="3573" y="7240"/>
                  </a:lnTo>
                  <a:lnTo>
                    <a:pt x="4335" y="7549"/>
                  </a:lnTo>
                  <a:lnTo>
                    <a:pt x="6431" y="7549"/>
                  </a:lnTo>
                  <a:lnTo>
                    <a:pt x="7264" y="7240"/>
                  </a:lnTo>
                  <a:lnTo>
                    <a:pt x="8098" y="7549"/>
                  </a:lnTo>
                  <a:lnTo>
                    <a:pt x="10455" y="7549"/>
                  </a:lnTo>
                  <a:cubicBezTo>
                    <a:pt x="10622" y="7549"/>
                    <a:pt x="10765" y="7406"/>
                    <a:pt x="10765" y="7240"/>
                  </a:cubicBezTo>
                  <a:lnTo>
                    <a:pt x="10765" y="619"/>
                  </a:lnTo>
                  <a:lnTo>
                    <a:pt x="10098"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7" name="Google Shape;27427;p151"/>
            <p:cNvSpPr/>
            <p:nvPr/>
          </p:nvSpPr>
          <p:spPr>
            <a:xfrm>
              <a:off x="5713818" y="2003698"/>
              <a:ext cx="174535" cy="246628"/>
            </a:xfrm>
            <a:custGeom>
              <a:rect b="b" l="l" r="r" t="t"/>
              <a:pathLst>
                <a:path extrusionOk="0" h="7574" w="5360">
                  <a:moveTo>
                    <a:pt x="1" y="0"/>
                  </a:moveTo>
                  <a:lnTo>
                    <a:pt x="1" y="7525"/>
                  </a:lnTo>
                  <a:lnTo>
                    <a:pt x="1049" y="7525"/>
                  </a:lnTo>
                  <a:lnTo>
                    <a:pt x="1859" y="7240"/>
                  </a:lnTo>
                  <a:lnTo>
                    <a:pt x="2692" y="7573"/>
                  </a:lnTo>
                  <a:lnTo>
                    <a:pt x="5026" y="7573"/>
                  </a:lnTo>
                  <a:cubicBezTo>
                    <a:pt x="5216" y="7573"/>
                    <a:pt x="5359" y="7406"/>
                    <a:pt x="5359" y="7240"/>
                  </a:cubicBezTo>
                  <a:lnTo>
                    <a:pt x="5359" y="619"/>
                  </a:lnTo>
                  <a:lnTo>
                    <a:pt x="4740"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8" name="Google Shape;27428;p151"/>
            <p:cNvSpPr/>
            <p:nvPr/>
          </p:nvSpPr>
          <p:spPr>
            <a:xfrm>
              <a:off x="5538567" y="1942416"/>
              <a:ext cx="349005" cy="83002"/>
            </a:xfrm>
            <a:custGeom>
              <a:rect b="b" l="l" r="r" t="t"/>
              <a:pathLst>
                <a:path extrusionOk="0" h="2549" w="10718">
                  <a:moveTo>
                    <a:pt x="334" y="1"/>
                  </a:moveTo>
                  <a:cubicBezTo>
                    <a:pt x="144" y="1"/>
                    <a:pt x="1" y="167"/>
                    <a:pt x="1" y="334"/>
                  </a:cubicBezTo>
                  <a:lnTo>
                    <a:pt x="1" y="2549"/>
                  </a:lnTo>
                  <a:lnTo>
                    <a:pt x="10717" y="2549"/>
                  </a:lnTo>
                  <a:lnTo>
                    <a:pt x="10717" y="334"/>
                  </a:lnTo>
                  <a:cubicBezTo>
                    <a:pt x="10717" y="167"/>
                    <a:pt x="10551" y="1"/>
                    <a:pt x="10408"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9" name="Google Shape;27429;p151"/>
            <p:cNvSpPr/>
            <p:nvPr/>
          </p:nvSpPr>
          <p:spPr>
            <a:xfrm>
              <a:off x="5713070" y="1943718"/>
              <a:ext cx="174502" cy="81699"/>
            </a:xfrm>
            <a:custGeom>
              <a:rect b="b" l="l" r="r" t="t"/>
              <a:pathLst>
                <a:path extrusionOk="0" h="2509" w="5359">
                  <a:moveTo>
                    <a:pt x="5100" y="0"/>
                  </a:moveTo>
                  <a:cubicBezTo>
                    <a:pt x="5083" y="0"/>
                    <a:pt x="5066" y="3"/>
                    <a:pt x="5049" y="8"/>
                  </a:cubicBezTo>
                  <a:lnTo>
                    <a:pt x="0" y="8"/>
                  </a:lnTo>
                  <a:lnTo>
                    <a:pt x="0" y="2509"/>
                  </a:lnTo>
                  <a:lnTo>
                    <a:pt x="5358" y="2509"/>
                  </a:lnTo>
                  <a:lnTo>
                    <a:pt x="5358" y="294"/>
                  </a:lnTo>
                  <a:cubicBezTo>
                    <a:pt x="5358" y="147"/>
                    <a:pt x="5229" y="0"/>
                    <a:pt x="510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0" name="Google Shape;27430;p151"/>
            <p:cNvSpPr/>
            <p:nvPr/>
          </p:nvSpPr>
          <p:spPr>
            <a:xfrm>
              <a:off x="5578912" y="1972666"/>
              <a:ext cx="21752" cy="20970"/>
            </a:xfrm>
            <a:custGeom>
              <a:rect b="b" l="l" r="r" t="t"/>
              <a:pathLst>
                <a:path extrusionOk="0" h="644" w="668">
                  <a:moveTo>
                    <a:pt x="334" y="0"/>
                  </a:moveTo>
                  <a:cubicBezTo>
                    <a:pt x="143" y="0"/>
                    <a:pt x="0" y="143"/>
                    <a:pt x="0" y="334"/>
                  </a:cubicBezTo>
                  <a:cubicBezTo>
                    <a:pt x="0" y="501"/>
                    <a:pt x="143" y="643"/>
                    <a:pt x="334" y="643"/>
                  </a:cubicBezTo>
                  <a:cubicBezTo>
                    <a:pt x="524" y="643"/>
                    <a:pt x="667" y="501"/>
                    <a:pt x="667" y="334"/>
                  </a:cubicBezTo>
                  <a:cubicBezTo>
                    <a:pt x="667" y="143"/>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1" name="Google Shape;27431;p151"/>
            <p:cNvSpPr/>
            <p:nvPr/>
          </p:nvSpPr>
          <p:spPr>
            <a:xfrm>
              <a:off x="5620006" y="1972666"/>
              <a:ext cx="20970" cy="20970"/>
            </a:xfrm>
            <a:custGeom>
              <a:rect b="b" l="l" r="r" t="t"/>
              <a:pathLst>
                <a:path extrusionOk="0" h="644" w="644">
                  <a:moveTo>
                    <a:pt x="310" y="0"/>
                  </a:moveTo>
                  <a:cubicBezTo>
                    <a:pt x="143" y="0"/>
                    <a:pt x="0" y="143"/>
                    <a:pt x="0" y="334"/>
                  </a:cubicBezTo>
                  <a:cubicBezTo>
                    <a:pt x="0" y="501"/>
                    <a:pt x="143" y="643"/>
                    <a:pt x="310" y="643"/>
                  </a:cubicBezTo>
                  <a:cubicBezTo>
                    <a:pt x="501" y="643"/>
                    <a:pt x="643" y="501"/>
                    <a:pt x="643" y="334"/>
                  </a:cubicBezTo>
                  <a:cubicBezTo>
                    <a:pt x="643" y="143"/>
                    <a:pt x="501" y="0"/>
                    <a:pt x="310"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2" name="Google Shape;27432;p151"/>
            <p:cNvSpPr/>
            <p:nvPr/>
          </p:nvSpPr>
          <p:spPr>
            <a:xfrm>
              <a:off x="5660318" y="1972666"/>
              <a:ext cx="21752" cy="20970"/>
            </a:xfrm>
            <a:custGeom>
              <a:rect b="b" l="l" r="r" t="t"/>
              <a:pathLst>
                <a:path extrusionOk="0" h="644" w="668">
                  <a:moveTo>
                    <a:pt x="334" y="0"/>
                  </a:moveTo>
                  <a:cubicBezTo>
                    <a:pt x="144" y="0"/>
                    <a:pt x="1" y="143"/>
                    <a:pt x="1" y="334"/>
                  </a:cubicBezTo>
                  <a:cubicBezTo>
                    <a:pt x="1" y="501"/>
                    <a:pt x="144" y="643"/>
                    <a:pt x="334" y="643"/>
                  </a:cubicBezTo>
                  <a:cubicBezTo>
                    <a:pt x="525" y="643"/>
                    <a:pt x="668" y="501"/>
                    <a:pt x="668" y="334"/>
                  </a:cubicBezTo>
                  <a:cubicBezTo>
                    <a:pt x="668" y="143"/>
                    <a:pt x="525" y="0"/>
                    <a:pt x="334"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3" name="Google Shape;27433;p151"/>
            <p:cNvSpPr/>
            <p:nvPr/>
          </p:nvSpPr>
          <p:spPr>
            <a:xfrm>
              <a:off x="5710725" y="1973448"/>
              <a:ext cx="134972" cy="20970"/>
            </a:xfrm>
            <a:custGeom>
              <a:rect b="b" l="l" r="r" t="t"/>
              <a:pathLst>
                <a:path extrusionOk="0" h="644" w="4145">
                  <a:moveTo>
                    <a:pt x="358" y="0"/>
                  </a:moveTo>
                  <a:cubicBezTo>
                    <a:pt x="215" y="0"/>
                    <a:pt x="72" y="119"/>
                    <a:pt x="25" y="286"/>
                  </a:cubicBezTo>
                  <a:cubicBezTo>
                    <a:pt x="1" y="453"/>
                    <a:pt x="144" y="643"/>
                    <a:pt x="334" y="643"/>
                  </a:cubicBezTo>
                  <a:lnTo>
                    <a:pt x="3787" y="643"/>
                  </a:lnTo>
                  <a:cubicBezTo>
                    <a:pt x="3930" y="643"/>
                    <a:pt x="4073" y="524"/>
                    <a:pt x="4121" y="358"/>
                  </a:cubicBezTo>
                  <a:cubicBezTo>
                    <a:pt x="4144" y="167"/>
                    <a:pt x="4025" y="0"/>
                    <a:pt x="381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4" name="Google Shape;27434;p151"/>
            <p:cNvSpPr/>
            <p:nvPr/>
          </p:nvSpPr>
          <p:spPr>
            <a:xfrm>
              <a:off x="5578912" y="2188230"/>
              <a:ext cx="52751" cy="20221"/>
            </a:xfrm>
            <a:custGeom>
              <a:rect b="b" l="l" r="r" t="t"/>
              <a:pathLst>
                <a:path extrusionOk="0" h="621" w="1620">
                  <a:moveTo>
                    <a:pt x="334" y="1"/>
                  </a:moveTo>
                  <a:cubicBezTo>
                    <a:pt x="143" y="1"/>
                    <a:pt x="0" y="168"/>
                    <a:pt x="24" y="358"/>
                  </a:cubicBezTo>
                  <a:cubicBezTo>
                    <a:pt x="72" y="501"/>
                    <a:pt x="215" y="620"/>
                    <a:pt x="357" y="620"/>
                  </a:cubicBezTo>
                  <a:lnTo>
                    <a:pt x="1286" y="620"/>
                  </a:lnTo>
                  <a:cubicBezTo>
                    <a:pt x="1477" y="620"/>
                    <a:pt x="1620" y="477"/>
                    <a:pt x="1572" y="263"/>
                  </a:cubicBezTo>
                  <a:cubicBezTo>
                    <a:pt x="1548" y="120"/>
                    <a:pt x="1405" y="1"/>
                    <a:pt x="1262"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5" name="Google Shape;27435;p151"/>
            <p:cNvSpPr/>
            <p:nvPr/>
          </p:nvSpPr>
          <p:spPr>
            <a:xfrm>
              <a:off x="5792945" y="2188230"/>
              <a:ext cx="52751" cy="20221"/>
            </a:xfrm>
            <a:custGeom>
              <a:rect b="b" l="l" r="r" t="t"/>
              <a:pathLst>
                <a:path extrusionOk="0" h="621" w="1620">
                  <a:moveTo>
                    <a:pt x="333" y="1"/>
                  </a:moveTo>
                  <a:cubicBezTo>
                    <a:pt x="167" y="1"/>
                    <a:pt x="0" y="168"/>
                    <a:pt x="48" y="358"/>
                  </a:cubicBezTo>
                  <a:cubicBezTo>
                    <a:pt x="72" y="501"/>
                    <a:pt x="214" y="620"/>
                    <a:pt x="357" y="620"/>
                  </a:cubicBezTo>
                  <a:lnTo>
                    <a:pt x="1286" y="620"/>
                  </a:lnTo>
                  <a:cubicBezTo>
                    <a:pt x="1500" y="620"/>
                    <a:pt x="1619" y="477"/>
                    <a:pt x="1596" y="263"/>
                  </a:cubicBezTo>
                  <a:cubicBezTo>
                    <a:pt x="1548" y="120"/>
                    <a:pt x="1405" y="1"/>
                    <a:pt x="1262"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6" name="Google Shape;27436;p151"/>
            <p:cNvSpPr/>
            <p:nvPr/>
          </p:nvSpPr>
          <p:spPr>
            <a:xfrm>
              <a:off x="5767351" y="2101581"/>
              <a:ext cx="43438" cy="41713"/>
            </a:xfrm>
            <a:custGeom>
              <a:rect b="b" l="l" r="r" t="t"/>
              <a:pathLst>
                <a:path extrusionOk="0" h="1281" w="1334">
                  <a:moveTo>
                    <a:pt x="988" y="1"/>
                  </a:moveTo>
                  <a:cubicBezTo>
                    <a:pt x="905" y="1"/>
                    <a:pt x="822" y="30"/>
                    <a:pt x="762" y="90"/>
                  </a:cubicBezTo>
                  <a:lnTo>
                    <a:pt x="119" y="757"/>
                  </a:lnTo>
                  <a:cubicBezTo>
                    <a:pt x="0" y="876"/>
                    <a:pt x="0" y="1066"/>
                    <a:pt x="119" y="1185"/>
                  </a:cubicBezTo>
                  <a:cubicBezTo>
                    <a:pt x="167" y="1257"/>
                    <a:pt x="238" y="1281"/>
                    <a:pt x="334" y="1281"/>
                  </a:cubicBezTo>
                  <a:cubicBezTo>
                    <a:pt x="381" y="1281"/>
                    <a:pt x="476" y="1257"/>
                    <a:pt x="548" y="1185"/>
                  </a:cubicBezTo>
                  <a:lnTo>
                    <a:pt x="1215" y="542"/>
                  </a:lnTo>
                  <a:cubicBezTo>
                    <a:pt x="1334" y="423"/>
                    <a:pt x="1334" y="209"/>
                    <a:pt x="1215" y="90"/>
                  </a:cubicBezTo>
                  <a:cubicBezTo>
                    <a:pt x="1155" y="30"/>
                    <a:pt x="1072" y="1"/>
                    <a:pt x="988"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7" name="Google Shape;27437;p151"/>
            <p:cNvSpPr/>
            <p:nvPr/>
          </p:nvSpPr>
          <p:spPr>
            <a:xfrm>
              <a:off x="5616131" y="2101581"/>
              <a:ext cx="43438" cy="41713"/>
            </a:xfrm>
            <a:custGeom>
              <a:rect b="b" l="l" r="r" t="t"/>
              <a:pathLst>
                <a:path extrusionOk="0" h="1281" w="1334">
                  <a:moveTo>
                    <a:pt x="334" y="1"/>
                  </a:moveTo>
                  <a:cubicBezTo>
                    <a:pt x="256" y="1"/>
                    <a:pt x="179" y="30"/>
                    <a:pt x="119" y="90"/>
                  </a:cubicBezTo>
                  <a:cubicBezTo>
                    <a:pt x="0" y="209"/>
                    <a:pt x="0" y="423"/>
                    <a:pt x="119" y="542"/>
                  </a:cubicBezTo>
                  <a:lnTo>
                    <a:pt x="762" y="1185"/>
                  </a:lnTo>
                  <a:cubicBezTo>
                    <a:pt x="834" y="1257"/>
                    <a:pt x="882" y="1281"/>
                    <a:pt x="977" y="1281"/>
                  </a:cubicBezTo>
                  <a:cubicBezTo>
                    <a:pt x="1024" y="1281"/>
                    <a:pt x="1120" y="1257"/>
                    <a:pt x="1215" y="1185"/>
                  </a:cubicBezTo>
                  <a:cubicBezTo>
                    <a:pt x="1334" y="1066"/>
                    <a:pt x="1334" y="876"/>
                    <a:pt x="1215" y="757"/>
                  </a:cubicBezTo>
                  <a:lnTo>
                    <a:pt x="548" y="90"/>
                  </a:lnTo>
                  <a:cubicBezTo>
                    <a:pt x="489" y="30"/>
                    <a:pt x="411" y="1"/>
                    <a:pt x="334"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8" name="Google Shape;27438;p151"/>
            <p:cNvSpPr/>
            <p:nvPr/>
          </p:nvSpPr>
          <p:spPr>
            <a:xfrm>
              <a:off x="5702194" y="2066414"/>
              <a:ext cx="20189" cy="50797"/>
            </a:xfrm>
            <a:custGeom>
              <a:rect b="b" l="l" r="r" t="t"/>
              <a:pathLst>
                <a:path extrusionOk="0" h="1560" w="620">
                  <a:moveTo>
                    <a:pt x="232" y="0"/>
                  </a:moveTo>
                  <a:cubicBezTo>
                    <a:pt x="103" y="0"/>
                    <a:pt x="1" y="136"/>
                    <a:pt x="1" y="313"/>
                  </a:cubicBezTo>
                  <a:lnTo>
                    <a:pt x="1" y="1241"/>
                  </a:lnTo>
                  <a:cubicBezTo>
                    <a:pt x="1" y="1384"/>
                    <a:pt x="120" y="1527"/>
                    <a:pt x="263" y="1551"/>
                  </a:cubicBezTo>
                  <a:cubicBezTo>
                    <a:pt x="285" y="1557"/>
                    <a:pt x="307" y="1559"/>
                    <a:pt x="329" y="1559"/>
                  </a:cubicBezTo>
                  <a:cubicBezTo>
                    <a:pt x="490" y="1559"/>
                    <a:pt x="620" y="1412"/>
                    <a:pt x="620" y="1265"/>
                  </a:cubicBezTo>
                  <a:lnTo>
                    <a:pt x="620" y="313"/>
                  </a:lnTo>
                  <a:cubicBezTo>
                    <a:pt x="620" y="136"/>
                    <a:pt x="497" y="0"/>
                    <a:pt x="309" y="0"/>
                  </a:cubicBezTo>
                  <a:cubicBezTo>
                    <a:pt x="294" y="0"/>
                    <a:pt x="278" y="1"/>
                    <a:pt x="263" y="3"/>
                  </a:cubicBezTo>
                  <a:cubicBezTo>
                    <a:pt x="252" y="1"/>
                    <a:pt x="242" y="0"/>
                    <a:pt x="232"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9" name="Google Shape;27439;p151"/>
            <p:cNvSpPr/>
            <p:nvPr/>
          </p:nvSpPr>
          <p:spPr>
            <a:xfrm>
              <a:off x="5711507" y="2064948"/>
              <a:ext cx="10876" cy="51221"/>
            </a:xfrm>
            <a:custGeom>
              <a:rect b="b" l="l" r="r" t="t"/>
              <a:pathLst>
                <a:path extrusionOk="0" h="1573" w="334">
                  <a:moveTo>
                    <a:pt x="1" y="0"/>
                  </a:moveTo>
                  <a:lnTo>
                    <a:pt x="1" y="1572"/>
                  </a:lnTo>
                  <a:cubicBezTo>
                    <a:pt x="215" y="1572"/>
                    <a:pt x="334" y="1453"/>
                    <a:pt x="334" y="1286"/>
                  </a:cubicBezTo>
                  <a:lnTo>
                    <a:pt x="334" y="334"/>
                  </a:lnTo>
                  <a:cubicBezTo>
                    <a:pt x="334" y="143"/>
                    <a:pt x="191" y="0"/>
                    <a:pt x="1"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0" name="Google Shape;27440;p151"/>
            <p:cNvSpPr/>
            <p:nvPr/>
          </p:nvSpPr>
          <p:spPr>
            <a:xfrm>
              <a:off x="5609912" y="2095948"/>
              <a:ext cx="207097" cy="154379"/>
            </a:xfrm>
            <a:custGeom>
              <a:rect b="b" l="l" r="r" t="t"/>
              <a:pathLst>
                <a:path extrusionOk="0" h="4741" w="6360">
                  <a:moveTo>
                    <a:pt x="3168" y="1"/>
                  </a:moveTo>
                  <a:cubicBezTo>
                    <a:pt x="1430" y="1"/>
                    <a:pt x="1" y="1406"/>
                    <a:pt x="1" y="3144"/>
                  </a:cubicBezTo>
                  <a:cubicBezTo>
                    <a:pt x="1" y="3716"/>
                    <a:pt x="191" y="4264"/>
                    <a:pt x="453" y="4740"/>
                  </a:cubicBezTo>
                  <a:lnTo>
                    <a:pt x="2120" y="4740"/>
                  </a:lnTo>
                  <a:cubicBezTo>
                    <a:pt x="1620" y="4383"/>
                    <a:pt x="1263" y="3787"/>
                    <a:pt x="1287" y="3121"/>
                  </a:cubicBezTo>
                  <a:cubicBezTo>
                    <a:pt x="1311" y="2144"/>
                    <a:pt x="2097" y="1311"/>
                    <a:pt x="3097" y="1287"/>
                  </a:cubicBezTo>
                  <a:cubicBezTo>
                    <a:pt x="3125" y="1286"/>
                    <a:pt x="3152" y="1285"/>
                    <a:pt x="3180" y="1285"/>
                  </a:cubicBezTo>
                  <a:cubicBezTo>
                    <a:pt x="4215" y="1285"/>
                    <a:pt x="5073" y="2147"/>
                    <a:pt x="5073" y="3144"/>
                  </a:cubicBezTo>
                  <a:cubicBezTo>
                    <a:pt x="5073" y="3811"/>
                    <a:pt x="4740" y="4383"/>
                    <a:pt x="4240" y="4740"/>
                  </a:cubicBezTo>
                  <a:lnTo>
                    <a:pt x="5907" y="4740"/>
                  </a:lnTo>
                  <a:cubicBezTo>
                    <a:pt x="6169" y="4264"/>
                    <a:pt x="6359" y="3740"/>
                    <a:pt x="6359" y="3144"/>
                  </a:cubicBezTo>
                  <a:cubicBezTo>
                    <a:pt x="6288" y="1430"/>
                    <a:pt x="4883" y="1"/>
                    <a:pt x="3168"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1" name="Google Shape;27441;p151"/>
            <p:cNvSpPr/>
            <p:nvPr/>
          </p:nvSpPr>
          <p:spPr>
            <a:xfrm>
              <a:off x="5713070" y="2095948"/>
              <a:ext cx="102376" cy="154379"/>
            </a:xfrm>
            <a:custGeom>
              <a:rect b="b" l="l" r="r" t="t"/>
              <a:pathLst>
                <a:path extrusionOk="0" h="4741" w="3144">
                  <a:moveTo>
                    <a:pt x="0" y="1"/>
                  </a:moveTo>
                  <a:lnTo>
                    <a:pt x="0" y="1239"/>
                  </a:lnTo>
                  <a:cubicBezTo>
                    <a:pt x="1024" y="1239"/>
                    <a:pt x="1882" y="2120"/>
                    <a:pt x="1882" y="3144"/>
                  </a:cubicBezTo>
                  <a:cubicBezTo>
                    <a:pt x="1882" y="3811"/>
                    <a:pt x="1548" y="4383"/>
                    <a:pt x="1048" y="4740"/>
                  </a:cubicBezTo>
                  <a:lnTo>
                    <a:pt x="2715" y="4740"/>
                  </a:lnTo>
                  <a:cubicBezTo>
                    <a:pt x="2977" y="4264"/>
                    <a:pt x="3144" y="3740"/>
                    <a:pt x="3144" y="3144"/>
                  </a:cubicBezTo>
                  <a:cubicBezTo>
                    <a:pt x="3144" y="1430"/>
                    <a:pt x="1762" y="1"/>
                    <a:pt x="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2" name="Google Shape;27442;p151"/>
          <p:cNvGrpSpPr/>
          <p:nvPr/>
        </p:nvGrpSpPr>
        <p:grpSpPr>
          <a:xfrm>
            <a:off x="6296199" y="1790016"/>
            <a:ext cx="350535" cy="307130"/>
            <a:chOff x="6296199" y="1942416"/>
            <a:chExt cx="350535" cy="307130"/>
          </a:xfrm>
        </p:grpSpPr>
        <p:sp>
          <p:nvSpPr>
            <p:cNvPr id="27443" name="Google Shape;27443;p151"/>
            <p:cNvSpPr/>
            <p:nvPr/>
          </p:nvSpPr>
          <p:spPr>
            <a:xfrm>
              <a:off x="6296199" y="2003698"/>
              <a:ext cx="350535" cy="245847"/>
            </a:xfrm>
            <a:custGeom>
              <a:rect b="b" l="l" r="r" t="t"/>
              <a:pathLst>
                <a:path extrusionOk="0" h="7550" w="10765">
                  <a:moveTo>
                    <a:pt x="644" y="0"/>
                  </a:moveTo>
                  <a:lnTo>
                    <a:pt x="1" y="619"/>
                  </a:lnTo>
                  <a:lnTo>
                    <a:pt x="1" y="7240"/>
                  </a:lnTo>
                  <a:cubicBezTo>
                    <a:pt x="1" y="7406"/>
                    <a:pt x="167" y="7549"/>
                    <a:pt x="334" y="7549"/>
                  </a:cubicBezTo>
                  <a:lnTo>
                    <a:pt x="10431" y="7549"/>
                  </a:lnTo>
                  <a:cubicBezTo>
                    <a:pt x="10598" y="7549"/>
                    <a:pt x="10765" y="7406"/>
                    <a:pt x="10765" y="7240"/>
                  </a:cubicBezTo>
                  <a:lnTo>
                    <a:pt x="10765" y="619"/>
                  </a:lnTo>
                  <a:lnTo>
                    <a:pt x="10098"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4" name="Google Shape;27444;p151"/>
            <p:cNvSpPr/>
            <p:nvPr/>
          </p:nvSpPr>
          <p:spPr>
            <a:xfrm>
              <a:off x="6470669" y="2003698"/>
              <a:ext cx="176065" cy="245847"/>
            </a:xfrm>
            <a:custGeom>
              <a:rect b="b" l="l" r="r" t="t"/>
              <a:pathLst>
                <a:path extrusionOk="0" h="7550" w="5407">
                  <a:moveTo>
                    <a:pt x="1" y="0"/>
                  </a:moveTo>
                  <a:lnTo>
                    <a:pt x="1" y="7549"/>
                  </a:lnTo>
                  <a:lnTo>
                    <a:pt x="5073" y="7549"/>
                  </a:lnTo>
                  <a:cubicBezTo>
                    <a:pt x="5240" y="7549"/>
                    <a:pt x="5407" y="7406"/>
                    <a:pt x="5407" y="7240"/>
                  </a:cubicBezTo>
                  <a:lnTo>
                    <a:pt x="5407" y="619"/>
                  </a:lnTo>
                  <a:lnTo>
                    <a:pt x="4740"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5" name="Google Shape;27445;p151"/>
            <p:cNvSpPr/>
            <p:nvPr/>
          </p:nvSpPr>
          <p:spPr>
            <a:xfrm>
              <a:off x="6297762" y="1942416"/>
              <a:ext cx="348972" cy="83002"/>
            </a:xfrm>
            <a:custGeom>
              <a:rect b="b" l="l" r="r" t="t"/>
              <a:pathLst>
                <a:path extrusionOk="0" h="2549" w="10717">
                  <a:moveTo>
                    <a:pt x="310" y="1"/>
                  </a:moveTo>
                  <a:cubicBezTo>
                    <a:pt x="143" y="1"/>
                    <a:pt x="0" y="167"/>
                    <a:pt x="0" y="334"/>
                  </a:cubicBezTo>
                  <a:lnTo>
                    <a:pt x="0" y="2549"/>
                  </a:lnTo>
                  <a:lnTo>
                    <a:pt x="10717" y="2549"/>
                  </a:lnTo>
                  <a:lnTo>
                    <a:pt x="10717" y="334"/>
                  </a:lnTo>
                  <a:cubicBezTo>
                    <a:pt x="10717" y="167"/>
                    <a:pt x="10550" y="1"/>
                    <a:pt x="10407"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6" name="Google Shape;27446;p151"/>
            <p:cNvSpPr/>
            <p:nvPr/>
          </p:nvSpPr>
          <p:spPr>
            <a:xfrm>
              <a:off x="6472232" y="1943718"/>
              <a:ext cx="174502" cy="81699"/>
            </a:xfrm>
            <a:custGeom>
              <a:rect b="b" l="l" r="r" t="t"/>
              <a:pathLst>
                <a:path extrusionOk="0" h="2509" w="5359">
                  <a:moveTo>
                    <a:pt x="5101" y="0"/>
                  </a:moveTo>
                  <a:cubicBezTo>
                    <a:pt x="5083" y="0"/>
                    <a:pt x="5066" y="3"/>
                    <a:pt x="5049" y="8"/>
                  </a:cubicBezTo>
                  <a:lnTo>
                    <a:pt x="1" y="8"/>
                  </a:lnTo>
                  <a:lnTo>
                    <a:pt x="1" y="2509"/>
                  </a:lnTo>
                  <a:lnTo>
                    <a:pt x="5359" y="2509"/>
                  </a:lnTo>
                  <a:lnTo>
                    <a:pt x="5359" y="294"/>
                  </a:lnTo>
                  <a:cubicBezTo>
                    <a:pt x="5359" y="147"/>
                    <a:pt x="5229" y="0"/>
                    <a:pt x="510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7" name="Google Shape;27447;p151"/>
            <p:cNvSpPr/>
            <p:nvPr/>
          </p:nvSpPr>
          <p:spPr>
            <a:xfrm>
              <a:off x="6338074" y="1972666"/>
              <a:ext cx="21752" cy="20970"/>
            </a:xfrm>
            <a:custGeom>
              <a:rect b="b" l="l" r="r" t="t"/>
              <a:pathLst>
                <a:path extrusionOk="0" h="644" w="668">
                  <a:moveTo>
                    <a:pt x="334" y="0"/>
                  </a:moveTo>
                  <a:cubicBezTo>
                    <a:pt x="144" y="0"/>
                    <a:pt x="1" y="143"/>
                    <a:pt x="1" y="334"/>
                  </a:cubicBezTo>
                  <a:cubicBezTo>
                    <a:pt x="1" y="501"/>
                    <a:pt x="144" y="643"/>
                    <a:pt x="334" y="643"/>
                  </a:cubicBezTo>
                  <a:cubicBezTo>
                    <a:pt x="501" y="643"/>
                    <a:pt x="667" y="501"/>
                    <a:pt x="667" y="334"/>
                  </a:cubicBezTo>
                  <a:cubicBezTo>
                    <a:pt x="667" y="143"/>
                    <a:pt x="501"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8" name="Google Shape;27448;p151"/>
            <p:cNvSpPr/>
            <p:nvPr/>
          </p:nvSpPr>
          <p:spPr>
            <a:xfrm>
              <a:off x="6378419" y="1972666"/>
              <a:ext cx="21719" cy="20970"/>
            </a:xfrm>
            <a:custGeom>
              <a:rect b="b" l="l" r="r" t="t"/>
              <a:pathLst>
                <a:path extrusionOk="0" h="644" w="667">
                  <a:moveTo>
                    <a:pt x="333" y="0"/>
                  </a:moveTo>
                  <a:cubicBezTo>
                    <a:pt x="167" y="0"/>
                    <a:pt x="0" y="143"/>
                    <a:pt x="0" y="334"/>
                  </a:cubicBezTo>
                  <a:cubicBezTo>
                    <a:pt x="0" y="501"/>
                    <a:pt x="167" y="643"/>
                    <a:pt x="333" y="643"/>
                  </a:cubicBezTo>
                  <a:cubicBezTo>
                    <a:pt x="524" y="643"/>
                    <a:pt x="667" y="501"/>
                    <a:pt x="667" y="334"/>
                  </a:cubicBezTo>
                  <a:cubicBezTo>
                    <a:pt x="667" y="143"/>
                    <a:pt x="524" y="0"/>
                    <a:pt x="333"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9" name="Google Shape;27449;p151"/>
            <p:cNvSpPr/>
            <p:nvPr/>
          </p:nvSpPr>
          <p:spPr>
            <a:xfrm>
              <a:off x="6419513" y="1972666"/>
              <a:ext cx="20970" cy="20970"/>
            </a:xfrm>
            <a:custGeom>
              <a:rect b="b" l="l" r="r" t="t"/>
              <a:pathLst>
                <a:path extrusionOk="0" h="644" w="644">
                  <a:moveTo>
                    <a:pt x="334" y="0"/>
                  </a:moveTo>
                  <a:cubicBezTo>
                    <a:pt x="143" y="0"/>
                    <a:pt x="0" y="143"/>
                    <a:pt x="0" y="334"/>
                  </a:cubicBezTo>
                  <a:cubicBezTo>
                    <a:pt x="0" y="501"/>
                    <a:pt x="143" y="643"/>
                    <a:pt x="334" y="643"/>
                  </a:cubicBezTo>
                  <a:cubicBezTo>
                    <a:pt x="500" y="643"/>
                    <a:pt x="643" y="501"/>
                    <a:pt x="643" y="334"/>
                  </a:cubicBezTo>
                  <a:cubicBezTo>
                    <a:pt x="643" y="143"/>
                    <a:pt x="500" y="0"/>
                    <a:pt x="334"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0" name="Google Shape;27450;p151"/>
            <p:cNvSpPr/>
            <p:nvPr/>
          </p:nvSpPr>
          <p:spPr>
            <a:xfrm>
              <a:off x="6470669" y="1973448"/>
              <a:ext cx="134190" cy="21752"/>
            </a:xfrm>
            <a:custGeom>
              <a:rect b="b" l="l" r="r" t="t"/>
              <a:pathLst>
                <a:path extrusionOk="0" h="668" w="4121">
                  <a:moveTo>
                    <a:pt x="334" y="0"/>
                  </a:moveTo>
                  <a:cubicBezTo>
                    <a:pt x="168" y="0"/>
                    <a:pt x="1" y="167"/>
                    <a:pt x="1" y="334"/>
                  </a:cubicBezTo>
                  <a:cubicBezTo>
                    <a:pt x="1" y="524"/>
                    <a:pt x="168" y="667"/>
                    <a:pt x="334" y="667"/>
                  </a:cubicBezTo>
                  <a:lnTo>
                    <a:pt x="3787" y="667"/>
                  </a:lnTo>
                  <a:cubicBezTo>
                    <a:pt x="3978" y="667"/>
                    <a:pt x="4121" y="524"/>
                    <a:pt x="4121" y="334"/>
                  </a:cubicBezTo>
                  <a:cubicBezTo>
                    <a:pt x="4121" y="167"/>
                    <a:pt x="3978" y="0"/>
                    <a:pt x="3787"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1" name="Google Shape;27451;p151"/>
            <p:cNvSpPr/>
            <p:nvPr/>
          </p:nvSpPr>
          <p:spPr>
            <a:xfrm>
              <a:off x="6369106" y="2085104"/>
              <a:ext cx="215596" cy="113252"/>
            </a:xfrm>
            <a:custGeom>
              <a:rect b="b" l="l" r="r" t="t"/>
              <a:pathLst>
                <a:path extrusionOk="0" h="3478" w="6621">
                  <a:moveTo>
                    <a:pt x="6287" y="1"/>
                  </a:moveTo>
                  <a:cubicBezTo>
                    <a:pt x="6208" y="1"/>
                    <a:pt x="6128" y="32"/>
                    <a:pt x="6049" y="96"/>
                  </a:cubicBezTo>
                  <a:lnTo>
                    <a:pt x="5001" y="1144"/>
                  </a:lnTo>
                  <a:lnTo>
                    <a:pt x="4287" y="429"/>
                  </a:lnTo>
                  <a:cubicBezTo>
                    <a:pt x="4227" y="358"/>
                    <a:pt x="4144" y="322"/>
                    <a:pt x="4061" y="322"/>
                  </a:cubicBezTo>
                  <a:cubicBezTo>
                    <a:pt x="3977" y="322"/>
                    <a:pt x="3894" y="358"/>
                    <a:pt x="3834" y="429"/>
                  </a:cubicBezTo>
                  <a:lnTo>
                    <a:pt x="3120" y="1144"/>
                  </a:lnTo>
                  <a:lnTo>
                    <a:pt x="2167" y="2072"/>
                  </a:lnTo>
                  <a:lnTo>
                    <a:pt x="1501" y="1382"/>
                  </a:lnTo>
                  <a:cubicBezTo>
                    <a:pt x="1441" y="1322"/>
                    <a:pt x="1358" y="1292"/>
                    <a:pt x="1274" y="1292"/>
                  </a:cubicBezTo>
                  <a:cubicBezTo>
                    <a:pt x="1191" y="1292"/>
                    <a:pt x="1108" y="1322"/>
                    <a:pt x="1048" y="1382"/>
                  </a:cubicBezTo>
                  <a:lnTo>
                    <a:pt x="0" y="2406"/>
                  </a:lnTo>
                  <a:lnTo>
                    <a:pt x="0" y="3477"/>
                  </a:lnTo>
                  <a:lnTo>
                    <a:pt x="6621" y="3477"/>
                  </a:lnTo>
                  <a:lnTo>
                    <a:pt x="6621" y="334"/>
                  </a:lnTo>
                  <a:cubicBezTo>
                    <a:pt x="6621" y="215"/>
                    <a:pt x="6525" y="96"/>
                    <a:pt x="6406" y="24"/>
                  </a:cubicBezTo>
                  <a:cubicBezTo>
                    <a:pt x="6367" y="9"/>
                    <a:pt x="6327" y="1"/>
                    <a:pt x="6287"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2" name="Google Shape;27452;p151"/>
            <p:cNvSpPr/>
            <p:nvPr/>
          </p:nvSpPr>
          <p:spPr>
            <a:xfrm>
              <a:off x="6470669" y="2085104"/>
              <a:ext cx="114034" cy="112471"/>
            </a:xfrm>
            <a:custGeom>
              <a:rect b="b" l="l" r="r" t="t"/>
              <a:pathLst>
                <a:path extrusionOk="0" h="3454" w="3502">
                  <a:moveTo>
                    <a:pt x="3168" y="1"/>
                  </a:moveTo>
                  <a:cubicBezTo>
                    <a:pt x="3089" y="1"/>
                    <a:pt x="3009" y="32"/>
                    <a:pt x="2930" y="96"/>
                  </a:cubicBezTo>
                  <a:lnTo>
                    <a:pt x="1882" y="1144"/>
                  </a:lnTo>
                  <a:lnTo>
                    <a:pt x="1168" y="429"/>
                  </a:lnTo>
                  <a:cubicBezTo>
                    <a:pt x="1108" y="358"/>
                    <a:pt x="1025" y="322"/>
                    <a:pt x="942" y="322"/>
                  </a:cubicBezTo>
                  <a:cubicBezTo>
                    <a:pt x="858" y="322"/>
                    <a:pt x="775" y="358"/>
                    <a:pt x="715" y="429"/>
                  </a:cubicBezTo>
                  <a:lnTo>
                    <a:pt x="1" y="1144"/>
                  </a:lnTo>
                  <a:lnTo>
                    <a:pt x="1" y="3454"/>
                  </a:lnTo>
                  <a:lnTo>
                    <a:pt x="3454" y="3454"/>
                  </a:lnTo>
                  <a:lnTo>
                    <a:pt x="3454" y="334"/>
                  </a:lnTo>
                  <a:lnTo>
                    <a:pt x="3502" y="334"/>
                  </a:lnTo>
                  <a:cubicBezTo>
                    <a:pt x="3502" y="215"/>
                    <a:pt x="3406" y="96"/>
                    <a:pt x="3287" y="24"/>
                  </a:cubicBezTo>
                  <a:cubicBezTo>
                    <a:pt x="3248" y="9"/>
                    <a:pt x="3208" y="1"/>
                    <a:pt x="3168"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3" name="Google Shape;27453;p151"/>
            <p:cNvSpPr/>
            <p:nvPr/>
          </p:nvSpPr>
          <p:spPr>
            <a:xfrm>
              <a:off x="6358230" y="2064851"/>
              <a:ext cx="226472" cy="144350"/>
            </a:xfrm>
            <a:custGeom>
              <a:rect b="b" l="l" r="r" t="t"/>
              <a:pathLst>
                <a:path extrusionOk="0" h="4433" w="6955">
                  <a:moveTo>
                    <a:pt x="321" y="1"/>
                  </a:moveTo>
                  <a:cubicBezTo>
                    <a:pt x="165" y="1"/>
                    <a:pt x="1" y="138"/>
                    <a:pt x="1" y="337"/>
                  </a:cubicBezTo>
                  <a:lnTo>
                    <a:pt x="1" y="4099"/>
                  </a:lnTo>
                  <a:cubicBezTo>
                    <a:pt x="1" y="4290"/>
                    <a:pt x="168" y="4433"/>
                    <a:pt x="334" y="4433"/>
                  </a:cubicBezTo>
                  <a:lnTo>
                    <a:pt x="6645" y="4433"/>
                  </a:lnTo>
                  <a:cubicBezTo>
                    <a:pt x="6788" y="4409"/>
                    <a:pt x="6955" y="4266"/>
                    <a:pt x="6955" y="4076"/>
                  </a:cubicBezTo>
                  <a:cubicBezTo>
                    <a:pt x="6955" y="3933"/>
                    <a:pt x="6788" y="3790"/>
                    <a:pt x="6621" y="3790"/>
                  </a:cubicBezTo>
                  <a:lnTo>
                    <a:pt x="668" y="3790"/>
                  </a:lnTo>
                  <a:lnTo>
                    <a:pt x="668" y="337"/>
                  </a:lnTo>
                  <a:cubicBezTo>
                    <a:pt x="668" y="170"/>
                    <a:pt x="549" y="27"/>
                    <a:pt x="358" y="3"/>
                  </a:cubicBezTo>
                  <a:cubicBezTo>
                    <a:pt x="346" y="2"/>
                    <a:pt x="334" y="1"/>
                    <a:pt x="321"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4" name="Google Shape;27454;p151"/>
            <p:cNvSpPr/>
            <p:nvPr/>
          </p:nvSpPr>
          <p:spPr>
            <a:xfrm>
              <a:off x="6472232" y="2188230"/>
              <a:ext cx="113252" cy="20221"/>
            </a:xfrm>
            <a:custGeom>
              <a:rect b="b" l="l" r="r" t="t"/>
              <a:pathLst>
                <a:path extrusionOk="0" h="621" w="3478">
                  <a:moveTo>
                    <a:pt x="1" y="1"/>
                  </a:moveTo>
                  <a:lnTo>
                    <a:pt x="1" y="620"/>
                  </a:lnTo>
                  <a:lnTo>
                    <a:pt x="3120" y="620"/>
                  </a:lnTo>
                  <a:cubicBezTo>
                    <a:pt x="3263" y="620"/>
                    <a:pt x="3406" y="501"/>
                    <a:pt x="3477" y="358"/>
                  </a:cubicBezTo>
                  <a:cubicBezTo>
                    <a:pt x="3477" y="144"/>
                    <a:pt x="3335" y="1"/>
                    <a:pt x="314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5" name="Google Shape;27455;p151"/>
          <p:cNvGrpSpPr/>
          <p:nvPr/>
        </p:nvGrpSpPr>
        <p:grpSpPr>
          <a:xfrm>
            <a:off x="7048393" y="1810953"/>
            <a:ext cx="351317" cy="266036"/>
            <a:chOff x="7048393" y="1963353"/>
            <a:chExt cx="351317" cy="266036"/>
          </a:xfrm>
        </p:grpSpPr>
        <p:sp>
          <p:nvSpPr>
            <p:cNvPr id="27456" name="Google Shape;27456;p151"/>
            <p:cNvSpPr/>
            <p:nvPr/>
          </p:nvSpPr>
          <p:spPr>
            <a:xfrm>
              <a:off x="7048393" y="1963353"/>
              <a:ext cx="351317" cy="266036"/>
            </a:xfrm>
            <a:custGeom>
              <a:rect b="b" l="l" r="r" t="t"/>
              <a:pathLst>
                <a:path extrusionOk="0" h="8170" w="10789">
                  <a:moveTo>
                    <a:pt x="334" y="1"/>
                  </a:moveTo>
                  <a:cubicBezTo>
                    <a:pt x="144" y="1"/>
                    <a:pt x="1" y="144"/>
                    <a:pt x="1" y="310"/>
                  </a:cubicBezTo>
                  <a:lnTo>
                    <a:pt x="1" y="7859"/>
                  </a:lnTo>
                  <a:cubicBezTo>
                    <a:pt x="1" y="8026"/>
                    <a:pt x="144" y="8169"/>
                    <a:pt x="334" y="8169"/>
                  </a:cubicBezTo>
                  <a:lnTo>
                    <a:pt x="10455" y="8169"/>
                  </a:lnTo>
                  <a:cubicBezTo>
                    <a:pt x="10646" y="8169"/>
                    <a:pt x="10789" y="8026"/>
                    <a:pt x="10789" y="7859"/>
                  </a:cubicBezTo>
                  <a:lnTo>
                    <a:pt x="10789" y="310"/>
                  </a:lnTo>
                  <a:cubicBezTo>
                    <a:pt x="10789" y="144"/>
                    <a:pt x="10646" y="1"/>
                    <a:pt x="10455"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7" name="Google Shape;27457;p151"/>
            <p:cNvSpPr/>
            <p:nvPr/>
          </p:nvSpPr>
          <p:spPr>
            <a:xfrm>
              <a:off x="7224425" y="1963353"/>
              <a:ext cx="175284" cy="265254"/>
            </a:xfrm>
            <a:custGeom>
              <a:rect b="b" l="l" r="r" t="t"/>
              <a:pathLst>
                <a:path extrusionOk="0" h="8146" w="5383">
                  <a:moveTo>
                    <a:pt x="1" y="1"/>
                  </a:moveTo>
                  <a:lnTo>
                    <a:pt x="1" y="8145"/>
                  </a:lnTo>
                  <a:lnTo>
                    <a:pt x="5049" y="8145"/>
                  </a:lnTo>
                  <a:cubicBezTo>
                    <a:pt x="5240" y="8145"/>
                    <a:pt x="5383" y="8026"/>
                    <a:pt x="5383" y="7859"/>
                  </a:cubicBezTo>
                  <a:lnTo>
                    <a:pt x="5383" y="310"/>
                  </a:lnTo>
                  <a:cubicBezTo>
                    <a:pt x="5383" y="144"/>
                    <a:pt x="5240" y="1"/>
                    <a:pt x="5049"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8" name="Google Shape;27458;p151"/>
            <p:cNvSpPr/>
            <p:nvPr/>
          </p:nvSpPr>
          <p:spPr>
            <a:xfrm>
              <a:off x="7070893" y="1983509"/>
              <a:ext cx="308660" cy="202441"/>
            </a:xfrm>
            <a:custGeom>
              <a:rect b="b" l="l" r="r" t="t"/>
              <a:pathLst>
                <a:path extrusionOk="0" h="6217" w="9479">
                  <a:moveTo>
                    <a:pt x="0" y="1"/>
                  </a:moveTo>
                  <a:lnTo>
                    <a:pt x="0" y="3954"/>
                  </a:lnTo>
                  <a:lnTo>
                    <a:pt x="4049" y="6216"/>
                  </a:lnTo>
                  <a:lnTo>
                    <a:pt x="4739" y="6002"/>
                  </a:lnTo>
                  <a:lnTo>
                    <a:pt x="9479" y="4573"/>
                  </a:lnTo>
                  <a:lnTo>
                    <a:pt x="9479"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9" name="Google Shape;27459;p151"/>
            <p:cNvSpPr/>
            <p:nvPr/>
          </p:nvSpPr>
          <p:spPr>
            <a:xfrm>
              <a:off x="7225207" y="1983509"/>
              <a:ext cx="154346" cy="195473"/>
            </a:xfrm>
            <a:custGeom>
              <a:rect b="b" l="l" r="r" t="t"/>
              <a:pathLst>
                <a:path extrusionOk="0" h="6003" w="4740">
                  <a:moveTo>
                    <a:pt x="0" y="1"/>
                  </a:moveTo>
                  <a:lnTo>
                    <a:pt x="0" y="6002"/>
                  </a:lnTo>
                  <a:lnTo>
                    <a:pt x="4740" y="4573"/>
                  </a:lnTo>
                  <a:lnTo>
                    <a:pt x="4740"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0" name="Google Shape;27460;p151"/>
            <p:cNvSpPr/>
            <p:nvPr/>
          </p:nvSpPr>
          <p:spPr>
            <a:xfrm>
              <a:off x="7214364" y="2003698"/>
              <a:ext cx="62064" cy="62064"/>
            </a:xfrm>
            <a:custGeom>
              <a:rect b="b" l="l" r="r" t="t"/>
              <a:pathLst>
                <a:path extrusionOk="0" h="1906" w="1906">
                  <a:moveTo>
                    <a:pt x="953" y="0"/>
                  </a:moveTo>
                  <a:cubicBezTo>
                    <a:pt x="405" y="0"/>
                    <a:pt x="0" y="429"/>
                    <a:pt x="0" y="953"/>
                  </a:cubicBezTo>
                  <a:cubicBezTo>
                    <a:pt x="0" y="1500"/>
                    <a:pt x="452" y="1905"/>
                    <a:pt x="953" y="1905"/>
                  </a:cubicBezTo>
                  <a:cubicBezTo>
                    <a:pt x="1453" y="1905"/>
                    <a:pt x="1905" y="1500"/>
                    <a:pt x="1905" y="953"/>
                  </a:cubicBezTo>
                  <a:cubicBezTo>
                    <a:pt x="1905" y="429"/>
                    <a:pt x="1453" y="0"/>
                    <a:pt x="953"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1" name="Google Shape;27461;p151"/>
            <p:cNvSpPr/>
            <p:nvPr/>
          </p:nvSpPr>
          <p:spPr>
            <a:xfrm>
              <a:off x="7202706" y="2106824"/>
              <a:ext cx="176847" cy="102376"/>
            </a:xfrm>
            <a:custGeom>
              <a:rect b="b" l="l" r="r" t="t"/>
              <a:pathLst>
                <a:path extrusionOk="0" h="3144" w="5431">
                  <a:moveTo>
                    <a:pt x="1811" y="0"/>
                  </a:moveTo>
                  <a:lnTo>
                    <a:pt x="1" y="1810"/>
                  </a:lnTo>
                  <a:lnTo>
                    <a:pt x="3335" y="3144"/>
                  </a:lnTo>
                  <a:lnTo>
                    <a:pt x="5431" y="3144"/>
                  </a:lnTo>
                  <a:lnTo>
                    <a:pt x="5431" y="810"/>
                  </a:lnTo>
                  <a:lnTo>
                    <a:pt x="4597"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2" name="Google Shape;27462;p151"/>
            <p:cNvSpPr/>
            <p:nvPr/>
          </p:nvSpPr>
          <p:spPr>
            <a:xfrm>
              <a:off x="7260863" y="2065925"/>
              <a:ext cx="90003" cy="81243"/>
            </a:xfrm>
            <a:custGeom>
              <a:rect b="b" l="l" r="r" t="t"/>
              <a:pathLst>
                <a:path extrusionOk="0" h="2495" w="2764">
                  <a:moveTo>
                    <a:pt x="1394" y="0"/>
                  </a:moveTo>
                  <a:cubicBezTo>
                    <a:pt x="1311" y="0"/>
                    <a:pt x="1227" y="30"/>
                    <a:pt x="1168" y="89"/>
                  </a:cubicBezTo>
                  <a:lnTo>
                    <a:pt x="1" y="1256"/>
                  </a:lnTo>
                  <a:lnTo>
                    <a:pt x="1168" y="2399"/>
                  </a:lnTo>
                  <a:cubicBezTo>
                    <a:pt x="1263" y="2471"/>
                    <a:pt x="1311" y="2495"/>
                    <a:pt x="1406" y="2495"/>
                  </a:cubicBezTo>
                  <a:cubicBezTo>
                    <a:pt x="1501" y="2495"/>
                    <a:pt x="1549" y="2471"/>
                    <a:pt x="1620" y="2399"/>
                  </a:cubicBezTo>
                  <a:lnTo>
                    <a:pt x="2763" y="1256"/>
                  </a:lnTo>
                  <a:lnTo>
                    <a:pt x="1620" y="89"/>
                  </a:lnTo>
                  <a:cubicBezTo>
                    <a:pt x="1561" y="30"/>
                    <a:pt x="1477" y="0"/>
                    <a:pt x="1394"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3" name="Google Shape;27463;p151"/>
            <p:cNvSpPr/>
            <p:nvPr/>
          </p:nvSpPr>
          <p:spPr>
            <a:xfrm>
              <a:off x="7071675" y="2096729"/>
              <a:ext cx="240409" cy="112471"/>
            </a:xfrm>
            <a:custGeom>
              <a:rect b="b" l="l" r="r" t="t"/>
              <a:pathLst>
                <a:path extrusionOk="0" h="3454" w="7383">
                  <a:moveTo>
                    <a:pt x="524" y="1"/>
                  </a:moveTo>
                  <a:lnTo>
                    <a:pt x="0" y="501"/>
                  </a:lnTo>
                  <a:lnTo>
                    <a:pt x="0" y="3454"/>
                  </a:lnTo>
                  <a:lnTo>
                    <a:pt x="7383" y="3454"/>
                  </a:lnTo>
                  <a:lnTo>
                    <a:pt x="4715" y="810"/>
                  </a:lnTo>
                  <a:lnTo>
                    <a:pt x="390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4" name="Google Shape;27464;p151"/>
            <p:cNvSpPr/>
            <p:nvPr/>
          </p:nvSpPr>
          <p:spPr>
            <a:xfrm>
              <a:off x="7225207" y="2123105"/>
              <a:ext cx="86095" cy="86095"/>
            </a:xfrm>
            <a:custGeom>
              <a:rect b="b" l="l" r="r" t="t"/>
              <a:pathLst>
                <a:path extrusionOk="0" h="2644" w="2644">
                  <a:moveTo>
                    <a:pt x="0" y="0"/>
                  </a:moveTo>
                  <a:lnTo>
                    <a:pt x="0" y="2644"/>
                  </a:lnTo>
                  <a:lnTo>
                    <a:pt x="2644" y="2644"/>
                  </a:lnTo>
                  <a:lnTo>
                    <a:pt x="0"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5" name="Google Shape;27465;p151"/>
            <p:cNvSpPr/>
            <p:nvPr/>
          </p:nvSpPr>
          <p:spPr>
            <a:xfrm>
              <a:off x="7087174" y="2045736"/>
              <a:ext cx="112471" cy="81862"/>
            </a:xfrm>
            <a:custGeom>
              <a:rect b="b" l="l" r="r" t="t"/>
              <a:pathLst>
                <a:path extrusionOk="0" h="2514" w="3454">
                  <a:moveTo>
                    <a:pt x="1727" y="1"/>
                  </a:moveTo>
                  <a:cubicBezTo>
                    <a:pt x="1644" y="1"/>
                    <a:pt x="1560" y="31"/>
                    <a:pt x="1501" y="90"/>
                  </a:cubicBezTo>
                  <a:lnTo>
                    <a:pt x="0" y="1567"/>
                  </a:lnTo>
                  <a:lnTo>
                    <a:pt x="882" y="2424"/>
                  </a:lnTo>
                  <a:cubicBezTo>
                    <a:pt x="941" y="2484"/>
                    <a:pt x="1019" y="2513"/>
                    <a:pt x="1096" y="2513"/>
                  </a:cubicBezTo>
                  <a:cubicBezTo>
                    <a:pt x="1173" y="2513"/>
                    <a:pt x="1251" y="2484"/>
                    <a:pt x="1310" y="2424"/>
                  </a:cubicBezTo>
                  <a:lnTo>
                    <a:pt x="1739" y="2019"/>
                  </a:lnTo>
                  <a:lnTo>
                    <a:pt x="2144" y="2424"/>
                  </a:lnTo>
                  <a:cubicBezTo>
                    <a:pt x="2203" y="2484"/>
                    <a:pt x="2287" y="2513"/>
                    <a:pt x="2370" y="2513"/>
                  </a:cubicBezTo>
                  <a:cubicBezTo>
                    <a:pt x="2453" y="2513"/>
                    <a:pt x="2537" y="2484"/>
                    <a:pt x="2596" y="2424"/>
                  </a:cubicBezTo>
                  <a:lnTo>
                    <a:pt x="3454" y="1567"/>
                  </a:lnTo>
                  <a:lnTo>
                    <a:pt x="1953" y="90"/>
                  </a:lnTo>
                  <a:cubicBezTo>
                    <a:pt x="1894" y="31"/>
                    <a:pt x="1810" y="1"/>
                    <a:pt x="1727"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66" name="Google Shape;27466;p151"/>
          <p:cNvGrpSpPr/>
          <p:nvPr/>
        </p:nvGrpSpPr>
        <p:grpSpPr>
          <a:xfrm>
            <a:off x="7788180" y="1768622"/>
            <a:ext cx="349786" cy="350242"/>
            <a:chOff x="7788180" y="1921022"/>
            <a:chExt cx="349786" cy="350242"/>
          </a:xfrm>
        </p:grpSpPr>
        <p:sp>
          <p:nvSpPr>
            <p:cNvPr id="27467" name="Google Shape;27467;p151"/>
            <p:cNvSpPr/>
            <p:nvPr/>
          </p:nvSpPr>
          <p:spPr>
            <a:xfrm>
              <a:off x="7889775" y="1921022"/>
              <a:ext cx="146596" cy="143959"/>
            </a:xfrm>
            <a:custGeom>
              <a:rect b="b" l="l" r="r" t="t"/>
              <a:pathLst>
                <a:path extrusionOk="0" h="4421" w="4502">
                  <a:moveTo>
                    <a:pt x="4132" y="0"/>
                  </a:moveTo>
                  <a:cubicBezTo>
                    <a:pt x="4014" y="0"/>
                    <a:pt x="3893" y="78"/>
                    <a:pt x="3858" y="181"/>
                  </a:cubicBezTo>
                  <a:lnTo>
                    <a:pt x="2239" y="3396"/>
                  </a:lnTo>
                  <a:lnTo>
                    <a:pt x="643" y="181"/>
                  </a:lnTo>
                  <a:cubicBezTo>
                    <a:pt x="572" y="74"/>
                    <a:pt x="447" y="21"/>
                    <a:pt x="329" y="21"/>
                  </a:cubicBezTo>
                  <a:cubicBezTo>
                    <a:pt x="289" y="21"/>
                    <a:pt x="250" y="27"/>
                    <a:pt x="215" y="39"/>
                  </a:cubicBezTo>
                  <a:cubicBezTo>
                    <a:pt x="72" y="134"/>
                    <a:pt x="0" y="301"/>
                    <a:pt x="72" y="467"/>
                  </a:cubicBezTo>
                  <a:lnTo>
                    <a:pt x="1977" y="4230"/>
                  </a:lnTo>
                  <a:cubicBezTo>
                    <a:pt x="2025" y="4349"/>
                    <a:pt x="2144" y="4420"/>
                    <a:pt x="2239" y="4420"/>
                  </a:cubicBezTo>
                  <a:cubicBezTo>
                    <a:pt x="2358" y="4420"/>
                    <a:pt x="2477" y="4349"/>
                    <a:pt x="2549" y="4230"/>
                  </a:cubicBezTo>
                  <a:lnTo>
                    <a:pt x="4406" y="467"/>
                  </a:lnTo>
                  <a:cubicBezTo>
                    <a:pt x="4501" y="301"/>
                    <a:pt x="4454" y="134"/>
                    <a:pt x="4263" y="39"/>
                  </a:cubicBezTo>
                  <a:cubicBezTo>
                    <a:pt x="4223" y="12"/>
                    <a:pt x="4178" y="0"/>
                    <a:pt x="4132"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8" name="Google Shape;27468;p151"/>
            <p:cNvSpPr/>
            <p:nvPr/>
          </p:nvSpPr>
          <p:spPr>
            <a:xfrm>
              <a:off x="7962650" y="1921022"/>
              <a:ext cx="73721" cy="143959"/>
            </a:xfrm>
            <a:custGeom>
              <a:rect b="b" l="l" r="r" t="t"/>
              <a:pathLst>
                <a:path extrusionOk="0" h="4421" w="2264">
                  <a:moveTo>
                    <a:pt x="1894" y="0"/>
                  </a:moveTo>
                  <a:cubicBezTo>
                    <a:pt x="1776" y="0"/>
                    <a:pt x="1655" y="78"/>
                    <a:pt x="1620" y="181"/>
                  </a:cubicBezTo>
                  <a:lnTo>
                    <a:pt x="1" y="3396"/>
                  </a:lnTo>
                  <a:lnTo>
                    <a:pt x="1" y="4420"/>
                  </a:lnTo>
                  <a:cubicBezTo>
                    <a:pt x="120" y="4420"/>
                    <a:pt x="239" y="4349"/>
                    <a:pt x="311" y="4230"/>
                  </a:cubicBezTo>
                  <a:lnTo>
                    <a:pt x="2168" y="467"/>
                  </a:lnTo>
                  <a:cubicBezTo>
                    <a:pt x="2263" y="301"/>
                    <a:pt x="2168" y="110"/>
                    <a:pt x="2025" y="39"/>
                  </a:cubicBezTo>
                  <a:cubicBezTo>
                    <a:pt x="1985" y="12"/>
                    <a:pt x="1940" y="0"/>
                    <a:pt x="189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9" name="Google Shape;27469;p151"/>
            <p:cNvSpPr/>
            <p:nvPr/>
          </p:nvSpPr>
          <p:spPr>
            <a:xfrm>
              <a:off x="7788180" y="2044792"/>
              <a:ext cx="349786" cy="226472"/>
            </a:xfrm>
            <a:custGeom>
              <a:rect b="b" l="l" r="r" t="t"/>
              <a:pathLst>
                <a:path extrusionOk="0" h="6955" w="10742">
                  <a:moveTo>
                    <a:pt x="953" y="0"/>
                  </a:moveTo>
                  <a:cubicBezTo>
                    <a:pt x="453" y="0"/>
                    <a:pt x="1" y="405"/>
                    <a:pt x="1" y="929"/>
                  </a:cubicBezTo>
                  <a:lnTo>
                    <a:pt x="1" y="6001"/>
                  </a:lnTo>
                  <a:cubicBezTo>
                    <a:pt x="1" y="6502"/>
                    <a:pt x="406" y="6954"/>
                    <a:pt x="953" y="6954"/>
                  </a:cubicBezTo>
                  <a:lnTo>
                    <a:pt x="9788" y="6954"/>
                  </a:lnTo>
                  <a:cubicBezTo>
                    <a:pt x="10312" y="6954"/>
                    <a:pt x="10741" y="6525"/>
                    <a:pt x="10741" y="6001"/>
                  </a:cubicBezTo>
                  <a:lnTo>
                    <a:pt x="10741" y="929"/>
                  </a:lnTo>
                  <a:cubicBezTo>
                    <a:pt x="10717" y="429"/>
                    <a:pt x="10312" y="0"/>
                    <a:pt x="9788"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0" name="Google Shape;27470;p151"/>
            <p:cNvSpPr/>
            <p:nvPr/>
          </p:nvSpPr>
          <p:spPr>
            <a:xfrm>
              <a:off x="7962650" y="2045541"/>
              <a:ext cx="174535" cy="225723"/>
            </a:xfrm>
            <a:custGeom>
              <a:rect b="b" l="l" r="r" t="t"/>
              <a:pathLst>
                <a:path extrusionOk="0" h="6932" w="5360">
                  <a:moveTo>
                    <a:pt x="4450" y="0"/>
                  </a:moveTo>
                  <a:cubicBezTo>
                    <a:pt x="4436" y="0"/>
                    <a:pt x="4421" y="0"/>
                    <a:pt x="4407" y="1"/>
                  </a:cubicBezTo>
                  <a:lnTo>
                    <a:pt x="1" y="1"/>
                  </a:lnTo>
                  <a:lnTo>
                    <a:pt x="1" y="6931"/>
                  </a:lnTo>
                  <a:lnTo>
                    <a:pt x="4407" y="6931"/>
                  </a:lnTo>
                  <a:cubicBezTo>
                    <a:pt x="4954" y="6931"/>
                    <a:pt x="5359" y="6479"/>
                    <a:pt x="5359" y="5978"/>
                  </a:cubicBezTo>
                  <a:lnTo>
                    <a:pt x="5359" y="930"/>
                  </a:lnTo>
                  <a:cubicBezTo>
                    <a:pt x="5359" y="420"/>
                    <a:pt x="4976" y="0"/>
                    <a:pt x="445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1" name="Google Shape;27471;p151"/>
            <p:cNvSpPr/>
            <p:nvPr/>
          </p:nvSpPr>
          <p:spPr>
            <a:xfrm>
              <a:off x="7992900" y="2106824"/>
              <a:ext cx="104721" cy="20189"/>
            </a:xfrm>
            <a:custGeom>
              <a:rect b="b" l="l" r="r" t="t"/>
              <a:pathLst>
                <a:path extrusionOk="0" h="620" w="3216">
                  <a:moveTo>
                    <a:pt x="334" y="0"/>
                  </a:moveTo>
                  <a:cubicBezTo>
                    <a:pt x="144" y="0"/>
                    <a:pt x="1" y="167"/>
                    <a:pt x="25" y="358"/>
                  </a:cubicBezTo>
                  <a:cubicBezTo>
                    <a:pt x="48" y="500"/>
                    <a:pt x="215" y="620"/>
                    <a:pt x="358" y="620"/>
                  </a:cubicBezTo>
                  <a:lnTo>
                    <a:pt x="2882" y="620"/>
                  </a:lnTo>
                  <a:cubicBezTo>
                    <a:pt x="3073" y="620"/>
                    <a:pt x="3216" y="477"/>
                    <a:pt x="3192" y="262"/>
                  </a:cubicBezTo>
                  <a:cubicBezTo>
                    <a:pt x="3144" y="119"/>
                    <a:pt x="3001" y="0"/>
                    <a:pt x="2858"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2" name="Google Shape;27472;p151"/>
            <p:cNvSpPr/>
            <p:nvPr/>
          </p:nvSpPr>
          <p:spPr>
            <a:xfrm>
              <a:off x="7992900" y="2147136"/>
              <a:ext cx="104721" cy="20189"/>
            </a:xfrm>
            <a:custGeom>
              <a:rect b="b" l="l" r="r" t="t"/>
              <a:pathLst>
                <a:path extrusionOk="0" h="620" w="3216">
                  <a:moveTo>
                    <a:pt x="334" y="1"/>
                  </a:moveTo>
                  <a:cubicBezTo>
                    <a:pt x="144" y="1"/>
                    <a:pt x="1" y="191"/>
                    <a:pt x="25" y="358"/>
                  </a:cubicBezTo>
                  <a:cubicBezTo>
                    <a:pt x="48" y="501"/>
                    <a:pt x="215" y="620"/>
                    <a:pt x="358" y="620"/>
                  </a:cubicBezTo>
                  <a:lnTo>
                    <a:pt x="2882" y="620"/>
                  </a:lnTo>
                  <a:cubicBezTo>
                    <a:pt x="3073" y="620"/>
                    <a:pt x="3216" y="477"/>
                    <a:pt x="3192" y="263"/>
                  </a:cubicBezTo>
                  <a:cubicBezTo>
                    <a:pt x="3144" y="120"/>
                    <a:pt x="3001" y="1"/>
                    <a:pt x="285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3" name="Google Shape;27473;p151"/>
            <p:cNvSpPr/>
            <p:nvPr/>
          </p:nvSpPr>
          <p:spPr>
            <a:xfrm>
              <a:off x="7992900" y="2188230"/>
              <a:ext cx="104721" cy="20221"/>
            </a:xfrm>
            <a:custGeom>
              <a:rect b="b" l="l" r="r" t="t"/>
              <a:pathLst>
                <a:path extrusionOk="0" h="621" w="3216">
                  <a:moveTo>
                    <a:pt x="334" y="1"/>
                  </a:moveTo>
                  <a:cubicBezTo>
                    <a:pt x="144" y="1"/>
                    <a:pt x="1" y="168"/>
                    <a:pt x="25" y="358"/>
                  </a:cubicBezTo>
                  <a:cubicBezTo>
                    <a:pt x="48" y="501"/>
                    <a:pt x="215" y="620"/>
                    <a:pt x="358" y="620"/>
                  </a:cubicBezTo>
                  <a:lnTo>
                    <a:pt x="2882" y="620"/>
                  </a:lnTo>
                  <a:cubicBezTo>
                    <a:pt x="3073" y="620"/>
                    <a:pt x="3216" y="477"/>
                    <a:pt x="3192" y="263"/>
                  </a:cubicBezTo>
                  <a:cubicBezTo>
                    <a:pt x="3144" y="120"/>
                    <a:pt x="3001" y="1"/>
                    <a:pt x="285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4" name="Google Shape;27474;p151"/>
            <p:cNvSpPr/>
            <p:nvPr/>
          </p:nvSpPr>
          <p:spPr>
            <a:xfrm>
              <a:off x="7870400" y="2085886"/>
              <a:ext cx="62064" cy="62064"/>
            </a:xfrm>
            <a:custGeom>
              <a:rect b="b" l="l" r="r" t="t"/>
              <a:pathLst>
                <a:path extrusionOk="0" h="1906" w="1906">
                  <a:moveTo>
                    <a:pt x="953" y="0"/>
                  </a:moveTo>
                  <a:cubicBezTo>
                    <a:pt x="429" y="0"/>
                    <a:pt x="0" y="429"/>
                    <a:pt x="0" y="953"/>
                  </a:cubicBezTo>
                  <a:cubicBezTo>
                    <a:pt x="0" y="1501"/>
                    <a:pt x="429" y="1906"/>
                    <a:pt x="953" y="1906"/>
                  </a:cubicBezTo>
                  <a:cubicBezTo>
                    <a:pt x="1500" y="1906"/>
                    <a:pt x="1905" y="1501"/>
                    <a:pt x="1905" y="953"/>
                  </a:cubicBezTo>
                  <a:cubicBezTo>
                    <a:pt x="1905" y="429"/>
                    <a:pt x="1500" y="0"/>
                    <a:pt x="953"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5" name="Google Shape;27475;p151"/>
            <p:cNvSpPr/>
            <p:nvPr/>
          </p:nvSpPr>
          <p:spPr>
            <a:xfrm>
              <a:off x="7847900" y="2147136"/>
              <a:ext cx="105502" cy="62064"/>
            </a:xfrm>
            <a:custGeom>
              <a:rect b="b" l="l" r="r" t="t"/>
              <a:pathLst>
                <a:path extrusionOk="0" h="1906" w="3240">
                  <a:moveTo>
                    <a:pt x="1596" y="1"/>
                  </a:moveTo>
                  <a:cubicBezTo>
                    <a:pt x="715" y="1"/>
                    <a:pt x="0" y="715"/>
                    <a:pt x="0" y="1572"/>
                  </a:cubicBezTo>
                  <a:cubicBezTo>
                    <a:pt x="0" y="1763"/>
                    <a:pt x="167" y="1906"/>
                    <a:pt x="334" y="1906"/>
                  </a:cubicBezTo>
                  <a:cubicBezTo>
                    <a:pt x="524" y="1906"/>
                    <a:pt x="667" y="1763"/>
                    <a:pt x="667" y="1572"/>
                  </a:cubicBezTo>
                  <a:cubicBezTo>
                    <a:pt x="667" y="1049"/>
                    <a:pt x="1072" y="620"/>
                    <a:pt x="1620" y="620"/>
                  </a:cubicBezTo>
                  <a:cubicBezTo>
                    <a:pt x="2168" y="620"/>
                    <a:pt x="2572" y="1049"/>
                    <a:pt x="2572" y="1572"/>
                  </a:cubicBezTo>
                  <a:cubicBezTo>
                    <a:pt x="2572" y="1763"/>
                    <a:pt x="2715" y="1906"/>
                    <a:pt x="2906" y="1906"/>
                  </a:cubicBezTo>
                  <a:cubicBezTo>
                    <a:pt x="3073" y="1906"/>
                    <a:pt x="3239" y="1763"/>
                    <a:pt x="3239" y="1572"/>
                  </a:cubicBezTo>
                  <a:cubicBezTo>
                    <a:pt x="3239" y="715"/>
                    <a:pt x="2525" y="1"/>
                    <a:pt x="1596"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6" name="Google Shape;27476;p151"/>
          <p:cNvGrpSpPr/>
          <p:nvPr/>
        </p:nvGrpSpPr>
        <p:grpSpPr>
          <a:xfrm>
            <a:off x="7788180" y="2332832"/>
            <a:ext cx="349005" cy="349005"/>
            <a:chOff x="7788180" y="2485232"/>
            <a:chExt cx="349005" cy="349005"/>
          </a:xfrm>
        </p:grpSpPr>
        <p:sp>
          <p:nvSpPr>
            <p:cNvPr id="27477" name="Google Shape;27477;p151"/>
            <p:cNvSpPr/>
            <p:nvPr/>
          </p:nvSpPr>
          <p:spPr>
            <a:xfrm>
              <a:off x="7788180" y="2485232"/>
              <a:ext cx="349005" cy="349005"/>
            </a:xfrm>
            <a:custGeom>
              <a:rect b="b" l="l" r="r" t="t"/>
              <a:pathLst>
                <a:path extrusionOk="0" h="10718" w="10718">
                  <a:moveTo>
                    <a:pt x="5359" y="1"/>
                  </a:moveTo>
                  <a:cubicBezTo>
                    <a:pt x="2406" y="1"/>
                    <a:pt x="1" y="2406"/>
                    <a:pt x="1" y="5359"/>
                  </a:cubicBezTo>
                  <a:cubicBezTo>
                    <a:pt x="1" y="8336"/>
                    <a:pt x="2406" y="10717"/>
                    <a:pt x="5359" y="10717"/>
                  </a:cubicBezTo>
                  <a:cubicBezTo>
                    <a:pt x="8312" y="10717"/>
                    <a:pt x="10717" y="8336"/>
                    <a:pt x="10717" y="5359"/>
                  </a:cubicBezTo>
                  <a:cubicBezTo>
                    <a:pt x="10717" y="2406"/>
                    <a:pt x="8312" y="1"/>
                    <a:pt x="5359"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8" name="Google Shape;27478;p151"/>
            <p:cNvSpPr/>
            <p:nvPr/>
          </p:nvSpPr>
          <p:spPr>
            <a:xfrm>
              <a:off x="7962650" y="2485232"/>
              <a:ext cx="174535" cy="349005"/>
            </a:xfrm>
            <a:custGeom>
              <a:rect b="b" l="l" r="r" t="t"/>
              <a:pathLst>
                <a:path extrusionOk="0" h="10718" w="5360">
                  <a:moveTo>
                    <a:pt x="1" y="1"/>
                  </a:moveTo>
                  <a:lnTo>
                    <a:pt x="1" y="10717"/>
                  </a:lnTo>
                  <a:cubicBezTo>
                    <a:pt x="2954" y="10717"/>
                    <a:pt x="5359" y="8312"/>
                    <a:pt x="5359" y="5359"/>
                  </a:cubicBezTo>
                  <a:cubicBezTo>
                    <a:pt x="5359" y="2430"/>
                    <a:pt x="2954" y="1"/>
                    <a:pt x="1"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9" name="Google Shape;27479;p151"/>
            <p:cNvSpPr/>
            <p:nvPr/>
          </p:nvSpPr>
          <p:spPr>
            <a:xfrm>
              <a:off x="7808336" y="2506170"/>
              <a:ext cx="308693" cy="307911"/>
            </a:xfrm>
            <a:custGeom>
              <a:rect b="b" l="l" r="r" t="t"/>
              <a:pathLst>
                <a:path extrusionOk="0" h="9456" w="9480">
                  <a:moveTo>
                    <a:pt x="4740" y="1"/>
                  </a:moveTo>
                  <a:cubicBezTo>
                    <a:pt x="2120" y="1"/>
                    <a:pt x="1" y="2096"/>
                    <a:pt x="1" y="4716"/>
                  </a:cubicBezTo>
                  <a:cubicBezTo>
                    <a:pt x="1" y="7336"/>
                    <a:pt x="2120" y="9455"/>
                    <a:pt x="4740" y="9455"/>
                  </a:cubicBezTo>
                  <a:cubicBezTo>
                    <a:pt x="7360" y="9455"/>
                    <a:pt x="9479" y="7336"/>
                    <a:pt x="9479" y="4716"/>
                  </a:cubicBezTo>
                  <a:cubicBezTo>
                    <a:pt x="9479" y="2096"/>
                    <a:pt x="7360" y="1"/>
                    <a:pt x="4740"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0" name="Google Shape;27480;p151"/>
            <p:cNvSpPr/>
            <p:nvPr/>
          </p:nvSpPr>
          <p:spPr>
            <a:xfrm>
              <a:off x="7962650" y="2506170"/>
              <a:ext cx="154379" cy="307911"/>
            </a:xfrm>
            <a:custGeom>
              <a:rect b="b" l="l" r="r" t="t"/>
              <a:pathLst>
                <a:path extrusionOk="0" h="9456" w="4741">
                  <a:moveTo>
                    <a:pt x="1" y="1"/>
                  </a:moveTo>
                  <a:lnTo>
                    <a:pt x="1" y="9455"/>
                  </a:lnTo>
                  <a:cubicBezTo>
                    <a:pt x="2621" y="9455"/>
                    <a:pt x="4740" y="7312"/>
                    <a:pt x="4740" y="4716"/>
                  </a:cubicBezTo>
                  <a:cubicBezTo>
                    <a:pt x="4740" y="2144"/>
                    <a:pt x="2597" y="1"/>
                    <a:pt x="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1" name="Google Shape;27481;p151"/>
            <p:cNvSpPr/>
            <p:nvPr/>
          </p:nvSpPr>
          <p:spPr>
            <a:xfrm>
              <a:off x="7865744" y="2735703"/>
              <a:ext cx="21719" cy="20970"/>
            </a:xfrm>
            <a:custGeom>
              <a:rect b="b" l="l" r="r" t="t"/>
              <a:pathLst>
                <a:path extrusionOk="0" h="644" w="667">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2" name="Google Shape;27482;p151"/>
            <p:cNvSpPr/>
            <p:nvPr/>
          </p:nvSpPr>
          <p:spPr>
            <a:xfrm>
              <a:off x="8039432" y="2562015"/>
              <a:ext cx="20970" cy="21752"/>
            </a:xfrm>
            <a:custGeom>
              <a:rect b="b" l="l" r="r" t="t"/>
              <a:pathLst>
                <a:path extrusionOk="0" h="668" w="644">
                  <a:moveTo>
                    <a:pt x="334" y="0"/>
                  </a:moveTo>
                  <a:cubicBezTo>
                    <a:pt x="144" y="0"/>
                    <a:pt x="1" y="143"/>
                    <a:pt x="1" y="334"/>
                  </a:cubicBezTo>
                  <a:cubicBezTo>
                    <a:pt x="1" y="500"/>
                    <a:pt x="144" y="667"/>
                    <a:pt x="334" y="667"/>
                  </a:cubicBezTo>
                  <a:cubicBezTo>
                    <a:pt x="501" y="667"/>
                    <a:pt x="644" y="500"/>
                    <a:pt x="644" y="334"/>
                  </a:cubicBezTo>
                  <a:cubicBezTo>
                    <a:pt x="644" y="143"/>
                    <a:pt x="501" y="0"/>
                    <a:pt x="33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3" name="Google Shape;27483;p151"/>
            <p:cNvSpPr/>
            <p:nvPr/>
          </p:nvSpPr>
          <p:spPr>
            <a:xfrm>
              <a:off x="7865744" y="2562015"/>
              <a:ext cx="21719" cy="21752"/>
            </a:xfrm>
            <a:custGeom>
              <a:rect b="b" l="l" r="r" t="t"/>
              <a:pathLst>
                <a:path extrusionOk="0" h="668" w="667">
                  <a:moveTo>
                    <a:pt x="334" y="0"/>
                  </a:moveTo>
                  <a:cubicBezTo>
                    <a:pt x="143" y="0"/>
                    <a:pt x="0" y="143"/>
                    <a:pt x="0" y="334"/>
                  </a:cubicBezTo>
                  <a:cubicBezTo>
                    <a:pt x="0" y="500"/>
                    <a:pt x="143" y="667"/>
                    <a:pt x="334" y="667"/>
                  </a:cubicBezTo>
                  <a:cubicBezTo>
                    <a:pt x="500" y="667"/>
                    <a:pt x="667" y="500"/>
                    <a:pt x="667" y="334"/>
                  </a:cubicBezTo>
                  <a:cubicBezTo>
                    <a:pt x="667" y="143"/>
                    <a:pt x="500" y="0"/>
                    <a:pt x="3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4" name="Google Shape;27484;p151"/>
            <p:cNvSpPr/>
            <p:nvPr/>
          </p:nvSpPr>
          <p:spPr>
            <a:xfrm>
              <a:off x="8039432" y="2735703"/>
              <a:ext cx="20970" cy="20970"/>
            </a:xfrm>
            <a:custGeom>
              <a:rect b="b" l="l" r="r" t="t"/>
              <a:pathLst>
                <a:path extrusionOk="0" h="644" w="644">
                  <a:moveTo>
                    <a:pt x="334" y="1"/>
                  </a:moveTo>
                  <a:cubicBezTo>
                    <a:pt x="144" y="1"/>
                    <a:pt x="1" y="144"/>
                    <a:pt x="1" y="334"/>
                  </a:cubicBezTo>
                  <a:cubicBezTo>
                    <a:pt x="1" y="501"/>
                    <a:pt x="144" y="644"/>
                    <a:pt x="334" y="644"/>
                  </a:cubicBezTo>
                  <a:cubicBezTo>
                    <a:pt x="501" y="644"/>
                    <a:pt x="644" y="501"/>
                    <a:pt x="644" y="334"/>
                  </a:cubicBezTo>
                  <a:cubicBezTo>
                    <a:pt x="644" y="144"/>
                    <a:pt x="501" y="1"/>
                    <a:pt x="3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5" name="Google Shape;27485;p151"/>
            <p:cNvSpPr/>
            <p:nvPr/>
          </p:nvSpPr>
          <p:spPr>
            <a:xfrm>
              <a:off x="7830055" y="2648859"/>
              <a:ext cx="41908" cy="21752"/>
            </a:xfrm>
            <a:custGeom>
              <a:rect b="b" l="l" r="r" t="t"/>
              <a:pathLst>
                <a:path extrusionOk="0" h="668" w="1287">
                  <a:moveTo>
                    <a:pt x="334" y="1"/>
                  </a:moveTo>
                  <a:cubicBezTo>
                    <a:pt x="144" y="1"/>
                    <a:pt x="1" y="167"/>
                    <a:pt x="1" y="334"/>
                  </a:cubicBezTo>
                  <a:cubicBezTo>
                    <a:pt x="1" y="525"/>
                    <a:pt x="144" y="667"/>
                    <a:pt x="334" y="667"/>
                  </a:cubicBezTo>
                  <a:lnTo>
                    <a:pt x="953" y="667"/>
                  </a:lnTo>
                  <a:cubicBezTo>
                    <a:pt x="1120" y="667"/>
                    <a:pt x="1287" y="525"/>
                    <a:pt x="1287" y="334"/>
                  </a:cubicBezTo>
                  <a:cubicBezTo>
                    <a:pt x="1287" y="167"/>
                    <a:pt x="1120" y="1"/>
                    <a:pt x="953"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6" name="Google Shape;27486;p151"/>
            <p:cNvSpPr/>
            <p:nvPr/>
          </p:nvSpPr>
          <p:spPr>
            <a:xfrm>
              <a:off x="8054932" y="2648859"/>
              <a:ext cx="41908" cy="21752"/>
            </a:xfrm>
            <a:custGeom>
              <a:rect b="b" l="l" r="r" t="t"/>
              <a:pathLst>
                <a:path extrusionOk="0" h="668" w="1287">
                  <a:moveTo>
                    <a:pt x="334" y="1"/>
                  </a:moveTo>
                  <a:cubicBezTo>
                    <a:pt x="144" y="1"/>
                    <a:pt x="1" y="167"/>
                    <a:pt x="1" y="334"/>
                  </a:cubicBezTo>
                  <a:cubicBezTo>
                    <a:pt x="1" y="525"/>
                    <a:pt x="144" y="667"/>
                    <a:pt x="334" y="667"/>
                  </a:cubicBezTo>
                  <a:lnTo>
                    <a:pt x="953" y="667"/>
                  </a:lnTo>
                  <a:cubicBezTo>
                    <a:pt x="1120" y="667"/>
                    <a:pt x="1287" y="525"/>
                    <a:pt x="1287" y="334"/>
                  </a:cubicBezTo>
                  <a:cubicBezTo>
                    <a:pt x="1287" y="167"/>
                    <a:pt x="1120"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7" name="Google Shape;27487;p151"/>
            <p:cNvSpPr/>
            <p:nvPr/>
          </p:nvSpPr>
          <p:spPr>
            <a:xfrm>
              <a:off x="7953370" y="2527108"/>
              <a:ext cx="10094" cy="41126"/>
            </a:xfrm>
            <a:custGeom>
              <a:rect b="b" l="l" r="r" t="t"/>
              <a:pathLst>
                <a:path extrusionOk="0" h="1263" w="310">
                  <a:moveTo>
                    <a:pt x="310" y="1"/>
                  </a:moveTo>
                  <a:cubicBezTo>
                    <a:pt x="143" y="1"/>
                    <a:pt x="0" y="144"/>
                    <a:pt x="0" y="310"/>
                  </a:cubicBezTo>
                  <a:lnTo>
                    <a:pt x="0" y="930"/>
                  </a:lnTo>
                  <a:cubicBezTo>
                    <a:pt x="0" y="1096"/>
                    <a:pt x="143" y="1263"/>
                    <a:pt x="310" y="1263"/>
                  </a:cubicBezTo>
                  <a:lnTo>
                    <a:pt x="310"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8" name="Google Shape;27488;p151"/>
            <p:cNvSpPr/>
            <p:nvPr/>
          </p:nvSpPr>
          <p:spPr>
            <a:xfrm>
              <a:off x="7962650" y="2526326"/>
              <a:ext cx="10908" cy="40638"/>
            </a:xfrm>
            <a:custGeom>
              <a:rect b="b" l="l" r="r" t="t"/>
              <a:pathLst>
                <a:path extrusionOk="0" h="1248" w="335">
                  <a:moveTo>
                    <a:pt x="1" y="1"/>
                  </a:moveTo>
                  <a:lnTo>
                    <a:pt x="1" y="1239"/>
                  </a:lnTo>
                  <a:cubicBezTo>
                    <a:pt x="23" y="1245"/>
                    <a:pt x="45" y="1248"/>
                    <a:pt x="66" y="1248"/>
                  </a:cubicBezTo>
                  <a:cubicBezTo>
                    <a:pt x="223" y="1248"/>
                    <a:pt x="334" y="1101"/>
                    <a:pt x="334" y="954"/>
                  </a:cubicBezTo>
                  <a:lnTo>
                    <a:pt x="334" y="334"/>
                  </a:lnTo>
                  <a:cubicBezTo>
                    <a:pt x="334" y="144"/>
                    <a:pt x="192"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9" name="Google Shape;27489;p151"/>
            <p:cNvSpPr/>
            <p:nvPr/>
          </p:nvSpPr>
          <p:spPr>
            <a:xfrm>
              <a:off x="7951807" y="2751984"/>
              <a:ext cx="21752" cy="41908"/>
            </a:xfrm>
            <a:custGeom>
              <a:rect b="b" l="l" r="r" t="t"/>
              <a:pathLst>
                <a:path extrusionOk="0" h="1287" w="668">
                  <a:moveTo>
                    <a:pt x="334" y="1"/>
                  </a:moveTo>
                  <a:cubicBezTo>
                    <a:pt x="167" y="1"/>
                    <a:pt x="1" y="144"/>
                    <a:pt x="1" y="334"/>
                  </a:cubicBezTo>
                  <a:lnTo>
                    <a:pt x="1" y="953"/>
                  </a:lnTo>
                  <a:cubicBezTo>
                    <a:pt x="1" y="1144"/>
                    <a:pt x="167" y="1287"/>
                    <a:pt x="334" y="1287"/>
                  </a:cubicBezTo>
                  <a:cubicBezTo>
                    <a:pt x="525" y="1287"/>
                    <a:pt x="667" y="1144"/>
                    <a:pt x="667" y="953"/>
                  </a:cubicBezTo>
                  <a:lnTo>
                    <a:pt x="667" y="334"/>
                  </a:lnTo>
                  <a:cubicBezTo>
                    <a:pt x="667" y="144"/>
                    <a:pt x="525" y="1"/>
                    <a:pt x="334"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0" name="Google Shape;27490;p151"/>
            <p:cNvSpPr/>
            <p:nvPr/>
          </p:nvSpPr>
          <p:spPr>
            <a:xfrm>
              <a:off x="7951807" y="2588390"/>
              <a:ext cx="83783" cy="142494"/>
            </a:xfrm>
            <a:custGeom>
              <a:rect b="b" l="l" r="r" t="t"/>
              <a:pathLst>
                <a:path extrusionOk="0" h="4376" w="2573">
                  <a:moveTo>
                    <a:pt x="334" y="0"/>
                  </a:moveTo>
                  <a:cubicBezTo>
                    <a:pt x="167" y="0"/>
                    <a:pt x="1" y="143"/>
                    <a:pt x="1" y="333"/>
                  </a:cubicBezTo>
                  <a:lnTo>
                    <a:pt x="1" y="2191"/>
                  </a:lnTo>
                  <a:cubicBezTo>
                    <a:pt x="1" y="2286"/>
                    <a:pt x="48" y="2358"/>
                    <a:pt x="96" y="2405"/>
                  </a:cubicBezTo>
                  <a:lnTo>
                    <a:pt x="310" y="2620"/>
                  </a:lnTo>
                  <a:lnTo>
                    <a:pt x="1977" y="4287"/>
                  </a:lnTo>
                  <a:cubicBezTo>
                    <a:pt x="2037" y="4346"/>
                    <a:pt x="2120" y="4376"/>
                    <a:pt x="2203" y="4376"/>
                  </a:cubicBezTo>
                  <a:cubicBezTo>
                    <a:pt x="2287" y="4376"/>
                    <a:pt x="2370" y="4346"/>
                    <a:pt x="2430" y="4287"/>
                  </a:cubicBezTo>
                  <a:cubicBezTo>
                    <a:pt x="2573" y="4191"/>
                    <a:pt x="2573" y="3977"/>
                    <a:pt x="2453" y="3858"/>
                  </a:cubicBezTo>
                  <a:lnTo>
                    <a:pt x="667" y="2072"/>
                  </a:lnTo>
                  <a:lnTo>
                    <a:pt x="667" y="333"/>
                  </a:lnTo>
                  <a:cubicBezTo>
                    <a:pt x="667" y="143"/>
                    <a:pt x="525" y="0"/>
                    <a:pt x="3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1" name="Google Shape;27491;p151"/>
            <p:cNvSpPr/>
            <p:nvPr/>
          </p:nvSpPr>
          <p:spPr>
            <a:xfrm>
              <a:off x="7962650" y="2526326"/>
              <a:ext cx="10908" cy="40638"/>
            </a:xfrm>
            <a:custGeom>
              <a:rect b="b" l="l" r="r" t="t"/>
              <a:pathLst>
                <a:path extrusionOk="0" h="1248" w="335">
                  <a:moveTo>
                    <a:pt x="1" y="1"/>
                  </a:moveTo>
                  <a:lnTo>
                    <a:pt x="1" y="1239"/>
                  </a:lnTo>
                  <a:cubicBezTo>
                    <a:pt x="23" y="1245"/>
                    <a:pt x="45" y="1248"/>
                    <a:pt x="66" y="1248"/>
                  </a:cubicBezTo>
                  <a:cubicBezTo>
                    <a:pt x="223" y="1248"/>
                    <a:pt x="334" y="1101"/>
                    <a:pt x="334" y="954"/>
                  </a:cubicBezTo>
                  <a:lnTo>
                    <a:pt x="334" y="334"/>
                  </a:lnTo>
                  <a:cubicBezTo>
                    <a:pt x="334" y="144"/>
                    <a:pt x="192"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2" name="Google Shape;27492;p151"/>
            <p:cNvSpPr/>
            <p:nvPr/>
          </p:nvSpPr>
          <p:spPr>
            <a:xfrm>
              <a:off x="7962650" y="2751984"/>
              <a:ext cx="10908" cy="40378"/>
            </a:xfrm>
            <a:custGeom>
              <a:rect b="b" l="l" r="r" t="t"/>
              <a:pathLst>
                <a:path extrusionOk="0" h="1240" w="335">
                  <a:moveTo>
                    <a:pt x="1" y="1"/>
                  </a:moveTo>
                  <a:lnTo>
                    <a:pt x="1" y="1239"/>
                  </a:lnTo>
                  <a:cubicBezTo>
                    <a:pt x="192" y="1239"/>
                    <a:pt x="334" y="1096"/>
                    <a:pt x="334" y="953"/>
                  </a:cubicBezTo>
                  <a:lnTo>
                    <a:pt x="334" y="334"/>
                  </a:lnTo>
                  <a:cubicBezTo>
                    <a:pt x="334" y="144"/>
                    <a:pt x="192"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3" name="Google Shape;27493;p151"/>
            <p:cNvSpPr/>
            <p:nvPr/>
          </p:nvSpPr>
          <p:spPr>
            <a:xfrm>
              <a:off x="7962650" y="2588390"/>
              <a:ext cx="72940" cy="143275"/>
            </a:xfrm>
            <a:custGeom>
              <a:rect b="b" l="l" r="r" t="t"/>
              <a:pathLst>
                <a:path extrusionOk="0" h="4400" w="2240">
                  <a:moveTo>
                    <a:pt x="1" y="0"/>
                  </a:moveTo>
                  <a:lnTo>
                    <a:pt x="1" y="2643"/>
                  </a:lnTo>
                  <a:lnTo>
                    <a:pt x="1668" y="4310"/>
                  </a:lnTo>
                  <a:cubicBezTo>
                    <a:pt x="1728" y="4370"/>
                    <a:pt x="1811" y="4400"/>
                    <a:pt x="1894" y="4400"/>
                  </a:cubicBezTo>
                  <a:cubicBezTo>
                    <a:pt x="1978" y="4400"/>
                    <a:pt x="2061" y="4370"/>
                    <a:pt x="2120" y="4310"/>
                  </a:cubicBezTo>
                  <a:cubicBezTo>
                    <a:pt x="2240" y="4191"/>
                    <a:pt x="2240" y="3977"/>
                    <a:pt x="2120" y="3858"/>
                  </a:cubicBezTo>
                  <a:lnTo>
                    <a:pt x="334" y="2072"/>
                  </a:lnTo>
                  <a:lnTo>
                    <a:pt x="334" y="333"/>
                  </a:lnTo>
                  <a:cubicBezTo>
                    <a:pt x="334" y="143"/>
                    <a:pt x="192"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4" name="Google Shape;27494;p151"/>
          <p:cNvGrpSpPr/>
          <p:nvPr/>
        </p:nvGrpSpPr>
        <p:grpSpPr>
          <a:xfrm>
            <a:off x="7048393" y="2332051"/>
            <a:ext cx="351317" cy="352880"/>
            <a:chOff x="7048393" y="2484451"/>
            <a:chExt cx="351317" cy="352880"/>
          </a:xfrm>
        </p:grpSpPr>
        <p:sp>
          <p:nvSpPr>
            <p:cNvPr id="27495" name="Google Shape;27495;p151"/>
            <p:cNvSpPr/>
            <p:nvPr/>
          </p:nvSpPr>
          <p:spPr>
            <a:xfrm>
              <a:off x="7048393" y="2484451"/>
              <a:ext cx="351317" cy="352880"/>
            </a:xfrm>
            <a:custGeom>
              <a:rect b="b" l="l" r="r" t="t"/>
              <a:pathLst>
                <a:path extrusionOk="0" h="10837" w="10789">
                  <a:moveTo>
                    <a:pt x="334" y="1"/>
                  </a:moveTo>
                  <a:cubicBezTo>
                    <a:pt x="144" y="1"/>
                    <a:pt x="1" y="144"/>
                    <a:pt x="1" y="334"/>
                  </a:cubicBezTo>
                  <a:lnTo>
                    <a:pt x="1" y="2573"/>
                  </a:lnTo>
                  <a:lnTo>
                    <a:pt x="644" y="2882"/>
                  </a:lnTo>
                  <a:lnTo>
                    <a:pt x="1" y="3216"/>
                  </a:lnTo>
                  <a:lnTo>
                    <a:pt x="1" y="7622"/>
                  </a:lnTo>
                  <a:lnTo>
                    <a:pt x="644" y="7955"/>
                  </a:lnTo>
                  <a:lnTo>
                    <a:pt x="1" y="8288"/>
                  </a:lnTo>
                  <a:lnTo>
                    <a:pt x="1" y="10503"/>
                  </a:lnTo>
                  <a:cubicBezTo>
                    <a:pt x="1" y="10694"/>
                    <a:pt x="144" y="10836"/>
                    <a:pt x="334" y="10836"/>
                  </a:cubicBezTo>
                  <a:lnTo>
                    <a:pt x="10455" y="10836"/>
                  </a:lnTo>
                  <a:cubicBezTo>
                    <a:pt x="10646" y="10836"/>
                    <a:pt x="10789" y="10694"/>
                    <a:pt x="10789" y="10503"/>
                  </a:cubicBezTo>
                  <a:lnTo>
                    <a:pt x="10789" y="334"/>
                  </a:lnTo>
                  <a:cubicBezTo>
                    <a:pt x="10789" y="144"/>
                    <a:pt x="10646" y="1"/>
                    <a:pt x="10455"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6" name="Google Shape;27496;p151"/>
            <p:cNvSpPr/>
            <p:nvPr/>
          </p:nvSpPr>
          <p:spPr>
            <a:xfrm>
              <a:off x="7050737" y="2568202"/>
              <a:ext cx="60501" cy="20221"/>
            </a:xfrm>
            <a:custGeom>
              <a:rect b="b" l="l" r="r" t="t"/>
              <a:pathLst>
                <a:path extrusionOk="0" h="621" w="1858">
                  <a:moveTo>
                    <a:pt x="0" y="1"/>
                  </a:moveTo>
                  <a:lnTo>
                    <a:pt x="0" y="620"/>
                  </a:lnTo>
                  <a:lnTo>
                    <a:pt x="1858" y="620"/>
                  </a:lnTo>
                  <a:lnTo>
                    <a:pt x="185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7" name="Google Shape;27497;p151"/>
            <p:cNvSpPr/>
            <p:nvPr/>
          </p:nvSpPr>
          <p:spPr>
            <a:xfrm>
              <a:off x="7050737" y="2731828"/>
              <a:ext cx="60501" cy="20189"/>
            </a:xfrm>
            <a:custGeom>
              <a:rect b="b" l="l" r="r" t="t"/>
              <a:pathLst>
                <a:path extrusionOk="0" h="620" w="1858">
                  <a:moveTo>
                    <a:pt x="0" y="1"/>
                  </a:moveTo>
                  <a:lnTo>
                    <a:pt x="0" y="620"/>
                  </a:lnTo>
                  <a:lnTo>
                    <a:pt x="1858" y="620"/>
                  </a:lnTo>
                  <a:lnTo>
                    <a:pt x="185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8" name="Google Shape;27498;p151"/>
            <p:cNvSpPr/>
            <p:nvPr/>
          </p:nvSpPr>
          <p:spPr>
            <a:xfrm>
              <a:off x="7224425" y="2484451"/>
              <a:ext cx="175284" cy="349103"/>
            </a:xfrm>
            <a:custGeom>
              <a:rect b="b" l="l" r="r" t="t"/>
              <a:pathLst>
                <a:path extrusionOk="0" h="10721" w="5383">
                  <a:moveTo>
                    <a:pt x="1" y="1"/>
                  </a:moveTo>
                  <a:lnTo>
                    <a:pt x="1" y="10717"/>
                  </a:lnTo>
                  <a:lnTo>
                    <a:pt x="5049" y="10717"/>
                  </a:lnTo>
                  <a:cubicBezTo>
                    <a:pt x="5063" y="10719"/>
                    <a:pt x="5077" y="10720"/>
                    <a:pt x="5091" y="10720"/>
                  </a:cubicBezTo>
                  <a:cubicBezTo>
                    <a:pt x="5260" y="10720"/>
                    <a:pt x="5383" y="10586"/>
                    <a:pt x="5383" y="10432"/>
                  </a:cubicBezTo>
                  <a:lnTo>
                    <a:pt x="5383" y="334"/>
                  </a:lnTo>
                  <a:cubicBezTo>
                    <a:pt x="5383" y="144"/>
                    <a:pt x="5240" y="1"/>
                    <a:pt x="504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9" name="Google Shape;27499;p151"/>
            <p:cNvSpPr/>
            <p:nvPr/>
          </p:nvSpPr>
          <p:spPr>
            <a:xfrm>
              <a:off x="7091049" y="2526326"/>
              <a:ext cx="267566" cy="267566"/>
            </a:xfrm>
            <a:custGeom>
              <a:rect b="b" l="l" r="r" t="t"/>
              <a:pathLst>
                <a:path extrusionOk="0" h="8217" w="8217">
                  <a:moveTo>
                    <a:pt x="334" y="1"/>
                  </a:moveTo>
                  <a:cubicBezTo>
                    <a:pt x="143" y="1"/>
                    <a:pt x="1" y="144"/>
                    <a:pt x="1" y="334"/>
                  </a:cubicBezTo>
                  <a:lnTo>
                    <a:pt x="1" y="7883"/>
                  </a:lnTo>
                  <a:cubicBezTo>
                    <a:pt x="1" y="8074"/>
                    <a:pt x="143" y="8217"/>
                    <a:pt x="334" y="8217"/>
                  </a:cubicBezTo>
                  <a:lnTo>
                    <a:pt x="7907" y="8217"/>
                  </a:lnTo>
                  <a:cubicBezTo>
                    <a:pt x="8074" y="8217"/>
                    <a:pt x="8217" y="8074"/>
                    <a:pt x="8217" y="7883"/>
                  </a:cubicBezTo>
                  <a:lnTo>
                    <a:pt x="8217" y="334"/>
                  </a:lnTo>
                  <a:cubicBezTo>
                    <a:pt x="8217" y="144"/>
                    <a:pt x="8074" y="1"/>
                    <a:pt x="7907"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0" name="Google Shape;27500;p151"/>
            <p:cNvSpPr/>
            <p:nvPr/>
          </p:nvSpPr>
          <p:spPr>
            <a:xfrm>
              <a:off x="7225207" y="2526326"/>
              <a:ext cx="133409" cy="266329"/>
            </a:xfrm>
            <a:custGeom>
              <a:rect b="b" l="l" r="r" t="t"/>
              <a:pathLst>
                <a:path extrusionOk="0" h="8179" w="4097">
                  <a:moveTo>
                    <a:pt x="0" y="1"/>
                  </a:moveTo>
                  <a:lnTo>
                    <a:pt x="0" y="8169"/>
                  </a:lnTo>
                  <a:lnTo>
                    <a:pt x="3787" y="8169"/>
                  </a:lnTo>
                  <a:cubicBezTo>
                    <a:pt x="3809" y="8176"/>
                    <a:pt x="3830" y="8178"/>
                    <a:pt x="3851" y="8178"/>
                  </a:cubicBezTo>
                  <a:cubicBezTo>
                    <a:pt x="3989" y="8178"/>
                    <a:pt x="4097" y="8049"/>
                    <a:pt x="4097" y="7883"/>
                  </a:cubicBezTo>
                  <a:lnTo>
                    <a:pt x="4097" y="334"/>
                  </a:lnTo>
                  <a:cubicBezTo>
                    <a:pt x="4097" y="144"/>
                    <a:pt x="3954" y="1"/>
                    <a:pt x="3787"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1" name="Google Shape;27501;p151"/>
            <p:cNvSpPr/>
            <p:nvPr/>
          </p:nvSpPr>
          <p:spPr>
            <a:xfrm>
              <a:off x="7132925" y="2568202"/>
              <a:ext cx="183815" cy="183815"/>
            </a:xfrm>
            <a:custGeom>
              <a:rect b="b" l="l" r="r" t="t"/>
              <a:pathLst>
                <a:path extrusionOk="0" h="5645" w="5645">
                  <a:moveTo>
                    <a:pt x="2834" y="1"/>
                  </a:moveTo>
                  <a:cubicBezTo>
                    <a:pt x="1263" y="1"/>
                    <a:pt x="0" y="1263"/>
                    <a:pt x="0" y="2811"/>
                  </a:cubicBezTo>
                  <a:cubicBezTo>
                    <a:pt x="0" y="4383"/>
                    <a:pt x="1263" y="5645"/>
                    <a:pt x="2834" y="5645"/>
                  </a:cubicBezTo>
                  <a:cubicBezTo>
                    <a:pt x="4382" y="5645"/>
                    <a:pt x="5645" y="4383"/>
                    <a:pt x="5645" y="2811"/>
                  </a:cubicBezTo>
                  <a:cubicBezTo>
                    <a:pt x="5645" y="1263"/>
                    <a:pt x="4382" y="1"/>
                    <a:pt x="2834"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2" name="Google Shape;27502;p151"/>
            <p:cNvSpPr/>
            <p:nvPr/>
          </p:nvSpPr>
          <p:spPr>
            <a:xfrm>
              <a:off x="7225207" y="2568202"/>
              <a:ext cx="92315" cy="183815"/>
            </a:xfrm>
            <a:custGeom>
              <a:rect b="b" l="l" r="r" t="t"/>
              <a:pathLst>
                <a:path extrusionOk="0" h="5645" w="2835">
                  <a:moveTo>
                    <a:pt x="0" y="1"/>
                  </a:moveTo>
                  <a:lnTo>
                    <a:pt x="0" y="5645"/>
                  </a:lnTo>
                  <a:cubicBezTo>
                    <a:pt x="1548" y="5645"/>
                    <a:pt x="2834" y="4359"/>
                    <a:pt x="2834" y="2811"/>
                  </a:cubicBezTo>
                  <a:cubicBezTo>
                    <a:pt x="2834" y="1263"/>
                    <a:pt x="1548" y="1"/>
                    <a:pt x="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3" name="Google Shape;27503;p151"/>
            <p:cNvSpPr/>
            <p:nvPr/>
          </p:nvSpPr>
          <p:spPr>
            <a:xfrm>
              <a:off x="7153081" y="2588390"/>
              <a:ext cx="143503" cy="143470"/>
            </a:xfrm>
            <a:custGeom>
              <a:rect b="b" l="l" r="r" t="t"/>
              <a:pathLst>
                <a:path extrusionOk="0" h="4406" w="4407">
                  <a:moveTo>
                    <a:pt x="2215" y="0"/>
                  </a:moveTo>
                  <a:cubicBezTo>
                    <a:pt x="1001" y="0"/>
                    <a:pt x="1" y="976"/>
                    <a:pt x="1" y="2191"/>
                  </a:cubicBezTo>
                  <a:cubicBezTo>
                    <a:pt x="1" y="3406"/>
                    <a:pt x="1001" y="4406"/>
                    <a:pt x="2215" y="4406"/>
                  </a:cubicBezTo>
                  <a:cubicBezTo>
                    <a:pt x="3430" y="4406"/>
                    <a:pt x="4406" y="3406"/>
                    <a:pt x="4406" y="2191"/>
                  </a:cubicBezTo>
                  <a:cubicBezTo>
                    <a:pt x="4406" y="976"/>
                    <a:pt x="3430" y="0"/>
                    <a:pt x="2215"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4" name="Google Shape;27504;p151"/>
            <p:cNvSpPr/>
            <p:nvPr/>
          </p:nvSpPr>
          <p:spPr>
            <a:xfrm>
              <a:off x="7225207" y="2588390"/>
              <a:ext cx="71377" cy="143470"/>
            </a:xfrm>
            <a:custGeom>
              <a:rect b="b" l="l" r="r" t="t"/>
              <a:pathLst>
                <a:path extrusionOk="0" h="4406" w="2192">
                  <a:moveTo>
                    <a:pt x="0" y="0"/>
                  </a:moveTo>
                  <a:lnTo>
                    <a:pt x="0" y="4406"/>
                  </a:lnTo>
                  <a:cubicBezTo>
                    <a:pt x="1215" y="4406"/>
                    <a:pt x="2191" y="3429"/>
                    <a:pt x="2191" y="2191"/>
                  </a:cubicBezTo>
                  <a:cubicBezTo>
                    <a:pt x="2191" y="976"/>
                    <a:pt x="1215"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5" name="Google Shape;27505;p151"/>
            <p:cNvSpPr/>
            <p:nvPr/>
          </p:nvSpPr>
          <p:spPr>
            <a:xfrm>
              <a:off x="7185643" y="2663805"/>
              <a:ext cx="36503" cy="35102"/>
            </a:xfrm>
            <a:custGeom>
              <a:rect b="b" l="l" r="r" t="t"/>
              <a:pathLst>
                <a:path extrusionOk="0" h="1078" w="1121">
                  <a:moveTo>
                    <a:pt x="775" y="0"/>
                  </a:moveTo>
                  <a:cubicBezTo>
                    <a:pt x="692" y="0"/>
                    <a:pt x="608" y="30"/>
                    <a:pt x="549" y="89"/>
                  </a:cubicBezTo>
                  <a:lnTo>
                    <a:pt x="120" y="542"/>
                  </a:lnTo>
                  <a:cubicBezTo>
                    <a:pt x="1" y="661"/>
                    <a:pt x="1" y="875"/>
                    <a:pt x="120" y="970"/>
                  </a:cubicBezTo>
                  <a:cubicBezTo>
                    <a:pt x="179" y="1042"/>
                    <a:pt x="257" y="1078"/>
                    <a:pt x="334" y="1078"/>
                  </a:cubicBezTo>
                  <a:cubicBezTo>
                    <a:pt x="412" y="1078"/>
                    <a:pt x="489" y="1042"/>
                    <a:pt x="549" y="970"/>
                  </a:cubicBezTo>
                  <a:lnTo>
                    <a:pt x="1001" y="542"/>
                  </a:lnTo>
                  <a:cubicBezTo>
                    <a:pt x="1120" y="423"/>
                    <a:pt x="1120" y="208"/>
                    <a:pt x="1001" y="89"/>
                  </a:cubicBezTo>
                  <a:cubicBezTo>
                    <a:pt x="942" y="30"/>
                    <a:pt x="858" y="0"/>
                    <a:pt x="775"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6" name="Google Shape;27506;p151"/>
            <p:cNvSpPr/>
            <p:nvPr/>
          </p:nvSpPr>
          <p:spPr>
            <a:xfrm>
              <a:off x="7185643" y="2620367"/>
              <a:ext cx="36503" cy="34744"/>
            </a:xfrm>
            <a:custGeom>
              <a:rect b="b" l="l" r="r" t="t"/>
              <a:pathLst>
                <a:path extrusionOk="0" h="1067" w="1121">
                  <a:moveTo>
                    <a:pt x="322" y="0"/>
                  </a:moveTo>
                  <a:cubicBezTo>
                    <a:pt x="239" y="0"/>
                    <a:pt x="156" y="30"/>
                    <a:pt x="96" y="90"/>
                  </a:cubicBezTo>
                  <a:cubicBezTo>
                    <a:pt x="1" y="209"/>
                    <a:pt x="1" y="423"/>
                    <a:pt x="96" y="518"/>
                  </a:cubicBezTo>
                  <a:lnTo>
                    <a:pt x="549" y="971"/>
                  </a:lnTo>
                  <a:cubicBezTo>
                    <a:pt x="620" y="1042"/>
                    <a:pt x="668" y="1066"/>
                    <a:pt x="763" y="1066"/>
                  </a:cubicBezTo>
                  <a:cubicBezTo>
                    <a:pt x="858" y="1066"/>
                    <a:pt x="953" y="1042"/>
                    <a:pt x="1001" y="971"/>
                  </a:cubicBezTo>
                  <a:cubicBezTo>
                    <a:pt x="1120" y="852"/>
                    <a:pt x="1120" y="637"/>
                    <a:pt x="1001" y="518"/>
                  </a:cubicBezTo>
                  <a:lnTo>
                    <a:pt x="549" y="90"/>
                  </a:lnTo>
                  <a:cubicBezTo>
                    <a:pt x="489" y="30"/>
                    <a:pt x="406" y="0"/>
                    <a:pt x="322"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7" name="Google Shape;27507;p151"/>
            <p:cNvSpPr/>
            <p:nvPr/>
          </p:nvSpPr>
          <p:spPr>
            <a:xfrm>
              <a:off x="7194175" y="2628703"/>
              <a:ext cx="62064" cy="62064"/>
            </a:xfrm>
            <a:custGeom>
              <a:rect b="b" l="l" r="r" t="t"/>
              <a:pathLst>
                <a:path extrusionOk="0" h="1906" w="1906">
                  <a:moveTo>
                    <a:pt x="953" y="0"/>
                  </a:moveTo>
                  <a:cubicBezTo>
                    <a:pt x="430" y="0"/>
                    <a:pt x="1" y="429"/>
                    <a:pt x="1" y="953"/>
                  </a:cubicBezTo>
                  <a:cubicBezTo>
                    <a:pt x="1" y="1477"/>
                    <a:pt x="430" y="1906"/>
                    <a:pt x="953" y="1906"/>
                  </a:cubicBezTo>
                  <a:cubicBezTo>
                    <a:pt x="1477" y="1906"/>
                    <a:pt x="1906" y="1477"/>
                    <a:pt x="1906" y="953"/>
                  </a:cubicBezTo>
                  <a:cubicBezTo>
                    <a:pt x="1906" y="429"/>
                    <a:pt x="1477" y="0"/>
                    <a:pt x="95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8" name="Google Shape;27508;p151"/>
            <p:cNvSpPr/>
            <p:nvPr/>
          </p:nvSpPr>
          <p:spPr>
            <a:xfrm>
              <a:off x="7225207" y="2619683"/>
              <a:ext cx="40345" cy="77792"/>
            </a:xfrm>
            <a:custGeom>
              <a:rect b="b" l="l" r="r" t="t"/>
              <a:pathLst>
                <a:path extrusionOk="0" h="2389" w="1239">
                  <a:moveTo>
                    <a:pt x="926" y="0"/>
                  </a:moveTo>
                  <a:cubicBezTo>
                    <a:pt x="844" y="0"/>
                    <a:pt x="759" y="30"/>
                    <a:pt x="691" y="87"/>
                  </a:cubicBezTo>
                  <a:lnTo>
                    <a:pt x="405" y="349"/>
                  </a:lnTo>
                  <a:cubicBezTo>
                    <a:pt x="286" y="277"/>
                    <a:pt x="143" y="254"/>
                    <a:pt x="0" y="254"/>
                  </a:cubicBezTo>
                  <a:lnTo>
                    <a:pt x="0" y="2135"/>
                  </a:lnTo>
                  <a:cubicBezTo>
                    <a:pt x="143" y="2135"/>
                    <a:pt x="286" y="2111"/>
                    <a:pt x="405" y="2040"/>
                  </a:cubicBezTo>
                  <a:lnTo>
                    <a:pt x="691" y="2302"/>
                  </a:lnTo>
                  <a:cubicBezTo>
                    <a:pt x="748" y="2358"/>
                    <a:pt x="832" y="2388"/>
                    <a:pt x="917" y="2388"/>
                  </a:cubicBezTo>
                  <a:cubicBezTo>
                    <a:pt x="1010" y="2388"/>
                    <a:pt x="1105" y="2353"/>
                    <a:pt x="1167" y="2278"/>
                  </a:cubicBezTo>
                  <a:cubicBezTo>
                    <a:pt x="1239" y="2159"/>
                    <a:pt x="1239" y="1992"/>
                    <a:pt x="1120" y="1873"/>
                  </a:cubicBezTo>
                  <a:lnTo>
                    <a:pt x="858" y="1635"/>
                  </a:lnTo>
                  <a:cubicBezTo>
                    <a:pt x="929" y="1516"/>
                    <a:pt x="953" y="1349"/>
                    <a:pt x="953" y="1206"/>
                  </a:cubicBezTo>
                  <a:cubicBezTo>
                    <a:pt x="953" y="1063"/>
                    <a:pt x="929" y="920"/>
                    <a:pt x="858" y="801"/>
                  </a:cubicBezTo>
                  <a:lnTo>
                    <a:pt x="1120" y="516"/>
                  </a:lnTo>
                  <a:cubicBezTo>
                    <a:pt x="1239" y="397"/>
                    <a:pt x="1239" y="230"/>
                    <a:pt x="1167" y="111"/>
                  </a:cubicBezTo>
                  <a:cubicBezTo>
                    <a:pt x="1105" y="36"/>
                    <a:pt x="1017" y="0"/>
                    <a:pt x="926"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9" name="Google Shape;27509;p151"/>
          <p:cNvGrpSpPr/>
          <p:nvPr/>
        </p:nvGrpSpPr>
        <p:grpSpPr>
          <a:xfrm>
            <a:off x="6358230" y="2332832"/>
            <a:ext cx="226472" cy="349005"/>
            <a:chOff x="6358230" y="2485232"/>
            <a:chExt cx="226472" cy="349005"/>
          </a:xfrm>
        </p:grpSpPr>
        <p:sp>
          <p:nvSpPr>
            <p:cNvPr id="27510" name="Google Shape;27510;p151"/>
            <p:cNvSpPr/>
            <p:nvPr/>
          </p:nvSpPr>
          <p:spPr>
            <a:xfrm>
              <a:off x="6379950" y="2486698"/>
              <a:ext cx="183815" cy="184694"/>
            </a:xfrm>
            <a:custGeom>
              <a:rect b="b" l="l" r="r" t="t"/>
              <a:pathLst>
                <a:path extrusionOk="0" h="5672" w="5645">
                  <a:moveTo>
                    <a:pt x="2888" y="1"/>
                  </a:moveTo>
                  <a:cubicBezTo>
                    <a:pt x="2847" y="1"/>
                    <a:pt x="2805" y="2"/>
                    <a:pt x="2763" y="3"/>
                  </a:cubicBezTo>
                  <a:cubicBezTo>
                    <a:pt x="1215" y="27"/>
                    <a:pt x="1" y="1313"/>
                    <a:pt x="1" y="2861"/>
                  </a:cubicBezTo>
                  <a:lnTo>
                    <a:pt x="1" y="5671"/>
                  </a:lnTo>
                  <a:lnTo>
                    <a:pt x="1239" y="5671"/>
                  </a:lnTo>
                  <a:lnTo>
                    <a:pt x="1239" y="2813"/>
                  </a:lnTo>
                  <a:cubicBezTo>
                    <a:pt x="1239" y="1947"/>
                    <a:pt x="1977" y="1241"/>
                    <a:pt x="2839" y="1241"/>
                  </a:cubicBezTo>
                  <a:cubicBezTo>
                    <a:pt x="2854" y="1241"/>
                    <a:pt x="2868" y="1241"/>
                    <a:pt x="2882" y="1242"/>
                  </a:cubicBezTo>
                  <a:cubicBezTo>
                    <a:pt x="3740" y="1266"/>
                    <a:pt x="4406" y="1956"/>
                    <a:pt x="4406" y="2813"/>
                  </a:cubicBezTo>
                  <a:lnTo>
                    <a:pt x="4406" y="5647"/>
                  </a:lnTo>
                  <a:lnTo>
                    <a:pt x="5645" y="5647"/>
                  </a:lnTo>
                  <a:lnTo>
                    <a:pt x="5645" y="2790"/>
                  </a:lnTo>
                  <a:cubicBezTo>
                    <a:pt x="5645" y="1260"/>
                    <a:pt x="4404" y="1"/>
                    <a:pt x="2888"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1" name="Google Shape;27511;p151"/>
            <p:cNvSpPr/>
            <p:nvPr/>
          </p:nvSpPr>
          <p:spPr>
            <a:xfrm>
              <a:off x="6472232" y="2485232"/>
              <a:ext cx="91533" cy="185378"/>
            </a:xfrm>
            <a:custGeom>
              <a:rect b="b" l="l" r="r" t="t"/>
              <a:pathLst>
                <a:path extrusionOk="0" h="5693" w="2811">
                  <a:moveTo>
                    <a:pt x="1" y="1"/>
                  </a:moveTo>
                  <a:lnTo>
                    <a:pt x="1" y="1263"/>
                  </a:lnTo>
                  <a:cubicBezTo>
                    <a:pt x="858" y="1263"/>
                    <a:pt x="1572" y="1977"/>
                    <a:pt x="1572" y="2835"/>
                  </a:cubicBezTo>
                  <a:lnTo>
                    <a:pt x="1572" y="5692"/>
                  </a:lnTo>
                  <a:lnTo>
                    <a:pt x="2811" y="5692"/>
                  </a:lnTo>
                  <a:lnTo>
                    <a:pt x="2811" y="2835"/>
                  </a:lnTo>
                  <a:cubicBezTo>
                    <a:pt x="2811" y="1263"/>
                    <a:pt x="1548" y="1"/>
                    <a:pt x="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2" name="Google Shape;27512;p151"/>
            <p:cNvSpPr/>
            <p:nvPr/>
          </p:nvSpPr>
          <p:spPr>
            <a:xfrm>
              <a:off x="6358230" y="2628703"/>
              <a:ext cx="226472" cy="205535"/>
            </a:xfrm>
            <a:custGeom>
              <a:rect b="b" l="l" r="r" t="t"/>
              <a:pathLst>
                <a:path extrusionOk="0" h="6312" w="6955">
                  <a:moveTo>
                    <a:pt x="334" y="0"/>
                  </a:moveTo>
                  <a:cubicBezTo>
                    <a:pt x="168" y="0"/>
                    <a:pt x="1" y="167"/>
                    <a:pt x="1" y="334"/>
                  </a:cubicBezTo>
                  <a:lnTo>
                    <a:pt x="1" y="5406"/>
                  </a:lnTo>
                  <a:cubicBezTo>
                    <a:pt x="1" y="5525"/>
                    <a:pt x="72" y="5644"/>
                    <a:pt x="191" y="5668"/>
                  </a:cubicBezTo>
                  <a:cubicBezTo>
                    <a:pt x="239" y="5692"/>
                    <a:pt x="1525" y="6311"/>
                    <a:pt x="3454" y="6311"/>
                  </a:cubicBezTo>
                  <a:cubicBezTo>
                    <a:pt x="5407" y="6311"/>
                    <a:pt x="6669" y="5692"/>
                    <a:pt x="6740" y="5668"/>
                  </a:cubicBezTo>
                  <a:cubicBezTo>
                    <a:pt x="6859" y="5597"/>
                    <a:pt x="6907" y="5525"/>
                    <a:pt x="6907" y="5406"/>
                  </a:cubicBezTo>
                  <a:lnTo>
                    <a:pt x="6907" y="334"/>
                  </a:lnTo>
                  <a:cubicBezTo>
                    <a:pt x="6955" y="167"/>
                    <a:pt x="6788" y="0"/>
                    <a:pt x="6621"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3" name="Google Shape;27513;p151"/>
            <p:cNvSpPr/>
            <p:nvPr/>
          </p:nvSpPr>
          <p:spPr>
            <a:xfrm>
              <a:off x="6472232" y="2628703"/>
              <a:ext cx="112471" cy="205535"/>
            </a:xfrm>
            <a:custGeom>
              <a:rect b="b" l="l" r="r" t="t"/>
              <a:pathLst>
                <a:path extrusionOk="0" h="6312" w="3454">
                  <a:moveTo>
                    <a:pt x="1" y="0"/>
                  </a:moveTo>
                  <a:lnTo>
                    <a:pt x="1" y="6311"/>
                  </a:lnTo>
                  <a:cubicBezTo>
                    <a:pt x="1930" y="6311"/>
                    <a:pt x="3216" y="5692"/>
                    <a:pt x="3263" y="5668"/>
                  </a:cubicBezTo>
                  <a:cubicBezTo>
                    <a:pt x="3382" y="5644"/>
                    <a:pt x="3454" y="5525"/>
                    <a:pt x="3454" y="5406"/>
                  </a:cubicBezTo>
                  <a:lnTo>
                    <a:pt x="3454" y="334"/>
                  </a:lnTo>
                  <a:cubicBezTo>
                    <a:pt x="3454" y="167"/>
                    <a:pt x="3287" y="0"/>
                    <a:pt x="3120"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4" name="Google Shape;27514;p151"/>
            <p:cNvSpPr/>
            <p:nvPr/>
          </p:nvSpPr>
          <p:spPr>
            <a:xfrm>
              <a:off x="6460607" y="2689953"/>
              <a:ext cx="20970" cy="82513"/>
            </a:xfrm>
            <a:custGeom>
              <a:rect b="b" l="l" r="r" t="t"/>
              <a:pathLst>
                <a:path extrusionOk="0" h="2534" w="644">
                  <a:moveTo>
                    <a:pt x="286" y="1"/>
                  </a:moveTo>
                  <a:cubicBezTo>
                    <a:pt x="119" y="25"/>
                    <a:pt x="0" y="167"/>
                    <a:pt x="0" y="334"/>
                  </a:cubicBezTo>
                  <a:lnTo>
                    <a:pt x="0" y="2216"/>
                  </a:lnTo>
                  <a:cubicBezTo>
                    <a:pt x="0" y="2384"/>
                    <a:pt x="130" y="2533"/>
                    <a:pt x="292" y="2533"/>
                  </a:cubicBezTo>
                  <a:cubicBezTo>
                    <a:pt x="313" y="2533"/>
                    <a:pt x="335" y="2531"/>
                    <a:pt x="358" y="2525"/>
                  </a:cubicBezTo>
                  <a:cubicBezTo>
                    <a:pt x="524" y="2501"/>
                    <a:pt x="643" y="2358"/>
                    <a:pt x="643" y="2216"/>
                  </a:cubicBezTo>
                  <a:lnTo>
                    <a:pt x="643" y="334"/>
                  </a:lnTo>
                  <a:cubicBezTo>
                    <a:pt x="643" y="144"/>
                    <a:pt x="500" y="1"/>
                    <a:pt x="286"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5" name="Google Shape;27515;p151"/>
            <p:cNvSpPr/>
            <p:nvPr/>
          </p:nvSpPr>
          <p:spPr>
            <a:xfrm>
              <a:off x="6470669" y="2690734"/>
              <a:ext cx="10908" cy="81471"/>
            </a:xfrm>
            <a:custGeom>
              <a:rect b="b" l="l" r="r" t="t"/>
              <a:pathLst>
                <a:path extrusionOk="0" h="2502" w="335">
                  <a:moveTo>
                    <a:pt x="1" y="1"/>
                  </a:moveTo>
                  <a:lnTo>
                    <a:pt x="1" y="2501"/>
                  </a:lnTo>
                  <a:cubicBezTo>
                    <a:pt x="191" y="2501"/>
                    <a:pt x="334" y="2358"/>
                    <a:pt x="334" y="2192"/>
                  </a:cubicBezTo>
                  <a:lnTo>
                    <a:pt x="334" y="310"/>
                  </a:lnTo>
                  <a:cubicBezTo>
                    <a:pt x="334" y="120"/>
                    <a:pt x="191"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6" name="Google Shape;27516;p151"/>
            <p:cNvSpPr/>
            <p:nvPr/>
          </p:nvSpPr>
          <p:spPr>
            <a:xfrm>
              <a:off x="6439669" y="2689953"/>
              <a:ext cx="62064" cy="21752"/>
            </a:xfrm>
            <a:custGeom>
              <a:rect b="b" l="l" r="r" t="t"/>
              <a:pathLst>
                <a:path extrusionOk="0" h="668" w="1906">
                  <a:moveTo>
                    <a:pt x="334" y="1"/>
                  </a:moveTo>
                  <a:cubicBezTo>
                    <a:pt x="167" y="1"/>
                    <a:pt x="0" y="144"/>
                    <a:pt x="0" y="334"/>
                  </a:cubicBezTo>
                  <a:cubicBezTo>
                    <a:pt x="0" y="501"/>
                    <a:pt x="167" y="668"/>
                    <a:pt x="334" y="668"/>
                  </a:cubicBezTo>
                  <a:lnTo>
                    <a:pt x="1596" y="668"/>
                  </a:lnTo>
                  <a:cubicBezTo>
                    <a:pt x="1763" y="668"/>
                    <a:pt x="1906" y="501"/>
                    <a:pt x="1906" y="334"/>
                  </a:cubicBezTo>
                  <a:cubicBezTo>
                    <a:pt x="1906" y="144"/>
                    <a:pt x="1763" y="25"/>
                    <a:pt x="1596"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7" name="Google Shape;27517;p151"/>
            <p:cNvSpPr/>
            <p:nvPr/>
          </p:nvSpPr>
          <p:spPr>
            <a:xfrm>
              <a:off x="6470669" y="2690734"/>
              <a:ext cx="31065" cy="20970"/>
            </a:xfrm>
            <a:custGeom>
              <a:rect b="b" l="l" r="r" t="t"/>
              <a:pathLst>
                <a:path extrusionOk="0" h="644" w="954">
                  <a:moveTo>
                    <a:pt x="1" y="1"/>
                  </a:moveTo>
                  <a:lnTo>
                    <a:pt x="1" y="644"/>
                  </a:lnTo>
                  <a:lnTo>
                    <a:pt x="644" y="644"/>
                  </a:lnTo>
                  <a:cubicBezTo>
                    <a:pt x="811" y="644"/>
                    <a:pt x="954" y="524"/>
                    <a:pt x="954" y="358"/>
                  </a:cubicBezTo>
                  <a:cubicBezTo>
                    <a:pt x="954" y="143"/>
                    <a:pt x="811" y="1"/>
                    <a:pt x="64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18" name="Google Shape;27518;p151"/>
          <p:cNvGrpSpPr/>
          <p:nvPr/>
        </p:nvGrpSpPr>
        <p:grpSpPr>
          <a:xfrm>
            <a:off x="5536255" y="2404958"/>
            <a:ext cx="352098" cy="204753"/>
            <a:chOff x="5536255" y="2557358"/>
            <a:chExt cx="352098" cy="204753"/>
          </a:xfrm>
        </p:grpSpPr>
        <p:sp>
          <p:nvSpPr>
            <p:cNvPr id="27519" name="Google Shape;27519;p151"/>
            <p:cNvSpPr/>
            <p:nvPr/>
          </p:nvSpPr>
          <p:spPr>
            <a:xfrm>
              <a:off x="5549443" y="2569765"/>
              <a:ext cx="327286" cy="192347"/>
            </a:xfrm>
            <a:custGeom>
              <a:rect b="b" l="l" r="r" t="t"/>
              <a:pathLst>
                <a:path extrusionOk="0" h="5907" w="10051">
                  <a:moveTo>
                    <a:pt x="5025" y="1"/>
                  </a:moveTo>
                  <a:cubicBezTo>
                    <a:pt x="2882" y="1"/>
                    <a:pt x="1334" y="1429"/>
                    <a:pt x="0" y="2954"/>
                  </a:cubicBezTo>
                  <a:cubicBezTo>
                    <a:pt x="1334" y="4501"/>
                    <a:pt x="2882" y="5907"/>
                    <a:pt x="5025" y="5907"/>
                  </a:cubicBezTo>
                  <a:cubicBezTo>
                    <a:pt x="7168" y="5907"/>
                    <a:pt x="8716" y="4478"/>
                    <a:pt x="10050" y="2954"/>
                  </a:cubicBezTo>
                  <a:cubicBezTo>
                    <a:pt x="8693" y="1429"/>
                    <a:pt x="7168" y="1"/>
                    <a:pt x="5025"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0" name="Google Shape;27520;p151"/>
            <p:cNvSpPr/>
            <p:nvPr/>
          </p:nvSpPr>
          <p:spPr>
            <a:xfrm>
              <a:off x="5712288" y="2569765"/>
              <a:ext cx="163659" cy="192347"/>
            </a:xfrm>
            <a:custGeom>
              <a:rect b="b" l="l" r="r" t="t"/>
              <a:pathLst>
                <a:path extrusionOk="0" h="5907" w="5026">
                  <a:moveTo>
                    <a:pt x="0" y="1"/>
                  </a:moveTo>
                  <a:lnTo>
                    <a:pt x="0" y="5907"/>
                  </a:lnTo>
                  <a:cubicBezTo>
                    <a:pt x="2144" y="5907"/>
                    <a:pt x="3692" y="4478"/>
                    <a:pt x="5025" y="2954"/>
                  </a:cubicBezTo>
                  <a:cubicBezTo>
                    <a:pt x="3692" y="1429"/>
                    <a:pt x="2167" y="1"/>
                    <a:pt x="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1" name="Google Shape;27521;p151"/>
            <p:cNvSpPr/>
            <p:nvPr/>
          </p:nvSpPr>
          <p:spPr>
            <a:xfrm>
              <a:off x="5640944" y="2578296"/>
              <a:ext cx="143503" cy="143503"/>
            </a:xfrm>
            <a:custGeom>
              <a:rect b="b" l="l" r="r" t="t"/>
              <a:pathLst>
                <a:path extrusionOk="0" h="4407" w="4407">
                  <a:moveTo>
                    <a:pt x="2215" y="0"/>
                  </a:moveTo>
                  <a:cubicBezTo>
                    <a:pt x="977" y="0"/>
                    <a:pt x="0" y="1001"/>
                    <a:pt x="0" y="2215"/>
                  </a:cubicBezTo>
                  <a:cubicBezTo>
                    <a:pt x="0" y="3430"/>
                    <a:pt x="977" y="4406"/>
                    <a:pt x="2215" y="4406"/>
                  </a:cubicBezTo>
                  <a:cubicBezTo>
                    <a:pt x="3430" y="4406"/>
                    <a:pt x="4406" y="3430"/>
                    <a:pt x="4406" y="2215"/>
                  </a:cubicBezTo>
                  <a:cubicBezTo>
                    <a:pt x="4406" y="1001"/>
                    <a:pt x="3430" y="0"/>
                    <a:pt x="2215"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2" name="Google Shape;27522;p151"/>
            <p:cNvSpPr/>
            <p:nvPr/>
          </p:nvSpPr>
          <p:spPr>
            <a:xfrm>
              <a:off x="5712288" y="2577515"/>
              <a:ext cx="71377" cy="143503"/>
            </a:xfrm>
            <a:custGeom>
              <a:rect b="b" l="l" r="r" t="t"/>
              <a:pathLst>
                <a:path extrusionOk="0" h="4407" w="2192">
                  <a:moveTo>
                    <a:pt x="0" y="1"/>
                  </a:moveTo>
                  <a:lnTo>
                    <a:pt x="0" y="4406"/>
                  </a:lnTo>
                  <a:cubicBezTo>
                    <a:pt x="1215" y="4406"/>
                    <a:pt x="2191" y="3430"/>
                    <a:pt x="2191" y="2215"/>
                  </a:cubicBezTo>
                  <a:cubicBezTo>
                    <a:pt x="2191" y="1025"/>
                    <a:pt x="1215" y="24"/>
                    <a:pt x="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3" name="Google Shape;27523;p151"/>
            <p:cNvSpPr/>
            <p:nvPr/>
          </p:nvSpPr>
          <p:spPr>
            <a:xfrm>
              <a:off x="5536255" y="2557358"/>
              <a:ext cx="352098" cy="123347"/>
            </a:xfrm>
            <a:custGeom>
              <a:rect b="b" l="l" r="r" t="t"/>
              <a:pathLst>
                <a:path extrusionOk="0" h="3788" w="10813">
                  <a:moveTo>
                    <a:pt x="5430" y="1"/>
                  </a:moveTo>
                  <a:cubicBezTo>
                    <a:pt x="2120" y="1"/>
                    <a:pt x="191" y="3192"/>
                    <a:pt x="96" y="3311"/>
                  </a:cubicBezTo>
                  <a:cubicBezTo>
                    <a:pt x="0" y="3477"/>
                    <a:pt x="72" y="3644"/>
                    <a:pt x="215" y="3739"/>
                  </a:cubicBezTo>
                  <a:cubicBezTo>
                    <a:pt x="264" y="3764"/>
                    <a:pt x="319" y="3777"/>
                    <a:pt x="375" y="3777"/>
                  </a:cubicBezTo>
                  <a:cubicBezTo>
                    <a:pt x="481" y="3777"/>
                    <a:pt x="589" y="3729"/>
                    <a:pt x="667" y="3620"/>
                  </a:cubicBezTo>
                  <a:cubicBezTo>
                    <a:pt x="667" y="3596"/>
                    <a:pt x="2501" y="643"/>
                    <a:pt x="5430" y="643"/>
                  </a:cubicBezTo>
                  <a:cubicBezTo>
                    <a:pt x="8336" y="643"/>
                    <a:pt x="10145" y="3596"/>
                    <a:pt x="10193" y="3620"/>
                  </a:cubicBezTo>
                  <a:cubicBezTo>
                    <a:pt x="10240" y="3730"/>
                    <a:pt x="10349" y="3788"/>
                    <a:pt x="10458" y="3788"/>
                  </a:cubicBezTo>
                  <a:cubicBezTo>
                    <a:pt x="10515" y="3788"/>
                    <a:pt x="10573" y="3772"/>
                    <a:pt x="10622" y="3739"/>
                  </a:cubicBezTo>
                  <a:cubicBezTo>
                    <a:pt x="10788" y="3644"/>
                    <a:pt x="10812" y="3454"/>
                    <a:pt x="10741" y="3311"/>
                  </a:cubicBezTo>
                  <a:cubicBezTo>
                    <a:pt x="10669" y="3144"/>
                    <a:pt x="8740" y="1"/>
                    <a:pt x="5430"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4" name="Google Shape;27524;p151"/>
            <p:cNvSpPr/>
            <p:nvPr/>
          </p:nvSpPr>
          <p:spPr>
            <a:xfrm>
              <a:off x="5713070" y="2558140"/>
              <a:ext cx="175284" cy="122565"/>
            </a:xfrm>
            <a:custGeom>
              <a:rect b="b" l="l" r="r" t="t"/>
              <a:pathLst>
                <a:path extrusionOk="0" h="3764" w="5383">
                  <a:moveTo>
                    <a:pt x="0" y="0"/>
                  </a:moveTo>
                  <a:lnTo>
                    <a:pt x="0" y="619"/>
                  </a:lnTo>
                  <a:cubicBezTo>
                    <a:pt x="2906" y="619"/>
                    <a:pt x="4715" y="3572"/>
                    <a:pt x="4763" y="3596"/>
                  </a:cubicBezTo>
                  <a:cubicBezTo>
                    <a:pt x="4810" y="3706"/>
                    <a:pt x="4919" y="3764"/>
                    <a:pt x="5028" y="3764"/>
                  </a:cubicBezTo>
                  <a:cubicBezTo>
                    <a:pt x="5085" y="3764"/>
                    <a:pt x="5143" y="3748"/>
                    <a:pt x="5192" y="3715"/>
                  </a:cubicBezTo>
                  <a:cubicBezTo>
                    <a:pt x="5335" y="3620"/>
                    <a:pt x="5382" y="3430"/>
                    <a:pt x="5311" y="3311"/>
                  </a:cubicBezTo>
                  <a:cubicBezTo>
                    <a:pt x="5239" y="3168"/>
                    <a:pt x="3263"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5" name="Google Shape;27525;p151"/>
            <p:cNvSpPr/>
            <p:nvPr/>
          </p:nvSpPr>
          <p:spPr>
            <a:xfrm>
              <a:off x="5682037" y="2619390"/>
              <a:ext cx="62064" cy="62064"/>
            </a:xfrm>
            <a:custGeom>
              <a:rect b="b" l="l" r="r" t="t"/>
              <a:pathLst>
                <a:path extrusionOk="0" h="1906" w="1906">
                  <a:moveTo>
                    <a:pt x="953" y="1"/>
                  </a:moveTo>
                  <a:cubicBezTo>
                    <a:pt x="405" y="1"/>
                    <a:pt x="1" y="406"/>
                    <a:pt x="1" y="953"/>
                  </a:cubicBezTo>
                  <a:cubicBezTo>
                    <a:pt x="1" y="1477"/>
                    <a:pt x="405" y="1906"/>
                    <a:pt x="953" y="1906"/>
                  </a:cubicBezTo>
                  <a:cubicBezTo>
                    <a:pt x="1477" y="1906"/>
                    <a:pt x="1906" y="1477"/>
                    <a:pt x="1906" y="953"/>
                  </a:cubicBezTo>
                  <a:cubicBezTo>
                    <a:pt x="1882" y="406"/>
                    <a:pt x="1453" y="1"/>
                    <a:pt x="953"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6" name="Google Shape;27526;p151"/>
            <p:cNvSpPr/>
            <p:nvPr/>
          </p:nvSpPr>
          <p:spPr>
            <a:xfrm>
              <a:off x="5711507" y="2619390"/>
              <a:ext cx="31814" cy="61283"/>
            </a:xfrm>
            <a:custGeom>
              <a:rect b="b" l="l" r="r" t="t"/>
              <a:pathLst>
                <a:path extrusionOk="0" h="1882" w="977">
                  <a:moveTo>
                    <a:pt x="1" y="1"/>
                  </a:moveTo>
                  <a:lnTo>
                    <a:pt x="1" y="1882"/>
                  </a:lnTo>
                  <a:cubicBezTo>
                    <a:pt x="548" y="1882"/>
                    <a:pt x="977" y="1453"/>
                    <a:pt x="977" y="929"/>
                  </a:cubicBezTo>
                  <a:cubicBezTo>
                    <a:pt x="977" y="406"/>
                    <a:pt x="548"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7" name="Google Shape;27527;p151"/>
          <p:cNvGrpSpPr/>
          <p:nvPr/>
        </p:nvGrpSpPr>
        <p:grpSpPr>
          <a:xfrm>
            <a:off x="4833687" y="2332051"/>
            <a:ext cx="227254" cy="349786"/>
            <a:chOff x="4833687" y="2484451"/>
            <a:chExt cx="227254" cy="349786"/>
          </a:xfrm>
        </p:grpSpPr>
        <p:sp>
          <p:nvSpPr>
            <p:cNvPr id="27528" name="Google Shape;27528;p151"/>
            <p:cNvSpPr/>
            <p:nvPr/>
          </p:nvSpPr>
          <p:spPr>
            <a:xfrm>
              <a:off x="4833687" y="2485232"/>
              <a:ext cx="226472" cy="258253"/>
            </a:xfrm>
            <a:custGeom>
              <a:rect b="b" l="l" r="r" t="t"/>
              <a:pathLst>
                <a:path extrusionOk="0" h="7931" w="6955">
                  <a:moveTo>
                    <a:pt x="3477" y="1"/>
                  </a:moveTo>
                  <a:cubicBezTo>
                    <a:pt x="1572" y="1"/>
                    <a:pt x="96" y="1501"/>
                    <a:pt x="24" y="3382"/>
                  </a:cubicBezTo>
                  <a:cubicBezTo>
                    <a:pt x="1" y="4526"/>
                    <a:pt x="524" y="5645"/>
                    <a:pt x="1477" y="6312"/>
                  </a:cubicBezTo>
                  <a:cubicBezTo>
                    <a:pt x="1763" y="6502"/>
                    <a:pt x="1906" y="6764"/>
                    <a:pt x="1906" y="7050"/>
                  </a:cubicBezTo>
                  <a:lnTo>
                    <a:pt x="1906" y="7931"/>
                  </a:lnTo>
                  <a:lnTo>
                    <a:pt x="5049" y="7931"/>
                  </a:lnTo>
                  <a:lnTo>
                    <a:pt x="5049" y="7097"/>
                  </a:lnTo>
                  <a:cubicBezTo>
                    <a:pt x="5049" y="6788"/>
                    <a:pt x="5216" y="6502"/>
                    <a:pt x="5502" y="6288"/>
                  </a:cubicBezTo>
                  <a:cubicBezTo>
                    <a:pt x="6430" y="5621"/>
                    <a:pt x="6954" y="4597"/>
                    <a:pt x="6954" y="3454"/>
                  </a:cubicBezTo>
                  <a:cubicBezTo>
                    <a:pt x="6931" y="1549"/>
                    <a:pt x="5383" y="1"/>
                    <a:pt x="3477" y="1"/>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9" name="Google Shape;27529;p151"/>
            <p:cNvSpPr/>
            <p:nvPr/>
          </p:nvSpPr>
          <p:spPr>
            <a:xfrm>
              <a:off x="4948469" y="2484451"/>
              <a:ext cx="112471" cy="256723"/>
            </a:xfrm>
            <a:custGeom>
              <a:rect b="b" l="l" r="r" t="t"/>
              <a:pathLst>
                <a:path extrusionOk="0" h="7884" w="3454">
                  <a:moveTo>
                    <a:pt x="0" y="1"/>
                  </a:moveTo>
                  <a:lnTo>
                    <a:pt x="0" y="7884"/>
                  </a:lnTo>
                  <a:lnTo>
                    <a:pt x="1572" y="7884"/>
                  </a:lnTo>
                  <a:lnTo>
                    <a:pt x="1572" y="7074"/>
                  </a:lnTo>
                  <a:lnTo>
                    <a:pt x="1548" y="7074"/>
                  </a:lnTo>
                  <a:cubicBezTo>
                    <a:pt x="1548" y="6788"/>
                    <a:pt x="1691" y="6478"/>
                    <a:pt x="1977" y="6288"/>
                  </a:cubicBezTo>
                  <a:cubicBezTo>
                    <a:pt x="2905" y="5621"/>
                    <a:pt x="3453" y="4597"/>
                    <a:pt x="3453" y="3454"/>
                  </a:cubicBezTo>
                  <a:cubicBezTo>
                    <a:pt x="3453" y="1549"/>
                    <a:pt x="1929" y="1"/>
                    <a:pt x="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0" name="Google Shape;27530;p151"/>
            <p:cNvSpPr/>
            <p:nvPr/>
          </p:nvSpPr>
          <p:spPr>
            <a:xfrm>
              <a:off x="4895718" y="2783016"/>
              <a:ext cx="101628" cy="51221"/>
            </a:xfrm>
            <a:custGeom>
              <a:rect b="b" l="l" r="r" t="t"/>
              <a:pathLst>
                <a:path extrusionOk="0" h="1573" w="3121">
                  <a:moveTo>
                    <a:pt x="1" y="0"/>
                  </a:moveTo>
                  <a:cubicBezTo>
                    <a:pt x="1" y="858"/>
                    <a:pt x="691" y="1572"/>
                    <a:pt x="1572" y="1572"/>
                  </a:cubicBezTo>
                  <a:cubicBezTo>
                    <a:pt x="2477" y="1572"/>
                    <a:pt x="3097" y="834"/>
                    <a:pt x="3120" y="24"/>
                  </a:cubicBezTo>
                  <a:lnTo>
                    <a:pt x="1572"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1" name="Google Shape;27531;p151"/>
            <p:cNvSpPr/>
            <p:nvPr/>
          </p:nvSpPr>
          <p:spPr>
            <a:xfrm>
              <a:off x="4946125" y="2783016"/>
              <a:ext cx="51221" cy="51221"/>
            </a:xfrm>
            <a:custGeom>
              <a:rect b="b" l="l" r="r" t="t"/>
              <a:pathLst>
                <a:path extrusionOk="0" h="1573" w="1573">
                  <a:moveTo>
                    <a:pt x="1" y="0"/>
                  </a:moveTo>
                  <a:lnTo>
                    <a:pt x="1" y="1572"/>
                  </a:lnTo>
                  <a:cubicBezTo>
                    <a:pt x="929" y="1572"/>
                    <a:pt x="1549" y="834"/>
                    <a:pt x="157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2" name="Google Shape;27532;p151"/>
            <p:cNvSpPr/>
            <p:nvPr/>
          </p:nvSpPr>
          <p:spPr>
            <a:xfrm>
              <a:off x="4894188" y="2608547"/>
              <a:ext cx="105470" cy="40931"/>
            </a:xfrm>
            <a:custGeom>
              <a:rect b="b" l="l" r="r" t="t"/>
              <a:pathLst>
                <a:path extrusionOk="0" h="1257" w="3239">
                  <a:moveTo>
                    <a:pt x="1596" y="0"/>
                  </a:moveTo>
                  <a:cubicBezTo>
                    <a:pt x="1500" y="0"/>
                    <a:pt x="1453" y="24"/>
                    <a:pt x="1381" y="96"/>
                  </a:cubicBezTo>
                  <a:lnTo>
                    <a:pt x="976" y="500"/>
                  </a:lnTo>
                  <a:lnTo>
                    <a:pt x="548" y="96"/>
                  </a:lnTo>
                  <a:cubicBezTo>
                    <a:pt x="488" y="36"/>
                    <a:pt x="411" y="6"/>
                    <a:pt x="333" y="6"/>
                  </a:cubicBezTo>
                  <a:cubicBezTo>
                    <a:pt x="256" y="6"/>
                    <a:pt x="179" y="36"/>
                    <a:pt x="119" y="96"/>
                  </a:cubicBezTo>
                  <a:cubicBezTo>
                    <a:pt x="0" y="215"/>
                    <a:pt x="0" y="429"/>
                    <a:pt x="119" y="548"/>
                  </a:cubicBezTo>
                  <a:lnTo>
                    <a:pt x="738" y="1167"/>
                  </a:lnTo>
                  <a:cubicBezTo>
                    <a:pt x="798" y="1227"/>
                    <a:pt x="881" y="1256"/>
                    <a:pt x="965" y="1256"/>
                  </a:cubicBezTo>
                  <a:cubicBezTo>
                    <a:pt x="1048" y="1256"/>
                    <a:pt x="1131" y="1227"/>
                    <a:pt x="1191" y="1167"/>
                  </a:cubicBezTo>
                  <a:lnTo>
                    <a:pt x="1596" y="739"/>
                  </a:lnTo>
                  <a:lnTo>
                    <a:pt x="2024" y="1167"/>
                  </a:lnTo>
                  <a:cubicBezTo>
                    <a:pt x="2084" y="1227"/>
                    <a:pt x="2161" y="1256"/>
                    <a:pt x="2239" y="1256"/>
                  </a:cubicBezTo>
                  <a:cubicBezTo>
                    <a:pt x="2316" y="1256"/>
                    <a:pt x="2393" y="1227"/>
                    <a:pt x="2453" y="1167"/>
                  </a:cubicBezTo>
                  <a:lnTo>
                    <a:pt x="3096" y="548"/>
                  </a:lnTo>
                  <a:cubicBezTo>
                    <a:pt x="3239" y="381"/>
                    <a:pt x="3239" y="215"/>
                    <a:pt x="3096" y="96"/>
                  </a:cubicBezTo>
                  <a:cubicBezTo>
                    <a:pt x="3036" y="36"/>
                    <a:pt x="2953" y="6"/>
                    <a:pt x="2870" y="6"/>
                  </a:cubicBezTo>
                  <a:cubicBezTo>
                    <a:pt x="2786" y="6"/>
                    <a:pt x="2703" y="36"/>
                    <a:pt x="2643" y="96"/>
                  </a:cubicBezTo>
                  <a:lnTo>
                    <a:pt x="2215" y="500"/>
                  </a:lnTo>
                  <a:lnTo>
                    <a:pt x="1810" y="96"/>
                  </a:lnTo>
                  <a:cubicBezTo>
                    <a:pt x="1739" y="24"/>
                    <a:pt x="1667" y="0"/>
                    <a:pt x="159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3" name="Google Shape;27533;p151"/>
            <p:cNvSpPr/>
            <p:nvPr/>
          </p:nvSpPr>
          <p:spPr>
            <a:xfrm>
              <a:off x="4946125" y="2608547"/>
              <a:ext cx="52784" cy="40931"/>
            </a:xfrm>
            <a:custGeom>
              <a:rect b="b" l="l" r="r" t="t"/>
              <a:pathLst>
                <a:path extrusionOk="0" h="1257" w="1621">
                  <a:moveTo>
                    <a:pt x="1" y="0"/>
                  </a:moveTo>
                  <a:lnTo>
                    <a:pt x="1" y="739"/>
                  </a:lnTo>
                  <a:lnTo>
                    <a:pt x="429" y="1167"/>
                  </a:lnTo>
                  <a:cubicBezTo>
                    <a:pt x="501" y="1227"/>
                    <a:pt x="578" y="1256"/>
                    <a:pt x="653" y="1256"/>
                  </a:cubicBezTo>
                  <a:cubicBezTo>
                    <a:pt x="727" y="1256"/>
                    <a:pt x="798" y="1227"/>
                    <a:pt x="858" y="1167"/>
                  </a:cubicBezTo>
                  <a:lnTo>
                    <a:pt x="1501" y="548"/>
                  </a:lnTo>
                  <a:cubicBezTo>
                    <a:pt x="1620" y="429"/>
                    <a:pt x="1620" y="238"/>
                    <a:pt x="1525" y="119"/>
                  </a:cubicBezTo>
                  <a:cubicBezTo>
                    <a:pt x="1463" y="45"/>
                    <a:pt x="1374" y="9"/>
                    <a:pt x="1284" y="9"/>
                  </a:cubicBezTo>
                  <a:cubicBezTo>
                    <a:pt x="1201" y="9"/>
                    <a:pt x="1117" y="39"/>
                    <a:pt x="1048" y="96"/>
                  </a:cubicBezTo>
                  <a:lnTo>
                    <a:pt x="620" y="500"/>
                  </a:lnTo>
                  <a:lnTo>
                    <a:pt x="215" y="96"/>
                  </a:lnTo>
                  <a:cubicBezTo>
                    <a:pt x="144" y="24"/>
                    <a:pt x="72" y="0"/>
                    <a:pt x="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4" name="Google Shape;27534;p151"/>
            <p:cNvSpPr/>
            <p:nvPr/>
          </p:nvSpPr>
          <p:spPr>
            <a:xfrm>
              <a:off x="4895718" y="2742704"/>
              <a:ext cx="102409" cy="40345"/>
            </a:xfrm>
            <a:custGeom>
              <a:rect b="b" l="l" r="r" t="t"/>
              <a:pathLst>
                <a:path extrusionOk="0" h="1239" w="3145">
                  <a:moveTo>
                    <a:pt x="1" y="0"/>
                  </a:moveTo>
                  <a:lnTo>
                    <a:pt x="1" y="1238"/>
                  </a:lnTo>
                  <a:lnTo>
                    <a:pt x="3144" y="1238"/>
                  </a:lnTo>
                  <a:lnTo>
                    <a:pt x="3144" y="1191"/>
                  </a:lnTo>
                  <a:lnTo>
                    <a:pt x="3144"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5" name="Google Shape;27535;p151"/>
            <p:cNvSpPr/>
            <p:nvPr/>
          </p:nvSpPr>
          <p:spPr>
            <a:xfrm>
              <a:off x="4946906" y="2742704"/>
              <a:ext cx="52002" cy="40345"/>
            </a:xfrm>
            <a:custGeom>
              <a:rect b="b" l="l" r="r" t="t"/>
              <a:pathLst>
                <a:path extrusionOk="0" h="1239" w="1597">
                  <a:moveTo>
                    <a:pt x="0" y="0"/>
                  </a:moveTo>
                  <a:lnTo>
                    <a:pt x="0" y="1238"/>
                  </a:lnTo>
                  <a:lnTo>
                    <a:pt x="1596" y="1238"/>
                  </a:lnTo>
                  <a:cubicBezTo>
                    <a:pt x="1548" y="1238"/>
                    <a:pt x="1596" y="1215"/>
                    <a:pt x="1596" y="1191"/>
                  </a:cubicBezTo>
                  <a:lnTo>
                    <a:pt x="1596"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6" name="Google Shape;27536;p151"/>
            <p:cNvSpPr/>
            <p:nvPr/>
          </p:nvSpPr>
          <p:spPr>
            <a:xfrm>
              <a:off x="4874781" y="2731828"/>
              <a:ext cx="145066" cy="20189"/>
            </a:xfrm>
            <a:custGeom>
              <a:rect b="b" l="l" r="r" t="t"/>
              <a:pathLst>
                <a:path extrusionOk="0" h="620" w="4455">
                  <a:moveTo>
                    <a:pt x="382" y="1"/>
                  </a:moveTo>
                  <a:cubicBezTo>
                    <a:pt x="144" y="25"/>
                    <a:pt x="1" y="167"/>
                    <a:pt x="25" y="358"/>
                  </a:cubicBezTo>
                  <a:cubicBezTo>
                    <a:pt x="48" y="501"/>
                    <a:pt x="167" y="620"/>
                    <a:pt x="358" y="620"/>
                  </a:cubicBezTo>
                  <a:lnTo>
                    <a:pt x="4097" y="620"/>
                  </a:lnTo>
                  <a:cubicBezTo>
                    <a:pt x="4240" y="620"/>
                    <a:pt x="4383" y="501"/>
                    <a:pt x="4430" y="358"/>
                  </a:cubicBezTo>
                  <a:cubicBezTo>
                    <a:pt x="4454" y="167"/>
                    <a:pt x="4311" y="1"/>
                    <a:pt x="412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7" name="Google Shape;27537;p151"/>
            <p:cNvSpPr/>
            <p:nvPr/>
          </p:nvSpPr>
          <p:spPr>
            <a:xfrm>
              <a:off x="4873999" y="2773704"/>
              <a:ext cx="145066" cy="20189"/>
            </a:xfrm>
            <a:custGeom>
              <a:rect b="b" l="l" r="r" t="t"/>
              <a:pathLst>
                <a:path extrusionOk="0" h="620" w="4455">
                  <a:moveTo>
                    <a:pt x="382" y="1"/>
                  </a:moveTo>
                  <a:cubicBezTo>
                    <a:pt x="215" y="1"/>
                    <a:pt x="72" y="120"/>
                    <a:pt x="49" y="263"/>
                  </a:cubicBezTo>
                  <a:cubicBezTo>
                    <a:pt x="1" y="429"/>
                    <a:pt x="168" y="620"/>
                    <a:pt x="334" y="620"/>
                  </a:cubicBezTo>
                  <a:lnTo>
                    <a:pt x="4097" y="620"/>
                  </a:lnTo>
                  <a:cubicBezTo>
                    <a:pt x="4311" y="620"/>
                    <a:pt x="4454" y="429"/>
                    <a:pt x="4454" y="263"/>
                  </a:cubicBezTo>
                  <a:cubicBezTo>
                    <a:pt x="4430" y="120"/>
                    <a:pt x="4311" y="1"/>
                    <a:pt x="412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8" name="Google Shape;27538;p151"/>
            <p:cNvSpPr/>
            <p:nvPr/>
          </p:nvSpPr>
          <p:spPr>
            <a:xfrm>
              <a:off x="4946906" y="2732610"/>
              <a:ext cx="72158" cy="20189"/>
            </a:xfrm>
            <a:custGeom>
              <a:rect b="b" l="l" r="r" t="t"/>
              <a:pathLst>
                <a:path extrusionOk="0" h="620" w="2216">
                  <a:moveTo>
                    <a:pt x="0" y="1"/>
                  </a:moveTo>
                  <a:lnTo>
                    <a:pt x="0" y="620"/>
                  </a:lnTo>
                  <a:lnTo>
                    <a:pt x="1882" y="620"/>
                  </a:lnTo>
                  <a:cubicBezTo>
                    <a:pt x="2072" y="620"/>
                    <a:pt x="2215" y="477"/>
                    <a:pt x="2191" y="263"/>
                  </a:cubicBezTo>
                  <a:cubicBezTo>
                    <a:pt x="2191" y="96"/>
                    <a:pt x="2025" y="1"/>
                    <a:pt x="1882"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9" name="Google Shape;27539;p151"/>
            <p:cNvSpPr/>
            <p:nvPr/>
          </p:nvSpPr>
          <p:spPr>
            <a:xfrm>
              <a:off x="4946906" y="2772922"/>
              <a:ext cx="72158" cy="20970"/>
            </a:xfrm>
            <a:custGeom>
              <a:rect b="b" l="l" r="r" t="t"/>
              <a:pathLst>
                <a:path extrusionOk="0" h="644" w="2216">
                  <a:moveTo>
                    <a:pt x="0" y="1"/>
                  </a:moveTo>
                  <a:lnTo>
                    <a:pt x="0" y="644"/>
                  </a:lnTo>
                  <a:lnTo>
                    <a:pt x="1882" y="644"/>
                  </a:lnTo>
                  <a:cubicBezTo>
                    <a:pt x="2072" y="644"/>
                    <a:pt x="2215" y="501"/>
                    <a:pt x="2191" y="287"/>
                  </a:cubicBezTo>
                  <a:cubicBezTo>
                    <a:pt x="2191" y="144"/>
                    <a:pt x="2025" y="1"/>
                    <a:pt x="1882"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0" name="Google Shape;27540;p151"/>
          <p:cNvGrpSpPr/>
          <p:nvPr/>
        </p:nvGrpSpPr>
        <p:grpSpPr>
          <a:xfrm>
            <a:off x="4018680" y="2332832"/>
            <a:ext cx="348223" cy="349786"/>
            <a:chOff x="4018680" y="2485232"/>
            <a:chExt cx="348223" cy="349786"/>
          </a:xfrm>
        </p:grpSpPr>
        <p:sp>
          <p:nvSpPr>
            <p:cNvPr id="27541" name="Google Shape;27541;p151"/>
            <p:cNvSpPr/>
            <p:nvPr/>
          </p:nvSpPr>
          <p:spPr>
            <a:xfrm>
              <a:off x="4223400" y="2730298"/>
              <a:ext cx="103158" cy="83783"/>
            </a:xfrm>
            <a:custGeom>
              <a:rect b="b" l="l" r="r" t="t"/>
              <a:pathLst>
                <a:path extrusionOk="0" h="2573" w="3168">
                  <a:moveTo>
                    <a:pt x="2858" y="0"/>
                  </a:moveTo>
                  <a:cubicBezTo>
                    <a:pt x="2668" y="0"/>
                    <a:pt x="2525" y="167"/>
                    <a:pt x="2525" y="334"/>
                  </a:cubicBezTo>
                  <a:lnTo>
                    <a:pt x="2525" y="977"/>
                  </a:lnTo>
                  <a:cubicBezTo>
                    <a:pt x="2525" y="1500"/>
                    <a:pt x="2072" y="1905"/>
                    <a:pt x="1572" y="1905"/>
                  </a:cubicBezTo>
                  <a:lnTo>
                    <a:pt x="310" y="1905"/>
                  </a:lnTo>
                  <a:cubicBezTo>
                    <a:pt x="143" y="1905"/>
                    <a:pt x="1" y="2072"/>
                    <a:pt x="1" y="2239"/>
                  </a:cubicBezTo>
                  <a:cubicBezTo>
                    <a:pt x="1" y="2429"/>
                    <a:pt x="143" y="2572"/>
                    <a:pt x="310" y="2572"/>
                  </a:cubicBezTo>
                  <a:lnTo>
                    <a:pt x="1572" y="2572"/>
                  </a:lnTo>
                  <a:cubicBezTo>
                    <a:pt x="2430" y="2572"/>
                    <a:pt x="3144" y="1858"/>
                    <a:pt x="3168" y="977"/>
                  </a:cubicBezTo>
                  <a:lnTo>
                    <a:pt x="3168" y="334"/>
                  </a:lnTo>
                  <a:cubicBezTo>
                    <a:pt x="3168" y="167"/>
                    <a:pt x="3025" y="0"/>
                    <a:pt x="2858" y="0"/>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2" name="Google Shape;27542;p151"/>
            <p:cNvSpPr/>
            <p:nvPr/>
          </p:nvSpPr>
          <p:spPr>
            <a:xfrm>
              <a:off x="4018680" y="2627140"/>
              <a:ext cx="55096" cy="108596"/>
            </a:xfrm>
            <a:custGeom>
              <a:rect b="b" l="l" r="r" t="t"/>
              <a:pathLst>
                <a:path extrusionOk="0" h="3335" w="1692">
                  <a:moveTo>
                    <a:pt x="1059" y="0"/>
                  </a:moveTo>
                  <a:cubicBezTo>
                    <a:pt x="255" y="0"/>
                    <a:pt x="1" y="776"/>
                    <a:pt x="1" y="1644"/>
                  </a:cubicBezTo>
                  <a:cubicBezTo>
                    <a:pt x="1" y="2501"/>
                    <a:pt x="262" y="3335"/>
                    <a:pt x="1120" y="3335"/>
                  </a:cubicBezTo>
                  <a:cubicBezTo>
                    <a:pt x="1358" y="3335"/>
                    <a:pt x="1572" y="3263"/>
                    <a:pt x="1691" y="3216"/>
                  </a:cubicBezTo>
                  <a:lnTo>
                    <a:pt x="1691" y="120"/>
                  </a:lnTo>
                  <a:cubicBezTo>
                    <a:pt x="1572" y="48"/>
                    <a:pt x="1334" y="1"/>
                    <a:pt x="1096" y="1"/>
                  </a:cubicBezTo>
                  <a:cubicBezTo>
                    <a:pt x="1084" y="0"/>
                    <a:pt x="1071" y="0"/>
                    <a:pt x="1059"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3" name="Google Shape;27543;p151"/>
            <p:cNvSpPr/>
            <p:nvPr/>
          </p:nvSpPr>
          <p:spPr>
            <a:xfrm>
              <a:off x="4058992" y="2485232"/>
              <a:ext cx="269129" cy="145066"/>
            </a:xfrm>
            <a:custGeom>
              <a:rect b="b" l="l" r="r" t="t"/>
              <a:pathLst>
                <a:path extrusionOk="0" h="4455" w="8265">
                  <a:moveTo>
                    <a:pt x="4121" y="1"/>
                  </a:moveTo>
                  <a:cubicBezTo>
                    <a:pt x="1858" y="1"/>
                    <a:pt x="1" y="1858"/>
                    <a:pt x="1" y="4121"/>
                  </a:cubicBezTo>
                  <a:cubicBezTo>
                    <a:pt x="1" y="4287"/>
                    <a:pt x="168" y="4454"/>
                    <a:pt x="334" y="4454"/>
                  </a:cubicBezTo>
                  <a:cubicBezTo>
                    <a:pt x="525" y="4454"/>
                    <a:pt x="668" y="4287"/>
                    <a:pt x="668" y="4121"/>
                  </a:cubicBezTo>
                  <a:cubicBezTo>
                    <a:pt x="668" y="2216"/>
                    <a:pt x="2239" y="644"/>
                    <a:pt x="4145" y="644"/>
                  </a:cubicBezTo>
                  <a:cubicBezTo>
                    <a:pt x="6050" y="644"/>
                    <a:pt x="7598" y="2216"/>
                    <a:pt x="7598" y="4121"/>
                  </a:cubicBezTo>
                  <a:cubicBezTo>
                    <a:pt x="7598" y="4287"/>
                    <a:pt x="7741" y="4454"/>
                    <a:pt x="7931" y="4454"/>
                  </a:cubicBezTo>
                  <a:cubicBezTo>
                    <a:pt x="8098" y="4454"/>
                    <a:pt x="8265" y="4287"/>
                    <a:pt x="8265" y="4121"/>
                  </a:cubicBezTo>
                  <a:cubicBezTo>
                    <a:pt x="8193" y="1858"/>
                    <a:pt x="6359" y="1"/>
                    <a:pt x="412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4" name="Google Shape;27544;p151"/>
            <p:cNvSpPr/>
            <p:nvPr/>
          </p:nvSpPr>
          <p:spPr>
            <a:xfrm>
              <a:off x="4193931" y="2485232"/>
              <a:ext cx="132627" cy="145066"/>
            </a:xfrm>
            <a:custGeom>
              <a:rect b="b" l="l" r="r" t="t"/>
              <a:pathLst>
                <a:path extrusionOk="0" h="4455" w="4073">
                  <a:moveTo>
                    <a:pt x="1" y="1"/>
                  </a:moveTo>
                  <a:lnTo>
                    <a:pt x="1" y="644"/>
                  </a:lnTo>
                  <a:cubicBezTo>
                    <a:pt x="1882" y="644"/>
                    <a:pt x="3430" y="2216"/>
                    <a:pt x="3430" y="4121"/>
                  </a:cubicBezTo>
                  <a:cubicBezTo>
                    <a:pt x="3430" y="4287"/>
                    <a:pt x="3573" y="4454"/>
                    <a:pt x="3763" y="4454"/>
                  </a:cubicBezTo>
                  <a:cubicBezTo>
                    <a:pt x="3930" y="4454"/>
                    <a:pt x="4073" y="4287"/>
                    <a:pt x="4073" y="4121"/>
                  </a:cubicBezTo>
                  <a:cubicBezTo>
                    <a:pt x="4073" y="1858"/>
                    <a:pt x="2239" y="1"/>
                    <a:pt x="1"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5" name="Google Shape;27545;p151"/>
            <p:cNvSpPr/>
            <p:nvPr/>
          </p:nvSpPr>
          <p:spPr>
            <a:xfrm>
              <a:off x="4162150" y="2772922"/>
              <a:ext cx="82220" cy="62097"/>
            </a:xfrm>
            <a:custGeom>
              <a:rect b="b" l="l" r="r" t="t"/>
              <a:pathLst>
                <a:path extrusionOk="0" h="1907" w="2525">
                  <a:moveTo>
                    <a:pt x="953" y="1"/>
                  </a:moveTo>
                  <a:cubicBezTo>
                    <a:pt x="453" y="1"/>
                    <a:pt x="0" y="430"/>
                    <a:pt x="0" y="953"/>
                  </a:cubicBezTo>
                  <a:cubicBezTo>
                    <a:pt x="0" y="1501"/>
                    <a:pt x="405" y="1906"/>
                    <a:pt x="953" y="1906"/>
                  </a:cubicBezTo>
                  <a:lnTo>
                    <a:pt x="1572" y="1906"/>
                  </a:lnTo>
                  <a:cubicBezTo>
                    <a:pt x="2072" y="1906"/>
                    <a:pt x="2525" y="1501"/>
                    <a:pt x="2525" y="953"/>
                  </a:cubicBezTo>
                  <a:cubicBezTo>
                    <a:pt x="2525" y="430"/>
                    <a:pt x="2072" y="1"/>
                    <a:pt x="1572"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6" name="Google Shape;27546;p151"/>
            <p:cNvSpPr/>
            <p:nvPr/>
          </p:nvSpPr>
          <p:spPr>
            <a:xfrm>
              <a:off x="4192368" y="2772173"/>
              <a:ext cx="51221" cy="61315"/>
            </a:xfrm>
            <a:custGeom>
              <a:rect b="b" l="l" r="r" t="t"/>
              <a:pathLst>
                <a:path extrusionOk="0" h="1883" w="1573">
                  <a:moveTo>
                    <a:pt x="1" y="0"/>
                  </a:moveTo>
                  <a:lnTo>
                    <a:pt x="1" y="1881"/>
                  </a:lnTo>
                  <a:lnTo>
                    <a:pt x="620" y="1881"/>
                  </a:lnTo>
                  <a:cubicBezTo>
                    <a:pt x="635" y="1882"/>
                    <a:pt x="649" y="1882"/>
                    <a:pt x="664" y="1882"/>
                  </a:cubicBezTo>
                  <a:cubicBezTo>
                    <a:pt x="1168" y="1882"/>
                    <a:pt x="1573" y="1485"/>
                    <a:pt x="1573" y="953"/>
                  </a:cubicBezTo>
                  <a:cubicBezTo>
                    <a:pt x="1573" y="453"/>
                    <a:pt x="1144" y="0"/>
                    <a:pt x="620"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7" name="Google Shape;27547;p151"/>
            <p:cNvSpPr/>
            <p:nvPr/>
          </p:nvSpPr>
          <p:spPr>
            <a:xfrm>
              <a:off x="4058243" y="2608547"/>
              <a:ext cx="21719" cy="144252"/>
            </a:xfrm>
            <a:custGeom>
              <a:rect b="b" l="l" r="r" t="t"/>
              <a:pathLst>
                <a:path extrusionOk="0" h="4430" w="667">
                  <a:moveTo>
                    <a:pt x="333" y="0"/>
                  </a:moveTo>
                  <a:cubicBezTo>
                    <a:pt x="143" y="0"/>
                    <a:pt x="0" y="143"/>
                    <a:pt x="0" y="334"/>
                  </a:cubicBezTo>
                  <a:lnTo>
                    <a:pt x="0" y="4120"/>
                  </a:lnTo>
                  <a:cubicBezTo>
                    <a:pt x="0" y="4287"/>
                    <a:pt x="143" y="4430"/>
                    <a:pt x="333" y="4430"/>
                  </a:cubicBezTo>
                  <a:cubicBezTo>
                    <a:pt x="500" y="4430"/>
                    <a:pt x="667" y="4287"/>
                    <a:pt x="667" y="4120"/>
                  </a:cubicBezTo>
                  <a:lnTo>
                    <a:pt x="667" y="334"/>
                  </a:lnTo>
                  <a:cubicBezTo>
                    <a:pt x="667" y="143"/>
                    <a:pt x="500" y="0"/>
                    <a:pt x="3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8" name="Google Shape;27548;p151"/>
            <p:cNvSpPr/>
            <p:nvPr/>
          </p:nvSpPr>
          <p:spPr>
            <a:xfrm>
              <a:off x="4304839" y="2608547"/>
              <a:ext cx="20970" cy="144252"/>
            </a:xfrm>
            <a:custGeom>
              <a:rect b="b" l="l" r="r" t="t"/>
              <a:pathLst>
                <a:path extrusionOk="0" h="4430" w="644">
                  <a:moveTo>
                    <a:pt x="310" y="0"/>
                  </a:moveTo>
                  <a:cubicBezTo>
                    <a:pt x="143" y="0"/>
                    <a:pt x="0" y="143"/>
                    <a:pt x="0" y="334"/>
                  </a:cubicBezTo>
                  <a:lnTo>
                    <a:pt x="0" y="4120"/>
                  </a:lnTo>
                  <a:cubicBezTo>
                    <a:pt x="0" y="4287"/>
                    <a:pt x="143" y="4430"/>
                    <a:pt x="310" y="4430"/>
                  </a:cubicBezTo>
                  <a:cubicBezTo>
                    <a:pt x="500" y="4430"/>
                    <a:pt x="643" y="4287"/>
                    <a:pt x="643" y="4120"/>
                  </a:cubicBezTo>
                  <a:lnTo>
                    <a:pt x="643" y="334"/>
                  </a:lnTo>
                  <a:cubicBezTo>
                    <a:pt x="643" y="143"/>
                    <a:pt x="500" y="0"/>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9" name="Google Shape;27549;p151"/>
            <p:cNvSpPr/>
            <p:nvPr/>
          </p:nvSpPr>
          <p:spPr>
            <a:xfrm>
              <a:off x="4310244" y="2626358"/>
              <a:ext cx="56659" cy="107847"/>
            </a:xfrm>
            <a:custGeom>
              <a:rect b="b" l="l" r="r" t="t"/>
              <a:pathLst>
                <a:path extrusionOk="0" h="3312" w="1740">
                  <a:moveTo>
                    <a:pt x="596" y="1"/>
                  </a:moveTo>
                  <a:cubicBezTo>
                    <a:pt x="358" y="1"/>
                    <a:pt x="144" y="49"/>
                    <a:pt x="1" y="96"/>
                  </a:cubicBezTo>
                  <a:lnTo>
                    <a:pt x="1" y="3216"/>
                  </a:lnTo>
                  <a:cubicBezTo>
                    <a:pt x="120" y="3264"/>
                    <a:pt x="358" y="3311"/>
                    <a:pt x="572" y="3311"/>
                  </a:cubicBezTo>
                  <a:cubicBezTo>
                    <a:pt x="1430" y="3311"/>
                    <a:pt x="1739" y="2478"/>
                    <a:pt x="1739" y="1620"/>
                  </a:cubicBezTo>
                  <a:cubicBezTo>
                    <a:pt x="1739" y="787"/>
                    <a:pt x="1430" y="1"/>
                    <a:pt x="596"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0" name="Google Shape;27550;p151"/>
            <p:cNvSpPr/>
            <p:nvPr/>
          </p:nvSpPr>
          <p:spPr>
            <a:xfrm>
              <a:off x="4058243" y="2608547"/>
              <a:ext cx="41908" cy="144252"/>
            </a:xfrm>
            <a:custGeom>
              <a:rect b="b" l="l" r="r" t="t"/>
              <a:pathLst>
                <a:path extrusionOk="0" h="4430" w="1287">
                  <a:moveTo>
                    <a:pt x="333" y="0"/>
                  </a:moveTo>
                  <a:cubicBezTo>
                    <a:pt x="143" y="0"/>
                    <a:pt x="0" y="143"/>
                    <a:pt x="0" y="334"/>
                  </a:cubicBezTo>
                  <a:lnTo>
                    <a:pt x="0" y="4120"/>
                  </a:lnTo>
                  <a:cubicBezTo>
                    <a:pt x="0" y="4287"/>
                    <a:pt x="143" y="4430"/>
                    <a:pt x="333" y="4430"/>
                  </a:cubicBezTo>
                  <a:lnTo>
                    <a:pt x="953" y="4430"/>
                  </a:lnTo>
                  <a:cubicBezTo>
                    <a:pt x="1143" y="4430"/>
                    <a:pt x="1286" y="4287"/>
                    <a:pt x="1286" y="4120"/>
                  </a:cubicBezTo>
                  <a:lnTo>
                    <a:pt x="1286" y="334"/>
                  </a:lnTo>
                  <a:cubicBezTo>
                    <a:pt x="1286" y="143"/>
                    <a:pt x="1143" y="0"/>
                    <a:pt x="953"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1" name="Google Shape;27551;p151"/>
            <p:cNvSpPr/>
            <p:nvPr/>
          </p:nvSpPr>
          <p:spPr>
            <a:xfrm>
              <a:off x="4283901" y="2608547"/>
              <a:ext cx="41908" cy="144252"/>
            </a:xfrm>
            <a:custGeom>
              <a:rect b="b" l="l" r="r" t="t"/>
              <a:pathLst>
                <a:path extrusionOk="0" h="4430" w="1287">
                  <a:moveTo>
                    <a:pt x="333" y="0"/>
                  </a:moveTo>
                  <a:cubicBezTo>
                    <a:pt x="167" y="0"/>
                    <a:pt x="0" y="143"/>
                    <a:pt x="0" y="334"/>
                  </a:cubicBezTo>
                  <a:lnTo>
                    <a:pt x="0" y="4120"/>
                  </a:lnTo>
                  <a:cubicBezTo>
                    <a:pt x="0" y="4287"/>
                    <a:pt x="167" y="4430"/>
                    <a:pt x="333" y="4430"/>
                  </a:cubicBezTo>
                  <a:lnTo>
                    <a:pt x="953" y="4430"/>
                  </a:lnTo>
                  <a:cubicBezTo>
                    <a:pt x="1143" y="4430"/>
                    <a:pt x="1286" y="4287"/>
                    <a:pt x="1286" y="4120"/>
                  </a:cubicBezTo>
                  <a:lnTo>
                    <a:pt x="1286" y="334"/>
                  </a:lnTo>
                  <a:cubicBezTo>
                    <a:pt x="1286" y="143"/>
                    <a:pt x="1143" y="0"/>
                    <a:pt x="95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2" name="Google Shape;27552;p151"/>
          <p:cNvGrpSpPr/>
          <p:nvPr/>
        </p:nvGrpSpPr>
        <p:grpSpPr>
          <a:xfrm>
            <a:off x="3269580" y="2332051"/>
            <a:ext cx="321848" cy="349005"/>
            <a:chOff x="3269580" y="2484451"/>
            <a:chExt cx="321848" cy="349005"/>
          </a:xfrm>
        </p:grpSpPr>
        <p:sp>
          <p:nvSpPr>
            <p:cNvPr id="27553" name="Google Shape;27553;p151"/>
            <p:cNvSpPr/>
            <p:nvPr/>
          </p:nvSpPr>
          <p:spPr>
            <a:xfrm>
              <a:off x="3454144" y="2484451"/>
              <a:ext cx="137283" cy="144512"/>
            </a:xfrm>
            <a:custGeom>
              <a:rect b="b" l="l" r="r" t="t"/>
              <a:pathLst>
                <a:path extrusionOk="0" h="4438" w="4216">
                  <a:moveTo>
                    <a:pt x="334" y="1"/>
                  </a:moveTo>
                  <a:cubicBezTo>
                    <a:pt x="167" y="1"/>
                    <a:pt x="1" y="144"/>
                    <a:pt x="1" y="334"/>
                  </a:cubicBezTo>
                  <a:lnTo>
                    <a:pt x="1" y="4121"/>
                  </a:lnTo>
                  <a:cubicBezTo>
                    <a:pt x="1" y="4240"/>
                    <a:pt x="72" y="4311"/>
                    <a:pt x="167" y="4383"/>
                  </a:cubicBezTo>
                  <a:cubicBezTo>
                    <a:pt x="209" y="4410"/>
                    <a:pt x="258" y="4438"/>
                    <a:pt x="310" y="4438"/>
                  </a:cubicBezTo>
                  <a:cubicBezTo>
                    <a:pt x="349" y="4438"/>
                    <a:pt x="389" y="4423"/>
                    <a:pt x="429" y="4383"/>
                  </a:cubicBezTo>
                  <a:lnTo>
                    <a:pt x="4001" y="3097"/>
                  </a:lnTo>
                  <a:cubicBezTo>
                    <a:pt x="4097" y="3073"/>
                    <a:pt x="4144" y="3049"/>
                    <a:pt x="4168" y="2954"/>
                  </a:cubicBezTo>
                  <a:cubicBezTo>
                    <a:pt x="4216" y="2882"/>
                    <a:pt x="4216" y="2811"/>
                    <a:pt x="4168" y="2716"/>
                  </a:cubicBezTo>
                  <a:cubicBezTo>
                    <a:pt x="3620" y="1096"/>
                    <a:pt x="2025" y="1"/>
                    <a:pt x="334"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4" name="Google Shape;27554;p151"/>
            <p:cNvSpPr/>
            <p:nvPr/>
          </p:nvSpPr>
          <p:spPr>
            <a:xfrm>
              <a:off x="3269580" y="2566671"/>
              <a:ext cx="267566" cy="266785"/>
            </a:xfrm>
            <a:custGeom>
              <a:rect b="b" l="l" r="r" t="t"/>
              <a:pathLst>
                <a:path extrusionOk="0" h="8193" w="8217">
                  <a:moveTo>
                    <a:pt x="4073" y="0"/>
                  </a:moveTo>
                  <a:cubicBezTo>
                    <a:pt x="1811" y="0"/>
                    <a:pt x="1" y="1858"/>
                    <a:pt x="1" y="4073"/>
                  </a:cubicBezTo>
                  <a:cubicBezTo>
                    <a:pt x="1" y="6311"/>
                    <a:pt x="1834" y="8192"/>
                    <a:pt x="4073" y="8192"/>
                  </a:cubicBezTo>
                  <a:cubicBezTo>
                    <a:pt x="6312" y="8192"/>
                    <a:pt x="8145" y="6335"/>
                    <a:pt x="8145" y="4073"/>
                  </a:cubicBezTo>
                  <a:cubicBezTo>
                    <a:pt x="8217" y="3644"/>
                    <a:pt x="8121" y="3168"/>
                    <a:pt x="7931" y="2715"/>
                  </a:cubicBezTo>
                  <a:cubicBezTo>
                    <a:pt x="7892" y="2598"/>
                    <a:pt x="7756" y="2512"/>
                    <a:pt x="7616" y="2512"/>
                  </a:cubicBezTo>
                  <a:cubicBezTo>
                    <a:pt x="7586" y="2512"/>
                    <a:pt x="7556" y="2516"/>
                    <a:pt x="7526" y="2525"/>
                  </a:cubicBezTo>
                  <a:lnTo>
                    <a:pt x="4406" y="3668"/>
                  </a:lnTo>
                  <a:lnTo>
                    <a:pt x="4406" y="334"/>
                  </a:lnTo>
                  <a:cubicBezTo>
                    <a:pt x="4406" y="143"/>
                    <a:pt x="4240" y="0"/>
                    <a:pt x="407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5" name="Google Shape;27555;p151"/>
            <p:cNvSpPr/>
            <p:nvPr/>
          </p:nvSpPr>
          <p:spPr>
            <a:xfrm>
              <a:off x="3402956" y="2566671"/>
              <a:ext cx="134190" cy="266785"/>
            </a:xfrm>
            <a:custGeom>
              <a:rect b="b" l="l" r="r" t="t"/>
              <a:pathLst>
                <a:path extrusionOk="0" h="8193" w="4121">
                  <a:moveTo>
                    <a:pt x="1" y="0"/>
                  </a:moveTo>
                  <a:lnTo>
                    <a:pt x="1" y="8192"/>
                  </a:lnTo>
                  <a:cubicBezTo>
                    <a:pt x="15" y="8193"/>
                    <a:pt x="30" y="8193"/>
                    <a:pt x="44" y="8193"/>
                  </a:cubicBezTo>
                  <a:cubicBezTo>
                    <a:pt x="2287" y="8193"/>
                    <a:pt x="4121" y="6368"/>
                    <a:pt x="4121" y="4120"/>
                  </a:cubicBezTo>
                  <a:cubicBezTo>
                    <a:pt x="4121" y="3644"/>
                    <a:pt x="4025" y="3168"/>
                    <a:pt x="3883" y="2715"/>
                  </a:cubicBezTo>
                  <a:cubicBezTo>
                    <a:pt x="3824" y="2598"/>
                    <a:pt x="3701" y="2512"/>
                    <a:pt x="3553" y="2512"/>
                  </a:cubicBezTo>
                  <a:cubicBezTo>
                    <a:pt x="3521" y="2512"/>
                    <a:pt x="3488" y="2516"/>
                    <a:pt x="3454" y="2525"/>
                  </a:cubicBezTo>
                  <a:lnTo>
                    <a:pt x="334" y="3668"/>
                  </a:lnTo>
                  <a:lnTo>
                    <a:pt x="334" y="334"/>
                  </a:lnTo>
                  <a:cubicBezTo>
                    <a:pt x="334" y="143"/>
                    <a:pt x="191" y="0"/>
                    <a:pt x="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6" name="Google Shape;27556;p151"/>
          <p:cNvGrpSpPr/>
          <p:nvPr/>
        </p:nvGrpSpPr>
        <p:grpSpPr>
          <a:xfrm>
            <a:off x="2548418" y="2332832"/>
            <a:ext cx="291597" cy="349005"/>
            <a:chOff x="2548418" y="2485232"/>
            <a:chExt cx="291597" cy="349005"/>
          </a:xfrm>
        </p:grpSpPr>
        <p:sp>
          <p:nvSpPr>
            <p:cNvPr id="27557" name="Google Shape;27557;p151"/>
            <p:cNvSpPr/>
            <p:nvPr/>
          </p:nvSpPr>
          <p:spPr>
            <a:xfrm>
              <a:off x="2707388" y="2693828"/>
              <a:ext cx="132627" cy="139628"/>
            </a:xfrm>
            <a:custGeom>
              <a:rect b="b" l="l" r="r" t="t"/>
              <a:pathLst>
                <a:path extrusionOk="0" h="4288" w="4073">
                  <a:moveTo>
                    <a:pt x="2763" y="1"/>
                  </a:moveTo>
                  <a:lnTo>
                    <a:pt x="0" y="1525"/>
                  </a:lnTo>
                  <a:lnTo>
                    <a:pt x="1120" y="4121"/>
                  </a:lnTo>
                  <a:cubicBezTo>
                    <a:pt x="1191" y="4216"/>
                    <a:pt x="1262" y="4287"/>
                    <a:pt x="1429" y="4287"/>
                  </a:cubicBezTo>
                  <a:cubicBezTo>
                    <a:pt x="1501" y="4264"/>
                    <a:pt x="1667" y="4192"/>
                    <a:pt x="1715" y="4121"/>
                  </a:cubicBezTo>
                  <a:lnTo>
                    <a:pt x="2286" y="2811"/>
                  </a:lnTo>
                  <a:lnTo>
                    <a:pt x="3620" y="3240"/>
                  </a:lnTo>
                  <a:cubicBezTo>
                    <a:pt x="3653" y="3253"/>
                    <a:pt x="3687" y="3259"/>
                    <a:pt x="3719" y="3259"/>
                  </a:cubicBezTo>
                  <a:cubicBezTo>
                    <a:pt x="3804" y="3259"/>
                    <a:pt x="3885" y="3220"/>
                    <a:pt x="3953" y="3168"/>
                  </a:cubicBezTo>
                  <a:cubicBezTo>
                    <a:pt x="4049" y="3097"/>
                    <a:pt x="4073" y="2978"/>
                    <a:pt x="4001" y="2859"/>
                  </a:cubicBezTo>
                  <a:lnTo>
                    <a:pt x="2763" y="1"/>
                  </a:ln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8" name="Google Shape;27558;p151"/>
            <p:cNvSpPr/>
            <p:nvPr/>
          </p:nvSpPr>
          <p:spPr>
            <a:xfrm>
              <a:off x="2548418" y="2693828"/>
              <a:ext cx="132627" cy="140410"/>
            </a:xfrm>
            <a:custGeom>
              <a:rect b="b" l="l" r="r" t="t"/>
              <a:pathLst>
                <a:path extrusionOk="0" h="4312" w="4073">
                  <a:moveTo>
                    <a:pt x="1310" y="1"/>
                  </a:moveTo>
                  <a:lnTo>
                    <a:pt x="48" y="2859"/>
                  </a:lnTo>
                  <a:cubicBezTo>
                    <a:pt x="0" y="2978"/>
                    <a:pt x="24" y="3097"/>
                    <a:pt x="119" y="3192"/>
                  </a:cubicBezTo>
                  <a:cubicBezTo>
                    <a:pt x="174" y="3265"/>
                    <a:pt x="256" y="3296"/>
                    <a:pt x="345" y="3296"/>
                  </a:cubicBezTo>
                  <a:cubicBezTo>
                    <a:pt x="373" y="3296"/>
                    <a:pt x="401" y="3293"/>
                    <a:pt x="429" y="3287"/>
                  </a:cubicBezTo>
                  <a:lnTo>
                    <a:pt x="1786" y="2835"/>
                  </a:lnTo>
                  <a:lnTo>
                    <a:pt x="2334" y="4145"/>
                  </a:lnTo>
                  <a:cubicBezTo>
                    <a:pt x="2406" y="4264"/>
                    <a:pt x="2525" y="4287"/>
                    <a:pt x="2644" y="4311"/>
                  </a:cubicBezTo>
                  <a:cubicBezTo>
                    <a:pt x="2763" y="4311"/>
                    <a:pt x="2882" y="4264"/>
                    <a:pt x="2929" y="4145"/>
                  </a:cubicBezTo>
                  <a:lnTo>
                    <a:pt x="4073" y="1549"/>
                  </a:lnTo>
                  <a:lnTo>
                    <a:pt x="1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9" name="Google Shape;27559;p151"/>
            <p:cNvSpPr/>
            <p:nvPr/>
          </p:nvSpPr>
          <p:spPr>
            <a:xfrm>
              <a:off x="2560824" y="2485232"/>
              <a:ext cx="265222" cy="266785"/>
            </a:xfrm>
            <a:custGeom>
              <a:rect b="b" l="l" r="r" t="t"/>
              <a:pathLst>
                <a:path extrusionOk="0" h="8193" w="8145">
                  <a:moveTo>
                    <a:pt x="4073" y="1"/>
                  </a:moveTo>
                  <a:cubicBezTo>
                    <a:pt x="1810" y="1"/>
                    <a:pt x="0" y="1858"/>
                    <a:pt x="0" y="4121"/>
                  </a:cubicBezTo>
                  <a:cubicBezTo>
                    <a:pt x="0" y="6383"/>
                    <a:pt x="1834" y="8193"/>
                    <a:pt x="4073" y="8193"/>
                  </a:cubicBezTo>
                  <a:cubicBezTo>
                    <a:pt x="6335" y="8193"/>
                    <a:pt x="8145" y="6359"/>
                    <a:pt x="8145" y="4121"/>
                  </a:cubicBezTo>
                  <a:cubicBezTo>
                    <a:pt x="8145" y="1882"/>
                    <a:pt x="6335" y="1"/>
                    <a:pt x="4073" y="1"/>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0" name="Google Shape;27560;p151"/>
            <p:cNvSpPr/>
            <p:nvPr/>
          </p:nvSpPr>
          <p:spPr>
            <a:xfrm>
              <a:off x="2693419" y="2485232"/>
              <a:ext cx="132627" cy="266785"/>
            </a:xfrm>
            <a:custGeom>
              <a:rect b="b" l="l" r="r" t="t"/>
              <a:pathLst>
                <a:path extrusionOk="0" h="8193" w="4073">
                  <a:moveTo>
                    <a:pt x="1" y="1"/>
                  </a:moveTo>
                  <a:lnTo>
                    <a:pt x="1" y="8193"/>
                  </a:lnTo>
                  <a:cubicBezTo>
                    <a:pt x="2263" y="8193"/>
                    <a:pt x="4073" y="6359"/>
                    <a:pt x="4073" y="4121"/>
                  </a:cubicBezTo>
                  <a:cubicBezTo>
                    <a:pt x="4073" y="1858"/>
                    <a:pt x="2239" y="1"/>
                    <a:pt x="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1" name="Google Shape;27561;p151"/>
            <p:cNvSpPr/>
            <p:nvPr/>
          </p:nvSpPr>
          <p:spPr>
            <a:xfrm>
              <a:off x="2625168" y="2548827"/>
              <a:ext cx="138065" cy="129827"/>
            </a:xfrm>
            <a:custGeom>
              <a:rect b="b" l="l" r="r" t="t"/>
              <a:pathLst>
                <a:path extrusionOk="0" h="3987" w="4240">
                  <a:moveTo>
                    <a:pt x="2120" y="1"/>
                  </a:moveTo>
                  <a:cubicBezTo>
                    <a:pt x="2001" y="1"/>
                    <a:pt x="1882" y="48"/>
                    <a:pt x="1858" y="143"/>
                  </a:cubicBezTo>
                  <a:lnTo>
                    <a:pt x="1382" y="1120"/>
                  </a:lnTo>
                  <a:lnTo>
                    <a:pt x="310" y="1263"/>
                  </a:lnTo>
                  <a:cubicBezTo>
                    <a:pt x="191" y="1310"/>
                    <a:pt x="96" y="1358"/>
                    <a:pt x="49" y="1477"/>
                  </a:cubicBezTo>
                  <a:cubicBezTo>
                    <a:pt x="1" y="1596"/>
                    <a:pt x="49" y="1715"/>
                    <a:pt x="144" y="1810"/>
                  </a:cubicBezTo>
                  <a:lnTo>
                    <a:pt x="906" y="2549"/>
                  </a:lnTo>
                  <a:lnTo>
                    <a:pt x="739" y="3620"/>
                  </a:lnTo>
                  <a:cubicBezTo>
                    <a:pt x="692" y="3739"/>
                    <a:pt x="763" y="3858"/>
                    <a:pt x="834" y="3930"/>
                  </a:cubicBezTo>
                  <a:cubicBezTo>
                    <a:pt x="893" y="3959"/>
                    <a:pt x="970" y="3980"/>
                    <a:pt x="1043" y="3980"/>
                  </a:cubicBezTo>
                  <a:cubicBezTo>
                    <a:pt x="1088" y="3980"/>
                    <a:pt x="1131" y="3972"/>
                    <a:pt x="1168" y="3954"/>
                  </a:cubicBezTo>
                  <a:lnTo>
                    <a:pt x="2120" y="3454"/>
                  </a:lnTo>
                  <a:lnTo>
                    <a:pt x="3073" y="3954"/>
                  </a:lnTo>
                  <a:cubicBezTo>
                    <a:pt x="3126" y="3975"/>
                    <a:pt x="3180" y="3987"/>
                    <a:pt x="3231" y="3987"/>
                  </a:cubicBezTo>
                  <a:cubicBezTo>
                    <a:pt x="3294" y="3987"/>
                    <a:pt x="3354" y="3969"/>
                    <a:pt x="3406" y="3930"/>
                  </a:cubicBezTo>
                  <a:cubicBezTo>
                    <a:pt x="3502" y="3858"/>
                    <a:pt x="3549" y="3739"/>
                    <a:pt x="3525" y="3620"/>
                  </a:cubicBezTo>
                  <a:lnTo>
                    <a:pt x="3335" y="2549"/>
                  </a:lnTo>
                  <a:lnTo>
                    <a:pt x="4121" y="1810"/>
                  </a:lnTo>
                  <a:cubicBezTo>
                    <a:pt x="4216" y="1715"/>
                    <a:pt x="4240" y="1596"/>
                    <a:pt x="4216" y="1477"/>
                  </a:cubicBezTo>
                  <a:cubicBezTo>
                    <a:pt x="4168" y="1358"/>
                    <a:pt x="4049" y="1263"/>
                    <a:pt x="3954" y="1263"/>
                  </a:cubicBezTo>
                  <a:lnTo>
                    <a:pt x="2859" y="1120"/>
                  </a:lnTo>
                  <a:lnTo>
                    <a:pt x="2382" y="143"/>
                  </a:lnTo>
                  <a:cubicBezTo>
                    <a:pt x="2335" y="24"/>
                    <a:pt x="2216" y="1"/>
                    <a:pt x="21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2" name="Google Shape;27562;p151"/>
            <p:cNvSpPr/>
            <p:nvPr/>
          </p:nvSpPr>
          <p:spPr>
            <a:xfrm>
              <a:off x="2694200" y="2549608"/>
              <a:ext cx="69033" cy="129534"/>
            </a:xfrm>
            <a:custGeom>
              <a:rect b="b" l="l" r="r" t="t"/>
              <a:pathLst>
                <a:path extrusionOk="0" h="3978" w="2120">
                  <a:moveTo>
                    <a:pt x="0" y="0"/>
                  </a:moveTo>
                  <a:lnTo>
                    <a:pt x="0" y="3477"/>
                  </a:lnTo>
                  <a:lnTo>
                    <a:pt x="953" y="3977"/>
                  </a:lnTo>
                  <a:cubicBezTo>
                    <a:pt x="1048" y="3977"/>
                    <a:pt x="1167" y="3977"/>
                    <a:pt x="1286" y="3930"/>
                  </a:cubicBezTo>
                  <a:cubicBezTo>
                    <a:pt x="1382" y="3858"/>
                    <a:pt x="1429" y="3739"/>
                    <a:pt x="1405" y="3620"/>
                  </a:cubicBezTo>
                  <a:lnTo>
                    <a:pt x="1215" y="2549"/>
                  </a:lnTo>
                  <a:lnTo>
                    <a:pt x="2001" y="1810"/>
                  </a:lnTo>
                  <a:cubicBezTo>
                    <a:pt x="2096" y="1715"/>
                    <a:pt x="2120" y="1596"/>
                    <a:pt x="2096" y="1477"/>
                  </a:cubicBezTo>
                  <a:cubicBezTo>
                    <a:pt x="2072" y="1358"/>
                    <a:pt x="1929" y="1263"/>
                    <a:pt x="1834" y="1263"/>
                  </a:cubicBezTo>
                  <a:lnTo>
                    <a:pt x="739" y="1120"/>
                  </a:lnTo>
                  <a:lnTo>
                    <a:pt x="262" y="143"/>
                  </a:lnTo>
                  <a:cubicBezTo>
                    <a:pt x="215" y="24"/>
                    <a:pt x="96" y="0"/>
                    <a:pt x="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3" name="Google Shape;27563;p151"/>
          <p:cNvGrpSpPr/>
          <p:nvPr/>
        </p:nvGrpSpPr>
        <p:grpSpPr>
          <a:xfrm>
            <a:off x="1754349" y="2334395"/>
            <a:ext cx="352847" cy="348972"/>
            <a:chOff x="1754349" y="2486795"/>
            <a:chExt cx="352847" cy="348972"/>
          </a:xfrm>
        </p:grpSpPr>
        <p:sp>
          <p:nvSpPr>
            <p:cNvPr id="27564" name="Google Shape;27564;p151"/>
            <p:cNvSpPr/>
            <p:nvPr/>
          </p:nvSpPr>
          <p:spPr>
            <a:xfrm>
              <a:off x="1754349" y="2486795"/>
              <a:ext cx="352847" cy="347442"/>
            </a:xfrm>
            <a:custGeom>
              <a:rect b="b" l="l" r="r" t="t"/>
              <a:pathLst>
                <a:path extrusionOk="0" h="10670" w="10836">
                  <a:moveTo>
                    <a:pt x="5454" y="1215"/>
                  </a:moveTo>
                  <a:cubicBezTo>
                    <a:pt x="5787" y="1215"/>
                    <a:pt x="6073" y="1477"/>
                    <a:pt x="6073" y="1834"/>
                  </a:cubicBezTo>
                  <a:cubicBezTo>
                    <a:pt x="6073" y="2191"/>
                    <a:pt x="5811" y="2453"/>
                    <a:pt x="5454" y="2453"/>
                  </a:cubicBezTo>
                  <a:cubicBezTo>
                    <a:pt x="5097" y="2453"/>
                    <a:pt x="4811" y="2191"/>
                    <a:pt x="4811" y="1834"/>
                  </a:cubicBezTo>
                  <a:cubicBezTo>
                    <a:pt x="4811" y="1477"/>
                    <a:pt x="5097" y="1215"/>
                    <a:pt x="5454" y="1215"/>
                  </a:cubicBezTo>
                  <a:close/>
                  <a:moveTo>
                    <a:pt x="5406" y="0"/>
                  </a:moveTo>
                  <a:cubicBezTo>
                    <a:pt x="4382" y="0"/>
                    <a:pt x="3549" y="834"/>
                    <a:pt x="3549" y="1858"/>
                  </a:cubicBezTo>
                  <a:cubicBezTo>
                    <a:pt x="3549" y="2668"/>
                    <a:pt x="4049" y="3358"/>
                    <a:pt x="4811" y="3620"/>
                  </a:cubicBezTo>
                  <a:lnTo>
                    <a:pt x="4811" y="8169"/>
                  </a:lnTo>
                  <a:cubicBezTo>
                    <a:pt x="3715" y="7978"/>
                    <a:pt x="2405" y="7430"/>
                    <a:pt x="2024" y="6264"/>
                  </a:cubicBezTo>
                  <a:lnTo>
                    <a:pt x="2263" y="6264"/>
                  </a:lnTo>
                  <a:cubicBezTo>
                    <a:pt x="2382" y="6264"/>
                    <a:pt x="2477" y="6216"/>
                    <a:pt x="2525" y="6121"/>
                  </a:cubicBezTo>
                  <a:cubicBezTo>
                    <a:pt x="2596" y="6025"/>
                    <a:pt x="2596" y="5906"/>
                    <a:pt x="2525" y="5835"/>
                  </a:cubicBezTo>
                  <a:lnTo>
                    <a:pt x="1572" y="3954"/>
                  </a:lnTo>
                  <a:cubicBezTo>
                    <a:pt x="1512" y="3846"/>
                    <a:pt x="1399" y="3793"/>
                    <a:pt x="1286" y="3793"/>
                  </a:cubicBezTo>
                  <a:cubicBezTo>
                    <a:pt x="1173" y="3793"/>
                    <a:pt x="1060" y="3846"/>
                    <a:pt x="1000" y="3954"/>
                  </a:cubicBezTo>
                  <a:lnTo>
                    <a:pt x="48" y="5835"/>
                  </a:lnTo>
                  <a:cubicBezTo>
                    <a:pt x="0" y="5906"/>
                    <a:pt x="24" y="6025"/>
                    <a:pt x="48" y="6121"/>
                  </a:cubicBezTo>
                  <a:cubicBezTo>
                    <a:pt x="119" y="6216"/>
                    <a:pt x="215" y="6264"/>
                    <a:pt x="334" y="6264"/>
                  </a:cubicBezTo>
                  <a:lnTo>
                    <a:pt x="691" y="6264"/>
                  </a:lnTo>
                  <a:cubicBezTo>
                    <a:pt x="1000" y="8455"/>
                    <a:pt x="2763" y="9193"/>
                    <a:pt x="4287" y="9836"/>
                  </a:cubicBezTo>
                  <a:cubicBezTo>
                    <a:pt x="4496" y="9929"/>
                    <a:pt x="5021" y="10361"/>
                    <a:pt x="5048" y="10361"/>
                  </a:cubicBezTo>
                  <a:cubicBezTo>
                    <a:pt x="5049" y="10361"/>
                    <a:pt x="5049" y="10360"/>
                    <a:pt x="5049" y="10360"/>
                  </a:cubicBezTo>
                  <a:cubicBezTo>
                    <a:pt x="5049" y="10526"/>
                    <a:pt x="5216" y="10669"/>
                    <a:pt x="5382" y="10669"/>
                  </a:cubicBezTo>
                  <a:cubicBezTo>
                    <a:pt x="5525" y="10669"/>
                    <a:pt x="5644" y="10598"/>
                    <a:pt x="5716" y="10383"/>
                  </a:cubicBezTo>
                  <a:cubicBezTo>
                    <a:pt x="5811" y="10169"/>
                    <a:pt x="6406" y="9883"/>
                    <a:pt x="6573" y="9788"/>
                  </a:cubicBezTo>
                  <a:cubicBezTo>
                    <a:pt x="8264" y="8931"/>
                    <a:pt x="9764" y="8407"/>
                    <a:pt x="10098" y="6264"/>
                  </a:cubicBezTo>
                  <a:lnTo>
                    <a:pt x="10455" y="6264"/>
                  </a:lnTo>
                  <a:cubicBezTo>
                    <a:pt x="10574" y="6264"/>
                    <a:pt x="10645" y="6216"/>
                    <a:pt x="10717" y="6121"/>
                  </a:cubicBezTo>
                  <a:cubicBezTo>
                    <a:pt x="10764" y="6025"/>
                    <a:pt x="10836" y="5906"/>
                    <a:pt x="10764" y="5787"/>
                  </a:cubicBezTo>
                  <a:lnTo>
                    <a:pt x="9812" y="3930"/>
                  </a:lnTo>
                  <a:cubicBezTo>
                    <a:pt x="9752" y="3823"/>
                    <a:pt x="9645" y="3769"/>
                    <a:pt x="9538" y="3769"/>
                  </a:cubicBezTo>
                  <a:cubicBezTo>
                    <a:pt x="9431" y="3769"/>
                    <a:pt x="9324" y="3823"/>
                    <a:pt x="9264" y="3930"/>
                  </a:cubicBezTo>
                  <a:lnTo>
                    <a:pt x="8311" y="5787"/>
                  </a:lnTo>
                  <a:cubicBezTo>
                    <a:pt x="8240" y="5883"/>
                    <a:pt x="8264" y="6002"/>
                    <a:pt x="8311" y="6097"/>
                  </a:cubicBezTo>
                  <a:cubicBezTo>
                    <a:pt x="8351" y="6176"/>
                    <a:pt x="8423" y="6222"/>
                    <a:pt x="8514" y="6222"/>
                  </a:cubicBezTo>
                  <a:cubicBezTo>
                    <a:pt x="8533" y="6222"/>
                    <a:pt x="8553" y="6220"/>
                    <a:pt x="8573" y="6216"/>
                  </a:cubicBezTo>
                  <a:lnTo>
                    <a:pt x="8812" y="6216"/>
                  </a:lnTo>
                  <a:cubicBezTo>
                    <a:pt x="8550" y="7430"/>
                    <a:pt x="7287" y="7859"/>
                    <a:pt x="6049" y="8121"/>
                  </a:cubicBezTo>
                  <a:lnTo>
                    <a:pt x="6049" y="3620"/>
                  </a:lnTo>
                  <a:cubicBezTo>
                    <a:pt x="6787" y="3358"/>
                    <a:pt x="7287" y="2644"/>
                    <a:pt x="7287" y="1858"/>
                  </a:cubicBezTo>
                  <a:cubicBezTo>
                    <a:pt x="7287" y="905"/>
                    <a:pt x="6549" y="0"/>
                    <a:pt x="5406"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5" name="Google Shape;27565;p151"/>
            <p:cNvSpPr/>
            <p:nvPr/>
          </p:nvSpPr>
          <p:spPr>
            <a:xfrm>
              <a:off x="1929600" y="2486795"/>
              <a:ext cx="176814" cy="348972"/>
            </a:xfrm>
            <a:custGeom>
              <a:rect b="b" l="l" r="r" t="t"/>
              <a:pathLst>
                <a:path extrusionOk="0" h="10717" w="5430">
                  <a:moveTo>
                    <a:pt x="0" y="0"/>
                  </a:moveTo>
                  <a:lnTo>
                    <a:pt x="0" y="1239"/>
                  </a:lnTo>
                  <a:cubicBezTo>
                    <a:pt x="334" y="1239"/>
                    <a:pt x="619" y="1501"/>
                    <a:pt x="619" y="1858"/>
                  </a:cubicBezTo>
                  <a:cubicBezTo>
                    <a:pt x="619" y="2215"/>
                    <a:pt x="358" y="2501"/>
                    <a:pt x="0" y="2501"/>
                  </a:cubicBezTo>
                  <a:lnTo>
                    <a:pt x="0" y="10717"/>
                  </a:lnTo>
                  <a:cubicBezTo>
                    <a:pt x="215" y="10669"/>
                    <a:pt x="334" y="10574"/>
                    <a:pt x="358" y="10383"/>
                  </a:cubicBezTo>
                  <a:cubicBezTo>
                    <a:pt x="453" y="10169"/>
                    <a:pt x="1048" y="9883"/>
                    <a:pt x="1215" y="9788"/>
                  </a:cubicBezTo>
                  <a:cubicBezTo>
                    <a:pt x="2929" y="8931"/>
                    <a:pt x="4406" y="8407"/>
                    <a:pt x="4739" y="6240"/>
                  </a:cubicBezTo>
                  <a:lnTo>
                    <a:pt x="5097" y="6240"/>
                  </a:lnTo>
                  <a:cubicBezTo>
                    <a:pt x="5117" y="6244"/>
                    <a:pt x="5137" y="6246"/>
                    <a:pt x="5156" y="6246"/>
                  </a:cubicBezTo>
                  <a:cubicBezTo>
                    <a:pt x="5247" y="6246"/>
                    <a:pt x="5319" y="6200"/>
                    <a:pt x="5359" y="6121"/>
                  </a:cubicBezTo>
                  <a:cubicBezTo>
                    <a:pt x="5430" y="6025"/>
                    <a:pt x="5430" y="5906"/>
                    <a:pt x="5359" y="5835"/>
                  </a:cubicBezTo>
                  <a:lnTo>
                    <a:pt x="4406" y="3954"/>
                  </a:lnTo>
                  <a:cubicBezTo>
                    <a:pt x="4346" y="3846"/>
                    <a:pt x="4233" y="3793"/>
                    <a:pt x="4120" y="3793"/>
                  </a:cubicBezTo>
                  <a:cubicBezTo>
                    <a:pt x="4007" y="3793"/>
                    <a:pt x="3894" y="3846"/>
                    <a:pt x="3834" y="3954"/>
                  </a:cubicBezTo>
                  <a:lnTo>
                    <a:pt x="2882" y="5835"/>
                  </a:lnTo>
                  <a:cubicBezTo>
                    <a:pt x="2834" y="5906"/>
                    <a:pt x="2858" y="6025"/>
                    <a:pt x="2882" y="6121"/>
                  </a:cubicBezTo>
                  <a:cubicBezTo>
                    <a:pt x="2953" y="6216"/>
                    <a:pt x="3049" y="6264"/>
                    <a:pt x="3168" y="6264"/>
                  </a:cubicBezTo>
                  <a:lnTo>
                    <a:pt x="3406" y="6264"/>
                  </a:lnTo>
                  <a:cubicBezTo>
                    <a:pt x="3120" y="7454"/>
                    <a:pt x="1882" y="7907"/>
                    <a:pt x="619" y="8169"/>
                  </a:cubicBezTo>
                  <a:lnTo>
                    <a:pt x="619" y="3620"/>
                  </a:lnTo>
                  <a:cubicBezTo>
                    <a:pt x="1382" y="3358"/>
                    <a:pt x="1882" y="2644"/>
                    <a:pt x="1882" y="1858"/>
                  </a:cubicBezTo>
                  <a:cubicBezTo>
                    <a:pt x="1882" y="905"/>
                    <a:pt x="1143" y="0"/>
                    <a:pt x="0" y="0"/>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6" name="Google Shape;27566;p151"/>
          <p:cNvGrpSpPr/>
          <p:nvPr/>
        </p:nvGrpSpPr>
        <p:grpSpPr>
          <a:xfrm>
            <a:off x="1006811" y="2333744"/>
            <a:ext cx="351317" cy="348093"/>
            <a:chOff x="1006811" y="2486144"/>
            <a:chExt cx="351317" cy="348093"/>
          </a:xfrm>
        </p:grpSpPr>
        <p:sp>
          <p:nvSpPr>
            <p:cNvPr id="27567" name="Google Shape;27567;p151"/>
            <p:cNvSpPr/>
            <p:nvPr/>
          </p:nvSpPr>
          <p:spPr>
            <a:xfrm>
              <a:off x="1227813" y="2486144"/>
              <a:ext cx="128752" cy="128622"/>
            </a:xfrm>
            <a:custGeom>
              <a:rect b="b" l="l" r="r" t="t"/>
              <a:pathLst>
                <a:path extrusionOk="0" h="3950" w="3954">
                  <a:moveTo>
                    <a:pt x="1873" y="1"/>
                  </a:moveTo>
                  <a:cubicBezTo>
                    <a:pt x="1790" y="1"/>
                    <a:pt x="1711" y="34"/>
                    <a:pt x="1643" y="68"/>
                  </a:cubicBezTo>
                  <a:lnTo>
                    <a:pt x="95" y="1616"/>
                  </a:lnTo>
                  <a:cubicBezTo>
                    <a:pt x="24" y="1664"/>
                    <a:pt x="0" y="1759"/>
                    <a:pt x="0" y="1854"/>
                  </a:cubicBezTo>
                  <a:lnTo>
                    <a:pt x="143" y="3497"/>
                  </a:lnTo>
                  <a:cubicBezTo>
                    <a:pt x="143" y="3593"/>
                    <a:pt x="191" y="3640"/>
                    <a:pt x="238" y="3712"/>
                  </a:cubicBezTo>
                  <a:cubicBezTo>
                    <a:pt x="310" y="3759"/>
                    <a:pt x="357" y="3783"/>
                    <a:pt x="453" y="3783"/>
                  </a:cubicBezTo>
                  <a:lnTo>
                    <a:pt x="2096" y="3950"/>
                  </a:lnTo>
                  <a:cubicBezTo>
                    <a:pt x="2167" y="3950"/>
                    <a:pt x="2263" y="3902"/>
                    <a:pt x="2334" y="3855"/>
                  </a:cubicBezTo>
                  <a:lnTo>
                    <a:pt x="3882" y="2307"/>
                  </a:lnTo>
                  <a:cubicBezTo>
                    <a:pt x="3930" y="2211"/>
                    <a:pt x="3953" y="2068"/>
                    <a:pt x="3930" y="1973"/>
                  </a:cubicBezTo>
                  <a:cubicBezTo>
                    <a:pt x="3906" y="1854"/>
                    <a:pt x="3787" y="1759"/>
                    <a:pt x="3668" y="1759"/>
                  </a:cubicBezTo>
                  <a:lnTo>
                    <a:pt x="2286" y="1640"/>
                  </a:lnTo>
                  <a:lnTo>
                    <a:pt x="2167" y="282"/>
                  </a:lnTo>
                  <a:cubicBezTo>
                    <a:pt x="2167" y="163"/>
                    <a:pt x="2096" y="44"/>
                    <a:pt x="1977" y="20"/>
                  </a:cubicBezTo>
                  <a:cubicBezTo>
                    <a:pt x="1942" y="6"/>
                    <a:pt x="1907" y="1"/>
                    <a:pt x="1873" y="1"/>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8" name="Google Shape;27568;p151"/>
            <p:cNvSpPr/>
            <p:nvPr/>
          </p:nvSpPr>
          <p:spPr>
            <a:xfrm>
              <a:off x="1235563" y="2538733"/>
              <a:ext cx="122565" cy="74503"/>
            </a:xfrm>
            <a:custGeom>
              <a:rect b="b" l="l" r="r" t="t"/>
              <a:pathLst>
                <a:path extrusionOk="0" h="2288" w="3764">
                  <a:moveTo>
                    <a:pt x="2048" y="1"/>
                  </a:moveTo>
                  <a:lnTo>
                    <a:pt x="0" y="2049"/>
                  </a:lnTo>
                  <a:cubicBezTo>
                    <a:pt x="72" y="2120"/>
                    <a:pt x="119" y="2144"/>
                    <a:pt x="215" y="2144"/>
                  </a:cubicBezTo>
                  <a:lnTo>
                    <a:pt x="1858" y="2287"/>
                  </a:lnTo>
                  <a:cubicBezTo>
                    <a:pt x="1929" y="2287"/>
                    <a:pt x="2025" y="2263"/>
                    <a:pt x="2096" y="2192"/>
                  </a:cubicBezTo>
                  <a:lnTo>
                    <a:pt x="3644" y="644"/>
                  </a:lnTo>
                  <a:cubicBezTo>
                    <a:pt x="3715" y="573"/>
                    <a:pt x="3763" y="453"/>
                    <a:pt x="3692" y="334"/>
                  </a:cubicBezTo>
                  <a:cubicBezTo>
                    <a:pt x="3620" y="215"/>
                    <a:pt x="3549" y="120"/>
                    <a:pt x="3430" y="120"/>
                  </a:cubicBezTo>
                  <a:lnTo>
                    <a:pt x="2048"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9" name="Google Shape;27569;p151"/>
            <p:cNvSpPr/>
            <p:nvPr/>
          </p:nvSpPr>
          <p:spPr>
            <a:xfrm>
              <a:off x="1006811" y="2568983"/>
              <a:ext cx="266785" cy="265254"/>
            </a:xfrm>
            <a:custGeom>
              <a:rect b="b" l="l" r="r" t="t"/>
              <a:pathLst>
                <a:path extrusionOk="0" h="8146" w="8193">
                  <a:moveTo>
                    <a:pt x="4072" y="1"/>
                  </a:moveTo>
                  <a:cubicBezTo>
                    <a:pt x="1810" y="1"/>
                    <a:pt x="0" y="1834"/>
                    <a:pt x="0" y="4073"/>
                  </a:cubicBezTo>
                  <a:cubicBezTo>
                    <a:pt x="0" y="5216"/>
                    <a:pt x="453" y="6216"/>
                    <a:pt x="1191" y="6955"/>
                  </a:cubicBezTo>
                  <a:cubicBezTo>
                    <a:pt x="1929" y="7717"/>
                    <a:pt x="2953" y="8145"/>
                    <a:pt x="4072" y="8145"/>
                  </a:cubicBezTo>
                  <a:cubicBezTo>
                    <a:pt x="6335" y="8145"/>
                    <a:pt x="8145" y="6312"/>
                    <a:pt x="8145" y="4073"/>
                  </a:cubicBezTo>
                  <a:cubicBezTo>
                    <a:pt x="8192" y="2954"/>
                    <a:pt x="7716" y="1930"/>
                    <a:pt x="6954" y="1191"/>
                  </a:cubicBezTo>
                  <a:cubicBezTo>
                    <a:pt x="6216" y="453"/>
                    <a:pt x="5215" y="1"/>
                    <a:pt x="4072"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0" name="Google Shape;27570;p151"/>
            <p:cNvSpPr/>
            <p:nvPr/>
          </p:nvSpPr>
          <p:spPr>
            <a:xfrm>
              <a:off x="1046342" y="2607765"/>
              <a:ext cx="227254" cy="226472"/>
            </a:xfrm>
            <a:custGeom>
              <a:rect b="b" l="l" r="r" t="t"/>
              <a:pathLst>
                <a:path extrusionOk="0" h="6955" w="6979">
                  <a:moveTo>
                    <a:pt x="5788" y="0"/>
                  </a:moveTo>
                  <a:lnTo>
                    <a:pt x="1" y="5764"/>
                  </a:lnTo>
                  <a:cubicBezTo>
                    <a:pt x="763" y="6526"/>
                    <a:pt x="1763" y="6954"/>
                    <a:pt x="2906" y="6954"/>
                  </a:cubicBezTo>
                  <a:cubicBezTo>
                    <a:pt x="5121" y="6954"/>
                    <a:pt x="6978" y="5144"/>
                    <a:pt x="6978" y="2882"/>
                  </a:cubicBezTo>
                  <a:cubicBezTo>
                    <a:pt x="6978" y="1763"/>
                    <a:pt x="6526" y="739"/>
                    <a:pt x="5788"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1" name="Google Shape;27571;p151"/>
            <p:cNvSpPr/>
            <p:nvPr/>
          </p:nvSpPr>
          <p:spPr>
            <a:xfrm>
              <a:off x="1048687" y="2609328"/>
              <a:ext cx="183815" cy="184564"/>
            </a:xfrm>
            <a:custGeom>
              <a:rect b="b" l="l" r="r" t="t"/>
              <a:pathLst>
                <a:path extrusionOk="0" h="5668" w="5645">
                  <a:moveTo>
                    <a:pt x="2834" y="0"/>
                  </a:moveTo>
                  <a:cubicBezTo>
                    <a:pt x="1286" y="0"/>
                    <a:pt x="0" y="1286"/>
                    <a:pt x="0" y="2834"/>
                  </a:cubicBezTo>
                  <a:cubicBezTo>
                    <a:pt x="0" y="3620"/>
                    <a:pt x="333" y="4334"/>
                    <a:pt x="834" y="4834"/>
                  </a:cubicBezTo>
                  <a:cubicBezTo>
                    <a:pt x="1334" y="5334"/>
                    <a:pt x="2048" y="5668"/>
                    <a:pt x="2834" y="5668"/>
                  </a:cubicBezTo>
                  <a:cubicBezTo>
                    <a:pt x="4382" y="5668"/>
                    <a:pt x="5644" y="4382"/>
                    <a:pt x="5644" y="2834"/>
                  </a:cubicBezTo>
                  <a:cubicBezTo>
                    <a:pt x="5620" y="2048"/>
                    <a:pt x="5334" y="1357"/>
                    <a:pt x="4811" y="834"/>
                  </a:cubicBezTo>
                  <a:cubicBezTo>
                    <a:pt x="4310" y="333"/>
                    <a:pt x="3596" y="0"/>
                    <a:pt x="2834"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2" name="Google Shape;27572;p151"/>
            <p:cNvSpPr/>
            <p:nvPr/>
          </p:nvSpPr>
          <p:spPr>
            <a:xfrm>
              <a:off x="1074248" y="2636453"/>
              <a:ext cx="157472" cy="157440"/>
            </a:xfrm>
            <a:custGeom>
              <a:rect b="b" l="l" r="r" t="t"/>
              <a:pathLst>
                <a:path extrusionOk="0" h="4835" w="4836">
                  <a:moveTo>
                    <a:pt x="4002" y="1"/>
                  </a:moveTo>
                  <a:lnTo>
                    <a:pt x="1" y="4001"/>
                  </a:lnTo>
                  <a:cubicBezTo>
                    <a:pt x="525" y="4501"/>
                    <a:pt x="1239" y="4835"/>
                    <a:pt x="2001" y="4835"/>
                  </a:cubicBezTo>
                  <a:cubicBezTo>
                    <a:pt x="3597" y="4835"/>
                    <a:pt x="4835" y="3549"/>
                    <a:pt x="4835" y="2001"/>
                  </a:cubicBezTo>
                  <a:cubicBezTo>
                    <a:pt x="4835" y="1215"/>
                    <a:pt x="4502" y="524"/>
                    <a:pt x="4002"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3" name="Google Shape;27573;p151"/>
            <p:cNvSpPr/>
            <p:nvPr/>
          </p:nvSpPr>
          <p:spPr>
            <a:xfrm>
              <a:off x="1088999" y="2651203"/>
              <a:ext cx="102376" cy="101595"/>
            </a:xfrm>
            <a:custGeom>
              <a:rect b="b" l="l" r="r" t="t"/>
              <a:pathLst>
                <a:path extrusionOk="0" h="3120" w="3144">
                  <a:moveTo>
                    <a:pt x="1596" y="0"/>
                  </a:moveTo>
                  <a:cubicBezTo>
                    <a:pt x="715" y="0"/>
                    <a:pt x="0" y="714"/>
                    <a:pt x="0" y="1572"/>
                  </a:cubicBezTo>
                  <a:cubicBezTo>
                    <a:pt x="0" y="2024"/>
                    <a:pt x="191" y="2405"/>
                    <a:pt x="453" y="2691"/>
                  </a:cubicBezTo>
                  <a:cubicBezTo>
                    <a:pt x="762" y="2977"/>
                    <a:pt x="1143" y="3120"/>
                    <a:pt x="1548" y="3120"/>
                  </a:cubicBezTo>
                  <a:cubicBezTo>
                    <a:pt x="2429" y="3120"/>
                    <a:pt x="3144" y="2405"/>
                    <a:pt x="3144" y="1548"/>
                  </a:cubicBezTo>
                  <a:cubicBezTo>
                    <a:pt x="3144" y="1096"/>
                    <a:pt x="2953" y="714"/>
                    <a:pt x="2691" y="453"/>
                  </a:cubicBezTo>
                  <a:cubicBezTo>
                    <a:pt x="2382" y="143"/>
                    <a:pt x="2001" y="0"/>
                    <a:pt x="1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4" name="Google Shape;27574;p151"/>
            <p:cNvSpPr/>
            <p:nvPr/>
          </p:nvSpPr>
          <p:spPr>
            <a:xfrm>
              <a:off x="1103717" y="2665922"/>
              <a:ext cx="87658" cy="86877"/>
            </a:xfrm>
            <a:custGeom>
              <a:rect b="b" l="l" r="r" t="t"/>
              <a:pathLst>
                <a:path extrusionOk="0" h="2668" w="2692">
                  <a:moveTo>
                    <a:pt x="2239" y="1"/>
                  </a:moveTo>
                  <a:lnTo>
                    <a:pt x="1" y="2239"/>
                  </a:lnTo>
                  <a:cubicBezTo>
                    <a:pt x="310" y="2525"/>
                    <a:pt x="691" y="2668"/>
                    <a:pt x="1096" y="2668"/>
                  </a:cubicBezTo>
                  <a:cubicBezTo>
                    <a:pt x="2001" y="2668"/>
                    <a:pt x="2692" y="1953"/>
                    <a:pt x="2692" y="1096"/>
                  </a:cubicBezTo>
                  <a:cubicBezTo>
                    <a:pt x="2692" y="644"/>
                    <a:pt x="2501" y="262"/>
                    <a:pt x="2239" y="1"/>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5" name="Google Shape;27575;p151"/>
            <p:cNvSpPr/>
            <p:nvPr/>
          </p:nvSpPr>
          <p:spPr>
            <a:xfrm>
              <a:off x="1130875" y="2501709"/>
              <a:ext cx="210191" cy="207488"/>
            </a:xfrm>
            <a:custGeom>
              <a:rect b="b" l="l" r="r" t="t"/>
              <a:pathLst>
                <a:path extrusionOk="0" h="6372" w="6455">
                  <a:moveTo>
                    <a:pt x="6121" y="1"/>
                  </a:moveTo>
                  <a:cubicBezTo>
                    <a:pt x="6043" y="1"/>
                    <a:pt x="5966" y="31"/>
                    <a:pt x="5906" y="90"/>
                  </a:cubicBezTo>
                  <a:lnTo>
                    <a:pt x="119" y="5853"/>
                  </a:lnTo>
                  <a:cubicBezTo>
                    <a:pt x="0" y="5948"/>
                    <a:pt x="0" y="6163"/>
                    <a:pt x="119" y="6282"/>
                  </a:cubicBezTo>
                  <a:cubicBezTo>
                    <a:pt x="179" y="6341"/>
                    <a:pt x="262" y="6371"/>
                    <a:pt x="346" y="6371"/>
                  </a:cubicBezTo>
                  <a:cubicBezTo>
                    <a:pt x="429" y="6371"/>
                    <a:pt x="512" y="6341"/>
                    <a:pt x="572" y="6282"/>
                  </a:cubicBezTo>
                  <a:lnTo>
                    <a:pt x="6335" y="519"/>
                  </a:lnTo>
                  <a:cubicBezTo>
                    <a:pt x="6454" y="424"/>
                    <a:pt x="6454" y="209"/>
                    <a:pt x="6335" y="90"/>
                  </a:cubicBezTo>
                  <a:cubicBezTo>
                    <a:pt x="6275" y="31"/>
                    <a:pt x="6198" y="1"/>
                    <a:pt x="6121"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6" name="Google Shape;27576;p151"/>
            <p:cNvSpPr/>
            <p:nvPr/>
          </p:nvSpPr>
          <p:spPr>
            <a:xfrm>
              <a:off x="1134749" y="2503858"/>
              <a:ext cx="206316" cy="205339"/>
            </a:xfrm>
            <a:custGeom>
              <a:rect b="b" l="l" r="r" t="t"/>
              <a:pathLst>
                <a:path extrusionOk="0" h="6306" w="6336">
                  <a:moveTo>
                    <a:pt x="6216" y="0"/>
                  </a:moveTo>
                  <a:lnTo>
                    <a:pt x="0" y="6216"/>
                  </a:lnTo>
                  <a:cubicBezTo>
                    <a:pt x="60" y="6275"/>
                    <a:pt x="143" y="6305"/>
                    <a:pt x="227" y="6305"/>
                  </a:cubicBezTo>
                  <a:cubicBezTo>
                    <a:pt x="310" y="6305"/>
                    <a:pt x="393" y="6275"/>
                    <a:pt x="453" y="6216"/>
                  </a:cubicBezTo>
                  <a:lnTo>
                    <a:pt x="6216" y="453"/>
                  </a:lnTo>
                  <a:cubicBezTo>
                    <a:pt x="6335" y="334"/>
                    <a:pt x="6335" y="119"/>
                    <a:pt x="621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7" name="Google Shape;27577;p151"/>
          <p:cNvGrpSpPr/>
          <p:nvPr/>
        </p:nvGrpSpPr>
        <p:grpSpPr>
          <a:xfrm>
            <a:off x="1088999" y="2882650"/>
            <a:ext cx="185378" cy="349852"/>
            <a:chOff x="1088999" y="3035050"/>
            <a:chExt cx="185378" cy="349852"/>
          </a:xfrm>
        </p:grpSpPr>
        <p:sp>
          <p:nvSpPr>
            <p:cNvPr id="27578" name="Google Shape;27578;p151"/>
            <p:cNvSpPr/>
            <p:nvPr/>
          </p:nvSpPr>
          <p:spPr>
            <a:xfrm>
              <a:off x="1127781" y="3035050"/>
              <a:ext cx="146596" cy="104005"/>
            </a:xfrm>
            <a:custGeom>
              <a:rect b="b" l="l" r="r" t="t"/>
              <a:pathLst>
                <a:path extrusionOk="0" h="3194" w="4502">
                  <a:moveTo>
                    <a:pt x="357" y="0"/>
                  </a:moveTo>
                  <a:cubicBezTo>
                    <a:pt x="167" y="0"/>
                    <a:pt x="0" y="191"/>
                    <a:pt x="48" y="357"/>
                  </a:cubicBezTo>
                  <a:cubicBezTo>
                    <a:pt x="72" y="548"/>
                    <a:pt x="214" y="667"/>
                    <a:pt x="357" y="667"/>
                  </a:cubicBezTo>
                  <a:lnTo>
                    <a:pt x="3501" y="667"/>
                  </a:lnTo>
                  <a:cubicBezTo>
                    <a:pt x="3691" y="667"/>
                    <a:pt x="3858" y="834"/>
                    <a:pt x="3810" y="1024"/>
                  </a:cubicBezTo>
                  <a:cubicBezTo>
                    <a:pt x="3787" y="1191"/>
                    <a:pt x="3644" y="1310"/>
                    <a:pt x="3501" y="1310"/>
                  </a:cubicBezTo>
                  <a:lnTo>
                    <a:pt x="2239" y="1310"/>
                  </a:lnTo>
                  <a:cubicBezTo>
                    <a:pt x="2001" y="1310"/>
                    <a:pt x="1762" y="1405"/>
                    <a:pt x="1620" y="1548"/>
                  </a:cubicBezTo>
                  <a:cubicBezTo>
                    <a:pt x="1405" y="1691"/>
                    <a:pt x="1286" y="1977"/>
                    <a:pt x="1286" y="2239"/>
                  </a:cubicBezTo>
                  <a:lnTo>
                    <a:pt x="1286" y="2858"/>
                  </a:lnTo>
                  <a:cubicBezTo>
                    <a:pt x="1286" y="3057"/>
                    <a:pt x="1450" y="3194"/>
                    <a:pt x="1607" y="3194"/>
                  </a:cubicBezTo>
                  <a:cubicBezTo>
                    <a:pt x="1619" y="3194"/>
                    <a:pt x="1631" y="3193"/>
                    <a:pt x="1643" y="3191"/>
                  </a:cubicBezTo>
                  <a:cubicBezTo>
                    <a:pt x="1834" y="3167"/>
                    <a:pt x="1953" y="3001"/>
                    <a:pt x="1953" y="2858"/>
                  </a:cubicBezTo>
                  <a:lnTo>
                    <a:pt x="1953" y="2239"/>
                  </a:lnTo>
                  <a:cubicBezTo>
                    <a:pt x="1953" y="2048"/>
                    <a:pt x="2096" y="1905"/>
                    <a:pt x="2262" y="1905"/>
                  </a:cubicBezTo>
                  <a:lnTo>
                    <a:pt x="3525" y="1905"/>
                  </a:lnTo>
                  <a:cubicBezTo>
                    <a:pt x="4049" y="1905"/>
                    <a:pt x="4501" y="1453"/>
                    <a:pt x="4477" y="929"/>
                  </a:cubicBezTo>
                  <a:cubicBezTo>
                    <a:pt x="4430" y="429"/>
                    <a:pt x="4025" y="24"/>
                    <a:pt x="350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9" name="Google Shape;27579;p151"/>
            <p:cNvSpPr/>
            <p:nvPr/>
          </p:nvSpPr>
          <p:spPr>
            <a:xfrm>
              <a:off x="1088999" y="3117238"/>
              <a:ext cx="184597" cy="103158"/>
            </a:xfrm>
            <a:custGeom>
              <a:rect b="b" l="l" r="r" t="t"/>
              <a:pathLst>
                <a:path extrusionOk="0" h="3168" w="5669">
                  <a:moveTo>
                    <a:pt x="1596" y="0"/>
                  </a:moveTo>
                  <a:cubicBezTo>
                    <a:pt x="715" y="0"/>
                    <a:pt x="0" y="715"/>
                    <a:pt x="0" y="1596"/>
                  </a:cubicBezTo>
                  <a:lnTo>
                    <a:pt x="0" y="2549"/>
                  </a:lnTo>
                  <a:lnTo>
                    <a:pt x="810" y="3168"/>
                  </a:lnTo>
                  <a:lnTo>
                    <a:pt x="5073" y="3168"/>
                  </a:lnTo>
                  <a:lnTo>
                    <a:pt x="5668" y="2549"/>
                  </a:lnTo>
                  <a:lnTo>
                    <a:pt x="5668" y="1596"/>
                  </a:lnTo>
                  <a:cubicBezTo>
                    <a:pt x="5668" y="715"/>
                    <a:pt x="4978" y="0"/>
                    <a:pt x="4096"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0" name="Google Shape;27580;p151"/>
            <p:cNvSpPr/>
            <p:nvPr/>
          </p:nvSpPr>
          <p:spPr>
            <a:xfrm>
              <a:off x="1181281" y="3117238"/>
              <a:ext cx="92315" cy="103158"/>
            </a:xfrm>
            <a:custGeom>
              <a:rect b="b" l="l" r="r" t="t"/>
              <a:pathLst>
                <a:path extrusionOk="0" h="3168" w="2835">
                  <a:moveTo>
                    <a:pt x="0" y="0"/>
                  </a:moveTo>
                  <a:lnTo>
                    <a:pt x="0" y="3168"/>
                  </a:lnTo>
                  <a:lnTo>
                    <a:pt x="2239" y="3168"/>
                  </a:lnTo>
                  <a:lnTo>
                    <a:pt x="2834" y="2549"/>
                  </a:lnTo>
                  <a:lnTo>
                    <a:pt x="2834" y="1596"/>
                  </a:lnTo>
                  <a:cubicBezTo>
                    <a:pt x="2834" y="715"/>
                    <a:pt x="2144" y="0"/>
                    <a:pt x="126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1" name="Google Shape;27581;p151"/>
            <p:cNvSpPr/>
            <p:nvPr/>
          </p:nvSpPr>
          <p:spPr>
            <a:xfrm>
              <a:off x="1170405" y="3158332"/>
              <a:ext cx="21752" cy="62162"/>
            </a:xfrm>
            <a:custGeom>
              <a:rect b="b" l="l" r="r" t="t"/>
              <a:pathLst>
                <a:path extrusionOk="0" h="1909" w="668">
                  <a:moveTo>
                    <a:pt x="311" y="1"/>
                  </a:moveTo>
                  <a:cubicBezTo>
                    <a:pt x="120" y="24"/>
                    <a:pt x="1" y="167"/>
                    <a:pt x="1" y="334"/>
                  </a:cubicBezTo>
                  <a:lnTo>
                    <a:pt x="1" y="1572"/>
                  </a:lnTo>
                  <a:cubicBezTo>
                    <a:pt x="1" y="1771"/>
                    <a:pt x="165" y="1908"/>
                    <a:pt x="321" y="1908"/>
                  </a:cubicBezTo>
                  <a:cubicBezTo>
                    <a:pt x="334" y="1908"/>
                    <a:pt x="346" y="1908"/>
                    <a:pt x="358" y="1906"/>
                  </a:cubicBezTo>
                  <a:cubicBezTo>
                    <a:pt x="549" y="1882"/>
                    <a:pt x="668" y="1715"/>
                    <a:pt x="668" y="1572"/>
                  </a:cubicBezTo>
                  <a:lnTo>
                    <a:pt x="668" y="334"/>
                  </a:lnTo>
                  <a:cubicBezTo>
                    <a:pt x="668" y="144"/>
                    <a:pt x="525" y="1"/>
                    <a:pt x="311"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2" name="Google Shape;27582;p151"/>
            <p:cNvSpPr/>
            <p:nvPr/>
          </p:nvSpPr>
          <p:spPr>
            <a:xfrm>
              <a:off x="1181281" y="3159016"/>
              <a:ext cx="10876" cy="61380"/>
            </a:xfrm>
            <a:custGeom>
              <a:rect b="b" l="l" r="r" t="t"/>
              <a:pathLst>
                <a:path extrusionOk="0" h="1885" w="334">
                  <a:moveTo>
                    <a:pt x="41" y="1"/>
                  </a:moveTo>
                  <a:cubicBezTo>
                    <a:pt x="28" y="1"/>
                    <a:pt x="14" y="2"/>
                    <a:pt x="0" y="3"/>
                  </a:cubicBezTo>
                  <a:lnTo>
                    <a:pt x="0" y="1885"/>
                  </a:lnTo>
                  <a:cubicBezTo>
                    <a:pt x="191" y="1885"/>
                    <a:pt x="334" y="1742"/>
                    <a:pt x="334" y="1551"/>
                  </a:cubicBezTo>
                  <a:lnTo>
                    <a:pt x="334" y="313"/>
                  </a:lnTo>
                  <a:cubicBezTo>
                    <a:pt x="334" y="137"/>
                    <a:pt x="211" y="1"/>
                    <a:pt x="4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3" name="Google Shape;27583;p151"/>
            <p:cNvSpPr/>
            <p:nvPr/>
          </p:nvSpPr>
          <p:spPr>
            <a:xfrm>
              <a:off x="1088999" y="3200207"/>
              <a:ext cx="184597" cy="184695"/>
            </a:xfrm>
            <a:custGeom>
              <a:rect b="b" l="l" r="r" t="t"/>
              <a:pathLst>
                <a:path extrusionOk="0" h="5672" w="5669">
                  <a:moveTo>
                    <a:pt x="0" y="1"/>
                  </a:moveTo>
                  <a:lnTo>
                    <a:pt x="0" y="2858"/>
                  </a:lnTo>
                  <a:cubicBezTo>
                    <a:pt x="0" y="4389"/>
                    <a:pt x="1243" y="5671"/>
                    <a:pt x="2803" y="5671"/>
                  </a:cubicBezTo>
                  <a:cubicBezTo>
                    <a:pt x="2845" y="5671"/>
                    <a:pt x="2887" y="5670"/>
                    <a:pt x="2930" y="5668"/>
                  </a:cubicBezTo>
                  <a:cubicBezTo>
                    <a:pt x="4454" y="5621"/>
                    <a:pt x="5668" y="4359"/>
                    <a:pt x="5668" y="2811"/>
                  </a:cubicBezTo>
                  <a:lnTo>
                    <a:pt x="5668" y="1"/>
                  </a:ln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4" name="Google Shape;27584;p151"/>
            <p:cNvSpPr/>
            <p:nvPr/>
          </p:nvSpPr>
          <p:spPr>
            <a:xfrm>
              <a:off x="1181281" y="3200207"/>
              <a:ext cx="92315" cy="184597"/>
            </a:xfrm>
            <a:custGeom>
              <a:rect b="b" l="l" r="r" t="t"/>
              <a:pathLst>
                <a:path extrusionOk="0" h="5669" w="2835">
                  <a:moveTo>
                    <a:pt x="0" y="1"/>
                  </a:moveTo>
                  <a:lnTo>
                    <a:pt x="0" y="5668"/>
                  </a:lnTo>
                  <a:cubicBezTo>
                    <a:pt x="1548" y="5668"/>
                    <a:pt x="2834" y="4406"/>
                    <a:pt x="2834" y="2858"/>
                  </a:cubicBezTo>
                  <a:lnTo>
                    <a:pt x="2834" y="1"/>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85" name="Google Shape;27585;p151"/>
          <p:cNvGrpSpPr/>
          <p:nvPr/>
        </p:nvGrpSpPr>
        <p:grpSpPr>
          <a:xfrm>
            <a:off x="1755879" y="2883399"/>
            <a:ext cx="350535" cy="349005"/>
            <a:chOff x="1755879" y="3035799"/>
            <a:chExt cx="350535" cy="349005"/>
          </a:xfrm>
        </p:grpSpPr>
        <p:sp>
          <p:nvSpPr>
            <p:cNvPr id="27586" name="Google Shape;27586;p151"/>
            <p:cNvSpPr/>
            <p:nvPr/>
          </p:nvSpPr>
          <p:spPr>
            <a:xfrm>
              <a:off x="1879193" y="3035799"/>
              <a:ext cx="144252" cy="102507"/>
            </a:xfrm>
            <a:custGeom>
              <a:rect b="b" l="l" r="r" t="t"/>
              <a:pathLst>
                <a:path extrusionOk="0" h="3148" w="4430">
                  <a:moveTo>
                    <a:pt x="334" y="1"/>
                  </a:moveTo>
                  <a:cubicBezTo>
                    <a:pt x="143" y="1"/>
                    <a:pt x="0" y="191"/>
                    <a:pt x="24" y="358"/>
                  </a:cubicBezTo>
                  <a:cubicBezTo>
                    <a:pt x="72" y="525"/>
                    <a:pt x="215" y="620"/>
                    <a:pt x="358" y="620"/>
                  </a:cubicBezTo>
                  <a:lnTo>
                    <a:pt x="3525" y="620"/>
                  </a:lnTo>
                  <a:cubicBezTo>
                    <a:pt x="3787" y="620"/>
                    <a:pt x="3954" y="954"/>
                    <a:pt x="3692" y="1216"/>
                  </a:cubicBezTo>
                  <a:cubicBezTo>
                    <a:pt x="3668" y="1263"/>
                    <a:pt x="3644" y="1263"/>
                    <a:pt x="3596" y="1263"/>
                  </a:cubicBezTo>
                  <a:lnTo>
                    <a:pt x="1620" y="1263"/>
                  </a:lnTo>
                  <a:cubicBezTo>
                    <a:pt x="1429" y="1263"/>
                    <a:pt x="1286" y="1406"/>
                    <a:pt x="1286" y="1597"/>
                  </a:cubicBezTo>
                  <a:lnTo>
                    <a:pt x="1286" y="2835"/>
                  </a:lnTo>
                  <a:cubicBezTo>
                    <a:pt x="1286" y="3011"/>
                    <a:pt x="1429" y="3147"/>
                    <a:pt x="1602" y="3147"/>
                  </a:cubicBezTo>
                  <a:cubicBezTo>
                    <a:pt x="1616" y="3147"/>
                    <a:pt x="1630" y="3146"/>
                    <a:pt x="1644" y="3144"/>
                  </a:cubicBezTo>
                  <a:cubicBezTo>
                    <a:pt x="1810" y="3144"/>
                    <a:pt x="1906" y="2978"/>
                    <a:pt x="1882" y="2835"/>
                  </a:cubicBezTo>
                  <a:lnTo>
                    <a:pt x="1882" y="2216"/>
                  </a:lnTo>
                  <a:cubicBezTo>
                    <a:pt x="1882" y="2025"/>
                    <a:pt x="2025" y="1882"/>
                    <a:pt x="2215" y="1882"/>
                  </a:cubicBezTo>
                  <a:lnTo>
                    <a:pt x="3453" y="1882"/>
                  </a:lnTo>
                  <a:cubicBezTo>
                    <a:pt x="4001" y="1882"/>
                    <a:pt x="4430" y="1430"/>
                    <a:pt x="4406" y="906"/>
                  </a:cubicBezTo>
                  <a:cubicBezTo>
                    <a:pt x="4382" y="406"/>
                    <a:pt x="3930" y="1"/>
                    <a:pt x="3453"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7" name="Google Shape;27587;p151"/>
            <p:cNvSpPr/>
            <p:nvPr/>
          </p:nvSpPr>
          <p:spPr>
            <a:xfrm>
              <a:off x="1755879" y="3117238"/>
              <a:ext cx="350535" cy="267566"/>
            </a:xfrm>
            <a:custGeom>
              <a:rect b="b" l="l" r="r" t="t"/>
              <a:pathLst>
                <a:path extrusionOk="0" h="8217" w="10765">
                  <a:moveTo>
                    <a:pt x="953" y="0"/>
                  </a:moveTo>
                  <a:cubicBezTo>
                    <a:pt x="453" y="0"/>
                    <a:pt x="1" y="429"/>
                    <a:pt x="1" y="953"/>
                  </a:cubicBezTo>
                  <a:lnTo>
                    <a:pt x="1" y="7264"/>
                  </a:lnTo>
                  <a:cubicBezTo>
                    <a:pt x="1" y="7764"/>
                    <a:pt x="430" y="8216"/>
                    <a:pt x="953" y="8216"/>
                  </a:cubicBezTo>
                  <a:lnTo>
                    <a:pt x="9812" y="8216"/>
                  </a:lnTo>
                  <a:cubicBezTo>
                    <a:pt x="10313" y="8216"/>
                    <a:pt x="10765" y="7812"/>
                    <a:pt x="10765" y="7264"/>
                  </a:cubicBezTo>
                  <a:lnTo>
                    <a:pt x="10765" y="953"/>
                  </a:lnTo>
                  <a:cubicBezTo>
                    <a:pt x="10765" y="429"/>
                    <a:pt x="10336" y="0"/>
                    <a:pt x="9812"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8" name="Google Shape;27588;p151"/>
            <p:cNvSpPr/>
            <p:nvPr/>
          </p:nvSpPr>
          <p:spPr>
            <a:xfrm>
              <a:off x="1755879" y="3251395"/>
              <a:ext cx="350535" cy="133409"/>
            </a:xfrm>
            <a:custGeom>
              <a:rect b="b" l="l" r="r" t="t"/>
              <a:pathLst>
                <a:path extrusionOk="0" h="4097" w="10765">
                  <a:moveTo>
                    <a:pt x="1" y="0"/>
                  </a:moveTo>
                  <a:lnTo>
                    <a:pt x="1" y="3144"/>
                  </a:lnTo>
                  <a:cubicBezTo>
                    <a:pt x="1" y="3692"/>
                    <a:pt x="453" y="4096"/>
                    <a:pt x="953" y="4096"/>
                  </a:cubicBezTo>
                  <a:lnTo>
                    <a:pt x="9812" y="4096"/>
                  </a:lnTo>
                  <a:cubicBezTo>
                    <a:pt x="10336" y="4096"/>
                    <a:pt x="10765" y="3668"/>
                    <a:pt x="10765" y="3144"/>
                  </a:cubicBezTo>
                  <a:lnTo>
                    <a:pt x="1076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9" name="Google Shape;27589;p151"/>
            <p:cNvSpPr/>
            <p:nvPr/>
          </p:nvSpPr>
          <p:spPr>
            <a:xfrm>
              <a:off x="1786911" y="3199426"/>
              <a:ext cx="21752" cy="21752"/>
            </a:xfrm>
            <a:custGeom>
              <a:rect b="b" l="l" r="r" t="t"/>
              <a:pathLst>
                <a:path extrusionOk="0" h="668" w="668">
                  <a:moveTo>
                    <a:pt x="334" y="1"/>
                  </a:moveTo>
                  <a:cubicBezTo>
                    <a:pt x="143" y="1"/>
                    <a:pt x="0" y="168"/>
                    <a:pt x="0" y="334"/>
                  </a:cubicBezTo>
                  <a:cubicBezTo>
                    <a:pt x="0" y="525"/>
                    <a:pt x="143" y="668"/>
                    <a:pt x="334" y="668"/>
                  </a:cubicBezTo>
                  <a:cubicBezTo>
                    <a:pt x="524" y="668"/>
                    <a:pt x="667" y="525"/>
                    <a:pt x="667" y="334"/>
                  </a:cubicBezTo>
                  <a:cubicBezTo>
                    <a:pt x="667" y="168"/>
                    <a:pt x="524" y="1"/>
                    <a:pt x="334"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0" name="Google Shape;27590;p151"/>
            <p:cNvSpPr/>
            <p:nvPr/>
          </p:nvSpPr>
          <p:spPr>
            <a:xfrm>
              <a:off x="1786911" y="3240520"/>
              <a:ext cx="21752" cy="21752"/>
            </a:xfrm>
            <a:custGeom>
              <a:rect b="b" l="l" r="r" t="t"/>
              <a:pathLst>
                <a:path extrusionOk="0" h="668" w="668">
                  <a:moveTo>
                    <a:pt x="334" y="1"/>
                  </a:moveTo>
                  <a:cubicBezTo>
                    <a:pt x="143" y="1"/>
                    <a:pt x="0" y="144"/>
                    <a:pt x="0" y="334"/>
                  </a:cubicBezTo>
                  <a:cubicBezTo>
                    <a:pt x="0" y="501"/>
                    <a:pt x="143" y="668"/>
                    <a:pt x="334" y="668"/>
                  </a:cubicBezTo>
                  <a:cubicBezTo>
                    <a:pt x="524" y="668"/>
                    <a:pt x="667" y="501"/>
                    <a:pt x="667" y="334"/>
                  </a:cubicBezTo>
                  <a:cubicBezTo>
                    <a:pt x="667" y="144"/>
                    <a:pt x="524" y="1"/>
                    <a:pt x="334"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1" name="Google Shape;27591;p151"/>
            <p:cNvSpPr/>
            <p:nvPr/>
          </p:nvSpPr>
          <p:spPr>
            <a:xfrm>
              <a:off x="1786911" y="3280865"/>
              <a:ext cx="21752" cy="21752"/>
            </a:xfrm>
            <a:custGeom>
              <a:rect b="b" l="l" r="r" t="t"/>
              <a:pathLst>
                <a:path extrusionOk="0" h="668" w="668">
                  <a:moveTo>
                    <a:pt x="334" y="0"/>
                  </a:moveTo>
                  <a:cubicBezTo>
                    <a:pt x="143" y="0"/>
                    <a:pt x="0" y="167"/>
                    <a:pt x="0" y="334"/>
                  </a:cubicBezTo>
                  <a:cubicBezTo>
                    <a:pt x="0" y="524"/>
                    <a:pt x="143" y="667"/>
                    <a:pt x="334" y="667"/>
                  </a:cubicBezTo>
                  <a:cubicBezTo>
                    <a:pt x="524" y="667"/>
                    <a:pt x="667" y="524"/>
                    <a:pt x="667" y="334"/>
                  </a:cubicBezTo>
                  <a:cubicBezTo>
                    <a:pt x="667" y="167"/>
                    <a:pt x="524" y="0"/>
                    <a:pt x="334"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2" name="Google Shape;27592;p151"/>
            <p:cNvSpPr/>
            <p:nvPr/>
          </p:nvSpPr>
          <p:spPr>
            <a:xfrm>
              <a:off x="1786911" y="3251395"/>
              <a:ext cx="20970" cy="10876"/>
            </a:xfrm>
            <a:custGeom>
              <a:rect b="b" l="l" r="r" t="t"/>
              <a:pathLst>
                <a:path extrusionOk="0" h="334" w="644">
                  <a:moveTo>
                    <a:pt x="0" y="0"/>
                  </a:moveTo>
                  <a:cubicBezTo>
                    <a:pt x="0" y="167"/>
                    <a:pt x="167" y="334"/>
                    <a:pt x="310" y="334"/>
                  </a:cubicBezTo>
                  <a:cubicBezTo>
                    <a:pt x="477" y="334"/>
                    <a:pt x="643" y="167"/>
                    <a:pt x="643"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3" name="Google Shape;27593;p151"/>
            <p:cNvSpPr/>
            <p:nvPr/>
          </p:nvSpPr>
          <p:spPr>
            <a:xfrm>
              <a:off x="1838881" y="3158332"/>
              <a:ext cx="226440" cy="186160"/>
            </a:xfrm>
            <a:custGeom>
              <a:rect b="b" l="l" r="r" t="t"/>
              <a:pathLst>
                <a:path extrusionOk="0" h="5717" w="6954">
                  <a:moveTo>
                    <a:pt x="310" y="1"/>
                  </a:moveTo>
                  <a:cubicBezTo>
                    <a:pt x="143" y="1"/>
                    <a:pt x="0" y="144"/>
                    <a:pt x="0" y="334"/>
                  </a:cubicBezTo>
                  <a:lnTo>
                    <a:pt x="0" y="5383"/>
                  </a:lnTo>
                  <a:cubicBezTo>
                    <a:pt x="0" y="5573"/>
                    <a:pt x="143" y="5716"/>
                    <a:pt x="310" y="5716"/>
                  </a:cubicBezTo>
                  <a:lnTo>
                    <a:pt x="6620" y="5716"/>
                  </a:lnTo>
                  <a:cubicBezTo>
                    <a:pt x="6811" y="5716"/>
                    <a:pt x="6954" y="5573"/>
                    <a:pt x="6954" y="5383"/>
                  </a:cubicBezTo>
                  <a:lnTo>
                    <a:pt x="6954" y="334"/>
                  </a:lnTo>
                  <a:cubicBezTo>
                    <a:pt x="6954" y="144"/>
                    <a:pt x="6811" y="1"/>
                    <a:pt x="662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4" name="Google Shape;27594;p151"/>
            <p:cNvSpPr/>
            <p:nvPr/>
          </p:nvSpPr>
          <p:spPr>
            <a:xfrm>
              <a:off x="1838881" y="3251395"/>
              <a:ext cx="226440" cy="93096"/>
            </a:xfrm>
            <a:custGeom>
              <a:rect b="b" l="l" r="r" t="t"/>
              <a:pathLst>
                <a:path extrusionOk="0" h="2859" w="6954">
                  <a:moveTo>
                    <a:pt x="0" y="0"/>
                  </a:moveTo>
                  <a:lnTo>
                    <a:pt x="0" y="2525"/>
                  </a:lnTo>
                  <a:cubicBezTo>
                    <a:pt x="0" y="2715"/>
                    <a:pt x="143" y="2858"/>
                    <a:pt x="310" y="2858"/>
                  </a:cubicBezTo>
                  <a:lnTo>
                    <a:pt x="6620" y="2858"/>
                  </a:lnTo>
                  <a:cubicBezTo>
                    <a:pt x="6811" y="2858"/>
                    <a:pt x="6954" y="2715"/>
                    <a:pt x="6954" y="2525"/>
                  </a:cubicBezTo>
                  <a:lnTo>
                    <a:pt x="6954"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5" name="Google Shape;27595;p151"/>
          <p:cNvGrpSpPr/>
          <p:nvPr/>
        </p:nvGrpSpPr>
        <p:grpSpPr>
          <a:xfrm>
            <a:off x="2518949" y="2924526"/>
            <a:ext cx="349754" cy="266003"/>
            <a:chOff x="2518949" y="3076926"/>
            <a:chExt cx="349754" cy="266003"/>
          </a:xfrm>
        </p:grpSpPr>
        <p:sp>
          <p:nvSpPr>
            <p:cNvPr id="27596" name="Google Shape;27596;p151"/>
            <p:cNvSpPr/>
            <p:nvPr/>
          </p:nvSpPr>
          <p:spPr>
            <a:xfrm>
              <a:off x="2540668" y="3076926"/>
              <a:ext cx="307878" cy="235753"/>
            </a:xfrm>
            <a:custGeom>
              <a:rect b="b" l="l" r="r" t="t"/>
              <a:pathLst>
                <a:path extrusionOk="0" h="7240" w="9455">
                  <a:moveTo>
                    <a:pt x="953" y="0"/>
                  </a:moveTo>
                  <a:cubicBezTo>
                    <a:pt x="405" y="0"/>
                    <a:pt x="0" y="453"/>
                    <a:pt x="0" y="953"/>
                  </a:cubicBezTo>
                  <a:lnTo>
                    <a:pt x="0" y="7240"/>
                  </a:lnTo>
                  <a:lnTo>
                    <a:pt x="9454" y="7240"/>
                  </a:lnTo>
                  <a:lnTo>
                    <a:pt x="9454" y="953"/>
                  </a:lnTo>
                  <a:cubicBezTo>
                    <a:pt x="9454" y="453"/>
                    <a:pt x="9002" y="24"/>
                    <a:pt x="8526"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7" name="Google Shape;27597;p151"/>
            <p:cNvSpPr/>
            <p:nvPr/>
          </p:nvSpPr>
          <p:spPr>
            <a:xfrm>
              <a:off x="2693419" y="3076926"/>
              <a:ext cx="154346" cy="235753"/>
            </a:xfrm>
            <a:custGeom>
              <a:rect b="b" l="l" r="r" t="t"/>
              <a:pathLst>
                <a:path extrusionOk="0" h="7240" w="4740">
                  <a:moveTo>
                    <a:pt x="1" y="0"/>
                  </a:moveTo>
                  <a:lnTo>
                    <a:pt x="1" y="7240"/>
                  </a:lnTo>
                  <a:lnTo>
                    <a:pt x="4740" y="7240"/>
                  </a:lnTo>
                  <a:lnTo>
                    <a:pt x="4740" y="953"/>
                  </a:lnTo>
                  <a:cubicBezTo>
                    <a:pt x="4740" y="453"/>
                    <a:pt x="4311" y="24"/>
                    <a:pt x="37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8" name="Google Shape;27598;p151"/>
            <p:cNvSpPr/>
            <p:nvPr/>
          </p:nvSpPr>
          <p:spPr>
            <a:xfrm>
              <a:off x="2560043" y="3097082"/>
              <a:ext cx="267566" cy="183815"/>
            </a:xfrm>
            <a:custGeom>
              <a:rect b="b" l="l" r="r" t="t"/>
              <a:pathLst>
                <a:path extrusionOk="0" h="5645" w="8217">
                  <a:moveTo>
                    <a:pt x="310" y="0"/>
                  </a:moveTo>
                  <a:cubicBezTo>
                    <a:pt x="143" y="0"/>
                    <a:pt x="0" y="143"/>
                    <a:pt x="0" y="334"/>
                  </a:cubicBezTo>
                  <a:lnTo>
                    <a:pt x="0" y="5644"/>
                  </a:lnTo>
                  <a:lnTo>
                    <a:pt x="8216" y="5644"/>
                  </a:lnTo>
                  <a:lnTo>
                    <a:pt x="8216" y="334"/>
                  </a:lnTo>
                  <a:cubicBezTo>
                    <a:pt x="8216" y="167"/>
                    <a:pt x="8097" y="24"/>
                    <a:pt x="7907"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9" name="Google Shape;27599;p151"/>
            <p:cNvSpPr/>
            <p:nvPr/>
          </p:nvSpPr>
          <p:spPr>
            <a:xfrm>
              <a:off x="2693419" y="3097082"/>
              <a:ext cx="134190" cy="183815"/>
            </a:xfrm>
            <a:custGeom>
              <a:rect b="b" l="l" r="r" t="t"/>
              <a:pathLst>
                <a:path extrusionOk="0" h="5645" w="4121">
                  <a:moveTo>
                    <a:pt x="1" y="0"/>
                  </a:moveTo>
                  <a:lnTo>
                    <a:pt x="1" y="5644"/>
                  </a:lnTo>
                  <a:lnTo>
                    <a:pt x="4120" y="5644"/>
                  </a:lnTo>
                  <a:lnTo>
                    <a:pt x="4120" y="334"/>
                  </a:lnTo>
                  <a:cubicBezTo>
                    <a:pt x="4120" y="167"/>
                    <a:pt x="3954" y="24"/>
                    <a:pt x="3787"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0" name="Google Shape;27600;p151"/>
            <p:cNvSpPr/>
            <p:nvPr/>
          </p:nvSpPr>
          <p:spPr>
            <a:xfrm>
              <a:off x="2600355" y="3118801"/>
              <a:ext cx="186160" cy="62064"/>
            </a:xfrm>
            <a:custGeom>
              <a:rect b="b" l="l" r="r" t="t"/>
              <a:pathLst>
                <a:path extrusionOk="0" h="1906" w="5717">
                  <a:moveTo>
                    <a:pt x="334" y="0"/>
                  </a:moveTo>
                  <a:cubicBezTo>
                    <a:pt x="144" y="0"/>
                    <a:pt x="1" y="143"/>
                    <a:pt x="1" y="310"/>
                  </a:cubicBezTo>
                  <a:lnTo>
                    <a:pt x="1" y="1572"/>
                  </a:lnTo>
                  <a:cubicBezTo>
                    <a:pt x="1" y="1739"/>
                    <a:pt x="144" y="1905"/>
                    <a:pt x="334" y="1905"/>
                  </a:cubicBezTo>
                  <a:lnTo>
                    <a:pt x="5383" y="1905"/>
                  </a:lnTo>
                  <a:cubicBezTo>
                    <a:pt x="5573" y="1905"/>
                    <a:pt x="5716" y="1739"/>
                    <a:pt x="5716" y="1572"/>
                  </a:cubicBezTo>
                  <a:lnTo>
                    <a:pt x="5716" y="286"/>
                  </a:lnTo>
                  <a:cubicBezTo>
                    <a:pt x="5716" y="143"/>
                    <a:pt x="5573" y="0"/>
                    <a:pt x="538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1" name="Google Shape;27601;p151"/>
            <p:cNvSpPr/>
            <p:nvPr/>
          </p:nvSpPr>
          <p:spPr>
            <a:xfrm>
              <a:off x="2600355" y="3200207"/>
              <a:ext cx="83783" cy="62064"/>
            </a:xfrm>
            <a:custGeom>
              <a:rect b="b" l="l" r="r" t="t"/>
              <a:pathLst>
                <a:path extrusionOk="0" h="1906" w="2573">
                  <a:moveTo>
                    <a:pt x="334" y="1"/>
                  </a:moveTo>
                  <a:cubicBezTo>
                    <a:pt x="144" y="1"/>
                    <a:pt x="1" y="144"/>
                    <a:pt x="1" y="310"/>
                  </a:cubicBezTo>
                  <a:lnTo>
                    <a:pt x="1" y="1572"/>
                  </a:lnTo>
                  <a:cubicBezTo>
                    <a:pt x="1" y="1739"/>
                    <a:pt x="144" y="1906"/>
                    <a:pt x="334" y="1906"/>
                  </a:cubicBezTo>
                  <a:lnTo>
                    <a:pt x="2239" y="1906"/>
                  </a:lnTo>
                  <a:cubicBezTo>
                    <a:pt x="2406" y="1906"/>
                    <a:pt x="2573" y="1739"/>
                    <a:pt x="2573" y="1572"/>
                  </a:cubicBezTo>
                  <a:lnTo>
                    <a:pt x="2573" y="310"/>
                  </a:lnTo>
                  <a:cubicBezTo>
                    <a:pt x="2573" y="144"/>
                    <a:pt x="2406" y="1"/>
                    <a:pt x="2239"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2" name="Google Shape;27602;p151"/>
            <p:cNvSpPr/>
            <p:nvPr/>
          </p:nvSpPr>
          <p:spPr>
            <a:xfrm>
              <a:off x="2702732" y="3200207"/>
              <a:ext cx="83783" cy="20189"/>
            </a:xfrm>
            <a:custGeom>
              <a:rect b="b" l="l" r="r" t="t"/>
              <a:pathLst>
                <a:path extrusionOk="0" h="620" w="2573">
                  <a:moveTo>
                    <a:pt x="334" y="1"/>
                  </a:moveTo>
                  <a:cubicBezTo>
                    <a:pt x="167" y="1"/>
                    <a:pt x="0" y="167"/>
                    <a:pt x="48" y="358"/>
                  </a:cubicBezTo>
                  <a:cubicBezTo>
                    <a:pt x="72" y="501"/>
                    <a:pt x="215" y="620"/>
                    <a:pt x="381" y="620"/>
                  </a:cubicBezTo>
                  <a:lnTo>
                    <a:pt x="2239" y="620"/>
                  </a:lnTo>
                  <a:cubicBezTo>
                    <a:pt x="2429" y="620"/>
                    <a:pt x="2572" y="477"/>
                    <a:pt x="2548" y="263"/>
                  </a:cubicBezTo>
                  <a:cubicBezTo>
                    <a:pt x="2525" y="120"/>
                    <a:pt x="2358" y="1"/>
                    <a:pt x="221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3" name="Google Shape;27603;p151"/>
            <p:cNvSpPr/>
            <p:nvPr/>
          </p:nvSpPr>
          <p:spPr>
            <a:xfrm>
              <a:off x="2702732" y="3241301"/>
              <a:ext cx="83783" cy="20970"/>
            </a:xfrm>
            <a:custGeom>
              <a:rect b="b" l="l" r="r" t="t"/>
              <a:pathLst>
                <a:path extrusionOk="0" h="644" w="2573">
                  <a:moveTo>
                    <a:pt x="334" y="1"/>
                  </a:moveTo>
                  <a:cubicBezTo>
                    <a:pt x="167" y="1"/>
                    <a:pt x="0" y="191"/>
                    <a:pt x="48" y="358"/>
                  </a:cubicBezTo>
                  <a:cubicBezTo>
                    <a:pt x="72" y="525"/>
                    <a:pt x="215" y="644"/>
                    <a:pt x="381" y="644"/>
                  </a:cubicBezTo>
                  <a:lnTo>
                    <a:pt x="2239" y="644"/>
                  </a:lnTo>
                  <a:cubicBezTo>
                    <a:pt x="2429" y="644"/>
                    <a:pt x="2572" y="453"/>
                    <a:pt x="2548" y="287"/>
                  </a:cubicBezTo>
                  <a:cubicBezTo>
                    <a:pt x="2525" y="120"/>
                    <a:pt x="2358" y="1"/>
                    <a:pt x="221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4" name="Google Shape;27604;p151"/>
            <p:cNvSpPr/>
            <p:nvPr/>
          </p:nvSpPr>
          <p:spPr>
            <a:xfrm>
              <a:off x="2693419" y="3118801"/>
              <a:ext cx="92315" cy="60501"/>
            </a:xfrm>
            <a:custGeom>
              <a:rect b="b" l="l" r="r" t="t"/>
              <a:pathLst>
                <a:path extrusionOk="0" h="1858" w="2835">
                  <a:moveTo>
                    <a:pt x="1" y="0"/>
                  </a:moveTo>
                  <a:lnTo>
                    <a:pt x="1" y="1858"/>
                  </a:lnTo>
                  <a:lnTo>
                    <a:pt x="2501" y="1858"/>
                  </a:lnTo>
                  <a:cubicBezTo>
                    <a:pt x="2692" y="1858"/>
                    <a:pt x="2834" y="1715"/>
                    <a:pt x="2834" y="1572"/>
                  </a:cubicBezTo>
                  <a:lnTo>
                    <a:pt x="2834" y="310"/>
                  </a:lnTo>
                  <a:cubicBezTo>
                    <a:pt x="2834" y="143"/>
                    <a:pt x="2692" y="0"/>
                    <a:pt x="250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5" name="Google Shape;27605;p151"/>
            <p:cNvSpPr/>
            <p:nvPr/>
          </p:nvSpPr>
          <p:spPr>
            <a:xfrm>
              <a:off x="2518949" y="3302584"/>
              <a:ext cx="349754" cy="40345"/>
            </a:xfrm>
            <a:custGeom>
              <a:rect b="b" l="l" r="r" t="t"/>
              <a:pathLst>
                <a:path extrusionOk="0" h="1239" w="10741">
                  <a:moveTo>
                    <a:pt x="334" y="0"/>
                  </a:moveTo>
                  <a:cubicBezTo>
                    <a:pt x="215" y="0"/>
                    <a:pt x="119" y="24"/>
                    <a:pt x="72" y="119"/>
                  </a:cubicBezTo>
                  <a:cubicBezTo>
                    <a:pt x="0" y="214"/>
                    <a:pt x="0" y="334"/>
                    <a:pt x="24" y="429"/>
                  </a:cubicBezTo>
                  <a:cubicBezTo>
                    <a:pt x="143" y="738"/>
                    <a:pt x="381" y="1024"/>
                    <a:pt x="477" y="1119"/>
                  </a:cubicBezTo>
                  <a:cubicBezTo>
                    <a:pt x="524" y="1215"/>
                    <a:pt x="619" y="1238"/>
                    <a:pt x="715" y="1238"/>
                  </a:cubicBezTo>
                  <a:lnTo>
                    <a:pt x="10026" y="1238"/>
                  </a:lnTo>
                  <a:cubicBezTo>
                    <a:pt x="10121" y="1238"/>
                    <a:pt x="10217" y="1191"/>
                    <a:pt x="10264" y="1119"/>
                  </a:cubicBezTo>
                  <a:cubicBezTo>
                    <a:pt x="10360" y="1024"/>
                    <a:pt x="10598" y="738"/>
                    <a:pt x="10717" y="429"/>
                  </a:cubicBezTo>
                  <a:cubicBezTo>
                    <a:pt x="10741" y="334"/>
                    <a:pt x="10717" y="214"/>
                    <a:pt x="10693" y="119"/>
                  </a:cubicBezTo>
                  <a:cubicBezTo>
                    <a:pt x="10622" y="72"/>
                    <a:pt x="10502" y="0"/>
                    <a:pt x="10407"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6" name="Google Shape;27606;p151"/>
            <p:cNvSpPr/>
            <p:nvPr/>
          </p:nvSpPr>
          <p:spPr>
            <a:xfrm>
              <a:off x="2694200" y="3302584"/>
              <a:ext cx="174502" cy="40345"/>
            </a:xfrm>
            <a:custGeom>
              <a:rect b="b" l="l" r="r" t="t"/>
              <a:pathLst>
                <a:path extrusionOk="0" h="1239" w="5359">
                  <a:moveTo>
                    <a:pt x="0" y="0"/>
                  </a:moveTo>
                  <a:lnTo>
                    <a:pt x="0" y="1238"/>
                  </a:lnTo>
                  <a:lnTo>
                    <a:pt x="4644" y="1238"/>
                  </a:lnTo>
                  <a:cubicBezTo>
                    <a:pt x="4739" y="1238"/>
                    <a:pt x="4835" y="1191"/>
                    <a:pt x="4882" y="1119"/>
                  </a:cubicBezTo>
                  <a:cubicBezTo>
                    <a:pt x="4978" y="1024"/>
                    <a:pt x="5216" y="738"/>
                    <a:pt x="5335" y="429"/>
                  </a:cubicBezTo>
                  <a:cubicBezTo>
                    <a:pt x="5359" y="334"/>
                    <a:pt x="5359" y="214"/>
                    <a:pt x="5335" y="119"/>
                  </a:cubicBezTo>
                  <a:cubicBezTo>
                    <a:pt x="5263" y="72"/>
                    <a:pt x="5168" y="0"/>
                    <a:pt x="507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7" name="Google Shape;27607;p151"/>
          <p:cNvGrpSpPr/>
          <p:nvPr/>
        </p:nvGrpSpPr>
        <p:grpSpPr>
          <a:xfrm>
            <a:off x="3255643" y="2894275"/>
            <a:ext cx="349754" cy="328035"/>
            <a:chOff x="3255643" y="3046675"/>
            <a:chExt cx="349754" cy="328035"/>
          </a:xfrm>
        </p:grpSpPr>
        <p:sp>
          <p:nvSpPr>
            <p:cNvPr id="27608" name="Google Shape;27608;p151"/>
            <p:cNvSpPr/>
            <p:nvPr/>
          </p:nvSpPr>
          <p:spPr>
            <a:xfrm>
              <a:off x="3382018" y="3291708"/>
              <a:ext cx="98534" cy="67502"/>
            </a:xfrm>
            <a:custGeom>
              <a:rect b="b" l="l" r="r" t="t"/>
              <a:pathLst>
                <a:path extrusionOk="0" h="2073" w="3026">
                  <a:moveTo>
                    <a:pt x="549" y="1"/>
                  </a:moveTo>
                  <a:lnTo>
                    <a:pt x="549" y="334"/>
                  </a:lnTo>
                  <a:cubicBezTo>
                    <a:pt x="549" y="1191"/>
                    <a:pt x="1" y="2073"/>
                    <a:pt x="1" y="2073"/>
                  </a:cubicBezTo>
                  <a:lnTo>
                    <a:pt x="3025" y="2073"/>
                  </a:lnTo>
                  <a:cubicBezTo>
                    <a:pt x="3001" y="2025"/>
                    <a:pt x="2430" y="1168"/>
                    <a:pt x="2430" y="334"/>
                  </a:cubicBezTo>
                  <a:lnTo>
                    <a:pt x="2430"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9" name="Google Shape;27609;p151"/>
            <p:cNvSpPr/>
            <p:nvPr/>
          </p:nvSpPr>
          <p:spPr>
            <a:xfrm>
              <a:off x="3430894" y="3293271"/>
              <a:ext cx="49658" cy="65939"/>
            </a:xfrm>
            <a:custGeom>
              <a:rect b="b" l="l" r="r" t="t"/>
              <a:pathLst>
                <a:path extrusionOk="0" h="2025" w="1525">
                  <a:moveTo>
                    <a:pt x="0" y="0"/>
                  </a:moveTo>
                  <a:lnTo>
                    <a:pt x="0" y="2025"/>
                  </a:lnTo>
                  <a:lnTo>
                    <a:pt x="1524" y="2025"/>
                  </a:lnTo>
                  <a:cubicBezTo>
                    <a:pt x="1500" y="1977"/>
                    <a:pt x="929" y="1120"/>
                    <a:pt x="953" y="310"/>
                  </a:cubicBezTo>
                  <a:lnTo>
                    <a:pt x="953" y="0"/>
                  </a:ln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0" name="Google Shape;27610;p151"/>
            <p:cNvSpPr/>
            <p:nvPr/>
          </p:nvSpPr>
          <p:spPr>
            <a:xfrm>
              <a:off x="3255643" y="3046675"/>
              <a:ext cx="349754" cy="266785"/>
            </a:xfrm>
            <a:custGeom>
              <a:rect b="b" l="l" r="r" t="t"/>
              <a:pathLst>
                <a:path extrusionOk="0" h="8193" w="10741">
                  <a:moveTo>
                    <a:pt x="953" y="0"/>
                  </a:moveTo>
                  <a:cubicBezTo>
                    <a:pt x="429" y="0"/>
                    <a:pt x="0" y="429"/>
                    <a:pt x="0" y="953"/>
                  </a:cubicBezTo>
                  <a:lnTo>
                    <a:pt x="0" y="7240"/>
                  </a:lnTo>
                  <a:cubicBezTo>
                    <a:pt x="0" y="7764"/>
                    <a:pt x="429" y="8193"/>
                    <a:pt x="953" y="8193"/>
                  </a:cubicBezTo>
                  <a:lnTo>
                    <a:pt x="9788" y="8193"/>
                  </a:lnTo>
                  <a:cubicBezTo>
                    <a:pt x="10336" y="8193"/>
                    <a:pt x="10740" y="7764"/>
                    <a:pt x="10740" y="7240"/>
                  </a:cubicBezTo>
                  <a:lnTo>
                    <a:pt x="10740" y="953"/>
                  </a:lnTo>
                  <a:cubicBezTo>
                    <a:pt x="10740" y="429"/>
                    <a:pt x="10336" y="0"/>
                    <a:pt x="9788"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1" name="Google Shape;27611;p151"/>
            <p:cNvSpPr/>
            <p:nvPr/>
          </p:nvSpPr>
          <p:spPr>
            <a:xfrm>
              <a:off x="3430894" y="3047424"/>
              <a:ext cx="174502" cy="266036"/>
            </a:xfrm>
            <a:custGeom>
              <a:rect b="b" l="l" r="r" t="t"/>
              <a:pathLst>
                <a:path extrusionOk="0" h="8170" w="5359">
                  <a:moveTo>
                    <a:pt x="4449" y="0"/>
                  </a:moveTo>
                  <a:cubicBezTo>
                    <a:pt x="4435" y="0"/>
                    <a:pt x="4420" y="1"/>
                    <a:pt x="4406" y="1"/>
                  </a:cubicBezTo>
                  <a:lnTo>
                    <a:pt x="0" y="1"/>
                  </a:lnTo>
                  <a:lnTo>
                    <a:pt x="0" y="8170"/>
                  </a:lnTo>
                  <a:lnTo>
                    <a:pt x="4406" y="8170"/>
                  </a:lnTo>
                  <a:cubicBezTo>
                    <a:pt x="4954" y="8170"/>
                    <a:pt x="5358" y="7741"/>
                    <a:pt x="5358" y="7217"/>
                  </a:cubicBezTo>
                  <a:lnTo>
                    <a:pt x="5358" y="930"/>
                  </a:lnTo>
                  <a:cubicBezTo>
                    <a:pt x="5358" y="420"/>
                    <a:pt x="4975" y="0"/>
                    <a:pt x="4449"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2" name="Google Shape;27612;p151"/>
            <p:cNvSpPr/>
            <p:nvPr/>
          </p:nvSpPr>
          <p:spPr>
            <a:xfrm>
              <a:off x="3275799" y="3066831"/>
              <a:ext cx="309441" cy="226472"/>
            </a:xfrm>
            <a:custGeom>
              <a:rect b="b" l="l" r="r" t="t"/>
              <a:pathLst>
                <a:path extrusionOk="0" h="6955" w="9503">
                  <a:moveTo>
                    <a:pt x="334" y="1"/>
                  </a:moveTo>
                  <a:cubicBezTo>
                    <a:pt x="167" y="1"/>
                    <a:pt x="0" y="167"/>
                    <a:pt x="0" y="334"/>
                  </a:cubicBezTo>
                  <a:lnTo>
                    <a:pt x="0" y="6621"/>
                  </a:lnTo>
                  <a:cubicBezTo>
                    <a:pt x="0" y="6788"/>
                    <a:pt x="167" y="6954"/>
                    <a:pt x="334" y="6954"/>
                  </a:cubicBezTo>
                  <a:lnTo>
                    <a:pt x="9169" y="6954"/>
                  </a:lnTo>
                  <a:cubicBezTo>
                    <a:pt x="9359" y="6954"/>
                    <a:pt x="9502" y="6788"/>
                    <a:pt x="9502" y="6621"/>
                  </a:cubicBezTo>
                  <a:lnTo>
                    <a:pt x="9502" y="334"/>
                  </a:lnTo>
                  <a:cubicBezTo>
                    <a:pt x="9502" y="167"/>
                    <a:pt x="9359" y="1"/>
                    <a:pt x="9169"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3" name="Google Shape;27613;p151"/>
            <p:cNvSpPr/>
            <p:nvPr/>
          </p:nvSpPr>
          <p:spPr>
            <a:xfrm>
              <a:off x="3430894" y="3068101"/>
              <a:ext cx="154346" cy="225202"/>
            </a:xfrm>
            <a:custGeom>
              <a:rect b="b" l="l" r="r" t="t"/>
              <a:pathLst>
                <a:path extrusionOk="0" h="6916" w="4740">
                  <a:moveTo>
                    <a:pt x="4471" y="1"/>
                  </a:moveTo>
                  <a:cubicBezTo>
                    <a:pt x="4450" y="1"/>
                    <a:pt x="4428" y="4"/>
                    <a:pt x="4406" y="9"/>
                  </a:cubicBezTo>
                  <a:lnTo>
                    <a:pt x="0" y="9"/>
                  </a:lnTo>
                  <a:lnTo>
                    <a:pt x="0" y="6915"/>
                  </a:lnTo>
                  <a:lnTo>
                    <a:pt x="4406" y="6915"/>
                  </a:lnTo>
                  <a:cubicBezTo>
                    <a:pt x="4596" y="6915"/>
                    <a:pt x="4739" y="6749"/>
                    <a:pt x="4739" y="6582"/>
                  </a:cubicBezTo>
                  <a:lnTo>
                    <a:pt x="4739" y="295"/>
                  </a:lnTo>
                  <a:cubicBezTo>
                    <a:pt x="4739" y="148"/>
                    <a:pt x="4628" y="1"/>
                    <a:pt x="447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4" name="Google Shape;27614;p151"/>
            <p:cNvSpPr/>
            <p:nvPr/>
          </p:nvSpPr>
          <p:spPr>
            <a:xfrm>
              <a:off x="3337831" y="3352990"/>
              <a:ext cx="185378" cy="21719"/>
            </a:xfrm>
            <a:custGeom>
              <a:rect b="b" l="l" r="r" t="t"/>
              <a:pathLst>
                <a:path extrusionOk="0" h="667" w="5693">
                  <a:moveTo>
                    <a:pt x="334" y="0"/>
                  </a:moveTo>
                  <a:cubicBezTo>
                    <a:pt x="143" y="0"/>
                    <a:pt x="0" y="143"/>
                    <a:pt x="0" y="333"/>
                  </a:cubicBezTo>
                  <a:cubicBezTo>
                    <a:pt x="0" y="500"/>
                    <a:pt x="143" y="667"/>
                    <a:pt x="334" y="667"/>
                  </a:cubicBezTo>
                  <a:lnTo>
                    <a:pt x="5359" y="667"/>
                  </a:lnTo>
                  <a:cubicBezTo>
                    <a:pt x="5549" y="667"/>
                    <a:pt x="5692" y="500"/>
                    <a:pt x="5692" y="333"/>
                  </a:cubicBezTo>
                  <a:cubicBezTo>
                    <a:pt x="5692" y="143"/>
                    <a:pt x="5549" y="24"/>
                    <a:pt x="535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5" name="Google Shape;27615;p151"/>
            <p:cNvSpPr/>
            <p:nvPr/>
          </p:nvSpPr>
          <p:spPr>
            <a:xfrm>
              <a:off x="3430894" y="3353739"/>
              <a:ext cx="92315" cy="20970"/>
            </a:xfrm>
            <a:custGeom>
              <a:rect b="b" l="l" r="r" t="t"/>
              <a:pathLst>
                <a:path extrusionOk="0" h="644" w="2835">
                  <a:moveTo>
                    <a:pt x="0" y="1"/>
                  </a:moveTo>
                  <a:lnTo>
                    <a:pt x="0" y="644"/>
                  </a:lnTo>
                  <a:lnTo>
                    <a:pt x="2501" y="644"/>
                  </a:lnTo>
                  <a:cubicBezTo>
                    <a:pt x="2691" y="644"/>
                    <a:pt x="2834" y="477"/>
                    <a:pt x="2834" y="310"/>
                  </a:cubicBezTo>
                  <a:cubicBezTo>
                    <a:pt x="2834" y="120"/>
                    <a:pt x="2691" y="1"/>
                    <a:pt x="250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6" name="Google Shape;27616;p151"/>
            <p:cNvSpPr/>
            <p:nvPr/>
          </p:nvSpPr>
          <p:spPr>
            <a:xfrm>
              <a:off x="3339394" y="3087769"/>
              <a:ext cx="183815" cy="183815"/>
            </a:xfrm>
            <a:custGeom>
              <a:rect b="b" l="l" r="r" t="t"/>
              <a:pathLst>
                <a:path extrusionOk="0" h="5645" w="5645">
                  <a:moveTo>
                    <a:pt x="2810" y="1"/>
                  </a:moveTo>
                  <a:cubicBezTo>
                    <a:pt x="1262" y="1"/>
                    <a:pt x="0" y="1263"/>
                    <a:pt x="0" y="2811"/>
                  </a:cubicBezTo>
                  <a:cubicBezTo>
                    <a:pt x="0" y="4359"/>
                    <a:pt x="1262" y="5645"/>
                    <a:pt x="2810" y="5645"/>
                  </a:cubicBezTo>
                  <a:cubicBezTo>
                    <a:pt x="4358" y="5645"/>
                    <a:pt x="5644" y="4359"/>
                    <a:pt x="5644" y="2811"/>
                  </a:cubicBezTo>
                  <a:cubicBezTo>
                    <a:pt x="5644" y="1263"/>
                    <a:pt x="4358" y="1"/>
                    <a:pt x="2810"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7" name="Google Shape;27617;p151"/>
            <p:cNvSpPr/>
            <p:nvPr/>
          </p:nvSpPr>
          <p:spPr>
            <a:xfrm>
              <a:off x="3430894" y="3087769"/>
              <a:ext cx="92315" cy="183815"/>
            </a:xfrm>
            <a:custGeom>
              <a:rect b="b" l="l" r="r" t="t"/>
              <a:pathLst>
                <a:path extrusionOk="0" h="5645" w="2835">
                  <a:moveTo>
                    <a:pt x="0" y="1"/>
                  </a:moveTo>
                  <a:lnTo>
                    <a:pt x="0" y="5645"/>
                  </a:lnTo>
                  <a:cubicBezTo>
                    <a:pt x="1548" y="5645"/>
                    <a:pt x="2834" y="4359"/>
                    <a:pt x="2834" y="2811"/>
                  </a:cubicBezTo>
                  <a:cubicBezTo>
                    <a:pt x="2834" y="1263"/>
                    <a:pt x="1548" y="1"/>
                    <a:pt x="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8" name="Google Shape;27618;p151"/>
            <p:cNvSpPr/>
            <p:nvPr/>
          </p:nvSpPr>
          <p:spPr>
            <a:xfrm>
              <a:off x="3388237" y="3190145"/>
              <a:ext cx="83783" cy="27808"/>
            </a:xfrm>
            <a:custGeom>
              <a:rect b="b" l="l" r="r" t="t"/>
              <a:pathLst>
                <a:path extrusionOk="0" h="854" w="2573">
                  <a:moveTo>
                    <a:pt x="1286" y="0"/>
                  </a:moveTo>
                  <a:cubicBezTo>
                    <a:pt x="905" y="0"/>
                    <a:pt x="548" y="95"/>
                    <a:pt x="215" y="262"/>
                  </a:cubicBezTo>
                  <a:cubicBezTo>
                    <a:pt x="72" y="333"/>
                    <a:pt x="0" y="548"/>
                    <a:pt x="96" y="691"/>
                  </a:cubicBezTo>
                  <a:cubicBezTo>
                    <a:pt x="145" y="789"/>
                    <a:pt x="250" y="853"/>
                    <a:pt x="365" y="853"/>
                  </a:cubicBezTo>
                  <a:cubicBezTo>
                    <a:pt x="417" y="853"/>
                    <a:pt x="472" y="840"/>
                    <a:pt x="524" y="810"/>
                  </a:cubicBezTo>
                  <a:cubicBezTo>
                    <a:pt x="762" y="667"/>
                    <a:pt x="1024" y="595"/>
                    <a:pt x="1286" y="595"/>
                  </a:cubicBezTo>
                  <a:cubicBezTo>
                    <a:pt x="1548" y="595"/>
                    <a:pt x="1834" y="691"/>
                    <a:pt x="2072" y="810"/>
                  </a:cubicBezTo>
                  <a:cubicBezTo>
                    <a:pt x="2117" y="840"/>
                    <a:pt x="2164" y="853"/>
                    <a:pt x="2211" y="853"/>
                  </a:cubicBezTo>
                  <a:cubicBezTo>
                    <a:pt x="2313" y="853"/>
                    <a:pt x="2412" y="789"/>
                    <a:pt x="2477" y="691"/>
                  </a:cubicBezTo>
                  <a:cubicBezTo>
                    <a:pt x="2572" y="548"/>
                    <a:pt x="2548" y="357"/>
                    <a:pt x="2358" y="262"/>
                  </a:cubicBezTo>
                  <a:cubicBezTo>
                    <a:pt x="2025" y="95"/>
                    <a:pt x="1667" y="0"/>
                    <a:pt x="1286"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9" name="Google Shape;27619;p151"/>
            <p:cNvSpPr/>
            <p:nvPr/>
          </p:nvSpPr>
          <p:spPr>
            <a:xfrm>
              <a:off x="3430113" y="3189364"/>
              <a:ext cx="41908" cy="28590"/>
            </a:xfrm>
            <a:custGeom>
              <a:rect b="b" l="l" r="r" t="t"/>
              <a:pathLst>
                <a:path extrusionOk="0" h="878" w="1287">
                  <a:moveTo>
                    <a:pt x="0" y="0"/>
                  </a:moveTo>
                  <a:lnTo>
                    <a:pt x="0" y="619"/>
                  </a:lnTo>
                  <a:cubicBezTo>
                    <a:pt x="262" y="619"/>
                    <a:pt x="548" y="715"/>
                    <a:pt x="786" y="834"/>
                  </a:cubicBezTo>
                  <a:cubicBezTo>
                    <a:pt x="831" y="864"/>
                    <a:pt x="878" y="877"/>
                    <a:pt x="925" y="877"/>
                  </a:cubicBezTo>
                  <a:cubicBezTo>
                    <a:pt x="1027" y="877"/>
                    <a:pt x="1126" y="813"/>
                    <a:pt x="1191" y="715"/>
                  </a:cubicBezTo>
                  <a:cubicBezTo>
                    <a:pt x="1286" y="572"/>
                    <a:pt x="1262" y="381"/>
                    <a:pt x="1072" y="262"/>
                  </a:cubicBezTo>
                  <a:cubicBezTo>
                    <a:pt x="739" y="95"/>
                    <a:pt x="358" y="0"/>
                    <a:pt x="0"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0" name="Google Shape;27620;p151"/>
            <p:cNvSpPr/>
            <p:nvPr/>
          </p:nvSpPr>
          <p:spPr>
            <a:xfrm>
              <a:off x="3399862" y="3128081"/>
              <a:ext cx="62064" cy="62097"/>
            </a:xfrm>
            <a:custGeom>
              <a:rect b="b" l="l" r="r" t="t"/>
              <a:pathLst>
                <a:path extrusionOk="0" h="1907" w="1906">
                  <a:moveTo>
                    <a:pt x="953" y="1"/>
                  </a:moveTo>
                  <a:cubicBezTo>
                    <a:pt x="429" y="1"/>
                    <a:pt x="1" y="430"/>
                    <a:pt x="1" y="953"/>
                  </a:cubicBezTo>
                  <a:cubicBezTo>
                    <a:pt x="1" y="1501"/>
                    <a:pt x="429" y="1906"/>
                    <a:pt x="953" y="1906"/>
                  </a:cubicBezTo>
                  <a:cubicBezTo>
                    <a:pt x="1501" y="1906"/>
                    <a:pt x="1906" y="1501"/>
                    <a:pt x="1906" y="953"/>
                  </a:cubicBezTo>
                  <a:cubicBezTo>
                    <a:pt x="1882" y="453"/>
                    <a:pt x="1477" y="1"/>
                    <a:pt x="953"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1" name="Google Shape;27621;p151"/>
            <p:cNvSpPr/>
            <p:nvPr/>
          </p:nvSpPr>
          <p:spPr>
            <a:xfrm>
              <a:off x="3430894" y="3128081"/>
              <a:ext cx="31032" cy="62097"/>
            </a:xfrm>
            <a:custGeom>
              <a:rect b="b" l="l" r="r" t="t"/>
              <a:pathLst>
                <a:path extrusionOk="0" h="1907" w="953">
                  <a:moveTo>
                    <a:pt x="0" y="1"/>
                  </a:moveTo>
                  <a:lnTo>
                    <a:pt x="0" y="1906"/>
                  </a:lnTo>
                  <a:cubicBezTo>
                    <a:pt x="524" y="1906"/>
                    <a:pt x="929" y="1501"/>
                    <a:pt x="953" y="953"/>
                  </a:cubicBezTo>
                  <a:cubicBezTo>
                    <a:pt x="953" y="430"/>
                    <a:pt x="548" y="1"/>
                    <a:pt x="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22" name="Google Shape;27622;p151"/>
          <p:cNvGrpSpPr/>
          <p:nvPr/>
        </p:nvGrpSpPr>
        <p:grpSpPr>
          <a:xfrm>
            <a:off x="4016368" y="2894275"/>
            <a:ext cx="351317" cy="328035"/>
            <a:chOff x="4016368" y="3046675"/>
            <a:chExt cx="351317" cy="328035"/>
          </a:xfrm>
        </p:grpSpPr>
        <p:sp>
          <p:nvSpPr>
            <p:cNvPr id="27623" name="Google Shape;27623;p151"/>
            <p:cNvSpPr/>
            <p:nvPr/>
          </p:nvSpPr>
          <p:spPr>
            <a:xfrm>
              <a:off x="4121056" y="3046675"/>
              <a:ext cx="145815" cy="82220"/>
            </a:xfrm>
            <a:custGeom>
              <a:rect b="b" l="l" r="r" t="t"/>
              <a:pathLst>
                <a:path extrusionOk="0" h="2525" w="4478">
                  <a:moveTo>
                    <a:pt x="333" y="0"/>
                  </a:moveTo>
                  <a:cubicBezTo>
                    <a:pt x="167" y="0"/>
                    <a:pt x="0" y="143"/>
                    <a:pt x="0" y="334"/>
                  </a:cubicBezTo>
                  <a:lnTo>
                    <a:pt x="0" y="2215"/>
                  </a:lnTo>
                  <a:cubicBezTo>
                    <a:pt x="0" y="2382"/>
                    <a:pt x="167" y="2525"/>
                    <a:pt x="333" y="2525"/>
                  </a:cubicBezTo>
                  <a:cubicBezTo>
                    <a:pt x="524" y="2525"/>
                    <a:pt x="667" y="2382"/>
                    <a:pt x="667" y="2215"/>
                  </a:cubicBezTo>
                  <a:lnTo>
                    <a:pt x="667" y="620"/>
                  </a:lnTo>
                  <a:lnTo>
                    <a:pt x="3810" y="620"/>
                  </a:lnTo>
                  <a:lnTo>
                    <a:pt x="3810" y="2215"/>
                  </a:lnTo>
                  <a:cubicBezTo>
                    <a:pt x="3810" y="2382"/>
                    <a:pt x="3977" y="2525"/>
                    <a:pt x="4144" y="2525"/>
                  </a:cubicBezTo>
                  <a:cubicBezTo>
                    <a:pt x="4334" y="2525"/>
                    <a:pt x="4477" y="2382"/>
                    <a:pt x="4477" y="2215"/>
                  </a:cubicBezTo>
                  <a:lnTo>
                    <a:pt x="4477" y="334"/>
                  </a:lnTo>
                  <a:cubicBezTo>
                    <a:pt x="4382" y="143"/>
                    <a:pt x="4263" y="0"/>
                    <a:pt x="4096"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4" name="Google Shape;27624;p151"/>
            <p:cNvSpPr/>
            <p:nvPr/>
          </p:nvSpPr>
          <p:spPr>
            <a:xfrm>
              <a:off x="4193150" y="3046675"/>
              <a:ext cx="71377" cy="82220"/>
            </a:xfrm>
            <a:custGeom>
              <a:rect b="b" l="l" r="r" t="t"/>
              <a:pathLst>
                <a:path extrusionOk="0" h="2525" w="2192">
                  <a:moveTo>
                    <a:pt x="1" y="0"/>
                  </a:moveTo>
                  <a:lnTo>
                    <a:pt x="1" y="620"/>
                  </a:lnTo>
                  <a:lnTo>
                    <a:pt x="1573" y="620"/>
                  </a:lnTo>
                  <a:lnTo>
                    <a:pt x="1573" y="2215"/>
                  </a:lnTo>
                  <a:lnTo>
                    <a:pt x="1549" y="2215"/>
                  </a:lnTo>
                  <a:cubicBezTo>
                    <a:pt x="1549" y="2382"/>
                    <a:pt x="1692" y="2525"/>
                    <a:pt x="1882" y="2525"/>
                  </a:cubicBezTo>
                  <a:cubicBezTo>
                    <a:pt x="2049" y="2525"/>
                    <a:pt x="2192" y="2382"/>
                    <a:pt x="2192" y="2215"/>
                  </a:cubicBezTo>
                  <a:lnTo>
                    <a:pt x="2192" y="334"/>
                  </a:lnTo>
                  <a:cubicBezTo>
                    <a:pt x="2192" y="143"/>
                    <a:pt x="2049" y="0"/>
                    <a:pt x="188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5" name="Google Shape;27625;p151"/>
            <p:cNvSpPr/>
            <p:nvPr/>
          </p:nvSpPr>
          <p:spPr>
            <a:xfrm>
              <a:off x="4038836" y="3204864"/>
              <a:ext cx="308660" cy="169846"/>
            </a:xfrm>
            <a:custGeom>
              <a:rect b="b" l="l" r="r" t="t"/>
              <a:pathLst>
                <a:path extrusionOk="0" h="5216" w="9479">
                  <a:moveTo>
                    <a:pt x="1" y="1"/>
                  </a:moveTo>
                  <a:lnTo>
                    <a:pt x="1" y="4882"/>
                  </a:lnTo>
                  <a:cubicBezTo>
                    <a:pt x="1" y="5049"/>
                    <a:pt x="144" y="5216"/>
                    <a:pt x="334" y="5216"/>
                  </a:cubicBezTo>
                  <a:lnTo>
                    <a:pt x="9145" y="5216"/>
                  </a:lnTo>
                  <a:cubicBezTo>
                    <a:pt x="9312" y="5216"/>
                    <a:pt x="9479" y="5049"/>
                    <a:pt x="9479" y="4882"/>
                  </a:cubicBezTo>
                  <a:lnTo>
                    <a:pt x="9479"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6" name="Google Shape;27626;p151"/>
            <p:cNvSpPr/>
            <p:nvPr/>
          </p:nvSpPr>
          <p:spPr>
            <a:xfrm>
              <a:off x="4192368" y="3204864"/>
              <a:ext cx="153597" cy="168576"/>
            </a:xfrm>
            <a:custGeom>
              <a:rect b="b" l="l" r="r" t="t"/>
              <a:pathLst>
                <a:path extrusionOk="0" h="5177" w="4717">
                  <a:moveTo>
                    <a:pt x="1" y="1"/>
                  </a:moveTo>
                  <a:lnTo>
                    <a:pt x="1" y="5168"/>
                  </a:lnTo>
                  <a:lnTo>
                    <a:pt x="4407" y="5168"/>
                  </a:lnTo>
                  <a:cubicBezTo>
                    <a:pt x="4429" y="5174"/>
                    <a:pt x="4451" y="5176"/>
                    <a:pt x="4471" y="5176"/>
                  </a:cubicBezTo>
                  <a:cubicBezTo>
                    <a:pt x="4624" y="5176"/>
                    <a:pt x="4716" y="5029"/>
                    <a:pt x="4716" y="4882"/>
                  </a:cubicBezTo>
                  <a:lnTo>
                    <a:pt x="471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7" name="Google Shape;27627;p151"/>
            <p:cNvSpPr/>
            <p:nvPr/>
          </p:nvSpPr>
          <p:spPr>
            <a:xfrm>
              <a:off x="4016368" y="3107925"/>
              <a:ext cx="351317" cy="144284"/>
            </a:xfrm>
            <a:custGeom>
              <a:rect b="b" l="l" r="r" t="t"/>
              <a:pathLst>
                <a:path extrusionOk="0" h="4431" w="10789">
                  <a:moveTo>
                    <a:pt x="333" y="1"/>
                  </a:moveTo>
                  <a:cubicBezTo>
                    <a:pt x="143" y="1"/>
                    <a:pt x="0" y="144"/>
                    <a:pt x="0" y="334"/>
                  </a:cubicBezTo>
                  <a:lnTo>
                    <a:pt x="0" y="3478"/>
                  </a:lnTo>
                  <a:cubicBezTo>
                    <a:pt x="0" y="3620"/>
                    <a:pt x="95" y="3740"/>
                    <a:pt x="238" y="3787"/>
                  </a:cubicBezTo>
                  <a:cubicBezTo>
                    <a:pt x="667" y="3954"/>
                    <a:pt x="3453" y="4430"/>
                    <a:pt x="5358" y="4430"/>
                  </a:cubicBezTo>
                  <a:cubicBezTo>
                    <a:pt x="7954" y="4430"/>
                    <a:pt x="10431" y="3787"/>
                    <a:pt x="10478" y="3787"/>
                  </a:cubicBezTo>
                  <a:cubicBezTo>
                    <a:pt x="10621" y="3740"/>
                    <a:pt x="10717" y="3620"/>
                    <a:pt x="10717" y="3478"/>
                  </a:cubicBezTo>
                  <a:lnTo>
                    <a:pt x="10717" y="334"/>
                  </a:lnTo>
                  <a:cubicBezTo>
                    <a:pt x="10788" y="144"/>
                    <a:pt x="10645" y="1"/>
                    <a:pt x="10455" y="1"/>
                  </a:cubicBezTo>
                  <a:lnTo>
                    <a:pt x="6359" y="1"/>
                  </a:lnTo>
                  <a:lnTo>
                    <a:pt x="5716" y="620"/>
                  </a:lnTo>
                  <a:lnTo>
                    <a:pt x="5073" y="620"/>
                  </a:lnTo>
                  <a:lnTo>
                    <a:pt x="4430" y="1"/>
                  </a:lnTo>
                  <a:close/>
                </a:path>
              </a:pathLst>
            </a:custGeom>
            <a:solidFill>
              <a:srgbClr val="A3A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8" name="Google Shape;27628;p151"/>
            <p:cNvSpPr/>
            <p:nvPr/>
          </p:nvSpPr>
          <p:spPr>
            <a:xfrm>
              <a:off x="4191619" y="3107925"/>
              <a:ext cx="176065" cy="143503"/>
            </a:xfrm>
            <a:custGeom>
              <a:rect b="b" l="l" r="r" t="t"/>
              <a:pathLst>
                <a:path extrusionOk="0" h="4407" w="5407">
                  <a:moveTo>
                    <a:pt x="977" y="1"/>
                  </a:moveTo>
                  <a:lnTo>
                    <a:pt x="334" y="620"/>
                  </a:lnTo>
                  <a:lnTo>
                    <a:pt x="0" y="620"/>
                  </a:lnTo>
                  <a:lnTo>
                    <a:pt x="0" y="4406"/>
                  </a:lnTo>
                  <a:cubicBezTo>
                    <a:pt x="2596" y="4406"/>
                    <a:pt x="5073" y="3740"/>
                    <a:pt x="5120" y="3740"/>
                  </a:cubicBezTo>
                  <a:cubicBezTo>
                    <a:pt x="5287" y="3716"/>
                    <a:pt x="5406" y="3597"/>
                    <a:pt x="5406" y="3454"/>
                  </a:cubicBezTo>
                  <a:lnTo>
                    <a:pt x="5406" y="334"/>
                  </a:lnTo>
                  <a:cubicBezTo>
                    <a:pt x="5406" y="144"/>
                    <a:pt x="5263" y="1"/>
                    <a:pt x="5073"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9" name="Google Shape;27629;p151"/>
            <p:cNvSpPr/>
            <p:nvPr/>
          </p:nvSpPr>
          <p:spPr>
            <a:xfrm>
              <a:off x="4162150" y="3262239"/>
              <a:ext cx="59720" cy="70596"/>
            </a:xfrm>
            <a:custGeom>
              <a:rect b="b" l="l" r="r" t="t"/>
              <a:pathLst>
                <a:path extrusionOk="0" h="2168" w="1834">
                  <a:moveTo>
                    <a:pt x="0" y="1"/>
                  </a:moveTo>
                  <a:lnTo>
                    <a:pt x="0" y="1239"/>
                  </a:lnTo>
                  <a:cubicBezTo>
                    <a:pt x="0" y="1334"/>
                    <a:pt x="24" y="1382"/>
                    <a:pt x="95" y="1453"/>
                  </a:cubicBezTo>
                  <a:lnTo>
                    <a:pt x="715" y="2073"/>
                  </a:lnTo>
                  <a:cubicBezTo>
                    <a:pt x="762" y="2144"/>
                    <a:pt x="858" y="2168"/>
                    <a:pt x="929" y="2168"/>
                  </a:cubicBezTo>
                  <a:cubicBezTo>
                    <a:pt x="1000" y="2168"/>
                    <a:pt x="1072" y="2144"/>
                    <a:pt x="1119" y="2073"/>
                  </a:cubicBezTo>
                  <a:lnTo>
                    <a:pt x="1762" y="1453"/>
                  </a:lnTo>
                  <a:cubicBezTo>
                    <a:pt x="1810" y="1382"/>
                    <a:pt x="1834" y="1311"/>
                    <a:pt x="1834" y="1239"/>
                  </a:cubicBezTo>
                  <a:lnTo>
                    <a:pt x="1834" y="1"/>
                  </a:ln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0" name="Google Shape;27630;p151"/>
            <p:cNvSpPr/>
            <p:nvPr/>
          </p:nvSpPr>
          <p:spPr>
            <a:xfrm>
              <a:off x="4192368" y="3262239"/>
              <a:ext cx="31065" cy="71377"/>
            </a:xfrm>
            <a:custGeom>
              <a:rect b="b" l="l" r="r" t="t"/>
              <a:pathLst>
                <a:path extrusionOk="0" h="2192" w="954">
                  <a:moveTo>
                    <a:pt x="1" y="1"/>
                  </a:moveTo>
                  <a:lnTo>
                    <a:pt x="1" y="2192"/>
                  </a:lnTo>
                  <a:cubicBezTo>
                    <a:pt x="72" y="2192"/>
                    <a:pt x="144" y="2168"/>
                    <a:pt x="191" y="2096"/>
                  </a:cubicBezTo>
                  <a:lnTo>
                    <a:pt x="858" y="1453"/>
                  </a:lnTo>
                  <a:cubicBezTo>
                    <a:pt x="906" y="1382"/>
                    <a:pt x="954" y="1311"/>
                    <a:pt x="954" y="1239"/>
                  </a:cubicBezTo>
                  <a:lnTo>
                    <a:pt x="954" y="1"/>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1" name="Google Shape;27631;p151"/>
            <p:cNvSpPr/>
            <p:nvPr/>
          </p:nvSpPr>
          <p:spPr>
            <a:xfrm>
              <a:off x="4162150" y="3107925"/>
              <a:ext cx="62064" cy="143503"/>
            </a:xfrm>
            <a:custGeom>
              <a:rect b="b" l="l" r="r" t="t"/>
              <a:pathLst>
                <a:path extrusionOk="0" h="4407" w="1906">
                  <a:moveTo>
                    <a:pt x="0" y="1"/>
                  </a:moveTo>
                  <a:lnTo>
                    <a:pt x="0" y="4406"/>
                  </a:lnTo>
                  <a:lnTo>
                    <a:pt x="1905" y="4406"/>
                  </a:lnTo>
                  <a:lnTo>
                    <a:pt x="1905" y="1"/>
                  </a:ln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2" name="Google Shape;27632;p151"/>
            <p:cNvSpPr/>
            <p:nvPr/>
          </p:nvSpPr>
          <p:spPr>
            <a:xfrm>
              <a:off x="4193150" y="3107925"/>
              <a:ext cx="31065" cy="143503"/>
            </a:xfrm>
            <a:custGeom>
              <a:rect b="b" l="l" r="r" t="t"/>
              <a:pathLst>
                <a:path extrusionOk="0" h="4407" w="954">
                  <a:moveTo>
                    <a:pt x="1" y="1"/>
                  </a:moveTo>
                  <a:lnTo>
                    <a:pt x="1" y="4406"/>
                  </a:lnTo>
                  <a:lnTo>
                    <a:pt x="953" y="4406"/>
                  </a:lnTo>
                  <a:lnTo>
                    <a:pt x="953" y="1"/>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3" name="Google Shape;27633;p151"/>
            <p:cNvSpPr/>
            <p:nvPr/>
          </p:nvSpPr>
          <p:spPr>
            <a:xfrm>
              <a:off x="4141994" y="3231239"/>
              <a:ext cx="102376" cy="41126"/>
            </a:xfrm>
            <a:custGeom>
              <a:rect b="b" l="l" r="r" t="t"/>
              <a:pathLst>
                <a:path extrusionOk="0" h="1263" w="3144">
                  <a:moveTo>
                    <a:pt x="310" y="0"/>
                  </a:moveTo>
                  <a:cubicBezTo>
                    <a:pt x="143" y="0"/>
                    <a:pt x="0" y="143"/>
                    <a:pt x="0" y="310"/>
                  </a:cubicBezTo>
                  <a:lnTo>
                    <a:pt x="0" y="953"/>
                  </a:lnTo>
                  <a:cubicBezTo>
                    <a:pt x="0" y="1119"/>
                    <a:pt x="143" y="1262"/>
                    <a:pt x="310" y="1262"/>
                  </a:cubicBezTo>
                  <a:lnTo>
                    <a:pt x="2810" y="1262"/>
                  </a:lnTo>
                  <a:cubicBezTo>
                    <a:pt x="3001" y="1262"/>
                    <a:pt x="3144" y="1119"/>
                    <a:pt x="3144" y="953"/>
                  </a:cubicBezTo>
                  <a:lnTo>
                    <a:pt x="3144" y="310"/>
                  </a:lnTo>
                  <a:cubicBezTo>
                    <a:pt x="3120" y="143"/>
                    <a:pt x="3001" y="0"/>
                    <a:pt x="2810"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4" name="Google Shape;27634;p151"/>
            <p:cNvSpPr/>
            <p:nvPr/>
          </p:nvSpPr>
          <p:spPr>
            <a:xfrm>
              <a:off x="4192368" y="3231239"/>
              <a:ext cx="51221" cy="40345"/>
            </a:xfrm>
            <a:custGeom>
              <a:rect b="b" l="l" r="r" t="t"/>
              <a:pathLst>
                <a:path extrusionOk="0" h="1239" w="1573">
                  <a:moveTo>
                    <a:pt x="1" y="0"/>
                  </a:moveTo>
                  <a:lnTo>
                    <a:pt x="1" y="1239"/>
                  </a:lnTo>
                  <a:lnTo>
                    <a:pt x="1239" y="1239"/>
                  </a:lnTo>
                  <a:cubicBezTo>
                    <a:pt x="1454" y="1239"/>
                    <a:pt x="1573" y="1096"/>
                    <a:pt x="1573" y="953"/>
                  </a:cubicBezTo>
                  <a:lnTo>
                    <a:pt x="1573" y="310"/>
                  </a:lnTo>
                  <a:cubicBezTo>
                    <a:pt x="1573" y="143"/>
                    <a:pt x="1430" y="0"/>
                    <a:pt x="1239"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5" name="Google Shape;27635;p151"/>
          <p:cNvGrpSpPr/>
          <p:nvPr/>
        </p:nvGrpSpPr>
        <p:grpSpPr>
          <a:xfrm>
            <a:off x="4772437" y="2883399"/>
            <a:ext cx="348972" cy="349363"/>
            <a:chOff x="4772437" y="3035799"/>
            <a:chExt cx="348972" cy="349363"/>
          </a:xfrm>
        </p:grpSpPr>
        <p:sp>
          <p:nvSpPr>
            <p:cNvPr id="27636" name="Google Shape;27636;p151"/>
            <p:cNvSpPr/>
            <p:nvPr/>
          </p:nvSpPr>
          <p:spPr>
            <a:xfrm>
              <a:off x="4772437" y="3035799"/>
              <a:ext cx="226472" cy="165222"/>
            </a:xfrm>
            <a:custGeom>
              <a:rect b="b" l="l" r="r" t="t"/>
              <a:pathLst>
                <a:path extrusionOk="0" h="5074" w="6955">
                  <a:moveTo>
                    <a:pt x="2239" y="1"/>
                  </a:moveTo>
                  <a:cubicBezTo>
                    <a:pt x="1024" y="1"/>
                    <a:pt x="0" y="1025"/>
                    <a:pt x="0" y="2240"/>
                  </a:cubicBezTo>
                  <a:cubicBezTo>
                    <a:pt x="0" y="3454"/>
                    <a:pt x="1024" y="4454"/>
                    <a:pt x="2239" y="4454"/>
                  </a:cubicBezTo>
                  <a:lnTo>
                    <a:pt x="4739" y="4454"/>
                  </a:lnTo>
                  <a:cubicBezTo>
                    <a:pt x="4882" y="4454"/>
                    <a:pt x="5049" y="4407"/>
                    <a:pt x="5192" y="4383"/>
                  </a:cubicBezTo>
                  <a:lnTo>
                    <a:pt x="5787" y="4978"/>
                  </a:lnTo>
                  <a:cubicBezTo>
                    <a:pt x="5851" y="5042"/>
                    <a:pt x="5935" y="5073"/>
                    <a:pt x="6013" y="5073"/>
                  </a:cubicBezTo>
                  <a:cubicBezTo>
                    <a:pt x="6052" y="5073"/>
                    <a:pt x="6089" y="5065"/>
                    <a:pt x="6121" y="5050"/>
                  </a:cubicBezTo>
                  <a:cubicBezTo>
                    <a:pt x="6240" y="4978"/>
                    <a:pt x="6311" y="4883"/>
                    <a:pt x="6311" y="4740"/>
                  </a:cubicBezTo>
                  <a:lnTo>
                    <a:pt x="6311" y="3764"/>
                  </a:lnTo>
                  <a:cubicBezTo>
                    <a:pt x="6740" y="3335"/>
                    <a:pt x="6954" y="2811"/>
                    <a:pt x="6954" y="2240"/>
                  </a:cubicBezTo>
                  <a:cubicBezTo>
                    <a:pt x="6954" y="1025"/>
                    <a:pt x="5930" y="1"/>
                    <a:pt x="4739" y="1"/>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7" name="Google Shape;27637;p151"/>
            <p:cNvSpPr/>
            <p:nvPr/>
          </p:nvSpPr>
          <p:spPr>
            <a:xfrm>
              <a:off x="4886405" y="3035799"/>
              <a:ext cx="112503" cy="164245"/>
            </a:xfrm>
            <a:custGeom>
              <a:rect b="b" l="l" r="r" t="t"/>
              <a:pathLst>
                <a:path extrusionOk="0" h="5044" w="3455">
                  <a:moveTo>
                    <a:pt x="1" y="1"/>
                  </a:moveTo>
                  <a:lnTo>
                    <a:pt x="1" y="4407"/>
                  </a:lnTo>
                  <a:lnTo>
                    <a:pt x="1239" y="4407"/>
                  </a:lnTo>
                  <a:cubicBezTo>
                    <a:pt x="1382" y="4407"/>
                    <a:pt x="1525" y="4383"/>
                    <a:pt x="1692" y="4359"/>
                  </a:cubicBezTo>
                  <a:lnTo>
                    <a:pt x="2287" y="4954"/>
                  </a:lnTo>
                  <a:cubicBezTo>
                    <a:pt x="2345" y="5012"/>
                    <a:pt x="2402" y="5044"/>
                    <a:pt x="2465" y="5044"/>
                  </a:cubicBezTo>
                  <a:cubicBezTo>
                    <a:pt x="2506" y="5044"/>
                    <a:pt x="2550" y="5030"/>
                    <a:pt x="2597" y="5002"/>
                  </a:cubicBezTo>
                  <a:cubicBezTo>
                    <a:pt x="2740" y="4954"/>
                    <a:pt x="2811" y="4835"/>
                    <a:pt x="2811" y="4716"/>
                  </a:cubicBezTo>
                  <a:lnTo>
                    <a:pt x="2811" y="3740"/>
                  </a:lnTo>
                  <a:cubicBezTo>
                    <a:pt x="3216" y="3311"/>
                    <a:pt x="3454" y="2763"/>
                    <a:pt x="3454" y="2216"/>
                  </a:cubicBezTo>
                  <a:cubicBezTo>
                    <a:pt x="3454" y="1025"/>
                    <a:pt x="2430" y="1"/>
                    <a:pt x="123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8" name="Google Shape;27638;p151"/>
            <p:cNvSpPr/>
            <p:nvPr/>
          </p:nvSpPr>
          <p:spPr>
            <a:xfrm>
              <a:off x="4833687" y="3097082"/>
              <a:ext cx="21752" cy="20970"/>
            </a:xfrm>
            <a:custGeom>
              <a:rect b="b" l="l" r="r" t="t"/>
              <a:pathLst>
                <a:path extrusionOk="0" h="644" w="668">
                  <a:moveTo>
                    <a:pt x="334" y="0"/>
                  </a:moveTo>
                  <a:cubicBezTo>
                    <a:pt x="143" y="0"/>
                    <a:pt x="1" y="143"/>
                    <a:pt x="1" y="334"/>
                  </a:cubicBezTo>
                  <a:cubicBezTo>
                    <a:pt x="1" y="500"/>
                    <a:pt x="143" y="643"/>
                    <a:pt x="334" y="643"/>
                  </a:cubicBezTo>
                  <a:cubicBezTo>
                    <a:pt x="501" y="643"/>
                    <a:pt x="667" y="500"/>
                    <a:pt x="667" y="334"/>
                  </a:cubicBezTo>
                  <a:cubicBezTo>
                    <a:pt x="667" y="143"/>
                    <a:pt x="501" y="0"/>
                    <a:pt x="3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9" name="Google Shape;27639;p151"/>
            <p:cNvSpPr/>
            <p:nvPr/>
          </p:nvSpPr>
          <p:spPr>
            <a:xfrm>
              <a:off x="4873999" y="3097082"/>
              <a:ext cx="21752" cy="20970"/>
            </a:xfrm>
            <a:custGeom>
              <a:rect b="b" l="l" r="r" t="t"/>
              <a:pathLst>
                <a:path extrusionOk="0" h="644" w="668">
                  <a:moveTo>
                    <a:pt x="334" y="0"/>
                  </a:moveTo>
                  <a:cubicBezTo>
                    <a:pt x="168" y="0"/>
                    <a:pt x="1" y="143"/>
                    <a:pt x="1" y="334"/>
                  </a:cubicBezTo>
                  <a:cubicBezTo>
                    <a:pt x="1" y="500"/>
                    <a:pt x="168" y="643"/>
                    <a:pt x="334" y="643"/>
                  </a:cubicBezTo>
                  <a:cubicBezTo>
                    <a:pt x="525" y="643"/>
                    <a:pt x="668" y="500"/>
                    <a:pt x="668" y="334"/>
                  </a:cubicBezTo>
                  <a:cubicBezTo>
                    <a:pt x="668" y="143"/>
                    <a:pt x="525" y="0"/>
                    <a:pt x="3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0" name="Google Shape;27640;p151"/>
            <p:cNvSpPr/>
            <p:nvPr/>
          </p:nvSpPr>
          <p:spPr>
            <a:xfrm>
              <a:off x="4915874" y="3097082"/>
              <a:ext cx="21752" cy="20970"/>
            </a:xfrm>
            <a:custGeom>
              <a:rect b="b" l="l" r="r" t="t"/>
              <a:pathLst>
                <a:path extrusionOk="0" h="644" w="668">
                  <a:moveTo>
                    <a:pt x="334" y="0"/>
                  </a:moveTo>
                  <a:cubicBezTo>
                    <a:pt x="144" y="0"/>
                    <a:pt x="1" y="143"/>
                    <a:pt x="1" y="334"/>
                  </a:cubicBezTo>
                  <a:cubicBezTo>
                    <a:pt x="1" y="500"/>
                    <a:pt x="144" y="643"/>
                    <a:pt x="334" y="643"/>
                  </a:cubicBezTo>
                  <a:cubicBezTo>
                    <a:pt x="525" y="643"/>
                    <a:pt x="668" y="500"/>
                    <a:pt x="668" y="334"/>
                  </a:cubicBezTo>
                  <a:cubicBezTo>
                    <a:pt x="668" y="143"/>
                    <a:pt x="525" y="0"/>
                    <a:pt x="33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1" name="Google Shape;27641;p151"/>
            <p:cNvSpPr/>
            <p:nvPr/>
          </p:nvSpPr>
          <p:spPr>
            <a:xfrm>
              <a:off x="4895718" y="3220363"/>
              <a:ext cx="225691" cy="164799"/>
            </a:xfrm>
            <a:custGeom>
              <a:rect b="b" l="l" r="r" t="t"/>
              <a:pathLst>
                <a:path extrusionOk="0" h="5061" w="6931">
                  <a:moveTo>
                    <a:pt x="2215" y="1"/>
                  </a:moveTo>
                  <a:cubicBezTo>
                    <a:pt x="977" y="1"/>
                    <a:pt x="1" y="977"/>
                    <a:pt x="1" y="2192"/>
                  </a:cubicBezTo>
                  <a:cubicBezTo>
                    <a:pt x="1" y="2763"/>
                    <a:pt x="239" y="3335"/>
                    <a:pt x="620" y="3740"/>
                  </a:cubicBezTo>
                  <a:lnTo>
                    <a:pt x="620" y="4740"/>
                  </a:lnTo>
                  <a:cubicBezTo>
                    <a:pt x="620" y="4835"/>
                    <a:pt x="715" y="4978"/>
                    <a:pt x="834" y="5026"/>
                  </a:cubicBezTo>
                  <a:cubicBezTo>
                    <a:pt x="876" y="5051"/>
                    <a:pt x="917" y="5061"/>
                    <a:pt x="958" y="5061"/>
                  </a:cubicBezTo>
                  <a:cubicBezTo>
                    <a:pt x="1033" y="5061"/>
                    <a:pt x="1106" y="5025"/>
                    <a:pt x="1168" y="4978"/>
                  </a:cubicBezTo>
                  <a:lnTo>
                    <a:pt x="1763" y="4383"/>
                  </a:lnTo>
                  <a:cubicBezTo>
                    <a:pt x="1906" y="4406"/>
                    <a:pt x="2049" y="4430"/>
                    <a:pt x="2215" y="4430"/>
                  </a:cubicBezTo>
                  <a:lnTo>
                    <a:pt x="4716" y="4430"/>
                  </a:lnTo>
                  <a:cubicBezTo>
                    <a:pt x="5931" y="4430"/>
                    <a:pt x="6931" y="3430"/>
                    <a:pt x="6931" y="2192"/>
                  </a:cubicBezTo>
                  <a:cubicBezTo>
                    <a:pt x="6931" y="1001"/>
                    <a:pt x="5931" y="1"/>
                    <a:pt x="4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2" name="Google Shape;27642;p151"/>
            <p:cNvSpPr/>
            <p:nvPr/>
          </p:nvSpPr>
          <p:spPr>
            <a:xfrm>
              <a:off x="5008157" y="3221145"/>
              <a:ext cx="113252" cy="143503"/>
            </a:xfrm>
            <a:custGeom>
              <a:rect b="b" l="l" r="r" t="t"/>
              <a:pathLst>
                <a:path extrusionOk="0" h="4407" w="3478">
                  <a:moveTo>
                    <a:pt x="1282" y="0"/>
                  </a:moveTo>
                  <a:cubicBezTo>
                    <a:pt x="1268" y="0"/>
                    <a:pt x="1254" y="0"/>
                    <a:pt x="1239" y="1"/>
                  </a:cubicBezTo>
                  <a:lnTo>
                    <a:pt x="1" y="1"/>
                  </a:lnTo>
                  <a:lnTo>
                    <a:pt x="1" y="4406"/>
                  </a:lnTo>
                  <a:lnTo>
                    <a:pt x="1239" y="4406"/>
                  </a:lnTo>
                  <a:cubicBezTo>
                    <a:pt x="2478" y="4406"/>
                    <a:pt x="3478" y="3406"/>
                    <a:pt x="3478" y="2168"/>
                  </a:cubicBezTo>
                  <a:cubicBezTo>
                    <a:pt x="3478" y="991"/>
                    <a:pt x="2501" y="0"/>
                    <a:pt x="1282"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3" name="Google Shape;27643;p151"/>
            <p:cNvSpPr/>
            <p:nvPr/>
          </p:nvSpPr>
          <p:spPr>
            <a:xfrm>
              <a:off x="4957001" y="3280865"/>
              <a:ext cx="20970" cy="21752"/>
            </a:xfrm>
            <a:custGeom>
              <a:rect b="b" l="l" r="r" t="t"/>
              <a:pathLst>
                <a:path extrusionOk="0" h="668" w="644">
                  <a:moveTo>
                    <a:pt x="333" y="0"/>
                  </a:moveTo>
                  <a:cubicBezTo>
                    <a:pt x="143" y="0"/>
                    <a:pt x="0" y="167"/>
                    <a:pt x="0" y="334"/>
                  </a:cubicBezTo>
                  <a:cubicBezTo>
                    <a:pt x="0" y="524"/>
                    <a:pt x="143" y="667"/>
                    <a:pt x="333" y="667"/>
                  </a:cubicBezTo>
                  <a:cubicBezTo>
                    <a:pt x="500" y="667"/>
                    <a:pt x="643" y="524"/>
                    <a:pt x="643" y="334"/>
                  </a:cubicBezTo>
                  <a:cubicBezTo>
                    <a:pt x="643" y="167"/>
                    <a:pt x="500" y="0"/>
                    <a:pt x="333"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4" name="Google Shape;27644;p151"/>
            <p:cNvSpPr/>
            <p:nvPr/>
          </p:nvSpPr>
          <p:spPr>
            <a:xfrm>
              <a:off x="4997313" y="3280865"/>
              <a:ext cx="21752" cy="21752"/>
            </a:xfrm>
            <a:custGeom>
              <a:rect b="b" l="l" r="r" t="t"/>
              <a:pathLst>
                <a:path extrusionOk="0" h="668" w="668">
                  <a:moveTo>
                    <a:pt x="334" y="0"/>
                  </a:moveTo>
                  <a:cubicBezTo>
                    <a:pt x="143" y="0"/>
                    <a:pt x="0" y="167"/>
                    <a:pt x="0" y="334"/>
                  </a:cubicBezTo>
                  <a:cubicBezTo>
                    <a:pt x="0" y="524"/>
                    <a:pt x="143" y="667"/>
                    <a:pt x="334" y="667"/>
                  </a:cubicBezTo>
                  <a:cubicBezTo>
                    <a:pt x="524" y="667"/>
                    <a:pt x="667" y="524"/>
                    <a:pt x="667" y="334"/>
                  </a:cubicBezTo>
                  <a:cubicBezTo>
                    <a:pt x="667" y="167"/>
                    <a:pt x="524" y="0"/>
                    <a:pt x="3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5" name="Google Shape;27645;p151"/>
            <p:cNvSpPr/>
            <p:nvPr/>
          </p:nvSpPr>
          <p:spPr>
            <a:xfrm>
              <a:off x="5038407" y="3280865"/>
              <a:ext cx="20970" cy="21752"/>
            </a:xfrm>
            <a:custGeom>
              <a:rect b="b" l="l" r="r" t="t"/>
              <a:pathLst>
                <a:path extrusionOk="0" h="668" w="644">
                  <a:moveTo>
                    <a:pt x="310" y="0"/>
                  </a:moveTo>
                  <a:cubicBezTo>
                    <a:pt x="143" y="0"/>
                    <a:pt x="1" y="167"/>
                    <a:pt x="1" y="334"/>
                  </a:cubicBezTo>
                  <a:cubicBezTo>
                    <a:pt x="1" y="524"/>
                    <a:pt x="143" y="667"/>
                    <a:pt x="310" y="667"/>
                  </a:cubicBezTo>
                  <a:cubicBezTo>
                    <a:pt x="501" y="667"/>
                    <a:pt x="644" y="524"/>
                    <a:pt x="644" y="334"/>
                  </a:cubicBezTo>
                  <a:cubicBezTo>
                    <a:pt x="644" y="167"/>
                    <a:pt x="501" y="0"/>
                    <a:pt x="31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6" name="Google Shape;27646;p151"/>
            <p:cNvSpPr/>
            <p:nvPr/>
          </p:nvSpPr>
          <p:spPr>
            <a:xfrm>
              <a:off x="5008157" y="3282395"/>
              <a:ext cx="10908" cy="20221"/>
            </a:xfrm>
            <a:custGeom>
              <a:rect b="b" l="l" r="r" t="t"/>
              <a:pathLst>
                <a:path extrusionOk="0" h="621" w="335">
                  <a:moveTo>
                    <a:pt x="1" y="1"/>
                  </a:moveTo>
                  <a:lnTo>
                    <a:pt x="1" y="620"/>
                  </a:lnTo>
                  <a:cubicBezTo>
                    <a:pt x="191" y="620"/>
                    <a:pt x="334" y="477"/>
                    <a:pt x="334" y="287"/>
                  </a:cubicBezTo>
                  <a:cubicBezTo>
                    <a:pt x="334" y="120"/>
                    <a:pt x="191" y="1"/>
                    <a:pt x="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7" name="Google Shape;27647;p151"/>
            <p:cNvSpPr/>
            <p:nvPr/>
          </p:nvSpPr>
          <p:spPr>
            <a:xfrm>
              <a:off x="4884875" y="3097863"/>
              <a:ext cx="10876" cy="20970"/>
            </a:xfrm>
            <a:custGeom>
              <a:rect b="b" l="l" r="r" t="t"/>
              <a:pathLst>
                <a:path extrusionOk="0" h="644" w="334">
                  <a:moveTo>
                    <a:pt x="0" y="0"/>
                  </a:moveTo>
                  <a:lnTo>
                    <a:pt x="0" y="643"/>
                  </a:lnTo>
                  <a:cubicBezTo>
                    <a:pt x="191" y="643"/>
                    <a:pt x="334" y="476"/>
                    <a:pt x="334" y="310"/>
                  </a:cubicBezTo>
                  <a:cubicBezTo>
                    <a:pt x="334" y="119"/>
                    <a:pt x="191"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8" name="Google Shape;27648;p151"/>
          <p:cNvGrpSpPr/>
          <p:nvPr/>
        </p:nvGrpSpPr>
        <p:grpSpPr>
          <a:xfrm>
            <a:off x="5537037" y="2882650"/>
            <a:ext cx="350535" cy="349754"/>
            <a:chOff x="5537037" y="3035050"/>
            <a:chExt cx="350535" cy="349754"/>
          </a:xfrm>
        </p:grpSpPr>
        <p:sp>
          <p:nvSpPr>
            <p:cNvPr id="27649" name="Google Shape;27649;p151"/>
            <p:cNvSpPr/>
            <p:nvPr/>
          </p:nvSpPr>
          <p:spPr>
            <a:xfrm>
              <a:off x="5537037" y="3035050"/>
              <a:ext cx="206283" cy="349754"/>
            </a:xfrm>
            <a:custGeom>
              <a:rect b="b" l="l" r="r" t="t"/>
              <a:pathLst>
                <a:path extrusionOk="0" h="10741" w="6335">
                  <a:moveTo>
                    <a:pt x="977" y="0"/>
                  </a:moveTo>
                  <a:cubicBezTo>
                    <a:pt x="429" y="0"/>
                    <a:pt x="0" y="429"/>
                    <a:pt x="0" y="953"/>
                  </a:cubicBezTo>
                  <a:lnTo>
                    <a:pt x="0" y="9788"/>
                  </a:lnTo>
                  <a:cubicBezTo>
                    <a:pt x="0" y="10336"/>
                    <a:pt x="429" y="10740"/>
                    <a:pt x="977" y="10740"/>
                  </a:cubicBezTo>
                  <a:lnTo>
                    <a:pt x="5359" y="10740"/>
                  </a:lnTo>
                  <a:cubicBezTo>
                    <a:pt x="5906" y="10740"/>
                    <a:pt x="6335" y="10336"/>
                    <a:pt x="6335" y="9788"/>
                  </a:cubicBezTo>
                  <a:lnTo>
                    <a:pt x="6335" y="953"/>
                  </a:lnTo>
                  <a:cubicBezTo>
                    <a:pt x="6335" y="453"/>
                    <a:pt x="5906" y="24"/>
                    <a:pt x="5359"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0" name="Google Shape;27650;p151"/>
            <p:cNvSpPr/>
            <p:nvPr/>
          </p:nvSpPr>
          <p:spPr>
            <a:xfrm>
              <a:off x="5640162" y="3035799"/>
              <a:ext cx="103158" cy="349005"/>
            </a:xfrm>
            <a:custGeom>
              <a:rect b="b" l="l" r="r" t="t"/>
              <a:pathLst>
                <a:path extrusionOk="0" h="10718" w="3168">
                  <a:moveTo>
                    <a:pt x="1" y="1"/>
                  </a:moveTo>
                  <a:lnTo>
                    <a:pt x="1" y="10717"/>
                  </a:lnTo>
                  <a:lnTo>
                    <a:pt x="2192" y="10717"/>
                  </a:lnTo>
                  <a:cubicBezTo>
                    <a:pt x="2739" y="10717"/>
                    <a:pt x="3168" y="10313"/>
                    <a:pt x="3168" y="9765"/>
                  </a:cubicBezTo>
                  <a:lnTo>
                    <a:pt x="3168" y="930"/>
                  </a:lnTo>
                  <a:cubicBezTo>
                    <a:pt x="3168" y="430"/>
                    <a:pt x="2739" y="1"/>
                    <a:pt x="219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1" name="Google Shape;27651;p151"/>
            <p:cNvSpPr/>
            <p:nvPr/>
          </p:nvSpPr>
          <p:spPr>
            <a:xfrm>
              <a:off x="5557974" y="3055206"/>
              <a:ext cx="164408" cy="309441"/>
            </a:xfrm>
            <a:custGeom>
              <a:rect b="b" l="l" r="r" t="t"/>
              <a:pathLst>
                <a:path extrusionOk="0" h="9503" w="5049">
                  <a:moveTo>
                    <a:pt x="334" y="0"/>
                  </a:moveTo>
                  <a:cubicBezTo>
                    <a:pt x="143" y="0"/>
                    <a:pt x="0" y="167"/>
                    <a:pt x="0" y="334"/>
                  </a:cubicBezTo>
                  <a:lnTo>
                    <a:pt x="0" y="9169"/>
                  </a:lnTo>
                  <a:cubicBezTo>
                    <a:pt x="0" y="9359"/>
                    <a:pt x="143" y="9502"/>
                    <a:pt x="334" y="9502"/>
                  </a:cubicBezTo>
                  <a:lnTo>
                    <a:pt x="4716" y="9502"/>
                  </a:lnTo>
                  <a:cubicBezTo>
                    <a:pt x="4906" y="9502"/>
                    <a:pt x="5049" y="9359"/>
                    <a:pt x="5049" y="9169"/>
                  </a:cubicBezTo>
                  <a:lnTo>
                    <a:pt x="5049" y="334"/>
                  </a:lnTo>
                  <a:cubicBezTo>
                    <a:pt x="5049" y="191"/>
                    <a:pt x="4930" y="48"/>
                    <a:pt x="4716"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2" name="Google Shape;27652;p151"/>
            <p:cNvSpPr/>
            <p:nvPr/>
          </p:nvSpPr>
          <p:spPr>
            <a:xfrm>
              <a:off x="5640162" y="3056737"/>
              <a:ext cx="82220" cy="307911"/>
            </a:xfrm>
            <a:custGeom>
              <a:rect b="b" l="l" r="r" t="t"/>
              <a:pathLst>
                <a:path extrusionOk="0" h="9456" w="2525">
                  <a:moveTo>
                    <a:pt x="1" y="1"/>
                  </a:moveTo>
                  <a:lnTo>
                    <a:pt x="1" y="9455"/>
                  </a:lnTo>
                  <a:lnTo>
                    <a:pt x="2192" y="9455"/>
                  </a:lnTo>
                  <a:cubicBezTo>
                    <a:pt x="2382" y="9455"/>
                    <a:pt x="2525" y="9312"/>
                    <a:pt x="2525" y="9122"/>
                  </a:cubicBezTo>
                  <a:lnTo>
                    <a:pt x="2525" y="287"/>
                  </a:lnTo>
                  <a:cubicBezTo>
                    <a:pt x="2525" y="144"/>
                    <a:pt x="2406" y="1"/>
                    <a:pt x="2192"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3" name="Google Shape;27653;p151"/>
            <p:cNvSpPr/>
            <p:nvPr/>
          </p:nvSpPr>
          <p:spPr>
            <a:xfrm>
              <a:off x="5630849" y="3076926"/>
              <a:ext cx="20970" cy="20970"/>
            </a:xfrm>
            <a:custGeom>
              <a:rect b="b" l="l" r="r" t="t"/>
              <a:pathLst>
                <a:path extrusionOk="0" h="644" w="644">
                  <a:moveTo>
                    <a:pt x="310" y="0"/>
                  </a:moveTo>
                  <a:cubicBezTo>
                    <a:pt x="144" y="0"/>
                    <a:pt x="1" y="143"/>
                    <a:pt x="1" y="310"/>
                  </a:cubicBezTo>
                  <a:cubicBezTo>
                    <a:pt x="1" y="500"/>
                    <a:pt x="144" y="643"/>
                    <a:pt x="310" y="643"/>
                  </a:cubicBezTo>
                  <a:cubicBezTo>
                    <a:pt x="501" y="643"/>
                    <a:pt x="644" y="500"/>
                    <a:pt x="644" y="310"/>
                  </a:cubicBezTo>
                  <a:cubicBezTo>
                    <a:pt x="644" y="143"/>
                    <a:pt x="501" y="0"/>
                    <a:pt x="310"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4" name="Google Shape;27654;p151"/>
            <p:cNvSpPr/>
            <p:nvPr/>
          </p:nvSpPr>
          <p:spPr>
            <a:xfrm>
              <a:off x="5620006" y="3322740"/>
              <a:ext cx="41908" cy="21752"/>
            </a:xfrm>
            <a:custGeom>
              <a:rect b="b" l="l" r="r" t="t"/>
              <a:pathLst>
                <a:path extrusionOk="0" h="668" w="1287">
                  <a:moveTo>
                    <a:pt x="310" y="0"/>
                  </a:moveTo>
                  <a:cubicBezTo>
                    <a:pt x="143" y="0"/>
                    <a:pt x="0" y="167"/>
                    <a:pt x="0" y="334"/>
                  </a:cubicBezTo>
                  <a:cubicBezTo>
                    <a:pt x="0" y="524"/>
                    <a:pt x="143" y="667"/>
                    <a:pt x="310" y="667"/>
                  </a:cubicBezTo>
                  <a:lnTo>
                    <a:pt x="953" y="667"/>
                  </a:lnTo>
                  <a:cubicBezTo>
                    <a:pt x="1120" y="667"/>
                    <a:pt x="1286" y="524"/>
                    <a:pt x="1286" y="334"/>
                  </a:cubicBezTo>
                  <a:cubicBezTo>
                    <a:pt x="1286" y="167"/>
                    <a:pt x="1120" y="48"/>
                    <a:pt x="95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5" name="Google Shape;27655;p151"/>
            <p:cNvSpPr/>
            <p:nvPr/>
          </p:nvSpPr>
          <p:spPr>
            <a:xfrm>
              <a:off x="5640944" y="3076926"/>
              <a:ext cx="10876" cy="20189"/>
            </a:xfrm>
            <a:custGeom>
              <a:rect b="b" l="l" r="r" t="t"/>
              <a:pathLst>
                <a:path extrusionOk="0" h="620" w="334">
                  <a:moveTo>
                    <a:pt x="0" y="0"/>
                  </a:moveTo>
                  <a:lnTo>
                    <a:pt x="0" y="619"/>
                  </a:lnTo>
                  <a:cubicBezTo>
                    <a:pt x="191" y="619"/>
                    <a:pt x="310" y="476"/>
                    <a:pt x="334" y="334"/>
                  </a:cubicBezTo>
                  <a:cubicBezTo>
                    <a:pt x="334" y="143"/>
                    <a:pt x="191" y="0"/>
                    <a:pt x="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6" name="Google Shape;27656;p151"/>
            <p:cNvSpPr/>
            <p:nvPr/>
          </p:nvSpPr>
          <p:spPr>
            <a:xfrm>
              <a:off x="5640162" y="3324270"/>
              <a:ext cx="21752" cy="20221"/>
            </a:xfrm>
            <a:custGeom>
              <a:rect b="b" l="l" r="r" t="t"/>
              <a:pathLst>
                <a:path extrusionOk="0" h="621" w="668">
                  <a:moveTo>
                    <a:pt x="1" y="1"/>
                  </a:moveTo>
                  <a:lnTo>
                    <a:pt x="1" y="620"/>
                  </a:lnTo>
                  <a:lnTo>
                    <a:pt x="334" y="620"/>
                  </a:lnTo>
                  <a:cubicBezTo>
                    <a:pt x="501" y="620"/>
                    <a:pt x="667" y="477"/>
                    <a:pt x="667" y="287"/>
                  </a:cubicBezTo>
                  <a:cubicBezTo>
                    <a:pt x="667" y="120"/>
                    <a:pt x="501" y="1"/>
                    <a:pt x="33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7" name="Google Shape;27657;p151"/>
            <p:cNvSpPr/>
            <p:nvPr/>
          </p:nvSpPr>
          <p:spPr>
            <a:xfrm>
              <a:off x="5661881" y="3118801"/>
              <a:ext cx="225691" cy="163627"/>
            </a:xfrm>
            <a:custGeom>
              <a:rect b="b" l="l" r="r" t="t"/>
              <a:pathLst>
                <a:path extrusionOk="0" h="5025" w="6931">
                  <a:moveTo>
                    <a:pt x="2191" y="0"/>
                  </a:moveTo>
                  <a:cubicBezTo>
                    <a:pt x="977" y="0"/>
                    <a:pt x="0" y="976"/>
                    <a:pt x="0" y="2191"/>
                  </a:cubicBezTo>
                  <a:cubicBezTo>
                    <a:pt x="0" y="2763"/>
                    <a:pt x="215" y="3286"/>
                    <a:pt x="620" y="3715"/>
                  </a:cubicBezTo>
                  <a:lnTo>
                    <a:pt x="620" y="4692"/>
                  </a:lnTo>
                  <a:cubicBezTo>
                    <a:pt x="620" y="4811"/>
                    <a:pt x="715" y="4930"/>
                    <a:pt x="834" y="5001"/>
                  </a:cubicBezTo>
                  <a:cubicBezTo>
                    <a:pt x="874" y="5017"/>
                    <a:pt x="913" y="5025"/>
                    <a:pt x="951" y="5025"/>
                  </a:cubicBezTo>
                  <a:cubicBezTo>
                    <a:pt x="1027" y="5025"/>
                    <a:pt x="1096" y="4993"/>
                    <a:pt x="1144" y="4930"/>
                  </a:cubicBezTo>
                  <a:lnTo>
                    <a:pt x="1739" y="4334"/>
                  </a:lnTo>
                  <a:cubicBezTo>
                    <a:pt x="1906" y="4358"/>
                    <a:pt x="2048" y="4406"/>
                    <a:pt x="2191" y="4406"/>
                  </a:cubicBezTo>
                  <a:lnTo>
                    <a:pt x="4692" y="4406"/>
                  </a:lnTo>
                  <a:cubicBezTo>
                    <a:pt x="5906" y="4406"/>
                    <a:pt x="6930" y="3406"/>
                    <a:pt x="6930" y="2191"/>
                  </a:cubicBezTo>
                  <a:cubicBezTo>
                    <a:pt x="6930" y="976"/>
                    <a:pt x="5906" y="0"/>
                    <a:pt x="4692" y="0"/>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8" name="Google Shape;27658;p151"/>
            <p:cNvSpPr/>
            <p:nvPr/>
          </p:nvSpPr>
          <p:spPr>
            <a:xfrm>
              <a:off x="5773538" y="3118801"/>
              <a:ext cx="114034" cy="142689"/>
            </a:xfrm>
            <a:custGeom>
              <a:rect b="b" l="l" r="r" t="t"/>
              <a:pathLst>
                <a:path extrusionOk="0" h="4382" w="3502">
                  <a:moveTo>
                    <a:pt x="1" y="0"/>
                  </a:moveTo>
                  <a:lnTo>
                    <a:pt x="1" y="4382"/>
                  </a:lnTo>
                  <a:lnTo>
                    <a:pt x="1263" y="4382"/>
                  </a:lnTo>
                  <a:cubicBezTo>
                    <a:pt x="2477" y="4382"/>
                    <a:pt x="3501" y="3406"/>
                    <a:pt x="3501" y="2191"/>
                  </a:cubicBezTo>
                  <a:cubicBezTo>
                    <a:pt x="3501" y="976"/>
                    <a:pt x="2477" y="0"/>
                    <a:pt x="126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9" name="Google Shape;27659;p151"/>
            <p:cNvSpPr/>
            <p:nvPr/>
          </p:nvSpPr>
          <p:spPr>
            <a:xfrm>
              <a:off x="5722350" y="3179270"/>
              <a:ext cx="21752" cy="21752"/>
            </a:xfrm>
            <a:custGeom>
              <a:rect b="b" l="l" r="r" t="t"/>
              <a:pathLst>
                <a:path extrusionOk="0" h="668" w="668">
                  <a:moveTo>
                    <a:pt x="334" y="1"/>
                  </a:moveTo>
                  <a:cubicBezTo>
                    <a:pt x="144" y="1"/>
                    <a:pt x="1" y="144"/>
                    <a:pt x="1" y="334"/>
                  </a:cubicBezTo>
                  <a:cubicBezTo>
                    <a:pt x="1" y="525"/>
                    <a:pt x="144" y="667"/>
                    <a:pt x="334" y="667"/>
                  </a:cubicBezTo>
                  <a:cubicBezTo>
                    <a:pt x="525" y="667"/>
                    <a:pt x="668" y="525"/>
                    <a:pt x="668" y="334"/>
                  </a:cubicBezTo>
                  <a:cubicBezTo>
                    <a:pt x="668" y="144"/>
                    <a:pt x="525" y="1"/>
                    <a:pt x="334"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0" name="Google Shape;27660;p151"/>
            <p:cNvSpPr/>
            <p:nvPr/>
          </p:nvSpPr>
          <p:spPr>
            <a:xfrm>
              <a:off x="5763476" y="3179270"/>
              <a:ext cx="20970" cy="21752"/>
            </a:xfrm>
            <a:custGeom>
              <a:rect b="b" l="l" r="r" t="t"/>
              <a:pathLst>
                <a:path extrusionOk="0" h="668" w="644">
                  <a:moveTo>
                    <a:pt x="310" y="1"/>
                  </a:moveTo>
                  <a:cubicBezTo>
                    <a:pt x="143" y="1"/>
                    <a:pt x="0" y="144"/>
                    <a:pt x="0" y="334"/>
                  </a:cubicBezTo>
                  <a:cubicBezTo>
                    <a:pt x="0" y="525"/>
                    <a:pt x="143" y="667"/>
                    <a:pt x="310" y="667"/>
                  </a:cubicBezTo>
                  <a:cubicBezTo>
                    <a:pt x="500" y="667"/>
                    <a:pt x="643" y="525"/>
                    <a:pt x="643" y="334"/>
                  </a:cubicBezTo>
                  <a:cubicBezTo>
                    <a:pt x="643" y="144"/>
                    <a:pt x="500" y="1"/>
                    <a:pt x="310"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1" name="Google Shape;27661;p151"/>
            <p:cNvSpPr/>
            <p:nvPr/>
          </p:nvSpPr>
          <p:spPr>
            <a:xfrm>
              <a:off x="5803789" y="3179270"/>
              <a:ext cx="21752" cy="21752"/>
            </a:xfrm>
            <a:custGeom>
              <a:rect b="b" l="l" r="r" t="t"/>
              <a:pathLst>
                <a:path extrusionOk="0" h="668" w="668">
                  <a:moveTo>
                    <a:pt x="334" y="1"/>
                  </a:moveTo>
                  <a:cubicBezTo>
                    <a:pt x="143" y="1"/>
                    <a:pt x="0" y="144"/>
                    <a:pt x="0" y="334"/>
                  </a:cubicBezTo>
                  <a:cubicBezTo>
                    <a:pt x="0" y="525"/>
                    <a:pt x="143" y="667"/>
                    <a:pt x="334" y="667"/>
                  </a:cubicBezTo>
                  <a:cubicBezTo>
                    <a:pt x="524" y="667"/>
                    <a:pt x="667" y="525"/>
                    <a:pt x="667" y="334"/>
                  </a:cubicBezTo>
                  <a:cubicBezTo>
                    <a:pt x="667" y="144"/>
                    <a:pt x="524" y="1"/>
                    <a:pt x="3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2" name="Google Shape;27662;p151"/>
            <p:cNvSpPr/>
            <p:nvPr/>
          </p:nvSpPr>
          <p:spPr>
            <a:xfrm>
              <a:off x="5774320" y="3180539"/>
              <a:ext cx="10127" cy="20482"/>
            </a:xfrm>
            <a:custGeom>
              <a:rect b="b" l="l" r="r" t="t"/>
              <a:pathLst>
                <a:path extrusionOk="0" h="629" w="311">
                  <a:moveTo>
                    <a:pt x="58" y="1"/>
                  </a:moveTo>
                  <a:cubicBezTo>
                    <a:pt x="40" y="1"/>
                    <a:pt x="20" y="4"/>
                    <a:pt x="1" y="9"/>
                  </a:cubicBezTo>
                  <a:lnTo>
                    <a:pt x="1" y="628"/>
                  </a:lnTo>
                  <a:cubicBezTo>
                    <a:pt x="167" y="628"/>
                    <a:pt x="310" y="486"/>
                    <a:pt x="310" y="295"/>
                  </a:cubicBezTo>
                  <a:cubicBezTo>
                    <a:pt x="310" y="148"/>
                    <a:pt x="199" y="1"/>
                    <a:pt x="5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3" name="Google Shape;27663;p151"/>
          <p:cNvGrpSpPr/>
          <p:nvPr/>
        </p:nvGrpSpPr>
        <p:grpSpPr>
          <a:xfrm>
            <a:off x="6296199" y="2882650"/>
            <a:ext cx="350535" cy="349754"/>
            <a:chOff x="6296199" y="3035050"/>
            <a:chExt cx="350535" cy="349754"/>
          </a:xfrm>
        </p:grpSpPr>
        <p:sp>
          <p:nvSpPr>
            <p:cNvPr id="27664" name="Google Shape;27664;p151"/>
            <p:cNvSpPr/>
            <p:nvPr/>
          </p:nvSpPr>
          <p:spPr>
            <a:xfrm>
              <a:off x="6296199" y="3035050"/>
              <a:ext cx="205535" cy="349754"/>
            </a:xfrm>
            <a:custGeom>
              <a:rect b="b" l="l" r="r" t="t"/>
              <a:pathLst>
                <a:path extrusionOk="0" h="10741" w="6312">
                  <a:moveTo>
                    <a:pt x="953" y="0"/>
                  </a:moveTo>
                  <a:cubicBezTo>
                    <a:pt x="429" y="0"/>
                    <a:pt x="1" y="453"/>
                    <a:pt x="1" y="953"/>
                  </a:cubicBezTo>
                  <a:lnTo>
                    <a:pt x="1" y="9788"/>
                  </a:lnTo>
                  <a:cubicBezTo>
                    <a:pt x="1" y="10336"/>
                    <a:pt x="453" y="10740"/>
                    <a:pt x="953" y="10740"/>
                  </a:cubicBezTo>
                  <a:lnTo>
                    <a:pt x="5359" y="10740"/>
                  </a:lnTo>
                  <a:cubicBezTo>
                    <a:pt x="5907" y="10740"/>
                    <a:pt x="6312" y="10312"/>
                    <a:pt x="6312" y="9788"/>
                  </a:cubicBezTo>
                  <a:lnTo>
                    <a:pt x="6312" y="953"/>
                  </a:lnTo>
                  <a:cubicBezTo>
                    <a:pt x="6312" y="453"/>
                    <a:pt x="5907" y="24"/>
                    <a:pt x="5359"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5" name="Google Shape;27665;p151"/>
            <p:cNvSpPr/>
            <p:nvPr/>
          </p:nvSpPr>
          <p:spPr>
            <a:xfrm>
              <a:off x="6399324" y="3035799"/>
              <a:ext cx="102409" cy="349005"/>
            </a:xfrm>
            <a:custGeom>
              <a:rect b="b" l="l" r="r" t="t"/>
              <a:pathLst>
                <a:path extrusionOk="0" h="10718" w="3145">
                  <a:moveTo>
                    <a:pt x="1" y="1"/>
                  </a:moveTo>
                  <a:lnTo>
                    <a:pt x="1" y="10717"/>
                  </a:lnTo>
                  <a:lnTo>
                    <a:pt x="2192" y="10717"/>
                  </a:lnTo>
                  <a:cubicBezTo>
                    <a:pt x="2740" y="10717"/>
                    <a:pt x="3145" y="10289"/>
                    <a:pt x="3145" y="9765"/>
                  </a:cubicBezTo>
                  <a:lnTo>
                    <a:pt x="3145" y="930"/>
                  </a:lnTo>
                  <a:cubicBezTo>
                    <a:pt x="3145" y="430"/>
                    <a:pt x="2740" y="1"/>
                    <a:pt x="219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6" name="Google Shape;27666;p151"/>
            <p:cNvSpPr/>
            <p:nvPr/>
          </p:nvSpPr>
          <p:spPr>
            <a:xfrm>
              <a:off x="6317136" y="3055206"/>
              <a:ext cx="164441" cy="309441"/>
            </a:xfrm>
            <a:custGeom>
              <a:rect b="b" l="l" r="r" t="t"/>
              <a:pathLst>
                <a:path extrusionOk="0" h="9503" w="5050">
                  <a:moveTo>
                    <a:pt x="310" y="0"/>
                  </a:moveTo>
                  <a:cubicBezTo>
                    <a:pt x="144" y="0"/>
                    <a:pt x="1" y="167"/>
                    <a:pt x="1" y="334"/>
                  </a:cubicBezTo>
                  <a:lnTo>
                    <a:pt x="1" y="9169"/>
                  </a:lnTo>
                  <a:cubicBezTo>
                    <a:pt x="1" y="9359"/>
                    <a:pt x="144" y="9502"/>
                    <a:pt x="310" y="9502"/>
                  </a:cubicBezTo>
                  <a:lnTo>
                    <a:pt x="4716" y="9502"/>
                  </a:lnTo>
                  <a:cubicBezTo>
                    <a:pt x="4906" y="9502"/>
                    <a:pt x="5049" y="9359"/>
                    <a:pt x="5049" y="9169"/>
                  </a:cubicBezTo>
                  <a:lnTo>
                    <a:pt x="5049" y="334"/>
                  </a:lnTo>
                  <a:cubicBezTo>
                    <a:pt x="5049" y="191"/>
                    <a:pt x="4906" y="48"/>
                    <a:pt x="4716"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7" name="Google Shape;27667;p151"/>
            <p:cNvSpPr/>
            <p:nvPr/>
          </p:nvSpPr>
          <p:spPr>
            <a:xfrm>
              <a:off x="6399324" y="3056737"/>
              <a:ext cx="82253" cy="307911"/>
            </a:xfrm>
            <a:custGeom>
              <a:rect b="b" l="l" r="r" t="t"/>
              <a:pathLst>
                <a:path extrusionOk="0" h="9456" w="2526">
                  <a:moveTo>
                    <a:pt x="1" y="1"/>
                  </a:moveTo>
                  <a:lnTo>
                    <a:pt x="1" y="9455"/>
                  </a:lnTo>
                  <a:lnTo>
                    <a:pt x="2192" y="9455"/>
                  </a:lnTo>
                  <a:cubicBezTo>
                    <a:pt x="2382" y="9455"/>
                    <a:pt x="2525" y="9312"/>
                    <a:pt x="2525" y="9122"/>
                  </a:cubicBezTo>
                  <a:lnTo>
                    <a:pt x="2525" y="287"/>
                  </a:lnTo>
                  <a:cubicBezTo>
                    <a:pt x="2525" y="144"/>
                    <a:pt x="2382" y="1"/>
                    <a:pt x="2192"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8" name="Google Shape;27668;p151"/>
            <p:cNvSpPr/>
            <p:nvPr/>
          </p:nvSpPr>
          <p:spPr>
            <a:xfrm>
              <a:off x="6388481" y="3076926"/>
              <a:ext cx="20970" cy="20970"/>
            </a:xfrm>
            <a:custGeom>
              <a:rect b="b" l="l" r="r" t="t"/>
              <a:pathLst>
                <a:path extrusionOk="0" h="644" w="644">
                  <a:moveTo>
                    <a:pt x="334" y="0"/>
                  </a:moveTo>
                  <a:cubicBezTo>
                    <a:pt x="143" y="0"/>
                    <a:pt x="1" y="143"/>
                    <a:pt x="1" y="310"/>
                  </a:cubicBezTo>
                  <a:cubicBezTo>
                    <a:pt x="1" y="500"/>
                    <a:pt x="143" y="643"/>
                    <a:pt x="334" y="643"/>
                  </a:cubicBezTo>
                  <a:cubicBezTo>
                    <a:pt x="501" y="643"/>
                    <a:pt x="644" y="500"/>
                    <a:pt x="644" y="310"/>
                  </a:cubicBezTo>
                  <a:cubicBezTo>
                    <a:pt x="644" y="143"/>
                    <a:pt x="501" y="0"/>
                    <a:pt x="334"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9" name="Google Shape;27669;p151"/>
            <p:cNvSpPr/>
            <p:nvPr/>
          </p:nvSpPr>
          <p:spPr>
            <a:xfrm>
              <a:off x="6377638" y="3322740"/>
              <a:ext cx="41908" cy="21752"/>
            </a:xfrm>
            <a:custGeom>
              <a:rect b="b" l="l" r="r" t="t"/>
              <a:pathLst>
                <a:path extrusionOk="0" h="668" w="1287">
                  <a:moveTo>
                    <a:pt x="334" y="0"/>
                  </a:moveTo>
                  <a:cubicBezTo>
                    <a:pt x="167" y="0"/>
                    <a:pt x="0" y="167"/>
                    <a:pt x="0" y="334"/>
                  </a:cubicBezTo>
                  <a:cubicBezTo>
                    <a:pt x="0" y="524"/>
                    <a:pt x="167" y="667"/>
                    <a:pt x="334" y="667"/>
                  </a:cubicBezTo>
                  <a:lnTo>
                    <a:pt x="953" y="667"/>
                  </a:lnTo>
                  <a:cubicBezTo>
                    <a:pt x="1143" y="667"/>
                    <a:pt x="1286" y="524"/>
                    <a:pt x="1286" y="334"/>
                  </a:cubicBezTo>
                  <a:cubicBezTo>
                    <a:pt x="1286" y="167"/>
                    <a:pt x="1167" y="48"/>
                    <a:pt x="95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0" name="Google Shape;27670;p151"/>
            <p:cNvSpPr/>
            <p:nvPr/>
          </p:nvSpPr>
          <p:spPr>
            <a:xfrm>
              <a:off x="6400106" y="3076926"/>
              <a:ext cx="10908" cy="20189"/>
            </a:xfrm>
            <a:custGeom>
              <a:rect b="b" l="l" r="r" t="t"/>
              <a:pathLst>
                <a:path extrusionOk="0" h="620" w="335">
                  <a:moveTo>
                    <a:pt x="1" y="0"/>
                  </a:moveTo>
                  <a:lnTo>
                    <a:pt x="1" y="619"/>
                  </a:lnTo>
                  <a:cubicBezTo>
                    <a:pt x="191" y="619"/>
                    <a:pt x="310" y="476"/>
                    <a:pt x="334" y="334"/>
                  </a:cubicBezTo>
                  <a:cubicBezTo>
                    <a:pt x="334" y="143"/>
                    <a:pt x="191" y="0"/>
                    <a:pt x="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1" name="Google Shape;27671;p151"/>
            <p:cNvSpPr/>
            <p:nvPr/>
          </p:nvSpPr>
          <p:spPr>
            <a:xfrm>
              <a:off x="6400106" y="3324270"/>
              <a:ext cx="21752" cy="20221"/>
            </a:xfrm>
            <a:custGeom>
              <a:rect b="b" l="l" r="r" t="t"/>
              <a:pathLst>
                <a:path extrusionOk="0" h="621" w="668">
                  <a:moveTo>
                    <a:pt x="1" y="1"/>
                  </a:moveTo>
                  <a:lnTo>
                    <a:pt x="1" y="620"/>
                  </a:lnTo>
                  <a:lnTo>
                    <a:pt x="310" y="620"/>
                  </a:lnTo>
                  <a:cubicBezTo>
                    <a:pt x="477" y="620"/>
                    <a:pt x="596" y="501"/>
                    <a:pt x="668" y="358"/>
                  </a:cubicBezTo>
                  <a:cubicBezTo>
                    <a:pt x="668" y="144"/>
                    <a:pt x="501" y="1"/>
                    <a:pt x="33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2" name="Google Shape;27672;p151"/>
            <p:cNvSpPr/>
            <p:nvPr/>
          </p:nvSpPr>
          <p:spPr>
            <a:xfrm>
              <a:off x="6420262" y="3148270"/>
              <a:ext cx="226472" cy="41908"/>
            </a:xfrm>
            <a:custGeom>
              <a:rect b="b" l="l" r="r" t="t"/>
              <a:pathLst>
                <a:path extrusionOk="0" h="1287" w="6955">
                  <a:moveTo>
                    <a:pt x="644" y="0"/>
                  </a:moveTo>
                  <a:lnTo>
                    <a:pt x="1" y="333"/>
                  </a:lnTo>
                  <a:lnTo>
                    <a:pt x="1" y="953"/>
                  </a:lnTo>
                  <a:lnTo>
                    <a:pt x="644" y="1286"/>
                  </a:lnTo>
                  <a:lnTo>
                    <a:pt x="6312" y="1286"/>
                  </a:lnTo>
                  <a:lnTo>
                    <a:pt x="6955" y="953"/>
                  </a:lnTo>
                  <a:lnTo>
                    <a:pt x="6955" y="333"/>
                  </a:lnTo>
                  <a:lnTo>
                    <a:pt x="6312"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3" name="Google Shape;27673;p151"/>
            <p:cNvSpPr/>
            <p:nvPr/>
          </p:nvSpPr>
          <p:spPr>
            <a:xfrm>
              <a:off x="6532733" y="3149800"/>
              <a:ext cx="114001" cy="40378"/>
            </a:xfrm>
            <a:custGeom>
              <a:rect b="b" l="l" r="r" t="t"/>
              <a:pathLst>
                <a:path extrusionOk="0" h="1240" w="3501">
                  <a:moveTo>
                    <a:pt x="0" y="1"/>
                  </a:moveTo>
                  <a:lnTo>
                    <a:pt x="0" y="1239"/>
                  </a:lnTo>
                  <a:lnTo>
                    <a:pt x="2858" y="1239"/>
                  </a:lnTo>
                  <a:lnTo>
                    <a:pt x="3501" y="906"/>
                  </a:lnTo>
                  <a:lnTo>
                    <a:pt x="3501" y="286"/>
                  </a:lnTo>
                  <a:lnTo>
                    <a:pt x="285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4" name="Google Shape;27674;p151"/>
            <p:cNvSpPr/>
            <p:nvPr/>
          </p:nvSpPr>
          <p:spPr>
            <a:xfrm>
              <a:off x="6419513" y="3179270"/>
              <a:ext cx="227221" cy="103158"/>
            </a:xfrm>
            <a:custGeom>
              <a:rect b="b" l="l" r="r" t="t"/>
              <a:pathLst>
                <a:path extrusionOk="0" h="3168" w="6978">
                  <a:moveTo>
                    <a:pt x="0" y="1"/>
                  </a:moveTo>
                  <a:lnTo>
                    <a:pt x="0" y="2835"/>
                  </a:lnTo>
                  <a:cubicBezTo>
                    <a:pt x="0" y="3025"/>
                    <a:pt x="143" y="3168"/>
                    <a:pt x="334" y="3168"/>
                  </a:cubicBezTo>
                  <a:lnTo>
                    <a:pt x="6644" y="3168"/>
                  </a:lnTo>
                  <a:cubicBezTo>
                    <a:pt x="6811" y="3168"/>
                    <a:pt x="6978" y="3025"/>
                    <a:pt x="6978" y="2835"/>
                  </a:cubicBezTo>
                  <a:lnTo>
                    <a:pt x="6978" y="1"/>
                  </a:ln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5" name="Google Shape;27675;p151"/>
            <p:cNvSpPr/>
            <p:nvPr/>
          </p:nvSpPr>
          <p:spPr>
            <a:xfrm>
              <a:off x="6420262" y="3117238"/>
              <a:ext cx="226472" cy="41908"/>
            </a:xfrm>
            <a:custGeom>
              <a:rect b="b" l="l" r="r" t="t"/>
              <a:pathLst>
                <a:path extrusionOk="0" h="1287" w="6955">
                  <a:moveTo>
                    <a:pt x="334" y="0"/>
                  </a:moveTo>
                  <a:cubicBezTo>
                    <a:pt x="168" y="0"/>
                    <a:pt x="1" y="143"/>
                    <a:pt x="1" y="334"/>
                  </a:cubicBezTo>
                  <a:lnTo>
                    <a:pt x="1" y="1286"/>
                  </a:lnTo>
                  <a:lnTo>
                    <a:pt x="6955" y="1286"/>
                  </a:lnTo>
                  <a:lnTo>
                    <a:pt x="6955" y="334"/>
                  </a:lnTo>
                  <a:cubicBezTo>
                    <a:pt x="6955" y="191"/>
                    <a:pt x="6788" y="48"/>
                    <a:pt x="6645" y="0"/>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6" name="Google Shape;27676;p151"/>
            <p:cNvSpPr/>
            <p:nvPr/>
          </p:nvSpPr>
          <p:spPr>
            <a:xfrm>
              <a:off x="6532733" y="3118801"/>
              <a:ext cx="114001" cy="40345"/>
            </a:xfrm>
            <a:custGeom>
              <a:rect b="b" l="l" r="r" t="t"/>
              <a:pathLst>
                <a:path extrusionOk="0" h="1239" w="3501">
                  <a:moveTo>
                    <a:pt x="0" y="0"/>
                  </a:moveTo>
                  <a:lnTo>
                    <a:pt x="0" y="1238"/>
                  </a:lnTo>
                  <a:lnTo>
                    <a:pt x="3501" y="1238"/>
                  </a:lnTo>
                  <a:lnTo>
                    <a:pt x="3501" y="286"/>
                  </a:lnTo>
                  <a:cubicBezTo>
                    <a:pt x="3501" y="143"/>
                    <a:pt x="3334" y="0"/>
                    <a:pt x="316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7" name="Google Shape;27677;p151"/>
            <p:cNvSpPr/>
            <p:nvPr/>
          </p:nvSpPr>
          <p:spPr>
            <a:xfrm>
              <a:off x="6532733" y="3179270"/>
              <a:ext cx="114001" cy="103158"/>
            </a:xfrm>
            <a:custGeom>
              <a:rect b="b" l="l" r="r" t="t"/>
              <a:pathLst>
                <a:path extrusionOk="0" h="3168" w="3501">
                  <a:moveTo>
                    <a:pt x="0" y="1"/>
                  </a:moveTo>
                  <a:lnTo>
                    <a:pt x="0" y="3168"/>
                  </a:lnTo>
                  <a:lnTo>
                    <a:pt x="3167" y="3168"/>
                  </a:lnTo>
                  <a:cubicBezTo>
                    <a:pt x="3334" y="3168"/>
                    <a:pt x="3501" y="3025"/>
                    <a:pt x="3501" y="2835"/>
                  </a:cubicBezTo>
                  <a:lnTo>
                    <a:pt x="3501"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8" name="Google Shape;27678;p151"/>
            <p:cNvSpPr/>
            <p:nvPr/>
          </p:nvSpPr>
          <p:spPr>
            <a:xfrm>
              <a:off x="6562951" y="3198644"/>
              <a:ext cx="41908" cy="21752"/>
            </a:xfrm>
            <a:custGeom>
              <a:rect b="b" l="l" r="r" t="t"/>
              <a:pathLst>
                <a:path extrusionOk="0" h="668" w="1287">
                  <a:moveTo>
                    <a:pt x="334" y="1"/>
                  </a:moveTo>
                  <a:cubicBezTo>
                    <a:pt x="144" y="1"/>
                    <a:pt x="1" y="144"/>
                    <a:pt x="1" y="334"/>
                  </a:cubicBezTo>
                  <a:cubicBezTo>
                    <a:pt x="1" y="525"/>
                    <a:pt x="144" y="668"/>
                    <a:pt x="334" y="668"/>
                  </a:cubicBezTo>
                  <a:lnTo>
                    <a:pt x="953" y="668"/>
                  </a:lnTo>
                  <a:cubicBezTo>
                    <a:pt x="1144" y="668"/>
                    <a:pt x="1287" y="525"/>
                    <a:pt x="1287" y="334"/>
                  </a:cubicBezTo>
                  <a:cubicBezTo>
                    <a:pt x="1287" y="144"/>
                    <a:pt x="1144"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9" name="Google Shape;27679;p151"/>
          <p:cNvGrpSpPr/>
          <p:nvPr/>
        </p:nvGrpSpPr>
        <p:grpSpPr>
          <a:xfrm>
            <a:off x="7060017" y="2882650"/>
            <a:ext cx="329630" cy="349754"/>
            <a:chOff x="7060017" y="3035050"/>
            <a:chExt cx="329630" cy="349754"/>
          </a:xfrm>
        </p:grpSpPr>
        <p:sp>
          <p:nvSpPr>
            <p:cNvPr id="27680" name="Google Shape;27680;p151"/>
            <p:cNvSpPr/>
            <p:nvPr/>
          </p:nvSpPr>
          <p:spPr>
            <a:xfrm>
              <a:off x="7060017" y="3035050"/>
              <a:ext cx="205535" cy="349754"/>
            </a:xfrm>
            <a:custGeom>
              <a:rect b="b" l="l" r="r" t="t"/>
              <a:pathLst>
                <a:path extrusionOk="0" h="10741" w="6312">
                  <a:moveTo>
                    <a:pt x="954" y="0"/>
                  </a:moveTo>
                  <a:cubicBezTo>
                    <a:pt x="430" y="0"/>
                    <a:pt x="1" y="453"/>
                    <a:pt x="1" y="953"/>
                  </a:cubicBezTo>
                  <a:lnTo>
                    <a:pt x="1" y="9788"/>
                  </a:lnTo>
                  <a:cubicBezTo>
                    <a:pt x="1" y="10336"/>
                    <a:pt x="453" y="10740"/>
                    <a:pt x="954" y="10740"/>
                  </a:cubicBezTo>
                  <a:lnTo>
                    <a:pt x="5359" y="10740"/>
                  </a:lnTo>
                  <a:cubicBezTo>
                    <a:pt x="5907" y="10740"/>
                    <a:pt x="6312" y="10312"/>
                    <a:pt x="6312" y="9788"/>
                  </a:cubicBezTo>
                  <a:lnTo>
                    <a:pt x="6312" y="953"/>
                  </a:lnTo>
                  <a:cubicBezTo>
                    <a:pt x="6312" y="453"/>
                    <a:pt x="5907" y="24"/>
                    <a:pt x="5359"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1" name="Google Shape;27681;p151"/>
            <p:cNvSpPr/>
            <p:nvPr/>
          </p:nvSpPr>
          <p:spPr>
            <a:xfrm>
              <a:off x="7163957" y="3035799"/>
              <a:ext cx="101595" cy="349005"/>
            </a:xfrm>
            <a:custGeom>
              <a:rect b="b" l="l" r="r" t="t"/>
              <a:pathLst>
                <a:path extrusionOk="0" h="10718" w="3120">
                  <a:moveTo>
                    <a:pt x="0" y="1"/>
                  </a:moveTo>
                  <a:lnTo>
                    <a:pt x="0" y="10717"/>
                  </a:lnTo>
                  <a:lnTo>
                    <a:pt x="2167" y="10717"/>
                  </a:lnTo>
                  <a:cubicBezTo>
                    <a:pt x="2715" y="10717"/>
                    <a:pt x="3120" y="10289"/>
                    <a:pt x="3120" y="9765"/>
                  </a:cubicBezTo>
                  <a:lnTo>
                    <a:pt x="3120" y="930"/>
                  </a:lnTo>
                  <a:cubicBezTo>
                    <a:pt x="3120" y="430"/>
                    <a:pt x="2715" y="1"/>
                    <a:pt x="221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2" name="Google Shape;27682;p151"/>
            <p:cNvSpPr/>
            <p:nvPr/>
          </p:nvSpPr>
          <p:spPr>
            <a:xfrm>
              <a:off x="7080955" y="3055206"/>
              <a:ext cx="164441" cy="309441"/>
            </a:xfrm>
            <a:custGeom>
              <a:rect b="b" l="l" r="r" t="t"/>
              <a:pathLst>
                <a:path extrusionOk="0" h="9503" w="5050">
                  <a:moveTo>
                    <a:pt x="311" y="0"/>
                  </a:moveTo>
                  <a:cubicBezTo>
                    <a:pt x="144" y="0"/>
                    <a:pt x="1" y="167"/>
                    <a:pt x="1" y="334"/>
                  </a:cubicBezTo>
                  <a:lnTo>
                    <a:pt x="1" y="9169"/>
                  </a:lnTo>
                  <a:cubicBezTo>
                    <a:pt x="1" y="9359"/>
                    <a:pt x="144" y="9502"/>
                    <a:pt x="311" y="9502"/>
                  </a:cubicBezTo>
                  <a:lnTo>
                    <a:pt x="4716" y="9502"/>
                  </a:lnTo>
                  <a:cubicBezTo>
                    <a:pt x="4907" y="9502"/>
                    <a:pt x="5050" y="9359"/>
                    <a:pt x="5050" y="9169"/>
                  </a:cubicBezTo>
                  <a:lnTo>
                    <a:pt x="5050" y="334"/>
                  </a:lnTo>
                  <a:cubicBezTo>
                    <a:pt x="5050" y="191"/>
                    <a:pt x="4907" y="48"/>
                    <a:pt x="4716"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3" name="Google Shape;27683;p151"/>
            <p:cNvSpPr/>
            <p:nvPr/>
          </p:nvSpPr>
          <p:spPr>
            <a:xfrm>
              <a:off x="7163957" y="3056737"/>
              <a:ext cx="81439" cy="307911"/>
            </a:xfrm>
            <a:custGeom>
              <a:rect b="b" l="l" r="r" t="t"/>
              <a:pathLst>
                <a:path extrusionOk="0" h="9456" w="2501">
                  <a:moveTo>
                    <a:pt x="0" y="1"/>
                  </a:moveTo>
                  <a:lnTo>
                    <a:pt x="0" y="9455"/>
                  </a:lnTo>
                  <a:lnTo>
                    <a:pt x="2167" y="9455"/>
                  </a:lnTo>
                  <a:cubicBezTo>
                    <a:pt x="2358" y="9455"/>
                    <a:pt x="2501" y="9312"/>
                    <a:pt x="2501" y="9122"/>
                  </a:cubicBezTo>
                  <a:lnTo>
                    <a:pt x="2501" y="287"/>
                  </a:lnTo>
                  <a:cubicBezTo>
                    <a:pt x="2501" y="144"/>
                    <a:pt x="2358" y="1"/>
                    <a:pt x="2215"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4" name="Google Shape;27684;p151"/>
            <p:cNvSpPr/>
            <p:nvPr/>
          </p:nvSpPr>
          <p:spPr>
            <a:xfrm>
              <a:off x="7152299" y="3076926"/>
              <a:ext cx="21752" cy="20970"/>
            </a:xfrm>
            <a:custGeom>
              <a:rect b="b" l="l" r="r" t="t"/>
              <a:pathLst>
                <a:path extrusionOk="0" h="644" w="668">
                  <a:moveTo>
                    <a:pt x="334" y="0"/>
                  </a:moveTo>
                  <a:cubicBezTo>
                    <a:pt x="144" y="0"/>
                    <a:pt x="1" y="143"/>
                    <a:pt x="1" y="310"/>
                  </a:cubicBezTo>
                  <a:cubicBezTo>
                    <a:pt x="1" y="500"/>
                    <a:pt x="144" y="643"/>
                    <a:pt x="334" y="643"/>
                  </a:cubicBezTo>
                  <a:cubicBezTo>
                    <a:pt x="501" y="643"/>
                    <a:pt x="668" y="500"/>
                    <a:pt x="668" y="310"/>
                  </a:cubicBezTo>
                  <a:cubicBezTo>
                    <a:pt x="668" y="143"/>
                    <a:pt x="501" y="0"/>
                    <a:pt x="334"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5" name="Google Shape;27685;p151"/>
            <p:cNvSpPr/>
            <p:nvPr/>
          </p:nvSpPr>
          <p:spPr>
            <a:xfrm>
              <a:off x="7143019" y="3322740"/>
              <a:ext cx="41126" cy="21752"/>
            </a:xfrm>
            <a:custGeom>
              <a:rect b="b" l="l" r="r" t="t"/>
              <a:pathLst>
                <a:path extrusionOk="0" h="668" w="1263">
                  <a:moveTo>
                    <a:pt x="310" y="0"/>
                  </a:moveTo>
                  <a:cubicBezTo>
                    <a:pt x="143" y="0"/>
                    <a:pt x="0" y="167"/>
                    <a:pt x="0" y="334"/>
                  </a:cubicBezTo>
                  <a:cubicBezTo>
                    <a:pt x="0" y="524"/>
                    <a:pt x="143" y="667"/>
                    <a:pt x="310" y="667"/>
                  </a:cubicBezTo>
                  <a:lnTo>
                    <a:pt x="953" y="667"/>
                  </a:lnTo>
                  <a:cubicBezTo>
                    <a:pt x="1119" y="667"/>
                    <a:pt x="1262" y="524"/>
                    <a:pt x="1262" y="334"/>
                  </a:cubicBezTo>
                  <a:cubicBezTo>
                    <a:pt x="1262" y="167"/>
                    <a:pt x="1119" y="48"/>
                    <a:pt x="95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6" name="Google Shape;27686;p151"/>
            <p:cNvSpPr/>
            <p:nvPr/>
          </p:nvSpPr>
          <p:spPr>
            <a:xfrm>
              <a:off x="7163957" y="3076926"/>
              <a:ext cx="10876" cy="20189"/>
            </a:xfrm>
            <a:custGeom>
              <a:rect b="b" l="l" r="r" t="t"/>
              <a:pathLst>
                <a:path extrusionOk="0" h="620" w="334">
                  <a:moveTo>
                    <a:pt x="0" y="0"/>
                  </a:moveTo>
                  <a:lnTo>
                    <a:pt x="0" y="619"/>
                  </a:lnTo>
                  <a:cubicBezTo>
                    <a:pt x="191" y="619"/>
                    <a:pt x="310" y="476"/>
                    <a:pt x="333" y="334"/>
                  </a:cubicBezTo>
                  <a:cubicBezTo>
                    <a:pt x="333" y="143"/>
                    <a:pt x="191" y="0"/>
                    <a:pt x="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7" name="Google Shape;27687;p151"/>
            <p:cNvSpPr/>
            <p:nvPr/>
          </p:nvSpPr>
          <p:spPr>
            <a:xfrm>
              <a:off x="7163957" y="3324270"/>
              <a:ext cx="21719" cy="20221"/>
            </a:xfrm>
            <a:custGeom>
              <a:rect b="b" l="l" r="r" t="t"/>
              <a:pathLst>
                <a:path extrusionOk="0" h="621" w="667">
                  <a:moveTo>
                    <a:pt x="0" y="1"/>
                  </a:moveTo>
                  <a:lnTo>
                    <a:pt x="0" y="620"/>
                  </a:lnTo>
                  <a:lnTo>
                    <a:pt x="310" y="620"/>
                  </a:lnTo>
                  <a:cubicBezTo>
                    <a:pt x="476" y="620"/>
                    <a:pt x="595" y="501"/>
                    <a:pt x="667" y="358"/>
                  </a:cubicBezTo>
                  <a:cubicBezTo>
                    <a:pt x="667" y="144"/>
                    <a:pt x="500" y="1"/>
                    <a:pt x="33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8" name="Google Shape;27688;p151"/>
            <p:cNvSpPr/>
            <p:nvPr/>
          </p:nvSpPr>
          <p:spPr>
            <a:xfrm>
              <a:off x="7301989" y="3257778"/>
              <a:ext cx="87658" cy="85737"/>
            </a:xfrm>
            <a:custGeom>
              <a:rect b="b" l="l" r="r" t="t"/>
              <a:pathLst>
                <a:path extrusionOk="0" h="2633" w="2692">
                  <a:moveTo>
                    <a:pt x="322" y="1"/>
                  </a:moveTo>
                  <a:cubicBezTo>
                    <a:pt x="238" y="1"/>
                    <a:pt x="155" y="31"/>
                    <a:pt x="95" y="90"/>
                  </a:cubicBezTo>
                  <a:cubicBezTo>
                    <a:pt x="0" y="209"/>
                    <a:pt x="0" y="424"/>
                    <a:pt x="95" y="543"/>
                  </a:cubicBezTo>
                  <a:lnTo>
                    <a:pt x="2096" y="2543"/>
                  </a:lnTo>
                  <a:cubicBezTo>
                    <a:pt x="2155" y="2603"/>
                    <a:pt x="2239" y="2632"/>
                    <a:pt x="2322" y="2632"/>
                  </a:cubicBezTo>
                  <a:cubicBezTo>
                    <a:pt x="2405" y="2632"/>
                    <a:pt x="2489" y="2603"/>
                    <a:pt x="2548" y="2543"/>
                  </a:cubicBezTo>
                  <a:cubicBezTo>
                    <a:pt x="2691" y="2424"/>
                    <a:pt x="2691" y="2210"/>
                    <a:pt x="2548" y="2091"/>
                  </a:cubicBezTo>
                  <a:lnTo>
                    <a:pt x="548" y="90"/>
                  </a:lnTo>
                  <a:cubicBezTo>
                    <a:pt x="488" y="31"/>
                    <a:pt x="405" y="1"/>
                    <a:pt x="322"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9" name="Google Shape;27689;p151"/>
            <p:cNvSpPr/>
            <p:nvPr/>
          </p:nvSpPr>
          <p:spPr>
            <a:xfrm>
              <a:off x="7163175" y="3118801"/>
              <a:ext cx="183815" cy="183815"/>
            </a:xfrm>
            <a:custGeom>
              <a:rect b="b" l="l" r="r" t="t"/>
              <a:pathLst>
                <a:path extrusionOk="0" h="5645" w="5645">
                  <a:moveTo>
                    <a:pt x="2834" y="0"/>
                  </a:moveTo>
                  <a:cubicBezTo>
                    <a:pt x="2048" y="0"/>
                    <a:pt x="1334" y="310"/>
                    <a:pt x="834" y="834"/>
                  </a:cubicBezTo>
                  <a:cubicBezTo>
                    <a:pt x="310" y="1334"/>
                    <a:pt x="0" y="2048"/>
                    <a:pt x="0" y="2810"/>
                  </a:cubicBezTo>
                  <a:cubicBezTo>
                    <a:pt x="0" y="4358"/>
                    <a:pt x="1286" y="5644"/>
                    <a:pt x="2834" y="5644"/>
                  </a:cubicBezTo>
                  <a:cubicBezTo>
                    <a:pt x="3596" y="5644"/>
                    <a:pt x="4311" y="5311"/>
                    <a:pt x="4811" y="4811"/>
                  </a:cubicBezTo>
                  <a:cubicBezTo>
                    <a:pt x="5335" y="4311"/>
                    <a:pt x="5644" y="3596"/>
                    <a:pt x="5644" y="2810"/>
                  </a:cubicBezTo>
                  <a:cubicBezTo>
                    <a:pt x="5644" y="1262"/>
                    <a:pt x="4406" y="0"/>
                    <a:pt x="28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0" name="Google Shape;27690;p151"/>
            <p:cNvSpPr/>
            <p:nvPr/>
          </p:nvSpPr>
          <p:spPr>
            <a:xfrm>
              <a:off x="7190300" y="3118801"/>
              <a:ext cx="199348" cy="221816"/>
            </a:xfrm>
            <a:custGeom>
              <a:rect b="b" l="l" r="r" t="t"/>
              <a:pathLst>
                <a:path extrusionOk="0" h="6812" w="6122">
                  <a:moveTo>
                    <a:pt x="2001" y="0"/>
                  </a:moveTo>
                  <a:cubicBezTo>
                    <a:pt x="1215" y="0"/>
                    <a:pt x="501" y="310"/>
                    <a:pt x="1" y="834"/>
                  </a:cubicBezTo>
                  <a:lnTo>
                    <a:pt x="5978" y="6811"/>
                  </a:lnTo>
                  <a:cubicBezTo>
                    <a:pt x="6121" y="6692"/>
                    <a:pt x="6121" y="6478"/>
                    <a:pt x="5978" y="6359"/>
                  </a:cubicBezTo>
                  <a:lnTo>
                    <a:pt x="4192" y="4572"/>
                  </a:lnTo>
                  <a:cubicBezTo>
                    <a:pt x="4573" y="4096"/>
                    <a:pt x="4811" y="3477"/>
                    <a:pt x="4811" y="2810"/>
                  </a:cubicBezTo>
                  <a:cubicBezTo>
                    <a:pt x="4811" y="1262"/>
                    <a:pt x="3549" y="0"/>
                    <a:pt x="200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1" name="Google Shape;27691;p151"/>
            <p:cNvSpPr/>
            <p:nvPr/>
          </p:nvSpPr>
          <p:spPr>
            <a:xfrm>
              <a:off x="7183332" y="3138957"/>
              <a:ext cx="143503" cy="143470"/>
            </a:xfrm>
            <a:custGeom>
              <a:rect b="b" l="l" r="r" t="t"/>
              <a:pathLst>
                <a:path extrusionOk="0" h="4406" w="4407">
                  <a:moveTo>
                    <a:pt x="2215" y="0"/>
                  </a:moveTo>
                  <a:cubicBezTo>
                    <a:pt x="1620" y="0"/>
                    <a:pt x="1048" y="238"/>
                    <a:pt x="667" y="643"/>
                  </a:cubicBezTo>
                  <a:cubicBezTo>
                    <a:pt x="262" y="1072"/>
                    <a:pt x="0" y="1596"/>
                    <a:pt x="0" y="2191"/>
                  </a:cubicBezTo>
                  <a:cubicBezTo>
                    <a:pt x="0" y="3430"/>
                    <a:pt x="977" y="4406"/>
                    <a:pt x="2191" y="4406"/>
                  </a:cubicBezTo>
                  <a:cubicBezTo>
                    <a:pt x="2787" y="4406"/>
                    <a:pt x="3358" y="4168"/>
                    <a:pt x="3739" y="3739"/>
                  </a:cubicBezTo>
                  <a:cubicBezTo>
                    <a:pt x="4144" y="3358"/>
                    <a:pt x="4406" y="2787"/>
                    <a:pt x="4406" y="2191"/>
                  </a:cubicBezTo>
                  <a:cubicBezTo>
                    <a:pt x="4406" y="977"/>
                    <a:pt x="3430" y="0"/>
                    <a:pt x="2215"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2" name="Google Shape;27692;p151"/>
            <p:cNvSpPr/>
            <p:nvPr/>
          </p:nvSpPr>
          <p:spPr>
            <a:xfrm>
              <a:off x="7205051" y="3138957"/>
              <a:ext cx="121784" cy="121784"/>
            </a:xfrm>
            <a:custGeom>
              <a:rect b="b" l="l" r="r" t="t"/>
              <a:pathLst>
                <a:path extrusionOk="0" h="3740" w="3740">
                  <a:moveTo>
                    <a:pt x="1548" y="0"/>
                  </a:moveTo>
                  <a:cubicBezTo>
                    <a:pt x="953" y="0"/>
                    <a:pt x="381" y="238"/>
                    <a:pt x="0" y="643"/>
                  </a:cubicBezTo>
                  <a:lnTo>
                    <a:pt x="3072" y="3739"/>
                  </a:lnTo>
                  <a:cubicBezTo>
                    <a:pt x="3477" y="3358"/>
                    <a:pt x="3739" y="2787"/>
                    <a:pt x="3739" y="2191"/>
                  </a:cubicBezTo>
                  <a:cubicBezTo>
                    <a:pt x="3739" y="977"/>
                    <a:pt x="2763" y="0"/>
                    <a:pt x="154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3" name="Google Shape;27693;p151"/>
          <p:cNvGrpSpPr/>
          <p:nvPr/>
        </p:nvGrpSpPr>
        <p:grpSpPr>
          <a:xfrm>
            <a:off x="7828525" y="2883399"/>
            <a:ext cx="269096" cy="350568"/>
            <a:chOff x="7828525" y="3035799"/>
            <a:chExt cx="269096" cy="350568"/>
          </a:xfrm>
        </p:grpSpPr>
        <p:sp>
          <p:nvSpPr>
            <p:cNvPr id="27694" name="Google Shape;27694;p151"/>
            <p:cNvSpPr/>
            <p:nvPr/>
          </p:nvSpPr>
          <p:spPr>
            <a:xfrm>
              <a:off x="7860306" y="3118801"/>
              <a:ext cx="205535" cy="267566"/>
            </a:xfrm>
            <a:custGeom>
              <a:rect b="b" l="l" r="r" t="t"/>
              <a:pathLst>
                <a:path extrusionOk="0" h="8217" w="6312">
                  <a:moveTo>
                    <a:pt x="953" y="0"/>
                  </a:moveTo>
                  <a:cubicBezTo>
                    <a:pt x="405" y="0"/>
                    <a:pt x="0" y="429"/>
                    <a:pt x="0" y="953"/>
                  </a:cubicBezTo>
                  <a:lnTo>
                    <a:pt x="0" y="7263"/>
                  </a:lnTo>
                  <a:cubicBezTo>
                    <a:pt x="0" y="7787"/>
                    <a:pt x="429" y="8216"/>
                    <a:pt x="953" y="8216"/>
                  </a:cubicBezTo>
                  <a:lnTo>
                    <a:pt x="5359" y="8216"/>
                  </a:lnTo>
                  <a:cubicBezTo>
                    <a:pt x="5883" y="8216"/>
                    <a:pt x="6311" y="7764"/>
                    <a:pt x="6311" y="7263"/>
                  </a:cubicBezTo>
                  <a:lnTo>
                    <a:pt x="6311" y="953"/>
                  </a:lnTo>
                  <a:cubicBezTo>
                    <a:pt x="6311" y="405"/>
                    <a:pt x="5883" y="0"/>
                    <a:pt x="5359"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5" name="Google Shape;27695;p151"/>
            <p:cNvSpPr/>
            <p:nvPr/>
          </p:nvSpPr>
          <p:spPr>
            <a:xfrm>
              <a:off x="7962650" y="3118801"/>
              <a:ext cx="103191" cy="267566"/>
            </a:xfrm>
            <a:custGeom>
              <a:rect b="b" l="l" r="r" t="t"/>
              <a:pathLst>
                <a:path extrusionOk="0" h="8217" w="3169">
                  <a:moveTo>
                    <a:pt x="1" y="0"/>
                  </a:moveTo>
                  <a:lnTo>
                    <a:pt x="1" y="8216"/>
                  </a:lnTo>
                  <a:lnTo>
                    <a:pt x="2216" y="8216"/>
                  </a:lnTo>
                  <a:cubicBezTo>
                    <a:pt x="2740" y="8216"/>
                    <a:pt x="3168" y="7764"/>
                    <a:pt x="3168" y="7263"/>
                  </a:cubicBezTo>
                  <a:lnTo>
                    <a:pt x="3168" y="953"/>
                  </a:lnTo>
                  <a:cubicBezTo>
                    <a:pt x="3168" y="405"/>
                    <a:pt x="2740" y="0"/>
                    <a:pt x="221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6" name="Google Shape;27696;p151"/>
            <p:cNvSpPr/>
            <p:nvPr/>
          </p:nvSpPr>
          <p:spPr>
            <a:xfrm>
              <a:off x="7880462" y="3138957"/>
              <a:ext cx="164441" cy="226472"/>
            </a:xfrm>
            <a:custGeom>
              <a:rect b="b" l="l" r="r" t="t"/>
              <a:pathLst>
                <a:path extrusionOk="0" h="6955" w="5050">
                  <a:moveTo>
                    <a:pt x="334" y="0"/>
                  </a:moveTo>
                  <a:cubicBezTo>
                    <a:pt x="144" y="0"/>
                    <a:pt x="1" y="143"/>
                    <a:pt x="1" y="334"/>
                  </a:cubicBezTo>
                  <a:lnTo>
                    <a:pt x="1" y="6644"/>
                  </a:lnTo>
                  <a:cubicBezTo>
                    <a:pt x="1" y="6811"/>
                    <a:pt x="144" y="6954"/>
                    <a:pt x="334" y="6954"/>
                  </a:cubicBezTo>
                  <a:lnTo>
                    <a:pt x="4740" y="6954"/>
                  </a:lnTo>
                  <a:cubicBezTo>
                    <a:pt x="4906" y="6954"/>
                    <a:pt x="5049" y="6811"/>
                    <a:pt x="5049" y="6644"/>
                  </a:cubicBezTo>
                  <a:lnTo>
                    <a:pt x="5049" y="334"/>
                  </a:lnTo>
                  <a:cubicBezTo>
                    <a:pt x="5049" y="143"/>
                    <a:pt x="4906" y="0"/>
                    <a:pt x="4740"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7" name="Google Shape;27697;p151"/>
            <p:cNvSpPr/>
            <p:nvPr/>
          </p:nvSpPr>
          <p:spPr>
            <a:xfrm>
              <a:off x="7962650" y="3139641"/>
              <a:ext cx="82253" cy="225788"/>
            </a:xfrm>
            <a:custGeom>
              <a:rect b="b" l="l" r="r" t="t"/>
              <a:pathLst>
                <a:path extrusionOk="0" h="6934" w="2526">
                  <a:moveTo>
                    <a:pt x="2252" y="1"/>
                  </a:moveTo>
                  <a:cubicBezTo>
                    <a:pt x="2240" y="1"/>
                    <a:pt x="2228" y="1"/>
                    <a:pt x="2216" y="3"/>
                  </a:cubicBezTo>
                  <a:lnTo>
                    <a:pt x="1" y="3"/>
                  </a:lnTo>
                  <a:lnTo>
                    <a:pt x="1" y="6933"/>
                  </a:lnTo>
                  <a:lnTo>
                    <a:pt x="2216" y="6933"/>
                  </a:lnTo>
                  <a:cubicBezTo>
                    <a:pt x="2382" y="6933"/>
                    <a:pt x="2525" y="6790"/>
                    <a:pt x="2525" y="6623"/>
                  </a:cubicBezTo>
                  <a:lnTo>
                    <a:pt x="2525" y="313"/>
                  </a:lnTo>
                  <a:cubicBezTo>
                    <a:pt x="2525" y="136"/>
                    <a:pt x="2403" y="1"/>
                    <a:pt x="2252"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8" name="Google Shape;27698;p151"/>
            <p:cNvSpPr/>
            <p:nvPr/>
          </p:nvSpPr>
          <p:spPr>
            <a:xfrm>
              <a:off x="7942494" y="3322740"/>
              <a:ext cx="41908" cy="21752"/>
            </a:xfrm>
            <a:custGeom>
              <a:rect b="b" l="l" r="r" t="t"/>
              <a:pathLst>
                <a:path extrusionOk="0" h="668" w="1287">
                  <a:moveTo>
                    <a:pt x="334" y="0"/>
                  </a:moveTo>
                  <a:cubicBezTo>
                    <a:pt x="144" y="0"/>
                    <a:pt x="1" y="167"/>
                    <a:pt x="1" y="334"/>
                  </a:cubicBezTo>
                  <a:cubicBezTo>
                    <a:pt x="1" y="524"/>
                    <a:pt x="144" y="667"/>
                    <a:pt x="334" y="667"/>
                  </a:cubicBezTo>
                  <a:lnTo>
                    <a:pt x="953" y="667"/>
                  </a:lnTo>
                  <a:cubicBezTo>
                    <a:pt x="1120" y="667"/>
                    <a:pt x="1287" y="524"/>
                    <a:pt x="1287" y="334"/>
                  </a:cubicBezTo>
                  <a:cubicBezTo>
                    <a:pt x="1287" y="167"/>
                    <a:pt x="1120" y="48"/>
                    <a:pt x="95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9" name="Google Shape;27699;p151"/>
            <p:cNvSpPr/>
            <p:nvPr/>
          </p:nvSpPr>
          <p:spPr>
            <a:xfrm>
              <a:off x="7963431" y="3324270"/>
              <a:ext cx="21752" cy="20221"/>
            </a:xfrm>
            <a:custGeom>
              <a:rect b="b" l="l" r="r" t="t"/>
              <a:pathLst>
                <a:path extrusionOk="0" h="621" w="668">
                  <a:moveTo>
                    <a:pt x="1" y="1"/>
                  </a:moveTo>
                  <a:lnTo>
                    <a:pt x="1" y="620"/>
                  </a:lnTo>
                  <a:lnTo>
                    <a:pt x="310" y="620"/>
                  </a:lnTo>
                  <a:cubicBezTo>
                    <a:pt x="453" y="620"/>
                    <a:pt x="596" y="501"/>
                    <a:pt x="668" y="358"/>
                  </a:cubicBezTo>
                  <a:cubicBezTo>
                    <a:pt x="668" y="144"/>
                    <a:pt x="525" y="1"/>
                    <a:pt x="33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0" name="Google Shape;27700;p151"/>
            <p:cNvSpPr/>
            <p:nvPr/>
          </p:nvSpPr>
          <p:spPr>
            <a:xfrm>
              <a:off x="7828525" y="3035799"/>
              <a:ext cx="268315" cy="81471"/>
            </a:xfrm>
            <a:custGeom>
              <a:rect b="b" l="l" r="r" t="t"/>
              <a:pathLst>
                <a:path extrusionOk="0" h="2502" w="8240">
                  <a:moveTo>
                    <a:pt x="1286" y="1"/>
                  </a:moveTo>
                  <a:cubicBezTo>
                    <a:pt x="1167" y="1"/>
                    <a:pt x="1096" y="72"/>
                    <a:pt x="1024" y="168"/>
                  </a:cubicBezTo>
                  <a:lnTo>
                    <a:pt x="72" y="1739"/>
                  </a:lnTo>
                  <a:cubicBezTo>
                    <a:pt x="48" y="1787"/>
                    <a:pt x="0" y="1858"/>
                    <a:pt x="0" y="1882"/>
                  </a:cubicBezTo>
                  <a:lnTo>
                    <a:pt x="572" y="2501"/>
                  </a:lnTo>
                  <a:lnTo>
                    <a:pt x="7216" y="2501"/>
                  </a:lnTo>
                  <a:lnTo>
                    <a:pt x="8192" y="1882"/>
                  </a:lnTo>
                  <a:cubicBezTo>
                    <a:pt x="8240" y="1858"/>
                    <a:pt x="8192" y="1787"/>
                    <a:pt x="8168" y="1739"/>
                  </a:cubicBezTo>
                  <a:lnTo>
                    <a:pt x="7216" y="168"/>
                  </a:lnTo>
                  <a:cubicBezTo>
                    <a:pt x="7144" y="72"/>
                    <a:pt x="7073" y="1"/>
                    <a:pt x="6954" y="1"/>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1" name="Google Shape;27701;p151"/>
            <p:cNvSpPr/>
            <p:nvPr/>
          </p:nvSpPr>
          <p:spPr>
            <a:xfrm>
              <a:off x="7961901" y="3036581"/>
              <a:ext cx="133409" cy="83002"/>
            </a:xfrm>
            <a:custGeom>
              <a:rect b="b" l="l" r="r" t="t"/>
              <a:pathLst>
                <a:path extrusionOk="0" h="2549" w="4097">
                  <a:moveTo>
                    <a:pt x="0" y="1"/>
                  </a:moveTo>
                  <a:lnTo>
                    <a:pt x="0" y="2549"/>
                  </a:lnTo>
                  <a:lnTo>
                    <a:pt x="3120" y="2549"/>
                  </a:lnTo>
                  <a:lnTo>
                    <a:pt x="4096" y="1882"/>
                  </a:lnTo>
                  <a:cubicBezTo>
                    <a:pt x="4096" y="1834"/>
                    <a:pt x="4072" y="1763"/>
                    <a:pt x="4049" y="1739"/>
                  </a:cubicBezTo>
                  <a:lnTo>
                    <a:pt x="3096" y="167"/>
                  </a:lnTo>
                  <a:cubicBezTo>
                    <a:pt x="3025" y="72"/>
                    <a:pt x="2953"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2" name="Google Shape;27702;p151"/>
            <p:cNvSpPr/>
            <p:nvPr/>
          </p:nvSpPr>
          <p:spPr>
            <a:xfrm>
              <a:off x="7830055" y="3097863"/>
              <a:ext cx="267566" cy="83067"/>
            </a:xfrm>
            <a:custGeom>
              <a:rect b="b" l="l" r="r" t="t"/>
              <a:pathLst>
                <a:path extrusionOk="0" h="2551" w="8217">
                  <a:moveTo>
                    <a:pt x="1" y="0"/>
                  </a:moveTo>
                  <a:lnTo>
                    <a:pt x="1" y="1262"/>
                  </a:lnTo>
                  <a:cubicBezTo>
                    <a:pt x="1" y="1905"/>
                    <a:pt x="501" y="2477"/>
                    <a:pt x="1144" y="2548"/>
                  </a:cubicBezTo>
                  <a:cubicBezTo>
                    <a:pt x="1168" y="2550"/>
                    <a:pt x="1192" y="2550"/>
                    <a:pt x="1216" y="2550"/>
                  </a:cubicBezTo>
                  <a:cubicBezTo>
                    <a:pt x="1613" y="2550"/>
                    <a:pt x="1945" y="2367"/>
                    <a:pt x="2192" y="2120"/>
                  </a:cubicBezTo>
                  <a:cubicBezTo>
                    <a:pt x="2430" y="2382"/>
                    <a:pt x="2763" y="2548"/>
                    <a:pt x="3144" y="2548"/>
                  </a:cubicBezTo>
                  <a:cubicBezTo>
                    <a:pt x="3549" y="2548"/>
                    <a:pt x="3859" y="2358"/>
                    <a:pt x="4097" y="2120"/>
                  </a:cubicBezTo>
                  <a:cubicBezTo>
                    <a:pt x="4335" y="2382"/>
                    <a:pt x="4668" y="2548"/>
                    <a:pt x="5049" y="2548"/>
                  </a:cubicBezTo>
                  <a:cubicBezTo>
                    <a:pt x="5454" y="2548"/>
                    <a:pt x="5764" y="2358"/>
                    <a:pt x="6002" y="2120"/>
                  </a:cubicBezTo>
                  <a:cubicBezTo>
                    <a:pt x="6240" y="2382"/>
                    <a:pt x="6574" y="2548"/>
                    <a:pt x="6955" y="2548"/>
                  </a:cubicBezTo>
                  <a:cubicBezTo>
                    <a:pt x="7717" y="2548"/>
                    <a:pt x="8217" y="1905"/>
                    <a:pt x="8217" y="1381"/>
                  </a:cubicBezTo>
                  <a:lnTo>
                    <a:pt x="82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3" name="Google Shape;27703;p151"/>
            <p:cNvSpPr/>
            <p:nvPr/>
          </p:nvSpPr>
          <p:spPr>
            <a:xfrm>
              <a:off x="7963431" y="3097082"/>
              <a:ext cx="133409" cy="82220"/>
            </a:xfrm>
            <a:custGeom>
              <a:rect b="b" l="l" r="r" t="t"/>
              <a:pathLst>
                <a:path extrusionOk="0" h="2525" w="4097">
                  <a:moveTo>
                    <a:pt x="1" y="0"/>
                  </a:moveTo>
                  <a:lnTo>
                    <a:pt x="1" y="2072"/>
                  </a:lnTo>
                  <a:cubicBezTo>
                    <a:pt x="239" y="2358"/>
                    <a:pt x="572" y="2501"/>
                    <a:pt x="953" y="2501"/>
                  </a:cubicBezTo>
                  <a:cubicBezTo>
                    <a:pt x="1358" y="2501"/>
                    <a:pt x="1644" y="2382"/>
                    <a:pt x="1882" y="2120"/>
                  </a:cubicBezTo>
                  <a:cubicBezTo>
                    <a:pt x="2120" y="2382"/>
                    <a:pt x="2454" y="2525"/>
                    <a:pt x="2835" y="2525"/>
                  </a:cubicBezTo>
                  <a:cubicBezTo>
                    <a:pt x="3573" y="2525"/>
                    <a:pt x="4097" y="1905"/>
                    <a:pt x="4097" y="1382"/>
                  </a:cubicBezTo>
                  <a:lnTo>
                    <a:pt x="4097" y="0"/>
                  </a:ln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4" name="Google Shape;27704;p151"/>
          <p:cNvGrpSpPr/>
          <p:nvPr/>
        </p:nvGrpSpPr>
        <p:grpSpPr>
          <a:xfrm>
            <a:off x="7788180" y="3477404"/>
            <a:ext cx="349786" cy="287722"/>
            <a:chOff x="7788180" y="3629804"/>
            <a:chExt cx="349786" cy="287722"/>
          </a:xfrm>
        </p:grpSpPr>
        <p:sp>
          <p:nvSpPr>
            <p:cNvPr id="27705" name="Google Shape;27705;p151"/>
            <p:cNvSpPr/>
            <p:nvPr/>
          </p:nvSpPr>
          <p:spPr>
            <a:xfrm>
              <a:off x="7815337" y="3678681"/>
              <a:ext cx="293909" cy="228003"/>
            </a:xfrm>
            <a:custGeom>
              <a:rect b="b" l="l" r="r" t="t"/>
              <a:pathLst>
                <a:path extrusionOk="0" h="7002" w="9026">
                  <a:moveTo>
                    <a:pt x="4049" y="0"/>
                  </a:moveTo>
                  <a:lnTo>
                    <a:pt x="3953" y="238"/>
                  </a:lnTo>
                  <a:cubicBezTo>
                    <a:pt x="3787" y="834"/>
                    <a:pt x="3334" y="2215"/>
                    <a:pt x="2858" y="2334"/>
                  </a:cubicBezTo>
                  <a:cubicBezTo>
                    <a:pt x="2832" y="2340"/>
                    <a:pt x="2805" y="2343"/>
                    <a:pt x="2777" y="2343"/>
                  </a:cubicBezTo>
                  <a:cubicBezTo>
                    <a:pt x="2388" y="2343"/>
                    <a:pt x="1781" y="1759"/>
                    <a:pt x="1381" y="1381"/>
                  </a:cubicBezTo>
                  <a:cubicBezTo>
                    <a:pt x="1167" y="1167"/>
                    <a:pt x="953" y="976"/>
                    <a:pt x="786" y="857"/>
                  </a:cubicBezTo>
                  <a:lnTo>
                    <a:pt x="0" y="1405"/>
                  </a:lnTo>
                  <a:lnTo>
                    <a:pt x="96" y="1739"/>
                  </a:lnTo>
                  <a:cubicBezTo>
                    <a:pt x="477" y="2929"/>
                    <a:pt x="1048" y="4668"/>
                    <a:pt x="1048" y="7001"/>
                  </a:cubicBezTo>
                  <a:lnTo>
                    <a:pt x="7978" y="7001"/>
                  </a:lnTo>
                  <a:cubicBezTo>
                    <a:pt x="7978" y="4668"/>
                    <a:pt x="8550" y="2929"/>
                    <a:pt x="8931" y="1739"/>
                  </a:cubicBezTo>
                  <a:lnTo>
                    <a:pt x="9026" y="1405"/>
                  </a:lnTo>
                  <a:lnTo>
                    <a:pt x="8288" y="857"/>
                  </a:lnTo>
                  <a:cubicBezTo>
                    <a:pt x="8121" y="976"/>
                    <a:pt x="7930" y="1167"/>
                    <a:pt x="7716" y="1381"/>
                  </a:cubicBezTo>
                  <a:cubicBezTo>
                    <a:pt x="7300" y="1754"/>
                    <a:pt x="6662" y="2348"/>
                    <a:pt x="6284" y="2348"/>
                  </a:cubicBezTo>
                  <a:cubicBezTo>
                    <a:pt x="6251" y="2348"/>
                    <a:pt x="6221" y="2343"/>
                    <a:pt x="6192" y="2334"/>
                  </a:cubicBezTo>
                  <a:cubicBezTo>
                    <a:pt x="5716" y="2167"/>
                    <a:pt x="5263" y="810"/>
                    <a:pt x="5097" y="238"/>
                  </a:cubicBezTo>
                  <a:lnTo>
                    <a:pt x="5001" y="0"/>
                  </a:ln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6" name="Google Shape;27706;p151"/>
            <p:cNvSpPr/>
            <p:nvPr/>
          </p:nvSpPr>
          <p:spPr>
            <a:xfrm>
              <a:off x="7962650" y="3678681"/>
              <a:ext cx="147378" cy="228784"/>
            </a:xfrm>
            <a:custGeom>
              <a:rect b="b" l="l" r="r" t="t"/>
              <a:pathLst>
                <a:path extrusionOk="0" h="7026" w="4526">
                  <a:moveTo>
                    <a:pt x="1" y="0"/>
                  </a:moveTo>
                  <a:lnTo>
                    <a:pt x="1" y="7025"/>
                  </a:lnTo>
                  <a:lnTo>
                    <a:pt x="3478" y="7025"/>
                  </a:lnTo>
                  <a:cubicBezTo>
                    <a:pt x="3478" y="4668"/>
                    <a:pt x="4049" y="2929"/>
                    <a:pt x="4430" y="1739"/>
                  </a:cubicBezTo>
                  <a:lnTo>
                    <a:pt x="4526" y="1405"/>
                  </a:lnTo>
                  <a:lnTo>
                    <a:pt x="3740" y="857"/>
                  </a:lnTo>
                  <a:cubicBezTo>
                    <a:pt x="3597" y="976"/>
                    <a:pt x="3383" y="1167"/>
                    <a:pt x="3192" y="1381"/>
                  </a:cubicBezTo>
                  <a:cubicBezTo>
                    <a:pt x="2776" y="1754"/>
                    <a:pt x="2138" y="2348"/>
                    <a:pt x="1760" y="2348"/>
                  </a:cubicBezTo>
                  <a:cubicBezTo>
                    <a:pt x="1727" y="2348"/>
                    <a:pt x="1697" y="2343"/>
                    <a:pt x="1668" y="2334"/>
                  </a:cubicBezTo>
                  <a:cubicBezTo>
                    <a:pt x="1192" y="2167"/>
                    <a:pt x="739" y="810"/>
                    <a:pt x="573" y="238"/>
                  </a:cubicBezTo>
                  <a:lnTo>
                    <a:pt x="477"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7" name="Google Shape;27707;p151"/>
            <p:cNvSpPr/>
            <p:nvPr/>
          </p:nvSpPr>
          <p:spPr>
            <a:xfrm>
              <a:off x="8075870" y="3670898"/>
              <a:ext cx="62097" cy="62097"/>
            </a:xfrm>
            <a:custGeom>
              <a:rect b="b" l="l" r="r" t="t"/>
              <a:pathLst>
                <a:path extrusionOk="0" h="1907" w="1907">
                  <a:moveTo>
                    <a:pt x="953" y="1"/>
                  </a:moveTo>
                  <a:cubicBezTo>
                    <a:pt x="430" y="1"/>
                    <a:pt x="1" y="430"/>
                    <a:pt x="1" y="954"/>
                  </a:cubicBezTo>
                  <a:cubicBezTo>
                    <a:pt x="1" y="1501"/>
                    <a:pt x="453" y="1906"/>
                    <a:pt x="953" y="1906"/>
                  </a:cubicBezTo>
                  <a:cubicBezTo>
                    <a:pt x="1477" y="1906"/>
                    <a:pt x="1906" y="1501"/>
                    <a:pt x="1906" y="954"/>
                  </a:cubicBezTo>
                  <a:cubicBezTo>
                    <a:pt x="1906" y="430"/>
                    <a:pt x="1477" y="1"/>
                    <a:pt x="953"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8" name="Google Shape;27708;p151"/>
            <p:cNvSpPr/>
            <p:nvPr/>
          </p:nvSpPr>
          <p:spPr>
            <a:xfrm>
              <a:off x="7788180" y="3670898"/>
              <a:ext cx="62064" cy="62097"/>
            </a:xfrm>
            <a:custGeom>
              <a:rect b="b" l="l" r="r" t="t"/>
              <a:pathLst>
                <a:path extrusionOk="0" h="1907" w="1906">
                  <a:moveTo>
                    <a:pt x="953" y="1"/>
                  </a:moveTo>
                  <a:cubicBezTo>
                    <a:pt x="429" y="1"/>
                    <a:pt x="1" y="430"/>
                    <a:pt x="1" y="954"/>
                  </a:cubicBezTo>
                  <a:cubicBezTo>
                    <a:pt x="1" y="1501"/>
                    <a:pt x="453" y="1906"/>
                    <a:pt x="953" y="1906"/>
                  </a:cubicBezTo>
                  <a:cubicBezTo>
                    <a:pt x="1453" y="1906"/>
                    <a:pt x="1906" y="1501"/>
                    <a:pt x="1906" y="954"/>
                  </a:cubicBezTo>
                  <a:cubicBezTo>
                    <a:pt x="1906" y="430"/>
                    <a:pt x="1453" y="1"/>
                    <a:pt x="95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9" name="Google Shape;27709;p151"/>
            <p:cNvSpPr/>
            <p:nvPr/>
          </p:nvSpPr>
          <p:spPr>
            <a:xfrm>
              <a:off x="8013838" y="3814271"/>
              <a:ext cx="20970" cy="39954"/>
            </a:xfrm>
            <a:custGeom>
              <a:rect b="b" l="l" r="r" t="t"/>
              <a:pathLst>
                <a:path extrusionOk="0" h="1227" w="644">
                  <a:moveTo>
                    <a:pt x="324" y="1"/>
                  </a:moveTo>
                  <a:cubicBezTo>
                    <a:pt x="311" y="1"/>
                    <a:pt x="299" y="2"/>
                    <a:pt x="287" y="4"/>
                  </a:cubicBezTo>
                  <a:cubicBezTo>
                    <a:pt x="120" y="27"/>
                    <a:pt x="1" y="194"/>
                    <a:pt x="1" y="337"/>
                  </a:cubicBezTo>
                  <a:lnTo>
                    <a:pt x="1" y="956"/>
                  </a:lnTo>
                  <a:cubicBezTo>
                    <a:pt x="1" y="1082"/>
                    <a:pt x="93" y="1226"/>
                    <a:pt x="229" y="1226"/>
                  </a:cubicBezTo>
                  <a:cubicBezTo>
                    <a:pt x="248" y="1226"/>
                    <a:pt x="267" y="1224"/>
                    <a:pt x="287" y="1218"/>
                  </a:cubicBezTo>
                  <a:cubicBezTo>
                    <a:pt x="309" y="1224"/>
                    <a:pt x="331" y="1226"/>
                    <a:pt x="353" y="1226"/>
                  </a:cubicBezTo>
                  <a:cubicBezTo>
                    <a:pt x="514" y="1226"/>
                    <a:pt x="644" y="1079"/>
                    <a:pt x="644" y="932"/>
                  </a:cubicBezTo>
                  <a:lnTo>
                    <a:pt x="644" y="289"/>
                  </a:lnTo>
                  <a:cubicBezTo>
                    <a:pt x="644" y="135"/>
                    <a:pt x="480" y="1"/>
                    <a:pt x="324" y="1"/>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0" name="Google Shape;27710;p151"/>
            <p:cNvSpPr/>
            <p:nvPr/>
          </p:nvSpPr>
          <p:spPr>
            <a:xfrm>
              <a:off x="7891338" y="3814271"/>
              <a:ext cx="20189" cy="39954"/>
            </a:xfrm>
            <a:custGeom>
              <a:rect b="b" l="l" r="r" t="t"/>
              <a:pathLst>
                <a:path extrusionOk="0" h="1227" w="620">
                  <a:moveTo>
                    <a:pt x="299" y="1"/>
                  </a:moveTo>
                  <a:cubicBezTo>
                    <a:pt x="287" y="1"/>
                    <a:pt x="274" y="2"/>
                    <a:pt x="262" y="4"/>
                  </a:cubicBezTo>
                  <a:cubicBezTo>
                    <a:pt x="119" y="27"/>
                    <a:pt x="0" y="194"/>
                    <a:pt x="0" y="337"/>
                  </a:cubicBezTo>
                  <a:lnTo>
                    <a:pt x="0" y="956"/>
                  </a:lnTo>
                  <a:cubicBezTo>
                    <a:pt x="0" y="1082"/>
                    <a:pt x="92" y="1226"/>
                    <a:pt x="212" y="1226"/>
                  </a:cubicBezTo>
                  <a:cubicBezTo>
                    <a:pt x="228" y="1226"/>
                    <a:pt x="245" y="1224"/>
                    <a:pt x="262" y="1218"/>
                  </a:cubicBezTo>
                  <a:cubicBezTo>
                    <a:pt x="287" y="1224"/>
                    <a:pt x="312" y="1226"/>
                    <a:pt x="335" y="1226"/>
                  </a:cubicBezTo>
                  <a:cubicBezTo>
                    <a:pt x="508" y="1226"/>
                    <a:pt x="619" y="1079"/>
                    <a:pt x="619" y="932"/>
                  </a:cubicBezTo>
                  <a:lnTo>
                    <a:pt x="619" y="289"/>
                  </a:lnTo>
                  <a:cubicBezTo>
                    <a:pt x="619" y="135"/>
                    <a:pt x="456"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1" name="Google Shape;27711;p151"/>
            <p:cNvSpPr/>
            <p:nvPr/>
          </p:nvSpPr>
          <p:spPr>
            <a:xfrm>
              <a:off x="7931650" y="3629804"/>
              <a:ext cx="62064" cy="62846"/>
            </a:xfrm>
            <a:custGeom>
              <a:rect b="b" l="l" r="r" t="t"/>
              <a:pathLst>
                <a:path extrusionOk="0" h="1930" w="1906">
                  <a:moveTo>
                    <a:pt x="953" y="1"/>
                  </a:moveTo>
                  <a:cubicBezTo>
                    <a:pt x="429" y="1"/>
                    <a:pt x="0" y="429"/>
                    <a:pt x="0" y="977"/>
                  </a:cubicBezTo>
                  <a:cubicBezTo>
                    <a:pt x="0" y="1501"/>
                    <a:pt x="429" y="1930"/>
                    <a:pt x="953" y="1930"/>
                  </a:cubicBezTo>
                  <a:cubicBezTo>
                    <a:pt x="1477" y="1930"/>
                    <a:pt x="1906" y="1501"/>
                    <a:pt x="1906" y="977"/>
                  </a:cubicBezTo>
                  <a:cubicBezTo>
                    <a:pt x="1906" y="429"/>
                    <a:pt x="1477" y="1"/>
                    <a:pt x="95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2" name="Google Shape;27712;p151"/>
            <p:cNvSpPr/>
            <p:nvPr/>
          </p:nvSpPr>
          <p:spPr>
            <a:xfrm>
              <a:off x="7962650" y="3630586"/>
              <a:ext cx="31065" cy="60631"/>
            </a:xfrm>
            <a:custGeom>
              <a:rect b="b" l="l" r="r" t="t"/>
              <a:pathLst>
                <a:path extrusionOk="0" h="1862" w="954">
                  <a:moveTo>
                    <a:pt x="1" y="1"/>
                  </a:moveTo>
                  <a:lnTo>
                    <a:pt x="1" y="1858"/>
                  </a:lnTo>
                  <a:cubicBezTo>
                    <a:pt x="28" y="1860"/>
                    <a:pt x="54" y="1862"/>
                    <a:pt x="80" y="1862"/>
                  </a:cubicBezTo>
                  <a:cubicBezTo>
                    <a:pt x="587" y="1862"/>
                    <a:pt x="954" y="1429"/>
                    <a:pt x="954" y="953"/>
                  </a:cubicBezTo>
                  <a:cubicBezTo>
                    <a:pt x="954" y="429"/>
                    <a:pt x="549" y="1"/>
                    <a:pt x="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3" name="Google Shape;27713;p151"/>
            <p:cNvSpPr/>
            <p:nvPr/>
          </p:nvSpPr>
          <p:spPr>
            <a:xfrm>
              <a:off x="7931650" y="3794212"/>
              <a:ext cx="62064" cy="81439"/>
            </a:xfrm>
            <a:custGeom>
              <a:rect b="b" l="l" r="r" t="t"/>
              <a:pathLst>
                <a:path extrusionOk="0" h="2501" w="1906">
                  <a:moveTo>
                    <a:pt x="953" y="0"/>
                  </a:moveTo>
                  <a:cubicBezTo>
                    <a:pt x="429" y="0"/>
                    <a:pt x="0" y="548"/>
                    <a:pt x="0" y="1239"/>
                  </a:cubicBezTo>
                  <a:cubicBezTo>
                    <a:pt x="0" y="1929"/>
                    <a:pt x="429" y="2501"/>
                    <a:pt x="953" y="2501"/>
                  </a:cubicBezTo>
                  <a:cubicBezTo>
                    <a:pt x="1477" y="2501"/>
                    <a:pt x="1906" y="1929"/>
                    <a:pt x="1906" y="1239"/>
                  </a:cubicBezTo>
                  <a:cubicBezTo>
                    <a:pt x="1906" y="548"/>
                    <a:pt x="1477"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4" name="Google Shape;27714;p151"/>
            <p:cNvSpPr/>
            <p:nvPr/>
          </p:nvSpPr>
          <p:spPr>
            <a:xfrm>
              <a:off x="7962650" y="3794212"/>
              <a:ext cx="31065" cy="81471"/>
            </a:xfrm>
            <a:custGeom>
              <a:rect b="b" l="l" r="r" t="t"/>
              <a:pathLst>
                <a:path extrusionOk="0" h="2502" w="954">
                  <a:moveTo>
                    <a:pt x="1" y="0"/>
                  </a:moveTo>
                  <a:lnTo>
                    <a:pt x="1" y="2501"/>
                  </a:lnTo>
                  <a:cubicBezTo>
                    <a:pt x="12" y="2501"/>
                    <a:pt x="23" y="2502"/>
                    <a:pt x="34" y="2502"/>
                  </a:cubicBezTo>
                  <a:cubicBezTo>
                    <a:pt x="565" y="2502"/>
                    <a:pt x="954" y="1939"/>
                    <a:pt x="954" y="1239"/>
                  </a:cubicBezTo>
                  <a:cubicBezTo>
                    <a:pt x="954" y="524"/>
                    <a:pt x="549" y="0"/>
                    <a:pt x="1"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5" name="Google Shape;27715;p151"/>
            <p:cNvSpPr/>
            <p:nvPr/>
          </p:nvSpPr>
          <p:spPr>
            <a:xfrm>
              <a:off x="7828525" y="3896556"/>
              <a:ext cx="269096" cy="20970"/>
            </a:xfrm>
            <a:custGeom>
              <a:rect b="b" l="l" r="r" t="t"/>
              <a:pathLst>
                <a:path extrusionOk="0" h="644" w="8264">
                  <a:moveTo>
                    <a:pt x="381" y="1"/>
                  </a:moveTo>
                  <a:cubicBezTo>
                    <a:pt x="214" y="1"/>
                    <a:pt x="72" y="120"/>
                    <a:pt x="48" y="287"/>
                  </a:cubicBezTo>
                  <a:cubicBezTo>
                    <a:pt x="0" y="453"/>
                    <a:pt x="167" y="644"/>
                    <a:pt x="333" y="644"/>
                  </a:cubicBezTo>
                  <a:lnTo>
                    <a:pt x="7906" y="644"/>
                  </a:lnTo>
                  <a:cubicBezTo>
                    <a:pt x="8121" y="644"/>
                    <a:pt x="8264" y="453"/>
                    <a:pt x="8240" y="287"/>
                  </a:cubicBezTo>
                  <a:cubicBezTo>
                    <a:pt x="8192" y="120"/>
                    <a:pt x="8073" y="1"/>
                    <a:pt x="790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6" name="Google Shape;27716;p151"/>
            <p:cNvSpPr/>
            <p:nvPr/>
          </p:nvSpPr>
          <p:spPr>
            <a:xfrm>
              <a:off x="7962650" y="3895807"/>
              <a:ext cx="134190" cy="20189"/>
            </a:xfrm>
            <a:custGeom>
              <a:rect b="b" l="l" r="r" t="t"/>
              <a:pathLst>
                <a:path extrusionOk="0" h="620" w="4121">
                  <a:moveTo>
                    <a:pt x="1" y="0"/>
                  </a:moveTo>
                  <a:lnTo>
                    <a:pt x="1" y="619"/>
                  </a:lnTo>
                  <a:lnTo>
                    <a:pt x="3787" y="619"/>
                  </a:lnTo>
                  <a:cubicBezTo>
                    <a:pt x="3954" y="619"/>
                    <a:pt x="4121" y="476"/>
                    <a:pt x="4073" y="262"/>
                  </a:cubicBezTo>
                  <a:cubicBezTo>
                    <a:pt x="4073" y="119"/>
                    <a:pt x="3954" y="0"/>
                    <a:pt x="378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7" name="Google Shape;27717;p151"/>
          <p:cNvGrpSpPr/>
          <p:nvPr/>
        </p:nvGrpSpPr>
        <p:grpSpPr>
          <a:xfrm>
            <a:off x="7090268" y="3445623"/>
            <a:ext cx="268348" cy="350633"/>
            <a:chOff x="7090268" y="3598023"/>
            <a:chExt cx="268348" cy="350633"/>
          </a:xfrm>
        </p:grpSpPr>
        <p:sp>
          <p:nvSpPr>
            <p:cNvPr id="27718" name="Google Shape;27718;p151"/>
            <p:cNvSpPr/>
            <p:nvPr/>
          </p:nvSpPr>
          <p:spPr>
            <a:xfrm>
              <a:off x="7141456" y="3619742"/>
              <a:ext cx="216378" cy="205502"/>
            </a:xfrm>
            <a:custGeom>
              <a:rect b="b" l="l" r="r" t="t"/>
              <a:pathLst>
                <a:path extrusionOk="0" h="6311" w="6645">
                  <a:moveTo>
                    <a:pt x="953" y="0"/>
                  </a:moveTo>
                  <a:cubicBezTo>
                    <a:pt x="548" y="0"/>
                    <a:pt x="215" y="119"/>
                    <a:pt x="0" y="286"/>
                  </a:cubicBezTo>
                  <a:lnTo>
                    <a:pt x="0" y="5692"/>
                  </a:lnTo>
                  <a:cubicBezTo>
                    <a:pt x="191" y="5692"/>
                    <a:pt x="334" y="5525"/>
                    <a:pt x="310" y="5358"/>
                  </a:cubicBezTo>
                  <a:cubicBezTo>
                    <a:pt x="310" y="5358"/>
                    <a:pt x="310" y="5263"/>
                    <a:pt x="381" y="5216"/>
                  </a:cubicBezTo>
                  <a:cubicBezTo>
                    <a:pt x="477" y="5120"/>
                    <a:pt x="691" y="5049"/>
                    <a:pt x="929" y="5049"/>
                  </a:cubicBezTo>
                  <a:cubicBezTo>
                    <a:pt x="1334" y="5049"/>
                    <a:pt x="2239" y="5382"/>
                    <a:pt x="3001" y="5644"/>
                  </a:cubicBezTo>
                  <a:cubicBezTo>
                    <a:pt x="3168" y="5716"/>
                    <a:pt x="3287" y="5739"/>
                    <a:pt x="3430" y="5811"/>
                  </a:cubicBezTo>
                  <a:cubicBezTo>
                    <a:pt x="4168" y="6073"/>
                    <a:pt x="4882" y="6311"/>
                    <a:pt x="5335" y="6311"/>
                  </a:cubicBezTo>
                  <a:cubicBezTo>
                    <a:pt x="5787" y="6311"/>
                    <a:pt x="6097" y="6192"/>
                    <a:pt x="6311" y="5954"/>
                  </a:cubicBezTo>
                  <a:cubicBezTo>
                    <a:pt x="6573" y="5692"/>
                    <a:pt x="6573" y="5382"/>
                    <a:pt x="6549" y="5358"/>
                  </a:cubicBezTo>
                  <a:lnTo>
                    <a:pt x="6549" y="929"/>
                  </a:lnTo>
                  <a:cubicBezTo>
                    <a:pt x="6645" y="762"/>
                    <a:pt x="6526" y="619"/>
                    <a:pt x="6359" y="619"/>
                  </a:cubicBezTo>
                  <a:cubicBezTo>
                    <a:pt x="6343" y="617"/>
                    <a:pt x="6327" y="616"/>
                    <a:pt x="6311" y="616"/>
                  </a:cubicBezTo>
                  <a:cubicBezTo>
                    <a:pt x="6145" y="616"/>
                    <a:pt x="6026" y="729"/>
                    <a:pt x="6026" y="881"/>
                  </a:cubicBezTo>
                  <a:lnTo>
                    <a:pt x="6026" y="929"/>
                  </a:lnTo>
                  <a:cubicBezTo>
                    <a:pt x="6026" y="977"/>
                    <a:pt x="6002" y="1239"/>
                    <a:pt x="5406" y="1239"/>
                  </a:cubicBezTo>
                  <a:cubicBezTo>
                    <a:pt x="5001" y="1239"/>
                    <a:pt x="4239" y="977"/>
                    <a:pt x="3501" y="715"/>
                  </a:cubicBezTo>
                  <a:cubicBezTo>
                    <a:pt x="3430" y="691"/>
                    <a:pt x="3334" y="643"/>
                    <a:pt x="3287" y="643"/>
                  </a:cubicBezTo>
                  <a:cubicBezTo>
                    <a:pt x="2358" y="334"/>
                    <a:pt x="1501"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9" name="Google Shape;27719;p151"/>
            <p:cNvSpPr/>
            <p:nvPr/>
          </p:nvSpPr>
          <p:spPr>
            <a:xfrm>
              <a:off x="7255457" y="3639638"/>
              <a:ext cx="103158" cy="185606"/>
            </a:xfrm>
            <a:custGeom>
              <a:rect b="b" l="l" r="r" t="t"/>
              <a:pathLst>
                <a:path extrusionOk="0" h="5700" w="3168">
                  <a:moveTo>
                    <a:pt x="2819" y="0"/>
                  </a:moveTo>
                  <a:cubicBezTo>
                    <a:pt x="2794" y="0"/>
                    <a:pt x="2767" y="3"/>
                    <a:pt x="2739" y="8"/>
                  </a:cubicBezTo>
                  <a:cubicBezTo>
                    <a:pt x="2620" y="32"/>
                    <a:pt x="2525" y="151"/>
                    <a:pt x="2525" y="318"/>
                  </a:cubicBezTo>
                  <a:cubicBezTo>
                    <a:pt x="2525" y="366"/>
                    <a:pt x="2501" y="628"/>
                    <a:pt x="1905" y="628"/>
                  </a:cubicBezTo>
                  <a:cubicBezTo>
                    <a:pt x="1500" y="628"/>
                    <a:pt x="738" y="366"/>
                    <a:pt x="0" y="104"/>
                  </a:cubicBezTo>
                  <a:lnTo>
                    <a:pt x="0" y="5200"/>
                  </a:lnTo>
                  <a:cubicBezTo>
                    <a:pt x="738" y="5462"/>
                    <a:pt x="1453" y="5700"/>
                    <a:pt x="1905" y="5700"/>
                  </a:cubicBezTo>
                  <a:cubicBezTo>
                    <a:pt x="2334" y="5700"/>
                    <a:pt x="2667" y="5581"/>
                    <a:pt x="2906" y="5343"/>
                  </a:cubicBezTo>
                  <a:cubicBezTo>
                    <a:pt x="3168" y="5081"/>
                    <a:pt x="3168" y="4771"/>
                    <a:pt x="3144" y="4747"/>
                  </a:cubicBezTo>
                  <a:lnTo>
                    <a:pt x="3144" y="318"/>
                  </a:lnTo>
                  <a:cubicBezTo>
                    <a:pt x="3144" y="150"/>
                    <a:pt x="3014" y="0"/>
                    <a:pt x="2819"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0" name="Google Shape;27720;p151"/>
            <p:cNvSpPr/>
            <p:nvPr/>
          </p:nvSpPr>
          <p:spPr>
            <a:xfrm>
              <a:off x="7132143" y="3598023"/>
              <a:ext cx="20970" cy="350633"/>
            </a:xfrm>
            <a:custGeom>
              <a:rect b="b" l="l" r="r" t="t"/>
              <a:pathLst>
                <a:path extrusionOk="0" h="10768" w="644">
                  <a:moveTo>
                    <a:pt x="286" y="0"/>
                  </a:moveTo>
                  <a:cubicBezTo>
                    <a:pt x="120" y="48"/>
                    <a:pt x="1" y="191"/>
                    <a:pt x="1" y="334"/>
                  </a:cubicBezTo>
                  <a:lnTo>
                    <a:pt x="1" y="10431"/>
                  </a:lnTo>
                  <a:cubicBezTo>
                    <a:pt x="1" y="10630"/>
                    <a:pt x="144" y="10767"/>
                    <a:pt x="317" y="10767"/>
                  </a:cubicBezTo>
                  <a:cubicBezTo>
                    <a:pt x="330" y="10767"/>
                    <a:pt x="344" y="10766"/>
                    <a:pt x="358" y="10764"/>
                  </a:cubicBezTo>
                  <a:cubicBezTo>
                    <a:pt x="525" y="10717"/>
                    <a:pt x="644" y="10574"/>
                    <a:pt x="644" y="10431"/>
                  </a:cubicBezTo>
                  <a:lnTo>
                    <a:pt x="644" y="334"/>
                  </a:lnTo>
                  <a:cubicBezTo>
                    <a:pt x="644" y="167"/>
                    <a:pt x="501" y="0"/>
                    <a:pt x="286"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1" name="Google Shape;27721;p151"/>
            <p:cNvSpPr/>
            <p:nvPr/>
          </p:nvSpPr>
          <p:spPr>
            <a:xfrm>
              <a:off x="7143019" y="3599586"/>
              <a:ext cx="10094" cy="348972"/>
            </a:xfrm>
            <a:custGeom>
              <a:rect b="b" l="l" r="r" t="t"/>
              <a:pathLst>
                <a:path extrusionOk="0" h="10717" w="310">
                  <a:moveTo>
                    <a:pt x="0" y="0"/>
                  </a:moveTo>
                  <a:lnTo>
                    <a:pt x="0" y="10716"/>
                  </a:lnTo>
                  <a:cubicBezTo>
                    <a:pt x="167" y="10716"/>
                    <a:pt x="310" y="10550"/>
                    <a:pt x="310" y="10383"/>
                  </a:cubicBezTo>
                  <a:lnTo>
                    <a:pt x="310" y="286"/>
                  </a:lnTo>
                  <a:cubicBezTo>
                    <a:pt x="310" y="143"/>
                    <a:pt x="191" y="0"/>
                    <a:pt x="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2" name="Google Shape;27722;p151"/>
            <p:cNvSpPr/>
            <p:nvPr/>
          </p:nvSpPr>
          <p:spPr>
            <a:xfrm>
              <a:off x="7090268" y="3926807"/>
              <a:ext cx="103940" cy="21752"/>
            </a:xfrm>
            <a:custGeom>
              <a:rect b="b" l="l" r="r" t="t"/>
              <a:pathLst>
                <a:path extrusionOk="0" h="668" w="3192">
                  <a:moveTo>
                    <a:pt x="358" y="1"/>
                  </a:moveTo>
                  <a:cubicBezTo>
                    <a:pt x="144" y="1"/>
                    <a:pt x="1" y="191"/>
                    <a:pt x="25" y="358"/>
                  </a:cubicBezTo>
                  <a:cubicBezTo>
                    <a:pt x="72" y="548"/>
                    <a:pt x="215" y="667"/>
                    <a:pt x="358" y="667"/>
                  </a:cubicBezTo>
                  <a:lnTo>
                    <a:pt x="2858" y="667"/>
                  </a:lnTo>
                  <a:cubicBezTo>
                    <a:pt x="3049" y="667"/>
                    <a:pt x="3192" y="548"/>
                    <a:pt x="3192" y="358"/>
                  </a:cubicBezTo>
                  <a:cubicBezTo>
                    <a:pt x="3192" y="144"/>
                    <a:pt x="3049" y="1"/>
                    <a:pt x="285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3" name="Google Shape;27723;p151"/>
            <p:cNvSpPr/>
            <p:nvPr/>
          </p:nvSpPr>
          <p:spPr>
            <a:xfrm>
              <a:off x="7143768" y="3927588"/>
              <a:ext cx="51221" cy="20970"/>
            </a:xfrm>
            <a:custGeom>
              <a:rect b="b" l="l" r="r" t="t"/>
              <a:pathLst>
                <a:path extrusionOk="0" h="644" w="1573">
                  <a:moveTo>
                    <a:pt x="1" y="0"/>
                  </a:moveTo>
                  <a:lnTo>
                    <a:pt x="1" y="643"/>
                  </a:lnTo>
                  <a:lnTo>
                    <a:pt x="1239" y="643"/>
                  </a:lnTo>
                  <a:cubicBezTo>
                    <a:pt x="1406" y="643"/>
                    <a:pt x="1549" y="524"/>
                    <a:pt x="1573" y="358"/>
                  </a:cubicBezTo>
                  <a:cubicBezTo>
                    <a:pt x="1573" y="167"/>
                    <a:pt x="1430" y="0"/>
                    <a:pt x="1239" y="0"/>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4" name="Google Shape;27724;p151"/>
          <p:cNvGrpSpPr/>
          <p:nvPr/>
        </p:nvGrpSpPr>
        <p:grpSpPr>
          <a:xfrm>
            <a:off x="6295417" y="3467342"/>
            <a:ext cx="351317" cy="307097"/>
            <a:chOff x="6295417" y="3619742"/>
            <a:chExt cx="351317" cy="307097"/>
          </a:xfrm>
        </p:grpSpPr>
        <p:sp>
          <p:nvSpPr>
            <p:cNvPr id="27725" name="Google Shape;27725;p151"/>
            <p:cNvSpPr/>
            <p:nvPr/>
          </p:nvSpPr>
          <p:spPr>
            <a:xfrm>
              <a:off x="6295417" y="3619742"/>
              <a:ext cx="81471" cy="51970"/>
            </a:xfrm>
            <a:custGeom>
              <a:rect b="b" l="l" r="r" t="t"/>
              <a:pathLst>
                <a:path extrusionOk="0" h="1596" w="2502">
                  <a:moveTo>
                    <a:pt x="358" y="0"/>
                  </a:moveTo>
                  <a:cubicBezTo>
                    <a:pt x="215" y="0"/>
                    <a:pt x="72" y="119"/>
                    <a:pt x="25" y="262"/>
                  </a:cubicBezTo>
                  <a:cubicBezTo>
                    <a:pt x="1" y="453"/>
                    <a:pt x="144" y="619"/>
                    <a:pt x="334" y="619"/>
                  </a:cubicBezTo>
                  <a:lnTo>
                    <a:pt x="1644" y="619"/>
                  </a:lnTo>
                  <a:lnTo>
                    <a:pt x="1858" y="1286"/>
                  </a:lnTo>
                  <a:lnTo>
                    <a:pt x="2216" y="1596"/>
                  </a:lnTo>
                  <a:lnTo>
                    <a:pt x="2501" y="1286"/>
                  </a:lnTo>
                  <a:lnTo>
                    <a:pt x="2216" y="238"/>
                  </a:lnTo>
                  <a:cubicBezTo>
                    <a:pt x="2168" y="95"/>
                    <a:pt x="2049" y="0"/>
                    <a:pt x="1906"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6" name="Google Shape;27726;p151"/>
            <p:cNvSpPr/>
            <p:nvPr/>
          </p:nvSpPr>
          <p:spPr>
            <a:xfrm>
              <a:off x="6522638" y="3864775"/>
              <a:ext cx="62064" cy="62064"/>
            </a:xfrm>
            <a:custGeom>
              <a:rect b="b" l="l" r="r" t="t"/>
              <a:pathLst>
                <a:path extrusionOk="0" h="1906" w="1906">
                  <a:moveTo>
                    <a:pt x="953" y="1"/>
                  </a:moveTo>
                  <a:cubicBezTo>
                    <a:pt x="405" y="1"/>
                    <a:pt x="0" y="453"/>
                    <a:pt x="0" y="953"/>
                  </a:cubicBezTo>
                  <a:cubicBezTo>
                    <a:pt x="0" y="1501"/>
                    <a:pt x="429" y="1906"/>
                    <a:pt x="953" y="1906"/>
                  </a:cubicBezTo>
                  <a:cubicBezTo>
                    <a:pt x="1453" y="1906"/>
                    <a:pt x="1906" y="1501"/>
                    <a:pt x="1906" y="953"/>
                  </a:cubicBezTo>
                  <a:cubicBezTo>
                    <a:pt x="1906" y="429"/>
                    <a:pt x="1477"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7" name="Google Shape;27727;p151"/>
            <p:cNvSpPr/>
            <p:nvPr/>
          </p:nvSpPr>
          <p:spPr>
            <a:xfrm>
              <a:off x="6419513" y="3864775"/>
              <a:ext cx="62064" cy="62064"/>
            </a:xfrm>
            <a:custGeom>
              <a:rect b="b" l="l" r="r" t="t"/>
              <a:pathLst>
                <a:path extrusionOk="0" h="1906" w="1906">
                  <a:moveTo>
                    <a:pt x="953" y="1"/>
                  </a:moveTo>
                  <a:cubicBezTo>
                    <a:pt x="405" y="1"/>
                    <a:pt x="0" y="453"/>
                    <a:pt x="0" y="953"/>
                  </a:cubicBezTo>
                  <a:cubicBezTo>
                    <a:pt x="0" y="1501"/>
                    <a:pt x="453" y="1906"/>
                    <a:pt x="953" y="1906"/>
                  </a:cubicBezTo>
                  <a:cubicBezTo>
                    <a:pt x="1500" y="1906"/>
                    <a:pt x="1905" y="1501"/>
                    <a:pt x="1905" y="953"/>
                  </a:cubicBezTo>
                  <a:cubicBezTo>
                    <a:pt x="1905" y="429"/>
                    <a:pt x="1500" y="1"/>
                    <a:pt x="953"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8" name="Google Shape;27728;p151"/>
            <p:cNvSpPr/>
            <p:nvPr/>
          </p:nvSpPr>
          <p:spPr>
            <a:xfrm>
              <a:off x="6439669" y="3886494"/>
              <a:ext cx="21752" cy="20970"/>
            </a:xfrm>
            <a:custGeom>
              <a:rect b="b" l="l" r="r" t="t"/>
              <a:pathLst>
                <a:path extrusionOk="0" h="644" w="668">
                  <a:moveTo>
                    <a:pt x="334" y="0"/>
                  </a:moveTo>
                  <a:cubicBezTo>
                    <a:pt x="167" y="0"/>
                    <a:pt x="0" y="143"/>
                    <a:pt x="0" y="310"/>
                  </a:cubicBezTo>
                  <a:cubicBezTo>
                    <a:pt x="0" y="500"/>
                    <a:pt x="167" y="643"/>
                    <a:pt x="334" y="643"/>
                  </a:cubicBezTo>
                  <a:cubicBezTo>
                    <a:pt x="524" y="643"/>
                    <a:pt x="667" y="500"/>
                    <a:pt x="667" y="310"/>
                  </a:cubicBezTo>
                  <a:cubicBezTo>
                    <a:pt x="667" y="143"/>
                    <a:pt x="524" y="0"/>
                    <a:pt x="334"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9" name="Google Shape;27729;p151"/>
            <p:cNvSpPr/>
            <p:nvPr/>
          </p:nvSpPr>
          <p:spPr>
            <a:xfrm>
              <a:off x="6542795" y="3886494"/>
              <a:ext cx="20970" cy="20970"/>
            </a:xfrm>
            <a:custGeom>
              <a:rect b="b" l="l" r="r" t="t"/>
              <a:pathLst>
                <a:path extrusionOk="0" h="644" w="644">
                  <a:moveTo>
                    <a:pt x="334" y="0"/>
                  </a:moveTo>
                  <a:cubicBezTo>
                    <a:pt x="144" y="0"/>
                    <a:pt x="1" y="143"/>
                    <a:pt x="1" y="310"/>
                  </a:cubicBezTo>
                  <a:cubicBezTo>
                    <a:pt x="1" y="500"/>
                    <a:pt x="144" y="643"/>
                    <a:pt x="334" y="643"/>
                  </a:cubicBezTo>
                  <a:cubicBezTo>
                    <a:pt x="501" y="643"/>
                    <a:pt x="644" y="500"/>
                    <a:pt x="644" y="310"/>
                  </a:cubicBezTo>
                  <a:cubicBezTo>
                    <a:pt x="644" y="143"/>
                    <a:pt x="501" y="0"/>
                    <a:pt x="334"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0" name="Google Shape;27730;p151"/>
            <p:cNvSpPr/>
            <p:nvPr/>
          </p:nvSpPr>
          <p:spPr>
            <a:xfrm>
              <a:off x="6384606" y="3804600"/>
              <a:ext cx="220253" cy="62520"/>
            </a:xfrm>
            <a:custGeom>
              <a:rect b="b" l="l" r="r" t="t"/>
              <a:pathLst>
                <a:path extrusionOk="0" h="1920" w="6764">
                  <a:moveTo>
                    <a:pt x="798" y="0"/>
                  </a:moveTo>
                  <a:cubicBezTo>
                    <a:pt x="678" y="0"/>
                    <a:pt x="552" y="79"/>
                    <a:pt x="501" y="182"/>
                  </a:cubicBezTo>
                  <a:lnTo>
                    <a:pt x="334" y="539"/>
                  </a:lnTo>
                  <a:cubicBezTo>
                    <a:pt x="1" y="1158"/>
                    <a:pt x="477" y="1920"/>
                    <a:pt x="1167" y="1920"/>
                  </a:cubicBezTo>
                  <a:lnTo>
                    <a:pt x="6430" y="1920"/>
                  </a:lnTo>
                  <a:cubicBezTo>
                    <a:pt x="6621" y="1872"/>
                    <a:pt x="6764" y="1706"/>
                    <a:pt x="6764" y="1515"/>
                  </a:cubicBezTo>
                  <a:cubicBezTo>
                    <a:pt x="6740" y="1372"/>
                    <a:pt x="6621" y="1253"/>
                    <a:pt x="6430" y="1253"/>
                  </a:cubicBezTo>
                  <a:lnTo>
                    <a:pt x="1167" y="1253"/>
                  </a:lnTo>
                  <a:cubicBezTo>
                    <a:pt x="929" y="1253"/>
                    <a:pt x="786" y="1015"/>
                    <a:pt x="882" y="801"/>
                  </a:cubicBezTo>
                  <a:lnTo>
                    <a:pt x="1072" y="443"/>
                  </a:lnTo>
                  <a:cubicBezTo>
                    <a:pt x="1167" y="301"/>
                    <a:pt x="1072" y="86"/>
                    <a:pt x="929" y="39"/>
                  </a:cubicBezTo>
                  <a:cubicBezTo>
                    <a:pt x="889" y="12"/>
                    <a:pt x="844" y="0"/>
                    <a:pt x="79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1" name="Google Shape;27731;p151"/>
            <p:cNvSpPr/>
            <p:nvPr/>
          </p:nvSpPr>
          <p:spPr>
            <a:xfrm>
              <a:off x="6501701" y="3845401"/>
              <a:ext cx="103158" cy="20189"/>
            </a:xfrm>
            <a:custGeom>
              <a:rect b="b" l="l" r="r" t="t"/>
              <a:pathLst>
                <a:path extrusionOk="0" h="620" w="3168">
                  <a:moveTo>
                    <a:pt x="1" y="0"/>
                  </a:moveTo>
                  <a:lnTo>
                    <a:pt x="1" y="619"/>
                  </a:lnTo>
                  <a:lnTo>
                    <a:pt x="2834" y="619"/>
                  </a:lnTo>
                  <a:cubicBezTo>
                    <a:pt x="3025" y="619"/>
                    <a:pt x="3168" y="476"/>
                    <a:pt x="3144" y="262"/>
                  </a:cubicBezTo>
                  <a:cubicBezTo>
                    <a:pt x="3144" y="119"/>
                    <a:pt x="2977" y="0"/>
                    <a:pt x="2834" y="0"/>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2" name="Google Shape;27732;p151"/>
            <p:cNvSpPr/>
            <p:nvPr/>
          </p:nvSpPr>
          <p:spPr>
            <a:xfrm>
              <a:off x="6356700" y="3661618"/>
              <a:ext cx="290034" cy="163627"/>
            </a:xfrm>
            <a:custGeom>
              <a:rect b="b" l="l" r="r" t="t"/>
              <a:pathLst>
                <a:path extrusionOk="0" h="5025" w="8907">
                  <a:moveTo>
                    <a:pt x="0" y="0"/>
                  </a:moveTo>
                  <a:lnTo>
                    <a:pt x="1358" y="4787"/>
                  </a:lnTo>
                  <a:cubicBezTo>
                    <a:pt x="1405" y="4930"/>
                    <a:pt x="1524" y="5025"/>
                    <a:pt x="1667" y="5025"/>
                  </a:cubicBezTo>
                  <a:lnTo>
                    <a:pt x="7311" y="5025"/>
                  </a:lnTo>
                  <a:cubicBezTo>
                    <a:pt x="7478" y="5025"/>
                    <a:pt x="7597" y="4930"/>
                    <a:pt x="7621" y="4787"/>
                  </a:cubicBezTo>
                  <a:lnTo>
                    <a:pt x="8907" y="381"/>
                  </a:lnTo>
                  <a:cubicBezTo>
                    <a:pt x="8907" y="286"/>
                    <a:pt x="8859" y="191"/>
                    <a:pt x="8835" y="119"/>
                  </a:cubicBezTo>
                  <a:cubicBezTo>
                    <a:pt x="8788" y="24"/>
                    <a:pt x="8692" y="0"/>
                    <a:pt x="8597"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3" name="Google Shape;27733;p151"/>
            <p:cNvSpPr/>
            <p:nvPr/>
          </p:nvSpPr>
          <p:spPr>
            <a:xfrm>
              <a:off x="6501701" y="3661618"/>
              <a:ext cx="145033" cy="163627"/>
            </a:xfrm>
            <a:custGeom>
              <a:rect b="b" l="l" r="r" t="t"/>
              <a:pathLst>
                <a:path extrusionOk="0" h="5025" w="4454">
                  <a:moveTo>
                    <a:pt x="1" y="0"/>
                  </a:moveTo>
                  <a:lnTo>
                    <a:pt x="1" y="5025"/>
                  </a:lnTo>
                  <a:lnTo>
                    <a:pt x="2834" y="5025"/>
                  </a:lnTo>
                  <a:cubicBezTo>
                    <a:pt x="2977" y="5025"/>
                    <a:pt x="3096" y="4906"/>
                    <a:pt x="3144" y="4787"/>
                  </a:cubicBezTo>
                  <a:lnTo>
                    <a:pt x="4406" y="381"/>
                  </a:lnTo>
                  <a:cubicBezTo>
                    <a:pt x="4454" y="286"/>
                    <a:pt x="4406" y="167"/>
                    <a:pt x="4359" y="119"/>
                  </a:cubicBezTo>
                  <a:cubicBezTo>
                    <a:pt x="4287" y="24"/>
                    <a:pt x="4216" y="0"/>
                    <a:pt x="4120"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4" name="Google Shape;27734;p151"/>
          <p:cNvGrpSpPr/>
          <p:nvPr/>
        </p:nvGrpSpPr>
        <p:grpSpPr>
          <a:xfrm>
            <a:off x="5538567" y="3447186"/>
            <a:ext cx="349005" cy="349754"/>
            <a:chOff x="5538567" y="3599586"/>
            <a:chExt cx="349005" cy="349754"/>
          </a:xfrm>
        </p:grpSpPr>
        <p:sp>
          <p:nvSpPr>
            <p:cNvPr id="27735" name="Google Shape;27735;p151"/>
            <p:cNvSpPr/>
            <p:nvPr/>
          </p:nvSpPr>
          <p:spPr>
            <a:xfrm>
              <a:off x="5538567" y="3599586"/>
              <a:ext cx="349005" cy="206283"/>
            </a:xfrm>
            <a:custGeom>
              <a:rect b="b" l="l" r="r" t="t"/>
              <a:pathLst>
                <a:path extrusionOk="0" h="6335" w="10718">
                  <a:moveTo>
                    <a:pt x="6931" y="0"/>
                  </a:moveTo>
                  <a:cubicBezTo>
                    <a:pt x="6336" y="0"/>
                    <a:pt x="5812" y="191"/>
                    <a:pt x="5359" y="548"/>
                  </a:cubicBezTo>
                  <a:cubicBezTo>
                    <a:pt x="5145" y="714"/>
                    <a:pt x="4978" y="905"/>
                    <a:pt x="4859" y="1119"/>
                  </a:cubicBezTo>
                  <a:cubicBezTo>
                    <a:pt x="4454" y="786"/>
                    <a:pt x="3978" y="643"/>
                    <a:pt x="3478" y="643"/>
                  </a:cubicBezTo>
                  <a:cubicBezTo>
                    <a:pt x="2359" y="643"/>
                    <a:pt x="1406" y="1500"/>
                    <a:pt x="1287" y="2643"/>
                  </a:cubicBezTo>
                  <a:cubicBezTo>
                    <a:pt x="525" y="2905"/>
                    <a:pt x="1" y="3620"/>
                    <a:pt x="1" y="4453"/>
                  </a:cubicBezTo>
                  <a:cubicBezTo>
                    <a:pt x="1" y="5501"/>
                    <a:pt x="834" y="6335"/>
                    <a:pt x="1882" y="6335"/>
                  </a:cubicBezTo>
                  <a:lnTo>
                    <a:pt x="8812" y="6335"/>
                  </a:lnTo>
                  <a:cubicBezTo>
                    <a:pt x="9860" y="6335"/>
                    <a:pt x="10717" y="5501"/>
                    <a:pt x="10717" y="4453"/>
                  </a:cubicBezTo>
                  <a:cubicBezTo>
                    <a:pt x="10717" y="3596"/>
                    <a:pt x="10170" y="2882"/>
                    <a:pt x="9431" y="2620"/>
                  </a:cubicBezTo>
                  <a:lnTo>
                    <a:pt x="9431" y="2501"/>
                  </a:lnTo>
                  <a:cubicBezTo>
                    <a:pt x="9431" y="1095"/>
                    <a:pt x="8312" y="0"/>
                    <a:pt x="6931"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6" name="Google Shape;27736;p151"/>
            <p:cNvSpPr/>
            <p:nvPr/>
          </p:nvSpPr>
          <p:spPr>
            <a:xfrm>
              <a:off x="5713070" y="3599586"/>
              <a:ext cx="174502" cy="205502"/>
            </a:xfrm>
            <a:custGeom>
              <a:rect b="b" l="l" r="r" t="t"/>
              <a:pathLst>
                <a:path extrusionOk="0" h="6311" w="5359">
                  <a:moveTo>
                    <a:pt x="1572" y="0"/>
                  </a:moveTo>
                  <a:cubicBezTo>
                    <a:pt x="977" y="0"/>
                    <a:pt x="453" y="191"/>
                    <a:pt x="0" y="548"/>
                  </a:cubicBezTo>
                  <a:lnTo>
                    <a:pt x="0" y="6311"/>
                  </a:lnTo>
                  <a:lnTo>
                    <a:pt x="3453" y="6311"/>
                  </a:lnTo>
                  <a:cubicBezTo>
                    <a:pt x="4501" y="6311"/>
                    <a:pt x="5358" y="5430"/>
                    <a:pt x="5358" y="4406"/>
                  </a:cubicBezTo>
                  <a:cubicBezTo>
                    <a:pt x="5358" y="3596"/>
                    <a:pt x="4811" y="2858"/>
                    <a:pt x="4072" y="2620"/>
                  </a:cubicBezTo>
                  <a:lnTo>
                    <a:pt x="4072" y="2501"/>
                  </a:lnTo>
                  <a:cubicBezTo>
                    <a:pt x="4072" y="1095"/>
                    <a:pt x="2953" y="0"/>
                    <a:pt x="157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7" name="Google Shape;27737;p151"/>
            <p:cNvSpPr/>
            <p:nvPr/>
          </p:nvSpPr>
          <p:spPr>
            <a:xfrm>
              <a:off x="5656443" y="3753118"/>
              <a:ext cx="110940" cy="196222"/>
            </a:xfrm>
            <a:custGeom>
              <a:rect b="b" l="l" r="r" t="t"/>
              <a:pathLst>
                <a:path extrusionOk="0" h="6026" w="3407">
                  <a:moveTo>
                    <a:pt x="1715" y="0"/>
                  </a:moveTo>
                  <a:cubicBezTo>
                    <a:pt x="1596" y="0"/>
                    <a:pt x="1501" y="72"/>
                    <a:pt x="1430" y="167"/>
                  </a:cubicBezTo>
                  <a:lnTo>
                    <a:pt x="96" y="2358"/>
                  </a:lnTo>
                  <a:cubicBezTo>
                    <a:pt x="1" y="2477"/>
                    <a:pt x="48" y="2667"/>
                    <a:pt x="167" y="2739"/>
                  </a:cubicBezTo>
                  <a:cubicBezTo>
                    <a:pt x="215" y="2810"/>
                    <a:pt x="310" y="2834"/>
                    <a:pt x="358" y="2834"/>
                  </a:cubicBezTo>
                  <a:lnTo>
                    <a:pt x="1049" y="2834"/>
                  </a:lnTo>
                  <a:lnTo>
                    <a:pt x="1049" y="5692"/>
                  </a:lnTo>
                  <a:cubicBezTo>
                    <a:pt x="1049" y="5882"/>
                    <a:pt x="1191" y="6025"/>
                    <a:pt x="1382" y="6025"/>
                  </a:cubicBezTo>
                  <a:lnTo>
                    <a:pt x="2025" y="6025"/>
                  </a:lnTo>
                  <a:cubicBezTo>
                    <a:pt x="2215" y="6025"/>
                    <a:pt x="2358" y="5882"/>
                    <a:pt x="2358" y="5692"/>
                  </a:cubicBezTo>
                  <a:lnTo>
                    <a:pt x="2358" y="2834"/>
                  </a:lnTo>
                  <a:lnTo>
                    <a:pt x="3049" y="2834"/>
                  </a:lnTo>
                  <a:cubicBezTo>
                    <a:pt x="3144" y="2834"/>
                    <a:pt x="3216" y="2810"/>
                    <a:pt x="3287" y="2739"/>
                  </a:cubicBezTo>
                  <a:cubicBezTo>
                    <a:pt x="3359" y="2620"/>
                    <a:pt x="3406" y="2477"/>
                    <a:pt x="3311" y="2358"/>
                  </a:cubicBezTo>
                  <a:lnTo>
                    <a:pt x="1977" y="167"/>
                  </a:lnTo>
                  <a:cubicBezTo>
                    <a:pt x="1906" y="72"/>
                    <a:pt x="1834" y="0"/>
                    <a:pt x="1715"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8" name="Google Shape;27738;p151"/>
            <p:cNvSpPr/>
            <p:nvPr/>
          </p:nvSpPr>
          <p:spPr>
            <a:xfrm>
              <a:off x="5711507" y="3753118"/>
              <a:ext cx="55877" cy="195440"/>
            </a:xfrm>
            <a:custGeom>
              <a:rect b="b" l="l" r="r" t="t"/>
              <a:pathLst>
                <a:path extrusionOk="0" h="6002" w="1716">
                  <a:moveTo>
                    <a:pt x="1" y="0"/>
                  </a:moveTo>
                  <a:lnTo>
                    <a:pt x="1" y="6001"/>
                  </a:lnTo>
                  <a:lnTo>
                    <a:pt x="334" y="6001"/>
                  </a:lnTo>
                  <a:cubicBezTo>
                    <a:pt x="524" y="6001"/>
                    <a:pt x="667" y="5835"/>
                    <a:pt x="667" y="5668"/>
                  </a:cubicBezTo>
                  <a:lnTo>
                    <a:pt x="667" y="2834"/>
                  </a:lnTo>
                  <a:lnTo>
                    <a:pt x="1358" y="2834"/>
                  </a:lnTo>
                  <a:cubicBezTo>
                    <a:pt x="1429" y="2834"/>
                    <a:pt x="1525" y="2810"/>
                    <a:pt x="1596" y="2739"/>
                  </a:cubicBezTo>
                  <a:cubicBezTo>
                    <a:pt x="1668" y="2620"/>
                    <a:pt x="1715" y="2477"/>
                    <a:pt x="1620" y="2358"/>
                  </a:cubicBezTo>
                  <a:lnTo>
                    <a:pt x="286" y="167"/>
                  </a:lnTo>
                  <a:cubicBezTo>
                    <a:pt x="215" y="72"/>
                    <a:pt x="120" y="0"/>
                    <a:pt x="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9" name="Google Shape;27739;p151"/>
          <p:cNvGrpSpPr/>
          <p:nvPr/>
        </p:nvGrpSpPr>
        <p:grpSpPr>
          <a:xfrm>
            <a:off x="4771655" y="3447186"/>
            <a:ext cx="351317" cy="349754"/>
            <a:chOff x="4771655" y="3599586"/>
            <a:chExt cx="351317" cy="349754"/>
          </a:xfrm>
        </p:grpSpPr>
        <p:sp>
          <p:nvSpPr>
            <p:cNvPr id="27740" name="Google Shape;27740;p151"/>
            <p:cNvSpPr/>
            <p:nvPr/>
          </p:nvSpPr>
          <p:spPr>
            <a:xfrm>
              <a:off x="4813530" y="3722086"/>
              <a:ext cx="62064" cy="205535"/>
            </a:xfrm>
            <a:custGeom>
              <a:rect b="b" l="l" r="r" t="t"/>
              <a:pathLst>
                <a:path extrusionOk="0" h="6312" w="1906">
                  <a:moveTo>
                    <a:pt x="0" y="1"/>
                  </a:moveTo>
                  <a:lnTo>
                    <a:pt x="0" y="6311"/>
                  </a:lnTo>
                  <a:lnTo>
                    <a:pt x="1906" y="6311"/>
                  </a:lnTo>
                  <a:lnTo>
                    <a:pt x="1906"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1" name="Google Shape;27741;p151"/>
            <p:cNvSpPr/>
            <p:nvPr/>
          </p:nvSpPr>
          <p:spPr>
            <a:xfrm>
              <a:off x="5019032" y="3722086"/>
              <a:ext cx="62064" cy="205535"/>
            </a:xfrm>
            <a:custGeom>
              <a:rect b="b" l="l" r="r" t="t"/>
              <a:pathLst>
                <a:path extrusionOk="0" h="6312" w="1906">
                  <a:moveTo>
                    <a:pt x="0" y="1"/>
                  </a:moveTo>
                  <a:lnTo>
                    <a:pt x="0" y="6311"/>
                  </a:lnTo>
                  <a:lnTo>
                    <a:pt x="1905" y="6311"/>
                  </a:lnTo>
                  <a:lnTo>
                    <a:pt x="1905"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2" name="Google Shape;27742;p151"/>
            <p:cNvSpPr/>
            <p:nvPr/>
          </p:nvSpPr>
          <p:spPr>
            <a:xfrm>
              <a:off x="4915874" y="3722086"/>
              <a:ext cx="62097" cy="205535"/>
            </a:xfrm>
            <a:custGeom>
              <a:rect b="b" l="l" r="r" t="t"/>
              <a:pathLst>
                <a:path extrusionOk="0" h="6312" w="1907">
                  <a:moveTo>
                    <a:pt x="1" y="1"/>
                  </a:moveTo>
                  <a:lnTo>
                    <a:pt x="1" y="6311"/>
                  </a:lnTo>
                  <a:lnTo>
                    <a:pt x="1906" y="6311"/>
                  </a:lnTo>
                  <a:lnTo>
                    <a:pt x="1906"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3" name="Google Shape;27743;p151"/>
            <p:cNvSpPr/>
            <p:nvPr/>
          </p:nvSpPr>
          <p:spPr>
            <a:xfrm>
              <a:off x="4946906" y="3722086"/>
              <a:ext cx="31065" cy="205535"/>
            </a:xfrm>
            <a:custGeom>
              <a:rect b="b" l="l" r="r" t="t"/>
              <a:pathLst>
                <a:path extrusionOk="0" h="6312" w="954">
                  <a:moveTo>
                    <a:pt x="0" y="1"/>
                  </a:moveTo>
                  <a:lnTo>
                    <a:pt x="0" y="6311"/>
                  </a:lnTo>
                  <a:lnTo>
                    <a:pt x="953" y="6311"/>
                  </a:lnTo>
                  <a:lnTo>
                    <a:pt x="953"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4" name="Google Shape;27744;p151"/>
            <p:cNvSpPr/>
            <p:nvPr/>
          </p:nvSpPr>
          <p:spPr>
            <a:xfrm>
              <a:off x="4772437" y="3907432"/>
              <a:ext cx="348972" cy="41908"/>
            </a:xfrm>
            <a:custGeom>
              <a:rect b="b" l="l" r="r" t="t"/>
              <a:pathLst>
                <a:path extrusionOk="0" h="1287" w="10717">
                  <a:moveTo>
                    <a:pt x="715" y="0"/>
                  </a:moveTo>
                  <a:cubicBezTo>
                    <a:pt x="643" y="0"/>
                    <a:pt x="548" y="24"/>
                    <a:pt x="476" y="119"/>
                  </a:cubicBezTo>
                  <a:cubicBezTo>
                    <a:pt x="405" y="238"/>
                    <a:pt x="167" y="500"/>
                    <a:pt x="48" y="834"/>
                  </a:cubicBezTo>
                  <a:cubicBezTo>
                    <a:pt x="0" y="929"/>
                    <a:pt x="0" y="1048"/>
                    <a:pt x="72" y="1143"/>
                  </a:cubicBezTo>
                  <a:cubicBezTo>
                    <a:pt x="119" y="1215"/>
                    <a:pt x="215" y="1286"/>
                    <a:pt x="334" y="1286"/>
                  </a:cubicBezTo>
                  <a:lnTo>
                    <a:pt x="10455" y="1286"/>
                  </a:lnTo>
                  <a:cubicBezTo>
                    <a:pt x="10550" y="1286"/>
                    <a:pt x="10669" y="1215"/>
                    <a:pt x="10717" y="1143"/>
                  </a:cubicBezTo>
                  <a:cubicBezTo>
                    <a:pt x="10717" y="1048"/>
                    <a:pt x="10717" y="929"/>
                    <a:pt x="10693" y="834"/>
                  </a:cubicBezTo>
                  <a:cubicBezTo>
                    <a:pt x="10574" y="500"/>
                    <a:pt x="10336" y="215"/>
                    <a:pt x="10240" y="119"/>
                  </a:cubicBezTo>
                  <a:cubicBezTo>
                    <a:pt x="10193" y="72"/>
                    <a:pt x="10098" y="0"/>
                    <a:pt x="10002"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5" name="Google Shape;27745;p151"/>
            <p:cNvSpPr/>
            <p:nvPr/>
          </p:nvSpPr>
          <p:spPr>
            <a:xfrm>
              <a:off x="4946906" y="3906651"/>
              <a:ext cx="174502" cy="40833"/>
            </a:xfrm>
            <a:custGeom>
              <a:rect b="b" l="l" r="r" t="t"/>
              <a:pathLst>
                <a:path extrusionOk="0" h="1254" w="5359">
                  <a:moveTo>
                    <a:pt x="0" y="0"/>
                  </a:moveTo>
                  <a:lnTo>
                    <a:pt x="0" y="1239"/>
                  </a:lnTo>
                  <a:lnTo>
                    <a:pt x="5073" y="1239"/>
                  </a:lnTo>
                  <a:cubicBezTo>
                    <a:pt x="5094" y="1249"/>
                    <a:pt x="5114" y="1254"/>
                    <a:pt x="5132" y="1254"/>
                  </a:cubicBezTo>
                  <a:cubicBezTo>
                    <a:pt x="5200" y="1254"/>
                    <a:pt x="5255" y="1194"/>
                    <a:pt x="5311" y="1120"/>
                  </a:cubicBezTo>
                  <a:cubicBezTo>
                    <a:pt x="5359" y="1048"/>
                    <a:pt x="5359" y="953"/>
                    <a:pt x="5335" y="834"/>
                  </a:cubicBezTo>
                  <a:cubicBezTo>
                    <a:pt x="5216" y="501"/>
                    <a:pt x="4978" y="215"/>
                    <a:pt x="4882" y="120"/>
                  </a:cubicBezTo>
                  <a:cubicBezTo>
                    <a:pt x="4835" y="48"/>
                    <a:pt x="4740" y="0"/>
                    <a:pt x="4644"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6" name="Google Shape;27746;p151"/>
            <p:cNvSpPr/>
            <p:nvPr/>
          </p:nvSpPr>
          <p:spPr>
            <a:xfrm>
              <a:off x="4777093" y="3599586"/>
              <a:ext cx="338911" cy="122533"/>
            </a:xfrm>
            <a:custGeom>
              <a:rect b="b" l="l" r="r" t="t"/>
              <a:pathLst>
                <a:path extrusionOk="0" h="3763" w="10408">
                  <a:moveTo>
                    <a:pt x="5215" y="0"/>
                  </a:moveTo>
                  <a:cubicBezTo>
                    <a:pt x="5192" y="0"/>
                    <a:pt x="5096" y="0"/>
                    <a:pt x="5073" y="24"/>
                  </a:cubicBezTo>
                  <a:lnTo>
                    <a:pt x="0" y="3144"/>
                  </a:lnTo>
                  <a:lnTo>
                    <a:pt x="905" y="3763"/>
                  </a:lnTo>
                  <a:lnTo>
                    <a:pt x="8907" y="3763"/>
                  </a:lnTo>
                  <a:lnTo>
                    <a:pt x="10407" y="3144"/>
                  </a:lnTo>
                  <a:lnTo>
                    <a:pt x="5358" y="24"/>
                  </a:lnTo>
                  <a:cubicBezTo>
                    <a:pt x="5311" y="0"/>
                    <a:pt x="5263" y="0"/>
                    <a:pt x="5215"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7" name="Google Shape;27747;p151"/>
            <p:cNvSpPr/>
            <p:nvPr/>
          </p:nvSpPr>
          <p:spPr>
            <a:xfrm>
              <a:off x="4946906" y="3599586"/>
              <a:ext cx="169846" cy="122533"/>
            </a:xfrm>
            <a:custGeom>
              <a:rect b="b" l="l" r="r" t="t"/>
              <a:pathLst>
                <a:path extrusionOk="0" h="3763" w="5216">
                  <a:moveTo>
                    <a:pt x="0" y="0"/>
                  </a:moveTo>
                  <a:lnTo>
                    <a:pt x="0" y="3763"/>
                  </a:lnTo>
                  <a:lnTo>
                    <a:pt x="3716" y="3763"/>
                  </a:lnTo>
                  <a:lnTo>
                    <a:pt x="5216" y="3144"/>
                  </a:lnTo>
                  <a:lnTo>
                    <a:pt x="143" y="24"/>
                  </a:lnTo>
                  <a:cubicBezTo>
                    <a:pt x="96" y="0"/>
                    <a:pt x="48" y="0"/>
                    <a:pt x="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8" name="Google Shape;27748;p151"/>
            <p:cNvSpPr/>
            <p:nvPr/>
          </p:nvSpPr>
          <p:spPr>
            <a:xfrm>
              <a:off x="4771655" y="3701930"/>
              <a:ext cx="351317" cy="41908"/>
            </a:xfrm>
            <a:custGeom>
              <a:rect b="b" l="l" r="r" t="t"/>
              <a:pathLst>
                <a:path extrusionOk="0" h="1287" w="10789">
                  <a:moveTo>
                    <a:pt x="167" y="1"/>
                  </a:moveTo>
                  <a:cubicBezTo>
                    <a:pt x="72" y="72"/>
                    <a:pt x="0" y="215"/>
                    <a:pt x="24" y="358"/>
                  </a:cubicBezTo>
                  <a:cubicBezTo>
                    <a:pt x="119" y="739"/>
                    <a:pt x="429" y="1025"/>
                    <a:pt x="524" y="1167"/>
                  </a:cubicBezTo>
                  <a:cubicBezTo>
                    <a:pt x="596" y="1215"/>
                    <a:pt x="691" y="1286"/>
                    <a:pt x="762" y="1286"/>
                  </a:cubicBezTo>
                  <a:lnTo>
                    <a:pt x="10002" y="1286"/>
                  </a:lnTo>
                  <a:cubicBezTo>
                    <a:pt x="10098" y="1286"/>
                    <a:pt x="10193" y="1239"/>
                    <a:pt x="10241" y="1167"/>
                  </a:cubicBezTo>
                  <a:cubicBezTo>
                    <a:pt x="10360" y="1025"/>
                    <a:pt x="10622" y="739"/>
                    <a:pt x="10741" y="358"/>
                  </a:cubicBezTo>
                  <a:cubicBezTo>
                    <a:pt x="10788" y="215"/>
                    <a:pt x="10717" y="72"/>
                    <a:pt x="10598"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9" name="Google Shape;27749;p151"/>
            <p:cNvSpPr/>
            <p:nvPr/>
          </p:nvSpPr>
          <p:spPr>
            <a:xfrm>
              <a:off x="4946906" y="3701930"/>
              <a:ext cx="176065" cy="41126"/>
            </a:xfrm>
            <a:custGeom>
              <a:rect b="b" l="l" r="r" t="t"/>
              <a:pathLst>
                <a:path extrusionOk="0" h="1263" w="5407">
                  <a:moveTo>
                    <a:pt x="0" y="1"/>
                  </a:moveTo>
                  <a:lnTo>
                    <a:pt x="0" y="1263"/>
                  </a:lnTo>
                  <a:lnTo>
                    <a:pt x="4620" y="1263"/>
                  </a:lnTo>
                  <a:cubicBezTo>
                    <a:pt x="4716" y="1263"/>
                    <a:pt x="4811" y="1215"/>
                    <a:pt x="4859" y="1167"/>
                  </a:cubicBezTo>
                  <a:cubicBezTo>
                    <a:pt x="4978" y="1025"/>
                    <a:pt x="5240" y="739"/>
                    <a:pt x="5359" y="358"/>
                  </a:cubicBezTo>
                  <a:cubicBezTo>
                    <a:pt x="5406" y="239"/>
                    <a:pt x="5335" y="96"/>
                    <a:pt x="5216"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0" name="Google Shape;27750;p151"/>
          <p:cNvGrpSpPr/>
          <p:nvPr/>
        </p:nvGrpSpPr>
        <p:grpSpPr>
          <a:xfrm>
            <a:off x="4069868" y="3447186"/>
            <a:ext cx="246628" cy="349754"/>
            <a:chOff x="4069868" y="3599586"/>
            <a:chExt cx="246628" cy="349754"/>
          </a:xfrm>
        </p:grpSpPr>
        <p:sp>
          <p:nvSpPr>
            <p:cNvPr id="27751" name="Google Shape;27751;p151"/>
            <p:cNvSpPr/>
            <p:nvPr/>
          </p:nvSpPr>
          <p:spPr>
            <a:xfrm>
              <a:off x="4069868" y="3599586"/>
              <a:ext cx="246628" cy="348972"/>
            </a:xfrm>
            <a:custGeom>
              <a:rect b="b" l="l" r="r" t="t"/>
              <a:pathLst>
                <a:path extrusionOk="0" h="10717" w="7574">
                  <a:moveTo>
                    <a:pt x="3787" y="1929"/>
                  </a:moveTo>
                  <a:cubicBezTo>
                    <a:pt x="4835" y="1929"/>
                    <a:pt x="5668" y="2762"/>
                    <a:pt x="5668" y="3810"/>
                  </a:cubicBezTo>
                  <a:cubicBezTo>
                    <a:pt x="5668" y="4834"/>
                    <a:pt x="4787" y="5668"/>
                    <a:pt x="3787" y="5668"/>
                  </a:cubicBezTo>
                  <a:cubicBezTo>
                    <a:pt x="2739" y="5668"/>
                    <a:pt x="1905" y="4834"/>
                    <a:pt x="1905" y="3810"/>
                  </a:cubicBezTo>
                  <a:cubicBezTo>
                    <a:pt x="1905" y="2762"/>
                    <a:pt x="2739" y="1929"/>
                    <a:pt x="3787" y="1929"/>
                  </a:cubicBezTo>
                  <a:close/>
                  <a:moveTo>
                    <a:pt x="3787" y="0"/>
                  </a:moveTo>
                  <a:cubicBezTo>
                    <a:pt x="1691" y="0"/>
                    <a:pt x="0" y="1715"/>
                    <a:pt x="0" y="3763"/>
                  </a:cubicBezTo>
                  <a:cubicBezTo>
                    <a:pt x="0" y="5644"/>
                    <a:pt x="1429" y="7644"/>
                    <a:pt x="2691" y="9359"/>
                  </a:cubicBezTo>
                  <a:cubicBezTo>
                    <a:pt x="2977" y="9788"/>
                    <a:pt x="3287" y="10169"/>
                    <a:pt x="3525" y="10550"/>
                  </a:cubicBezTo>
                  <a:cubicBezTo>
                    <a:pt x="3572" y="10645"/>
                    <a:pt x="3668" y="10716"/>
                    <a:pt x="3787" y="10716"/>
                  </a:cubicBezTo>
                  <a:cubicBezTo>
                    <a:pt x="3906" y="10716"/>
                    <a:pt x="4001" y="10645"/>
                    <a:pt x="4049" y="10550"/>
                  </a:cubicBezTo>
                  <a:cubicBezTo>
                    <a:pt x="4287" y="10169"/>
                    <a:pt x="4596" y="9788"/>
                    <a:pt x="4882" y="9359"/>
                  </a:cubicBezTo>
                  <a:cubicBezTo>
                    <a:pt x="6144" y="7621"/>
                    <a:pt x="7573" y="5620"/>
                    <a:pt x="7573" y="3763"/>
                  </a:cubicBezTo>
                  <a:cubicBezTo>
                    <a:pt x="7526" y="1691"/>
                    <a:pt x="5835" y="0"/>
                    <a:pt x="378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2" name="Google Shape;27752;p151"/>
            <p:cNvSpPr/>
            <p:nvPr/>
          </p:nvSpPr>
          <p:spPr>
            <a:xfrm>
              <a:off x="4192368" y="3600335"/>
              <a:ext cx="122565" cy="349005"/>
            </a:xfrm>
            <a:custGeom>
              <a:rect b="b" l="l" r="r" t="t"/>
              <a:pathLst>
                <a:path extrusionOk="0" h="10718" w="3764">
                  <a:moveTo>
                    <a:pt x="1" y="1"/>
                  </a:moveTo>
                  <a:lnTo>
                    <a:pt x="1" y="1906"/>
                  </a:lnTo>
                  <a:cubicBezTo>
                    <a:pt x="1025" y="1906"/>
                    <a:pt x="1859" y="2739"/>
                    <a:pt x="1859" y="3787"/>
                  </a:cubicBezTo>
                  <a:cubicBezTo>
                    <a:pt x="1859" y="4811"/>
                    <a:pt x="1025" y="5645"/>
                    <a:pt x="1" y="5645"/>
                  </a:cubicBezTo>
                  <a:lnTo>
                    <a:pt x="1" y="10717"/>
                  </a:lnTo>
                  <a:cubicBezTo>
                    <a:pt x="120" y="10717"/>
                    <a:pt x="191" y="10646"/>
                    <a:pt x="263" y="10574"/>
                  </a:cubicBezTo>
                  <a:cubicBezTo>
                    <a:pt x="525" y="10170"/>
                    <a:pt x="787" y="9765"/>
                    <a:pt x="1096" y="9384"/>
                  </a:cubicBezTo>
                  <a:cubicBezTo>
                    <a:pt x="2335" y="7621"/>
                    <a:pt x="3764" y="5621"/>
                    <a:pt x="3764" y="3787"/>
                  </a:cubicBezTo>
                  <a:cubicBezTo>
                    <a:pt x="3764" y="1692"/>
                    <a:pt x="2073" y="1"/>
                    <a:pt x="1" y="1"/>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3" name="Google Shape;27753;p151"/>
          <p:cNvGrpSpPr/>
          <p:nvPr/>
        </p:nvGrpSpPr>
        <p:grpSpPr>
          <a:xfrm>
            <a:off x="3255643" y="3447186"/>
            <a:ext cx="349754" cy="349754"/>
            <a:chOff x="3255643" y="3599586"/>
            <a:chExt cx="349754" cy="349754"/>
          </a:xfrm>
        </p:grpSpPr>
        <p:sp>
          <p:nvSpPr>
            <p:cNvPr id="27754" name="Google Shape;27754;p151"/>
            <p:cNvSpPr/>
            <p:nvPr/>
          </p:nvSpPr>
          <p:spPr>
            <a:xfrm>
              <a:off x="3255643" y="3784118"/>
              <a:ext cx="165190" cy="165222"/>
            </a:xfrm>
            <a:custGeom>
              <a:rect b="b" l="l" r="r" t="t"/>
              <a:pathLst>
                <a:path extrusionOk="0" h="5074" w="5073">
                  <a:moveTo>
                    <a:pt x="953" y="1"/>
                  </a:moveTo>
                  <a:cubicBezTo>
                    <a:pt x="453" y="1"/>
                    <a:pt x="0" y="429"/>
                    <a:pt x="0" y="953"/>
                  </a:cubicBezTo>
                  <a:lnTo>
                    <a:pt x="0" y="4121"/>
                  </a:lnTo>
                  <a:cubicBezTo>
                    <a:pt x="0" y="4621"/>
                    <a:pt x="429" y="5073"/>
                    <a:pt x="953" y="5073"/>
                  </a:cubicBezTo>
                  <a:lnTo>
                    <a:pt x="4120" y="5073"/>
                  </a:lnTo>
                  <a:cubicBezTo>
                    <a:pt x="4620" y="5073"/>
                    <a:pt x="5073" y="4645"/>
                    <a:pt x="5073" y="4121"/>
                  </a:cubicBezTo>
                  <a:lnTo>
                    <a:pt x="5073" y="953"/>
                  </a:lnTo>
                  <a:cubicBezTo>
                    <a:pt x="5073" y="429"/>
                    <a:pt x="4644" y="1"/>
                    <a:pt x="4120"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5" name="Google Shape;27755;p151"/>
            <p:cNvSpPr/>
            <p:nvPr/>
          </p:nvSpPr>
          <p:spPr>
            <a:xfrm>
              <a:off x="3255643" y="3599586"/>
              <a:ext cx="165190" cy="164408"/>
            </a:xfrm>
            <a:custGeom>
              <a:rect b="b" l="l" r="r" t="t"/>
              <a:pathLst>
                <a:path extrusionOk="0" h="5049" w="5073">
                  <a:moveTo>
                    <a:pt x="953" y="0"/>
                  </a:moveTo>
                  <a:cubicBezTo>
                    <a:pt x="453" y="0"/>
                    <a:pt x="0" y="405"/>
                    <a:pt x="0" y="953"/>
                  </a:cubicBezTo>
                  <a:lnTo>
                    <a:pt x="0" y="4096"/>
                  </a:lnTo>
                  <a:cubicBezTo>
                    <a:pt x="0" y="4596"/>
                    <a:pt x="429" y="5049"/>
                    <a:pt x="953" y="5049"/>
                  </a:cubicBezTo>
                  <a:lnTo>
                    <a:pt x="4120" y="5049"/>
                  </a:lnTo>
                  <a:cubicBezTo>
                    <a:pt x="4620" y="5049"/>
                    <a:pt x="5073" y="4644"/>
                    <a:pt x="5073" y="4096"/>
                  </a:cubicBezTo>
                  <a:lnTo>
                    <a:pt x="5073" y="953"/>
                  </a:lnTo>
                  <a:cubicBezTo>
                    <a:pt x="5073" y="405"/>
                    <a:pt x="4644" y="0"/>
                    <a:pt x="4120"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6" name="Google Shape;27756;p151"/>
            <p:cNvSpPr/>
            <p:nvPr/>
          </p:nvSpPr>
          <p:spPr>
            <a:xfrm>
              <a:off x="3337831" y="3599586"/>
              <a:ext cx="83002" cy="164408"/>
            </a:xfrm>
            <a:custGeom>
              <a:rect b="b" l="l" r="r" t="t"/>
              <a:pathLst>
                <a:path extrusionOk="0" h="5049" w="2549">
                  <a:moveTo>
                    <a:pt x="0" y="0"/>
                  </a:moveTo>
                  <a:lnTo>
                    <a:pt x="0" y="5049"/>
                  </a:lnTo>
                  <a:lnTo>
                    <a:pt x="1596" y="5049"/>
                  </a:lnTo>
                  <a:cubicBezTo>
                    <a:pt x="2120" y="5049"/>
                    <a:pt x="2549" y="4596"/>
                    <a:pt x="2549" y="4096"/>
                  </a:cubicBezTo>
                  <a:lnTo>
                    <a:pt x="2549" y="953"/>
                  </a:lnTo>
                  <a:cubicBezTo>
                    <a:pt x="2549" y="405"/>
                    <a:pt x="2120" y="0"/>
                    <a:pt x="159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7" name="Google Shape;27757;p151"/>
            <p:cNvSpPr/>
            <p:nvPr/>
          </p:nvSpPr>
          <p:spPr>
            <a:xfrm>
              <a:off x="3337831" y="3783369"/>
              <a:ext cx="83002" cy="165190"/>
            </a:xfrm>
            <a:custGeom>
              <a:rect b="b" l="l" r="r" t="t"/>
              <a:pathLst>
                <a:path extrusionOk="0" h="5073" w="2549">
                  <a:moveTo>
                    <a:pt x="0" y="0"/>
                  </a:moveTo>
                  <a:lnTo>
                    <a:pt x="0" y="5072"/>
                  </a:lnTo>
                  <a:lnTo>
                    <a:pt x="1596" y="5072"/>
                  </a:lnTo>
                  <a:cubicBezTo>
                    <a:pt x="2120" y="5072"/>
                    <a:pt x="2549" y="4620"/>
                    <a:pt x="2549" y="4120"/>
                  </a:cubicBezTo>
                  <a:lnTo>
                    <a:pt x="2549" y="953"/>
                  </a:lnTo>
                  <a:cubicBezTo>
                    <a:pt x="2549" y="452"/>
                    <a:pt x="2120" y="24"/>
                    <a:pt x="159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8" name="Google Shape;27758;p151"/>
            <p:cNvSpPr/>
            <p:nvPr/>
          </p:nvSpPr>
          <p:spPr>
            <a:xfrm>
              <a:off x="3440956" y="3599586"/>
              <a:ext cx="164441" cy="164408"/>
            </a:xfrm>
            <a:custGeom>
              <a:rect b="b" l="l" r="r" t="t"/>
              <a:pathLst>
                <a:path extrusionOk="0" h="5049" w="5050">
                  <a:moveTo>
                    <a:pt x="953" y="0"/>
                  </a:moveTo>
                  <a:cubicBezTo>
                    <a:pt x="453" y="0"/>
                    <a:pt x="1" y="405"/>
                    <a:pt x="1" y="953"/>
                  </a:cubicBezTo>
                  <a:lnTo>
                    <a:pt x="1" y="4096"/>
                  </a:lnTo>
                  <a:cubicBezTo>
                    <a:pt x="1" y="4596"/>
                    <a:pt x="406" y="5049"/>
                    <a:pt x="953" y="5049"/>
                  </a:cubicBezTo>
                  <a:lnTo>
                    <a:pt x="4097" y="5049"/>
                  </a:lnTo>
                  <a:cubicBezTo>
                    <a:pt x="4645" y="5049"/>
                    <a:pt x="5049" y="4596"/>
                    <a:pt x="5049" y="4096"/>
                  </a:cubicBezTo>
                  <a:lnTo>
                    <a:pt x="5049" y="953"/>
                  </a:lnTo>
                  <a:cubicBezTo>
                    <a:pt x="5049" y="405"/>
                    <a:pt x="4645" y="0"/>
                    <a:pt x="4097"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9" name="Google Shape;27759;p151"/>
            <p:cNvSpPr/>
            <p:nvPr/>
          </p:nvSpPr>
          <p:spPr>
            <a:xfrm>
              <a:off x="3523176" y="3599586"/>
              <a:ext cx="82220" cy="164408"/>
            </a:xfrm>
            <a:custGeom>
              <a:rect b="b" l="l" r="r" t="t"/>
              <a:pathLst>
                <a:path extrusionOk="0" h="5049" w="2525">
                  <a:moveTo>
                    <a:pt x="0" y="0"/>
                  </a:moveTo>
                  <a:lnTo>
                    <a:pt x="0" y="5049"/>
                  </a:lnTo>
                  <a:lnTo>
                    <a:pt x="1572" y="5049"/>
                  </a:lnTo>
                  <a:cubicBezTo>
                    <a:pt x="2120" y="5049"/>
                    <a:pt x="2524" y="4596"/>
                    <a:pt x="2524" y="4096"/>
                  </a:cubicBezTo>
                  <a:lnTo>
                    <a:pt x="2524" y="953"/>
                  </a:lnTo>
                  <a:cubicBezTo>
                    <a:pt x="2524" y="405"/>
                    <a:pt x="2096" y="0"/>
                    <a:pt x="15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0" name="Google Shape;27760;p151"/>
            <p:cNvSpPr/>
            <p:nvPr/>
          </p:nvSpPr>
          <p:spPr>
            <a:xfrm>
              <a:off x="3440956" y="3784118"/>
              <a:ext cx="164441" cy="165222"/>
            </a:xfrm>
            <a:custGeom>
              <a:rect b="b" l="l" r="r" t="t"/>
              <a:pathLst>
                <a:path extrusionOk="0" h="5074" w="5050">
                  <a:moveTo>
                    <a:pt x="953" y="1"/>
                  </a:moveTo>
                  <a:cubicBezTo>
                    <a:pt x="453" y="1"/>
                    <a:pt x="1" y="429"/>
                    <a:pt x="1" y="953"/>
                  </a:cubicBezTo>
                  <a:lnTo>
                    <a:pt x="1" y="4121"/>
                  </a:lnTo>
                  <a:cubicBezTo>
                    <a:pt x="1" y="4621"/>
                    <a:pt x="406" y="5073"/>
                    <a:pt x="953" y="5073"/>
                  </a:cubicBezTo>
                  <a:lnTo>
                    <a:pt x="4097" y="5073"/>
                  </a:lnTo>
                  <a:cubicBezTo>
                    <a:pt x="4645" y="5073"/>
                    <a:pt x="5049" y="4621"/>
                    <a:pt x="5049" y="4121"/>
                  </a:cubicBezTo>
                  <a:lnTo>
                    <a:pt x="5049" y="953"/>
                  </a:lnTo>
                  <a:cubicBezTo>
                    <a:pt x="5049" y="429"/>
                    <a:pt x="4645" y="1"/>
                    <a:pt x="409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1" name="Google Shape;27761;p151"/>
            <p:cNvSpPr/>
            <p:nvPr/>
          </p:nvSpPr>
          <p:spPr>
            <a:xfrm>
              <a:off x="3523176" y="3784118"/>
              <a:ext cx="82220" cy="165222"/>
            </a:xfrm>
            <a:custGeom>
              <a:rect b="b" l="l" r="r" t="t"/>
              <a:pathLst>
                <a:path extrusionOk="0" h="5074" w="2525">
                  <a:moveTo>
                    <a:pt x="0" y="1"/>
                  </a:moveTo>
                  <a:lnTo>
                    <a:pt x="0" y="5073"/>
                  </a:lnTo>
                  <a:lnTo>
                    <a:pt x="1572" y="5073"/>
                  </a:lnTo>
                  <a:cubicBezTo>
                    <a:pt x="2120" y="5073"/>
                    <a:pt x="2524" y="4621"/>
                    <a:pt x="2524" y="4121"/>
                  </a:cubicBezTo>
                  <a:lnTo>
                    <a:pt x="2524" y="953"/>
                  </a:lnTo>
                  <a:cubicBezTo>
                    <a:pt x="2524" y="429"/>
                    <a:pt x="2096" y="1"/>
                    <a:pt x="157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2" name="Google Shape;27762;p151"/>
            <p:cNvSpPr/>
            <p:nvPr/>
          </p:nvSpPr>
          <p:spPr>
            <a:xfrm>
              <a:off x="3480519" y="3670898"/>
              <a:ext cx="83783" cy="21752"/>
            </a:xfrm>
            <a:custGeom>
              <a:rect b="b" l="l" r="r" t="t"/>
              <a:pathLst>
                <a:path extrusionOk="0" h="668" w="2573">
                  <a:moveTo>
                    <a:pt x="357" y="1"/>
                  </a:moveTo>
                  <a:cubicBezTo>
                    <a:pt x="143" y="1"/>
                    <a:pt x="0" y="191"/>
                    <a:pt x="24" y="358"/>
                  </a:cubicBezTo>
                  <a:cubicBezTo>
                    <a:pt x="72" y="549"/>
                    <a:pt x="215" y="668"/>
                    <a:pt x="357" y="668"/>
                  </a:cubicBezTo>
                  <a:lnTo>
                    <a:pt x="2239" y="668"/>
                  </a:lnTo>
                  <a:cubicBezTo>
                    <a:pt x="2382" y="668"/>
                    <a:pt x="2525" y="501"/>
                    <a:pt x="2572" y="358"/>
                  </a:cubicBezTo>
                  <a:cubicBezTo>
                    <a:pt x="2572" y="144"/>
                    <a:pt x="2406" y="1"/>
                    <a:pt x="2239"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3" name="Google Shape;27763;p151"/>
            <p:cNvSpPr/>
            <p:nvPr/>
          </p:nvSpPr>
          <p:spPr>
            <a:xfrm>
              <a:off x="3480519" y="3833743"/>
              <a:ext cx="83783" cy="21752"/>
            </a:xfrm>
            <a:custGeom>
              <a:rect b="b" l="l" r="r" t="t"/>
              <a:pathLst>
                <a:path extrusionOk="0" h="668" w="2573">
                  <a:moveTo>
                    <a:pt x="357" y="1"/>
                  </a:moveTo>
                  <a:cubicBezTo>
                    <a:pt x="143" y="1"/>
                    <a:pt x="0" y="191"/>
                    <a:pt x="24" y="358"/>
                  </a:cubicBezTo>
                  <a:cubicBezTo>
                    <a:pt x="72" y="549"/>
                    <a:pt x="215" y="668"/>
                    <a:pt x="357" y="668"/>
                  </a:cubicBezTo>
                  <a:lnTo>
                    <a:pt x="2239" y="668"/>
                  </a:lnTo>
                  <a:cubicBezTo>
                    <a:pt x="2382" y="668"/>
                    <a:pt x="2525" y="549"/>
                    <a:pt x="2572" y="358"/>
                  </a:cubicBezTo>
                  <a:cubicBezTo>
                    <a:pt x="2572" y="144"/>
                    <a:pt x="2406" y="1"/>
                    <a:pt x="2239"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4" name="Google Shape;27764;p151"/>
            <p:cNvSpPr/>
            <p:nvPr/>
          </p:nvSpPr>
          <p:spPr>
            <a:xfrm>
              <a:off x="3480519" y="3875619"/>
              <a:ext cx="83783" cy="20970"/>
            </a:xfrm>
            <a:custGeom>
              <a:rect b="b" l="l" r="r" t="t"/>
              <a:pathLst>
                <a:path extrusionOk="0" h="644" w="2573">
                  <a:moveTo>
                    <a:pt x="357" y="1"/>
                  </a:moveTo>
                  <a:cubicBezTo>
                    <a:pt x="143" y="1"/>
                    <a:pt x="0" y="168"/>
                    <a:pt x="24" y="358"/>
                  </a:cubicBezTo>
                  <a:cubicBezTo>
                    <a:pt x="72" y="525"/>
                    <a:pt x="215" y="644"/>
                    <a:pt x="357" y="644"/>
                  </a:cubicBezTo>
                  <a:lnTo>
                    <a:pt x="2239" y="644"/>
                  </a:lnTo>
                  <a:cubicBezTo>
                    <a:pt x="2382" y="644"/>
                    <a:pt x="2525" y="501"/>
                    <a:pt x="2572" y="358"/>
                  </a:cubicBezTo>
                  <a:cubicBezTo>
                    <a:pt x="2572" y="144"/>
                    <a:pt x="2406" y="1"/>
                    <a:pt x="2239"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5" name="Google Shape;27765;p151"/>
            <p:cNvSpPr/>
            <p:nvPr/>
          </p:nvSpPr>
          <p:spPr>
            <a:xfrm>
              <a:off x="3295174" y="3640582"/>
              <a:ext cx="84565" cy="83165"/>
            </a:xfrm>
            <a:custGeom>
              <a:rect b="b" l="l" r="r" t="t"/>
              <a:pathLst>
                <a:path extrusionOk="0" h="2554" w="2597">
                  <a:moveTo>
                    <a:pt x="1328" y="1"/>
                  </a:moveTo>
                  <a:cubicBezTo>
                    <a:pt x="1314" y="1"/>
                    <a:pt x="1300" y="1"/>
                    <a:pt x="1287" y="3"/>
                  </a:cubicBezTo>
                  <a:cubicBezTo>
                    <a:pt x="1120" y="51"/>
                    <a:pt x="1001" y="194"/>
                    <a:pt x="1001" y="337"/>
                  </a:cubicBezTo>
                  <a:lnTo>
                    <a:pt x="1001" y="932"/>
                  </a:lnTo>
                  <a:lnTo>
                    <a:pt x="358" y="932"/>
                  </a:lnTo>
                  <a:cubicBezTo>
                    <a:pt x="143" y="932"/>
                    <a:pt x="1" y="1122"/>
                    <a:pt x="24" y="1289"/>
                  </a:cubicBezTo>
                  <a:cubicBezTo>
                    <a:pt x="72" y="1480"/>
                    <a:pt x="215" y="1599"/>
                    <a:pt x="358" y="1599"/>
                  </a:cubicBezTo>
                  <a:lnTo>
                    <a:pt x="1001" y="1599"/>
                  </a:lnTo>
                  <a:lnTo>
                    <a:pt x="1001" y="2218"/>
                  </a:lnTo>
                  <a:cubicBezTo>
                    <a:pt x="1001" y="2417"/>
                    <a:pt x="1144" y="2554"/>
                    <a:pt x="1317" y="2554"/>
                  </a:cubicBezTo>
                  <a:cubicBezTo>
                    <a:pt x="1330" y="2554"/>
                    <a:pt x="1344" y="2553"/>
                    <a:pt x="1358" y="2551"/>
                  </a:cubicBezTo>
                  <a:cubicBezTo>
                    <a:pt x="1525" y="2504"/>
                    <a:pt x="1644" y="2361"/>
                    <a:pt x="1644" y="2218"/>
                  </a:cubicBezTo>
                  <a:lnTo>
                    <a:pt x="1644" y="1599"/>
                  </a:lnTo>
                  <a:lnTo>
                    <a:pt x="2263" y="1599"/>
                  </a:lnTo>
                  <a:cubicBezTo>
                    <a:pt x="2454" y="1599"/>
                    <a:pt x="2573" y="1432"/>
                    <a:pt x="2596" y="1313"/>
                  </a:cubicBezTo>
                  <a:cubicBezTo>
                    <a:pt x="2596" y="1122"/>
                    <a:pt x="2454" y="956"/>
                    <a:pt x="2263" y="956"/>
                  </a:cubicBezTo>
                  <a:lnTo>
                    <a:pt x="1644" y="956"/>
                  </a:lnTo>
                  <a:lnTo>
                    <a:pt x="1644" y="337"/>
                  </a:lnTo>
                  <a:cubicBezTo>
                    <a:pt x="1644" y="138"/>
                    <a:pt x="1501" y="1"/>
                    <a:pt x="1328"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6" name="Google Shape;27766;p151"/>
            <p:cNvSpPr/>
            <p:nvPr/>
          </p:nvSpPr>
          <p:spPr>
            <a:xfrm>
              <a:off x="3305268" y="3833939"/>
              <a:ext cx="65939" cy="64018"/>
            </a:xfrm>
            <a:custGeom>
              <a:rect b="b" l="l" r="r" t="t"/>
              <a:pathLst>
                <a:path extrusionOk="0" h="1966" w="2025">
                  <a:moveTo>
                    <a:pt x="346" y="1"/>
                  </a:moveTo>
                  <a:cubicBezTo>
                    <a:pt x="262" y="1"/>
                    <a:pt x="179" y="31"/>
                    <a:pt x="119" y="90"/>
                  </a:cubicBezTo>
                  <a:cubicBezTo>
                    <a:pt x="0" y="209"/>
                    <a:pt x="0" y="424"/>
                    <a:pt x="119" y="543"/>
                  </a:cubicBezTo>
                  <a:lnTo>
                    <a:pt x="572" y="971"/>
                  </a:lnTo>
                  <a:lnTo>
                    <a:pt x="119" y="1424"/>
                  </a:lnTo>
                  <a:cubicBezTo>
                    <a:pt x="0" y="1543"/>
                    <a:pt x="0" y="1757"/>
                    <a:pt x="119" y="1876"/>
                  </a:cubicBezTo>
                  <a:cubicBezTo>
                    <a:pt x="179" y="1936"/>
                    <a:pt x="262" y="1966"/>
                    <a:pt x="346" y="1966"/>
                  </a:cubicBezTo>
                  <a:cubicBezTo>
                    <a:pt x="429" y="1966"/>
                    <a:pt x="512" y="1936"/>
                    <a:pt x="572" y="1876"/>
                  </a:cubicBezTo>
                  <a:lnTo>
                    <a:pt x="1000" y="1424"/>
                  </a:lnTo>
                  <a:lnTo>
                    <a:pt x="1453" y="1876"/>
                  </a:lnTo>
                  <a:cubicBezTo>
                    <a:pt x="1512" y="1936"/>
                    <a:pt x="1596" y="1966"/>
                    <a:pt x="1679" y="1966"/>
                  </a:cubicBezTo>
                  <a:cubicBezTo>
                    <a:pt x="1762" y="1966"/>
                    <a:pt x="1846" y="1936"/>
                    <a:pt x="1905" y="1876"/>
                  </a:cubicBezTo>
                  <a:cubicBezTo>
                    <a:pt x="2024" y="1757"/>
                    <a:pt x="2024" y="1543"/>
                    <a:pt x="1905" y="1424"/>
                  </a:cubicBezTo>
                  <a:lnTo>
                    <a:pt x="1453" y="971"/>
                  </a:lnTo>
                  <a:lnTo>
                    <a:pt x="1905" y="543"/>
                  </a:lnTo>
                  <a:cubicBezTo>
                    <a:pt x="2024" y="424"/>
                    <a:pt x="2024" y="209"/>
                    <a:pt x="1905" y="90"/>
                  </a:cubicBezTo>
                  <a:cubicBezTo>
                    <a:pt x="1846" y="31"/>
                    <a:pt x="1762" y="1"/>
                    <a:pt x="1679" y="1"/>
                  </a:cubicBezTo>
                  <a:cubicBezTo>
                    <a:pt x="1596" y="1"/>
                    <a:pt x="1512" y="31"/>
                    <a:pt x="1453" y="90"/>
                  </a:cubicBezTo>
                  <a:lnTo>
                    <a:pt x="1000" y="543"/>
                  </a:lnTo>
                  <a:lnTo>
                    <a:pt x="572" y="90"/>
                  </a:lnTo>
                  <a:cubicBezTo>
                    <a:pt x="512" y="31"/>
                    <a:pt x="429" y="1"/>
                    <a:pt x="346"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7" name="Google Shape;27767;p151"/>
            <p:cNvSpPr/>
            <p:nvPr/>
          </p:nvSpPr>
          <p:spPr>
            <a:xfrm>
              <a:off x="3337831" y="3833939"/>
              <a:ext cx="34158" cy="64018"/>
            </a:xfrm>
            <a:custGeom>
              <a:rect b="b" l="l" r="r" t="t"/>
              <a:pathLst>
                <a:path extrusionOk="0" h="1966" w="1049">
                  <a:moveTo>
                    <a:pt x="679" y="1"/>
                  </a:moveTo>
                  <a:cubicBezTo>
                    <a:pt x="596" y="1"/>
                    <a:pt x="512" y="31"/>
                    <a:pt x="453" y="90"/>
                  </a:cubicBezTo>
                  <a:lnTo>
                    <a:pt x="0" y="543"/>
                  </a:lnTo>
                  <a:lnTo>
                    <a:pt x="0" y="1424"/>
                  </a:lnTo>
                  <a:lnTo>
                    <a:pt x="453" y="1876"/>
                  </a:lnTo>
                  <a:cubicBezTo>
                    <a:pt x="512" y="1936"/>
                    <a:pt x="596" y="1966"/>
                    <a:pt x="679" y="1966"/>
                  </a:cubicBezTo>
                  <a:cubicBezTo>
                    <a:pt x="762" y="1966"/>
                    <a:pt x="846" y="1936"/>
                    <a:pt x="905" y="1876"/>
                  </a:cubicBezTo>
                  <a:cubicBezTo>
                    <a:pt x="1024" y="1757"/>
                    <a:pt x="1024" y="1543"/>
                    <a:pt x="905" y="1424"/>
                  </a:cubicBezTo>
                  <a:lnTo>
                    <a:pt x="453" y="971"/>
                  </a:lnTo>
                  <a:lnTo>
                    <a:pt x="905" y="543"/>
                  </a:lnTo>
                  <a:cubicBezTo>
                    <a:pt x="1048" y="424"/>
                    <a:pt x="1048" y="209"/>
                    <a:pt x="905" y="90"/>
                  </a:cubicBezTo>
                  <a:cubicBezTo>
                    <a:pt x="846" y="31"/>
                    <a:pt x="762" y="1"/>
                    <a:pt x="67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8" name="Google Shape;27768;p151"/>
            <p:cNvSpPr/>
            <p:nvPr/>
          </p:nvSpPr>
          <p:spPr>
            <a:xfrm>
              <a:off x="3337831" y="3642211"/>
              <a:ext cx="41908" cy="81471"/>
            </a:xfrm>
            <a:custGeom>
              <a:rect b="b" l="l" r="r" t="t"/>
              <a:pathLst>
                <a:path extrusionOk="0" h="2502" w="1287">
                  <a:moveTo>
                    <a:pt x="0" y="1"/>
                  </a:moveTo>
                  <a:lnTo>
                    <a:pt x="0" y="2501"/>
                  </a:lnTo>
                  <a:cubicBezTo>
                    <a:pt x="191" y="2501"/>
                    <a:pt x="334" y="2335"/>
                    <a:pt x="334" y="2168"/>
                  </a:cubicBezTo>
                  <a:lnTo>
                    <a:pt x="334" y="1549"/>
                  </a:lnTo>
                  <a:lnTo>
                    <a:pt x="953" y="1549"/>
                  </a:lnTo>
                  <a:cubicBezTo>
                    <a:pt x="1144" y="1549"/>
                    <a:pt x="1263" y="1382"/>
                    <a:pt x="1286" y="1311"/>
                  </a:cubicBezTo>
                  <a:cubicBezTo>
                    <a:pt x="1286" y="1096"/>
                    <a:pt x="1144" y="953"/>
                    <a:pt x="953" y="953"/>
                  </a:cubicBezTo>
                  <a:lnTo>
                    <a:pt x="334" y="953"/>
                  </a:lnTo>
                  <a:lnTo>
                    <a:pt x="334" y="310"/>
                  </a:lnTo>
                  <a:cubicBezTo>
                    <a:pt x="334" y="144"/>
                    <a:pt x="191"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9" name="Google Shape;27769;p151"/>
            <p:cNvSpPr/>
            <p:nvPr/>
          </p:nvSpPr>
          <p:spPr>
            <a:xfrm>
              <a:off x="3523176" y="3876400"/>
              <a:ext cx="41908" cy="20189"/>
            </a:xfrm>
            <a:custGeom>
              <a:rect b="b" l="l" r="r" t="t"/>
              <a:pathLst>
                <a:path extrusionOk="0" h="620" w="1287">
                  <a:moveTo>
                    <a:pt x="0" y="1"/>
                  </a:moveTo>
                  <a:lnTo>
                    <a:pt x="0" y="620"/>
                  </a:lnTo>
                  <a:lnTo>
                    <a:pt x="929" y="620"/>
                  </a:lnTo>
                  <a:cubicBezTo>
                    <a:pt x="1072" y="620"/>
                    <a:pt x="1215" y="477"/>
                    <a:pt x="1286" y="358"/>
                  </a:cubicBezTo>
                  <a:cubicBezTo>
                    <a:pt x="1286" y="144"/>
                    <a:pt x="1143"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0" name="Google Shape;27770;p151"/>
            <p:cNvSpPr/>
            <p:nvPr/>
          </p:nvSpPr>
          <p:spPr>
            <a:xfrm>
              <a:off x="3523176" y="3834525"/>
              <a:ext cx="41908" cy="20970"/>
            </a:xfrm>
            <a:custGeom>
              <a:rect b="b" l="l" r="r" t="t"/>
              <a:pathLst>
                <a:path extrusionOk="0" h="644" w="1287">
                  <a:moveTo>
                    <a:pt x="0" y="1"/>
                  </a:moveTo>
                  <a:lnTo>
                    <a:pt x="0" y="644"/>
                  </a:lnTo>
                  <a:lnTo>
                    <a:pt x="929" y="644"/>
                  </a:lnTo>
                  <a:cubicBezTo>
                    <a:pt x="1072" y="644"/>
                    <a:pt x="1215" y="525"/>
                    <a:pt x="1286" y="358"/>
                  </a:cubicBezTo>
                  <a:cubicBezTo>
                    <a:pt x="1286" y="167"/>
                    <a:pt x="1143"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1" name="Google Shape;27771;p151"/>
            <p:cNvSpPr/>
            <p:nvPr/>
          </p:nvSpPr>
          <p:spPr>
            <a:xfrm>
              <a:off x="3523176" y="3670898"/>
              <a:ext cx="41908" cy="21752"/>
            </a:xfrm>
            <a:custGeom>
              <a:rect b="b" l="l" r="r" t="t"/>
              <a:pathLst>
                <a:path extrusionOk="0" h="668" w="1287">
                  <a:moveTo>
                    <a:pt x="0" y="1"/>
                  </a:moveTo>
                  <a:lnTo>
                    <a:pt x="0" y="668"/>
                  </a:lnTo>
                  <a:lnTo>
                    <a:pt x="929" y="668"/>
                  </a:lnTo>
                  <a:cubicBezTo>
                    <a:pt x="1072" y="668"/>
                    <a:pt x="1215" y="501"/>
                    <a:pt x="1286" y="358"/>
                  </a:cubicBezTo>
                  <a:cubicBezTo>
                    <a:pt x="1286" y="144"/>
                    <a:pt x="1143"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2" name="Google Shape;27772;p151"/>
          <p:cNvGrpSpPr/>
          <p:nvPr/>
        </p:nvGrpSpPr>
        <p:grpSpPr>
          <a:xfrm>
            <a:off x="2518167" y="3446861"/>
            <a:ext cx="350535" cy="348028"/>
            <a:chOff x="2518167" y="3599261"/>
            <a:chExt cx="350535" cy="348028"/>
          </a:xfrm>
        </p:grpSpPr>
        <p:sp>
          <p:nvSpPr>
            <p:cNvPr id="27773" name="Google Shape;27773;p151"/>
            <p:cNvSpPr/>
            <p:nvPr/>
          </p:nvSpPr>
          <p:spPr>
            <a:xfrm>
              <a:off x="2518167" y="3825212"/>
              <a:ext cx="83783" cy="20221"/>
            </a:xfrm>
            <a:custGeom>
              <a:rect b="b" l="l" r="r" t="t"/>
              <a:pathLst>
                <a:path extrusionOk="0" h="621" w="2573">
                  <a:moveTo>
                    <a:pt x="334" y="1"/>
                  </a:moveTo>
                  <a:cubicBezTo>
                    <a:pt x="143" y="1"/>
                    <a:pt x="0" y="168"/>
                    <a:pt x="24" y="358"/>
                  </a:cubicBezTo>
                  <a:cubicBezTo>
                    <a:pt x="48" y="501"/>
                    <a:pt x="215" y="620"/>
                    <a:pt x="358" y="620"/>
                  </a:cubicBezTo>
                  <a:lnTo>
                    <a:pt x="2263" y="620"/>
                  </a:lnTo>
                  <a:cubicBezTo>
                    <a:pt x="2430" y="620"/>
                    <a:pt x="2572" y="453"/>
                    <a:pt x="2549" y="263"/>
                  </a:cubicBezTo>
                  <a:cubicBezTo>
                    <a:pt x="2525" y="120"/>
                    <a:pt x="2382" y="1"/>
                    <a:pt x="2239"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4" name="Google Shape;27774;p151"/>
            <p:cNvSpPr/>
            <p:nvPr/>
          </p:nvSpPr>
          <p:spPr>
            <a:xfrm>
              <a:off x="2518167" y="3783369"/>
              <a:ext cx="83783" cy="20189"/>
            </a:xfrm>
            <a:custGeom>
              <a:rect b="b" l="l" r="r" t="t"/>
              <a:pathLst>
                <a:path extrusionOk="0" h="620" w="2573">
                  <a:moveTo>
                    <a:pt x="334" y="0"/>
                  </a:moveTo>
                  <a:cubicBezTo>
                    <a:pt x="143" y="0"/>
                    <a:pt x="0" y="191"/>
                    <a:pt x="24" y="357"/>
                  </a:cubicBezTo>
                  <a:cubicBezTo>
                    <a:pt x="48" y="500"/>
                    <a:pt x="215" y="619"/>
                    <a:pt x="358" y="619"/>
                  </a:cubicBezTo>
                  <a:lnTo>
                    <a:pt x="2263" y="619"/>
                  </a:lnTo>
                  <a:cubicBezTo>
                    <a:pt x="2430" y="619"/>
                    <a:pt x="2572" y="476"/>
                    <a:pt x="2549" y="262"/>
                  </a:cubicBezTo>
                  <a:cubicBezTo>
                    <a:pt x="2525" y="119"/>
                    <a:pt x="2382" y="0"/>
                    <a:pt x="223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5" name="Google Shape;27775;p151"/>
            <p:cNvSpPr/>
            <p:nvPr/>
          </p:nvSpPr>
          <p:spPr>
            <a:xfrm>
              <a:off x="2518167" y="3701930"/>
              <a:ext cx="83783" cy="20189"/>
            </a:xfrm>
            <a:custGeom>
              <a:rect b="b" l="l" r="r" t="t"/>
              <a:pathLst>
                <a:path extrusionOk="0" h="620" w="2573">
                  <a:moveTo>
                    <a:pt x="334" y="1"/>
                  </a:moveTo>
                  <a:cubicBezTo>
                    <a:pt x="143" y="1"/>
                    <a:pt x="0" y="191"/>
                    <a:pt x="24" y="358"/>
                  </a:cubicBezTo>
                  <a:cubicBezTo>
                    <a:pt x="48" y="501"/>
                    <a:pt x="215" y="620"/>
                    <a:pt x="358" y="620"/>
                  </a:cubicBezTo>
                  <a:lnTo>
                    <a:pt x="2263" y="620"/>
                  </a:lnTo>
                  <a:cubicBezTo>
                    <a:pt x="2430" y="620"/>
                    <a:pt x="2572" y="477"/>
                    <a:pt x="2549" y="262"/>
                  </a:cubicBezTo>
                  <a:cubicBezTo>
                    <a:pt x="2525" y="120"/>
                    <a:pt x="2382" y="1"/>
                    <a:pt x="2239"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6" name="Google Shape;27776;p151"/>
            <p:cNvSpPr/>
            <p:nvPr/>
          </p:nvSpPr>
          <p:spPr>
            <a:xfrm>
              <a:off x="2518167" y="3743024"/>
              <a:ext cx="83783" cy="20189"/>
            </a:xfrm>
            <a:custGeom>
              <a:rect b="b" l="l" r="r" t="t"/>
              <a:pathLst>
                <a:path extrusionOk="0" h="620" w="2573">
                  <a:moveTo>
                    <a:pt x="334" y="1"/>
                  </a:moveTo>
                  <a:cubicBezTo>
                    <a:pt x="143" y="1"/>
                    <a:pt x="0" y="167"/>
                    <a:pt x="24" y="358"/>
                  </a:cubicBezTo>
                  <a:cubicBezTo>
                    <a:pt x="48" y="501"/>
                    <a:pt x="215" y="620"/>
                    <a:pt x="358" y="620"/>
                  </a:cubicBezTo>
                  <a:lnTo>
                    <a:pt x="2263" y="620"/>
                  </a:lnTo>
                  <a:cubicBezTo>
                    <a:pt x="2430" y="620"/>
                    <a:pt x="2572" y="477"/>
                    <a:pt x="2549" y="263"/>
                  </a:cubicBezTo>
                  <a:cubicBezTo>
                    <a:pt x="2525" y="120"/>
                    <a:pt x="2382" y="1"/>
                    <a:pt x="2239"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7" name="Google Shape;27777;p151"/>
            <p:cNvSpPr/>
            <p:nvPr/>
          </p:nvSpPr>
          <p:spPr>
            <a:xfrm>
              <a:off x="2518167" y="3783369"/>
              <a:ext cx="83783" cy="20189"/>
            </a:xfrm>
            <a:custGeom>
              <a:rect b="b" l="l" r="r" t="t"/>
              <a:pathLst>
                <a:path extrusionOk="0" h="620" w="2573">
                  <a:moveTo>
                    <a:pt x="334" y="0"/>
                  </a:moveTo>
                  <a:cubicBezTo>
                    <a:pt x="143" y="0"/>
                    <a:pt x="0" y="191"/>
                    <a:pt x="24" y="357"/>
                  </a:cubicBezTo>
                  <a:cubicBezTo>
                    <a:pt x="48" y="500"/>
                    <a:pt x="215" y="619"/>
                    <a:pt x="358" y="619"/>
                  </a:cubicBezTo>
                  <a:lnTo>
                    <a:pt x="2263" y="619"/>
                  </a:lnTo>
                  <a:cubicBezTo>
                    <a:pt x="2430" y="619"/>
                    <a:pt x="2572" y="476"/>
                    <a:pt x="2549" y="262"/>
                  </a:cubicBezTo>
                  <a:cubicBezTo>
                    <a:pt x="2525" y="119"/>
                    <a:pt x="2382" y="0"/>
                    <a:pt x="223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8" name="Google Shape;27778;p151"/>
            <p:cNvSpPr/>
            <p:nvPr/>
          </p:nvSpPr>
          <p:spPr>
            <a:xfrm>
              <a:off x="2518167" y="3783369"/>
              <a:ext cx="83783" cy="20189"/>
            </a:xfrm>
            <a:custGeom>
              <a:rect b="b" l="l" r="r" t="t"/>
              <a:pathLst>
                <a:path extrusionOk="0" h="620" w="2573">
                  <a:moveTo>
                    <a:pt x="334" y="0"/>
                  </a:moveTo>
                  <a:cubicBezTo>
                    <a:pt x="143" y="0"/>
                    <a:pt x="0" y="191"/>
                    <a:pt x="24" y="357"/>
                  </a:cubicBezTo>
                  <a:cubicBezTo>
                    <a:pt x="48" y="500"/>
                    <a:pt x="215" y="619"/>
                    <a:pt x="358" y="619"/>
                  </a:cubicBezTo>
                  <a:lnTo>
                    <a:pt x="2263" y="619"/>
                  </a:lnTo>
                  <a:cubicBezTo>
                    <a:pt x="2430" y="619"/>
                    <a:pt x="2572" y="476"/>
                    <a:pt x="2549" y="262"/>
                  </a:cubicBezTo>
                  <a:cubicBezTo>
                    <a:pt x="2525" y="119"/>
                    <a:pt x="2382" y="0"/>
                    <a:pt x="223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9" name="Google Shape;27779;p151"/>
            <p:cNvSpPr/>
            <p:nvPr/>
          </p:nvSpPr>
          <p:spPr>
            <a:xfrm>
              <a:off x="2622856" y="3865459"/>
              <a:ext cx="20189" cy="81830"/>
            </a:xfrm>
            <a:custGeom>
              <a:rect b="b" l="l" r="r" t="t"/>
              <a:pathLst>
                <a:path extrusionOk="0" h="2513" w="620">
                  <a:moveTo>
                    <a:pt x="304" y="1"/>
                  </a:moveTo>
                  <a:cubicBezTo>
                    <a:pt x="290" y="1"/>
                    <a:pt x="276" y="2"/>
                    <a:pt x="262" y="3"/>
                  </a:cubicBezTo>
                  <a:cubicBezTo>
                    <a:pt x="120" y="51"/>
                    <a:pt x="0" y="194"/>
                    <a:pt x="0" y="337"/>
                  </a:cubicBezTo>
                  <a:lnTo>
                    <a:pt x="0" y="2218"/>
                  </a:lnTo>
                  <a:cubicBezTo>
                    <a:pt x="0" y="2385"/>
                    <a:pt x="120" y="2504"/>
                    <a:pt x="262" y="2504"/>
                  </a:cubicBezTo>
                  <a:cubicBezTo>
                    <a:pt x="288" y="2509"/>
                    <a:pt x="312" y="2512"/>
                    <a:pt x="335" y="2512"/>
                  </a:cubicBezTo>
                  <a:cubicBezTo>
                    <a:pt x="508" y="2512"/>
                    <a:pt x="620" y="2365"/>
                    <a:pt x="620" y="2218"/>
                  </a:cubicBezTo>
                  <a:lnTo>
                    <a:pt x="620" y="313"/>
                  </a:lnTo>
                  <a:cubicBezTo>
                    <a:pt x="620" y="136"/>
                    <a:pt x="476" y="1"/>
                    <a:pt x="304"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0" name="Google Shape;27780;p151"/>
            <p:cNvSpPr/>
            <p:nvPr/>
          </p:nvSpPr>
          <p:spPr>
            <a:xfrm>
              <a:off x="2704262" y="3865459"/>
              <a:ext cx="20221" cy="81830"/>
            </a:xfrm>
            <a:custGeom>
              <a:rect b="b" l="l" r="r" t="t"/>
              <a:pathLst>
                <a:path extrusionOk="0" h="2513" w="621">
                  <a:moveTo>
                    <a:pt x="300" y="1"/>
                  </a:moveTo>
                  <a:cubicBezTo>
                    <a:pt x="288" y="1"/>
                    <a:pt x="275" y="2"/>
                    <a:pt x="263" y="3"/>
                  </a:cubicBezTo>
                  <a:cubicBezTo>
                    <a:pt x="120" y="51"/>
                    <a:pt x="1" y="194"/>
                    <a:pt x="1" y="337"/>
                  </a:cubicBezTo>
                  <a:lnTo>
                    <a:pt x="1" y="2218"/>
                  </a:lnTo>
                  <a:cubicBezTo>
                    <a:pt x="1" y="2385"/>
                    <a:pt x="120" y="2504"/>
                    <a:pt x="263" y="2504"/>
                  </a:cubicBezTo>
                  <a:cubicBezTo>
                    <a:pt x="288" y="2509"/>
                    <a:pt x="313" y="2512"/>
                    <a:pt x="336" y="2512"/>
                  </a:cubicBezTo>
                  <a:cubicBezTo>
                    <a:pt x="509" y="2512"/>
                    <a:pt x="620" y="2365"/>
                    <a:pt x="620" y="2218"/>
                  </a:cubicBezTo>
                  <a:lnTo>
                    <a:pt x="620" y="313"/>
                  </a:lnTo>
                  <a:cubicBezTo>
                    <a:pt x="620" y="136"/>
                    <a:pt x="457" y="1"/>
                    <a:pt x="30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1" name="Google Shape;27781;p151"/>
            <p:cNvSpPr/>
            <p:nvPr/>
          </p:nvSpPr>
          <p:spPr>
            <a:xfrm>
              <a:off x="2663168" y="3865459"/>
              <a:ext cx="20189" cy="81830"/>
            </a:xfrm>
            <a:custGeom>
              <a:rect b="b" l="l" r="r" t="t"/>
              <a:pathLst>
                <a:path extrusionOk="0" h="2513" w="620">
                  <a:moveTo>
                    <a:pt x="304" y="1"/>
                  </a:moveTo>
                  <a:cubicBezTo>
                    <a:pt x="291" y="1"/>
                    <a:pt x="277" y="2"/>
                    <a:pt x="263" y="3"/>
                  </a:cubicBezTo>
                  <a:cubicBezTo>
                    <a:pt x="120" y="51"/>
                    <a:pt x="1" y="194"/>
                    <a:pt x="1" y="337"/>
                  </a:cubicBezTo>
                  <a:lnTo>
                    <a:pt x="1" y="2218"/>
                  </a:lnTo>
                  <a:cubicBezTo>
                    <a:pt x="1" y="2385"/>
                    <a:pt x="120" y="2504"/>
                    <a:pt x="263" y="2504"/>
                  </a:cubicBezTo>
                  <a:cubicBezTo>
                    <a:pt x="288" y="2509"/>
                    <a:pt x="312" y="2512"/>
                    <a:pt x="336" y="2512"/>
                  </a:cubicBezTo>
                  <a:cubicBezTo>
                    <a:pt x="509" y="2512"/>
                    <a:pt x="620" y="2365"/>
                    <a:pt x="620" y="2218"/>
                  </a:cubicBezTo>
                  <a:lnTo>
                    <a:pt x="620" y="313"/>
                  </a:lnTo>
                  <a:cubicBezTo>
                    <a:pt x="620" y="136"/>
                    <a:pt x="477" y="1"/>
                    <a:pt x="304"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2" name="Google Shape;27782;p151"/>
            <p:cNvSpPr/>
            <p:nvPr/>
          </p:nvSpPr>
          <p:spPr>
            <a:xfrm>
              <a:off x="2744607" y="3865459"/>
              <a:ext cx="20970" cy="81830"/>
            </a:xfrm>
            <a:custGeom>
              <a:rect b="b" l="l" r="r" t="t"/>
              <a:pathLst>
                <a:path extrusionOk="0" h="2513" w="644">
                  <a:moveTo>
                    <a:pt x="323" y="1"/>
                  </a:moveTo>
                  <a:cubicBezTo>
                    <a:pt x="311" y="1"/>
                    <a:pt x="298" y="2"/>
                    <a:pt x="286" y="3"/>
                  </a:cubicBezTo>
                  <a:cubicBezTo>
                    <a:pt x="119" y="51"/>
                    <a:pt x="0" y="194"/>
                    <a:pt x="0" y="337"/>
                  </a:cubicBezTo>
                  <a:lnTo>
                    <a:pt x="0" y="2218"/>
                  </a:lnTo>
                  <a:cubicBezTo>
                    <a:pt x="0" y="2385"/>
                    <a:pt x="119" y="2504"/>
                    <a:pt x="286" y="2504"/>
                  </a:cubicBezTo>
                  <a:cubicBezTo>
                    <a:pt x="309" y="2509"/>
                    <a:pt x="331" y="2512"/>
                    <a:pt x="352" y="2512"/>
                  </a:cubicBezTo>
                  <a:cubicBezTo>
                    <a:pt x="514" y="2512"/>
                    <a:pt x="643" y="2365"/>
                    <a:pt x="643" y="2218"/>
                  </a:cubicBezTo>
                  <a:lnTo>
                    <a:pt x="643" y="313"/>
                  </a:lnTo>
                  <a:cubicBezTo>
                    <a:pt x="643" y="136"/>
                    <a:pt x="480" y="1"/>
                    <a:pt x="32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3" name="Google Shape;27783;p151"/>
            <p:cNvSpPr/>
            <p:nvPr/>
          </p:nvSpPr>
          <p:spPr>
            <a:xfrm>
              <a:off x="2784919" y="3825212"/>
              <a:ext cx="83783" cy="20221"/>
            </a:xfrm>
            <a:custGeom>
              <a:rect b="b" l="l" r="r" t="t"/>
              <a:pathLst>
                <a:path extrusionOk="0" h="621" w="2573">
                  <a:moveTo>
                    <a:pt x="310" y="1"/>
                  </a:moveTo>
                  <a:cubicBezTo>
                    <a:pt x="144" y="1"/>
                    <a:pt x="1" y="168"/>
                    <a:pt x="24" y="358"/>
                  </a:cubicBezTo>
                  <a:cubicBezTo>
                    <a:pt x="48" y="501"/>
                    <a:pt x="191" y="620"/>
                    <a:pt x="358" y="620"/>
                  </a:cubicBezTo>
                  <a:lnTo>
                    <a:pt x="2263" y="620"/>
                  </a:lnTo>
                  <a:cubicBezTo>
                    <a:pt x="2430" y="620"/>
                    <a:pt x="2573" y="453"/>
                    <a:pt x="2549" y="263"/>
                  </a:cubicBezTo>
                  <a:cubicBezTo>
                    <a:pt x="2525" y="120"/>
                    <a:pt x="2382" y="1"/>
                    <a:pt x="221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4" name="Google Shape;27784;p151"/>
            <p:cNvSpPr/>
            <p:nvPr/>
          </p:nvSpPr>
          <p:spPr>
            <a:xfrm>
              <a:off x="2784919" y="3783369"/>
              <a:ext cx="83783" cy="20189"/>
            </a:xfrm>
            <a:custGeom>
              <a:rect b="b" l="l" r="r" t="t"/>
              <a:pathLst>
                <a:path extrusionOk="0" h="620" w="2573">
                  <a:moveTo>
                    <a:pt x="310" y="0"/>
                  </a:moveTo>
                  <a:cubicBezTo>
                    <a:pt x="144" y="0"/>
                    <a:pt x="1" y="191"/>
                    <a:pt x="24" y="357"/>
                  </a:cubicBezTo>
                  <a:cubicBezTo>
                    <a:pt x="48" y="500"/>
                    <a:pt x="191" y="619"/>
                    <a:pt x="358" y="619"/>
                  </a:cubicBezTo>
                  <a:lnTo>
                    <a:pt x="2263" y="619"/>
                  </a:lnTo>
                  <a:cubicBezTo>
                    <a:pt x="2430" y="619"/>
                    <a:pt x="2573" y="476"/>
                    <a:pt x="2549" y="262"/>
                  </a:cubicBezTo>
                  <a:cubicBezTo>
                    <a:pt x="2525" y="119"/>
                    <a:pt x="2382" y="0"/>
                    <a:pt x="2215"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5" name="Google Shape;27785;p151"/>
            <p:cNvSpPr/>
            <p:nvPr/>
          </p:nvSpPr>
          <p:spPr>
            <a:xfrm>
              <a:off x="2784919" y="3743024"/>
              <a:ext cx="83783" cy="20189"/>
            </a:xfrm>
            <a:custGeom>
              <a:rect b="b" l="l" r="r" t="t"/>
              <a:pathLst>
                <a:path extrusionOk="0" h="620" w="2573">
                  <a:moveTo>
                    <a:pt x="310" y="1"/>
                  </a:moveTo>
                  <a:cubicBezTo>
                    <a:pt x="144" y="1"/>
                    <a:pt x="1" y="167"/>
                    <a:pt x="24" y="358"/>
                  </a:cubicBezTo>
                  <a:cubicBezTo>
                    <a:pt x="48" y="501"/>
                    <a:pt x="191" y="620"/>
                    <a:pt x="358" y="620"/>
                  </a:cubicBezTo>
                  <a:lnTo>
                    <a:pt x="2263" y="620"/>
                  </a:lnTo>
                  <a:cubicBezTo>
                    <a:pt x="2430" y="620"/>
                    <a:pt x="2573" y="477"/>
                    <a:pt x="2549" y="263"/>
                  </a:cubicBezTo>
                  <a:cubicBezTo>
                    <a:pt x="2525" y="120"/>
                    <a:pt x="2382" y="1"/>
                    <a:pt x="221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6" name="Google Shape;27786;p151"/>
            <p:cNvSpPr/>
            <p:nvPr/>
          </p:nvSpPr>
          <p:spPr>
            <a:xfrm>
              <a:off x="2784919" y="3701930"/>
              <a:ext cx="83783" cy="20189"/>
            </a:xfrm>
            <a:custGeom>
              <a:rect b="b" l="l" r="r" t="t"/>
              <a:pathLst>
                <a:path extrusionOk="0" h="620" w="2573">
                  <a:moveTo>
                    <a:pt x="310" y="1"/>
                  </a:moveTo>
                  <a:cubicBezTo>
                    <a:pt x="144" y="1"/>
                    <a:pt x="1" y="191"/>
                    <a:pt x="24" y="358"/>
                  </a:cubicBezTo>
                  <a:cubicBezTo>
                    <a:pt x="48" y="501"/>
                    <a:pt x="191" y="620"/>
                    <a:pt x="358" y="620"/>
                  </a:cubicBezTo>
                  <a:lnTo>
                    <a:pt x="2263" y="620"/>
                  </a:lnTo>
                  <a:cubicBezTo>
                    <a:pt x="2430" y="620"/>
                    <a:pt x="2573" y="477"/>
                    <a:pt x="2549" y="262"/>
                  </a:cubicBezTo>
                  <a:cubicBezTo>
                    <a:pt x="2525" y="120"/>
                    <a:pt x="2382" y="1"/>
                    <a:pt x="221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7" name="Google Shape;27787;p151"/>
            <p:cNvSpPr/>
            <p:nvPr/>
          </p:nvSpPr>
          <p:spPr>
            <a:xfrm>
              <a:off x="2622856" y="3599261"/>
              <a:ext cx="20189" cy="81276"/>
            </a:xfrm>
            <a:custGeom>
              <a:rect b="b" l="l" r="r" t="t"/>
              <a:pathLst>
                <a:path extrusionOk="0" h="2496" w="620">
                  <a:moveTo>
                    <a:pt x="336" y="1"/>
                  </a:moveTo>
                  <a:cubicBezTo>
                    <a:pt x="312" y="1"/>
                    <a:pt x="287" y="4"/>
                    <a:pt x="262" y="10"/>
                  </a:cubicBezTo>
                  <a:cubicBezTo>
                    <a:pt x="120" y="34"/>
                    <a:pt x="0" y="177"/>
                    <a:pt x="0" y="320"/>
                  </a:cubicBezTo>
                  <a:lnTo>
                    <a:pt x="0" y="2201"/>
                  </a:lnTo>
                  <a:cubicBezTo>
                    <a:pt x="0" y="2375"/>
                    <a:pt x="100" y="2490"/>
                    <a:pt x="226" y="2490"/>
                  </a:cubicBezTo>
                  <a:cubicBezTo>
                    <a:pt x="238" y="2490"/>
                    <a:pt x="250" y="2489"/>
                    <a:pt x="262" y="2487"/>
                  </a:cubicBezTo>
                  <a:cubicBezTo>
                    <a:pt x="291" y="2493"/>
                    <a:pt x="318" y="2496"/>
                    <a:pt x="343" y="2496"/>
                  </a:cubicBezTo>
                  <a:cubicBezTo>
                    <a:pt x="512" y="2496"/>
                    <a:pt x="620" y="2366"/>
                    <a:pt x="620" y="2201"/>
                  </a:cubicBezTo>
                  <a:lnTo>
                    <a:pt x="620" y="296"/>
                  </a:lnTo>
                  <a:cubicBezTo>
                    <a:pt x="620" y="130"/>
                    <a:pt x="494" y="1"/>
                    <a:pt x="336"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8" name="Google Shape;27788;p151"/>
            <p:cNvSpPr/>
            <p:nvPr/>
          </p:nvSpPr>
          <p:spPr>
            <a:xfrm>
              <a:off x="2663168" y="3599261"/>
              <a:ext cx="20189" cy="81276"/>
            </a:xfrm>
            <a:custGeom>
              <a:rect b="b" l="l" r="r" t="t"/>
              <a:pathLst>
                <a:path extrusionOk="0" h="2496" w="620">
                  <a:moveTo>
                    <a:pt x="336" y="1"/>
                  </a:moveTo>
                  <a:cubicBezTo>
                    <a:pt x="312" y="1"/>
                    <a:pt x="288" y="4"/>
                    <a:pt x="263" y="10"/>
                  </a:cubicBezTo>
                  <a:cubicBezTo>
                    <a:pt x="120" y="34"/>
                    <a:pt x="1" y="177"/>
                    <a:pt x="1" y="320"/>
                  </a:cubicBezTo>
                  <a:lnTo>
                    <a:pt x="1" y="2201"/>
                  </a:lnTo>
                  <a:cubicBezTo>
                    <a:pt x="1" y="2375"/>
                    <a:pt x="100" y="2490"/>
                    <a:pt x="227" y="2490"/>
                  </a:cubicBezTo>
                  <a:cubicBezTo>
                    <a:pt x="239" y="2490"/>
                    <a:pt x="251" y="2489"/>
                    <a:pt x="263" y="2487"/>
                  </a:cubicBezTo>
                  <a:cubicBezTo>
                    <a:pt x="291" y="2493"/>
                    <a:pt x="318" y="2496"/>
                    <a:pt x="343" y="2496"/>
                  </a:cubicBezTo>
                  <a:cubicBezTo>
                    <a:pt x="512" y="2496"/>
                    <a:pt x="620" y="2366"/>
                    <a:pt x="620" y="2201"/>
                  </a:cubicBezTo>
                  <a:lnTo>
                    <a:pt x="620" y="296"/>
                  </a:lnTo>
                  <a:cubicBezTo>
                    <a:pt x="620" y="130"/>
                    <a:pt x="494" y="1"/>
                    <a:pt x="336"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9" name="Google Shape;27789;p151"/>
            <p:cNvSpPr/>
            <p:nvPr/>
          </p:nvSpPr>
          <p:spPr>
            <a:xfrm>
              <a:off x="2704262" y="3599261"/>
              <a:ext cx="20221" cy="81276"/>
            </a:xfrm>
            <a:custGeom>
              <a:rect b="b" l="l" r="r" t="t"/>
              <a:pathLst>
                <a:path extrusionOk="0" h="2496" w="621">
                  <a:moveTo>
                    <a:pt x="329" y="1"/>
                  </a:moveTo>
                  <a:cubicBezTo>
                    <a:pt x="307" y="1"/>
                    <a:pt x="285" y="4"/>
                    <a:pt x="263" y="10"/>
                  </a:cubicBezTo>
                  <a:cubicBezTo>
                    <a:pt x="120" y="34"/>
                    <a:pt x="1" y="177"/>
                    <a:pt x="1" y="320"/>
                  </a:cubicBezTo>
                  <a:lnTo>
                    <a:pt x="1" y="2201"/>
                  </a:lnTo>
                  <a:cubicBezTo>
                    <a:pt x="1" y="2375"/>
                    <a:pt x="101" y="2490"/>
                    <a:pt x="227" y="2490"/>
                  </a:cubicBezTo>
                  <a:cubicBezTo>
                    <a:pt x="239" y="2490"/>
                    <a:pt x="251" y="2489"/>
                    <a:pt x="263" y="2487"/>
                  </a:cubicBezTo>
                  <a:cubicBezTo>
                    <a:pt x="291" y="2493"/>
                    <a:pt x="318" y="2496"/>
                    <a:pt x="344" y="2496"/>
                  </a:cubicBezTo>
                  <a:cubicBezTo>
                    <a:pt x="512" y="2496"/>
                    <a:pt x="620" y="2366"/>
                    <a:pt x="620" y="2201"/>
                  </a:cubicBezTo>
                  <a:lnTo>
                    <a:pt x="620" y="296"/>
                  </a:lnTo>
                  <a:cubicBezTo>
                    <a:pt x="620" y="130"/>
                    <a:pt x="476" y="1"/>
                    <a:pt x="329"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0" name="Google Shape;27790;p151"/>
            <p:cNvSpPr/>
            <p:nvPr/>
          </p:nvSpPr>
          <p:spPr>
            <a:xfrm>
              <a:off x="2744607" y="3599261"/>
              <a:ext cx="20970" cy="81276"/>
            </a:xfrm>
            <a:custGeom>
              <a:rect b="b" l="l" r="r" t="t"/>
              <a:pathLst>
                <a:path extrusionOk="0" h="2496" w="644">
                  <a:moveTo>
                    <a:pt x="353" y="1"/>
                  </a:moveTo>
                  <a:cubicBezTo>
                    <a:pt x="330" y="1"/>
                    <a:pt x="308" y="4"/>
                    <a:pt x="286" y="10"/>
                  </a:cubicBezTo>
                  <a:cubicBezTo>
                    <a:pt x="119" y="34"/>
                    <a:pt x="0" y="177"/>
                    <a:pt x="0" y="320"/>
                  </a:cubicBezTo>
                  <a:lnTo>
                    <a:pt x="0" y="2201"/>
                  </a:lnTo>
                  <a:cubicBezTo>
                    <a:pt x="0" y="2375"/>
                    <a:pt x="100" y="2490"/>
                    <a:pt x="245" y="2490"/>
                  </a:cubicBezTo>
                  <a:cubicBezTo>
                    <a:pt x="258" y="2490"/>
                    <a:pt x="272" y="2489"/>
                    <a:pt x="286" y="2487"/>
                  </a:cubicBezTo>
                  <a:cubicBezTo>
                    <a:pt x="311" y="2493"/>
                    <a:pt x="336" y="2496"/>
                    <a:pt x="360" y="2496"/>
                  </a:cubicBezTo>
                  <a:cubicBezTo>
                    <a:pt x="518" y="2496"/>
                    <a:pt x="643" y="2366"/>
                    <a:pt x="643" y="2201"/>
                  </a:cubicBezTo>
                  <a:lnTo>
                    <a:pt x="643" y="296"/>
                  </a:lnTo>
                  <a:cubicBezTo>
                    <a:pt x="643" y="130"/>
                    <a:pt x="500" y="1"/>
                    <a:pt x="35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1" name="Google Shape;27791;p151"/>
            <p:cNvSpPr/>
            <p:nvPr/>
          </p:nvSpPr>
          <p:spPr>
            <a:xfrm>
              <a:off x="2580980" y="3661618"/>
              <a:ext cx="225691" cy="224909"/>
            </a:xfrm>
            <a:custGeom>
              <a:rect b="b" l="l" r="r" t="t"/>
              <a:pathLst>
                <a:path extrusionOk="0" h="6907" w="6931">
                  <a:moveTo>
                    <a:pt x="953" y="0"/>
                  </a:moveTo>
                  <a:cubicBezTo>
                    <a:pt x="453" y="0"/>
                    <a:pt x="0" y="405"/>
                    <a:pt x="0" y="953"/>
                  </a:cubicBezTo>
                  <a:lnTo>
                    <a:pt x="0" y="5954"/>
                  </a:lnTo>
                  <a:cubicBezTo>
                    <a:pt x="0" y="6454"/>
                    <a:pt x="429" y="6906"/>
                    <a:pt x="953" y="6906"/>
                  </a:cubicBezTo>
                  <a:lnTo>
                    <a:pt x="5978" y="6906"/>
                  </a:lnTo>
                  <a:cubicBezTo>
                    <a:pt x="6502" y="6906"/>
                    <a:pt x="6930" y="6478"/>
                    <a:pt x="6930" y="5954"/>
                  </a:cubicBezTo>
                  <a:lnTo>
                    <a:pt x="6930" y="905"/>
                  </a:lnTo>
                  <a:cubicBezTo>
                    <a:pt x="6930" y="405"/>
                    <a:pt x="6526" y="0"/>
                    <a:pt x="5978"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2" name="Google Shape;27792;p151"/>
            <p:cNvSpPr/>
            <p:nvPr/>
          </p:nvSpPr>
          <p:spPr>
            <a:xfrm>
              <a:off x="2694200" y="3661618"/>
              <a:ext cx="112471" cy="224909"/>
            </a:xfrm>
            <a:custGeom>
              <a:rect b="b" l="l" r="r" t="t"/>
              <a:pathLst>
                <a:path extrusionOk="0" h="6907" w="3454">
                  <a:moveTo>
                    <a:pt x="0" y="0"/>
                  </a:moveTo>
                  <a:lnTo>
                    <a:pt x="0" y="6906"/>
                  </a:lnTo>
                  <a:lnTo>
                    <a:pt x="2501" y="6906"/>
                  </a:lnTo>
                  <a:cubicBezTo>
                    <a:pt x="3049" y="6906"/>
                    <a:pt x="3453" y="6454"/>
                    <a:pt x="3453" y="5954"/>
                  </a:cubicBezTo>
                  <a:lnTo>
                    <a:pt x="3453" y="905"/>
                  </a:lnTo>
                  <a:cubicBezTo>
                    <a:pt x="3453" y="405"/>
                    <a:pt x="3049" y="0"/>
                    <a:pt x="2501"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3" name="Google Shape;27793;p151"/>
            <p:cNvSpPr/>
            <p:nvPr/>
          </p:nvSpPr>
          <p:spPr>
            <a:xfrm>
              <a:off x="2620544" y="3701149"/>
              <a:ext cx="145815" cy="145033"/>
            </a:xfrm>
            <a:custGeom>
              <a:rect b="b" l="l" r="r" t="t"/>
              <a:pathLst>
                <a:path extrusionOk="0" h="4454" w="4478">
                  <a:moveTo>
                    <a:pt x="976" y="1"/>
                  </a:moveTo>
                  <a:cubicBezTo>
                    <a:pt x="810" y="1"/>
                    <a:pt x="667" y="144"/>
                    <a:pt x="667" y="334"/>
                  </a:cubicBezTo>
                  <a:lnTo>
                    <a:pt x="667" y="644"/>
                  </a:lnTo>
                  <a:lnTo>
                    <a:pt x="333" y="644"/>
                  </a:lnTo>
                  <a:cubicBezTo>
                    <a:pt x="143" y="644"/>
                    <a:pt x="0" y="810"/>
                    <a:pt x="0" y="977"/>
                  </a:cubicBezTo>
                  <a:lnTo>
                    <a:pt x="0" y="3478"/>
                  </a:lnTo>
                  <a:cubicBezTo>
                    <a:pt x="0" y="3668"/>
                    <a:pt x="143" y="3811"/>
                    <a:pt x="333" y="3811"/>
                  </a:cubicBezTo>
                  <a:lnTo>
                    <a:pt x="667" y="3811"/>
                  </a:lnTo>
                  <a:lnTo>
                    <a:pt x="667" y="4144"/>
                  </a:lnTo>
                  <a:cubicBezTo>
                    <a:pt x="667" y="4311"/>
                    <a:pt x="810" y="4454"/>
                    <a:pt x="976" y="4454"/>
                  </a:cubicBezTo>
                  <a:lnTo>
                    <a:pt x="3477" y="4454"/>
                  </a:lnTo>
                  <a:cubicBezTo>
                    <a:pt x="3667" y="4454"/>
                    <a:pt x="3810" y="4311"/>
                    <a:pt x="3810" y="4144"/>
                  </a:cubicBezTo>
                  <a:lnTo>
                    <a:pt x="3810" y="3811"/>
                  </a:lnTo>
                  <a:lnTo>
                    <a:pt x="4144" y="3811"/>
                  </a:lnTo>
                  <a:cubicBezTo>
                    <a:pt x="4334" y="3811"/>
                    <a:pt x="4477" y="3668"/>
                    <a:pt x="4477" y="3478"/>
                  </a:cubicBezTo>
                  <a:lnTo>
                    <a:pt x="4477" y="977"/>
                  </a:lnTo>
                  <a:cubicBezTo>
                    <a:pt x="4477" y="810"/>
                    <a:pt x="4334" y="644"/>
                    <a:pt x="4144" y="644"/>
                  </a:cubicBezTo>
                  <a:lnTo>
                    <a:pt x="3810" y="644"/>
                  </a:lnTo>
                  <a:lnTo>
                    <a:pt x="3810" y="334"/>
                  </a:lnTo>
                  <a:cubicBezTo>
                    <a:pt x="3810" y="144"/>
                    <a:pt x="3667" y="1"/>
                    <a:pt x="3477"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4" name="Google Shape;27794;p151"/>
            <p:cNvSpPr/>
            <p:nvPr/>
          </p:nvSpPr>
          <p:spPr>
            <a:xfrm>
              <a:off x="2693419" y="3702712"/>
              <a:ext cx="72940" cy="143470"/>
            </a:xfrm>
            <a:custGeom>
              <a:rect b="b" l="l" r="r" t="t"/>
              <a:pathLst>
                <a:path extrusionOk="0" h="4406" w="2240">
                  <a:moveTo>
                    <a:pt x="1" y="0"/>
                  </a:moveTo>
                  <a:lnTo>
                    <a:pt x="1" y="4406"/>
                  </a:lnTo>
                  <a:lnTo>
                    <a:pt x="1239" y="4406"/>
                  </a:lnTo>
                  <a:cubicBezTo>
                    <a:pt x="1429" y="4406"/>
                    <a:pt x="1572" y="4263"/>
                    <a:pt x="1572" y="4096"/>
                  </a:cubicBezTo>
                  <a:lnTo>
                    <a:pt x="1572" y="3763"/>
                  </a:lnTo>
                  <a:lnTo>
                    <a:pt x="1906" y="3763"/>
                  </a:lnTo>
                  <a:cubicBezTo>
                    <a:pt x="2096" y="3763"/>
                    <a:pt x="2239" y="3620"/>
                    <a:pt x="2239" y="3430"/>
                  </a:cubicBezTo>
                  <a:lnTo>
                    <a:pt x="2239" y="929"/>
                  </a:lnTo>
                  <a:cubicBezTo>
                    <a:pt x="2239" y="790"/>
                    <a:pt x="2139" y="650"/>
                    <a:pt x="1995" y="650"/>
                  </a:cubicBezTo>
                  <a:cubicBezTo>
                    <a:pt x="1967" y="650"/>
                    <a:pt x="1937" y="655"/>
                    <a:pt x="1906" y="667"/>
                  </a:cubicBezTo>
                  <a:lnTo>
                    <a:pt x="1572" y="667"/>
                  </a:lnTo>
                  <a:lnTo>
                    <a:pt x="1572" y="334"/>
                  </a:lnTo>
                  <a:cubicBezTo>
                    <a:pt x="1572" y="167"/>
                    <a:pt x="1429" y="0"/>
                    <a:pt x="1239"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5" name="Google Shape;27795;p151"/>
          <p:cNvGrpSpPr/>
          <p:nvPr/>
        </p:nvGrpSpPr>
        <p:grpSpPr>
          <a:xfrm>
            <a:off x="1797006" y="3445623"/>
            <a:ext cx="268315" cy="350535"/>
            <a:chOff x="1797006" y="3598023"/>
            <a:chExt cx="268315" cy="350535"/>
          </a:xfrm>
        </p:grpSpPr>
        <p:sp>
          <p:nvSpPr>
            <p:cNvPr id="27796" name="Google Shape;27796;p151"/>
            <p:cNvSpPr/>
            <p:nvPr/>
          </p:nvSpPr>
          <p:spPr>
            <a:xfrm>
              <a:off x="1797006" y="3701149"/>
              <a:ext cx="267566" cy="247410"/>
            </a:xfrm>
            <a:custGeom>
              <a:rect b="b" l="l" r="r" t="t"/>
              <a:pathLst>
                <a:path extrusionOk="0" h="7598" w="8217">
                  <a:moveTo>
                    <a:pt x="976" y="1"/>
                  </a:moveTo>
                  <a:cubicBezTo>
                    <a:pt x="810" y="1"/>
                    <a:pt x="643" y="144"/>
                    <a:pt x="643" y="334"/>
                  </a:cubicBezTo>
                  <a:cubicBezTo>
                    <a:pt x="643" y="4025"/>
                    <a:pt x="24" y="7169"/>
                    <a:pt x="24" y="7193"/>
                  </a:cubicBezTo>
                  <a:cubicBezTo>
                    <a:pt x="0" y="7288"/>
                    <a:pt x="24" y="7383"/>
                    <a:pt x="95" y="7478"/>
                  </a:cubicBezTo>
                  <a:cubicBezTo>
                    <a:pt x="143" y="7526"/>
                    <a:pt x="238" y="7597"/>
                    <a:pt x="333" y="7597"/>
                  </a:cubicBezTo>
                  <a:lnTo>
                    <a:pt x="7859" y="7597"/>
                  </a:lnTo>
                  <a:cubicBezTo>
                    <a:pt x="7954" y="7597"/>
                    <a:pt x="8026" y="7550"/>
                    <a:pt x="8097" y="7478"/>
                  </a:cubicBezTo>
                  <a:cubicBezTo>
                    <a:pt x="8145" y="7383"/>
                    <a:pt x="8192" y="7288"/>
                    <a:pt x="8145" y="7193"/>
                  </a:cubicBezTo>
                  <a:cubicBezTo>
                    <a:pt x="8216" y="7169"/>
                    <a:pt x="7597" y="4025"/>
                    <a:pt x="7597" y="334"/>
                  </a:cubicBezTo>
                  <a:cubicBezTo>
                    <a:pt x="7597" y="144"/>
                    <a:pt x="7430" y="1"/>
                    <a:pt x="7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7" name="Google Shape;27797;p151"/>
            <p:cNvSpPr/>
            <p:nvPr/>
          </p:nvSpPr>
          <p:spPr>
            <a:xfrm>
              <a:off x="1931912" y="3701149"/>
              <a:ext cx="133409" cy="247410"/>
            </a:xfrm>
            <a:custGeom>
              <a:rect b="b" l="l" r="r" t="t"/>
              <a:pathLst>
                <a:path extrusionOk="0" h="7598" w="4097">
                  <a:moveTo>
                    <a:pt x="1" y="1"/>
                  </a:moveTo>
                  <a:lnTo>
                    <a:pt x="1" y="7597"/>
                  </a:lnTo>
                  <a:lnTo>
                    <a:pt x="3763" y="7597"/>
                  </a:lnTo>
                  <a:cubicBezTo>
                    <a:pt x="3859" y="7597"/>
                    <a:pt x="3954" y="7526"/>
                    <a:pt x="4002" y="7478"/>
                  </a:cubicBezTo>
                  <a:cubicBezTo>
                    <a:pt x="4073" y="7383"/>
                    <a:pt x="4097" y="7288"/>
                    <a:pt x="4073" y="7193"/>
                  </a:cubicBezTo>
                  <a:cubicBezTo>
                    <a:pt x="4073" y="7169"/>
                    <a:pt x="3454" y="4025"/>
                    <a:pt x="3478" y="334"/>
                  </a:cubicBezTo>
                  <a:cubicBezTo>
                    <a:pt x="3478" y="144"/>
                    <a:pt x="3335" y="1"/>
                    <a:pt x="3144" y="1"/>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8" name="Google Shape;27798;p151"/>
            <p:cNvSpPr/>
            <p:nvPr/>
          </p:nvSpPr>
          <p:spPr>
            <a:xfrm>
              <a:off x="1858256" y="3598023"/>
              <a:ext cx="145033" cy="165287"/>
            </a:xfrm>
            <a:custGeom>
              <a:rect b="b" l="l" r="r" t="t"/>
              <a:pathLst>
                <a:path extrusionOk="0" h="5076" w="4454">
                  <a:moveTo>
                    <a:pt x="2144" y="0"/>
                  </a:moveTo>
                  <a:cubicBezTo>
                    <a:pt x="953" y="72"/>
                    <a:pt x="0" y="1048"/>
                    <a:pt x="0" y="2239"/>
                  </a:cubicBezTo>
                  <a:lnTo>
                    <a:pt x="0" y="4739"/>
                  </a:lnTo>
                  <a:cubicBezTo>
                    <a:pt x="0" y="4938"/>
                    <a:pt x="144" y="5075"/>
                    <a:pt x="316" y="5075"/>
                  </a:cubicBezTo>
                  <a:cubicBezTo>
                    <a:pt x="330" y="5075"/>
                    <a:pt x="344" y="5075"/>
                    <a:pt x="358" y="5073"/>
                  </a:cubicBezTo>
                  <a:cubicBezTo>
                    <a:pt x="524" y="5049"/>
                    <a:pt x="643" y="4882"/>
                    <a:pt x="643" y="4739"/>
                  </a:cubicBezTo>
                  <a:lnTo>
                    <a:pt x="643" y="2239"/>
                  </a:lnTo>
                  <a:cubicBezTo>
                    <a:pt x="643" y="1372"/>
                    <a:pt x="1358" y="667"/>
                    <a:pt x="2243" y="667"/>
                  </a:cubicBezTo>
                  <a:cubicBezTo>
                    <a:pt x="2257" y="667"/>
                    <a:pt x="2272" y="667"/>
                    <a:pt x="2287" y="667"/>
                  </a:cubicBezTo>
                  <a:cubicBezTo>
                    <a:pt x="3144" y="691"/>
                    <a:pt x="3811" y="1382"/>
                    <a:pt x="3811" y="2239"/>
                  </a:cubicBezTo>
                  <a:lnTo>
                    <a:pt x="3811" y="4739"/>
                  </a:lnTo>
                  <a:cubicBezTo>
                    <a:pt x="3811" y="4938"/>
                    <a:pt x="3954" y="5075"/>
                    <a:pt x="4127" y="5075"/>
                  </a:cubicBezTo>
                  <a:cubicBezTo>
                    <a:pt x="4140" y="5075"/>
                    <a:pt x="4154" y="5075"/>
                    <a:pt x="4168" y="5073"/>
                  </a:cubicBezTo>
                  <a:cubicBezTo>
                    <a:pt x="4335" y="5049"/>
                    <a:pt x="4454" y="4882"/>
                    <a:pt x="4454" y="4739"/>
                  </a:cubicBezTo>
                  <a:lnTo>
                    <a:pt x="4454" y="2239"/>
                  </a:lnTo>
                  <a:cubicBezTo>
                    <a:pt x="4454" y="1001"/>
                    <a:pt x="3406" y="0"/>
                    <a:pt x="214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9" name="Google Shape;27799;p151"/>
            <p:cNvSpPr/>
            <p:nvPr/>
          </p:nvSpPr>
          <p:spPr>
            <a:xfrm>
              <a:off x="1930382" y="3599586"/>
              <a:ext cx="72907" cy="163724"/>
            </a:xfrm>
            <a:custGeom>
              <a:rect b="b" l="l" r="r" t="t"/>
              <a:pathLst>
                <a:path extrusionOk="0" h="5028" w="2239">
                  <a:moveTo>
                    <a:pt x="0" y="0"/>
                  </a:moveTo>
                  <a:lnTo>
                    <a:pt x="0" y="619"/>
                  </a:lnTo>
                  <a:cubicBezTo>
                    <a:pt x="881" y="619"/>
                    <a:pt x="1596" y="1334"/>
                    <a:pt x="1596" y="2191"/>
                  </a:cubicBezTo>
                  <a:lnTo>
                    <a:pt x="1596" y="4691"/>
                  </a:lnTo>
                  <a:cubicBezTo>
                    <a:pt x="1596" y="4890"/>
                    <a:pt x="1739" y="5027"/>
                    <a:pt x="1912" y="5027"/>
                  </a:cubicBezTo>
                  <a:cubicBezTo>
                    <a:pt x="1925" y="5027"/>
                    <a:pt x="1939" y="5027"/>
                    <a:pt x="1953" y="5025"/>
                  </a:cubicBezTo>
                  <a:cubicBezTo>
                    <a:pt x="2120" y="5001"/>
                    <a:pt x="2239" y="4834"/>
                    <a:pt x="2239" y="4691"/>
                  </a:cubicBezTo>
                  <a:lnTo>
                    <a:pt x="2239" y="2191"/>
                  </a:lnTo>
                  <a:cubicBezTo>
                    <a:pt x="2239" y="976"/>
                    <a:pt x="1262"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00" name="Google Shape;27800;p151"/>
          <p:cNvGrpSpPr/>
          <p:nvPr/>
        </p:nvGrpSpPr>
        <p:grpSpPr>
          <a:xfrm>
            <a:off x="1057967" y="3447186"/>
            <a:ext cx="247410" cy="348972"/>
            <a:chOff x="1057967" y="3599586"/>
            <a:chExt cx="247410" cy="348972"/>
          </a:xfrm>
        </p:grpSpPr>
        <p:sp>
          <p:nvSpPr>
            <p:cNvPr id="27801" name="Google Shape;27801;p151"/>
            <p:cNvSpPr/>
            <p:nvPr/>
          </p:nvSpPr>
          <p:spPr>
            <a:xfrm>
              <a:off x="1122343" y="3599586"/>
              <a:ext cx="121002" cy="132627"/>
            </a:xfrm>
            <a:custGeom>
              <a:rect b="b" l="l" r="r" t="t"/>
              <a:pathLst>
                <a:path extrusionOk="0" h="4073" w="3716">
                  <a:moveTo>
                    <a:pt x="1834" y="0"/>
                  </a:moveTo>
                  <a:cubicBezTo>
                    <a:pt x="1691" y="0"/>
                    <a:pt x="1548" y="119"/>
                    <a:pt x="1548" y="262"/>
                  </a:cubicBezTo>
                  <a:cubicBezTo>
                    <a:pt x="1477" y="357"/>
                    <a:pt x="1310" y="524"/>
                    <a:pt x="1144" y="667"/>
                  </a:cubicBezTo>
                  <a:cubicBezTo>
                    <a:pt x="643" y="1191"/>
                    <a:pt x="0" y="1905"/>
                    <a:pt x="0" y="2620"/>
                  </a:cubicBezTo>
                  <a:cubicBezTo>
                    <a:pt x="0" y="3263"/>
                    <a:pt x="429" y="3834"/>
                    <a:pt x="1120" y="4072"/>
                  </a:cubicBezTo>
                  <a:lnTo>
                    <a:pt x="2549" y="4072"/>
                  </a:lnTo>
                  <a:cubicBezTo>
                    <a:pt x="3263" y="3834"/>
                    <a:pt x="3715" y="3263"/>
                    <a:pt x="3715" y="2620"/>
                  </a:cubicBezTo>
                  <a:cubicBezTo>
                    <a:pt x="3692" y="1905"/>
                    <a:pt x="3001" y="1191"/>
                    <a:pt x="2525" y="667"/>
                  </a:cubicBezTo>
                  <a:cubicBezTo>
                    <a:pt x="2382" y="524"/>
                    <a:pt x="2191" y="310"/>
                    <a:pt x="2144" y="262"/>
                  </a:cubicBezTo>
                  <a:cubicBezTo>
                    <a:pt x="2096" y="119"/>
                    <a:pt x="1977" y="0"/>
                    <a:pt x="18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2" name="Google Shape;27802;p151"/>
            <p:cNvSpPr/>
            <p:nvPr/>
          </p:nvSpPr>
          <p:spPr>
            <a:xfrm>
              <a:off x="1182063" y="3599586"/>
              <a:ext cx="61283" cy="132627"/>
            </a:xfrm>
            <a:custGeom>
              <a:rect b="b" l="l" r="r" t="t"/>
              <a:pathLst>
                <a:path extrusionOk="0" h="4073" w="1882">
                  <a:moveTo>
                    <a:pt x="0" y="0"/>
                  </a:moveTo>
                  <a:lnTo>
                    <a:pt x="0" y="4072"/>
                  </a:lnTo>
                  <a:lnTo>
                    <a:pt x="715" y="4072"/>
                  </a:lnTo>
                  <a:cubicBezTo>
                    <a:pt x="1429" y="3834"/>
                    <a:pt x="1881" y="3286"/>
                    <a:pt x="1881" y="2620"/>
                  </a:cubicBezTo>
                  <a:cubicBezTo>
                    <a:pt x="1881" y="1905"/>
                    <a:pt x="1191" y="1191"/>
                    <a:pt x="691" y="667"/>
                  </a:cubicBezTo>
                  <a:cubicBezTo>
                    <a:pt x="548" y="524"/>
                    <a:pt x="357" y="310"/>
                    <a:pt x="310" y="262"/>
                  </a:cubicBezTo>
                  <a:cubicBezTo>
                    <a:pt x="262" y="119"/>
                    <a:pt x="143"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3" name="Google Shape;27803;p151"/>
            <p:cNvSpPr/>
            <p:nvPr/>
          </p:nvSpPr>
          <p:spPr>
            <a:xfrm>
              <a:off x="1078905" y="3753118"/>
              <a:ext cx="209409" cy="176065"/>
            </a:xfrm>
            <a:custGeom>
              <a:rect b="b" l="l" r="r" t="t"/>
              <a:pathLst>
                <a:path extrusionOk="0" h="5407" w="6431">
                  <a:moveTo>
                    <a:pt x="1930" y="0"/>
                  </a:moveTo>
                  <a:lnTo>
                    <a:pt x="1930" y="334"/>
                  </a:lnTo>
                  <a:cubicBezTo>
                    <a:pt x="1930" y="2429"/>
                    <a:pt x="739" y="4239"/>
                    <a:pt x="739" y="4263"/>
                  </a:cubicBezTo>
                  <a:lnTo>
                    <a:pt x="1" y="5406"/>
                  </a:lnTo>
                  <a:lnTo>
                    <a:pt x="6431" y="5406"/>
                  </a:lnTo>
                  <a:lnTo>
                    <a:pt x="5621" y="4263"/>
                  </a:lnTo>
                  <a:cubicBezTo>
                    <a:pt x="5621" y="4239"/>
                    <a:pt x="4430" y="2429"/>
                    <a:pt x="4430" y="334"/>
                  </a:cubicBezTo>
                  <a:lnTo>
                    <a:pt x="4430" y="0"/>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4" name="Google Shape;27804;p151"/>
            <p:cNvSpPr/>
            <p:nvPr/>
          </p:nvSpPr>
          <p:spPr>
            <a:xfrm>
              <a:off x="1182063" y="3753118"/>
              <a:ext cx="104721" cy="174502"/>
            </a:xfrm>
            <a:custGeom>
              <a:rect b="b" l="l" r="r" t="t"/>
              <a:pathLst>
                <a:path extrusionOk="0" h="5359" w="3216">
                  <a:moveTo>
                    <a:pt x="0" y="0"/>
                  </a:moveTo>
                  <a:lnTo>
                    <a:pt x="0" y="5358"/>
                  </a:lnTo>
                  <a:lnTo>
                    <a:pt x="3215" y="5358"/>
                  </a:lnTo>
                  <a:lnTo>
                    <a:pt x="2453" y="4263"/>
                  </a:lnTo>
                  <a:cubicBezTo>
                    <a:pt x="2453" y="4239"/>
                    <a:pt x="1262" y="2429"/>
                    <a:pt x="1262" y="334"/>
                  </a:cubicBezTo>
                  <a:lnTo>
                    <a:pt x="1262"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5" name="Google Shape;27805;p151"/>
            <p:cNvSpPr/>
            <p:nvPr/>
          </p:nvSpPr>
          <p:spPr>
            <a:xfrm>
              <a:off x="1106062" y="3722086"/>
              <a:ext cx="151253" cy="41126"/>
            </a:xfrm>
            <a:custGeom>
              <a:rect b="b" l="l" r="r" t="t"/>
              <a:pathLst>
                <a:path extrusionOk="0" h="1263" w="4645">
                  <a:moveTo>
                    <a:pt x="1334" y="1"/>
                  </a:moveTo>
                  <a:cubicBezTo>
                    <a:pt x="905" y="1"/>
                    <a:pt x="500" y="120"/>
                    <a:pt x="143" y="358"/>
                  </a:cubicBezTo>
                  <a:cubicBezTo>
                    <a:pt x="48" y="429"/>
                    <a:pt x="0" y="525"/>
                    <a:pt x="0" y="644"/>
                  </a:cubicBezTo>
                  <a:cubicBezTo>
                    <a:pt x="0" y="763"/>
                    <a:pt x="48" y="834"/>
                    <a:pt x="143" y="906"/>
                  </a:cubicBezTo>
                  <a:cubicBezTo>
                    <a:pt x="477" y="1144"/>
                    <a:pt x="905" y="1263"/>
                    <a:pt x="1334" y="1263"/>
                  </a:cubicBezTo>
                  <a:lnTo>
                    <a:pt x="3287" y="1263"/>
                  </a:lnTo>
                  <a:cubicBezTo>
                    <a:pt x="3715" y="1263"/>
                    <a:pt x="4120" y="1144"/>
                    <a:pt x="4477" y="906"/>
                  </a:cubicBezTo>
                  <a:cubicBezTo>
                    <a:pt x="4573" y="834"/>
                    <a:pt x="4644" y="763"/>
                    <a:pt x="4644" y="644"/>
                  </a:cubicBezTo>
                  <a:cubicBezTo>
                    <a:pt x="4644" y="525"/>
                    <a:pt x="4573" y="429"/>
                    <a:pt x="4477" y="358"/>
                  </a:cubicBezTo>
                  <a:cubicBezTo>
                    <a:pt x="4120" y="120"/>
                    <a:pt x="3715" y="1"/>
                    <a:pt x="3287"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6" name="Google Shape;27806;p151"/>
            <p:cNvSpPr/>
            <p:nvPr/>
          </p:nvSpPr>
          <p:spPr>
            <a:xfrm>
              <a:off x="1057967" y="3907432"/>
              <a:ext cx="246628" cy="41126"/>
            </a:xfrm>
            <a:custGeom>
              <a:rect b="b" l="l" r="r" t="t"/>
              <a:pathLst>
                <a:path extrusionOk="0" h="1263" w="7574">
                  <a:moveTo>
                    <a:pt x="953" y="0"/>
                  </a:moveTo>
                  <a:cubicBezTo>
                    <a:pt x="429" y="0"/>
                    <a:pt x="1" y="405"/>
                    <a:pt x="1" y="953"/>
                  </a:cubicBezTo>
                  <a:cubicBezTo>
                    <a:pt x="1" y="1143"/>
                    <a:pt x="168" y="1262"/>
                    <a:pt x="334" y="1262"/>
                  </a:cubicBezTo>
                  <a:lnTo>
                    <a:pt x="7240" y="1262"/>
                  </a:lnTo>
                  <a:cubicBezTo>
                    <a:pt x="7431" y="1262"/>
                    <a:pt x="7574" y="1096"/>
                    <a:pt x="7574" y="953"/>
                  </a:cubicBezTo>
                  <a:cubicBezTo>
                    <a:pt x="7574" y="429"/>
                    <a:pt x="7145" y="0"/>
                    <a:pt x="6621"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7" name="Google Shape;27807;p151"/>
            <p:cNvSpPr/>
            <p:nvPr/>
          </p:nvSpPr>
          <p:spPr>
            <a:xfrm>
              <a:off x="1182063" y="3907432"/>
              <a:ext cx="123314" cy="41126"/>
            </a:xfrm>
            <a:custGeom>
              <a:rect b="b" l="l" r="r" t="t"/>
              <a:pathLst>
                <a:path extrusionOk="0" h="1263" w="3787">
                  <a:moveTo>
                    <a:pt x="0" y="0"/>
                  </a:moveTo>
                  <a:lnTo>
                    <a:pt x="0" y="1262"/>
                  </a:lnTo>
                  <a:lnTo>
                    <a:pt x="3453" y="1262"/>
                  </a:lnTo>
                  <a:cubicBezTo>
                    <a:pt x="3644" y="1262"/>
                    <a:pt x="3787" y="1096"/>
                    <a:pt x="3787" y="953"/>
                  </a:cubicBezTo>
                  <a:cubicBezTo>
                    <a:pt x="3787" y="429"/>
                    <a:pt x="3358" y="0"/>
                    <a:pt x="2834"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8" name="Google Shape;27808;p151"/>
            <p:cNvSpPr/>
            <p:nvPr/>
          </p:nvSpPr>
          <p:spPr>
            <a:xfrm>
              <a:off x="1182063" y="3722086"/>
              <a:ext cx="76001" cy="41126"/>
            </a:xfrm>
            <a:custGeom>
              <a:rect b="b" l="l" r="r" t="t"/>
              <a:pathLst>
                <a:path extrusionOk="0" h="1263" w="2334">
                  <a:moveTo>
                    <a:pt x="0" y="1"/>
                  </a:moveTo>
                  <a:lnTo>
                    <a:pt x="0" y="1263"/>
                  </a:lnTo>
                  <a:lnTo>
                    <a:pt x="977" y="1263"/>
                  </a:lnTo>
                  <a:cubicBezTo>
                    <a:pt x="1405" y="1263"/>
                    <a:pt x="1834" y="1144"/>
                    <a:pt x="2167" y="906"/>
                  </a:cubicBezTo>
                  <a:cubicBezTo>
                    <a:pt x="2263" y="834"/>
                    <a:pt x="2334" y="763"/>
                    <a:pt x="2334" y="644"/>
                  </a:cubicBezTo>
                  <a:cubicBezTo>
                    <a:pt x="2334" y="525"/>
                    <a:pt x="2263" y="429"/>
                    <a:pt x="2167" y="358"/>
                  </a:cubicBezTo>
                  <a:cubicBezTo>
                    <a:pt x="1834" y="120"/>
                    <a:pt x="1405" y="1"/>
                    <a:pt x="977"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09" name="Google Shape;27809;p151"/>
          <p:cNvGrpSpPr/>
          <p:nvPr/>
        </p:nvGrpSpPr>
        <p:grpSpPr>
          <a:xfrm>
            <a:off x="1006811" y="4002116"/>
            <a:ext cx="349754" cy="350047"/>
            <a:chOff x="1006811" y="4154516"/>
            <a:chExt cx="349754" cy="350047"/>
          </a:xfrm>
        </p:grpSpPr>
        <p:sp>
          <p:nvSpPr>
            <p:cNvPr id="27810" name="Google Shape;27810;p151"/>
            <p:cNvSpPr/>
            <p:nvPr/>
          </p:nvSpPr>
          <p:spPr>
            <a:xfrm>
              <a:off x="1048687" y="4154516"/>
              <a:ext cx="20189" cy="60371"/>
            </a:xfrm>
            <a:custGeom>
              <a:rect b="b" l="l" r="r" t="t"/>
              <a:pathLst>
                <a:path extrusionOk="0" h="1854" w="620">
                  <a:moveTo>
                    <a:pt x="328" y="1"/>
                  </a:moveTo>
                  <a:cubicBezTo>
                    <a:pt x="307" y="1"/>
                    <a:pt x="285" y="3"/>
                    <a:pt x="262" y="9"/>
                  </a:cubicBezTo>
                  <a:cubicBezTo>
                    <a:pt x="119" y="33"/>
                    <a:pt x="0" y="176"/>
                    <a:pt x="0" y="342"/>
                  </a:cubicBezTo>
                  <a:lnTo>
                    <a:pt x="0" y="1581"/>
                  </a:lnTo>
                  <a:cubicBezTo>
                    <a:pt x="0" y="1743"/>
                    <a:pt x="86" y="1853"/>
                    <a:pt x="200" y="1853"/>
                  </a:cubicBezTo>
                  <a:cubicBezTo>
                    <a:pt x="220" y="1853"/>
                    <a:pt x="241" y="1850"/>
                    <a:pt x="262" y="1843"/>
                  </a:cubicBezTo>
                  <a:cubicBezTo>
                    <a:pt x="287" y="1848"/>
                    <a:pt x="312" y="1851"/>
                    <a:pt x="335" y="1851"/>
                  </a:cubicBezTo>
                  <a:cubicBezTo>
                    <a:pt x="508" y="1851"/>
                    <a:pt x="619" y="1704"/>
                    <a:pt x="619" y="1557"/>
                  </a:cubicBezTo>
                  <a:lnTo>
                    <a:pt x="619" y="295"/>
                  </a:lnTo>
                  <a:cubicBezTo>
                    <a:pt x="619" y="148"/>
                    <a:pt x="490" y="1"/>
                    <a:pt x="32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1" name="Google Shape;27811;p151"/>
            <p:cNvSpPr/>
            <p:nvPr/>
          </p:nvSpPr>
          <p:spPr>
            <a:xfrm>
              <a:off x="1170405" y="4154809"/>
              <a:ext cx="21752" cy="62129"/>
            </a:xfrm>
            <a:custGeom>
              <a:rect b="b" l="l" r="r" t="t"/>
              <a:pathLst>
                <a:path extrusionOk="0" h="1908" w="668">
                  <a:moveTo>
                    <a:pt x="311" y="0"/>
                  </a:moveTo>
                  <a:cubicBezTo>
                    <a:pt x="120" y="24"/>
                    <a:pt x="1" y="167"/>
                    <a:pt x="1" y="333"/>
                  </a:cubicBezTo>
                  <a:lnTo>
                    <a:pt x="1" y="1572"/>
                  </a:lnTo>
                  <a:cubicBezTo>
                    <a:pt x="1" y="1771"/>
                    <a:pt x="165" y="1908"/>
                    <a:pt x="321" y="1908"/>
                  </a:cubicBezTo>
                  <a:cubicBezTo>
                    <a:pt x="334" y="1908"/>
                    <a:pt x="346" y="1907"/>
                    <a:pt x="358" y="1905"/>
                  </a:cubicBezTo>
                  <a:cubicBezTo>
                    <a:pt x="549" y="1881"/>
                    <a:pt x="668" y="1715"/>
                    <a:pt x="668" y="1572"/>
                  </a:cubicBezTo>
                  <a:lnTo>
                    <a:pt x="668" y="333"/>
                  </a:lnTo>
                  <a:cubicBezTo>
                    <a:pt x="668" y="143"/>
                    <a:pt x="525" y="0"/>
                    <a:pt x="31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2" name="Google Shape;27812;p151"/>
            <p:cNvSpPr/>
            <p:nvPr/>
          </p:nvSpPr>
          <p:spPr>
            <a:xfrm>
              <a:off x="1293720" y="4154516"/>
              <a:ext cx="20189" cy="60371"/>
            </a:xfrm>
            <a:custGeom>
              <a:rect b="b" l="l" r="r" t="t"/>
              <a:pathLst>
                <a:path extrusionOk="0" h="1854" w="620">
                  <a:moveTo>
                    <a:pt x="329" y="1"/>
                  </a:moveTo>
                  <a:cubicBezTo>
                    <a:pt x="307" y="1"/>
                    <a:pt x="285" y="3"/>
                    <a:pt x="262" y="9"/>
                  </a:cubicBezTo>
                  <a:cubicBezTo>
                    <a:pt x="119" y="33"/>
                    <a:pt x="0" y="176"/>
                    <a:pt x="0" y="342"/>
                  </a:cubicBezTo>
                  <a:lnTo>
                    <a:pt x="0" y="1581"/>
                  </a:lnTo>
                  <a:cubicBezTo>
                    <a:pt x="0" y="1743"/>
                    <a:pt x="87" y="1853"/>
                    <a:pt x="200" y="1853"/>
                  </a:cubicBezTo>
                  <a:cubicBezTo>
                    <a:pt x="220" y="1853"/>
                    <a:pt x="241" y="1850"/>
                    <a:pt x="262" y="1843"/>
                  </a:cubicBezTo>
                  <a:cubicBezTo>
                    <a:pt x="288" y="1848"/>
                    <a:pt x="312" y="1851"/>
                    <a:pt x="335" y="1851"/>
                  </a:cubicBezTo>
                  <a:cubicBezTo>
                    <a:pt x="508" y="1851"/>
                    <a:pt x="620" y="1704"/>
                    <a:pt x="620" y="1557"/>
                  </a:cubicBezTo>
                  <a:lnTo>
                    <a:pt x="620" y="295"/>
                  </a:lnTo>
                  <a:cubicBezTo>
                    <a:pt x="620" y="148"/>
                    <a:pt x="490" y="1"/>
                    <a:pt x="32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3" name="Google Shape;27813;p151"/>
            <p:cNvSpPr/>
            <p:nvPr/>
          </p:nvSpPr>
          <p:spPr>
            <a:xfrm>
              <a:off x="1181281" y="4155558"/>
              <a:ext cx="10876" cy="61315"/>
            </a:xfrm>
            <a:custGeom>
              <a:rect b="b" l="l" r="r" t="t"/>
              <a:pathLst>
                <a:path extrusionOk="0" h="1883" w="334">
                  <a:moveTo>
                    <a:pt x="0" y="1"/>
                  </a:moveTo>
                  <a:lnTo>
                    <a:pt x="0" y="1882"/>
                  </a:lnTo>
                  <a:cubicBezTo>
                    <a:pt x="191" y="1882"/>
                    <a:pt x="334" y="1739"/>
                    <a:pt x="334" y="1573"/>
                  </a:cubicBezTo>
                  <a:lnTo>
                    <a:pt x="334" y="334"/>
                  </a:lnTo>
                  <a:cubicBezTo>
                    <a:pt x="334" y="144"/>
                    <a:pt x="191"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4" name="Google Shape;27814;p151"/>
            <p:cNvSpPr/>
            <p:nvPr/>
          </p:nvSpPr>
          <p:spPr>
            <a:xfrm>
              <a:off x="1088999" y="4423287"/>
              <a:ext cx="83783" cy="81276"/>
            </a:xfrm>
            <a:custGeom>
              <a:rect b="b" l="l" r="r" t="t"/>
              <a:pathLst>
                <a:path extrusionOk="0" h="2496" w="2573">
                  <a:moveTo>
                    <a:pt x="2227" y="1"/>
                  </a:moveTo>
                  <a:cubicBezTo>
                    <a:pt x="2144" y="1"/>
                    <a:pt x="2060" y="31"/>
                    <a:pt x="2001" y="90"/>
                  </a:cubicBezTo>
                  <a:lnTo>
                    <a:pt x="119" y="1971"/>
                  </a:lnTo>
                  <a:cubicBezTo>
                    <a:pt x="0" y="2091"/>
                    <a:pt x="0" y="2281"/>
                    <a:pt x="119" y="2400"/>
                  </a:cubicBezTo>
                  <a:cubicBezTo>
                    <a:pt x="191" y="2472"/>
                    <a:pt x="239" y="2495"/>
                    <a:pt x="334" y="2495"/>
                  </a:cubicBezTo>
                  <a:cubicBezTo>
                    <a:pt x="429" y="2495"/>
                    <a:pt x="477" y="2472"/>
                    <a:pt x="572" y="2400"/>
                  </a:cubicBezTo>
                  <a:lnTo>
                    <a:pt x="2453" y="543"/>
                  </a:lnTo>
                  <a:cubicBezTo>
                    <a:pt x="2572" y="424"/>
                    <a:pt x="2572" y="209"/>
                    <a:pt x="2453" y="90"/>
                  </a:cubicBezTo>
                  <a:cubicBezTo>
                    <a:pt x="2394" y="31"/>
                    <a:pt x="2310" y="1"/>
                    <a:pt x="222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5" name="Google Shape;27815;p151"/>
            <p:cNvSpPr/>
            <p:nvPr/>
          </p:nvSpPr>
          <p:spPr>
            <a:xfrm>
              <a:off x="1192125" y="4423287"/>
              <a:ext cx="83002" cy="81276"/>
            </a:xfrm>
            <a:custGeom>
              <a:rect b="b" l="l" r="r" t="t"/>
              <a:pathLst>
                <a:path extrusionOk="0" h="2496" w="2549">
                  <a:moveTo>
                    <a:pt x="346" y="1"/>
                  </a:moveTo>
                  <a:cubicBezTo>
                    <a:pt x="263" y="1"/>
                    <a:pt x="179" y="31"/>
                    <a:pt x="120" y="90"/>
                  </a:cubicBezTo>
                  <a:cubicBezTo>
                    <a:pt x="1" y="209"/>
                    <a:pt x="1" y="424"/>
                    <a:pt x="120" y="543"/>
                  </a:cubicBezTo>
                  <a:lnTo>
                    <a:pt x="2001" y="2400"/>
                  </a:lnTo>
                  <a:cubicBezTo>
                    <a:pt x="2049" y="2472"/>
                    <a:pt x="2120" y="2495"/>
                    <a:pt x="2192" y="2495"/>
                  </a:cubicBezTo>
                  <a:cubicBezTo>
                    <a:pt x="2263" y="2495"/>
                    <a:pt x="2358" y="2472"/>
                    <a:pt x="2430" y="2400"/>
                  </a:cubicBezTo>
                  <a:cubicBezTo>
                    <a:pt x="2549" y="2281"/>
                    <a:pt x="2549" y="2091"/>
                    <a:pt x="2430" y="1971"/>
                  </a:cubicBezTo>
                  <a:lnTo>
                    <a:pt x="572" y="90"/>
                  </a:lnTo>
                  <a:cubicBezTo>
                    <a:pt x="513" y="31"/>
                    <a:pt x="429" y="1"/>
                    <a:pt x="346"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6" name="Google Shape;27816;p151"/>
            <p:cNvSpPr/>
            <p:nvPr/>
          </p:nvSpPr>
          <p:spPr>
            <a:xfrm>
              <a:off x="1151031" y="4371936"/>
              <a:ext cx="61283" cy="123314"/>
            </a:xfrm>
            <a:custGeom>
              <a:rect b="b" l="l" r="r" t="t"/>
              <a:pathLst>
                <a:path extrusionOk="0" h="3787" w="1882">
                  <a:moveTo>
                    <a:pt x="1" y="0"/>
                  </a:moveTo>
                  <a:lnTo>
                    <a:pt x="1" y="3787"/>
                  </a:lnTo>
                  <a:lnTo>
                    <a:pt x="1882" y="3787"/>
                  </a:lnTo>
                  <a:lnTo>
                    <a:pt x="1882"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7" name="Google Shape;27817;p151"/>
            <p:cNvSpPr/>
            <p:nvPr/>
          </p:nvSpPr>
          <p:spPr>
            <a:xfrm>
              <a:off x="1181281" y="4371936"/>
              <a:ext cx="31032" cy="123314"/>
            </a:xfrm>
            <a:custGeom>
              <a:rect b="b" l="l" r="r" t="t"/>
              <a:pathLst>
                <a:path extrusionOk="0" h="3787" w="953">
                  <a:moveTo>
                    <a:pt x="0" y="0"/>
                  </a:moveTo>
                  <a:lnTo>
                    <a:pt x="0" y="3787"/>
                  </a:lnTo>
                  <a:lnTo>
                    <a:pt x="953" y="3787"/>
                  </a:lnTo>
                  <a:lnTo>
                    <a:pt x="953"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8" name="Google Shape;27818;p151"/>
            <p:cNvSpPr/>
            <p:nvPr/>
          </p:nvSpPr>
          <p:spPr>
            <a:xfrm>
              <a:off x="1006811" y="4196685"/>
              <a:ext cx="349754" cy="186127"/>
            </a:xfrm>
            <a:custGeom>
              <a:rect b="b" l="l" r="r" t="t"/>
              <a:pathLst>
                <a:path extrusionOk="0" h="5716" w="10741">
                  <a:moveTo>
                    <a:pt x="333" y="0"/>
                  </a:moveTo>
                  <a:cubicBezTo>
                    <a:pt x="143" y="0"/>
                    <a:pt x="0" y="143"/>
                    <a:pt x="0" y="310"/>
                  </a:cubicBezTo>
                  <a:lnTo>
                    <a:pt x="0" y="5382"/>
                  </a:lnTo>
                  <a:cubicBezTo>
                    <a:pt x="0" y="5549"/>
                    <a:pt x="143" y="5716"/>
                    <a:pt x="333" y="5716"/>
                  </a:cubicBezTo>
                  <a:lnTo>
                    <a:pt x="10431" y="5716"/>
                  </a:lnTo>
                  <a:cubicBezTo>
                    <a:pt x="10598" y="5716"/>
                    <a:pt x="10740" y="5549"/>
                    <a:pt x="10740" y="5382"/>
                  </a:cubicBezTo>
                  <a:lnTo>
                    <a:pt x="10740" y="310"/>
                  </a:lnTo>
                  <a:cubicBezTo>
                    <a:pt x="10717" y="143"/>
                    <a:pt x="10598" y="0"/>
                    <a:pt x="1043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9" name="Google Shape;27819;p151"/>
            <p:cNvSpPr/>
            <p:nvPr/>
          </p:nvSpPr>
          <p:spPr>
            <a:xfrm>
              <a:off x="1180500" y="4197369"/>
              <a:ext cx="175284" cy="185443"/>
            </a:xfrm>
            <a:custGeom>
              <a:rect b="b" l="l" r="r" t="t"/>
              <a:pathLst>
                <a:path extrusionOk="0" h="5695" w="5383">
                  <a:moveTo>
                    <a:pt x="5095" y="0"/>
                  </a:moveTo>
                  <a:cubicBezTo>
                    <a:pt x="5080" y="0"/>
                    <a:pt x="5065" y="1"/>
                    <a:pt x="5049" y="3"/>
                  </a:cubicBezTo>
                  <a:lnTo>
                    <a:pt x="1" y="3"/>
                  </a:lnTo>
                  <a:lnTo>
                    <a:pt x="1" y="5695"/>
                  </a:lnTo>
                  <a:lnTo>
                    <a:pt x="5049" y="5695"/>
                  </a:lnTo>
                  <a:cubicBezTo>
                    <a:pt x="5240" y="5695"/>
                    <a:pt x="5383" y="5528"/>
                    <a:pt x="5383" y="5361"/>
                  </a:cubicBezTo>
                  <a:lnTo>
                    <a:pt x="5383" y="289"/>
                  </a:lnTo>
                  <a:cubicBezTo>
                    <a:pt x="5383" y="134"/>
                    <a:pt x="5280" y="0"/>
                    <a:pt x="509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0" name="Google Shape;27820;p151"/>
            <p:cNvSpPr/>
            <p:nvPr/>
          </p:nvSpPr>
          <p:spPr>
            <a:xfrm>
              <a:off x="1026968" y="4155558"/>
              <a:ext cx="63627" cy="20221"/>
            </a:xfrm>
            <a:custGeom>
              <a:rect b="b" l="l" r="r" t="t"/>
              <a:pathLst>
                <a:path extrusionOk="0" h="621" w="1954">
                  <a:moveTo>
                    <a:pt x="334" y="1"/>
                  </a:moveTo>
                  <a:cubicBezTo>
                    <a:pt x="167" y="1"/>
                    <a:pt x="0" y="191"/>
                    <a:pt x="48" y="358"/>
                  </a:cubicBezTo>
                  <a:cubicBezTo>
                    <a:pt x="72" y="501"/>
                    <a:pt x="215" y="620"/>
                    <a:pt x="357" y="620"/>
                  </a:cubicBezTo>
                  <a:lnTo>
                    <a:pt x="1620" y="620"/>
                  </a:lnTo>
                  <a:cubicBezTo>
                    <a:pt x="1786" y="620"/>
                    <a:pt x="1953" y="477"/>
                    <a:pt x="1905" y="263"/>
                  </a:cubicBezTo>
                  <a:cubicBezTo>
                    <a:pt x="1882" y="120"/>
                    <a:pt x="1739" y="1"/>
                    <a:pt x="1596" y="1"/>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1" name="Google Shape;27821;p151"/>
            <p:cNvSpPr/>
            <p:nvPr/>
          </p:nvSpPr>
          <p:spPr>
            <a:xfrm>
              <a:off x="1149468" y="4154809"/>
              <a:ext cx="62846" cy="20970"/>
            </a:xfrm>
            <a:custGeom>
              <a:rect b="b" l="l" r="r" t="t"/>
              <a:pathLst>
                <a:path extrusionOk="0" h="644" w="1930">
                  <a:moveTo>
                    <a:pt x="358" y="0"/>
                  </a:moveTo>
                  <a:cubicBezTo>
                    <a:pt x="144" y="0"/>
                    <a:pt x="1" y="167"/>
                    <a:pt x="25" y="357"/>
                  </a:cubicBezTo>
                  <a:cubicBezTo>
                    <a:pt x="49" y="524"/>
                    <a:pt x="215" y="643"/>
                    <a:pt x="358" y="643"/>
                  </a:cubicBezTo>
                  <a:lnTo>
                    <a:pt x="1596" y="643"/>
                  </a:lnTo>
                  <a:cubicBezTo>
                    <a:pt x="1787" y="643"/>
                    <a:pt x="1906" y="524"/>
                    <a:pt x="1930" y="357"/>
                  </a:cubicBezTo>
                  <a:cubicBezTo>
                    <a:pt x="1930" y="143"/>
                    <a:pt x="1787" y="0"/>
                    <a:pt x="1596" y="0"/>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2" name="Google Shape;27822;p151"/>
            <p:cNvSpPr/>
            <p:nvPr/>
          </p:nvSpPr>
          <p:spPr>
            <a:xfrm>
              <a:off x="1272782" y="4155558"/>
              <a:ext cx="62846" cy="20221"/>
            </a:xfrm>
            <a:custGeom>
              <a:rect b="b" l="l" r="r" t="t"/>
              <a:pathLst>
                <a:path extrusionOk="0" h="621" w="1930">
                  <a:moveTo>
                    <a:pt x="310" y="1"/>
                  </a:moveTo>
                  <a:cubicBezTo>
                    <a:pt x="143" y="1"/>
                    <a:pt x="0" y="191"/>
                    <a:pt x="24" y="358"/>
                  </a:cubicBezTo>
                  <a:cubicBezTo>
                    <a:pt x="48" y="501"/>
                    <a:pt x="191" y="620"/>
                    <a:pt x="358" y="620"/>
                  </a:cubicBezTo>
                  <a:lnTo>
                    <a:pt x="1596" y="620"/>
                  </a:lnTo>
                  <a:cubicBezTo>
                    <a:pt x="1763" y="620"/>
                    <a:pt x="1929" y="477"/>
                    <a:pt x="1906" y="263"/>
                  </a:cubicBezTo>
                  <a:cubicBezTo>
                    <a:pt x="1858" y="120"/>
                    <a:pt x="1715" y="1"/>
                    <a:pt x="15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3" name="Google Shape;27823;p151"/>
            <p:cNvSpPr/>
            <p:nvPr/>
          </p:nvSpPr>
          <p:spPr>
            <a:xfrm>
              <a:off x="1181281" y="4155558"/>
              <a:ext cx="31032" cy="20221"/>
            </a:xfrm>
            <a:custGeom>
              <a:rect b="b" l="l" r="r" t="t"/>
              <a:pathLst>
                <a:path extrusionOk="0" h="621" w="953">
                  <a:moveTo>
                    <a:pt x="0" y="1"/>
                  </a:moveTo>
                  <a:lnTo>
                    <a:pt x="0" y="620"/>
                  </a:lnTo>
                  <a:lnTo>
                    <a:pt x="619" y="620"/>
                  </a:lnTo>
                  <a:cubicBezTo>
                    <a:pt x="810" y="620"/>
                    <a:pt x="953" y="501"/>
                    <a:pt x="953" y="358"/>
                  </a:cubicBezTo>
                  <a:cubicBezTo>
                    <a:pt x="953" y="144"/>
                    <a:pt x="810" y="1"/>
                    <a:pt x="6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4" name="Google Shape;27824;p151"/>
            <p:cNvSpPr/>
            <p:nvPr/>
          </p:nvSpPr>
          <p:spPr>
            <a:xfrm>
              <a:off x="1026968" y="4216841"/>
              <a:ext cx="308660" cy="144252"/>
            </a:xfrm>
            <a:custGeom>
              <a:rect b="b" l="l" r="r" t="t"/>
              <a:pathLst>
                <a:path extrusionOk="0" h="4430" w="9479">
                  <a:moveTo>
                    <a:pt x="0" y="0"/>
                  </a:moveTo>
                  <a:lnTo>
                    <a:pt x="0" y="4430"/>
                  </a:lnTo>
                  <a:lnTo>
                    <a:pt x="9478" y="4430"/>
                  </a:lnTo>
                  <a:lnTo>
                    <a:pt x="9478" y="0"/>
                  </a:ln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5" name="Google Shape;27825;p151"/>
            <p:cNvSpPr/>
            <p:nvPr/>
          </p:nvSpPr>
          <p:spPr>
            <a:xfrm>
              <a:off x="1181281" y="4216841"/>
              <a:ext cx="154346" cy="144252"/>
            </a:xfrm>
            <a:custGeom>
              <a:rect b="b" l="l" r="r" t="t"/>
              <a:pathLst>
                <a:path extrusionOk="0" h="4430" w="4740">
                  <a:moveTo>
                    <a:pt x="0" y="0"/>
                  </a:moveTo>
                  <a:lnTo>
                    <a:pt x="0" y="4430"/>
                  </a:lnTo>
                  <a:lnTo>
                    <a:pt x="4739" y="4430"/>
                  </a:lnTo>
                  <a:lnTo>
                    <a:pt x="4739" y="0"/>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6" name="Google Shape;27826;p151"/>
            <p:cNvSpPr/>
            <p:nvPr/>
          </p:nvSpPr>
          <p:spPr>
            <a:xfrm>
              <a:off x="1068061" y="4483593"/>
              <a:ext cx="226472" cy="20970"/>
            </a:xfrm>
            <a:custGeom>
              <a:rect b="b" l="l" r="r" t="t"/>
              <a:pathLst>
                <a:path extrusionOk="0" h="644" w="6955">
                  <a:moveTo>
                    <a:pt x="358" y="0"/>
                  </a:moveTo>
                  <a:cubicBezTo>
                    <a:pt x="143" y="0"/>
                    <a:pt x="0" y="167"/>
                    <a:pt x="24" y="358"/>
                  </a:cubicBezTo>
                  <a:cubicBezTo>
                    <a:pt x="48" y="524"/>
                    <a:pt x="215" y="643"/>
                    <a:pt x="358" y="643"/>
                  </a:cubicBezTo>
                  <a:lnTo>
                    <a:pt x="6645" y="643"/>
                  </a:lnTo>
                  <a:cubicBezTo>
                    <a:pt x="6788" y="643"/>
                    <a:pt x="6930" y="524"/>
                    <a:pt x="6954" y="358"/>
                  </a:cubicBezTo>
                  <a:cubicBezTo>
                    <a:pt x="6954" y="143"/>
                    <a:pt x="6811" y="0"/>
                    <a:pt x="6645" y="0"/>
                  </a:cubicBezTo>
                  <a:close/>
                </a:path>
              </a:pathLst>
            </a:custGeom>
            <a:solidFill>
              <a:srgbClr val="CF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7" name="Google Shape;27827;p151"/>
            <p:cNvSpPr/>
            <p:nvPr/>
          </p:nvSpPr>
          <p:spPr>
            <a:xfrm>
              <a:off x="1182063" y="4484375"/>
              <a:ext cx="114001" cy="20189"/>
            </a:xfrm>
            <a:custGeom>
              <a:rect b="b" l="l" r="r" t="t"/>
              <a:pathLst>
                <a:path extrusionOk="0" h="620" w="3501">
                  <a:moveTo>
                    <a:pt x="0" y="0"/>
                  </a:moveTo>
                  <a:lnTo>
                    <a:pt x="0" y="619"/>
                  </a:lnTo>
                  <a:lnTo>
                    <a:pt x="3144" y="619"/>
                  </a:lnTo>
                  <a:cubicBezTo>
                    <a:pt x="3287" y="619"/>
                    <a:pt x="3429" y="500"/>
                    <a:pt x="3501" y="357"/>
                  </a:cubicBezTo>
                  <a:cubicBezTo>
                    <a:pt x="3501" y="143"/>
                    <a:pt x="3334" y="0"/>
                    <a:pt x="31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28" name="Google Shape;27828;p151"/>
          <p:cNvSpPr/>
          <p:nvPr/>
        </p:nvSpPr>
        <p:spPr>
          <a:xfrm>
            <a:off x="1859786" y="4003158"/>
            <a:ext cx="143503" cy="165222"/>
          </a:xfrm>
          <a:custGeom>
            <a:rect b="b" l="l" r="r" t="t"/>
            <a:pathLst>
              <a:path extrusionOk="0" h="5074" w="4407">
                <a:moveTo>
                  <a:pt x="1882" y="1"/>
                </a:moveTo>
                <a:cubicBezTo>
                  <a:pt x="930" y="144"/>
                  <a:pt x="144" y="930"/>
                  <a:pt x="25" y="1882"/>
                </a:cubicBezTo>
                <a:lnTo>
                  <a:pt x="620" y="2216"/>
                </a:lnTo>
                <a:lnTo>
                  <a:pt x="1" y="2525"/>
                </a:lnTo>
                <a:lnTo>
                  <a:pt x="1" y="3168"/>
                </a:lnTo>
                <a:lnTo>
                  <a:pt x="620" y="3478"/>
                </a:lnTo>
                <a:lnTo>
                  <a:pt x="1" y="3811"/>
                </a:lnTo>
                <a:lnTo>
                  <a:pt x="1" y="4430"/>
                </a:lnTo>
                <a:lnTo>
                  <a:pt x="620" y="5073"/>
                </a:lnTo>
                <a:lnTo>
                  <a:pt x="3645" y="5073"/>
                </a:lnTo>
                <a:lnTo>
                  <a:pt x="4407" y="4430"/>
                </a:lnTo>
                <a:lnTo>
                  <a:pt x="4407" y="3811"/>
                </a:lnTo>
                <a:lnTo>
                  <a:pt x="3788" y="3478"/>
                </a:lnTo>
                <a:lnTo>
                  <a:pt x="4407" y="3168"/>
                </a:lnTo>
                <a:lnTo>
                  <a:pt x="4407" y="2525"/>
                </a:lnTo>
                <a:lnTo>
                  <a:pt x="3788" y="2216"/>
                </a:lnTo>
                <a:lnTo>
                  <a:pt x="4383" y="1882"/>
                </a:lnTo>
                <a:cubicBezTo>
                  <a:pt x="4240" y="930"/>
                  <a:pt x="3478" y="144"/>
                  <a:pt x="2525" y="1"/>
                </a:cubicBezTo>
                <a:lnTo>
                  <a:pt x="2216" y="596"/>
                </a:lnTo>
                <a:lnTo>
                  <a:pt x="1882" y="1"/>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9" name="Google Shape;27829;p151"/>
          <p:cNvSpPr/>
          <p:nvPr/>
        </p:nvSpPr>
        <p:spPr>
          <a:xfrm>
            <a:off x="1931912" y="4002409"/>
            <a:ext cx="71377" cy="162878"/>
          </a:xfrm>
          <a:custGeom>
            <a:rect b="b" l="l" r="r" t="t"/>
            <a:pathLst>
              <a:path extrusionOk="0" h="5002" w="2192">
                <a:moveTo>
                  <a:pt x="310" y="0"/>
                </a:moveTo>
                <a:lnTo>
                  <a:pt x="1" y="595"/>
                </a:lnTo>
                <a:lnTo>
                  <a:pt x="1" y="5001"/>
                </a:lnTo>
                <a:lnTo>
                  <a:pt x="1430" y="5001"/>
                </a:lnTo>
                <a:lnTo>
                  <a:pt x="2192" y="4430"/>
                </a:lnTo>
                <a:lnTo>
                  <a:pt x="2192" y="3810"/>
                </a:lnTo>
                <a:lnTo>
                  <a:pt x="1573" y="3477"/>
                </a:lnTo>
                <a:lnTo>
                  <a:pt x="2192" y="3144"/>
                </a:lnTo>
                <a:lnTo>
                  <a:pt x="2192" y="2524"/>
                </a:lnTo>
                <a:lnTo>
                  <a:pt x="1573" y="2191"/>
                </a:lnTo>
                <a:lnTo>
                  <a:pt x="2168" y="1858"/>
                </a:lnTo>
                <a:cubicBezTo>
                  <a:pt x="2025" y="905"/>
                  <a:pt x="1263" y="143"/>
                  <a:pt x="31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0" name="Google Shape;27830;p151"/>
          <p:cNvSpPr/>
          <p:nvPr/>
        </p:nvSpPr>
        <p:spPr>
          <a:xfrm>
            <a:off x="1921069" y="4249754"/>
            <a:ext cx="20970" cy="103191"/>
          </a:xfrm>
          <a:custGeom>
            <a:rect b="b" l="l" r="r" t="t"/>
            <a:pathLst>
              <a:path extrusionOk="0" h="3169" w="644">
                <a:moveTo>
                  <a:pt x="334" y="1"/>
                </a:moveTo>
                <a:cubicBezTo>
                  <a:pt x="143" y="1"/>
                  <a:pt x="0" y="144"/>
                  <a:pt x="0" y="310"/>
                </a:cubicBezTo>
                <a:lnTo>
                  <a:pt x="0" y="2859"/>
                </a:lnTo>
                <a:cubicBezTo>
                  <a:pt x="0" y="3025"/>
                  <a:pt x="143" y="3168"/>
                  <a:pt x="334" y="3168"/>
                </a:cubicBezTo>
                <a:cubicBezTo>
                  <a:pt x="500" y="3168"/>
                  <a:pt x="643" y="3025"/>
                  <a:pt x="643" y="2859"/>
                </a:cubicBezTo>
                <a:lnTo>
                  <a:pt x="643" y="310"/>
                </a:lnTo>
                <a:cubicBezTo>
                  <a:pt x="620" y="120"/>
                  <a:pt x="500" y="1"/>
                  <a:pt x="334"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1" name="Google Shape;27831;p151"/>
          <p:cNvSpPr/>
          <p:nvPr/>
        </p:nvSpPr>
        <p:spPr>
          <a:xfrm>
            <a:off x="1930382" y="4248224"/>
            <a:ext cx="10876" cy="103939"/>
          </a:xfrm>
          <a:custGeom>
            <a:rect b="b" l="l" r="r" t="t"/>
            <a:pathLst>
              <a:path extrusionOk="0" h="3192" w="334">
                <a:moveTo>
                  <a:pt x="0" y="0"/>
                </a:moveTo>
                <a:lnTo>
                  <a:pt x="0" y="3191"/>
                </a:lnTo>
                <a:cubicBezTo>
                  <a:pt x="214" y="3191"/>
                  <a:pt x="334" y="3048"/>
                  <a:pt x="334" y="2858"/>
                </a:cubicBezTo>
                <a:lnTo>
                  <a:pt x="334" y="334"/>
                </a:lnTo>
                <a:cubicBezTo>
                  <a:pt x="334" y="143"/>
                  <a:pt x="191" y="0"/>
                  <a:pt x="0"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2" name="Google Shape;27832;p151"/>
          <p:cNvSpPr/>
          <p:nvPr/>
        </p:nvSpPr>
        <p:spPr>
          <a:xfrm>
            <a:off x="1859037" y="4064441"/>
            <a:ext cx="62064" cy="20970"/>
          </a:xfrm>
          <a:custGeom>
            <a:rect b="b" l="l" r="r" t="t"/>
            <a:pathLst>
              <a:path extrusionOk="0" h="644" w="1906">
                <a:moveTo>
                  <a:pt x="24" y="0"/>
                </a:moveTo>
                <a:cubicBezTo>
                  <a:pt x="0" y="96"/>
                  <a:pt x="0" y="191"/>
                  <a:pt x="0" y="334"/>
                </a:cubicBezTo>
                <a:lnTo>
                  <a:pt x="0" y="643"/>
                </a:lnTo>
                <a:lnTo>
                  <a:pt x="1572" y="643"/>
                </a:lnTo>
                <a:cubicBezTo>
                  <a:pt x="1786" y="643"/>
                  <a:pt x="1905" y="500"/>
                  <a:pt x="1905" y="334"/>
                </a:cubicBezTo>
                <a:cubicBezTo>
                  <a:pt x="1905" y="143"/>
                  <a:pt x="1762" y="0"/>
                  <a:pt x="157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3" name="Google Shape;27833;p151"/>
          <p:cNvSpPr/>
          <p:nvPr/>
        </p:nvSpPr>
        <p:spPr>
          <a:xfrm>
            <a:off x="1860568" y="4106316"/>
            <a:ext cx="62064" cy="20189"/>
          </a:xfrm>
          <a:custGeom>
            <a:rect b="b" l="l" r="r" t="t"/>
            <a:pathLst>
              <a:path extrusionOk="0" h="620" w="1906">
                <a:moveTo>
                  <a:pt x="1" y="0"/>
                </a:moveTo>
                <a:lnTo>
                  <a:pt x="1" y="619"/>
                </a:lnTo>
                <a:lnTo>
                  <a:pt x="1596" y="619"/>
                </a:lnTo>
                <a:cubicBezTo>
                  <a:pt x="1763" y="619"/>
                  <a:pt x="1906" y="477"/>
                  <a:pt x="1882" y="262"/>
                </a:cubicBezTo>
                <a:cubicBezTo>
                  <a:pt x="1858" y="119"/>
                  <a:pt x="1715" y="0"/>
                  <a:pt x="154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4" name="Google Shape;27834;p151"/>
          <p:cNvSpPr/>
          <p:nvPr/>
        </p:nvSpPr>
        <p:spPr>
          <a:xfrm>
            <a:off x="1940443" y="4064441"/>
            <a:ext cx="62064" cy="20970"/>
          </a:xfrm>
          <a:custGeom>
            <a:rect b="b" l="l" r="r" t="t"/>
            <a:pathLst>
              <a:path extrusionOk="0" h="644" w="1906">
                <a:moveTo>
                  <a:pt x="334" y="0"/>
                </a:moveTo>
                <a:cubicBezTo>
                  <a:pt x="144" y="0"/>
                  <a:pt x="1" y="143"/>
                  <a:pt x="25" y="357"/>
                </a:cubicBezTo>
                <a:cubicBezTo>
                  <a:pt x="48" y="524"/>
                  <a:pt x="215" y="643"/>
                  <a:pt x="358" y="643"/>
                </a:cubicBezTo>
                <a:lnTo>
                  <a:pt x="1906" y="643"/>
                </a:lnTo>
                <a:lnTo>
                  <a:pt x="1906" y="334"/>
                </a:lnTo>
                <a:cubicBezTo>
                  <a:pt x="1906" y="215"/>
                  <a:pt x="1882" y="119"/>
                  <a:pt x="188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5" name="Google Shape;27835;p151"/>
          <p:cNvSpPr/>
          <p:nvPr/>
        </p:nvSpPr>
        <p:spPr>
          <a:xfrm>
            <a:off x="1940443" y="4106316"/>
            <a:ext cx="62064" cy="20189"/>
          </a:xfrm>
          <a:custGeom>
            <a:rect b="b" l="l" r="r" t="t"/>
            <a:pathLst>
              <a:path extrusionOk="0" h="620" w="1906">
                <a:moveTo>
                  <a:pt x="334" y="0"/>
                </a:moveTo>
                <a:cubicBezTo>
                  <a:pt x="144" y="0"/>
                  <a:pt x="1" y="143"/>
                  <a:pt x="25" y="334"/>
                </a:cubicBezTo>
                <a:cubicBezTo>
                  <a:pt x="48" y="500"/>
                  <a:pt x="215" y="619"/>
                  <a:pt x="358" y="619"/>
                </a:cubicBezTo>
                <a:lnTo>
                  <a:pt x="1906" y="619"/>
                </a:lnTo>
                <a:lnTo>
                  <a:pt x="1906"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6" name="Google Shape;27836;p151"/>
          <p:cNvSpPr/>
          <p:nvPr/>
        </p:nvSpPr>
        <p:spPr>
          <a:xfrm>
            <a:off x="1817162" y="4146629"/>
            <a:ext cx="227221" cy="123347"/>
          </a:xfrm>
          <a:custGeom>
            <a:rect b="b" l="l" r="r" t="t"/>
            <a:pathLst>
              <a:path extrusionOk="0" h="3788" w="6978">
                <a:moveTo>
                  <a:pt x="334" y="1"/>
                </a:moveTo>
                <a:cubicBezTo>
                  <a:pt x="143" y="1"/>
                  <a:pt x="0" y="143"/>
                  <a:pt x="0" y="334"/>
                </a:cubicBezTo>
                <a:cubicBezTo>
                  <a:pt x="0" y="2239"/>
                  <a:pt x="1548" y="3787"/>
                  <a:pt x="3453" y="3787"/>
                </a:cubicBezTo>
                <a:cubicBezTo>
                  <a:pt x="5358" y="3787"/>
                  <a:pt x="6906" y="2239"/>
                  <a:pt x="6906" y="334"/>
                </a:cubicBezTo>
                <a:cubicBezTo>
                  <a:pt x="6978" y="143"/>
                  <a:pt x="6811" y="1"/>
                  <a:pt x="6644" y="1"/>
                </a:cubicBezTo>
                <a:cubicBezTo>
                  <a:pt x="6454" y="1"/>
                  <a:pt x="6311" y="143"/>
                  <a:pt x="6311" y="334"/>
                </a:cubicBezTo>
                <a:cubicBezTo>
                  <a:pt x="6311" y="1882"/>
                  <a:pt x="5025" y="3168"/>
                  <a:pt x="3477" y="3168"/>
                </a:cubicBezTo>
                <a:cubicBezTo>
                  <a:pt x="1929" y="3168"/>
                  <a:pt x="667" y="1882"/>
                  <a:pt x="667" y="334"/>
                </a:cubicBezTo>
                <a:cubicBezTo>
                  <a:pt x="667" y="143"/>
                  <a:pt x="500" y="1"/>
                  <a:pt x="334"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7" name="Google Shape;27837;p151"/>
          <p:cNvSpPr/>
          <p:nvPr/>
        </p:nvSpPr>
        <p:spPr>
          <a:xfrm>
            <a:off x="1879193" y="4331975"/>
            <a:ext cx="103940" cy="20189"/>
          </a:xfrm>
          <a:custGeom>
            <a:rect b="b" l="l" r="r" t="t"/>
            <a:pathLst>
              <a:path extrusionOk="0" h="620" w="3192">
                <a:moveTo>
                  <a:pt x="358" y="0"/>
                </a:moveTo>
                <a:cubicBezTo>
                  <a:pt x="215" y="0"/>
                  <a:pt x="72" y="119"/>
                  <a:pt x="24" y="262"/>
                </a:cubicBezTo>
                <a:cubicBezTo>
                  <a:pt x="0" y="453"/>
                  <a:pt x="143" y="619"/>
                  <a:pt x="334" y="619"/>
                </a:cubicBezTo>
                <a:lnTo>
                  <a:pt x="2834" y="619"/>
                </a:lnTo>
                <a:cubicBezTo>
                  <a:pt x="3049" y="619"/>
                  <a:pt x="3192" y="453"/>
                  <a:pt x="3192" y="262"/>
                </a:cubicBezTo>
                <a:cubicBezTo>
                  <a:pt x="3168" y="119"/>
                  <a:pt x="3049" y="0"/>
                  <a:pt x="2858"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8" name="Google Shape;27838;p151"/>
          <p:cNvSpPr/>
          <p:nvPr/>
        </p:nvSpPr>
        <p:spPr>
          <a:xfrm>
            <a:off x="1930382" y="4146629"/>
            <a:ext cx="114001" cy="123347"/>
          </a:xfrm>
          <a:custGeom>
            <a:rect b="b" l="l" r="r" t="t"/>
            <a:pathLst>
              <a:path extrusionOk="0" h="3788" w="3501">
                <a:moveTo>
                  <a:pt x="3167" y="1"/>
                </a:moveTo>
                <a:cubicBezTo>
                  <a:pt x="2977" y="1"/>
                  <a:pt x="2834" y="143"/>
                  <a:pt x="2834" y="334"/>
                </a:cubicBezTo>
                <a:cubicBezTo>
                  <a:pt x="2834" y="1882"/>
                  <a:pt x="1548" y="3168"/>
                  <a:pt x="0" y="3168"/>
                </a:cubicBezTo>
                <a:lnTo>
                  <a:pt x="0" y="3787"/>
                </a:lnTo>
                <a:cubicBezTo>
                  <a:pt x="1953" y="3787"/>
                  <a:pt x="3501" y="2239"/>
                  <a:pt x="3501" y="334"/>
                </a:cubicBezTo>
                <a:cubicBezTo>
                  <a:pt x="3501" y="143"/>
                  <a:pt x="3334" y="1"/>
                  <a:pt x="3167"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9" name="Google Shape;27839;p151"/>
          <p:cNvSpPr/>
          <p:nvPr/>
        </p:nvSpPr>
        <p:spPr>
          <a:xfrm>
            <a:off x="1931912" y="4331975"/>
            <a:ext cx="51221" cy="20189"/>
          </a:xfrm>
          <a:custGeom>
            <a:rect b="b" l="l" r="r" t="t"/>
            <a:pathLst>
              <a:path extrusionOk="0" h="620" w="1573">
                <a:moveTo>
                  <a:pt x="1" y="0"/>
                </a:moveTo>
                <a:lnTo>
                  <a:pt x="1" y="619"/>
                </a:lnTo>
                <a:lnTo>
                  <a:pt x="1239" y="619"/>
                </a:lnTo>
                <a:cubicBezTo>
                  <a:pt x="1430" y="619"/>
                  <a:pt x="1573" y="476"/>
                  <a:pt x="1549" y="262"/>
                </a:cubicBezTo>
                <a:cubicBezTo>
                  <a:pt x="1549" y="119"/>
                  <a:pt x="1382" y="0"/>
                  <a:pt x="1239"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0" name="Google Shape;27840;p151"/>
          <p:cNvSpPr/>
          <p:nvPr/>
        </p:nvSpPr>
        <p:spPr>
          <a:xfrm>
            <a:off x="1921069" y="4003158"/>
            <a:ext cx="20970" cy="41908"/>
          </a:xfrm>
          <a:custGeom>
            <a:rect b="b" l="l" r="r" t="t"/>
            <a:pathLst>
              <a:path extrusionOk="0" h="1287" w="644">
                <a:moveTo>
                  <a:pt x="334" y="1"/>
                </a:moveTo>
                <a:cubicBezTo>
                  <a:pt x="215" y="1"/>
                  <a:pt x="119" y="25"/>
                  <a:pt x="0" y="25"/>
                </a:cubicBezTo>
                <a:lnTo>
                  <a:pt x="0" y="953"/>
                </a:lnTo>
                <a:cubicBezTo>
                  <a:pt x="0" y="1144"/>
                  <a:pt x="143" y="1287"/>
                  <a:pt x="334" y="1287"/>
                </a:cubicBezTo>
                <a:cubicBezTo>
                  <a:pt x="500" y="1287"/>
                  <a:pt x="643" y="1144"/>
                  <a:pt x="643" y="953"/>
                </a:cubicBezTo>
                <a:lnTo>
                  <a:pt x="643" y="25"/>
                </a:lnTo>
                <a:cubicBezTo>
                  <a:pt x="524" y="1"/>
                  <a:pt x="453"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1" name="Google Shape;27841;p151"/>
          <p:cNvSpPr/>
          <p:nvPr/>
        </p:nvSpPr>
        <p:spPr>
          <a:xfrm>
            <a:off x="1930382" y="4002409"/>
            <a:ext cx="10876" cy="40605"/>
          </a:xfrm>
          <a:custGeom>
            <a:rect b="b" l="l" r="r" t="t"/>
            <a:pathLst>
              <a:path extrusionOk="0" h="1247" w="334">
                <a:moveTo>
                  <a:pt x="0" y="0"/>
                </a:moveTo>
                <a:lnTo>
                  <a:pt x="0" y="1238"/>
                </a:lnTo>
                <a:cubicBezTo>
                  <a:pt x="25" y="1244"/>
                  <a:pt x="49" y="1247"/>
                  <a:pt x="72" y="1247"/>
                </a:cubicBezTo>
                <a:cubicBezTo>
                  <a:pt x="241" y="1247"/>
                  <a:pt x="334" y="1100"/>
                  <a:pt x="334" y="953"/>
                </a:cubicBezTo>
                <a:lnTo>
                  <a:pt x="334" y="24"/>
                </a:lnTo>
                <a:cubicBezTo>
                  <a:pt x="238" y="0"/>
                  <a:pt x="119" y="0"/>
                  <a:pt x="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2" name="Google Shape;27842;p151"/>
          <p:cNvSpPr/>
          <p:nvPr/>
        </p:nvSpPr>
        <p:spPr>
          <a:xfrm>
            <a:off x="1859786" y="4146629"/>
            <a:ext cx="143503" cy="82285"/>
          </a:xfrm>
          <a:custGeom>
            <a:rect b="b" l="l" r="r" t="t"/>
            <a:pathLst>
              <a:path extrusionOk="0" h="2527" w="4407">
                <a:moveTo>
                  <a:pt x="1" y="1"/>
                </a:moveTo>
                <a:lnTo>
                  <a:pt x="1" y="310"/>
                </a:lnTo>
                <a:cubicBezTo>
                  <a:pt x="1" y="1501"/>
                  <a:pt x="954" y="2477"/>
                  <a:pt x="2144" y="2525"/>
                </a:cubicBezTo>
                <a:cubicBezTo>
                  <a:pt x="2173" y="2526"/>
                  <a:pt x="2201" y="2527"/>
                  <a:pt x="2229" y="2527"/>
                </a:cubicBezTo>
                <a:cubicBezTo>
                  <a:pt x="3429" y="2527"/>
                  <a:pt x="4407" y="1544"/>
                  <a:pt x="4407" y="334"/>
                </a:cubicBezTo>
                <a:lnTo>
                  <a:pt x="4407"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3" name="Google Shape;27843;p151"/>
          <p:cNvSpPr/>
          <p:nvPr/>
        </p:nvSpPr>
        <p:spPr>
          <a:xfrm>
            <a:off x="1931912" y="4145847"/>
            <a:ext cx="71377" cy="81471"/>
          </a:xfrm>
          <a:custGeom>
            <a:rect b="b" l="l" r="r" t="t"/>
            <a:pathLst>
              <a:path extrusionOk="0" h="2502" w="2192">
                <a:moveTo>
                  <a:pt x="1" y="1"/>
                </a:moveTo>
                <a:lnTo>
                  <a:pt x="1" y="2501"/>
                </a:lnTo>
                <a:cubicBezTo>
                  <a:pt x="15" y="2502"/>
                  <a:pt x="30" y="2502"/>
                  <a:pt x="44" y="2502"/>
                </a:cubicBezTo>
                <a:cubicBezTo>
                  <a:pt x="1238" y="2502"/>
                  <a:pt x="2192" y="1534"/>
                  <a:pt x="2192" y="334"/>
                </a:cubicBezTo>
                <a:lnTo>
                  <a:pt x="2192"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44" name="Google Shape;27844;p151"/>
          <p:cNvGrpSpPr/>
          <p:nvPr/>
        </p:nvGrpSpPr>
        <p:grpSpPr>
          <a:xfrm>
            <a:off x="2518167" y="4024617"/>
            <a:ext cx="350535" cy="306413"/>
            <a:chOff x="2518167" y="4177017"/>
            <a:chExt cx="350535" cy="306413"/>
          </a:xfrm>
        </p:grpSpPr>
        <p:sp>
          <p:nvSpPr>
            <p:cNvPr id="27845" name="Google Shape;27845;p151"/>
            <p:cNvSpPr/>
            <p:nvPr/>
          </p:nvSpPr>
          <p:spPr>
            <a:xfrm>
              <a:off x="2529792" y="4197434"/>
              <a:ext cx="216378" cy="133409"/>
            </a:xfrm>
            <a:custGeom>
              <a:rect b="b" l="l" r="r" t="t"/>
              <a:pathLst>
                <a:path extrusionOk="0" h="4097" w="6645">
                  <a:moveTo>
                    <a:pt x="6312" y="1"/>
                  </a:moveTo>
                  <a:cubicBezTo>
                    <a:pt x="6235" y="1"/>
                    <a:pt x="6161" y="33"/>
                    <a:pt x="6097" y="96"/>
                  </a:cubicBezTo>
                  <a:lnTo>
                    <a:pt x="5049" y="1120"/>
                  </a:lnTo>
                  <a:lnTo>
                    <a:pt x="4335" y="406"/>
                  </a:lnTo>
                  <a:cubicBezTo>
                    <a:pt x="4275" y="346"/>
                    <a:pt x="4192" y="316"/>
                    <a:pt x="4112" y="316"/>
                  </a:cubicBezTo>
                  <a:cubicBezTo>
                    <a:pt x="4031" y="316"/>
                    <a:pt x="3954" y="346"/>
                    <a:pt x="3906" y="406"/>
                  </a:cubicBezTo>
                  <a:lnTo>
                    <a:pt x="3478" y="834"/>
                  </a:lnTo>
                  <a:lnTo>
                    <a:pt x="2192" y="2073"/>
                  </a:lnTo>
                  <a:lnTo>
                    <a:pt x="1477" y="1358"/>
                  </a:lnTo>
                  <a:cubicBezTo>
                    <a:pt x="1418" y="1299"/>
                    <a:pt x="1340" y="1269"/>
                    <a:pt x="1263" y="1269"/>
                  </a:cubicBezTo>
                  <a:cubicBezTo>
                    <a:pt x="1185" y="1269"/>
                    <a:pt x="1108" y="1299"/>
                    <a:pt x="1049" y="1358"/>
                  </a:cubicBezTo>
                  <a:lnTo>
                    <a:pt x="1" y="2406"/>
                  </a:lnTo>
                  <a:lnTo>
                    <a:pt x="1" y="4097"/>
                  </a:lnTo>
                  <a:lnTo>
                    <a:pt x="6645" y="4097"/>
                  </a:lnTo>
                  <a:lnTo>
                    <a:pt x="6645" y="334"/>
                  </a:lnTo>
                  <a:cubicBezTo>
                    <a:pt x="6645" y="168"/>
                    <a:pt x="6550" y="49"/>
                    <a:pt x="6431" y="25"/>
                  </a:cubicBezTo>
                  <a:cubicBezTo>
                    <a:pt x="6391" y="9"/>
                    <a:pt x="6351" y="1"/>
                    <a:pt x="6312"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6" name="Google Shape;27846;p151"/>
            <p:cNvSpPr/>
            <p:nvPr/>
          </p:nvSpPr>
          <p:spPr>
            <a:xfrm>
              <a:off x="2643012" y="4196294"/>
              <a:ext cx="103158" cy="133799"/>
            </a:xfrm>
            <a:custGeom>
              <a:rect b="b" l="l" r="r" t="t"/>
              <a:pathLst>
                <a:path extrusionOk="0" h="4109" w="3168">
                  <a:moveTo>
                    <a:pt x="2830" y="1"/>
                  </a:moveTo>
                  <a:cubicBezTo>
                    <a:pt x="2754" y="1"/>
                    <a:pt x="2682" y="37"/>
                    <a:pt x="2620" y="84"/>
                  </a:cubicBezTo>
                  <a:lnTo>
                    <a:pt x="1572" y="1131"/>
                  </a:lnTo>
                  <a:lnTo>
                    <a:pt x="858" y="417"/>
                  </a:lnTo>
                  <a:cubicBezTo>
                    <a:pt x="798" y="357"/>
                    <a:pt x="715" y="328"/>
                    <a:pt x="635" y="328"/>
                  </a:cubicBezTo>
                  <a:cubicBezTo>
                    <a:pt x="554" y="328"/>
                    <a:pt x="477" y="357"/>
                    <a:pt x="429" y="417"/>
                  </a:cubicBezTo>
                  <a:lnTo>
                    <a:pt x="1" y="846"/>
                  </a:lnTo>
                  <a:lnTo>
                    <a:pt x="1" y="4108"/>
                  </a:lnTo>
                  <a:lnTo>
                    <a:pt x="3168" y="4108"/>
                  </a:lnTo>
                  <a:lnTo>
                    <a:pt x="3168" y="322"/>
                  </a:lnTo>
                  <a:cubicBezTo>
                    <a:pt x="3168" y="203"/>
                    <a:pt x="3073" y="84"/>
                    <a:pt x="2954" y="36"/>
                  </a:cubicBezTo>
                  <a:cubicBezTo>
                    <a:pt x="2912" y="11"/>
                    <a:pt x="2871" y="1"/>
                    <a:pt x="283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7" name="Google Shape;27847;p151"/>
            <p:cNvSpPr/>
            <p:nvPr/>
          </p:nvSpPr>
          <p:spPr>
            <a:xfrm>
              <a:off x="2518949" y="4177017"/>
              <a:ext cx="227221" cy="163920"/>
            </a:xfrm>
            <a:custGeom>
              <a:rect b="b" l="l" r="r" t="t"/>
              <a:pathLst>
                <a:path extrusionOk="0" h="5034" w="6978">
                  <a:moveTo>
                    <a:pt x="291" y="0"/>
                  </a:moveTo>
                  <a:cubicBezTo>
                    <a:pt x="130" y="0"/>
                    <a:pt x="0" y="147"/>
                    <a:pt x="0" y="294"/>
                  </a:cubicBezTo>
                  <a:lnTo>
                    <a:pt x="0" y="4700"/>
                  </a:lnTo>
                  <a:cubicBezTo>
                    <a:pt x="0" y="4891"/>
                    <a:pt x="143" y="5034"/>
                    <a:pt x="334" y="5034"/>
                  </a:cubicBezTo>
                  <a:lnTo>
                    <a:pt x="6645" y="5034"/>
                  </a:lnTo>
                  <a:cubicBezTo>
                    <a:pt x="6811" y="5034"/>
                    <a:pt x="6978" y="4843"/>
                    <a:pt x="6978" y="4676"/>
                  </a:cubicBezTo>
                  <a:cubicBezTo>
                    <a:pt x="6930" y="4533"/>
                    <a:pt x="6811" y="4414"/>
                    <a:pt x="6645" y="4414"/>
                  </a:cubicBezTo>
                  <a:lnTo>
                    <a:pt x="619" y="4414"/>
                  </a:lnTo>
                  <a:lnTo>
                    <a:pt x="619" y="318"/>
                  </a:lnTo>
                  <a:cubicBezTo>
                    <a:pt x="619" y="175"/>
                    <a:pt x="500" y="33"/>
                    <a:pt x="358" y="9"/>
                  </a:cubicBezTo>
                  <a:cubicBezTo>
                    <a:pt x="335" y="3"/>
                    <a:pt x="313" y="0"/>
                    <a:pt x="291"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8" name="Google Shape;27848;p151"/>
            <p:cNvSpPr/>
            <p:nvPr/>
          </p:nvSpPr>
          <p:spPr>
            <a:xfrm>
              <a:off x="2643012" y="4319185"/>
              <a:ext cx="103158" cy="20970"/>
            </a:xfrm>
            <a:custGeom>
              <a:rect b="b" l="l" r="r" t="t"/>
              <a:pathLst>
                <a:path extrusionOk="0" h="644" w="3168">
                  <a:moveTo>
                    <a:pt x="1" y="1"/>
                  </a:moveTo>
                  <a:lnTo>
                    <a:pt x="1" y="644"/>
                  </a:lnTo>
                  <a:lnTo>
                    <a:pt x="2835" y="644"/>
                  </a:lnTo>
                  <a:cubicBezTo>
                    <a:pt x="3001" y="644"/>
                    <a:pt x="3168" y="477"/>
                    <a:pt x="3120" y="287"/>
                  </a:cubicBezTo>
                  <a:cubicBezTo>
                    <a:pt x="3120" y="120"/>
                    <a:pt x="2977" y="1"/>
                    <a:pt x="283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9" name="Google Shape;27849;p151"/>
            <p:cNvSpPr/>
            <p:nvPr/>
          </p:nvSpPr>
          <p:spPr>
            <a:xfrm>
              <a:off x="2781826" y="4397693"/>
              <a:ext cx="86877" cy="85737"/>
            </a:xfrm>
            <a:custGeom>
              <a:rect b="b" l="l" r="r" t="t"/>
              <a:pathLst>
                <a:path extrusionOk="0" h="2633" w="2668">
                  <a:moveTo>
                    <a:pt x="346" y="1"/>
                  </a:moveTo>
                  <a:cubicBezTo>
                    <a:pt x="262" y="1"/>
                    <a:pt x="179" y="31"/>
                    <a:pt x="119" y="90"/>
                  </a:cubicBezTo>
                  <a:cubicBezTo>
                    <a:pt x="0" y="209"/>
                    <a:pt x="0" y="424"/>
                    <a:pt x="119" y="543"/>
                  </a:cubicBezTo>
                  <a:lnTo>
                    <a:pt x="2120" y="2543"/>
                  </a:lnTo>
                  <a:cubicBezTo>
                    <a:pt x="2168" y="2603"/>
                    <a:pt x="2245" y="2632"/>
                    <a:pt x="2325" y="2632"/>
                  </a:cubicBezTo>
                  <a:cubicBezTo>
                    <a:pt x="2406" y="2632"/>
                    <a:pt x="2489" y="2603"/>
                    <a:pt x="2549" y="2543"/>
                  </a:cubicBezTo>
                  <a:cubicBezTo>
                    <a:pt x="2668" y="2424"/>
                    <a:pt x="2668" y="2210"/>
                    <a:pt x="2549" y="2091"/>
                  </a:cubicBezTo>
                  <a:lnTo>
                    <a:pt x="572" y="90"/>
                  </a:lnTo>
                  <a:cubicBezTo>
                    <a:pt x="512" y="31"/>
                    <a:pt x="429" y="1"/>
                    <a:pt x="346" y="1"/>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0" name="Google Shape;27850;p151"/>
            <p:cNvSpPr/>
            <p:nvPr/>
          </p:nvSpPr>
          <p:spPr>
            <a:xfrm>
              <a:off x="2785701" y="4397693"/>
              <a:ext cx="83002" cy="82839"/>
            </a:xfrm>
            <a:custGeom>
              <a:rect b="b" l="l" r="r" t="t"/>
              <a:pathLst>
                <a:path extrusionOk="0" h="2544" w="2549">
                  <a:moveTo>
                    <a:pt x="227" y="1"/>
                  </a:moveTo>
                  <a:cubicBezTo>
                    <a:pt x="143" y="1"/>
                    <a:pt x="60" y="31"/>
                    <a:pt x="0" y="90"/>
                  </a:cubicBezTo>
                  <a:lnTo>
                    <a:pt x="2430" y="2543"/>
                  </a:lnTo>
                  <a:cubicBezTo>
                    <a:pt x="2549" y="2424"/>
                    <a:pt x="2549" y="2210"/>
                    <a:pt x="2430" y="2091"/>
                  </a:cubicBezTo>
                  <a:lnTo>
                    <a:pt x="453" y="90"/>
                  </a:lnTo>
                  <a:cubicBezTo>
                    <a:pt x="393" y="31"/>
                    <a:pt x="310" y="1"/>
                    <a:pt x="22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1" name="Google Shape;27851;p151"/>
            <p:cNvSpPr/>
            <p:nvPr/>
          </p:nvSpPr>
          <p:spPr>
            <a:xfrm>
              <a:off x="2643012" y="4258716"/>
              <a:ext cx="184597" cy="183815"/>
            </a:xfrm>
            <a:custGeom>
              <a:rect b="b" l="l" r="r" t="t"/>
              <a:pathLst>
                <a:path extrusionOk="0" h="5645" w="5669">
                  <a:moveTo>
                    <a:pt x="2835" y="0"/>
                  </a:moveTo>
                  <a:cubicBezTo>
                    <a:pt x="2049" y="0"/>
                    <a:pt x="1334" y="310"/>
                    <a:pt x="834" y="834"/>
                  </a:cubicBezTo>
                  <a:cubicBezTo>
                    <a:pt x="334" y="1334"/>
                    <a:pt x="1" y="2048"/>
                    <a:pt x="1" y="2810"/>
                  </a:cubicBezTo>
                  <a:cubicBezTo>
                    <a:pt x="1" y="4358"/>
                    <a:pt x="1287" y="5644"/>
                    <a:pt x="2835" y="5644"/>
                  </a:cubicBezTo>
                  <a:cubicBezTo>
                    <a:pt x="3597" y="5644"/>
                    <a:pt x="4311" y="5311"/>
                    <a:pt x="4835" y="4811"/>
                  </a:cubicBezTo>
                  <a:cubicBezTo>
                    <a:pt x="5335" y="4311"/>
                    <a:pt x="5668" y="3596"/>
                    <a:pt x="5668" y="2810"/>
                  </a:cubicBezTo>
                  <a:cubicBezTo>
                    <a:pt x="5668" y="1239"/>
                    <a:pt x="4406" y="0"/>
                    <a:pt x="2835"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2" name="Google Shape;27852;p151"/>
            <p:cNvSpPr/>
            <p:nvPr/>
          </p:nvSpPr>
          <p:spPr>
            <a:xfrm>
              <a:off x="2670169" y="4258716"/>
              <a:ext cx="157440" cy="156658"/>
            </a:xfrm>
            <a:custGeom>
              <a:rect b="b" l="l" r="r" t="t"/>
              <a:pathLst>
                <a:path extrusionOk="0" h="4811" w="4835">
                  <a:moveTo>
                    <a:pt x="2001" y="0"/>
                  </a:moveTo>
                  <a:cubicBezTo>
                    <a:pt x="1215" y="0"/>
                    <a:pt x="500" y="310"/>
                    <a:pt x="0" y="834"/>
                  </a:cubicBezTo>
                  <a:lnTo>
                    <a:pt x="4001" y="4811"/>
                  </a:lnTo>
                  <a:cubicBezTo>
                    <a:pt x="4501" y="4311"/>
                    <a:pt x="4834" y="3596"/>
                    <a:pt x="4834" y="2810"/>
                  </a:cubicBezTo>
                  <a:cubicBezTo>
                    <a:pt x="4834" y="1239"/>
                    <a:pt x="3572" y="0"/>
                    <a:pt x="200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3" name="Google Shape;27853;p151"/>
            <p:cNvSpPr/>
            <p:nvPr/>
          </p:nvSpPr>
          <p:spPr>
            <a:xfrm>
              <a:off x="2518167" y="4402154"/>
              <a:ext cx="104721" cy="20221"/>
            </a:xfrm>
            <a:custGeom>
              <a:rect b="b" l="l" r="r" t="t"/>
              <a:pathLst>
                <a:path extrusionOk="0" h="621" w="3216">
                  <a:moveTo>
                    <a:pt x="310" y="1"/>
                  </a:moveTo>
                  <a:cubicBezTo>
                    <a:pt x="143" y="1"/>
                    <a:pt x="0" y="168"/>
                    <a:pt x="24" y="358"/>
                  </a:cubicBezTo>
                  <a:cubicBezTo>
                    <a:pt x="48" y="501"/>
                    <a:pt x="191" y="620"/>
                    <a:pt x="358" y="620"/>
                  </a:cubicBezTo>
                  <a:lnTo>
                    <a:pt x="2882" y="620"/>
                  </a:lnTo>
                  <a:cubicBezTo>
                    <a:pt x="3073" y="620"/>
                    <a:pt x="3215" y="477"/>
                    <a:pt x="3168" y="263"/>
                  </a:cubicBezTo>
                  <a:cubicBezTo>
                    <a:pt x="3144" y="120"/>
                    <a:pt x="3001" y="1"/>
                    <a:pt x="2858"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4" name="Google Shape;27854;p151"/>
            <p:cNvSpPr/>
            <p:nvPr/>
          </p:nvSpPr>
          <p:spPr>
            <a:xfrm>
              <a:off x="2518167" y="4361060"/>
              <a:ext cx="63627" cy="20189"/>
            </a:xfrm>
            <a:custGeom>
              <a:rect b="b" l="l" r="r" t="t"/>
              <a:pathLst>
                <a:path extrusionOk="0" h="620" w="1954">
                  <a:moveTo>
                    <a:pt x="310" y="1"/>
                  </a:moveTo>
                  <a:cubicBezTo>
                    <a:pt x="143" y="1"/>
                    <a:pt x="0" y="191"/>
                    <a:pt x="24" y="358"/>
                  </a:cubicBezTo>
                  <a:cubicBezTo>
                    <a:pt x="48" y="501"/>
                    <a:pt x="191" y="620"/>
                    <a:pt x="358" y="620"/>
                  </a:cubicBezTo>
                  <a:lnTo>
                    <a:pt x="1644" y="620"/>
                  </a:lnTo>
                  <a:cubicBezTo>
                    <a:pt x="1810" y="620"/>
                    <a:pt x="1953" y="453"/>
                    <a:pt x="1929" y="263"/>
                  </a:cubicBezTo>
                  <a:cubicBezTo>
                    <a:pt x="1906" y="120"/>
                    <a:pt x="1739" y="1"/>
                    <a:pt x="1596"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5" name="Google Shape;27855;p151"/>
            <p:cNvSpPr/>
            <p:nvPr/>
          </p:nvSpPr>
          <p:spPr>
            <a:xfrm>
              <a:off x="2663168" y="4279654"/>
              <a:ext cx="143503" cy="143470"/>
            </a:xfrm>
            <a:custGeom>
              <a:rect b="b" l="l" r="r" t="t"/>
              <a:pathLst>
                <a:path extrusionOk="0" h="4406" w="4407">
                  <a:moveTo>
                    <a:pt x="2549" y="0"/>
                  </a:moveTo>
                  <a:lnTo>
                    <a:pt x="1096" y="1072"/>
                  </a:lnTo>
                  <a:lnTo>
                    <a:pt x="25" y="1882"/>
                  </a:lnTo>
                  <a:cubicBezTo>
                    <a:pt x="1" y="1977"/>
                    <a:pt x="1" y="2096"/>
                    <a:pt x="1" y="2215"/>
                  </a:cubicBezTo>
                  <a:cubicBezTo>
                    <a:pt x="1" y="3429"/>
                    <a:pt x="977" y="4406"/>
                    <a:pt x="2216" y="4406"/>
                  </a:cubicBezTo>
                  <a:cubicBezTo>
                    <a:pt x="2811" y="4406"/>
                    <a:pt x="3359" y="4168"/>
                    <a:pt x="3763" y="3763"/>
                  </a:cubicBezTo>
                  <a:cubicBezTo>
                    <a:pt x="4145" y="3358"/>
                    <a:pt x="4406" y="2810"/>
                    <a:pt x="4406" y="2215"/>
                  </a:cubicBezTo>
                  <a:cubicBezTo>
                    <a:pt x="4406" y="1072"/>
                    <a:pt x="3621" y="143"/>
                    <a:pt x="2549"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6" name="Google Shape;27856;p151"/>
            <p:cNvSpPr/>
            <p:nvPr/>
          </p:nvSpPr>
          <p:spPr>
            <a:xfrm>
              <a:off x="2698857" y="4279654"/>
              <a:ext cx="107814" cy="121002"/>
            </a:xfrm>
            <a:custGeom>
              <a:rect b="b" l="l" r="r" t="t"/>
              <a:pathLst>
                <a:path extrusionOk="0" h="3716" w="3311">
                  <a:moveTo>
                    <a:pt x="1453" y="0"/>
                  </a:moveTo>
                  <a:lnTo>
                    <a:pt x="0" y="1072"/>
                  </a:lnTo>
                  <a:lnTo>
                    <a:pt x="2667" y="3715"/>
                  </a:lnTo>
                  <a:cubicBezTo>
                    <a:pt x="3049" y="3334"/>
                    <a:pt x="3310" y="2763"/>
                    <a:pt x="3310" y="2167"/>
                  </a:cubicBezTo>
                  <a:cubicBezTo>
                    <a:pt x="3310" y="1072"/>
                    <a:pt x="2525" y="143"/>
                    <a:pt x="145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7" name="Google Shape;27857;p151"/>
            <p:cNvSpPr/>
            <p:nvPr/>
          </p:nvSpPr>
          <p:spPr>
            <a:xfrm>
              <a:off x="2670918" y="4279426"/>
              <a:ext cx="73722" cy="51416"/>
            </a:xfrm>
            <a:custGeom>
              <a:rect b="b" l="l" r="r" t="t"/>
              <a:pathLst>
                <a:path extrusionOk="0" h="1579" w="2264">
                  <a:moveTo>
                    <a:pt x="1902" y="1"/>
                  </a:moveTo>
                  <a:cubicBezTo>
                    <a:pt x="1333" y="1"/>
                    <a:pt x="824" y="232"/>
                    <a:pt x="430" y="626"/>
                  </a:cubicBezTo>
                  <a:cubicBezTo>
                    <a:pt x="239" y="817"/>
                    <a:pt x="120" y="1031"/>
                    <a:pt x="1" y="1269"/>
                  </a:cubicBezTo>
                  <a:lnTo>
                    <a:pt x="358" y="1579"/>
                  </a:lnTo>
                  <a:lnTo>
                    <a:pt x="2263" y="1579"/>
                  </a:lnTo>
                  <a:lnTo>
                    <a:pt x="2263" y="31"/>
                  </a:lnTo>
                  <a:cubicBezTo>
                    <a:pt x="2141" y="11"/>
                    <a:pt x="2020" y="1"/>
                    <a:pt x="1902"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8" name="Google Shape;27858;p151"/>
            <p:cNvSpPr/>
            <p:nvPr/>
          </p:nvSpPr>
          <p:spPr>
            <a:xfrm>
              <a:off x="2663168" y="4319185"/>
              <a:ext cx="81471" cy="21752"/>
            </a:xfrm>
            <a:custGeom>
              <a:rect b="b" l="l" r="r" t="t"/>
              <a:pathLst>
                <a:path extrusionOk="0" h="668" w="2502">
                  <a:moveTo>
                    <a:pt x="239" y="1"/>
                  </a:moveTo>
                  <a:cubicBezTo>
                    <a:pt x="191" y="96"/>
                    <a:pt x="168" y="215"/>
                    <a:pt x="96" y="334"/>
                  </a:cubicBezTo>
                  <a:cubicBezTo>
                    <a:pt x="72" y="429"/>
                    <a:pt x="48" y="548"/>
                    <a:pt x="1" y="668"/>
                  </a:cubicBezTo>
                  <a:lnTo>
                    <a:pt x="2192" y="668"/>
                  </a:lnTo>
                  <a:cubicBezTo>
                    <a:pt x="2358" y="668"/>
                    <a:pt x="2501" y="525"/>
                    <a:pt x="2478" y="310"/>
                  </a:cubicBezTo>
                  <a:cubicBezTo>
                    <a:pt x="2501" y="120"/>
                    <a:pt x="2358" y="1"/>
                    <a:pt x="221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9" name="Google Shape;27859;p151"/>
          <p:cNvGrpSpPr/>
          <p:nvPr/>
        </p:nvGrpSpPr>
        <p:grpSpPr>
          <a:xfrm>
            <a:off x="3254861" y="4002409"/>
            <a:ext cx="350535" cy="350210"/>
            <a:chOff x="3254861" y="4154809"/>
            <a:chExt cx="350535" cy="350210"/>
          </a:xfrm>
        </p:grpSpPr>
        <p:sp>
          <p:nvSpPr>
            <p:cNvPr id="27860" name="Google Shape;27860;p151"/>
            <p:cNvSpPr/>
            <p:nvPr/>
          </p:nvSpPr>
          <p:spPr>
            <a:xfrm>
              <a:off x="3378924" y="4380468"/>
              <a:ext cx="104721" cy="124552"/>
            </a:xfrm>
            <a:custGeom>
              <a:rect b="b" l="l" r="r" t="t"/>
              <a:pathLst>
                <a:path extrusionOk="0" h="3825" w="3216">
                  <a:moveTo>
                    <a:pt x="1596" y="0"/>
                  </a:moveTo>
                  <a:cubicBezTo>
                    <a:pt x="1429" y="0"/>
                    <a:pt x="1263" y="143"/>
                    <a:pt x="1263" y="333"/>
                  </a:cubicBezTo>
                  <a:lnTo>
                    <a:pt x="1263" y="2691"/>
                  </a:lnTo>
                  <a:lnTo>
                    <a:pt x="191" y="3215"/>
                  </a:lnTo>
                  <a:cubicBezTo>
                    <a:pt x="48" y="3310"/>
                    <a:pt x="1" y="3477"/>
                    <a:pt x="48" y="3644"/>
                  </a:cubicBezTo>
                  <a:cubicBezTo>
                    <a:pt x="120" y="3751"/>
                    <a:pt x="231" y="3804"/>
                    <a:pt x="353" y="3804"/>
                  </a:cubicBezTo>
                  <a:cubicBezTo>
                    <a:pt x="394" y="3804"/>
                    <a:pt x="435" y="3798"/>
                    <a:pt x="477" y="3787"/>
                  </a:cubicBezTo>
                  <a:lnTo>
                    <a:pt x="1572" y="3215"/>
                  </a:lnTo>
                  <a:lnTo>
                    <a:pt x="2668" y="3787"/>
                  </a:lnTo>
                  <a:cubicBezTo>
                    <a:pt x="2708" y="3813"/>
                    <a:pt x="2753" y="3825"/>
                    <a:pt x="2800" y="3825"/>
                  </a:cubicBezTo>
                  <a:cubicBezTo>
                    <a:pt x="2919" y="3825"/>
                    <a:pt x="3045" y="3747"/>
                    <a:pt x="3096" y="3644"/>
                  </a:cubicBezTo>
                  <a:cubicBezTo>
                    <a:pt x="3216" y="3477"/>
                    <a:pt x="3144" y="3286"/>
                    <a:pt x="3001" y="3215"/>
                  </a:cubicBezTo>
                  <a:lnTo>
                    <a:pt x="1930" y="2691"/>
                  </a:lnTo>
                  <a:lnTo>
                    <a:pt x="1930" y="333"/>
                  </a:lnTo>
                  <a:cubicBezTo>
                    <a:pt x="1930" y="143"/>
                    <a:pt x="1787" y="0"/>
                    <a:pt x="1596"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1" name="Google Shape;27861;p151"/>
            <p:cNvSpPr/>
            <p:nvPr/>
          </p:nvSpPr>
          <p:spPr>
            <a:xfrm>
              <a:off x="3430113" y="4380468"/>
              <a:ext cx="53533" cy="123900"/>
            </a:xfrm>
            <a:custGeom>
              <a:rect b="b" l="l" r="r" t="t"/>
              <a:pathLst>
                <a:path extrusionOk="0" h="3805" w="1644">
                  <a:moveTo>
                    <a:pt x="0" y="0"/>
                  </a:moveTo>
                  <a:lnTo>
                    <a:pt x="0" y="3215"/>
                  </a:lnTo>
                  <a:lnTo>
                    <a:pt x="1096" y="3787"/>
                  </a:lnTo>
                  <a:cubicBezTo>
                    <a:pt x="1143" y="3798"/>
                    <a:pt x="1193" y="3804"/>
                    <a:pt x="1240" y="3804"/>
                  </a:cubicBezTo>
                  <a:cubicBezTo>
                    <a:pt x="1383" y="3804"/>
                    <a:pt x="1513" y="3751"/>
                    <a:pt x="1548" y="3644"/>
                  </a:cubicBezTo>
                  <a:cubicBezTo>
                    <a:pt x="1644" y="3477"/>
                    <a:pt x="1548" y="3286"/>
                    <a:pt x="1405" y="3215"/>
                  </a:cubicBezTo>
                  <a:lnTo>
                    <a:pt x="334" y="2691"/>
                  </a:lnTo>
                  <a:lnTo>
                    <a:pt x="334" y="333"/>
                  </a:lnTo>
                  <a:cubicBezTo>
                    <a:pt x="334" y="143"/>
                    <a:pt x="191"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2" name="Google Shape;27862;p151"/>
            <p:cNvSpPr/>
            <p:nvPr/>
          </p:nvSpPr>
          <p:spPr>
            <a:xfrm>
              <a:off x="3254861" y="4174966"/>
              <a:ext cx="350535" cy="227221"/>
            </a:xfrm>
            <a:custGeom>
              <a:rect b="b" l="l" r="r" t="t"/>
              <a:pathLst>
                <a:path extrusionOk="0" h="6978" w="10765">
                  <a:moveTo>
                    <a:pt x="310" y="0"/>
                  </a:moveTo>
                  <a:cubicBezTo>
                    <a:pt x="143" y="0"/>
                    <a:pt x="0" y="143"/>
                    <a:pt x="0" y="334"/>
                  </a:cubicBezTo>
                  <a:lnTo>
                    <a:pt x="0" y="6644"/>
                  </a:lnTo>
                  <a:cubicBezTo>
                    <a:pt x="0" y="6811"/>
                    <a:pt x="143" y="6978"/>
                    <a:pt x="310" y="6978"/>
                  </a:cubicBezTo>
                  <a:lnTo>
                    <a:pt x="10431" y="6978"/>
                  </a:lnTo>
                  <a:cubicBezTo>
                    <a:pt x="10622" y="6978"/>
                    <a:pt x="10764" y="6811"/>
                    <a:pt x="10764" y="6644"/>
                  </a:cubicBezTo>
                  <a:lnTo>
                    <a:pt x="10764" y="334"/>
                  </a:lnTo>
                  <a:cubicBezTo>
                    <a:pt x="10764" y="143"/>
                    <a:pt x="10622" y="0"/>
                    <a:pt x="10431"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3" name="Google Shape;27863;p151"/>
            <p:cNvSpPr/>
            <p:nvPr/>
          </p:nvSpPr>
          <p:spPr>
            <a:xfrm>
              <a:off x="3430113" y="4174966"/>
              <a:ext cx="175284" cy="225951"/>
            </a:xfrm>
            <a:custGeom>
              <a:rect b="b" l="l" r="r" t="t"/>
              <a:pathLst>
                <a:path extrusionOk="0" h="6939" w="5383">
                  <a:moveTo>
                    <a:pt x="0" y="0"/>
                  </a:moveTo>
                  <a:lnTo>
                    <a:pt x="0" y="6930"/>
                  </a:lnTo>
                  <a:lnTo>
                    <a:pt x="5049" y="6930"/>
                  </a:lnTo>
                  <a:cubicBezTo>
                    <a:pt x="5071" y="6936"/>
                    <a:pt x="5093" y="6939"/>
                    <a:pt x="5114" y="6939"/>
                  </a:cubicBezTo>
                  <a:cubicBezTo>
                    <a:pt x="5271" y="6939"/>
                    <a:pt x="5382" y="6791"/>
                    <a:pt x="5382" y="6644"/>
                  </a:cubicBezTo>
                  <a:lnTo>
                    <a:pt x="5382" y="334"/>
                  </a:lnTo>
                  <a:cubicBezTo>
                    <a:pt x="5382" y="143"/>
                    <a:pt x="5240" y="0"/>
                    <a:pt x="504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4" name="Google Shape;27864;p151"/>
            <p:cNvSpPr/>
            <p:nvPr/>
          </p:nvSpPr>
          <p:spPr>
            <a:xfrm>
              <a:off x="3328518" y="4237974"/>
              <a:ext cx="214847" cy="113806"/>
            </a:xfrm>
            <a:custGeom>
              <a:rect b="b" l="l" r="r" t="t"/>
              <a:pathLst>
                <a:path extrusionOk="0" h="3495" w="6598">
                  <a:moveTo>
                    <a:pt x="6267" y="0"/>
                  </a:moveTo>
                  <a:cubicBezTo>
                    <a:pt x="6197" y="0"/>
                    <a:pt x="6131" y="32"/>
                    <a:pt x="6073" y="89"/>
                  </a:cubicBezTo>
                  <a:lnTo>
                    <a:pt x="5025" y="1137"/>
                  </a:lnTo>
                  <a:lnTo>
                    <a:pt x="4311" y="423"/>
                  </a:lnTo>
                  <a:cubicBezTo>
                    <a:pt x="4252" y="363"/>
                    <a:pt x="4168" y="334"/>
                    <a:pt x="4085" y="334"/>
                  </a:cubicBezTo>
                  <a:cubicBezTo>
                    <a:pt x="4001" y="334"/>
                    <a:pt x="3918" y="363"/>
                    <a:pt x="3859" y="423"/>
                  </a:cubicBezTo>
                  <a:lnTo>
                    <a:pt x="3144" y="1137"/>
                  </a:lnTo>
                  <a:lnTo>
                    <a:pt x="2192" y="2090"/>
                  </a:lnTo>
                  <a:lnTo>
                    <a:pt x="1477" y="1375"/>
                  </a:lnTo>
                  <a:cubicBezTo>
                    <a:pt x="1418" y="1316"/>
                    <a:pt x="1340" y="1286"/>
                    <a:pt x="1263" y="1286"/>
                  </a:cubicBezTo>
                  <a:cubicBezTo>
                    <a:pt x="1185" y="1286"/>
                    <a:pt x="1108" y="1316"/>
                    <a:pt x="1048" y="1375"/>
                  </a:cubicBezTo>
                  <a:lnTo>
                    <a:pt x="1" y="2423"/>
                  </a:lnTo>
                  <a:lnTo>
                    <a:pt x="1" y="3495"/>
                  </a:lnTo>
                  <a:lnTo>
                    <a:pt x="6597" y="3495"/>
                  </a:lnTo>
                  <a:lnTo>
                    <a:pt x="6597" y="328"/>
                  </a:lnTo>
                  <a:cubicBezTo>
                    <a:pt x="6597" y="185"/>
                    <a:pt x="6526" y="66"/>
                    <a:pt x="6407" y="42"/>
                  </a:cubicBezTo>
                  <a:cubicBezTo>
                    <a:pt x="6360" y="14"/>
                    <a:pt x="6313" y="0"/>
                    <a:pt x="6267"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5" name="Google Shape;27865;p151"/>
            <p:cNvSpPr/>
            <p:nvPr/>
          </p:nvSpPr>
          <p:spPr>
            <a:xfrm>
              <a:off x="3430894" y="4237974"/>
              <a:ext cx="112471" cy="112275"/>
            </a:xfrm>
            <a:custGeom>
              <a:rect b="b" l="l" r="r" t="t"/>
              <a:pathLst>
                <a:path extrusionOk="0" h="3448" w="3454">
                  <a:moveTo>
                    <a:pt x="3123" y="0"/>
                  </a:moveTo>
                  <a:cubicBezTo>
                    <a:pt x="3053" y="0"/>
                    <a:pt x="2987" y="32"/>
                    <a:pt x="2929" y="89"/>
                  </a:cubicBezTo>
                  <a:lnTo>
                    <a:pt x="1881" y="1137"/>
                  </a:lnTo>
                  <a:lnTo>
                    <a:pt x="1167" y="423"/>
                  </a:lnTo>
                  <a:cubicBezTo>
                    <a:pt x="1108" y="363"/>
                    <a:pt x="1024" y="334"/>
                    <a:pt x="941" y="334"/>
                  </a:cubicBezTo>
                  <a:cubicBezTo>
                    <a:pt x="857" y="334"/>
                    <a:pt x="774" y="363"/>
                    <a:pt x="715" y="423"/>
                  </a:cubicBezTo>
                  <a:lnTo>
                    <a:pt x="0" y="1137"/>
                  </a:lnTo>
                  <a:lnTo>
                    <a:pt x="0" y="3447"/>
                  </a:lnTo>
                  <a:lnTo>
                    <a:pt x="3453" y="3447"/>
                  </a:lnTo>
                  <a:lnTo>
                    <a:pt x="3453" y="328"/>
                  </a:lnTo>
                  <a:cubicBezTo>
                    <a:pt x="3453" y="209"/>
                    <a:pt x="3382" y="89"/>
                    <a:pt x="3263" y="42"/>
                  </a:cubicBezTo>
                  <a:cubicBezTo>
                    <a:pt x="3216" y="14"/>
                    <a:pt x="3169" y="0"/>
                    <a:pt x="3123"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6" name="Google Shape;27866;p151"/>
            <p:cNvSpPr/>
            <p:nvPr/>
          </p:nvSpPr>
          <p:spPr>
            <a:xfrm>
              <a:off x="3378924" y="4154809"/>
              <a:ext cx="102409" cy="41908"/>
            </a:xfrm>
            <a:custGeom>
              <a:rect b="b" l="l" r="r" t="t"/>
              <a:pathLst>
                <a:path extrusionOk="0" h="1287" w="3145">
                  <a:moveTo>
                    <a:pt x="334" y="0"/>
                  </a:moveTo>
                  <a:cubicBezTo>
                    <a:pt x="143" y="0"/>
                    <a:pt x="1" y="143"/>
                    <a:pt x="1" y="333"/>
                  </a:cubicBezTo>
                  <a:lnTo>
                    <a:pt x="1" y="953"/>
                  </a:lnTo>
                  <a:cubicBezTo>
                    <a:pt x="1" y="1119"/>
                    <a:pt x="143" y="1286"/>
                    <a:pt x="334" y="1286"/>
                  </a:cubicBezTo>
                  <a:lnTo>
                    <a:pt x="2834" y="1286"/>
                  </a:lnTo>
                  <a:cubicBezTo>
                    <a:pt x="3001" y="1286"/>
                    <a:pt x="3144" y="1119"/>
                    <a:pt x="3144" y="953"/>
                  </a:cubicBezTo>
                  <a:lnTo>
                    <a:pt x="3144" y="333"/>
                  </a:lnTo>
                  <a:cubicBezTo>
                    <a:pt x="3144" y="143"/>
                    <a:pt x="3001" y="0"/>
                    <a:pt x="2834"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7" name="Google Shape;27867;p151"/>
            <p:cNvSpPr/>
            <p:nvPr/>
          </p:nvSpPr>
          <p:spPr>
            <a:xfrm>
              <a:off x="3430113" y="4154809"/>
              <a:ext cx="51221" cy="40605"/>
            </a:xfrm>
            <a:custGeom>
              <a:rect b="b" l="l" r="r" t="t"/>
              <a:pathLst>
                <a:path extrusionOk="0" h="1247" w="1573">
                  <a:moveTo>
                    <a:pt x="0" y="0"/>
                  </a:moveTo>
                  <a:lnTo>
                    <a:pt x="0" y="1238"/>
                  </a:lnTo>
                  <a:lnTo>
                    <a:pt x="1262" y="1238"/>
                  </a:lnTo>
                  <a:cubicBezTo>
                    <a:pt x="1285" y="1244"/>
                    <a:pt x="1306" y="1247"/>
                    <a:pt x="1327" y="1247"/>
                  </a:cubicBezTo>
                  <a:cubicBezTo>
                    <a:pt x="1479" y="1247"/>
                    <a:pt x="1572" y="1100"/>
                    <a:pt x="1572" y="953"/>
                  </a:cubicBezTo>
                  <a:lnTo>
                    <a:pt x="1572" y="333"/>
                  </a:lnTo>
                  <a:cubicBezTo>
                    <a:pt x="1572" y="143"/>
                    <a:pt x="1429" y="0"/>
                    <a:pt x="126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8" name="Google Shape;27868;p151"/>
            <p:cNvSpPr/>
            <p:nvPr/>
          </p:nvSpPr>
          <p:spPr>
            <a:xfrm>
              <a:off x="3318456" y="4217525"/>
              <a:ext cx="224909" cy="143568"/>
            </a:xfrm>
            <a:custGeom>
              <a:rect b="b" l="l" r="r" t="t"/>
              <a:pathLst>
                <a:path extrusionOk="0" h="4409" w="6907">
                  <a:moveTo>
                    <a:pt x="320" y="0"/>
                  </a:moveTo>
                  <a:cubicBezTo>
                    <a:pt x="164" y="0"/>
                    <a:pt x="0" y="136"/>
                    <a:pt x="0" y="313"/>
                  </a:cubicBezTo>
                  <a:lnTo>
                    <a:pt x="0" y="4075"/>
                  </a:lnTo>
                  <a:cubicBezTo>
                    <a:pt x="0" y="4266"/>
                    <a:pt x="167" y="4409"/>
                    <a:pt x="333" y="4409"/>
                  </a:cubicBezTo>
                  <a:lnTo>
                    <a:pt x="6644" y="4409"/>
                  </a:lnTo>
                  <a:cubicBezTo>
                    <a:pt x="6763" y="4409"/>
                    <a:pt x="6906" y="4242"/>
                    <a:pt x="6906" y="4051"/>
                  </a:cubicBezTo>
                  <a:cubicBezTo>
                    <a:pt x="6882" y="3909"/>
                    <a:pt x="6763" y="3790"/>
                    <a:pt x="6597" y="3790"/>
                  </a:cubicBezTo>
                  <a:lnTo>
                    <a:pt x="643" y="3790"/>
                  </a:lnTo>
                  <a:lnTo>
                    <a:pt x="643" y="336"/>
                  </a:lnTo>
                  <a:cubicBezTo>
                    <a:pt x="643" y="194"/>
                    <a:pt x="524" y="27"/>
                    <a:pt x="357" y="3"/>
                  </a:cubicBezTo>
                  <a:cubicBezTo>
                    <a:pt x="345" y="1"/>
                    <a:pt x="333" y="0"/>
                    <a:pt x="320"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9" name="Google Shape;27869;p151"/>
            <p:cNvSpPr/>
            <p:nvPr/>
          </p:nvSpPr>
          <p:spPr>
            <a:xfrm>
              <a:off x="3430894" y="4340123"/>
              <a:ext cx="114001" cy="20189"/>
            </a:xfrm>
            <a:custGeom>
              <a:rect b="b" l="l" r="r" t="t"/>
              <a:pathLst>
                <a:path extrusionOk="0" h="620" w="3501">
                  <a:moveTo>
                    <a:pt x="0" y="1"/>
                  </a:moveTo>
                  <a:lnTo>
                    <a:pt x="0" y="620"/>
                  </a:lnTo>
                  <a:lnTo>
                    <a:pt x="3167" y="620"/>
                  </a:lnTo>
                  <a:cubicBezTo>
                    <a:pt x="3334" y="620"/>
                    <a:pt x="3501" y="477"/>
                    <a:pt x="3453" y="263"/>
                  </a:cubicBezTo>
                  <a:cubicBezTo>
                    <a:pt x="3429" y="120"/>
                    <a:pt x="3287" y="1"/>
                    <a:pt x="314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0" name="Google Shape;27870;p151"/>
          <p:cNvGrpSpPr/>
          <p:nvPr/>
        </p:nvGrpSpPr>
        <p:grpSpPr>
          <a:xfrm>
            <a:off x="4058243" y="4002409"/>
            <a:ext cx="267566" cy="350535"/>
            <a:chOff x="4058243" y="4154809"/>
            <a:chExt cx="267566" cy="350535"/>
          </a:xfrm>
        </p:grpSpPr>
        <p:sp>
          <p:nvSpPr>
            <p:cNvPr id="27871" name="Google Shape;27871;p151"/>
            <p:cNvSpPr/>
            <p:nvPr/>
          </p:nvSpPr>
          <p:spPr>
            <a:xfrm>
              <a:off x="4058243" y="4155558"/>
              <a:ext cx="267566" cy="349786"/>
            </a:xfrm>
            <a:custGeom>
              <a:rect b="b" l="l" r="r" t="t"/>
              <a:pathLst>
                <a:path extrusionOk="0" h="10742" w="8217">
                  <a:moveTo>
                    <a:pt x="333" y="1"/>
                  </a:moveTo>
                  <a:cubicBezTo>
                    <a:pt x="143" y="1"/>
                    <a:pt x="0" y="144"/>
                    <a:pt x="0" y="334"/>
                  </a:cubicBezTo>
                  <a:lnTo>
                    <a:pt x="0" y="7598"/>
                  </a:lnTo>
                  <a:lnTo>
                    <a:pt x="3167" y="10741"/>
                  </a:lnTo>
                  <a:lnTo>
                    <a:pt x="7883" y="10741"/>
                  </a:lnTo>
                  <a:cubicBezTo>
                    <a:pt x="8073" y="10741"/>
                    <a:pt x="8216" y="10598"/>
                    <a:pt x="8216" y="10432"/>
                  </a:cubicBezTo>
                  <a:lnTo>
                    <a:pt x="8216" y="310"/>
                  </a:lnTo>
                  <a:cubicBezTo>
                    <a:pt x="8216" y="120"/>
                    <a:pt x="8073" y="1"/>
                    <a:pt x="7883"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2" name="Google Shape;27872;p151"/>
            <p:cNvSpPr/>
            <p:nvPr/>
          </p:nvSpPr>
          <p:spPr>
            <a:xfrm>
              <a:off x="4192368" y="4154809"/>
              <a:ext cx="133441" cy="349070"/>
            </a:xfrm>
            <a:custGeom>
              <a:rect b="b" l="l" r="r" t="t"/>
              <a:pathLst>
                <a:path extrusionOk="0" h="10720" w="4098">
                  <a:moveTo>
                    <a:pt x="1" y="0"/>
                  </a:moveTo>
                  <a:lnTo>
                    <a:pt x="1" y="10717"/>
                  </a:lnTo>
                  <a:lnTo>
                    <a:pt x="3764" y="10717"/>
                  </a:lnTo>
                  <a:cubicBezTo>
                    <a:pt x="3778" y="10718"/>
                    <a:pt x="3791" y="10719"/>
                    <a:pt x="3805" y="10719"/>
                  </a:cubicBezTo>
                  <a:cubicBezTo>
                    <a:pt x="3974" y="10719"/>
                    <a:pt x="4097" y="10584"/>
                    <a:pt x="4097" y="10407"/>
                  </a:cubicBezTo>
                  <a:lnTo>
                    <a:pt x="4097" y="333"/>
                  </a:lnTo>
                  <a:cubicBezTo>
                    <a:pt x="4097" y="143"/>
                    <a:pt x="3954" y="0"/>
                    <a:pt x="376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3" name="Google Shape;27873;p151"/>
            <p:cNvSpPr/>
            <p:nvPr/>
          </p:nvSpPr>
          <p:spPr>
            <a:xfrm>
              <a:off x="4099337" y="4217036"/>
              <a:ext cx="63627" cy="61673"/>
            </a:xfrm>
            <a:custGeom>
              <a:rect b="b" l="l" r="r" t="t"/>
              <a:pathLst>
                <a:path extrusionOk="0" h="1894" w="1954">
                  <a:moveTo>
                    <a:pt x="334" y="0"/>
                  </a:moveTo>
                  <a:cubicBezTo>
                    <a:pt x="256" y="0"/>
                    <a:pt x="179" y="30"/>
                    <a:pt x="119" y="90"/>
                  </a:cubicBezTo>
                  <a:cubicBezTo>
                    <a:pt x="0" y="209"/>
                    <a:pt x="0" y="399"/>
                    <a:pt x="119" y="518"/>
                  </a:cubicBezTo>
                  <a:lnTo>
                    <a:pt x="524" y="947"/>
                  </a:lnTo>
                  <a:lnTo>
                    <a:pt x="119" y="1352"/>
                  </a:lnTo>
                  <a:cubicBezTo>
                    <a:pt x="0" y="1471"/>
                    <a:pt x="0" y="1685"/>
                    <a:pt x="119" y="1804"/>
                  </a:cubicBezTo>
                  <a:cubicBezTo>
                    <a:pt x="179" y="1864"/>
                    <a:pt x="256" y="1893"/>
                    <a:pt x="334" y="1893"/>
                  </a:cubicBezTo>
                  <a:cubicBezTo>
                    <a:pt x="411" y="1893"/>
                    <a:pt x="488" y="1864"/>
                    <a:pt x="548" y="1804"/>
                  </a:cubicBezTo>
                  <a:lnTo>
                    <a:pt x="977" y="1399"/>
                  </a:lnTo>
                  <a:lnTo>
                    <a:pt x="1381" y="1804"/>
                  </a:lnTo>
                  <a:cubicBezTo>
                    <a:pt x="1441" y="1864"/>
                    <a:pt x="1524" y="1893"/>
                    <a:pt x="1608" y="1893"/>
                  </a:cubicBezTo>
                  <a:cubicBezTo>
                    <a:pt x="1691" y="1893"/>
                    <a:pt x="1774" y="1864"/>
                    <a:pt x="1834" y="1804"/>
                  </a:cubicBezTo>
                  <a:cubicBezTo>
                    <a:pt x="1953" y="1685"/>
                    <a:pt x="1953" y="1471"/>
                    <a:pt x="1834" y="1352"/>
                  </a:cubicBezTo>
                  <a:lnTo>
                    <a:pt x="1429" y="947"/>
                  </a:lnTo>
                  <a:lnTo>
                    <a:pt x="1834" y="518"/>
                  </a:lnTo>
                  <a:cubicBezTo>
                    <a:pt x="1953" y="399"/>
                    <a:pt x="1953" y="209"/>
                    <a:pt x="1834" y="90"/>
                  </a:cubicBezTo>
                  <a:cubicBezTo>
                    <a:pt x="1774" y="30"/>
                    <a:pt x="1691" y="0"/>
                    <a:pt x="1608" y="0"/>
                  </a:cubicBezTo>
                  <a:cubicBezTo>
                    <a:pt x="1524" y="0"/>
                    <a:pt x="1441" y="30"/>
                    <a:pt x="1381" y="90"/>
                  </a:cubicBezTo>
                  <a:lnTo>
                    <a:pt x="977" y="494"/>
                  </a:lnTo>
                  <a:lnTo>
                    <a:pt x="548" y="90"/>
                  </a:lnTo>
                  <a:cubicBezTo>
                    <a:pt x="488" y="30"/>
                    <a:pt x="411"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4" name="Google Shape;27874;p151"/>
            <p:cNvSpPr/>
            <p:nvPr/>
          </p:nvSpPr>
          <p:spPr>
            <a:xfrm>
              <a:off x="4100119" y="4320162"/>
              <a:ext cx="84532" cy="61087"/>
            </a:xfrm>
            <a:custGeom>
              <a:rect b="b" l="l" r="r" t="t"/>
              <a:pathLst>
                <a:path extrusionOk="0" h="1876" w="2596">
                  <a:moveTo>
                    <a:pt x="2251" y="1"/>
                  </a:moveTo>
                  <a:cubicBezTo>
                    <a:pt x="2167" y="1"/>
                    <a:pt x="2084" y="30"/>
                    <a:pt x="2024" y="90"/>
                  </a:cubicBezTo>
                  <a:lnTo>
                    <a:pt x="976" y="1138"/>
                  </a:lnTo>
                  <a:lnTo>
                    <a:pt x="572" y="733"/>
                  </a:lnTo>
                  <a:cubicBezTo>
                    <a:pt x="512" y="673"/>
                    <a:pt x="429" y="643"/>
                    <a:pt x="345" y="643"/>
                  </a:cubicBezTo>
                  <a:cubicBezTo>
                    <a:pt x="262" y="643"/>
                    <a:pt x="179" y="673"/>
                    <a:pt x="119" y="733"/>
                  </a:cubicBezTo>
                  <a:cubicBezTo>
                    <a:pt x="0" y="828"/>
                    <a:pt x="0" y="1042"/>
                    <a:pt x="119" y="1161"/>
                  </a:cubicBezTo>
                  <a:lnTo>
                    <a:pt x="738" y="1804"/>
                  </a:lnTo>
                  <a:cubicBezTo>
                    <a:pt x="810" y="1852"/>
                    <a:pt x="857" y="1876"/>
                    <a:pt x="953" y="1876"/>
                  </a:cubicBezTo>
                  <a:cubicBezTo>
                    <a:pt x="1048" y="1876"/>
                    <a:pt x="1119" y="1852"/>
                    <a:pt x="1215" y="1804"/>
                  </a:cubicBezTo>
                  <a:lnTo>
                    <a:pt x="2477" y="542"/>
                  </a:lnTo>
                  <a:cubicBezTo>
                    <a:pt x="2596" y="423"/>
                    <a:pt x="2596" y="209"/>
                    <a:pt x="2477" y="90"/>
                  </a:cubicBezTo>
                  <a:cubicBezTo>
                    <a:pt x="2417" y="30"/>
                    <a:pt x="2334" y="1"/>
                    <a:pt x="2251"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5" name="Google Shape;27875;p151"/>
            <p:cNvSpPr/>
            <p:nvPr/>
          </p:nvSpPr>
          <p:spPr>
            <a:xfrm>
              <a:off x="4202463" y="4236997"/>
              <a:ext cx="83002" cy="21752"/>
            </a:xfrm>
            <a:custGeom>
              <a:rect b="b" l="l" r="r" t="t"/>
              <a:pathLst>
                <a:path extrusionOk="0" h="668" w="2549">
                  <a:moveTo>
                    <a:pt x="334" y="0"/>
                  </a:moveTo>
                  <a:cubicBezTo>
                    <a:pt x="143" y="0"/>
                    <a:pt x="1" y="143"/>
                    <a:pt x="1" y="334"/>
                  </a:cubicBezTo>
                  <a:cubicBezTo>
                    <a:pt x="1" y="501"/>
                    <a:pt x="143" y="667"/>
                    <a:pt x="334" y="667"/>
                  </a:cubicBezTo>
                  <a:lnTo>
                    <a:pt x="2215" y="667"/>
                  </a:lnTo>
                  <a:cubicBezTo>
                    <a:pt x="2382" y="667"/>
                    <a:pt x="2549" y="501"/>
                    <a:pt x="2549" y="334"/>
                  </a:cubicBezTo>
                  <a:cubicBezTo>
                    <a:pt x="2549" y="143"/>
                    <a:pt x="2382" y="0"/>
                    <a:pt x="22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6" name="Google Shape;27876;p151"/>
            <p:cNvSpPr/>
            <p:nvPr/>
          </p:nvSpPr>
          <p:spPr>
            <a:xfrm>
              <a:off x="4202463" y="4338592"/>
              <a:ext cx="83002" cy="21719"/>
            </a:xfrm>
            <a:custGeom>
              <a:rect b="b" l="l" r="r" t="t"/>
              <a:pathLst>
                <a:path extrusionOk="0" h="667" w="2549">
                  <a:moveTo>
                    <a:pt x="334" y="0"/>
                  </a:moveTo>
                  <a:cubicBezTo>
                    <a:pt x="143" y="0"/>
                    <a:pt x="1" y="167"/>
                    <a:pt x="1" y="333"/>
                  </a:cubicBezTo>
                  <a:cubicBezTo>
                    <a:pt x="1" y="524"/>
                    <a:pt x="143" y="667"/>
                    <a:pt x="334" y="667"/>
                  </a:cubicBezTo>
                  <a:lnTo>
                    <a:pt x="2215" y="667"/>
                  </a:lnTo>
                  <a:cubicBezTo>
                    <a:pt x="2382" y="667"/>
                    <a:pt x="2549" y="524"/>
                    <a:pt x="2549" y="333"/>
                  </a:cubicBezTo>
                  <a:cubicBezTo>
                    <a:pt x="2549" y="167"/>
                    <a:pt x="2382" y="0"/>
                    <a:pt x="22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7" name="Google Shape;27877;p151"/>
            <p:cNvSpPr/>
            <p:nvPr/>
          </p:nvSpPr>
          <p:spPr>
            <a:xfrm>
              <a:off x="4058992" y="4402154"/>
              <a:ext cx="103191" cy="101628"/>
            </a:xfrm>
            <a:custGeom>
              <a:rect b="b" l="l" r="r" t="t"/>
              <a:pathLst>
                <a:path extrusionOk="0" h="3121" w="3169">
                  <a:moveTo>
                    <a:pt x="1" y="1"/>
                  </a:moveTo>
                  <a:lnTo>
                    <a:pt x="1" y="310"/>
                  </a:lnTo>
                  <a:cubicBezTo>
                    <a:pt x="1" y="406"/>
                    <a:pt x="49" y="477"/>
                    <a:pt x="96" y="525"/>
                  </a:cubicBezTo>
                  <a:lnTo>
                    <a:pt x="2597" y="3025"/>
                  </a:lnTo>
                  <a:cubicBezTo>
                    <a:pt x="2668" y="3073"/>
                    <a:pt x="2740" y="3121"/>
                    <a:pt x="2811" y="3121"/>
                  </a:cubicBezTo>
                  <a:lnTo>
                    <a:pt x="3144" y="3121"/>
                  </a:lnTo>
                  <a:lnTo>
                    <a:pt x="3144" y="287"/>
                  </a:lnTo>
                  <a:cubicBezTo>
                    <a:pt x="3168" y="144"/>
                    <a:pt x="3025" y="1"/>
                    <a:pt x="283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8" name="Google Shape;27878;p151"/>
          <p:cNvGrpSpPr/>
          <p:nvPr/>
        </p:nvGrpSpPr>
        <p:grpSpPr>
          <a:xfrm>
            <a:off x="4763905" y="4002605"/>
            <a:ext cx="365254" cy="349363"/>
            <a:chOff x="4763905" y="4155005"/>
            <a:chExt cx="365254" cy="349363"/>
          </a:xfrm>
        </p:grpSpPr>
        <p:sp>
          <p:nvSpPr>
            <p:cNvPr id="27879" name="Google Shape;27879;p151"/>
            <p:cNvSpPr/>
            <p:nvPr/>
          </p:nvSpPr>
          <p:spPr>
            <a:xfrm>
              <a:off x="4887187" y="4155005"/>
              <a:ext cx="241972" cy="237120"/>
            </a:xfrm>
            <a:custGeom>
              <a:rect b="b" l="l" r="r" t="t"/>
              <a:pathLst>
                <a:path extrusionOk="0" h="7282" w="7431">
                  <a:moveTo>
                    <a:pt x="4686" y="1304"/>
                  </a:moveTo>
                  <a:cubicBezTo>
                    <a:pt x="5008" y="1304"/>
                    <a:pt x="5335" y="1423"/>
                    <a:pt x="5597" y="1661"/>
                  </a:cubicBezTo>
                  <a:cubicBezTo>
                    <a:pt x="6073" y="2137"/>
                    <a:pt x="6073" y="2923"/>
                    <a:pt x="5597" y="3447"/>
                  </a:cubicBezTo>
                  <a:lnTo>
                    <a:pt x="3621" y="5352"/>
                  </a:lnTo>
                  <a:cubicBezTo>
                    <a:pt x="3549" y="5448"/>
                    <a:pt x="3454" y="5495"/>
                    <a:pt x="3359" y="5567"/>
                  </a:cubicBezTo>
                  <a:lnTo>
                    <a:pt x="2287" y="4924"/>
                  </a:lnTo>
                  <a:lnTo>
                    <a:pt x="1668" y="3852"/>
                  </a:lnTo>
                  <a:cubicBezTo>
                    <a:pt x="1715" y="3757"/>
                    <a:pt x="1787" y="3685"/>
                    <a:pt x="1882" y="3590"/>
                  </a:cubicBezTo>
                  <a:lnTo>
                    <a:pt x="3811" y="1661"/>
                  </a:lnTo>
                  <a:cubicBezTo>
                    <a:pt x="4049" y="1423"/>
                    <a:pt x="4365" y="1304"/>
                    <a:pt x="4686" y="1304"/>
                  </a:cubicBezTo>
                  <a:close/>
                  <a:moveTo>
                    <a:pt x="4680" y="0"/>
                  </a:moveTo>
                  <a:cubicBezTo>
                    <a:pt x="4037" y="0"/>
                    <a:pt x="3394" y="244"/>
                    <a:pt x="2906" y="732"/>
                  </a:cubicBezTo>
                  <a:lnTo>
                    <a:pt x="977" y="2661"/>
                  </a:lnTo>
                  <a:cubicBezTo>
                    <a:pt x="1" y="3662"/>
                    <a:pt x="25" y="5257"/>
                    <a:pt x="977" y="6210"/>
                  </a:cubicBezTo>
                  <a:cubicBezTo>
                    <a:pt x="1287" y="6495"/>
                    <a:pt x="1668" y="6710"/>
                    <a:pt x="2049" y="6829"/>
                  </a:cubicBezTo>
                  <a:lnTo>
                    <a:pt x="2787" y="7281"/>
                  </a:lnTo>
                  <a:lnTo>
                    <a:pt x="3382" y="6829"/>
                  </a:lnTo>
                  <a:cubicBezTo>
                    <a:pt x="3811" y="6710"/>
                    <a:pt x="4192" y="6495"/>
                    <a:pt x="4526" y="6186"/>
                  </a:cubicBezTo>
                  <a:lnTo>
                    <a:pt x="6454" y="4257"/>
                  </a:lnTo>
                  <a:cubicBezTo>
                    <a:pt x="7431" y="3328"/>
                    <a:pt x="7431" y="1709"/>
                    <a:pt x="6454" y="732"/>
                  </a:cubicBezTo>
                  <a:cubicBezTo>
                    <a:pt x="5966" y="244"/>
                    <a:pt x="532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0" name="Google Shape;27880;p151"/>
            <p:cNvSpPr/>
            <p:nvPr/>
          </p:nvSpPr>
          <p:spPr>
            <a:xfrm>
              <a:off x="4918219" y="4178841"/>
              <a:ext cx="210940" cy="214066"/>
            </a:xfrm>
            <a:custGeom>
              <a:rect b="b" l="l" r="r" t="t"/>
              <a:pathLst>
                <a:path extrusionOk="0" h="6574" w="6478">
                  <a:moveTo>
                    <a:pt x="5501" y="0"/>
                  </a:moveTo>
                  <a:lnTo>
                    <a:pt x="4597" y="905"/>
                  </a:lnTo>
                  <a:cubicBezTo>
                    <a:pt x="5097" y="1382"/>
                    <a:pt x="5097" y="2167"/>
                    <a:pt x="4597" y="2691"/>
                  </a:cubicBezTo>
                  <a:lnTo>
                    <a:pt x="2668" y="4620"/>
                  </a:lnTo>
                  <a:cubicBezTo>
                    <a:pt x="2596" y="4716"/>
                    <a:pt x="2501" y="4763"/>
                    <a:pt x="2406" y="4835"/>
                  </a:cubicBezTo>
                  <a:lnTo>
                    <a:pt x="1334" y="4192"/>
                  </a:lnTo>
                  <a:lnTo>
                    <a:pt x="0" y="5549"/>
                  </a:lnTo>
                  <a:cubicBezTo>
                    <a:pt x="286" y="5835"/>
                    <a:pt x="667" y="6049"/>
                    <a:pt x="1072" y="6168"/>
                  </a:cubicBezTo>
                  <a:lnTo>
                    <a:pt x="1834" y="6573"/>
                  </a:lnTo>
                  <a:lnTo>
                    <a:pt x="2429" y="6144"/>
                  </a:lnTo>
                  <a:cubicBezTo>
                    <a:pt x="2858" y="6025"/>
                    <a:pt x="3239" y="5811"/>
                    <a:pt x="3573" y="5478"/>
                  </a:cubicBezTo>
                  <a:lnTo>
                    <a:pt x="5501" y="3549"/>
                  </a:lnTo>
                  <a:cubicBezTo>
                    <a:pt x="6478" y="2572"/>
                    <a:pt x="6478" y="977"/>
                    <a:pt x="5501"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1" name="Google Shape;27881;p151"/>
            <p:cNvSpPr/>
            <p:nvPr/>
          </p:nvSpPr>
          <p:spPr>
            <a:xfrm>
              <a:off x="4763905" y="4276463"/>
              <a:ext cx="233441" cy="227905"/>
            </a:xfrm>
            <a:custGeom>
              <a:rect b="b" l="l" r="r" t="t"/>
              <a:pathLst>
                <a:path extrusionOk="0" h="6999" w="7169">
                  <a:moveTo>
                    <a:pt x="4750" y="1"/>
                  </a:moveTo>
                  <a:cubicBezTo>
                    <a:pt x="4066" y="1"/>
                    <a:pt x="3422" y="273"/>
                    <a:pt x="2977" y="717"/>
                  </a:cubicBezTo>
                  <a:lnTo>
                    <a:pt x="977" y="2718"/>
                  </a:lnTo>
                  <a:cubicBezTo>
                    <a:pt x="0" y="3694"/>
                    <a:pt x="0" y="5266"/>
                    <a:pt x="977" y="6266"/>
                  </a:cubicBezTo>
                  <a:cubicBezTo>
                    <a:pt x="1465" y="6754"/>
                    <a:pt x="2108" y="6998"/>
                    <a:pt x="2751" y="6998"/>
                  </a:cubicBezTo>
                  <a:cubicBezTo>
                    <a:pt x="3394" y="6998"/>
                    <a:pt x="4037" y="6754"/>
                    <a:pt x="4525" y="6266"/>
                  </a:cubicBezTo>
                  <a:lnTo>
                    <a:pt x="6525" y="4266"/>
                  </a:lnTo>
                  <a:cubicBezTo>
                    <a:pt x="6859" y="3980"/>
                    <a:pt x="7049" y="3551"/>
                    <a:pt x="7168" y="3146"/>
                  </a:cubicBezTo>
                  <a:lnTo>
                    <a:pt x="7168" y="3146"/>
                  </a:lnTo>
                  <a:cubicBezTo>
                    <a:pt x="6972" y="3201"/>
                    <a:pt x="6771" y="3231"/>
                    <a:pt x="6567" y="3231"/>
                  </a:cubicBezTo>
                  <a:cubicBezTo>
                    <a:pt x="6325" y="3231"/>
                    <a:pt x="6080" y="3189"/>
                    <a:pt x="5835" y="3099"/>
                  </a:cubicBezTo>
                  <a:cubicBezTo>
                    <a:pt x="5763" y="3194"/>
                    <a:pt x="5716" y="3289"/>
                    <a:pt x="5620" y="3361"/>
                  </a:cubicBezTo>
                  <a:lnTo>
                    <a:pt x="3644" y="5361"/>
                  </a:lnTo>
                  <a:cubicBezTo>
                    <a:pt x="3394" y="5599"/>
                    <a:pt x="3072" y="5718"/>
                    <a:pt x="2751" y="5718"/>
                  </a:cubicBezTo>
                  <a:cubicBezTo>
                    <a:pt x="2429" y="5718"/>
                    <a:pt x="2108" y="5599"/>
                    <a:pt x="1858" y="5361"/>
                  </a:cubicBezTo>
                  <a:cubicBezTo>
                    <a:pt x="1358" y="4885"/>
                    <a:pt x="1358" y="4075"/>
                    <a:pt x="1858" y="3575"/>
                  </a:cubicBezTo>
                  <a:lnTo>
                    <a:pt x="3834" y="1575"/>
                  </a:lnTo>
                  <a:cubicBezTo>
                    <a:pt x="4075" y="1334"/>
                    <a:pt x="4402" y="1208"/>
                    <a:pt x="4730" y="1208"/>
                  </a:cubicBezTo>
                  <a:cubicBezTo>
                    <a:pt x="5051" y="1208"/>
                    <a:pt x="5373" y="1328"/>
                    <a:pt x="5620" y="1575"/>
                  </a:cubicBezTo>
                  <a:cubicBezTo>
                    <a:pt x="5878" y="1832"/>
                    <a:pt x="6203" y="1960"/>
                    <a:pt x="6526" y="1960"/>
                  </a:cubicBezTo>
                  <a:cubicBezTo>
                    <a:pt x="6741" y="1960"/>
                    <a:pt x="6954" y="1903"/>
                    <a:pt x="7145" y="1789"/>
                  </a:cubicBezTo>
                  <a:cubicBezTo>
                    <a:pt x="7026" y="1408"/>
                    <a:pt x="6811" y="1027"/>
                    <a:pt x="6525" y="717"/>
                  </a:cubicBezTo>
                  <a:cubicBezTo>
                    <a:pt x="6216" y="432"/>
                    <a:pt x="5835" y="217"/>
                    <a:pt x="5454" y="98"/>
                  </a:cubicBezTo>
                  <a:cubicBezTo>
                    <a:pt x="5219" y="32"/>
                    <a:pt x="4982" y="1"/>
                    <a:pt x="475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2" name="Google Shape;27882;p151"/>
            <p:cNvSpPr/>
            <p:nvPr/>
          </p:nvSpPr>
          <p:spPr>
            <a:xfrm>
              <a:off x="4946906" y="4301373"/>
              <a:ext cx="49658" cy="39987"/>
            </a:xfrm>
            <a:custGeom>
              <a:rect b="b" l="l" r="r" t="t"/>
              <a:pathLst>
                <a:path extrusionOk="0" h="1228" w="1525">
                  <a:moveTo>
                    <a:pt x="905" y="0"/>
                  </a:moveTo>
                  <a:lnTo>
                    <a:pt x="0" y="881"/>
                  </a:lnTo>
                  <a:cubicBezTo>
                    <a:pt x="258" y="1110"/>
                    <a:pt x="585" y="1227"/>
                    <a:pt x="908" y="1227"/>
                  </a:cubicBezTo>
                  <a:cubicBezTo>
                    <a:pt x="1122" y="1227"/>
                    <a:pt x="1335" y="1176"/>
                    <a:pt x="1525" y="1072"/>
                  </a:cubicBezTo>
                  <a:cubicBezTo>
                    <a:pt x="1406" y="667"/>
                    <a:pt x="1191" y="286"/>
                    <a:pt x="90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3" name="Google Shape;27883;p151"/>
            <p:cNvSpPr/>
            <p:nvPr/>
          </p:nvSpPr>
          <p:spPr>
            <a:xfrm>
              <a:off x="4795686" y="4377342"/>
              <a:ext cx="203223" cy="127026"/>
            </a:xfrm>
            <a:custGeom>
              <a:rect b="b" l="l" r="r" t="t"/>
              <a:pathLst>
                <a:path extrusionOk="0" h="3901" w="6241">
                  <a:moveTo>
                    <a:pt x="4883" y="1"/>
                  </a:moveTo>
                  <a:cubicBezTo>
                    <a:pt x="4835" y="96"/>
                    <a:pt x="4764" y="191"/>
                    <a:pt x="4692" y="263"/>
                  </a:cubicBezTo>
                  <a:lnTo>
                    <a:pt x="2692" y="2263"/>
                  </a:lnTo>
                  <a:cubicBezTo>
                    <a:pt x="2454" y="2501"/>
                    <a:pt x="2132" y="2620"/>
                    <a:pt x="1808" y="2620"/>
                  </a:cubicBezTo>
                  <a:cubicBezTo>
                    <a:pt x="1483" y="2620"/>
                    <a:pt x="1156" y="2501"/>
                    <a:pt x="906" y="2263"/>
                  </a:cubicBezTo>
                  <a:lnTo>
                    <a:pt x="1" y="3168"/>
                  </a:lnTo>
                  <a:cubicBezTo>
                    <a:pt x="501" y="3656"/>
                    <a:pt x="1150" y="3900"/>
                    <a:pt x="1796" y="3900"/>
                  </a:cubicBezTo>
                  <a:cubicBezTo>
                    <a:pt x="2442" y="3900"/>
                    <a:pt x="3085" y="3656"/>
                    <a:pt x="3573" y="3168"/>
                  </a:cubicBezTo>
                  <a:lnTo>
                    <a:pt x="5573" y="1168"/>
                  </a:lnTo>
                  <a:cubicBezTo>
                    <a:pt x="5907" y="834"/>
                    <a:pt x="6121" y="453"/>
                    <a:pt x="6240" y="48"/>
                  </a:cubicBezTo>
                  <a:lnTo>
                    <a:pt x="6240" y="48"/>
                  </a:lnTo>
                  <a:cubicBezTo>
                    <a:pt x="6033" y="103"/>
                    <a:pt x="5826" y="133"/>
                    <a:pt x="5618" y="133"/>
                  </a:cubicBezTo>
                  <a:cubicBezTo>
                    <a:pt x="5373" y="133"/>
                    <a:pt x="5128" y="91"/>
                    <a:pt x="488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84" name="Google Shape;27884;p151"/>
          <p:cNvGrpSpPr/>
          <p:nvPr/>
        </p:nvGrpSpPr>
        <p:grpSpPr>
          <a:xfrm>
            <a:off x="5578131" y="4002409"/>
            <a:ext cx="267566" cy="349754"/>
            <a:chOff x="5578131" y="4154809"/>
            <a:chExt cx="267566" cy="349754"/>
          </a:xfrm>
        </p:grpSpPr>
        <p:sp>
          <p:nvSpPr>
            <p:cNvPr id="27885" name="Google Shape;27885;p151"/>
            <p:cNvSpPr/>
            <p:nvPr/>
          </p:nvSpPr>
          <p:spPr>
            <a:xfrm>
              <a:off x="5578131" y="4154809"/>
              <a:ext cx="267566" cy="349754"/>
            </a:xfrm>
            <a:custGeom>
              <a:rect b="b" l="l" r="r" t="t"/>
              <a:pathLst>
                <a:path extrusionOk="0" h="10741" w="8217">
                  <a:moveTo>
                    <a:pt x="334" y="0"/>
                  </a:moveTo>
                  <a:cubicBezTo>
                    <a:pt x="143" y="0"/>
                    <a:pt x="0" y="143"/>
                    <a:pt x="0" y="333"/>
                  </a:cubicBezTo>
                  <a:lnTo>
                    <a:pt x="0" y="7597"/>
                  </a:lnTo>
                  <a:lnTo>
                    <a:pt x="3168" y="10740"/>
                  </a:lnTo>
                  <a:lnTo>
                    <a:pt x="7883" y="10740"/>
                  </a:lnTo>
                  <a:cubicBezTo>
                    <a:pt x="8074" y="10740"/>
                    <a:pt x="8216" y="10597"/>
                    <a:pt x="8216" y="10407"/>
                  </a:cubicBezTo>
                  <a:lnTo>
                    <a:pt x="8216" y="333"/>
                  </a:lnTo>
                  <a:cubicBezTo>
                    <a:pt x="8216" y="143"/>
                    <a:pt x="8074" y="0"/>
                    <a:pt x="7883" y="0"/>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6" name="Google Shape;27886;p151"/>
            <p:cNvSpPr/>
            <p:nvPr/>
          </p:nvSpPr>
          <p:spPr>
            <a:xfrm>
              <a:off x="5711507" y="4154809"/>
              <a:ext cx="134190" cy="349070"/>
            </a:xfrm>
            <a:custGeom>
              <a:rect b="b" l="l" r="r" t="t"/>
              <a:pathLst>
                <a:path extrusionOk="0" h="10720" w="4121">
                  <a:moveTo>
                    <a:pt x="1" y="0"/>
                  </a:moveTo>
                  <a:lnTo>
                    <a:pt x="1" y="10717"/>
                  </a:lnTo>
                  <a:lnTo>
                    <a:pt x="3787" y="10717"/>
                  </a:lnTo>
                  <a:cubicBezTo>
                    <a:pt x="3801" y="10718"/>
                    <a:pt x="3815" y="10719"/>
                    <a:pt x="3828" y="10719"/>
                  </a:cubicBezTo>
                  <a:cubicBezTo>
                    <a:pt x="3998" y="10719"/>
                    <a:pt x="4120" y="10584"/>
                    <a:pt x="4120" y="10407"/>
                  </a:cubicBezTo>
                  <a:lnTo>
                    <a:pt x="4120" y="333"/>
                  </a:lnTo>
                  <a:cubicBezTo>
                    <a:pt x="4120" y="143"/>
                    <a:pt x="3978" y="0"/>
                    <a:pt x="378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7" name="Google Shape;27887;p151"/>
            <p:cNvSpPr/>
            <p:nvPr/>
          </p:nvSpPr>
          <p:spPr>
            <a:xfrm>
              <a:off x="5580442" y="4402154"/>
              <a:ext cx="101628" cy="101628"/>
            </a:xfrm>
            <a:custGeom>
              <a:rect b="b" l="l" r="r" t="t"/>
              <a:pathLst>
                <a:path extrusionOk="0" h="3121" w="3121">
                  <a:moveTo>
                    <a:pt x="1" y="1"/>
                  </a:moveTo>
                  <a:lnTo>
                    <a:pt x="1" y="310"/>
                  </a:lnTo>
                  <a:cubicBezTo>
                    <a:pt x="1" y="406"/>
                    <a:pt x="25" y="477"/>
                    <a:pt x="72" y="525"/>
                  </a:cubicBezTo>
                  <a:lnTo>
                    <a:pt x="2573" y="3025"/>
                  </a:lnTo>
                  <a:cubicBezTo>
                    <a:pt x="2644" y="3073"/>
                    <a:pt x="2716" y="3121"/>
                    <a:pt x="2787" y="3121"/>
                  </a:cubicBezTo>
                  <a:lnTo>
                    <a:pt x="3121" y="3121"/>
                  </a:lnTo>
                  <a:lnTo>
                    <a:pt x="3121" y="287"/>
                  </a:lnTo>
                  <a:cubicBezTo>
                    <a:pt x="3121" y="144"/>
                    <a:pt x="2978" y="1"/>
                    <a:pt x="281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8" name="Google Shape;27888;p151"/>
            <p:cNvSpPr/>
            <p:nvPr/>
          </p:nvSpPr>
          <p:spPr>
            <a:xfrm>
              <a:off x="5712288" y="4381217"/>
              <a:ext cx="82220" cy="21752"/>
            </a:xfrm>
            <a:custGeom>
              <a:rect b="b" l="l" r="r" t="t"/>
              <a:pathLst>
                <a:path extrusionOk="0" h="668" w="2525">
                  <a:moveTo>
                    <a:pt x="310" y="1"/>
                  </a:moveTo>
                  <a:cubicBezTo>
                    <a:pt x="143" y="1"/>
                    <a:pt x="0" y="144"/>
                    <a:pt x="0" y="334"/>
                  </a:cubicBezTo>
                  <a:cubicBezTo>
                    <a:pt x="0" y="525"/>
                    <a:pt x="143" y="668"/>
                    <a:pt x="310" y="668"/>
                  </a:cubicBezTo>
                  <a:lnTo>
                    <a:pt x="2191" y="668"/>
                  </a:lnTo>
                  <a:cubicBezTo>
                    <a:pt x="2382" y="668"/>
                    <a:pt x="2525" y="525"/>
                    <a:pt x="2525" y="334"/>
                  </a:cubicBezTo>
                  <a:cubicBezTo>
                    <a:pt x="2525" y="168"/>
                    <a:pt x="2406" y="1"/>
                    <a:pt x="2191" y="1"/>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9" name="Google Shape;27889;p151"/>
            <p:cNvSpPr/>
            <p:nvPr/>
          </p:nvSpPr>
          <p:spPr>
            <a:xfrm>
              <a:off x="5712288" y="4422343"/>
              <a:ext cx="82220" cy="20970"/>
            </a:xfrm>
            <a:custGeom>
              <a:rect b="b" l="l" r="r" t="t"/>
              <a:pathLst>
                <a:path extrusionOk="0" h="644" w="2525">
                  <a:moveTo>
                    <a:pt x="310" y="0"/>
                  </a:moveTo>
                  <a:cubicBezTo>
                    <a:pt x="143" y="0"/>
                    <a:pt x="0" y="143"/>
                    <a:pt x="0" y="333"/>
                  </a:cubicBezTo>
                  <a:cubicBezTo>
                    <a:pt x="0" y="500"/>
                    <a:pt x="143" y="643"/>
                    <a:pt x="310" y="643"/>
                  </a:cubicBezTo>
                  <a:lnTo>
                    <a:pt x="2191" y="643"/>
                  </a:lnTo>
                  <a:cubicBezTo>
                    <a:pt x="2382" y="643"/>
                    <a:pt x="2525" y="500"/>
                    <a:pt x="2525" y="333"/>
                  </a:cubicBezTo>
                  <a:cubicBezTo>
                    <a:pt x="2525" y="143"/>
                    <a:pt x="2406" y="0"/>
                    <a:pt x="2191" y="0"/>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0" name="Google Shape;27890;p151"/>
            <p:cNvSpPr/>
            <p:nvPr/>
          </p:nvSpPr>
          <p:spPr>
            <a:xfrm>
              <a:off x="5712288" y="4196685"/>
              <a:ext cx="82220" cy="20970"/>
            </a:xfrm>
            <a:custGeom>
              <a:rect b="b" l="l" r="r" t="t"/>
              <a:pathLst>
                <a:path extrusionOk="0" h="644" w="2525">
                  <a:moveTo>
                    <a:pt x="310" y="0"/>
                  </a:moveTo>
                  <a:cubicBezTo>
                    <a:pt x="143" y="0"/>
                    <a:pt x="0" y="143"/>
                    <a:pt x="0" y="310"/>
                  </a:cubicBezTo>
                  <a:cubicBezTo>
                    <a:pt x="0" y="500"/>
                    <a:pt x="143" y="643"/>
                    <a:pt x="310" y="643"/>
                  </a:cubicBezTo>
                  <a:lnTo>
                    <a:pt x="2191" y="643"/>
                  </a:lnTo>
                  <a:cubicBezTo>
                    <a:pt x="2382" y="643"/>
                    <a:pt x="2525" y="500"/>
                    <a:pt x="2525" y="310"/>
                  </a:cubicBezTo>
                  <a:cubicBezTo>
                    <a:pt x="2525" y="143"/>
                    <a:pt x="2406" y="24"/>
                    <a:pt x="2191" y="0"/>
                  </a:cubicBez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1" name="Google Shape;27891;p151"/>
            <p:cNvSpPr/>
            <p:nvPr/>
          </p:nvSpPr>
          <p:spPr>
            <a:xfrm>
              <a:off x="5630100" y="4248036"/>
              <a:ext cx="174502" cy="103744"/>
            </a:xfrm>
            <a:custGeom>
              <a:rect b="b" l="l" r="r" t="t"/>
              <a:pathLst>
                <a:path extrusionOk="0" h="3186" w="5359">
                  <a:moveTo>
                    <a:pt x="4108" y="1"/>
                  </a:moveTo>
                  <a:cubicBezTo>
                    <a:pt x="4025" y="1"/>
                    <a:pt x="3941" y="31"/>
                    <a:pt x="3882" y="90"/>
                  </a:cubicBezTo>
                  <a:lnTo>
                    <a:pt x="2548" y="1424"/>
                  </a:lnTo>
                  <a:lnTo>
                    <a:pt x="2215" y="1757"/>
                  </a:lnTo>
                  <a:lnTo>
                    <a:pt x="1500" y="1043"/>
                  </a:lnTo>
                  <a:cubicBezTo>
                    <a:pt x="1441" y="983"/>
                    <a:pt x="1357" y="953"/>
                    <a:pt x="1274" y="953"/>
                  </a:cubicBezTo>
                  <a:cubicBezTo>
                    <a:pt x="1191" y="953"/>
                    <a:pt x="1107" y="983"/>
                    <a:pt x="1048" y="1043"/>
                  </a:cubicBezTo>
                  <a:lnTo>
                    <a:pt x="0" y="2067"/>
                  </a:lnTo>
                  <a:lnTo>
                    <a:pt x="0" y="3186"/>
                  </a:lnTo>
                  <a:lnTo>
                    <a:pt x="5334" y="3186"/>
                  </a:lnTo>
                  <a:lnTo>
                    <a:pt x="5334" y="1281"/>
                  </a:lnTo>
                  <a:cubicBezTo>
                    <a:pt x="5358" y="1186"/>
                    <a:pt x="5334" y="1090"/>
                    <a:pt x="5287" y="1043"/>
                  </a:cubicBezTo>
                  <a:lnTo>
                    <a:pt x="4334" y="90"/>
                  </a:lnTo>
                  <a:cubicBezTo>
                    <a:pt x="4275" y="31"/>
                    <a:pt x="4191" y="1"/>
                    <a:pt x="4108"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2" name="Google Shape;27892;p151"/>
            <p:cNvSpPr/>
            <p:nvPr/>
          </p:nvSpPr>
          <p:spPr>
            <a:xfrm>
              <a:off x="5713070" y="4248817"/>
              <a:ext cx="91533" cy="102963"/>
            </a:xfrm>
            <a:custGeom>
              <a:rect b="b" l="l" r="r" t="t"/>
              <a:pathLst>
                <a:path extrusionOk="0" h="3162" w="2811">
                  <a:moveTo>
                    <a:pt x="1560" y="1"/>
                  </a:moveTo>
                  <a:cubicBezTo>
                    <a:pt x="1477" y="1"/>
                    <a:pt x="1393" y="30"/>
                    <a:pt x="1334" y="90"/>
                  </a:cubicBezTo>
                  <a:lnTo>
                    <a:pt x="0" y="1423"/>
                  </a:lnTo>
                  <a:lnTo>
                    <a:pt x="0" y="3162"/>
                  </a:lnTo>
                  <a:lnTo>
                    <a:pt x="2810" y="3162"/>
                  </a:lnTo>
                  <a:lnTo>
                    <a:pt x="2810" y="1257"/>
                  </a:lnTo>
                  <a:cubicBezTo>
                    <a:pt x="2810" y="1162"/>
                    <a:pt x="2786" y="1090"/>
                    <a:pt x="2739" y="1042"/>
                  </a:cubicBezTo>
                  <a:lnTo>
                    <a:pt x="1786" y="90"/>
                  </a:lnTo>
                  <a:cubicBezTo>
                    <a:pt x="1727" y="30"/>
                    <a:pt x="1643" y="1"/>
                    <a:pt x="156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3" name="Google Shape;27893;p151"/>
            <p:cNvSpPr/>
            <p:nvPr/>
          </p:nvSpPr>
          <p:spPr>
            <a:xfrm>
              <a:off x="5620787" y="4217525"/>
              <a:ext cx="183815" cy="143568"/>
            </a:xfrm>
            <a:custGeom>
              <a:rect b="b" l="l" r="r" t="t"/>
              <a:pathLst>
                <a:path extrusionOk="0" h="4409" w="5645">
                  <a:moveTo>
                    <a:pt x="320" y="0"/>
                  </a:moveTo>
                  <a:cubicBezTo>
                    <a:pt x="164" y="0"/>
                    <a:pt x="0" y="136"/>
                    <a:pt x="0" y="313"/>
                  </a:cubicBezTo>
                  <a:lnTo>
                    <a:pt x="0" y="4075"/>
                  </a:lnTo>
                  <a:cubicBezTo>
                    <a:pt x="0" y="4266"/>
                    <a:pt x="143" y="4409"/>
                    <a:pt x="334" y="4409"/>
                  </a:cubicBezTo>
                  <a:lnTo>
                    <a:pt x="5335" y="4409"/>
                  </a:lnTo>
                  <a:cubicBezTo>
                    <a:pt x="5501" y="4409"/>
                    <a:pt x="5644" y="4266"/>
                    <a:pt x="5644" y="4051"/>
                  </a:cubicBezTo>
                  <a:cubicBezTo>
                    <a:pt x="5620" y="3909"/>
                    <a:pt x="5501" y="3790"/>
                    <a:pt x="5335" y="3790"/>
                  </a:cubicBezTo>
                  <a:lnTo>
                    <a:pt x="619" y="3790"/>
                  </a:lnTo>
                  <a:lnTo>
                    <a:pt x="619" y="336"/>
                  </a:lnTo>
                  <a:cubicBezTo>
                    <a:pt x="619" y="194"/>
                    <a:pt x="500" y="27"/>
                    <a:pt x="357" y="3"/>
                  </a:cubicBezTo>
                  <a:cubicBezTo>
                    <a:pt x="345" y="1"/>
                    <a:pt x="333" y="0"/>
                    <a:pt x="320"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4" name="Google Shape;27894;p151"/>
            <p:cNvSpPr/>
            <p:nvPr/>
          </p:nvSpPr>
          <p:spPr>
            <a:xfrm>
              <a:off x="5713070" y="4340904"/>
              <a:ext cx="92315" cy="20189"/>
            </a:xfrm>
            <a:custGeom>
              <a:rect b="b" l="l" r="r" t="t"/>
              <a:pathLst>
                <a:path extrusionOk="0" h="620" w="2835">
                  <a:moveTo>
                    <a:pt x="0" y="1"/>
                  </a:moveTo>
                  <a:lnTo>
                    <a:pt x="0" y="620"/>
                  </a:lnTo>
                  <a:lnTo>
                    <a:pt x="2501" y="620"/>
                  </a:lnTo>
                  <a:cubicBezTo>
                    <a:pt x="2667" y="620"/>
                    <a:pt x="2834" y="477"/>
                    <a:pt x="2786" y="262"/>
                  </a:cubicBezTo>
                  <a:cubicBezTo>
                    <a:pt x="2786" y="120"/>
                    <a:pt x="2644" y="1"/>
                    <a:pt x="250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95" name="Google Shape;27895;p151"/>
          <p:cNvGrpSpPr/>
          <p:nvPr/>
        </p:nvGrpSpPr>
        <p:grpSpPr>
          <a:xfrm>
            <a:off x="6295417" y="4044285"/>
            <a:ext cx="351317" cy="267566"/>
            <a:chOff x="6295417" y="4196685"/>
            <a:chExt cx="351317" cy="267566"/>
          </a:xfrm>
        </p:grpSpPr>
        <p:sp>
          <p:nvSpPr>
            <p:cNvPr id="27896" name="Google Shape;27896;p151"/>
            <p:cNvSpPr/>
            <p:nvPr/>
          </p:nvSpPr>
          <p:spPr>
            <a:xfrm>
              <a:off x="6335762" y="4216841"/>
              <a:ext cx="165971" cy="82318"/>
            </a:xfrm>
            <a:custGeom>
              <a:rect b="b" l="l" r="r" t="t"/>
              <a:pathLst>
                <a:path extrusionOk="0" h="2528" w="5097">
                  <a:moveTo>
                    <a:pt x="1620" y="0"/>
                  </a:moveTo>
                  <a:cubicBezTo>
                    <a:pt x="1501" y="0"/>
                    <a:pt x="1405" y="48"/>
                    <a:pt x="1358" y="143"/>
                  </a:cubicBezTo>
                  <a:lnTo>
                    <a:pt x="95" y="2024"/>
                  </a:lnTo>
                  <a:cubicBezTo>
                    <a:pt x="0" y="2167"/>
                    <a:pt x="48" y="2382"/>
                    <a:pt x="191" y="2477"/>
                  </a:cubicBezTo>
                  <a:cubicBezTo>
                    <a:pt x="262" y="2501"/>
                    <a:pt x="310" y="2525"/>
                    <a:pt x="381" y="2525"/>
                  </a:cubicBezTo>
                  <a:cubicBezTo>
                    <a:pt x="500" y="2525"/>
                    <a:pt x="572" y="2477"/>
                    <a:pt x="643" y="2405"/>
                  </a:cubicBezTo>
                  <a:lnTo>
                    <a:pt x="1810" y="643"/>
                  </a:lnTo>
                  <a:lnTo>
                    <a:pt x="4477" y="643"/>
                  </a:lnTo>
                  <a:lnTo>
                    <a:pt x="4477" y="2239"/>
                  </a:lnTo>
                  <a:cubicBezTo>
                    <a:pt x="4477" y="2393"/>
                    <a:pt x="4641" y="2527"/>
                    <a:pt x="4797" y="2527"/>
                  </a:cubicBezTo>
                  <a:cubicBezTo>
                    <a:pt x="4810" y="2527"/>
                    <a:pt x="4822" y="2526"/>
                    <a:pt x="4835" y="2525"/>
                  </a:cubicBezTo>
                  <a:cubicBezTo>
                    <a:pt x="4977" y="2501"/>
                    <a:pt x="5097" y="2358"/>
                    <a:pt x="5097" y="2191"/>
                  </a:cubicBezTo>
                  <a:lnTo>
                    <a:pt x="5097" y="334"/>
                  </a:lnTo>
                  <a:cubicBezTo>
                    <a:pt x="5097" y="143"/>
                    <a:pt x="4954" y="0"/>
                    <a:pt x="47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7" name="Google Shape;27897;p151"/>
            <p:cNvSpPr/>
            <p:nvPr/>
          </p:nvSpPr>
          <p:spPr>
            <a:xfrm>
              <a:off x="6481545" y="4217623"/>
              <a:ext cx="124096" cy="81439"/>
            </a:xfrm>
            <a:custGeom>
              <a:rect b="b" l="l" r="r" t="t"/>
              <a:pathLst>
                <a:path extrusionOk="0" h="2501" w="3811">
                  <a:moveTo>
                    <a:pt x="2215" y="0"/>
                  </a:moveTo>
                  <a:cubicBezTo>
                    <a:pt x="2144" y="0"/>
                    <a:pt x="2048" y="24"/>
                    <a:pt x="2001" y="95"/>
                  </a:cubicBezTo>
                  <a:lnTo>
                    <a:pt x="119" y="1977"/>
                  </a:lnTo>
                  <a:cubicBezTo>
                    <a:pt x="0" y="2096"/>
                    <a:pt x="0" y="2262"/>
                    <a:pt x="96" y="2381"/>
                  </a:cubicBezTo>
                  <a:cubicBezTo>
                    <a:pt x="143" y="2477"/>
                    <a:pt x="238" y="2501"/>
                    <a:pt x="334" y="2501"/>
                  </a:cubicBezTo>
                  <a:cubicBezTo>
                    <a:pt x="429" y="2501"/>
                    <a:pt x="477" y="2477"/>
                    <a:pt x="572" y="2405"/>
                  </a:cubicBezTo>
                  <a:lnTo>
                    <a:pt x="2358" y="619"/>
                  </a:lnTo>
                  <a:lnTo>
                    <a:pt x="3477" y="619"/>
                  </a:lnTo>
                  <a:cubicBezTo>
                    <a:pt x="3668" y="619"/>
                    <a:pt x="3811" y="453"/>
                    <a:pt x="3787" y="262"/>
                  </a:cubicBezTo>
                  <a:cubicBezTo>
                    <a:pt x="3763" y="119"/>
                    <a:pt x="3596" y="0"/>
                    <a:pt x="345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8" name="Google Shape;27898;p151"/>
            <p:cNvSpPr/>
            <p:nvPr/>
          </p:nvSpPr>
          <p:spPr>
            <a:xfrm>
              <a:off x="6534263" y="4318403"/>
              <a:ext cx="60534" cy="103191"/>
            </a:xfrm>
            <a:custGeom>
              <a:rect b="b" l="l" r="r" t="t"/>
              <a:pathLst>
                <a:path extrusionOk="0" h="3169" w="1859">
                  <a:moveTo>
                    <a:pt x="1" y="1"/>
                  </a:moveTo>
                  <a:lnTo>
                    <a:pt x="1" y="3168"/>
                  </a:lnTo>
                  <a:lnTo>
                    <a:pt x="1239" y="3168"/>
                  </a:lnTo>
                  <a:lnTo>
                    <a:pt x="1858" y="2525"/>
                  </a:lnTo>
                  <a:lnTo>
                    <a:pt x="1858" y="668"/>
                  </a:lnTo>
                  <a:lnTo>
                    <a:pt x="1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9" name="Google Shape;27899;p151"/>
            <p:cNvSpPr/>
            <p:nvPr/>
          </p:nvSpPr>
          <p:spPr>
            <a:xfrm>
              <a:off x="6534263" y="4371155"/>
              <a:ext cx="60534" cy="51221"/>
            </a:xfrm>
            <a:custGeom>
              <a:rect b="b" l="l" r="r" t="t"/>
              <a:pathLst>
                <a:path extrusionOk="0" h="1573" w="1859">
                  <a:moveTo>
                    <a:pt x="1" y="0"/>
                  </a:moveTo>
                  <a:lnTo>
                    <a:pt x="1" y="1572"/>
                  </a:lnTo>
                  <a:lnTo>
                    <a:pt x="1239" y="1572"/>
                  </a:lnTo>
                  <a:lnTo>
                    <a:pt x="1858" y="953"/>
                  </a:lnTo>
                  <a:lnTo>
                    <a:pt x="1858"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0" name="Google Shape;27900;p151"/>
            <p:cNvSpPr/>
            <p:nvPr/>
          </p:nvSpPr>
          <p:spPr>
            <a:xfrm>
              <a:off x="6296199" y="4278873"/>
              <a:ext cx="248191" cy="185378"/>
            </a:xfrm>
            <a:custGeom>
              <a:rect b="b" l="l" r="r" t="t"/>
              <a:pathLst>
                <a:path extrusionOk="0" h="5693" w="7622">
                  <a:moveTo>
                    <a:pt x="334" y="0"/>
                  </a:moveTo>
                  <a:cubicBezTo>
                    <a:pt x="167" y="0"/>
                    <a:pt x="1" y="143"/>
                    <a:pt x="1" y="334"/>
                  </a:cubicBezTo>
                  <a:lnTo>
                    <a:pt x="1" y="5359"/>
                  </a:lnTo>
                  <a:cubicBezTo>
                    <a:pt x="1" y="5525"/>
                    <a:pt x="167" y="5692"/>
                    <a:pt x="334" y="5692"/>
                  </a:cubicBezTo>
                  <a:lnTo>
                    <a:pt x="7312" y="5692"/>
                  </a:lnTo>
                  <a:cubicBezTo>
                    <a:pt x="7478" y="5692"/>
                    <a:pt x="7621" y="5525"/>
                    <a:pt x="7621" y="5359"/>
                  </a:cubicBezTo>
                  <a:lnTo>
                    <a:pt x="7621" y="334"/>
                  </a:lnTo>
                  <a:cubicBezTo>
                    <a:pt x="7597" y="143"/>
                    <a:pt x="7455" y="0"/>
                    <a:pt x="7312"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1" name="Google Shape;27901;p151"/>
            <p:cNvSpPr/>
            <p:nvPr/>
          </p:nvSpPr>
          <p:spPr>
            <a:xfrm>
              <a:off x="6295417" y="4371155"/>
              <a:ext cx="248191" cy="91533"/>
            </a:xfrm>
            <a:custGeom>
              <a:rect b="b" l="l" r="r" t="t"/>
              <a:pathLst>
                <a:path extrusionOk="0" h="2811" w="7622">
                  <a:moveTo>
                    <a:pt x="25" y="0"/>
                  </a:moveTo>
                  <a:lnTo>
                    <a:pt x="1" y="2501"/>
                  </a:lnTo>
                  <a:cubicBezTo>
                    <a:pt x="1" y="2668"/>
                    <a:pt x="144" y="2810"/>
                    <a:pt x="334" y="2810"/>
                  </a:cubicBezTo>
                  <a:lnTo>
                    <a:pt x="7288" y="2810"/>
                  </a:lnTo>
                  <a:cubicBezTo>
                    <a:pt x="7479" y="2810"/>
                    <a:pt x="7621" y="2668"/>
                    <a:pt x="7621" y="2501"/>
                  </a:cubicBezTo>
                  <a:lnTo>
                    <a:pt x="762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2" name="Google Shape;27902;p151"/>
            <p:cNvSpPr/>
            <p:nvPr/>
          </p:nvSpPr>
          <p:spPr>
            <a:xfrm>
              <a:off x="6584670" y="4196685"/>
              <a:ext cx="62064" cy="62064"/>
            </a:xfrm>
            <a:custGeom>
              <a:rect b="b" l="l" r="r" t="t"/>
              <a:pathLst>
                <a:path extrusionOk="0" h="1906" w="1906">
                  <a:moveTo>
                    <a:pt x="953" y="0"/>
                  </a:moveTo>
                  <a:cubicBezTo>
                    <a:pt x="406" y="0"/>
                    <a:pt x="1" y="405"/>
                    <a:pt x="1" y="953"/>
                  </a:cubicBezTo>
                  <a:cubicBezTo>
                    <a:pt x="1" y="1477"/>
                    <a:pt x="429" y="1905"/>
                    <a:pt x="953" y="1905"/>
                  </a:cubicBezTo>
                  <a:cubicBezTo>
                    <a:pt x="1453" y="1905"/>
                    <a:pt x="1906" y="1477"/>
                    <a:pt x="1906" y="953"/>
                  </a:cubicBezTo>
                  <a:cubicBezTo>
                    <a:pt x="1906" y="405"/>
                    <a:pt x="1453" y="0"/>
                    <a:pt x="953"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3" name="Google Shape;27903;p151"/>
            <p:cNvSpPr/>
            <p:nvPr/>
          </p:nvSpPr>
          <p:spPr>
            <a:xfrm>
              <a:off x="6338074" y="4380468"/>
              <a:ext cx="21752" cy="20970"/>
            </a:xfrm>
            <a:custGeom>
              <a:rect b="b" l="l" r="r" t="t"/>
              <a:pathLst>
                <a:path extrusionOk="0" h="644" w="668">
                  <a:moveTo>
                    <a:pt x="334" y="0"/>
                  </a:moveTo>
                  <a:cubicBezTo>
                    <a:pt x="144" y="0"/>
                    <a:pt x="1" y="143"/>
                    <a:pt x="1" y="333"/>
                  </a:cubicBezTo>
                  <a:cubicBezTo>
                    <a:pt x="1" y="500"/>
                    <a:pt x="144" y="643"/>
                    <a:pt x="334" y="643"/>
                  </a:cubicBezTo>
                  <a:cubicBezTo>
                    <a:pt x="501" y="643"/>
                    <a:pt x="667" y="500"/>
                    <a:pt x="667" y="333"/>
                  </a:cubicBezTo>
                  <a:cubicBezTo>
                    <a:pt x="667" y="143"/>
                    <a:pt x="501" y="0"/>
                    <a:pt x="334"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4" name="Google Shape;27904;p151"/>
            <p:cNvSpPr/>
            <p:nvPr/>
          </p:nvSpPr>
          <p:spPr>
            <a:xfrm>
              <a:off x="6338074" y="4340123"/>
              <a:ext cx="21752" cy="20970"/>
            </a:xfrm>
            <a:custGeom>
              <a:rect b="b" l="l" r="r" t="t"/>
              <a:pathLst>
                <a:path extrusionOk="0" h="644" w="668">
                  <a:moveTo>
                    <a:pt x="334" y="1"/>
                  </a:moveTo>
                  <a:cubicBezTo>
                    <a:pt x="144" y="1"/>
                    <a:pt x="1" y="144"/>
                    <a:pt x="1" y="310"/>
                  </a:cubicBezTo>
                  <a:cubicBezTo>
                    <a:pt x="1" y="501"/>
                    <a:pt x="144" y="644"/>
                    <a:pt x="334" y="644"/>
                  </a:cubicBezTo>
                  <a:cubicBezTo>
                    <a:pt x="501" y="644"/>
                    <a:pt x="667" y="501"/>
                    <a:pt x="667" y="310"/>
                  </a:cubicBezTo>
                  <a:cubicBezTo>
                    <a:pt x="667" y="144"/>
                    <a:pt x="50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5" name="Google Shape;27905;p151"/>
            <p:cNvSpPr/>
            <p:nvPr/>
          </p:nvSpPr>
          <p:spPr>
            <a:xfrm>
              <a:off x="6574608" y="4278482"/>
              <a:ext cx="72126" cy="185183"/>
            </a:xfrm>
            <a:custGeom>
              <a:rect b="b" l="l" r="r" t="t"/>
              <a:pathLst>
                <a:path extrusionOk="0" h="5687" w="2215">
                  <a:moveTo>
                    <a:pt x="1849" y="0"/>
                  </a:moveTo>
                  <a:cubicBezTo>
                    <a:pt x="1792" y="0"/>
                    <a:pt x="1739" y="12"/>
                    <a:pt x="1691" y="36"/>
                  </a:cubicBezTo>
                  <a:lnTo>
                    <a:pt x="0" y="1251"/>
                  </a:lnTo>
                  <a:lnTo>
                    <a:pt x="0" y="4418"/>
                  </a:lnTo>
                  <a:lnTo>
                    <a:pt x="1691" y="5633"/>
                  </a:lnTo>
                  <a:cubicBezTo>
                    <a:pt x="1739" y="5668"/>
                    <a:pt x="1798" y="5686"/>
                    <a:pt x="1858" y="5686"/>
                  </a:cubicBezTo>
                  <a:cubicBezTo>
                    <a:pt x="1917" y="5686"/>
                    <a:pt x="1977" y="5668"/>
                    <a:pt x="2024" y="5633"/>
                  </a:cubicBezTo>
                  <a:cubicBezTo>
                    <a:pt x="2120" y="5585"/>
                    <a:pt x="2167" y="5490"/>
                    <a:pt x="2167" y="5371"/>
                  </a:cubicBezTo>
                  <a:lnTo>
                    <a:pt x="2167" y="346"/>
                  </a:lnTo>
                  <a:cubicBezTo>
                    <a:pt x="2215" y="227"/>
                    <a:pt x="2143" y="108"/>
                    <a:pt x="2024" y="36"/>
                  </a:cubicBezTo>
                  <a:cubicBezTo>
                    <a:pt x="1965" y="12"/>
                    <a:pt x="1905" y="0"/>
                    <a:pt x="1849"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6" name="Google Shape;27906;p151"/>
            <p:cNvSpPr/>
            <p:nvPr/>
          </p:nvSpPr>
          <p:spPr>
            <a:xfrm>
              <a:off x="6575357" y="4369592"/>
              <a:ext cx="71377" cy="92705"/>
            </a:xfrm>
            <a:custGeom>
              <a:rect b="b" l="l" r="r" t="t"/>
              <a:pathLst>
                <a:path extrusionOk="0" h="2847" w="2192">
                  <a:moveTo>
                    <a:pt x="1" y="1"/>
                  </a:moveTo>
                  <a:lnTo>
                    <a:pt x="1" y="1572"/>
                  </a:lnTo>
                  <a:lnTo>
                    <a:pt x="1716" y="2811"/>
                  </a:lnTo>
                  <a:cubicBezTo>
                    <a:pt x="1751" y="2835"/>
                    <a:pt x="1811" y="2846"/>
                    <a:pt x="1870" y="2846"/>
                  </a:cubicBezTo>
                  <a:cubicBezTo>
                    <a:pt x="1930" y="2846"/>
                    <a:pt x="1989" y="2835"/>
                    <a:pt x="2025" y="2811"/>
                  </a:cubicBezTo>
                  <a:cubicBezTo>
                    <a:pt x="2120" y="2739"/>
                    <a:pt x="2192" y="2644"/>
                    <a:pt x="2192" y="2549"/>
                  </a:cubicBezTo>
                  <a:lnTo>
                    <a:pt x="2192" y="48"/>
                  </a:lnTo>
                  <a:lnTo>
                    <a:pt x="2168" y="48"/>
                  </a:lnTo>
                  <a:lnTo>
                    <a:pt x="216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7" name="Google Shape;27907;p151"/>
            <p:cNvSpPr/>
            <p:nvPr/>
          </p:nvSpPr>
          <p:spPr>
            <a:xfrm>
              <a:off x="6379168" y="4340123"/>
              <a:ext cx="124128" cy="62064"/>
            </a:xfrm>
            <a:custGeom>
              <a:rect b="b" l="l" r="r" t="t"/>
              <a:pathLst>
                <a:path extrusionOk="0" h="1906" w="3812">
                  <a:moveTo>
                    <a:pt x="310" y="1"/>
                  </a:moveTo>
                  <a:cubicBezTo>
                    <a:pt x="144" y="1"/>
                    <a:pt x="1" y="144"/>
                    <a:pt x="1" y="310"/>
                  </a:cubicBezTo>
                  <a:lnTo>
                    <a:pt x="1" y="1572"/>
                  </a:lnTo>
                  <a:cubicBezTo>
                    <a:pt x="1" y="1739"/>
                    <a:pt x="144" y="1906"/>
                    <a:pt x="310" y="1906"/>
                  </a:cubicBezTo>
                  <a:lnTo>
                    <a:pt x="3478" y="1906"/>
                  </a:lnTo>
                  <a:cubicBezTo>
                    <a:pt x="3644" y="1906"/>
                    <a:pt x="3811" y="1739"/>
                    <a:pt x="3811" y="1572"/>
                  </a:cubicBezTo>
                  <a:lnTo>
                    <a:pt x="3811" y="310"/>
                  </a:lnTo>
                  <a:cubicBezTo>
                    <a:pt x="3811" y="144"/>
                    <a:pt x="3644" y="1"/>
                    <a:pt x="347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8" name="Google Shape;27908;p151"/>
            <p:cNvSpPr/>
            <p:nvPr/>
          </p:nvSpPr>
          <p:spPr>
            <a:xfrm>
              <a:off x="6379168" y="4371155"/>
              <a:ext cx="124128" cy="31032"/>
            </a:xfrm>
            <a:custGeom>
              <a:rect b="b" l="l" r="r" t="t"/>
              <a:pathLst>
                <a:path extrusionOk="0" h="953" w="3812">
                  <a:moveTo>
                    <a:pt x="25" y="0"/>
                  </a:moveTo>
                  <a:lnTo>
                    <a:pt x="1" y="619"/>
                  </a:lnTo>
                  <a:cubicBezTo>
                    <a:pt x="1" y="786"/>
                    <a:pt x="144" y="953"/>
                    <a:pt x="310" y="953"/>
                  </a:cubicBezTo>
                  <a:lnTo>
                    <a:pt x="3478" y="953"/>
                  </a:lnTo>
                  <a:cubicBezTo>
                    <a:pt x="3644" y="953"/>
                    <a:pt x="3811" y="786"/>
                    <a:pt x="3811" y="619"/>
                  </a:cubicBezTo>
                  <a:lnTo>
                    <a:pt x="3811" y="0"/>
                  </a:lnTo>
                  <a:close/>
                </a:path>
              </a:pathLst>
            </a:custGeom>
            <a:solidFill>
              <a:srgbClr val="E3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9" name="Google Shape;27909;p151"/>
          <p:cNvGrpSpPr/>
          <p:nvPr/>
        </p:nvGrpSpPr>
        <p:grpSpPr>
          <a:xfrm>
            <a:off x="7061580" y="4002409"/>
            <a:ext cx="329598" cy="350535"/>
            <a:chOff x="7061580" y="4154809"/>
            <a:chExt cx="329598" cy="350535"/>
          </a:xfrm>
        </p:grpSpPr>
        <p:sp>
          <p:nvSpPr>
            <p:cNvPr id="27910" name="Google Shape;27910;p151"/>
            <p:cNvSpPr/>
            <p:nvPr/>
          </p:nvSpPr>
          <p:spPr>
            <a:xfrm>
              <a:off x="7141456" y="4154809"/>
              <a:ext cx="165190" cy="72907"/>
            </a:xfrm>
            <a:custGeom>
              <a:rect b="b" l="l" r="r" t="t"/>
              <a:pathLst>
                <a:path extrusionOk="0" h="2239" w="5073">
                  <a:moveTo>
                    <a:pt x="334" y="0"/>
                  </a:moveTo>
                  <a:cubicBezTo>
                    <a:pt x="167" y="0"/>
                    <a:pt x="0" y="143"/>
                    <a:pt x="0" y="333"/>
                  </a:cubicBezTo>
                  <a:lnTo>
                    <a:pt x="0" y="2239"/>
                  </a:lnTo>
                  <a:lnTo>
                    <a:pt x="5001" y="2239"/>
                  </a:lnTo>
                  <a:lnTo>
                    <a:pt x="5001" y="333"/>
                  </a:lnTo>
                  <a:lnTo>
                    <a:pt x="5073" y="333"/>
                  </a:lnTo>
                  <a:cubicBezTo>
                    <a:pt x="5073" y="143"/>
                    <a:pt x="4930" y="0"/>
                    <a:pt x="4740"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1" name="Google Shape;27911;p151"/>
            <p:cNvSpPr/>
            <p:nvPr/>
          </p:nvSpPr>
          <p:spPr>
            <a:xfrm>
              <a:off x="7225207" y="4155558"/>
              <a:ext cx="81439" cy="72940"/>
            </a:xfrm>
            <a:custGeom>
              <a:rect b="b" l="l" r="r" t="t"/>
              <a:pathLst>
                <a:path extrusionOk="0" h="2240" w="2501">
                  <a:moveTo>
                    <a:pt x="0" y="1"/>
                  </a:moveTo>
                  <a:lnTo>
                    <a:pt x="0" y="2239"/>
                  </a:lnTo>
                  <a:lnTo>
                    <a:pt x="2501" y="2239"/>
                  </a:lnTo>
                  <a:lnTo>
                    <a:pt x="2501" y="310"/>
                  </a:lnTo>
                  <a:cubicBezTo>
                    <a:pt x="2501" y="120"/>
                    <a:pt x="2382" y="1"/>
                    <a:pt x="2191"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2" name="Google Shape;27912;p151"/>
            <p:cNvSpPr/>
            <p:nvPr/>
          </p:nvSpPr>
          <p:spPr>
            <a:xfrm>
              <a:off x="7081737" y="4328498"/>
              <a:ext cx="287722" cy="176847"/>
            </a:xfrm>
            <a:custGeom>
              <a:rect b="b" l="l" r="r" t="t"/>
              <a:pathLst>
                <a:path extrusionOk="0" h="5431" w="8836">
                  <a:moveTo>
                    <a:pt x="1" y="1"/>
                  </a:moveTo>
                  <a:lnTo>
                    <a:pt x="1" y="5121"/>
                  </a:lnTo>
                  <a:cubicBezTo>
                    <a:pt x="1" y="5287"/>
                    <a:pt x="144" y="5430"/>
                    <a:pt x="334" y="5430"/>
                  </a:cubicBezTo>
                  <a:lnTo>
                    <a:pt x="4740" y="5430"/>
                  </a:lnTo>
                  <a:lnTo>
                    <a:pt x="5359" y="4811"/>
                  </a:lnTo>
                  <a:lnTo>
                    <a:pt x="6931" y="4811"/>
                  </a:lnTo>
                  <a:lnTo>
                    <a:pt x="7550" y="5430"/>
                  </a:lnTo>
                  <a:lnTo>
                    <a:pt x="8503" y="5430"/>
                  </a:lnTo>
                  <a:cubicBezTo>
                    <a:pt x="8693" y="5430"/>
                    <a:pt x="8836" y="5287"/>
                    <a:pt x="8836" y="5121"/>
                  </a:cubicBezTo>
                  <a:lnTo>
                    <a:pt x="8836" y="1"/>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3" name="Google Shape;27913;p151"/>
            <p:cNvSpPr/>
            <p:nvPr/>
          </p:nvSpPr>
          <p:spPr>
            <a:xfrm>
              <a:off x="7225988" y="4326935"/>
              <a:ext cx="143470" cy="177628"/>
            </a:xfrm>
            <a:custGeom>
              <a:rect b="b" l="l" r="r" t="t"/>
              <a:pathLst>
                <a:path extrusionOk="0" h="5455" w="4406">
                  <a:moveTo>
                    <a:pt x="0" y="1"/>
                  </a:moveTo>
                  <a:lnTo>
                    <a:pt x="0" y="5454"/>
                  </a:lnTo>
                  <a:lnTo>
                    <a:pt x="334" y="5454"/>
                  </a:lnTo>
                  <a:lnTo>
                    <a:pt x="929" y="4835"/>
                  </a:lnTo>
                  <a:lnTo>
                    <a:pt x="2501" y="4835"/>
                  </a:lnTo>
                  <a:lnTo>
                    <a:pt x="3120" y="5454"/>
                  </a:lnTo>
                  <a:lnTo>
                    <a:pt x="4073" y="5454"/>
                  </a:lnTo>
                  <a:cubicBezTo>
                    <a:pt x="4263" y="5454"/>
                    <a:pt x="4406" y="5311"/>
                    <a:pt x="4406" y="5121"/>
                  </a:cubicBezTo>
                  <a:lnTo>
                    <a:pt x="4406"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4" name="Google Shape;27914;p151"/>
            <p:cNvSpPr/>
            <p:nvPr/>
          </p:nvSpPr>
          <p:spPr>
            <a:xfrm>
              <a:off x="7062362" y="4216841"/>
              <a:ext cx="327286" cy="82220"/>
            </a:xfrm>
            <a:custGeom>
              <a:rect b="b" l="l" r="r" t="t"/>
              <a:pathLst>
                <a:path extrusionOk="0" h="2525" w="10051">
                  <a:moveTo>
                    <a:pt x="1548" y="0"/>
                  </a:moveTo>
                  <a:cubicBezTo>
                    <a:pt x="1453" y="0"/>
                    <a:pt x="1358" y="24"/>
                    <a:pt x="1310" y="119"/>
                  </a:cubicBezTo>
                  <a:lnTo>
                    <a:pt x="48" y="1691"/>
                  </a:lnTo>
                  <a:cubicBezTo>
                    <a:pt x="24" y="1763"/>
                    <a:pt x="0" y="1810"/>
                    <a:pt x="0" y="1905"/>
                  </a:cubicBezTo>
                  <a:lnTo>
                    <a:pt x="1120" y="2525"/>
                  </a:lnTo>
                  <a:lnTo>
                    <a:pt x="9240" y="2525"/>
                  </a:lnTo>
                  <a:lnTo>
                    <a:pt x="10050" y="1905"/>
                  </a:lnTo>
                  <a:cubicBezTo>
                    <a:pt x="10026" y="1834"/>
                    <a:pt x="10002" y="1763"/>
                    <a:pt x="9931" y="1691"/>
                  </a:cubicBezTo>
                  <a:lnTo>
                    <a:pt x="8693" y="119"/>
                  </a:lnTo>
                  <a:cubicBezTo>
                    <a:pt x="8621" y="24"/>
                    <a:pt x="8550" y="0"/>
                    <a:pt x="8455"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5" name="Google Shape;27915;p151"/>
            <p:cNvSpPr/>
            <p:nvPr/>
          </p:nvSpPr>
          <p:spPr>
            <a:xfrm>
              <a:off x="7225988" y="4216841"/>
              <a:ext cx="162878" cy="81439"/>
            </a:xfrm>
            <a:custGeom>
              <a:rect b="b" l="l" r="r" t="t"/>
              <a:pathLst>
                <a:path extrusionOk="0" h="2501" w="5002">
                  <a:moveTo>
                    <a:pt x="0" y="0"/>
                  </a:moveTo>
                  <a:lnTo>
                    <a:pt x="0" y="2501"/>
                  </a:lnTo>
                  <a:lnTo>
                    <a:pt x="4239" y="2501"/>
                  </a:lnTo>
                  <a:lnTo>
                    <a:pt x="5001" y="1905"/>
                  </a:lnTo>
                  <a:cubicBezTo>
                    <a:pt x="5001" y="1834"/>
                    <a:pt x="4977" y="1763"/>
                    <a:pt x="4954" y="1691"/>
                  </a:cubicBezTo>
                  <a:lnTo>
                    <a:pt x="3691" y="119"/>
                  </a:lnTo>
                  <a:cubicBezTo>
                    <a:pt x="3620" y="24"/>
                    <a:pt x="3549" y="0"/>
                    <a:pt x="3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6" name="Google Shape;27916;p151"/>
            <p:cNvSpPr/>
            <p:nvPr/>
          </p:nvSpPr>
          <p:spPr>
            <a:xfrm>
              <a:off x="7122081" y="4380468"/>
              <a:ext cx="93064" cy="82220"/>
            </a:xfrm>
            <a:custGeom>
              <a:rect b="b" l="l" r="r" t="t"/>
              <a:pathLst>
                <a:path extrusionOk="0" h="2525" w="2858">
                  <a:moveTo>
                    <a:pt x="333" y="0"/>
                  </a:moveTo>
                  <a:cubicBezTo>
                    <a:pt x="167" y="0"/>
                    <a:pt x="0" y="143"/>
                    <a:pt x="0" y="333"/>
                  </a:cubicBezTo>
                  <a:lnTo>
                    <a:pt x="0" y="2215"/>
                  </a:lnTo>
                  <a:cubicBezTo>
                    <a:pt x="0" y="2382"/>
                    <a:pt x="167" y="2524"/>
                    <a:pt x="333" y="2524"/>
                  </a:cubicBezTo>
                  <a:lnTo>
                    <a:pt x="2548" y="2524"/>
                  </a:lnTo>
                  <a:cubicBezTo>
                    <a:pt x="2715" y="2524"/>
                    <a:pt x="2834" y="2382"/>
                    <a:pt x="2858" y="2215"/>
                  </a:cubicBezTo>
                  <a:lnTo>
                    <a:pt x="2858" y="333"/>
                  </a:lnTo>
                  <a:cubicBezTo>
                    <a:pt x="2858" y="143"/>
                    <a:pt x="2715" y="0"/>
                    <a:pt x="2548" y="0"/>
                  </a:cubicBez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7" name="Google Shape;27917;p151"/>
            <p:cNvSpPr/>
            <p:nvPr/>
          </p:nvSpPr>
          <p:spPr>
            <a:xfrm>
              <a:off x="7143768" y="4402154"/>
              <a:ext cx="51221" cy="40378"/>
            </a:xfrm>
            <a:custGeom>
              <a:rect b="b" l="l" r="r" t="t"/>
              <a:pathLst>
                <a:path extrusionOk="0" h="1240" w="1573">
                  <a:moveTo>
                    <a:pt x="1" y="1"/>
                  </a:moveTo>
                  <a:lnTo>
                    <a:pt x="1" y="1239"/>
                  </a:lnTo>
                  <a:lnTo>
                    <a:pt x="1573" y="1239"/>
                  </a:lnTo>
                  <a:lnTo>
                    <a:pt x="1573" y="1"/>
                  </a:ln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8" name="Google Shape;27918;p151"/>
            <p:cNvSpPr/>
            <p:nvPr/>
          </p:nvSpPr>
          <p:spPr>
            <a:xfrm>
              <a:off x="7234520" y="4380468"/>
              <a:ext cx="93064" cy="124096"/>
            </a:xfrm>
            <a:custGeom>
              <a:rect b="b" l="l" r="r" t="t"/>
              <a:pathLst>
                <a:path extrusionOk="0" h="3811" w="2858">
                  <a:moveTo>
                    <a:pt x="334" y="0"/>
                  </a:moveTo>
                  <a:cubicBezTo>
                    <a:pt x="167" y="0"/>
                    <a:pt x="0" y="143"/>
                    <a:pt x="0" y="333"/>
                  </a:cubicBezTo>
                  <a:lnTo>
                    <a:pt x="0" y="3810"/>
                  </a:lnTo>
                  <a:lnTo>
                    <a:pt x="2834" y="3810"/>
                  </a:lnTo>
                  <a:lnTo>
                    <a:pt x="2858" y="333"/>
                  </a:lnTo>
                  <a:cubicBezTo>
                    <a:pt x="2858" y="143"/>
                    <a:pt x="2715" y="0"/>
                    <a:pt x="2548"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9" name="Google Shape;27919;p151"/>
            <p:cNvSpPr/>
            <p:nvPr/>
          </p:nvSpPr>
          <p:spPr>
            <a:xfrm>
              <a:off x="7255457" y="4402154"/>
              <a:ext cx="51188" cy="102409"/>
            </a:xfrm>
            <a:custGeom>
              <a:rect b="b" l="l" r="r" t="t"/>
              <a:pathLst>
                <a:path extrusionOk="0" h="3145" w="1572">
                  <a:moveTo>
                    <a:pt x="0" y="1"/>
                  </a:moveTo>
                  <a:lnTo>
                    <a:pt x="0" y="3144"/>
                  </a:lnTo>
                  <a:lnTo>
                    <a:pt x="1572" y="3144"/>
                  </a:lnTo>
                  <a:lnTo>
                    <a:pt x="1572" y="1"/>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0" name="Google Shape;27920;p151"/>
            <p:cNvSpPr/>
            <p:nvPr/>
          </p:nvSpPr>
          <p:spPr>
            <a:xfrm>
              <a:off x="7061580" y="4278873"/>
              <a:ext cx="329598" cy="82285"/>
            </a:xfrm>
            <a:custGeom>
              <a:rect b="b" l="l" r="r" t="t"/>
              <a:pathLst>
                <a:path extrusionOk="0" h="2527" w="10122">
                  <a:moveTo>
                    <a:pt x="1" y="0"/>
                  </a:moveTo>
                  <a:lnTo>
                    <a:pt x="1" y="1239"/>
                  </a:lnTo>
                  <a:cubicBezTo>
                    <a:pt x="1" y="1906"/>
                    <a:pt x="501" y="2477"/>
                    <a:pt x="1144" y="2525"/>
                  </a:cubicBezTo>
                  <a:cubicBezTo>
                    <a:pt x="1171" y="2526"/>
                    <a:pt x="1198" y="2527"/>
                    <a:pt x="1224" y="2527"/>
                  </a:cubicBezTo>
                  <a:cubicBezTo>
                    <a:pt x="1617" y="2527"/>
                    <a:pt x="1946" y="2365"/>
                    <a:pt x="2191" y="2120"/>
                  </a:cubicBezTo>
                  <a:cubicBezTo>
                    <a:pt x="2430" y="2382"/>
                    <a:pt x="2763" y="2525"/>
                    <a:pt x="3144" y="2525"/>
                  </a:cubicBezTo>
                  <a:cubicBezTo>
                    <a:pt x="3525" y="2525"/>
                    <a:pt x="3859" y="2358"/>
                    <a:pt x="4097" y="2120"/>
                  </a:cubicBezTo>
                  <a:cubicBezTo>
                    <a:pt x="4335" y="2382"/>
                    <a:pt x="4668" y="2525"/>
                    <a:pt x="5049" y="2525"/>
                  </a:cubicBezTo>
                  <a:cubicBezTo>
                    <a:pt x="5430" y="2525"/>
                    <a:pt x="5764" y="2358"/>
                    <a:pt x="6002" y="2120"/>
                  </a:cubicBezTo>
                  <a:cubicBezTo>
                    <a:pt x="6240" y="2382"/>
                    <a:pt x="6573" y="2525"/>
                    <a:pt x="6954" y="2525"/>
                  </a:cubicBezTo>
                  <a:cubicBezTo>
                    <a:pt x="7335" y="2525"/>
                    <a:pt x="7669" y="2358"/>
                    <a:pt x="7907" y="2120"/>
                  </a:cubicBezTo>
                  <a:cubicBezTo>
                    <a:pt x="8130" y="2365"/>
                    <a:pt x="8478" y="2527"/>
                    <a:pt x="8874" y="2527"/>
                  </a:cubicBezTo>
                  <a:cubicBezTo>
                    <a:pt x="8901" y="2527"/>
                    <a:pt x="8928" y="2526"/>
                    <a:pt x="8955" y="2525"/>
                  </a:cubicBezTo>
                  <a:cubicBezTo>
                    <a:pt x="9598" y="2501"/>
                    <a:pt x="10122" y="1929"/>
                    <a:pt x="10122" y="1239"/>
                  </a:cubicBezTo>
                  <a:lnTo>
                    <a:pt x="1012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1" name="Google Shape;27921;p151"/>
            <p:cNvSpPr/>
            <p:nvPr/>
          </p:nvSpPr>
          <p:spPr>
            <a:xfrm>
              <a:off x="7225207" y="4278091"/>
              <a:ext cx="163659" cy="82318"/>
            </a:xfrm>
            <a:custGeom>
              <a:rect b="b" l="l" r="r" t="t"/>
              <a:pathLst>
                <a:path extrusionOk="0" h="2528" w="5026">
                  <a:moveTo>
                    <a:pt x="0" y="1"/>
                  </a:moveTo>
                  <a:lnTo>
                    <a:pt x="0" y="2501"/>
                  </a:lnTo>
                  <a:cubicBezTo>
                    <a:pt x="381" y="2501"/>
                    <a:pt x="715" y="2311"/>
                    <a:pt x="953" y="2072"/>
                  </a:cubicBezTo>
                  <a:cubicBezTo>
                    <a:pt x="1167" y="2382"/>
                    <a:pt x="1525" y="2525"/>
                    <a:pt x="1882" y="2525"/>
                  </a:cubicBezTo>
                  <a:cubicBezTo>
                    <a:pt x="2263" y="2525"/>
                    <a:pt x="2596" y="2334"/>
                    <a:pt x="2834" y="2096"/>
                  </a:cubicBezTo>
                  <a:cubicBezTo>
                    <a:pt x="3057" y="2364"/>
                    <a:pt x="3406" y="2527"/>
                    <a:pt x="3782" y="2527"/>
                  </a:cubicBezTo>
                  <a:cubicBezTo>
                    <a:pt x="3807" y="2527"/>
                    <a:pt x="3833" y="2526"/>
                    <a:pt x="3858" y="2525"/>
                  </a:cubicBezTo>
                  <a:cubicBezTo>
                    <a:pt x="4525" y="2501"/>
                    <a:pt x="5025" y="1930"/>
                    <a:pt x="5025" y="1239"/>
                  </a:cubicBezTo>
                  <a:lnTo>
                    <a:pt x="5025" y="1"/>
                  </a:ln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2" name="Google Shape;27922;p151"/>
          <p:cNvGrpSpPr/>
          <p:nvPr/>
        </p:nvGrpSpPr>
        <p:grpSpPr>
          <a:xfrm>
            <a:off x="7787398" y="4003158"/>
            <a:ext cx="349786" cy="349200"/>
            <a:chOff x="7787398" y="4155558"/>
            <a:chExt cx="349786" cy="349200"/>
          </a:xfrm>
        </p:grpSpPr>
        <p:sp>
          <p:nvSpPr>
            <p:cNvPr id="27923" name="Google Shape;27923;p151"/>
            <p:cNvSpPr/>
            <p:nvPr/>
          </p:nvSpPr>
          <p:spPr>
            <a:xfrm>
              <a:off x="8035557" y="4155558"/>
              <a:ext cx="101628" cy="103191"/>
            </a:xfrm>
            <a:custGeom>
              <a:rect b="b" l="l" r="r" t="t"/>
              <a:pathLst>
                <a:path extrusionOk="0" h="3169" w="3121">
                  <a:moveTo>
                    <a:pt x="2834" y="1"/>
                  </a:moveTo>
                  <a:cubicBezTo>
                    <a:pt x="1715" y="1"/>
                    <a:pt x="810" y="239"/>
                    <a:pt x="1" y="596"/>
                  </a:cubicBezTo>
                  <a:lnTo>
                    <a:pt x="143" y="1644"/>
                  </a:lnTo>
                  <a:lnTo>
                    <a:pt x="810" y="2287"/>
                  </a:lnTo>
                  <a:lnTo>
                    <a:pt x="1668" y="3168"/>
                  </a:lnTo>
                  <a:lnTo>
                    <a:pt x="2501" y="3121"/>
                  </a:lnTo>
                  <a:cubicBezTo>
                    <a:pt x="2882" y="2335"/>
                    <a:pt x="3120" y="1406"/>
                    <a:pt x="3120" y="310"/>
                  </a:cubicBezTo>
                  <a:cubicBezTo>
                    <a:pt x="3120" y="215"/>
                    <a:pt x="3096" y="120"/>
                    <a:pt x="3025" y="96"/>
                  </a:cubicBezTo>
                  <a:cubicBezTo>
                    <a:pt x="2977" y="25"/>
                    <a:pt x="2882"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4" name="Google Shape;27924;p151"/>
            <p:cNvSpPr/>
            <p:nvPr/>
          </p:nvSpPr>
          <p:spPr>
            <a:xfrm>
              <a:off x="8061933" y="4158684"/>
              <a:ext cx="75252" cy="100846"/>
            </a:xfrm>
            <a:custGeom>
              <a:rect b="b" l="l" r="r" t="t"/>
              <a:pathLst>
                <a:path extrusionOk="0" h="3097" w="2311">
                  <a:moveTo>
                    <a:pt x="2215" y="0"/>
                  </a:moveTo>
                  <a:lnTo>
                    <a:pt x="0" y="2239"/>
                  </a:lnTo>
                  <a:lnTo>
                    <a:pt x="858" y="3096"/>
                  </a:lnTo>
                  <a:lnTo>
                    <a:pt x="1715" y="3025"/>
                  </a:lnTo>
                  <a:cubicBezTo>
                    <a:pt x="2072" y="2239"/>
                    <a:pt x="2310" y="1310"/>
                    <a:pt x="2310" y="214"/>
                  </a:cubicBezTo>
                  <a:cubicBezTo>
                    <a:pt x="2310" y="119"/>
                    <a:pt x="2286" y="24"/>
                    <a:pt x="2215" y="0"/>
                  </a:cubicBez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5" name="Google Shape;27925;p151"/>
            <p:cNvSpPr/>
            <p:nvPr/>
          </p:nvSpPr>
          <p:spPr>
            <a:xfrm>
              <a:off x="7869619" y="4237909"/>
              <a:ext cx="190784" cy="184271"/>
            </a:xfrm>
            <a:custGeom>
              <a:rect b="b" l="l" r="r" t="t"/>
              <a:pathLst>
                <a:path extrusionOk="0" h="5659" w="5859">
                  <a:moveTo>
                    <a:pt x="1695" y="1"/>
                  </a:moveTo>
                  <a:cubicBezTo>
                    <a:pt x="1118" y="1"/>
                    <a:pt x="546" y="236"/>
                    <a:pt x="119" y="663"/>
                  </a:cubicBezTo>
                  <a:cubicBezTo>
                    <a:pt x="0" y="782"/>
                    <a:pt x="0" y="996"/>
                    <a:pt x="119" y="1116"/>
                  </a:cubicBezTo>
                  <a:lnTo>
                    <a:pt x="2358" y="3330"/>
                  </a:lnTo>
                  <a:lnTo>
                    <a:pt x="4596" y="5569"/>
                  </a:lnTo>
                  <a:cubicBezTo>
                    <a:pt x="4656" y="5628"/>
                    <a:pt x="4733" y="5658"/>
                    <a:pt x="4811" y="5658"/>
                  </a:cubicBezTo>
                  <a:cubicBezTo>
                    <a:pt x="4888" y="5658"/>
                    <a:pt x="4966" y="5628"/>
                    <a:pt x="5025" y="5569"/>
                  </a:cubicBezTo>
                  <a:cubicBezTo>
                    <a:pt x="5716" y="4854"/>
                    <a:pt x="5859" y="3783"/>
                    <a:pt x="5430" y="2949"/>
                  </a:cubicBezTo>
                  <a:lnTo>
                    <a:pt x="4073" y="1616"/>
                  </a:lnTo>
                  <a:lnTo>
                    <a:pt x="2739" y="282"/>
                  </a:lnTo>
                  <a:cubicBezTo>
                    <a:pt x="2411" y="91"/>
                    <a:pt x="2052"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6" name="Google Shape;27926;p151"/>
            <p:cNvSpPr/>
            <p:nvPr/>
          </p:nvSpPr>
          <p:spPr>
            <a:xfrm>
              <a:off x="7946369" y="4289716"/>
              <a:ext cx="114034" cy="132269"/>
            </a:xfrm>
            <a:custGeom>
              <a:rect b="b" l="l" r="r" t="t"/>
              <a:pathLst>
                <a:path extrusionOk="0" h="4062" w="3502">
                  <a:moveTo>
                    <a:pt x="1716" y="1"/>
                  </a:moveTo>
                  <a:lnTo>
                    <a:pt x="1" y="1715"/>
                  </a:lnTo>
                  <a:lnTo>
                    <a:pt x="2239" y="3954"/>
                  </a:lnTo>
                  <a:cubicBezTo>
                    <a:pt x="2299" y="4025"/>
                    <a:pt x="2376" y="4061"/>
                    <a:pt x="2454" y="4061"/>
                  </a:cubicBezTo>
                  <a:cubicBezTo>
                    <a:pt x="2531" y="4061"/>
                    <a:pt x="2609" y="4025"/>
                    <a:pt x="2668" y="3954"/>
                  </a:cubicBezTo>
                  <a:cubicBezTo>
                    <a:pt x="3359" y="3263"/>
                    <a:pt x="3502" y="2192"/>
                    <a:pt x="3073" y="1334"/>
                  </a:cubicBezTo>
                  <a:lnTo>
                    <a:pt x="1716" y="1"/>
                  </a:lnTo>
                  <a:close/>
                </a:path>
              </a:pathLst>
            </a:custGeom>
            <a:solidFill>
              <a:srgbClr val="7C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7" name="Google Shape;27927;p151"/>
            <p:cNvSpPr/>
            <p:nvPr/>
          </p:nvSpPr>
          <p:spPr>
            <a:xfrm>
              <a:off x="7911494" y="4175747"/>
              <a:ext cx="206283" cy="207065"/>
            </a:xfrm>
            <a:custGeom>
              <a:rect b="b" l="l" r="r" t="t"/>
              <a:pathLst>
                <a:path extrusionOk="0" h="6359" w="6335">
                  <a:moveTo>
                    <a:pt x="3834" y="0"/>
                  </a:moveTo>
                  <a:cubicBezTo>
                    <a:pt x="3048" y="357"/>
                    <a:pt x="2406" y="881"/>
                    <a:pt x="1858" y="1381"/>
                  </a:cubicBezTo>
                  <a:cubicBezTo>
                    <a:pt x="667" y="2548"/>
                    <a:pt x="119" y="3858"/>
                    <a:pt x="0" y="4144"/>
                  </a:cubicBezTo>
                  <a:lnTo>
                    <a:pt x="0" y="5049"/>
                  </a:lnTo>
                  <a:lnTo>
                    <a:pt x="643" y="5692"/>
                  </a:lnTo>
                  <a:lnTo>
                    <a:pt x="1310" y="6359"/>
                  </a:lnTo>
                  <a:lnTo>
                    <a:pt x="2191" y="6359"/>
                  </a:lnTo>
                  <a:cubicBezTo>
                    <a:pt x="2525" y="6239"/>
                    <a:pt x="3811" y="5668"/>
                    <a:pt x="4977" y="4477"/>
                  </a:cubicBezTo>
                  <a:cubicBezTo>
                    <a:pt x="5478" y="3929"/>
                    <a:pt x="5978" y="3286"/>
                    <a:pt x="6335" y="2501"/>
                  </a:cubicBezTo>
                  <a:lnTo>
                    <a:pt x="5097" y="1262"/>
                  </a:lnTo>
                  <a:lnTo>
                    <a:pt x="3834" y="0"/>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8" name="Google Shape;27928;p151"/>
            <p:cNvSpPr/>
            <p:nvPr/>
          </p:nvSpPr>
          <p:spPr>
            <a:xfrm>
              <a:off x="7931650" y="4216841"/>
              <a:ext cx="185378" cy="165971"/>
            </a:xfrm>
            <a:custGeom>
              <a:rect b="b" l="l" r="r" t="t"/>
              <a:pathLst>
                <a:path extrusionOk="0" h="5097" w="5693">
                  <a:moveTo>
                    <a:pt x="4430" y="0"/>
                  </a:moveTo>
                  <a:lnTo>
                    <a:pt x="0" y="4430"/>
                  </a:lnTo>
                  <a:lnTo>
                    <a:pt x="667" y="5073"/>
                  </a:lnTo>
                  <a:lnTo>
                    <a:pt x="1548" y="5073"/>
                  </a:lnTo>
                  <a:lnTo>
                    <a:pt x="1548" y="5097"/>
                  </a:lnTo>
                  <a:cubicBezTo>
                    <a:pt x="1882" y="4977"/>
                    <a:pt x="3168" y="4406"/>
                    <a:pt x="4311" y="3215"/>
                  </a:cubicBezTo>
                  <a:cubicBezTo>
                    <a:pt x="4835" y="2667"/>
                    <a:pt x="5335" y="2024"/>
                    <a:pt x="5692" y="1239"/>
                  </a:cubicBezTo>
                  <a:lnTo>
                    <a:pt x="4430"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9" name="Google Shape;27929;p151"/>
            <p:cNvSpPr/>
            <p:nvPr/>
          </p:nvSpPr>
          <p:spPr>
            <a:xfrm>
              <a:off x="7787398" y="4374834"/>
              <a:ext cx="135753" cy="129924"/>
            </a:xfrm>
            <a:custGeom>
              <a:rect b="b" l="l" r="r" t="t"/>
              <a:pathLst>
                <a:path extrusionOk="0" h="3990" w="4169">
                  <a:moveTo>
                    <a:pt x="2454" y="0"/>
                  </a:moveTo>
                  <a:cubicBezTo>
                    <a:pt x="2049" y="0"/>
                    <a:pt x="1644" y="161"/>
                    <a:pt x="1335" y="483"/>
                  </a:cubicBezTo>
                  <a:cubicBezTo>
                    <a:pt x="811" y="1007"/>
                    <a:pt x="120" y="3245"/>
                    <a:pt x="25" y="3626"/>
                  </a:cubicBezTo>
                  <a:cubicBezTo>
                    <a:pt x="1" y="3721"/>
                    <a:pt x="25" y="3840"/>
                    <a:pt x="120" y="3888"/>
                  </a:cubicBezTo>
                  <a:cubicBezTo>
                    <a:pt x="159" y="3947"/>
                    <a:pt x="247" y="3990"/>
                    <a:pt x="330" y="3990"/>
                  </a:cubicBezTo>
                  <a:cubicBezTo>
                    <a:pt x="347" y="3990"/>
                    <a:pt x="365" y="3988"/>
                    <a:pt x="382" y="3983"/>
                  </a:cubicBezTo>
                  <a:cubicBezTo>
                    <a:pt x="763" y="3936"/>
                    <a:pt x="3002" y="3221"/>
                    <a:pt x="3549" y="2674"/>
                  </a:cubicBezTo>
                  <a:cubicBezTo>
                    <a:pt x="4168" y="2078"/>
                    <a:pt x="4168" y="1078"/>
                    <a:pt x="3573" y="483"/>
                  </a:cubicBezTo>
                  <a:cubicBezTo>
                    <a:pt x="3264" y="161"/>
                    <a:pt x="2859" y="0"/>
                    <a:pt x="2454" y="0"/>
                  </a:cubicBezTo>
                  <a:close/>
                </a:path>
              </a:pathLst>
            </a:custGeom>
            <a:solidFill>
              <a:srgbClr val="DE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0" name="Google Shape;27930;p151"/>
            <p:cNvSpPr/>
            <p:nvPr/>
          </p:nvSpPr>
          <p:spPr>
            <a:xfrm>
              <a:off x="7792055" y="4388999"/>
              <a:ext cx="131878" cy="114978"/>
            </a:xfrm>
            <a:custGeom>
              <a:rect b="b" l="l" r="r" t="t"/>
              <a:pathLst>
                <a:path extrusionOk="0" h="3531" w="4050">
                  <a:moveTo>
                    <a:pt x="3430" y="0"/>
                  </a:moveTo>
                  <a:lnTo>
                    <a:pt x="1" y="3429"/>
                  </a:lnTo>
                  <a:cubicBezTo>
                    <a:pt x="60" y="3488"/>
                    <a:pt x="151" y="3531"/>
                    <a:pt x="221" y="3531"/>
                  </a:cubicBezTo>
                  <a:cubicBezTo>
                    <a:pt x="236" y="3531"/>
                    <a:pt x="250" y="3529"/>
                    <a:pt x="263" y="3525"/>
                  </a:cubicBezTo>
                  <a:cubicBezTo>
                    <a:pt x="620" y="3453"/>
                    <a:pt x="2882" y="2786"/>
                    <a:pt x="3430" y="2239"/>
                  </a:cubicBezTo>
                  <a:cubicBezTo>
                    <a:pt x="4049" y="1619"/>
                    <a:pt x="4049" y="643"/>
                    <a:pt x="343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1" name="Google Shape;27931;p151"/>
            <p:cNvSpPr/>
            <p:nvPr/>
          </p:nvSpPr>
          <p:spPr>
            <a:xfrm>
              <a:off x="7885119" y="4310654"/>
              <a:ext cx="97753" cy="96776"/>
            </a:xfrm>
            <a:custGeom>
              <a:rect b="b" l="l" r="r" t="t"/>
              <a:pathLst>
                <a:path extrusionOk="0" h="2972" w="3002">
                  <a:moveTo>
                    <a:pt x="786" y="1"/>
                  </a:moveTo>
                  <a:lnTo>
                    <a:pt x="120" y="668"/>
                  </a:lnTo>
                  <a:cubicBezTo>
                    <a:pt x="1" y="787"/>
                    <a:pt x="1" y="977"/>
                    <a:pt x="120" y="1096"/>
                  </a:cubicBezTo>
                  <a:lnTo>
                    <a:pt x="1025" y="2001"/>
                  </a:lnTo>
                  <a:lnTo>
                    <a:pt x="1906" y="2882"/>
                  </a:lnTo>
                  <a:cubicBezTo>
                    <a:pt x="1965" y="2942"/>
                    <a:pt x="2049" y="2972"/>
                    <a:pt x="2132" y="2972"/>
                  </a:cubicBezTo>
                  <a:cubicBezTo>
                    <a:pt x="2215" y="2972"/>
                    <a:pt x="2299" y="2942"/>
                    <a:pt x="2358" y="2882"/>
                  </a:cubicBezTo>
                  <a:lnTo>
                    <a:pt x="3001" y="2239"/>
                  </a:lnTo>
                  <a:lnTo>
                    <a:pt x="1882" y="1096"/>
                  </a:lnTo>
                  <a:lnTo>
                    <a:pt x="786" y="1"/>
                  </a:lnTo>
                  <a:close/>
                </a:path>
              </a:pathLst>
            </a:custGeom>
            <a:solidFill>
              <a:srgbClr val="91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2" name="Google Shape;27932;p151"/>
            <p:cNvSpPr/>
            <p:nvPr/>
          </p:nvSpPr>
          <p:spPr>
            <a:xfrm>
              <a:off x="7916900" y="4346342"/>
              <a:ext cx="65190" cy="60990"/>
            </a:xfrm>
            <a:custGeom>
              <a:rect b="b" l="l" r="r" t="t"/>
              <a:pathLst>
                <a:path extrusionOk="0" h="1873" w="2002">
                  <a:moveTo>
                    <a:pt x="906" y="0"/>
                  </a:moveTo>
                  <a:lnTo>
                    <a:pt x="1" y="905"/>
                  </a:lnTo>
                  <a:lnTo>
                    <a:pt x="906" y="1786"/>
                  </a:lnTo>
                  <a:cubicBezTo>
                    <a:pt x="974" y="1843"/>
                    <a:pt x="1053" y="1873"/>
                    <a:pt x="1130" y="1873"/>
                  </a:cubicBezTo>
                  <a:cubicBezTo>
                    <a:pt x="1214" y="1873"/>
                    <a:pt x="1296" y="1837"/>
                    <a:pt x="1358" y="1763"/>
                  </a:cubicBezTo>
                  <a:lnTo>
                    <a:pt x="2001" y="1120"/>
                  </a:lnTo>
                  <a:lnTo>
                    <a:pt x="9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3" name="Google Shape;27933;p151"/>
            <p:cNvSpPr/>
            <p:nvPr/>
          </p:nvSpPr>
          <p:spPr>
            <a:xfrm>
              <a:off x="7981276" y="4250185"/>
              <a:ext cx="62064" cy="62846"/>
            </a:xfrm>
            <a:custGeom>
              <a:rect b="b" l="l" r="r" t="t"/>
              <a:pathLst>
                <a:path extrusionOk="0" h="1930" w="1906">
                  <a:moveTo>
                    <a:pt x="953" y="0"/>
                  </a:moveTo>
                  <a:cubicBezTo>
                    <a:pt x="429" y="0"/>
                    <a:pt x="1" y="429"/>
                    <a:pt x="1" y="977"/>
                  </a:cubicBezTo>
                  <a:cubicBezTo>
                    <a:pt x="1" y="1501"/>
                    <a:pt x="429" y="1929"/>
                    <a:pt x="953" y="1929"/>
                  </a:cubicBezTo>
                  <a:cubicBezTo>
                    <a:pt x="1477" y="1929"/>
                    <a:pt x="1906" y="1501"/>
                    <a:pt x="1906" y="977"/>
                  </a:cubicBezTo>
                  <a:cubicBezTo>
                    <a:pt x="1906" y="429"/>
                    <a:pt x="1477" y="0"/>
                    <a:pt x="953"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4" name="Google Shape;27934;p151"/>
            <p:cNvSpPr/>
            <p:nvPr/>
          </p:nvSpPr>
          <p:spPr>
            <a:xfrm>
              <a:off x="7989807" y="4259498"/>
              <a:ext cx="55096" cy="52165"/>
            </a:xfrm>
            <a:custGeom>
              <a:rect b="b" l="l" r="r" t="t"/>
              <a:pathLst>
                <a:path extrusionOk="0" h="1602" w="1692">
                  <a:moveTo>
                    <a:pt x="1334" y="0"/>
                  </a:moveTo>
                  <a:lnTo>
                    <a:pt x="1" y="1334"/>
                  </a:lnTo>
                  <a:cubicBezTo>
                    <a:pt x="179" y="1512"/>
                    <a:pt x="423" y="1602"/>
                    <a:pt x="667" y="1602"/>
                  </a:cubicBezTo>
                  <a:cubicBezTo>
                    <a:pt x="911" y="1602"/>
                    <a:pt x="1156" y="1512"/>
                    <a:pt x="1334" y="1334"/>
                  </a:cubicBezTo>
                  <a:cubicBezTo>
                    <a:pt x="1691" y="976"/>
                    <a:pt x="1691" y="381"/>
                    <a:pt x="1334"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35" name="Google Shape;27935;p151"/>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27936" name="Google Shape;27936;p151"/>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40" name="Shape 27940"/>
        <p:cNvGrpSpPr/>
        <p:nvPr/>
      </p:nvGrpSpPr>
      <p:grpSpPr>
        <a:xfrm>
          <a:off x="0" y="0"/>
          <a:ext cx="0" cy="0"/>
          <a:chOff x="0" y="0"/>
          <a:chExt cx="0" cy="0"/>
        </a:xfrm>
      </p:grpSpPr>
      <p:grpSp>
        <p:nvGrpSpPr>
          <p:cNvPr id="27941" name="Google Shape;27941;p152"/>
          <p:cNvGrpSpPr/>
          <p:nvPr/>
        </p:nvGrpSpPr>
        <p:grpSpPr>
          <a:xfrm>
            <a:off x="1006306" y="1702473"/>
            <a:ext cx="357598" cy="338260"/>
            <a:chOff x="1006306" y="1931073"/>
            <a:chExt cx="357598" cy="338260"/>
          </a:xfrm>
        </p:grpSpPr>
        <p:sp>
          <p:nvSpPr>
            <p:cNvPr id="27942" name="Google Shape;27942;p152"/>
            <p:cNvSpPr/>
            <p:nvPr/>
          </p:nvSpPr>
          <p:spPr>
            <a:xfrm>
              <a:off x="1029511" y="2040988"/>
              <a:ext cx="311155" cy="209755"/>
            </a:xfrm>
            <a:custGeom>
              <a:rect b="b" l="l" r="r" t="t"/>
              <a:pathLst>
                <a:path extrusionOk="0" h="6454" w="9574">
                  <a:moveTo>
                    <a:pt x="405" y="0"/>
                  </a:moveTo>
                  <a:cubicBezTo>
                    <a:pt x="167" y="0"/>
                    <a:pt x="1" y="167"/>
                    <a:pt x="1" y="405"/>
                  </a:cubicBezTo>
                  <a:lnTo>
                    <a:pt x="1" y="6239"/>
                  </a:lnTo>
                  <a:lnTo>
                    <a:pt x="4787" y="6454"/>
                  </a:lnTo>
                  <a:lnTo>
                    <a:pt x="9574" y="6239"/>
                  </a:lnTo>
                  <a:lnTo>
                    <a:pt x="9574" y="405"/>
                  </a:lnTo>
                  <a:cubicBezTo>
                    <a:pt x="9574" y="167"/>
                    <a:pt x="9407" y="0"/>
                    <a:pt x="91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3" name="Google Shape;27943;p152"/>
            <p:cNvSpPr/>
            <p:nvPr/>
          </p:nvSpPr>
          <p:spPr>
            <a:xfrm>
              <a:off x="1051968" y="2064193"/>
              <a:ext cx="264713" cy="186550"/>
            </a:xfrm>
            <a:custGeom>
              <a:rect b="b" l="l" r="r" t="t"/>
              <a:pathLst>
                <a:path extrusionOk="0" h="5740" w="8145">
                  <a:moveTo>
                    <a:pt x="167" y="1"/>
                  </a:moveTo>
                  <a:cubicBezTo>
                    <a:pt x="72" y="1"/>
                    <a:pt x="0" y="72"/>
                    <a:pt x="0" y="167"/>
                  </a:cubicBezTo>
                  <a:lnTo>
                    <a:pt x="0" y="5525"/>
                  </a:lnTo>
                  <a:lnTo>
                    <a:pt x="4192" y="5740"/>
                  </a:lnTo>
                  <a:lnTo>
                    <a:pt x="8145" y="5525"/>
                  </a:lnTo>
                  <a:lnTo>
                    <a:pt x="8145" y="167"/>
                  </a:lnTo>
                  <a:cubicBezTo>
                    <a:pt x="8145" y="72"/>
                    <a:pt x="8049" y="1"/>
                    <a:pt x="795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4" name="Google Shape;27944;p152"/>
            <p:cNvSpPr/>
            <p:nvPr/>
          </p:nvSpPr>
          <p:spPr>
            <a:xfrm>
              <a:off x="1290356" y="2064193"/>
              <a:ext cx="27105" cy="179595"/>
            </a:xfrm>
            <a:custGeom>
              <a:rect b="b" l="l" r="r" t="t"/>
              <a:pathLst>
                <a:path extrusionOk="0" h="5526" w="834">
                  <a:moveTo>
                    <a:pt x="0" y="1"/>
                  </a:moveTo>
                  <a:cubicBezTo>
                    <a:pt x="95" y="1"/>
                    <a:pt x="191" y="72"/>
                    <a:pt x="191" y="167"/>
                  </a:cubicBezTo>
                  <a:lnTo>
                    <a:pt x="191" y="5525"/>
                  </a:lnTo>
                  <a:lnTo>
                    <a:pt x="834" y="5525"/>
                  </a:lnTo>
                  <a:lnTo>
                    <a:pt x="834" y="167"/>
                  </a:lnTo>
                  <a:cubicBezTo>
                    <a:pt x="834" y="72"/>
                    <a:pt x="786" y="1"/>
                    <a:pt x="6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5" name="Google Shape;27945;p152"/>
            <p:cNvSpPr/>
            <p:nvPr/>
          </p:nvSpPr>
          <p:spPr>
            <a:xfrm>
              <a:off x="1310473" y="2040988"/>
              <a:ext cx="31752" cy="209755"/>
            </a:xfrm>
            <a:custGeom>
              <a:rect b="b" l="l" r="r" t="t"/>
              <a:pathLst>
                <a:path extrusionOk="0" h="6454" w="977">
                  <a:moveTo>
                    <a:pt x="0" y="0"/>
                  </a:moveTo>
                  <a:cubicBezTo>
                    <a:pt x="238" y="0"/>
                    <a:pt x="429" y="167"/>
                    <a:pt x="429" y="405"/>
                  </a:cubicBezTo>
                  <a:lnTo>
                    <a:pt x="429" y="6239"/>
                  </a:lnTo>
                  <a:lnTo>
                    <a:pt x="667" y="6454"/>
                  </a:lnTo>
                  <a:lnTo>
                    <a:pt x="977" y="6239"/>
                  </a:lnTo>
                  <a:lnTo>
                    <a:pt x="977" y="405"/>
                  </a:lnTo>
                  <a:cubicBezTo>
                    <a:pt x="929" y="167"/>
                    <a:pt x="762" y="0"/>
                    <a:pt x="548"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6" name="Google Shape;27946;p152"/>
            <p:cNvSpPr/>
            <p:nvPr/>
          </p:nvSpPr>
          <p:spPr>
            <a:xfrm>
              <a:off x="1055056" y="1950411"/>
              <a:ext cx="157138" cy="157170"/>
            </a:xfrm>
            <a:custGeom>
              <a:rect b="b" l="l" r="r" t="t"/>
              <a:pathLst>
                <a:path extrusionOk="0" h="4836" w="4835">
                  <a:moveTo>
                    <a:pt x="2429" y="1"/>
                  </a:moveTo>
                  <a:cubicBezTo>
                    <a:pt x="1096" y="1"/>
                    <a:pt x="0" y="1096"/>
                    <a:pt x="0" y="2406"/>
                  </a:cubicBezTo>
                  <a:cubicBezTo>
                    <a:pt x="0" y="3740"/>
                    <a:pt x="1096" y="4835"/>
                    <a:pt x="2429" y="4835"/>
                  </a:cubicBezTo>
                  <a:cubicBezTo>
                    <a:pt x="3763" y="4835"/>
                    <a:pt x="4835" y="3740"/>
                    <a:pt x="4835" y="2406"/>
                  </a:cubicBezTo>
                  <a:cubicBezTo>
                    <a:pt x="4835" y="1096"/>
                    <a:pt x="3763" y="1"/>
                    <a:pt x="2429"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7" name="Google Shape;27947;p152"/>
            <p:cNvSpPr/>
            <p:nvPr/>
          </p:nvSpPr>
          <p:spPr>
            <a:xfrm>
              <a:off x="1123176" y="1950411"/>
              <a:ext cx="89017" cy="157170"/>
            </a:xfrm>
            <a:custGeom>
              <a:rect b="b" l="l" r="r" t="t"/>
              <a:pathLst>
                <a:path extrusionOk="0" h="4836" w="2739">
                  <a:moveTo>
                    <a:pt x="333" y="1"/>
                  </a:moveTo>
                  <a:cubicBezTo>
                    <a:pt x="214" y="1"/>
                    <a:pt x="95" y="1"/>
                    <a:pt x="0" y="48"/>
                  </a:cubicBezTo>
                  <a:cubicBezTo>
                    <a:pt x="1167" y="191"/>
                    <a:pt x="2096" y="1192"/>
                    <a:pt x="2096" y="2430"/>
                  </a:cubicBezTo>
                  <a:cubicBezTo>
                    <a:pt x="2096" y="3644"/>
                    <a:pt x="1191" y="4645"/>
                    <a:pt x="0" y="4811"/>
                  </a:cubicBezTo>
                  <a:cubicBezTo>
                    <a:pt x="119" y="4835"/>
                    <a:pt x="214" y="4835"/>
                    <a:pt x="333" y="4835"/>
                  </a:cubicBezTo>
                  <a:cubicBezTo>
                    <a:pt x="1667" y="4835"/>
                    <a:pt x="2739" y="3763"/>
                    <a:pt x="2739" y="2430"/>
                  </a:cubicBezTo>
                  <a:cubicBezTo>
                    <a:pt x="2739" y="1072"/>
                    <a:pt x="1667" y="1"/>
                    <a:pt x="33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8" name="Google Shape;27948;p152"/>
            <p:cNvSpPr/>
            <p:nvPr/>
          </p:nvSpPr>
          <p:spPr>
            <a:xfrm>
              <a:off x="1097631" y="1950411"/>
              <a:ext cx="71988" cy="157170"/>
            </a:xfrm>
            <a:custGeom>
              <a:rect b="b" l="l" r="r" t="t"/>
              <a:pathLst>
                <a:path extrusionOk="0" h="4836" w="2215">
                  <a:moveTo>
                    <a:pt x="1119" y="1"/>
                  </a:moveTo>
                  <a:cubicBezTo>
                    <a:pt x="500" y="1"/>
                    <a:pt x="0" y="1096"/>
                    <a:pt x="0" y="2406"/>
                  </a:cubicBezTo>
                  <a:cubicBezTo>
                    <a:pt x="0" y="3740"/>
                    <a:pt x="500" y="4835"/>
                    <a:pt x="1119" y="4835"/>
                  </a:cubicBezTo>
                  <a:cubicBezTo>
                    <a:pt x="1715" y="4835"/>
                    <a:pt x="2215" y="3740"/>
                    <a:pt x="2215" y="2406"/>
                  </a:cubicBezTo>
                  <a:cubicBezTo>
                    <a:pt x="2215" y="1096"/>
                    <a:pt x="1715" y="1"/>
                    <a:pt x="1119"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9" name="Google Shape;27949;p152"/>
            <p:cNvSpPr/>
            <p:nvPr/>
          </p:nvSpPr>
          <p:spPr>
            <a:xfrm>
              <a:off x="1123176" y="1950411"/>
              <a:ext cx="46442" cy="157170"/>
            </a:xfrm>
            <a:custGeom>
              <a:rect b="b" l="l" r="r" t="t"/>
              <a:pathLst>
                <a:path extrusionOk="0" h="4836" w="1429">
                  <a:moveTo>
                    <a:pt x="333" y="1"/>
                  </a:moveTo>
                  <a:cubicBezTo>
                    <a:pt x="214" y="1"/>
                    <a:pt x="95" y="48"/>
                    <a:pt x="0" y="120"/>
                  </a:cubicBezTo>
                  <a:cubicBezTo>
                    <a:pt x="453" y="429"/>
                    <a:pt x="786" y="1358"/>
                    <a:pt x="786" y="2430"/>
                  </a:cubicBezTo>
                  <a:cubicBezTo>
                    <a:pt x="786" y="3502"/>
                    <a:pt x="453" y="4406"/>
                    <a:pt x="0" y="4716"/>
                  </a:cubicBezTo>
                  <a:cubicBezTo>
                    <a:pt x="119" y="4764"/>
                    <a:pt x="214" y="4835"/>
                    <a:pt x="333" y="4835"/>
                  </a:cubicBezTo>
                  <a:cubicBezTo>
                    <a:pt x="929" y="4835"/>
                    <a:pt x="1429" y="3763"/>
                    <a:pt x="1429" y="2430"/>
                  </a:cubicBezTo>
                  <a:cubicBezTo>
                    <a:pt x="1429" y="1072"/>
                    <a:pt x="953" y="1"/>
                    <a:pt x="333" y="1"/>
                  </a:cubicBezTo>
                  <a:close/>
                </a:path>
              </a:pathLst>
            </a:custGeom>
            <a:solidFill>
              <a:srgbClr val="D6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0" name="Google Shape;27950;p152"/>
            <p:cNvSpPr/>
            <p:nvPr/>
          </p:nvSpPr>
          <p:spPr>
            <a:xfrm>
              <a:off x="1196691" y="2147003"/>
              <a:ext cx="93698" cy="69680"/>
            </a:xfrm>
            <a:custGeom>
              <a:rect b="b" l="l" r="r" t="t"/>
              <a:pathLst>
                <a:path extrusionOk="0" h="2144" w="2883">
                  <a:moveTo>
                    <a:pt x="715" y="1"/>
                  </a:moveTo>
                  <a:cubicBezTo>
                    <a:pt x="334" y="1"/>
                    <a:pt x="0" y="334"/>
                    <a:pt x="0" y="715"/>
                  </a:cubicBezTo>
                  <a:lnTo>
                    <a:pt x="0" y="2049"/>
                  </a:lnTo>
                  <a:lnTo>
                    <a:pt x="1429" y="2144"/>
                  </a:lnTo>
                  <a:lnTo>
                    <a:pt x="2858" y="2049"/>
                  </a:lnTo>
                  <a:lnTo>
                    <a:pt x="2882" y="715"/>
                  </a:lnTo>
                  <a:cubicBezTo>
                    <a:pt x="2882" y="334"/>
                    <a:pt x="2572" y="1"/>
                    <a:pt x="2168" y="1"/>
                  </a:cubicBezTo>
                  <a:lnTo>
                    <a:pt x="2144" y="1"/>
                  </a:lnTo>
                  <a:cubicBezTo>
                    <a:pt x="1763" y="1"/>
                    <a:pt x="1429" y="334"/>
                    <a:pt x="1429" y="715"/>
                  </a:cubicBezTo>
                  <a:cubicBezTo>
                    <a:pt x="1429" y="334"/>
                    <a:pt x="1096" y="1"/>
                    <a:pt x="71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1" name="Google Shape;27951;p152"/>
            <p:cNvSpPr/>
            <p:nvPr/>
          </p:nvSpPr>
          <p:spPr>
            <a:xfrm>
              <a:off x="1243913" y="2195753"/>
              <a:ext cx="48002" cy="21710"/>
            </a:xfrm>
            <a:custGeom>
              <a:rect b="b" l="l" r="r" t="t"/>
              <a:pathLst>
                <a:path extrusionOk="0" h="668" w="1477">
                  <a:moveTo>
                    <a:pt x="762" y="1"/>
                  </a:moveTo>
                  <a:cubicBezTo>
                    <a:pt x="357" y="1"/>
                    <a:pt x="48" y="263"/>
                    <a:pt x="0" y="668"/>
                  </a:cubicBezTo>
                  <a:lnTo>
                    <a:pt x="1405" y="668"/>
                  </a:lnTo>
                  <a:cubicBezTo>
                    <a:pt x="1429" y="668"/>
                    <a:pt x="1477" y="644"/>
                    <a:pt x="1477" y="596"/>
                  </a:cubicBezTo>
                  <a:cubicBezTo>
                    <a:pt x="1405" y="239"/>
                    <a:pt x="1096" y="1"/>
                    <a:pt x="76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2" name="Google Shape;27952;p152"/>
            <p:cNvSpPr/>
            <p:nvPr/>
          </p:nvSpPr>
          <p:spPr>
            <a:xfrm>
              <a:off x="1006306" y="1931073"/>
              <a:ext cx="33" cy="33"/>
            </a:xfrm>
            <a:custGeom>
              <a:rect b="b" l="l" r="r" t="t"/>
              <a:pathLst>
                <a:path extrusionOk="0" h="1" w="1">
                  <a:moveTo>
                    <a:pt x="0" y="0"/>
                  </a:move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3" name="Google Shape;27953;p152"/>
            <p:cNvSpPr/>
            <p:nvPr/>
          </p:nvSpPr>
          <p:spPr>
            <a:xfrm>
              <a:off x="1130131" y="2120678"/>
              <a:ext cx="48002" cy="72800"/>
            </a:xfrm>
            <a:custGeom>
              <a:rect b="b" l="l" r="r" t="t"/>
              <a:pathLst>
                <a:path extrusionOk="0" h="2240" w="1477">
                  <a:moveTo>
                    <a:pt x="167" y="1"/>
                  </a:moveTo>
                  <a:cubicBezTo>
                    <a:pt x="48" y="1"/>
                    <a:pt x="0" y="96"/>
                    <a:pt x="0" y="191"/>
                  </a:cubicBezTo>
                  <a:cubicBezTo>
                    <a:pt x="0" y="287"/>
                    <a:pt x="48" y="334"/>
                    <a:pt x="167" y="358"/>
                  </a:cubicBezTo>
                  <a:cubicBezTo>
                    <a:pt x="286" y="358"/>
                    <a:pt x="358" y="287"/>
                    <a:pt x="358" y="191"/>
                  </a:cubicBezTo>
                  <a:cubicBezTo>
                    <a:pt x="358" y="72"/>
                    <a:pt x="262" y="1"/>
                    <a:pt x="167" y="1"/>
                  </a:cubicBezTo>
                  <a:close/>
                  <a:moveTo>
                    <a:pt x="167" y="692"/>
                  </a:moveTo>
                  <a:cubicBezTo>
                    <a:pt x="48" y="692"/>
                    <a:pt x="0" y="787"/>
                    <a:pt x="0" y="882"/>
                  </a:cubicBezTo>
                  <a:cubicBezTo>
                    <a:pt x="0" y="954"/>
                    <a:pt x="48" y="1049"/>
                    <a:pt x="167" y="1049"/>
                  </a:cubicBezTo>
                  <a:cubicBezTo>
                    <a:pt x="286" y="1049"/>
                    <a:pt x="358" y="954"/>
                    <a:pt x="358" y="882"/>
                  </a:cubicBezTo>
                  <a:cubicBezTo>
                    <a:pt x="358" y="763"/>
                    <a:pt x="262" y="692"/>
                    <a:pt x="167" y="692"/>
                  </a:cubicBezTo>
                  <a:close/>
                  <a:moveTo>
                    <a:pt x="205" y="1343"/>
                  </a:moveTo>
                  <a:cubicBezTo>
                    <a:pt x="185" y="1343"/>
                    <a:pt x="164" y="1348"/>
                    <a:pt x="143" y="1358"/>
                  </a:cubicBezTo>
                  <a:cubicBezTo>
                    <a:pt x="48" y="1382"/>
                    <a:pt x="0" y="1477"/>
                    <a:pt x="24" y="1549"/>
                  </a:cubicBezTo>
                  <a:cubicBezTo>
                    <a:pt x="48" y="1644"/>
                    <a:pt x="119" y="1668"/>
                    <a:pt x="167" y="1668"/>
                  </a:cubicBezTo>
                  <a:lnTo>
                    <a:pt x="239" y="1668"/>
                  </a:lnTo>
                  <a:cubicBezTo>
                    <a:pt x="334" y="1644"/>
                    <a:pt x="381" y="1549"/>
                    <a:pt x="358" y="1477"/>
                  </a:cubicBezTo>
                  <a:cubicBezTo>
                    <a:pt x="339" y="1403"/>
                    <a:pt x="277" y="1343"/>
                    <a:pt x="205" y="1343"/>
                  </a:cubicBezTo>
                  <a:close/>
                  <a:moveTo>
                    <a:pt x="642" y="1757"/>
                  </a:moveTo>
                  <a:cubicBezTo>
                    <a:pt x="565" y="1757"/>
                    <a:pt x="496" y="1803"/>
                    <a:pt x="477" y="1882"/>
                  </a:cubicBezTo>
                  <a:cubicBezTo>
                    <a:pt x="453" y="1978"/>
                    <a:pt x="501" y="2073"/>
                    <a:pt x="596" y="2097"/>
                  </a:cubicBezTo>
                  <a:lnTo>
                    <a:pt x="643" y="2097"/>
                  </a:lnTo>
                  <a:cubicBezTo>
                    <a:pt x="715" y="2097"/>
                    <a:pt x="762" y="2049"/>
                    <a:pt x="810" y="1978"/>
                  </a:cubicBezTo>
                  <a:cubicBezTo>
                    <a:pt x="834" y="1882"/>
                    <a:pt x="762" y="1787"/>
                    <a:pt x="691" y="1763"/>
                  </a:cubicBezTo>
                  <a:cubicBezTo>
                    <a:pt x="675" y="1759"/>
                    <a:pt x="658" y="1757"/>
                    <a:pt x="642" y="1757"/>
                  </a:cubicBezTo>
                  <a:close/>
                  <a:moveTo>
                    <a:pt x="1297" y="1901"/>
                  </a:moveTo>
                  <a:cubicBezTo>
                    <a:pt x="1220" y="1901"/>
                    <a:pt x="1161" y="1963"/>
                    <a:pt x="1120" y="2025"/>
                  </a:cubicBezTo>
                  <a:cubicBezTo>
                    <a:pt x="1096" y="2120"/>
                    <a:pt x="1167" y="2216"/>
                    <a:pt x="1239" y="2240"/>
                  </a:cubicBezTo>
                  <a:lnTo>
                    <a:pt x="1310" y="2240"/>
                  </a:lnTo>
                  <a:cubicBezTo>
                    <a:pt x="1358" y="2240"/>
                    <a:pt x="1429" y="2216"/>
                    <a:pt x="1453" y="2120"/>
                  </a:cubicBezTo>
                  <a:cubicBezTo>
                    <a:pt x="1477" y="2025"/>
                    <a:pt x="1429" y="1954"/>
                    <a:pt x="1334" y="1906"/>
                  </a:cubicBezTo>
                  <a:cubicBezTo>
                    <a:pt x="1321" y="1903"/>
                    <a:pt x="1309" y="1901"/>
                    <a:pt x="1297" y="190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4" name="Google Shape;27954;p152"/>
            <p:cNvSpPr/>
            <p:nvPr/>
          </p:nvSpPr>
          <p:spPr>
            <a:xfrm>
              <a:off x="1006306" y="2242976"/>
              <a:ext cx="357598" cy="24797"/>
            </a:xfrm>
            <a:custGeom>
              <a:rect b="b" l="l" r="r" t="t"/>
              <a:pathLst>
                <a:path extrusionOk="0" h="763" w="11003">
                  <a:moveTo>
                    <a:pt x="143" y="1"/>
                  </a:moveTo>
                  <a:cubicBezTo>
                    <a:pt x="48" y="1"/>
                    <a:pt x="0" y="48"/>
                    <a:pt x="0" y="144"/>
                  </a:cubicBezTo>
                  <a:lnTo>
                    <a:pt x="0" y="453"/>
                  </a:lnTo>
                  <a:cubicBezTo>
                    <a:pt x="0" y="620"/>
                    <a:pt x="143" y="763"/>
                    <a:pt x="334" y="763"/>
                  </a:cubicBezTo>
                  <a:lnTo>
                    <a:pt x="4525" y="763"/>
                  </a:lnTo>
                  <a:lnTo>
                    <a:pt x="5477" y="382"/>
                  </a:lnTo>
                  <a:lnTo>
                    <a:pt x="6454" y="763"/>
                  </a:lnTo>
                  <a:lnTo>
                    <a:pt x="10645" y="763"/>
                  </a:lnTo>
                  <a:cubicBezTo>
                    <a:pt x="10836" y="763"/>
                    <a:pt x="10979" y="644"/>
                    <a:pt x="11002" y="453"/>
                  </a:cubicBezTo>
                  <a:lnTo>
                    <a:pt x="11002" y="144"/>
                  </a:lnTo>
                  <a:cubicBezTo>
                    <a:pt x="11002" y="48"/>
                    <a:pt x="10955" y="1"/>
                    <a:pt x="10860"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5" name="Google Shape;27955;p152"/>
            <p:cNvSpPr/>
            <p:nvPr/>
          </p:nvSpPr>
          <p:spPr>
            <a:xfrm>
              <a:off x="1331371" y="2243756"/>
              <a:ext cx="31752" cy="25578"/>
            </a:xfrm>
            <a:custGeom>
              <a:rect b="b" l="l" r="r" t="t"/>
              <a:pathLst>
                <a:path extrusionOk="0" h="787" w="977">
                  <a:moveTo>
                    <a:pt x="167" y="0"/>
                  </a:moveTo>
                  <a:cubicBezTo>
                    <a:pt x="262" y="0"/>
                    <a:pt x="334" y="72"/>
                    <a:pt x="334" y="143"/>
                  </a:cubicBezTo>
                  <a:lnTo>
                    <a:pt x="334" y="453"/>
                  </a:lnTo>
                  <a:cubicBezTo>
                    <a:pt x="334" y="620"/>
                    <a:pt x="167" y="786"/>
                    <a:pt x="0" y="786"/>
                  </a:cubicBezTo>
                  <a:lnTo>
                    <a:pt x="643" y="786"/>
                  </a:lnTo>
                  <a:cubicBezTo>
                    <a:pt x="834" y="786"/>
                    <a:pt x="977" y="620"/>
                    <a:pt x="977" y="453"/>
                  </a:cubicBezTo>
                  <a:lnTo>
                    <a:pt x="977" y="143"/>
                  </a:lnTo>
                  <a:cubicBezTo>
                    <a:pt x="977" y="72"/>
                    <a:pt x="929" y="0"/>
                    <a:pt x="834"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6" name="Google Shape;27956;p152"/>
            <p:cNvSpPr/>
            <p:nvPr/>
          </p:nvSpPr>
          <p:spPr>
            <a:xfrm>
              <a:off x="1153336" y="2243756"/>
              <a:ext cx="62725" cy="24017"/>
            </a:xfrm>
            <a:custGeom>
              <a:rect b="b" l="l" r="r" t="t"/>
              <a:pathLst>
                <a:path extrusionOk="0" h="739" w="1930">
                  <a:moveTo>
                    <a:pt x="1" y="0"/>
                  </a:moveTo>
                  <a:lnTo>
                    <a:pt x="1" y="739"/>
                  </a:lnTo>
                  <a:lnTo>
                    <a:pt x="1930" y="739"/>
                  </a:lnTo>
                  <a:lnTo>
                    <a:pt x="1930" y="0"/>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7" name="Google Shape;27957;p152"/>
            <p:cNvSpPr/>
            <p:nvPr/>
          </p:nvSpPr>
          <p:spPr>
            <a:xfrm>
              <a:off x="1195131" y="2243756"/>
              <a:ext cx="20930" cy="24017"/>
            </a:xfrm>
            <a:custGeom>
              <a:rect b="b" l="l" r="r" t="t"/>
              <a:pathLst>
                <a:path extrusionOk="0" h="739" w="644">
                  <a:moveTo>
                    <a:pt x="1" y="0"/>
                  </a:moveTo>
                  <a:lnTo>
                    <a:pt x="1" y="739"/>
                  </a:lnTo>
                  <a:lnTo>
                    <a:pt x="644" y="739"/>
                  </a:lnTo>
                  <a:lnTo>
                    <a:pt x="64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8" name="Google Shape;27958;p152"/>
            <p:cNvSpPr/>
            <p:nvPr/>
          </p:nvSpPr>
          <p:spPr>
            <a:xfrm>
              <a:off x="1196691" y="2195753"/>
              <a:ext cx="47255" cy="21710"/>
            </a:xfrm>
            <a:custGeom>
              <a:rect b="b" l="l" r="r" t="t"/>
              <a:pathLst>
                <a:path extrusionOk="0" h="668" w="1454">
                  <a:moveTo>
                    <a:pt x="715" y="1"/>
                  </a:moveTo>
                  <a:cubicBezTo>
                    <a:pt x="358" y="1"/>
                    <a:pt x="72" y="239"/>
                    <a:pt x="0" y="596"/>
                  </a:cubicBezTo>
                  <a:cubicBezTo>
                    <a:pt x="0" y="644"/>
                    <a:pt x="24" y="668"/>
                    <a:pt x="48" y="668"/>
                  </a:cubicBezTo>
                  <a:lnTo>
                    <a:pt x="1453" y="668"/>
                  </a:lnTo>
                  <a:cubicBezTo>
                    <a:pt x="1406" y="263"/>
                    <a:pt x="1096" y="1"/>
                    <a:pt x="71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9" name="Google Shape;27959;p152"/>
          <p:cNvGrpSpPr/>
          <p:nvPr/>
        </p:nvGrpSpPr>
        <p:grpSpPr>
          <a:xfrm>
            <a:off x="1760143" y="1811173"/>
            <a:ext cx="358377" cy="271700"/>
            <a:chOff x="1760143" y="1963573"/>
            <a:chExt cx="358377" cy="271700"/>
          </a:xfrm>
        </p:grpSpPr>
        <p:sp>
          <p:nvSpPr>
            <p:cNvPr id="27960" name="Google Shape;27960;p152"/>
            <p:cNvSpPr/>
            <p:nvPr/>
          </p:nvSpPr>
          <p:spPr>
            <a:xfrm>
              <a:off x="1760923" y="2002281"/>
              <a:ext cx="356817" cy="212095"/>
            </a:xfrm>
            <a:custGeom>
              <a:rect b="b" l="l" r="r" t="t"/>
              <a:pathLst>
                <a:path extrusionOk="0" h="6526" w="10979">
                  <a:moveTo>
                    <a:pt x="5335" y="0"/>
                  </a:moveTo>
                  <a:lnTo>
                    <a:pt x="0" y="167"/>
                  </a:lnTo>
                  <a:lnTo>
                    <a:pt x="0" y="6192"/>
                  </a:lnTo>
                  <a:lnTo>
                    <a:pt x="6049" y="6525"/>
                  </a:lnTo>
                  <a:lnTo>
                    <a:pt x="10979" y="6216"/>
                  </a:lnTo>
                  <a:lnTo>
                    <a:pt x="10979" y="167"/>
                  </a:lnTo>
                  <a:lnTo>
                    <a:pt x="533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1" name="Google Shape;27961;p152"/>
            <p:cNvSpPr/>
            <p:nvPr/>
          </p:nvSpPr>
          <p:spPr>
            <a:xfrm>
              <a:off x="1959043" y="1996853"/>
              <a:ext cx="158697" cy="219830"/>
            </a:xfrm>
            <a:custGeom>
              <a:rect b="b" l="l" r="r" t="t"/>
              <a:pathLst>
                <a:path extrusionOk="0" h="6764" w="4883">
                  <a:moveTo>
                    <a:pt x="1" y="1"/>
                  </a:moveTo>
                  <a:lnTo>
                    <a:pt x="1" y="6764"/>
                  </a:lnTo>
                  <a:lnTo>
                    <a:pt x="4883" y="6359"/>
                  </a:lnTo>
                  <a:lnTo>
                    <a:pt x="4883" y="334"/>
                  </a:lnTo>
                  <a:lnTo>
                    <a:pt x="1" y="1"/>
                  </a:ln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2" name="Google Shape;27962;p152"/>
            <p:cNvSpPr/>
            <p:nvPr/>
          </p:nvSpPr>
          <p:spPr>
            <a:xfrm>
              <a:off x="2096811" y="1998413"/>
              <a:ext cx="20930" cy="217522"/>
            </a:xfrm>
            <a:custGeom>
              <a:rect b="b" l="l" r="r" t="t"/>
              <a:pathLst>
                <a:path extrusionOk="0" h="6693" w="644">
                  <a:moveTo>
                    <a:pt x="1" y="0"/>
                  </a:moveTo>
                  <a:lnTo>
                    <a:pt x="1" y="6692"/>
                  </a:lnTo>
                  <a:lnTo>
                    <a:pt x="644" y="6359"/>
                  </a:lnTo>
                  <a:lnTo>
                    <a:pt x="644" y="286"/>
                  </a:lnTo>
                  <a:lnTo>
                    <a:pt x="1" y="0"/>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3" name="Google Shape;27963;p152"/>
            <p:cNvSpPr/>
            <p:nvPr/>
          </p:nvSpPr>
          <p:spPr>
            <a:xfrm>
              <a:off x="1760923" y="2203521"/>
              <a:ext cx="357597" cy="31753"/>
            </a:xfrm>
            <a:custGeom>
              <a:rect b="b" l="l" r="r" t="t"/>
              <a:pathLst>
                <a:path extrusionOk="0" h="977" w="11003">
                  <a:moveTo>
                    <a:pt x="0" y="0"/>
                  </a:moveTo>
                  <a:lnTo>
                    <a:pt x="0" y="786"/>
                  </a:lnTo>
                  <a:cubicBezTo>
                    <a:pt x="0" y="881"/>
                    <a:pt x="95" y="976"/>
                    <a:pt x="167" y="976"/>
                  </a:cubicBezTo>
                  <a:lnTo>
                    <a:pt x="10836" y="976"/>
                  </a:lnTo>
                  <a:cubicBezTo>
                    <a:pt x="10931" y="976"/>
                    <a:pt x="11003" y="881"/>
                    <a:pt x="11003" y="786"/>
                  </a:cubicBezTo>
                  <a:lnTo>
                    <a:pt x="1100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4" name="Google Shape;27964;p152"/>
            <p:cNvSpPr/>
            <p:nvPr/>
          </p:nvSpPr>
          <p:spPr>
            <a:xfrm>
              <a:off x="1760143" y="1963573"/>
              <a:ext cx="357597" cy="44167"/>
            </a:xfrm>
            <a:custGeom>
              <a:rect b="b" l="l" r="r" t="t"/>
              <a:pathLst>
                <a:path extrusionOk="0" h="1359" w="11003">
                  <a:moveTo>
                    <a:pt x="167" y="1"/>
                  </a:moveTo>
                  <a:cubicBezTo>
                    <a:pt x="72" y="1"/>
                    <a:pt x="0" y="72"/>
                    <a:pt x="0" y="167"/>
                  </a:cubicBezTo>
                  <a:lnTo>
                    <a:pt x="0" y="1358"/>
                  </a:lnTo>
                  <a:lnTo>
                    <a:pt x="11003" y="1358"/>
                  </a:lnTo>
                  <a:lnTo>
                    <a:pt x="11003" y="167"/>
                  </a:lnTo>
                  <a:cubicBezTo>
                    <a:pt x="11003" y="72"/>
                    <a:pt x="10907" y="1"/>
                    <a:pt x="1083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5" name="Google Shape;27965;p152"/>
            <p:cNvSpPr/>
            <p:nvPr/>
          </p:nvSpPr>
          <p:spPr>
            <a:xfrm>
              <a:off x="2090636" y="2203521"/>
              <a:ext cx="27105" cy="31753"/>
            </a:xfrm>
            <a:custGeom>
              <a:rect b="b" l="l" r="r" t="t"/>
              <a:pathLst>
                <a:path extrusionOk="0" h="977" w="834">
                  <a:moveTo>
                    <a:pt x="191" y="0"/>
                  </a:moveTo>
                  <a:lnTo>
                    <a:pt x="191" y="786"/>
                  </a:lnTo>
                  <a:cubicBezTo>
                    <a:pt x="191" y="881"/>
                    <a:pt x="95" y="976"/>
                    <a:pt x="0" y="976"/>
                  </a:cubicBezTo>
                  <a:lnTo>
                    <a:pt x="667" y="976"/>
                  </a:lnTo>
                  <a:cubicBezTo>
                    <a:pt x="738" y="976"/>
                    <a:pt x="834" y="881"/>
                    <a:pt x="834" y="786"/>
                  </a:cubicBezTo>
                  <a:lnTo>
                    <a:pt x="8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6" name="Google Shape;27966;p152"/>
            <p:cNvSpPr/>
            <p:nvPr/>
          </p:nvSpPr>
          <p:spPr>
            <a:xfrm>
              <a:off x="2090636" y="1963573"/>
              <a:ext cx="27105" cy="44167"/>
            </a:xfrm>
            <a:custGeom>
              <a:rect b="b" l="l" r="r" t="t"/>
              <a:pathLst>
                <a:path extrusionOk="0" h="1359" w="834">
                  <a:moveTo>
                    <a:pt x="0" y="1"/>
                  </a:moveTo>
                  <a:cubicBezTo>
                    <a:pt x="95" y="1"/>
                    <a:pt x="191" y="72"/>
                    <a:pt x="191" y="167"/>
                  </a:cubicBezTo>
                  <a:lnTo>
                    <a:pt x="191" y="1358"/>
                  </a:lnTo>
                  <a:lnTo>
                    <a:pt x="834" y="1358"/>
                  </a:lnTo>
                  <a:lnTo>
                    <a:pt x="834" y="167"/>
                  </a:lnTo>
                  <a:cubicBezTo>
                    <a:pt x="834" y="72"/>
                    <a:pt x="738" y="1"/>
                    <a:pt x="66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7" name="Google Shape;27967;p152"/>
            <p:cNvSpPr/>
            <p:nvPr/>
          </p:nvSpPr>
          <p:spPr>
            <a:xfrm>
              <a:off x="2035678" y="1979823"/>
              <a:ext cx="11635" cy="11635"/>
            </a:xfrm>
            <a:custGeom>
              <a:rect b="b" l="l" r="r" t="t"/>
              <a:pathLst>
                <a:path extrusionOk="0" h="358" w="358">
                  <a:moveTo>
                    <a:pt x="167" y="1"/>
                  </a:moveTo>
                  <a:cubicBezTo>
                    <a:pt x="72" y="1"/>
                    <a:pt x="0" y="72"/>
                    <a:pt x="0" y="167"/>
                  </a:cubicBezTo>
                  <a:cubicBezTo>
                    <a:pt x="0" y="263"/>
                    <a:pt x="72" y="358"/>
                    <a:pt x="167" y="358"/>
                  </a:cubicBezTo>
                  <a:cubicBezTo>
                    <a:pt x="262" y="358"/>
                    <a:pt x="358" y="263"/>
                    <a:pt x="358" y="167"/>
                  </a:cubicBezTo>
                  <a:cubicBezTo>
                    <a:pt x="358" y="72"/>
                    <a:pt x="262"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8" name="Google Shape;27968;p152"/>
            <p:cNvSpPr/>
            <p:nvPr/>
          </p:nvSpPr>
          <p:spPr>
            <a:xfrm>
              <a:off x="2057356" y="1979823"/>
              <a:ext cx="11635" cy="11635"/>
            </a:xfrm>
            <a:custGeom>
              <a:rect b="b" l="l" r="r" t="t"/>
              <a:pathLst>
                <a:path extrusionOk="0" h="358" w="358">
                  <a:moveTo>
                    <a:pt x="191" y="1"/>
                  </a:moveTo>
                  <a:cubicBezTo>
                    <a:pt x="95" y="1"/>
                    <a:pt x="0" y="72"/>
                    <a:pt x="0" y="167"/>
                  </a:cubicBezTo>
                  <a:cubicBezTo>
                    <a:pt x="0" y="263"/>
                    <a:pt x="95" y="358"/>
                    <a:pt x="191" y="358"/>
                  </a:cubicBezTo>
                  <a:cubicBezTo>
                    <a:pt x="286" y="358"/>
                    <a:pt x="357" y="263"/>
                    <a:pt x="357" y="167"/>
                  </a:cubicBezTo>
                  <a:cubicBezTo>
                    <a:pt x="357" y="72"/>
                    <a:pt x="286"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9" name="Google Shape;27969;p152"/>
            <p:cNvSpPr/>
            <p:nvPr/>
          </p:nvSpPr>
          <p:spPr>
            <a:xfrm>
              <a:off x="2079781" y="1979823"/>
              <a:ext cx="11667" cy="11635"/>
            </a:xfrm>
            <a:custGeom>
              <a:rect b="b" l="l" r="r" t="t"/>
              <a:pathLst>
                <a:path extrusionOk="0" h="358" w="359">
                  <a:moveTo>
                    <a:pt x="191" y="1"/>
                  </a:moveTo>
                  <a:cubicBezTo>
                    <a:pt x="96" y="1"/>
                    <a:pt x="1" y="72"/>
                    <a:pt x="1" y="167"/>
                  </a:cubicBezTo>
                  <a:cubicBezTo>
                    <a:pt x="1" y="263"/>
                    <a:pt x="96" y="358"/>
                    <a:pt x="191" y="358"/>
                  </a:cubicBezTo>
                  <a:cubicBezTo>
                    <a:pt x="287" y="358"/>
                    <a:pt x="358" y="263"/>
                    <a:pt x="358" y="167"/>
                  </a:cubicBezTo>
                  <a:cubicBezTo>
                    <a:pt x="358" y="72"/>
                    <a:pt x="287"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0" name="Google Shape;27970;p152"/>
            <p:cNvSpPr/>
            <p:nvPr/>
          </p:nvSpPr>
          <p:spPr>
            <a:xfrm>
              <a:off x="1815101" y="2101341"/>
              <a:ext cx="85150" cy="58272"/>
            </a:xfrm>
            <a:custGeom>
              <a:rect b="b" l="l" r="r" t="t"/>
              <a:pathLst>
                <a:path extrusionOk="0" h="1793" w="2620">
                  <a:moveTo>
                    <a:pt x="0" y="1"/>
                  </a:moveTo>
                  <a:lnTo>
                    <a:pt x="0" y="1429"/>
                  </a:lnTo>
                  <a:cubicBezTo>
                    <a:pt x="0" y="1477"/>
                    <a:pt x="0" y="1501"/>
                    <a:pt x="24" y="1501"/>
                  </a:cubicBezTo>
                  <a:lnTo>
                    <a:pt x="238" y="1596"/>
                  </a:lnTo>
                  <a:cubicBezTo>
                    <a:pt x="560" y="1727"/>
                    <a:pt x="911" y="1793"/>
                    <a:pt x="1265" y="1793"/>
                  </a:cubicBezTo>
                  <a:cubicBezTo>
                    <a:pt x="1620" y="1793"/>
                    <a:pt x="1977" y="1727"/>
                    <a:pt x="2310" y="1596"/>
                  </a:cubicBezTo>
                  <a:lnTo>
                    <a:pt x="2525" y="1501"/>
                  </a:lnTo>
                  <a:cubicBezTo>
                    <a:pt x="2548" y="1501"/>
                    <a:pt x="2596" y="1501"/>
                    <a:pt x="2620" y="1477"/>
                  </a:cubicBezTo>
                  <a:lnTo>
                    <a:pt x="262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1" name="Google Shape;27971;p152"/>
            <p:cNvSpPr/>
            <p:nvPr/>
          </p:nvSpPr>
          <p:spPr>
            <a:xfrm>
              <a:off x="1860763" y="2108296"/>
              <a:ext cx="38740" cy="51122"/>
            </a:xfrm>
            <a:custGeom>
              <a:rect b="b" l="l" r="r" t="t"/>
              <a:pathLst>
                <a:path extrusionOk="0" h="1573" w="1192">
                  <a:moveTo>
                    <a:pt x="1191" y="1"/>
                  </a:moveTo>
                  <a:lnTo>
                    <a:pt x="524" y="25"/>
                  </a:lnTo>
                  <a:lnTo>
                    <a:pt x="524" y="1096"/>
                  </a:lnTo>
                  <a:cubicBezTo>
                    <a:pt x="524" y="1287"/>
                    <a:pt x="405" y="1430"/>
                    <a:pt x="262" y="1501"/>
                  </a:cubicBezTo>
                  <a:lnTo>
                    <a:pt x="0" y="1573"/>
                  </a:lnTo>
                  <a:cubicBezTo>
                    <a:pt x="310" y="1573"/>
                    <a:pt x="619" y="1501"/>
                    <a:pt x="905" y="1382"/>
                  </a:cubicBezTo>
                  <a:lnTo>
                    <a:pt x="1143" y="1287"/>
                  </a:lnTo>
                  <a:cubicBezTo>
                    <a:pt x="1191" y="1287"/>
                    <a:pt x="1191" y="1263"/>
                    <a:pt x="1191" y="1215"/>
                  </a:cubicBezTo>
                  <a:lnTo>
                    <a:pt x="1191"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2" name="Google Shape;27972;p152"/>
            <p:cNvSpPr/>
            <p:nvPr/>
          </p:nvSpPr>
          <p:spPr>
            <a:xfrm>
              <a:off x="1784908" y="2064583"/>
              <a:ext cx="142447" cy="66592"/>
            </a:xfrm>
            <a:custGeom>
              <a:rect b="b" l="l" r="r" t="t"/>
              <a:pathLst>
                <a:path extrusionOk="0" h="2049" w="4383">
                  <a:moveTo>
                    <a:pt x="2200" y="0"/>
                  </a:moveTo>
                  <a:cubicBezTo>
                    <a:pt x="2138" y="0"/>
                    <a:pt x="2072" y="12"/>
                    <a:pt x="2001" y="36"/>
                  </a:cubicBezTo>
                  <a:lnTo>
                    <a:pt x="96" y="893"/>
                  </a:lnTo>
                  <a:cubicBezTo>
                    <a:pt x="0" y="965"/>
                    <a:pt x="0" y="1084"/>
                    <a:pt x="96" y="1108"/>
                  </a:cubicBezTo>
                  <a:lnTo>
                    <a:pt x="2025" y="2013"/>
                  </a:lnTo>
                  <a:cubicBezTo>
                    <a:pt x="2084" y="2037"/>
                    <a:pt x="2144" y="2048"/>
                    <a:pt x="2200" y="2048"/>
                  </a:cubicBezTo>
                  <a:cubicBezTo>
                    <a:pt x="2257" y="2048"/>
                    <a:pt x="2310" y="2037"/>
                    <a:pt x="2358" y="2013"/>
                  </a:cubicBezTo>
                  <a:lnTo>
                    <a:pt x="4287" y="1108"/>
                  </a:lnTo>
                  <a:cubicBezTo>
                    <a:pt x="4382" y="1084"/>
                    <a:pt x="4382" y="941"/>
                    <a:pt x="4287" y="893"/>
                  </a:cubicBezTo>
                  <a:lnTo>
                    <a:pt x="2382" y="36"/>
                  </a:lnTo>
                  <a:cubicBezTo>
                    <a:pt x="2322" y="12"/>
                    <a:pt x="2263" y="0"/>
                    <a:pt x="220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3" name="Google Shape;27973;p152"/>
            <p:cNvSpPr/>
            <p:nvPr/>
          </p:nvSpPr>
          <p:spPr>
            <a:xfrm>
              <a:off x="1843155" y="2093261"/>
              <a:ext cx="85183" cy="38903"/>
            </a:xfrm>
            <a:custGeom>
              <a:rect b="b" l="l" r="r" t="t"/>
              <a:pathLst>
                <a:path extrusionOk="0" h="1197" w="2621">
                  <a:moveTo>
                    <a:pt x="1" y="1024"/>
                  </a:moveTo>
                  <a:cubicBezTo>
                    <a:pt x="12" y="1036"/>
                    <a:pt x="27" y="1042"/>
                    <a:pt x="44" y="1044"/>
                  </a:cubicBezTo>
                  <a:lnTo>
                    <a:pt x="44" y="1044"/>
                  </a:lnTo>
                  <a:lnTo>
                    <a:pt x="1" y="1024"/>
                  </a:lnTo>
                  <a:close/>
                  <a:moveTo>
                    <a:pt x="2311" y="0"/>
                  </a:moveTo>
                  <a:cubicBezTo>
                    <a:pt x="2311" y="24"/>
                    <a:pt x="2287" y="71"/>
                    <a:pt x="2263" y="71"/>
                  </a:cubicBezTo>
                  <a:lnTo>
                    <a:pt x="239" y="1000"/>
                  </a:lnTo>
                  <a:cubicBezTo>
                    <a:pt x="173" y="1017"/>
                    <a:pt x="107" y="1044"/>
                    <a:pt x="57" y="1044"/>
                  </a:cubicBezTo>
                  <a:cubicBezTo>
                    <a:pt x="53" y="1044"/>
                    <a:pt x="48" y="1044"/>
                    <a:pt x="44" y="1044"/>
                  </a:cubicBezTo>
                  <a:lnTo>
                    <a:pt x="44" y="1044"/>
                  </a:lnTo>
                  <a:lnTo>
                    <a:pt x="263" y="1143"/>
                  </a:lnTo>
                  <a:cubicBezTo>
                    <a:pt x="310" y="1179"/>
                    <a:pt x="364" y="1197"/>
                    <a:pt x="420" y="1197"/>
                  </a:cubicBezTo>
                  <a:cubicBezTo>
                    <a:pt x="477" y="1197"/>
                    <a:pt x="537" y="1179"/>
                    <a:pt x="596" y="1143"/>
                  </a:cubicBezTo>
                  <a:lnTo>
                    <a:pt x="2525" y="262"/>
                  </a:lnTo>
                  <a:cubicBezTo>
                    <a:pt x="2620" y="238"/>
                    <a:pt x="2620" y="119"/>
                    <a:pt x="2525" y="71"/>
                  </a:cubicBezTo>
                  <a:lnTo>
                    <a:pt x="231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4" name="Google Shape;27974;p152"/>
            <p:cNvSpPr/>
            <p:nvPr/>
          </p:nvSpPr>
          <p:spPr>
            <a:xfrm>
              <a:off x="1989236" y="2044856"/>
              <a:ext cx="9328" cy="9295"/>
            </a:xfrm>
            <a:custGeom>
              <a:rect b="b" l="l" r="r" t="t"/>
              <a:pathLst>
                <a:path extrusionOk="0" h="286" w="287">
                  <a:moveTo>
                    <a:pt x="143" y="0"/>
                  </a:moveTo>
                  <a:cubicBezTo>
                    <a:pt x="72" y="0"/>
                    <a:pt x="1" y="48"/>
                    <a:pt x="1" y="143"/>
                  </a:cubicBezTo>
                  <a:cubicBezTo>
                    <a:pt x="1" y="214"/>
                    <a:pt x="72" y="286"/>
                    <a:pt x="143" y="286"/>
                  </a:cubicBezTo>
                  <a:cubicBezTo>
                    <a:pt x="215" y="286"/>
                    <a:pt x="286" y="214"/>
                    <a:pt x="286" y="143"/>
                  </a:cubicBezTo>
                  <a:cubicBezTo>
                    <a:pt x="286" y="48"/>
                    <a:pt x="215" y="0"/>
                    <a:pt x="143"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5" name="Google Shape;27975;p152"/>
            <p:cNvSpPr/>
            <p:nvPr/>
          </p:nvSpPr>
          <p:spPr>
            <a:xfrm>
              <a:off x="1989236" y="2073488"/>
              <a:ext cx="9328" cy="10075"/>
            </a:xfrm>
            <a:custGeom>
              <a:rect b="b" l="l" r="r" t="t"/>
              <a:pathLst>
                <a:path extrusionOk="0" h="310" w="287">
                  <a:moveTo>
                    <a:pt x="143" y="0"/>
                  </a:moveTo>
                  <a:cubicBezTo>
                    <a:pt x="72" y="0"/>
                    <a:pt x="1" y="72"/>
                    <a:pt x="1" y="143"/>
                  </a:cubicBezTo>
                  <a:cubicBezTo>
                    <a:pt x="1" y="238"/>
                    <a:pt x="72" y="310"/>
                    <a:pt x="143" y="310"/>
                  </a:cubicBezTo>
                  <a:cubicBezTo>
                    <a:pt x="215" y="310"/>
                    <a:pt x="286" y="238"/>
                    <a:pt x="286" y="143"/>
                  </a:cubicBezTo>
                  <a:cubicBezTo>
                    <a:pt x="286" y="72"/>
                    <a:pt x="215" y="0"/>
                    <a:pt x="143"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6" name="Google Shape;27976;p152"/>
            <p:cNvSpPr/>
            <p:nvPr/>
          </p:nvSpPr>
          <p:spPr>
            <a:xfrm>
              <a:off x="1989236" y="2101341"/>
              <a:ext cx="9328" cy="10108"/>
            </a:xfrm>
            <a:custGeom>
              <a:rect b="b" l="l" r="r" t="t"/>
              <a:pathLst>
                <a:path extrusionOk="0" h="311" w="287">
                  <a:moveTo>
                    <a:pt x="143" y="1"/>
                  </a:moveTo>
                  <a:cubicBezTo>
                    <a:pt x="72" y="1"/>
                    <a:pt x="1" y="72"/>
                    <a:pt x="1" y="143"/>
                  </a:cubicBezTo>
                  <a:cubicBezTo>
                    <a:pt x="1" y="239"/>
                    <a:pt x="72" y="310"/>
                    <a:pt x="143" y="310"/>
                  </a:cubicBezTo>
                  <a:cubicBezTo>
                    <a:pt x="215" y="310"/>
                    <a:pt x="286" y="239"/>
                    <a:pt x="286" y="143"/>
                  </a:cubicBezTo>
                  <a:cubicBezTo>
                    <a:pt x="286" y="72"/>
                    <a:pt x="215" y="1"/>
                    <a:pt x="14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7" name="Google Shape;27977;p152"/>
            <p:cNvSpPr/>
            <p:nvPr/>
          </p:nvSpPr>
          <p:spPr>
            <a:xfrm>
              <a:off x="1989236" y="2130753"/>
              <a:ext cx="9328" cy="9328"/>
            </a:xfrm>
            <a:custGeom>
              <a:rect b="b" l="l" r="r" t="t"/>
              <a:pathLst>
                <a:path extrusionOk="0" h="287" w="287">
                  <a:moveTo>
                    <a:pt x="143" y="1"/>
                  </a:moveTo>
                  <a:cubicBezTo>
                    <a:pt x="48" y="1"/>
                    <a:pt x="1" y="48"/>
                    <a:pt x="1" y="143"/>
                  </a:cubicBezTo>
                  <a:cubicBezTo>
                    <a:pt x="1" y="239"/>
                    <a:pt x="48" y="286"/>
                    <a:pt x="143" y="286"/>
                  </a:cubicBezTo>
                  <a:cubicBezTo>
                    <a:pt x="239" y="286"/>
                    <a:pt x="286" y="239"/>
                    <a:pt x="286" y="143"/>
                  </a:cubicBezTo>
                  <a:cubicBezTo>
                    <a:pt x="286" y="48"/>
                    <a:pt x="239" y="1"/>
                    <a:pt x="14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8" name="Google Shape;27978;p152"/>
            <p:cNvSpPr/>
            <p:nvPr/>
          </p:nvSpPr>
          <p:spPr>
            <a:xfrm>
              <a:off x="1989236" y="2158606"/>
              <a:ext cx="9328" cy="10108"/>
            </a:xfrm>
            <a:custGeom>
              <a:rect b="b" l="l" r="r" t="t"/>
              <a:pathLst>
                <a:path extrusionOk="0" h="311" w="287">
                  <a:moveTo>
                    <a:pt x="143" y="1"/>
                  </a:moveTo>
                  <a:cubicBezTo>
                    <a:pt x="72" y="1"/>
                    <a:pt x="1" y="72"/>
                    <a:pt x="1" y="144"/>
                  </a:cubicBezTo>
                  <a:cubicBezTo>
                    <a:pt x="1" y="239"/>
                    <a:pt x="72" y="310"/>
                    <a:pt x="143" y="310"/>
                  </a:cubicBezTo>
                  <a:cubicBezTo>
                    <a:pt x="215" y="310"/>
                    <a:pt x="286" y="239"/>
                    <a:pt x="286" y="144"/>
                  </a:cubicBezTo>
                  <a:cubicBezTo>
                    <a:pt x="286" y="72"/>
                    <a:pt x="215" y="1"/>
                    <a:pt x="14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9" name="Google Shape;27979;p152"/>
            <p:cNvSpPr/>
            <p:nvPr/>
          </p:nvSpPr>
          <p:spPr>
            <a:xfrm>
              <a:off x="2007826" y="2045603"/>
              <a:ext cx="77415" cy="9328"/>
            </a:xfrm>
            <a:custGeom>
              <a:rect b="b" l="l" r="r" t="t"/>
              <a:pathLst>
                <a:path extrusionOk="0" h="287" w="2382">
                  <a:moveTo>
                    <a:pt x="143" y="1"/>
                  </a:moveTo>
                  <a:cubicBezTo>
                    <a:pt x="48" y="1"/>
                    <a:pt x="0" y="96"/>
                    <a:pt x="0" y="168"/>
                  </a:cubicBezTo>
                  <a:cubicBezTo>
                    <a:pt x="0" y="239"/>
                    <a:pt x="48" y="287"/>
                    <a:pt x="143" y="287"/>
                  </a:cubicBezTo>
                  <a:lnTo>
                    <a:pt x="2215" y="287"/>
                  </a:lnTo>
                  <a:cubicBezTo>
                    <a:pt x="2310" y="287"/>
                    <a:pt x="2381" y="215"/>
                    <a:pt x="2381" y="120"/>
                  </a:cubicBezTo>
                  <a:cubicBezTo>
                    <a:pt x="2381" y="49"/>
                    <a:pt x="2310" y="1"/>
                    <a:pt x="2215"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0" name="Google Shape;27980;p152"/>
            <p:cNvSpPr/>
            <p:nvPr/>
          </p:nvSpPr>
          <p:spPr>
            <a:xfrm>
              <a:off x="2007826" y="2073488"/>
              <a:ext cx="77415" cy="10075"/>
            </a:xfrm>
            <a:custGeom>
              <a:rect b="b" l="l" r="r" t="t"/>
              <a:pathLst>
                <a:path extrusionOk="0" h="310" w="2382">
                  <a:moveTo>
                    <a:pt x="143" y="0"/>
                  </a:moveTo>
                  <a:cubicBezTo>
                    <a:pt x="48" y="0"/>
                    <a:pt x="0" y="96"/>
                    <a:pt x="0" y="191"/>
                  </a:cubicBezTo>
                  <a:cubicBezTo>
                    <a:pt x="0" y="238"/>
                    <a:pt x="48" y="310"/>
                    <a:pt x="143" y="310"/>
                  </a:cubicBezTo>
                  <a:lnTo>
                    <a:pt x="2215" y="310"/>
                  </a:lnTo>
                  <a:cubicBezTo>
                    <a:pt x="2310" y="310"/>
                    <a:pt x="2381" y="215"/>
                    <a:pt x="2381" y="119"/>
                  </a:cubicBezTo>
                  <a:cubicBezTo>
                    <a:pt x="2381" y="72"/>
                    <a:pt x="2310" y="0"/>
                    <a:pt x="221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1" name="Google Shape;27981;p152"/>
            <p:cNvSpPr/>
            <p:nvPr/>
          </p:nvSpPr>
          <p:spPr>
            <a:xfrm>
              <a:off x="2007826" y="2102901"/>
              <a:ext cx="77415" cy="9295"/>
            </a:xfrm>
            <a:custGeom>
              <a:rect b="b" l="l" r="r" t="t"/>
              <a:pathLst>
                <a:path extrusionOk="0" h="286" w="2382">
                  <a:moveTo>
                    <a:pt x="143" y="0"/>
                  </a:moveTo>
                  <a:cubicBezTo>
                    <a:pt x="48" y="0"/>
                    <a:pt x="0" y="72"/>
                    <a:pt x="0" y="167"/>
                  </a:cubicBezTo>
                  <a:cubicBezTo>
                    <a:pt x="0" y="238"/>
                    <a:pt x="48" y="286"/>
                    <a:pt x="143" y="286"/>
                  </a:cubicBezTo>
                  <a:lnTo>
                    <a:pt x="2215" y="286"/>
                  </a:lnTo>
                  <a:cubicBezTo>
                    <a:pt x="2310" y="286"/>
                    <a:pt x="2381" y="191"/>
                    <a:pt x="2381" y="119"/>
                  </a:cubicBezTo>
                  <a:cubicBezTo>
                    <a:pt x="2381" y="48"/>
                    <a:pt x="2310" y="0"/>
                    <a:pt x="221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2" name="Google Shape;27982;p152"/>
            <p:cNvSpPr/>
            <p:nvPr/>
          </p:nvSpPr>
          <p:spPr>
            <a:xfrm>
              <a:off x="2007826" y="2130753"/>
              <a:ext cx="77415" cy="9328"/>
            </a:xfrm>
            <a:custGeom>
              <a:rect b="b" l="l" r="r" t="t"/>
              <a:pathLst>
                <a:path extrusionOk="0" h="287" w="2382">
                  <a:moveTo>
                    <a:pt x="143" y="1"/>
                  </a:moveTo>
                  <a:cubicBezTo>
                    <a:pt x="48" y="1"/>
                    <a:pt x="0" y="72"/>
                    <a:pt x="0" y="167"/>
                  </a:cubicBezTo>
                  <a:cubicBezTo>
                    <a:pt x="0" y="239"/>
                    <a:pt x="48" y="286"/>
                    <a:pt x="143" y="286"/>
                  </a:cubicBezTo>
                  <a:lnTo>
                    <a:pt x="2215" y="286"/>
                  </a:lnTo>
                  <a:cubicBezTo>
                    <a:pt x="2310" y="286"/>
                    <a:pt x="2381" y="239"/>
                    <a:pt x="2381" y="120"/>
                  </a:cubicBezTo>
                  <a:cubicBezTo>
                    <a:pt x="2381" y="48"/>
                    <a:pt x="2310" y="1"/>
                    <a:pt x="2215"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3" name="Google Shape;27983;p152"/>
            <p:cNvSpPr/>
            <p:nvPr/>
          </p:nvSpPr>
          <p:spPr>
            <a:xfrm>
              <a:off x="2007826" y="2158606"/>
              <a:ext cx="77415" cy="10108"/>
            </a:xfrm>
            <a:custGeom>
              <a:rect b="b" l="l" r="r" t="t"/>
              <a:pathLst>
                <a:path extrusionOk="0" h="311" w="2382">
                  <a:moveTo>
                    <a:pt x="143" y="1"/>
                  </a:moveTo>
                  <a:cubicBezTo>
                    <a:pt x="48" y="1"/>
                    <a:pt x="0" y="96"/>
                    <a:pt x="0" y="191"/>
                  </a:cubicBezTo>
                  <a:cubicBezTo>
                    <a:pt x="0" y="239"/>
                    <a:pt x="48" y="310"/>
                    <a:pt x="143" y="310"/>
                  </a:cubicBezTo>
                  <a:lnTo>
                    <a:pt x="2215" y="310"/>
                  </a:lnTo>
                  <a:cubicBezTo>
                    <a:pt x="2310" y="310"/>
                    <a:pt x="2381" y="239"/>
                    <a:pt x="2381" y="120"/>
                  </a:cubicBezTo>
                  <a:cubicBezTo>
                    <a:pt x="2381" y="72"/>
                    <a:pt x="2310" y="1"/>
                    <a:pt x="2215"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4" name="Google Shape;27984;p152"/>
          <p:cNvGrpSpPr/>
          <p:nvPr/>
        </p:nvGrpSpPr>
        <p:grpSpPr>
          <a:xfrm>
            <a:off x="2571246" y="1768598"/>
            <a:ext cx="298025" cy="357630"/>
            <a:chOff x="2571246" y="1920998"/>
            <a:chExt cx="298025" cy="357630"/>
          </a:xfrm>
        </p:grpSpPr>
        <p:sp>
          <p:nvSpPr>
            <p:cNvPr id="27985" name="Google Shape;27985;p152"/>
            <p:cNvSpPr/>
            <p:nvPr/>
          </p:nvSpPr>
          <p:spPr>
            <a:xfrm>
              <a:off x="2571246" y="1921778"/>
              <a:ext cx="215995" cy="320450"/>
            </a:xfrm>
            <a:custGeom>
              <a:rect b="b" l="l" r="r" t="t"/>
              <a:pathLst>
                <a:path extrusionOk="0" h="9860" w="6646">
                  <a:moveTo>
                    <a:pt x="287" y="1"/>
                  </a:moveTo>
                  <a:cubicBezTo>
                    <a:pt x="120" y="1"/>
                    <a:pt x="1" y="120"/>
                    <a:pt x="1" y="263"/>
                  </a:cubicBezTo>
                  <a:lnTo>
                    <a:pt x="1" y="9574"/>
                  </a:lnTo>
                  <a:cubicBezTo>
                    <a:pt x="1" y="9741"/>
                    <a:pt x="120" y="9860"/>
                    <a:pt x="287" y="9860"/>
                  </a:cubicBezTo>
                  <a:lnTo>
                    <a:pt x="6383" y="9860"/>
                  </a:lnTo>
                  <a:cubicBezTo>
                    <a:pt x="6526" y="9860"/>
                    <a:pt x="6645" y="9693"/>
                    <a:pt x="6645" y="9550"/>
                  </a:cubicBezTo>
                  <a:lnTo>
                    <a:pt x="6645" y="263"/>
                  </a:lnTo>
                  <a:cubicBezTo>
                    <a:pt x="6645" y="120"/>
                    <a:pt x="6526" y="1"/>
                    <a:pt x="6383" y="1"/>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6" name="Google Shape;27986;p152"/>
            <p:cNvSpPr/>
            <p:nvPr/>
          </p:nvSpPr>
          <p:spPr>
            <a:xfrm>
              <a:off x="2757016" y="1920998"/>
              <a:ext cx="30225" cy="318922"/>
            </a:xfrm>
            <a:custGeom>
              <a:rect b="b" l="l" r="r" t="t"/>
              <a:pathLst>
                <a:path extrusionOk="0" h="9813" w="930">
                  <a:moveTo>
                    <a:pt x="0" y="1"/>
                  </a:moveTo>
                  <a:cubicBezTo>
                    <a:pt x="167" y="1"/>
                    <a:pt x="286" y="120"/>
                    <a:pt x="286" y="263"/>
                  </a:cubicBezTo>
                  <a:lnTo>
                    <a:pt x="286" y="9550"/>
                  </a:lnTo>
                  <a:cubicBezTo>
                    <a:pt x="286" y="9693"/>
                    <a:pt x="167" y="9812"/>
                    <a:pt x="0" y="9812"/>
                  </a:cubicBezTo>
                  <a:lnTo>
                    <a:pt x="667" y="9812"/>
                  </a:lnTo>
                  <a:cubicBezTo>
                    <a:pt x="810" y="9812"/>
                    <a:pt x="929" y="9693"/>
                    <a:pt x="929" y="9550"/>
                  </a:cubicBezTo>
                  <a:lnTo>
                    <a:pt x="929" y="287"/>
                  </a:lnTo>
                  <a:cubicBezTo>
                    <a:pt x="929" y="144"/>
                    <a:pt x="810" y="1"/>
                    <a:pt x="66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7" name="Google Shape;27987;p152"/>
            <p:cNvSpPr/>
            <p:nvPr/>
          </p:nvSpPr>
          <p:spPr>
            <a:xfrm>
              <a:off x="2609953" y="1959706"/>
              <a:ext cx="216742" cy="318922"/>
            </a:xfrm>
            <a:custGeom>
              <a:rect b="b" l="l" r="r" t="t"/>
              <a:pathLst>
                <a:path extrusionOk="0" h="9813" w="6669">
                  <a:moveTo>
                    <a:pt x="286" y="1"/>
                  </a:moveTo>
                  <a:cubicBezTo>
                    <a:pt x="120" y="1"/>
                    <a:pt x="1" y="120"/>
                    <a:pt x="1" y="263"/>
                  </a:cubicBezTo>
                  <a:lnTo>
                    <a:pt x="1" y="9550"/>
                  </a:lnTo>
                  <a:cubicBezTo>
                    <a:pt x="1" y="9693"/>
                    <a:pt x="120" y="9812"/>
                    <a:pt x="286" y="9812"/>
                  </a:cubicBezTo>
                  <a:lnTo>
                    <a:pt x="6383" y="9812"/>
                  </a:lnTo>
                  <a:cubicBezTo>
                    <a:pt x="6550" y="9812"/>
                    <a:pt x="6669" y="9693"/>
                    <a:pt x="6645" y="9526"/>
                  </a:cubicBezTo>
                  <a:lnTo>
                    <a:pt x="6645" y="263"/>
                  </a:lnTo>
                  <a:cubicBezTo>
                    <a:pt x="6645" y="120"/>
                    <a:pt x="6526" y="1"/>
                    <a:pt x="638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8" name="Google Shape;27988;p152"/>
            <p:cNvSpPr/>
            <p:nvPr/>
          </p:nvSpPr>
          <p:spPr>
            <a:xfrm>
              <a:off x="2797251" y="1958146"/>
              <a:ext cx="29445" cy="319703"/>
            </a:xfrm>
            <a:custGeom>
              <a:rect b="b" l="l" r="r" t="t"/>
              <a:pathLst>
                <a:path extrusionOk="0" h="9837" w="906">
                  <a:moveTo>
                    <a:pt x="1" y="1"/>
                  </a:moveTo>
                  <a:cubicBezTo>
                    <a:pt x="144" y="1"/>
                    <a:pt x="263" y="120"/>
                    <a:pt x="263" y="287"/>
                  </a:cubicBezTo>
                  <a:lnTo>
                    <a:pt x="263" y="9574"/>
                  </a:lnTo>
                  <a:cubicBezTo>
                    <a:pt x="263" y="9717"/>
                    <a:pt x="144" y="9836"/>
                    <a:pt x="1" y="9836"/>
                  </a:cubicBezTo>
                  <a:lnTo>
                    <a:pt x="644" y="9836"/>
                  </a:lnTo>
                  <a:cubicBezTo>
                    <a:pt x="787" y="9836"/>
                    <a:pt x="906" y="9717"/>
                    <a:pt x="906" y="9574"/>
                  </a:cubicBezTo>
                  <a:lnTo>
                    <a:pt x="906" y="287"/>
                  </a:lnTo>
                  <a:cubicBezTo>
                    <a:pt x="906" y="120"/>
                    <a:pt x="787" y="1"/>
                    <a:pt x="64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9" name="Google Shape;27989;p152"/>
            <p:cNvSpPr/>
            <p:nvPr/>
          </p:nvSpPr>
          <p:spPr>
            <a:xfrm>
              <a:off x="2722176" y="2164813"/>
              <a:ext cx="147095" cy="75888"/>
            </a:xfrm>
            <a:custGeom>
              <a:rect b="b" l="l" r="r" t="t"/>
              <a:pathLst>
                <a:path extrusionOk="0" h="2335" w="4526">
                  <a:moveTo>
                    <a:pt x="239" y="0"/>
                  </a:moveTo>
                  <a:cubicBezTo>
                    <a:pt x="120" y="0"/>
                    <a:pt x="1" y="72"/>
                    <a:pt x="1" y="239"/>
                  </a:cubicBezTo>
                  <a:lnTo>
                    <a:pt x="1" y="2096"/>
                  </a:lnTo>
                  <a:cubicBezTo>
                    <a:pt x="1" y="2215"/>
                    <a:pt x="96" y="2334"/>
                    <a:pt x="239" y="2334"/>
                  </a:cubicBezTo>
                  <a:lnTo>
                    <a:pt x="4264" y="2334"/>
                  </a:lnTo>
                  <a:cubicBezTo>
                    <a:pt x="4406" y="2334"/>
                    <a:pt x="4526" y="2215"/>
                    <a:pt x="4502" y="2096"/>
                  </a:cubicBezTo>
                  <a:lnTo>
                    <a:pt x="4502" y="239"/>
                  </a:lnTo>
                  <a:cubicBezTo>
                    <a:pt x="4502" y="119"/>
                    <a:pt x="4406" y="0"/>
                    <a:pt x="4264"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0" name="Google Shape;27990;p152"/>
            <p:cNvSpPr/>
            <p:nvPr/>
          </p:nvSpPr>
          <p:spPr>
            <a:xfrm>
              <a:off x="2646321" y="2027826"/>
              <a:ext cx="144788" cy="30972"/>
            </a:xfrm>
            <a:custGeom>
              <a:rect b="b" l="l" r="r" t="t"/>
              <a:pathLst>
                <a:path extrusionOk="0" h="953" w="4455">
                  <a:moveTo>
                    <a:pt x="120" y="0"/>
                  </a:moveTo>
                  <a:cubicBezTo>
                    <a:pt x="49" y="0"/>
                    <a:pt x="1" y="72"/>
                    <a:pt x="1" y="119"/>
                  </a:cubicBezTo>
                  <a:lnTo>
                    <a:pt x="1" y="834"/>
                  </a:lnTo>
                  <a:cubicBezTo>
                    <a:pt x="1" y="905"/>
                    <a:pt x="49" y="953"/>
                    <a:pt x="120" y="953"/>
                  </a:cubicBezTo>
                  <a:lnTo>
                    <a:pt x="4335" y="953"/>
                  </a:lnTo>
                  <a:cubicBezTo>
                    <a:pt x="4407" y="953"/>
                    <a:pt x="4454" y="905"/>
                    <a:pt x="4454" y="834"/>
                  </a:cubicBezTo>
                  <a:lnTo>
                    <a:pt x="4454" y="119"/>
                  </a:lnTo>
                  <a:cubicBezTo>
                    <a:pt x="4454" y="72"/>
                    <a:pt x="4407" y="0"/>
                    <a:pt x="4335"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1" name="Google Shape;27991;p152"/>
            <p:cNvSpPr/>
            <p:nvPr/>
          </p:nvSpPr>
          <p:spPr>
            <a:xfrm>
              <a:off x="2839826" y="2163253"/>
              <a:ext cx="29445" cy="76667"/>
            </a:xfrm>
            <a:custGeom>
              <a:rect b="b" l="l" r="r" t="t"/>
              <a:pathLst>
                <a:path extrusionOk="0" h="2359" w="906">
                  <a:moveTo>
                    <a:pt x="1" y="1"/>
                  </a:moveTo>
                  <a:cubicBezTo>
                    <a:pt x="144" y="1"/>
                    <a:pt x="239" y="120"/>
                    <a:pt x="239" y="239"/>
                  </a:cubicBezTo>
                  <a:lnTo>
                    <a:pt x="239" y="2120"/>
                  </a:lnTo>
                  <a:cubicBezTo>
                    <a:pt x="239" y="2263"/>
                    <a:pt x="120" y="2358"/>
                    <a:pt x="1" y="2358"/>
                  </a:cubicBezTo>
                  <a:lnTo>
                    <a:pt x="644" y="2358"/>
                  </a:lnTo>
                  <a:cubicBezTo>
                    <a:pt x="786" y="2358"/>
                    <a:pt x="882" y="2239"/>
                    <a:pt x="882" y="2120"/>
                  </a:cubicBezTo>
                  <a:lnTo>
                    <a:pt x="882" y="239"/>
                  </a:lnTo>
                  <a:cubicBezTo>
                    <a:pt x="906" y="96"/>
                    <a:pt x="786" y="1"/>
                    <a:pt x="644"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2" name="Google Shape;27992;p152"/>
            <p:cNvSpPr/>
            <p:nvPr/>
          </p:nvSpPr>
          <p:spPr>
            <a:xfrm>
              <a:off x="2766311" y="2027826"/>
              <a:ext cx="24797" cy="30972"/>
            </a:xfrm>
            <a:custGeom>
              <a:rect b="b" l="l" r="r" t="t"/>
              <a:pathLst>
                <a:path extrusionOk="0" h="953" w="763">
                  <a:moveTo>
                    <a:pt x="0" y="0"/>
                  </a:moveTo>
                  <a:cubicBezTo>
                    <a:pt x="48" y="0"/>
                    <a:pt x="119" y="72"/>
                    <a:pt x="119" y="119"/>
                  </a:cubicBezTo>
                  <a:lnTo>
                    <a:pt x="119" y="834"/>
                  </a:lnTo>
                  <a:cubicBezTo>
                    <a:pt x="119" y="905"/>
                    <a:pt x="48" y="953"/>
                    <a:pt x="0" y="953"/>
                  </a:cubicBezTo>
                  <a:lnTo>
                    <a:pt x="643" y="953"/>
                  </a:lnTo>
                  <a:cubicBezTo>
                    <a:pt x="715" y="953"/>
                    <a:pt x="762" y="905"/>
                    <a:pt x="762" y="834"/>
                  </a:cubicBezTo>
                  <a:lnTo>
                    <a:pt x="762" y="119"/>
                  </a:lnTo>
                  <a:cubicBezTo>
                    <a:pt x="762" y="72"/>
                    <a:pt x="715" y="0"/>
                    <a:pt x="643"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3" name="Google Shape;27993;p152"/>
            <p:cNvSpPr/>
            <p:nvPr/>
          </p:nvSpPr>
          <p:spPr>
            <a:xfrm>
              <a:off x="2822016" y="2182623"/>
              <a:ext cx="23270" cy="40430"/>
            </a:xfrm>
            <a:custGeom>
              <a:rect b="b" l="l" r="r" t="t"/>
              <a:pathLst>
                <a:path extrusionOk="0" h="1244" w="716">
                  <a:moveTo>
                    <a:pt x="144" y="0"/>
                  </a:moveTo>
                  <a:cubicBezTo>
                    <a:pt x="72" y="0"/>
                    <a:pt x="1" y="72"/>
                    <a:pt x="1" y="167"/>
                  </a:cubicBezTo>
                  <a:lnTo>
                    <a:pt x="1" y="1072"/>
                  </a:lnTo>
                  <a:cubicBezTo>
                    <a:pt x="1" y="1143"/>
                    <a:pt x="25" y="1191"/>
                    <a:pt x="96" y="1238"/>
                  </a:cubicBezTo>
                  <a:cubicBezTo>
                    <a:pt x="108" y="1242"/>
                    <a:pt x="121" y="1243"/>
                    <a:pt x="134" y="1243"/>
                  </a:cubicBezTo>
                  <a:cubicBezTo>
                    <a:pt x="220" y="1243"/>
                    <a:pt x="310" y="1175"/>
                    <a:pt x="310" y="1072"/>
                  </a:cubicBezTo>
                  <a:lnTo>
                    <a:pt x="310" y="762"/>
                  </a:lnTo>
                  <a:lnTo>
                    <a:pt x="501" y="762"/>
                  </a:lnTo>
                  <a:cubicBezTo>
                    <a:pt x="572" y="762"/>
                    <a:pt x="620" y="715"/>
                    <a:pt x="668" y="667"/>
                  </a:cubicBezTo>
                  <a:cubicBezTo>
                    <a:pt x="668" y="548"/>
                    <a:pt x="596" y="429"/>
                    <a:pt x="501" y="429"/>
                  </a:cubicBezTo>
                  <a:lnTo>
                    <a:pt x="310" y="429"/>
                  </a:lnTo>
                  <a:lnTo>
                    <a:pt x="310" y="310"/>
                  </a:lnTo>
                  <a:lnTo>
                    <a:pt x="549" y="310"/>
                  </a:lnTo>
                  <a:cubicBezTo>
                    <a:pt x="596" y="310"/>
                    <a:pt x="668" y="286"/>
                    <a:pt x="692" y="214"/>
                  </a:cubicBezTo>
                  <a:cubicBezTo>
                    <a:pt x="715" y="119"/>
                    <a:pt x="668" y="0"/>
                    <a:pt x="549"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4" name="Google Shape;27994;p152"/>
            <p:cNvSpPr/>
            <p:nvPr/>
          </p:nvSpPr>
          <p:spPr>
            <a:xfrm>
              <a:off x="2784088" y="2182623"/>
              <a:ext cx="30225" cy="37928"/>
            </a:xfrm>
            <a:custGeom>
              <a:rect b="b" l="l" r="r" t="t"/>
              <a:pathLst>
                <a:path extrusionOk="0" h="1167" w="930">
                  <a:moveTo>
                    <a:pt x="430" y="310"/>
                  </a:moveTo>
                  <a:cubicBezTo>
                    <a:pt x="644" y="310"/>
                    <a:pt x="644" y="548"/>
                    <a:pt x="644" y="595"/>
                  </a:cubicBezTo>
                  <a:cubicBezTo>
                    <a:pt x="644" y="762"/>
                    <a:pt x="573" y="905"/>
                    <a:pt x="430" y="905"/>
                  </a:cubicBezTo>
                  <a:lnTo>
                    <a:pt x="311" y="905"/>
                  </a:lnTo>
                  <a:lnTo>
                    <a:pt x="311" y="595"/>
                  </a:lnTo>
                  <a:lnTo>
                    <a:pt x="311" y="310"/>
                  </a:lnTo>
                  <a:close/>
                  <a:moveTo>
                    <a:pt x="120" y="0"/>
                  </a:moveTo>
                  <a:cubicBezTo>
                    <a:pt x="72" y="48"/>
                    <a:pt x="1" y="95"/>
                    <a:pt x="1" y="167"/>
                  </a:cubicBezTo>
                  <a:lnTo>
                    <a:pt x="1" y="1024"/>
                  </a:lnTo>
                  <a:lnTo>
                    <a:pt x="1" y="1048"/>
                  </a:lnTo>
                  <a:cubicBezTo>
                    <a:pt x="1" y="1072"/>
                    <a:pt x="49" y="1119"/>
                    <a:pt x="49" y="1143"/>
                  </a:cubicBezTo>
                  <a:cubicBezTo>
                    <a:pt x="72" y="1167"/>
                    <a:pt x="96" y="1167"/>
                    <a:pt x="120" y="1167"/>
                  </a:cubicBezTo>
                  <a:lnTo>
                    <a:pt x="406" y="1167"/>
                  </a:lnTo>
                  <a:cubicBezTo>
                    <a:pt x="692" y="1167"/>
                    <a:pt x="906" y="929"/>
                    <a:pt x="906" y="572"/>
                  </a:cubicBezTo>
                  <a:cubicBezTo>
                    <a:pt x="930" y="238"/>
                    <a:pt x="715" y="0"/>
                    <a:pt x="43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5" name="Google Shape;27995;p152"/>
            <p:cNvSpPr/>
            <p:nvPr/>
          </p:nvSpPr>
          <p:spPr>
            <a:xfrm>
              <a:off x="2750808" y="2182623"/>
              <a:ext cx="26358" cy="40397"/>
            </a:xfrm>
            <a:custGeom>
              <a:rect b="b" l="l" r="r" t="t"/>
              <a:pathLst>
                <a:path extrusionOk="0" h="1243" w="811">
                  <a:moveTo>
                    <a:pt x="406" y="286"/>
                  </a:moveTo>
                  <a:cubicBezTo>
                    <a:pt x="477" y="286"/>
                    <a:pt x="525" y="334"/>
                    <a:pt x="525" y="405"/>
                  </a:cubicBezTo>
                  <a:cubicBezTo>
                    <a:pt x="525" y="453"/>
                    <a:pt x="477" y="524"/>
                    <a:pt x="406" y="524"/>
                  </a:cubicBezTo>
                  <a:lnTo>
                    <a:pt x="287" y="524"/>
                  </a:lnTo>
                  <a:lnTo>
                    <a:pt x="287" y="405"/>
                  </a:lnTo>
                  <a:lnTo>
                    <a:pt x="287" y="286"/>
                  </a:lnTo>
                  <a:close/>
                  <a:moveTo>
                    <a:pt x="144" y="0"/>
                  </a:moveTo>
                  <a:cubicBezTo>
                    <a:pt x="144" y="0"/>
                    <a:pt x="1" y="0"/>
                    <a:pt x="1" y="167"/>
                  </a:cubicBezTo>
                  <a:lnTo>
                    <a:pt x="1" y="1072"/>
                  </a:lnTo>
                  <a:cubicBezTo>
                    <a:pt x="1" y="1143"/>
                    <a:pt x="49" y="1191"/>
                    <a:pt x="96" y="1238"/>
                  </a:cubicBezTo>
                  <a:cubicBezTo>
                    <a:pt x="106" y="1241"/>
                    <a:pt x="116" y="1242"/>
                    <a:pt x="126" y="1242"/>
                  </a:cubicBezTo>
                  <a:cubicBezTo>
                    <a:pt x="211" y="1242"/>
                    <a:pt x="287" y="1157"/>
                    <a:pt x="287" y="1072"/>
                  </a:cubicBezTo>
                  <a:lnTo>
                    <a:pt x="287" y="834"/>
                  </a:lnTo>
                  <a:lnTo>
                    <a:pt x="406" y="834"/>
                  </a:lnTo>
                  <a:cubicBezTo>
                    <a:pt x="644" y="834"/>
                    <a:pt x="811" y="667"/>
                    <a:pt x="811" y="429"/>
                  </a:cubicBezTo>
                  <a:cubicBezTo>
                    <a:pt x="811" y="214"/>
                    <a:pt x="644" y="0"/>
                    <a:pt x="406"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6" name="Google Shape;27996;p152"/>
            <p:cNvSpPr/>
            <p:nvPr/>
          </p:nvSpPr>
          <p:spPr>
            <a:xfrm>
              <a:off x="2645573" y="2002281"/>
              <a:ext cx="77415" cy="10075"/>
            </a:xfrm>
            <a:custGeom>
              <a:rect b="b" l="l" r="r" t="t"/>
              <a:pathLst>
                <a:path extrusionOk="0" h="310" w="2382">
                  <a:moveTo>
                    <a:pt x="191" y="0"/>
                  </a:moveTo>
                  <a:cubicBezTo>
                    <a:pt x="95" y="0"/>
                    <a:pt x="0" y="72"/>
                    <a:pt x="48" y="191"/>
                  </a:cubicBezTo>
                  <a:cubicBezTo>
                    <a:pt x="48" y="262"/>
                    <a:pt x="95" y="310"/>
                    <a:pt x="191" y="310"/>
                  </a:cubicBezTo>
                  <a:lnTo>
                    <a:pt x="2215" y="310"/>
                  </a:lnTo>
                  <a:cubicBezTo>
                    <a:pt x="2310" y="310"/>
                    <a:pt x="2382" y="239"/>
                    <a:pt x="2358" y="119"/>
                  </a:cubicBezTo>
                  <a:cubicBezTo>
                    <a:pt x="2358" y="48"/>
                    <a:pt x="2310" y="0"/>
                    <a:pt x="221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7" name="Google Shape;27997;p152"/>
            <p:cNvSpPr/>
            <p:nvPr/>
          </p:nvSpPr>
          <p:spPr>
            <a:xfrm>
              <a:off x="2644793" y="2157078"/>
              <a:ext cx="52650" cy="10075"/>
            </a:xfrm>
            <a:custGeom>
              <a:rect b="b" l="l" r="r" t="t"/>
              <a:pathLst>
                <a:path extrusionOk="0" h="310" w="1620">
                  <a:moveTo>
                    <a:pt x="191" y="0"/>
                  </a:moveTo>
                  <a:cubicBezTo>
                    <a:pt x="96" y="0"/>
                    <a:pt x="0" y="72"/>
                    <a:pt x="48" y="191"/>
                  </a:cubicBezTo>
                  <a:cubicBezTo>
                    <a:pt x="48" y="262"/>
                    <a:pt x="96" y="310"/>
                    <a:pt x="191" y="310"/>
                  </a:cubicBezTo>
                  <a:lnTo>
                    <a:pt x="1429" y="310"/>
                  </a:lnTo>
                  <a:cubicBezTo>
                    <a:pt x="1524" y="310"/>
                    <a:pt x="1620" y="238"/>
                    <a:pt x="1596" y="119"/>
                  </a:cubicBezTo>
                  <a:cubicBezTo>
                    <a:pt x="1596" y="48"/>
                    <a:pt x="1524" y="0"/>
                    <a:pt x="1429"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8" name="Google Shape;27998;p152"/>
            <p:cNvSpPr/>
            <p:nvPr/>
          </p:nvSpPr>
          <p:spPr>
            <a:xfrm>
              <a:off x="2644793" y="2181063"/>
              <a:ext cx="52650" cy="10855"/>
            </a:xfrm>
            <a:custGeom>
              <a:rect b="b" l="l" r="r" t="t"/>
              <a:pathLst>
                <a:path extrusionOk="0" h="334" w="1620">
                  <a:moveTo>
                    <a:pt x="191" y="0"/>
                  </a:moveTo>
                  <a:cubicBezTo>
                    <a:pt x="96" y="0"/>
                    <a:pt x="0" y="96"/>
                    <a:pt x="48" y="215"/>
                  </a:cubicBezTo>
                  <a:cubicBezTo>
                    <a:pt x="48" y="262"/>
                    <a:pt x="96" y="334"/>
                    <a:pt x="191" y="334"/>
                  </a:cubicBezTo>
                  <a:lnTo>
                    <a:pt x="1429" y="334"/>
                  </a:lnTo>
                  <a:cubicBezTo>
                    <a:pt x="1524" y="334"/>
                    <a:pt x="1620" y="239"/>
                    <a:pt x="1596" y="120"/>
                  </a:cubicBezTo>
                  <a:cubicBezTo>
                    <a:pt x="1596" y="48"/>
                    <a:pt x="1524" y="0"/>
                    <a:pt x="1429"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9" name="Google Shape;27999;p152"/>
            <p:cNvSpPr/>
            <p:nvPr/>
          </p:nvSpPr>
          <p:spPr>
            <a:xfrm>
              <a:off x="2644793" y="2205828"/>
              <a:ext cx="52650" cy="10855"/>
            </a:xfrm>
            <a:custGeom>
              <a:rect b="b" l="l" r="r" t="t"/>
              <a:pathLst>
                <a:path extrusionOk="0" h="334" w="1620">
                  <a:moveTo>
                    <a:pt x="191" y="1"/>
                  </a:moveTo>
                  <a:cubicBezTo>
                    <a:pt x="96" y="1"/>
                    <a:pt x="0" y="96"/>
                    <a:pt x="48" y="215"/>
                  </a:cubicBezTo>
                  <a:cubicBezTo>
                    <a:pt x="48" y="286"/>
                    <a:pt x="96" y="334"/>
                    <a:pt x="191" y="334"/>
                  </a:cubicBezTo>
                  <a:lnTo>
                    <a:pt x="1429" y="334"/>
                  </a:lnTo>
                  <a:cubicBezTo>
                    <a:pt x="1524" y="334"/>
                    <a:pt x="1620" y="239"/>
                    <a:pt x="1596" y="120"/>
                  </a:cubicBezTo>
                  <a:cubicBezTo>
                    <a:pt x="1596" y="72"/>
                    <a:pt x="1524" y="1"/>
                    <a:pt x="1429"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0" name="Google Shape;28000;p152"/>
            <p:cNvSpPr/>
            <p:nvPr/>
          </p:nvSpPr>
          <p:spPr>
            <a:xfrm>
              <a:off x="2644793" y="2231373"/>
              <a:ext cx="52650" cy="10855"/>
            </a:xfrm>
            <a:custGeom>
              <a:rect b="b" l="l" r="r" t="t"/>
              <a:pathLst>
                <a:path extrusionOk="0" h="334" w="1620">
                  <a:moveTo>
                    <a:pt x="191" y="0"/>
                  </a:moveTo>
                  <a:cubicBezTo>
                    <a:pt x="96" y="0"/>
                    <a:pt x="0" y="72"/>
                    <a:pt x="48" y="215"/>
                  </a:cubicBezTo>
                  <a:cubicBezTo>
                    <a:pt x="48" y="262"/>
                    <a:pt x="96" y="334"/>
                    <a:pt x="191" y="334"/>
                  </a:cubicBezTo>
                  <a:lnTo>
                    <a:pt x="1429" y="334"/>
                  </a:lnTo>
                  <a:cubicBezTo>
                    <a:pt x="1524" y="334"/>
                    <a:pt x="1620" y="239"/>
                    <a:pt x="1596" y="119"/>
                  </a:cubicBezTo>
                  <a:cubicBezTo>
                    <a:pt x="1596" y="48"/>
                    <a:pt x="1524" y="0"/>
                    <a:pt x="1429"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1" name="Google Shape;28001;p152"/>
            <p:cNvSpPr/>
            <p:nvPr/>
          </p:nvSpPr>
          <p:spPr>
            <a:xfrm>
              <a:off x="2644793" y="2088178"/>
              <a:ext cx="153270" cy="10888"/>
            </a:xfrm>
            <a:custGeom>
              <a:rect b="b" l="l" r="r" t="t"/>
              <a:pathLst>
                <a:path extrusionOk="0" h="335" w="4716">
                  <a:moveTo>
                    <a:pt x="191" y="1"/>
                  </a:moveTo>
                  <a:cubicBezTo>
                    <a:pt x="96" y="1"/>
                    <a:pt x="0" y="96"/>
                    <a:pt x="24" y="215"/>
                  </a:cubicBezTo>
                  <a:cubicBezTo>
                    <a:pt x="24" y="263"/>
                    <a:pt x="96" y="334"/>
                    <a:pt x="191" y="334"/>
                  </a:cubicBezTo>
                  <a:lnTo>
                    <a:pt x="4525" y="334"/>
                  </a:lnTo>
                  <a:cubicBezTo>
                    <a:pt x="4620" y="334"/>
                    <a:pt x="4716" y="239"/>
                    <a:pt x="4692" y="120"/>
                  </a:cubicBezTo>
                  <a:cubicBezTo>
                    <a:pt x="4692" y="48"/>
                    <a:pt x="4620" y="1"/>
                    <a:pt x="452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2" name="Google Shape;28002;p152"/>
            <p:cNvSpPr/>
            <p:nvPr/>
          </p:nvSpPr>
          <p:spPr>
            <a:xfrm>
              <a:off x="2644793" y="2112163"/>
              <a:ext cx="153270" cy="10888"/>
            </a:xfrm>
            <a:custGeom>
              <a:rect b="b" l="l" r="r" t="t"/>
              <a:pathLst>
                <a:path extrusionOk="0" h="335" w="4716">
                  <a:moveTo>
                    <a:pt x="191" y="1"/>
                  </a:moveTo>
                  <a:cubicBezTo>
                    <a:pt x="96" y="1"/>
                    <a:pt x="0" y="96"/>
                    <a:pt x="24" y="215"/>
                  </a:cubicBezTo>
                  <a:cubicBezTo>
                    <a:pt x="24" y="263"/>
                    <a:pt x="96" y="334"/>
                    <a:pt x="191" y="334"/>
                  </a:cubicBezTo>
                  <a:lnTo>
                    <a:pt x="4525" y="334"/>
                  </a:lnTo>
                  <a:cubicBezTo>
                    <a:pt x="4620" y="334"/>
                    <a:pt x="4716" y="239"/>
                    <a:pt x="4692" y="120"/>
                  </a:cubicBezTo>
                  <a:cubicBezTo>
                    <a:pt x="4692" y="72"/>
                    <a:pt x="4620" y="1"/>
                    <a:pt x="452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3" name="Google Shape;28003;p152"/>
          <p:cNvGrpSpPr/>
          <p:nvPr/>
        </p:nvGrpSpPr>
        <p:grpSpPr>
          <a:xfrm>
            <a:off x="3270158" y="1832851"/>
            <a:ext cx="357598" cy="228345"/>
            <a:chOff x="3270158" y="1985251"/>
            <a:chExt cx="357598" cy="228345"/>
          </a:xfrm>
        </p:grpSpPr>
        <p:sp>
          <p:nvSpPr>
            <p:cNvPr id="28004" name="Google Shape;28004;p152"/>
            <p:cNvSpPr/>
            <p:nvPr/>
          </p:nvSpPr>
          <p:spPr>
            <a:xfrm>
              <a:off x="3293363" y="1985251"/>
              <a:ext cx="312715" cy="209788"/>
            </a:xfrm>
            <a:custGeom>
              <a:rect b="b" l="l" r="r" t="t"/>
              <a:pathLst>
                <a:path extrusionOk="0" h="6455" w="9622">
                  <a:moveTo>
                    <a:pt x="406" y="0"/>
                  </a:moveTo>
                  <a:cubicBezTo>
                    <a:pt x="168" y="0"/>
                    <a:pt x="1" y="191"/>
                    <a:pt x="1" y="429"/>
                  </a:cubicBezTo>
                  <a:lnTo>
                    <a:pt x="1" y="6264"/>
                  </a:lnTo>
                  <a:lnTo>
                    <a:pt x="4764" y="6454"/>
                  </a:lnTo>
                  <a:lnTo>
                    <a:pt x="9622" y="6264"/>
                  </a:lnTo>
                  <a:lnTo>
                    <a:pt x="9622" y="429"/>
                  </a:lnTo>
                  <a:cubicBezTo>
                    <a:pt x="9574" y="215"/>
                    <a:pt x="9408" y="0"/>
                    <a:pt x="9193"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5" name="Google Shape;28005;p152"/>
            <p:cNvSpPr/>
            <p:nvPr/>
          </p:nvSpPr>
          <p:spPr>
            <a:xfrm>
              <a:off x="3316601" y="2008456"/>
              <a:ext cx="264713" cy="186583"/>
            </a:xfrm>
            <a:custGeom>
              <a:rect b="b" l="l" r="r" t="t"/>
              <a:pathLst>
                <a:path extrusionOk="0" h="5741" w="8145">
                  <a:moveTo>
                    <a:pt x="167" y="1"/>
                  </a:moveTo>
                  <a:cubicBezTo>
                    <a:pt x="96" y="1"/>
                    <a:pt x="0" y="96"/>
                    <a:pt x="0" y="191"/>
                  </a:cubicBezTo>
                  <a:lnTo>
                    <a:pt x="0" y="5550"/>
                  </a:lnTo>
                  <a:lnTo>
                    <a:pt x="3906" y="5740"/>
                  </a:lnTo>
                  <a:lnTo>
                    <a:pt x="8145" y="5550"/>
                  </a:lnTo>
                  <a:lnTo>
                    <a:pt x="8145" y="191"/>
                  </a:lnTo>
                  <a:cubicBezTo>
                    <a:pt x="8145" y="96"/>
                    <a:pt x="8073" y="1"/>
                    <a:pt x="797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6" name="Google Shape;28006;p152"/>
            <p:cNvSpPr/>
            <p:nvPr/>
          </p:nvSpPr>
          <p:spPr>
            <a:xfrm>
              <a:off x="3555768" y="2008456"/>
              <a:ext cx="27105" cy="180375"/>
            </a:xfrm>
            <a:custGeom>
              <a:rect b="b" l="l" r="r" t="t"/>
              <a:pathLst>
                <a:path extrusionOk="0" h="5550" w="834">
                  <a:moveTo>
                    <a:pt x="0" y="1"/>
                  </a:moveTo>
                  <a:cubicBezTo>
                    <a:pt x="71" y="1"/>
                    <a:pt x="167" y="96"/>
                    <a:pt x="167" y="191"/>
                  </a:cubicBezTo>
                  <a:lnTo>
                    <a:pt x="167" y="5550"/>
                  </a:lnTo>
                  <a:lnTo>
                    <a:pt x="834" y="5550"/>
                  </a:lnTo>
                  <a:lnTo>
                    <a:pt x="834" y="191"/>
                  </a:lnTo>
                  <a:cubicBezTo>
                    <a:pt x="834" y="96"/>
                    <a:pt x="738"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7" name="Google Shape;28007;p152"/>
            <p:cNvSpPr/>
            <p:nvPr/>
          </p:nvSpPr>
          <p:spPr>
            <a:xfrm>
              <a:off x="3571238" y="1985251"/>
              <a:ext cx="34840" cy="203580"/>
            </a:xfrm>
            <a:custGeom>
              <a:rect b="b" l="l" r="r" t="t"/>
              <a:pathLst>
                <a:path extrusionOk="0" h="6264" w="1072">
                  <a:moveTo>
                    <a:pt x="0" y="0"/>
                  </a:moveTo>
                  <a:cubicBezTo>
                    <a:pt x="238" y="0"/>
                    <a:pt x="405" y="191"/>
                    <a:pt x="405" y="429"/>
                  </a:cubicBezTo>
                  <a:lnTo>
                    <a:pt x="405" y="6264"/>
                  </a:lnTo>
                  <a:lnTo>
                    <a:pt x="1072" y="6264"/>
                  </a:lnTo>
                  <a:lnTo>
                    <a:pt x="1072" y="429"/>
                  </a:lnTo>
                  <a:cubicBezTo>
                    <a:pt x="1072" y="215"/>
                    <a:pt x="881" y="0"/>
                    <a:pt x="667"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8" name="Google Shape;28008;p152"/>
            <p:cNvSpPr/>
            <p:nvPr/>
          </p:nvSpPr>
          <p:spPr>
            <a:xfrm>
              <a:off x="3359923" y="2061886"/>
              <a:ext cx="46475" cy="130033"/>
            </a:xfrm>
            <a:custGeom>
              <a:rect b="b" l="l" r="r" t="t"/>
              <a:pathLst>
                <a:path extrusionOk="0" h="4001" w="1430">
                  <a:moveTo>
                    <a:pt x="144" y="0"/>
                  </a:moveTo>
                  <a:cubicBezTo>
                    <a:pt x="72" y="0"/>
                    <a:pt x="1" y="72"/>
                    <a:pt x="1" y="143"/>
                  </a:cubicBezTo>
                  <a:lnTo>
                    <a:pt x="1" y="953"/>
                  </a:lnTo>
                  <a:lnTo>
                    <a:pt x="215" y="1310"/>
                  </a:lnTo>
                  <a:lnTo>
                    <a:pt x="1" y="1619"/>
                  </a:lnTo>
                  <a:lnTo>
                    <a:pt x="1" y="3929"/>
                  </a:lnTo>
                  <a:lnTo>
                    <a:pt x="1430" y="4001"/>
                  </a:lnTo>
                  <a:lnTo>
                    <a:pt x="1096" y="0"/>
                  </a:ln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9" name="Google Shape;28009;p152"/>
            <p:cNvSpPr/>
            <p:nvPr/>
          </p:nvSpPr>
          <p:spPr>
            <a:xfrm>
              <a:off x="3460543" y="2082003"/>
              <a:ext cx="49563" cy="113035"/>
            </a:xfrm>
            <a:custGeom>
              <a:rect b="b" l="l" r="r" t="t"/>
              <a:pathLst>
                <a:path extrusionOk="0" h="3478" w="1525">
                  <a:moveTo>
                    <a:pt x="215" y="0"/>
                  </a:moveTo>
                  <a:lnTo>
                    <a:pt x="1" y="2263"/>
                  </a:lnTo>
                  <a:lnTo>
                    <a:pt x="215" y="3287"/>
                  </a:lnTo>
                  <a:lnTo>
                    <a:pt x="787" y="3477"/>
                  </a:lnTo>
                  <a:lnTo>
                    <a:pt x="1311" y="3287"/>
                  </a:lnTo>
                  <a:lnTo>
                    <a:pt x="1525" y="2215"/>
                  </a:lnTo>
                  <a:lnTo>
                    <a:pt x="1311" y="0"/>
                  </a:ln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0" name="Google Shape;28010;p152"/>
            <p:cNvSpPr/>
            <p:nvPr/>
          </p:nvSpPr>
          <p:spPr>
            <a:xfrm>
              <a:off x="3424956" y="2061886"/>
              <a:ext cx="42607" cy="127725"/>
            </a:xfrm>
            <a:custGeom>
              <a:rect b="b" l="l" r="r" t="t"/>
              <a:pathLst>
                <a:path extrusionOk="0" h="3930" w="1311">
                  <a:moveTo>
                    <a:pt x="0" y="0"/>
                  </a:moveTo>
                  <a:lnTo>
                    <a:pt x="143" y="3929"/>
                  </a:lnTo>
                  <a:lnTo>
                    <a:pt x="1310" y="3906"/>
                  </a:lnTo>
                  <a:lnTo>
                    <a:pt x="1310" y="1596"/>
                  </a:lnTo>
                  <a:lnTo>
                    <a:pt x="1096" y="1286"/>
                  </a:lnTo>
                  <a:lnTo>
                    <a:pt x="1310" y="953"/>
                  </a:lnTo>
                  <a:lnTo>
                    <a:pt x="1310" y="143"/>
                  </a:lnTo>
                  <a:cubicBezTo>
                    <a:pt x="1310" y="72"/>
                    <a:pt x="1239" y="0"/>
                    <a:pt x="1167" y="0"/>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1" name="Google Shape;28011;p152"/>
            <p:cNvSpPr/>
            <p:nvPr/>
          </p:nvSpPr>
          <p:spPr>
            <a:xfrm>
              <a:off x="3503118" y="2051031"/>
              <a:ext cx="35653" cy="144008"/>
            </a:xfrm>
            <a:custGeom>
              <a:rect b="b" l="l" r="r" t="t"/>
              <a:pathLst>
                <a:path extrusionOk="0" h="4431" w="1097">
                  <a:moveTo>
                    <a:pt x="191" y="1"/>
                  </a:moveTo>
                  <a:cubicBezTo>
                    <a:pt x="96" y="1"/>
                    <a:pt x="24" y="72"/>
                    <a:pt x="24" y="167"/>
                  </a:cubicBezTo>
                  <a:lnTo>
                    <a:pt x="24" y="834"/>
                  </a:lnTo>
                  <a:lnTo>
                    <a:pt x="239" y="1263"/>
                  </a:lnTo>
                  <a:lnTo>
                    <a:pt x="24" y="1477"/>
                  </a:lnTo>
                  <a:lnTo>
                    <a:pt x="1" y="4240"/>
                  </a:lnTo>
                  <a:lnTo>
                    <a:pt x="715" y="4430"/>
                  </a:lnTo>
                  <a:lnTo>
                    <a:pt x="1096" y="4240"/>
                  </a:lnTo>
                  <a:lnTo>
                    <a:pt x="1096" y="1453"/>
                  </a:lnTo>
                  <a:lnTo>
                    <a:pt x="906" y="1191"/>
                  </a:lnTo>
                  <a:lnTo>
                    <a:pt x="1096" y="834"/>
                  </a:lnTo>
                  <a:lnTo>
                    <a:pt x="1096" y="167"/>
                  </a:lnTo>
                  <a:cubicBezTo>
                    <a:pt x="1096" y="72"/>
                    <a:pt x="1048" y="1"/>
                    <a:pt x="953"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2" name="Google Shape;28012;p152"/>
            <p:cNvSpPr/>
            <p:nvPr/>
          </p:nvSpPr>
          <p:spPr>
            <a:xfrm>
              <a:off x="3359923" y="2092826"/>
              <a:ext cx="42607" cy="20150"/>
            </a:xfrm>
            <a:custGeom>
              <a:rect b="b" l="l" r="r" t="t"/>
              <a:pathLst>
                <a:path extrusionOk="0" h="620" w="1311">
                  <a:moveTo>
                    <a:pt x="1" y="1"/>
                  </a:moveTo>
                  <a:lnTo>
                    <a:pt x="1" y="620"/>
                  </a:lnTo>
                  <a:lnTo>
                    <a:pt x="1096" y="620"/>
                  </a:lnTo>
                  <a:lnTo>
                    <a:pt x="1311" y="310"/>
                  </a:lnTo>
                  <a:lnTo>
                    <a:pt x="10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3" name="Google Shape;28013;p152"/>
            <p:cNvSpPr/>
            <p:nvPr/>
          </p:nvSpPr>
          <p:spPr>
            <a:xfrm>
              <a:off x="3424956" y="2093606"/>
              <a:ext cx="42607" cy="19370"/>
            </a:xfrm>
            <a:custGeom>
              <a:rect b="b" l="l" r="r" t="t"/>
              <a:pathLst>
                <a:path extrusionOk="0" h="596" w="1311">
                  <a:moveTo>
                    <a:pt x="215" y="0"/>
                  </a:moveTo>
                  <a:lnTo>
                    <a:pt x="0" y="310"/>
                  </a:lnTo>
                  <a:lnTo>
                    <a:pt x="215" y="596"/>
                  </a:lnTo>
                  <a:lnTo>
                    <a:pt x="1310" y="596"/>
                  </a:lnTo>
                  <a:lnTo>
                    <a:pt x="13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4" name="Google Shape;28014;p152"/>
            <p:cNvSpPr/>
            <p:nvPr/>
          </p:nvSpPr>
          <p:spPr>
            <a:xfrm>
              <a:off x="3467531" y="2120678"/>
              <a:ext cx="35620" cy="20930"/>
            </a:xfrm>
            <a:custGeom>
              <a:rect b="b" l="l" r="r" t="t"/>
              <a:pathLst>
                <a:path extrusionOk="0" h="644" w="1096">
                  <a:moveTo>
                    <a:pt x="0" y="1"/>
                  </a:moveTo>
                  <a:lnTo>
                    <a:pt x="0" y="644"/>
                  </a:lnTo>
                  <a:lnTo>
                    <a:pt x="1096" y="644"/>
                  </a:lnTo>
                  <a:lnTo>
                    <a:pt x="109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5" name="Google Shape;28015;p152"/>
            <p:cNvSpPr/>
            <p:nvPr/>
          </p:nvSpPr>
          <p:spPr>
            <a:xfrm>
              <a:off x="3503118" y="2078136"/>
              <a:ext cx="35653" cy="20930"/>
            </a:xfrm>
            <a:custGeom>
              <a:rect b="b" l="l" r="r" t="t"/>
              <a:pathLst>
                <a:path extrusionOk="0" h="644" w="1097">
                  <a:moveTo>
                    <a:pt x="1" y="0"/>
                  </a:moveTo>
                  <a:lnTo>
                    <a:pt x="1" y="643"/>
                  </a:lnTo>
                  <a:lnTo>
                    <a:pt x="1096" y="643"/>
                  </a:lnTo>
                  <a:lnTo>
                    <a:pt x="109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6" name="Google Shape;28016;p152"/>
            <p:cNvSpPr/>
            <p:nvPr/>
          </p:nvSpPr>
          <p:spPr>
            <a:xfrm>
              <a:off x="3395543" y="2051031"/>
              <a:ext cx="34872" cy="145535"/>
            </a:xfrm>
            <a:custGeom>
              <a:rect b="b" l="l" r="r" t="t"/>
              <a:pathLst>
                <a:path extrusionOk="0" h="4478" w="1073">
                  <a:moveTo>
                    <a:pt x="167" y="1"/>
                  </a:moveTo>
                  <a:cubicBezTo>
                    <a:pt x="72" y="1"/>
                    <a:pt x="0" y="72"/>
                    <a:pt x="0" y="167"/>
                  </a:cubicBezTo>
                  <a:lnTo>
                    <a:pt x="0" y="834"/>
                  </a:lnTo>
                  <a:lnTo>
                    <a:pt x="215" y="1310"/>
                  </a:lnTo>
                  <a:lnTo>
                    <a:pt x="0" y="1477"/>
                  </a:lnTo>
                  <a:lnTo>
                    <a:pt x="0" y="4263"/>
                  </a:lnTo>
                  <a:lnTo>
                    <a:pt x="548" y="4478"/>
                  </a:lnTo>
                  <a:lnTo>
                    <a:pt x="1072" y="4263"/>
                  </a:lnTo>
                  <a:lnTo>
                    <a:pt x="1072" y="1501"/>
                  </a:lnTo>
                  <a:lnTo>
                    <a:pt x="882" y="1191"/>
                  </a:lnTo>
                  <a:lnTo>
                    <a:pt x="1072" y="882"/>
                  </a:lnTo>
                  <a:lnTo>
                    <a:pt x="1072" y="167"/>
                  </a:lnTo>
                  <a:cubicBezTo>
                    <a:pt x="1072" y="72"/>
                    <a:pt x="1024" y="1"/>
                    <a:pt x="929"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7" name="Google Shape;28017;p152"/>
            <p:cNvSpPr/>
            <p:nvPr/>
          </p:nvSpPr>
          <p:spPr>
            <a:xfrm>
              <a:off x="3395543" y="2078136"/>
              <a:ext cx="36400" cy="20930"/>
            </a:xfrm>
            <a:custGeom>
              <a:rect b="b" l="l" r="r" t="t"/>
              <a:pathLst>
                <a:path extrusionOk="0" h="644" w="1120">
                  <a:moveTo>
                    <a:pt x="0" y="0"/>
                  </a:moveTo>
                  <a:lnTo>
                    <a:pt x="0" y="643"/>
                  </a:lnTo>
                  <a:lnTo>
                    <a:pt x="1120" y="643"/>
                  </a:lnTo>
                  <a:lnTo>
                    <a:pt x="112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8" name="Google Shape;28018;p152"/>
            <p:cNvSpPr/>
            <p:nvPr/>
          </p:nvSpPr>
          <p:spPr>
            <a:xfrm>
              <a:off x="3270158" y="2188798"/>
              <a:ext cx="357598" cy="24797"/>
            </a:xfrm>
            <a:custGeom>
              <a:rect b="b" l="l" r="r" t="t"/>
              <a:pathLst>
                <a:path extrusionOk="0" h="763" w="11003">
                  <a:moveTo>
                    <a:pt x="143" y="1"/>
                  </a:moveTo>
                  <a:cubicBezTo>
                    <a:pt x="48" y="1"/>
                    <a:pt x="0" y="48"/>
                    <a:pt x="0" y="144"/>
                  </a:cubicBezTo>
                  <a:lnTo>
                    <a:pt x="0" y="453"/>
                  </a:lnTo>
                  <a:cubicBezTo>
                    <a:pt x="0" y="620"/>
                    <a:pt x="143" y="763"/>
                    <a:pt x="334" y="763"/>
                  </a:cubicBezTo>
                  <a:lnTo>
                    <a:pt x="4525" y="763"/>
                  </a:lnTo>
                  <a:lnTo>
                    <a:pt x="5502" y="572"/>
                  </a:lnTo>
                  <a:lnTo>
                    <a:pt x="6478" y="763"/>
                  </a:lnTo>
                  <a:lnTo>
                    <a:pt x="10693" y="763"/>
                  </a:lnTo>
                  <a:cubicBezTo>
                    <a:pt x="10860" y="763"/>
                    <a:pt x="11003" y="620"/>
                    <a:pt x="11003" y="453"/>
                  </a:cubicBezTo>
                  <a:lnTo>
                    <a:pt x="11003" y="144"/>
                  </a:lnTo>
                  <a:cubicBezTo>
                    <a:pt x="11003" y="48"/>
                    <a:pt x="10955" y="1"/>
                    <a:pt x="10860" y="1"/>
                  </a:cubicBezTo>
                  <a:lnTo>
                    <a:pt x="6478" y="1"/>
                  </a:lnTo>
                  <a:lnTo>
                    <a:pt x="5502" y="215"/>
                  </a:lnTo>
                  <a:lnTo>
                    <a:pt x="4525" y="1"/>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9" name="Google Shape;28019;p152"/>
            <p:cNvSpPr/>
            <p:nvPr/>
          </p:nvSpPr>
          <p:spPr>
            <a:xfrm>
              <a:off x="3596003" y="2188798"/>
              <a:ext cx="31753" cy="24797"/>
            </a:xfrm>
            <a:custGeom>
              <a:rect b="b" l="l" r="r" t="t"/>
              <a:pathLst>
                <a:path extrusionOk="0" h="763" w="977">
                  <a:moveTo>
                    <a:pt x="191" y="1"/>
                  </a:moveTo>
                  <a:cubicBezTo>
                    <a:pt x="262" y="1"/>
                    <a:pt x="334" y="48"/>
                    <a:pt x="334" y="144"/>
                  </a:cubicBezTo>
                  <a:lnTo>
                    <a:pt x="334" y="453"/>
                  </a:lnTo>
                  <a:cubicBezTo>
                    <a:pt x="334" y="620"/>
                    <a:pt x="191" y="763"/>
                    <a:pt x="0" y="763"/>
                  </a:cubicBezTo>
                  <a:lnTo>
                    <a:pt x="643" y="763"/>
                  </a:lnTo>
                  <a:cubicBezTo>
                    <a:pt x="834" y="763"/>
                    <a:pt x="977" y="620"/>
                    <a:pt x="977" y="453"/>
                  </a:cubicBezTo>
                  <a:lnTo>
                    <a:pt x="977" y="144"/>
                  </a:lnTo>
                  <a:cubicBezTo>
                    <a:pt x="977" y="48"/>
                    <a:pt x="929" y="1"/>
                    <a:pt x="83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0" name="Google Shape;28020;p152"/>
            <p:cNvSpPr/>
            <p:nvPr/>
          </p:nvSpPr>
          <p:spPr>
            <a:xfrm>
              <a:off x="3418001" y="2188798"/>
              <a:ext cx="62725" cy="24017"/>
            </a:xfrm>
            <a:custGeom>
              <a:rect b="b" l="l" r="r" t="t"/>
              <a:pathLst>
                <a:path extrusionOk="0" h="739" w="1930">
                  <a:moveTo>
                    <a:pt x="0" y="1"/>
                  </a:moveTo>
                  <a:lnTo>
                    <a:pt x="0" y="739"/>
                  </a:lnTo>
                  <a:lnTo>
                    <a:pt x="1929" y="739"/>
                  </a:lnTo>
                  <a:lnTo>
                    <a:pt x="1929"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1" name="Google Shape;28021;p152"/>
            <p:cNvSpPr/>
            <p:nvPr/>
          </p:nvSpPr>
          <p:spPr>
            <a:xfrm>
              <a:off x="3459796" y="2188798"/>
              <a:ext cx="20930" cy="24017"/>
            </a:xfrm>
            <a:custGeom>
              <a:rect b="b" l="l" r="r" t="t"/>
              <a:pathLst>
                <a:path extrusionOk="0" h="739" w="644">
                  <a:moveTo>
                    <a:pt x="0" y="1"/>
                  </a:moveTo>
                  <a:lnTo>
                    <a:pt x="0" y="739"/>
                  </a:lnTo>
                  <a:lnTo>
                    <a:pt x="643" y="739"/>
                  </a:lnTo>
                  <a:lnTo>
                    <a:pt x="64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2" name="Google Shape;28022;p152"/>
          <p:cNvGrpSpPr/>
          <p:nvPr/>
        </p:nvGrpSpPr>
        <p:grpSpPr>
          <a:xfrm>
            <a:off x="4026336" y="1811173"/>
            <a:ext cx="358378" cy="272480"/>
            <a:chOff x="4026336" y="1963573"/>
            <a:chExt cx="358378" cy="272480"/>
          </a:xfrm>
        </p:grpSpPr>
        <p:sp>
          <p:nvSpPr>
            <p:cNvPr id="28023" name="Google Shape;28023;p152"/>
            <p:cNvSpPr/>
            <p:nvPr/>
          </p:nvSpPr>
          <p:spPr>
            <a:xfrm>
              <a:off x="4048761" y="2008456"/>
              <a:ext cx="312715" cy="210567"/>
            </a:xfrm>
            <a:custGeom>
              <a:rect b="b" l="l" r="r" t="t"/>
              <a:pathLst>
                <a:path extrusionOk="0" h="6479" w="9622">
                  <a:moveTo>
                    <a:pt x="430" y="1"/>
                  </a:moveTo>
                  <a:cubicBezTo>
                    <a:pt x="191" y="1"/>
                    <a:pt x="1" y="191"/>
                    <a:pt x="1" y="430"/>
                  </a:cubicBezTo>
                  <a:lnTo>
                    <a:pt x="1" y="6264"/>
                  </a:lnTo>
                  <a:lnTo>
                    <a:pt x="4788" y="6478"/>
                  </a:lnTo>
                  <a:lnTo>
                    <a:pt x="9598" y="6264"/>
                  </a:lnTo>
                  <a:lnTo>
                    <a:pt x="9598" y="430"/>
                  </a:lnTo>
                  <a:cubicBezTo>
                    <a:pt x="9622" y="191"/>
                    <a:pt x="9431" y="1"/>
                    <a:pt x="919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4" name="Google Shape;28024;p152"/>
            <p:cNvSpPr/>
            <p:nvPr/>
          </p:nvSpPr>
          <p:spPr>
            <a:xfrm>
              <a:off x="4071998" y="2031693"/>
              <a:ext cx="265493" cy="187330"/>
            </a:xfrm>
            <a:custGeom>
              <a:rect b="b" l="l" r="r" t="t"/>
              <a:pathLst>
                <a:path extrusionOk="0" h="5764" w="8169">
                  <a:moveTo>
                    <a:pt x="191" y="0"/>
                  </a:moveTo>
                  <a:cubicBezTo>
                    <a:pt x="96" y="0"/>
                    <a:pt x="0" y="96"/>
                    <a:pt x="0" y="191"/>
                  </a:cubicBezTo>
                  <a:lnTo>
                    <a:pt x="0" y="5549"/>
                  </a:lnTo>
                  <a:lnTo>
                    <a:pt x="4168" y="5763"/>
                  </a:lnTo>
                  <a:lnTo>
                    <a:pt x="8169" y="5549"/>
                  </a:lnTo>
                  <a:lnTo>
                    <a:pt x="8169" y="191"/>
                  </a:lnTo>
                  <a:cubicBezTo>
                    <a:pt x="8169" y="96"/>
                    <a:pt x="8073" y="0"/>
                    <a:pt x="7978"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5" name="Google Shape;28025;p152"/>
            <p:cNvSpPr/>
            <p:nvPr/>
          </p:nvSpPr>
          <p:spPr>
            <a:xfrm>
              <a:off x="4315059" y="2031693"/>
              <a:ext cx="27138" cy="180375"/>
            </a:xfrm>
            <a:custGeom>
              <a:rect b="b" l="l" r="r" t="t"/>
              <a:pathLst>
                <a:path extrusionOk="0" h="5550" w="835">
                  <a:moveTo>
                    <a:pt x="1" y="0"/>
                  </a:moveTo>
                  <a:cubicBezTo>
                    <a:pt x="96" y="0"/>
                    <a:pt x="168" y="96"/>
                    <a:pt x="168" y="191"/>
                  </a:cubicBezTo>
                  <a:lnTo>
                    <a:pt x="168" y="5549"/>
                  </a:lnTo>
                  <a:lnTo>
                    <a:pt x="834" y="5549"/>
                  </a:lnTo>
                  <a:lnTo>
                    <a:pt x="834" y="191"/>
                  </a:lnTo>
                  <a:cubicBezTo>
                    <a:pt x="834" y="96"/>
                    <a:pt x="739" y="0"/>
                    <a:pt x="644"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6" name="Google Shape;28026;p152"/>
            <p:cNvSpPr/>
            <p:nvPr/>
          </p:nvSpPr>
          <p:spPr>
            <a:xfrm>
              <a:off x="4326636" y="2007708"/>
              <a:ext cx="34840" cy="209755"/>
            </a:xfrm>
            <a:custGeom>
              <a:rect b="b" l="l" r="r" t="t"/>
              <a:pathLst>
                <a:path extrusionOk="0" h="6454" w="1072">
                  <a:moveTo>
                    <a:pt x="0" y="0"/>
                  </a:moveTo>
                  <a:cubicBezTo>
                    <a:pt x="238" y="0"/>
                    <a:pt x="405" y="191"/>
                    <a:pt x="405" y="429"/>
                  </a:cubicBezTo>
                  <a:lnTo>
                    <a:pt x="405" y="6263"/>
                  </a:lnTo>
                  <a:lnTo>
                    <a:pt x="762" y="6454"/>
                  </a:lnTo>
                  <a:lnTo>
                    <a:pt x="1072" y="6263"/>
                  </a:lnTo>
                  <a:lnTo>
                    <a:pt x="1072" y="429"/>
                  </a:lnTo>
                  <a:cubicBezTo>
                    <a:pt x="1072" y="191"/>
                    <a:pt x="881" y="0"/>
                    <a:pt x="64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7" name="Google Shape;28027;p152"/>
            <p:cNvSpPr/>
            <p:nvPr/>
          </p:nvSpPr>
          <p:spPr>
            <a:xfrm>
              <a:off x="4116881" y="1963573"/>
              <a:ext cx="178035" cy="255450"/>
            </a:xfrm>
            <a:custGeom>
              <a:rect b="b" l="l" r="r" t="t"/>
              <a:pathLst>
                <a:path extrusionOk="0" h="7860" w="5478">
                  <a:moveTo>
                    <a:pt x="191" y="1"/>
                  </a:moveTo>
                  <a:cubicBezTo>
                    <a:pt x="72" y="1"/>
                    <a:pt x="1" y="72"/>
                    <a:pt x="1" y="191"/>
                  </a:cubicBezTo>
                  <a:lnTo>
                    <a:pt x="1" y="7645"/>
                  </a:lnTo>
                  <a:lnTo>
                    <a:pt x="2739" y="7859"/>
                  </a:lnTo>
                  <a:lnTo>
                    <a:pt x="5478" y="7645"/>
                  </a:lnTo>
                  <a:lnTo>
                    <a:pt x="5430" y="191"/>
                  </a:lnTo>
                  <a:cubicBezTo>
                    <a:pt x="5430" y="72"/>
                    <a:pt x="5359" y="1"/>
                    <a:pt x="524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8" name="Google Shape;28028;p152"/>
            <p:cNvSpPr/>
            <p:nvPr/>
          </p:nvSpPr>
          <p:spPr>
            <a:xfrm>
              <a:off x="4266452" y="1963573"/>
              <a:ext cx="29445" cy="248495"/>
            </a:xfrm>
            <a:custGeom>
              <a:rect b="b" l="l" r="r" t="t"/>
              <a:pathLst>
                <a:path extrusionOk="0" h="7646" w="906">
                  <a:moveTo>
                    <a:pt x="1" y="1"/>
                  </a:moveTo>
                  <a:cubicBezTo>
                    <a:pt x="120" y="1"/>
                    <a:pt x="215" y="72"/>
                    <a:pt x="215" y="191"/>
                  </a:cubicBezTo>
                  <a:lnTo>
                    <a:pt x="215" y="7645"/>
                  </a:lnTo>
                  <a:lnTo>
                    <a:pt x="858" y="7645"/>
                  </a:lnTo>
                  <a:lnTo>
                    <a:pt x="858" y="191"/>
                  </a:lnTo>
                  <a:cubicBezTo>
                    <a:pt x="906" y="72"/>
                    <a:pt x="787" y="1"/>
                    <a:pt x="668"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9" name="Google Shape;28029;p152"/>
            <p:cNvSpPr/>
            <p:nvPr/>
          </p:nvSpPr>
          <p:spPr>
            <a:xfrm>
              <a:off x="4145513" y="1995326"/>
              <a:ext cx="22490" cy="22458"/>
            </a:xfrm>
            <a:custGeom>
              <a:rect b="b" l="l" r="r" t="t"/>
              <a:pathLst>
                <a:path extrusionOk="0" h="691" w="692">
                  <a:moveTo>
                    <a:pt x="120" y="0"/>
                  </a:moveTo>
                  <a:cubicBezTo>
                    <a:pt x="72" y="0"/>
                    <a:pt x="1" y="48"/>
                    <a:pt x="1" y="119"/>
                  </a:cubicBezTo>
                  <a:lnTo>
                    <a:pt x="1" y="572"/>
                  </a:lnTo>
                  <a:cubicBezTo>
                    <a:pt x="1" y="619"/>
                    <a:pt x="72" y="691"/>
                    <a:pt x="120" y="691"/>
                  </a:cubicBezTo>
                  <a:lnTo>
                    <a:pt x="572" y="691"/>
                  </a:lnTo>
                  <a:cubicBezTo>
                    <a:pt x="620" y="691"/>
                    <a:pt x="691" y="619"/>
                    <a:pt x="691" y="572"/>
                  </a:cubicBezTo>
                  <a:lnTo>
                    <a:pt x="691" y="119"/>
                  </a:lnTo>
                  <a:cubicBezTo>
                    <a:pt x="691" y="48"/>
                    <a:pt x="620" y="0"/>
                    <a:pt x="572" y="0"/>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0" name="Google Shape;28030;p152"/>
            <p:cNvSpPr/>
            <p:nvPr/>
          </p:nvSpPr>
          <p:spPr>
            <a:xfrm>
              <a:off x="4145513" y="2050251"/>
              <a:ext cx="22490" cy="22490"/>
            </a:xfrm>
            <a:custGeom>
              <a:rect b="b" l="l" r="r" t="t"/>
              <a:pathLst>
                <a:path extrusionOk="0" h="692" w="692">
                  <a:moveTo>
                    <a:pt x="120" y="1"/>
                  </a:moveTo>
                  <a:cubicBezTo>
                    <a:pt x="72" y="1"/>
                    <a:pt x="1" y="72"/>
                    <a:pt x="1" y="120"/>
                  </a:cubicBezTo>
                  <a:lnTo>
                    <a:pt x="1" y="572"/>
                  </a:lnTo>
                  <a:cubicBezTo>
                    <a:pt x="1" y="620"/>
                    <a:pt x="72" y="691"/>
                    <a:pt x="120" y="691"/>
                  </a:cubicBezTo>
                  <a:lnTo>
                    <a:pt x="572" y="691"/>
                  </a:lnTo>
                  <a:cubicBezTo>
                    <a:pt x="620" y="691"/>
                    <a:pt x="691" y="620"/>
                    <a:pt x="691" y="572"/>
                  </a:cubicBezTo>
                  <a:lnTo>
                    <a:pt x="691" y="120"/>
                  </a:lnTo>
                  <a:cubicBezTo>
                    <a:pt x="691" y="48"/>
                    <a:pt x="620" y="1"/>
                    <a:pt x="572"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1" name="Google Shape;28031;p152"/>
            <p:cNvSpPr/>
            <p:nvPr/>
          </p:nvSpPr>
          <p:spPr>
            <a:xfrm>
              <a:off x="4145513" y="2104428"/>
              <a:ext cx="22490" cy="22490"/>
            </a:xfrm>
            <a:custGeom>
              <a:rect b="b" l="l" r="r" t="t"/>
              <a:pathLst>
                <a:path extrusionOk="0" h="692" w="692">
                  <a:moveTo>
                    <a:pt x="120" y="1"/>
                  </a:moveTo>
                  <a:cubicBezTo>
                    <a:pt x="72" y="1"/>
                    <a:pt x="1" y="72"/>
                    <a:pt x="1" y="120"/>
                  </a:cubicBezTo>
                  <a:lnTo>
                    <a:pt x="1" y="572"/>
                  </a:lnTo>
                  <a:cubicBezTo>
                    <a:pt x="1" y="620"/>
                    <a:pt x="72" y="691"/>
                    <a:pt x="120" y="691"/>
                  </a:cubicBezTo>
                  <a:lnTo>
                    <a:pt x="572" y="691"/>
                  </a:lnTo>
                  <a:cubicBezTo>
                    <a:pt x="620" y="691"/>
                    <a:pt x="691" y="620"/>
                    <a:pt x="691" y="572"/>
                  </a:cubicBezTo>
                  <a:lnTo>
                    <a:pt x="691" y="120"/>
                  </a:lnTo>
                  <a:cubicBezTo>
                    <a:pt x="691" y="72"/>
                    <a:pt x="620" y="1"/>
                    <a:pt x="572"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2" name="Google Shape;28032;p152"/>
            <p:cNvSpPr/>
            <p:nvPr/>
          </p:nvSpPr>
          <p:spPr>
            <a:xfrm>
              <a:off x="4145513" y="2158606"/>
              <a:ext cx="22490" cy="23270"/>
            </a:xfrm>
            <a:custGeom>
              <a:rect b="b" l="l" r="r" t="t"/>
              <a:pathLst>
                <a:path extrusionOk="0" h="716" w="692">
                  <a:moveTo>
                    <a:pt x="120" y="1"/>
                  </a:moveTo>
                  <a:cubicBezTo>
                    <a:pt x="72" y="1"/>
                    <a:pt x="1" y="72"/>
                    <a:pt x="1" y="120"/>
                  </a:cubicBezTo>
                  <a:lnTo>
                    <a:pt x="1" y="596"/>
                  </a:lnTo>
                  <a:cubicBezTo>
                    <a:pt x="1" y="668"/>
                    <a:pt x="72" y="715"/>
                    <a:pt x="120" y="715"/>
                  </a:cubicBezTo>
                  <a:lnTo>
                    <a:pt x="572" y="715"/>
                  </a:lnTo>
                  <a:cubicBezTo>
                    <a:pt x="620" y="715"/>
                    <a:pt x="691" y="668"/>
                    <a:pt x="691" y="572"/>
                  </a:cubicBezTo>
                  <a:lnTo>
                    <a:pt x="691" y="120"/>
                  </a:lnTo>
                  <a:cubicBezTo>
                    <a:pt x="691" y="72"/>
                    <a:pt x="620" y="1"/>
                    <a:pt x="572"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3" name="Google Shape;28033;p152"/>
            <p:cNvSpPr/>
            <p:nvPr/>
          </p:nvSpPr>
          <p:spPr>
            <a:xfrm>
              <a:off x="4181133" y="1992206"/>
              <a:ext cx="79755" cy="10108"/>
            </a:xfrm>
            <a:custGeom>
              <a:rect b="b" l="l" r="r" t="t"/>
              <a:pathLst>
                <a:path extrusionOk="0" h="311" w="2454">
                  <a:moveTo>
                    <a:pt x="191" y="1"/>
                  </a:moveTo>
                  <a:cubicBezTo>
                    <a:pt x="95" y="1"/>
                    <a:pt x="0" y="96"/>
                    <a:pt x="48" y="191"/>
                  </a:cubicBezTo>
                  <a:cubicBezTo>
                    <a:pt x="72" y="263"/>
                    <a:pt x="119" y="310"/>
                    <a:pt x="191" y="310"/>
                  </a:cubicBezTo>
                  <a:lnTo>
                    <a:pt x="2310" y="310"/>
                  </a:lnTo>
                  <a:cubicBezTo>
                    <a:pt x="2382" y="310"/>
                    <a:pt x="2453" y="215"/>
                    <a:pt x="2453" y="120"/>
                  </a:cubicBezTo>
                  <a:cubicBezTo>
                    <a:pt x="2429" y="25"/>
                    <a:pt x="2358" y="1"/>
                    <a:pt x="2310"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4" name="Google Shape;28034;p152"/>
            <p:cNvSpPr/>
            <p:nvPr/>
          </p:nvSpPr>
          <p:spPr>
            <a:xfrm>
              <a:off x="4181133" y="2008456"/>
              <a:ext cx="28665" cy="10108"/>
            </a:xfrm>
            <a:custGeom>
              <a:rect b="b" l="l" r="r" t="t"/>
              <a:pathLst>
                <a:path extrusionOk="0" h="311" w="882">
                  <a:moveTo>
                    <a:pt x="191" y="1"/>
                  </a:moveTo>
                  <a:cubicBezTo>
                    <a:pt x="95" y="1"/>
                    <a:pt x="0" y="96"/>
                    <a:pt x="48" y="191"/>
                  </a:cubicBezTo>
                  <a:cubicBezTo>
                    <a:pt x="72" y="287"/>
                    <a:pt x="119" y="310"/>
                    <a:pt x="191" y="310"/>
                  </a:cubicBezTo>
                  <a:lnTo>
                    <a:pt x="715" y="310"/>
                  </a:lnTo>
                  <a:cubicBezTo>
                    <a:pt x="810" y="310"/>
                    <a:pt x="881" y="215"/>
                    <a:pt x="881" y="120"/>
                  </a:cubicBezTo>
                  <a:cubicBezTo>
                    <a:pt x="834" y="49"/>
                    <a:pt x="786" y="1"/>
                    <a:pt x="71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5" name="Google Shape;28035;p152"/>
            <p:cNvSpPr/>
            <p:nvPr/>
          </p:nvSpPr>
          <p:spPr>
            <a:xfrm>
              <a:off x="4181133" y="2047163"/>
              <a:ext cx="79755" cy="10108"/>
            </a:xfrm>
            <a:custGeom>
              <a:rect b="b" l="l" r="r" t="t"/>
              <a:pathLst>
                <a:path extrusionOk="0" h="311" w="2454">
                  <a:moveTo>
                    <a:pt x="191" y="1"/>
                  </a:moveTo>
                  <a:cubicBezTo>
                    <a:pt x="95" y="1"/>
                    <a:pt x="0" y="96"/>
                    <a:pt x="48" y="191"/>
                  </a:cubicBezTo>
                  <a:cubicBezTo>
                    <a:pt x="72" y="286"/>
                    <a:pt x="119" y="310"/>
                    <a:pt x="191" y="310"/>
                  </a:cubicBezTo>
                  <a:lnTo>
                    <a:pt x="2310" y="310"/>
                  </a:lnTo>
                  <a:cubicBezTo>
                    <a:pt x="2382" y="310"/>
                    <a:pt x="2453" y="215"/>
                    <a:pt x="2453" y="120"/>
                  </a:cubicBezTo>
                  <a:cubicBezTo>
                    <a:pt x="2429" y="48"/>
                    <a:pt x="2358" y="1"/>
                    <a:pt x="2310"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6" name="Google Shape;28036;p152"/>
            <p:cNvSpPr/>
            <p:nvPr/>
          </p:nvSpPr>
          <p:spPr>
            <a:xfrm>
              <a:off x="4181133" y="2064973"/>
              <a:ext cx="28665" cy="9328"/>
            </a:xfrm>
            <a:custGeom>
              <a:rect b="b" l="l" r="r" t="t"/>
              <a:pathLst>
                <a:path extrusionOk="0" h="287" w="882">
                  <a:moveTo>
                    <a:pt x="191" y="0"/>
                  </a:moveTo>
                  <a:cubicBezTo>
                    <a:pt x="95" y="0"/>
                    <a:pt x="0" y="96"/>
                    <a:pt x="48" y="167"/>
                  </a:cubicBezTo>
                  <a:cubicBezTo>
                    <a:pt x="72" y="262"/>
                    <a:pt x="119" y="286"/>
                    <a:pt x="191" y="286"/>
                  </a:cubicBezTo>
                  <a:lnTo>
                    <a:pt x="715" y="286"/>
                  </a:lnTo>
                  <a:cubicBezTo>
                    <a:pt x="810" y="286"/>
                    <a:pt x="881" y="215"/>
                    <a:pt x="881" y="119"/>
                  </a:cubicBezTo>
                  <a:cubicBezTo>
                    <a:pt x="834" y="24"/>
                    <a:pt x="786" y="0"/>
                    <a:pt x="71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7" name="Google Shape;28037;p152"/>
            <p:cNvSpPr/>
            <p:nvPr/>
          </p:nvSpPr>
          <p:spPr>
            <a:xfrm>
              <a:off x="4181133" y="2102901"/>
              <a:ext cx="79755" cy="9295"/>
            </a:xfrm>
            <a:custGeom>
              <a:rect b="b" l="l" r="r" t="t"/>
              <a:pathLst>
                <a:path extrusionOk="0" h="286" w="2454">
                  <a:moveTo>
                    <a:pt x="191" y="0"/>
                  </a:moveTo>
                  <a:cubicBezTo>
                    <a:pt x="95" y="0"/>
                    <a:pt x="0" y="72"/>
                    <a:pt x="48" y="167"/>
                  </a:cubicBezTo>
                  <a:cubicBezTo>
                    <a:pt x="72" y="262"/>
                    <a:pt x="119" y="286"/>
                    <a:pt x="191" y="286"/>
                  </a:cubicBezTo>
                  <a:lnTo>
                    <a:pt x="2310" y="286"/>
                  </a:lnTo>
                  <a:cubicBezTo>
                    <a:pt x="2382" y="286"/>
                    <a:pt x="2453" y="191"/>
                    <a:pt x="2453" y="119"/>
                  </a:cubicBezTo>
                  <a:cubicBezTo>
                    <a:pt x="2429" y="24"/>
                    <a:pt x="2358" y="0"/>
                    <a:pt x="2310"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8" name="Google Shape;28038;p152"/>
            <p:cNvSpPr/>
            <p:nvPr/>
          </p:nvSpPr>
          <p:spPr>
            <a:xfrm>
              <a:off x="4181133" y="2119151"/>
              <a:ext cx="28665" cy="9328"/>
            </a:xfrm>
            <a:custGeom>
              <a:rect b="b" l="l" r="r" t="t"/>
              <a:pathLst>
                <a:path extrusionOk="0" h="287" w="882">
                  <a:moveTo>
                    <a:pt x="191" y="0"/>
                  </a:moveTo>
                  <a:cubicBezTo>
                    <a:pt x="95" y="0"/>
                    <a:pt x="0" y="96"/>
                    <a:pt x="48" y="167"/>
                  </a:cubicBezTo>
                  <a:cubicBezTo>
                    <a:pt x="72" y="262"/>
                    <a:pt x="119" y="286"/>
                    <a:pt x="191" y="286"/>
                  </a:cubicBezTo>
                  <a:lnTo>
                    <a:pt x="715" y="286"/>
                  </a:lnTo>
                  <a:cubicBezTo>
                    <a:pt x="810" y="286"/>
                    <a:pt x="881" y="215"/>
                    <a:pt x="881" y="119"/>
                  </a:cubicBezTo>
                  <a:cubicBezTo>
                    <a:pt x="834" y="24"/>
                    <a:pt x="786" y="0"/>
                    <a:pt x="71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9" name="Google Shape;28039;p152"/>
            <p:cNvSpPr/>
            <p:nvPr/>
          </p:nvSpPr>
          <p:spPr>
            <a:xfrm>
              <a:off x="4181133" y="2157078"/>
              <a:ext cx="79755" cy="9295"/>
            </a:xfrm>
            <a:custGeom>
              <a:rect b="b" l="l" r="r" t="t"/>
              <a:pathLst>
                <a:path extrusionOk="0" h="286" w="2454">
                  <a:moveTo>
                    <a:pt x="191" y="0"/>
                  </a:moveTo>
                  <a:cubicBezTo>
                    <a:pt x="95" y="0"/>
                    <a:pt x="0" y="72"/>
                    <a:pt x="48" y="167"/>
                  </a:cubicBezTo>
                  <a:cubicBezTo>
                    <a:pt x="72" y="262"/>
                    <a:pt x="119" y="286"/>
                    <a:pt x="191" y="286"/>
                  </a:cubicBezTo>
                  <a:lnTo>
                    <a:pt x="2310" y="286"/>
                  </a:lnTo>
                  <a:cubicBezTo>
                    <a:pt x="2382" y="286"/>
                    <a:pt x="2453" y="191"/>
                    <a:pt x="2453" y="119"/>
                  </a:cubicBezTo>
                  <a:cubicBezTo>
                    <a:pt x="2429" y="24"/>
                    <a:pt x="2358" y="0"/>
                    <a:pt x="2310"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0" name="Google Shape;28040;p152"/>
            <p:cNvSpPr/>
            <p:nvPr/>
          </p:nvSpPr>
          <p:spPr>
            <a:xfrm>
              <a:off x="4181133" y="2174108"/>
              <a:ext cx="28665" cy="10075"/>
            </a:xfrm>
            <a:custGeom>
              <a:rect b="b" l="l" r="r" t="t"/>
              <a:pathLst>
                <a:path extrusionOk="0" h="310" w="882">
                  <a:moveTo>
                    <a:pt x="191" y="0"/>
                  </a:moveTo>
                  <a:cubicBezTo>
                    <a:pt x="95" y="0"/>
                    <a:pt x="0" y="95"/>
                    <a:pt x="48" y="191"/>
                  </a:cubicBezTo>
                  <a:cubicBezTo>
                    <a:pt x="72" y="262"/>
                    <a:pt x="119" y="310"/>
                    <a:pt x="191" y="310"/>
                  </a:cubicBezTo>
                  <a:lnTo>
                    <a:pt x="715" y="310"/>
                  </a:lnTo>
                  <a:cubicBezTo>
                    <a:pt x="810" y="310"/>
                    <a:pt x="881" y="214"/>
                    <a:pt x="881" y="119"/>
                  </a:cubicBezTo>
                  <a:cubicBezTo>
                    <a:pt x="834" y="24"/>
                    <a:pt x="786" y="0"/>
                    <a:pt x="71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1" name="Google Shape;28041;p152"/>
            <p:cNvSpPr/>
            <p:nvPr/>
          </p:nvSpPr>
          <p:spPr>
            <a:xfrm>
              <a:off x="4026336" y="2211256"/>
              <a:ext cx="358378" cy="24797"/>
            </a:xfrm>
            <a:custGeom>
              <a:rect b="b" l="l" r="r" t="t"/>
              <a:pathLst>
                <a:path extrusionOk="0" h="763" w="11027">
                  <a:moveTo>
                    <a:pt x="143" y="0"/>
                  </a:moveTo>
                  <a:cubicBezTo>
                    <a:pt x="72" y="0"/>
                    <a:pt x="0" y="48"/>
                    <a:pt x="0" y="143"/>
                  </a:cubicBezTo>
                  <a:lnTo>
                    <a:pt x="0" y="429"/>
                  </a:lnTo>
                  <a:cubicBezTo>
                    <a:pt x="0" y="619"/>
                    <a:pt x="143" y="762"/>
                    <a:pt x="334" y="762"/>
                  </a:cubicBezTo>
                  <a:lnTo>
                    <a:pt x="4525" y="762"/>
                  </a:lnTo>
                  <a:lnTo>
                    <a:pt x="5525" y="548"/>
                  </a:lnTo>
                  <a:lnTo>
                    <a:pt x="6502" y="762"/>
                  </a:lnTo>
                  <a:lnTo>
                    <a:pt x="10693" y="762"/>
                  </a:lnTo>
                  <a:cubicBezTo>
                    <a:pt x="10883" y="762"/>
                    <a:pt x="11026" y="619"/>
                    <a:pt x="11026" y="429"/>
                  </a:cubicBezTo>
                  <a:lnTo>
                    <a:pt x="11026" y="143"/>
                  </a:lnTo>
                  <a:cubicBezTo>
                    <a:pt x="11026" y="48"/>
                    <a:pt x="10955" y="0"/>
                    <a:pt x="10860" y="0"/>
                  </a:cubicBezTo>
                  <a:lnTo>
                    <a:pt x="6502" y="0"/>
                  </a:lnTo>
                  <a:lnTo>
                    <a:pt x="5501" y="191"/>
                  </a:lnTo>
                  <a:lnTo>
                    <a:pt x="4525"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2" name="Google Shape;28042;p152"/>
            <p:cNvSpPr/>
            <p:nvPr/>
          </p:nvSpPr>
          <p:spPr>
            <a:xfrm>
              <a:off x="4352928" y="2211256"/>
              <a:ext cx="31785" cy="24797"/>
            </a:xfrm>
            <a:custGeom>
              <a:rect b="b" l="l" r="r" t="t"/>
              <a:pathLst>
                <a:path extrusionOk="0" h="763" w="978">
                  <a:moveTo>
                    <a:pt x="168" y="0"/>
                  </a:moveTo>
                  <a:cubicBezTo>
                    <a:pt x="263" y="0"/>
                    <a:pt x="311" y="48"/>
                    <a:pt x="311" y="143"/>
                  </a:cubicBezTo>
                  <a:lnTo>
                    <a:pt x="311" y="429"/>
                  </a:lnTo>
                  <a:cubicBezTo>
                    <a:pt x="311" y="619"/>
                    <a:pt x="168" y="762"/>
                    <a:pt x="1" y="762"/>
                  </a:cubicBezTo>
                  <a:lnTo>
                    <a:pt x="644" y="762"/>
                  </a:lnTo>
                  <a:cubicBezTo>
                    <a:pt x="834" y="762"/>
                    <a:pt x="977" y="619"/>
                    <a:pt x="977" y="429"/>
                  </a:cubicBezTo>
                  <a:lnTo>
                    <a:pt x="977" y="143"/>
                  </a:lnTo>
                  <a:cubicBezTo>
                    <a:pt x="977" y="48"/>
                    <a:pt x="906" y="0"/>
                    <a:pt x="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3" name="Google Shape;28043;p152"/>
            <p:cNvSpPr/>
            <p:nvPr/>
          </p:nvSpPr>
          <p:spPr>
            <a:xfrm>
              <a:off x="4174926" y="2212036"/>
              <a:ext cx="62725" cy="24017"/>
            </a:xfrm>
            <a:custGeom>
              <a:rect b="b" l="l" r="r" t="t"/>
              <a:pathLst>
                <a:path extrusionOk="0" h="739" w="1930">
                  <a:moveTo>
                    <a:pt x="1" y="0"/>
                  </a:moveTo>
                  <a:lnTo>
                    <a:pt x="1" y="738"/>
                  </a:lnTo>
                  <a:lnTo>
                    <a:pt x="1930" y="738"/>
                  </a:lnTo>
                  <a:lnTo>
                    <a:pt x="19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4" name="Google Shape;28044;p152"/>
            <p:cNvSpPr/>
            <p:nvPr/>
          </p:nvSpPr>
          <p:spPr>
            <a:xfrm>
              <a:off x="4215161" y="2212036"/>
              <a:ext cx="21710" cy="24017"/>
            </a:xfrm>
            <a:custGeom>
              <a:rect b="b" l="l" r="r" t="t"/>
              <a:pathLst>
                <a:path extrusionOk="0" h="739" w="668">
                  <a:moveTo>
                    <a:pt x="1" y="0"/>
                  </a:moveTo>
                  <a:lnTo>
                    <a:pt x="1" y="738"/>
                  </a:lnTo>
                  <a:lnTo>
                    <a:pt x="668" y="738"/>
                  </a:lnTo>
                  <a:lnTo>
                    <a:pt x="668"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5" name="Google Shape;28045;p152"/>
          <p:cNvGrpSpPr/>
          <p:nvPr/>
        </p:nvGrpSpPr>
        <p:grpSpPr>
          <a:xfrm>
            <a:off x="4767011" y="1796483"/>
            <a:ext cx="358378" cy="302640"/>
            <a:chOff x="4767011" y="1948883"/>
            <a:chExt cx="358378" cy="302640"/>
          </a:xfrm>
        </p:grpSpPr>
        <p:sp>
          <p:nvSpPr>
            <p:cNvPr id="28046" name="Google Shape;28046;p152"/>
            <p:cNvSpPr/>
            <p:nvPr/>
          </p:nvSpPr>
          <p:spPr>
            <a:xfrm>
              <a:off x="4767791" y="1948883"/>
              <a:ext cx="127725" cy="37960"/>
            </a:xfrm>
            <a:custGeom>
              <a:rect b="b" l="l" r="r" t="t"/>
              <a:pathLst>
                <a:path extrusionOk="0" h="1168" w="3930">
                  <a:moveTo>
                    <a:pt x="382" y="0"/>
                  </a:moveTo>
                  <a:cubicBezTo>
                    <a:pt x="167" y="0"/>
                    <a:pt x="1" y="167"/>
                    <a:pt x="1" y="381"/>
                  </a:cubicBezTo>
                  <a:lnTo>
                    <a:pt x="1" y="953"/>
                  </a:lnTo>
                  <a:lnTo>
                    <a:pt x="1953" y="1167"/>
                  </a:lnTo>
                  <a:lnTo>
                    <a:pt x="3930" y="953"/>
                  </a:lnTo>
                  <a:lnTo>
                    <a:pt x="3930" y="381"/>
                  </a:lnTo>
                  <a:cubicBezTo>
                    <a:pt x="3930" y="143"/>
                    <a:pt x="3739" y="0"/>
                    <a:pt x="3549" y="0"/>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7" name="Google Shape;28047;p152"/>
            <p:cNvSpPr/>
            <p:nvPr/>
          </p:nvSpPr>
          <p:spPr>
            <a:xfrm>
              <a:off x="4862203" y="1948883"/>
              <a:ext cx="34093" cy="37960"/>
            </a:xfrm>
            <a:custGeom>
              <a:rect b="b" l="l" r="r" t="t"/>
              <a:pathLst>
                <a:path extrusionOk="0" h="1168" w="1049">
                  <a:moveTo>
                    <a:pt x="1" y="0"/>
                  </a:moveTo>
                  <a:cubicBezTo>
                    <a:pt x="215" y="0"/>
                    <a:pt x="406" y="167"/>
                    <a:pt x="406" y="381"/>
                  </a:cubicBezTo>
                  <a:lnTo>
                    <a:pt x="406" y="953"/>
                  </a:lnTo>
                  <a:lnTo>
                    <a:pt x="763" y="1167"/>
                  </a:lnTo>
                  <a:lnTo>
                    <a:pt x="1049" y="953"/>
                  </a:lnTo>
                  <a:lnTo>
                    <a:pt x="1049" y="381"/>
                  </a:lnTo>
                  <a:cubicBezTo>
                    <a:pt x="1049" y="143"/>
                    <a:pt x="882" y="0"/>
                    <a:pt x="66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8" name="Google Shape;28048;p152"/>
            <p:cNvSpPr/>
            <p:nvPr/>
          </p:nvSpPr>
          <p:spPr>
            <a:xfrm>
              <a:off x="4767791" y="2019311"/>
              <a:ext cx="357597" cy="232213"/>
            </a:xfrm>
            <a:custGeom>
              <a:rect b="b" l="l" r="r" t="t"/>
              <a:pathLst>
                <a:path extrusionOk="0" h="7145" w="11003">
                  <a:moveTo>
                    <a:pt x="5502" y="0"/>
                  </a:moveTo>
                  <a:lnTo>
                    <a:pt x="1" y="119"/>
                  </a:lnTo>
                  <a:lnTo>
                    <a:pt x="1" y="6978"/>
                  </a:lnTo>
                  <a:cubicBezTo>
                    <a:pt x="1" y="7049"/>
                    <a:pt x="96" y="7145"/>
                    <a:pt x="167" y="7145"/>
                  </a:cubicBezTo>
                  <a:lnTo>
                    <a:pt x="10836" y="7145"/>
                  </a:lnTo>
                  <a:cubicBezTo>
                    <a:pt x="10931" y="7145"/>
                    <a:pt x="11003" y="7049"/>
                    <a:pt x="11003" y="6978"/>
                  </a:cubicBezTo>
                  <a:lnTo>
                    <a:pt x="11003" y="119"/>
                  </a:lnTo>
                  <a:lnTo>
                    <a:pt x="550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9" name="Google Shape;28049;p152"/>
            <p:cNvSpPr/>
            <p:nvPr/>
          </p:nvSpPr>
          <p:spPr>
            <a:xfrm>
              <a:off x="4767011" y="1979043"/>
              <a:ext cx="357597" cy="43388"/>
            </a:xfrm>
            <a:custGeom>
              <a:rect b="b" l="l" r="r" t="t"/>
              <a:pathLst>
                <a:path extrusionOk="0" h="1335" w="11003">
                  <a:moveTo>
                    <a:pt x="1" y="1"/>
                  </a:moveTo>
                  <a:lnTo>
                    <a:pt x="1" y="1335"/>
                  </a:lnTo>
                  <a:lnTo>
                    <a:pt x="11003" y="1335"/>
                  </a:lnTo>
                  <a:lnTo>
                    <a:pt x="11003" y="168"/>
                  </a:lnTo>
                  <a:cubicBezTo>
                    <a:pt x="11003" y="72"/>
                    <a:pt x="10908" y="1"/>
                    <a:pt x="10836"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0" name="Google Shape;28050;p152"/>
            <p:cNvSpPr/>
            <p:nvPr/>
          </p:nvSpPr>
          <p:spPr>
            <a:xfrm>
              <a:off x="5097503" y="2019311"/>
              <a:ext cx="27105" cy="232213"/>
            </a:xfrm>
            <a:custGeom>
              <a:rect b="b" l="l" r="r" t="t"/>
              <a:pathLst>
                <a:path extrusionOk="0" h="7145" w="834">
                  <a:moveTo>
                    <a:pt x="191" y="0"/>
                  </a:moveTo>
                  <a:lnTo>
                    <a:pt x="191" y="6978"/>
                  </a:lnTo>
                  <a:cubicBezTo>
                    <a:pt x="191" y="7049"/>
                    <a:pt x="96" y="7145"/>
                    <a:pt x="0" y="7145"/>
                  </a:cubicBezTo>
                  <a:lnTo>
                    <a:pt x="667" y="7145"/>
                  </a:lnTo>
                  <a:cubicBezTo>
                    <a:pt x="739" y="7145"/>
                    <a:pt x="834" y="7049"/>
                    <a:pt x="834" y="6978"/>
                  </a:cubicBezTo>
                  <a:lnTo>
                    <a:pt x="834" y="119"/>
                  </a:lnTo>
                  <a:lnTo>
                    <a:pt x="191"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1" name="Google Shape;28051;p152"/>
            <p:cNvSpPr/>
            <p:nvPr/>
          </p:nvSpPr>
          <p:spPr>
            <a:xfrm>
              <a:off x="5097503" y="1979823"/>
              <a:ext cx="27105" cy="44167"/>
            </a:xfrm>
            <a:custGeom>
              <a:rect b="b" l="l" r="r" t="t"/>
              <a:pathLst>
                <a:path extrusionOk="0" h="1359" w="834">
                  <a:moveTo>
                    <a:pt x="0" y="1"/>
                  </a:moveTo>
                  <a:cubicBezTo>
                    <a:pt x="96" y="1"/>
                    <a:pt x="191" y="96"/>
                    <a:pt x="191" y="167"/>
                  </a:cubicBezTo>
                  <a:lnTo>
                    <a:pt x="191" y="1358"/>
                  </a:lnTo>
                  <a:lnTo>
                    <a:pt x="834" y="1358"/>
                  </a:lnTo>
                  <a:lnTo>
                    <a:pt x="834" y="167"/>
                  </a:lnTo>
                  <a:cubicBezTo>
                    <a:pt x="834" y="72"/>
                    <a:pt x="739" y="1"/>
                    <a:pt x="667"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2" name="Google Shape;28052;p152"/>
            <p:cNvSpPr/>
            <p:nvPr/>
          </p:nvSpPr>
          <p:spPr>
            <a:xfrm>
              <a:off x="5042546" y="1996073"/>
              <a:ext cx="11635" cy="11667"/>
            </a:xfrm>
            <a:custGeom>
              <a:rect b="b" l="l" r="r" t="t"/>
              <a:pathLst>
                <a:path extrusionOk="0" h="359" w="358">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3" name="Google Shape;28053;p152"/>
            <p:cNvSpPr/>
            <p:nvPr/>
          </p:nvSpPr>
          <p:spPr>
            <a:xfrm>
              <a:off x="5065783" y="1996073"/>
              <a:ext cx="11635" cy="11667"/>
            </a:xfrm>
            <a:custGeom>
              <a:rect b="b" l="l" r="r" t="t"/>
              <a:pathLst>
                <a:path extrusionOk="0" h="359" w="358">
                  <a:moveTo>
                    <a:pt x="167" y="1"/>
                  </a:moveTo>
                  <a:cubicBezTo>
                    <a:pt x="72" y="1"/>
                    <a:pt x="0" y="72"/>
                    <a:pt x="0" y="168"/>
                  </a:cubicBezTo>
                  <a:cubicBezTo>
                    <a:pt x="0" y="287"/>
                    <a:pt x="72" y="358"/>
                    <a:pt x="167" y="358"/>
                  </a:cubicBezTo>
                  <a:cubicBezTo>
                    <a:pt x="262" y="358"/>
                    <a:pt x="357" y="287"/>
                    <a:pt x="357" y="168"/>
                  </a:cubicBezTo>
                  <a:cubicBezTo>
                    <a:pt x="357" y="72"/>
                    <a:pt x="262"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4" name="Google Shape;28054;p152"/>
            <p:cNvSpPr/>
            <p:nvPr/>
          </p:nvSpPr>
          <p:spPr>
            <a:xfrm>
              <a:off x="5088208" y="1996073"/>
              <a:ext cx="11635" cy="11667"/>
            </a:xfrm>
            <a:custGeom>
              <a:rect b="b" l="l" r="r" t="t"/>
              <a:pathLst>
                <a:path extrusionOk="0" h="359" w="358">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5" name="Google Shape;28055;p152"/>
            <p:cNvSpPr/>
            <p:nvPr/>
          </p:nvSpPr>
          <p:spPr>
            <a:xfrm>
              <a:off x="4800291" y="2060326"/>
              <a:ext cx="112255" cy="23238"/>
            </a:xfrm>
            <a:custGeom>
              <a:rect b="b" l="l" r="r" t="t"/>
              <a:pathLst>
                <a:path extrusionOk="0" h="715" w="3454">
                  <a:moveTo>
                    <a:pt x="406" y="0"/>
                  </a:moveTo>
                  <a:cubicBezTo>
                    <a:pt x="191" y="0"/>
                    <a:pt x="1" y="191"/>
                    <a:pt x="48" y="405"/>
                  </a:cubicBezTo>
                  <a:cubicBezTo>
                    <a:pt x="72" y="548"/>
                    <a:pt x="215" y="715"/>
                    <a:pt x="406" y="715"/>
                  </a:cubicBezTo>
                  <a:lnTo>
                    <a:pt x="3073" y="715"/>
                  </a:lnTo>
                  <a:cubicBezTo>
                    <a:pt x="3311" y="715"/>
                    <a:pt x="3454" y="501"/>
                    <a:pt x="3430" y="286"/>
                  </a:cubicBezTo>
                  <a:cubicBezTo>
                    <a:pt x="3406" y="143"/>
                    <a:pt x="3263" y="0"/>
                    <a:pt x="3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6" name="Google Shape;28056;p152"/>
            <p:cNvSpPr/>
            <p:nvPr/>
          </p:nvSpPr>
          <p:spPr>
            <a:xfrm>
              <a:off x="4979073" y="2060326"/>
              <a:ext cx="111507" cy="23238"/>
            </a:xfrm>
            <a:custGeom>
              <a:rect b="b" l="l" r="r" t="t"/>
              <a:pathLst>
                <a:path extrusionOk="0" h="715" w="3431">
                  <a:moveTo>
                    <a:pt x="406" y="0"/>
                  </a:moveTo>
                  <a:cubicBezTo>
                    <a:pt x="191" y="0"/>
                    <a:pt x="1" y="191"/>
                    <a:pt x="48" y="405"/>
                  </a:cubicBezTo>
                  <a:cubicBezTo>
                    <a:pt x="72" y="548"/>
                    <a:pt x="215" y="715"/>
                    <a:pt x="406" y="715"/>
                  </a:cubicBezTo>
                  <a:lnTo>
                    <a:pt x="3073" y="715"/>
                  </a:lnTo>
                  <a:cubicBezTo>
                    <a:pt x="3287" y="715"/>
                    <a:pt x="3430" y="501"/>
                    <a:pt x="3430" y="286"/>
                  </a:cubicBezTo>
                  <a:cubicBezTo>
                    <a:pt x="3406" y="143"/>
                    <a:pt x="3263" y="0"/>
                    <a:pt x="3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7" name="Google Shape;28057;p152"/>
            <p:cNvSpPr/>
            <p:nvPr/>
          </p:nvSpPr>
          <p:spPr>
            <a:xfrm>
              <a:off x="4979073" y="2190358"/>
              <a:ext cx="111507" cy="23238"/>
            </a:xfrm>
            <a:custGeom>
              <a:rect b="b" l="l" r="r" t="t"/>
              <a:pathLst>
                <a:path extrusionOk="0" h="715" w="3431">
                  <a:moveTo>
                    <a:pt x="406" y="0"/>
                  </a:moveTo>
                  <a:cubicBezTo>
                    <a:pt x="191" y="0"/>
                    <a:pt x="1" y="215"/>
                    <a:pt x="48" y="429"/>
                  </a:cubicBezTo>
                  <a:cubicBezTo>
                    <a:pt x="72" y="572"/>
                    <a:pt x="215" y="715"/>
                    <a:pt x="406" y="715"/>
                  </a:cubicBezTo>
                  <a:lnTo>
                    <a:pt x="3073" y="715"/>
                  </a:lnTo>
                  <a:cubicBezTo>
                    <a:pt x="3287" y="715"/>
                    <a:pt x="3430" y="548"/>
                    <a:pt x="3430" y="310"/>
                  </a:cubicBezTo>
                  <a:cubicBezTo>
                    <a:pt x="3406" y="167"/>
                    <a:pt x="3263" y="0"/>
                    <a:pt x="3073" y="0"/>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8" name="Google Shape;28058;p152"/>
            <p:cNvSpPr/>
            <p:nvPr/>
          </p:nvSpPr>
          <p:spPr>
            <a:xfrm>
              <a:off x="4801851" y="2190358"/>
              <a:ext cx="111475" cy="23238"/>
            </a:xfrm>
            <a:custGeom>
              <a:rect b="b" l="l" r="r" t="t"/>
              <a:pathLst>
                <a:path extrusionOk="0" h="715" w="3430">
                  <a:moveTo>
                    <a:pt x="381" y="0"/>
                  </a:moveTo>
                  <a:cubicBezTo>
                    <a:pt x="167" y="0"/>
                    <a:pt x="0" y="215"/>
                    <a:pt x="24" y="429"/>
                  </a:cubicBezTo>
                  <a:cubicBezTo>
                    <a:pt x="48" y="572"/>
                    <a:pt x="191" y="715"/>
                    <a:pt x="381" y="715"/>
                  </a:cubicBezTo>
                  <a:lnTo>
                    <a:pt x="3049" y="715"/>
                  </a:lnTo>
                  <a:cubicBezTo>
                    <a:pt x="3263" y="715"/>
                    <a:pt x="3430" y="548"/>
                    <a:pt x="3406" y="310"/>
                  </a:cubicBezTo>
                  <a:cubicBezTo>
                    <a:pt x="3382" y="167"/>
                    <a:pt x="3239" y="0"/>
                    <a:pt x="3049" y="0"/>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9" name="Google Shape;28059;p152"/>
            <p:cNvSpPr/>
            <p:nvPr/>
          </p:nvSpPr>
          <p:spPr>
            <a:xfrm>
              <a:off x="4879233" y="2060326"/>
              <a:ext cx="33313" cy="23238"/>
            </a:xfrm>
            <a:custGeom>
              <a:rect b="b" l="l" r="r" t="t"/>
              <a:pathLst>
                <a:path extrusionOk="0" h="715" w="1025">
                  <a:moveTo>
                    <a:pt x="1" y="0"/>
                  </a:moveTo>
                  <a:cubicBezTo>
                    <a:pt x="191" y="0"/>
                    <a:pt x="358" y="143"/>
                    <a:pt x="358" y="358"/>
                  </a:cubicBezTo>
                  <a:cubicBezTo>
                    <a:pt x="358" y="548"/>
                    <a:pt x="191" y="715"/>
                    <a:pt x="1" y="715"/>
                  </a:cubicBezTo>
                  <a:lnTo>
                    <a:pt x="644" y="715"/>
                  </a:lnTo>
                  <a:cubicBezTo>
                    <a:pt x="858" y="715"/>
                    <a:pt x="1025" y="501"/>
                    <a:pt x="1001" y="286"/>
                  </a:cubicBezTo>
                  <a:cubicBezTo>
                    <a:pt x="977" y="120"/>
                    <a:pt x="834" y="0"/>
                    <a:pt x="64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0" name="Google Shape;28060;p152"/>
            <p:cNvSpPr/>
            <p:nvPr/>
          </p:nvSpPr>
          <p:spPr>
            <a:xfrm>
              <a:off x="5056488" y="2060326"/>
              <a:ext cx="34093" cy="23238"/>
            </a:xfrm>
            <a:custGeom>
              <a:rect b="b" l="l" r="r" t="t"/>
              <a:pathLst>
                <a:path extrusionOk="0" h="715" w="1049">
                  <a:moveTo>
                    <a:pt x="0" y="0"/>
                  </a:moveTo>
                  <a:cubicBezTo>
                    <a:pt x="215" y="0"/>
                    <a:pt x="358" y="143"/>
                    <a:pt x="358" y="358"/>
                  </a:cubicBezTo>
                  <a:cubicBezTo>
                    <a:pt x="358" y="548"/>
                    <a:pt x="215" y="715"/>
                    <a:pt x="0" y="715"/>
                  </a:cubicBezTo>
                  <a:lnTo>
                    <a:pt x="667" y="715"/>
                  </a:lnTo>
                  <a:cubicBezTo>
                    <a:pt x="905" y="715"/>
                    <a:pt x="1048" y="501"/>
                    <a:pt x="1024" y="286"/>
                  </a:cubicBezTo>
                  <a:cubicBezTo>
                    <a:pt x="1001" y="120"/>
                    <a:pt x="858" y="0"/>
                    <a:pt x="66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1" name="Google Shape;28061;p152"/>
            <p:cNvSpPr/>
            <p:nvPr/>
          </p:nvSpPr>
          <p:spPr>
            <a:xfrm>
              <a:off x="5056488" y="2191886"/>
              <a:ext cx="34093" cy="22490"/>
            </a:xfrm>
            <a:custGeom>
              <a:rect b="b" l="l" r="r" t="t"/>
              <a:pathLst>
                <a:path extrusionOk="0" h="692" w="1049">
                  <a:moveTo>
                    <a:pt x="0" y="1"/>
                  </a:moveTo>
                  <a:cubicBezTo>
                    <a:pt x="215" y="1"/>
                    <a:pt x="358" y="144"/>
                    <a:pt x="358" y="358"/>
                  </a:cubicBezTo>
                  <a:cubicBezTo>
                    <a:pt x="358" y="549"/>
                    <a:pt x="215" y="691"/>
                    <a:pt x="0" y="691"/>
                  </a:cubicBezTo>
                  <a:lnTo>
                    <a:pt x="667" y="691"/>
                  </a:lnTo>
                  <a:cubicBezTo>
                    <a:pt x="905" y="668"/>
                    <a:pt x="1048" y="501"/>
                    <a:pt x="1024" y="287"/>
                  </a:cubicBezTo>
                  <a:cubicBezTo>
                    <a:pt x="1001" y="120"/>
                    <a:pt x="858" y="1"/>
                    <a:pt x="66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2" name="Google Shape;28062;p152"/>
            <p:cNvSpPr/>
            <p:nvPr/>
          </p:nvSpPr>
          <p:spPr>
            <a:xfrm>
              <a:off x="4880013" y="2191886"/>
              <a:ext cx="33313" cy="22490"/>
            </a:xfrm>
            <a:custGeom>
              <a:rect b="b" l="l" r="r" t="t"/>
              <a:pathLst>
                <a:path extrusionOk="0" h="692" w="1025">
                  <a:moveTo>
                    <a:pt x="1" y="1"/>
                  </a:moveTo>
                  <a:cubicBezTo>
                    <a:pt x="215" y="1"/>
                    <a:pt x="358" y="144"/>
                    <a:pt x="358" y="358"/>
                  </a:cubicBezTo>
                  <a:cubicBezTo>
                    <a:pt x="358" y="549"/>
                    <a:pt x="215" y="691"/>
                    <a:pt x="1" y="691"/>
                  </a:cubicBezTo>
                  <a:lnTo>
                    <a:pt x="644" y="691"/>
                  </a:lnTo>
                  <a:cubicBezTo>
                    <a:pt x="858" y="668"/>
                    <a:pt x="1025" y="501"/>
                    <a:pt x="1001" y="287"/>
                  </a:cubicBezTo>
                  <a:cubicBezTo>
                    <a:pt x="977" y="120"/>
                    <a:pt x="834" y="1"/>
                    <a:pt x="64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3" name="Google Shape;28063;p152"/>
            <p:cNvSpPr/>
            <p:nvPr/>
          </p:nvSpPr>
          <p:spPr>
            <a:xfrm>
              <a:off x="4802631" y="2105208"/>
              <a:ext cx="110695" cy="10888"/>
            </a:xfrm>
            <a:custGeom>
              <a:rect b="b" l="l" r="r" t="t"/>
              <a:pathLst>
                <a:path extrusionOk="0" h="335" w="3406">
                  <a:moveTo>
                    <a:pt x="167" y="1"/>
                  </a:moveTo>
                  <a:cubicBezTo>
                    <a:pt x="95" y="1"/>
                    <a:pt x="0" y="96"/>
                    <a:pt x="24" y="215"/>
                  </a:cubicBezTo>
                  <a:cubicBezTo>
                    <a:pt x="24" y="286"/>
                    <a:pt x="95" y="334"/>
                    <a:pt x="167" y="334"/>
                  </a:cubicBezTo>
                  <a:lnTo>
                    <a:pt x="3239" y="334"/>
                  </a:lnTo>
                  <a:cubicBezTo>
                    <a:pt x="3334" y="334"/>
                    <a:pt x="3406" y="239"/>
                    <a:pt x="3382" y="120"/>
                  </a:cubicBezTo>
                  <a:cubicBezTo>
                    <a:pt x="3382" y="72"/>
                    <a:pt x="3334"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4" name="Google Shape;28064;p152"/>
            <p:cNvSpPr/>
            <p:nvPr/>
          </p:nvSpPr>
          <p:spPr>
            <a:xfrm>
              <a:off x="4802631" y="2130753"/>
              <a:ext cx="110695" cy="10855"/>
            </a:xfrm>
            <a:custGeom>
              <a:rect b="b" l="l" r="r" t="t"/>
              <a:pathLst>
                <a:path extrusionOk="0" h="334" w="3406">
                  <a:moveTo>
                    <a:pt x="167" y="1"/>
                  </a:moveTo>
                  <a:cubicBezTo>
                    <a:pt x="95" y="1"/>
                    <a:pt x="0" y="96"/>
                    <a:pt x="24" y="215"/>
                  </a:cubicBezTo>
                  <a:cubicBezTo>
                    <a:pt x="24" y="262"/>
                    <a:pt x="95" y="334"/>
                    <a:pt x="167" y="334"/>
                  </a:cubicBezTo>
                  <a:lnTo>
                    <a:pt x="3239" y="334"/>
                  </a:lnTo>
                  <a:cubicBezTo>
                    <a:pt x="3334" y="334"/>
                    <a:pt x="3406" y="239"/>
                    <a:pt x="3382" y="120"/>
                  </a:cubicBezTo>
                  <a:cubicBezTo>
                    <a:pt x="3382" y="48"/>
                    <a:pt x="3334"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5" name="Google Shape;28065;p152"/>
            <p:cNvSpPr/>
            <p:nvPr/>
          </p:nvSpPr>
          <p:spPr>
            <a:xfrm>
              <a:off x="4802631" y="2155518"/>
              <a:ext cx="110695" cy="10855"/>
            </a:xfrm>
            <a:custGeom>
              <a:rect b="b" l="l" r="r" t="t"/>
              <a:pathLst>
                <a:path extrusionOk="0" h="334" w="3406">
                  <a:moveTo>
                    <a:pt x="167" y="1"/>
                  </a:moveTo>
                  <a:cubicBezTo>
                    <a:pt x="95" y="1"/>
                    <a:pt x="0" y="96"/>
                    <a:pt x="24" y="215"/>
                  </a:cubicBezTo>
                  <a:cubicBezTo>
                    <a:pt x="24" y="286"/>
                    <a:pt x="95" y="334"/>
                    <a:pt x="167" y="334"/>
                  </a:cubicBezTo>
                  <a:lnTo>
                    <a:pt x="3239" y="334"/>
                  </a:lnTo>
                  <a:cubicBezTo>
                    <a:pt x="3334" y="334"/>
                    <a:pt x="3406" y="239"/>
                    <a:pt x="3382" y="120"/>
                  </a:cubicBezTo>
                  <a:cubicBezTo>
                    <a:pt x="3382" y="72"/>
                    <a:pt x="3334"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6" name="Google Shape;28066;p152"/>
            <p:cNvSpPr/>
            <p:nvPr/>
          </p:nvSpPr>
          <p:spPr>
            <a:xfrm>
              <a:off x="4980633" y="2104428"/>
              <a:ext cx="111475" cy="10888"/>
            </a:xfrm>
            <a:custGeom>
              <a:rect b="b" l="l" r="r" t="t"/>
              <a:pathLst>
                <a:path extrusionOk="0" h="335" w="3430">
                  <a:moveTo>
                    <a:pt x="143" y="1"/>
                  </a:moveTo>
                  <a:cubicBezTo>
                    <a:pt x="48" y="1"/>
                    <a:pt x="0" y="96"/>
                    <a:pt x="0" y="191"/>
                  </a:cubicBezTo>
                  <a:cubicBezTo>
                    <a:pt x="0" y="263"/>
                    <a:pt x="96" y="334"/>
                    <a:pt x="167" y="334"/>
                  </a:cubicBezTo>
                  <a:lnTo>
                    <a:pt x="3239" y="334"/>
                  </a:lnTo>
                  <a:cubicBezTo>
                    <a:pt x="3335" y="334"/>
                    <a:pt x="3430" y="239"/>
                    <a:pt x="3382" y="144"/>
                  </a:cubicBezTo>
                  <a:cubicBezTo>
                    <a:pt x="3382" y="72"/>
                    <a:pt x="3287" y="1"/>
                    <a:pt x="3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7" name="Google Shape;28067;p152"/>
            <p:cNvSpPr/>
            <p:nvPr/>
          </p:nvSpPr>
          <p:spPr>
            <a:xfrm>
              <a:off x="4980633" y="2130753"/>
              <a:ext cx="111475" cy="10855"/>
            </a:xfrm>
            <a:custGeom>
              <a:rect b="b" l="l" r="r" t="t"/>
              <a:pathLst>
                <a:path extrusionOk="0" h="334" w="3430">
                  <a:moveTo>
                    <a:pt x="143" y="1"/>
                  </a:moveTo>
                  <a:cubicBezTo>
                    <a:pt x="48" y="1"/>
                    <a:pt x="0" y="96"/>
                    <a:pt x="0" y="167"/>
                  </a:cubicBezTo>
                  <a:cubicBezTo>
                    <a:pt x="0" y="262"/>
                    <a:pt x="96" y="334"/>
                    <a:pt x="167" y="334"/>
                  </a:cubicBezTo>
                  <a:lnTo>
                    <a:pt x="3239" y="334"/>
                  </a:lnTo>
                  <a:cubicBezTo>
                    <a:pt x="3335" y="334"/>
                    <a:pt x="3430" y="239"/>
                    <a:pt x="3382" y="143"/>
                  </a:cubicBezTo>
                  <a:cubicBezTo>
                    <a:pt x="3382" y="48"/>
                    <a:pt x="3287" y="1"/>
                    <a:pt x="3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8" name="Google Shape;28068;p152"/>
            <p:cNvSpPr/>
            <p:nvPr/>
          </p:nvSpPr>
          <p:spPr>
            <a:xfrm>
              <a:off x="4980633" y="2155518"/>
              <a:ext cx="111475" cy="10855"/>
            </a:xfrm>
            <a:custGeom>
              <a:rect b="b" l="l" r="r" t="t"/>
              <a:pathLst>
                <a:path extrusionOk="0" h="334" w="3430">
                  <a:moveTo>
                    <a:pt x="143" y="1"/>
                  </a:moveTo>
                  <a:cubicBezTo>
                    <a:pt x="48" y="1"/>
                    <a:pt x="0" y="96"/>
                    <a:pt x="0" y="191"/>
                  </a:cubicBezTo>
                  <a:cubicBezTo>
                    <a:pt x="0" y="286"/>
                    <a:pt x="96" y="334"/>
                    <a:pt x="167" y="334"/>
                  </a:cubicBezTo>
                  <a:lnTo>
                    <a:pt x="3239" y="334"/>
                  </a:lnTo>
                  <a:cubicBezTo>
                    <a:pt x="3335" y="334"/>
                    <a:pt x="3430" y="286"/>
                    <a:pt x="3382" y="167"/>
                  </a:cubicBezTo>
                  <a:cubicBezTo>
                    <a:pt x="3382" y="72"/>
                    <a:pt x="3287" y="1"/>
                    <a:pt x="3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9" name="Google Shape;28069;p152"/>
          <p:cNvGrpSpPr/>
          <p:nvPr/>
        </p:nvGrpSpPr>
        <p:grpSpPr>
          <a:xfrm>
            <a:off x="5526276" y="1812668"/>
            <a:ext cx="356850" cy="269977"/>
            <a:chOff x="5526276" y="1965068"/>
            <a:chExt cx="356850" cy="269977"/>
          </a:xfrm>
        </p:grpSpPr>
        <p:sp>
          <p:nvSpPr>
            <p:cNvPr id="28070" name="Google Shape;28070;p152"/>
            <p:cNvSpPr/>
            <p:nvPr/>
          </p:nvSpPr>
          <p:spPr>
            <a:xfrm>
              <a:off x="5526276" y="1965101"/>
              <a:ext cx="183463" cy="106860"/>
            </a:xfrm>
            <a:custGeom>
              <a:rect b="b" l="l" r="r" t="t"/>
              <a:pathLst>
                <a:path extrusionOk="0" h="3288" w="5645">
                  <a:moveTo>
                    <a:pt x="2219" y="1"/>
                  </a:moveTo>
                  <a:cubicBezTo>
                    <a:pt x="1453" y="1"/>
                    <a:pt x="834" y="611"/>
                    <a:pt x="834" y="1383"/>
                  </a:cubicBezTo>
                  <a:cubicBezTo>
                    <a:pt x="834" y="1454"/>
                    <a:pt x="834" y="1549"/>
                    <a:pt x="858" y="1644"/>
                  </a:cubicBezTo>
                  <a:cubicBezTo>
                    <a:pt x="382" y="1668"/>
                    <a:pt x="25" y="2049"/>
                    <a:pt x="25" y="2526"/>
                  </a:cubicBezTo>
                  <a:lnTo>
                    <a:pt x="25" y="2573"/>
                  </a:lnTo>
                  <a:cubicBezTo>
                    <a:pt x="1" y="2954"/>
                    <a:pt x="358" y="3288"/>
                    <a:pt x="763" y="3288"/>
                  </a:cubicBezTo>
                  <a:lnTo>
                    <a:pt x="4859" y="3288"/>
                  </a:lnTo>
                  <a:cubicBezTo>
                    <a:pt x="5264" y="3288"/>
                    <a:pt x="5621" y="2954"/>
                    <a:pt x="5645" y="2526"/>
                  </a:cubicBezTo>
                  <a:lnTo>
                    <a:pt x="5645" y="2502"/>
                  </a:lnTo>
                  <a:cubicBezTo>
                    <a:pt x="5645" y="2002"/>
                    <a:pt x="5240" y="1621"/>
                    <a:pt x="4764" y="1621"/>
                  </a:cubicBezTo>
                  <a:lnTo>
                    <a:pt x="4764" y="1573"/>
                  </a:lnTo>
                  <a:cubicBezTo>
                    <a:pt x="4764" y="1073"/>
                    <a:pt x="4335" y="692"/>
                    <a:pt x="3859" y="692"/>
                  </a:cubicBezTo>
                  <a:cubicBezTo>
                    <a:pt x="3716" y="692"/>
                    <a:pt x="3573" y="716"/>
                    <a:pt x="3454" y="811"/>
                  </a:cubicBezTo>
                  <a:cubicBezTo>
                    <a:pt x="3239" y="358"/>
                    <a:pt x="2787" y="25"/>
                    <a:pt x="2263" y="1"/>
                  </a:cubicBezTo>
                  <a:cubicBezTo>
                    <a:pt x="2248" y="1"/>
                    <a:pt x="2234" y="1"/>
                    <a:pt x="2219"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1" name="Google Shape;28071;p152"/>
            <p:cNvSpPr/>
            <p:nvPr/>
          </p:nvSpPr>
          <p:spPr>
            <a:xfrm>
              <a:off x="5560336" y="1965068"/>
              <a:ext cx="148622" cy="106892"/>
            </a:xfrm>
            <a:custGeom>
              <a:rect b="b" l="l" r="r" t="t"/>
              <a:pathLst>
                <a:path extrusionOk="0" h="3289" w="4573">
                  <a:moveTo>
                    <a:pt x="1126" y="1"/>
                  </a:moveTo>
                  <a:cubicBezTo>
                    <a:pt x="674" y="1"/>
                    <a:pt x="250" y="233"/>
                    <a:pt x="1" y="574"/>
                  </a:cubicBezTo>
                  <a:cubicBezTo>
                    <a:pt x="158" y="495"/>
                    <a:pt x="333" y="449"/>
                    <a:pt x="523" y="449"/>
                  </a:cubicBezTo>
                  <a:cubicBezTo>
                    <a:pt x="563" y="449"/>
                    <a:pt x="603" y="451"/>
                    <a:pt x="644" y="455"/>
                  </a:cubicBezTo>
                  <a:cubicBezTo>
                    <a:pt x="1191" y="479"/>
                    <a:pt x="1596" y="812"/>
                    <a:pt x="1834" y="1264"/>
                  </a:cubicBezTo>
                  <a:cubicBezTo>
                    <a:pt x="1953" y="1193"/>
                    <a:pt x="2096" y="1145"/>
                    <a:pt x="2263" y="1145"/>
                  </a:cubicBezTo>
                  <a:cubicBezTo>
                    <a:pt x="2763" y="1145"/>
                    <a:pt x="3144" y="1550"/>
                    <a:pt x="3144" y="2026"/>
                  </a:cubicBezTo>
                  <a:lnTo>
                    <a:pt x="3144" y="2050"/>
                  </a:lnTo>
                  <a:cubicBezTo>
                    <a:pt x="3644" y="2050"/>
                    <a:pt x="4049" y="2479"/>
                    <a:pt x="4049" y="2955"/>
                  </a:cubicBezTo>
                  <a:lnTo>
                    <a:pt x="4049" y="2979"/>
                  </a:lnTo>
                  <a:cubicBezTo>
                    <a:pt x="4049" y="3074"/>
                    <a:pt x="4001" y="3193"/>
                    <a:pt x="3978" y="3289"/>
                  </a:cubicBezTo>
                  <a:cubicBezTo>
                    <a:pt x="4311" y="3193"/>
                    <a:pt x="4573" y="2884"/>
                    <a:pt x="4573" y="2574"/>
                  </a:cubicBezTo>
                  <a:lnTo>
                    <a:pt x="4573" y="2527"/>
                  </a:lnTo>
                  <a:cubicBezTo>
                    <a:pt x="4573" y="2003"/>
                    <a:pt x="4192" y="1622"/>
                    <a:pt x="3692" y="1622"/>
                  </a:cubicBezTo>
                  <a:lnTo>
                    <a:pt x="3692" y="1574"/>
                  </a:lnTo>
                  <a:cubicBezTo>
                    <a:pt x="3692" y="1074"/>
                    <a:pt x="3263" y="693"/>
                    <a:pt x="2787" y="693"/>
                  </a:cubicBezTo>
                  <a:cubicBezTo>
                    <a:pt x="2644" y="693"/>
                    <a:pt x="2501" y="717"/>
                    <a:pt x="2382" y="812"/>
                  </a:cubicBezTo>
                  <a:cubicBezTo>
                    <a:pt x="2168" y="359"/>
                    <a:pt x="1715" y="26"/>
                    <a:pt x="1191" y="2"/>
                  </a:cubicBezTo>
                  <a:cubicBezTo>
                    <a:pt x="1169" y="1"/>
                    <a:pt x="1147" y="1"/>
                    <a:pt x="1126"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2" name="Google Shape;28072;p152"/>
            <p:cNvSpPr/>
            <p:nvPr/>
          </p:nvSpPr>
          <p:spPr>
            <a:xfrm>
              <a:off x="5770091" y="2177196"/>
              <a:ext cx="85150" cy="57492"/>
            </a:xfrm>
            <a:custGeom>
              <a:rect b="b" l="l" r="r" t="t"/>
              <a:pathLst>
                <a:path extrusionOk="0" h="1769" w="2620">
                  <a:moveTo>
                    <a:pt x="0" y="0"/>
                  </a:moveTo>
                  <a:lnTo>
                    <a:pt x="0" y="1429"/>
                  </a:lnTo>
                  <a:cubicBezTo>
                    <a:pt x="0" y="1453"/>
                    <a:pt x="0" y="1477"/>
                    <a:pt x="24" y="1477"/>
                  </a:cubicBezTo>
                  <a:lnTo>
                    <a:pt x="262" y="1572"/>
                  </a:lnTo>
                  <a:cubicBezTo>
                    <a:pt x="596" y="1703"/>
                    <a:pt x="953" y="1769"/>
                    <a:pt x="1310" y="1769"/>
                  </a:cubicBezTo>
                  <a:cubicBezTo>
                    <a:pt x="1667" y="1769"/>
                    <a:pt x="2024" y="1703"/>
                    <a:pt x="2358" y="1572"/>
                  </a:cubicBezTo>
                  <a:lnTo>
                    <a:pt x="2596" y="1477"/>
                  </a:lnTo>
                  <a:cubicBezTo>
                    <a:pt x="2596" y="1477"/>
                    <a:pt x="2620" y="1453"/>
                    <a:pt x="2620" y="1429"/>
                  </a:cubicBezTo>
                  <a:lnTo>
                    <a:pt x="2620"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3" name="Google Shape;28073;p152"/>
            <p:cNvSpPr/>
            <p:nvPr/>
          </p:nvSpPr>
          <p:spPr>
            <a:xfrm>
              <a:off x="5801811" y="2177196"/>
              <a:ext cx="53430" cy="57850"/>
            </a:xfrm>
            <a:custGeom>
              <a:rect b="b" l="l" r="r" t="t"/>
              <a:pathLst>
                <a:path extrusionOk="0" h="1780" w="1644">
                  <a:moveTo>
                    <a:pt x="977" y="0"/>
                  </a:moveTo>
                  <a:lnTo>
                    <a:pt x="977" y="1191"/>
                  </a:lnTo>
                  <a:cubicBezTo>
                    <a:pt x="977" y="1358"/>
                    <a:pt x="858" y="1525"/>
                    <a:pt x="715" y="1572"/>
                  </a:cubicBezTo>
                  <a:cubicBezTo>
                    <a:pt x="477" y="1667"/>
                    <a:pt x="239" y="1715"/>
                    <a:pt x="1" y="1763"/>
                  </a:cubicBezTo>
                  <a:cubicBezTo>
                    <a:pt x="113" y="1774"/>
                    <a:pt x="226" y="1780"/>
                    <a:pt x="337" y="1780"/>
                  </a:cubicBezTo>
                  <a:cubicBezTo>
                    <a:pt x="699" y="1780"/>
                    <a:pt x="1054" y="1718"/>
                    <a:pt x="1382" y="1572"/>
                  </a:cubicBezTo>
                  <a:lnTo>
                    <a:pt x="1620" y="1477"/>
                  </a:lnTo>
                  <a:cubicBezTo>
                    <a:pt x="1644" y="1477"/>
                    <a:pt x="1644" y="1453"/>
                    <a:pt x="1644" y="1429"/>
                  </a:cubicBezTo>
                  <a:lnTo>
                    <a:pt x="164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4" name="Google Shape;28074;p152"/>
            <p:cNvSpPr/>
            <p:nvPr/>
          </p:nvSpPr>
          <p:spPr>
            <a:xfrm>
              <a:off x="5740678" y="2138878"/>
              <a:ext cx="142447" cy="66592"/>
            </a:xfrm>
            <a:custGeom>
              <a:rect b="b" l="l" r="r" t="t"/>
              <a:pathLst>
                <a:path extrusionOk="0" h="2049" w="4383">
                  <a:moveTo>
                    <a:pt x="2200" y="1"/>
                  </a:moveTo>
                  <a:cubicBezTo>
                    <a:pt x="2138" y="1"/>
                    <a:pt x="2072" y="12"/>
                    <a:pt x="2001" y="36"/>
                  </a:cubicBezTo>
                  <a:lnTo>
                    <a:pt x="96" y="917"/>
                  </a:lnTo>
                  <a:cubicBezTo>
                    <a:pt x="0" y="965"/>
                    <a:pt x="0" y="1084"/>
                    <a:pt x="96" y="1108"/>
                  </a:cubicBezTo>
                  <a:lnTo>
                    <a:pt x="2025" y="2013"/>
                  </a:lnTo>
                  <a:cubicBezTo>
                    <a:pt x="2084" y="2037"/>
                    <a:pt x="2144" y="2049"/>
                    <a:pt x="2200" y="2049"/>
                  </a:cubicBezTo>
                  <a:cubicBezTo>
                    <a:pt x="2257" y="2049"/>
                    <a:pt x="2310" y="2037"/>
                    <a:pt x="2358" y="2013"/>
                  </a:cubicBezTo>
                  <a:lnTo>
                    <a:pt x="4287" y="1108"/>
                  </a:lnTo>
                  <a:cubicBezTo>
                    <a:pt x="4382" y="1084"/>
                    <a:pt x="4382" y="941"/>
                    <a:pt x="4287" y="917"/>
                  </a:cubicBezTo>
                  <a:lnTo>
                    <a:pt x="2382" y="36"/>
                  </a:lnTo>
                  <a:cubicBezTo>
                    <a:pt x="2322" y="12"/>
                    <a:pt x="2263" y="1"/>
                    <a:pt x="2200"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5" name="Google Shape;28075;p152"/>
            <p:cNvSpPr/>
            <p:nvPr/>
          </p:nvSpPr>
          <p:spPr>
            <a:xfrm>
              <a:off x="5797163" y="2162473"/>
              <a:ext cx="85963" cy="42217"/>
            </a:xfrm>
            <a:custGeom>
              <a:rect b="b" l="l" r="r" t="t"/>
              <a:pathLst>
                <a:path extrusionOk="0" h="1299" w="2645">
                  <a:moveTo>
                    <a:pt x="2192" y="1"/>
                  </a:moveTo>
                  <a:lnTo>
                    <a:pt x="2192" y="1"/>
                  </a:lnTo>
                  <a:cubicBezTo>
                    <a:pt x="2239" y="72"/>
                    <a:pt x="2192" y="120"/>
                    <a:pt x="2144" y="144"/>
                  </a:cubicBezTo>
                  <a:lnTo>
                    <a:pt x="167" y="1073"/>
                  </a:lnTo>
                  <a:cubicBezTo>
                    <a:pt x="120" y="1096"/>
                    <a:pt x="48" y="1096"/>
                    <a:pt x="1" y="1096"/>
                  </a:cubicBezTo>
                  <a:lnTo>
                    <a:pt x="310" y="1263"/>
                  </a:lnTo>
                  <a:cubicBezTo>
                    <a:pt x="358" y="1287"/>
                    <a:pt x="412" y="1299"/>
                    <a:pt x="468" y="1299"/>
                  </a:cubicBezTo>
                  <a:cubicBezTo>
                    <a:pt x="525" y="1299"/>
                    <a:pt x="584" y="1287"/>
                    <a:pt x="644" y="1263"/>
                  </a:cubicBezTo>
                  <a:lnTo>
                    <a:pt x="2573" y="358"/>
                  </a:lnTo>
                  <a:cubicBezTo>
                    <a:pt x="2644" y="358"/>
                    <a:pt x="2644" y="239"/>
                    <a:pt x="2573" y="191"/>
                  </a:cubicBezTo>
                  <a:lnTo>
                    <a:pt x="2192"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6" name="Google Shape;28076;p152"/>
            <p:cNvSpPr/>
            <p:nvPr/>
          </p:nvSpPr>
          <p:spPr>
            <a:xfrm>
              <a:off x="5706618" y="2207388"/>
              <a:ext cx="12415" cy="11635"/>
            </a:xfrm>
            <a:custGeom>
              <a:rect b="b" l="l" r="r" t="t"/>
              <a:pathLst>
                <a:path extrusionOk="0" h="358" w="382">
                  <a:moveTo>
                    <a:pt x="191" y="0"/>
                  </a:moveTo>
                  <a:cubicBezTo>
                    <a:pt x="72" y="0"/>
                    <a:pt x="0" y="72"/>
                    <a:pt x="0" y="167"/>
                  </a:cubicBezTo>
                  <a:cubicBezTo>
                    <a:pt x="0" y="262"/>
                    <a:pt x="72" y="357"/>
                    <a:pt x="191" y="357"/>
                  </a:cubicBezTo>
                  <a:cubicBezTo>
                    <a:pt x="310" y="357"/>
                    <a:pt x="382" y="262"/>
                    <a:pt x="382" y="167"/>
                  </a:cubicBezTo>
                  <a:cubicBezTo>
                    <a:pt x="382" y="48"/>
                    <a:pt x="310" y="0"/>
                    <a:pt x="19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7" name="Google Shape;28077;p152"/>
            <p:cNvSpPr/>
            <p:nvPr/>
          </p:nvSpPr>
          <p:spPr>
            <a:xfrm>
              <a:off x="5727516" y="2207388"/>
              <a:ext cx="11635" cy="11635"/>
            </a:xfrm>
            <a:custGeom>
              <a:rect b="b" l="l" r="r" t="t"/>
              <a:pathLst>
                <a:path extrusionOk="0" h="358" w="358">
                  <a:moveTo>
                    <a:pt x="167" y="0"/>
                  </a:moveTo>
                  <a:cubicBezTo>
                    <a:pt x="48" y="0"/>
                    <a:pt x="0" y="72"/>
                    <a:pt x="0" y="167"/>
                  </a:cubicBezTo>
                  <a:cubicBezTo>
                    <a:pt x="0" y="262"/>
                    <a:pt x="96" y="357"/>
                    <a:pt x="167" y="357"/>
                  </a:cubicBezTo>
                  <a:cubicBezTo>
                    <a:pt x="286" y="357"/>
                    <a:pt x="358" y="262"/>
                    <a:pt x="358" y="167"/>
                  </a:cubicBezTo>
                  <a:cubicBezTo>
                    <a:pt x="358" y="48"/>
                    <a:pt x="262" y="0"/>
                    <a:pt x="167"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8" name="Google Shape;28078;p152"/>
            <p:cNvSpPr/>
            <p:nvPr/>
          </p:nvSpPr>
          <p:spPr>
            <a:xfrm>
              <a:off x="5684941" y="2207388"/>
              <a:ext cx="11635" cy="11635"/>
            </a:xfrm>
            <a:custGeom>
              <a:rect b="b" l="l" r="r" t="t"/>
              <a:pathLst>
                <a:path extrusionOk="0" h="358" w="358">
                  <a:moveTo>
                    <a:pt x="167" y="0"/>
                  </a:moveTo>
                  <a:cubicBezTo>
                    <a:pt x="48" y="0"/>
                    <a:pt x="1" y="72"/>
                    <a:pt x="1" y="167"/>
                  </a:cubicBezTo>
                  <a:cubicBezTo>
                    <a:pt x="1" y="262"/>
                    <a:pt x="72" y="357"/>
                    <a:pt x="167" y="357"/>
                  </a:cubicBezTo>
                  <a:cubicBezTo>
                    <a:pt x="286" y="357"/>
                    <a:pt x="358" y="262"/>
                    <a:pt x="358" y="167"/>
                  </a:cubicBezTo>
                  <a:cubicBezTo>
                    <a:pt x="358" y="48"/>
                    <a:pt x="263" y="0"/>
                    <a:pt x="167"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9" name="Google Shape;28079;p152"/>
            <p:cNvSpPr/>
            <p:nvPr/>
          </p:nvSpPr>
          <p:spPr>
            <a:xfrm>
              <a:off x="5619941" y="2112163"/>
              <a:ext cx="11635" cy="11667"/>
            </a:xfrm>
            <a:custGeom>
              <a:rect b="b" l="l" r="r" t="t"/>
              <a:pathLst>
                <a:path extrusionOk="0" h="359" w="358">
                  <a:moveTo>
                    <a:pt x="191" y="1"/>
                  </a:moveTo>
                  <a:cubicBezTo>
                    <a:pt x="72" y="1"/>
                    <a:pt x="0" y="96"/>
                    <a:pt x="0" y="192"/>
                  </a:cubicBezTo>
                  <a:cubicBezTo>
                    <a:pt x="0" y="263"/>
                    <a:pt x="72" y="334"/>
                    <a:pt x="191" y="358"/>
                  </a:cubicBezTo>
                  <a:cubicBezTo>
                    <a:pt x="286" y="358"/>
                    <a:pt x="357" y="311"/>
                    <a:pt x="357" y="192"/>
                  </a:cubicBezTo>
                  <a:cubicBezTo>
                    <a:pt x="357" y="72"/>
                    <a:pt x="262" y="1"/>
                    <a:pt x="19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0" name="Google Shape;28080;p152"/>
            <p:cNvSpPr/>
            <p:nvPr/>
          </p:nvSpPr>
          <p:spPr>
            <a:xfrm>
              <a:off x="5619941" y="2092046"/>
              <a:ext cx="11635" cy="11667"/>
            </a:xfrm>
            <a:custGeom>
              <a:rect b="b" l="l" r="r" t="t"/>
              <a:pathLst>
                <a:path extrusionOk="0" h="359" w="358">
                  <a:moveTo>
                    <a:pt x="191" y="1"/>
                  </a:moveTo>
                  <a:cubicBezTo>
                    <a:pt x="72" y="1"/>
                    <a:pt x="0" y="96"/>
                    <a:pt x="0" y="168"/>
                  </a:cubicBezTo>
                  <a:cubicBezTo>
                    <a:pt x="0" y="263"/>
                    <a:pt x="72" y="334"/>
                    <a:pt x="191" y="358"/>
                  </a:cubicBezTo>
                  <a:cubicBezTo>
                    <a:pt x="286" y="358"/>
                    <a:pt x="357" y="263"/>
                    <a:pt x="357" y="168"/>
                  </a:cubicBezTo>
                  <a:cubicBezTo>
                    <a:pt x="357" y="48"/>
                    <a:pt x="262" y="1"/>
                    <a:pt x="19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1" name="Google Shape;28081;p152"/>
            <p:cNvSpPr/>
            <p:nvPr/>
          </p:nvSpPr>
          <p:spPr>
            <a:xfrm>
              <a:off x="5619941" y="2131533"/>
              <a:ext cx="11635" cy="11635"/>
            </a:xfrm>
            <a:custGeom>
              <a:rect b="b" l="l" r="r" t="t"/>
              <a:pathLst>
                <a:path extrusionOk="0" h="358" w="358">
                  <a:moveTo>
                    <a:pt x="191" y="0"/>
                  </a:moveTo>
                  <a:cubicBezTo>
                    <a:pt x="72" y="0"/>
                    <a:pt x="0" y="96"/>
                    <a:pt x="0" y="191"/>
                  </a:cubicBezTo>
                  <a:cubicBezTo>
                    <a:pt x="0" y="262"/>
                    <a:pt x="72" y="358"/>
                    <a:pt x="191" y="358"/>
                  </a:cubicBezTo>
                  <a:cubicBezTo>
                    <a:pt x="286" y="358"/>
                    <a:pt x="357" y="310"/>
                    <a:pt x="357" y="191"/>
                  </a:cubicBezTo>
                  <a:cubicBezTo>
                    <a:pt x="357" y="72"/>
                    <a:pt x="262" y="0"/>
                    <a:pt x="19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2" name="Google Shape;28082;p152"/>
            <p:cNvSpPr/>
            <p:nvPr/>
          </p:nvSpPr>
          <p:spPr>
            <a:xfrm>
              <a:off x="5602911" y="2208136"/>
              <a:ext cx="44135" cy="18622"/>
            </a:xfrm>
            <a:custGeom>
              <a:rect b="b" l="l" r="r" t="t"/>
              <a:pathLst>
                <a:path extrusionOk="0" h="573" w="1358">
                  <a:moveTo>
                    <a:pt x="667" y="1"/>
                  </a:moveTo>
                  <a:cubicBezTo>
                    <a:pt x="429" y="1"/>
                    <a:pt x="238" y="96"/>
                    <a:pt x="48" y="263"/>
                  </a:cubicBezTo>
                  <a:cubicBezTo>
                    <a:pt x="0" y="334"/>
                    <a:pt x="0" y="453"/>
                    <a:pt x="48" y="501"/>
                  </a:cubicBezTo>
                  <a:cubicBezTo>
                    <a:pt x="84" y="537"/>
                    <a:pt x="131" y="555"/>
                    <a:pt x="176" y="555"/>
                  </a:cubicBezTo>
                  <a:cubicBezTo>
                    <a:pt x="221" y="555"/>
                    <a:pt x="262" y="537"/>
                    <a:pt x="286" y="501"/>
                  </a:cubicBezTo>
                  <a:cubicBezTo>
                    <a:pt x="381" y="406"/>
                    <a:pt x="524" y="358"/>
                    <a:pt x="667" y="358"/>
                  </a:cubicBezTo>
                  <a:cubicBezTo>
                    <a:pt x="834" y="358"/>
                    <a:pt x="977" y="406"/>
                    <a:pt x="1072" y="501"/>
                  </a:cubicBezTo>
                  <a:cubicBezTo>
                    <a:pt x="1096" y="525"/>
                    <a:pt x="1143" y="573"/>
                    <a:pt x="1191" y="573"/>
                  </a:cubicBezTo>
                  <a:cubicBezTo>
                    <a:pt x="1215" y="573"/>
                    <a:pt x="1263" y="573"/>
                    <a:pt x="1310" y="501"/>
                  </a:cubicBezTo>
                  <a:cubicBezTo>
                    <a:pt x="1358" y="453"/>
                    <a:pt x="1358" y="334"/>
                    <a:pt x="1310" y="263"/>
                  </a:cubicBezTo>
                  <a:cubicBezTo>
                    <a:pt x="1120" y="96"/>
                    <a:pt x="905" y="1"/>
                    <a:pt x="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3" name="Google Shape;28083;p152"/>
            <p:cNvSpPr/>
            <p:nvPr/>
          </p:nvSpPr>
          <p:spPr>
            <a:xfrm>
              <a:off x="5585101" y="2184151"/>
              <a:ext cx="79755" cy="24797"/>
            </a:xfrm>
            <a:custGeom>
              <a:rect b="b" l="l" r="r" t="t"/>
              <a:pathLst>
                <a:path extrusionOk="0" h="763" w="2454">
                  <a:moveTo>
                    <a:pt x="1215" y="1"/>
                  </a:moveTo>
                  <a:cubicBezTo>
                    <a:pt x="763" y="1"/>
                    <a:pt x="358" y="167"/>
                    <a:pt x="72" y="477"/>
                  </a:cubicBezTo>
                  <a:cubicBezTo>
                    <a:pt x="1" y="525"/>
                    <a:pt x="1" y="644"/>
                    <a:pt x="72" y="715"/>
                  </a:cubicBezTo>
                  <a:cubicBezTo>
                    <a:pt x="96" y="739"/>
                    <a:pt x="138" y="751"/>
                    <a:pt x="179" y="751"/>
                  </a:cubicBezTo>
                  <a:cubicBezTo>
                    <a:pt x="221" y="751"/>
                    <a:pt x="263" y="739"/>
                    <a:pt x="286" y="715"/>
                  </a:cubicBezTo>
                  <a:cubicBezTo>
                    <a:pt x="548" y="477"/>
                    <a:pt x="858" y="310"/>
                    <a:pt x="1215" y="310"/>
                  </a:cubicBezTo>
                  <a:cubicBezTo>
                    <a:pt x="1572" y="310"/>
                    <a:pt x="1906" y="477"/>
                    <a:pt x="2144" y="715"/>
                  </a:cubicBezTo>
                  <a:cubicBezTo>
                    <a:pt x="2168" y="739"/>
                    <a:pt x="2239" y="763"/>
                    <a:pt x="2263" y="763"/>
                  </a:cubicBezTo>
                  <a:cubicBezTo>
                    <a:pt x="2334" y="763"/>
                    <a:pt x="2358" y="763"/>
                    <a:pt x="2382" y="715"/>
                  </a:cubicBezTo>
                  <a:cubicBezTo>
                    <a:pt x="2453" y="644"/>
                    <a:pt x="2453" y="525"/>
                    <a:pt x="2382" y="477"/>
                  </a:cubicBezTo>
                  <a:cubicBezTo>
                    <a:pt x="2072" y="167"/>
                    <a:pt x="1668" y="1"/>
                    <a:pt x="1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4" name="Google Shape;28084;p152"/>
            <p:cNvSpPr/>
            <p:nvPr/>
          </p:nvSpPr>
          <p:spPr>
            <a:xfrm>
              <a:off x="5566543" y="2158606"/>
              <a:ext cx="116122" cy="33313"/>
            </a:xfrm>
            <a:custGeom>
              <a:rect b="b" l="l" r="r" t="t"/>
              <a:pathLst>
                <a:path extrusionOk="0" h="1025" w="3573">
                  <a:moveTo>
                    <a:pt x="1786" y="1"/>
                  </a:moveTo>
                  <a:cubicBezTo>
                    <a:pt x="1143" y="1"/>
                    <a:pt x="524" y="263"/>
                    <a:pt x="71" y="715"/>
                  </a:cubicBezTo>
                  <a:cubicBezTo>
                    <a:pt x="0" y="787"/>
                    <a:pt x="0" y="906"/>
                    <a:pt x="71" y="953"/>
                  </a:cubicBezTo>
                  <a:cubicBezTo>
                    <a:pt x="95" y="977"/>
                    <a:pt x="143" y="1025"/>
                    <a:pt x="191" y="1025"/>
                  </a:cubicBezTo>
                  <a:cubicBezTo>
                    <a:pt x="238" y="1025"/>
                    <a:pt x="286" y="977"/>
                    <a:pt x="310" y="953"/>
                  </a:cubicBezTo>
                  <a:cubicBezTo>
                    <a:pt x="714" y="549"/>
                    <a:pt x="1238" y="334"/>
                    <a:pt x="1786" y="334"/>
                  </a:cubicBezTo>
                  <a:cubicBezTo>
                    <a:pt x="2358" y="334"/>
                    <a:pt x="2905" y="572"/>
                    <a:pt x="3286" y="953"/>
                  </a:cubicBezTo>
                  <a:cubicBezTo>
                    <a:pt x="3310" y="989"/>
                    <a:pt x="3352" y="1007"/>
                    <a:pt x="3397" y="1007"/>
                  </a:cubicBezTo>
                  <a:cubicBezTo>
                    <a:pt x="3441" y="1007"/>
                    <a:pt x="3489" y="989"/>
                    <a:pt x="3525" y="953"/>
                  </a:cubicBezTo>
                  <a:cubicBezTo>
                    <a:pt x="3572" y="906"/>
                    <a:pt x="3572" y="787"/>
                    <a:pt x="3525" y="715"/>
                  </a:cubicBezTo>
                  <a:cubicBezTo>
                    <a:pt x="3048" y="239"/>
                    <a:pt x="2453" y="1"/>
                    <a:pt x="1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5" name="Google Shape;28085;p152"/>
          <p:cNvGrpSpPr/>
          <p:nvPr/>
        </p:nvGrpSpPr>
        <p:grpSpPr>
          <a:xfrm>
            <a:off x="6280893" y="1793363"/>
            <a:ext cx="356850" cy="308263"/>
            <a:chOff x="6280893" y="1945763"/>
            <a:chExt cx="356850" cy="308263"/>
          </a:xfrm>
        </p:grpSpPr>
        <p:sp>
          <p:nvSpPr>
            <p:cNvPr id="28086" name="Google Shape;28086;p152"/>
            <p:cNvSpPr/>
            <p:nvPr/>
          </p:nvSpPr>
          <p:spPr>
            <a:xfrm>
              <a:off x="6280893" y="1984471"/>
              <a:ext cx="356850" cy="213655"/>
            </a:xfrm>
            <a:custGeom>
              <a:rect b="b" l="l" r="r" t="t"/>
              <a:pathLst>
                <a:path extrusionOk="0" h="6574" w="10980">
                  <a:moveTo>
                    <a:pt x="382" y="1"/>
                  </a:moveTo>
                  <a:cubicBezTo>
                    <a:pt x="168" y="1"/>
                    <a:pt x="1" y="191"/>
                    <a:pt x="1" y="382"/>
                  </a:cubicBezTo>
                  <a:lnTo>
                    <a:pt x="1" y="6192"/>
                  </a:lnTo>
                  <a:cubicBezTo>
                    <a:pt x="1" y="6407"/>
                    <a:pt x="168" y="6573"/>
                    <a:pt x="382" y="6573"/>
                  </a:cubicBezTo>
                  <a:lnTo>
                    <a:pt x="10598" y="6573"/>
                  </a:lnTo>
                  <a:cubicBezTo>
                    <a:pt x="10813" y="6573"/>
                    <a:pt x="10979" y="6407"/>
                    <a:pt x="10979" y="6192"/>
                  </a:cubicBezTo>
                  <a:lnTo>
                    <a:pt x="10979" y="382"/>
                  </a:lnTo>
                  <a:cubicBezTo>
                    <a:pt x="10979" y="167"/>
                    <a:pt x="10813" y="1"/>
                    <a:pt x="1059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7" name="Google Shape;28087;p152"/>
            <p:cNvSpPr/>
            <p:nvPr/>
          </p:nvSpPr>
          <p:spPr>
            <a:xfrm>
              <a:off x="6603651" y="1984471"/>
              <a:ext cx="34093" cy="213655"/>
            </a:xfrm>
            <a:custGeom>
              <a:rect b="b" l="l" r="r" t="t"/>
              <a:pathLst>
                <a:path extrusionOk="0" h="6574" w="1049">
                  <a:moveTo>
                    <a:pt x="0" y="1"/>
                  </a:moveTo>
                  <a:cubicBezTo>
                    <a:pt x="215" y="1"/>
                    <a:pt x="405" y="191"/>
                    <a:pt x="405" y="382"/>
                  </a:cubicBezTo>
                  <a:lnTo>
                    <a:pt x="405" y="6192"/>
                  </a:lnTo>
                  <a:cubicBezTo>
                    <a:pt x="405" y="6407"/>
                    <a:pt x="215" y="6573"/>
                    <a:pt x="0" y="6573"/>
                  </a:cubicBezTo>
                  <a:lnTo>
                    <a:pt x="667" y="6573"/>
                  </a:lnTo>
                  <a:cubicBezTo>
                    <a:pt x="882" y="6573"/>
                    <a:pt x="1048" y="6407"/>
                    <a:pt x="1048" y="6192"/>
                  </a:cubicBezTo>
                  <a:lnTo>
                    <a:pt x="1048" y="382"/>
                  </a:lnTo>
                  <a:cubicBezTo>
                    <a:pt x="1048" y="191"/>
                    <a:pt x="882" y="1"/>
                    <a:pt x="667"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8" name="Google Shape;28088;p152"/>
            <p:cNvSpPr/>
            <p:nvPr/>
          </p:nvSpPr>
          <p:spPr>
            <a:xfrm>
              <a:off x="6311866" y="1964353"/>
              <a:ext cx="294125" cy="205920"/>
            </a:xfrm>
            <a:custGeom>
              <a:rect b="b" l="l" r="r" t="t"/>
              <a:pathLst>
                <a:path extrusionOk="0" h="6336" w="9050">
                  <a:moveTo>
                    <a:pt x="477" y="0"/>
                  </a:moveTo>
                  <a:cubicBezTo>
                    <a:pt x="215" y="0"/>
                    <a:pt x="0" y="215"/>
                    <a:pt x="0" y="477"/>
                  </a:cubicBezTo>
                  <a:lnTo>
                    <a:pt x="0" y="5621"/>
                  </a:lnTo>
                  <a:cubicBezTo>
                    <a:pt x="0" y="5883"/>
                    <a:pt x="215" y="6097"/>
                    <a:pt x="477" y="6097"/>
                  </a:cubicBezTo>
                  <a:lnTo>
                    <a:pt x="3715" y="6097"/>
                  </a:lnTo>
                  <a:lnTo>
                    <a:pt x="3906" y="5883"/>
                  </a:lnTo>
                  <a:cubicBezTo>
                    <a:pt x="4049" y="5883"/>
                    <a:pt x="4192" y="5954"/>
                    <a:pt x="4287" y="6073"/>
                  </a:cubicBezTo>
                  <a:cubicBezTo>
                    <a:pt x="4311" y="6097"/>
                    <a:pt x="4358" y="6335"/>
                    <a:pt x="4430" y="6335"/>
                  </a:cubicBezTo>
                  <a:lnTo>
                    <a:pt x="4525" y="6335"/>
                  </a:lnTo>
                  <a:cubicBezTo>
                    <a:pt x="4573" y="6335"/>
                    <a:pt x="4597" y="6311"/>
                    <a:pt x="4668" y="6287"/>
                  </a:cubicBezTo>
                  <a:cubicBezTo>
                    <a:pt x="4763" y="6168"/>
                    <a:pt x="4906" y="6097"/>
                    <a:pt x="5049" y="6097"/>
                  </a:cubicBezTo>
                  <a:lnTo>
                    <a:pt x="8550" y="6097"/>
                  </a:lnTo>
                  <a:cubicBezTo>
                    <a:pt x="8812" y="6097"/>
                    <a:pt x="9026" y="5883"/>
                    <a:pt x="9026" y="5621"/>
                  </a:cubicBezTo>
                  <a:lnTo>
                    <a:pt x="9026" y="477"/>
                  </a:lnTo>
                  <a:cubicBezTo>
                    <a:pt x="9050" y="215"/>
                    <a:pt x="8812" y="0"/>
                    <a:pt x="8574" y="0"/>
                  </a:cubicBezTo>
                  <a:lnTo>
                    <a:pt x="5097" y="0"/>
                  </a:lnTo>
                  <a:cubicBezTo>
                    <a:pt x="4787" y="0"/>
                    <a:pt x="4525" y="239"/>
                    <a:pt x="4525" y="572"/>
                  </a:cubicBezTo>
                  <a:cubicBezTo>
                    <a:pt x="4525" y="262"/>
                    <a:pt x="4287" y="0"/>
                    <a:pt x="395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9" name="Google Shape;28089;p152"/>
            <p:cNvSpPr/>
            <p:nvPr/>
          </p:nvSpPr>
          <p:spPr>
            <a:xfrm>
              <a:off x="6566503" y="1964353"/>
              <a:ext cx="39488" cy="198153"/>
            </a:xfrm>
            <a:custGeom>
              <a:rect b="b" l="l" r="r" t="t"/>
              <a:pathLst>
                <a:path extrusionOk="0" h="6097" w="1215">
                  <a:moveTo>
                    <a:pt x="0" y="0"/>
                  </a:moveTo>
                  <a:cubicBezTo>
                    <a:pt x="262" y="0"/>
                    <a:pt x="429" y="215"/>
                    <a:pt x="429" y="477"/>
                  </a:cubicBezTo>
                  <a:lnTo>
                    <a:pt x="429" y="5621"/>
                  </a:lnTo>
                  <a:cubicBezTo>
                    <a:pt x="429" y="5883"/>
                    <a:pt x="239" y="6097"/>
                    <a:pt x="0" y="6097"/>
                  </a:cubicBezTo>
                  <a:lnTo>
                    <a:pt x="715" y="6097"/>
                  </a:lnTo>
                  <a:cubicBezTo>
                    <a:pt x="977" y="6097"/>
                    <a:pt x="1191" y="5883"/>
                    <a:pt x="1191" y="5621"/>
                  </a:cubicBezTo>
                  <a:lnTo>
                    <a:pt x="1191" y="477"/>
                  </a:lnTo>
                  <a:cubicBezTo>
                    <a:pt x="1215" y="215"/>
                    <a:pt x="1001" y="0"/>
                    <a:pt x="739"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0" name="Google Shape;28090;p152"/>
            <p:cNvSpPr/>
            <p:nvPr/>
          </p:nvSpPr>
          <p:spPr>
            <a:xfrm>
              <a:off x="6417133" y="1965133"/>
              <a:ext cx="41828" cy="205888"/>
            </a:xfrm>
            <a:custGeom>
              <a:rect b="b" l="l" r="r" t="t"/>
              <a:pathLst>
                <a:path extrusionOk="0" h="6335" w="1287">
                  <a:moveTo>
                    <a:pt x="0" y="0"/>
                  </a:moveTo>
                  <a:cubicBezTo>
                    <a:pt x="310" y="0"/>
                    <a:pt x="548" y="238"/>
                    <a:pt x="548" y="572"/>
                  </a:cubicBezTo>
                  <a:lnTo>
                    <a:pt x="548" y="6073"/>
                  </a:lnTo>
                  <a:lnTo>
                    <a:pt x="715" y="6073"/>
                  </a:lnTo>
                  <a:cubicBezTo>
                    <a:pt x="929" y="6073"/>
                    <a:pt x="1072" y="6168"/>
                    <a:pt x="1191" y="6335"/>
                  </a:cubicBezTo>
                  <a:cubicBezTo>
                    <a:pt x="1215" y="6335"/>
                    <a:pt x="1286" y="6335"/>
                    <a:pt x="1286" y="6311"/>
                  </a:cubicBezTo>
                  <a:lnTo>
                    <a:pt x="1286" y="572"/>
                  </a:lnTo>
                  <a:cubicBezTo>
                    <a:pt x="1286" y="262"/>
                    <a:pt x="1048" y="0"/>
                    <a:pt x="71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1" name="Google Shape;28091;p152"/>
            <p:cNvSpPr/>
            <p:nvPr/>
          </p:nvSpPr>
          <p:spPr>
            <a:xfrm>
              <a:off x="6397763" y="1945763"/>
              <a:ext cx="30778" cy="104845"/>
            </a:xfrm>
            <a:custGeom>
              <a:rect b="b" l="l" r="r" t="t"/>
              <a:pathLst>
                <a:path extrusionOk="0" h="3226" w="947">
                  <a:moveTo>
                    <a:pt x="215" y="1"/>
                  </a:moveTo>
                  <a:cubicBezTo>
                    <a:pt x="96" y="1"/>
                    <a:pt x="1" y="96"/>
                    <a:pt x="1" y="215"/>
                  </a:cubicBezTo>
                  <a:lnTo>
                    <a:pt x="1" y="3168"/>
                  </a:lnTo>
                  <a:cubicBezTo>
                    <a:pt x="1" y="3203"/>
                    <a:pt x="39" y="3225"/>
                    <a:pt x="78" y="3225"/>
                  </a:cubicBezTo>
                  <a:cubicBezTo>
                    <a:pt x="93" y="3225"/>
                    <a:pt x="107" y="3222"/>
                    <a:pt x="120" y="3216"/>
                  </a:cubicBezTo>
                  <a:lnTo>
                    <a:pt x="453" y="3049"/>
                  </a:lnTo>
                  <a:lnTo>
                    <a:pt x="549" y="3049"/>
                  </a:lnTo>
                  <a:lnTo>
                    <a:pt x="834" y="3216"/>
                  </a:lnTo>
                  <a:cubicBezTo>
                    <a:pt x="853" y="3222"/>
                    <a:pt x="871" y="3225"/>
                    <a:pt x="886" y="3225"/>
                  </a:cubicBezTo>
                  <a:cubicBezTo>
                    <a:pt x="926" y="3225"/>
                    <a:pt x="947" y="3203"/>
                    <a:pt x="930" y="3168"/>
                  </a:cubicBezTo>
                  <a:lnTo>
                    <a:pt x="930" y="215"/>
                  </a:lnTo>
                  <a:cubicBezTo>
                    <a:pt x="930" y="96"/>
                    <a:pt x="834" y="1"/>
                    <a:pt x="71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2" name="Google Shape;28092;p152"/>
            <p:cNvSpPr/>
            <p:nvPr/>
          </p:nvSpPr>
          <p:spPr>
            <a:xfrm>
              <a:off x="6404751" y="1945763"/>
              <a:ext cx="24018" cy="104845"/>
            </a:xfrm>
            <a:custGeom>
              <a:rect b="b" l="l" r="r" t="t"/>
              <a:pathLst>
                <a:path extrusionOk="0" h="3226" w="739">
                  <a:moveTo>
                    <a:pt x="0" y="1"/>
                  </a:moveTo>
                  <a:cubicBezTo>
                    <a:pt x="119" y="1"/>
                    <a:pt x="167" y="96"/>
                    <a:pt x="167" y="215"/>
                  </a:cubicBezTo>
                  <a:lnTo>
                    <a:pt x="167" y="3073"/>
                  </a:lnTo>
                  <a:lnTo>
                    <a:pt x="238" y="3049"/>
                  </a:lnTo>
                  <a:lnTo>
                    <a:pt x="334" y="3049"/>
                  </a:lnTo>
                  <a:lnTo>
                    <a:pt x="619" y="3216"/>
                  </a:lnTo>
                  <a:cubicBezTo>
                    <a:pt x="638" y="3222"/>
                    <a:pt x="656" y="3225"/>
                    <a:pt x="671" y="3225"/>
                  </a:cubicBezTo>
                  <a:cubicBezTo>
                    <a:pt x="713" y="3225"/>
                    <a:pt x="738" y="3203"/>
                    <a:pt x="738" y="3168"/>
                  </a:cubicBezTo>
                  <a:lnTo>
                    <a:pt x="738" y="215"/>
                  </a:lnTo>
                  <a:cubicBezTo>
                    <a:pt x="738" y="96"/>
                    <a:pt x="643" y="1"/>
                    <a:pt x="52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3" name="Google Shape;28093;p152"/>
            <p:cNvSpPr/>
            <p:nvPr/>
          </p:nvSpPr>
          <p:spPr>
            <a:xfrm>
              <a:off x="6490648" y="1992206"/>
              <a:ext cx="84403" cy="56550"/>
            </a:xfrm>
            <a:custGeom>
              <a:rect b="b" l="l" r="r" t="t"/>
              <a:pathLst>
                <a:path extrusionOk="0" h="1740" w="2597">
                  <a:moveTo>
                    <a:pt x="215" y="1"/>
                  </a:moveTo>
                  <a:cubicBezTo>
                    <a:pt x="96" y="1"/>
                    <a:pt x="1" y="96"/>
                    <a:pt x="1" y="215"/>
                  </a:cubicBezTo>
                  <a:lnTo>
                    <a:pt x="1" y="1525"/>
                  </a:lnTo>
                  <a:cubicBezTo>
                    <a:pt x="1" y="1644"/>
                    <a:pt x="96" y="1739"/>
                    <a:pt x="215" y="1739"/>
                  </a:cubicBezTo>
                  <a:lnTo>
                    <a:pt x="2382" y="1739"/>
                  </a:lnTo>
                  <a:cubicBezTo>
                    <a:pt x="2501" y="1739"/>
                    <a:pt x="2596" y="1644"/>
                    <a:pt x="2596" y="1525"/>
                  </a:cubicBezTo>
                  <a:lnTo>
                    <a:pt x="2596" y="215"/>
                  </a:lnTo>
                  <a:cubicBezTo>
                    <a:pt x="2596" y="96"/>
                    <a:pt x="2501" y="1"/>
                    <a:pt x="2382"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4" name="Google Shape;28094;p152"/>
            <p:cNvSpPr/>
            <p:nvPr/>
          </p:nvSpPr>
          <p:spPr>
            <a:xfrm>
              <a:off x="6546386" y="1992206"/>
              <a:ext cx="28665" cy="56550"/>
            </a:xfrm>
            <a:custGeom>
              <a:rect b="b" l="l" r="r" t="t"/>
              <a:pathLst>
                <a:path extrusionOk="0" h="1740" w="882">
                  <a:moveTo>
                    <a:pt x="0" y="1"/>
                  </a:moveTo>
                  <a:cubicBezTo>
                    <a:pt x="119" y="1"/>
                    <a:pt x="215" y="96"/>
                    <a:pt x="215" y="215"/>
                  </a:cubicBezTo>
                  <a:lnTo>
                    <a:pt x="215" y="1525"/>
                  </a:lnTo>
                  <a:cubicBezTo>
                    <a:pt x="215" y="1644"/>
                    <a:pt x="143" y="1739"/>
                    <a:pt x="0" y="1739"/>
                  </a:cubicBezTo>
                  <a:lnTo>
                    <a:pt x="667" y="1739"/>
                  </a:lnTo>
                  <a:cubicBezTo>
                    <a:pt x="786" y="1739"/>
                    <a:pt x="881" y="1644"/>
                    <a:pt x="881" y="1525"/>
                  </a:cubicBezTo>
                  <a:lnTo>
                    <a:pt x="881" y="215"/>
                  </a:lnTo>
                  <a:cubicBezTo>
                    <a:pt x="881" y="96"/>
                    <a:pt x="786"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5" name="Google Shape;28095;p152"/>
            <p:cNvSpPr/>
            <p:nvPr/>
          </p:nvSpPr>
          <p:spPr>
            <a:xfrm>
              <a:off x="6335851" y="2006928"/>
              <a:ext cx="37960" cy="10855"/>
            </a:xfrm>
            <a:custGeom>
              <a:rect b="b" l="l" r="r" t="t"/>
              <a:pathLst>
                <a:path extrusionOk="0" h="334" w="1168">
                  <a:moveTo>
                    <a:pt x="191" y="0"/>
                  </a:moveTo>
                  <a:cubicBezTo>
                    <a:pt x="96" y="0"/>
                    <a:pt x="1" y="96"/>
                    <a:pt x="24" y="215"/>
                  </a:cubicBezTo>
                  <a:cubicBezTo>
                    <a:pt x="72" y="286"/>
                    <a:pt x="120" y="334"/>
                    <a:pt x="191" y="334"/>
                  </a:cubicBezTo>
                  <a:lnTo>
                    <a:pt x="953" y="334"/>
                  </a:lnTo>
                  <a:cubicBezTo>
                    <a:pt x="1072" y="334"/>
                    <a:pt x="1168" y="238"/>
                    <a:pt x="1096" y="119"/>
                  </a:cubicBezTo>
                  <a:cubicBezTo>
                    <a:pt x="1072" y="24"/>
                    <a:pt x="1025" y="0"/>
                    <a:pt x="95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6" name="Google Shape;28096;p152"/>
            <p:cNvSpPr/>
            <p:nvPr/>
          </p:nvSpPr>
          <p:spPr>
            <a:xfrm>
              <a:off x="6335851" y="2027826"/>
              <a:ext cx="37960" cy="10855"/>
            </a:xfrm>
            <a:custGeom>
              <a:rect b="b" l="l" r="r" t="t"/>
              <a:pathLst>
                <a:path extrusionOk="0" h="334" w="1168">
                  <a:moveTo>
                    <a:pt x="191" y="0"/>
                  </a:moveTo>
                  <a:cubicBezTo>
                    <a:pt x="96" y="0"/>
                    <a:pt x="1" y="95"/>
                    <a:pt x="24" y="215"/>
                  </a:cubicBezTo>
                  <a:cubicBezTo>
                    <a:pt x="72" y="310"/>
                    <a:pt x="120" y="334"/>
                    <a:pt x="191" y="334"/>
                  </a:cubicBezTo>
                  <a:lnTo>
                    <a:pt x="953" y="334"/>
                  </a:lnTo>
                  <a:cubicBezTo>
                    <a:pt x="1072" y="334"/>
                    <a:pt x="1168" y="238"/>
                    <a:pt x="1096" y="119"/>
                  </a:cubicBezTo>
                  <a:cubicBezTo>
                    <a:pt x="1072" y="48"/>
                    <a:pt x="1025" y="0"/>
                    <a:pt x="95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7" name="Google Shape;28097;p152"/>
            <p:cNvSpPr/>
            <p:nvPr/>
          </p:nvSpPr>
          <p:spPr>
            <a:xfrm>
              <a:off x="6335851" y="2049503"/>
              <a:ext cx="37960" cy="10855"/>
            </a:xfrm>
            <a:custGeom>
              <a:rect b="b" l="l" r="r" t="t"/>
              <a:pathLst>
                <a:path extrusionOk="0" h="334" w="1168">
                  <a:moveTo>
                    <a:pt x="191" y="0"/>
                  </a:moveTo>
                  <a:cubicBezTo>
                    <a:pt x="96" y="0"/>
                    <a:pt x="1" y="95"/>
                    <a:pt x="24" y="214"/>
                  </a:cubicBezTo>
                  <a:cubicBezTo>
                    <a:pt x="72" y="286"/>
                    <a:pt x="120" y="333"/>
                    <a:pt x="191" y="333"/>
                  </a:cubicBezTo>
                  <a:lnTo>
                    <a:pt x="953" y="333"/>
                  </a:lnTo>
                  <a:cubicBezTo>
                    <a:pt x="1072" y="333"/>
                    <a:pt x="1168" y="214"/>
                    <a:pt x="1096" y="119"/>
                  </a:cubicBezTo>
                  <a:cubicBezTo>
                    <a:pt x="1072" y="24"/>
                    <a:pt x="1025" y="0"/>
                    <a:pt x="95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8" name="Google Shape;28098;p152"/>
            <p:cNvSpPr/>
            <p:nvPr/>
          </p:nvSpPr>
          <p:spPr>
            <a:xfrm>
              <a:off x="6335851" y="2069621"/>
              <a:ext cx="87490" cy="10855"/>
            </a:xfrm>
            <a:custGeom>
              <a:rect b="b" l="l" r="r" t="t"/>
              <a:pathLst>
                <a:path extrusionOk="0" h="334" w="2692">
                  <a:moveTo>
                    <a:pt x="191" y="0"/>
                  </a:moveTo>
                  <a:cubicBezTo>
                    <a:pt x="96" y="0"/>
                    <a:pt x="1" y="95"/>
                    <a:pt x="24" y="215"/>
                  </a:cubicBezTo>
                  <a:cubicBezTo>
                    <a:pt x="24" y="262"/>
                    <a:pt x="96" y="334"/>
                    <a:pt x="191" y="334"/>
                  </a:cubicBezTo>
                  <a:lnTo>
                    <a:pt x="2501" y="334"/>
                  </a:lnTo>
                  <a:cubicBezTo>
                    <a:pt x="2620" y="334"/>
                    <a:pt x="2692" y="238"/>
                    <a:pt x="2644" y="119"/>
                  </a:cubicBezTo>
                  <a:cubicBezTo>
                    <a:pt x="2644" y="72"/>
                    <a:pt x="2596"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9" name="Google Shape;28099;p152"/>
            <p:cNvSpPr/>
            <p:nvPr/>
          </p:nvSpPr>
          <p:spPr>
            <a:xfrm>
              <a:off x="6335851" y="2092046"/>
              <a:ext cx="87490" cy="10888"/>
            </a:xfrm>
            <a:custGeom>
              <a:rect b="b" l="l" r="r" t="t"/>
              <a:pathLst>
                <a:path extrusionOk="0" h="335" w="2692">
                  <a:moveTo>
                    <a:pt x="191" y="1"/>
                  </a:moveTo>
                  <a:cubicBezTo>
                    <a:pt x="96" y="1"/>
                    <a:pt x="1" y="96"/>
                    <a:pt x="24" y="215"/>
                  </a:cubicBezTo>
                  <a:cubicBezTo>
                    <a:pt x="24" y="263"/>
                    <a:pt x="96" y="334"/>
                    <a:pt x="191" y="334"/>
                  </a:cubicBezTo>
                  <a:lnTo>
                    <a:pt x="2501" y="334"/>
                  </a:lnTo>
                  <a:cubicBezTo>
                    <a:pt x="2620" y="334"/>
                    <a:pt x="2692" y="239"/>
                    <a:pt x="2644" y="120"/>
                  </a:cubicBezTo>
                  <a:cubicBezTo>
                    <a:pt x="2644" y="48"/>
                    <a:pt x="2596" y="1"/>
                    <a:pt x="250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0" name="Google Shape;28100;p152"/>
            <p:cNvSpPr/>
            <p:nvPr/>
          </p:nvSpPr>
          <p:spPr>
            <a:xfrm>
              <a:off x="6335851" y="2115283"/>
              <a:ext cx="87490" cy="10855"/>
            </a:xfrm>
            <a:custGeom>
              <a:rect b="b" l="l" r="r" t="t"/>
              <a:pathLst>
                <a:path extrusionOk="0" h="334" w="2692">
                  <a:moveTo>
                    <a:pt x="191" y="0"/>
                  </a:moveTo>
                  <a:cubicBezTo>
                    <a:pt x="96" y="0"/>
                    <a:pt x="1" y="72"/>
                    <a:pt x="24" y="215"/>
                  </a:cubicBezTo>
                  <a:cubicBezTo>
                    <a:pt x="24" y="262"/>
                    <a:pt x="96" y="334"/>
                    <a:pt x="191" y="334"/>
                  </a:cubicBezTo>
                  <a:lnTo>
                    <a:pt x="2501" y="334"/>
                  </a:lnTo>
                  <a:cubicBezTo>
                    <a:pt x="2620" y="334"/>
                    <a:pt x="2692" y="238"/>
                    <a:pt x="2644" y="119"/>
                  </a:cubicBezTo>
                  <a:cubicBezTo>
                    <a:pt x="2644" y="48"/>
                    <a:pt x="2596"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1" name="Google Shape;28101;p152"/>
            <p:cNvSpPr/>
            <p:nvPr/>
          </p:nvSpPr>
          <p:spPr>
            <a:xfrm>
              <a:off x="6482133" y="2069621"/>
              <a:ext cx="85930" cy="10855"/>
            </a:xfrm>
            <a:custGeom>
              <a:rect b="b" l="l" r="r" t="t"/>
              <a:pathLst>
                <a:path extrusionOk="0" h="334" w="2644">
                  <a:moveTo>
                    <a:pt x="167" y="0"/>
                  </a:moveTo>
                  <a:cubicBezTo>
                    <a:pt x="96" y="0"/>
                    <a:pt x="1" y="95"/>
                    <a:pt x="24" y="215"/>
                  </a:cubicBezTo>
                  <a:cubicBezTo>
                    <a:pt x="24" y="262"/>
                    <a:pt x="96" y="334"/>
                    <a:pt x="167" y="334"/>
                  </a:cubicBezTo>
                  <a:lnTo>
                    <a:pt x="2501" y="334"/>
                  </a:lnTo>
                  <a:cubicBezTo>
                    <a:pt x="2596" y="334"/>
                    <a:pt x="2644" y="238"/>
                    <a:pt x="2644" y="119"/>
                  </a:cubicBezTo>
                  <a:cubicBezTo>
                    <a:pt x="2644" y="72"/>
                    <a:pt x="2573"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2" name="Google Shape;28102;p152"/>
            <p:cNvSpPr/>
            <p:nvPr/>
          </p:nvSpPr>
          <p:spPr>
            <a:xfrm>
              <a:off x="6482133" y="2092046"/>
              <a:ext cx="85930" cy="10888"/>
            </a:xfrm>
            <a:custGeom>
              <a:rect b="b" l="l" r="r" t="t"/>
              <a:pathLst>
                <a:path extrusionOk="0" h="335" w="2644">
                  <a:moveTo>
                    <a:pt x="167" y="1"/>
                  </a:moveTo>
                  <a:cubicBezTo>
                    <a:pt x="96" y="1"/>
                    <a:pt x="1" y="96"/>
                    <a:pt x="24" y="215"/>
                  </a:cubicBezTo>
                  <a:cubicBezTo>
                    <a:pt x="24" y="263"/>
                    <a:pt x="96" y="334"/>
                    <a:pt x="167" y="334"/>
                  </a:cubicBezTo>
                  <a:lnTo>
                    <a:pt x="2501" y="334"/>
                  </a:lnTo>
                  <a:cubicBezTo>
                    <a:pt x="2596" y="334"/>
                    <a:pt x="2644" y="239"/>
                    <a:pt x="2644" y="120"/>
                  </a:cubicBezTo>
                  <a:cubicBezTo>
                    <a:pt x="2644" y="48"/>
                    <a:pt x="2573" y="1"/>
                    <a:pt x="250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3" name="Google Shape;28103;p152"/>
            <p:cNvSpPr/>
            <p:nvPr/>
          </p:nvSpPr>
          <p:spPr>
            <a:xfrm>
              <a:off x="6482133" y="2115283"/>
              <a:ext cx="85930" cy="10855"/>
            </a:xfrm>
            <a:custGeom>
              <a:rect b="b" l="l" r="r" t="t"/>
              <a:pathLst>
                <a:path extrusionOk="0" h="334" w="2644">
                  <a:moveTo>
                    <a:pt x="167" y="0"/>
                  </a:moveTo>
                  <a:cubicBezTo>
                    <a:pt x="96" y="0"/>
                    <a:pt x="1" y="72"/>
                    <a:pt x="24" y="215"/>
                  </a:cubicBezTo>
                  <a:cubicBezTo>
                    <a:pt x="24" y="262"/>
                    <a:pt x="96" y="334"/>
                    <a:pt x="167" y="334"/>
                  </a:cubicBezTo>
                  <a:lnTo>
                    <a:pt x="2501" y="334"/>
                  </a:lnTo>
                  <a:cubicBezTo>
                    <a:pt x="2596" y="334"/>
                    <a:pt x="2644" y="238"/>
                    <a:pt x="2644" y="119"/>
                  </a:cubicBezTo>
                  <a:cubicBezTo>
                    <a:pt x="2644" y="48"/>
                    <a:pt x="2573"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4" name="Google Shape;28104;p152"/>
            <p:cNvSpPr/>
            <p:nvPr/>
          </p:nvSpPr>
          <p:spPr>
            <a:xfrm>
              <a:off x="6558768" y="2183761"/>
              <a:ext cx="70460" cy="70265"/>
            </a:xfrm>
            <a:custGeom>
              <a:rect b="b" l="l" r="r" t="t"/>
              <a:pathLst>
                <a:path extrusionOk="0" h="2162" w="2168">
                  <a:moveTo>
                    <a:pt x="95" y="0"/>
                  </a:moveTo>
                  <a:cubicBezTo>
                    <a:pt x="32" y="0"/>
                    <a:pt x="0" y="78"/>
                    <a:pt x="0" y="156"/>
                  </a:cubicBezTo>
                  <a:lnTo>
                    <a:pt x="262" y="1608"/>
                  </a:lnTo>
                  <a:cubicBezTo>
                    <a:pt x="278" y="1701"/>
                    <a:pt x="363" y="1764"/>
                    <a:pt x="454" y="1764"/>
                  </a:cubicBezTo>
                  <a:cubicBezTo>
                    <a:pt x="503" y="1764"/>
                    <a:pt x="554" y="1745"/>
                    <a:pt x="596" y="1704"/>
                  </a:cubicBezTo>
                  <a:lnTo>
                    <a:pt x="834" y="1489"/>
                  </a:lnTo>
                  <a:lnTo>
                    <a:pt x="1453" y="2108"/>
                  </a:lnTo>
                  <a:cubicBezTo>
                    <a:pt x="1477" y="2144"/>
                    <a:pt x="1512" y="2162"/>
                    <a:pt x="1551" y="2162"/>
                  </a:cubicBezTo>
                  <a:cubicBezTo>
                    <a:pt x="1590" y="2162"/>
                    <a:pt x="1632" y="2144"/>
                    <a:pt x="1667" y="2108"/>
                  </a:cubicBezTo>
                  <a:lnTo>
                    <a:pt x="2096" y="1680"/>
                  </a:lnTo>
                  <a:cubicBezTo>
                    <a:pt x="2167" y="1608"/>
                    <a:pt x="2167" y="1513"/>
                    <a:pt x="2096" y="1465"/>
                  </a:cubicBezTo>
                  <a:lnTo>
                    <a:pt x="1477" y="846"/>
                  </a:lnTo>
                  <a:lnTo>
                    <a:pt x="1477" y="799"/>
                  </a:lnTo>
                  <a:lnTo>
                    <a:pt x="1691" y="608"/>
                  </a:lnTo>
                  <a:cubicBezTo>
                    <a:pt x="1810" y="489"/>
                    <a:pt x="1739" y="299"/>
                    <a:pt x="1596" y="275"/>
                  </a:cubicBezTo>
                  <a:lnTo>
                    <a:pt x="143" y="13"/>
                  </a:lnTo>
                  <a:cubicBezTo>
                    <a:pt x="126" y="4"/>
                    <a:pt x="110" y="0"/>
                    <a:pt x="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5" name="Google Shape;28105;p152"/>
          <p:cNvGrpSpPr/>
          <p:nvPr/>
        </p:nvGrpSpPr>
        <p:grpSpPr>
          <a:xfrm>
            <a:off x="7029336" y="1796483"/>
            <a:ext cx="358377" cy="302640"/>
            <a:chOff x="7029336" y="1948883"/>
            <a:chExt cx="358377" cy="302640"/>
          </a:xfrm>
        </p:grpSpPr>
        <p:sp>
          <p:nvSpPr>
            <p:cNvPr id="28106" name="Google Shape;28106;p152"/>
            <p:cNvSpPr/>
            <p:nvPr/>
          </p:nvSpPr>
          <p:spPr>
            <a:xfrm>
              <a:off x="7030896" y="1948883"/>
              <a:ext cx="127725" cy="37960"/>
            </a:xfrm>
            <a:custGeom>
              <a:rect b="b" l="l" r="r" t="t"/>
              <a:pathLst>
                <a:path extrusionOk="0" h="1168" w="3930">
                  <a:moveTo>
                    <a:pt x="381" y="0"/>
                  </a:moveTo>
                  <a:cubicBezTo>
                    <a:pt x="167" y="0"/>
                    <a:pt x="0" y="167"/>
                    <a:pt x="0" y="381"/>
                  </a:cubicBezTo>
                  <a:lnTo>
                    <a:pt x="0" y="953"/>
                  </a:lnTo>
                  <a:lnTo>
                    <a:pt x="1953" y="1167"/>
                  </a:lnTo>
                  <a:lnTo>
                    <a:pt x="3929" y="953"/>
                  </a:lnTo>
                  <a:lnTo>
                    <a:pt x="3929" y="381"/>
                  </a:lnTo>
                  <a:cubicBezTo>
                    <a:pt x="3882" y="143"/>
                    <a:pt x="3739" y="0"/>
                    <a:pt x="352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7" name="Google Shape;28107;p152"/>
            <p:cNvSpPr/>
            <p:nvPr/>
          </p:nvSpPr>
          <p:spPr>
            <a:xfrm>
              <a:off x="7123748" y="1948883"/>
              <a:ext cx="33313" cy="37960"/>
            </a:xfrm>
            <a:custGeom>
              <a:rect b="b" l="l" r="r" t="t"/>
              <a:pathLst>
                <a:path extrusionOk="0" h="1168" w="1025">
                  <a:moveTo>
                    <a:pt x="1" y="0"/>
                  </a:moveTo>
                  <a:cubicBezTo>
                    <a:pt x="191" y="0"/>
                    <a:pt x="382" y="167"/>
                    <a:pt x="382" y="381"/>
                  </a:cubicBezTo>
                  <a:lnTo>
                    <a:pt x="382" y="953"/>
                  </a:lnTo>
                  <a:lnTo>
                    <a:pt x="620" y="1167"/>
                  </a:lnTo>
                  <a:lnTo>
                    <a:pt x="1025" y="953"/>
                  </a:lnTo>
                  <a:lnTo>
                    <a:pt x="1025" y="381"/>
                  </a:lnTo>
                  <a:cubicBezTo>
                    <a:pt x="1025" y="143"/>
                    <a:pt x="882" y="0"/>
                    <a:pt x="644"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8" name="Google Shape;28108;p152"/>
            <p:cNvSpPr/>
            <p:nvPr/>
          </p:nvSpPr>
          <p:spPr>
            <a:xfrm>
              <a:off x="7029336" y="2006148"/>
              <a:ext cx="358377" cy="245375"/>
            </a:xfrm>
            <a:custGeom>
              <a:rect b="b" l="l" r="r" t="t"/>
              <a:pathLst>
                <a:path extrusionOk="0" h="7550" w="11027">
                  <a:moveTo>
                    <a:pt x="5525" y="0"/>
                  </a:moveTo>
                  <a:lnTo>
                    <a:pt x="0" y="524"/>
                  </a:lnTo>
                  <a:lnTo>
                    <a:pt x="0" y="7383"/>
                  </a:lnTo>
                  <a:cubicBezTo>
                    <a:pt x="0" y="7454"/>
                    <a:pt x="96" y="7550"/>
                    <a:pt x="191" y="7550"/>
                  </a:cubicBezTo>
                  <a:lnTo>
                    <a:pt x="10836" y="7550"/>
                  </a:lnTo>
                  <a:cubicBezTo>
                    <a:pt x="10931" y="7550"/>
                    <a:pt x="11027" y="7454"/>
                    <a:pt x="11027" y="7383"/>
                  </a:cubicBezTo>
                  <a:lnTo>
                    <a:pt x="11027" y="524"/>
                  </a:lnTo>
                  <a:lnTo>
                    <a:pt x="5525"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9" name="Google Shape;28109;p152"/>
            <p:cNvSpPr/>
            <p:nvPr/>
          </p:nvSpPr>
          <p:spPr>
            <a:xfrm>
              <a:off x="7360608" y="1979823"/>
              <a:ext cx="27105" cy="271700"/>
            </a:xfrm>
            <a:custGeom>
              <a:rect b="b" l="l" r="r" t="t"/>
              <a:pathLst>
                <a:path extrusionOk="0" h="8360" w="834">
                  <a:moveTo>
                    <a:pt x="0" y="1"/>
                  </a:moveTo>
                  <a:cubicBezTo>
                    <a:pt x="71" y="1"/>
                    <a:pt x="167" y="96"/>
                    <a:pt x="167" y="167"/>
                  </a:cubicBezTo>
                  <a:lnTo>
                    <a:pt x="167" y="8193"/>
                  </a:lnTo>
                  <a:cubicBezTo>
                    <a:pt x="167" y="8264"/>
                    <a:pt x="95" y="8360"/>
                    <a:pt x="0" y="8360"/>
                  </a:cubicBezTo>
                  <a:lnTo>
                    <a:pt x="643" y="8360"/>
                  </a:lnTo>
                  <a:cubicBezTo>
                    <a:pt x="738" y="8360"/>
                    <a:pt x="834" y="8264"/>
                    <a:pt x="834" y="8193"/>
                  </a:cubicBezTo>
                  <a:lnTo>
                    <a:pt x="834" y="167"/>
                  </a:lnTo>
                  <a:cubicBezTo>
                    <a:pt x="834" y="72"/>
                    <a:pt x="738"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0" name="Google Shape;28110;p152"/>
            <p:cNvSpPr/>
            <p:nvPr/>
          </p:nvSpPr>
          <p:spPr>
            <a:xfrm>
              <a:off x="7029336" y="1979043"/>
              <a:ext cx="358377" cy="43388"/>
            </a:xfrm>
            <a:custGeom>
              <a:rect b="b" l="l" r="r" t="t"/>
              <a:pathLst>
                <a:path extrusionOk="0" h="1335" w="11027">
                  <a:moveTo>
                    <a:pt x="0" y="1"/>
                  </a:moveTo>
                  <a:lnTo>
                    <a:pt x="0" y="1335"/>
                  </a:lnTo>
                  <a:lnTo>
                    <a:pt x="11027" y="1335"/>
                  </a:lnTo>
                  <a:lnTo>
                    <a:pt x="11027" y="168"/>
                  </a:lnTo>
                  <a:cubicBezTo>
                    <a:pt x="11027" y="72"/>
                    <a:pt x="10931" y="1"/>
                    <a:pt x="1083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1" name="Google Shape;28111;p152"/>
            <p:cNvSpPr/>
            <p:nvPr/>
          </p:nvSpPr>
          <p:spPr>
            <a:xfrm>
              <a:off x="7360608" y="1979823"/>
              <a:ext cx="27105" cy="44167"/>
            </a:xfrm>
            <a:custGeom>
              <a:rect b="b" l="l" r="r" t="t"/>
              <a:pathLst>
                <a:path extrusionOk="0" h="1359" w="834">
                  <a:moveTo>
                    <a:pt x="0" y="1"/>
                  </a:moveTo>
                  <a:cubicBezTo>
                    <a:pt x="71" y="1"/>
                    <a:pt x="167" y="96"/>
                    <a:pt x="167" y="167"/>
                  </a:cubicBezTo>
                  <a:lnTo>
                    <a:pt x="167" y="1358"/>
                  </a:lnTo>
                  <a:lnTo>
                    <a:pt x="834" y="1358"/>
                  </a:lnTo>
                  <a:lnTo>
                    <a:pt x="834" y="167"/>
                  </a:lnTo>
                  <a:cubicBezTo>
                    <a:pt x="834" y="72"/>
                    <a:pt x="738" y="1"/>
                    <a:pt x="643"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2" name="Google Shape;28112;p152"/>
            <p:cNvSpPr/>
            <p:nvPr/>
          </p:nvSpPr>
          <p:spPr>
            <a:xfrm>
              <a:off x="7304871" y="1995326"/>
              <a:ext cx="11635" cy="11635"/>
            </a:xfrm>
            <a:custGeom>
              <a:rect b="b" l="l" r="r" t="t"/>
              <a:pathLst>
                <a:path extrusionOk="0" h="358" w="358">
                  <a:moveTo>
                    <a:pt x="191" y="0"/>
                  </a:moveTo>
                  <a:cubicBezTo>
                    <a:pt x="96" y="0"/>
                    <a:pt x="0" y="71"/>
                    <a:pt x="0" y="167"/>
                  </a:cubicBezTo>
                  <a:cubicBezTo>
                    <a:pt x="0" y="262"/>
                    <a:pt x="96" y="357"/>
                    <a:pt x="191" y="357"/>
                  </a:cubicBezTo>
                  <a:cubicBezTo>
                    <a:pt x="286" y="357"/>
                    <a:pt x="358" y="262"/>
                    <a:pt x="358" y="167"/>
                  </a:cubicBezTo>
                  <a:cubicBezTo>
                    <a:pt x="358" y="71"/>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3" name="Google Shape;28113;p152"/>
            <p:cNvSpPr/>
            <p:nvPr/>
          </p:nvSpPr>
          <p:spPr>
            <a:xfrm>
              <a:off x="7327328" y="1995326"/>
              <a:ext cx="11635" cy="11635"/>
            </a:xfrm>
            <a:custGeom>
              <a:rect b="b" l="l" r="r" t="t"/>
              <a:pathLst>
                <a:path extrusionOk="0" h="358" w="358">
                  <a:moveTo>
                    <a:pt x="191" y="0"/>
                  </a:moveTo>
                  <a:cubicBezTo>
                    <a:pt x="95" y="0"/>
                    <a:pt x="0" y="71"/>
                    <a:pt x="0" y="167"/>
                  </a:cubicBezTo>
                  <a:cubicBezTo>
                    <a:pt x="0" y="262"/>
                    <a:pt x="95" y="357"/>
                    <a:pt x="191" y="357"/>
                  </a:cubicBezTo>
                  <a:cubicBezTo>
                    <a:pt x="286" y="357"/>
                    <a:pt x="357" y="262"/>
                    <a:pt x="357" y="167"/>
                  </a:cubicBezTo>
                  <a:cubicBezTo>
                    <a:pt x="357" y="71"/>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4" name="Google Shape;28114;p152"/>
            <p:cNvSpPr/>
            <p:nvPr/>
          </p:nvSpPr>
          <p:spPr>
            <a:xfrm>
              <a:off x="7349753" y="1995326"/>
              <a:ext cx="11635" cy="11635"/>
            </a:xfrm>
            <a:custGeom>
              <a:rect b="b" l="l" r="r" t="t"/>
              <a:pathLst>
                <a:path extrusionOk="0" h="358" w="358">
                  <a:moveTo>
                    <a:pt x="191" y="0"/>
                  </a:moveTo>
                  <a:cubicBezTo>
                    <a:pt x="72" y="0"/>
                    <a:pt x="1" y="71"/>
                    <a:pt x="1" y="167"/>
                  </a:cubicBezTo>
                  <a:cubicBezTo>
                    <a:pt x="1" y="262"/>
                    <a:pt x="72" y="357"/>
                    <a:pt x="191" y="357"/>
                  </a:cubicBezTo>
                  <a:cubicBezTo>
                    <a:pt x="286" y="357"/>
                    <a:pt x="358" y="262"/>
                    <a:pt x="358" y="167"/>
                  </a:cubicBezTo>
                  <a:cubicBezTo>
                    <a:pt x="358" y="71"/>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5" name="Google Shape;28115;p152"/>
            <p:cNvSpPr/>
            <p:nvPr/>
          </p:nvSpPr>
          <p:spPr>
            <a:xfrm>
              <a:off x="7118353" y="2058766"/>
              <a:ext cx="177255" cy="167213"/>
            </a:xfrm>
            <a:custGeom>
              <a:rect b="b" l="l" r="r" t="t"/>
              <a:pathLst>
                <a:path extrusionOk="0" h="5145" w="5454">
                  <a:moveTo>
                    <a:pt x="214" y="1"/>
                  </a:moveTo>
                  <a:cubicBezTo>
                    <a:pt x="95" y="1"/>
                    <a:pt x="0" y="96"/>
                    <a:pt x="0" y="215"/>
                  </a:cubicBezTo>
                  <a:lnTo>
                    <a:pt x="0" y="3883"/>
                  </a:lnTo>
                  <a:cubicBezTo>
                    <a:pt x="0" y="4002"/>
                    <a:pt x="95" y="4097"/>
                    <a:pt x="214" y="4097"/>
                  </a:cubicBezTo>
                  <a:lnTo>
                    <a:pt x="1548" y="4097"/>
                  </a:lnTo>
                  <a:cubicBezTo>
                    <a:pt x="1619" y="4097"/>
                    <a:pt x="1667" y="4121"/>
                    <a:pt x="1715" y="4145"/>
                  </a:cubicBezTo>
                  <a:lnTo>
                    <a:pt x="2453" y="5073"/>
                  </a:lnTo>
                  <a:cubicBezTo>
                    <a:pt x="2501" y="5121"/>
                    <a:pt x="2554" y="5145"/>
                    <a:pt x="2605" y="5145"/>
                  </a:cubicBezTo>
                  <a:cubicBezTo>
                    <a:pt x="2655" y="5145"/>
                    <a:pt x="2703" y="5121"/>
                    <a:pt x="2739" y="5073"/>
                  </a:cubicBezTo>
                  <a:lnTo>
                    <a:pt x="3501" y="4145"/>
                  </a:lnTo>
                  <a:cubicBezTo>
                    <a:pt x="3525" y="4121"/>
                    <a:pt x="3572" y="4097"/>
                    <a:pt x="3644" y="4097"/>
                  </a:cubicBezTo>
                  <a:lnTo>
                    <a:pt x="5215" y="4097"/>
                  </a:lnTo>
                  <a:cubicBezTo>
                    <a:pt x="5335" y="4097"/>
                    <a:pt x="5430" y="4002"/>
                    <a:pt x="5430" y="3883"/>
                  </a:cubicBezTo>
                  <a:lnTo>
                    <a:pt x="5430" y="215"/>
                  </a:lnTo>
                  <a:cubicBezTo>
                    <a:pt x="5454" y="96"/>
                    <a:pt x="5335" y="1"/>
                    <a:pt x="5239"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6" name="Google Shape;28116;p152"/>
            <p:cNvSpPr/>
            <p:nvPr/>
          </p:nvSpPr>
          <p:spPr>
            <a:xfrm>
              <a:off x="7266943" y="2058766"/>
              <a:ext cx="28665" cy="133153"/>
            </a:xfrm>
            <a:custGeom>
              <a:rect b="b" l="l" r="r" t="t"/>
              <a:pathLst>
                <a:path extrusionOk="0" h="4097" w="882">
                  <a:moveTo>
                    <a:pt x="0" y="1"/>
                  </a:moveTo>
                  <a:cubicBezTo>
                    <a:pt x="120" y="1"/>
                    <a:pt x="191" y="96"/>
                    <a:pt x="191" y="215"/>
                  </a:cubicBezTo>
                  <a:lnTo>
                    <a:pt x="191" y="3883"/>
                  </a:lnTo>
                  <a:cubicBezTo>
                    <a:pt x="191" y="4002"/>
                    <a:pt x="120" y="4097"/>
                    <a:pt x="0" y="4097"/>
                  </a:cubicBezTo>
                  <a:lnTo>
                    <a:pt x="643" y="4097"/>
                  </a:lnTo>
                  <a:cubicBezTo>
                    <a:pt x="763" y="4097"/>
                    <a:pt x="858" y="4002"/>
                    <a:pt x="858" y="3883"/>
                  </a:cubicBezTo>
                  <a:lnTo>
                    <a:pt x="858" y="215"/>
                  </a:lnTo>
                  <a:cubicBezTo>
                    <a:pt x="882" y="96"/>
                    <a:pt x="763" y="1"/>
                    <a:pt x="667"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7" name="Google Shape;28117;p152"/>
            <p:cNvSpPr/>
            <p:nvPr/>
          </p:nvSpPr>
          <p:spPr>
            <a:xfrm>
              <a:off x="7267723" y="2041736"/>
              <a:ext cx="38707" cy="38740"/>
            </a:xfrm>
            <a:custGeom>
              <a:rect b="b" l="l" r="r" t="t"/>
              <a:pathLst>
                <a:path extrusionOk="0" h="1192" w="1191">
                  <a:moveTo>
                    <a:pt x="596" y="1"/>
                  </a:moveTo>
                  <a:cubicBezTo>
                    <a:pt x="262" y="1"/>
                    <a:pt x="0" y="263"/>
                    <a:pt x="0" y="596"/>
                  </a:cubicBezTo>
                  <a:cubicBezTo>
                    <a:pt x="0" y="930"/>
                    <a:pt x="262" y="1192"/>
                    <a:pt x="596" y="1192"/>
                  </a:cubicBezTo>
                  <a:cubicBezTo>
                    <a:pt x="929" y="1192"/>
                    <a:pt x="1191" y="930"/>
                    <a:pt x="1191" y="596"/>
                  </a:cubicBezTo>
                  <a:cubicBezTo>
                    <a:pt x="1191" y="263"/>
                    <a:pt x="929"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8" name="Google Shape;28118;p152"/>
            <p:cNvSpPr/>
            <p:nvPr/>
          </p:nvSpPr>
          <p:spPr>
            <a:xfrm>
              <a:off x="7143866" y="2080443"/>
              <a:ext cx="42607" cy="10888"/>
            </a:xfrm>
            <a:custGeom>
              <a:rect b="b" l="l" r="r" t="t"/>
              <a:pathLst>
                <a:path extrusionOk="0" h="335" w="1311">
                  <a:moveTo>
                    <a:pt x="144" y="1"/>
                  </a:moveTo>
                  <a:cubicBezTo>
                    <a:pt x="49" y="1"/>
                    <a:pt x="1" y="96"/>
                    <a:pt x="1" y="167"/>
                  </a:cubicBezTo>
                  <a:cubicBezTo>
                    <a:pt x="1" y="263"/>
                    <a:pt x="96" y="334"/>
                    <a:pt x="168" y="334"/>
                  </a:cubicBezTo>
                  <a:lnTo>
                    <a:pt x="1168" y="334"/>
                  </a:lnTo>
                  <a:cubicBezTo>
                    <a:pt x="1239" y="334"/>
                    <a:pt x="1311" y="263"/>
                    <a:pt x="1311" y="143"/>
                  </a:cubicBezTo>
                  <a:cubicBezTo>
                    <a:pt x="1311" y="48"/>
                    <a:pt x="1216" y="1"/>
                    <a:pt x="112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9" name="Google Shape;28119;p152"/>
            <p:cNvSpPr/>
            <p:nvPr/>
          </p:nvSpPr>
          <p:spPr>
            <a:xfrm>
              <a:off x="7144646" y="2105208"/>
              <a:ext cx="120770" cy="10888"/>
            </a:xfrm>
            <a:custGeom>
              <a:rect b="b" l="l" r="r" t="t"/>
              <a:pathLst>
                <a:path extrusionOk="0" h="335" w="3716">
                  <a:moveTo>
                    <a:pt x="144" y="1"/>
                  </a:moveTo>
                  <a:cubicBezTo>
                    <a:pt x="72" y="1"/>
                    <a:pt x="1" y="96"/>
                    <a:pt x="1" y="191"/>
                  </a:cubicBezTo>
                  <a:cubicBezTo>
                    <a:pt x="1" y="286"/>
                    <a:pt x="96" y="334"/>
                    <a:pt x="191" y="334"/>
                  </a:cubicBezTo>
                  <a:lnTo>
                    <a:pt x="3573" y="334"/>
                  </a:lnTo>
                  <a:cubicBezTo>
                    <a:pt x="3668" y="334"/>
                    <a:pt x="3716" y="286"/>
                    <a:pt x="3716" y="167"/>
                  </a:cubicBezTo>
                  <a:cubicBezTo>
                    <a:pt x="3716" y="72"/>
                    <a:pt x="3621" y="1"/>
                    <a:pt x="354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0" name="Google Shape;28120;p152"/>
            <p:cNvSpPr/>
            <p:nvPr/>
          </p:nvSpPr>
          <p:spPr>
            <a:xfrm>
              <a:off x="7144646" y="2130753"/>
              <a:ext cx="120770" cy="10855"/>
            </a:xfrm>
            <a:custGeom>
              <a:rect b="b" l="l" r="r" t="t"/>
              <a:pathLst>
                <a:path extrusionOk="0" h="334" w="3716">
                  <a:moveTo>
                    <a:pt x="144" y="1"/>
                  </a:moveTo>
                  <a:cubicBezTo>
                    <a:pt x="72" y="1"/>
                    <a:pt x="1" y="96"/>
                    <a:pt x="1" y="167"/>
                  </a:cubicBezTo>
                  <a:cubicBezTo>
                    <a:pt x="1" y="262"/>
                    <a:pt x="96" y="334"/>
                    <a:pt x="191" y="334"/>
                  </a:cubicBezTo>
                  <a:lnTo>
                    <a:pt x="3573" y="334"/>
                  </a:lnTo>
                  <a:cubicBezTo>
                    <a:pt x="3668" y="334"/>
                    <a:pt x="3716" y="262"/>
                    <a:pt x="3716" y="143"/>
                  </a:cubicBezTo>
                  <a:cubicBezTo>
                    <a:pt x="3716" y="48"/>
                    <a:pt x="3621" y="1"/>
                    <a:pt x="354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1" name="Google Shape;28121;p152"/>
            <p:cNvSpPr/>
            <p:nvPr/>
          </p:nvSpPr>
          <p:spPr>
            <a:xfrm>
              <a:off x="7144646" y="2155518"/>
              <a:ext cx="120770" cy="10855"/>
            </a:xfrm>
            <a:custGeom>
              <a:rect b="b" l="l" r="r" t="t"/>
              <a:pathLst>
                <a:path extrusionOk="0" h="334" w="3716">
                  <a:moveTo>
                    <a:pt x="144" y="1"/>
                  </a:moveTo>
                  <a:cubicBezTo>
                    <a:pt x="72" y="1"/>
                    <a:pt x="1" y="96"/>
                    <a:pt x="1" y="191"/>
                  </a:cubicBezTo>
                  <a:cubicBezTo>
                    <a:pt x="1" y="286"/>
                    <a:pt x="96" y="334"/>
                    <a:pt x="191" y="334"/>
                  </a:cubicBezTo>
                  <a:lnTo>
                    <a:pt x="3573" y="334"/>
                  </a:lnTo>
                  <a:cubicBezTo>
                    <a:pt x="3668" y="334"/>
                    <a:pt x="3716" y="286"/>
                    <a:pt x="3716" y="167"/>
                  </a:cubicBezTo>
                  <a:cubicBezTo>
                    <a:pt x="3716" y="72"/>
                    <a:pt x="3621" y="1"/>
                    <a:pt x="354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2" name="Google Shape;28122;p152"/>
          <p:cNvGrpSpPr/>
          <p:nvPr/>
        </p:nvGrpSpPr>
        <p:grpSpPr>
          <a:xfrm>
            <a:off x="7779306" y="1796483"/>
            <a:ext cx="359157" cy="302640"/>
            <a:chOff x="7779306" y="1948883"/>
            <a:chExt cx="359157" cy="302640"/>
          </a:xfrm>
        </p:grpSpPr>
        <p:sp>
          <p:nvSpPr>
            <p:cNvPr id="28123" name="Google Shape;28123;p152"/>
            <p:cNvSpPr/>
            <p:nvPr/>
          </p:nvSpPr>
          <p:spPr>
            <a:xfrm>
              <a:off x="7780086" y="1948883"/>
              <a:ext cx="127725" cy="37960"/>
            </a:xfrm>
            <a:custGeom>
              <a:rect b="b" l="l" r="r" t="t"/>
              <a:pathLst>
                <a:path extrusionOk="0" h="1168" w="3930">
                  <a:moveTo>
                    <a:pt x="405" y="0"/>
                  </a:moveTo>
                  <a:cubicBezTo>
                    <a:pt x="191" y="0"/>
                    <a:pt x="0" y="167"/>
                    <a:pt x="0" y="381"/>
                  </a:cubicBezTo>
                  <a:lnTo>
                    <a:pt x="0" y="953"/>
                  </a:lnTo>
                  <a:lnTo>
                    <a:pt x="1977" y="1167"/>
                  </a:lnTo>
                  <a:lnTo>
                    <a:pt x="3930" y="953"/>
                  </a:lnTo>
                  <a:lnTo>
                    <a:pt x="3930" y="381"/>
                  </a:lnTo>
                  <a:cubicBezTo>
                    <a:pt x="3930" y="143"/>
                    <a:pt x="3763" y="0"/>
                    <a:pt x="354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4" name="Google Shape;28124;p152"/>
            <p:cNvSpPr/>
            <p:nvPr/>
          </p:nvSpPr>
          <p:spPr>
            <a:xfrm>
              <a:off x="7874498" y="1948883"/>
              <a:ext cx="33313" cy="37960"/>
            </a:xfrm>
            <a:custGeom>
              <a:rect b="b" l="l" r="r" t="t"/>
              <a:pathLst>
                <a:path extrusionOk="0" h="1168" w="1025">
                  <a:moveTo>
                    <a:pt x="1" y="0"/>
                  </a:moveTo>
                  <a:cubicBezTo>
                    <a:pt x="191" y="0"/>
                    <a:pt x="382" y="167"/>
                    <a:pt x="382" y="381"/>
                  </a:cubicBezTo>
                  <a:lnTo>
                    <a:pt x="382" y="953"/>
                  </a:lnTo>
                  <a:lnTo>
                    <a:pt x="620" y="1167"/>
                  </a:lnTo>
                  <a:lnTo>
                    <a:pt x="1025" y="953"/>
                  </a:lnTo>
                  <a:lnTo>
                    <a:pt x="1025" y="381"/>
                  </a:lnTo>
                  <a:cubicBezTo>
                    <a:pt x="1025" y="143"/>
                    <a:pt x="858" y="0"/>
                    <a:pt x="644"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5" name="Google Shape;28125;p152"/>
            <p:cNvSpPr/>
            <p:nvPr/>
          </p:nvSpPr>
          <p:spPr>
            <a:xfrm>
              <a:off x="7780086" y="2006148"/>
              <a:ext cx="358377" cy="245375"/>
            </a:xfrm>
            <a:custGeom>
              <a:rect b="b" l="l" r="r" t="t"/>
              <a:pathLst>
                <a:path extrusionOk="0" h="7550" w="11027">
                  <a:moveTo>
                    <a:pt x="5525" y="0"/>
                  </a:moveTo>
                  <a:lnTo>
                    <a:pt x="0" y="524"/>
                  </a:lnTo>
                  <a:lnTo>
                    <a:pt x="0" y="7383"/>
                  </a:lnTo>
                  <a:cubicBezTo>
                    <a:pt x="0" y="7454"/>
                    <a:pt x="96" y="7550"/>
                    <a:pt x="191" y="7550"/>
                  </a:cubicBezTo>
                  <a:lnTo>
                    <a:pt x="10836" y="7550"/>
                  </a:lnTo>
                  <a:cubicBezTo>
                    <a:pt x="10931" y="7550"/>
                    <a:pt x="11027" y="7454"/>
                    <a:pt x="11027" y="7383"/>
                  </a:cubicBezTo>
                  <a:lnTo>
                    <a:pt x="11027" y="524"/>
                  </a:lnTo>
                  <a:lnTo>
                    <a:pt x="5525"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6" name="Google Shape;28126;p152"/>
            <p:cNvSpPr/>
            <p:nvPr/>
          </p:nvSpPr>
          <p:spPr>
            <a:xfrm>
              <a:off x="8110578" y="1979823"/>
              <a:ext cx="27105" cy="271700"/>
            </a:xfrm>
            <a:custGeom>
              <a:rect b="b" l="l" r="r" t="t"/>
              <a:pathLst>
                <a:path extrusionOk="0" h="8360" w="834">
                  <a:moveTo>
                    <a:pt x="0" y="1"/>
                  </a:moveTo>
                  <a:cubicBezTo>
                    <a:pt x="72" y="1"/>
                    <a:pt x="167" y="96"/>
                    <a:pt x="167" y="167"/>
                  </a:cubicBezTo>
                  <a:lnTo>
                    <a:pt x="167" y="8193"/>
                  </a:lnTo>
                  <a:cubicBezTo>
                    <a:pt x="167" y="8264"/>
                    <a:pt x="72" y="8360"/>
                    <a:pt x="0" y="8360"/>
                  </a:cubicBezTo>
                  <a:lnTo>
                    <a:pt x="643" y="8360"/>
                  </a:lnTo>
                  <a:cubicBezTo>
                    <a:pt x="739" y="8360"/>
                    <a:pt x="834" y="8264"/>
                    <a:pt x="834" y="8193"/>
                  </a:cubicBezTo>
                  <a:lnTo>
                    <a:pt x="834" y="167"/>
                  </a:lnTo>
                  <a:cubicBezTo>
                    <a:pt x="834" y="72"/>
                    <a:pt x="739"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7" name="Google Shape;28127;p152"/>
            <p:cNvSpPr/>
            <p:nvPr/>
          </p:nvSpPr>
          <p:spPr>
            <a:xfrm>
              <a:off x="7779306" y="1979043"/>
              <a:ext cx="358377" cy="43388"/>
            </a:xfrm>
            <a:custGeom>
              <a:rect b="b" l="l" r="r" t="t"/>
              <a:pathLst>
                <a:path extrusionOk="0" h="1335" w="11027">
                  <a:moveTo>
                    <a:pt x="1" y="1"/>
                  </a:moveTo>
                  <a:lnTo>
                    <a:pt x="1" y="1335"/>
                  </a:lnTo>
                  <a:lnTo>
                    <a:pt x="11027" y="1335"/>
                  </a:lnTo>
                  <a:lnTo>
                    <a:pt x="11027" y="168"/>
                  </a:lnTo>
                  <a:cubicBezTo>
                    <a:pt x="11027" y="72"/>
                    <a:pt x="10932" y="1"/>
                    <a:pt x="1083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8" name="Google Shape;28128;p152"/>
            <p:cNvSpPr/>
            <p:nvPr/>
          </p:nvSpPr>
          <p:spPr>
            <a:xfrm>
              <a:off x="8110578" y="1979823"/>
              <a:ext cx="27105" cy="44167"/>
            </a:xfrm>
            <a:custGeom>
              <a:rect b="b" l="l" r="r" t="t"/>
              <a:pathLst>
                <a:path extrusionOk="0" h="1359" w="834">
                  <a:moveTo>
                    <a:pt x="0" y="1"/>
                  </a:moveTo>
                  <a:cubicBezTo>
                    <a:pt x="72" y="1"/>
                    <a:pt x="167" y="96"/>
                    <a:pt x="167" y="167"/>
                  </a:cubicBezTo>
                  <a:lnTo>
                    <a:pt x="167" y="1358"/>
                  </a:lnTo>
                  <a:lnTo>
                    <a:pt x="834" y="1358"/>
                  </a:lnTo>
                  <a:lnTo>
                    <a:pt x="834" y="167"/>
                  </a:lnTo>
                  <a:cubicBezTo>
                    <a:pt x="834" y="72"/>
                    <a:pt x="739" y="1"/>
                    <a:pt x="643"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9" name="Google Shape;28129;p152"/>
            <p:cNvSpPr/>
            <p:nvPr/>
          </p:nvSpPr>
          <p:spPr>
            <a:xfrm>
              <a:off x="8054841" y="1996073"/>
              <a:ext cx="11635" cy="11667"/>
            </a:xfrm>
            <a:custGeom>
              <a:rect b="b" l="l" r="r" t="t"/>
              <a:pathLst>
                <a:path extrusionOk="0" h="359" w="358">
                  <a:moveTo>
                    <a:pt x="191" y="1"/>
                  </a:moveTo>
                  <a:cubicBezTo>
                    <a:pt x="96" y="1"/>
                    <a:pt x="1" y="72"/>
                    <a:pt x="1" y="168"/>
                  </a:cubicBezTo>
                  <a:cubicBezTo>
                    <a:pt x="1" y="287"/>
                    <a:pt x="96" y="358"/>
                    <a:pt x="191" y="358"/>
                  </a:cubicBezTo>
                  <a:cubicBezTo>
                    <a:pt x="286" y="358"/>
                    <a:pt x="358" y="287"/>
                    <a:pt x="358" y="168"/>
                  </a:cubicBezTo>
                  <a:cubicBezTo>
                    <a:pt x="358" y="72"/>
                    <a:pt x="286"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0" name="Google Shape;28130;p152"/>
            <p:cNvSpPr/>
            <p:nvPr/>
          </p:nvSpPr>
          <p:spPr>
            <a:xfrm>
              <a:off x="8077298" y="1996073"/>
              <a:ext cx="11635" cy="11667"/>
            </a:xfrm>
            <a:custGeom>
              <a:rect b="b" l="l" r="r" t="t"/>
              <a:pathLst>
                <a:path extrusionOk="0" h="359" w="358">
                  <a:moveTo>
                    <a:pt x="191" y="1"/>
                  </a:moveTo>
                  <a:cubicBezTo>
                    <a:pt x="72" y="1"/>
                    <a:pt x="0" y="72"/>
                    <a:pt x="0" y="168"/>
                  </a:cubicBezTo>
                  <a:cubicBezTo>
                    <a:pt x="0" y="287"/>
                    <a:pt x="72" y="358"/>
                    <a:pt x="191" y="358"/>
                  </a:cubicBezTo>
                  <a:cubicBezTo>
                    <a:pt x="286" y="358"/>
                    <a:pt x="357" y="287"/>
                    <a:pt x="357" y="168"/>
                  </a:cubicBezTo>
                  <a:cubicBezTo>
                    <a:pt x="357" y="72"/>
                    <a:pt x="286"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1" name="Google Shape;28131;p152"/>
            <p:cNvSpPr/>
            <p:nvPr/>
          </p:nvSpPr>
          <p:spPr>
            <a:xfrm>
              <a:off x="8099723" y="1996073"/>
              <a:ext cx="11668" cy="11667"/>
            </a:xfrm>
            <a:custGeom>
              <a:rect b="b" l="l" r="r" t="t"/>
              <a:pathLst>
                <a:path extrusionOk="0" h="359" w="359">
                  <a:moveTo>
                    <a:pt x="168" y="1"/>
                  </a:moveTo>
                  <a:cubicBezTo>
                    <a:pt x="72" y="1"/>
                    <a:pt x="1" y="72"/>
                    <a:pt x="1" y="168"/>
                  </a:cubicBezTo>
                  <a:cubicBezTo>
                    <a:pt x="1" y="287"/>
                    <a:pt x="72" y="358"/>
                    <a:pt x="168" y="358"/>
                  </a:cubicBezTo>
                  <a:cubicBezTo>
                    <a:pt x="263" y="358"/>
                    <a:pt x="358" y="287"/>
                    <a:pt x="358" y="168"/>
                  </a:cubicBezTo>
                  <a:cubicBezTo>
                    <a:pt x="358" y="72"/>
                    <a:pt x="263" y="1"/>
                    <a:pt x="16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2" name="Google Shape;28132;p152"/>
            <p:cNvSpPr/>
            <p:nvPr/>
          </p:nvSpPr>
          <p:spPr>
            <a:xfrm>
              <a:off x="7840471" y="2051031"/>
              <a:ext cx="236080" cy="73580"/>
            </a:xfrm>
            <a:custGeom>
              <a:rect b="b" l="l" r="r" t="t"/>
              <a:pathLst>
                <a:path extrusionOk="0" h="2264" w="7264">
                  <a:moveTo>
                    <a:pt x="143" y="1"/>
                  </a:moveTo>
                  <a:cubicBezTo>
                    <a:pt x="48" y="1"/>
                    <a:pt x="0" y="72"/>
                    <a:pt x="0" y="167"/>
                  </a:cubicBezTo>
                  <a:lnTo>
                    <a:pt x="0" y="2120"/>
                  </a:lnTo>
                  <a:cubicBezTo>
                    <a:pt x="0" y="2215"/>
                    <a:pt x="48" y="2263"/>
                    <a:pt x="143" y="2263"/>
                  </a:cubicBezTo>
                  <a:lnTo>
                    <a:pt x="7121" y="2263"/>
                  </a:lnTo>
                  <a:cubicBezTo>
                    <a:pt x="7192" y="2263"/>
                    <a:pt x="7263" y="2215"/>
                    <a:pt x="7263" y="2120"/>
                  </a:cubicBezTo>
                  <a:lnTo>
                    <a:pt x="7263" y="167"/>
                  </a:lnTo>
                  <a:cubicBezTo>
                    <a:pt x="7263" y="72"/>
                    <a:pt x="7192" y="1"/>
                    <a:pt x="7121"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3" name="Google Shape;28133;p152"/>
            <p:cNvSpPr/>
            <p:nvPr/>
          </p:nvSpPr>
          <p:spPr>
            <a:xfrm>
              <a:off x="7840471" y="2051031"/>
              <a:ext cx="77415" cy="73580"/>
            </a:xfrm>
            <a:custGeom>
              <a:rect b="b" l="l" r="r" t="t"/>
              <a:pathLst>
                <a:path extrusionOk="0" h="2264" w="2382">
                  <a:moveTo>
                    <a:pt x="143" y="1"/>
                  </a:moveTo>
                  <a:cubicBezTo>
                    <a:pt x="48" y="1"/>
                    <a:pt x="0" y="72"/>
                    <a:pt x="0" y="167"/>
                  </a:cubicBezTo>
                  <a:lnTo>
                    <a:pt x="0" y="2120"/>
                  </a:lnTo>
                  <a:cubicBezTo>
                    <a:pt x="0" y="2215"/>
                    <a:pt x="48" y="2263"/>
                    <a:pt x="143" y="2263"/>
                  </a:cubicBezTo>
                  <a:lnTo>
                    <a:pt x="2381" y="2263"/>
                  </a:lnTo>
                  <a:lnTo>
                    <a:pt x="2381" y="1"/>
                  </a:ln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4" name="Google Shape;28134;p152"/>
            <p:cNvSpPr/>
            <p:nvPr/>
          </p:nvSpPr>
          <p:spPr>
            <a:xfrm>
              <a:off x="7840471" y="2150091"/>
              <a:ext cx="236860" cy="73580"/>
            </a:xfrm>
            <a:custGeom>
              <a:rect b="b" l="l" r="r" t="t"/>
              <a:pathLst>
                <a:path extrusionOk="0" h="2264" w="7288">
                  <a:moveTo>
                    <a:pt x="167" y="1"/>
                  </a:moveTo>
                  <a:cubicBezTo>
                    <a:pt x="95" y="1"/>
                    <a:pt x="0" y="49"/>
                    <a:pt x="24" y="144"/>
                  </a:cubicBezTo>
                  <a:lnTo>
                    <a:pt x="24" y="2120"/>
                  </a:lnTo>
                  <a:cubicBezTo>
                    <a:pt x="24" y="2192"/>
                    <a:pt x="95" y="2263"/>
                    <a:pt x="167" y="2263"/>
                  </a:cubicBezTo>
                  <a:lnTo>
                    <a:pt x="7144" y="2263"/>
                  </a:lnTo>
                  <a:cubicBezTo>
                    <a:pt x="7216" y="2263"/>
                    <a:pt x="7287" y="2192"/>
                    <a:pt x="7287" y="2120"/>
                  </a:cubicBezTo>
                  <a:lnTo>
                    <a:pt x="7287" y="144"/>
                  </a:lnTo>
                  <a:cubicBezTo>
                    <a:pt x="7287" y="49"/>
                    <a:pt x="7216" y="1"/>
                    <a:pt x="7144"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5" name="Google Shape;28135;p152"/>
            <p:cNvSpPr/>
            <p:nvPr/>
          </p:nvSpPr>
          <p:spPr>
            <a:xfrm>
              <a:off x="7998356" y="2150091"/>
              <a:ext cx="77415" cy="73580"/>
            </a:xfrm>
            <a:custGeom>
              <a:rect b="b" l="l" r="r" t="t"/>
              <a:pathLst>
                <a:path extrusionOk="0" h="2264" w="2382">
                  <a:moveTo>
                    <a:pt x="0" y="1"/>
                  </a:moveTo>
                  <a:lnTo>
                    <a:pt x="0" y="2263"/>
                  </a:lnTo>
                  <a:lnTo>
                    <a:pt x="2215" y="2263"/>
                  </a:lnTo>
                  <a:cubicBezTo>
                    <a:pt x="2310" y="2263"/>
                    <a:pt x="2382" y="2192"/>
                    <a:pt x="2382" y="2120"/>
                  </a:cubicBezTo>
                  <a:lnTo>
                    <a:pt x="2382" y="144"/>
                  </a:lnTo>
                  <a:cubicBezTo>
                    <a:pt x="2382" y="49"/>
                    <a:pt x="2310" y="1"/>
                    <a:pt x="2215"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6" name="Google Shape;28136;p152"/>
            <p:cNvSpPr/>
            <p:nvPr/>
          </p:nvSpPr>
          <p:spPr>
            <a:xfrm>
              <a:off x="8050193" y="2051031"/>
              <a:ext cx="26357" cy="73580"/>
            </a:xfrm>
            <a:custGeom>
              <a:rect b="b" l="l" r="r" t="t"/>
              <a:pathLst>
                <a:path extrusionOk="0" h="2264" w="811">
                  <a:moveTo>
                    <a:pt x="1" y="1"/>
                  </a:moveTo>
                  <a:cubicBezTo>
                    <a:pt x="96" y="1"/>
                    <a:pt x="144" y="72"/>
                    <a:pt x="144" y="167"/>
                  </a:cubicBezTo>
                  <a:lnTo>
                    <a:pt x="144" y="2120"/>
                  </a:lnTo>
                  <a:cubicBezTo>
                    <a:pt x="144" y="2215"/>
                    <a:pt x="96" y="2263"/>
                    <a:pt x="1" y="2263"/>
                  </a:cubicBezTo>
                  <a:lnTo>
                    <a:pt x="668" y="2263"/>
                  </a:lnTo>
                  <a:cubicBezTo>
                    <a:pt x="739" y="2263"/>
                    <a:pt x="810" y="2215"/>
                    <a:pt x="810" y="2120"/>
                  </a:cubicBezTo>
                  <a:lnTo>
                    <a:pt x="810" y="167"/>
                  </a:lnTo>
                  <a:cubicBezTo>
                    <a:pt x="810" y="72"/>
                    <a:pt x="739" y="1"/>
                    <a:pt x="668" y="1"/>
                  </a:cubicBezTo>
                  <a:close/>
                </a:path>
              </a:pathLst>
            </a:custGeom>
            <a:solidFill>
              <a:srgbClr val="E4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7" name="Google Shape;28137;p152"/>
            <p:cNvSpPr/>
            <p:nvPr/>
          </p:nvSpPr>
          <p:spPr>
            <a:xfrm>
              <a:off x="8050193" y="2150091"/>
              <a:ext cx="26357" cy="73580"/>
            </a:xfrm>
            <a:custGeom>
              <a:rect b="b" l="l" r="r" t="t"/>
              <a:pathLst>
                <a:path extrusionOk="0" h="2264" w="811">
                  <a:moveTo>
                    <a:pt x="1" y="1"/>
                  </a:moveTo>
                  <a:cubicBezTo>
                    <a:pt x="96" y="1"/>
                    <a:pt x="144" y="49"/>
                    <a:pt x="144" y="144"/>
                  </a:cubicBezTo>
                  <a:lnTo>
                    <a:pt x="144" y="2120"/>
                  </a:lnTo>
                  <a:cubicBezTo>
                    <a:pt x="144" y="2192"/>
                    <a:pt x="96" y="2263"/>
                    <a:pt x="1" y="2263"/>
                  </a:cubicBezTo>
                  <a:lnTo>
                    <a:pt x="668" y="2263"/>
                  </a:lnTo>
                  <a:cubicBezTo>
                    <a:pt x="739" y="2263"/>
                    <a:pt x="810" y="2192"/>
                    <a:pt x="810" y="2120"/>
                  </a:cubicBezTo>
                  <a:lnTo>
                    <a:pt x="810" y="144"/>
                  </a:lnTo>
                  <a:cubicBezTo>
                    <a:pt x="810" y="49"/>
                    <a:pt x="739" y="1"/>
                    <a:pt x="6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8" name="Google Shape;28138;p152"/>
            <p:cNvSpPr/>
            <p:nvPr/>
          </p:nvSpPr>
          <p:spPr>
            <a:xfrm>
              <a:off x="8050193" y="2150091"/>
              <a:ext cx="26357" cy="73580"/>
            </a:xfrm>
            <a:custGeom>
              <a:rect b="b" l="l" r="r" t="t"/>
              <a:pathLst>
                <a:path extrusionOk="0" h="2264" w="811">
                  <a:moveTo>
                    <a:pt x="1" y="1"/>
                  </a:moveTo>
                  <a:cubicBezTo>
                    <a:pt x="96" y="1"/>
                    <a:pt x="144" y="49"/>
                    <a:pt x="144" y="144"/>
                  </a:cubicBezTo>
                  <a:lnTo>
                    <a:pt x="144" y="2120"/>
                  </a:lnTo>
                  <a:cubicBezTo>
                    <a:pt x="144" y="2192"/>
                    <a:pt x="96" y="2263"/>
                    <a:pt x="1" y="2263"/>
                  </a:cubicBezTo>
                  <a:lnTo>
                    <a:pt x="668" y="2263"/>
                  </a:lnTo>
                  <a:cubicBezTo>
                    <a:pt x="739" y="2263"/>
                    <a:pt x="810" y="2192"/>
                    <a:pt x="810" y="2120"/>
                  </a:cubicBezTo>
                  <a:lnTo>
                    <a:pt x="810" y="144"/>
                  </a:lnTo>
                  <a:cubicBezTo>
                    <a:pt x="810" y="49"/>
                    <a:pt x="739" y="1"/>
                    <a:pt x="6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9" name="Google Shape;28139;p152"/>
            <p:cNvSpPr/>
            <p:nvPr/>
          </p:nvSpPr>
          <p:spPr>
            <a:xfrm>
              <a:off x="8009958" y="2163253"/>
              <a:ext cx="41048" cy="46475"/>
            </a:xfrm>
            <a:custGeom>
              <a:rect b="b" l="l" r="r" t="t"/>
              <a:pathLst>
                <a:path extrusionOk="0" h="1430" w="1263">
                  <a:moveTo>
                    <a:pt x="620" y="596"/>
                  </a:moveTo>
                  <a:lnTo>
                    <a:pt x="715" y="882"/>
                  </a:lnTo>
                  <a:lnTo>
                    <a:pt x="524" y="882"/>
                  </a:lnTo>
                  <a:lnTo>
                    <a:pt x="620" y="596"/>
                  </a:lnTo>
                  <a:close/>
                  <a:moveTo>
                    <a:pt x="620" y="1"/>
                  </a:moveTo>
                  <a:cubicBezTo>
                    <a:pt x="524" y="1"/>
                    <a:pt x="477" y="72"/>
                    <a:pt x="429" y="120"/>
                  </a:cubicBezTo>
                  <a:lnTo>
                    <a:pt x="24" y="1239"/>
                  </a:lnTo>
                  <a:cubicBezTo>
                    <a:pt x="0" y="1311"/>
                    <a:pt x="24" y="1406"/>
                    <a:pt x="119" y="1430"/>
                  </a:cubicBezTo>
                  <a:lnTo>
                    <a:pt x="167" y="1430"/>
                  </a:lnTo>
                  <a:cubicBezTo>
                    <a:pt x="239" y="1430"/>
                    <a:pt x="286" y="1406"/>
                    <a:pt x="310" y="1311"/>
                  </a:cubicBezTo>
                  <a:lnTo>
                    <a:pt x="381" y="1144"/>
                  </a:lnTo>
                  <a:lnTo>
                    <a:pt x="834" y="1144"/>
                  </a:lnTo>
                  <a:lnTo>
                    <a:pt x="882" y="1311"/>
                  </a:lnTo>
                  <a:cubicBezTo>
                    <a:pt x="905" y="1382"/>
                    <a:pt x="977" y="1430"/>
                    <a:pt x="1072" y="1430"/>
                  </a:cubicBezTo>
                  <a:cubicBezTo>
                    <a:pt x="1215" y="1430"/>
                    <a:pt x="1263" y="1311"/>
                    <a:pt x="1215" y="1239"/>
                  </a:cubicBezTo>
                  <a:lnTo>
                    <a:pt x="786" y="120"/>
                  </a:lnTo>
                  <a:cubicBezTo>
                    <a:pt x="762" y="72"/>
                    <a:pt x="715" y="1"/>
                    <a:pt x="62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0" name="Google Shape;28140;p152"/>
            <p:cNvSpPr/>
            <p:nvPr/>
          </p:nvSpPr>
          <p:spPr>
            <a:xfrm>
              <a:off x="7856721" y="2064193"/>
              <a:ext cx="47223" cy="46475"/>
            </a:xfrm>
            <a:custGeom>
              <a:rect b="b" l="l" r="r" t="t"/>
              <a:pathLst>
                <a:path extrusionOk="0" h="1430" w="1453">
                  <a:moveTo>
                    <a:pt x="691" y="310"/>
                  </a:moveTo>
                  <a:cubicBezTo>
                    <a:pt x="881" y="310"/>
                    <a:pt x="1072" y="501"/>
                    <a:pt x="1072" y="715"/>
                  </a:cubicBezTo>
                  <a:cubicBezTo>
                    <a:pt x="1072" y="763"/>
                    <a:pt x="1072" y="786"/>
                    <a:pt x="1048" y="834"/>
                  </a:cubicBezTo>
                  <a:lnTo>
                    <a:pt x="977" y="763"/>
                  </a:lnTo>
                  <a:cubicBezTo>
                    <a:pt x="953" y="739"/>
                    <a:pt x="911" y="727"/>
                    <a:pt x="866" y="727"/>
                  </a:cubicBezTo>
                  <a:cubicBezTo>
                    <a:pt x="822" y="727"/>
                    <a:pt x="774" y="739"/>
                    <a:pt x="738" y="763"/>
                  </a:cubicBezTo>
                  <a:cubicBezTo>
                    <a:pt x="691" y="834"/>
                    <a:pt x="691" y="953"/>
                    <a:pt x="738" y="1001"/>
                  </a:cubicBezTo>
                  <a:lnTo>
                    <a:pt x="810" y="1072"/>
                  </a:lnTo>
                  <a:cubicBezTo>
                    <a:pt x="810" y="1096"/>
                    <a:pt x="738" y="1096"/>
                    <a:pt x="691" y="1096"/>
                  </a:cubicBezTo>
                  <a:cubicBezTo>
                    <a:pt x="476" y="1096"/>
                    <a:pt x="310" y="905"/>
                    <a:pt x="310" y="715"/>
                  </a:cubicBezTo>
                  <a:cubicBezTo>
                    <a:pt x="310" y="501"/>
                    <a:pt x="476" y="310"/>
                    <a:pt x="691" y="310"/>
                  </a:cubicBezTo>
                  <a:close/>
                  <a:moveTo>
                    <a:pt x="715" y="1"/>
                  </a:moveTo>
                  <a:cubicBezTo>
                    <a:pt x="334" y="1"/>
                    <a:pt x="0" y="310"/>
                    <a:pt x="0" y="715"/>
                  </a:cubicBezTo>
                  <a:cubicBezTo>
                    <a:pt x="0" y="1096"/>
                    <a:pt x="334" y="1429"/>
                    <a:pt x="715" y="1429"/>
                  </a:cubicBezTo>
                  <a:cubicBezTo>
                    <a:pt x="857" y="1429"/>
                    <a:pt x="977" y="1382"/>
                    <a:pt x="1096" y="1310"/>
                  </a:cubicBezTo>
                  <a:lnTo>
                    <a:pt x="1167" y="1358"/>
                  </a:lnTo>
                  <a:cubicBezTo>
                    <a:pt x="1191" y="1382"/>
                    <a:pt x="1262" y="1406"/>
                    <a:pt x="1286" y="1406"/>
                  </a:cubicBezTo>
                  <a:cubicBezTo>
                    <a:pt x="1310" y="1406"/>
                    <a:pt x="1358" y="1382"/>
                    <a:pt x="1405" y="1358"/>
                  </a:cubicBezTo>
                  <a:cubicBezTo>
                    <a:pt x="1453" y="1310"/>
                    <a:pt x="1453" y="1191"/>
                    <a:pt x="1405" y="1120"/>
                  </a:cubicBezTo>
                  <a:lnTo>
                    <a:pt x="1310" y="1096"/>
                  </a:lnTo>
                  <a:cubicBezTo>
                    <a:pt x="1381" y="977"/>
                    <a:pt x="1429" y="858"/>
                    <a:pt x="1429" y="715"/>
                  </a:cubicBezTo>
                  <a:cubicBezTo>
                    <a:pt x="1429" y="310"/>
                    <a:pt x="1096" y="1"/>
                    <a:pt x="71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1" name="Google Shape;28141;p152"/>
            <p:cNvSpPr/>
            <p:nvPr/>
          </p:nvSpPr>
          <p:spPr>
            <a:xfrm>
              <a:off x="7938751" y="2069621"/>
              <a:ext cx="118463" cy="10855"/>
            </a:xfrm>
            <a:custGeom>
              <a:rect b="b" l="l" r="r" t="t"/>
              <a:pathLst>
                <a:path extrusionOk="0" h="334" w="3645">
                  <a:moveTo>
                    <a:pt x="191" y="0"/>
                  </a:moveTo>
                  <a:cubicBezTo>
                    <a:pt x="72" y="0"/>
                    <a:pt x="0" y="95"/>
                    <a:pt x="0" y="191"/>
                  </a:cubicBezTo>
                  <a:cubicBezTo>
                    <a:pt x="48" y="262"/>
                    <a:pt x="96" y="334"/>
                    <a:pt x="191" y="334"/>
                  </a:cubicBezTo>
                  <a:lnTo>
                    <a:pt x="3454" y="334"/>
                  </a:lnTo>
                  <a:cubicBezTo>
                    <a:pt x="3549" y="334"/>
                    <a:pt x="3644" y="238"/>
                    <a:pt x="3644" y="143"/>
                  </a:cubicBezTo>
                  <a:cubicBezTo>
                    <a:pt x="3620" y="72"/>
                    <a:pt x="3549" y="0"/>
                    <a:pt x="3454"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2" name="Google Shape;28142;p152"/>
            <p:cNvSpPr/>
            <p:nvPr/>
          </p:nvSpPr>
          <p:spPr>
            <a:xfrm>
              <a:off x="7940311" y="2095166"/>
              <a:ext cx="37180" cy="10075"/>
            </a:xfrm>
            <a:custGeom>
              <a:rect b="b" l="l" r="r" t="t"/>
              <a:pathLst>
                <a:path extrusionOk="0" h="310" w="1144">
                  <a:moveTo>
                    <a:pt x="143" y="0"/>
                  </a:moveTo>
                  <a:cubicBezTo>
                    <a:pt x="48" y="0"/>
                    <a:pt x="0" y="72"/>
                    <a:pt x="0" y="167"/>
                  </a:cubicBezTo>
                  <a:cubicBezTo>
                    <a:pt x="0" y="262"/>
                    <a:pt x="72" y="310"/>
                    <a:pt x="167" y="310"/>
                  </a:cubicBezTo>
                  <a:lnTo>
                    <a:pt x="1000" y="310"/>
                  </a:lnTo>
                  <a:cubicBezTo>
                    <a:pt x="1096" y="310"/>
                    <a:pt x="1143" y="238"/>
                    <a:pt x="1143" y="143"/>
                  </a:cubicBezTo>
                  <a:cubicBezTo>
                    <a:pt x="1143" y="48"/>
                    <a:pt x="1072" y="0"/>
                    <a:pt x="976"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3" name="Google Shape;28143;p152"/>
            <p:cNvSpPr/>
            <p:nvPr/>
          </p:nvSpPr>
          <p:spPr>
            <a:xfrm>
              <a:off x="7860588" y="2170241"/>
              <a:ext cx="118430" cy="10855"/>
            </a:xfrm>
            <a:custGeom>
              <a:rect b="b" l="l" r="r" t="t"/>
              <a:pathLst>
                <a:path extrusionOk="0" h="334" w="3644">
                  <a:moveTo>
                    <a:pt x="191" y="0"/>
                  </a:moveTo>
                  <a:cubicBezTo>
                    <a:pt x="72" y="0"/>
                    <a:pt x="0" y="95"/>
                    <a:pt x="0" y="191"/>
                  </a:cubicBezTo>
                  <a:cubicBezTo>
                    <a:pt x="24" y="262"/>
                    <a:pt x="95" y="333"/>
                    <a:pt x="191" y="333"/>
                  </a:cubicBezTo>
                  <a:lnTo>
                    <a:pt x="3453" y="333"/>
                  </a:lnTo>
                  <a:cubicBezTo>
                    <a:pt x="3572" y="333"/>
                    <a:pt x="3644" y="262"/>
                    <a:pt x="3644" y="143"/>
                  </a:cubicBezTo>
                  <a:cubicBezTo>
                    <a:pt x="3596" y="72"/>
                    <a:pt x="3549" y="0"/>
                    <a:pt x="345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4" name="Google Shape;28144;p152"/>
            <p:cNvSpPr/>
            <p:nvPr/>
          </p:nvSpPr>
          <p:spPr>
            <a:xfrm>
              <a:off x="7940311" y="2195753"/>
              <a:ext cx="37180" cy="10108"/>
            </a:xfrm>
            <a:custGeom>
              <a:rect b="b" l="l" r="r" t="t"/>
              <a:pathLst>
                <a:path extrusionOk="0" h="311" w="1144">
                  <a:moveTo>
                    <a:pt x="143" y="1"/>
                  </a:moveTo>
                  <a:cubicBezTo>
                    <a:pt x="48" y="1"/>
                    <a:pt x="0" y="72"/>
                    <a:pt x="0" y="168"/>
                  </a:cubicBezTo>
                  <a:cubicBezTo>
                    <a:pt x="0" y="263"/>
                    <a:pt x="72" y="311"/>
                    <a:pt x="167" y="311"/>
                  </a:cubicBezTo>
                  <a:lnTo>
                    <a:pt x="1000" y="311"/>
                  </a:lnTo>
                  <a:cubicBezTo>
                    <a:pt x="1096" y="311"/>
                    <a:pt x="1143" y="239"/>
                    <a:pt x="1143" y="144"/>
                  </a:cubicBezTo>
                  <a:cubicBezTo>
                    <a:pt x="1143" y="49"/>
                    <a:pt x="1072" y="1"/>
                    <a:pt x="976"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5" name="Google Shape;28145;p152"/>
          <p:cNvGrpSpPr/>
          <p:nvPr/>
        </p:nvGrpSpPr>
        <p:grpSpPr>
          <a:xfrm>
            <a:off x="7865236" y="2329743"/>
            <a:ext cx="185770" cy="356817"/>
            <a:chOff x="7865236" y="2482143"/>
            <a:chExt cx="185770" cy="356817"/>
          </a:xfrm>
        </p:grpSpPr>
        <p:sp>
          <p:nvSpPr>
            <p:cNvPr id="28146" name="Google Shape;28146;p152"/>
            <p:cNvSpPr/>
            <p:nvPr/>
          </p:nvSpPr>
          <p:spPr>
            <a:xfrm>
              <a:off x="7865236" y="2518511"/>
              <a:ext cx="185770" cy="292597"/>
            </a:xfrm>
            <a:custGeom>
              <a:rect b="b" l="l" r="r" t="t"/>
              <a:pathLst>
                <a:path extrusionOk="0" h="9003" w="5716">
                  <a:moveTo>
                    <a:pt x="0" y="1"/>
                  </a:moveTo>
                  <a:lnTo>
                    <a:pt x="0" y="8693"/>
                  </a:lnTo>
                  <a:lnTo>
                    <a:pt x="2858" y="9002"/>
                  </a:lnTo>
                  <a:lnTo>
                    <a:pt x="5716" y="8693"/>
                  </a:lnTo>
                  <a:lnTo>
                    <a:pt x="5716" y="24"/>
                  </a:lnTo>
                  <a:lnTo>
                    <a:pt x="2858"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7" name="Google Shape;28147;p152"/>
            <p:cNvSpPr/>
            <p:nvPr/>
          </p:nvSpPr>
          <p:spPr>
            <a:xfrm>
              <a:off x="8030076" y="2510776"/>
              <a:ext cx="20930" cy="294125"/>
            </a:xfrm>
            <a:custGeom>
              <a:rect b="b" l="l" r="r" t="t"/>
              <a:pathLst>
                <a:path extrusionOk="0" h="9050" w="644">
                  <a:moveTo>
                    <a:pt x="1" y="0"/>
                  </a:moveTo>
                  <a:lnTo>
                    <a:pt x="1" y="9050"/>
                  </a:lnTo>
                  <a:lnTo>
                    <a:pt x="644" y="8931"/>
                  </a:lnTo>
                  <a:lnTo>
                    <a:pt x="644" y="239"/>
                  </a:lnTo>
                  <a:lnTo>
                    <a:pt x="1"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8" name="Google Shape;28148;p152"/>
            <p:cNvSpPr/>
            <p:nvPr/>
          </p:nvSpPr>
          <p:spPr>
            <a:xfrm>
              <a:off x="7865236" y="2482143"/>
              <a:ext cx="185770" cy="37180"/>
            </a:xfrm>
            <a:custGeom>
              <a:rect b="b" l="l" r="r" t="t"/>
              <a:pathLst>
                <a:path extrusionOk="0" h="1144" w="5716">
                  <a:moveTo>
                    <a:pt x="357" y="0"/>
                  </a:moveTo>
                  <a:cubicBezTo>
                    <a:pt x="167" y="0"/>
                    <a:pt x="0" y="143"/>
                    <a:pt x="0" y="357"/>
                  </a:cubicBezTo>
                  <a:lnTo>
                    <a:pt x="0" y="1143"/>
                  </a:lnTo>
                  <a:lnTo>
                    <a:pt x="5716" y="1143"/>
                  </a:lnTo>
                  <a:lnTo>
                    <a:pt x="5716" y="357"/>
                  </a:lnTo>
                  <a:cubicBezTo>
                    <a:pt x="5716" y="143"/>
                    <a:pt x="5573" y="0"/>
                    <a:pt x="5358"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9" name="Google Shape;28149;p152"/>
            <p:cNvSpPr/>
            <p:nvPr/>
          </p:nvSpPr>
          <p:spPr>
            <a:xfrm>
              <a:off x="7865236" y="2801001"/>
              <a:ext cx="185770" cy="37960"/>
            </a:xfrm>
            <a:custGeom>
              <a:rect b="b" l="l" r="r" t="t"/>
              <a:pathLst>
                <a:path extrusionOk="0" h="1168" w="5716">
                  <a:moveTo>
                    <a:pt x="0" y="1"/>
                  </a:moveTo>
                  <a:lnTo>
                    <a:pt x="0" y="810"/>
                  </a:lnTo>
                  <a:cubicBezTo>
                    <a:pt x="0" y="1001"/>
                    <a:pt x="167" y="1168"/>
                    <a:pt x="357" y="1168"/>
                  </a:cubicBezTo>
                  <a:lnTo>
                    <a:pt x="5358" y="1168"/>
                  </a:lnTo>
                  <a:cubicBezTo>
                    <a:pt x="5573" y="1168"/>
                    <a:pt x="5716" y="1001"/>
                    <a:pt x="5716" y="810"/>
                  </a:cubicBezTo>
                  <a:lnTo>
                    <a:pt x="571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0" name="Google Shape;28150;p152"/>
            <p:cNvSpPr/>
            <p:nvPr/>
          </p:nvSpPr>
          <p:spPr>
            <a:xfrm>
              <a:off x="8018473" y="2482143"/>
              <a:ext cx="32532" cy="37180"/>
            </a:xfrm>
            <a:custGeom>
              <a:rect b="b" l="l" r="r" t="t"/>
              <a:pathLst>
                <a:path extrusionOk="0" h="1144" w="1001">
                  <a:moveTo>
                    <a:pt x="0" y="0"/>
                  </a:moveTo>
                  <a:cubicBezTo>
                    <a:pt x="215" y="0"/>
                    <a:pt x="358" y="143"/>
                    <a:pt x="358" y="357"/>
                  </a:cubicBezTo>
                  <a:lnTo>
                    <a:pt x="358" y="1143"/>
                  </a:lnTo>
                  <a:lnTo>
                    <a:pt x="1001" y="1143"/>
                  </a:lnTo>
                  <a:lnTo>
                    <a:pt x="1001" y="357"/>
                  </a:lnTo>
                  <a:cubicBezTo>
                    <a:pt x="1001" y="143"/>
                    <a:pt x="858" y="0"/>
                    <a:pt x="64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1" name="Google Shape;28151;p152"/>
            <p:cNvSpPr/>
            <p:nvPr/>
          </p:nvSpPr>
          <p:spPr>
            <a:xfrm>
              <a:off x="8018473" y="2801001"/>
              <a:ext cx="32532" cy="37960"/>
            </a:xfrm>
            <a:custGeom>
              <a:rect b="b" l="l" r="r" t="t"/>
              <a:pathLst>
                <a:path extrusionOk="0" h="1168" w="1001">
                  <a:moveTo>
                    <a:pt x="358" y="1"/>
                  </a:moveTo>
                  <a:lnTo>
                    <a:pt x="358" y="810"/>
                  </a:lnTo>
                  <a:cubicBezTo>
                    <a:pt x="358" y="1001"/>
                    <a:pt x="215" y="1168"/>
                    <a:pt x="0" y="1168"/>
                  </a:cubicBezTo>
                  <a:lnTo>
                    <a:pt x="643" y="1168"/>
                  </a:lnTo>
                  <a:cubicBezTo>
                    <a:pt x="858" y="1168"/>
                    <a:pt x="1001" y="1001"/>
                    <a:pt x="1001" y="810"/>
                  </a:cubicBezTo>
                  <a:lnTo>
                    <a:pt x="1001"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2" name="Google Shape;28152;p152"/>
            <p:cNvSpPr/>
            <p:nvPr/>
          </p:nvSpPr>
          <p:spPr>
            <a:xfrm>
              <a:off x="7897736" y="2554878"/>
              <a:ext cx="122298" cy="178815"/>
            </a:xfrm>
            <a:custGeom>
              <a:rect b="b" l="l" r="r" t="t"/>
              <a:pathLst>
                <a:path extrusionOk="0" h="5502" w="3763">
                  <a:moveTo>
                    <a:pt x="167" y="1"/>
                  </a:moveTo>
                  <a:cubicBezTo>
                    <a:pt x="72" y="1"/>
                    <a:pt x="0" y="96"/>
                    <a:pt x="0" y="191"/>
                  </a:cubicBezTo>
                  <a:lnTo>
                    <a:pt x="0" y="5311"/>
                  </a:lnTo>
                  <a:cubicBezTo>
                    <a:pt x="0" y="5407"/>
                    <a:pt x="72" y="5502"/>
                    <a:pt x="167" y="5502"/>
                  </a:cubicBezTo>
                  <a:lnTo>
                    <a:pt x="3596" y="5502"/>
                  </a:lnTo>
                  <a:cubicBezTo>
                    <a:pt x="3692" y="5502"/>
                    <a:pt x="3763" y="5407"/>
                    <a:pt x="3763" y="5311"/>
                  </a:cubicBezTo>
                  <a:lnTo>
                    <a:pt x="3763" y="191"/>
                  </a:lnTo>
                  <a:cubicBezTo>
                    <a:pt x="3763" y="96"/>
                    <a:pt x="3668" y="1"/>
                    <a:pt x="35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3" name="Google Shape;28153;p152"/>
            <p:cNvSpPr/>
            <p:nvPr/>
          </p:nvSpPr>
          <p:spPr>
            <a:xfrm>
              <a:off x="7992148" y="2554098"/>
              <a:ext cx="27885" cy="178067"/>
            </a:xfrm>
            <a:custGeom>
              <a:rect b="b" l="l" r="r" t="t"/>
              <a:pathLst>
                <a:path extrusionOk="0" h="5479" w="858">
                  <a:moveTo>
                    <a:pt x="1" y="1"/>
                  </a:moveTo>
                  <a:cubicBezTo>
                    <a:pt x="96" y="1"/>
                    <a:pt x="191" y="96"/>
                    <a:pt x="191" y="192"/>
                  </a:cubicBezTo>
                  <a:lnTo>
                    <a:pt x="191" y="5312"/>
                  </a:lnTo>
                  <a:cubicBezTo>
                    <a:pt x="191" y="5407"/>
                    <a:pt x="96" y="5478"/>
                    <a:pt x="1" y="5478"/>
                  </a:cubicBezTo>
                  <a:lnTo>
                    <a:pt x="667" y="5478"/>
                  </a:lnTo>
                  <a:cubicBezTo>
                    <a:pt x="739" y="5478"/>
                    <a:pt x="834" y="5407"/>
                    <a:pt x="834" y="5312"/>
                  </a:cubicBezTo>
                  <a:lnTo>
                    <a:pt x="834" y="192"/>
                  </a:lnTo>
                  <a:cubicBezTo>
                    <a:pt x="858" y="96"/>
                    <a:pt x="787" y="1"/>
                    <a:pt x="69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4" name="Google Shape;28154;p152"/>
            <p:cNvSpPr/>
            <p:nvPr/>
          </p:nvSpPr>
          <p:spPr>
            <a:xfrm>
              <a:off x="7932543" y="2712016"/>
              <a:ext cx="54990" cy="59800"/>
            </a:xfrm>
            <a:custGeom>
              <a:rect b="b" l="l" r="r" t="t"/>
              <a:pathLst>
                <a:path extrusionOk="0" h="1840" w="1692">
                  <a:moveTo>
                    <a:pt x="430" y="0"/>
                  </a:moveTo>
                  <a:cubicBezTo>
                    <a:pt x="406" y="0"/>
                    <a:pt x="382" y="24"/>
                    <a:pt x="382" y="72"/>
                  </a:cubicBezTo>
                  <a:lnTo>
                    <a:pt x="382" y="619"/>
                  </a:lnTo>
                  <a:lnTo>
                    <a:pt x="49" y="619"/>
                  </a:lnTo>
                  <a:cubicBezTo>
                    <a:pt x="25" y="619"/>
                    <a:pt x="1" y="691"/>
                    <a:pt x="25" y="715"/>
                  </a:cubicBezTo>
                  <a:lnTo>
                    <a:pt x="763" y="1786"/>
                  </a:lnTo>
                  <a:cubicBezTo>
                    <a:pt x="775" y="1822"/>
                    <a:pt x="805" y="1840"/>
                    <a:pt x="834" y="1840"/>
                  </a:cubicBezTo>
                  <a:cubicBezTo>
                    <a:pt x="864" y="1840"/>
                    <a:pt x="894" y="1822"/>
                    <a:pt x="906" y="1786"/>
                  </a:cubicBezTo>
                  <a:lnTo>
                    <a:pt x="1668" y="715"/>
                  </a:lnTo>
                  <a:cubicBezTo>
                    <a:pt x="1692" y="691"/>
                    <a:pt x="1668" y="619"/>
                    <a:pt x="1620" y="619"/>
                  </a:cubicBezTo>
                  <a:lnTo>
                    <a:pt x="1311" y="619"/>
                  </a:lnTo>
                  <a:lnTo>
                    <a:pt x="1311" y="72"/>
                  </a:lnTo>
                  <a:cubicBezTo>
                    <a:pt x="1311" y="24"/>
                    <a:pt x="1263" y="0"/>
                    <a:pt x="1239" y="0"/>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5" name="Google Shape;28155;p152"/>
            <p:cNvSpPr/>
            <p:nvPr/>
          </p:nvSpPr>
          <p:spPr>
            <a:xfrm>
              <a:off x="7923281" y="2583511"/>
              <a:ext cx="34060" cy="9328"/>
            </a:xfrm>
            <a:custGeom>
              <a:rect b="b" l="l" r="r" t="t"/>
              <a:pathLst>
                <a:path extrusionOk="0" h="287" w="1048">
                  <a:moveTo>
                    <a:pt x="167" y="1"/>
                  </a:moveTo>
                  <a:cubicBezTo>
                    <a:pt x="72" y="1"/>
                    <a:pt x="0" y="49"/>
                    <a:pt x="0" y="144"/>
                  </a:cubicBezTo>
                  <a:cubicBezTo>
                    <a:pt x="0" y="239"/>
                    <a:pt x="72" y="287"/>
                    <a:pt x="167" y="287"/>
                  </a:cubicBezTo>
                  <a:lnTo>
                    <a:pt x="905" y="287"/>
                  </a:lnTo>
                  <a:cubicBezTo>
                    <a:pt x="1000" y="287"/>
                    <a:pt x="1048" y="239"/>
                    <a:pt x="1048" y="144"/>
                  </a:cubicBezTo>
                  <a:cubicBezTo>
                    <a:pt x="1048" y="49"/>
                    <a:pt x="1000" y="1"/>
                    <a:pt x="90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6" name="Google Shape;28156;p152"/>
            <p:cNvSpPr/>
            <p:nvPr/>
          </p:nvSpPr>
          <p:spPr>
            <a:xfrm>
              <a:off x="7922501" y="2605968"/>
              <a:ext cx="72020" cy="9328"/>
            </a:xfrm>
            <a:custGeom>
              <a:rect b="b" l="l" r="r" t="t"/>
              <a:pathLst>
                <a:path extrusionOk="0" h="287" w="2216">
                  <a:moveTo>
                    <a:pt x="143" y="1"/>
                  </a:moveTo>
                  <a:cubicBezTo>
                    <a:pt x="72" y="1"/>
                    <a:pt x="0" y="48"/>
                    <a:pt x="0" y="143"/>
                  </a:cubicBezTo>
                  <a:cubicBezTo>
                    <a:pt x="0" y="239"/>
                    <a:pt x="72" y="286"/>
                    <a:pt x="143" y="286"/>
                  </a:cubicBezTo>
                  <a:lnTo>
                    <a:pt x="2025" y="286"/>
                  </a:lnTo>
                  <a:cubicBezTo>
                    <a:pt x="2120" y="286"/>
                    <a:pt x="2215" y="239"/>
                    <a:pt x="2167" y="143"/>
                  </a:cubicBezTo>
                  <a:cubicBezTo>
                    <a:pt x="2167" y="48"/>
                    <a:pt x="2120" y="1"/>
                    <a:pt x="202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7" name="Google Shape;28157;p152"/>
            <p:cNvSpPr/>
            <p:nvPr/>
          </p:nvSpPr>
          <p:spPr>
            <a:xfrm>
              <a:off x="7922501" y="2627646"/>
              <a:ext cx="72020" cy="10075"/>
            </a:xfrm>
            <a:custGeom>
              <a:rect b="b" l="l" r="r" t="t"/>
              <a:pathLst>
                <a:path extrusionOk="0" h="310" w="2216">
                  <a:moveTo>
                    <a:pt x="143" y="0"/>
                  </a:moveTo>
                  <a:cubicBezTo>
                    <a:pt x="72" y="0"/>
                    <a:pt x="0" y="72"/>
                    <a:pt x="0" y="167"/>
                  </a:cubicBezTo>
                  <a:cubicBezTo>
                    <a:pt x="0" y="239"/>
                    <a:pt x="72" y="310"/>
                    <a:pt x="143" y="310"/>
                  </a:cubicBezTo>
                  <a:lnTo>
                    <a:pt x="2025" y="310"/>
                  </a:lnTo>
                  <a:cubicBezTo>
                    <a:pt x="2120" y="310"/>
                    <a:pt x="2215" y="215"/>
                    <a:pt x="2167" y="167"/>
                  </a:cubicBezTo>
                  <a:cubicBezTo>
                    <a:pt x="2167" y="72"/>
                    <a:pt x="2120" y="0"/>
                    <a:pt x="2025"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8" name="Google Shape;28158;p152"/>
            <p:cNvSpPr/>
            <p:nvPr/>
          </p:nvSpPr>
          <p:spPr>
            <a:xfrm>
              <a:off x="7922501" y="2650071"/>
              <a:ext cx="72020" cy="9328"/>
            </a:xfrm>
            <a:custGeom>
              <a:rect b="b" l="l" r="r" t="t"/>
              <a:pathLst>
                <a:path extrusionOk="0" h="287" w="2216">
                  <a:moveTo>
                    <a:pt x="143" y="1"/>
                  </a:moveTo>
                  <a:cubicBezTo>
                    <a:pt x="72" y="1"/>
                    <a:pt x="0" y="49"/>
                    <a:pt x="0" y="144"/>
                  </a:cubicBezTo>
                  <a:cubicBezTo>
                    <a:pt x="0" y="239"/>
                    <a:pt x="72" y="287"/>
                    <a:pt x="143" y="287"/>
                  </a:cubicBezTo>
                  <a:lnTo>
                    <a:pt x="2025" y="287"/>
                  </a:lnTo>
                  <a:cubicBezTo>
                    <a:pt x="2120" y="287"/>
                    <a:pt x="2215" y="215"/>
                    <a:pt x="2167" y="144"/>
                  </a:cubicBezTo>
                  <a:cubicBezTo>
                    <a:pt x="2167" y="49"/>
                    <a:pt x="2120" y="1"/>
                    <a:pt x="202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9" name="Google Shape;28159;p152"/>
            <p:cNvSpPr/>
            <p:nvPr/>
          </p:nvSpPr>
          <p:spPr>
            <a:xfrm>
              <a:off x="7922501" y="2672528"/>
              <a:ext cx="72020" cy="9328"/>
            </a:xfrm>
            <a:custGeom>
              <a:rect b="b" l="l" r="r" t="t"/>
              <a:pathLst>
                <a:path extrusionOk="0" h="287" w="2216">
                  <a:moveTo>
                    <a:pt x="143" y="1"/>
                  </a:moveTo>
                  <a:cubicBezTo>
                    <a:pt x="72" y="1"/>
                    <a:pt x="0" y="48"/>
                    <a:pt x="0" y="143"/>
                  </a:cubicBezTo>
                  <a:cubicBezTo>
                    <a:pt x="0" y="239"/>
                    <a:pt x="72" y="286"/>
                    <a:pt x="143" y="286"/>
                  </a:cubicBezTo>
                  <a:lnTo>
                    <a:pt x="2025" y="286"/>
                  </a:lnTo>
                  <a:cubicBezTo>
                    <a:pt x="2120" y="286"/>
                    <a:pt x="2215" y="239"/>
                    <a:pt x="2167" y="143"/>
                  </a:cubicBezTo>
                  <a:cubicBezTo>
                    <a:pt x="2167" y="48"/>
                    <a:pt x="2120" y="1"/>
                    <a:pt x="202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0" name="Google Shape;28160;p152"/>
          <p:cNvGrpSpPr/>
          <p:nvPr/>
        </p:nvGrpSpPr>
        <p:grpSpPr>
          <a:xfrm>
            <a:off x="7029336" y="2359156"/>
            <a:ext cx="359157" cy="296465"/>
            <a:chOff x="7029336" y="2511556"/>
            <a:chExt cx="359157" cy="296465"/>
          </a:xfrm>
        </p:grpSpPr>
        <p:sp>
          <p:nvSpPr>
            <p:cNvPr id="28161" name="Google Shape;28161;p152"/>
            <p:cNvSpPr/>
            <p:nvPr/>
          </p:nvSpPr>
          <p:spPr>
            <a:xfrm>
              <a:off x="7163236" y="2743736"/>
              <a:ext cx="92138" cy="59638"/>
            </a:xfrm>
            <a:custGeom>
              <a:rect b="b" l="l" r="r" t="t"/>
              <a:pathLst>
                <a:path extrusionOk="0" h="1835" w="2835">
                  <a:moveTo>
                    <a:pt x="1405" y="1"/>
                  </a:moveTo>
                  <a:lnTo>
                    <a:pt x="215" y="215"/>
                  </a:lnTo>
                  <a:lnTo>
                    <a:pt x="0" y="1834"/>
                  </a:lnTo>
                  <a:lnTo>
                    <a:pt x="2834" y="1834"/>
                  </a:lnTo>
                  <a:lnTo>
                    <a:pt x="2596" y="215"/>
                  </a:lnTo>
                  <a:lnTo>
                    <a:pt x="1405"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2" name="Google Shape;28162;p152"/>
            <p:cNvSpPr/>
            <p:nvPr/>
          </p:nvSpPr>
          <p:spPr>
            <a:xfrm>
              <a:off x="7225928" y="2743736"/>
              <a:ext cx="27885" cy="59638"/>
            </a:xfrm>
            <a:custGeom>
              <a:rect b="b" l="l" r="r" t="t"/>
              <a:pathLst>
                <a:path extrusionOk="0" h="1835" w="858">
                  <a:moveTo>
                    <a:pt x="262" y="1"/>
                  </a:moveTo>
                  <a:lnTo>
                    <a:pt x="0" y="215"/>
                  </a:lnTo>
                  <a:lnTo>
                    <a:pt x="215" y="1834"/>
                  </a:lnTo>
                  <a:lnTo>
                    <a:pt x="858" y="1834"/>
                  </a:lnTo>
                  <a:lnTo>
                    <a:pt x="667" y="215"/>
                  </a:lnTo>
                  <a:lnTo>
                    <a:pt x="262"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3" name="Google Shape;28163;p152"/>
            <p:cNvSpPr/>
            <p:nvPr/>
          </p:nvSpPr>
          <p:spPr>
            <a:xfrm>
              <a:off x="7029336" y="2618351"/>
              <a:ext cx="358377" cy="100653"/>
            </a:xfrm>
            <a:custGeom>
              <a:rect b="b" l="l" r="r" t="t"/>
              <a:pathLst>
                <a:path extrusionOk="0" h="3097" w="11027">
                  <a:moveTo>
                    <a:pt x="5764" y="1"/>
                  </a:moveTo>
                  <a:lnTo>
                    <a:pt x="0" y="334"/>
                  </a:lnTo>
                  <a:lnTo>
                    <a:pt x="0" y="2882"/>
                  </a:lnTo>
                  <a:lnTo>
                    <a:pt x="6025" y="3096"/>
                  </a:lnTo>
                  <a:lnTo>
                    <a:pt x="11027" y="2882"/>
                  </a:lnTo>
                  <a:lnTo>
                    <a:pt x="11027" y="334"/>
                  </a:lnTo>
                  <a:lnTo>
                    <a:pt x="5764"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4" name="Google Shape;28164;p152"/>
            <p:cNvSpPr/>
            <p:nvPr/>
          </p:nvSpPr>
          <p:spPr>
            <a:xfrm>
              <a:off x="7366003" y="2618351"/>
              <a:ext cx="21710" cy="101433"/>
            </a:xfrm>
            <a:custGeom>
              <a:rect b="b" l="l" r="r" t="t"/>
              <a:pathLst>
                <a:path extrusionOk="0" h="3121" w="668">
                  <a:moveTo>
                    <a:pt x="1" y="1"/>
                  </a:moveTo>
                  <a:lnTo>
                    <a:pt x="1" y="3120"/>
                  </a:lnTo>
                  <a:lnTo>
                    <a:pt x="668" y="2882"/>
                  </a:lnTo>
                  <a:lnTo>
                    <a:pt x="668" y="334"/>
                  </a:lnTo>
                  <a:lnTo>
                    <a:pt x="1" y="1"/>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5" name="Google Shape;28165;p152"/>
            <p:cNvSpPr/>
            <p:nvPr/>
          </p:nvSpPr>
          <p:spPr>
            <a:xfrm>
              <a:off x="7136131" y="2513083"/>
              <a:ext cx="251582" cy="116122"/>
            </a:xfrm>
            <a:custGeom>
              <a:rect b="b" l="l" r="r" t="t"/>
              <a:pathLst>
                <a:path extrusionOk="0" h="3573" w="7741">
                  <a:moveTo>
                    <a:pt x="1" y="1"/>
                  </a:moveTo>
                  <a:lnTo>
                    <a:pt x="144" y="3573"/>
                  </a:lnTo>
                  <a:lnTo>
                    <a:pt x="7741" y="3573"/>
                  </a:lnTo>
                  <a:lnTo>
                    <a:pt x="7741" y="406"/>
                  </a:lnTo>
                  <a:cubicBezTo>
                    <a:pt x="7741" y="168"/>
                    <a:pt x="7526" y="1"/>
                    <a:pt x="7288"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6" name="Google Shape;28166;p152"/>
            <p:cNvSpPr/>
            <p:nvPr/>
          </p:nvSpPr>
          <p:spPr>
            <a:xfrm>
              <a:off x="7352093" y="2511556"/>
              <a:ext cx="35620" cy="117650"/>
            </a:xfrm>
            <a:custGeom>
              <a:rect b="b" l="l" r="r" t="t"/>
              <a:pathLst>
                <a:path extrusionOk="0" h="3620" w="1096">
                  <a:moveTo>
                    <a:pt x="0" y="0"/>
                  </a:moveTo>
                  <a:cubicBezTo>
                    <a:pt x="214" y="0"/>
                    <a:pt x="429" y="215"/>
                    <a:pt x="429" y="453"/>
                  </a:cubicBezTo>
                  <a:lnTo>
                    <a:pt x="429" y="3620"/>
                  </a:lnTo>
                  <a:lnTo>
                    <a:pt x="1096" y="3620"/>
                  </a:lnTo>
                  <a:lnTo>
                    <a:pt x="1096" y="453"/>
                  </a:lnTo>
                  <a:cubicBezTo>
                    <a:pt x="1096" y="215"/>
                    <a:pt x="881" y="0"/>
                    <a:pt x="643"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7" name="Google Shape;28167;p152"/>
            <p:cNvSpPr/>
            <p:nvPr/>
          </p:nvSpPr>
          <p:spPr>
            <a:xfrm>
              <a:off x="7029336" y="2513083"/>
              <a:ext cx="111475" cy="116903"/>
            </a:xfrm>
            <a:custGeom>
              <a:rect b="b" l="l" r="r" t="t"/>
              <a:pathLst>
                <a:path extrusionOk="0" h="3597" w="3430">
                  <a:moveTo>
                    <a:pt x="453" y="1"/>
                  </a:moveTo>
                  <a:cubicBezTo>
                    <a:pt x="215" y="1"/>
                    <a:pt x="0" y="191"/>
                    <a:pt x="0" y="429"/>
                  </a:cubicBezTo>
                  <a:lnTo>
                    <a:pt x="0" y="3597"/>
                  </a:lnTo>
                  <a:lnTo>
                    <a:pt x="3430" y="3597"/>
                  </a:lnTo>
                  <a:lnTo>
                    <a:pt x="3430" y="1"/>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8" name="Google Shape;28168;p152"/>
            <p:cNvSpPr/>
            <p:nvPr/>
          </p:nvSpPr>
          <p:spPr>
            <a:xfrm>
              <a:off x="7030896" y="2712016"/>
              <a:ext cx="357598" cy="38708"/>
            </a:xfrm>
            <a:custGeom>
              <a:rect b="b" l="l" r="r" t="t"/>
              <a:pathLst>
                <a:path extrusionOk="0" h="1191" w="11003">
                  <a:moveTo>
                    <a:pt x="0" y="0"/>
                  </a:moveTo>
                  <a:lnTo>
                    <a:pt x="0" y="738"/>
                  </a:lnTo>
                  <a:cubicBezTo>
                    <a:pt x="0" y="977"/>
                    <a:pt x="191" y="1191"/>
                    <a:pt x="429" y="1191"/>
                  </a:cubicBezTo>
                  <a:lnTo>
                    <a:pt x="10550" y="1191"/>
                  </a:lnTo>
                  <a:cubicBezTo>
                    <a:pt x="10788" y="1191"/>
                    <a:pt x="11002" y="977"/>
                    <a:pt x="11002" y="738"/>
                  </a:cubicBezTo>
                  <a:lnTo>
                    <a:pt x="1100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9" name="Google Shape;28169;p152"/>
            <p:cNvSpPr/>
            <p:nvPr/>
          </p:nvSpPr>
          <p:spPr>
            <a:xfrm>
              <a:off x="7352093" y="2712016"/>
              <a:ext cx="35620" cy="38708"/>
            </a:xfrm>
            <a:custGeom>
              <a:rect b="b" l="l" r="r" t="t"/>
              <a:pathLst>
                <a:path extrusionOk="0" h="1191" w="1096">
                  <a:moveTo>
                    <a:pt x="429" y="0"/>
                  </a:moveTo>
                  <a:lnTo>
                    <a:pt x="429" y="738"/>
                  </a:lnTo>
                  <a:cubicBezTo>
                    <a:pt x="429" y="977"/>
                    <a:pt x="214" y="1191"/>
                    <a:pt x="0" y="1191"/>
                  </a:cubicBezTo>
                  <a:lnTo>
                    <a:pt x="643" y="1191"/>
                  </a:lnTo>
                  <a:cubicBezTo>
                    <a:pt x="881" y="1191"/>
                    <a:pt x="1096" y="977"/>
                    <a:pt x="1096" y="738"/>
                  </a:cubicBezTo>
                  <a:lnTo>
                    <a:pt x="1096"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0" name="Google Shape;28170;p152"/>
            <p:cNvSpPr/>
            <p:nvPr/>
          </p:nvSpPr>
          <p:spPr>
            <a:xfrm>
              <a:off x="7070351" y="2657838"/>
              <a:ext cx="49563" cy="25545"/>
            </a:xfrm>
            <a:custGeom>
              <a:rect b="b" l="l" r="r" t="t"/>
              <a:pathLst>
                <a:path extrusionOk="0" h="786" w="1525">
                  <a:moveTo>
                    <a:pt x="382" y="0"/>
                  </a:moveTo>
                  <a:cubicBezTo>
                    <a:pt x="167" y="0"/>
                    <a:pt x="1" y="191"/>
                    <a:pt x="1" y="381"/>
                  </a:cubicBezTo>
                  <a:cubicBezTo>
                    <a:pt x="1" y="619"/>
                    <a:pt x="167" y="786"/>
                    <a:pt x="382" y="786"/>
                  </a:cubicBezTo>
                  <a:lnTo>
                    <a:pt x="1120" y="786"/>
                  </a:lnTo>
                  <a:cubicBezTo>
                    <a:pt x="1334" y="786"/>
                    <a:pt x="1525" y="595"/>
                    <a:pt x="1525" y="381"/>
                  </a:cubicBezTo>
                  <a:cubicBezTo>
                    <a:pt x="1525" y="143"/>
                    <a:pt x="1334" y="0"/>
                    <a:pt x="1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1" name="Google Shape;28171;p152"/>
            <p:cNvSpPr/>
            <p:nvPr/>
          </p:nvSpPr>
          <p:spPr>
            <a:xfrm>
              <a:off x="7145426" y="2657838"/>
              <a:ext cx="49563" cy="25545"/>
            </a:xfrm>
            <a:custGeom>
              <a:rect b="b" l="l" r="r" t="t"/>
              <a:pathLst>
                <a:path extrusionOk="0" h="786" w="1525">
                  <a:moveTo>
                    <a:pt x="405" y="0"/>
                  </a:moveTo>
                  <a:cubicBezTo>
                    <a:pt x="191" y="0"/>
                    <a:pt x="1" y="191"/>
                    <a:pt x="1" y="381"/>
                  </a:cubicBezTo>
                  <a:cubicBezTo>
                    <a:pt x="1" y="619"/>
                    <a:pt x="191" y="786"/>
                    <a:pt x="405" y="786"/>
                  </a:cubicBezTo>
                  <a:lnTo>
                    <a:pt x="1144" y="786"/>
                  </a:lnTo>
                  <a:cubicBezTo>
                    <a:pt x="1382" y="786"/>
                    <a:pt x="1525" y="595"/>
                    <a:pt x="1525" y="381"/>
                  </a:cubicBezTo>
                  <a:cubicBezTo>
                    <a:pt x="1525" y="191"/>
                    <a:pt x="1358" y="0"/>
                    <a:pt x="114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2" name="Google Shape;28172;p152"/>
            <p:cNvSpPr/>
            <p:nvPr/>
          </p:nvSpPr>
          <p:spPr>
            <a:xfrm>
              <a:off x="7222061" y="2657838"/>
              <a:ext cx="49563" cy="25545"/>
            </a:xfrm>
            <a:custGeom>
              <a:rect b="b" l="l" r="r" t="t"/>
              <a:pathLst>
                <a:path extrusionOk="0" h="786" w="1525">
                  <a:moveTo>
                    <a:pt x="381" y="0"/>
                  </a:moveTo>
                  <a:cubicBezTo>
                    <a:pt x="191" y="0"/>
                    <a:pt x="0" y="191"/>
                    <a:pt x="0" y="381"/>
                  </a:cubicBezTo>
                  <a:cubicBezTo>
                    <a:pt x="0" y="619"/>
                    <a:pt x="191" y="786"/>
                    <a:pt x="381" y="786"/>
                  </a:cubicBezTo>
                  <a:lnTo>
                    <a:pt x="1143" y="786"/>
                  </a:lnTo>
                  <a:cubicBezTo>
                    <a:pt x="1334" y="786"/>
                    <a:pt x="1524" y="595"/>
                    <a:pt x="1524" y="381"/>
                  </a:cubicBezTo>
                  <a:cubicBezTo>
                    <a:pt x="1524" y="191"/>
                    <a:pt x="1334" y="0"/>
                    <a:pt x="114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3" name="Google Shape;28173;p152"/>
            <p:cNvSpPr/>
            <p:nvPr/>
          </p:nvSpPr>
          <p:spPr>
            <a:xfrm>
              <a:off x="7297916" y="2657838"/>
              <a:ext cx="48782" cy="25545"/>
            </a:xfrm>
            <a:custGeom>
              <a:rect b="b" l="l" r="r" t="t"/>
              <a:pathLst>
                <a:path extrusionOk="0" h="786" w="1501">
                  <a:moveTo>
                    <a:pt x="381" y="0"/>
                  </a:moveTo>
                  <a:cubicBezTo>
                    <a:pt x="167" y="0"/>
                    <a:pt x="0" y="191"/>
                    <a:pt x="0" y="381"/>
                  </a:cubicBezTo>
                  <a:cubicBezTo>
                    <a:pt x="0" y="619"/>
                    <a:pt x="167" y="786"/>
                    <a:pt x="381" y="786"/>
                  </a:cubicBezTo>
                  <a:lnTo>
                    <a:pt x="1119" y="786"/>
                  </a:lnTo>
                  <a:cubicBezTo>
                    <a:pt x="1334" y="786"/>
                    <a:pt x="1500" y="595"/>
                    <a:pt x="1500" y="381"/>
                  </a:cubicBezTo>
                  <a:cubicBezTo>
                    <a:pt x="1500" y="143"/>
                    <a:pt x="1334" y="0"/>
                    <a:pt x="1119"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4" name="Google Shape;28174;p152"/>
            <p:cNvSpPr/>
            <p:nvPr/>
          </p:nvSpPr>
          <p:spPr>
            <a:xfrm>
              <a:off x="7318813" y="2676396"/>
              <a:ext cx="50310" cy="50147"/>
            </a:xfrm>
            <a:custGeom>
              <a:rect b="b" l="l" r="r" t="t"/>
              <a:pathLst>
                <a:path extrusionOk="0" h="1543" w="1548">
                  <a:moveTo>
                    <a:pt x="119" y="1"/>
                  </a:moveTo>
                  <a:cubicBezTo>
                    <a:pt x="48" y="1"/>
                    <a:pt x="0" y="24"/>
                    <a:pt x="24" y="72"/>
                  </a:cubicBezTo>
                  <a:lnTo>
                    <a:pt x="214" y="1120"/>
                  </a:lnTo>
                  <a:cubicBezTo>
                    <a:pt x="229" y="1194"/>
                    <a:pt x="281" y="1232"/>
                    <a:pt x="342" y="1232"/>
                  </a:cubicBezTo>
                  <a:cubicBezTo>
                    <a:pt x="378" y="1232"/>
                    <a:pt x="417" y="1218"/>
                    <a:pt x="453" y="1191"/>
                  </a:cubicBezTo>
                  <a:lnTo>
                    <a:pt x="595" y="1072"/>
                  </a:lnTo>
                  <a:lnTo>
                    <a:pt x="1048" y="1525"/>
                  </a:lnTo>
                  <a:cubicBezTo>
                    <a:pt x="1060" y="1537"/>
                    <a:pt x="1084" y="1543"/>
                    <a:pt x="1110" y="1543"/>
                  </a:cubicBezTo>
                  <a:cubicBezTo>
                    <a:pt x="1137" y="1543"/>
                    <a:pt x="1167" y="1537"/>
                    <a:pt x="1191" y="1525"/>
                  </a:cubicBezTo>
                  <a:lnTo>
                    <a:pt x="1524" y="1191"/>
                  </a:lnTo>
                  <a:cubicBezTo>
                    <a:pt x="1548" y="1144"/>
                    <a:pt x="1548" y="1096"/>
                    <a:pt x="1524" y="1025"/>
                  </a:cubicBezTo>
                  <a:lnTo>
                    <a:pt x="1072" y="596"/>
                  </a:lnTo>
                  <a:lnTo>
                    <a:pt x="1072" y="572"/>
                  </a:lnTo>
                  <a:lnTo>
                    <a:pt x="1215" y="406"/>
                  </a:lnTo>
                  <a:cubicBezTo>
                    <a:pt x="1310" y="334"/>
                    <a:pt x="1262" y="215"/>
                    <a:pt x="1167" y="167"/>
                  </a:cubicBezTo>
                  <a:lnTo>
                    <a:pt x="119"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5" name="Google Shape;28175;p152"/>
            <p:cNvSpPr/>
            <p:nvPr/>
          </p:nvSpPr>
          <p:spPr>
            <a:xfrm>
              <a:off x="7135383" y="2797133"/>
              <a:ext cx="147063" cy="10888"/>
            </a:xfrm>
            <a:custGeom>
              <a:rect b="b" l="l" r="r" t="t"/>
              <a:pathLst>
                <a:path extrusionOk="0" h="335" w="4525">
                  <a:moveTo>
                    <a:pt x="167" y="1"/>
                  </a:moveTo>
                  <a:cubicBezTo>
                    <a:pt x="48" y="1"/>
                    <a:pt x="0" y="96"/>
                    <a:pt x="0" y="191"/>
                  </a:cubicBezTo>
                  <a:cubicBezTo>
                    <a:pt x="24" y="263"/>
                    <a:pt x="71" y="334"/>
                    <a:pt x="167" y="334"/>
                  </a:cubicBezTo>
                  <a:lnTo>
                    <a:pt x="4334" y="334"/>
                  </a:lnTo>
                  <a:cubicBezTo>
                    <a:pt x="4453" y="334"/>
                    <a:pt x="4525" y="263"/>
                    <a:pt x="4525" y="144"/>
                  </a:cubicBezTo>
                  <a:cubicBezTo>
                    <a:pt x="4477" y="48"/>
                    <a:pt x="4430" y="1"/>
                    <a:pt x="4334"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6" name="Google Shape;28176;p152"/>
            <p:cNvSpPr/>
            <p:nvPr/>
          </p:nvSpPr>
          <p:spPr>
            <a:xfrm>
              <a:off x="7062616" y="2544836"/>
              <a:ext cx="51902" cy="51870"/>
            </a:xfrm>
            <a:custGeom>
              <a:rect b="b" l="l" r="r" t="t"/>
              <a:pathLst>
                <a:path extrusionOk="0" h="1596" w="1597">
                  <a:moveTo>
                    <a:pt x="763" y="334"/>
                  </a:moveTo>
                  <a:cubicBezTo>
                    <a:pt x="1001" y="334"/>
                    <a:pt x="1215" y="524"/>
                    <a:pt x="1215" y="762"/>
                  </a:cubicBezTo>
                  <a:cubicBezTo>
                    <a:pt x="1215" y="834"/>
                    <a:pt x="1215" y="858"/>
                    <a:pt x="1191" y="929"/>
                  </a:cubicBezTo>
                  <a:lnTo>
                    <a:pt x="977" y="715"/>
                  </a:lnTo>
                  <a:cubicBezTo>
                    <a:pt x="941" y="679"/>
                    <a:pt x="893" y="661"/>
                    <a:pt x="846" y="661"/>
                  </a:cubicBezTo>
                  <a:cubicBezTo>
                    <a:pt x="798" y="661"/>
                    <a:pt x="751" y="679"/>
                    <a:pt x="715" y="715"/>
                  </a:cubicBezTo>
                  <a:cubicBezTo>
                    <a:pt x="643" y="762"/>
                    <a:pt x="643" y="881"/>
                    <a:pt x="715" y="977"/>
                  </a:cubicBezTo>
                  <a:lnTo>
                    <a:pt x="929" y="1191"/>
                  </a:lnTo>
                  <a:cubicBezTo>
                    <a:pt x="882" y="1215"/>
                    <a:pt x="834" y="1215"/>
                    <a:pt x="763" y="1215"/>
                  </a:cubicBezTo>
                  <a:cubicBezTo>
                    <a:pt x="524" y="1215"/>
                    <a:pt x="334" y="1000"/>
                    <a:pt x="334" y="762"/>
                  </a:cubicBezTo>
                  <a:cubicBezTo>
                    <a:pt x="334" y="524"/>
                    <a:pt x="524" y="334"/>
                    <a:pt x="763" y="334"/>
                  </a:cubicBezTo>
                  <a:close/>
                  <a:moveTo>
                    <a:pt x="786" y="0"/>
                  </a:moveTo>
                  <a:cubicBezTo>
                    <a:pt x="358" y="0"/>
                    <a:pt x="0" y="357"/>
                    <a:pt x="0" y="810"/>
                  </a:cubicBezTo>
                  <a:cubicBezTo>
                    <a:pt x="0" y="1239"/>
                    <a:pt x="358" y="1596"/>
                    <a:pt x="786" y="1596"/>
                  </a:cubicBezTo>
                  <a:cubicBezTo>
                    <a:pt x="953" y="1596"/>
                    <a:pt x="1096" y="1548"/>
                    <a:pt x="1215" y="1477"/>
                  </a:cubicBezTo>
                  <a:lnTo>
                    <a:pt x="1286" y="1548"/>
                  </a:lnTo>
                  <a:cubicBezTo>
                    <a:pt x="1310" y="1572"/>
                    <a:pt x="1358" y="1596"/>
                    <a:pt x="1382" y="1596"/>
                  </a:cubicBezTo>
                  <a:cubicBezTo>
                    <a:pt x="1429" y="1596"/>
                    <a:pt x="1477" y="1572"/>
                    <a:pt x="1501" y="1548"/>
                  </a:cubicBezTo>
                  <a:cubicBezTo>
                    <a:pt x="1596" y="1453"/>
                    <a:pt x="1596" y="1334"/>
                    <a:pt x="1548" y="1286"/>
                  </a:cubicBezTo>
                  <a:lnTo>
                    <a:pt x="1477" y="1215"/>
                  </a:lnTo>
                  <a:cubicBezTo>
                    <a:pt x="1548" y="1096"/>
                    <a:pt x="1596" y="953"/>
                    <a:pt x="1596" y="810"/>
                  </a:cubicBezTo>
                  <a:cubicBezTo>
                    <a:pt x="1596" y="357"/>
                    <a:pt x="1239" y="0"/>
                    <a:pt x="78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7" name="Google Shape;28177;p152"/>
            <p:cNvSpPr/>
            <p:nvPr/>
          </p:nvSpPr>
          <p:spPr>
            <a:xfrm>
              <a:off x="7178706" y="2541716"/>
              <a:ext cx="173420" cy="10888"/>
            </a:xfrm>
            <a:custGeom>
              <a:rect b="b" l="l" r="r" t="t"/>
              <a:pathLst>
                <a:path extrusionOk="0" h="335" w="5336">
                  <a:moveTo>
                    <a:pt x="167" y="1"/>
                  </a:moveTo>
                  <a:cubicBezTo>
                    <a:pt x="96" y="1"/>
                    <a:pt x="1" y="96"/>
                    <a:pt x="24" y="215"/>
                  </a:cubicBezTo>
                  <a:cubicBezTo>
                    <a:pt x="24" y="263"/>
                    <a:pt x="96" y="334"/>
                    <a:pt x="167" y="334"/>
                  </a:cubicBezTo>
                  <a:lnTo>
                    <a:pt x="5145" y="334"/>
                  </a:lnTo>
                  <a:cubicBezTo>
                    <a:pt x="5264" y="334"/>
                    <a:pt x="5335" y="239"/>
                    <a:pt x="5287" y="120"/>
                  </a:cubicBezTo>
                  <a:cubicBezTo>
                    <a:pt x="5287" y="72"/>
                    <a:pt x="5240" y="1"/>
                    <a:pt x="51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8" name="Google Shape;28178;p152"/>
            <p:cNvSpPr/>
            <p:nvPr/>
          </p:nvSpPr>
          <p:spPr>
            <a:xfrm>
              <a:off x="7178706" y="2565733"/>
              <a:ext cx="173420" cy="10855"/>
            </a:xfrm>
            <a:custGeom>
              <a:rect b="b" l="l" r="r" t="t"/>
              <a:pathLst>
                <a:path extrusionOk="0" h="334" w="5336">
                  <a:moveTo>
                    <a:pt x="167" y="0"/>
                  </a:moveTo>
                  <a:cubicBezTo>
                    <a:pt x="96" y="0"/>
                    <a:pt x="1" y="95"/>
                    <a:pt x="24" y="215"/>
                  </a:cubicBezTo>
                  <a:cubicBezTo>
                    <a:pt x="24" y="286"/>
                    <a:pt x="96" y="334"/>
                    <a:pt x="167" y="334"/>
                  </a:cubicBezTo>
                  <a:lnTo>
                    <a:pt x="5145" y="334"/>
                  </a:lnTo>
                  <a:cubicBezTo>
                    <a:pt x="5264" y="334"/>
                    <a:pt x="5335" y="238"/>
                    <a:pt x="5287" y="119"/>
                  </a:cubicBezTo>
                  <a:cubicBezTo>
                    <a:pt x="5287" y="72"/>
                    <a:pt x="5240" y="0"/>
                    <a:pt x="514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9" name="Google Shape;28179;p152"/>
            <p:cNvSpPr/>
            <p:nvPr/>
          </p:nvSpPr>
          <p:spPr>
            <a:xfrm>
              <a:off x="7178706" y="2588938"/>
              <a:ext cx="58857" cy="10888"/>
            </a:xfrm>
            <a:custGeom>
              <a:rect b="b" l="l" r="r" t="t"/>
              <a:pathLst>
                <a:path extrusionOk="0" h="335" w="1811">
                  <a:moveTo>
                    <a:pt x="167" y="1"/>
                  </a:moveTo>
                  <a:cubicBezTo>
                    <a:pt x="96" y="1"/>
                    <a:pt x="1" y="96"/>
                    <a:pt x="24" y="215"/>
                  </a:cubicBezTo>
                  <a:cubicBezTo>
                    <a:pt x="24" y="286"/>
                    <a:pt x="96" y="334"/>
                    <a:pt x="167" y="334"/>
                  </a:cubicBezTo>
                  <a:lnTo>
                    <a:pt x="1644" y="334"/>
                  </a:lnTo>
                  <a:cubicBezTo>
                    <a:pt x="1715" y="334"/>
                    <a:pt x="1811" y="239"/>
                    <a:pt x="1787" y="120"/>
                  </a:cubicBezTo>
                  <a:cubicBezTo>
                    <a:pt x="1787" y="72"/>
                    <a:pt x="1715" y="1"/>
                    <a:pt x="164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80" name="Google Shape;28180;p152"/>
          <p:cNvGrpSpPr/>
          <p:nvPr/>
        </p:nvGrpSpPr>
        <p:grpSpPr>
          <a:xfrm>
            <a:off x="6290188" y="2328963"/>
            <a:ext cx="335173" cy="357597"/>
            <a:chOff x="6290188" y="2481363"/>
            <a:chExt cx="335173" cy="357597"/>
          </a:xfrm>
        </p:grpSpPr>
        <p:sp>
          <p:nvSpPr>
            <p:cNvPr id="28181" name="Google Shape;28181;p152"/>
            <p:cNvSpPr/>
            <p:nvPr/>
          </p:nvSpPr>
          <p:spPr>
            <a:xfrm>
              <a:off x="6293276" y="2681043"/>
              <a:ext cx="332085" cy="157917"/>
            </a:xfrm>
            <a:custGeom>
              <a:rect b="b" l="l" r="r" t="t"/>
              <a:pathLst>
                <a:path extrusionOk="0" h="4859" w="10218">
                  <a:moveTo>
                    <a:pt x="9908" y="1"/>
                  </a:moveTo>
                  <a:lnTo>
                    <a:pt x="310" y="48"/>
                  </a:lnTo>
                  <a:cubicBezTo>
                    <a:pt x="144" y="48"/>
                    <a:pt x="1" y="167"/>
                    <a:pt x="1" y="358"/>
                  </a:cubicBezTo>
                  <a:lnTo>
                    <a:pt x="1" y="4549"/>
                  </a:lnTo>
                  <a:cubicBezTo>
                    <a:pt x="1" y="4692"/>
                    <a:pt x="120" y="4859"/>
                    <a:pt x="310" y="4859"/>
                  </a:cubicBezTo>
                  <a:lnTo>
                    <a:pt x="9908" y="4859"/>
                  </a:lnTo>
                  <a:cubicBezTo>
                    <a:pt x="10098" y="4859"/>
                    <a:pt x="10217" y="4740"/>
                    <a:pt x="10217" y="4525"/>
                  </a:cubicBezTo>
                  <a:lnTo>
                    <a:pt x="10217" y="286"/>
                  </a:lnTo>
                  <a:cubicBezTo>
                    <a:pt x="10217" y="143"/>
                    <a:pt x="10098" y="1"/>
                    <a:pt x="9908"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2" name="Google Shape;28182;p152"/>
            <p:cNvSpPr/>
            <p:nvPr/>
          </p:nvSpPr>
          <p:spPr>
            <a:xfrm>
              <a:off x="6594356" y="2681043"/>
              <a:ext cx="31005" cy="157138"/>
            </a:xfrm>
            <a:custGeom>
              <a:rect b="b" l="l" r="r" t="t"/>
              <a:pathLst>
                <a:path extrusionOk="0" h="4835" w="954">
                  <a:moveTo>
                    <a:pt x="25" y="1"/>
                  </a:moveTo>
                  <a:cubicBezTo>
                    <a:pt x="167" y="24"/>
                    <a:pt x="286" y="143"/>
                    <a:pt x="286" y="310"/>
                  </a:cubicBezTo>
                  <a:lnTo>
                    <a:pt x="286" y="4525"/>
                  </a:lnTo>
                  <a:cubicBezTo>
                    <a:pt x="286" y="4716"/>
                    <a:pt x="144" y="4835"/>
                    <a:pt x="1" y="4835"/>
                  </a:cubicBezTo>
                  <a:lnTo>
                    <a:pt x="644" y="4835"/>
                  </a:lnTo>
                  <a:cubicBezTo>
                    <a:pt x="834" y="4835"/>
                    <a:pt x="953" y="4668"/>
                    <a:pt x="953" y="4525"/>
                  </a:cubicBezTo>
                  <a:lnTo>
                    <a:pt x="953" y="310"/>
                  </a:lnTo>
                  <a:cubicBezTo>
                    <a:pt x="953" y="143"/>
                    <a:pt x="834" y="1"/>
                    <a:pt x="644" y="1"/>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83" name="Google Shape;28183;p152"/>
            <p:cNvGrpSpPr/>
            <p:nvPr/>
          </p:nvGrpSpPr>
          <p:grpSpPr>
            <a:xfrm>
              <a:off x="6290188" y="2481363"/>
              <a:ext cx="308847" cy="332052"/>
              <a:chOff x="6290188" y="2481363"/>
              <a:chExt cx="308847" cy="332052"/>
            </a:xfrm>
          </p:grpSpPr>
          <p:sp>
            <p:nvSpPr>
              <p:cNvPr id="28184" name="Google Shape;28184;p152"/>
              <p:cNvSpPr/>
              <p:nvPr/>
            </p:nvSpPr>
            <p:spPr>
              <a:xfrm>
                <a:off x="6404751" y="2571908"/>
                <a:ext cx="113035" cy="122817"/>
              </a:xfrm>
              <a:custGeom>
                <a:rect b="b" l="l" r="r" t="t"/>
                <a:pathLst>
                  <a:path extrusionOk="0" h="3779" w="3478">
                    <a:moveTo>
                      <a:pt x="524" y="1"/>
                    </a:moveTo>
                    <a:cubicBezTo>
                      <a:pt x="476" y="1"/>
                      <a:pt x="381" y="48"/>
                      <a:pt x="381" y="120"/>
                    </a:cubicBezTo>
                    <a:cubicBezTo>
                      <a:pt x="357" y="239"/>
                      <a:pt x="453" y="358"/>
                      <a:pt x="524" y="358"/>
                    </a:cubicBezTo>
                    <a:lnTo>
                      <a:pt x="2667" y="358"/>
                    </a:lnTo>
                    <a:cubicBezTo>
                      <a:pt x="2882" y="358"/>
                      <a:pt x="3072" y="501"/>
                      <a:pt x="3096" y="715"/>
                    </a:cubicBezTo>
                    <a:cubicBezTo>
                      <a:pt x="3120" y="953"/>
                      <a:pt x="2953" y="1191"/>
                      <a:pt x="2667" y="1191"/>
                    </a:cubicBezTo>
                    <a:lnTo>
                      <a:pt x="738" y="1191"/>
                    </a:lnTo>
                    <a:cubicBezTo>
                      <a:pt x="334" y="1191"/>
                      <a:pt x="0" y="1525"/>
                      <a:pt x="24" y="1930"/>
                    </a:cubicBezTo>
                    <a:cubicBezTo>
                      <a:pt x="48" y="2287"/>
                      <a:pt x="357" y="2596"/>
                      <a:pt x="738" y="2596"/>
                    </a:cubicBezTo>
                    <a:lnTo>
                      <a:pt x="1691" y="2596"/>
                    </a:lnTo>
                    <a:cubicBezTo>
                      <a:pt x="1786" y="2596"/>
                      <a:pt x="1881" y="2668"/>
                      <a:pt x="1881" y="2763"/>
                    </a:cubicBezTo>
                    <a:lnTo>
                      <a:pt x="1881" y="3621"/>
                    </a:lnTo>
                    <a:cubicBezTo>
                      <a:pt x="1881" y="3668"/>
                      <a:pt x="1905" y="3716"/>
                      <a:pt x="1929" y="3740"/>
                    </a:cubicBezTo>
                    <a:cubicBezTo>
                      <a:pt x="1970" y="3767"/>
                      <a:pt x="2013" y="3778"/>
                      <a:pt x="2053" y="3778"/>
                    </a:cubicBezTo>
                    <a:cubicBezTo>
                      <a:pt x="2154" y="3778"/>
                      <a:pt x="2239" y="3706"/>
                      <a:pt x="2239" y="3621"/>
                    </a:cubicBezTo>
                    <a:lnTo>
                      <a:pt x="2239" y="2668"/>
                    </a:lnTo>
                    <a:cubicBezTo>
                      <a:pt x="2239" y="2477"/>
                      <a:pt x="2048" y="2287"/>
                      <a:pt x="1834" y="2287"/>
                    </a:cubicBezTo>
                    <a:lnTo>
                      <a:pt x="691" y="2287"/>
                    </a:lnTo>
                    <a:cubicBezTo>
                      <a:pt x="596" y="2287"/>
                      <a:pt x="500" y="2239"/>
                      <a:pt x="453" y="2168"/>
                    </a:cubicBezTo>
                    <a:cubicBezTo>
                      <a:pt x="238" y="1882"/>
                      <a:pt x="453" y="1549"/>
                      <a:pt x="738" y="1549"/>
                    </a:cubicBezTo>
                    <a:lnTo>
                      <a:pt x="2715" y="1549"/>
                    </a:lnTo>
                    <a:cubicBezTo>
                      <a:pt x="3072" y="1549"/>
                      <a:pt x="3429" y="1239"/>
                      <a:pt x="3453" y="882"/>
                    </a:cubicBezTo>
                    <a:cubicBezTo>
                      <a:pt x="3477" y="358"/>
                      <a:pt x="3120" y="1"/>
                      <a:pt x="2667" y="1"/>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5" name="Google Shape;28185;p152"/>
              <p:cNvSpPr/>
              <p:nvPr/>
            </p:nvSpPr>
            <p:spPr>
              <a:xfrm>
                <a:off x="6326556" y="2528586"/>
                <a:ext cx="106080" cy="72378"/>
              </a:xfrm>
              <a:custGeom>
                <a:rect b="b" l="l" r="r" t="t"/>
                <a:pathLst>
                  <a:path extrusionOk="0" h="2227" w="3264">
                    <a:moveTo>
                      <a:pt x="1" y="0"/>
                    </a:moveTo>
                    <a:lnTo>
                      <a:pt x="1" y="1786"/>
                    </a:lnTo>
                    <a:cubicBezTo>
                      <a:pt x="1" y="1834"/>
                      <a:pt x="25" y="1858"/>
                      <a:pt x="49" y="1858"/>
                    </a:cubicBezTo>
                    <a:lnTo>
                      <a:pt x="310" y="1977"/>
                    </a:lnTo>
                    <a:cubicBezTo>
                      <a:pt x="727" y="2143"/>
                      <a:pt x="1168" y="2227"/>
                      <a:pt x="1608" y="2227"/>
                    </a:cubicBezTo>
                    <a:cubicBezTo>
                      <a:pt x="2049" y="2227"/>
                      <a:pt x="2489" y="2143"/>
                      <a:pt x="2906" y="1977"/>
                    </a:cubicBezTo>
                    <a:lnTo>
                      <a:pt x="3168" y="1858"/>
                    </a:lnTo>
                    <a:cubicBezTo>
                      <a:pt x="3216" y="1834"/>
                      <a:pt x="3240" y="1810"/>
                      <a:pt x="3240" y="1786"/>
                    </a:cubicBezTo>
                    <a:lnTo>
                      <a:pt x="326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6" name="Google Shape;28186;p152"/>
              <p:cNvSpPr/>
              <p:nvPr/>
            </p:nvSpPr>
            <p:spPr>
              <a:xfrm>
                <a:off x="6290188" y="2481363"/>
                <a:ext cx="177288" cy="82258"/>
              </a:xfrm>
              <a:custGeom>
                <a:rect b="b" l="l" r="r" t="t"/>
                <a:pathLst>
                  <a:path extrusionOk="0" h="2531" w="5455">
                    <a:moveTo>
                      <a:pt x="2748" y="0"/>
                    </a:moveTo>
                    <a:cubicBezTo>
                      <a:pt x="2668" y="0"/>
                      <a:pt x="2584" y="24"/>
                      <a:pt x="2501" y="72"/>
                    </a:cubicBezTo>
                    <a:lnTo>
                      <a:pt x="120" y="1144"/>
                    </a:lnTo>
                    <a:cubicBezTo>
                      <a:pt x="1" y="1167"/>
                      <a:pt x="1" y="1334"/>
                      <a:pt x="120" y="1382"/>
                    </a:cubicBezTo>
                    <a:lnTo>
                      <a:pt x="2549" y="2477"/>
                    </a:lnTo>
                    <a:cubicBezTo>
                      <a:pt x="2620" y="2513"/>
                      <a:pt x="2692" y="2531"/>
                      <a:pt x="2760" y="2531"/>
                    </a:cubicBezTo>
                    <a:cubicBezTo>
                      <a:pt x="2829" y="2531"/>
                      <a:pt x="2894" y="2513"/>
                      <a:pt x="2954" y="2477"/>
                    </a:cubicBezTo>
                    <a:lnTo>
                      <a:pt x="5359" y="1382"/>
                    </a:lnTo>
                    <a:cubicBezTo>
                      <a:pt x="5454" y="1358"/>
                      <a:pt x="5454" y="1215"/>
                      <a:pt x="5359" y="1144"/>
                    </a:cubicBezTo>
                    <a:lnTo>
                      <a:pt x="2977" y="72"/>
                    </a:lnTo>
                    <a:cubicBezTo>
                      <a:pt x="2906" y="24"/>
                      <a:pt x="2829" y="0"/>
                      <a:pt x="274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7" name="Google Shape;28187;p152"/>
              <p:cNvSpPr/>
              <p:nvPr/>
            </p:nvSpPr>
            <p:spPr>
              <a:xfrm>
                <a:off x="6353661" y="2511556"/>
                <a:ext cx="113815" cy="52845"/>
              </a:xfrm>
              <a:custGeom>
                <a:rect b="b" l="l" r="r" t="t"/>
                <a:pathLst>
                  <a:path extrusionOk="0" h="1626" w="3502">
                    <a:moveTo>
                      <a:pt x="0" y="1310"/>
                    </a:moveTo>
                    <a:lnTo>
                      <a:pt x="0" y="1310"/>
                    </a:lnTo>
                    <a:cubicBezTo>
                      <a:pt x="16" y="1319"/>
                      <a:pt x="32" y="1326"/>
                      <a:pt x="48" y="1331"/>
                    </a:cubicBezTo>
                    <a:lnTo>
                      <a:pt x="48" y="1331"/>
                    </a:lnTo>
                    <a:lnTo>
                      <a:pt x="0" y="1310"/>
                    </a:lnTo>
                    <a:close/>
                    <a:moveTo>
                      <a:pt x="2906" y="0"/>
                    </a:moveTo>
                    <a:lnTo>
                      <a:pt x="405" y="1262"/>
                    </a:lnTo>
                    <a:cubicBezTo>
                      <a:pt x="306" y="1296"/>
                      <a:pt x="206" y="1340"/>
                      <a:pt x="115" y="1340"/>
                    </a:cubicBezTo>
                    <a:cubicBezTo>
                      <a:pt x="92" y="1340"/>
                      <a:pt x="70" y="1337"/>
                      <a:pt x="48" y="1331"/>
                    </a:cubicBezTo>
                    <a:lnTo>
                      <a:pt x="48" y="1331"/>
                    </a:lnTo>
                    <a:lnTo>
                      <a:pt x="596" y="1572"/>
                    </a:lnTo>
                    <a:cubicBezTo>
                      <a:pt x="655" y="1608"/>
                      <a:pt x="721" y="1626"/>
                      <a:pt x="789" y="1626"/>
                    </a:cubicBezTo>
                    <a:cubicBezTo>
                      <a:pt x="858" y="1626"/>
                      <a:pt x="929" y="1608"/>
                      <a:pt x="1001" y="1572"/>
                    </a:cubicBezTo>
                    <a:lnTo>
                      <a:pt x="3406" y="476"/>
                    </a:lnTo>
                    <a:cubicBezTo>
                      <a:pt x="3501" y="381"/>
                      <a:pt x="3501" y="238"/>
                      <a:pt x="3382" y="215"/>
                    </a:cubicBezTo>
                    <a:lnTo>
                      <a:pt x="2906"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8" name="Google Shape;28188;p152"/>
              <p:cNvSpPr/>
              <p:nvPr/>
            </p:nvSpPr>
            <p:spPr>
              <a:xfrm>
                <a:off x="6320381" y="2705028"/>
                <a:ext cx="22457" cy="22490"/>
              </a:xfrm>
              <a:custGeom>
                <a:rect b="b" l="l" r="r" t="t"/>
                <a:pathLst>
                  <a:path extrusionOk="0" h="692" w="691">
                    <a:moveTo>
                      <a:pt x="191" y="1"/>
                    </a:moveTo>
                    <a:cubicBezTo>
                      <a:pt x="96" y="1"/>
                      <a:pt x="0" y="96"/>
                      <a:pt x="0" y="191"/>
                    </a:cubicBezTo>
                    <a:lnTo>
                      <a:pt x="0" y="501"/>
                    </a:lnTo>
                    <a:cubicBezTo>
                      <a:pt x="0" y="596"/>
                      <a:pt x="96" y="691"/>
                      <a:pt x="191" y="691"/>
                    </a:cubicBezTo>
                    <a:lnTo>
                      <a:pt x="500" y="691"/>
                    </a:lnTo>
                    <a:cubicBezTo>
                      <a:pt x="596" y="691"/>
                      <a:pt x="667" y="644"/>
                      <a:pt x="691" y="501"/>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9" name="Google Shape;28189;p152"/>
              <p:cNvSpPr/>
              <p:nvPr/>
            </p:nvSpPr>
            <p:spPr>
              <a:xfrm>
                <a:off x="6362956" y="2705028"/>
                <a:ext cx="22457" cy="22490"/>
              </a:xfrm>
              <a:custGeom>
                <a:rect b="b" l="l" r="r" t="t"/>
                <a:pathLst>
                  <a:path extrusionOk="0" h="692" w="691">
                    <a:moveTo>
                      <a:pt x="191" y="1"/>
                    </a:moveTo>
                    <a:cubicBezTo>
                      <a:pt x="95" y="1"/>
                      <a:pt x="0" y="96"/>
                      <a:pt x="0" y="191"/>
                    </a:cubicBezTo>
                    <a:lnTo>
                      <a:pt x="0" y="501"/>
                    </a:lnTo>
                    <a:cubicBezTo>
                      <a:pt x="0" y="596"/>
                      <a:pt x="95" y="691"/>
                      <a:pt x="191" y="691"/>
                    </a:cubicBezTo>
                    <a:lnTo>
                      <a:pt x="500" y="691"/>
                    </a:lnTo>
                    <a:cubicBezTo>
                      <a:pt x="596" y="691"/>
                      <a:pt x="667" y="644"/>
                      <a:pt x="691" y="501"/>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0" name="Google Shape;28190;p152"/>
              <p:cNvSpPr/>
              <p:nvPr/>
            </p:nvSpPr>
            <p:spPr>
              <a:xfrm>
                <a:off x="6405498" y="2705028"/>
                <a:ext cx="22490" cy="22490"/>
              </a:xfrm>
              <a:custGeom>
                <a:rect b="b" l="l" r="r" t="t"/>
                <a:pathLst>
                  <a:path extrusionOk="0" h="692" w="692">
                    <a:moveTo>
                      <a:pt x="191" y="1"/>
                    </a:moveTo>
                    <a:cubicBezTo>
                      <a:pt x="96" y="1"/>
                      <a:pt x="1" y="96"/>
                      <a:pt x="1" y="191"/>
                    </a:cubicBezTo>
                    <a:lnTo>
                      <a:pt x="1" y="501"/>
                    </a:lnTo>
                    <a:cubicBezTo>
                      <a:pt x="1" y="596"/>
                      <a:pt x="96" y="691"/>
                      <a:pt x="191" y="691"/>
                    </a:cubicBezTo>
                    <a:lnTo>
                      <a:pt x="501" y="691"/>
                    </a:lnTo>
                    <a:cubicBezTo>
                      <a:pt x="620" y="691"/>
                      <a:pt x="692" y="644"/>
                      <a:pt x="692" y="501"/>
                    </a:cubicBezTo>
                    <a:lnTo>
                      <a:pt x="692" y="191"/>
                    </a:lnTo>
                    <a:cubicBezTo>
                      <a:pt x="692"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1" name="Google Shape;28191;p152"/>
              <p:cNvSpPr/>
              <p:nvPr/>
            </p:nvSpPr>
            <p:spPr>
              <a:xfrm>
                <a:off x="6448073" y="2705028"/>
                <a:ext cx="22490" cy="22490"/>
              </a:xfrm>
              <a:custGeom>
                <a:rect b="b" l="l" r="r" t="t"/>
                <a:pathLst>
                  <a:path extrusionOk="0" h="692" w="692">
                    <a:moveTo>
                      <a:pt x="191" y="1"/>
                    </a:moveTo>
                    <a:cubicBezTo>
                      <a:pt x="96" y="1"/>
                      <a:pt x="1" y="96"/>
                      <a:pt x="1" y="191"/>
                    </a:cubicBezTo>
                    <a:lnTo>
                      <a:pt x="1" y="501"/>
                    </a:lnTo>
                    <a:cubicBezTo>
                      <a:pt x="1" y="596"/>
                      <a:pt x="96" y="691"/>
                      <a:pt x="191" y="691"/>
                    </a:cubicBezTo>
                    <a:lnTo>
                      <a:pt x="501" y="691"/>
                    </a:lnTo>
                    <a:cubicBezTo>
                      <a:pt x="620" y="691"/>
                      <a:pt x="691" y="644"/>
                      <a:pt x="691" y="501"/>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2" name="Google Shape;28192;p152"/>
              <p:cNvSpPr/>
              <p:nvPr/>
            </p:nvSpPr>
            <p:spPr>
              <a:xfrm>
                <a:off x="6490648" y="2705028"/>
                <a:ext cx="22490" cy="22490"/>
              </a:xfrm>
              <a:custGeom>
                <a:rect b="b" l="l" r="r" t="t"/>
                <a:pathLst>
                  <a:path extrusionOk="0" h="692" w="692">
                    <a:moveTo>
                      <a:pt x="191" y="1"/>
                    </a:moveTo>
                    <a:cubicBezTo>
                      <a:pt x="96" y="1"/>
                      <a:pt x="1" y="96"/>
                      <a:pt x="1" y="191"/>
                    </a:cubicBezTo>
                    <a:lnTo>
                      <a:pt x="1" y="501"/>
                    </a:lnTo>
                    <a:cubicBezTo>
                      <a:pt x="1" y="596"/>
                      <a:pt x="96" y="691"/>
                      <a:pt x="191" y="691"/>
                    </a:cubicBezTo>
                    <a:lnTo>
                      <a:pt x="501" y="691"/>
                    </a:lnTo>
                    <a:cubicBezTo>
                      <a:pt x="620" y="691"/>
                      <a:pt x="691" y="644"/>
                      <a:pt x="691" y="501"/>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3" name="Google Shape;28193;p152"/>
              <p:cNvSpPr/>
              <p:nvPr/>
            </p:nvSpPr>
            <p:spPr>
              <a:xfrm>
                <a:off x="6533223" y="2705028"/>
                <a:ext cx="22458" cy="22490"/>
              </a:xfrm>
              <a:custGeom>
                <a:rect b="b" l="l" r="r" t="t"/>
                <a:pathLst>
                  <a:path extrusionOk="0" h="692" w="691">
                    <a:moveTo>
                      <a:pt x="191" y="1"/>
                    </a:moveTo>
                    <a:cubicBezTo>
                      <a:pt x="96" y="1"/>
                      <a:pt x="0" y="96"/>
                      <a:pt x="0" y="191"/>
                    </a:cubicBezTo>
                    <a:lnTo>
                      <a:pt x="0" y="501"/>
                    </a:lnTo>
                    <a:cubicBezTo>
                      <a:pt x="0" y="596"/>
                      <a:pt x="96" y="691"/>
                      <a:pt x="191" y="691"/>
                    </a:cubicBezTo>
                    <a:lnTo>
                      <a:pt x="500" y="691"/>
                    </a:lnTo>
                    <a:cubicBezTo>
                      <a:pt x="620" y="691"/>
                      <a:pt x="691" y="644"/>
                      <a:pt x="691" y="501"/>
                    </a:cubicBezTo>
                    <a:lnTo>
                      <a:pt x="691" y="191"/>
                    </a:lnTo>
                    <a:cubicBezTo>
                      <a:pt x="691" y="96"/>
                      <a:pt x="596" y="1"/>
                      <a:pt x="500"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4" name="Google Shape;28194;p152"/>
              <p:cNvSpPr/>
              <p:nvPr/>
            </p:nvSpPr>
            <p:spPr>
              <a:xfrm>
                <a:off x="6576546" y="2705028"/>
                <a:ext cx="22490" cy="22490"/>
              </a:xfrm>
              <a:custGeom>
                <a:rect b="b" l="l" r="r" t="t"/>
                <a:pathLst>
                  <a:path extrusionOk="0" h="692" w="692">
                    <a:moveTo>
                      <a:pt x="191" y="1"/>
                    </a:moveTo>
                    <a:cubicBezTo>
                      <a:pt x="96" y="1"/>
                      <a:pt x="1" y="96"/>
                      <a:pt x="1" y="191"/>
                    </a:cubicBezTo>
                    <a:lnTo>
                      <a:pt x="1" y="501"/>
                    </a:lnTo>
                    <a:cubicBezTo>
                      <a:pt x="1" y="596"/>
                      <a:pt x="96" y="691"/>
                      <a:pt x="191" y="691"/>
                    </a:cubicBezTo>
                    <a:lnTo>
                      <a:pt x="525" y="691"/>
                    </a:lnTo>
                    <a:cubicBezTo>
                      <a:pt x="596" y="691"/>
                      <a:pt x="692" y="644"/>
                      <a:pt x="692" y="501"/>
                    </a:cubicBezTo>
                    <a:lnTo>
                      <a:pt x="692" y="191"/>
                    </a:lnTo>
                    <a:cubicBezTo>
                      <a:pt x="692" y="96"/>
                      <a:pt x="596" y="1"/>
                      <a:pt x="52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5" name="Google Shape;28195;p152"/>
              <p:cNvSpPr/>
              <p:nvPr/>
            </p:nvSpPr>
            <p:spPr>
              <a:xfrm>
                <a:off x="6320381" y="2747603"/>
                <a:ext cx="22457" cy="22490"/>
              </a:xfrm>
              <a:custGeom>
                <a:rect b="b" l="l" r="r" t="t"/>
                <a:pathLst>
                  <a:path extrusionOk="0" h="692" w="691">
                    <a:moveTo>
                      <a:pt x="191" y="1"/>
                    </a:moveTo>
                    <a:cubicBezTo>
                      <a:pt x="96" y="1"/>
                      <a:pt x="0" y="96"/>
                      <a:pt x="0" y="191"/>
                    </a:cubicBezTo>
                    <a:lnTo>
                      <a:pt x="0" y="525"/>
                    </a:lnTo>
                    <a:cubicBezTo>
                      <a:pt x="0" y="596"/>
                      <a:pt x="96" y="691"/>
                      <a:pt x="191" y="691"/>
                    </a:cubicBezTo>
                    <a:lnTo>
                      <a:pt x="500" y="691"/>
                    </a:lnTo>
                    <a:cubicBezTo>
                      <a:pt x="596" y="691"/>
                      <a:pt x="667" y="644"/>
                      <a:pt x="691" y="525"/>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6" name="Google Shape;28196;p152"/>
              <p:cNvSpPr/>
              <p:nvPr/>
            </p:nvSpPr>
            <p:spPr>
              <a:xfrm>
                <a:off x="6362956" y="2747603"/>
                <a:ext cx="22457" cy="22490"/>
              </a:xfrm>
              <a:custGeom>
                <a:rect b="b" l="l" r="r" t="t"/>
                <a:pathLst>
                  <a:path extrusionOk="0" h="692" w="691">
                    <a:moveTo>
                      <a:pt x="191" y="1"/>
                    </a:moveTo>
                    <a:cubicBezTo>
                      <a:pt x="95" y="1"/>
                      <a:pt x="0" y="96"/>
                      <a:pt x="0" y="191"/>
                    </a:cubicBezTo>
                    <a:lnTo>
                      <a:pt x="0" y="525"/>
                    </a:lnTo>
                    <a:cubicBezTo>
                      <a:pt x="0" y="596"/>
                      <a:pt x="95" y="691"/>
                      <a:pt x="191" y="691"/>
                    </a:cubicBezTo>
                    <a:lnTo>
                      <a:pt x="500" y="691"/>
                    </a:lnTo>
                    <a:cubicBezTo>
                      <a:pt x="596" y="691"/>
                      <a:pt x="667" y="644"/>
                      <a:pt x="691" y="525"/>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7" name="Google Shape;28197;p152"/>
              <p:cNvSpPr/>
              <p:nvPr/>
            </p:nvSpPr>
            <p:spPr>
              <a:xfrm>
                <a:off x="6405498" y="2747603"/>
                <a:ext cx="22490" cy="22490"/>
              </a:xfrm>
              <a:custGeom>
                <a:rect b="b" l="l" r="r" t="t"/>
                <a:pathLst>
                  <a:path extrusionOk="0" h="692" w="692">
                    <a:moveTo>
                      <a:pt x="191" y="1"/>
                    </a:moveTo>
                    <a:cubicBezTo>
                      <a:pt x="96" y="1"/>
                      <a:pt x="1" y="96"/>
                      <a:pt x="1" y="191"/>
                    </a:cubicBezTo>
                    <a:lnTo>
                      <a:pt x="1" y="525"/>
                    </a:lnTo>
                    <a:cubicBezTo>
                      <a:pt x="1" y="596"/>
                      <a:pt x="96" y="691"/>
                      <a:pt x="191" y="691"/>
                    </a:cubicBezTo>
                    <a:lnTo>
                      <a:pt x="501" y="691"/>
                    </a:lnTo>
                    <a:cubicBezTo>
                      <a:pt x="620" y="691"/>
                      <a:pt x="692" y="644"/>
                      <a:pt x="692" y="525"/>
                    </a:cubicBezTo>
                    <a:lnTo>
                      <a:pt x="692" y="191"/>
                    </a:lnTo>
                    <a:cubicBezTo>
                      <a:pt x="692"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8" name="Google Shape;28198;p152"/>
              <p:cNvSpPr/>
              <p:nvPr/>
            </p:nvSpPr>
            <p:spPr>
              <a:xfrm>
                <a:off x="6448073" y="2747603"/>
                <a:ext cx="22490" cy="22490"/>
              </a:xfrm>
              <a:custGeom>
                <a:rect b="b" l="l" r="r" t="t"/>
                <a:pathLst>
                  <a:path extrusionOk="0" h="692" w="692">
                    <a:moveTo>
                      <a:pt x="191" y="1"/>
                    </a:moveTo>
                    <a:cubicBezTo>
                      <a:pt x="96" y="1"/>
                      <a:pt x="1" y="96"/>
                      <a:pt x="1" y="191"/>
                    </a:cubicBezTo>
                    <a:lnTo>
                      <a:pt x="1" y="525"/>
                    </a:lnTo>
                    <a:cubicBezTo>
                      <a:pt x="1" y="596"/>
                      <a:pt x="96" y="691"/>
                      <a:pt x="191" y="691"/>
                    </a:cubicBezTo>
                    <a:lnTo>
                      <a:pt x="501" y="691"/>
                    </a:lnTo>
                    <a:cubicBezTo>
                      <a:pt x="620" y="691"/>
                      <a:pt x="691" y="644"/>
                      <a:pt x="691" y="525"/>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9" name="Google Shape;28199;p152"/>
              <p:cNvSpPr/>
              <p:nvPr/>
            </p:nvSpPr>
            <p:spPr>
              <a:xfrm>
                <a:off x="6490648" y="2747603"/>
                <a:ext cx="22490" cy="22490"/>
              </a:xfrm>
              <a:custGeom>
                <a:rect b="b" l="l" r="r" t="t"/>
                <a:pathLst>
                  <a:path extrusionOk="0" h="692" w="692">
                    <a:moveTo>
                      <a:pt x="191" y="1"/>
                    </a:moveTo>
                    <a:cubicBezTo>
                      <a:pt x="96" y="1"/>
                      <a:pt x="1" y="96"/>
                      <a:pt x="1" y="191"/>
                    </a:cubicBezTo>
                    <a:lnTo>
                      <a:pt x="1" y="525"/>
                    </a:lnTo>
                    <a:cubicBezTo>
                      <a:pt x="1" y="596"/>
                      <a:pt x="96" y="691"/>
                      <a:pt x="191" y="691"/>
                    </a:cubicBezTo>
                    <a:lnTo>
                      <a:pt x="501" y="691"/>
                    </a:lnTo>
                    <a:cubicBezTo>
                      <a:pt x="620" y="691"/>
                      <a:pt x="691" y="644"/>
                      <a:pt x="691" y="525"/>
                    </a:cubicBezTo>
                    <a:lnTo>
                      <a:pt x="691" y="191"/>
                    </a:lnTo>
                    <a:cubicBezTo>
                      <a:pt x="691" y="96"/>
                      <a:pt x="596" y="1"/>
                      <a:pt x="501"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0" name="Google Shape;28200;p152"/>
              <p:cNvSpPr/>
              <p:nvPr/>
            </p:nvSpPr>
            <p:spPr>
              <a:xfrm>
                <a:off x="6533223" y="2747603"/>
                <a:ext cx="22458" cy="22490"/>
              </a:xfrm>
              <a:custGeom>
                <a:rect b="b" l="l" r="r" t="t"/>
                <a:pathLst>
                  <a:path extrusionOk="0" h="692" w="691">
                    <a:moveTo>
                      <a:pt x="191" y="1"/>
                    </a:moveTo>
                    <a:cubicBezTo>
                      <a:pt x="96" y="1"/>
                      <a:pt x="0" y="96"/>
                      <a:pt x="0" y="191"/>
                    </a:cubicBezTo>
                    <a:lnTo>
                      <a:pt x="0" y="525"/>
                    </a:lnTo>
                    <a:cubicBezTo>
                      <a:pt x="0" y="596"/>
                      <a:pt x="96" y="691"/>
                      <a:pt x="191" y="691"/>
                    </a:cubicBezTo>
                    <a:lnTo>
                      <a:pt x="500" y="691"/>
                    </a:lnTo>
                    <a:cubicBezTo>
                      <a:pt x="620" y="691"/>
                      <a:pt x="691" y="644"/>
                      <a:pt x="691" y="525"/>
                    </a:cubicBezTo>
                    <a:lnTo>
                      <a:pt x="691" y="191"/>
                    </a:lnTo>
                    <a:cubicBezTo>
                      <a:pt x="691" y="96"/>
                      <a:pt x="596" y="1"/>
                      <a:pt x="500"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1" name="Google Shape;28201;p152"/>
              <p:cNvSpPr/>
              <p:nvPr/>
            </p:nvSpPr>
            <p:spPr>
              <a:xfrm>
                <a:off x="6576546" y="2747603"/>
                <a:ext cx="22490" cy="22490"/>
              </a:xfrm>
              <a:custGeom>
                <a:rect b="b" l="l" r="r" t="t"/>
                <a:pathLst>
                  <a:path extrusionOk="0" h="692" w="692">
                    <a:moveTo>
                      <a:pt x="191" y="1"/>
                    </a:moveTo>
                    <a:cubicBezTo>
                      <a:pt x="96" y="1"/>
                      <a:pt x="1" y="96"/>
                      <a:pt x="1" y="191"/>
                    </a:cubicBezTo>
                    <a:lnTo>
                      <a:pt x="1" y="525"/>
                    </a:lnTo>
                    <a:cubicBezTo>
                      <a:pt x="1" y="596"/>
                      <a:pt x="96" y="691"/>
                      <a:pt x="191" y="691"/>
                    </a:cubicBezTo>
                    <a:lnTo>
                      <a:pt x="525" y="691"/>
                    </a:lnTo>
                    <a:cubicBezTo>
                      <a:pt x="596" y="691"/>
                      <a:pt x="692" y="644"/>
                      <a:pt x="692" y="525"/>
                    </a:cubicBezTo>
                    <a:lnTo>
                      <a:pt x="692" y="191"/>
                    </a:lnTo>
                    <a:cubicBezTo>
                      <a:pt x="692" y="96"/>
                      <a:pt x="596" y="1"/>
                      <a:pt x="525"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2" name="Google Shape;28202;p152"/>
              <p:cNvSpPr/>
              <p:nvPr/>
            </p:nvSpPr>
            <p:spPr>
              <a:xfrm>
                <a:off x="6320381" y="2790958"/>
                <a:ext cx="22457" cy="22458"/>
              </a:xfrm>
              <a:custGeom>
                <a:rect b="b" l="l" r="r" t="t"/>
                <a:pathLst>
                  <a:path extrusionOk="0" h="691" w="691">
                    <a:moveTo>
                      <a:pt x="191" y="0"/>
                    </a:moveTo>
                    <a:cubicBezTo>
                      <a:pt x="96" y="0"/>
                      <a:pt x="0" y="95"/>
                      <a:pt x="0" y="191"/>
                    </a:cubicBezTo>
                    <a:lnTo>
                      <a:pt x="0" y="524"/>
                    </a:lnTo>
                    <a:cubicBezTo>
                      <a:pt x="0" y="619"/>
                      <a:pt x="96" y="691"/>
                      <a:pt x="191" y="691"/>
                    </a:cubicBezTo>
                    <a:lnTo>
                      <a:pt x="500" y="691"/>
                    </a:lnTo>
                    <a:cubicBezTo>
                      <a:pt x="596" y="691"/>
                      <a:pt x="667" y="643"/>
                      <a:pt x="691" y="524"/>
                    </a:cubicBezTo>
                    <a:lnTo>
                      <a:pt x="691" y="191"/>
                    </a:lnTo>
                    <a:cubicBezTo>
                      <a:pt x="691" y="95"/>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3" name="Google Shape;28203;p152"/>
              <p:cNvSpPr/>
              <p:nvPr/>
            </p:nvSpPr>
            <p:spPr>
              <a:xfrm>
                <a:off x="6362956" y="2790958"/>
                <a:ext cx="22457" cy="22458"/>
              </a:xfrm>
              <a:custGeom>
                <a:rect b="b" l="l" r="r" t="t"/>
                <a:pathLst>
                  <a:path extrusionOk="0" h="691" w="691">
                    <a:moveTo>
                      <a:pt x="191" y="0"/>
                    </a:moveTo>
                    <a:cubicBezTo>
                      <a:pt x="95" y="0"/>
                      <a:pt x="0" y="95"/>
                      <a:pt x="0" y="191"/>
                    </a:cubicBezTo>
                    <a:lnTo>
                      <a:pt x="0" y="524"/>
                    </a:lnTo>
                    <a:cubicBezTo>
                      <a:pt x="0" y="619"/>
                      <a:pt x="95" y="691"/>
                      <a:pt x="191" y="691"/>
                    </a:cubicBezTo>
                    <a:lnTo>
                      <a:pt x="500" y="691"/>
                    </a:lnTo>
                    <a:cubicBezTo>
                      <a:pt x="596" y="691"/>
                      <a:pt x="667" y="643"/>
                      <a:pt x="691" y="524"/>
                    </a:cubicBezTo>
                    <a:lnTo>
                      <a:pt x="691" y="191"/>
                    </a:lnTo>
                    <a:cubicBezTo>
                      <a:pt x="691" y="95"/>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4" name="Google Shape;28204;p152"/>
              <p:cNvSpPr/>
              <p:nvPr/>
            </p:nvSpPr>
            <p:spPr>
              <a:xfrm>
                <a:off x="6406278" y="2790958"/>
                <a:ext cx="106860" cy="22458"/>
              </a:xfrm>
              <a:custGeom>
                <a:rect b="b" l="l" r="r" t="t"/>
                <a:pathLst>
                  <a:path extrusionOk="0" h="691" w="3288">
                    <a:moveTo>
                      <a:pt x="191" y="0"/>
                    </a:moveTo>
                    <a:cubicBezTo>
                      <a:pt x="96" y="0"/>
                      <a:pt x="1" y="95"/>
                      <a:pt x="1" y="191"/>
                    </a:cubicBezTo>
                    <a:lnTo>
                      <a:pt x="1" y="524"/>
                    </a:lnTo>
                    <a:cubicBezTo>
                      <a:pt x="1" y="619"/>
                      <a:pt x="96" y="691"/>
                      <a:pt x="191" y="691"/>
                    </a:cubicBezTo>
                    <a:lnTo>
                      <a:pt x="3097" y="691"/>
                    </a:lnTo>
                    <a:cubicBezTo>
                      <a:pt x="3192" y="691"/>
                      <a:pt x="3263" y="643"/>
                      <a:pt x="3287" y="524"/>
                    </a:cubicBezTo>
                    <a:lnTo>
                      <a:pt x="3287" y="191"/>
                    </a:lnTo>
                    <a:cubicBezTo>
                      <a:pt x="3287" y="95"/>
                      <a:pt x="3192" y="0"/>
                      <a:pt x="3097"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5" name="Google Shape;28205;p152"/>
              <p:cNvSpPr/>
              <p:nvPr/>
            </p:nvSpPr>
            <p:spPr>
              <a:xfrm>
                <a:off x="6533223" y="2790958"/>
                <a:ext cx="22458" cy="22458"/>
              </a:xfrm>
              <a:custGeom>
                <a:rect b="b" l="l" r="r" t="t"/>
                <a:pathLst>
                  <a:path extrusionOk="0" h="691" w="691">
                    <a:moveTo>
                      <a:pt x="191" y="0"/>
                    </a:moveTo>
                    <a:cubicBezTo>
                      <a:pt x="96" y="0"/>
                      <a:pt x="0" y="95"/>
                      <a:pt x="0" y="191"/>
                    </a:cubicBezTo>
                    <a:lnTo>
                      <a:pt x="0" y="524"/>
                    </a:lnTo>
                    <a:cubicBezTo>
                      <a:pt x="0" y="619"/>
                      <a:pt x="96" y="691"/>
                      <a:pt x="191" y="691"/>
                    </a:cubicBezTo>
                    <a:lnTo>
                      <a:pt x="500" y="691"/>
                    </a:lnTo>
                    <a:cubicBezTo>
                      <a:pt x="620" y="691"/>
                      <a:pt x="691" y="643"/>
                      <a:pt x="691" y="524"/>
                    </a:cubicBezTo>
                    <a:lnTo>
                      <a:pt x="691" y="191"/>
                    </a:lnTo>
                    <a:cubicBezTo>
                      <a:pt x="691" y="95"/>
                      <a:pt x="596" y="0"/>
                      <a:pt x="50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6" name="Google Shape;28206;p152"/>
              <p:cNvSpPr/>
              <p:nvPr/>
            </p:nvSpPr>
            <p:spPr>
              <a:xfrm>
                <a:off x="6576546" y="2790958"/>
                <a:ext cx="22490" cy="22458"/>
              </a:xfrm>
              <a:custGeom>
                <a:rect b="b" l="l" r="r" t="t"/>
                <a:pathLst>
                  <a:path extrusionOk="0" h="691" w="692">
                    <a:moveTo>
                      <a:pt x="191" y="0"/>
                    </a:moveTo>
                    <a:cubicBezTo>
                      <a:pt x="96" y="0"/>
                      <a:pt x="1" y="95"/>
                      <a:pt x="1" y="191"/>
                    </a:cubicBezTo>
                    <a:lnTo>
                      <a:pt x="1" y="524"/>
                    </a:lnTo>
                    <a:cubicBezTo>
                      <a:pt x="1" y="619"/>
                      <a:pt x="96" y="691"/>
                      <a:pt x="191" y="691"/>
                    </a:cubicBezTo>
                    <a:lnTo>
                      <a:pt x="525" y="691"/>
                    </a:lnTo>
                    <a:cubicBezTo>
                      <a:pt x="596" y="691"/>
                      <a:pt x="692" y="643"/>
                      <a:pt x="692" y="524"/>
                    </a:cubicBezTo>
                    <a:lnTo>
                      <a:pt x="692" y="191"/>
                    </a:lnTo>
                    <a:cubicBezTo>
                      <a:pt x="692" y="95"/>
                      <a:pt x="596" y="0"/>
                      <a:pt x="525"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207" name="Google Shape;28207;p152"/>
          <p:cNvGrpSpPr/>
          <p:nvPr/>
        </p:nvGrpSpPr>
        <p:grpSpPr>
          <a:xfrm>
            <a:off x="5578146" y="2328183"/>
            <a:ext cx="250803" cy="358378"/>
            <a:chOff x="5578146" y="2480583"/>
            <a:chExt cx="250803" cy="358378"/>
          </a:xfrm>
        </p:grpSpPr>
        <p:sp>
          <p:nvSpPr>
            <p:cNvPr id="28208" name="Google Shape;28208;p152"/>
            <p:cNvSpPr/>
            <p:nvPr/>
          </p:nvSpPr>
          <p:spPr>
            <a:xfrm>
              <a:off x="5697323" y="2625306"/>
              <a:ext cx="107607" cy="123890"/>
            </a:xfrm>
            <a:custGeom>
              <a:rect b="b" l="l" r="r" t="t"/>
              <a:pathLst>
                <a:path extrusionOk="0" h="3812" w="3311">
                  <a:moveTo>
                    <a:pt x="191" y="1"/>
                  </a:moveTo>
                  <a:cubicBezTo>
                    <a:pt x="96" y="1"/>
                    <a:pt x="1" y="168"/>
                    <a:pt x="1" y="168"/>
                  </a:cubicBezTo>
                  <a:lnTo>
                    <a:pt x="1" y="1596"/>
                  </a:lnTo>
                  <a:cubicBezTo>
                    <a:pt x="1" y="1739"/>
                    <a:pt x="120" y="1858"/>
                    <a:pt x="263" y="1858"/>
                  </a:cubicBezTo>
                  <a:lnTo>
                    <a:pt x="2668" y="1858"/>
                  </a:lnTo>
                  <a:cubicBezTo>
                    <a:pt x="2882" y="1858"/>
                    <a:pt x="3049" y="2097"/>
                    <a:pt x="2858" y="2311"/>
                  </a:cubicBezTo>
                  <a:cubicBezTo>
                    <a:pt x="2835" y="2335"/>
                    <a:pt x="2811" y="2382"/>
                    <a:pt x="2739" y="2382"/>
                  </a:cubicBezTo>
                  <a:lnTo>
                    <a:pt x="286" y="2382"/>
                  </a:lnTo>
                  <a:cubicBezTo>
                    <a:pt x="144" y="2382"/>
                    <a:pt x="25" y="2501"/>
                    <a:pt x="25" y="2644"/>
                  </a:cubicBezTo>
                  <a:lnTo>
                    <a:pt x="25" y="3621"/>
                  </a:lnTo>
                  <a:cubicBezTo>
                    <a:pt x="25" y="3621"/>
                    <a:pt x="120" y="3811"/>
                    <a:pt x="215" y="3811"/>
                  </a:cubicBezTo>
                  <a:cubicBezTo>
                    <a:pt x="286" y="3811"/>
                    <a:pt x="358" y="3740"/>
                    <a:pt x="334" y="3597"/>
                  </a:cubicBezTo>
                  <a:lnTo>
                    <a:pt x="334" y="2787"/>
                  </a:lnTo>
                  <a:cubicBezTo>
                    <a:pt x="358" y="2740"/>
                    <a:pt x="382" y="2692"/>
                    <a:pt x="453" y="2692"/>
                  </a:cubicBezTo>
                  <a:lnTo>
                    <a:pt x="2716" y="2692"/>
                  </a:lnTo>
                  <a:cubicBezTo>
                    <a:pt x="3049" y="2692"/>
                    <a:pt x="3311" y="2430"/>
                    <a:pt x="3311" y="2097"/>
                  </a:cubicBezTo>
                  <a:cubicBezTo>
                    <a:pt x="3311" y="1787"/>
                    <a:pt x="3049" y="1549"/>
                    <a:pt x="2716" y="1549"/>
                  </a:cubicBezTo>
                  <a:lnTo>
                    <a:pt x="453" y="1549"/>
                  </a:lnTo>
                  <a:cubicBezTo>
                    <a:pt x="382" y="1501"/>
                    <a:pt x="334" y="1477"/>
                    <a:pt x="334" y="1430"/>
                  </a:cubicBezTo>
                  <a:lnTo>
                    <a:pt x="334" y="168"/>
                  </a:lnTo>
                  <a:cubicBezTo>
                    <a:pt x="358" y="72"/>
                    <a:pt x="263"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9" name="Google Shape;28209;p152"/>
            <p:cNvSpPr/>
            <p:nvPr/>
          </p:nvSpPr>
          <p:spPr>
            <a:xfrm>
              <a:off x="5578146" y="2495306"/>
              <a:ext cx="250803" cy="150183"/>
            </a:xfrm>
            <a:custGeom>
              <a:rect b="b" l="l" r="r" t="t"/>
              <a:pathLst>
                <a:path extrusionOk="0" h="4621" w="7717">
                  <a:moveTo>
                    <a:pt x="405" y="0"/>
                  </a:moveTo>
                  <a:cubicBezTo>
                    <a:pt x="191" y="0"/>
                    <a:pt x="0" y="191"/>
                    <a:pt x="0" y="381"/>
                  </a:cubicBezTo>
                  <a:lnTo>
                    <a:pt x="0" y="4215"/>
                  </a:lnTo>
                  <a:cubicBezTo>
                    <a:pt x="0" y="4430"/>
                    <a:pt x="191" y="4620"/>
                    <a:pt x="405" y="4620"/>
                  </a:cubicBezTo>
                  <a:lnTo>
                    <a:pt x="7335" y="4620"/>
                  </a:lnTo>
                  <a:cubicBezTo>
                    <a:pt x="7526" y="4620"/>
                    <a:pt x="7716" y="4430"/>
                    <a:pt x="7716" y="4215"/>
                  </a:cubicBezTo>
                  <a:lnTo>
                    <a:pt x="7716" y="381"/>
                  </a:lnTo>
                  <a:cubicBezTo>
                    <a:pt x="7716" y="191"/>
                    <a:pt x="7549" y="0"/>
                    <a:pt x="7335" y="0"/>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0" name="Google Shape;28210;p152"/>
            <p:cNvSpPr/>
            <p:nvPr/>
          </p:nvSpPr>
          <p:spPr>
            <a:xfrm>
              <a:off x="5804898" y="2495306"/>
              <a:ext cx="24050" cy="150183"/>
            </a:xfrm>
            <a:custGeom>
              <a:rect b="b" l="l" r="r" t="t"/>
              <a:pathLst>
                <a:path extrusionOk="0" h="4621" w="740">
                  <a:moveTo>
                    <a:pt x="1" y="0"/>
                  </a:moveTo>
                  <a:cubicBezTo>
                    <a:pt x="144" y="0"/>
                    <a:pt x="263" y="119"/>
                    <a:pt x="263" y="262"/>
                  </a:cubicBezTo>
                  <a:lnTo>
                    <a:pt x="263" y="4358"/>
                  </a:lnTo>
                  <a:cubicBezTo>
                    <a:pt x="263" y="4501"/>
                    <a:pt x="144" y="4620"/>
                    <a:pt x="1" y="4620"/>
                  </a:cubicBezTo>
                  <a:lnTo>
                    <a:pt x="477" y="4620"/>
                  </a:lnTo>
                  <a:cubicBezTo>
                    <a:pt x="620" y="4620"/>
                    <a:pt x="739" y="4501"/>
                    <a:pt x="739" y="4358"/>
                  </a:cubicBezTo>
                  <a:lnTo>
                    <a:pt x="739" y="262"/>
                  </a:lnTo>
                  <a:cubicBezTo>
                    <a:pt x="739" y="119"/>
                    <a:pt x="620" y="0"/>
                    <a:pt x="477" y="0"/>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1" name="Google Shape;28211;p152"/>
            <p:cNvSpPr/>
            <p:nvPr/>
          </p:nvSpPr>
          <p:spPr>
            <a:xfrm>
              <a:off x="5597483" y="2482143"/>
              <a:ext cx="212875" cy="148622"/>
            </a:xfrm>
            <a:custGeom>
              <a:rect b="b" l="l" r="r" t="t"/>
              <a:pathLst>
                <a:path extrusionOk="0" h="4573" w="6550">
                  <a:moveTo>
                    <a:pt x="334" y="0"/>
                  </a:moveTo>
                  <a:cubicBezTo>
                    <a:pt x="167" y="0"/>
                    <a:pt x="1" y="143"/>
                    <a:pt x="1" y="310"/>
                  </a:cubicBezTo>
                  <a:lnTo>
                    <a:pt x="1" y="4073"/>
                  </a:lnTo>
                  <a:cubicBezTo>
                    <a:pt x="1" y="4239"/>
                    <a:pt x="167" y="4406"/>
                    <a:pt x="334" y="4406"/>
                  </a:cubicBezTo>
                  <a:lnTo>
                    <a:pt x="2692" y="4406"/>
                  </a:lnTo>
                  <a:lnTo>
                    <a:pt x="2811" y="4239"/>
                  </a:lnTo>
                  <a:cubicBezTo>
                    <a:pt x="2930" y="4239"/>
                    <a:pt x="3025" y="4311"/>
                    <a:pt x="3097" y="4358"/>
                  </a:cubicBezTo>
                  <a:cubicBezTo>
                    <a:pt x="3144" y="4406"/>
                    <a:pt x="3168" y="4573"/>
                    <a:pt x="3192" y="4573"/>
                  </a:cubicBezTo>
                  <a:lnTo>
                    <a:pt x="3263" y="4573"/>
                  </a:lnTo>
                  <a:cubicBezTo>
                    <a:pt x="3287" y="4573"/>
                    <a:pt x="3311" y="4549"/>
                    <a:pt x="3335" y="4549"/>
                  </a:cubicBezTo>
                  <a:cubicBezTo>
                    <a:pt x="3406" y="4454"/>
                    <a:pt x="3525" y="4430"/>
                    <a:pt x="3644" y="4430"/>
                  </a:cubicBezTo>
                  <a:lnTo>
                    <a:pt x="6169" y="4430"/>
                  </a:lnTo>
                  <a:cubicBezTo>
                    <a:pt x="6335" y="4430"/>
                    <a:pt x="6502" y="4287"/>
                    <a:pt x="6502" y="4096"/>
                  </a:cubicBezTo>
                  <a:lnTo>
                    <a:pt x="6502" y="357"/>
                  </a:lnTo>
                  <a:cubicBezTo>
                    <a:pt x="6550" y="143"/>
                    <a:pt x="6407" y="0"/>
                    <a:pt x="6240" y="0"/>
                  </a:cubicBezTo>
                  <a:lnTo>
                    <a:pt x="3692" y="0"/>
                  </a:lnTo>
                  <a:cubicBezTo>
                    <a:pt x="3454" y="0"/>
                    <a:pt x="3287" y="167"/>
                    <a:pt x="3287" y="405"/>
                  </a:cubicBezTo>
                  <a:cubicBezTo>
                    <a:pt x="3287" y="167"/>
                    <a:pt x="3097" y="0"/>
                    <a:pt x="285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2" name="Google Shape;28212;p152"/>
            <p:cNvSpPr/>
            <p:nvPr/>
          </p:nvSpPr>
          <p:spPr>
            <a:xfrm>
              <a:off x="5782473" y="2482143"/>
              <a:ext cx="27885" cy="143195"/>
            </a:xfrm>
            <a:custGeom>
              <a:rect b="b" l="l" r="r" t="t"/>
              <a:pathLst>
                <a:path extrusionOk="0" h="4406" w="858">
                  <a:moveTo>
                    <a:pt x="0" y="0"/>
                  </a:moveTo>
                  <a:cubicBezTo>
                    <a:pt x="191" y="0"/>
                    <a:pt x="334" y="143"/>
                    <a:pt x="334" y="310"/>
                  </a:cubicBezTo>
                  <a:lnTo>
                    <a:pt x="334" y="4073"/>
                  </a:lnTo>
                  <a:cubicBezTo>
                    <a:pt x="334" y="4239"/>
                    <a:pt x="191" y="4406"/>
                    <a:pt x="0" y="4406"/>
                  </a:cubicBezTo>
                  <a:lnTo>
                    <a:pt x="548" y="4406"/>
                  </a:lnTo>
                  <a:cubicBezTo>
                    <a:pt x="715" y="4406"/>
                    <a:pt x="858" y="4239"/>
                    <a:pt x="858" y="4073"/>
                  </a:cubicBezTo>
                  <a:lnTo>
                    <a:pt x="858" y="310"/>
                  </a:lnTo>
                  <a:cubicBezTo>
                    <a:pt x="858" y="143"/>
                    <a:pt x="715" y="0"/>
                    <a:pt x="548"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3" name="Google Shape;28213;p152"/>
            <p:cNvSpPr/>
            <p:nvPr/>
          </p:nvSpPr>
          <p:spPr>
            <a:xfrm>
              <a:off x="5672558" y="2480583"/>
              <a:ext cx="31005" cy="150183"/>
            </a:xfrm>
            <a:custGeom>
              <a:rect b="b" l="l" r="r" t="t"/>
              <a:pathLst>
                <a:path extrusionOk="0" h="4621" w="954">
                  <a:moveTo>
                    <a:pt x="1" y="1"/>
                  </a:moveTo>
                  <a:cubicBezTo>
                    <a:pt x="191" y="1"/>
                    <a:pt x="405" y="191"/>
                    <a:pt x="405" y="429"/>
                  </a:cubicBezTo>
                  <a:lnTo>
                    <a:pt x="405" y="4430"/>
                  </a:lnTo>
                  <a:lnTo>
                    <a:pt x="525" y="4430"/>
                  </a:lnTo>
                  <a:cubicBezTo>
                    <a:pt x="644" y="4430"/>
                    <a:pt x="739" y="4502"/>
                    <a:pt x="834" y="4549"/>
                  </a:cubicBezTo>
                  <a:cubicBezTo>
                    <a:pt x="882" y="4621"/>
                    <a:pt x="906" y="4621"/>
                    <a:pt x="953" y="4621"/>
                  </a:cubicBezTo>
                  <a:lnTo>
                    <a:pt x="953" y="429"/>
                  </a:lnTo>
                  <a:cubicBezTo>
                    <a:pt x="953" y="191"/>
                    <a:pt x="763" y="1"/>
                    <a:pt x="52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4" name="Google Shape;28214;p152"/>
            <p:cNvSpPr/>
            <p:nvPr/>
          </p:nvSpPr>
          <p:spPr>
            <a:xfrm>
              <a:off x="5721308" y="2533981"/>
              <a:ext cx="62725" cy="7767"/>
            </a:xfrm>
            <a:custGeom>
              <a:rect b="b" l="l" r="r" t="t"/>
              <a:pathLst>
                <a:path extrusionOk="0" h="239" w="1930">
                  <a:moveTo>
                    <a:pt x="144" y="1"/>
                  </a:moveTo>
                  <a:cubicBezTo>
                    <a:pt x="72" y="1"/>
                    <a:pt x="1" y="48"/>
                    <a:pt x="49" y="144"/>
                  </a:cubicBezTo>
                  <a:cubicBezTo>
                    <a:pt x="72" y="215"/>
                    <a:pt x="96" y="239"/>
                    <a:pt x="144" y="239"/>
                  </a:cubicBezTo>
                  <a:lnTo>
                    <a:pt x="1835" y="239"/>
                  </a:lnTo>
                  <a:cubicBezTo>
                    <a:pt x="1882" y="239"/>
                    <a:pt x="1930" y="144"/>
                    <a:pt x="1930" y="96"/>
                  </a:cubicBezTo>
                  <a:cubicBezTo>
                    <a:pt x="1906" y="25"/>
                    <a:pt x="1882" y="1"/>
                    <a:pt x="183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5" name="Google Shape;28215;p152"/>
            <p:cNvSpPr/>
            <p:nvPr/>
          </p:nvSpPr>
          <p:spPr>
            <a:xfrm>
              <a:off x="5721308" y="2511556"/>
              <a:ext cx="62725" cy="7767"/>
            </a:xfrm>
            <a:custGeom>
              <a:rect b="b" l="l" r="r" t="t"/>
              <a:pathLst>
                <a:path extrusionOk="0" h="239" w="1930">
                  <a:moveTo>
                    <a:pt x="144" y="0"/>
                  </a:moveTo>
                  <a:cubicBezTo>
                    <a:pt x="72" y="0"/>
                    <a:pt x="1" y="72"/>
                    <a:pt x="49" y="143"/>
                  </a:cubicBezTo>
                  <a:cubicBezTo>
                    <a:pt x="72" y="215"/>
                    <a:pt x="96" y="238"/>
                    <a:pt x="144" y="238"/>
                  </a:cubicBezTo>
                  <a:lnTo>
                    <a:pt x="1835" y="238"/>
                  </a:lnTo>
                  <a:cubicBezTo>
                    <a:pt x="1882" y="238"/>
                    <a:pt x="1930" y="191"/>
                    <a:pt x="1930" y="95"/>
                  </a:cubicBezTo>
                  <a:cubicBezTo>
                    <a:pt x="1906" y="48"/>
                    <a:pt x="1882" y="0"/>
                    <a:pt x="183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6" name="Google Shape;28216;p152"/>
            <p:cNvSpPr/>
            <p:nvPr/>
          </p:nvSpPr>
          <p:spPr>
            <a:xfrm>
              <a:off x="5721308" y="2554878"/>
              <a:ext cx="62725" cy="7767"/>
            </a:xfrm>
            <a:custGeom>
              <a:rect b="b" l="l" r="r" t="t"/>
              <a:pathLst>
                <a:path extrusionOk="0" h="239" w="1930">
                  <a:moveTo>
                    <a:pt x="144" y="1"/>
                  </a:moveTo>
                  <a:cubicBezTo>
                    <a:pt x="72" y="1"/>
                    <a:pt x="1" y="72"/>
                    <a:pt x="49" y="168"/>
                  </a:cubicBezTo>
                  <a:cubicBezTo>
                    <a:pt x="72" y="215"/>
                    <a:pt x="96" y="239"/>
                    <a:pt x="144" y="239"/>
                  </a:cubicBezTo>
                  <a:lnTo>
                    <a:pt x="1835" y="239"/>
                  </a:lnTo>
                  <a:cubicBezTo>
                    <a:pt x="1882" y="239"/>
                    <a:pt x="1930" y="191"/>
                    <a:pt x="1930" y="96"/>
                  </a:cubicBezTo>
                  <a:cubicBezTo>
                    <a:pt x="1906" y="48"/>
                    <a:pt x="1882" y="1"/>
                    <a:pt x="183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7" name="Google Shape;28217;p152"/>
            <p:cNvSpPr/>
            <p:nvPr/>
          </p:nvSpPr>
          <p:spPr>
            <a:xfrm>
              <a:off x="5721308" y="2577336"/>
              <a:ext cx="62725" cy="7767"/>
            </a:xfrm>
            <a:custGeom>
              <a:rect b="b" l="l" r="r" t="t"/>
              <a:pathLst>
                <a:path extrusionOk="0" h="239" w="1930">
                  <a:moveTo>
                    <a:pt x="144" y="0"/>
                  </a:moveTo>
                  <a:cubicBezTo>
                    <a:pt x="72" y="0"/>
                    <a:pt x="1" y="72"/>
                    <a:pt x="49" y="143"/>
                  </a:cubicBezTo>
                  <a:cubicBezTo>
                    <a:pt x="72" y="215"/>
                    <a:pt x="96" y="239"/>
                    <a:pt x="144" y="239"/>
                  </a:cubicBezTo>
                  <a:lnTo>
                    <a:pt x="1835" y="239"/>
                  </a:lnTo>
                  <a:cubicBezTo>
                    <a:pt x="1882" y="239"/>
                    <a:pt x="1930" y="143"/>
                    <a:pt x="1930" y="96"/>
                  </a:cubicBezTo>
                  <a:cubicBezTo>
                    <a:pt x="1906" y="48"/>
                    <a:pt x="1882" y="0"/>
                    <a:pt x="1835"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8" name="Google Shape;28218;p152"/>
            <p:cNvSpPr/>
            <p:nvPr/>
          </p:nvSpPr>
          <p:spPr>
            <a:xfrm>
              <a:off x="5613733" y="2533981"/>
              <a:ext cx="64285" cy="7767"/>
            </a:xfrm>
            <a:custGeom>
              <a:rect b="b" l="l" r="r" t="t"/>
              <a:pathLst>
                <a:path extrusionOk="0" h="239" w="1978">
                  <a:moveTo>
                    <a:pt x="167" y="1"/>
                  </a:moveTo>
                  <a:cubicBezTo>
                    <a:pt x="72" y="1"/>
                    <a:pt x="1" y="48"/>
                    <a:pt x="48" y="144"/>
                  </a:cubicBezTo>
                  <a:cubicBezTo>
                    <a:pt x="72" y="215"/>
                    <a:pt x="96" y="239"/>
                    <a:pt x="167" y="239"/>
                  </a:cubicBezTo>
                  <a:lnTo>
                    <a:pt x="1834" y="239"/>
                  </a:lnTo>
                  <a:cubicBezTo>
                    <a:pt x="1930" y="239"/>
                    <a:pt x="1977" y="144"/>
                    <a:pt x="1954" y="96"/>
                  </a:cubicBezTo>
                  <a:cubicBezTo>
                    <a:pt x="1906" y="25"/>
                    <a:pt x="1882" y="1"/>
                    <a:pt x="183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9" name="Google Shape;28219;p152"/>
            <p:cNvSpPr/>
            <p:nvPr/>
          </p:nvSpPr>
          <p:spPr>
            <a:xfrm>
              <a:off x="5613733" y="2511556"/>
              <a:ext cx="64285" cy="7767"/>
            </a:xfrm>
            <a:custGeom>
              <a:rect b="b" l="l" r="r" t="t"/>
              <a:pathLst>
                <a:path extrusionOk="0" h="239" w="1978">
                  <a:moveTo>
                    <a:pt x="167" y="0"/>
                  </a:moveTo>
                  <a:cubicBezTo>
                    <a:pt x="72" y="0"/>
                    <a:pt x="1" y="72"/>
                    <a:pt x="48" y="143"/>
                  </a:cubicBezTo>
                  <a:cubicBezTo>
                    <a:pt x="72" y="215"/>
                    <a:pt x="96" y="238"/>
                    <a:pt x="167" y="238"/>
                  </a:cubicBezTo>
                  <a:lnTo>
                    <a:pt x="1834" y="238"/>
                  </a:lnTo>
                  <a:cubicBezTo>
                    <a:pt x="1930" y="238"/>
                    <a:pt x="1977" y="191"/>
                    <a:pt x="1954" y="95"/>
                  </a:cubicBezTo>
                  <a:cubicBezTo>
                    <a:pt x="1906" y="48"/>
                    <a:pt x="1882" y="0"/>
                    <a:pt x="1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0" name="Google Shape;28220;p152"/>
            <p:cNvSpPr/>
            <p:nvPr/>
          </p:nvSpPr>
          <p:spPr>
            <a:xfrm>
              <a:off x="5613733" y="2554878"/>
              <a:ext cx="64285" cy="7767"/>
            </a:xfrm>
            <a:custGeom>
              <a:rect b="b" l="l" r="r" t="t"/>
              <a:pathLst>
                <a:path extrusionOk="0" h="239" w="1978">
                  <a:moveTo>
                    <a:pt x="167" y="1"/>
                  </a:moveTo>
                  <a:cubicBezTo>
                    <a:pt x="72" y="1"/>
                    <a:pt x="1" y="72"/>
                    <a:pt x="48" y="168"/>
                  </a:cubicBezTo>
                  <a:cubicBezTo>
                    <a:pt x="72" y="215"/>
                    <a:pt x="96" y="239"/>
                    <a:pt x="167" y="239"/>
                  </a:cubicBezTo>
                  <a:lnTo>
                    <a:pt x="1834" y="239"/>
                  </a:lnTo>
                  <a:cubicBezTo>
                    <a:pt x="1930" y="239"/>
                    <a:pt x="1977" y="191"/>
                    <a:pt x="1954" y="96"/>
                  </a:cubicBezTo>
                  <a:cubicBezTo>
                    <a:pt x="1906" y="48"/>
                    <a:pt x="1882" y="1"/>
                    <a:pt x="183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1" name="Google Shape;28221;p152"/>
            <p:cNvSpPr/>
            <p:nvPr/>
          </p:nvSpPr>
          <p:spPr>
            <a:xfrm>
              <a:off x="5613733" y="2577336"/>
              <a:ext cx="64285" cy="7767"/>
            </a:xfrm>
            <a:custGeom>
              <a:rect b="b" l="l" r="r" t="t"/>
              <a:pathLst>
                <a:path extrusionOk="0" h="239" w="1978">
                  <a:moveTo>
                    <a:pt x="167" y="0"/>
                  </a:moveTo>
                  <a:cubicBezTo>
                    <a:pt x="72" y="0"/>
                    <a:pt x="1" y="72"/>
                    <a:pt x="48" y="143"/>
                  </a:cubicBezTo>
                  <a:cubicBezTo>
                    <a:pt x="72" y="215"/>
                    <a:pt x="96" y="239"/>
                    <a:pt x="167" y="239"/>
                  </a:cubicBezTo>
                  <a:lnTo>
                    <a:pt x="1834" y="239"/>
                  </a:lnTo>
                  <a:cubicBezTo>
                    <a:pt x="1930" y="239"/>
                    <a:pt x="1977" y="143"/>
                    <a:pt x="1954" y="96"/>
                  </a:cubicBezTo>
                  <a:cubicBezTo>
                    <a:pt x="1906" y="48"/>
                    <a:pt x="1882" y="0"/>
                    <a:pt x="1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2" name="Google Shape;28222;p152"/>
            <p:cNvSpPr/>
            <p:nvPr/>
          </p:nvSpPr>
          <p:spPr>
            <a:xfrm>
              <a:off x="5674118" y="2742956"/>
              <a:ext cx="58857" cy="72410"/>
            </a:xfrm>
            <a:custGeom>
              <a:rect b="b" l="l" r="r" t="t"/>
              <a:pathLst>
                <a:path extrusionOk="0" h="2228" w="1811">
                  <a:moveTo>
                    <a:pt x="905" y="1"/>
                  </a:moveTo>
                  <a:cubicBezTo>
                    <a:pt x="548" y="1"/>
                    <a:pt x="238" y="263"/>
                    <a:pt x="191" y="620"/>
                  </a:cubicBezTo>
                  <a:lnTo>
                    <a:pt x="0" y="1930"/>
                  </a:lnTo>
                  <a:lnTo>
                    <a:pt x="0" y="2192"/>
                  </a:lnTo>
                  <a:cubicBezTo>
                    <a:pt x="36" y="2215"/>
                    <a:pt x="483" y="2227"/>
                    <a:pt x="920" y="2227"/>
                  </a:cubicBezTo>
                  <a:cubicBezTo>
                    <a:pt x="1358" y="2227"/>
                    <a:pt x="1786" y="2215"/>
                    <a:pt x="1786" y="2192"/>
                  </a:cubicBezTo>
                  <a:cubicBezTo>
                    <a:pt x="1786" y="2120"/>
                    <a:pt x="1810" y="2025"/>
                    <a:pt x="1786" y="1930"/>
                  </a:cubicBezTo>
                  <a:lnTo>
                    <a:pt x="1596" y="620"/>
                  </a:lnTo>
                  <a:cubicBezTo>
                    <a:pt x="1548" y="263"/>
                    <a:pt x="1239" y="1"/>
                    <a:pt x="90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3" name="Google Shape;28223;p152"/>
            <p:cNvSpPr/>
            <p:nvPr/>
          </p:nvSpPr>
          <p:spPr>
            <a:xfrm>
              <a:off x="5676426" y="2798693"/>
              <a:ext cx="55770" cy="40267"/>
            </a:xfrm>
            <a:custGeom>
              <a:rect b="b" l="l" r="r" t="t"/>
              <a:pathLst>
                <a:path extrusionOk="0" h="1239" w="1716">
                  <a:moveTo>
                    <a:pt x="858" y="0"/>
                  </a:moveTo>
                  <a:cubicBezTo>
                    <a:pt x="501" y="0"/>
                    <a:pt x="167" y="191"/>
                    <a:pt x="1" y="477"/>
                  </a:cubicBezTo>
                  <a:cubicBezTo>
                    <a:pt x="48" y="905"/>
                    <a:pt x="406" y="1239"/>
                    <a:pt x="858" y="1239"/>
                  </a:cubicBezTo>
                  <a:cubicBezTo>
                    <a:pt x="1311" y="1239"/>
                    <a:pt x="1668" y="905"/>
                    <a:pt x="1715" y="477"/>
                  </a:cubicBezTo>
                  <a:cubicBezTo>
                    <a:pt x="1525" y="191"/>
                    <a:pt x="1215" y="0"/>
                    <a:pt x="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4" name="Google Shape;28224;p152"/>
            <p:cNvSpPr/>
            <p:nvPr/>
          </p:nvSpPr>
          <p:spPr>
            <a:xfrm>
              <a:off x="5698103" y="2758328"/>
              <a:ext cx="11635" cy="15340"/>
            </a:xfrm>
            <a:custGeom>
              <a:rect b="b" l="l" r="r" t="t"/>
              <a:pathLst>
                <a:path extrusionOk="0" h="472" w="358">
                  <a:moveTo>
                    <a:pt x="158" y="0"/>
                  </a:moveTo>
                  <a:cubicBezTo>
                    <a:pt x="145" y="0"/>
                    <a:pt x="132" y="1"/>
                    <a:pt x="120" y="4"/>
                  </a:cubicBezTo>
                  <a:cubicBezTo>
                    <a:pt x="72" y="4"/>
                    <a:pt x="1" y="99"/>
                    <a:pt x="1" y="147"/>
                  </a:cubicBezTo>
                  <a:lnTo>
                    <a:pt x="1" y="314"/>
                  </a:lnTo>
                  <a:cubicBezTo>
                    <a:pt x="1" y="361"/>
                    <a:pt x="48" y="456"/>
                    <a:pt x="120" y="456"/>
                  </a:cubicBezTo>
                  <a:cubicBezTo>
                    <a:pt x="145" y="467"/>
                    <a:pt x="170" y="471"/>
                    <a:pt x="195" y="471"/>
                  </a:cubicBezTo>
                  <a:cubicBezTo>
                    <a:pt x="284" y="471"/>
                    <a:pt x="358" y="407"/>
                    <a:pt x="358" y="314"/>
                  </a:cubicBezTo>
                  <a:lnTo>
                    <a:pt x="358" y="147"/>
                  </a:lnTo>
                  <a:cubicBezTo>
                    <a:pt x="358" y="83"/>
                    <a:pt x="263" y="0"/>
                    <a:pt x="1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25" name="Google Shape;28225;p152"/>
          <p:cNvGrpSpPr/>
          <p:nvPr/>
        </p:nvGrpSpPr>
        <p:grpSpPr>
          <a:xfrm>
            <a:off x="4767011" y="2360683"/>
            <a:ext cx="358378" cy="294938"/>
            <a:chOff x="4767011" y="2513083"/>
            <a:chExt cx="358378" cy="294938"/>
          </a:xfrm>
        </p:grpSpPr>
        <p:sp>
          <p:nvSpPr>
            <p:cNvPr id="28226" name="Google Shape;28226;p152"/>
            <p:cNvSpPr/>
            <p:nvPr/>
          </p:nvSpPr>
          <p:spPr>
            <a:xfrm>
              <a:off x="4900131" y="2743736"/>
              <a:ext cx="92138" cy="59638"/>
            </a:xfrm>
            <a:custGeom>
              <a:rect b="b" l="l" r="r" t="t"/>
              <a:pathLst>
                <a:path extrusionOk="0" h="1835" w="2835">
                  <a:moveTo>
                    <a:pt x="1406" y="1"/>
                  </a:moveTo>
                  <a:lnTo>
                    <a:pt x="215" y="215"/>
                  </a:lnTo>
                  <a:lnTo>
                    <a:pt x="1" y="1834"/>
                  </a:lnTo>
                  <a:lnTo>
                    <a:pt x="2835" y="1834"/>
                  </a:lnTo>
                  <a:lnTo>
                    <a:pt x="2597" y="215"/>
                  </a:lnTo>
                  <a:lnTo>
                    <a:pt x="140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7" name="Google Shape;28227;p152"/>
            <p:cNvSpPr/>
            <p:nvPr/>
          </p:nvSpPr>
          <p:spPr>
            <a:xfrm>
              <a:off x="4964383" y="2743736"/>
              <a:ext cx="27885" cy="59638"/>
            </a:xfrm>
            <a:custGeom>
              <a:rect b="b" l="l" r="r" t="t"/>
              <a:pathLst>
                <a:path extrusionOk="0" h="1835" w="858">
                  <a:moveTo>
                    <a:pt x="405" y="1"/>
                  </a:moveTo>
                  <a:lnTo>
                    <a:pt x="0" y="215"/>
                  </a:lnTo>
                  <a:lnTo>
                    <a:pt x="191" y="1834"/>
                  </a:lnTo>
                  <a:lnTo>
                    <a:pt x="858" y="1834"/>
                  </a:lnTo>
                  <a:lnTo>
                    <a:pt x="643" y="215"/>
                  </a:lnTo>
                  <a:lnTo>
                    <a:pt x="405"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8" name="Google Shape;28228;p152"/>
            <p:cNvSpPr/>
            <p:nvPr/>
          </p:nvSpPr>
          <p:spPr>
            <a:xfrm>
              <a:off x="4872278" y="2797133"/>
              <a:ext cx="147875" cy="10888"/>
            </a:xfrm>
            <a:custGeom>
              <a:rect b="b" l="l" r="r" t="t"/>
              <a:pathLst>
                <a:path extrusionOk="0" h="335" w="4550">
                  <a:moveTo>
                    <a:pt x="167" y="1"/>
                  </a:moveTo>
                  <a:cubicBezTo>
                    <a:pt x="48" y="1"/>
                    <a:pt x="0" y="96"/>
                    <a:pt x="0" y="191"/>
                  </a:cubicBezTo>
                  <a:cubicBezTo>
                    <a:pt x="24" y="263"/>
                    <a:pt x="96" y="334"/>
                    <a:pt x="167" y="334"/>
                  </a:cubicBezTo>
                  <a:lnTo>
                    <a:pt x="4382" y="334"/>
                  </a:lnTo>
                  <a:cubicBezTo>
                    <a:pt x="4454" y="334"/>
                    <a:pt x="4549" y="263"/>
                    <a:pt x="4549" y="144"/>
                  </a:cubicBezTo>
                  <a:cubicBezTo>
                    <a:pt x="4525" y="48"/>
                    <a:pt x="4454" y="1"/>
                    <a:pt x="4382"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9" name="Google Shape;28229;p152"/>
            <p:cNvSpPr/>
            <p:nvPr/>
          </p:nvSpPr>
          <p:spPr>
            <a:xfrm>
              <a:off x="4767011" y="2513083"/>
              <a:ext cx="357597" cy="206700"/>
            </a:xfrm>
            <a:custGeom>
              <a:rect b="b" l="l" r="r" t="t"/>
              <a:pathLst>
                <a:path extrusionOk="0" h="6360" w="11003">
                  <a:moveTo>
                    <a:pt x="429" y="1"/>
                  </a:moveTo>
                  <a:cubicBezTo>
                    <a:pt x="191" y="1"/>
                    <a:pt x="1" y="191"/>
                    <a:pt x="1" y="429"/>
                  </a:cubicBezTo>
                  <a:lnTo>
                    <a:pt x="1" y="6121"/>
                  </a:lnTo>
                  <a:lnTo>
                    <a:pt x="5549" y="6359"/>
                  </a:lnTo>
                  <a:lnTo>
                    <a:pt x="11003" y="6121"/>
                  </a:lnTo>
                  <a:lnTo>
                    <a:pt x="11003" y="429"/>
                  </a:lnTo>
                  <a:cubicBezTo>
                    <a:pt x="11003" y="191"/>
                    <a:pt x="10789" y="1"/>
                    <a:pt x="1055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0" name="Google Shape;28230;p152"/>
            <p:cNvSpPr/>
            <p:nvPr/>
          </p:nvSpPr>
          <p:spPr>
            <a:xfrm>
              <a:off x="5088988" y="2513083"/>
              <a:ext cx="35620" cy="206700"/>
            </a:xfrm>
            <a:custGeom>
              <a:rect b="b" l="l" r="r" t="t"/>
              <a:pathLst>
                <a:path extrusionOk="0" h="6360" w="1096">
                  <a:moveTo>
                    <a:pt x="1" y="1"/>
                  </a:moveTo>
                  <a:cubicBezTo>
                    <a:pt x="239" y="1"/>
                    <a:pt x="453" y="168"/>
                    <a:pt x="453" y="406"/>
                  </a:cubicBezTo>
                  <a:lnTo>
                    <a:pt x="453" y="6359"/>
                  </a:lnTo>
                  <a:lnTo>
                    <a:pt x="1096" y="6121"/>
                  </a:lnTo>
                  <a:lnTo>
                    <a:pt x="1096" y="429"/>
                  </a:lnTo>
                  <a:cubicBezTo>
                    <a:pt x="1096" y="191"/>
                    <a:pt x="882" y="1"/>
                    <a:pt x="64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1" name="Google Shape;28231;p152"/>
            <p:cNvSpPr/>
            <p:nvPr/>
          </p:nvSpPr>
          <p:spPr>
            <a:xfrm>
              <a:off x="4803378" y="2565733"/>
              <a:ext cx="281775" cy="147063"/>
            </a:xfrm>
            <a:custGeom>
              <a:rect b="b" l="l" r="r" t="t"/>
              <a:pathLst>
                <a:path extrusionOk="0" h="4525" w="8670">
                  <a:moveTo>
                    <a:pt x="1" y="0"/>
                  </a:moveTo>
                  <a:lnTo>
                    <a:pt x="1" y="4525"/>
                  </a:lnTo>
                  <a:lnTo>
                    <a:pt x="8669" y="4525"/>
                  </a:lnTo>
                  <a:lnTo>
                    <a:pt x="8669" y="262"/>
                  </a:lnTo>
                  <a:cubicBezTo>
                    <a:pt x="8669" y="119"/>
                    <a:pt x="8550" y="0"/>
                    <a:pt x="840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2" name="Google Shape;28232;p152"/>
            <p:cNvSpPr/>
            <p:nvPr/>
          </p:nvSpPr>
          <p:spPr>
            <a:xfrm>
              <a:off x="5054148" y="2564953"/>
              <a:ext cx="31005" cy="147095"/>
            </a:xfrm>
            <a:custGeom>
              <a:rect b="b" l="l" r="r" t="t"/>
              <a:pathLst>
                <a:path extrusionOk="0" h="4526" w="954">
                  <a:moveTo>
                    <a:pt x="1" y="0"/>
                  </a:moveTo>
                  <a:cubicBezTo>
                    <a:pt x="144" y="0"/>
                    <a:pt x="263" y="119"/>
                    <a:pt x="263" y="262"/>
                  </a:cubicBezTo>
                  <a:lnTo>
                    <a:pt x="263" y="4525"/>
                  </a:lnTo>
                  <a:lnTo>
                    <a:pt x="930" y="4525"/>
                  </a:lnTo>
                  <a:lnTo>
                    <a:pt x="930" y="262"/>
                  </a:lnTo>
                  <a:cubicBezTo>
                    <a:pt x="953" y="119"/>
                    <a:pt x="811" y="0"/>
                    <a:pt x="64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3" name="Google Shape;28233;p152"/>
            <p:cNvSpPr/>
            <p:nvPr/>
          </p:nvSpPr>
          <p:spPr>
            <a:xfrm>
              <a:off x="4802631" y="2541716"/>
              <a:ext cx="74328" cy="24050"/>
            </a:xfrm>
            <a:custGeom>
              <a:rect b="b" l="l" r="r" t="t"/>
              <a:pathLst>
                <a:path extrusionOk="0" h="740" w="2287">
                  <a:moveTo>
                    <a:pt x="286" y="1"/>
                  </a:moveTo>
                  <a:cubicBezTo>
                    <a:pt x="143" y="1"/>
                    <a:pt x="0" y="120"/>
                    <a:pt x="0" y="311"/>
                  </a:cubicBezTo>
                  <a:lnTo>
                    <a:pt x="0" y="739"/>
                  </a:lnTo>
                  <a:lnTo>
                    <a:pt x="2286" y="739"/>
                  </a:lnTo>
                  <a:lnTo>
                    <a:pt x="2286" y="311"/>
                  </a:lnTo>
                  <a:cubicBezTo>
                    <a:pt x="2286" y="120"/>
                    <a:pt x="2167" y="1"/>
                    <a:pt x="202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4" name="Google Shape;28234;p152"/>
            <p:cNvSpPr/>
            <p:nvPr/>
          </p:nvSpPr>
          <p:spPr>
            <a:xfrm>
              <a:off x="4803378" y="2604408"/>
              <a:ext cx="66625" cy="72020"/>
            </a:xfrm>
            <a:custGeom>
              <a:rect b="b" l="l" r="r" t="t"/>
              <a:pathLst>
                <a:path extrusionOk="0" h="2216" w="2050">
                  <a:moveTo>
                    <a:pt x="1" y="1"/>
                  </a:moveTo>
                  <a:lnTo>
                    <a:pt x="1" y="2216"/>
                  </a:lnTo>
                  <a:lnTo>
                    <a:pt x="1192" y="2216"/>
                  </a:lnTo>
                  <a:cubicBezTo>
                    <a:pt x="1668" y="2216"/>
                    <a:pt x="2049" y="1835"/>
                    <a:pt x="2049" y="1358"/>
                  </a:cubicBezTo>
                  <a:lnTo>
                    <a:pt x="2049" y="882"/>
                  </a:lnTo>
                  <a:cubicBezTo>
                    <a:pt x="2049" y="406"/>
                    <a:pt x="1668" y="1"/>
                    <a:pt x="119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5" name="Google Shape;28235;p152"/>
            <p:cNvSpPr/>
            <p:nvPr/>
          </p:nvSpPr>
          <p:spPr>
            <a:xfrm>
              <a:off x="4829703" y="2618351"/>
              <a:ext cx="11635" cy="11635"/>
            </a:xfrm>
            <a:custGeom>
              <a:rect b="b" l="l" r="r" t="t"/>
              <a:pathLst>
                <a:path extrusionOk="0" h="358" w="358">
                  <a:moveTo>
                    <a:pt x="167" y="1"/>
                  </a:moveTo>
                  <a:cubicBezTo>
                    <a:pt x="72" y="1"/>
                    <a:pt x="1" y="72"/>
                    <a:pt x="1" y="167"/>
                  </a:cubicBezTo>
                  <a:cubicBezTo>
                    <a:pt x="1" y="263"/>
                    <a:pt x="72" y="358"/>
                    <a:pt x="167" y="358"/>
                  </a:cubicBezTo>
                  <a:cubicBezTo>
                    <a:pt x="263" y="358"/>
                    <a:pt x="358" y="263"/>
                    <a:pt x="358" y="167"/>
                  </a:cubicBezTo>
                  <a:cubicBezTo>
                    <a:pt x="358" y="72"/>
                    <a:pt x="263"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6" name="Google Shape;28236;p152"/>
            <p:cNvSpPr/>
            <p:nvPr/>
          </p:nvSpPr>
          <p:spPr>
            <a:xfrm>
              <a:off x="4829703" y="2636941"/>
              <a:ext cx="10888" cy="21840"/>
            </a:xfrm>
            <a:custGeom>
              <a:rect b="b" l="l" r="r" t="t"/>
              <a:pathLst>
                <a:path extrusionOk="0" h="672" w="335">
                  <a:moveTo>
                    <a:pt x="144" y="0"/>
                  </a:moveTo>
                  <a:cubicBezTo>
                    <a:pt x="48" y="0"/>
                    <a:pt x="1" y="72"/>
                    <a:pt x="1" y="167"/>
                  </a:cubicBezTo>
                  <a:lnTo>
                    <a:pt x="1" y="524"/>
                  </a:lnTo>
                  <a:cubicBezTo>
                    <a:pt x="1" y="607"/>
                    <a:pt x="73" y="672"/>
                    <a:pt x="123" y="672"/>
                  </a:cubicBezTo>
                  <a:cubicBezTo>
                    <a:pt x="130" y="672"/>
                    <a:pt x="137" y="670"/>
                    <a:pt x="144" y="667"/>
                  </a:cubicBezTo>
                  <a:cubicBezTo>
                    <a:pt x="263" y="667"/>
                    <a:pt x="334" y="619"/>
                    <a:pt x="334" y="524"/>
                  </a:cubicBezTo>
                  <a:lnTo>
                    <a:pt x="334" y="143"/>
                  </a:lnTo>
                  <a:cubicBezTo>
                    <a:pt x="334" y="48"/>
                    <a:pt x="239" y="0"/>
                    <a:pt x="144"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7" name="Google Shape;28237;p152"/>
            <p:cNvSpPr/>
            <p:nvPr/>
          </p:nvSpPr>
          <p:spPr>
            <a:xfrm>
              <a:off x="4903251" y="2599793"/>
              <a:ext cx="50310" cy="10855"/>
            </a:xfrm>
            <a:custGeom>
              <a:rect b="b" l="l" r="r" t="t"/>
              <a:pathLst>
                <a:path extrusionOk="0" h="334" w="1548">
                  <a:moveTo>
                    <a:pt x="143" y="0"/>
                  </a:moveTo>
                  <a:cubicBezTo>
                    <a:pt x="48" y="0"/>
                    <a:pt x="0" y="95"/>
                    <a:pt x="0" y="191"/>
                  </a:cubicBezTo>
                  <a:cubicBezTo>
                    <a:pt x="0" y="262"/>
                    <a:pt x="95" y="333"/>
                    <a:pt x="167" y="333"/>
                  </a:cubicBezTo>
                  <a:lnTo>
                    <a:pt x="1405" y="333"/>
                  </a:lnTo>
                  <a:cubicBezTo>
                    <a:pt x="1477" y="333"/>
                    <a:pt x="1548" y="238"/>
                    <a:pt x="1548" y="143"/>
                  </a:cubicBezTo>
                  <a:cubicBezTo>
                    <a:pt x="1548" y="48"/>
                    <a:pt x="1453" y="0"/>
                    <a:pt x="135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8" name="Google Shape;28238;p152"/>
            <p:cNvSpPr/>
            <p:nvPr/>
          </p:nvSpPr>
          <p:spPr>
            <a:xfrm>
              <a:off x="4900911" y="2623778"/>
              <a:ext cx="146315" cy="10855"/>
            </a:xfrm>
            <a:custGeom>
              <a:rect b="b" l="l" r="r" t="t"/>
              <a:pathLst>
                <a:path extrusionOk="0" h="334" w="4502">
                  <a:moveTo>
                    <a:pt x="191" y="0"/>
                  </a:moveTo>
                  <a:cubicBezTo>
                    <a:pt x="72" y="0"/>
                    <a:pt x="1" y="96"/>
                    <a:pt x="1" y="191"/>
                  </a:cubicBezTo>
                  <a:cubicBezTo>
                    <a:pt x="48" y="286"/>
                    <a:pt x="96" y="334"/>
                    <a:pt x="191" y="334"/>
                  </a:cubicBezTo>
                  <a:lnTo>
                    <a:pt x="4335" y="334"/>
                  </a:lnTo>
                  <a:cubicBezTo>
                    <a:pt x="4454" y="334"/>
                    <a:pt x="4502" y="238"/>
                    <a:pt x="4502" y="167"/>
                  </a:cubicBezTo>
                  <a:cubicBezTo>
                    <a:pt x="4478" y="72"/>
                    <a:pt x="4406" y="0"/>
                    <a:pt x="433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9" name="Google Shape;28239;p152"/>
            <p:cNvSpPr/>
            <p:nvPr/>
          </p:nvSpPr>
          <p:spPr>
            <a:xfrm>
              <a:off x="4900911" y="2646983"/>
              <a:ext cx="146315" cy="10888"/>
            </a:xfrm>
            <a:custGeom>
              <a:rect b="b" l="l" r="r" t="t"/>
              <a:pathLst>
                <a:path extrusionOk="0" h="335" w="4502">
                  <a:moveTo>
                    <a:pt x="191" y="1"/>
                  </a:moveTo>
                  <a:cubicBezTo>
                    <a:pt x="72" y="1"/>
                    <a:pt x="1" y="96"/>
                    <a:pt x="1" y="191"/>
                  </a:cubicBezTo>
                  <a:cubicBezTo>
                    <a:pt x="48" y="286"/>
                    <a:pt x="96" y="334"/>
                    <a:pt x="191" y="334"/>
                  </a:cubicBezTo>
                  <a:lnTo>
                    <a:pt x="4335" y="334"/>
                  </a:lnTo>
                  <a:cubicBezTo>
                    <a:pt x="4454" y="334"/>
                    <a:pt x="4502" y="239"/>
                    <a:pt x="4502" y="144"/>
                  </a:cubicBezTo>
                  <a:cubicBezTo>
                    <a:pt x="4478" y="72"/>
                    <a:pt x="4406" y="1"/>
                    <a:pt x="433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0" name="Google Shape;28240;p152"/>
            <p:cNvSpPr/>
            <p:nvPr/>
          </p:nvSpPr>
          <p:spPr>
            <a:xfrm>
              <a:off x="4900911" y="2670221"/>
              <a:ext cx="146315" cy="10855"/>
            </a:xfrm>
            <a:custGeom>
              <a:rect b="b" l="l" r="r" t="t"/>
              <a:pathLst>
                <a:path extrusionOk="0" h="334" w="4502">
                  <a:moveTo>
                    <a:pt x="191" y="0"/>
                  </a:moveTo>
                  <a:cubicBezTo>
                    <a:pt x="72" y="0"/>
                    <a:pt x="1" y="95"/>
                    <a:pt x="1" y="191"/>
                  </a:cubicBezTo>
                  <a:cubicBezTo>
                    <a:pt x="48" y="286"/>
                    <a:pt x="96" y="334"/>
                    <a:pt x="191" y="334"/>
                  </a:cubicBezTo>
                  <a:lnTo>
                    <a:pt x="4335" y="334"/>
                  </a:lnTo>
                  <a:cubicBezTo>
                    <a:pt x="4454" y="334"/>
                    <a:pt x="4502" y="238"/>
                    <a:pt x="4502" y="167"/>
                  </a:cubicBezTo>
                  <a:cubicBezTo>
                    <a:pt x="4478" y="72"/>
                    <a:pt x="4406" y="0"/>
                    <a:pt x="433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1" name="Google Shape;28241;p152"/>
            <p:cNvSpPr/>
            <p:nvPr/>
          </p:nvSpPr>
          <p:spPr>
            <a:xfrm>
              <a:off x="4767791" y="2712016"/>
              <a:ext cx="357597" cy="38708"/>
            </a:xfrm>
            <a:custGeom>
              <a:rect b="b" l="l" r="r" t="t"/>
              <a:pathLst>
                <a:path extrusionOk="0" h="1191" w="11003">
                  <a:moveTo>
                    <a:pt x="1" y="0"/>
                  </a:moveTo>
                  <a:lnTo>
                    <a:pt x="1" y="738"/>
                  </a:lnTo>
                  <a:cubicBezTo>
                    <a:pt x="1" y="977"/>
                    <a:pt x="215" y="1191"/>
                    <a:pt x="453" y="1191"/>
                  </a:cubicBezTo>
                  <a:lnTo>
                    <a:pt x="10574" y="1191"/>
                  </a:lnTo>
                  <a:cubicBezTo>
                    <a:pt x="10812" y="1191"/>
                    <a:pt x="11003" y="977"/>
                    <a:pt x="11003" y="738"/>
                  </a:cubicBezTo>
                  <a:lnTo>
                    <a:pt x="11003"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2" name="Google Shape;28242;p152"/>
            <p:cNvSpPr/>
            <p:nvPr/>
          </p:nvSpPr>
          <p:spPr>
            <a:xfrm>
              <a:off x="5088988" y="2712016"/>
              <a:ext cx="35620" cy="38708"/>
            </a:xfrm>
            <a:custGeom>
              <a:rect b="b" l="l" r="r" t="t"/>
              <a:pathLst>
                <a:path extrusionOk="0" h="1191" w="1096">
                  <a:moveTo>
                    <a:pt x="453" y="0"/>
                  </a:moveTo>
                  <a:lnTo>
                    <a:pt x="453" y="738"/>
                  </a:lnTo>
                  <a:cubicBezTo>
                    <a:pt x="453" y="977"/>
                    <a:pt x="239" y="1191"/>
                    <a:pt x="1" y="1191"/>
                  </a:cubicBezTo>
                  <a:lnTo>
                    <a:pt x="644" y="1191"/>
                  </a:lnTo>
                  <a:cubicBezTo>
                    <a:pt x="882" y="1191"/>
                    <a:pt x="1096" y="977"/>
                    <a:pt x="1096" y="738"/>
                  </a:cubicBezTo>
                  <a:lnTo>
                    <a:pt x="1096"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43" name="Google Shape;28243;p152"/>
          <p:cNvGrpSpPr/>
          <p:nvPr/>
        </p:nvGrpSpPr>
        <p:grpSpPr>
          <a:xfrm>
            <a:off x="4024776" y="2391656"/>
            <a:ext cx="361465" cy="232992"/>
            <a:chOff x="4024776" y="2544056"/>
            <a:chExt cx="361465" cy="232992"/>
          </a:xfrm>
        </p:grpSpPr>
        <p:sp>
          <p:nvSpPr>
            <p:cNvPr id="28244" name="Google Shape;28244;p152"/>
            <p:cNvSpPr/>
            <p:nvPr/>
          </p:nvSpPr>
          <p:spPr>
            <a:xfrm>
              <a:off x="4150161" y="2656278"/>
              <a:ext cx="110728" cy="86710"/>
            </a:xfrm>
            <a:custGeom>
              <a:rect b="b" l="l" r="r" t="t"/>
              <a:pathLst>
                <a:path extrusionOk="0" h="2668" w="3407">
                  <a:moveTo>
                    <a:pt x="453" y="0"/>
                  </a:moveTo>
                  <a:lnTo>
                    <a:pt x="1" y="2668"/>
                  </a:lnTo>
                  <a:lnTo>
                    <a:pt x="3406" y="2668"/>
                  </a:lnTo>
                  <a:lnTo>
                    <a:pt x="2977"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5" name="Google Shape;28245;p152"/>
            <p:cNvSpPr/>
            <p:nvPr/>
          </p:nvSpPr>
          <p:spPr>
            <a:xfrm>
              <a:off x="4225236" y="2656278"/>
              <a:ext cx="35653" cy="86710"/>
            </a:xfrm>
            <a:custGeom>
              <a:rect b="b" l="l" r="r" t="t"/>
              <a:pathLst>
                <a:path extrusionOk="0" h="2668" w="1097">
                  <a:moveTo>
                    <a:pt x="1" y="0"/>
                  </a:moveTo>
                  <a:lnTo>
                    <a:pt x="429" y="2668"/>
                  </a:lnTo>
                  <a:lnTo>
                    <a:pt x="1096" y="2668"/>
                  </a:lnTo>
                  <a:lnTo>
                    <a:pt x="644" y="0"/>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6" name="Google Shape;28246;p152"/>
            <p:cNvSpPr/>
            <p:nvPr/>
          </p:nvSpPr>
          <p:spPr>
            <a:xfrm>
              <a:off x="4120748" y="2736781"/>
              <a:ext cx="170300" cy="40267"/>
            </a:xfrm>
            <a:custGeom>
              <a:rect b="b" l="l" r="r" t="t"/>
              <a:pathLst>
                <a:path extrusionOk="0" h="1239" w="5240">
                  <a:moveTo>
                    <a:pt x="167" y="0"/>
                  </a:moveTo>
                  <a:cubicBezTo>
                    <a:pt x="72" y="0"/>
                    <a:pt x="1" y="95"/>
                    <a:pt x="1" y="191"/>
                  </a:cubicBezTo>
                  <a:lnTo>
                    <a:pt x="1" y="381"/>
                  </a:lnTo>
                  <a:cubicBezTo>
                    <a:pt x="1" y="858"/>
                    <a:pt x="382" y="1239"/>
                    <a:pt x="858" y="1239"/>
                  </a:cubicBezTo>
                  <a:lnTo>
                    <a:pt x="4359" y="1239"/>
                  </a:lnTo>
                  <a:cubicBezTo>
                    <a:pt x="4835" y="1239"/>
                    <a:pt x="5240" y="858"/>
                    <a:pt x="5240" y="381"/>
                  </a:cubicBezTo>
                  <a:lnTo>
                    <a:pt x="5240" y="191"/>
                  </a:lnTo>
                  <a:cubicBezTo>
                    <a:pt x="5240" y="95"/>
                    <a:pt x="5145" y="0"/>
                    <a:pt x="5049"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7" name="Google Shape;28247;p152"/>
            <p:cNvSpPr/>
            <p:nvPr/>
          </p:nvSpPr>
          <p:spPr>
            <a:xfrm>
              <a:off x="4024776" y="2544056"/>
              <a:ext cx="361465" cy="117683"/>
            </a:xfrm>
            <a:custGeom>
              <a:rect b="b" l="l" r="r" t="t"/>
              <a:pathLst>
                <a:path extrusionOk="0" h="3621" w="11122">
                  <a:moveTo>
                    <a:pt x="1882" y="0"/>
                  </a:moveTo>
                  <a:cubicBezTo>
                    <a:pt x="834" y="0"/>
                    <a:pt x="1" y="882"/>
                    <a:pt x="48" y="1929"/>
                  </a:cubicBezTo>
                  <a:cubicBezTo>
                    <a:pt x="120" y="2882"/>
                    <a:pt x="953" y="3620"/>
                    <a:pt x="1906" y="3620"/>
                  </a:cubicBezTo>
                  <a:lnTo>
                    <a:pt x="9264" y="3620"/>
                  </a:lnTo>
                  <a:cubicBezTo>
                    <a:pt x="10288" y="3620"/>
                    <a:pt x="11122" y="2763"/>
                    <a:pt x="11074" y="1691"/>
                  </a:cubicBezTo>
                  <a:cubicBezTo>
                    <a:pt x="11003" y="739"/>
                    <a:pt x="10169" y="0"/>
                    <a:pt x="921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8" name="Google Shape;28248;p152"/>
            <p:cNvSpPr/>
            <p:nvPr/>
          </p:nvSpPr>
          <p:spPr>
            <a:xfrm>
              <a:off x="4241486" y="2736781"/>
              <a:ext cx="49563" cy="38708"/>
            </a:xfrm>
            <a:custGeom>
              <a:rect b="b" l="l" r="r" t="t"/>
              <a:pathLst>
                <a:path extrusionOk="0" h="1191" w="1525">
                  <a:moveTo>
                    <a:pt x="691" y="0"/>
                  </a:moveTo>
                  <a:cubicBezTo>
                    <a:pt x="763" y="0"/>
                    <a:pt x="858" y="95"/>
                    <a:pt x="858" y="191"/>
                  </a:cubicBezTo>
                  <a:lnTo>
                    <a:pt x="858" y="334"/>
                  </a:lnTo>
                  <a:cubicBezTo>
                    <a:pt x="858" y="810"/>
                    <a:pt x="477" y="1191"/>
                    <a:pt x="1" y="1191"/>
                  </a:cubicBezTo>
                  <a:lnTo>
                    <a:pt x="644" y="1191"/>
                  </a:lnTo>
                  <a:cubicBezTo>
                    <a:pt x="1120" y="1191"/>
                    <a:pt x="1525" y="810"/>
                    <a:pt x="1525" y="334"/>
                  </a:cubicBezTo>
                  <a:lnTo>
                    <a:pt x="1525" y="191"/>
                  </a:lnTo>
                  <a:cubicBezTo>
                    <a:pt x="1525" y="95"/>
                    <a:pt x="1430" y="0"/>
                    <a:pt x="1334"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9" name="Google Shape;28249;p152"/>
            <p:cNvSpPr/>
            <p:nvPr/>
          </p:nvSpPr>
          <p:spPr>
            <a:xfrm>
              <a:off x="4303398" y="2544056"/>
              <a:ext cx="82843" cy="117683"/>
            </a:xfrm>
            <a:custGeom>
              <a:rect b="b" l="l" r="r" t="t"/>
              <a:pathLst>
                <a:path extrusionOk="0" h="3621" w="2549">
                  <a:moveTo>
                    <a:pt x="1" y="0"/>
                  </a:moveTo>
                  <a:cubicBezTo>
                    <a:pt x="1001" y="0"/>
                    <a:pt x="1811" y="786"/>
                    <a:pt x="1811" y="1810"/>
                  </a:cubicBezTo>
                  <a:cubicBezTo>
                    <a:pt x="1811" y="2811"/>
                    <a:pt x="1001" y="3620"/>
                    <a:pt x="1" y="3620"/>
                  </a:cubicBezTo>
                  <a:lnTo>
                    <a:pt x="644" y="3620"/>
                  </a:lnTo>
                  <a:cubicBezTo>
                    <a:pt x="1715" y="3620"/>
                    <a:pt x="2549" y="2763"/>
                    <a:pt x="2501" y="1691"/>
                  </a:cubicBezTo>
                  <a:cubicBezTo>
                    <a:pt x="2430" y="739"/>
                    <a:pt x="1644" y="0"/>
                    <a:pt x="644"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0" name="Google Shape;28250;p152"/>
            <p:cNvSpPr/>
            <p:nvPr/>
          </p:nvSpPr>
          <p:spPr>
            <a:xfrm>
              <a:off x="4168751" y="2565733"/>
              <a:ext cx="73547" cy="73547"/>
            </a:xfrm>
            <a:custGeom>
              <a:rect b="b" l="l" r="r" t="t"/>
              <a:pathLst>
                <a:path extrusionOk="0" h="2263" w="2263">
                  <a:moveTo>
                    <a:pt x="1143" y="0"/>
                  </a:moveTo>
                  <a:cubicBezTo>
                    <a:pt x="500" y="0"/>
                    <a:pt x="0" y="524"/>
                    <a:pt x="0" y="1143"/>
                  </a:cubicBezTo>
                  <a:cubicBezTo>
                    <a:pt x="0" y="1762"/>
                    <a:pt x="500" y="2263"/>
                    <a:pt x="1143" y="2263"/>
                  </a:cubicBezTo>
                  <a:cubicBezTo>
                    <a:pt x="1762" y="2263"/>
                    <a:pt x="2262" y="1762"/>
                    <a:pt x="2262" y="1143"/>
                  </a:cubicBezTo>
                  <a:cubicBezTo>
                    <a:pt x="2262" y="524"/>
                    <a:pt x="1762" y="0"/>
                    <a:pt x="114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1" name="Google Shape;28251;p152"/>
            <p:cNvSpPr/>
            <p:nvPr/>
          </p:nvSpPr>
          <p:spPr>
            <a:xfrm>
              <a:off x="4191176" y="2588158"/>
              <a:ext cx="28665" cy="29445"/>
            </a:xfrm>
            <a:custGeom>
              <a:rect b="b" l="l" r="r" t="t"/>
              <a:pathLst>
                <a:path extrusionOk="0" h="906" w="882">
                  <a:moveTo>
                    <a:pt x="453" y="1"/>
                  </a:moveTo>
                  <a:cubicBezTo>
                    <a:pt x="191" y="1"/>
                    <a:pt x="1" y="191"/>
                    <a:pt x="1" y="453"/>
                  </a:cubicBezTo>
                  <a:cubicBezTo>
                    <a:pt x="1" y="691"/>
                    <a:pt x="191" y="906"/>
                    <a:pt x="453" y="906"/>
                  </a:cubicBezTo>
                  <a:cubicBezTo>
                    <a:pt x="691" y="906"/>
                    <a:pt x="882" y="691"/>
                    <a:pt x="882" y="453"/>
                  </a:cubicBezTo>
                  <a:cubicBezTo>
                    <a:pt x="882" y="191"/>
                    <a:pt x="691" y="1"/>
                    <a:pt x="453" y="1"/>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2" name="Google Shape;28252;p152"/>
            <p:cNvSpPr/>
            <p:nvPr/>
          </p:nvSpPr>
          <p:spPr>
            <a:xfrm>
              <a:off x="4076646" y="2599013"/>
              <a:ext cx="41828" cy="10855"/>
            </a:xfrm>
            <a:custGeom>
              <a:rect b="b" l="l" r="r" t="t"/>
              <a:pathLst>
                <a:path extrusionOk="0" h="334" w="1287">
                  <a:moveTo>
                    <a:pt x="143" y="0"/>
                  </a:moveTo>
                  <a:cubicBezTo>
                    <a:pt x="72" y="0"/>
                    <a:pt x="0" y="72"/>
                    <a:pt x="0" y="167"/>
                  </a:cubicBezTo>
                  <a:cubicBezTo>
                    <a:pt x="0" y="262"/>
                    <a:pt x="95" y="334"/>
                    <a:pt x="191" y="334"/>
                  </a:cubicBezTo>
                  <a:lnTo>
                    <a:pt x="1119" y="334"/>
                  </a:lnTo>
                  <a:cubicBezTo>
                    <a:pt x="1239" y="334"/>
                    <a:pt x="1286" y="238"/>
                    <a:pt x="1262" y="143"/>
                  </a:cubicBezTo>
                  <a:cubicBezTo>
                    <a:pt x="1239" y="48"/>
                    <a:pt x="1167" y="0"/>
                    <a:pt x="107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3" name="Google Shape;28253;p152"/>
            <p:cNvSpPr/>
            <p:nvPr/>
          </p:nvSpPr>
          <p:spPr>
            <a:xfrm>
              <a:off x="4292576" y="2599013"/>
              <a:ext cx="41047" cy="10855"/>
            </a:xfrm>
            <a:custGeom>
              <a:rect b="b" l="l" r="r" t="t"/>
              <a:pathLst>
                <a:path extrusionOk="0" h="334" w="1263">
                  <a:moveTo>
                    <a:pt x="143" y="0"/>
                  </a:moveTo>
                  <a:cubicBezTo>
                    <a:pt x="48" y="0"/>
                    <a:pt x="0" y="72"/>
                    <a:pt x="0" y="167"/>
                  </a:cubicBezTo>
                  <a:cubicBezTo>
                    <a:pt x="0" y="262"/>
                    <a:pt x="96" y="334"/>
                    <a:pt x="191" y="334"/>
                  </a:cubicBezTo>
                  <a:lnTo>
                    <a:pt x="1096" y="334"/>
                  </a:lnTo>
                  <a:cubicBezTo>
                    <a:pt x="1191" y="334"/>
                    <a:pt x="1263" y="238"/>
                    <a:pt x="1263" y="143"/>
                  </a:cubicBezTo>
                  <a:cubicBezTo>
                    <a:pt x="1263" y="48"/>
                    <a:pt x="1167" y="0"/>
                    <a:pt x="107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4" name="Google Shape;28254;p152"/>
          <p:cNvGrpSpPr/>
          <p:nvPr/>
        </p:nvGrpSpPr>
        <p:grpSpPr>
          <a:xfrm>
            <a:off x="3270158" y="2360683"/>
            <a:ext cx="359158" cy="294938"/>
            <a:chOff x="3270158" y="2513083"/>
            <a:chExt cx="359158" cy="294938"/>
          </a:xfrm>
        </p:grpSpPr>
        <p:sp>
          <p:nvSpPr>
            <p:cNvPr id="28255" name="Google Shape;28255;p152"/>
            <p:cNvSpPr/>
            <p:nvPr/>
          </p:nvSpPr>
          <p:spPr>
            <a:xfrm>
              <a:off x="3403278" y="2743736"/>
              <a:ext cx="92138" cy="59638"/>
            </a:xfrm>
            <a:custGeom>
              <a:rect b="b" l="l" r="r" t="t"/>
              <a:pathLst>
                <a:path extrusionOk="0" h="1835" w="2835">
                  <a:moveTo>
                    <a:pt x="1406" y="1"/>
                  </a:moveTo>
                  <a:lnTo>
                    <a:pt x="215" y="215"/>
                  </a:lnTo>
                  <a:lnTo>
                    <a:pt x="1" y="1834"/>
                  </a:lnTo>
                  <a:lnTo>
                    <a:pt x="2834" y="1834"/>
                  </a:lnTo>
                  <a:lnTo>
                    <a:pt x="2596" y="215"/>
                  </a:lnTo>
                  <a:lnTo>
                    <a:pt x="140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6" name="Google Shape;28256;p152"/>
            <p:cNvSpPr/>
            <p:nvPr/>
          </p:nvSpPr>
          <p:spPr>
            <a:xfrm>
              <a:off x="3467531" y="2743736"/>
              <a:ext cx="27885" cy="59638"/>
            </a:xfrm>
            <a:custGeom>
              <a:rect b="b" l="l" r="r" t="t"/>
              <a:pathLst>
                <a:path extrusionOk="0" h="1835" w="858">
                  <a:moveTo>
                    <a:pt x="405" y="1"/>
                  </a:moveTo>
                  <a:lnTo>
                    <a:pt x="0" y="215"/>
                  </a:lnTo>
                  <a:lnTo>
                    <a:pt x="214" y="1834"/>
                  </a:lnTo>
                  <a:lnTo>
                    <a:pt x="857" y="1834"/>
                  </a:lnTo>
                  <a:lnTo>
                    <a:pt x="643" y="215"/>
                  </a:lnTo>
                  <a:lnTo>
                    <a:pt x="405"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7" name="Google Shape;28257;p152"/>
            <p:cNvSpPr/>
            <p:nvPr/>
          </p:nvSpPr>
          <p:spPr>
            <a:xfrm>
              <a:off x="3375426" y="2797133"/>
              <a:ext cx="147843" cy="10888"/>
            </a:xfrm>
            <a:custGeom>
              <a:rect b="b" l="l" r="r" t="t"/>
              <a:pathLst>
                <a:path extrusionOk="0" h="335" w="4549">
                  <a:moveTo>
                    <a:pt x="191" y="1"/>
                  </a:moveTo>
                  <a:cubicBezTo>
                    <a:pt x="48" y="1"/>
                    <a:pt x="0" y="96"/>
                    <a:pt x="0" y="191"/>
                  </a:cubicBezTo>
                  <a:cubicBezTo>
                    <a:pt x="24" y="263"/>
                    <a:pt x="96" y="334"/>
                    <a:pt x="191" y="334"/>
                  </a:cubicBezTo>
                  <a:lnTo>
                    <a:pt x="4382" y="334"/>
                  </a:lnTo>
                  <a:cubicBezTo>
                    <a:pt x="4477" y="334"/>
                    <a:pt x="4549" y="263"/>
                    <a:pt x="4549" y="144"/>
                  </a:cubicBezTo>
                  <a:cubicBezTo>
                    <a:pt x="4525" y="48"/>
                    <a:pt x="4477" y="1"/>
                    <a:pt x="4382"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8" name="Google Shape;28258;p152"/>
            <p:cNvSpPr/>
            <p:nvPr/>
          </p:nvSpPr>
          <p:spPr>
            <a:xfrm>
              <a:off x="3270158" y="2513083"/>
              <a:ext cx="357598" cy="206700"/>
            </a:xfrm>
            <a:custGeom>
              <a:rect b="b" l="l" r="r" t="t"/>
              <a:pathLst>
                <a:path extrusionOk="0" h="6360" w="11003">
                  <a:moveTo>
                    <a:pt x="453" y="1"/>
                  </a:moveTo>
                  <a:cubicBezTo>
                    <a:pt x="215" y="1"/>
                    <a:pt x="0" y="191"/>
                    <a:pt x="0" y="429"/>
                  </a:cubicBezTo>
                  <a:lnTo>
                    <a:pt x="0" y="6121"/>
                  </a:lnTo>
                  <a:lnTo>
                    <a:pt x="5573" y="6359"/>
                  </a:lnTo>
                  <a:lnTo>
                    <a:pt x="11003" y="6121"/>
                  </a:lnTo>
                  <a:lnTo>
                    <a:pt x="11003" y="429"/>
                  </a:lnTo>
                  <a:cubicBezTo>
                    <a:pt x="11003" y="191"/>
                    <a:pt x="10812" y="1"/>
                    <a:pt x="1057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9" name="Google Shape;28259;p152"/>
            <p:cNvSpPr/>
            <p:nvPr/>
          </p:nvSpPr>
          <p:spPr>
            <a:xfrm>
              <a:off x="3592136" y="2513083"/>
              <a:ext cx="35620" cy="206700"/>
            </a:xfrm>
            <a:custGeom>
              <a:rect b="b" l="l" r="r" t="t"/>
              <a:pathLst>
                <a:path extrusionOk="0" h="6360" w="1096">
                  <a:moveTo>
                    <a:pt x="0" y="1"/>
                  </a:moveTo>
                  <a:cubicBezTo>
                    <a:pt x="238" y="1"/>
                    <a:pt x="453" y="168"/>
                    <a:pt x="453" y="406"/>
                  </a:cubicBezTo>
                  <a:lnTo>
                    <a:pt x="453" y="6359"/>
                  </a:lnTo>
                  <a:lnTo>
                    <a:pt x="1096" y="6121"/>
                  </a:lnTo>
                  <a:lnTo>
                    <a:pt x="1096" y="429"/>
                  </a:lnTo>
                  <a:cubicBezTo>
                    <a:pt x="1096" y="191"/>
                    <a:pt x="905"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0" name="Google Shape;28260;p152"/>
            <p:cNvSpPr/>
            <p:nvPr/>
          </p:nvSpPr>
          <p:spPr>
            <a:xfrm>
              <a:off x="3312733" y="2656278"/>
              <a:ext cx="128505" cy="56517"/>
            </a:xfrm>
            <a:custGeom>
              <a:rect b="b" l="l" r="r" t="t"/>
              <a:pathLst>
                <a:path extrusionOk="0" h="1739" w="3954">
                  <a:moveTo>
                    <a:pt x="1453" y="0"/>
                  </a:moveTo>
                  <a:lnTo>
                    <a:pt x="1453" y="620"/>
                  </a:lnTo>
                  <a:cubicBezTo>
                    <a:pt x="1453" y="667"/>
                    <a:pt x="1429" y="739"/>
                    <a:pt x="1358" y="739"/>
                  </a:cubicBezTo>
                  <a:lnTo>
                    <a:pt x="405" y="1120"/>
                  </a:lnTo>
                  <a:cubicBezTo>
                    <a:pt x="286" y="1191"/>
                    <a:pt x="167" y="1263"/>
                    <a:pt x="119" y="1429"/>
                  </a:cubicBezTo>
                  <a:cubicBezTo>
                    <a:pt x="96" y="1501"/>
                    <a:pt x="24" y="1620"/>
                    <a:pt x="0" y="1739"/>
                  </a:cubicBezTo>
                  <a:lnTo>
                    <a:pt x="3953" y="1739"/>
                  </a:lnTo>
                  <a:cubicBezTo>
                    <a:pt x="3930" y="1620"/>
                    <a:pt x="3906" y="1548"/>
                    <a:pt x="3834" y="1406"/>
                  </a:cubicBezTo>
                  <a:cubicBezTo>
                    <a:pt x="3787" y="1286"/>
                    <a:pt x="3668" y="1167"/>
                    <a:pt x="3549" y="1120"/>
                  </a:cubicBezTo>
                  <a:lnTo>
                    <a:pt x="2596" y="739"/>
                  </a:lnTo>
                  <a:cubicBezTo>
                    <a:pt x="2525" y="691"/>
                    <a:pt x="2501" y="667"/>
                    <a:pt x="2501" y="620"/>
                  </a:cubicBezTo>
                  <a:lnTo>
                    <a:pt x="2501" y="0"/>
                  </a:ln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1" name="Google Shape;28261;p152"/>
            <p:cNvSpPr/>
            <p:nvPr/>
          </p:nvSpPr>
          <p:spPr>
            <a:xfrm>
              <a:off x="3328983" y="2547923"/>
              <a:ext cx="100653" cy="99872"/>
            </a:xfrm>
            <a:custGeom>
              <a:rect b="b" l="l" r="r" t="t"/>
              <a:pathLst>
                <a:path extrusionOk="0" h="3073" w="3097">
                  <a:moveTo>
                    <a:pt x="1548" y="0"/>
                  </a:moveTo>
                  <a:cubicBezTo>
                    <a:pt x="691" y="0"/>
                    <a:pt x="0" y="691"/>
                    <a:pt x="0" y="1548"/>
                  </a:cubicBezTo>
                  <a:cubicBezTo>
                    <a:pt x="0" y="2382"/>
                    <a:pt x="691" y="3073"/>
                    <a:pt x="1548" y="3073"/>
                  </a:cubicBezTo>
                  <a:cubicBezTo>
                    <a:pt x="2406" y="3073"/>
                    <a:pt x="3096" y="2382"/>
                    <a:pt x="3096" y="1548"/>
                  </a:cubicBezTo>
                  <a:cubicBezTo>
                    <a:pt x="3096" y="691"/>
                    <a:pt x="2406" y="0"/>
                    <a:pt x="154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2" name="Google Shape;28262;p152"/>
            <p:cNvSpPr/>
            <p:nvPr/>
          </p:nvSpPr>
          <p:spPr>
            <a:xfrm>
              <a:off x="3328203" y="2579091"/>
              <a:ext cx="102213" cy="95615"/>
            </a:xfrm>
            <a:custGeom>
              <a:rect b="b" l="l" r="r" t="t"/>
              <a:pathLst>
                <a:path extrusionOk="0" h="2942" w="3145">
                  <a:moveTo>
                    <a:pt x="2253" y="1"/>
                  </a:moveTo>
                  <a:cubicBezTo>
                    <a:pt x="2110" y="1"/>
                    <a:pt x="1912" y="262"/>
                    <a:pt x="1787" y="304"/>
                  </a:cubicBezTo>
                  <a:cubicBezTo>
                    <a:pt x="1644" y="351"/>
                    <a:pt x="1572" y="351"/>
                    <a:pt x="1358" y="351"/>
                  </a:cubicBezTo>
                  <a:cubicBezTo>
                    <a:pt x="1211" y="309"/>
                    <a:pt x="1026" y="26"/>
                    <a:pt x="887" y="26"/>
                  </a:cubicBezTo>
                  <a:cubicBezTo>
                    <a:pt x="868" y="26"/>
                    <a:pt x="851" y="31"/>
                    <a:pt x="834" y="42"/>
                  </a:cubicBezTo>
                  <a:cubicBezTo>
                    <a:pt x="763" y="65"/>
                    <a:pt x="739" y="137"/>
                    <a:pt x="715" y="185"/>
                  </a:cubicBezTo>
                  <a:cubicBezTo>
                    <a:pt x="572" y="542"/>
                    <a:pt x="1" y="2090"/>
                    <a:pt x="1072" y="2780"/>
                  </a:cubicBezTo>
                  <a:cubicBezTo>
                    <a:pt x="1215" y="2887"/>
                    <a:pt x="1394" y="2941"/>
                    <a:pt x="1572" y="2941"/>
                  </a:cubicBezTo>
                  <a:cubicBezTo>
                    <a:pt x="1751" y="2941"/>
                    <a:pt x="1930" y="2887"/>
                    <a:pt x="2072" y="2780"/>
                  </a:cubicBezTo>
                  <a:cubicBezTo>
                    <a:pt x="3144" y="2090"/>
                    <a:pt x="2596" y="542"/>
                    <a:pt x="2430" y="185"/>
                  </a:cubicBezTo>
                  <a:cubicBezTo>
                    <a:pt x="2406" y="89"/>
                    <a:pt x="2382" y="42"/>
                    <a:pt x="2311" y="18"/>
                  </a:cubicBezTo>
                  <a:cubicBezTo>
                    <a:pt x="2293" y="6"/>
                    <a:pt x="2274" y="1"/>
                    <a:pt x="2253"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3" name="Google Shape;28263;p152"/>
            <p:cNvSpPr/>
            <p:nvPr/>
          </p:nvSpPr>
          <p:spPr>
            <a:xfrm>
              <a:off x="3373866" y="2664013"/>
              <a:ext cx="68153" cy="48783"/>
            </a:xfrm>
            <a:custGeom>
              <a:rect b="b" l="l" r="r" t="t"/>
              <a:pathLst>
                <a:path extrusionOk="0" h="1501" w="2097">
                  <a:moveTo>
                    <a:pt x="644" y="1"/>
                  </a:moveTo>
                  <a:lnTo>
                    <a:pt x="1" y="191"/>
                  </a:lnTo>
                  <a:lnTo>
                    <a:pt x="1" y="525"/>
                  </a:lnTo>
                  <a:cubicBezTo>
                    <a:pt x="1" y="596"/>
                    <a:pt x="24" y="644"/>
                    <a:pt x="72" y="644"/>
                  </a:cubicBezTo>
                  <a:lnTo>
                    <a:pt x="1025" y="1025"/>
                  </a:lnTo>
                  <a:cubicBezTo>
                    <a:pt x="1191" y="1096"/>
                    <a:pt x="1263" y="1191"/>
                    <a:pt x="1334" y="1334"/>
                  </a:cubicBezTo>
                  <a:cubicBezTo>
                    <a:pt x="1358" y="1382"/>
                    <a:pt x="1382" y="1453"/>
                    <a:pt x="1382" y="1501"/>
                  </a:cubicBezTo>
                  <a:lnTo>
                    <a:pt x="2096" y="1501"/>
                  </a:lnTo>
                  <a:cubicBezTo>
                    <a:pt x="2072" y="1429"/>
                    <a:pt x="2049" y="1310"/>
                    <a:pt x="1977" y="1215"/>
                  </a:cubicBezTo>
                  <a:cubicBezTo>
                    <a:pt x="1930" y="1096"/>
                    <a:pt x="1811" y="977"/>
                    <a:pt x="1691" y="906"/>
                  </a:cubicBezTo>
                  <a:lnTo>
                    <a:pt x="739" y="525"/>
                  </a:lnTo>
                  <a:cubicBezTo>
                    <a:pt x="667" y="501"/>
                    <a:pt x="644" y="453"/>
                    <a:pt x="644" y="405"/>
                  </a:cubicBezTo>
                  <a:lnTo>
                    <a:pt x="644" y="1"/>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4" name="Google Shape;28264;p152"/>
            <p:cNvSpPr/>
            <p:nvPr/>
          </p:nvSpPr>
          <p:spPr>
            <a:xfrm>
              <a:off x="3368438" y="2547923"/>
              <a:ext cx="61197" cy="92917"/>
            </a:xfrm>
            <a:custGeom>
              <a:rect b="b" l="l" r="r" t="t"/>
              <a:pathLst>
                <a:path extrusionOk="0" h="2859" w="1883">
                  <a:moveTo>
                    <a:pt x="334" y="0"/>
                  </a:moveTo>
                  <a:cubicBezTo>
                    <a:pt x="215" y="0"/>
                    <a:pt x="96" y="0"/>
                    <a:pt x="1" y="24"/>
                  </a:cubicBezTo>
                  <a:cubicBezTo>
                    <a:pt x="692" y="167"/>
                    <a:pt x="1239" y="786"/>
                    <a:pt x="1239" y="1548"/>
                  </a:cubicBezTo>
                  <a:cubicBezTo>
                    <a:pt x="1239" y="1691"/>
                    <a:pt x="1192" y="1810"/>
                    <a:pt x="1168" y="1929"/>
                  </a:cubicBezTo>
                  <a:lnTo>
                    <a:pt x="1168" y="2858"/>
                  </a:lnTo>
                  <a:cubicBezTo>
                    <a:pt x="1596" y="2572"/>
                    <a:pt x="1882" y="2096"/>
                    <a:pt x="1882" y="1548"/>
                  </a:cubicBezTo>
                  <a:cubicBezTo>
                    <a:pt x="1882" y="667"/>
                    <a:pt x="1192" y="0"/>
                    <a:pt x="334"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5" name="Google Shape;28265;p152"/>
            <p:cNvSpPr/>
            <p:nvPr/>
          </p:nvSpPr>
          <p:spPr>
            <a:xfrm>
              <a:off x="3367691" y="2578993"/>
              <a:ext cx="61945" cy="94055"/>
            </a:xfrm>
            <a:custGeom>
              <a:rect b="b" l="l" r="r" t="t"/>
              <a:pathLst>
                <a:path extrusionOk="0" h="2894" w="1906">
                  <a:moveTo>
                    <a:pt x="1037" y="0"/>
                  </a:moveTo>
                  <a:cubicBezTo>
                    <a:pt x="919" y="0"/>
                    <a:pt x="757" y="202"/>
                    <a:pt x="595" y="283"/>
                  </a:cubicBezTo>
                  <a:cubicBezTo>
                    <a:pt x="786" y="783"/>
                    <a:pt x="1167" y="2140"/>
                    <a:pt x="191" y="2760"/>
                  </a:cubicBezTo>
                  <a:lnTo>
                    <a:pt x="0" y="2855"/>
                  </a:lnTo>
                  <a:cubicBezTo>
                    <a:pt x="94" y="2880"/>
                    <a:pt x="197" y="2894"/>
                    <a:pt x="302" y="2894"/>
                  </a:cubicBezTo>
                  <a:cubicBezTo>
                    <a:pt x="489" y="2894"/>
                    <a:pt x="681" y="2851"/>
                    <a:pt x="834" y="2760"/>
                  </a:cubicBezTo>
                  <a:cubicBezTo>
                    <a:pt x="1905" y="2069"/>
                    <a:pt x="1381" y="521"/>
                    <a:pt x="1215" y="164"/>
                  </a:cubicBezTo>
                  <a:cubicBezTo>
                    <a:pt x="1191" y="116"/>
                    <a:pt x="1167" y="45"/>
                    <a:pt x="1096" y="21"/>
                  </a:cubicBezTo>
                  <a:cubicBezTo>
                    <a:pt x="1078" y="7"/>
                    <a:pt x="1058" y="0"/>
                    <a:pt x="1037"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6" name="Google Shape;28266;p152"/>
            <p:cNvSpPr/>
            <p:nvPr/>
          </p:nvSpPr>
          <p:spPr>
            <a:xfrm>
              <a:off x="3472926" y="2547143"/>
              <a:ext cx="11668" cy="11635"/>
            </a:xfrm>
            <a:custGeom>
              <a:rect b="b" l="l" r="r" t="t"/>
              <a:pathLst>
                <a:path extrusionOk="0" h="358" w="359">
                  <a:moveTo>
                    <a:pt x="191" y="1"/>
                  </a:moveTo>
                  <a:cubicBezTo>
                    <a:pt x="96" y="1"/>
                    <a:pt x="1" y="96"/>
                    <a:pt x="1" y="191"/>
                  </a:cubicBezTo>
                  <a:cubicBezTo>
                    <a:pt x="1" y="286"/>
                    <a:pt x="96" y="358"/>
                    <a:pt x="191" y="358"/>
                  </a:cubicBezTo>
                  <a:cubicBezTo>
                    <a:pt x="287" y="358"/>
                    <a:pt x="358" y="286"/>
                    <a:pt x="358" y="191"/>
                  </a:cubicBezTo>
                  <a:cubicBezTo>
                    <a:pt x="358" y="96"/>
                    <a:pt x="287" y="1"/>
                    <a:pt x="191"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7" name="Google Shape;28267;p152"/>
            <p:cNvSpPr/>
            <p:nvPr/>
          </p:nvSpPr>
          <p:spPr>
            <a:xfrm>
              <a:off x="3472926" y="2596673"/>
              <a:ext cx="11668" cy="11635"/>
            </a:xfrm>
            <a:custGeom>
              <a:rect b="b" l="l" r="r" t="t"/>
              <a:pathLst>
                <a:path extrusionOk="0" h="358" w="359">
                  <a:moveTo>
                    <a:pt x="191" y="1"/>
                  </a:moveTo>
                  <a:cubicBezTo>
                    <a:pt x="96" y="1"/>
                    <a:pt x="1" y="96"/>
                    <a:pt x="1" y="191"/>
                  </a:cubicBezTo>
                  <a:cubicBezTo>
                    <a:pt x="1" y="287"/>
                    <a:pt x="96" y="358"/>
                    <a:pt x="191" y="358"/>
                  </a:cubicBezTo>
                  <a:cubicBezTo>
                    <a:pt x="287" y="358"/>
                    <a:pt x="358" y="287"/>
                    <a:pt x="358" y="191"/>
                  </a:cubicBezTo>
                  <a:cubicBezTo>
                    <a:pt x="358" y="96"/>
                    <a:pt x="287" y="1"/>
                    <a:pt x="191"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8" name="Google Shape;28268;p152"/>
            <p:cNvSpPr/>
            <p:nvPr/>
          </p:nvSpPr>
          <p:spPr>
            <a:xfrm>
              <a:off x="3472926" y="2646983"/>
              <a:ext cx="11668" cy="11635"/>
            </a:xfrm>
            <a:custGeom>
              <a:rect b="b" l="l" r="r" t="t"/>
              <a:pathLst>
                <a:path extrusionOk="0" h="358" w="359">
                  <a:moveTo>
                    <a:pt x="191" y="1"/>
                  </a:moveTo>
                  <a:cubicBezTo>
                    <a:pt x="96" y="1"/>
                    <a:pt x="1" y="96"/>
                    <a:pt x="1" y="191"/>
                  </a:cubicBezTo>
                  <a:cubicBezTo>
                    <a:pt x="1" y="286"/>
                    <a:pt x="96" y="358"/>
                    <a:pt x="191" y="358"/>
                  </a:cubicBezTo>
                  <a:cubicBezTo>
                    <a:pt x="287" y="358"/>
                    <a:pt x="358" y="286"/>
                    <a:pt x="358" y="191"/>
                  </a:cubicBezTo>
                  <a:cubicBezTo>
                    <a:pt x="358" y="96"/>
                    <a:pt x="287" y="1"/>
                    <a:pt x="191"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9" name="Google Shape;28269;p152"/>
            <p:cNvSpPr/>
            <p:nvPr/>
          </p:nvSpPr>
          <p:spPr>
            <a:xfrm>
              <a:off x="3494603" y="2548703"/>
              <a:ext cx="106080" cy="10855"/>
            </a:xfrm>
            <a:custGeom>
              <a:rect b="b" l="l" r="r" t="t"/>
              <a:pathLst>
                <a:path extrusionOk="0" h="334" w="3264">
                  <a:moveTo>
                    <a:pt x="167" y="0"/>
                  </a:moveTo>
                  <a:cubicBezTo>
                    <a:pt x="48" y="0"/>
                    <a:pt x="1" y="96"/>
                    <a:pt x="1" y="167"/>
                  </a:cubicBezTo>
                  <a:cubicBezTo>
                    <a:pt x="24" y="262"/>
                    <a:pt x="96" y="334"/>
                    <a:pt x="167" y="334"/>
                  </a:cubicBezTo>
                  <a:lnTo>
                    <a:pt x="3097" y="334"/>
                  </a:lnTo>
                  <a:cubicBezTo>
                    <a:pt x="3192" y="334"/>
                    <a:pt x="3263" y="238"/>
                    <a:pt x="3263" y="143"/>
                  </a:cubicBezTo>
                  <a:cubicBezTo>
                    <a:pt x="3239" y="48"/>
                    <a:pt x="3192" y="0"/>
                    <a:pt x="3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0" name="Google Shape;28270;p152"/>
            <p:cNvSpPr/>
            <p:nvPr/>
          </p:nvSpPr>
          <p:spPr>
            <a:xfrm>
              <a:off x="3495383" y="2569601"/>
              <a:ext cx="56518" cy="10855"/>
            </a:xfrm>
            <a:custGeom>
              <a:rect b="b" l="l" r="r" t="t"/>
              <a:pathLst>
                <a:path extrusionOk="0" h="334" w="1739">
                  <a:moveTo>
                    <a:pt x="143" y="0"/>
                  </a:moveTo>
                  <a:cubicBezTo>
                    <a:pt x="72" y="0"/>
                    <a:pt x="0" y="96"/>
                    <a:pt x="0" y="191"/>
                  </a:cubicBezTo>
                  <a:cubicBezTo>
                    <a:pt x="0" y="286"/>
                    <a:pt x="96" y="334"/>
                    <a:pt x="191" y="334"/>
                  </a:cubicBezTo>
                  <a:lnTo>
                    <a:pt x="1572" y="334"/>
                  </a:lnTo>
                  <a:cubicBezTo>
                    <a:pt x="1668" y="334"/>
                    <a:pt x="1739" y="238"/>
                    <a:pt x="1739" y="143"/>
                  </a:cubicBezTo>
                  <a:cubicBezTo>
                    <a:pt x="1739" y="72"/>
                    <a:pt x="1644" y="0"/>
                    <a:pt x="1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1" name="Google Shape;28271;p152"/>
            <p:cNvSpPr/>
            <p:nvPr/>
          </p:nvSpPr>
          <p:spPr>
            <a:xfrm>
              <a:off x="3494603" y="2596673"/>
              <a:ext cx="106080" cy="10888"/>
            </a:xfrm>
            <a:custGeom>
              <a:rect b="b" l="l" r="r" t="t"/>
              <a:pathLst>
                <a:path extrusionOk="0" h="335" w="3264">
                  <a:moveTo>
                    <a:pt x="167" y="1"/>
                  </a:moveTo>
                  <a:cubicBezTo>
                    <a:pt x="48" y="1"/>
                    <a:pt x="1" y="96"/>
                    <a:pt x="1" y="191"/>
                  </a:cubicBezTo>
                  <a:cubicBezTo>
                    <a:pt x="24" y="287"/>
                    <a:pt x="96" y="334"/>
                    <a:pt x="167" y="334"/>
                  </a:cubicBezTo>
                  <a:lnTo>
                    <a:pt x="3097" y="334"/>
                  </a:lnTo>
                  <a:cubicBezTo>
                    <a:pt x="3192" y="334"/>
                    <a:pt x="3263" y="287"/>
                    <a:pt x="3263" y="144"/>
                  </a:cubicBezTo>
                  <a:cubicBezTo>
                    <a:pt x="3239" y="72"/>
                    <a:pt x="3192"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2" name="Google Shape;28272;p152"/>
            <p:cNvSpPr/>
            <p:nvPr/>
          </p:nvSpPr>
          <p:spPr>
            <a:xfrm>
              <a:off x="3495383" y="2618351"/>
              <a:ext cx="56518" cy="10855"/>
            </a:xfrm>
            <a:custGeom>
              <a:rect b="b" l="l" r="r" t="t"/>
              <a:pathLst>
                <a:path extrusionOk="0" h="334" w="1739">
                  <a:moveTo>
                    <a:pt x="143" y="1"/>
                  </a:moveTo>
                  <a:cubicBezTo>
                    <a:pt x="72" y="1"/>
                    <a:pt x="0" y="72"/>
                    <a:pt x="0" y="167"/>
                  </a:cubicBezTo>
                  <a:cubicBezTo>
                    <a:pt x="0" y="263"/>
                    <a:pt x="96" y="334"/>
                    <a:pt x="191" y="334"/>
                  </a:cubicBezTo>
                  <a:lnTo>
                    <a:pt x="1572" y="334"/>
                  </a:lnTo>
                  <a:cubicBezTo>
                    <a:pt x="1668" y="334"/>
                    <a:pt x="1739" y="263"/>
                    <a:pt x="1739" y="143"/>
                  </a:cubicBezTo>
                  <a:cubicBezTo>
                    <a:pt x="1739" y="48"/>
                    <a:pt x="1644"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3" name="Google Shape;28273;p152"/>
            <p:cNvSpPr/>
            <p:nvPr/>
          </p:nvSpPr>
          <p:spPr>
            <a:xfrm>
              <a:off x="3494603" y="2645456"/>
              <a:ext cx="106080" cy="10855"/>
            </a:xfrm>
            <a:custGeom>
              <a:rect b="b" l="l" r="r" t="t"/>
              <a:pathLst>
                <a:path extrusionOk="0" h="334" w="3264">
                  <a:moveTo>
                    <a:pt x="167" y="0"/>
                  </a:moveTo>
                  <a:cubicBezTo>
                    <a:pt x="48" y="0"/>
                    <a:pt x="1" y="95"/>
                    <a:pt x="1" y="167"/>
                  </a:cubicBezTo>
                  <a:cubicBezTo>
                    <a:pt x="24" y="262"/>
                    <a:pt x="96" y="333"/>
                    <a:pt x="167" y="333"/>
                  </a:cubicBezTo>
                  <a:lnTo>
                    <a:pt x="3097" y="333"/>
                  </a:lnTo>
                  <a:cubicBezTo>
                    <a:pt x="3192" y="333"/>
                    <a:pt x="3263" y="238"/>
                    <a:pt x="3263" y="143"/>
                  </a:cubicBezTo>
                  <a:cubicBezTo>
                    <a:pt x="3239" y="48"/>
                    <a:pt x="3192" y="0"/>
                    <a:pt x="30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4" name="Google Shape;28274;p152"/>
            <p:cNvSpPr/>
            <p:nvPr/>
          </p:nvSpPr>
          <p:spPr>
            <a:xfrm>
              <a:off x="3495383" y="2667881"/>
              <a:ext cx="56518" cy="10108"/>
            </a:xfrm>
            <a:custGeom>
              <a:rect b="b" l="l" r="r" t="t"/>
              <a:pathLst>
                <a:path extrusionOk="0" h="311" w="1739">
                  <a:moveTo>
                    <a:pt x="143" y="1"/>
                  </a:moveTo>
                  <a:cubicBezTo>
                    <a:pt x="72" y="1"/>
                    <a:pt x="0" y="72"/>
                    <a:pt x="0" y="167"/>
                  </a:cubicBezTo>
                  <a:cubicBezTo>
                    <a:pt x="0" y="263"/>
                    <a:pt x="96" y="310"/>
                    <a:pt x="191" y="310"/>
                  </a:cubicBezTo>
                  <a:lnTo>
                    <a:pt x="1572" y="310"/>
                  </a:lnTo>
                  <a:cubicBezTo>
                    <a:pt x="1668" y="310"/>
                    <a:pt x="1739" y="239"/>
                    <a:pt x="1739" y="144"/>
                  </a:cubicBezTo>
                  <a:cubicBezTo>
                    <a:pt x="1739" y="48"/>
                    <a:pt x="1644"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5" name="Google Shape;28275;p152"/>
            <p:cNvSpPr/>
            <p:nvPr/>
          </p:nvSpPr>
          <p:spPr>
            <a:xfrm>
              <a:off x="3270938" y="2712016"/>
              <a:ext cx="358378" cy="38708"/>
            </a:xfrm>
            <a:custGeom>
              <a:rect b="b" l="l" r="r" t="t"/>
              <a:pathLst>
                <a:path extrusionOk="0" h="1191" w="11027">
                  <a:moveTo>
                    <a:pt x="0" y="0"/>
                  </a:moveTo>
                  <a:lnTo>
                    <a:pt x="0" y="738"/>
                  </a:lnTo>
                  <a:cubicBezTo>
                    <a:pt x="0" y="977"/>
                    <a:pt x="215" y="1191"/>
                    <a:pt x="453" y="1191"/>
                  </a:cubicBezTo>
                  <a:lnTo>
                    <a:pt x="10574" y="1191"/>
                  </a:lnTo>
                  <a:cubicBezTo>
                    <a:pt x="10812" y="1191"/>
                    <a:pt x="11026" y="977"/>
                    <a:pt x="11026" y="738"/>
                  </a:cubicBezTo>
                  <a:lnTo>
                    <a:pt x="11026"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6" name="Google Shape;28276;p152"/>
            <p:cNvSpPr/>
            <p:nvPr/>
          </p:nvSpPr>
          <p:spPr>
            <a:xfrm>
              <a:off x="3592136" y="2712016"/>
              <a:ext cx="35620" cy="38708"/>
            </a:xfrm>
            <a:custGeom>
              <a:rect b="b" l="l" r="r" t="t"/>
              <a:pathLst>
                <a:path extrusionOk="0" h="1191" w="1096">
                  <a:moveTo>
                    <a:pt x="453" y="0"/>
                  </a:moveTo>
                  <a:lnTo>
                    <a:pt x="453" y="738"/>
                  </a:lnTo>
                  <a:cubicBezTo>
                    <a:pt x="453" y="977"/>
                    <a:pt x="238" y="1191"/>
                    <a:pt x="0" y="1191"/>
                  </a:cubicBezTo>
                  <a:lnTo>
                    <a:pt x="667" y="1191"/>
                  </a:lnTo>
                  <a:cubicBezTo>
                    <a:pt x="905" y="1191"/>
                    <a:pt x="1096" y="977"/>
                    <a:pt x="1096" y="738"/>
                  </a:cubicBezTo>
                  <a:lnTo>
                    <a:pt x="1096"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7" name="Google Shape;28277;p152"/>
          <p:cNvGrpSpPr/>
          <p:nvPr/>
        </p:nvGrpSpPr>
        <p:grpSpPr>
          <a:xfrm>
            <a:off x="2541086" y="2330523"/>
            <a:ext cx="358378" cy="355258"/>
            <a:chOff x="2541086" y="2482923"/>
            <a:chExt cx="358378" cy="355258"/>
          </a:xfrm>
        </p:grpSpPr>
        <p:sp>
          <p:nvSpPr>
            <p:cNvPr id="28278" name="Google Shape;28278;p152"/>
            <p:cNvSpPr/>
            <p:nvPr/>
          </p:nvSpPr>
          <p:spPr>
            <a:xfrm>
              <a:off x="2577453" y="2777016"/>
              <a:ext cx="285642" cy="61165"/>
            </a:xfrm>
            <a:custGeom>
              <a:rect b="b" l="l" r="r" t="t"/>
              <a:pathLst>
                <a:path extrusionOk="0" h="1882" w="8789">
                  <a:moveTo>
                    <a:pt x="382" y="1"/>
                  </a:moveTo>
                  <a:cubicBezTo>
                    <a:pt x="167" y="1"/>
                    <a:pt x="1" y="167"/>
                    <a:pt x="1" y="382"/>
                  </a:cubicBezTo>
                  <a:lnTo>
                    <a:pt x="1" y="1668"/>
                  </a:lnTo>
                  <a:cubicBezTo>
                    <a:pt x="1" y="1787"/>
                    <a:pt x="96" y="1882"/>
                    <a:pt x="215" y="1882"/>
                  </a:cubicBezTo>
                  <a:lnTo>
                    <a:pt x="8574" y="1882"/>
                  </a:lnTo>
                  <a:cubicBezTo>
                    <a:pt x="8693" y="1882"/>
                    <a:pt x="8788" y="1787"/>
                    <a:pt x="8788" y="1668"/>
                  </a:cubicBezTo>
                  <a:lnTo>
                    <a:pt x="8788" y="382"/>
                  </a:lnTo>
                  <a:cubicBezTo>
                    <a:pt x="8788" y="167"/>
                    <a:pt x="8598" y="1"/>
                    <a:pt x="838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9" name="Google Shape;28279;p152"/>
            <p:cNvSpPr/>
            <p:nvPr/>
          </p:nvSpPr>
          <p:spPr>
            <a:xfrm>
              <a:off x="2563511" y="2482923"/>
              <a:ext cx="312715" cy="209755"/>
            </a:xfrm>
            <a:custGeom>
              <a:rect b="b" l="l" r="r" t="t"/>
              <a:pathLst>
                <a:path extrusionOk="0" h="6454" w="9622">
                  <a:moveTo>
                    <a:pt x="430" y="0"/>
                  </a:moveTo>
                  <a:cubicBezTo>
                    <a:pt x="191" y="0"/>
                    <a:pt x="1" y="167"/>
                    <a:pt x="1" y="405"/>
                  </a:cubicBezTo>
                  <a:lnTo>
                    <a:pt x="1" y="6239"/>
                  </a:lnTo>
                  <a:lnTo>
                    <a:pt x="4811" y="6454"/>
                  </a:lnTo>
                  <a:lnTo>
                    <a:pt x="9598" y="6239"/>
                  </a:lnTo>
                  <a:lnTo>
                    <a:pt x="9598" y="405"/>
                  </a:lnTo>
                  <a:cubicBezTo>
                    <a:pt x="9622" y="167"/>
                    <a:pt x="9455" y="0"/>
                    <a:pt x="9217"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0" name="Google Shape;28280;p152"/>
            <p:cNvSpPr/>
            <p:nvPr/>
          </p:nvSpPr>
          <p:spPr>
            <a:xfrm>
              <a:off x="2586748" y="2504568"/>
              <a:ext cx="265492" cy="187330"/>
            </a:xfrm>
            <a:custGeom>
              <a:rect b="b" l="l" r="r" t="t"/>
              <a:pathLst>
                <a:path extrusionOk="0" h="5764" w="8169">
                  <a:moveTo>
                    <a:pt x="191" y="1"/>
                  </a:moveTo>
                  <a:cubicBezTo>
                    <a:pt x="96" y="1"/>
                    <a:pt x="0" y="96"/>
                    <a:pt x="0" y="191"/>
                  </a:cubicBezTo>
                  <a:lnTo>
                    <a:pt x="0" y="5550"/>
                  </a:lnTo>
                  <a:lnTo>
                    <a:pt x="4096" y="5764"/>
                  </a:lnTo>
                  <a:lnTo>
                    <a:pt x="8169" y="5550"/>
                  </a:lnTo>
                  <a:lnTo>
                    <a:pt x="8169" y="191"/>
                  </a:lnTo>
                  <a:cubicBezTo>
                    <a:pt x="8169" y="96"/>
                    <a:pt x="8073" y="1"/>
                    <a:pt x="797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1" name="Google Shape;28281;p152"/>
            <p:cNvSpPr/>
            <p:nvPr/>
          </p:nvSpPr>
          <p:spPr>
            <a:xfrm>
              <a:off x="2825883" y="2504568"/>
              <a:ext cx="27138" cy="180375"/>
            </a:xfrm>
            <a:custGeom>
              <a:rect b="b" l="l" r="r" t="t"/>
              <a:pathLst>
                <a:path extrusionOk="0" h="5550" w="835">
                  <a:moveTo>
                    <a:pt x="1" y="1"/>
                  </a:moveTo>
                  <a:cubicBezTo>
                    <a:pt x="96" y="1"/>
                    <a:pt x="191" y="96"/>
                    <a:pt x="191" y="191"/>
                  </a:cubicBezTo>
                  <a:lnTo>
                    <a:pt x="191" y="5550"/>
                  </a:lnTo>
                  <a:lnTo>
                    <a:pt x="834" y="5550"/>
                  </a:lnTo>
                  <a:lnTo>
                    <a:pt x="834" y="191"/>
                  </a:lnTo>
                  <a:cubicBezTo>
                    <a:pt x="834" y="96"/>
                    <a:pt x="739" y="1"/>
                    <a:pt x="668"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2" name="Google Shape;28282;p152"/>
            <p:cNvSpPr/>
            <p:nvPr/>
          </p:nvSpPr>
          <p:spPr>
            <a:xfrm>
              <a:off x="2841386" y="2482923"/>
              <a:ext cx="34840" cy="209755"/>
            </a:xfrm>
            <a:custGeom>
              <a:rect b="b" l="l" r="r" t="t"/>
              <a:pathLst>
                <a:path extrusionOk="0" h="6454" w="1072">
                  <a:moveTo>
                    <a:pt x="0" y="0"/>
                  </a:moveTo>
                  <a:cubicBezTo>
                    <a:pt x="238" y="0"/>
                    <a:pt x="429" y="167"/>
                    <a:pt x="429" y="405"/>
                  </a:cubicBezTo>
                  <a:lnTo>
                    <a:pt x="429" y="6239"/>
                  </a:lnTo>
                  <a:lnTo>
                    <a:pt x="786" y="6454"/>
                  </a:lnTo>
                  <a:lnTo>
                    <a:pt x="1072" y="6239"/>
                  </a:lnTo>
                  <a:lnTo>
                    <a:pt x="1072" y="405"/>
                  </a:lnTo>
                  <a:cubicBezTo>
                    <a:pt x="1072" y="167"/>
                    <a:pt x="881" y="0"/>
                    <a:pt x="667"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3" name="Google Shape;28283;p152"/>
            <p:cNvSpPr/>
            <p:nvPr/>
          </p:nvSpPr>
          <p:spPr>
            <a:xfrm>
              <a:off x="2659483" y="2631513"/>
              <a:ext cx="120022" cy="60385"/>
            </a:xfrm>
            <a:custGeom>
              <a:rect b="b" l="l" r="r" t="t"/>
              <a:pathLst>
                <a:path extrusionOk="0" h="1858" w="3693">
                  <a:moveTo>
                    <a:pt x="1382" y="0"/>
                  </a:moveTo>
                  <a:lnTo>
                    <a:pt x="1382" y="596"/>
                  </a:lnTo>
                  <a:cubicBezTo>
                    <a:pt x="1382" y="667"/>
                    <a:pt x="1334" y="691"/>
                    <a:pt x="1287" y="715"/>
                  </a:cubicBezTo>
                  <a:lnTo>
                    <a:pt x="382" y="1072"/>
                  </a:lnTo>
                  <a:cubicBezTo>
                    <a:pt x="263" y="1144"/>
                    <a:pt x="144" y="1239"/>
                    <a:pt x="120" y="1358"/>
                  </a:cubicBezTo>
                  <a:cubicBezTo>
                    <a:pt x="96" y="1429"/>
                    <a:pt x="25" y="1548"/>
                    <a:pt x="1" y="1644"/>
                  </a:cubicBezTo>
                  <a:lnTo>
                    <a:pt x="1811" y="1858"/>
                  </a:lnTo>
                  <a:lnTo>
                    <a:pt x="3692" y="1644"/>
                  </a:lnTo>
                  <a:cubicBezTo>
                    <a:pt x="3668" y="1548"/>
                    <a:pt x="3644" y="1429"/>
                    <a:pt x="3573" y="1358"/>
                  </a:cubicBezTo>
                  <a:cubicBezTo>
                    <a:pt x="3525" y="1239"/>
                    <a:pt x="3430" y="1144"/>
                    <a:pt x="3311" y="1072"/>
                  </a:cubicBezTo>
                  <a:lnTo>
                    <a:pt x="2406" y="715"/>
                  </a:lnTo>
                  <a:cubicBezTo>
                    <a:pt x="2358" y="691"/>
                    <a:pt x="2335" y="667"/>
                    <a:pt x="2335" y="596"/>
                  </a:cubicBezTo>
                  <a:lnTo>
                    <a:pt x="2335"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4" name="Google Shape;28284;p152"/>
            <p:cNvSpPr/>
            <p:nvPr/>
          </p:nvSpPr>
          <p:spPr>
            <a:xfrm>
              <a:off x="2673426" y="2530113"/>
              <a:ext cx="94445" cy="94478"/>
            </a:xfrm>
            <a:custGeom>
              <a:rect b="b" l="l" r="r" t="t"/>
              <a:pathLst>
                <a:path extrusionOk="0" h="2907" w="2906">
                  <a:moveTo>
                    <a:pt x="1453" y="1"/>
                  </a:moveTo>
                  <a:cubicBezTo>
                    <a:pt x="643" y="1"/>
                    <a:pt x="1" y="644"/>
                    <a:pt x="1" y="1453"/>
                  </a:cubicBezTo>
                  <a:cubicBezTo>
                    <a:pt x="1" y="2263"/>
                    <a:pt x="643" y="2906"/>
                    <a:pt x="1453" y="2906"/>
                  </a:cubicBezTo>
                  <a:cubicBezTo>
                    <a:pt x="2263" y="2906"/>
                    <a:pt x="2906" y="2263"/>
                    <a:pt x="2906" y="1453"/>
                  </a:cubicBezTo>
                  <a:cubicBezTo>
                    <a:pt x="2906" y="644"/>
                    <a:pt x="2263" y="1"/>
                    <a:pt x="1453"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5" name="Google Shape;28285;p152"/>
            <p:cNvSpPr/>
            <p:nvPr/>
          </p:nvSpPr>
          <p:spPr>
            <a:xfrm>
              <a:off x="2673426" y="2559201"/>
              <a:ext cx="96785" cy="86483"/>
            </a:xfrm>
            <a:custGeom>
              <a:rect b="b" l="l" r="r" t="t"/>
              <a:pathLst>
                <a:path extrusionOk="0" h="2661" w="2978">
                  <a:moveTo>
                    <a:pt x="800" y="1"/>
                  </a:moveTo>
                  <a:cubicBezTo>
                    <a:pt x="787" y="1"/>
                    <a:pt x="774" y="4"/>
                    <a:pt x="763" y="11"/>
                  </a:cubicBezTo>
                  <a:cubicBezTo>
                    <a:pt x="715" y="35"/>
                    <a:pt x="667" y="82"/>
                    <a:pt x="643" y="106"/>
                  </a:cubicBezTo>
                  <a:cubicBezTo>
                    <a:pt x="501" y="439"/>
                    <a:pt x="1" y="1892"/>
                    <a:pt x="1001" y="2535"/>
                  </a:cubicBezTo>
                  <a:cubicBezTo>
                    <a:pt x="1156" y="2618"/>
                    <a:pt x="1322" y="2660"/>
                    <a:pt x="1486" y="2660"/>
                  </a:cubicBezTo>
                  <a:cubicBezTo>
                    <a:pt x="1650" y="2660"/>
                    <a:pt x="1810" y="2618"/>
                    <a:pt x="1953" y="2535"/>
                  </a:cubicBezTo>
                  <a:cubicBezTo>
                    <a:pt x="2977" y="1892"/>
                    <a:pt x="2430" y="439"/>
                    <a:pt x="2311" y="106"/>
                  </a:cubicBezTo>
                  <a:cubicBezTo>
                    <a:pt x="2263" y="106"/>
                    <a:pt x="2215" y="58"/>
                    <a:pt x="2168" y="35"/>
                  </a:cubicBezTo>
                  <a:cubicBezTo>
                    <a:pt x="2150" y="23"/>
                    <a:pt x="2131" y="17"/>
                    <a:pt x="2111" y="17"/>
                  </a:cubicBezTo>
                  <a:cubicBezTo>
                    <a:pt x="1972" y="17"/>
                    <a:pt x="1793" y="276"/>
                    <a:pt x="1668" y="296"/>
                  </a:cubicBezTo>
                  <a:cubicBezTo>
                    <a:pt x="1584" y="308"/>
                    <a:pt x="1531" y="314"/>
                    <a:pt x="1474" y="314"/>
                  </a:cubicBezTo>
                  <a:cubicBezTo>
                    <a:pt x="1417" y="314"/>
                    <a:pt x="1358" y="308"/>
                    <a:pt x="1263" y="296"/>
                  </a:cubicBezTo>
                  <a:cubicBezTo>
                    <a:pt x="1134" y="275"/>
                    <a:pt x="927" y="1"/>
                    <a:pt x="80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6" name="Google Shape;28286;p152"/>
            <p:cNvSpPr/>
            <p:nvPr/>
          </p:nvSpPr>
          <p:spPr>
            <a:xfrm>
              <a:off x="2709793" y="2560501"/>
              <a:ext cx="58858" cy="88238"/>
            </a:xfrm>
            <a:custGeom>
              <a:rect b="b" l="l" r="r" t="t"/>
              <a:pathLst>
                <a:path extrusionOk="0" h="2715" w="1811">
                  <a:moveTo>
                    <a:pt x="990" y="0"/>
                  </a:moveTo>
                  <a:cubicBezTo>
                    <a:pt x="856" y="0"/>
                    <a:pt x="693" y="239"/>
                    <a:pt x="549" y="280"/>
                  </a:cubicBezTo>
                  <a:cubicBezTo>
                    <a:pt x="715" y="757"/>
                    <a:pt x="1049" y="2019"/>
                    <a:pt x="144" y="2590"/>
                  </a:cubicBezTo>
                  <a:cubicBezTo>
                    <a:pt x="96" y="2614"/>
                    <a:pt x="72" y="2638"/>
                    <a:pt x="1" y="2638"/>
                  </a:cubicBezTo>
                  <a:cubicBezTo>
                    <a:pt x="114" y="2689"/>
                    <a:pt x="236" y="2714"/>
                    <a:pt x="358" y="2714"/>
                  </a:cubicBezTo>
                  <a:cubicBezTo>
                    <a:pt x="517" y="2714"/>
                    <a:pt x="675" y="2671"/>
                    <a:pt x="810" y="2590"/>
                  </a:cubicBezTo>
                  <a:cubicBezTo>
                    <a:pt x="1811" y="1923"/>
                    <a:pt x="1287" y="471"/>
                    <a:pt x="1168" y="137"/>
                  </a:cubicBezTo>
                  <a:cubicBezTo>
                    <a:pt x="1120" y="90"/>
                    <a:pt x="1096" y="42"/>
                    <a:pt x="1049" y="18"/>
                  </a:cubicBezTo>
                  <a:cubicBezTo>
                    <a:pt x="1030" y="6"/>
                    <a:pt x="1010" y="0"/>
                    <a:pt x="99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7" name="Google Shape;28287;p152"/>
            <p:cNvSpPr/>
            <p:nvPr/>
          </p:nvSpPr>
          <p:spPr>
            <a:xfrm>
              <a:off x="2712913" y="2753811"/>
              <a:ext cx="123858" cy="84370"/>
            </a:xfrm>
            <a:custGeom>
              <a:rect b="b" l="l" r="r" t="t"/>
              <a:pathLst>
                <a:path extrusionOk="0" h="2596" w="3811">
                  <a:moveTo>
                    <a:pt x="691" y="0"/>
                  </a:moveTo>
                  <a:cubicBezTo>
                    <a:pt x="453" y="0"/>
                    <a:pt x="238" y="214"/>
                    <a:pt x="238" y="453"/>
                  </a:cubicBezTo>
                  <a:lnTo>
                    <a:pt x="0" y="2596"/>
                  </a:lnTo>
                  <a:lnTo>
                    <a:pt x="3810" y="2596"/>
                  </a:lnTo>
                  <a:lnTo>
                    <a:pt x="3810" y="453"/>
                  </a:lnTo>
                  <a:cubicBezTo>
                    <a:pt x="3810" y="214"/>
                    <a:pt x="3596" y="0"/>
                    <a:pt x="335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8" name="Google Shape;28288;p152"/>
            <p:cNvSpPr/>
            <p:nvPr/>
          </p:nvSpPr>
          <p:spPr>
            <a:xfrm>
              <a:off x="2740766" y="2779323"/>
              <a:ext cx="76635" cy="10888"/>
            </a:xfrm>
            <a:custGeom>
              <a:rect b="b" l="l" r="r" t="t"/>
              <a:pathLst>
                <a:path extrusionOk="0" h="335" w="2358">
                  <a:moveTo>
                    <a:pt x="191" y="1"/>
                  </a:moveTo>
                  <a:cubicBezTo>
                    <a:pt x="48" y="1"/>
                    <a:pt x="0" y="96"/>
                    <a:pt x="0" y="191"/>
                  </a:cubicBezTo>
                  <a:cubicBezTo>
                    <a:pt x="24" y="287"/>
                    <a:pt x="96" y="334"/>
                    <a:pt x="191" y="334"/>
                  </a:cubicBezTo>
                  <a:lnTo>
                    <a:pt x="2167" y="334"/>
                  </a:lnTo>
                  <a:cubicBezTo>
                    <a:pt x="2263" y="334"/>
                    <a:pt x="2358" y="263"/>
                    <a:pt x="2358" y="168"/>
                  </a:cubicBezTo>
                  <a:cubicBezTo>
                    <a:pt x="2334" y="72"/>
                    <a:pt x="2263"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9" name="Google Shape;28289;p152"/>
            <p:cNvSpPr/>
            <p:nvPr/>
          </p:nvSpPr>
          <p:spPr>
            <a:xfrm>
              <a:off x="2740766" y="2804868"/>
              <a:ext cx="76635" cy="10888"/>
            </a:xfrm>
            <a:custGeom>
              <a:rect b="b" l="l" r="r" t="t"/>
              <a:pathLst>
                <a:path extrusionOk="0" h="335" w="2358">
                  <a:moveTo>
                    <a:pt x="191" y="1"/>
                  </a:moveTo>
                  <a:cubicBezTo>
                    <a:pt x="48" y="1"/>
                    <a:pt x="0" y="96"/>
                    <a:pt x="0" y="191"/>
                  </a:cubicBezTo>
                  <a:cubicBezTo>
                    <a:pt x="24" y="263"/>
                    <a:pt x="96" y="334"/>
                    <a:pt x="191" y="334"/>
                  </a:cubicBezTo>
                  <a:lnTo>
                    <a:pt x="2167" y="334"/>
                  </a:lnTo>
                  <a:cubicBezTo>
                    <a:pt x="2263" y="334"/>
                    <a:pt x="2358" y="263"/>
                    <a:pt x="2358" y="144"/>
                  </a:cubicBezTo>
                  <a:cubicBezTo>
                    <a:pt x="2334" y="48"/>
                    <a:pt x="2263"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0" name="Google Shape;28290;p152"/>
            <p:cNvSpPr/>
            <p:nvPr/>
          </p:nvSpPr>
          <p:spPr>
            <a:xfrm>
              <a:off x="2603778" y="2753811"/>
              <a:ext cx="116122" cy="84370"/>
            </a:xfrm>
            <a:custGeom>
              <a:rect b="b" l="l" r="r" t="t"/>
              <a:pathLst>
                <a:path extrusionOk="0" h="2596" w="3573">
                  <a:moveTo>
                    <a:pt x="429" y="0"/>
                  </a:moveTo>
                  <a:cubicBezTo>
                    <a:pt x="191" y="0"/>
                    <a:pt x="0" y="214"/>
                    <a:pt x="0" y="453"/>
                  </a:cubicBezTo>
                  <a:lnTo>
                    <a:pt x="0" y="2596"/>
                  </a:lnTo>
                  <a:lnTo>
                    <a:pt x="3572" y="2596"/>
                  </a:lnTo>
                  <a:lnTo>
                    <a:pt x="3572" y="453"/>
                  </a:lnTo>
                  <a:cubicBezTo>
                    <a:pt x="3572" y="214"/>
                    <a:pt x="3358" y="0"/>
                    <a:pt x="312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1" name="Google Shape;28291;p152"/>
            <p:cNvSpPr/>
            <p:nvPr/>
          </p:nvSpPr>
          <p:spPr>
            <a:xfrm>
              <a:off x="2624676" y="2779323"/>
              <a:ext cx="76635" cy="10888"/>
            </a:xfrm>
            <a:custGeom>
              <a:rect b="b" l="l" r="r" t="t"/>
              <a:pathLst>
                <a:path extrusionOk="0" h="335" w="2358">
                  <a:moveTo>
                    <a:pt x="191" y="1"/>
                  </a:moveTo>
                  <a:cubicBezTo>
                    <a:pt x="48" y="1"/>
                    <a:pt x="0" y="96"/>
                    <a:pt x="0" y="191"/>
                  </a:cubicBezTo>
                  <a:cubicBezTo>
                    <a:pt x="24" y="287"/>
                    <a:pt x="95" y="334"/>
                    <a:pt x="191" y="334"/>
                  </a:cubicBezTo>
                  <a:lnTo>
                    <a:pt x="2167" y="334"/>
                  </a:lnTo>
                  <a:cubicBezTo>
                    <a:pt x="2263" y="334"/>
                    <a:pt x="2358" y="263"/>
                    <a:pt x="2358" y="168"/>
                  </a:cubicBezTo>
                  <a:cubicBezTo>
                    <a:pt x="2334" y="72"/>
                    <a:pt x="2263"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2" name="Google Shape;28292;p152"/>
            <p:cNvSpPr/>
            <p:nvPr/>
          </p:nvSpPr>
          <p:spPr>
            <a:xfrm>
              <a:off x="2624676" y="2804868"/>
              <a:ext cx="76635" cy="10888"/>
            </a:xfrm>
            <a:custGeom>
              <a:rect b="b" l="l" r="r" t="t"/>
              <a:pathLst>
                <a:path extrusionOk="0" h="335" w="2358">
                  <a:moveTo>
                    <a:pt x="191" y="1"/>
                  </a:moveTo>
                  <a:cubicBezTo>
                    <a:pt x="48" y="1"/>
                    <a:pt x="0" y="96"/>
                    <a:pt x="0" y="191"/>
                  </a:cubicBezTo>
                  <a:cubicBezTo>
                    <a:pt x="24" y="263"/>
                    <a:pt x="95" y="334"/>
                    <a:pt x="191" y="334"/>
                  </a:cubicBezTo>
                  <a:lnTo>
                    <a:pt x="2167" y="334"/>
                  </a:lnTo>
                  <a:cubicBezTo>
                    <a:pt x="2263" y="334"/>
                    <a:pt x="2358" y="263"/>
                    <a:pt x="2358" y="144"/>
                  </a:cubicBezTo>
                  <a:cubicBezTo>
                    <a:pt x="2334" y="48"/>
                    <a:pt x="2263"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3" name="Google Shape;28293;p152"/>
            <p:cNvSpPr/>
            <p:nvPr/>
          </p:nvSpPr>
          <p:spPr>
            <a:xfrm>
              <a:off x="2541086" y="2684911"/>
              <a:ext cx="358378" cy="25578"/>
            </a:xfrm>
            <a:custGeom>
              <a:rect b="b" l="l" r="r" t="t"/>
              <a:pathLst>
                <a:path extrusionOk="0" h="787" w="11027">
                  <a:moveTo>
                    <a:pt x="167" y="1"/>
                  </a:moveTo>
                  <a:cubicBezTo>
                    <a:pt x="72" y="1"/>
                    <a:pt x="0" y="72"/>
                    <a:pt x="0" y="144"/>
                  </a:cubicBezTo>
                  <a:lnTo>
                    <a:pt x="0" y="453"/>
                  </a:lnTo>
                  <a:cubicBezTo>
                    <a:pt x="0" y="620"/>
                    <a:pt x="167" y="786"/>
                    <a:pt x="334" y="786"/>
                  </a:cubicBezTo>
                  <a:lnTo>
                    <a:pt x="4525" y="786"/>
                  </a:lnTo>
                  <a:lnTo>
                    <a:pt x="5525" y="572"/>
                  </a:lnTo>
                  <a:lnTo>
                    <a:pt x="6502" y="786"/>
                  </a:lnTo>
                  <a:lnTo>
                    <a:pt x="10693" y="786"/>
                  </a:lnTo>
                  <a:cubicBezTo>
                    <a:pt x="10883" y="786"/>
                    <a:pt x="11003" y="620"/>
                    <a:pt x="11026" y="453"/>
                  </a:cubicBezTo>
                  <a:lnTo>
                    <a:pt x="11026" y="144"/>
                  </a:lnTo>
                  <a:cubicBezTo>
                    <a:pt x="11026" y="72"/>
                    <a:pt x="10955" y="1"/>
                    <a:pt x="10883" y="1"/>
                  </a:cubicBezTo>
                  <a:lnTo>
                    <a:pt x="6502" y="1"/>
                  </a:lnTo>
                  <a:lnTo>
                    <a:pt x="5525" y="215"/>
                  </a:lnTo>
                  <a:lnTo>
                    <a:pt x="4525" y="1"/>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4" name="Google Shape;28294;p152"/>
            <p:cNvSpPr/>
            <p:nvPr/>
          </p:nvSpPr>
          <p:spPr>
            <a:xfrm>
              <a:off x="2866931" y="2684911"/>
              <a:ext cx="31753" cy="25578"/>
            </a:xfrm>
            <a:custGeom>
              <a:rect b="b" l="l" r="r" t="t"/>
              <a:pathLst>
                <a:path extrusionOk="0" h="787" w="977">
                  <a:moveTo>
                    <a:pt x="167" y="1"/>
                  </a:moveTo>
                  <a:cubicBezTo>
                    <a:pt x="262" y="1"/>
                    <a:pt x="310" y="72"/>
                    <a:pt x="310" y="144"/>
                  </a:cubicBezTo>
                  <a:lnTo>
                    <a:pt x="310" y="453"/>
                  </a:lnTo>
                  <a:cubicBezTo>
                    <a:pt x="310" y="620"/>
                    <a:pt x="167" y="786"/>
                    <a:pt x="0" y="786"/>
                  </a:cubicBezTo>
                  <a:lnTo>
                    <a:pt x="643" y="786"/>
                  </a:lnTo>
                  <a:cubicBezTo>
                    <a:pt x="834" y="786"/>
                    <a:pt x="977" y="620"/>
                    <a:pt x="977" y="453"/>
                  </a:cubicBezTo>
                  <a:lnTo>
                    <a:pt x="977" y="144"/>
                  </a:lnTo>
                  <a:cubicBezTo>
                    <a:pt x="977" y="72"/>
                    <a:pt x="905" y="1"/>
                    <a:pt x="83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5" name="Google Shape;28295;p152"/>
            <p:cNvSpPr/>
            <p:nvPr/>
          </p:nvSpPr>
          <p:spPr>
            <a:xfrm>
              <a:off x="2688896" y="2684911"/>
              <a:ext cx="62725" cy="24017"/>
            </a:xfrm>
            <a:custGeom>
              <a:rect b="b" l="l" r="r" t="t"/>
              <a:pathLst>
                <a:path extrusionOk="0" h="739" w="1930">
                  <a:moveTo>
                    <a:pt x="1" y="1"/>
                  </a:moveTo>
                  <a:lnTo>
                    <a:pt x="1" y="739"/>
                  </a:lnTo>
                  <a:lnTo>
                    <a:pt x="1930" y="739"/>
                  </a:lnTo>
                  <a:lnTo>
                    <a:pt x="1930"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6" name="Google Shape;28296;p152"/>
            <p:cNvSpPr/>
            <p:nvPr/>
          </p:nvSpPr>
          <p:spPr>
            <a:xfrm>
              <a:off x="2729911" y="2684911"/>
              <a:ext cx="21710" cy="24017"/>
            </a:xfrm>
            <a:custGeom>
              <a:rect b="b" l="l" r="r" t="t"/>
              <a:pathLst>
                <a:path extrusionOk="0" h="739" w="668">
                  <a:moveTo>
                    <a:pt x="1" y="1"/>
                  </a:moveTo>
                  <a:lnTo>
                    <a:pt x="1" y="739"/>
                  </a:lnTo>
                  <a:lnTo>
                    <a:pt x="668" y="739"/>
                  </a:lnTo>
                  <a:lnTo>
                    <a:pt x="668"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7" name="Google Shape;28297;p152"/>
          <p:cNvGrpSpPr/>
          <p:nvPr/>
        </p:nvGrpSpPr>
        <p:grpSpPr>
          <a:xfrm>
            <a:off x="1768658" y="2329353"/>
            <a:ext cx="341347" cy="357208"/>
            <a:chOff x="1768658" y="2481753"/>
            <a:chExt cx="341347" cy="357208"/>
          </a:xfrm>
        </p:grpSpPr>
        <p:sp>
          <p:nvSpPr>
            <p:cNvPr id="28298" name="Google Shape;28298;p152"/>
            <p:cNvSpPr/>
            <p:nvPr/>
          </p:nvSpPr>
          <p:spPr>
            <a:xfrm>
              <a:off x="1789556" y="2507688"/>
              <a:ext cx="301113" cy="315022"/>
            </a:xfrm>
            <a:custGeom>
              <a:rect b="b" l="l" r="r" t="t"/>
              <a:pathLst>
                <a:path extrusionOk="0" h="9693" w="9265">
                  <a:moveTo>
                    <a:pt x="4597" y="0"/>
                  </a:moveTo>
                  <a:lnTo>
                    <a:pt x="0" y="3739"/>
                  </a:lnTo>
                  <a:lnTo>
                    <a:pt x="0" y="9645"/>
                  </a:lnTo>
                  <a:lnTo>
                    <a:pt x="9264" y="9693"/>
                  </a:lnTo>
                  <a:lnTo>
                    <a:pt x="9264" y="3739"/>
                  </a:lnTo>
                  <a:lnTo>
                    <a:pt x="4597" y="0"/>
                  </a:ln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9" name="Google Shape;28299;p152"/>
            <p:cNvSpPr/>
            <p:nvPr/>
          </p:nvSpPr>
          <p:spPr>
            <a:xfrm>
              <a:off x="2068178" y="2627646"/>
              <a:ext cx="21710" cy="193505"/>
            </a:xfrm>
            <a:custGeom>
              <a:rect b="b" l="l" r="r" t="t"/>
              <a:pathLst>
                <a:path extrusionOk="0" h="5954" w="668">
                  <a:moveTo>
                    <a:pt x="1" y="0"/>
                  </a:moveTo>
                  <a:lnTo>
                    <a:pt x="1" y="5954"/>
                  </a:lnTo>
                  <a:lnTo>
                    <a:pt x="667" y="5954"/>
                  </a:lnTo>
                  <a:lnTo>
                    <a:pt x="667" y="0"/>
                  </a:ln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0" name="Google Shape;28300;p152"/>
            <p:cNvSpPr/>
            <p:nvPr/>
          </p:nvSpPr>
          <p:spPr>
            <a:xfrm>
              <a:off x="1768658" y="2481753"/>
              <a:ext cx="341347" cy="177840"/>
            </a:xfrm>
            <a:custGeom>
              <a:rect b="b" l="l" r="r" t="t"/>
              <a:pathLst>
                <a:path extrusionOk="0" h="5472" w="10503">
                  <a:moveTo>
                    <a:pt x="5251" y="0"/>
                  </a:moveTo>
                  <a:cubicBezTo>
                    <a:pt x="5222" y="0"/>
                    <a:pt x="5192" y="12"/>
                    <a:pt x="5168" y="36"/>
                  </a:cubicBezTo>
                  <a:lnTo>
                    <a:pt x="48" y="4132"/>
                  </a:lnTo>
                  <a:cubicBezTo>
                    <a:pt x="24" y="4180"/>
                    <a:pt x="0" y="4204"/>
                    <a:pt x="0" y="4227"/>
                  </a:cubicBezTo>
                  <a:lnTo>
                    <a:pt x="0" y="5370"/>
                  </a:lnTo>
                  <a:cubicBezTo>
                    <a:pt x="0" y="5421"/>
                    <a:pt x="60" y="5472"/>
                    <a:pt x="128" y="5472"/>
                  </a:cubicBezTo>
                  <a:cubicBezTo>
                    <a:pt x="157" y="5472"/>
                    <a:pt x="187" y="5463"/>
                    <a:pt x="215" y="5442"/>
                  </a:cubicBezTo>
                  <a:lnTo>
                    <a:pt x="5168" y="1465"/>
                  </a:lnTo>
                  <a:cubicBezTo>
                    <a:pt x="5192" y="1453"/>
                    <a:pt x="5222" y="1447"/>
                    <a:pt x="5251" y="1447"/>
                  </a:cubicBezTo>
                  <a:cubicBezTo>
                    <a:pt x="5281" y="1447"/>
                    <a:pt x="5311" y="1453"/>
                    <a:pt x="5335" y="1465"/>
                  </a:cubicBezTo>
                  <a:lnTo>
                    <a:pt x="10288" y="5442"/>
                  </a:lnTo>
                  <a:cubicBezTo>
                    <a:pt x="10316" y="5463"/>
                    <a:pt x="10346" y="5472"/>
                    <a:pt x="10374" y="5472"/>
                  </a:cubicBezTo>
                  <a:cubicBezTo>
                    <a:pt x="10443" y="5472"/>
                    <a:pt x="10503" y="5421"/>
                    <a:pt x="10503" y="5370"/>
                  </a:cubicBezTo>
                  <a:lnTo>
                    <a:pt x="10503" y="4227"/>
                  </a:lnTo>
                  <a:cubicBezTo>
                    <a:pt x="10479" y="4204"/>
                    <a:pt x="10479" y="4180"/>
                    <a:pt x="10455" y="4132"/>
                  </a:cubicBezTo>
                  <a:lnTo>
                    <a:pt x="5335" y="36"/>
                  </a:lnTo>
                  <a:cubicBezTo>
                    <a:pt x="5311" y="12"/>
                    <a:pt x="5281" y="0"/>
                    <a:pt x="5251"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1" name="Google Shape;28301;p152"/>
            <p:cNvSpPr/>
            <p:nvPr/>
          </p:nvSpPr>
          <p:spPr>
            <a:xfrm>
              <a:off x="1923456" y="2481753"/>
              <a:ext cx="186550" cy="179042"/>
            </a:xfrm>
            <a:custGeom>
              <a:rect b="b" l="l" r="r" t="t"/>
              <a:pathLst>
                <a:path extrusionOk="0" h="5509" w="5740">
                  <a:moveTo>
                    <a:pt x="488" y="0"/>
                  </a:moveTo>
                  <a:cubicBezTo>
                    <a:pt x="459" y="0"/>
                    <a:pt x="429" y="12"/>
                    <a:pt x="405" y="36"/>
                  </a:cubicBezTo>
                  <a:lnTo>
                    <a:pt x="0" y="369"/>
                  </a:lnTo>
                  <a:lnTo>
                    <a:pt x="4549" y="4013"/>
                  </a:lnTo>
                  <a:cubicBezTo>
                    <a:pt x="4882" y="4275"/>
                    <a:pt x="5049" y="4680"/>
                    <a:pt x="5049" y="5085"/>
                  </a:cubicBezTo>
                  <a:lnTo>
                    <a:pt x="5525" y="5490"/>
                  </a:lnTo>
                  <a:cubicBezTo>
                    <a:pt x="5551" y="5502"/>
                    <a:pt x="5578" y="5508"/>
                    <a:pt x="5604" y="5508"/>
                  </a:cubicBezTo>
                  <a:cubicBezTo>
                    <a:pt x="5676" y="5508"/>
                    <a:pt x="5740" y="5464"/>
                    <a:pt x="5740" y="5394"/>
                  </a:cubicBezTo>
                  <a:lnTo>
                    <a:pt x="5740" y="4251"/>
                  </a:lnTo>
                  <a:cubicBezTo>
                    <a:pt x="5716" y="4204"/>
                    <a:pt x="5716" y="4180"/>
                    <a:pt x="5692" y="4132"/>
                  </a:cubicBezTo>
                  <a:lnTo>
                    <a:pt x="572" y="36"/>
                  </a:lnTo>
                  <a:cubicBezTo>
                    <a:pt x="548" y="12"/>
                    <a:pt x="518" y="0"/>
                    <a:pt x="488"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2" name="Google Shape;28302;p152"/>
            <p:cNvSpPr/>
            <p:nvPr/>
          </p:nvSpPr>
          <p:spPr>
            <a:xfrm>
              <a:off x="1770218" y="2809516"/>
              <a:ext cx="338228" cy="29445"/>
            </a:xfrm>
            <a:custGeom>
              <a:rect b="b" l="l" r="r" t="t"/>
              <a:pathLst>
                <a:path extrusionOk="0" h="906" w="10407">
                  <a:moveTo>
                    <a:pt x="119" y="1"/>
                  </a:moveTo>
                  <a:cubicBezTo>
                    <a:pt x="71" y="1"/>
                    <a:pt x="0" y="72"/>
                    <a:pt x="0" y="120"/>
                  </a:cubicBezTo>
                  <a:lnTo>
                    <a:pt x="0" y="858"/>
                  </a:lnTo>
                  <a:cubicBezTo>
                    <a:pt x="0" y="906"/>
                    <a:pt x="0" y="906"/>
                    <a:pt x="48" y="906"/>
                  </a:cubicBezTo>
                  <a:lnTo>
                    <a:pt x="10359" y="906"/>
                  </a:lnTo>
                  <a:cubicBezTo>
                    <a:pt x="10407" y="906"/>
                    <a:pt x="10407" y="906"/>
                    <a:pt x="10407" y="858"/>
                  </a:cubicBezTo>
                  <a:lnTo>
                    <a:pt x="10407" y="120"/>
                  </a:lnTo>
                  <a:cubicBezTo>
                    <a:pt x="10407" y="72"/>
                    <a:pt x="10335" y="1"/>
                    <a:pt x="10288"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3" name="Google Shape;28303;p152"/>
            <p:cNvSpPr/>
            <p:nvPr/>
          </p:nvSpPr>
          <p:spPr>
            <a:xfrm>
              <a:off x="2069738" y="2809516"/>
              <a:ext cx="38708" cy="29445"/>
            </a:xfrm>
            <a:custGeom>
              <a:rect b="b" l="l" r="r" t="t"/>
              <a:pathLst>
                <a:path extrusionOk="0" h="906" w="1191">
                  <a:moveTo>
                    <a:pt x="0" y="1"/>
                  </a:moveTo>
                  <a:cubicBezTo>
                    <a:pt x="286" y="1"/>
                    <a:pt x="524" y="239"/>
                    <a:pt x="524" y="548"/>
                  </a:cubicBezTo>
                  <a:lnTo>
                    <a:pt x="524" y="739"/>
                  </a:lnTo>
                  <a:cubicBezTo>
                    <a:pt x="524" y="810"/>
                    <a:pt x="476" y="906"/>
                    <a:pt x="405" y="906"/>
                  </a:cubicBezTo>
                  <a:lnTo>
                    <a:pt x="1072" y="906"/>
                  </a:lnTo>
                  <a:cubicBezTo>
                    <a:pt x="1119" y="906"/>
                    <a:pt x="1191" y="834"/>
                    <a:pt x="1191" y="787"/>
                  </a:cubicBezTo>
                  <a:lnTo>
                    <a:pt x="1191" y="548"/>
                  </a:lnTo>
                  <a:cubicBezTo>
                    <a:pt x="1191" y="239"/>
                    <a:pt x="953" y="1"/>
                    <a:pt x="64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4" name="Google Shape;28304;p152"/>
            <p:cNvSpPr/>
            <p:nvPr/>
          </p:nvSpPr>
          <p:spPr>
            <a:xfrm>
              <a:off x="1918808" y="2623778"/>
              <a:ext cx="40267" cy="17842"/>
            </a:xfrm>
            <a:custGeom>
              <a:rect b="b" l="l" r="r" t="t"/>
              <a:pathLst>
                <a:path extrusionOk="0" h="549" w="1239">
                  <a:moveTo>
                    <a:pt x="620" y="0"/>
                  </a:moveTo>
                  <a:cubicBezTo>
                    <a:pt x="405" y="0"/>
                    <a:pt x="191" y="96"/>
                    <a:pt x="48" y="238"/>
                  </a:cubicBezTo>
                  <a:cubicBezTo>
                    <a:pt x="0" y="310"/>
                    <a:pt x="0" y="429"/>
                    <a:pt x="48" y="477"/>
                  </a:cubicBezTo>
                  <a:cubicBezTo>
                    <a:pt x="84" y="512"/>
                    <a:pt x="131" y="530"/>
                    <a:pt x="176" y="530"/>
                  </a:cubicBezTo>
                  <a:cubicBezTo>
                    <a:pt x="221" y="530"/>
                    <a:pt x="262" y="512"/>
                    <a:pt x="286" y="477"/>
                  </a:cubicBezTo>
                  <a:cubicBezTo>
                    <a:pt x="381" y="429"/>
                    <a:pt x="500" y="358"/>
                    <a:pt x="620" y="358"/>
                  </a:cubicBezTo>
                  <a:cubicBezTo>
                    <a:pt x="739" y="358"/>
                    <a:pt x="858" y="405"/>
                    <a:pt x="953" y="477"/>
                  </a:cubicBezTo>
                  <a:cubicBezTo>
                    <a:pt x="977" y="500"/>
                    <a:pt x="1024" y="548"/>
                    <a:pt x="1072" y="548"/>
                  </a:cubicBezTo>
                  <a:cubicBezTo>
                    <a:pt x="1096" y="548"/>
                    <a:pt x="1143" y="548"/>
                    <a:pt x="1191" y="477"/>
                  </a:cubicBezTo>
                  <a:cubicBezTo>
                    <a:pt x="1239" y="429"/>
                    <a:pt x="1239" y="310"/>
                    <a:pt x="1191" y="238"/>
                  </a:cubicBezTo>
                  <a:cubicBezTo>
                    <a:pt x="1024" y="96"/>
                    <a:pt x="834" y="0"/>
                    <a:pt x="6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5" name="Google Shape;28305;p152"/>
            <p:cNvSpPr/>
            <p:nvPr/>
          </p:nvSpPr>
          <p:spPr>
            <a:xfrm>
              <a:off x="1904086" y="2603661"/>
              <a:ext cx="69713" cy="23238"/>
            </a:xfrm>
            <a:custGeom>
              <a:rect b="b" l="l" r="r" t="t"/>
              <a:pathLst>
                <a:path extrusionOk="0" h="715" w="2145">
                  <a:moveTo>
                    <a:pt x="1073" y="0"/>
                  </a:moveTo>
                  <a:cubicBezTo>
                    <a:pt x="692" y="0"/>
                    <a:pt x="334" y="143"/>
                    <a:pt x="49" y="429"/>
                  </a:cubicBezTo>
                  <a:cubicBezTo>
                    <a:pt x="1" y="476"/>
                    <a:pt x="1" y="595"/>
                    <a:pt x="49" y="667"/>
                  </a:cubicBezTo>
                  <a:cubicBezTo>
                    <a:pt x="84" y="691"/>
                    <a:pt x="132" y="703"/>
                    <a:pt x="177" y="703"/>
                  </a:cubicBezTo>
                  <a:cubicBezTo>
                    <a:pt x="221" y="703"/>
                    <a:pt x="263" y="691"/>
                    <a:pt x="287" y="667"/>
                  </a:cubicBezTo>
                  <a:cubicBezTo>
                    <a:pt x="501" y="453"/>
                    <a:pt x="763" y="334"/>
                    <a:pt x="1073" y="334"/>
                  </a:cubicBezTo>
                  <a:cubicBezTo>
                    <a:pt x="1358" y="334"/>
                    <a:pt x="1644" y="453"/>
                    <a:pt x="1835" y="667"/>
                  </a:cubicBezTo>
                  <a:cubicBezTo>
                    <a:pt x="1882" y="691"/>
                    <a:pt x="1930" y="715"/>
                    <a:pt x="1954" y="715"/>
                  </a:cubicBezTo>
                  <a:cubicBezTo>
                    <a:pt x="2025" y="715"/>
                    <a:pt x="2049" y="691"/>
                    <a:pt x="2073" y="667"/>
                  </a:cubicBezTo>
                  <a:cubicBezTo>
                    <a:pt x="2144" y="595"/>
                    <a:pt x="2144" y="476"/>
                    <a:pt x="2073" y="429"/>
                  </a:cubicBezTo>
                  <a:cubicBezTo>
                    <a:pt x="1811" y="143"/>
                    <a:pt x="1454" y="0"/>
                    <a:pt x="107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6" name="Google Shape;28306;p152"/>
            <p:cNvSpPr/>
            <p:nvPr/>
          </p:nvSpPr>
          <p:spPr>
            <a:xfrm>
              <a:off x="1888616" y="2581203"/>
              <a:ext cx="100653" cy="30225"/>
            </a:xfrm>
            <a:custGeom>
              <a:rect b="b" l="l" r="r" t="t"/>
              <a:pathLst>
                <a:path extrusionOk="0" h="930" w="3097">
                  <a:moveTo>
                    <a:pt x="1549" y="0"/>
                  </a:moveTo>
                  <a:cubicBezTo>
                    <a:pt x="977" y="0"/>
                    <a:pt x="453" y="239"/>
                    <a:pt x="48" y="620"/>
                  </a:cubicBezTo>
                  <a:cubicBezTo>
                    <a:pt x="1" y="691"/>
                    <a:pt x="1" y="810"/>
                    <a:pt x="48" y="882"/>
                  </a:cubicBezTo>
                  <a:cubicBezTo>
                    <a:pt x="84" y="905"/>
                    <a:pt x="132" y="917"/>
                    <a:pt x="176" y="917"/>
                  </a:cubicBezTo>
                  <a:cubicBezTo>
                    <a:pt x="221" y="917"/>
                    <a:pt x="263" y="905"/>
                    <a:pt x="286" y="882"/>
                  </a:cubicBezTo>
                  <a:cubicBezTo>
                    <a:pt x="620" y="548"/>
                    <a:pt x="1072" y="358"/>
                    <a:pt x="1549" y="358"/>
                  </a:cubicBezTo>
                  <a:cubicBezTo>
                    <a:pt x="2025" y="358"/>
                    <a:pt x="2477" y="548"/>
                    <a:pt x="2787" y="882"/>
                  </a:cubicBezTo>
                  <a:cubicBezTo>
                    <a:pt x="2835" y="905"/>
                    <a:pt x="2882" y="929"/>
                    <a:pt x="2906" y="929"/>
                  </a:cubicBezTo>
                  <a:cubicBezTo>
                    <a:pt x="2977" y="929"/>
                    <a:pt x="3001" y="905"/>
                    <a:pt x="3025" y="882"/>
                  </a:cubicBezTo>
                  <a:cubicBezTo>
                    <a:pt x="3097" y="810"/>
                    <a:pt x="3097" y="691"/>
                    <a:pt x="3025" y="620"/>
                  </a:cubicBezTo>
                  <a:cubicBezTo>
                    <a:pt x="2644" y="215"/>
                    <a:pt x="2120" y="0"/>
                    <a:pt x="1549"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7" name="Google Shape;28307;p152"/>
            <p:cNvSpPr/>
            <p:nvPr/>
          </p:nvSpPr>
          <p:spPr>
            <a:xfrm>
              <a:off x="1886308" y="2703501"/>
              <a:ext cx="106047" cy="72378"/>
            </a:xfrm>
            <a:custGeom>
              <a:rect b="b" l="l" r="r" t="t"/>
              <a:pathLst>
                <a:path extrusionOk="0" h="2227" w="3263">
                  <a:moveTo>
                    <a:pt x="0" y="0"/>
                  </a:moveTo>
                  <a:lnTo>
                    <a:pt x="0" y="1786"/>
                  </a:lnTo>
                  <a:cubicBezTo>
                    <a:pt x="0" y="1834"/>
                    <a:pt x="48" y="1882"/>
                    <a:pt x="72" y="1882"/>
                  </a:cubicBezTo>
                  <a:lnTo>
                    <a:pt x="334" y="1977"/>
                  </a:lnTo>
                  <a:cubicBezTo>
                    <a:pt x="750" y="2143"/>
                    <a:pt x="1191" y="2227"/>
                    <a:pt x="1631" y="2227"/>
                  </a:cubicBezTo>
                  <a:cubicBezTo>
                    <a:pt x="2072" y="2227"/>
                    <a:pt x="2513" y="2143"/>
                    <a:pt x="2929" y="1977"/>
                  </a:cubicBezTo>
                  <a:lnTo>
                    <a:pt x="3191" y="1882"/>
                  </a:lnTo>
                  <a:cubicBezTo>
                    <a:pt x="3215" y="1834"/>
                    <a:pt x="3263" y="1810"/>
                    <a:pt x="3263" y="1786"/>
                  </a:cubicBezTo>
                  <a:lnTo>
                    <a:pt x="326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8" name="Google Shape;28308;p152"/>
            <p:cNvSpPr/>
            <p:nvPr/>
          </p:nvSpPr>
          <p:spPr>
            <a:xfrm>
              <a:off x="1851468" y="2657448"/>
              <a:ext cx="175728" cy="81283"/>
            </a:xfrm>
            <a:custGeom>
              <a:rect b="b" l="l" r="r" t="t"/>
              <a:pathLst>
                <a:path extrusionOk="0" h="2501" w="5407">
                  <a:moveTo>
                    <a:pt x="2698" y="0"/>
                  </a:moveTo>
                  <a:cubicBezTo>
                    <a:pt x="2620" y="0"/>
                    <a:pt x="2549" y="12"/>
                    <a:pt x="2501" y="36"/>
                  </a:cubicBezTo>
                  <a:lnTo>
                    <a:pt x="120" y="1108"/>
                  </a:lnTo>
                  <a:cubicBezTo>
                    <a:pt x="1" y="1155"/>
                    <a:pt x="1" y="1298"/>
                    <a:pt x="120" y="1346"/>
                  </a:cubicBezTo>
                  <a:lnTo>
                    <a:pt x="2501" y="2465"/>
                  </a:lnTo>
                  <a:cubicBezTo>
                    <a:pt x="2584" y="2489"/>
                    <a:pt x="2662" y="2501"/>
                    <a:pt x="2733" y="2501"/>
                  </a:cubicBezTo>
                  <a:cubicBezTo>
                    <a:pt x="2805" y="2501"/>
                    <a:pt x="2870" y="2489"/>
                    <a:pt x="2930" y="2465"/>
                  </a:cubicBezTo>
                  <a:lnTo>
                    <a:pt x="5311" y="1346"/>
                  </a:lnTo>
                  <a:cubicBezTo>
                    <a:pt x="5406" y="1322"/>
                    <a:pt x="5406" y="1179"/>
                    <a:pt x="5311" y="1108"/>
                  </a:cubicBezTo>
                  <a:lnTo>
                    <a:pt x="2930" y="36"/>
                  </a:lnTo>
                  <a:cubicBezTo>
                    <a:pt x="2858" y="12"/>
                    <a:pt x="2775" y="0"/>
                    <a:pt x="2698"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9" name="Google Shape;28309;p152"/>
            <p:cNvSpPr/>
            <p:nvPr/>
          </p:nvSpPr>
          <p:spPr>
            <a:xfrm>
              <a:off x="1912601" y="2687251"/>
              <a:ext cx="114595" cy="52260"/>
            </a:xfrm>
            <a:custGeom>
              <a:rect b="b" l="l" r="r" t="t"/>
              <a:pathLst>
                <a:path extrusionOk="0" h="1608" w="3526">
                  <a:moveTo>
                    <a:pt x="1" y="1286"/>
                  </a:moveTo>
                  <a:lnTo>
                    <a:pt x="1" y="1286"/>
                  </a:lnTo>
                  <a:cubicBezTo>
                    <a:pt x="12" y="1293"/>
                    <a:pt x="24" y="1298"/>
                    <a:pt x="36" y="1303"/>
                  </a:cubicBezTo>
                  <a:lnTo>
                    <a:pt x="36" y="1303"/>
                  </a:lnTo>
                  <a:lnTo>
                    <a:pt x="1" y="1286"/>
                  </a:lnTo>
                  <a:close/>
                  <a:moveTo>
                    <a:pt x="2930" y="0"/>
                  </a:moveTo>
                  <a:lnTo>
                    <a:pt x="430" y="1238"/>
                  </a:lnTo>
                  <a:cubicBezTo>
                    <a:pt x="313" y="1272"/>
                    <a:pt x="209" y="1316"/>
                    <a:pt x="116" y="1316"/>
                  </a:cubicBezTo>
                  <a:cubicBezTo>
                    <a:pt x="88" y="1316"/>
                    <a:pt x="61" y="1312"/>
                    <a:pt x="36" y="1303"/>
                  </a:cubicBezTo>
                  <a:lnTo>
                    <a:pt x="36" y="1303"/>
                  </a:lnTo>
                  <a:lnTo>
                    <a:pt x="596" y="1572"/>
                  </a:lnTo>
                  <a:cubicBezTo>
                    <a:pt x="656" y="1596"/>
                    <a:pt x="721" y="1608"/>
                    <a:pt x="793" y="1608"/>
                  </a:cubicBezTo>
                  <a:cubicBezTo>
                    <a:pt x="864" y="1608"/>
                    <a:pt x="942" y="1596"/>
                    <a:pt x="1025" y="1572"/>
                  </a:cubicBezTo>
                  <a:lnTo>
                    <a:pt x="3406" y="453"/>
                  </a:lnTo>
                  <a:cubicBezTo>
                    <a:pt x="3525" y="405"/>
                    <a:pt x="3525" y="262"/>
                    <a:pt x="3406" y="191"/>
                  </a:cubicBezTo>
                  <a:lnTo>
                    <a:pt x="2930"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0" name="Google Shape;28310;p152"/>
          <p:cNvGrpSpPr/>
          <p:nvPr/>
        </p:nvGrpSpPr>
        <p:grpSpPr>
          <a:xfrm>
            <a:off x="1005526" y="2329743"/>
            <a:ext cx="358377" cy="356817"/>
            <a:chOff x="1005526" y="2482143"/>
            <a:chExt cx="358377" cy="356817"/>
          </a:xfrm>
        </p:grpSpPr>
        <p:sp>
          <p:nvSpPr>
            <p:cNvPr id="28311" name="Google Shape;28311;p152"/>
            <p:cNvSpPr/>
            <p:nvPr/>
          </p:nvSpPr>
          <p:spPr>
            <a:xfrm>
              <a:off x="1015568" y="2675616"/>
              <a:ext cx="339040" cy="163345"/>
            </a:xfrm>
            <a:custGeom>
              <a:rect b="b" l="l" r="r" t="t"/>
              <a:pathLst>
                <a:path extrusionOk="0" h="5026" w="10432">
                  <a:moveTo>
                    <a:pt x="5216" y="1"/>
                  </a:moveTo>
                  <a:lnTo>
                    <a:pt x="1" y="1334"/>
                  </a:lnTo>
                  <a:lnTo>
                    <a:pt x="1" y="2263"/>
                  </a:lnTo>
                  <a:lnTo>
                    <a:pt x="215" y="3049"/>
                  </a:lnTo>
                  <a:lnTo>
                    <a:pt x="1" y="3859"/>
                  </a:lnTo>
                  <a:lnTo>
                    <a:pt x="1" y="4764"/>
                  </a:lnTo>
                  <a:cubicBezTo>
                    <a:pt x="1" y="4907"/>
                    <a:pt x="120" y="5026"/>
                    <a:pt x="287" y="5026"/>
                  </a:cubicBezTo>
                  <a:lnTo>
                    <a:pt x="2692" y="5026"/>
                  </a:lnTo>
                  <a:lnTo>
                    <a:pt x="4930" y="4811"/>
                  </a:lnTo>
                  <a:lnTo>
                    <a:pt x="7098" y="5026"/>
                  </a:lnTo>
                  <a:lnTo>
                    <a:pt x="10170" y="5026"/>
                  </a:lnTo>
                  <a:cubicBezTo>
                    <a:pt x="10313" y="5026"/>
                    <a:pt x="10432" y="4907"/>
                    <a:pt x="10432" y="4764"/>
                  </a:cubicBezTo>
                  <a:lnTo>
                    <a:pt x="10432" y="3859"/>
                  </a:lnTo>
                  <a:lnTo>
                    <a:pt x="10217" y="3121"/>
                  </a:lnTo>
                  <a:lnTo>
                    <a:pt x="10432" y="2263"/>
                  </a:lnTo>
                  <a:lnTo>
                    <a:pt x="10432" y="1334"/>
                  </a:lnTo>
                  <a:lnTo>
                    <a:pt x="5216"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2" name="Google Shape;28312;p152"/>
            <p:cNvSpPr/>
            <p:nvPr/>
          </p:nvSpPr>
          <p:spPr>
            <a:xfrm>
              <a:off x="1324617" y="2712016"/>
              <a:ext cx="29413" cy="126945"/>
            </a:xfrm>
            <a:custGeom>
              <a:rect b="b" l="l" r="r" t="t"/>
              <a:pathLst>
                <a:path extrusionOk="0" h="3906" w="905">
                  <a:moveTo>
                    <a:pt x="595" y="0"/>
                  </a:moveTo>
                  <a:lnTo>
                    <a:pt x="262" y="214"/>
                  </a:lnTo>
                  <a:lnTo>
                    <a:pt x="262" y="3644"/>
                  </a:lnTo>
                  <a:cubicBezTo>
                    <a:pt x="262" y="3787"/>
                    <a:pt x="143" y="3906"/>
                    <a:pt x="0" y="3906"/>
                  </a:cubicBezTo>
                  <a:lnTo>
                    <a:pt x="643" y="3906"/>
                  </a:lnTo>
                  <a:cubicBezTo>
                    <a:pt x="786" y="3906"/>
                    <a:pt x="905" y="3787"/>
                    <a:pt x="905" y="3644"/>
                  </a:cubicBezTo>
                  <a:lnTo>
                    <a:pt x="905" y="2739"/>
                  </a:lnTo>
                  <a:lnTo>
                    <a:pt x="714" y="1929"/>
                  </a:lnTo>
                  <a:lnTo>
                    <a:pt x="905" y="1143"/>
                  </a:lnTo>
                  <a:lnTo>
                    <a:pt x="905" y="214"/>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3" name="Google Shape;28313;p152"/>
            <p:cNvSpPr/>
            <p:nvPr/>
          </p:nvSpPr>
          <p:spPr>
            <a:xfrm>
              <a:off x="1320516" y="2748383"/>
              <a:ext cx="34092" cy="51870"/>
            </a:xfrm>
            <a:custGeom>
              <a:rect b="b" l="l" r="r" t="t"/>
              <a:pathLst>
                <a:path extrusionOk="0" h="1596" w="1049">
                  <a:moveTo>
                    <a:pt x="263" y="0"/>
                  </a:moveTo>
                  <a:cubicBezTo>
                    <a:pt x="120" y="0"/>
                    <a:pt x="1" y="119"/>
                    <a:pt x="1" y="286"/>
                  </a:cubicBezTo>
                  <a:lnTo>
                    <a:pt x="1" y="1358"/>
                  </a:lnTo>
                  <a:cubicBezTo>
                    <a:pt x="1" y="1477"/>
                    <a:pt x="120" y="1596"/>
                    <a:pt x="263" y="1596"/>
                  </a:cubicBezTo>
                  <a:lnTo>
                    <a:pt x="1049" y="1596"/>
                  </a:lnTo>
                  <a:lnTo>
                    <a:pt x="1049"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4" name="Google Shape;28314;p152"/>
            <p:cNvSpPr/>
            <p:nvPr/>
          </p:nvSpPr>
          <p:spPr>
            <a:xfrm>
              <a:off x="1332151" y="2749163"/>
              <a:ext cx="20898" cy="51090"/>
            </a:xfrm>
            <a:custGeom>
              <a:rect b="b" l="l" r="r" t="t"/>
              <a:pathLst>
                <a:path extrusionOk="0" h="1572" w="643">
                  <a:moveTo>
                    <a:pt x="0" y="0"/>
                  </a:moveTo>
                  <a:lnTo>
                    <a:pt x="0" y="1572"/>
                  </a:lnTo>
                  <a:lnTo>
                    <a:pt x="643" y="1572"/>
                  </a:lnTo>
                  <a:lnTo>
                    <a:pt x="6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5" name="Google Shape;28315;p152"/>
            <p:cNvSpPr/>
            <p:nvPr/>
          </p:nvSpPr>
          <p:spPr>
            <a:xfrm>
              <a:off x="1130131" y="2488318"/>
              <a:ext cx="52650" cy="31005"/>
            </a:xfrm>
            <a:custGeom>
              <a:rect b="b" l="l" r="r" t="t"/>
              <a:pathLst>
                <a:path extrusionOk="0" h="954" w="1620">
                  <a:moveTo>
                    <a:pt x="239" y="1"/>
                  </a:moveTo>
                  <a:cubicBezTo>
                    <a:pt x="119" y="1"/>
                    <a:pt x="0" y="120"/>
                    <a:pt x="0" y="239"/>
                  </a:cubicBezTo>
                  <a:lnTo>
                    <a:pt x="0" y="715"/>
                  </a:lnTo>
                  <a:cubicBezTo>
                    <a:pt x="0" y="834"/>
                    <a:pt x="96" y="953"/>
                    <a:pt x="239" y="953"/>
                  </a:cubicBezTo>
                  <a:lnTo>
                    <a:pt x="1620" y="953"/>
                  </a:lnTo>
                  <a:lnTo>
                    <a:pt x="1620" y="1"/>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6" name="Google Shape;28316;p152"/>
            <p:cNvSpPr/>
            <p:nvPr/>
          </p:nvSpPr>
          <p:spPr>
            <a:xfrm>
              <a:off x="1178101" y="2482923"/>
              <a:ext cx="10888" cy="82063"/>
            </a:xfrm>
            <a:custGeom>
              <a:rect b="b" l="l" r="r" t="t"/>
              <a:pathLst>
                <a:path extrusionOk="0" h="2525" w="335">
                  <a:moveTo>
                    <a:pt x="144" y="0"/>
                  </a:moveTo>
                  <a:cubicBezTo>
                    <a:pt x="72" y="24"/>
                    <a:pt x="1" y="72"/>
                    <a:pt x="1" y="167"/>
                  </a:cubicBezTo>
                  <a:lnTo>
                    <a:pt x="1" y="2358"/>
                  </a:lnTo>
                  <a:cubicBezTo>
                    <a:pt x="1" y="2429"/>
                    <a:pt x="72" y="2501"/>
                    <a:pt x="144" y="2524"/>
                  </a:cubicBezTo>
                  <a:cubicBezTo>
                    <a:pt x="239" y="2524"/>
                    <a:pt x="334" y="2429"/>
                    <a:pt x="334" y="2358"/>
                  </a:cubicBezTo>
                  <a:lnTo>
                    <a:pt x="334" y="167"/>
                  </a:lnTo>
                  <a:cubicBezTo>
                    <a:pt x="334" y="48"/>
                    <a:pt x="239" y="0"/>
                    <a:pt x="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7" name="Google Shape;28317;p152"/>
            <p:cNvSpPr/>
            <p:nvPr/>
          </p:nvSpPr>
          <p:spPr>
            <a:xfrm>
              <a:off x="1065131" y="2550426"/>
              <a:ext cx="239948" cy="143033"/>
            </a:xfrm>
            <a:custGeom>
              <a:rect b="b" l="l" r="r" t="t"/>
              <a:pathLst>
                <a:path extrusionOk="0" h="4401" w="7383">
                  <a:moveTo>
                    <a:pt x="3656" y="1"/>
                  </a:moveTo>
                  <a:cubicBezTo>
                    <a:pt x="3572" y="1"/>
                    <a:pt x="3489" y="31"/>
                    <a:pt x="3429" y="90"/>
                  </a:cubicBezTo>
                  <a:lnTo>
                    <a:pt x="0" y="3662"/>
                  </a:lnTo>
                  <a:lnTo>
                    <a:pt x="0" y="4401"/>
                  </a:lnTo>
                  <a:lnTo>
                    <a:pt x="7382" y="4401"/>
                  </a:lnTo>
                  <a:lnTo>
                    <a:pt x="7382" y="3662"/>
                  </a:lnTo>
                  <a:lnTo>
                    <a:pt x="3882" y="90"/>
                  </a:lnTo>
                  <a:cubicBezTo>
                    <a:pt x="3822" y="31"/>
                    <a:pt x="3739" y="1"/>
                    <a:pt x="3656"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8" name="Google Shape;28318;p152"/>
            <p:cNvSpPr/>
            <p:nvPr/>
          </p:nvSpPr>
          <p:spPr>
            <a:xfrm>
              <a:off x="1005526" y="2664013"/>
              <a:ext cx="358377" cy="54990"/>
            </a:xfrm>
            <a:custGeom>
              <a:rect b="b" l="l" r="r" t="t"/>
              <a:pathLst>
                <a:path extrusionOk="0" h="1692" w="11027">
                  <a:moveTo>
                    <a:pt x="834" y="1"/>
                  </a:moveTo>
                  <a:cubicBezTo>
                    <a:pt x="739" y="1"/>
                    <a:pt x="643" y="48"/>
                    <a:pt x="596" y="144"/>
                  </a:cubicBezTo>
                  <a:lnTo>
                    <a:pt x="24" y="1501"/>
                  </a:lnTo>
                  <a:cubicBezTo>
                    <a:pt x="0" y="1596"/>
                    <a:pt x="48" y="1691"/>
                    <a:pt x="143" y="1691"/>
                  </a:cubicBezTo>
                  <a:lnTo>
                    <a:pt x="10884" y="1691"/>
                  </a:lnTo>
                  <a:cubicBezTo>
                    <a:pt x="10979" y="1691"/>
                    <a:pt x="11026" y="1596"/>
                    <a:pt x="11003" y="1501"/>
                  </a:cubicBezTo>
                  <a:lnTo>
                    <a:pt x="10431" y="144"/>
                  </a:lnTo>
                  <a:cubicBezTo>
                    <a:pt x="10407" y="48"/>
                    <a:pt x="10312" y="1"/>
                    <a:pt x="10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9" name="Google Shape;28319;p152"/>
            <p:cNvSpPr/>
            <p:nvPr/>
          </p:nvSpPr>
          <p:spPr>
            <a:xfrm>
              <a:off x="1314341" y="2663233"/>
              <a:ext cx="49563" cy="55770"/>
            </a:xfrm>
            <a:custGeom>
              <a:rect b="b" l="l" r="r" t="t"/>
              <a:pathLst>
                <a:path extrusionOk="0" h="1716" w="1525">
                  <a:moveTo>
                    <a:pt x="0" y="1"/>
                  </a:moveTo>
                  <a:cubicBezTo>
                    <a:pt x="96" y="1"/>
                    <a:pt x="191" y="72"/>
                    <a:pt x="262" y="168"/>
                  </a:cubicBezTo>
                  <a:lnTo>
                    <a:pt x="810" y="1525"/>
                  </a:lnTo>
                  <a:cubicBezTo>
                    <a:pt x="858" y="1620"/>
                    <a:pt x="786" y="1715"/>
                    <a:pt x="691" y="1715"/>
                  </a:cubicBezTo>
                  <a:lnTo>
                    <a:pt x="1382" y="1715"/>
                  </a:lnTo>
                  <a:cubicBezTo>
                    <a:pt x="1477" y="1715"/>
                    <a:pt x="1524" y="1620"/>
                    <a:pt x="1501" y="1525"/>
                  </a:cubicBezTo>
                  <a:lnTo>
                    <a:pt x="929" y="168"/>
                  </a:lnTo>
                  <a:cubicBezTo>
                    <a:pt x="905" y="72"/>
                    <a:pt x="810" y="1"/>
                    <a:pt x="691"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0" name="Google Shape;28320;p152"/>
            <p:cNvSpPr/>
            <p:nvPr/>
          </p:nvSpPr>
          <p:spPr>
            <a:xfrm>
              <a:off x="1104586" y="2578116"/>
              <a:ext cx="164905" cy="260845"/>
            </a:xfrm>
            <a:custGeom>
              <a:rect b="b" l="l" r="r" t="t"/>
              <a:pathLst>
                <a:path extrusionOk="0" h="8026" w="5074">
                  <a:moveTo>
                    <a:pt x="2501" y="0"/>
                  </a:moveTo>
                  <a:lnTo>
                    <a:pt x="1" y="2620"/>
                  </a:lnTo>
                  <a:lnTo>
                    <a:pt x="1" y="8026"/>
                  </a:lnTo>
                  <a:lnTo>
                    <a:pt x="1310" y="8026"/>
                  </a:lnTo>
                  <a:lnTo>
                    <a:pt x="2501" y="7811"/>
                  </a:lnTo>
                  <a:lnTo>
                    <a:pt x="3692" y="8026"/>
                  </a:lnTo>
                  <a:lnTo>
                    <a:pt x="5073" y="8026"/>
                  </a:lnTo>
                  <a:lnTo>
                    <a:pt x="5073" y="2620"/>
                  </a:lnTo>
                  <a:lnTo>
                    <a:pt x="2501" y="0"/>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1" name="Google Shape;28321;p152"/>
            <p:cNvSpPr/>
            <p:nvPr/>
          </p:nvSpPr>
          <p:spPr>
            <a:xfrm>
              <a:off x="1173475" y="2577175"/>
              <a:ext cx="95851" cy="261765"/>
            </a:xfrm>
            <a:custGeom>
              <a:rect b="b" l="l" r="r" t="t"/>
              <a:pathLst>
                <a:path extrusionOk="0" h="8002" w="2835">
                  <a:moveTo>
                    <a:pt x="334" y="0"/>
                  </a:moveTo>
                  <a:lnTo>
                    <a:pt x="1" y="357"/>
                  </a:lnTo>
                  <a:lnTo>
                    <a:pt x="1739" y="2143"/>
                  </a:lnTo>
                  <a:cubicBezTo>
                    <a:pt x="2025" y="2429"/>
                    <a:pt x="2192" y="2834"/>
                    <a:pt x="2192" y="3263"/>
                  </a:cubicBezTo>
                  <a:lnTo>
                    <a:pt x="2192" y="8002"/>
                  </a:lnTo>
                  <a:lnTo>
                    <a:pt x="2835" y="8002"/>
                  </a:lnTo>
                  <a:lnTo>
                    <a:pt x="2835" y="2596"/>
                  </a:lnTo>
                  <a:lnTo>
                    <a:pt x="33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2" name="Google Shape;28322;p152"/>
            <p:cNvSpPr/>
            <p:nvPr/>
          </p:nvSpPr>
          <p:spPr>
            <a:xfrm>
              <a:off x="1153336" y="2637688"/>
              <a:ext cx="61977" cy="61978"/>
            </a:xfrm>
            <a:custGeom>
              <a:rect b="b" l="l" r="r" t="t"/>
              <a:pathLst>
                <a:path extrusionOk="0" h="1907" w="1907">
                  <a:moveTo>
                    <a:pt x="953" y="1"/>
                  </a:moveTo>
                  <a:cubicBezTo>
                    <a:pt x="430" y="1"/>
                    <a:pt x="1" y="430"/>
                    <a:pt x="1" y="954"/>
                  </a:cubicBezTo>
                  <a:cubicBezTo>
                    <a:pt x="1" y="1477"/>
                    <a:pt x="430" y="1906"/>
                    <a:pt x="953" y="1906"/>
                  </a:cubicBezTo>
                  <a:cubicBezTo>
                    <a:pt x="1477" y="1906"/>
                    <a:pt x="1906" y="1477"/>
                    <a:pt x="1906" y="954"/>
                  </a:cubicBezTo>
                  <a:cubicBezTo>
                    <a:pt x="1906" y="430"/>
                    <a:pt x="1477" y="1"/>
                    <a:pt x="95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3" name="Google Shape;28323;p152"/>
            <p:cNvSpPr/>
            <p:nvPr/>
          </p:nvSpPr>
          <p:spPr>
            <a:xfrm>
              <a:off x="1173486" y="2638468"/>
              <a:ext cx="41827" cy="59638"/>
            </a:xfrm>
            <a:custGeom>
              <a:rect b="b" l="l" r="r" t="t"/>
              <a:pathLst>
                <a:path extrusionOk="0" h="1835" w="1287">
                  <a:moveTo>
                    <a:pt x="333" y="1"/>
                  </a:moveTo>
                  <a:cubicBezTo>
                    <a:pt x="214" y="1"/>
                    <a:pt x="95" y="25"/>
                    <a:pt x="0" y="48"/>
                  </a:cubicBezTo>
                  <a:cubicBezTo>
                    <a:pt x="357" y="215"/>
                    <a:pt x="595" y="548"/>
                    <a:pt x="595" y="930"/>
                  </a:cubicBezTo>
                  <a:cubicBezTo>
                    <a:pt x="595" y="1311"/>
                    <a:pt x="357" y="1668"/>
                    <a:pt x="0" y="1787"/>
                  </a:cubicBezTo>
                  <a:cubicBezTo>
                    <a:pt x="119" y="1811"/>
                    <a:pt x="214" y="1834"/>
                    <a:pt x="333" y="1834"/>
                  </a:cubicBezTo>
                  <a:cubicBezTo>
                    <a:pt x="834" y="1834"/>
                    <a:pt x="1286" y="1430"/>
                    <a:pt x="1286" y="882"/>
                  </a:cubicBezTo>
                  <a:cubicBezTo>
                    <a:pt x="1262" y="429"/>
                    <a:pt x="834" y="1"/>
                    <a:pt x="33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4" name="Google Shape;28324;p152"/>
            <p:cNvSpPr/>
            <p:nvPr/>
          </p:nvSpPr>
          <p:spPr>
            <a:xfrm>
              <a:off x="1145601" y="2735221"/>
              <a:ext cx="78975" cy="103740"/>
            </a:xfrm>
            <a:custGeom>
              <a:rect b="b" l="l" r="r" t="t"/>
              <a:pathLst>
                <a:path extrusionOk="0" h="3192" w="2430">
                  <a:moveTo>
                    <a:pt x="286" y="1"/>
                  </a:moveTo>
                  <a:cubicBezTo>
                    <a:pt x="144" y="1"/>
                    <a:pt x="1" y="120"/>
                    <a:pt x="1" y="310"/>
                  </a:cubicBezTo>
                  <a:lnTo>
                    <a:pt x="1" y="3192"/>
                  </a:lnTo>
                  <a:lnTo>
                    <a:pt x="2406" y="3192"/>
                  </a:lnTo>
                  <a:lnTo>
                    <a:pt x="2430" y="310"/>
                  </a:lnTo>
                  <a:cubicBezTo>
                    <a:pt x="2430" y="143"/>
                    <a:pt x="2311" y="1"/>
                    <a:pt x="2144" y="1"/>
                  </a:cubicBezTo>
                  <a:lnTo>
                    <a:pt x="1406" y="1"/>
                  </a:lnTo>
                  <a:lnTo>
                    <a:pt x="1215" y="215"/>
                  </a:lnTo>
                  <a:lnTo>
                    <a:pt x="1049"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5" name="Google Shape;28325;p152"/>
            <p:cNvSpPr/>
            <p:nvPr/>
          </p:nvSpPr>
          <p:spPr>
            <a:xfrm>
              <a:off x="1192823" y="2735221"/>
              <a:ext cx="30973" cy="102960"/>
            </a:xfrm>
            <a:custGeom>
              <a:rect b="b" l="l" r="r" t="t"/>
              <a:pathLst>
                <a:path extrusionOk="0" h="3168" w="953">
                  <a:moveTo>
                    <a:pt x="0" y="1"/>
                  </a:moveTo>
                  <a:cubicBezTo>
                    <a:pt x="191" y="1"/>
                    <a:pt x="310" y="143"/>
                    <a:pt x="310" y="310"/>
                  </a:cubicBezTo>
                  <a:lnTo>
                    <a:pt x="310" y="3168"/>
                  </a:lnTo>
                  <a:lnTo>
                    <a:pt x="953" y="3168"/>
                  </a:lnTo>
                  <a:lnTo>
                    <a:pt x="953" y="263"/>
                  </a:lnTo>
                  <a:cubicBezTo>
                    <a:pt x="953" y="143"/>
                    <a:pt x="810" y="1"/>
                    <a:pt x="6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6" name="Google Shape;28326;p152"/>
            <p:cNvSpPr/>
            <p:nvPr/>
          </p:nvSpPr>
          <p:spPr>
            <a:xfrm>
              <a:off x="1014821" y="2748383"/>
              <a:ext cx="34060" cy="51870"/>
            </a:xfrm>
            <a:custGeom>
              <a:rect b="b" l="l" r="r" t="t"/>
              <a:pathLst>
                <a:path extrusionOk="0" h="1596" w="1048">
                  <a:moveTo>
                    <a:pt x="0" y="0"/>
                  </a:moveTo>
                  <a:lnTo>
                    <a:pt x="0" y="1596"/>
                  </a:lnTo>
                  <a:lnTo>
                    <a:pt x="786" y="1596"/>
                  </a:lnTo>
                  <a:cubicBezTo>
                    <a:pt x="929" y="1596"/>
                    <a:pt x="1048" y="1477"/>
                    <a:pt x="1048" y="1358"/>
                  </a:cubicBezTo>
                  <a:lnTo>
                    <a:pt x="1048" y="286"/>
                  </a:lnTo>
                  <a:cubicBezTo>
                    <a:pt x="1048" y="119"/>
                    <a:pt x="929" y="0"/>
                    <a:pt x="78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7" name="Google Shape;28327;p152"/>
            <p:cNvSpPr/>
            <p:nvPr/>
          </p:nvSpPr>
          <p:spPr>
            <a:xfrm>
              <a:off x="1282588" y="2554878"/>
              <a:ext cx="42608" cy="17842"/>
            </a:xfrm>
            <a:custGeom>
              <a:rect b="b" l="l" r="r" t="t"/>
              <a:pathLst>
                <a:path extrusionOk="0" h="549" w="1311">
                  <a:moveTo>
                    <a:pt x="668" y="1"/>
                  </a:moveTo>
                  <a:cubicBezTo>
                    <a:pt x="453" y="1"/>
                    <a:pt x="215" y="96"/>
                    <a:pt x="72" y="239"/>
                  </a:cubicBezTo>
                  <a:cubicBezTo>
                    <a:pt x="1" y="310"/>
                    <a:pt x="1" y="429"/>
                    <a:pt x="72" y="501"/>
                  </a:cubicBezTo>
                  <a:cubicBezTo>
                    <a:pt x="96" y="525"/>
                    <a:pt x="168" y="549"/>
                    <a:pt x="191" y="549"/>
                  </a:cubicBezTo>
                  <a:cubicBezTo>
                    <a:pt x="239" y="549"/>
                    <a:pt x="287" y="549"/>
                    <a:pt x="310" y="501"/>
                  </a:cubicBezTo>
                  <a:cubicBezTo>
                    <a:pt x="382" y="406"/>
                    <a:pt x="501" y="334"/>
                    <a:pt x="668" y="334"/>
                  </a:cubicBezTo>
                  <a:cubicBezTo>
                    <a:pt x="787" y="334"/>
                    <a:pt x="930" y="406"/>
                    <a:pt x="1025" y="501"/>
                  </a:cubicBezTo>
                  <a:cubicBezTo>
                    <a:pt x="1049" y="525"/>
                    <a:pt x="1090" y="537"/>
                    <a:pt x="1135" y="537"/>
                  </a:cubicBezTo>
                  <a:cubicBezTo>
                    <a:pt x="1180" y="537"/>
                    <a:pt x="1227" y="525"/>
                    <a:pt x="1263" y="501"/>
                  </a:cubicBezTo>
                  <a:cubicBezTo>
                    <a:pt x="1311" y="429"/>
                    <a:pt x="1311" y="310"/>
                    <a:pt x="1263" y="239"/>
                  </a:cubicBezTo>
                  <a:cubicBezTo>
                    <a:pt x="1096" y="96"/>
                    <a:pt x="858"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8" name="Google Shape;28328;p152"/>
            <p:cNvSpPr/>
            <p:nvPr/>
          </p:nvSpPr>
          <p:spPr>
            <a:xfrm>
              <a:off x="1265558" y="2530893"/>
              <a:ext cx="77448" cy="25578"/>
            </a:xfrm>
            <a:custGeom>
              <a:rect b="b" l="l" r="r" t="t"/>
              <a:pathLst>
                <a:path extrusionOk="0" h="787" w="2383">
                  <a:moveTo>
                    <a:pt x="1192" y="1"/>
                  </a:moveTo>
                  <a:cubicBezTo>
                    <a:pt x="739" y="1"/>
                    <a:pt x="358" y="191"/>
                    <a:pt x="49" y="477"/>
                  </a:cubicBezTo>
                  <a:cubicBezTo>
                    <a:pt x="1" y="548"/>
                    <a:pt x="1" y="667"/>
                    <a:pt x="49" y="715"/>
                  </a:cubicBezTo>
                  <a:cubicBezTo>
                    <a:pt x="84" y="751"/>
                    <a:pt x="132" y="769"/>
                    <a:pt x="177" y="769"/>
                  </a:cubicBezTo>
                  <a:cubicBezTo>
                    <a:pt x="221" y="769"/>
                    <a:pt x="263" y="751"/>
                    <a:pt x="287" y="715"/>
                  </a:cubicBezTo>
                  <a:cubicBezTo>
                    <a:pt x="525" y="477"/>
                    <a:pt x="834" y="358"/>
                    <a:pt x="1192" y="358"/>
                  </a:cubicBezTo>
                  <a:cubicBezTo>
                    <a:pt x="1549" y="358"/>
                    <a:pt x="1835" y="477"/>
                    <a:pt x="2073" y="715"/>
                  </a:cubicBezTo>
                  <a:cubicBezTo>
                    <a:pt x="2097" y="739"/>
                    <a:pt x="2168" y="786"/>
                    <a:pt x="2192" y="786"/>
                  </a:cubicBezTo>
                  <a:cubicBezTo>
                    <a:pt x="2263" y="786"/>
                    <a:pt x="2287" y="763"/>
                    <a:pt x="2311" y="715"/>
                  </a:cubicBezTo>
                  <a:cubicBezTo>
                    <a:pt x="2382" y="667"/>
                    <a:pt x="2382" y="548"/>
                    <a:pt x="2311" y="477"/>
                  </a:cubicBezTo>
                  <a:cubicBezTo>
                    <a:pt x="2025" y="191"/>
                    <a:pt x="1597" y="1"/>
                    <a:pt x="1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9" name="Google Shape;28329;p152"/>
            <p:cNvSpPr/>
            <p:nvPr/>
          </p:nvSpPr>
          <p:spPr>
            <a:xfrm>
              <a:off x="1250088" y="2506908"/>
              <a:ext cx="109948" cy="31753"/>
            </a:xfrm>
            <a:custGeom>
              <a:rect b="b" l="l" r="r" t="t"/>
              <a:pathLst>
                <a:path extrusionOk="0" h="977" w="3383">
                  <a:moveTo>
                    <a:pt x="1691" y="0"/>
                  </a:moveTo>
                  <a:cubicBezTo>
                    <a:pt x="1072" y="0"/>
                    <a:pt x="501" y="238"/>
                    <a:pt x="48" y="691"/>
                  </a:cubicBezTo>
                  <a:cubicBezTo>
                    <a:pt x="1" y="739"/>
                    <a:pt x="1" y="858"/>
                    <a:pt x="48" y="929"/>
                  </a:cubicBezTo>
                  <a:cubicBezTo>
                    <a:pt x="84" y="953"/>
                    <a:pt x="132" y="965"/>
                    <a:pt x="176" y="965"/>
                  </a:cubicBezTo>
                  <a:cubicBezTo>
                    <a:pt x="221" y="965"/>
                    <a:pt x="263" y="953"/>
                    <a:pt x="286" y="929"/>
                  </a:cubicBezTo>
                  <a:cubicBezTo>
                    <a:pt x="644" y="524"/>
                    <a:pt x="1168" y="334"/>
                    <a:pt x="1691" y="334"/>
                  </a:cubicBezTo>
                  <a:cubicBezTo>
                    <a:pt x="2192" y="334"/>
                    <a:pt x="2692" y="524"/>
                    <a:pt x="3097" y="929"/>
                  </a:cubicBezTo>
                  <a:cubicBezTo>
                    <a:pt x="3120" y="953"/>
                    <a:pt x="3192" y="977"/>
                    <a:pt x="3216" y="977"/>
                  </a:cubicBezTo>
                  <a:cubicBezTo>
                    <a:pt x="3239" y="977"/>
                    <a:pt x="3287" y="953"/>
                    <a:pt x="3335" y="929"/>
                  </a:cubicBezTo>
                  <a:cubicBezTo>
                    <a:pt x="3382" y="858"/>
                    <a:pt x="3382" y="739"/>
                    <a:pt x="3335" y="691"/>
                  </a:cubicBezTo>
                  <a:cubicBezTo>
                    <a:pt x="2906" y="238"/>
                    <a:pt x="2311" y="0"/>
                    <a:pt x="1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0" name="Google Shape;28330;p152"/>
            <p:cNvSpPr/>
            <p:nvPr/>
          </p:nvSpPr>
          <p:spPr>
            <a:xfrm>
              <a:off x="1006306" y="2482143"/>
              <a:ext cx="33" cy="33"/>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1" name="Google Shape;28331;p152"/>
            <p:cNvSpPr/>
            <p:nvPr/>
          </p:nvSpPr>
          <p:spPr>
            <a:xfrm>
              <a:off x="1178101" y="2650851"/>
              <a:ext cx="15535" cy="27917"/>
            </a:xfrm>
            <a:custGeom>
              <a:rect b="b" l="l" r="r" t="t"/>
              <a:pathLst>
                <a:path extrusionOk="0" h="859" w="478">
                  <a:moveTo>
                    <a:pt x="191" y="1"/>
                  </a:moveTo>
                  <a:cubicBezTo>
                    <a:pt x="96" y="1"/>
                    <a:pt x="1" y="72"/>
                    <a:pt x="1" y="144"/>
                  </a:cubicBezTo>
                  <a:lnTo>
                    <a:pt x="1" y="549"/>
                  </a:lnTo>
                  <a:cubicBezTo>
                    <a:pt x="1" y="572"/>
                    <a:pt x="25" y="620"/>
                    <a:pt x="72" y="668"/>
                  </a:cubicBezTo>
                  <a:lnTo>
                    <a:pt x="191" y="810"/>
                  </a:lnTo>
                  <a:cubicBezTo>
                    <a:pt x="215" y="834"/>
                    <a:pt x="239" y="858"/>
                    <a:pt x="311" y="858"/>
                  </a:cubicBezTo>
                  <a:cubicBezTo>
                    <a:pt x="334" y="858"/>
                    <a:pt x="406" y="834"/>
                    <a:pt x="430" y="810"/>
                  </a:cubicBezTo>
                  <a:cubicBezTo>
                    <a:pt x="477" y="763"/>
                    <a:pt x="477" y="644"/>
                    <a:pt x="430" y="572"/>
                  </a:cubicBezTo>
                  <a:lnTo>
                    <a:pt x="334" y="477"/>
                  </a:lnTo>
                  <a:lnTo>
                    <a:pt x="334" y="191"/>
                  </a:lnTo>
                  <a:cubicBezTo>
                    <a:pt x="334" y="96"/>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2" name="Google Shape;28332;p152"/>
            <p:cNvSpPr/>
            <p:nvPr/>
          </p:nvSpPr>
          <p:spPr>
            <a:xfrm>
              <a:off x="1180441" y="2735221"/>
              <a:ext cx="10855" cy="103740"/>
            </a:xfrm>
            <a:custGeom>
              <a:rect b="b" l="l" r="r" t="t"/>
              <a:pathLst>
                <a:path extrusionOk="0" h="3192" w="334">
                  <a:moveTo>
                    <a:pt x="0" y="1"/>
                  </a:moveTo>
                  <a:lnTo>
                    <a:pt x="0" y="3192"/>
                  </a:lnTo>
                  <a:lnTo>
                    <a:pt x="334" y="3192"/>
                  </a:lnTo>
                  <a:lnTo>
                    <a:pt x="334" y="1"/>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3" name="Google Shape;28333;p152"/>
          <p:cNvGrpSpPr/>
          <p:nvPr/>
        </p:nvGrpSpPr>
        <p:grpSpPr>
          <a:xfrm>
            <a:off x="1005526" y="2907886"/>
            <a:ext cx="358377" cy="302640"/>
            <a:chOff x="1005526" y="3060286"/>
            <a:chExt cx="358377" cy="302640"/>
          </a:xfrm>
        </p:grpSpPr>
        <p:sp>
          <p:nvSpPr>
            <p:cNvPr id="28334" name="Google Shape;28334;p152"/>
            <p:cNvSpPr/>
            <p:nvPr/>
          </p:nvSpPr>
          <p:spPr>
            <a:xfrm>
              <a:off x="1006306" y="3060286"/>
              <a:ext cx="127725" cy="37960"/>
            </a:xfrm>
            <a:custGeom>
              <a:rect b="b" l="l" r="r" t="t"/>
              <a:pathLst>
                <a:path extrusionOk="0" h="1168" w="3930">
                  <a:moveTo>
                    <a:pt x="381" y="1"/>
                  </a:moveTo>
                  <a:cubicBezTo>
                    <a:pt x="167" y="1"/>
                    <a:pt x="0" y="191"/>
                    <a:pt x="0" y="382"/>
                  </a:cubicBezTo>
                  <a:lnTo>
                    <a:pt x="0" y="953"/>
                  </a:lnTo>
                  <a:lnTo>
                    <a:pt x="1953" y="1167"/>
                  </a:lnTo>
                  <a:lnTo>
                    <a:pt x="3929" y="953"/>
                  </a:lnTo>
                  <a:lnTo>
                    <a:pt x="3929" y="382"/>
                  </a:lnTo>
                  <a:cubicBezTo>
                    <a:pt x="3929" y="143"/>
                    <a:pt x="3739" y="1"/>
                    <a:pt x="354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5" name="Google Shape;28335;p152"/>
            <p:cNvSpPr/>
            <p:nvPr/>
          </p:nvSpPr>
          <p:spPr>
            <a:xfrm>
              <a:off x="1099938" y="3060286"/>
              <a:ext cx="34092" cy="37960"/>
            </a:xfrm>
            <a:custGeom>
              <a:rect b="b" l="l" r="r" t="t"/>
              <a:pathLst>
                <a:path extrusionOk="0" h="1168" w="1049">
                  <a:moveTo>
                    <a:pt x="1" y="1"/>
                  </a:moveTo>
                  <a:cubicBezTo>
                    <a:pt x="215" y="1"/>
                    <a:pt x="382" y="191"/>
                    <a:pt x="382" y="382"/>
                  </a:cubicBezTo>
                  <a:lnTo>
                    <a:pt x="382" y="953"/>
                  </a:lnTo>
                  <a:lnTo>
                    <a:pt x="691" y="1167"/>
                  </a:lnTo>
                  <a:lnTo>
                    <a:pt x="1048" y="953"/>
                  </a:lnTo>
                  <a:lnTo>
                    <a:pt x="1048" y="382"/>
                  </a:lnTo>
                  <a:cubicBezTo>
                    <a:pt x="1048" y="143"/>
                    <a:pt x="858" y="1"/>
                    <a:pt x="66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6" name="Google Shape;28336;p152"/>
            <p:cNvSpPr/>
            <p:nvPr/>
          </p:nvSpPr>
          <p:spPr>
            <a:xfrm>
              <a:off x="1006306" y="3091258"/>
              <a:ext cx="357598" cy="271668"/>
            </a:xfrm>
            <a:custGeom>
              <a:rect b="b" l="l" r="r" t="t"/>
              <a:pathLst>
                <a:path extrusionOk="0" h="8359" w="11003">
                  <a:moveTo>
                    <a:pt x="119" y="0"/>
                  </a:moveTo>
                  <a:cubicBezTo>
                    <a:pt x="48" y="0"/>
                    <a:pt x="0" y="72"/>
                    <a:pt x="0" y="119"/>
                  </a:cubicBezTo>
                  <a:lnTo>
                    <a:pt x="0" y="8073"/>
                  </a:lnTo>
                  <a:cubicBezTo>
                    <a:pt x="0" y="8240"/>
                    <a:pt x="143" y="8359"/>
                    <a:pt x="286" y="8359"/>
                  </a:cubicBezTo>
                  <a:lnTo>
                    <a:pt x="1048" y="8359"/>
                  </a:lnTo>
                  <a:lnTo>
                    <a:pt x="3668" y="8168"/>
                  </a:lnTo>
                  <a:lnTo>
                    <a:pt x="6692" y="8359"/>
                  </a:lnTo>
                  <a:lnTo>
                    <a:pt x="10693" y="8359"/>
                  </a:lnTo>
                  <a:cubicBezTo>
                    <a:pt x="10860" y="8359"/>
                    <a:pt x="10979" y="8216"/>
                    <a:pt x="11002" y="8073"/>
                  </a:cubicBezTo>
                  <a:lnTo>
                    <a:pt x="11002" y="310"/>
                  </a:lnTo>
                  <a:cubicBezTo>
                    <a:pt x="11002" y="119"/>
                    <a:pt x="10860" y="0"/>
                    <a:pt x="1071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7" name="Google Shape;28337;p152"/>
            <p:cNvSpPr/>
            <p:nvPr/>
          </p:nvSpPr>
          <p:spPr>
            <a:xfrm>
              <a:off x="1332151" y="3091258"/>
              <a:ext cx="30973" cy="271668"/>
            </a:xfrm>
            <a:custGeom>
              <a:rect b="b" l="l" r="r" t="t"/>
              <a:pathLst>
                <a:path extrusionOk="0" h="8359" w="953">
                  <a:moveTo>
                    <a:pt x="0" y="0"/>
                  </a:moveTo>
                  <a:cubicBezTo>
                    <a:pt x="143" y="0"/>
                    <a:pt x="310" y="119"/>
                    <a:pt x="310" y="310"/>
                  </a:cubicBezTo>
                  <a:lnTo>
                    <a:pt x="310" y="8073"/>
                  </a:lnTo>
                  <a:cubicBezTo>
                    <a:pt x="310" y="8216"/>
                    <a:pt x="191" y="8359"/>
                    <a:pt x="0" y="8359"/>
                  </a:cubicBezTo>
                  <a:lnTo>
                    <a:pt x="667" y="8359"/>
                  </a:lnTo>
                  <a:cubicBezTo>
                    <a:pt x="810" y="8359"/>
                    <a:pt x="953" y="8240"/>
                    <a:pt x="953" y="8073"/>
                  </a:cubicBezTo>
                  <a:lnTo>
                    <a:pt x="953" y="310"/>
                  </a:lnTo>
                  <a:cubicBezTo>
                    <a:pt x="953" y="143"/>
                    <a:pt x="834"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8" name="Google Shape;28338;p152"/>
            <p:cNvSpPr/>
            <p:nvPr/>
          </p:nvSpPr>
          <p:spPr>
            <a:xfrm>
              <a:off x="1005526" y="3091258"/>
              <a:ext cx="357598" cy="43355"/>
            </a:xfrm>
            <a:custGeom>
              <a:rect b="b" l="l" r="r" t="t"/>
              <a:pathLst>
                <a:path extrusionOk="0" h="1334" w="11003">
                  <a:moveTo>
                    <a:pt x="0" y="0"/>
                  </a:moveTo>
                  <a:lnTo>
                    <a:pt x="0" y="1334"/>
                  </a:lnTo>
                  <a:lnTo>
                    <a:pt x="11003" y="1334"/>
                  </a:lnTo>
                  <a:lnTo>
                    <a:pt x="11003" y="191"/>
                  </a:lnTo>
                  <a:cubicBezTo>
                    <a:pt x="11003" y="95"/>
                    <a:pt x="10907" y="0"/>
                    <a:pt x="1083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9" name="Google Shape;28339;p152"/>
            <p:cNvSpPr/>
            <p:nvPr/>
          </p:nvSpPr>
          <p:spPr>
            <a:xfrm>
              <a:off x="1336018" y="3091258"/>
              <a:ext cx="27105" cy="44915"/>
            </a:xfrm>
            <a:custGeom>
              <a:rect b="b" l="l" r="r" t="t"/>
              <a:pathLst>
                <a:path extrusionOk="0" h="1382" w="834">
                  <a:moveTo>
                    <a:pt x="0" y="0"/>
                  </a:moveTo>
                  <a:cubicBezTo>
                    <a:pt x="95" y="0"/>
                    <a:pt x="191" y="95"/>
                    <a:pt x="191" y="191"/>
                  </a:cubicBezTo>
                  <a:lnTo>
                    <a:pt x="191" y="1381"/>
                  </a:lnTo>
                  <a:lnTo>
                    <a:pt x="834" y="1381"/>
                  </a:lnTo>
                  <a:lnTo>
                    <a:pt x="834" y="191"/>
                  </a:lnTo>
                  <a:cubicBezTo>
                    <a:pt x="834" y="95"/>
                    <a:pt x="738" y="0"/>
                    <a:pt x="66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0" name="Google Shape;28340;p152"/>
            <p:cNvSpPr/>
            <p:nvPr/>
          </p:nvSpPr>
          <p:spPr>
            <a:xfrm>
              <a:off x="1281061" y="3107508"/>
              <a:ext cx="11635" cy="11635"/>
            </a:xfrm>
            <a:custGeom>
              <a:rect b="b" l="l" r="r" t="t"/>
              <a:pathLst>
                <a:path extrusionOk="0" h="358" w="358">
                  <a:moveTo>
                    <a:pt x="167" y="0"/>
                  </a:moveTo>
                  <a:cubicBezTo>
                    <a:pt x="72" y="0"/>
                    <a:pt x="0" y="96"/>
                    <a:pt x="0" y="191"/>
                  </a:cubicBezTo>
                  <a:cubicBezTo>
                    <a:pt x="0" y="286"/>
                    <a:pt x="72" y="357"/>
                    <a:pt x="167" y="357"/>
                  </a:cubicBezTo>
                  <a:cubicBezTo>
                    <a:pt x="262" y="357"/>
                    <a:pt x="357" y="286"/>
                    <a:pt x="357" y="191"/>
                  </a:cubicBezTo>
                  <a:cubicBezTo>
                    <a:pt x="357" y="96"/>
                    <a:pt x="262"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1" name="Google Shape;28341;p152"/>
            <p:cNvSpPr/>
            <p:nvPr/>
          </p:nvSpPr>
          <p:spPr>
            <a:xfrm>
              <a:off x="1302738" y="3107508"/>
              <a:ext cx="11635" cy="11635"/>
            </a:xfrm>
            <a:custGeom>
              <a:rect b="b" l="l" r="r" t="t"/>
              <a:pathLst>
                <a:path extrusionOk="0" h="358" w="358">
                  <a:moveTo>
                    <a:pt x="191" y="0"/>
                  </a:moveTo>
                  <a:cubicBezTo>
                    <a:pt x="95" y="0"/>
                    <a:pt x="0" y="96"/>
                    <a:pt x="0" y="191"/>
                  </a:cubicBezTo>
                  <a:cubicBezTo>
                    <a:pt x="0" y="286"/>
                    <a:pt x="95" y="357"/>
                    <a:pt x="191" y="357"/>
                  </a:cubicBezTo>
                  <a:cubicBezTo>
                    <a:pt x="286" y="357"/>
                    <a:pt x="357" y="286"/>
                    <a:pt x="357" y="191"/>
                  </a:cubicBezTo>
                  <a:cubicBezTo>
                    <a:pt x="357" y="96"/>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2" name="Google Shape;28342;p152"/>
            <p:cNvSpPr/>
            <p:nvPr/>
          </p:nvSpPr>
          <p:spPr>
            <a:xfrm>
              <a:off x="1325163" y="3107508"/>
              <a:ext cx="11635" cy="11635"/>
            </a:xfrm>
            <a:custGeom>
              <a:rect b="b" l="l" r="r" t="t"/>
              <a:pathLst>
                <a:path extrusionOk="0" h="358" w="358">
                  <a:moveTo>
                    <a:pt x="191" y="0"/>
                  </a:moveTo>
                  <a:cubicBezTo>
                    <a:pt x="96" y="0"/>
                    <a:pt x="1" y="96"/>
                    <a:pt x="1" y="191"/>
                  </a:cubicBezTo>
                  <a:cubicBezTo>
                    <a:pt x="1" y="286"/>
                    <a:pt x="96" y="357"/>
                    <a:pt x="191" y="357"/>
                  </a:cubicBezTo>
                  <a:cubicBezTo>
                    <a:pt x="286" y="357"/>
                    <a:pt x="358" y="286"/>
                    <a:pt x="358" y="191"/>
                  </a:cubicBezTo>
                  <a:cubicBezTo>
                    <a:pt x="358" y="96"/>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3" name="Google Shape;28343;p152"/>
            <p:cNvSpPr/>
            <p:nvPr/>
          </p:nvSpPr>
          <p:spPr>
            <a:xfrm>
              <a:off x="1040333" y="3187978"/>
              <a:ext cx="183463" cy="174948"/>
            </a:xfrm>
            <a:custGeom>
              <a:rect b="b" l="l" r="r" t="t"/>
              <a:pathLst>
                <a:path extrusionOk="0" h="5383" w="5645">
                  <a:moveTo>
                    <a:pt x="263" y="1"/>
                  </a:moveTo>
                  <a:cubicBezTo>
                    <a:pt x="120" y="1"/>
                    <a:pt x="1" y="120"/>
                    <a:pt x="1" y="263"/>
                  </a:cubicBezTo>
                  <a:lnTo>
                    <a:pt x="1" y="5383"/>
                  </a:lnTo>
                  <a:lnTo>
                    <a:pt x="5645" y="5383"/>
                  </a:lnTo>
                  <a:lnTo>
                    <a:pt x="5645" y="263"/>
                  </a:lnTo>
                  <a:cubicBezTo>
                    <a:pt x="5645" y="120"/>
                    <a:pt x="5526" y="1"/>
                    <a:pt x="538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4" name="Google Shape;28344;p152"/>
            <p:cNvSpPr/>
            <p:nvPr/>
          </p:nvSpPr>
          <p:spPr>
            <a:xfrm>
              <a:off x="1193603" y="3187978"/>
              <a:ext cx="30192" cy="174948"/>
            </a:xfrm>
            <a:custGeom>
              <a:rect b="b" l="l" r="r" t="t"/>
              <a:pathLst>
                <a:path extrusionOk="0" h="5383" w="929">
                  <a:moveTo>
                    <a:pt x="0" y="1"/>
                  </a:moveTo>
                  <a:cubicBezTo>
                    <a:pt x="167" y="1"/>
                    <a:pt x="286" y="120"/>
                    <a:pt x="286" y="263"/>
                  </a:cubicBezTo>
                  <a:lnTo>
                    <a:pt x="286" y="5383"/>
                  </a:lnTo>
                  <a:lnTo>
                    <a:pt x="929" y="5383"/>
                  </a:lnTo>
                  <a:lnTo>
                    <a:pt x="929" y="263"/>
                  </a:lnTo>
                  <a:cubicBezTo>
                    <a:pt x="929" y="120"/>
                    <a:pt x="810" y="1"/>
                    <a:pt x="6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5" name="Google Shape;28345;p152"/>
            <p:cNvSpPr/>
            <p:nvPr/>
          </p:nvSpPr>
          <p:spPr>
            <a:xfrm>
              <a:off x="1250868" y="3188758"/>
              <a:ext cx="27105" cy="52683"/>
            </a:xfrm>
            <a:custGeom>
              <a:rect b="b" l="l" r="r" t="t"/>
              <a:pathLst>
                <a:path extrusionOk="0" h="1621" w="834">
                  <a:moveTo>
                    <a:pt x="417" y="1"/>
                  </a:moveTo>
                  <a:cubicBezTo>
                    <a:pt x="382" y="1"/>
                    <a:pt x="346" y="25"/>
                    <a:pt x="334" y="72"/>
                  </a:cubicBezTo>
                  <a:lnTo>
                    <a:pt x="0" y="1263"/>
                  </a:lnTo>
                  <a:lnTo>
                    <a:pt x="0" y="1358"/>
                  </a:lnTo>
                  <a:lnTo>
                    <a:pt x="0" y="1525"/>
                  </a:lnTo>
                  <a:lnTo>
                    <a:pt x="429" y="1620"/>
                  </a:lnTo>
                  <a:lnTo>
                    <a:pt x="834" y="1525"/>
                  </a:lnTo>
                  <a:lnTo>
                    <a:pt x="834" y="1358"/>
                  </a:lnTo>
                  <a:lnTo>
                    <a:pt x="834" y="1263"/>
                  </a:lnTo>
                  <a:lnTo>
                    <a:pt x="501" y="72"/>
                  </a:lnTo>
                  <a:cubicBezTo>
                    <a:pt x="489" y="25"/>
                    <a:pt x="453" y="1"/>
                    <a:pt x="417"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6" name="Google Shape;28346;p152"/>
            <p:cNvSpPr/>
            <p:nvPr/>
          </p:nvSpPr>
          <p:spPr>
            <a:xfrm>
              <a:off x="1250868" y="3238288"/>
              <a:ext cx="27105" cy="124638"/>
            </a:xfrm>
            <a:custGeom>
              <a:rect b="b" l="l" r="r" t="t"/>
              <a:pathLst>
                <a:path extrusionOk="0" h="3835" w="834">
                  <a:moveTo>
                    <a:pt x="0" y="1"/>
                  </a:moveTo>
                  <a:lnTo>
                    <a:pt x="0" y="3835"/>
                  </a:lnTo>
                  <a:lnTo>
                    <a:pt x="834" y="3835"/>
                  </a:lnTo>
                  <a:lnTo>
                    <a:pt x="834"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7" name="Google Shape;28347;p152"/>
            <p:cNvSpPr/>
            <p:nvPr/>
          </p:nvSpPr>
          <p:spPr>
            <a:xfrm>
              <a:off x="1304266" y="3253791"/>
              <a:ext cx="27138" cy="108388"/>
            </a:xfrm>
            <a:custGeom>
              <a:rect b="b" l="l" r="r" t="t"/>
              <a:pathLst>
                <a:path extrusionOk="0" h="3335" w="835">
                  <a:moveTo>
                    <a:pt x="406" y="0"/>
                  </a:moveTo>
                  <a:lnTo>
                    <a:pt x="1" y="24"/>
                  </a:lnTo>
                  <a:lnTo>
                    <a:pt x="1" y="3334"/>
                  </a:lnTo>
                  <a:lnTo>
                    <a:pt x="834" y="3334"/>
                  </a:lnTo>
                  <a:lnTo>
                    <a:pt x="834" y="24"/>
                  </a:lnTo>
                  <a:lnTo>
                    <a:pt x="429"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8" name="Google Shape;28348;p152"/>
            <p:cNvSpPr/>
            <p:nvPr/>
          </p:nvSpPr>
          <p:spPr>
            <a:xfrm>
              <a:off x="1304266" y="3188758"/>
              <a:ext cx="27138" cy="67372"/>
            </a:xfrm>
            <a:custGeom>
              <a:rect b="b" l="l" r="r" t="t"/>
              <a:pathLst>
                <a:path extrusionOk="0" h="2073" w="835">
                  <a:moveTo>
                    <a:pt x="406" y="1"/>
                  </a:moveTo>
                  <a:cubicBezTo>
                    <a:pt x="358" y="1"/>
                    <a:pt x="310" y="48"/>
                    <a:pt x="286" y="96"/>
                  </a:cubicBezTo>
                  <a:lnTo>
                    <a:pt x="1" y="1477"/>
                  </a:lnTo>
                  <a:lnTo>
                    <a:pt x="1" y="1549"/>
                  </a:lnTo>
                  <a:lnTo>
                    <a:pt x="1" y="2073"/>
                  </a:lnTo>
                  <a:lnTo>
                    <a:pt x="834" y="2073"/>
                  </a:lnTo>
                  <a:lnTo>
                    <a:pt x="834" y="1549"/>
                  </a:lnTo>
                  <a:lnTo>
                    <a:pt x="834" y="1477"/>
                  </a:lnTo>
                  <a:lnTo>
                    <a:pt x="525" y="96"/>
                  </a:lnTo>
                  <a:cubicBezTo>
                    <a:pt x="525" y="48"/>
                    <a:pt x="477" y="1"/>
                    <a:pt x="406" y="1"/>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9" name="Google Shape;28349;p152"/>
            <p:cNvSpPr/>
            <p:nvPr/>
          </p:nvSpPr>
          <p:spPr>
            <a:xfrm>
              <a:off x="1072086" y="3222038"/>
              <a:ext cx="63505" cy="10888"/>
            </a:xfrm>
            <a:custGeom>
              <a:rect b="b" l="l" r="r" t="t"/>
              <a:pathLst>
                <a:path extrusionOk="0" h="335" w="1954">
                  <a:moveTo>
                    <a:pt x="143" y="1"/>
                  </a:moveTo>
                  <a:cubicBezTo>
                    <a:pt x="48" y="1"/>
                    <a:pt x="0" y="96"/>
                    <a:pt x="0" y="167"/>
                  </a:cubicBezTo>
                  <a:cubicBezTo>
                    <a:pt x="0" y="263"/>
                    <a:pt x="96" y="334"/>
                    <a:pt x="167" y="334"/>
                  </a:cubicBezTo>
                  <a:lnTo>
                    <a:pt x="1786" y="334"/>
                  </a:lnTo>
                  <a:cubicBezTo>
                    <a:pt x="1882" y="334"/>
                    <a:pt x="1953" y="239"/>
                    <a:pt x="1929" y="144"/>
                  </a:cubicBezTo>
                  <a:cubicBezTo>
                    <a:pt x="1929" y="48"/>
                    <a:pt x="1834" y="1"/>
                    <a:pt x="1763"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0" name="Google Shape;28350;p152"/>
            <p:cNvSpPr/>
            <p:nvPr/>
          </p:nvSpPr>
          <p:spPr>
            <a:xfrm>
              <a:off x="1071306" y="3246803"/>
              <a:ext cx="124638" cy="10888"/>
            </a:xfrm>
            <a:custGeom>
              <a:rect b="b" l="l" r="r" t="t"/>
              <a:pathLst>
                <a:path extrusionOk="0" h="335" w="3835">
                  <a:moveTo>
                    <a:pt x="167" y="1"/>
                  </a:moveTo>
                  <a:cubicBezTo>
                    <a:pt x="48" y="1"/>
                    <a:pt x="1" y="96"/>
                    <a:pt x="1" y="191"/>
                  </a:cubicBezTo>
                  <a:cubicBezTo>
                    <a:pt x="24" y="287"/>
                    <a:pt x="72" y="334"/>
                    <a:pt x="167" y="334"/>
                  </a:cubicBezTo>
                  <a:lnTo>
                    <a:pt x="3644" y="334"/>
                  </a:lnTo>
                  <a:cubicBezTo>
                    <a:pt x="3763" y="334"/>
                    <a:pt x="3835" y="239"/>
                    <a:pt x="3835" y="168"/>
                  </a:cubicBezTo>
                  <a:cubicBezTo>
                    <a:pt x="3811" y="72"/>
                    <a:pt x="3739" y="1"/>
                    <a:pt x="364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1" name="Google Shape;28351;p152"/>
            <p:cNvSpPr/>
            <p:nvPr/>
          </p:nvSpPr>
          <p:spPr>
            <a:xfrm>
              <a:off x="1071306" y="3272348"/>
              <a:ext cx="124638" cy="10888"/>
            </a:xfrm>
            <a:custGeom>
              <a:rect b="b" l="l" r="r" t="t"/>
              <a:pathLst>
                <a:path extrusionOk="0" h="335" w="3835">
                  <a:moveTo>
                    <a:pt x="167" y="1"/>
                  </a:moveTo>
                  <a:cubicBezTo>
                    <a:pt x="48" y="1"/>
                    <a:pt x="1" y="96"/>
                    <a:pt x="1" y="167"/>
                  </a:cubicBezTo>
                  <a:cubicBezTo>
                    <a:pt x="24" y="263"/>
                    <a:pt x="72" y="334"/>
                    <a:pt x="167" y="334"/>
                  </a:cubicBezTo>
                  <a:lnTo>
                    <a:pt x="3644" y="334"/>
                  </a:lnTo>
                  <a:cubicBezTo>
                    <a:pt x="3763" y="334"/>
                    <a:pt x="3835" y="239"/>
                    <a:pt x="3835" y="144"/>
                  </a:cubicBezTo>
                  <a:cubicBezTo>
                    <a:pt x="3811" y="48"/>
                    <a:pt x="3739" y="1"/>
                    <a:pt x="364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2" name="Google Shape;28352;p152"/>
            <p:cNvSpPr/>
            <p:nvPr/>
          </p:nvSpPr>
          <p:spPr>
            <a:xfrm>
              <a:off x="1071306" y="3298673"/>
              <a:ext cx="124638" cy="10075"/>
            </a:xfrm>
            <a:custGeom>
              <a:rect b="b" l="l" r="r" t="t"/>
              <a:pathLst>
                <a:path extrusionOk="0" h="310" w="3835">
                  <a:moveTo>
                    <a:pt x="167" y="0"/>
                  </a:moveTo>
                  <a:cubicBezTo>
                    <a:pt x="48" y="0"/>
                    <a:pt x="1" y="72"/>
                    <a:pt x="1" y="167"/>
                  </a:cubicBezTo>
                  <a:cubicBezTo>
                    <a:pt x="24" y="262"/>
                    <a:pt x="72" y="310"/>
                    <a:pt x="167" y="310"/>
                  </a:cubicBezTo>
                  <a:lnTo>
                    <a:pt x="3644" y="310"/>
                  </a:lnTo>
                  <a:cubicBezTo>
                    <a:pt x="3763" y="310"/>
                    <a:pt x="3835" y="239"/>
                    <a:pt x="3835" y="143"/>
                  </a:cubicBezTo>
                  <a:cubicBezTo>
                    <a:pt x="3811" y="48"/>
                    <a:pt x="3739" y="0"/>
                    <a:pt x="36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3" name="Google Shape;28353;p152"/>
            <p:cNvSpPr/>
            <p:nvPr/>
          </p:nvSpPr>
          <p:spPr>
            <a:xfrm>
              <a:off x="1071306" y="3323438"/>
              <a:ext cx="124638" cy="10855"/>
            </a:xfrm>
            <a:custGeom>
              <a:rect b="b" l="l" r="r" t="t"/>
              <a:pathLst>
                <a:path extrusionOk="0" h="334" w="3835">
                  <a:moveTo>
                    <a:pt x="167" y="0"/>
                  </a:moveTo>
                  <a:cubicBezTo>
                    <a:pt x="48" y="0"/>
                    <a:pt x="1" y="96"/>
                    <a:pt x="1" y="191"/>
                  </a:cubicBezTo>
                  <a:cubicBezTo>
                    <a:pt x="24" y="262"/>
                    <a:pt x="72" y="334"/>
                    <a:pt x="167" y="334"/>
                  </a:cubicBezTo>
                  <a:lnTo>
                    <a:pt x="3644" y="334"/>
                  </a:lnTo>
                  <a:cubicBezTo>
                    <a:pt x="3763" y="334"/>
                    <a:pt x="3835" y="239"/>
                    <a:pt x="3835" y="143"/>
                  </a:cubicBezTo>
                  <a:cubicBezTo>
                    <a:pt x="3811" y="72"/>
                    <a:pt x="3739" y="0"/>
                    <a:pt x="36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4" name="Google Shape;28354;p152"/>
          <p:cNvGrpSpPr/>
          <p:nvPr/>
        </p:nvGrpSpPr>
        <p:grpSpPr>
          <a:xfrm>
            <a:off x="1846041" y="2880813"/>
            <a:ext cx="185803" cy="356818"/>
            <a:chOff x="1846041" y="3033213"/>
            <a:chExt cx="185803" cy="356818"/>
          </a:xfrm>
        </p:grpSpPr>
        <p:sp>
          <p:nvSpPr>
            <p:cNvPr id="28355" name="Google Shape;28355;p152"/>
            <p:cNvSpPr/>
            <p:nvPr/>
          </p:nvSpPr>
          <p:spPr>
            <a:xfrm>
              <a:off x="1846041" y="3069581"/>
              <a:ext cx="185803" cy="292598"/>
            </a:xfrm>
            <a:custGeom>
              <a:rect b="b" l="l" r="r" t="t"/>
              <a:pathLst>
                <a:path extrusionOk="0" h="9003" w="5717">
                  <a:moveTo>
                    <a:pt x="1" y="0"/>
                  </a:moveTo>
                  <a:lnTo>
                    <a:pt x="1" y="8716"/>
                  </a:lnTo>
                  <a:lnTo>
                    <a:pt x="2859" y="9002"/>
                  </a:lnTo>
                  <a:lnTo>
                    <a:pt x="5716" y="8716"/>
                  </a:lnTo>
                  <a:lnTo>
                    <a:pt x="5716" y="48"/>
                  </a:lnTo>
                  <a:lnTo>
                    <a:pt x="2859"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6" name="Google Shape;28356;p152"/>
            <p:cNvSpPr/>
            <p:nvPr/>
          </p:nvSpPr>
          <p:spPr>
            <a:xfrm>
              <a:off x="2010133" y="3062626"/>
              <a:ext cx="21710" cy="294125"/>
            </a:xfrm>
            <a:custGeom>
              <a:rect b="b" l="l" r="r" t="t"/>
              <a:pathLst>
                <a:path extrusionOk="0" h="9050" w="668">
                  <a:moveTo>
                    <a:pt x="0" y="0"/>
                  </a:moveTo>
                  <a:lnTo>
                    <a:pt x="0" y="9049"/>
                  </a:lnTo>
                  <a:lnTo>
                    <a:pt x="667" y="8930"/>
                  </a:lnTo>
                  <a:lnTo>
                    <a:pt x="667" y="238"/>
                  </a:lnTo>
                  <a:lnTo>
                    <a:pt x="0"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7" name="Google Shape;28357;p152"/>
            <p:cNvSpPr/>
            <p:nvPr/>
          </p:nvSpPr>
          <p:spPr>
            <a:xfrm>
              <a:off x="1846821" y="3033213"/>
              <a:ext cx="185022" cy="37928"/>
            </a:xfrm>
            <a:custGeom>
              <a:rect b="b" l="l" r="r" t="t"/>
              <a:pathLst>
                <a:path extrusionOk="0" h="1167" w="5693">
                  <a:moveTo>
                    <a:pt x="358" y="0"/>
                  </a:moveTo>
                  <a:cubicBezTo>
                    <a:pt x="144" y="0"/>
                    <a:pt x="1" y="143"/>
                    <a:pt x="1" y="357"/>
                  </a:cubicBezTo>
                  <a:lnTo>
                    <a:pt x="1" y="1167"/>
                  </a:lnTo>
                  <a:lnTo>
                    <a:pt x="5692" y="1167"/>
                  </a:lnTo>
                  <a:lnTo>
                    <a:pt x="5692" y="357"/>
                  </a:lnTo>
                  <a:cubicBezTo>
                    <a:pt x="5692" y="143"/>
                    <a:pt x="5549" y="0"/>
                    <a:pt x="5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8" name="Google Shape;28358;p152"/>
            <p:cNvSpPr/>
            <p:nvPr/>
          </p:nvSpPr>
          <p:spPr>
            <a:xfrm>
              <a:off x="1846041" y="3352851"/>
              <a:ext cx="185803" cy="37180"/>
            </a:xfrm>
            <a:custGeom>
              <a:rect b="b" l="l" r="r" t="t"/>
              <a:pathLst>
                <a:path extrusionOk="0" h="1144" w="5717">
                  <a:moveTo>
                    <a:pt x="1" y="0"/>
                  </a:moveTo>
                  <a:lnTo>
                    <a:pt x="1" y="786"/>
                  </a:lnTo>
                  <a:cubicBezTo>
                    <a:pt x="1" y="1001"/>
                    <a:pt x="144" y="1144"/>
                    <a:pt x="358" y="1144"/>
                  </a:cubicBezTo>
                  <a:lnTo>
                    <a:pt x="5359" y="1144"/>
                  </a:lnTo>
                  <a:cubicBezTo>
                    <a:pt x="5550" y="1144"/>
                    <a:pt x="5716" y="1001"/>
                    <a:pt x="5716" y="786"/>
                  </a:cubicBezTo>
                  <a:lnTo>
                    <a:pt x="571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9" name="Google Shape;28359;p152"/>
            <p:cNvSpPr/>
            <p:nvPr/>
          </p:nvSpPr>
          <p:spPr>
            <a:xfrm>
              <a:off x="1998531" y="3033213"/>
              <a:ext cx="33313" cy="37928"/>
            </a:xfrm>
            <a:custGeom>
              <a:rect b="b" l="l" r="r" t="t"/>
              <a:pathLst>
                <a:path extrusionOk="0" h="1167" w="1025">
                  <a:moveTo>
                    <a:pt x="0" y="0"/>
                  </a:moveTo>
                  <a:cubicBezTo>
                    <a:pt x="215" y="0"/>
                    <a:pt x="357" y="143"/>
                    <a:pt x="357" y="357"/>
                  </a:cubicBezTo>
                  <a:lnTo>
                    <a:pt x="357" y="1167"/>
                  </a:lnTo>
                  <a:lnTo>
                    <a:pt x="1024" y="1167"/>
                  </a:lnTo>
                  <a:lnTo>
                    <a:pt x="1024" y="357"/>
                  </a:lnTo>
                  <a:cubicBezTo>
                    <a:pt x="1024" y="143"/>
                    <a:pt x="881" y="0"/>
                    <a:pt x="66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0" name="Google Shape;28360;p152"/>
            <p:cNvSpPr/>
            <p:nvPr/>
          </p:nvSpPr>
          <p:spPr>
            <a:xfrm>
              <a:off x="1998531" y="3352851"/>
              <a:ext cx="33313" cy="37180"/>
            </a:xfrm>
            <a:custGeom>
              <a:rect b="b" l="l" r="r" t="t"/>
              <a:pathLst>
                <a:path extrusionOk="0" h="1144" w="1025">
                  <a:moveTo>
                    <a:pt x="357" y="0"/>
                  </a:moveTo>
                  <a:lnTo>
                    <a:pt x="357" y="786"/>
                  </a:lnTo>
                  <a:cubicBezTo>
                    <a:pt x="357" y="1001"/>
                    <a:pt x="215" y="1144"/>
                    <a:pt x="0" y="1144"/>
                  </a:cubicBezTo>
                  <a:lnTo>
                    <a:pt x="667" y="1144"/>
                  </a:lnTo>
                  <a:cubicBezTo>
                    <a:pt x="858" y="1144"/>
                    <a:pt x="1024" y="1001"/>
                    <a:pt x="1024" y="786"/>
                  </a:cubicBezTo>
                  <a:lnTo>
                    <a:pt x="1024"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1" name="Google Shape;28361;p152"/>
            <p:cNvSpPr/>
            <p:nvPr/>
          </p:nvSpPr>
          <p:spPr>
            <a:xfrm>
              <a:off x="1931191" y="3165521"/>
              <a:ext cx="72767" cy="96817"/>
            </a:xfrm>
            <a:custGeom>
              <a:rect b="b" l="l" r="r" t="t"/>
              <a:pathLst>
                <a:path extrusionOk="0" h="2979" w="2239">
                  <a:moveTo>
                    <a:pt x="1243" y="0"/>
                  </a:moveTo>
                  <a:cubicBezTo>
                    <a:pt x="690" y="0"/>
                    <a:pt x="215" y="445"/>
                    <a:pt x="215" y="1025"/>
                  </a:cubicBezTo>
                  <a:lnTo>
                    <a:pt x="0" y="1883"/>
                  </a:lnTo>
                  <a:lnTo>
                    <a:pt x="239" y="2978"/>
                  </a:lnTo>
                  <a:lnTo>
                    <a:pt x="2025" y="2978"/>
                  </a:lnTo>
                  <a:cubicBezTo>
                    <a:pt x="2144" y="2978"/>
                    <a:pt x="2239" y="2907"/>
                    <a:pt x="2239" y="2788"/>
                  </a:cubicBezTo>
                  <a:lnTo>
                    <a:pt x="2239" y="1025"/>
                  </a:lnTo>
                  <a:cubicBezTo>
                    <a:pt x="2239" y="478"/>
                    <a:pt x="1810" y="49"/>
                    <a:pt x="1286" y="1"/>
                  </a:cubicBezTo>
                  <a:cubicBezTo>
                    <a:pt x="1272" y="1"/>
                    <a:pt x="1258" y="0"/>
                    <a:pt x="124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2" name="Google Shape;28362;p152"/>
            <p:cNvSpPr/>
            <p:nvPr/>
          </p:nvSpPr>
          <p:spPr>
            <a:xfrm>
              <a:off x="1958263" y="3289963"/>
              <a:ext cx="19403" cy="29640"/>
            </a:xfrm>
            <a:custGeom>
              <a:rect b="b" l="l" r="r" t="t"/>
              <a:pathLst>
                <a:path extrusionOk="0" h="912" w="597">
                  <a:moveTo>
                    <a:pt x="165" y="1"/>
                  </a:moveTo>
                  <a:cubicBezTo>
                    <a:pt x="126" y="1"/>
                    <a:pt x="84" y="18"/>
                    <a:pt x="49" y="54"/>
                  </a:cubicBezTo>
                  <a:cubicBezTo>
                    <a:pt x="1" y="102"/>
                    <a:pt x="1" y="197"/>
                    <a:pt x="49" y="268"/>
                  </a:cubicBezTo>
                  <a:lnTo>
                    <a:pt x="263" y="459"/>
                  </a:lnTo>
                  <a:lnTo>
                    <a:pt x="49" y="673"/>
                  </a:lnTo>
                  <a:cubicBezTo>
                    <a:pt x="1" y="745"/>
                    <a:pt x="1" y="816"/>
                    <a:pt x="49" y="888"/>
                  </a:cubicBezTo>
                  <a:cubicBezTo>
                    <a:pt x="96" y="911"/>
                    <a:pt x="120" y="911"/>
                    <a:pt x="144" y="911"/>
                  </a:cubicBezTo>
                  <a:cubicBezTo>
                    <a:pt x="168" y="911"/>
                    <a:pt x="215" y="911"/>
                    <a:pt x="263" y="816"/>
                  </a:cubicBezTo>
                  <a:lnTo>
                    <a:pt x="572" y="530"/>
                  </a:lnTo>
                  <a:cubicBezTo>
                    <a:pt x="596" y="507"/>
                    <a:pt x="596" y="459"/>
                    <a:pt x="596" y="435"/>
                  </a:cubicBezTo>
                  <a:cubicBezTo>
                    <a:pt x="596" y="411"/>
                    <a:pt x="596" y="387"/>
                    <a:pt x="572" y="340"/>
                  </a:cubicBezTo>
                  <a:lnTo>
                    <a:pt x="263" y="54"/>
                  </a:lnTo>
                  <a:cubicBezTo>
                    <a:pt x="239" y="18"/>
                    <a:pt x="203" y="1"/>
                    <a:pt x="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3" name="Google Shape;28363;p152"/>
            <p:cNvSpPr/>
            <p:nvPr/>
          </p:nvSpPr>
          <p:spPr>
            <a:xfrm>
              <a:off x="1901778" y="3292076"/>
              <a:ext cx="19370" cy="28307"/>
            </a:xfrm>
            <a:custGeom>
              <a:rect b="b" l="l" r="r" t="t"/>
              <a:pathLst>
                <a:path extrusionOk="0" h="871" w="596">
                  <a:moveTo>
                    <a:pt x="441" y="1"/>
                  </a:moveTo>
                  <a:cubicBezTo>
                    <a:pt x="405" y="1"/>
                    <a:pt x="370" y="13"/>
                    <a:pt x="334" y="37"/>
                  </a:cubicBezTo>
                  <a:lnTo>
                    <a:pt x="48" y="346"/>
                  </a:lnTo>
                  <a:cubicBezTo>
                    <a:pt x="0" y="370"/>
                    <a:pt x="0" y="394"/>
                    <a:pt x="0" y="442"/>
                  </a:cubicBezTo>
                  <a:cubicBezTo>
                    <a:pt x="0" y="465"/>
                    <a:pt x="0" y="489"/>
                    <a:pt x="48" y="513"/>
                  </a:cubicBezTo>
                  <a:lnTo>
                    <a:pt x="334" y="823"/>
                  </a:lnTo>
                  <a:cubicBezTo>
                    <a:pt x="358" y="846"/>
                    <a:pt x="405" y="846"/>
                    <a:pt x="429" y="846"/>
                  </a:cubicBezTo>
                  <a:cubicBezTo>
                    <a:pt x="453" y="846"/>
                    <a:pt x="477" y="846"/>
                    <a:pt x="548" y="870"/>
                  </a:cubicBezTo>
                  <a:cubicBezTo>
                    <a:pt x="596" y="823"/>
                    <a:pt x="596" y="727"/>
                    <a:pt x="548" y="656"/>
                  </a:cubicBezTo>
                  <a:lnTo>
                    <a:pt x="334" y="465"/>
                  </a:lnTo>
                  <a:lnTo>
                    <a:pt x="548" y="251"/>
                  </a:lnTo>
                  <a:cubicBezTo>
                    <a:pt x="596" y="203"/>
                    <a:pt x="596" y="108"/>
                    <a:pt x="548" y="37"/>
                  </a:cubicBezTo>
                  <a:cubicBezTo>
                    <a:pt x="512" y="13"/>
                    <a:pt x="477" y="1"/>
                    <a:pt x="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4" name="Google Shape;28364;p152"/>
            <p:cNvSpPr/>
            <p:nvPr/>
          </p:nvSpPr>
          <p:spPr>
            <a:xfrm>
              <a:off x="1874673" y="3106728"/>
              <a:ext cx="37213" cy="10855"/>
            </a:xfrm>
            <a:custGeom>
              <a:rect b="b" l="l" r="r" t="t"/>
              <a:pathLst>
                <a:path extrusionOk="0" h="334" w="1145">
                  <a:moveTo>
                    <a:pt x="168" y="0"/>
                  </a:moveTo>
                  <a:cubicBezTo>
                    <a:pt x="72" y="0"/>
                    <a:pt x="1" y="96"/>
                    <a:pt x="1" y="191"/>
                  </a:cubicBezTo>
                  <a:cubicBezTo>
                    <a:pt x="1" y="262"/>
                    <a:pt x="96" y="334"/>
                    <a:pt x="191" y="334"/>
                  </a:cubicBezTo>
                  <a:lnTo>
                    <a:pt x="1001" y="334"/>
                  </a:lnTo>
                  <a:cubicBezTo>
                    <a:pt x="1073" y="334"/>
                    <a:pt x="1144" y="239"/>
                    <a:pt x="1144" y="143"/>
                  </a:cubicBezTo>
                  <a:cubicBezTo>
                    <a:pt x="1120" y="48"/>
                    <a:pt x="1049" y="0"/>
                    <a:pt x="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5" name="Google Shape;28365;p152"/>
            <p:cNvSpPr/>
            <p:nvPr/>
          </p:nvSpPr>
          <p:spPr>
            <a:xfrm>
              <a:off x="1876233" y="3129186"/>
              <a:ext cx="120770" cy="10855"/>
            </a:xfrm>
            <a:custGeom>
              <a:rect b="b" l="l" r="r" t="t"/>
              <a:pathLst>
                <a:path extrusionOk="0" h="334" w="3716">
                  <a:moveTo>
                    <a:pt x="143" y="0"/>
                  </a:moveTo>
                  <a:cubicBezTo>
                    <a:pt x="48" y="0"/>
                    <a:pt x="1" y="95"/>
                    <a:pt x="1" y="167"/>
                  </a:cubicBezTo>
                  <a:cubicBezTo>
                    <a:pt x="1" y="262"/>
                    <a:pt x="72" y="333"/>
                    <a:pt x="167" y="333"/>
                  </a:cubicBezTo>
                  <a:lnTo>
                    <a:pt x="3573" y="333"/>
                  </a:lnTo>
                  <a:cubicBezTo>
                    <a:pt x="3644" y="333"/>
                    <a:pt x="3716" y="238"/>
                    <a:pt x="3716" y="143"/>
                  </a:cubicBezTo>
                  <a:cubicBezTo>
                    <a:pt x="3716" y="48"/>
                    <a:pt x="3620" y="0"/>
                    <a:pt x="3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6" name="Google Shape;28366;p152"/>
            <p:cNvSpPr/>
            <p:nvPr/>
          </p:nvSpPr>
          <p:spPr>
            <a:xfrm>
              <a:off x="1873926" y="3166691"/>
              <a:ext cx="65813" cy="95647"/>
            </a:xfrm>
            <a:custGeom>
              <a:rect b="b" l="l" r="r" t="t"/>
              <a:pathLst>
                <a:path extrusionOk="0" h="2943" w="2025">
                  <a:moveTo>
                    <a:pt x="1062" y="1"/>
                  </a:moveTo>
                  <a:cubicBezTo>
                    <a:pt x="1011" y="1"/>
                    <a:pt x="958" y="5"/>
                    <a:pt x="905" y="13"/>
                  </a:cubicBezTo>
                  <a:cubicBezTo>
                    <a:pt x="381" y="61"/>
                    <a:pt x="0" y="513"/>
                    <a:pt x="0" y="1013"/>
                  </a:cubicBezTo>
                  <a:lnTo>
                    <a:pt x="0" y="2752"/>
                  </a:lnTo>
                  <a:cubicBezTo>
                    <a:pt x="0" y="2871"/>
                    <a:pt x="95" y="2942"/>
                    <a:pt x="214" y="2942"/>
                  </a:cubicBezTo>
                  <a:lnTo>
                    <a:pt x="2001" y="2942"/>
                  </a:lnTo>
                  <a:lnTo>
                    <a:pt x="2024" y="1013"/>
                  </a:lnTo>
                  <a:cubicBezTo>
                    <a:pt x="2024" y="447"/>
                    <a:pt x="1607" y="1"/>
                    <a:pt x="10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7" name="Google Shape;28367;p152"/>
            <p:cNvSpPr/>
            <p:nvPr/>
          </p:nvSpPr>
          <p:spPr>
            <a:xfrm>
              <a:off x="1870806" y="3231333"/>
              <a:ext cx="67372" cy="31005"/>
            </a:xfrm>
            <a:custGeom>
              <a:rect b="b" l="l" r="r" t="t"/>
              <a:pathLst>
                <a:path extrusionOk="0" h="954" w="2073">
                  <a:moveTo>
                    <a:pt x="1049" y="1"/>
                  </a:moveTo>
                  <a:cubicBezTo>
                    <a:pt x="572" y="1"/>
                    <a:pt x="168" y="334"/>
                    <a:pt x="49" y="786"/>
                  </a:cubicBezTo>
                  <a:cubicBezTo>
                    <a:pt x="1" y="882"/>
                    <a:pt x="72" y="953"/>
                    <a:pt x="168" y="953"/>
                  </a:cubicBezTo>
                  <a:lnTo>
                    <a:pt x="2073" y="953"/>
                  </a:lnTo>
                  <a:cubicBezTo>
                    <a:pt x="2025" y="429"/>
                    <a:pt x="1596" y="1"/>
                    <a:pt x="104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8" name="Google Shape;28368;p152"/>
            <p:cNvSpPr/>
            <p:nvPr/>
          </p:nvSpPr>
          <p:spPr>
            <a:xfrm>
              <a:off x="1939706" y="3231333"/>
              <a:ext cx="66592" cy="31005"/>
            </a:xfrm>
            <a:custGeom>
              <a:rect b="b" l="l" r="r" t="t"/>
              <a:pathLst>
                <a:path extrusionOk="0" h="954" w="2049">
                  <a:moveTo>
                    <a:pt x="1024" y="1"/>
                  </a:moveTo>
                  <a:cubicBezTo>
                    <a:pt x="477" y="1"/>
                    <a:pt x="24" y="429"/>
                    <a:pt x="0" y="953"/>
                  </a:cubicBezTo>
                  <a:lnTo>
                    <a:pt x="1906" y="953"/>
                  </a:lnTo>
                  <a:cubicBezTo>
                    <a:pt x="2001" y="953"/>
                    <a:pt x="2048" y="882"/>
                    <a:pt x="2025" y="786"/>
                  </a:cubicBezTo>
                  <a:cubicBezTo>
                    <a:pt x="1906" y="334"/>
                    <a:pt x="1501" y="1"/>
                    <a:pt x="102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9" name="Google Shape;28369;p152"/>
          <p:cNvGrpSpPr/>
          <p:nvPr/>
        </p:nvGrpSpPr>
        <p:grpSpPr>
          <a:xfrm>
            <a:off x="2541086" y="2892091"/>
            <a:ext cx="373848" cy="333938"/>
            <a:chOff x="2541086" y="3044491"/>
            <a:chExt cx="373848" cy="333938"/>
          </a:xfrm>
        </p:grpSpPr>
        <p:sp>
          <p:nvSpPr>
            <p:cNvPr id="28370" name="Google Shape;28370;p152"/>
            <p:cNvSpPr/>
            <p:nvPr/>
          </p:nvSpPr>
          <p:spPr>
            <a:xfrm>
              <a:off x="2563511" y="3151611"/>
              <a:ext cx="312715" cy="209788"/>
            </a:xfrm>
            <a:custGeom>
              <a:rect b="b" l="l" r="r" t="t"/>
              <a:pathLst>
                <a:path extrusionOk="0" h="6455" w="9622">
                  <a:moveTo>
                    <a:pt x="430" y="1"/>
                  </a:moveTo>
                  <a:cubicBezTo>
                    <a:pt x="191" y="1"/>
                    <a:pt x="1" y="167"/>
                    <a:pt x="1" y="406"/>
                  </a:cubicBezTo>
                  <a:lnTo>
                    <a:pt x="1" y="6240"/>
                  </a:lnTo>
                  <a:lnTo>
                    <a:pt x="4740" y="6454"/>
                  </a:lnTo>
                  <a:lnTo>
                    <a:pt x="9622" y="6240"/>
                  </a:lnTo>
                  <a:lnTo>
                    <a:pt x="9622" y="406"/>
                  </a:lnTo>
                  <a:cubicBezTo>
                    <a:pt x="9622" y="167"/>
                    <a:pt x="9455" y="1"/>
                    <a:pt x="9217"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1" name="Google Shape;28371;p152"/>
            <p:cNvSpPr/>
            <p:nvPr/>
          </p:nvSpPr>
          <p:spPr>
            <a:xfrm>
              <a:off x="2586748" y="3173288"/>
              <a:ext cx="265492" cy="187330"/>
            </a:xfrm>
            <a:custGeom>
              <a:rect b="b" l="l" r="r" t="t"/>
              <a:pathLst>
                <a:path extrusionOk="0" h="5764" w="8169">
                  <a:moveTo>
                    <a:pt x="191" y="0"/>
                  </a:moveTo>
                  <a:cubicBezTo>
                    <a:pt x="96" y="0"/>
                    <a:pt x="0" y="96"/>
                    <a:pt x="0" y="191"/>
                  </a:cubicBezTo>
                  <a:lnTo>
                    <a:pt x="0" y="5549"/>
                  </a:lnTo>
                  <a:lnTo>
                    <a:pt x="4096" y="5764"/>
                  </a:lnTo>
                  <a:lnTo>
                    <a:pt x="8169" y="5549"/>
                  </a:lnTo>
                  <a:lnTo>
                    <a:pt x="8169" y="191"/>
                  </a:lnTo>
                  <a:cubicBezTo>
                    <a:pt x="8169" y="96"/>
                    <a:pt x="8073" y="0"/>
                    <a:pt x="797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2" name="Google Shape;28372;p152"/>
            <p:cNvSpPr/>
            <p:nvPr/>
          </p:nvSpPr>
          <p:spPr>
            <a:xfrm>
              <a:off x="2825883" y="3173288"/>
              <a:ext cx="27917" cy="187330"/>
            </a:xfrm>
            <a:custGeom>
              <a:rect b="b" l="l" r="r" t="t"/>
              <a:pathLst>
                <a:path extrusionOk="0" h="5764" w="859">
                  <a:moveTo>
                    <a:pt x="1" y="0"/>
                  </a:moveTo>
                  <a:cubicBezTo>
                    <a:pt x="96" y="0"/>
                    <a:pt x="191" y="96"/>
                    <a:pt x="191" y="191"/>
                  </a:cubicBezTo>
                  <a:lnTo>
                    <a:pt x="191" y="5549"/>
                  </a:lnTo>
                  <a:lnTo>
                    <a:pt x="477" y="5764"/>
                  </a:lnTo>
                  <a:lnTo>
                    <a:pt x="834" y="5549"/>
                  </a:lnTo>
                  <a:lnTo>
                    <a:pt x="834" y="191"/>
                  </a:lnTo>
                  <a:cubicBezTo>
                    <a:pt x="858" y="96"/>
                    <a:pt x="787" y="0"/>
                    <a:pt x="668"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3" name="Google Shape;28373;p152"/>
            <p:cNvSpPr/>
            <p:nvPr/>
          </p:nvSpPr>
          <p:spPr>
            <a:xfrm>
              <a:off x="2841386" y="3150083"/>
              <a:ext cx="35620" cy="210535"/>
            </a:xfrm>
            <a:custGeom>
              <a:rect b="b" l="l" r="r" t="t"/>
              <a:pathLst>
                <a:path extrusionOk="0" h="6478" w="1096">
                  <a:moveTo>
                    <a:pt x="0" y="0"/>
                  </a:moveTo>
                  <a:cubicBezTo>
                    <a:pt x="238" y="0"/>
                    <a:pt x="429" y="191"/>
                    <a:pt x="429" y="429"/>
                  </a:cubicBezTo>
                  <a:lnTo>
                    <a:pt x="429" y="6263"/>
                  </a:lnTo>
                  <a:lnTo>
                    <a:pt x="786" y="6478"/>
                  </a:lnTo>
                  <a:lnTo>
                    <a:pt x="1096" y="6263"/>
                  </a:lnTo>
                  <a:lnTo>
                    <a:pt x="1096" y="429"/>
                  </a:lnTo>
                  <a:lnTo>
                    <a:pt x="1072" y="429"/>
                  </a:lnTo>
                  <a:cubicBezTo>
                    <a:pt x="1072" y="191"/>
                    <a:pt x="881" y="0"/>
                    <a:pt x="667"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4" name="Google Shape;28374;p152"/>
            <p:cNvSpPr/>
            <p:nvPr/>
          </p:nvSpPr>
          <p:spPr>
            <a:xfrm>
              <a:off x="2647101" y="3044653"/>
              <a:ext cx="267833" cy="246902"/>
            </a:xfrm>
            <a:custGeom>
              <a:rect b="b" l="l" r="r" t="t"/>
              <a:pathLst>
                <a:path extrusionOk="0" h="7597" w="8241">
                  <a:moveTo>
                    <a:pt x="4079" y="0"/>
                  </a:moveTo>
                  <a:cubicBezTo>
                    <a:pt x="2672" y="0"/>
                    <a:pt x="1322" y="827"/>
                    <a:pt x="715" y="2196"/>
                  </a:cubicBezTo>
                  <a:cubicBezTo>
                    <a:pt x="1" y="3816"/>
                    <a:pt x="525" y="5697"/>
                    <a:pt x="1930" y="6673"/>
                  </a:cubicBezTo>
                  <a:cubicBezTo>
                    <a:pt x="2049" y="6769"/>
                    <a:pt x="2144" y="6911"/>
                    <a:pt x="2168" y="7054"/>
                  </a:cubicBezTo>
                  <a:lnTo>
                    <a:pt x="2192" y="7483"/>
                  </a:lnTo>
                  <a:cubicBezTo>
                    <a:pt x="2192" y="7553"/>
                    <a:pt x="2256" y="7597"/>
                    <a:pt x="2327" y="7597"/>
                  </a:cubicBezTo>
                  <a:cubicBezTo>
                    <a:pt x="2353" y="7597"/>
                    <a:pt x="2381" y="7591"/>
                    <a:pt x="2406" y="7578"/>
                  </a:cubicBezTo>
                  <a:lnTo>
                    <a:pt x="2763" y="7316"/>
                  </a:lnTo>
                  <a:cubicBezTo>
                    <a:pt x="2853" y="7263"/>
                    <a:pt x="2982" y="7236"/>
                    <a:pt x="3102" y="7236"/>
                  </a:cubicBezTo>
                  <a:cubicBezTo>
                    <a:pt x="3141" y="7236"/>
                    <a:pt x="3180" y="7239"/>
                    <a:pt x="3216" y="7245"/>
                  </a:cubicBezTo>
                  <a:cubicBezTo>
                    <a:pt x="3497" y="7313"/>
                    <a:pt x="3782" y="7346"/>
                    <a:pt x="4065" y="7346"/>
                  </a:cubicBezTo>
                  <a:cubicBezTo>
                    <a:pt x="5456" y="7346"/>
                    <a:pt x="6794" y="6547"/>
                    <a:pt x="7407" y="5221"/>
                  </a:cubicBezTo>
                  <a:cubicBezTo>
                    <a:pt x="8241" y="3411"/>
                    <a:pt x="7455" y="1220"/>
                    <a:pt x="5645" y="363"/>
                  </a:cubicBezTo>
                  <a:cubicBezTo>
                    <a:pt x="5139" y="116"/>
                    <a:pt x="4605" y="0"/>
                    <a:pt x="407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5" name="Google Shape;28375;p152"/>
            <p:cNvSpPr/>
            <p:nvPr/>
          </p:nvSpPr>
          <p:spPr>
            <a:xfrm>
              <a:off x="2768618" y="3044491"/>
              <a:ext cx="146315" cy="239233"/>
            </a:xfrm>
            <a:custGeom>
              <a:rect b="b" l="l" r="r" t="t"/>
              <a:pathLst>
                <a:path extrusionOk="0" h="7361" w="4502">
                  <a:moveTo>
                    <a:pt x="263" y="0"/>
                  </a:moveTo>
                  <a:cubicBezTo>
                    <a:pt x="174" y="0"/>
                    <a:pt x="87" y="3"/>
                    <a:pt x="1" y="10"/>
                  </a:cubicBezTo>
                  <a:cubicBezTo>
                    <a:pt x="429" y="34"/>
                    <a:pt x="810" y="153"/>
                    <a:pt x="1191" y="344"/>
                  </a:cubicBezTo>
                  <a:cubicBezTo>
                    <a:pt x="3049" y="1177"/>
                    <a:pt x="3859" y="3368"/>
                    <a:pt x="3025" y="5226"/>
                  </a:cubicBezTo>
                  <a:cubicBezTo>
                    <a:pt x="2454" y="6464"/>
                    <a:pt x="1263" y="7250"/>
                    <a:pt x="1" y="7345"/>
                  </a:cubicBezTo>
                  <a:cubicBezTo>
                    <a:pt x="114" y="7356"/>
                    <a:pt x="227" y="7361"/>
                    <a:pt x="339" y="7361"/>
                  </a:cubicBezTo>
                  <a:cubicBezTo>
                    <a:pt x="1743" y="7361"/>
                    <a:pt x="3073" y="6548"/>
                    <a:pt x="3668" y="5226"/>
                  </a:cubicBezTo>
                  <a:cubicBezTo>
                    <a:pt x="4502" y="3368"/>
                    <a:pt x="3692" y="1177"/>
                    <a:pt x="1858" y="344"/>
                  </a:cubicBezTo>
                  <a:cubicBezTo>
                    <a:pt x="1349" y="120"/>
                    <a:pt x="787" y="0"/>
                    <a:pt x="26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6" name="Google Shape;28376;p152"/>
            <p:cNvSpPr/>
            <p:nvPr/>
          </p:nvSpPr>
          <p:spPr>
            <a:xfrm>
              <a:off x="2692763" y="3075756"/>
              <a:ext cx="174200" cy="174200"/>
            </a:xfrm>
            <a:custGeom>
              <a:rect b="b" l="l" r="r" t="t"/>
              <a:pathLst>
                <a:path extrusionOk="0" h="5360" w="5360">
                  <a:moveTo>
                    <a:pt x="2668" y="1"/>
                  </a:moveTo>
                  <a:cubicBezTo>
                    <a:pt x="1192" y="1"/>
                    <a:pt x="1" y="1192"/>
                    <a:pt x="1" y="2668"/>
                  </a:cubicBezTo>
                  <a:cubicBezTo>
                    <a:pt x="1" y="4168"/>
                    <a:pt x="1192" y="5359"/>
                    <a:pt x="2668" y="5359"/>
                  </a:cubicBezTo>
                  <a:cubicBezTo>
                    <a:pt x="4145" y="5359"/>
                    <a:pt x="5359" y="4168"/>
                    <a:pt x="5359" y="2668"/>
                  </a:cubicBezTo>
                  <a:cubicBezTo>
                    <a:pt x="5359" y="1192"/>
                    <a:pt x="4145" y="1"/>
                    <a:pt x="2668"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7" name="Google Shape;28377;p152"/>
            <p:cNvSpPr/>
            <p:nvPr/>
          </p:nvSpPr>
          <p:spPr>
            <a:xfrm>
              <a:off x="2697411" y="3191878"/>
              <a:ext cx="67372" cy="56517"/>
            </a:xfrm>
            <a:custGeom>
              <a:rect b="b" l="l" r="r" t="t"/>
              <a:pathLst>
                <a:path extrusionOk="0" h="1739" w="2073">
                  <a:moveTo>
                    <a:pt x="1" y="0"/>
                  </a:moveTo>
                  <a:cubicBezTo>
                    <a:pt x="287" y="857"/>
                    <a:pt x="1072" y="1548"/>
                    <a:pt x="1977" y="1738"/>
                  </a:cubicBezTo>
                  <a:cubicBezTo>
                    <a:pt x="2049" y="1572"/>
                    <a:pt x="2073" y="1429"/>
                    <a:pt x="2073" y="1262"/>
                  </a:cubicBezTo>
                  <a:lnTo>
                    <a:pt x="2073" y="619"/>
                  </a:lnTo>
                  <a:cubicBezTo>
                    <a:pt x="2049" y="310"/>
                    <a:pt x="1787" y="0"/>
                    <a:pt x="1430"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8" name="Google Shape;28378;p152"/>
            <p:cNvSpPr/>
            <p:nvPr/>
          </p:nvSpPr>
          <p:spPr>
            <a:xfrm>
              <a:off x="2692763" y="3080403"/>
              <a:ext cx="58858" cy="83622"/>
            </a:xfrm>
            <a:custGeom>
              <a:rect b="b" l="l" r="r" t="t"/>
              <a:pathLst>
                <a:path extrusionOk="0" h="2573" w="1811">
                  <a:moveTo>
                    <a:pt x="1811" y="1"/>
                  </a:moveTo>
                  <a:cubicBezTo>
                    <a:pt x="739" y="358"/>
                    <a:pt x="1" y="1382"/>
                    <a:pt x="1" y="2573"/>
                  </a:cubicBezTo>
                  <a:lnTo>
                    <a:pt x="430" y="2573"/>
                  </a:lnTo>
                  <a:cubicBezTo>
                    <a:pt x="1215" y="2573"/>
                    <a:pt x="1811" y="1954"/>
                    <a:pt x="1811" y="1191"/>
                  </a:cubicBezTo>
                  <a:lnTo>
                    <a:pt x="1811"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9" name="Google Shape;28379;p152"/>
            <p:cNvSpPr/>
            <p:nvPr/>
          </p:nvSpPr>
          <p:spPr>
            <a:xfrm>
              <a:off x="2791856" y="3187198"/>
              <a:ext cx="71240" cy="62758"/>
            </a:xfrm>
            <a:custGeom>
              <a:rect b="b" l="l" r="r" t="t"/>
              <a:pathLst>
                <a:path extrusionOk="0" h="1931" w="2192">
                  <a:moveTo>
                    <a:pt x="1195" y="0"/>
                  </a:moveTo>
                  <a:cubicBezTo>
                    <a:pt x="525" y="0"/>
                    <a:pt x="0" y="539"/>
                    <a:pt x="0" y="1192"/>
                  </a:cubicBezTo>
                  <a:lnTo>
                    <a:pt x="0" y="1930"/>
                  </a:lnTo>
                  <a:cubicBezTo>
                    <a:pt x="1048" y="1787"/>
                    <a:pt x="1881" y="1049"/>
                    <a:pt x="2191" y="49"/>
                  </a:cubicBezTo>
                  <a:lnTo>
                    <a:pt x="2191" y="1"/>
                  </a:lnTo>
                  <a:lnTo>
                    <a:pt x="1238" y="1"/>
                  </a:lnTo>
                  <a:cubicBezTo>
                    <a:pt x="1224" y="1"/>
                    <a:pt x="1210" y="0"/>
                    <a:pt x="1195"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0" name="Google Shape;28380;p152"/>
            <p:cNvSpPr/>
            <p:nvPr/>
          </p:nvSpPr>
          <p:spPr>
            <a:xfrm>
              <a:off x="2768618" y="3076536"/>
              <a:ext cx="98345" cy="174167"/>
            </a:xfrm>
            <a:custGeom>
              <a:rect b="b" l="l" r="r" t="t"/>
              <a:pathLst>
                <a:path extrusionOk="0" h="5359" w="3026">
                  <a:moveTo>
                    <a:pt x="334" y="1"/>
                  </a:moveTo>
                  <a:cubicBezTo>
                    <a:pt x="215" y="1"/>
                    <a:pt x="120" y="1"/>
                    <a:pt x="1" y="48"/>
                  </a:cubicBezTo>
                  <a:cubicBezTo>
                    <a:pt x="1310" y="191"/>
                    <a:pt x="2358" y="1310"/>
                    <a:pt x="2358" y="2692"/>
                  </a:cubicBezTo>
                  <a:cubicBezTo>
                    <a:pt x="2358" y="4049"/>
                    <a:pt x="1334" y="5192"/>
                    <a:pt x="1" y="5335"/>
                  </a:cubicBezTo>
                  <a:cubicBezTo>
                    <a:pt x="120" y="5335"/>
                    <a:pt x="215" y="5359"/>
                    <a:pt x="334" y="5359"/>
                  </a:cubicBezTo>
                  <a:cubicBezTo>
                    <a:pt x="1834" y="5359"/>
                    <a:pt x="3025" y="4168"/>
                    <a:pt x="3025" y="2692"/>
                  </a:cubicBezTo>
                  <a:cubicBezTo>
                    <a:pt x="3025" y="1191"/>
                    <a:pt x="1787" y="1"/>
                    <a:pt x="334"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1" name="Google Shape;28381;p152"/>
            <p:cNvSpPr/>
            <p:nvPr/>
          </p:nvSpPr>
          <p:spPr>
            <a:xfrm>
              <a:off x="2780221" y="3078096"/>
              <a:ext cx="84403" cy="78975"/>
            </a:xfrm>
            <a:custGeom>
              <a:rect b="b" l="l" r="r" t="t"/>
              <a:pathLst>
                <a:path extrusionOk="0" h="2430" w="2597">
                  <a:moveTo>
                    <a:pt x="477" y="0"/>
                  </a:moveTo>
                  <a:lnTo>
                    <a:pt x="477" y="1334"/>
                  </a:lnTo>
                  <a:cubicBezTo>
                    <a:pt x="477" y="1477"/>
                    <a:pt x="358" y="1572"/>
                    <a:pt x="239" y="1572"/>
                  </a:cubicBezTo>
                  <a:cubicBezTo>
                    <a:pt x="96" y="1572"/>
                    <a:pt x="1" y="1691"/>
                    <a:pt x="1" y="1810"/>
                  </a:cubicBezTo>
                  <a:lnTo>
                    <a:pt x="1" y="2191"/>
                  </a:lnTo>
                  <a:cubicBezTo>
                    <a:pt x="1" y="2334"/>
                    <a:pt x="120" y="2429"/>
                    <a:pt x="239" y="2429"/>
                  </a:cubicBezTo>
                  <a:lnTo>
                    <a:pt x="2597" y="2429"/>
                  </a:lnTo>
                  <a:cubicBezTo>
                    <a:pt x="2549" y="1239"/>
                    <a:pt x="1644" y="215"/>
                    <a:pt x="477"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2" name="Google Shape;28382;p152"/>
            <p:cNvSpPr/>
            <p:nvPr/>
          </p:nvSpPr>
          <p:spPr>
            <a:xfrm>
              <a:off x="2791076" y="3186451"/>
              <a:ext cx="72020" cy="62725"/>
            </a:xfrm>
            <a:custGeom>
              <a:rect b="b" l="l" r="r" t="t"/>
              <a:pathLst>
                <a:path extrusionOk="0" h="1930" w="2216">
                  <a:moveTo>
                    <a:pt x="1548" y="0"/>
                  </a:moveTo>
                  <a:lnTo>
                    <a:pt x="1524" y="48"/>
                  </a:lnTo>
                  <a:cubicBezTo>
                    <a:pt x="1286" y="834"/>
                    <a:pt x="715" y="1453"/>
                    <a:pt x="0" y="1739"/>
                  </a:cubicBezTo>
                  <a:lnTo>
                    <a:pt x="0" y="1929"/>
                  </a:lnTo>
                  <a:cubicBezTo>
                    <a:pt x="1048" y="1786"/>
                    <a:pt x="1882" y="1024"/>
                    <a:pt x="2167" y="48"/>
                  </a:cubicBezTo>
                  <a:lnTo>
                    <a:pt x="2215" y="0"/>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3" name="Google Shape;28383;p152"/>
            <p:cNvSpPr/>
            <p:nvPr/>
          </p:nvSpPr>
          <p:spPr>
            <a:xfrm>
              <a:off x="2795723" y="3078096"/>
              <a:ext cx="69680" cy="79755"/>
            </a:xfrm>
            <a:custGeom>
              <a:rect b="b" l="l" r="r" t="t"/>
              <a:pathLst>
                <a:path extrusionOk="0" h="2454" w="2144">
                  <a:moveTo>
                    <a:pt x="0" y="0"/>
                  </a:moveTo>
                  <a:lnTo>
                    <a:pt x="0" y="238"/>
                  </a:lnTo>
                  <a:cubicBezTo>
                    <a:pt x="834" y="643"/>
                    <a:pt x="1429" y="1477"/>
                    <a:pt x="1501" y="2453"/>
                  </a:cubicBezTo>
                  <a:lnTo>
                    <a:pt x="2143" y="2453"/>
                  </a:lnTo>
                  <a:cubicBezTo>
                    <a:pt x="2096" y="1239"/>
                    <a:pt x="1191" y="215"/>
                    <a:pt x="0" y="0"/>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4" name="Google Shape;28384;p152"/>
            <p:cNvSpPr/>
            <p:nvPr/>
          </p:nvSpPr>
          <p:spPr>
            <a:xfrm>
              <a:off x="2541086" y="3353631"/>
              <a:ext cx="358378" cy="24797"/>
            </a:xfrm>
            <a:custGeom>
              <a:rect b="b" l="l" r="r" t="t"/>
              <a:pathLst>
                <a:path extrusionOk="0" h="763" w="11027">
                  <a:moveTo>
                    <a:pt x="167" y="0"/>
                  </a:moveTo>
                  <a:cubicBezTo>
                    <a:pt x="72" y="0"/>
                    <a:pt x="0" y="48"/>
                    <a:pt x="0" y="143"/>
                  </a:cubicBezTo>
                  <a:lnTo>
                    <a:pt x="0" y="453"/>
                  </a:lnTo>
                  <a:cubicBezTo>
                    <a:pt x="0" y="619"/>
                    <a:pt x="167" y="762"/>
                    <a:pt x="334" y="762"/>
                  </a:cubicBezTo>
                  <a:lnTo>
                    <a:pt x="4525" y="762"/>
                  </a:lnTo>
                  <a:lnTo>
                    <a:pt x="5525" y="572"/>
                  </a:lnTo>
                  <a:lnTo>
                    <a:pt x="6502" y="762"/>
                  </a:lnTo>
                  <a:lnTo>
                    <a:pt x="10693" y="762"/>
                  </a:lnTo>
                  <a:cubicBezTo>
                    <a:pt x="10883" y="762"/>
                    <a:pt x="11003" y="619"/>
                    <a:pt x="11026" y="453"/>
                  </a:cubicBezTo>
                  <a:lnTo>
                    <a:pt x="11026" y="143"/>
                  </a:lnTo>
                  <a:cubicBezTo>
                    <a:pt x="11026" y="48"/>
                    <a:pt x="10955" y="0"/>
                    <a:pt x="10883" y="0"/>
                  </a:cubicBezTo>
                  <a:lnTo>
                    <a:pt x="6502" y="0"/>
                  </a:lnTo>
                  <a:lnTo>
                    <a:pt x="5525" y="191"/>
                  </a:lnTo>
                  <a:lnTo>
                    <a:pt x="45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5" name="Google Shape;28385;p152"/>
            <p:cNvSpPr/>
            <p:nvPr/>
          </p:nvSpPr>
          <p:spPr>
            <a:xfrm>
              <a:off x="2866931" y="3353631"/>
              <a:ext cx="31753" cy="24797"/>
            </a:xfrm>
            <a:custGeom>
              <a:rect b="b" l="l" r="r" t="t"/>
              <a:pathLst>
                <a:path extrusionOk="0" h="763" w="977">
                  <a:moveTo>
                    <a:pt x="167" y="0"/>
                  </a:moveTo>
                  <a:cubicBezTo>
                    <a:pt x="262" y="0"/>
                    <a:pt x="310" y="48"/>
                    <a:pt x="310" y="143"/>
                  </a:cubicBezTo>
                  <a:lnTo>
                    <a:pt x="310" y="453"/>
                  </a:lnTo>
                  <a:cubicBezTo>
                    <a:pt x="310" y="619"/>
                    <a:pt x="167" y="762"/>
                    <a:pt x="0" y="762"/>
                  </a:cubicBezTo>
                  <a:lnTo>
                    <a:pt x="643" y="762"/>
                  </a:lnTo>
                  <a:cubicBezTo>
                    <a:pt x="834" y="762"/>
                    <a:pt x="977" y="619"/>
                    <a:pt x="977" y="453"/>
                  </a:cubicBezTo>
                  <a:lnTo>
                    <a:pt x="977" y="143"/>
                  </a:lnTo>
                  <a:cubicBezTo>
                    <a:pt x="977" y="48"/>
                    <a:pt x="905" y="0"/>
                    <a:pt x="834"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6" name="Google Shape;28386;p152"/>
            <p:cNvSpPr/>
            <p:nvPr/>
          </p:nvSpPr>
          <p:spPr>
            <a:xfrm>
              <a:off x="2688896" y="3354411"/>
              <a:ext cx="62725" cy="24018"/>
            </a:xfrm>
            <a:custGeom>
              <a:rect b="b" l="l" r="r" t="t"/>
              <a:pathLst>
                <a:path extrusionOk="0" h="739" w="1930">
                  <a:moveTo>
                    <a:pt x="1" y="0"/>
                  </a:moveTo>
                  <a:lnTo>
                    <a:pt x="1" y="738"/>
                  </a:lnTo>
                  <a:lnTo>
                    <a:pt x="1930" y="738"/>
                  </a:lnTo>
                  <a:lnTo>
                    <a:pt x="1930"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7" name="Google Shape;28387;p152"/>
            <p:cNvSpPr/>
            <p:nvPr/>
          </p:nvSpPr>
          <p:spPr>
            <a:xfrm>
              <a:off x="2729911" y="3354411"/>
              <a:ext cx="21710" cy="24018"/>
            </a:xfrm>
            <a:custGeom>
              <a:rect b="b" l="l" r="r" t="t"/>
              <a:pathLst>
                <a:path extrusionOk="0" h="739" w="668">
                  <a:moveTo>
                    <a:pt x="1" y="0"/>
                  </a:moveTo>
                  <a:lnTo>
                    <a:pt x="1" y="738"/>
                  </a:lnTo>
                  <a:lnTo>
                    <a:pt x="668" y="738"/>
                  </a:lnTo>
                  <a:lnTo>
                    <a:pt x="668"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88" name="Google Shape;28388;p152"/>
          <p:cNvGrpSpPr/>
          <p:nvPr/>
        </p:nvGrpSpPr>
        <p:grpSpPr>
          <a:xfrm>
            <a:off x="3300351" y="2880813"/>
            <a:ext cx="298772" cy="356818"/>
            <a:chOff x="3300351" y="3033213"/>
            <a:chExt cx="298772" cy="356818"/>
          </a:xfrm>
        </p:grpSpPr>
        <p:sp>
          <p:nvSpPr>
            <p:cNvPr id="28389" name="Google Shape;28389;p152"/>
            <p:cNvSpPr/>
            <p:nvPr/>
          </p:nvSpPr>
          <p:spPr>
            <a:xfrm>
              <a:off x="3391676" y="3145436"/>
              <a:ext cx="115343" cy="51090"/>
            </a:xfrm>
            <a:custGeom>
              <a:rect b="b" l="l" r="r" t="t"/>
              <a:pathLst>
                <a:path extrusionOk="0" h="1572" w="3549">
                  <a:moveTo>
                    <a:pt x="3072" y="715"/>
                  </a:moveTo>
                  <a:lnTo>
                    <a:pt x="3191" y="1262"/>
                  </a:lnTo>
                  <a:lnTo>
                    <a:pt x="405" y="1262"/>
                  </a:lnTo>
                  <a:lnTo>
                    <a:pt x="524" y="715"/>
                  </a:lnTo>
                  <a:close/>
                  <a:moveTo>
                    <a:pt x="810" y="0"/>
                  </a:moveTo>
                  <a:cubicBezTo>
                    <a:pt x="548" y="0"/>
                    <a:pt x="310" y="191"/>
                    <a:pt x="238" y="453"/>
                  </a:cubicBezTo>
                  <a:lnTo>
                    <a:pt x="48" y="1381"/>
                  </a:lnTo>
                  <a:cubicBezTo>
                    <a:pt x="0" y="1429"/>
                    <a:pt x="48" y="1524"/>
                    <a:pt x="119" y="1548"/>
                  </a:cubicBezTo>
                  <a:cubicBezTo>
                    <a:pt x="167" y="1548"/>
                    <a:pt x="191" y="1572"/>
                    <a:pt x="215" y="1572"/>
                  </a:cubicBezTo>
                  <a:lnTo>
                    <a:pt x="3406" y="1572"/>
                  </a:lnTo>
                  <a:cubicBezTo>
                    <a:pt x="3430" y="1572"/>
                    <a:pt x="3453" y="1572"/>
                    <a:pt x="3501" y="1548"/>
                  </a:cubicBezTo>
                  <a:cubicBezTo>
                    <a:pt x="3525" y="1500"/>
                    <a:pt x="3549" y="1429"/>
                    <a:pt x="3549" y="1381"/>
                  </a:cubicBezTo>
                  <a:lnTo>
                    <a:pt x="3334" y="453"/>
                  </a:lnTo>
                  <a:cubicBezTo>
                    <a:pt x="3287" y="191"/>
                    <a:pt x="3049" y="0"/>
                    <a:pt x="278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0" name="Google Shape;28390;p152"/>
            <p:cNvSpPr/>
            <p:nvPr/>
          </p:nvSpPr>
          <p:spPr>
            <a:xfrm>
              <a:off x="3308866" y="3248363"/>
              <a:ext cx="282522" cy="141668"/>
            </a:xfrm>
            <a:custGeom>
              <a:rect b="b" l="l" r="r" t="t"/>
              <a:pathLst>
                <a:path extrusionOk="0" h="4359" w="8693">
                  <a:moveTo>
                    <a:pt x="0" y="0"/>
                  </a:moveTo>
                  <a:lnTo>
                    <a:pt x="0" y="3763"/>
                  </a:lnTo>
                  <a:cubicBezTo>
                    <a:pt x="0" y="4097"/>
                    <a:pt x="262" y="4359"/>
                    <a:pt x="596" y="4359"/>
                  </a:cubicBezTo>
                  <a:lnTo>
                    <a:pt x="8097" y="4359"/>
                  </a:lnTo>
                  <a:cubicBezTo>
                    <a:pt x="8431" y="4359"/>
                    <a:pt x="8692" y="4097"/>
                    <a:pt x="8692" y="3763"/>
                  </a:cubicBezTo>
                  <a:lnTo>
                    <a:pt x="8692" y="0"/>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1" name="Google Shape;28391;p152"/>
            <p:cNvSpPr/>
            <p:nvPr/>
          </p:nvSpPr>
          <p:spPr>
            <a:xfrm>
              <a:off x="3551868" y="3248363"/>
              <a:ext cx="39520" cy="141668"/>
            </a:xfrm>
            <a:custGeom>
              <a:rect b="b" l="l" r="r" t="t"/>
              <a:pathLst>
                <a:path extrusionOk="0" h="4359" w="1216">
                  <a:moveTo>
                    <a:pt x="549" y="0"/>
                  </a:moveTo>
                  <a:lnTo>
                    <a:pt x="549" y="3763"/>
                  </a:lnTo>
                  <a:cubicBezTo>
                    <a:pt x="549" y="4097"/>
                    <a:pt x="287" y="4359"/>
                    <a:pt x="1" y="4359"/>
                  </a:cubicBezTo>
                  <a:lnTo>
                    <a:pt x="620" y="4359"/>
                  </a:lnTo>
                  <a:cubicBezTo>
                    <a:pt x="954" y="4359"/>
                    <a:pt x="1215" y="4097"/>
                    <a:pt x="1215" y="3763"/>
                  </a:cubicBezTo>
                  <a:lnTo>
                    <a:pt x="1215"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2" name="Google Shape;28392;p152"/>
            <p:cNvSpPr/>
            <p:nvPr/>
          </p:nvSpPr>
          <p:spPr>
            <a:xfrm>
              <a:off x="3300351" y="3184891"/>
              <a:ext cx="294905" cy="123858"/>
            </a:xfrm>
            <a:custGeom>
              <a:rect b="b" l="l" r="r" t="t"/>
              <a:pathLst>
                <a:path extrusionOk="0" h="3811" w="9074">
                  <a:moveTo>
                    <a:pt x="524" y="1"/>
                  </a:moveTo>
                  <a:cubicBezTo>
                    <a:pt x="238" y="1"/>
                    <a:pt x="0" y="239"/>
                    <a:pt x="0" y="548"/>
                  </a:cubicBezTo>
                  <a:lnTo>
                    <a:pt x="0" y="1977"/>
                  </a:lnTo>
                  <a:cubicBezTo>
                    <a:pt x="0" y="2977"/>
                    <a:pt x="834" y="3811"/>
                    <a:pt x="1834" y="3811"/>
                  </a:cubicBezTo>
                  <a:lnTo>
                    <a:pt x="6930" y="3811"/>
                  </a:lnTo>
                  <a:cubicBezTo>
                    <a:pt x="7930" y="3811"/>
                    <a:pt x="9074" y="2977"/>
                    <a:pt x="9050" y="1977"/>
                  </a:cubicBezTo>
                  <a:lnTo>
                    <a:pt x="9050" y="548"/>
                  </a:lnTo>
                  <a:cubicBezTo>
                    <a:pt x="9050" y="239"/>
                    <a:pt x="8812" y="1"/>
                    <a:pt x="8502"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3" name="Google Shape;28393;p152"/>
            <p:cNvSpPr/>
            <p:nvPr/>
          </p:nvSpPr>
          <p:spPr>
            <a:xfrm>
              <a:off x="3409486" y="3225906"/>
              <a:ext cx="80503" cy="28665"/>
            </a:xfrm>
            <a:custGeom>
              <a:rect b="b" l="l" r="r" t="t"/>
              <a:pathLst>
                <a:path extrusionOk="0" h="882" w="2477">
                  <a:moveTo>
                    <a:pt x="214" y="1"/>
                  </a:moveTo>
                  <a:cubicBezTo>
                    <a:pt x="95" y="1"/>
                    <a:pt x="0" y="96"/>
                    <a:pt x="0" y="215"/>
                  </a:cubicBezTo>
                  <a:lnTo>
                    <a:pt x="0" y="691"/>
                  </a:lnTo>
                  <a:cubicBezTo>
                    <a:pt x="0" y="811"/>
                    <a:pt x="95" y="882"/>
                    <a:pt x="214" y="882"/>
                  </a:cubicBezTo>
                  <a:lnTo>
                    <a:pt x="2286" y="882"/>
                  </a:lnTo>
                  <a:cubicBezTo>
                    <a:pt x="2382" y="882"/>
                    <a:pt x="2477" y="811"/>
                    <a:pt x="2477" y="691"/>
                  </a:cubicBezTo>
                  <a:lnTo>
                    <a:pt x="2477" y="215"/>
                  </a:lnTo>
                  <a:cubicBezTo>
                    <a:pt x="2477" y="96"/>
                    <a:pt x="2382" y="1"/>
                    <a:pt x="2262"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4" name="Google Shape;28394;p152"/>
            <p:cNvSpPr/>
            <p:nvPr/>
          </p:nvSpPr>
          <p:spPr>
            <a:xfrm>
              <a:off x="3518588" y="3184111"/>
              <a:ext cx="80535" cy="123890"/>
            </a:xfrm>
            <a:custGeom>
              <a:rect b="b" l="l" r="r" t="t"/>
              <a:pathLst>
                <a:path extrusionOk="0" h="3812" w="2478">
                  <a:moveTo>
                    <a:pt x="1287" y="1"/>
                  </a:moveTo>
                  <a:cubicBezTo>
                    <a:pt x="1573" y="1"/>
                    <a:pt x="1811" y="239"/>
                    <a:pt x="1811" y="549"/>
                  </a:cubicBezTo>
                  <a:lnTo>
                    <a:pt x="1811" y="1977"/>
                  </a:lnTo>
                  <a:cubicBezTo>
                    <a:pt x="1811" y="2978"/>
                    <a:pt x="1025" y="3811"/>
                    <a:pt x="1" y="3811"/>
                  </a:cubicBezTo>
                  <a:lnTo>
                    <a:pt x="620" y="3811"/>
                  </a:lnTo>
                  <a:cubicBezTo>
                    <a:pt x="1644" y="3811"/>
                    <a:pt x="2478" y="2978"/>
                    <a:pt x="2478" y="1977"/>
                  </a:cubicBezTo>
                  <a:lnTo>
                    <a:pt x="2478" y="549"/>
                  </a:lnTo>
                  <a:cubicBezTo>
                    <a:pt x="2478" y="239"/>
                    <a:pt x="2239" y="1"/>
                    <a:pt x="1930"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5" name="Google Shape;28395;p152"/>
            <p:cNvSpPr/>
            <p:nvPr/>
          </p:nvSpPr>
          <p:spPr>
            <a:xfrm>
              <a:off x="3461323" y="3225906"/>
              <a:ext cx="28665" cy="28665"/>
            </a:xfrm>
            <a:custGeom>
              <a:rect b="b" l="l" r="r" t="t"/>
              <a:pathLst>
                <a:path extrusionOk="0" h="882" w="882">
                  <a:moveTo>
                    <a:pt x="1" y="1"/>
                  </a:moveTo>
                  <a:cubicBezTo>
                    <a:pt x="120" y="1"/>
                    <a:pt x="215" y="96"/>
                    <a:pt x="215" y="215"/>
                  </a:cubicBezTo>
                  <a:lnTo>
                    <a:pt x="215" y="691"/>
                  </a:lnTo>
                  <a:cubicBezTo>
                    <a:pt x="215" y="811"/>
                    <a:pt x="120" y="882"/>
                    <a:pt x="1" y="882"/>
                  </a:cubicBezTo>
                  <a:lnTo>
                    <a:pt x="667" y="882"/>
                  </a:lnTo>
                  <a:cubicBezTo>
                    <a:pt x="787" y="882"/>
                    <a:pt x="882" y="811"/>
                    <a:pt x="882" y="691"/>
                  </a:cubicBezTo>
                  <a:lnTo>
                    <a:pt x="882" y="215"/>
                  </a:lnTo>
                  <a:cubicBezTo>
                    <a:pt x="882" y="96"/>
                    <a:pt x="787" y="1"/>
                    <a:pt x="66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6" name="Google Shape;28396;p152"/>
            <p:cNvSpPr/>
            <p:nvPr/>
          </p:nvSpPr>
          <p:spPr>
            <a:xfrm>
              <a:off x="3370778" y="3273908"/>
              <a:ext cx="31753" cy="116122"/>
            </a:xfrm>
            <a:custGeom>
              <a:rect b="b" l="l" r="r" t="t"/>
              <a:pathLst>
                <a:path extrusionOk="0" h="3573" w="977">
                  <a:moveTo>
                    <a:pt x="477" y="0"/>
                  </a:moveTo>
                  <a:cubicBezTo>
                    <a:pt x="215" y="0"/>
                    <a:pt x="0" y="215"/>
                    <a:pt x="0" y="477"/>
                  </a:cubicBezTo>
                  <a:lnTo>
                    <a:pt x="0" y="3573"/>
                  </a:lnTo>
                  <a:lnTo>
                    <a:pt x="977" y="3573"/>
                  </a:lnTo>
                  <a:lnTo>
                    <a:pt x="953" y="477"/>
                  </a:lnTo>
                  <a:cubicBezTo>
                    <a:pt x="953" y="215"/>
                    <a:pt x="739" y="0"/>
                    <a:pt x="47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7" name="Google Shape;28397;p152"/>
            <p:cNvSpPr/>
            <p:nvPr/>
          </p:nvSpPr>
          <p:spPr>
            <a:xfrm>
              <a:off x="3362263" y="3327306"/>
              <a:ext cx="50343" cy="21710"/>
            </a:xfrm>
            <a:custGeom>
              <a:rect b="b" l="l" r="r" t="t"/>
              <a:pathLst>
                <a:path extrusionOk="0" h="668" w="1549">
                  <a:moveTo>
                    <a:pt x="167" y="1"/>
                  </a:moveTo>
                  <a:cubicBezTo>
                    <a:pt x="72" y="1"/>
                    <a:pt x="0" y="96"/>
                    <a:pt x="0" y="191"/>
                  </a:cubicBezTo>
                  <a:lnTo>
                    <a:pt x="0" y="477"/>
                  </a:lnTo>
                  <a:cubicBezTo>
                    <a:pt x="0" y="572"/>
                    <a:pt x="72" y="667"/>
                    <a:pt x="167" y="667"/>
                  </a:cubicBezTo>
                  <a:lnTo>
                    <a:pt x="1358" y="667"/>
                  </a:lnTo>
                  <a:cubicBezTo>
                    <a:pt x="1453" y="667"/>
                    <a:pt x="1548" y="572"/>
                    <a:pt x="1548" y="477"/>
                  </a:cubicBezTo>
                  <a:lnTo>
                    <a:pt x="1548" y="191"/>
                  </a:lnTo>
                  <a:cubicBezTo>
                    <a:pt x="1548" y="96"/>
                    <a:pt x="1453" y="1"/>
                    <a:pt x="1358"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8" name="Google Shape;28398;p152"/>
            <p:cNvSpPr/>
            <p:nvPr/>
          </p:nvSpPr>
          <p:spPr>
            <a:xfrm>
              <a:off x="3496163" y="3273908"/>
              <a:ext cx="32532" cy="116122"/>
            </a:xfrm>
            <a:custGeom>
              <a:rect b="b" l="l" r="r" t="t"/>
              <a:pathLst>
                <a:path extrusionOk="0" h="3573" w="1001">
                  <a:moveTo>
                    <a:pt x="477" y="0"/>
                  </a:moveTo>
                  <a:cubicBezTo>
                    <a:pt x="215" y="0"/>
                    <a:pt x="0" y="215"/>
                    <a:pt x="0" y="477"/>
                  </a:cubicBezTo>
                  <a:lnTo>
                    <a:pt x="0" y="3573"/>
                  </a:lnTo>
                  <a:lnTo>
                    <a:pt x="1001" y="3573"/>
                  </a:lnTo>
                  <a:lnTo>
                    <a:pt x="953" y="477"/>
                  </a:lnTo>
                  <a:cubicBezTo>
                    <a:pt x="953" y="215"/>
                    <a:pt x="762" y="0"/>
                    <a:pt x="47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9" name="Google Shape;28399;p152"/>
            <p:cNvSpPr/>
            <p:nvPr/>
          </p:nvSpPr>
          <p:spPr>
            <a:xfrm>
              <a:off x="3486868" y="3327306"/>
              <a:ext cx="50343" cy="21710"/>
            </a:xfrm>
            <a:custGeom>
              <a:rect b="b" l="l" r="r" t="t"/>
              <a:pathLst>
                <a:path extrusionOk="0" h="668" w="1549">
                  <a:moveTo>
                    <a:pt x="167" y="1"/>
                  </a:moveTo>
                  <a:cubicBezTo>
                    <a:pt x="96" y="1"/>
                    <a:pt x="1" y="96"/>
                    <a:pt x="1" y="191"/>
                  </a:cubicBezTo>
                  <a:lnTo>
                    <a:pt x="1" y="477"/>
                  </a:lnTo>
                  <a:cubicBezTo>
                    <a:pt x="1" y="572"/>
                    <a:pt x="96" y="667"/>
                    <a:pt x="167" y="667"/>
                  </a:cubicBezTo>
                  <a:lnTo>
                    <a:pt x="1358" y="667"/>
                  </a:lnTo>
                  <a:cubicBezTo>
                    <a:pt x="1477" y="667"/>
                    <a:pt x="1548" y="572"/>
                    <a:pt x="1548" y="477"/>
                  </a:cubicBezTo>
                  <a:lnTo>
                    <a:pt x="1548" y="191"/>
                  </a:lnTo>
                  <a:cubicBezTo>
                    <a:pt x="1548" y="96"/>
                    <a:pt x="1453" y="1"/>
                    <a:pt x="1358"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0" name="Google Shape;28400;p152"/>
            <p:cNvSpPr/>
            <p:nvPr/>
          </p:nvSpPr>
          <p:spPr>
            <a:xfrm>
              <a:off x="3430383" y="3084271"/>
              <a:ext cx="42575" cy="15925"/>
            </a:xfrm>
            <a:custGeom>
              <a:rect b="b" l="l" r="r" t="t"/>
              <a:pathLst>
                <a:path extrusionOk="0" h="490" w="1310">
                  <a:moveTo>
                    <a:pt x="667" y="1"/>
                  </a:moveTo>
                  <a:cubicBezTo>
                    <a:pt x="453" y="1"/>
                    <a:pt x="214" y="96"/>
                    <a:pt x="72" y="239"/>
                  </a:cubicBezTo>
                  <a:cubicBezTo>
                    <a:pt x="0" y="310"/>
                    <a:pt x="0" y="382"/>
                    <a:pt x="72" y="453"/>
                  </a:cubicBezTo>
                  <a:cubicBezTo>
                    <a:pt x="72" y="477"/>
                    <a:pt x="119" y="477"/>
                    <a:pt x="167" y="477"/>
                  </a:cubicBezTo>
                  <a:cubicBezTo>
                    <a:pt x="214" y="477"/>
                    <a:pt x="238" y="453"/>
                    <a:pt x="286" y="453"/>
                  </a:cubicBezTo>
                  <a:cubicBezTo>
                    <a:pt x="357" y="334"/>
                    <a:pt x="524" y="263"/>
                    <a:pt x="667" y="263"/>
                  </a:cubicBezTo>
                  <a:cubicBezTo>
                    <a:pt x="810" y="263"/>
                    <a:pt x="929" y="334"/>
                    <a:pt x="1048" y="453"/>
                  </a:cubicBezTo>
                  <a:cubicBezTo>
                    <a:pt x="1084" y="477"/>
                    <a:pt x="1119" y="489"/>
                    <a:pt x="1155" y="489"/>
                  </a:cubicBezTo>
                  <a:cubicBezTo>
                    <a:pt x="1191" y="489"/>
                    <a:pt x="1227" y="477"/>
                    <a:pt x="1262" y="453"/>
                  </a:cubicBezTo>
                  <a:cubicBezTo>
                    <a:pt x="1310" y="382"/>
                    <a:pt x="1310" y="310"/>
                    <a:pt x="1262" y="239"/>
                  </a:cubicBezTo>
                  <a:cubicBezTo>
                    <a:pt x="1119" y="96"/>
                    <a:pt x="881"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1" name="Google Shape;28401;p152"/>
            <p:cNvSpPr/>
            <p:nvPr/>
          </p:nvSpPr>
          <p:spPr>
            <a:xfrm>
              <a:off x="3412573" y="3057978"/>
              <a:ext cx="78975" cy="24213"/>
            </a:xfrm>
            <a:custGeom>
              <a:rect b="b" l="l" r="r" t="t"/>
              <a:pathLst>
                <a:path extrusionOk="0" h="745" w="2430">
                  <a:moveTo>
                    <a:pt x="1215" y="0"/>
                  </a:moveTo>
                  <a:cubicBezTo>
                    <a:pt x="762" y="0"/>
                    <a:pt x="358" y="191"/>
                    <a:pt x="48" y="500"/>
                  </a:cubicBezTo>
                  <a:cubicBezTo>
                    <a:pt x="0" y="548"/>
                    <a:pt x="0" y="643"/>
                    <a:pt x="48" y="691"/>
                  </a:cubicBezTo>
                  <a:cubicBezTo>
                    <a:pt x="84" y="726"/>
                    <a:pt x="119" y="744"/>
                    <a:pt x="155" y="744"/>
                  </a:cubicBezTo>
                  <a:cubicBezTo>
                    <a:pt x="191" y="744"/>
                    <a:pt x="227" y="726"/>
                    <a:pt x="262" y="691"/>
                  </a:cubicBezTo>
                  <a:cubicBezTo>
                    <a:pt x="524" y="453"/>
                    <a:pt x="858" y="310"/>
                    <a:pt x="1215" y="310"/>
                  </a:cubicBezTo>
                  <a:cubicBezTo>
                    <a:pt x="1572" y="310"/>
                    <a:pt x="1929" y="453"/>
                    <a:pt x="2167" y="691"/>
                  </a:cubicBezTo>
                  <a:cubicBezTo>
                    <a:pt x="2167" y="738"/>
                    <a:pt x="2215" y="738"/>
                    <a:pt x="2263" y="738"/>
                  </a:cubicBezTo>
                  <a:cubicBezTo>
                    <a:pt x="2310" y="738"/>
                    <a:pt x="2334" y="738"/>
                    <a:pt x="2382" y="691"/>
                  </a:cubicBezTo>
                  <a:cubicBezTo>
                    <a:pt x="2429" y="643"/>
                    <a:pt x="2429" y="548"/>
                    <a:pt x="2382" y="500"/>
                  </a:cubicBezTo>
                  <a:cubicBezTo>
                    <a:pt x="2048" y="191"/>
                    <a:pt x="1667"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2" name="Google Shape;28402;p152"/>
            <p:cNvSpPr/>
            <p:nvPr/>
          </p:nvSpPr>
          <p:spPr>
            <a:xfrm>
              <a:off x="3395543" y="3033213"/>
              <a:ext cx="114563" cy="31363"/>
            </a:xfrm>
            <a:custGeom>
              <a:rect b="b" l="l" r="r" t="t"/>
              <a:pathLst>
                <a:path extrusionOk="0" h="965" w="3525">
                  <a:moveTo>
                    <a:pt x="1763" y="0"/>
                  </a:moveTo>
                  <a:cubicBezTo>
                    <a:pt x="1144" y="0"/>
                    <a:pt x="524" y="262"/>
                    <a:pt x="72" y="715"/>
                  </a:cubicBezTo>
                  <a:cubicBezTo>
                    <a:pt x="0" y="762"/>
                    <a:pt x="0" y="857"/>
                    <a:pt x="72" y="929"/>
                  </a:cubicBezTo>
                  <a:cubicBezTo>
                    <a:pt x="96" y="953"/>
                    <a:pt x="131" y="965"/>
                    <a:pt x="170" y="965"/>
                  </a:cubicBezTo>
                  <a:cubicBezTo>
                    <a:pt x="209" y="965"/>
                    <a:pt x="250" y="953"/>
                    <a:pt x="286" y="929"/>
                  </a:cubicBezTo>
                  <a:cubicBezTo>
                    <a:pt x="667" y="500"/>
                    <a:pt x="1191" y="286"/>
                    <a:pt x="1763" y="286"/>
                  </a:cubicBezTo>
                  <a:cubicBezTo>
                    <a:pt x="2334" y="286"/>
                    <a:pt x="2858" y="524"/>
                    <a:pt x="3263" y="929"/>
                  </a:cubicBezTo>
                  <a:cubicBezTo>
                    <a:pt x="3263" y="953"/>
                    <a:pt x="3311" y="953"/>
                    <a:pt x="3334" y="953"/>
                  </a:cubicBezTo>
                  <a:cubicBezTo>
                    <a:pt x="3382" y="953"/>
                    <a:pt x="3430" y="929"/>
                    <a:pt x="3454" y="929"/>
                  </a:cubicBezTo>
                  <a:cubicBezTo>
                    <a:pt x="3525" y="857"/>
                    <a:pt x="3525" y="762"/>
                    <a:pt x="3454" y="715"/>
                  </a:cubicBezTo>
                  <a:cubicBezTo>
                    <a:pt x="3025" y="238"/>
                    <a:pt x="2429" y="0"/>
                    <a:pt x="1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3" name="Google Shape;28403;p152"/>
          <p:cNvGrpSpPr/>
          <p:nvPr/>
        </p:nvGrpSpPr>
        <p:grpSpPr>
          <a:xfrm>
            <a:off x="4026336" y="2886988"/>
            <a:ext cx="358378" cy="345215"/>
            <a:chOff x="4026336" y="3039388"/>
            <a:chExt cx="358378" cy="345215"/>
          </a:xfrm>
        </p:grpSpPr>
        <p:sp>
          <p:nvSpPr>
            <p:cNvPr id="28404" name="Google Shape;28404;p152"/>
            <p:cNvSpPr/>
            <p:nvPr/>
          </p:nvSpPr>
          <p:spPr>
            <a:xfrm>
              <a:off x="4199691" y="3299453"/>
              <a:ext cx="10888" cy="61230"/>
            </a:xfrm>
            <a:custGeom>
              <a:rect b="b" l="l" r="r" t="t"/>
              <a:pathLst>
                <a:path extrusionOk="0" h="1884" w="335">
                  <a:moveTo>
                    <a:pt x="144" y="0"/>
                  </a:moveTo>
                  <a:cubicBezTo>
                    <a:pt x="72" y="0"/>
                    <a:pt x="1" y="72"/>
                    <a:pt x="1" y="167"/>
                  </a:cubicBezTo>
                  <a:lnTo>
                    <a:pt x="1" y="1762"/>
                  </a:lnTo>
                  <a:cubicBezTo>
                    <a:pt x="1" y="1816"/>
                    <a:pt x="54" y="1883"/>
                    <a:pt x="101" y="1883"/>
                  </a:cubicBezTo>
                  <a:cubicBezTo>
                    <a:pt x="117" y="1883"/>
                    <a:pt x="132" y="1876"/>
                    <a:pt x="144" y="1858"/>
                  </a:cubicBezTo>
                  <a:cubicBezTo>
                    <a:pt x="239" y="1858"/>
                    <a:pt x="334" y="1810"/>
                    <a:pt x="334" y="1715"/>
                  </a:cubicBezTo>
                  <a:lnTo>
                    <a:pt x="334" y="143"/>
                  </a:lnTo>
                  <a:cubicBezTo>
                    <a:pt x="334" y="48"/>
                    <a:pt x="239" y="0"/>
                    <a:pt x="1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5" name="Google Shape;28405;p152"/>
            <p:cNvSpPr/>
            <p:nvPr/>
          </p:nvSpPr>
          <p:spPr>
            <a:xfrm>
              <a:off x="4043366" y="3062626"/>
              <a:ext cx="325097" cy="242255"/>
            </a:xfrm>
            <a:custGeom>
              <a:rect b="b" l="l" r="r" t="t"/>
              <a:pathLst>
                <a:path extrusionOk="0" h="7454" w="10003">
                  <a:moveTo>
                    <a:pt x="5025" y="0"/>
                  </a:moveTo>
                  <a:lnTo>
                    <a:pt x="0" y="191"/>
                  </a:lnTo>
                  <a:lnTo>
                    <a:pt x="0" y="7025"/>
                  </a:lnTo>
                  <a:cubicBezTo>
                    <a:pt x="0" y="7263"/>
                    <a:pt x="167" y="7454"/>
                    <a:pt x="429" y="7454"/>
                  </a:cubicBezTo>
                  <a:lnTo>
                    <a:pt x="9550" y="7454"/>
                  </a:lnTo>
                  <a:cubicBezTo>
                    <a:pt x="9788" y="7454"/>
                    <a:pt x="10002" y="7287"/>
                    <a:pt x="10002" y="7025"/>
                  </a:cubicBezTo>
                  <a:lnTo>
                    <a:pt x="10002" y="191"/>
                  </a:lnTo>
                  <a:lnTo>
                    <a:pt x="9955" y="191"/>
                  </a:lnTo>
                  <a:lnTo>
                    <a:pt x="502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6" name="Google Shape;28406;p152"/>
            <p:cNvSpPr/>
            <p:nvPr/>
          </p:nvSpPr>
          <p:spPr>
            <a:xfrm>
              <a:off x="4079733" y="3102861"/>
              <a:ext cx="106828" cy="25578"/>
            </a:xfrm>
            <a:custGeom>
              <a:rect b="b" l="l" r="r" t="t"/>
              <a:pathLst>
                <a:path extrusionOk="0" h="787" w="3287">
                  <a:moveTo>
                    <a:pt x="120" y="0"/>
                  </a:moveTo>
                  <a:cubicBezTo>
                    <a:pt x="72" y="0"/>
                    <a:pt x="0" y="72"/>
                    <a:pt x="0" y="119"/>
                  </a:cubicBezTo>
                  <a:lnTo>
                    <a:pt x="0" y="667"/>
                  </a:lnTo>
                  <a:cubicBezTo>
                    <a:pt x="0" y="715"/>
                    <a:pt x="72" y="786"/>
                    <a:pt x="120" y="786"/>
                  </a:cubicBezTo>
                  <a:lnTo>
                    <a:pt x="3168" y="786"/>
                  </a:lnTo>
                  <a:cubicBezTo>
                    <a:pt x="3215" y="786"/>
                    <a:pt x="3287" y="715"/>
                    <a:pt x="3287" y="667"/>
                  </a:cubicBezTo>
                  <a:lnTo>
                    <a:pt x="3287" y="119"/>
                  </a:lnTo>
                  <a:cubicBezTo>
                    <a:pt x="3287" y="72"/>
                    <a:pt x="3215" y="0"/>
                    <a:pt x="3168"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7" name="Google Shape;28407;p152"/>
            <p:cNvSpPr/>
            <p:nvPr/>
          </p:nvSpPr>
          <p:spPr>
            <a:xfrm>
              <a:off x="4240706" y="3105168"/>
              <a:ext cx="86743" cy="78975"/>
            </a:xfrm>
            <a:custGeom>
              <a:rect b="b" l="l" r="r" t="t"/>
              <a:pathLst>
                <a:path extrusionOk="0" h="2430" w="2669">
                  <a:moveTo>
                    <a:pt x="120" y="1"/>
                  </a:moveTo>
                  <a:cubicBezTo>
                    <a:pt x="48" y="1"/>
                    <a:pt x="1" y="48"/>
                    <a:pt x="1" y="120"/>
                  </a:cubicBezTo>
                  <a:lnTo>
                    <a:pt x="1" y="2311"/>
                  </a:lnTo>
                  <a:cubicBezTo>
                    <a:pt x="1" y="2382"/>
                    <a:pt x="48" y="2430"/>
                    <a:pt x="120" y="2430"/>
                  </a:cubicBezTo>
                  <a:lnTo>
                    <a:pt x="2549" y="2430"/>
                  </a:lnTo>
                  <a:cubicBezTo>
                    <a:pt x="2620" y="2430"/>
                    <a:pt x="2668" y="2382"/>
                    <a:pt x="2668" y="2311"/>
                  </a:cubicBezTo>
                  <a:lnTo>
                    <a:pt x="2668" y="120"/>
                  </a:lnTo>
                  <a:cubicBezTo>
                    <a:pt x="2668" y="48"/>
                    <a:pt x="2620" y="1"/>
                    <a:pt x="254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8" name="Google Shape;28408;p152"/>
            <p:cNvSpPr/>
            <p:nvPr/>
          </p:nvSpPr>
          <p:spPr>
            <a:xfrm>
              <a:off x="4332031" y="3062626"/>
              <a:ext cx="36432" cy="242255"/>
            </a:xfrm>
            <a:custGeom>
              <a:rect b="b" l="l" r="r" t="t"/>
              <a:pathLst>
                <a:path extrusionOk="0" h="7454" w="1121">
                  <a:moveTo>
                    <a:pt x="811" y="0"/>
                  </a:moveTo>
                  <a:lnTo>
                    <a:pt x="453" y="191"/>
                  </a:lnTo>
                  <a:lnTo>
                    <a:pt x="453" y="7025"/>
                  </a:lnTo>
                  <a:cubicBezTo>
                    <a:pt x="453" y="7263"/>
                    <a:pt x="239" y="7454"/>
                    <a:pt x="1" y="7454"/>
                  </a:cubicBezTo>
                  <a:lnTo>
                    <a:pt x="668" y="7454"/>
                  </a:lnTo>
                  <a:cubicBezTo>
                    <a:pt x="906" y="7454"/>
                    <a:pt x="1120" y="7287"/>
                    <a:pt x="1120" y="7025"/>
                  </a:cubicBezTo>
                  <a:lnTo>
                    <a:pt x="1120" y="191"/>
                  </a:lnTo>
                  <a:lnTo>
                    <a:pt x="81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9" name="Google Shape;28409;p152"/>
            <p:cNvSpPr/>
            <p:nvPr/>
          </p:nvSpPr>
          <p:spPr>
            <a:xfrm>
              <a:off x="4160983" y="3102861"/>
              <a:ext cx="25578" cy="25578"/>
            </a:xfrm>
            <a:custGeom>
              <a:rect b="b" l="l" r="r" t="t"/>
              <a:pathLst>
                <a:path extrusionOk="0" h="787" w="787">
                  <a:moveTo>
                    <a:pt x="1" y="0"/>
                  </a:moveTo>
                  <a:cubicBezTo>
                    <a:pt x="72" y="0"/>
                    <a:pt x="120" y="72"/>
                    <a:pt x="120" y="119"/>
                  </a:cubicBezTo>
                  <a:lnTo>
                    <a:pt x="120" y="667"/>
                  </a:lnTo>
                  <a:cubicBezTo>
                    <a:pt x="120" y="715"/>
                    <a:pt x="72" y="786"/>
                    <a:pt x="1" y="786"/>
                  </a:cubicBezTo>
                  <a:lnTo>
                    <a:pt x="668" y="786"/>
                  </a:lnTo>
                  <a:cubicBezTo>
                    <a:pt x="715" y="786"/>
                    <a:pt x="787" y="715"/>
                    <a:pt x="787" y="667"/>
                  </a:cubicBezTo>
                  <a:lnTo>
                    <a:pt x="787" y="119"/>
                  </a:lnTo>
                  <a:cubicBezTo>
                    <a:pt x="787" y="72"/>
                    <a:pt x="715" y="0"/>
                    <a:pt x="668" y="0"/>
                  </a:cubicBezTo>
                  <a:close/>
                </a:path>
              </a:pathLst>
            </a:custGeom>
            <a:solidFill>
              <a:srgbClr val="CF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0" name="Google Shape;28410;p152"/>
            <p:cNvSpPr/>
            <p:nvPr/>
          </p:nvSpPr>
          <p:spPr>
            <a:xfrm>
              <a:off x="4302618" y="3105168"/>
              <a:ext cx="24830" cy="78975"/>
            </a:xfrm>
            <a:custGeom>
              <a:rect b="b" l="l" r="r" t="t"/>
              <a:pathLst>
                <a:path extrusionOk="0" h="2430" w="764">
                  <a:moveTo>
                    <a:pt x="1" y="1"/>
                  </a:moveTo>
                  <a:cubicBezTo>
                    <a:pt x="49" y="1"/>
                    <a:pt x="120" y="48"/>
                    <a:pt x="120" y="120"/>
                  </a:cubicBezTo>
                  <a:lnTo>
                    <a:pt x="120" y="2311"/>
                  </a:lnTo>
                  <a:cubicBezTo>
                    <a:pt x="120" y="2382"/>
                    <a:pt x="49" y="2430"/>
                    <a:pt x="1" y="2430"/>
                  </a:cubicBezTo>
                  <a:lnTo>
                    <a:pt x="644" y="2430"/>
                  </a:lnTo>
                  <a:cubicBezTo>
                    <a:pt x="715" y="2430"/>
                    <a:pt x="763" y="2382"/>
                    <a:pt x="763" y="2311"/>
                  </a:cubicBezTo>
                  <a:lnTo>
                    <a:pt x="763" y="120"/>
                  </a:lnTo>
                  <a:cubicBezTo>
                    <a:pt x="763" y="48"/>
                    <a:pt x="715" y="1"/>
                    <a:pt x="64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1" name="Google Shape;28411;p152"/>
            <p:cNvSpPr/>
            <p:nvPr/>
          </p:nvSpPr>
          <p:spPr>
            <a:xfrm>
              <a:off x="4190396" y="3353631"/>
              <a:ext cx="31005" cy="30972"/>
            </a:xfrm>
            <a:custGeom>
              <a:rect b="b" l="l" r="r" t="t"/>
              <a:pathLst>
                <a:path extrusionOk="0" h="953" w="954">
                  <a:moveTo>
                    <a:pt x="477" y="0"/>
                  </a:moveTo>
                  <a:cubicBezTo>
                    <a:pt x="191" y="0"/>
                    <a:pt x="1" y="215"/>
                    <a:pt x="1" y="477"/>
                  </a:cubicBezTo>
                  <a:cubicBezTo>
                    <a:pt x="1" y="738"/>
                    <a:pt x="191" y="953"/>
                    <a:pt x="477" y="953"/>
                  </a:cubicBezTo>
                  <a:cubicBezTo>
                    <a:pt x="739" y="953"/>
                    <a:pt x="953" y="738"/>
                    <a:pt x="953" y="477"/>
                  </a:cubicBezTo>
                  <a:cubicBezTo>
                    <a:pt x="953" y="215"/>
                    <a:pt x="739" y="0"/>
                    <a:pt x="47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2" name="Google Shape;28412;p152"/>
            <p:cNvSpPr/>
            <p:nvPr/>
          </p:nvSpPr>
          <p:spPr>
            <a:xfrm>
              <a:off x="4270118" y="3253791"/>
              <a:ext cx="33313" cy="14138"/>
            </a:xfrm>
            <a:custGeom>
              <a:rect b="b" l="l" r="r" t="t"/>
              <a:pathLst>
                <a:path extrusionOk="0" h="435" w="1025">
                  <a:moveTo>
                    <a:pt x="525" y="0"/>
                  </a:moveTo>
                  <a:cubicBezTo>
                    <a:pt x="358" y="0"/>
                    <a:pt x="191" y="72"/>
                    <a:pt x="72" y="191"/>
                  </a:cubicBezTo>
                  <a:cubicBezTo>
                    <a:pt x="1" y="238"/>
                    <a:pt x="1" y="334"/>
                    <a:pt x="72" y="381"/>
                  </a:cubicBezTo>
                  <a:cubicBezTo>
                    <a:pt x="96" y="417"/>
                    <a:pt x="132" y="435"/>
                    <a:pt x="170" y="435"/>
                  </a:cubicBezTo>
                  <a:cubicBezTo>
                    <a:pt x="209" y="435"/>
                    <a:pt x="251" y="417"/>
                    <a:pt x="287" y="381"/>
                  </a:cubicBezTo>
                  <a:cubicBezTo>
                    <a:pt x="358" y="310"/>
                    <a:pt x="429" y="262"/>
                    <a:pt x="549" y="262"/>
                  </a:cubicBezTo>
                  <a:cubicBezTo>
                    <a:pt x="668" y="262"/>
                    <a:pt x="763" y="334"/>
                    <a:pt x="810" y="381"/>
                  </a:cubicBezTo>
                  <a:cubicBezTo>
                    <a:pt x="834" y="429"/>
                    <a:pt x="882" y="429"/>
                    <a:pt x="906" y="429"/>
                  </a:cubicBezTo>
                  <a:cubicBezTo>
                    <a:pt x="930" y="429"/>
                    <a:pt x="953" y="429"/>
                    <a:pt x="953" y="381"/>
                  </a:cubicBezTo>
                  <a:cubicBezTo>
                    <a:pt x="1025" y="334"/>
                    <a:pt x="1025" y="238"/>
                    <a:pt x="953" y="191"/>
                  </a:cubicBezTo>
                  <a:cubicBezTo>
                    <a:pt x="834" y="48"/>
                    <a:pt x="668" y="0"/>
                    <a:pt x="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3" name="Google Shape;28413;p152"/>
            <p:cNvSpPr/>
            <p:nvPr/>
          </p:nvSpPr>
          <p:spPr>
            <a:xfrm>
              <a:off x="4257736" y="3235201"/>
              <a:ext cx="58078" cy="19760"/>
            </a:xfrm>
            <a:custGeom>
              <a:rect b="b" l="l" r="r" t="t"/>
              <a:pathLst>
                <a:path extrusionOk="0" h="608" w="1787">
                  <a:moveTo>
                    <a:pt x="906" y="1"/>
                  </a:moveTo>
                  <a:cubicBezTo>
                    <a:pt x="596" y="1"/>
                    <a:pt x="310" y="120"/>
                    <a:pt x="72" y="358"/>
                  </a:cubicBezTo>
                  <a:cubicBezTo>
                    <a:pt x="1" y="429"/>
                    <a:pt x="1" y="525"/>
                    <a:pt x="72" y="572"/>
                  </a:cubicBezTo>
                  <a:cubicBezTo>
                    <a:pt x="96" y="596"/>
                    <a:pt x="132" y="608"/>
                    <a:pt x="167" y="608"/>
                  </a:cubicBezTo>
                  <a:cubicBezTo>
                    <a:pt x="203" y="608"/>
                    <a:pt x="239" y="596"/>
                    <a:pt x="263" y="572"/>
                  </a:cubicBezTo>
                  <a:cubicBezTo>
                    <a:pt x="453" y="405"/>
                    <a:pt x="668" y="310"/>
                    <a:pt x="930" y="310"/>
                  </a:cubicBezTo>
                  <a:cubicBezTo>
                    <a:pt x="1191" y="310"/>
                    <a:pt x="1406" y="382"/>
                    <a:pt x="1573" y="572"/>
                  </a:cubicBezTo>
                  <a:cubicBezTo>
                    <a:pt x="1620" y="596"/>
                    <a:pt x="1644" y="596"/>
                    <a:pt x="1668" y="596"/>
                  </a:cubicBezTo>
                  <a:cubicBezTo>
                    <a:pt x="1692" y="596"/>
                    <a:pt x="1739" y="596"/>
                    <a:pt x="1739" y="572"/>
                  </a:cubicBezTo>
                  <a:cubicBezTo>
                    <a:pt x="1787" y="525"/>
                    <a:pt x="1787" y="429"/>
                    <a:pt x="1739" y="358"/>
                  </a:cubicBezTo>
                  <a:cubicBezTo>
                    <a:pt x="1525" y="120"/>
                    <a:pt x="1191"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4" name="Google Shape;28414;p152"/>
            <p:cNvSpPr/>
            <p:nvPr/>
          </p:nvSpPr>
          <p:spPr>
            <a:xfrm>
              <a:off x="4245353" y="3218171"/>
              <a:ext cx="85182" cy="24408"/>
            </a:xfrm>
            <a:custGeom>
              <a:rect b="b" l="l" r="r" t="t"/>
              <a:pathLst>
                <a:path extrusionOk="0" h="751" w="2621">
                  <a:moveTo>
                    <a:pt x="1311" y="1"/>
                  </a:moveTo>
                  <a:cubicBezTo>
                    <a:pt x="834" y="1"/>
                    <a:pt x="382" y="167"/>
                    <a:pt x="48" y="501"/>
                  </a:cubicBezTo>
                  <a:cubicBezTo>
                    <a:pt x="1" y="572"/>
                    <a:pt x="1" y="644"/>
                    <a:pt x="48" y="715"/>
                  </a:cubicBezTo>
                  <a:cubicBezTo>
                    <a:pt x="84" y="739"/>
                    <a:pt x="126" y="751"/>
                    <a:pt x="164" y="751"/>
                  </a:cubicBezTo>
                  <a:cubicBezTo>
                    <a:pt x="203" y="751"/>
                    <a:pt x="239" y="739"/>
                    <a:pt x="263" y="715"/>
                  </a:cubicBezTo>
                  <a:cubicBezTo>
                    <a:pt x="525" y="453"/>
                    <a:pt x="906" y="286"/>
                    <a:pt x="1311" y="286"/>
                  </a:cubicBezTo>
                  <a:cubicBezTo>
                    <a:pt x="1692" y="286"/>
                    <a:pt x="2073" y="453"/>
                    <a:pt x="2358" y="715"/>
                  </a:cubicBezTo>
                  <a:cubicBezTo>
                    <a:pt x="2382" y="739"/>
                    <a:pt x="2406" y="739"/>
                    <a:pt x="2430" y="739"/>
                  </a:cubicBezTo>
                  <a:cubicBezTo>
                    <a:pt x="2477" y="739"/>
                    <a:pt x="2501" y="739"/>
                    <a:pt x="2549" y="715"/>
                  </a:cubicBezTo>
                  <a:cubicBezTo>
                    <a:pt x="2620" y="644"/>
                    <a:pt x="2620" y="572"/>
                    <a:pt x="2549" y="501"/>
                  </a:cubicBezTo>
                  <a:cubicBezTo>
                    <a:pt x="2239" y="167"/>
                    <a:pt x="1787" y="1"/>
                    <a:pt x="13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5" name="Google Shape;28415;p152"/>
            <p:cNvSpPr/>
            <p:nvPr/>
          </p:nvSpPr>
          <p:spPr>
            <a:xfrm>
              <a:off x="4080513" y="3157038"/>
              <a:ext cx="104520" cy="10855"/>
            </a:xfrm>
            <a:custGeom>
              <a:rect b="b" l="l" r="r" t="t"/>
              <a:pathLst>
                <a:path extrusionOk="0" h="334" w="3216">
                  <a:moveTo>
                    <a:pt x="191" y="0"/>
                  </a:moveTo>
                  <a:cubicBezTo>
                    <a:pt x="96" y="0"/>
                    <a:pt x="0" y="96"/>
                    <a:pt x="24" y="215"/>
                  </a:cubicBezTo>
                  <a:cubicBezTo>
                    <a:pt x="24" y="262"/>
                    <a:pt x="96" y="334"/>
                    <a:pt x="191" y="334"/>
                  </a:cubicBezTo>
                  <a:lnTo>
                    <a:pt x="3048" y="334"/>
                  </a:lnTo>
                  <a:cubicBezTo>
                    <a:pt x="3144" y="334"/>
                    <a:pt x="3215" y="239"/>
                    <a:pt x="3191" y="119"/>
                  </a:cubicBezTo>
                  <a:cubicBezTo>
                    <a:pt x="3191" y="72"/>
                    <a:pt x="3144" y="0"/>
                    <a:pt x="3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6" name="Google Shape;28416;p152"/>
            <p:cNvSpPr/>
            <p:nvPr/>
          </p:nvSpPr>
          <p:spPr>
            <a:xfrm>
              <a:off x="4080513" y="3184891"/>
              <a:ext cx="104520" cy="10888"/>
            </a:xfrm>
            <a:custGeom>
              <a:rect b="b" l="l" r="r" t="t"/>
              <a:pathLst>
                <a:path extrusionOk="0" h="335" w="3216">
                  <a:moveTo>
                    <a:pt x="191" y="1"/>
                  </a:moveTo>
                  <a:cubicBezTo>
                    <a:pt x="96" y="1"/>
                    <a:pt x="0" y="96"/>
                    <a:pt x="24" y="215"/>
                  </a:cubicBezTo>
                  <a:cubicBezTo>
                    <a:pt x="24" y="286"/>
                    <a:pt x="96" y="334"/>
                    <a:pt x="191" y="334"/>
                  </a:cubicBezTo>
                  <a:lnTo>
                    <a:pt x="3048" y="334"/>
                  </a:lnTo>
                  <a:cubicBezTo>
                    <a:pt x="3144" y="334"/>
                    <a:pt x="3215" y="239"/>
                    <a:pt x="3191" y="120"/>
                  </a:cubicBezTo>
                  <a:cubicBezTo>
                    <a:pt x="3191" y="72"/>
                    <a:pt x="3144" y="1"/>
                    <a:pt x="3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7" name="Google Shape;28417;p152"/>
            <p:cNvSpPr/>
            <p:nvPr/>
          </p:nvSpPr>
          <p:spPr>
            <a:xfrm>
              <a:off x="4080513" y="3211996"/>
              <a:ext cx="104520" cy="10855"/>
            </a:xfrm>
            <a:custGeom>
              <a:rect b="b" l="l" r="r" t="t"/>
              <a:pathLst>
                <a:path extrusionOk="0" h="334" w="3216">
                  <a:moveTo>
                    <a:pt x="191" y="0"/>
                  </a:moveTo>
                  <a:cubicBezTo>
                    <a:pt x="96" y="0"/>
                    <a:pt x="0" y="95"/>
                    <a:pt x="24" y="215"/>
                  </a:cubicBezTo>
                  <a:cubicBezTo>
                    <a:pt x="24" y="286"/>
                    <a:pt x="96" y="334"/>
                    <a:pt x="191" y="334"/>
                  </a:cubicBezTo>
                  <a:lnTo>
                    <a:pt x="3048" y="334"/>
                  </a:lnTo>
                  <a:cubicBezTo>
                    <a:pt x="3144" y="334"/>
                    <a:pt x="3215" y="238"/>
                    <a:pt x="3191" y="119"/>
                  </a:cubicBezTo>
                  <a:cubicBezTo>
                    <a:pt x="3191" y="72"/>
                    <a:pt x="3144" y="0"/>
                    <a:pt x="3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8" name="Google Shape;28418;p152"/>
            <p:cNvSpPr/>
            <p:nvPr/>
          </p:nvSpPr>
          <p:spPr>
            <a:xfrm>
              <a:off x="4080513" y="3240628"/>
              <a:ext cx="104520" cy="10075"/>
            </a:xfrm>
            <a:custGeom>
              <a:rect b="b" l="l" r="r" t="t"/>
              <a:pathLst>
                <a:path extrusionOk="0" h="310" w="3216">
                  <a:moveTo>
                    <a:pt x="191" y="0"/>
                  </a:moveTo>
                  <a:cubicBezTo>
                    <a:pt x="96" y="0"/>
                    <a:pt x="0" y="72"/>
                    <a:pt x="24" y="191"/>
                  </a:cubicBezTo>
                  <a:cubicBezTo>
                    <a:pt x="24" y="262"/>
                    <a:pt x="96" y="310"/>
                    <a:pt x="191" y="310"/>
                  </a:cubicBezTo>
                  <a:lnTo>
                    <a:pt x="3048" y="310"/>
                  </a:lnTo>
                  <a:cubicBezTo>
                    <a:pt x="3144" y="310"/>
                    <a:pt x="3215" y="238"/>
                    <a:pt x="3191" y="119"/>
                  </a:cubicBezTo>
                  <a:cubicBezTo>
                    <a:pt x="3191" y="48"/>
                    <a:pt x="3144" y="0"/>
                    <a:pt x="3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9" name="Google Shape;28419;p152"/>
            <p:cNvSpPr/>
            <p:nvPr/>
          </p:nvSpPr>
          <p:spPr>
            <a:xfrm>
              <a:off x="4080513" y="3268481"/>
              <a:ext cx="104520" cy="10887"/>
            </a:xfrm>
            <a:custGeom>
              <a:rect b="b" l="l" r="r" t="t"/>
              <a:pathLst>
                <a:path extrusionOk="0" h="335" w="3216">
                  <a:moveTo>
                    <a:pt x="191" y="1"/>
                  </a:moveTo>
                  <a:cubicBezTo>
                    <a:pt x="96" y="1"/>
                    <a:pt x="0" y="96"/>
                    <a:pt x="24" y="215"/>
                  </a:cubicBezTo>
                  <a:cubicBezTo>
                    <a:pt x="24" y="263"/>
                    <a:pt x="96" y="334"/>
                    <a:pt x="191" y="334"/>
                  </a:cubicBezTo>
                  <a:lnTo>
                    <a:pt x="3048" y="334"/>
                  </a:lnTo>
                  <a:cubicBezTo>
                    <a:pt x="3144" y="334"/>
                    <a:pt x="3215" y="239"/>
                    <a:pt x="3191" y="120"/>
                  </a:cubicBezTo>
                  <a:cubicBezTo>
                    <a:pt x="3191" y="48"/>
                    <a:pt x="3144" y="1"/>
                    <a:pt x="30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0" name="Google Shape;28420;p152"/>
            <p:cNvSpPr/>
            <p:nvPr/>
          </p:nvSpPr>
          <p:spPr>
            <a:xfrm>
              <a:off x="4026336" y="3039388"/>
              <a:ext cx="358378" cy="29445"/>
            </a:xfrm>
            <a:custGeom>
              <a:rect b="b" l="l" r="r" t="t"/>
              <a:pathLst>
                <a:path extrusionOk="0" h="906" w="11027">
                  <a:moveTo>
                    <a:pt x="119" y="1"/>
                  </a:moveTo>
                  <a:cubicBezTo>
                    <a:pt x="72" y="1"/>
                    <a:pt x="0" y="48"/>
                    <a:pt x="0" y="120"/>
                  </a:cubicBezTo>
                  <a:lnTo>
                    <a:pt x="0" y="786"/>
                  </a:lnTo>
                  <a:cubicBezTo>
                    <a:pt x="0" y="858"/>
                    <a:pt x="72" y="906"/>
                    <a:pt x="119" y="906"/>
                  </a:cubicBezTo>
                  <a:lnTo>
                    <a:pt x="10883" y="906"/>
                  </a:lnTo>
                  <a:cubicBezTo>
                    <a:pt x="10955" y="906"/>
                    <a:pt x="11026" y="858"/>
                    <a:pt x="11003" y="786"/>
                  </a:cubicBezTo>
                  <a:lnTo>
                    <a:pt x="11003" y="120"/>
                  </a:lnTo>
                  <a:cubicBezTo>
                    <a:pt x="11003" y="48"/>
                    <a:pt x="10931" y="1"/>
                    <a:pt x="10883"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1" name="Google Shape;28421;p152"/>
            <p:cNvSpPr/>
            <p:nvPr/>
          </p:nvSpPr>
          <p:spPr>
            <a:xfrm>
              <a:off x="4359136" y="3039388"/>
              <a:ext cx="25578" cy="29445"/>
            </a:xfrm>
            <a:custGeom>
              <a:rect b="b" l="l" r="r" t="t"/>
              <a:pathLst>
                <a:path extrusionOk="0" h="906" w="787">
                  <a:moveTo>
                    <a:pt x="0" y="1"/>
                  </a:moveTo>
                  <a:cubicBezTo>
                    <a:pt x="72" y="1"/>
                    <a:pt x="120" y="48"/>
                    <a:pt x="120" y="120"/>
                  </a:cubicBezTo>
                  <a:lnTo>
                    <a:pt x="120" y="786"/>
                  </a:lnTo>
                  <a:cubicBezTo>
                    <a:pt x="120" y="858"/>
                    <a:pt x="72" y="906"/>
                    <a:pt x="0" y="906"/>
                  </a:cubicBezTo>
                  <a:lnTo>
                    <a:pt x="667" y="906"/>
                  </a:lnTo>
                  <a:cubicBezTo>
                    <a:pt x="715" y="906"/>
                    <a:pt x="786" y="858"/>
                    <a:pt x="786" y="786"/>
                  </a:cubicBezTo>
                  <a:lnTo>
                    <a:pt x="786" y="120"/>
                  </a:lnTo>
                  <a:cubicBezTo>
                    <a:pt x="786" y="48"/>
                    <a:pt x="715" y="1"/>
                    <a:pt x="66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2" name="Google Shape;28422;p152"/>
          <p:cNvGrpSpPr/>
          <p:nvPr/>
        </p:nvGrpSpPr>
        <p:grpSpPr>
          <a:xfrm>
            <a:off x="4767791" y="2883901"/>
            <a:ext cx="356818" cy="352170"/>
            <a:chOff x="4767791" y="3036301"/>
            <a:chExt cx="356818" cy="352170"/>
          </a:xfrm>
        </p:grpSpPr>
        <p:sp>
          <p:nvSpPr>
            <p:cNvPr id="28423" name="Google Shape;28423;p152"/>
            <p:cNvSpPr/>
            <p:nvPr/>
          </p:nvSpPr>
          <p:spPr>
            <a:xfrm>
              <a:off x="5013133" y="3215863"/>
              <a:ext cx="111475" cy="61165"/>
            </a:xfrm>
            <a:custGeom>
              <a:rect b="b" l="l" r="r" t="t"/>
              <a:pathLst>
                <a:path extrusionOk="0" h="1882" w="3430">
                  <a:moveTo>
                    <a:pt x="1644" y="0"/>
                  </a:moveTo>
                  <a:lnTo>
                    <a:pt x="1" y="215"/>
                  </a:lnTo>
                  <a:lnTo>
                    <a:pt x="1" y="1882"/>
                  </a:lnTo>
                  <a:lnTo>
                    <a:pt x="3430" y="1882"/>
                  </a:lnTo>
                  <a:lnTo>
                    <a:pt x="3430" y="215"/>
                  </a:lnTo>
                  <a:lnTo>
                    <a:pt x="164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4" name="Google Shape;28424;p152"/>
            <p:cNvSpPr/>
            <p:nvPr/>
          </p:nvSpPr>
          <p:spPr>
            <a:xfrm>
              <a:off x="5013133" y="3324218"/>
              <a:ext cx="111475" cy="57297"/>
            </a:xfrm>
            <a:custGeom>
              <a:rect b="b" l="l" r="r" t="t"/>
              <a:pathLst>
                <a:path extrusionOk="0" h="1763" w="3430">
                  <a:moveTo>
                    <a:pt x="1763" y="0"/>
                  </a:moveTo>
                  <a:lnTo>
                    <a:pt x="1" y="215"/>
                  </a:lnTo>
                  <a:lnTo>
                    <a:pt x="1" y="1501"/>
                  </a:lnTo>
                  <a:cubicBezTo>
                    <a:pt x="1" y="1643"/>
                    <a:pt x="120" y="1763"/>
                    <a:pt x="286" y="1763"/>
                  </a:cubicBezTo>
                  <a:lnTo>
                    <a:pt x="3168" y="1763"/>
                  </a:lnTo>
                  <a:cubicBezTo>
                    <a:pt x="3311" y="1763"/>
                    <a:pt x="3430" y="1643"/>
                    <a:pt x="3430" y="1501"/>
                  </a:cubicBezTo>
                  <a:lnTo>
                    <a:pt x="3430" y="215"/>
                  </a:lnTo>
                  <a:lnTo>
                    <a:pt x="176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5" name="Google Shape;28425;p152"/>
            <p:cNvSpPr/>
            <p:nvPr/>
          </p:nvSpPr>
          <p:spPr>
            <a:xfrm>
              <a:off x="5103678" y="3215083"/>
              <a:ext cx="20930" cy="61165"/>
            </a:xfrm>
            <a:custGeom>
              <a:rect b="b" l="l" r="r" t="t"/>
              <a:pathLst>
                <a:path extrusionOk="0" h="1882" w="644">
                  <a:moveTo>
                    <a:pt x="311" y="0"/>
                  </a:moveTo>
                  <a:lnTo>
                    <a:pt x="1" y="215"/>
                  </a:lnTo>
                  <a:lnTo>
                    <a:pt x="1" y="1882"/>
                  </a:lnTo>
                  <a:lnTo>
                    <a:pt x="644" y="1882"/>
                  </a:lnTo>
                  <a:lnTo>
                    <a:pt x="644" y="215"/>
                  </a:lnTo>
                  <a:lnTo>
                    <a:pt x="31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6" name="Google Shape;28426;p152"/>
            <p:cNvSpPr/>
            <p:nvPr/>
          </p:nvSpPr>
          <p:spPr>
            <a:xfrm>
              <a:off x="5094416" y="3324218"/>
              <a:ext cx="30193" cy="57297"/>
            </a:xfrm>
            <a:custGeom>
              <a:rect b="b" l="l" r="r" t="t"/>
              <a:pathLst>
                <a:path extrusionOk="0" h="1763" w="929">
                  <a:moveTo>
                    <a:pt x="596" y="0"/>
                  </a:moveTo>
                  <a:lnTo>
                    <a:pt x="286" y="215"/>
                  </a:lnTo>
                  <a:lnTo>
                    <a:pt x="286" y="1501"/>
                  </a:lnTo>
                  <a:cubicBezTo>
                    <a:pt x="286" y="1643"/>
                    <a:pt x="167" y="1763"/>
                    <a:pt x="0" y="1763"/>
                  </a:cubicBezTo>
                  <a:lnTo>
                    <a:pt x="667" y="1763"/>
                  </a:lnTo>
                  <a:cubicBezTo>
                    <a:pt x="810" y="1763"/>
                    <a:pt x="929" y="1643"/>
                    <a:pt x="929" y="1501"/>
                  </a:cubicBezTo>
                  <a:lnTo>
                    <a:pt x="929" y="215"/>
                  </a:lnTo>
                  <a:lnTo>
                    <a:pt x="59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7" name="Google Shape;28427;p152"/>
            <p:cNvSpPr/>
            <p:nvPr/>
          </p:nvSpPr>
          <p:spPr>
            <a:xfrm>
              <a:off x="5058796" y="3243716"/>
              <a:ext cx="19403" cy="10855"/>
            </a:xfrm>
            <a:custGeom>
              <a:rect b="b" l="l" r="r" t="t"/>
              <a:pathLst>
                <a:path extrusionOk="0" h="334" w="597">
                  <a:moveTo>
                    <a:pt x="144" y="1"/>
                  </a:moveTo>
                  <a:cubicBezTo>
                    <a:pt x="72" y="1"/>
                    <a:pt x="1" y="96"/>
                    <a:pt x="1" y="191"/>
                  </a:cubicBezTo>
                  <a:cubicBezTo>
                    <a:pt x="1" y="286"/>
                    <a:pt x="96" y="334"/>
                    <a:pt x="191" y="334"/>
                  </a:cubicBezTo>
                  <a:lnTo>
                    <a:pt x="453" y="334"/>
                  </a:lnTo>
                  <a:cubicBezTo>
                    <a:pt x="548" y="334"/>
                    <a:pt x="596" y="263"/>
                    <a:pt x="596" y="167"/>
                  </a:cubicBezTo>
                  <a:cubicBezTo>
                    <a:pt x="596" y="72"/>
                    <a:pt x="501" y="1"/>
                    <a:pt x="40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8" name="Google Shape;28428;p152"/>
            <p:cNvSpPr/>
            <p:nvPr/>
          </p:nvSpPr>
          <p:spPr>
            <a:xfrm>
              <a:off x="5058796" y="3351291"/>
              <a:ext cx="19403" cy="10888"/>
            </a:xfrm>
            <a:custGeom>
              <a:rect b="b" l="l" r="r" t="t"/>
              <a:pathLst>
                <a:path extrusionOk="0" h="335" w="597">
                  <a:moveTo>
                    <a:pt x="144" y="1"/>
                  </a:moveTo>
                  <a:cubicBezTo>
                    <a:pt x="72" y="1"/>
                    <a:pt x="1" y="96"/>
                    <a:pt x="1" y="191"/>
                  </a:cubicBezTo>
                  <a:cubicBezTo>
                    <a:pt x="1" y="287"/>
                    <a:pt x="96" y="334"/>
                    <a:pt x="191" y="334"/>
                  </a:cubicBezTo>
                  <a:lnTo>
                    <a:pt x="453" y="334"/>
                  </a:lnTo>
                  <a:cubicBezTo>
                    <a:pt x="548" y="334"/>
                    <a:pt x="596" y="239"/>
                    <a:pt x="596" y="167"/>
                  </a:cubicBezTo>
                  <a:cubicBezTo>
                    <a:pt x="596" y="72"/>
                    <a:pt x="501" y="1"/>
                    <a:pt x="40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9" name="Google Shape;28429;p152"/>
            <p:cNvSpPr/>
            <p:nvPr/>
          </p:nvSpPr>
          <p:spPr>
            <a:xfrm>
              <a:off x="5013133" y="3276996"/>
              <a:ext cx="111475" cy="54210"/>
            </a:xfrm>
            <a:custGeom>
              <a:rect b="b" l="l" r="r" t="t"/>
              <a:pathLst>
                <a:path extrusionOk="0" h="1668" w="3430">
                  <a:moveTo>
                    <a:pt x="1" y="1"/>
                  </a:moveTo>
                  <a:lnTo>
                    <a:pt x="1" y="1668"/>
                  </a:lnTo>
                  <a:lnTo>
                    <a:pt x="3430" y="1668"/>
                  </a:lnTo>
                  <a:lnTo>
                    <a:pt x="3430"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0" name="Google Shape;28430;p152"/>
            <p:cNvSpPr/>
            <p:nvPr/>
          </p:nvSpPr>
          <p:spPr>
            <a:xfrm>
              <a:off x="5103678" y="3276996"/>
              <a:ext cx="20930" cy="54210"/>
            </a:xfrm>
            <a:custGeom>
              <a:rect b="b" l="l" r="r" t="t"/>
              <a:pathLst>
                <a:path extrusionOk="0" h="1668" w="644">
                  <a:moveTo>
                    <a:pt x="1" y="1"/>
                  </a:moveTo>
                  <a:lnTo>
                    <a:pt x="1" y="1668"/>
                  </a:lnTo>
                  <a:lnTo>
                    <a:pt x="644" y="1668"/>
                  </a:lnTo>
                  <a:lnTo>
                    <a:pt x="64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1" name="Google Shape;28431;p152"/>
            <p:cNvSpPr/>
            <p:nvPr/>
          </p:nvSpPr>
          <p:spPr>
            <a:xfrm>
              <a:off x="5058796" y="3299453"/>
              <a:ext cx="19403" cy="10855"/>
            </a:xfrm>
            <a:custGeom>
              <a:rect b="b" l="l" r="r" t="t"/>
              <a:pathLst>
                <a:path extrusionOk="0" h="334" w="597">
                  <a:moveTo>
                    <a:pt x="144" y="0"/>
                  </a:moveTo>
                  <a:cubicBezTo>
                    <a:pt x="72" y="0"/>
                    <a:pt x="1" y="95"/>
                    <a:pt x="1" y="167"/>
                  </a:cubicBezTo>
                  <a:cubicBezTo>
                    <a:pt x="1" y="262"/>
                    <a:pt x="96" y="334"/>
                    <a:pt x="191" y="334"/>
                  </a:cubicBezTo>
                  <a:lnTo>
                    <a:pt x="453" y="334"/>
                  </a:lnTo>
                  <a:cubicBezTo>
                    <a:pt x="548" y="334"/>
                    <a:pt x="596" y="262"/>
                    <a:pt x="596" y="143"/>
                  </a:cubicBezTo>
                  <a:cubicBezTo>
                    <a:pt x="596" y="48"/>
                    <a:pt x="501" y="0"/>
                    <a:pt x="406"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2" name="Google Shape;28432;p152"/>
            <p:cNvSpPr/>
            <p:nvPr/>
          </p:nvSpPr>
          <p:spPr>
            <a:xfrm>
              <a:off x="4826616" y="3307968"/>
              <a:ext cx="118463" cy="80503"/>
            </a:xfrm>
            <a:custGeom>
              <a:rect b="b" l="l" r="r" t="t"/>
              <a:pathLst>
                <a:path extrusionOk="0" h="2477" w="3645">
                  <a:moveTo>
                    <a:pt x="1810" y="0"/>
                  </a:moveTo>
                  <a:cubicBezTo>
                    <a:pt x="1739" y="0"/>
                    <a:pt x="1644" y="72"/>
                    <a:pt x="1644" y="191"/>
                  </a:cubicBezTo>
                  <a:lnTo>
                    <a:pt x="1644" y="1405"/>
                  </a:lnTo>
                  <a:lnTo>
                    <a:pt x="715" y="1405"/>
                  </a:lnTo>
                  <a:cubicBezTo>
                    <a:pt x="286" y="1405"/>
                    <a:pt x="0" y="1691"/>
                    <a:pt x="0" y="2120"/>
                  </a:cubicBezTo>
                  <a:lnTo>
                    <a:pt x="0" y="2263"/>
                  </a:lnTo>
                  <a:cubicBezTo>
                    <a:pt x="0" y="2358"/>
                    <a:pt x="48" y="2453"/>
                    <a:pt x="143" y="2453"/>
                  </a:cubicBezTo>
                  <a:cubicBezTo>
                    <a:pt x="239" y="2453"/>
                    <a:pt x="334" y="2382"/>
                    <a:pt x="334" y="2286"/>
                  </a:cubicBezTo>
                  <a:lnTo>
                    <a:pt x="334" y="2143"/>
                  </a:lnTo>
                  <a:cubicBezTo>
                    <a:pt x="334" y="1929"/>
                    <a:pt x="501" y="1762"/>
                    <a:pt x="739" y="1762"/>
                  </a:cubicBezTo>
                  <a:lnTo>
                    <a:pt x="1667" y="1762"/>
                  </a:lnTo>
                  <a:lnTo>
                    <a:pt x="1667" y="2286"/>
                  </a:lnTo>
                  <a:cubicBezTo>
                    <a:pt x="1667" y="2382"/>
                    <a:pt x="1739" y="2453"/>
                    <a:pt x="1810" y="2477"/>
                  </a:cubicBezTo>
                  <a:cubicBezTo>
                    <a:pt x="1906" y="2477"/>
                    <a:pt x="2001" y="2405"/>
                    <a:pt x="2001" y="2286"/>
                  </a:cubicBezTo>
                  <a:lnTo>
                    <a:pt x="2001" y="1762"/>
                  </a:lnTo>
                  <a:lnTo>
                    <a:pt x="2882" y="1762"/>
                  </a:lnTo>
                  <a:cubicBezTo>
                    <a:pt x="3120" y="1762"/>
                    <a:pt x="3311" y="1929"/>
                    <a:pt x="3311" y="2143"/>
                  </a:cubicBezTo>
                  <a:lnTo>
                    <a:pt x="3311" y="2286"/>
                  </a:lnTo>
                  <a:cubicBezTo>
                    <a:pt x="3311" y="2382"/>
                    <a:pt x="3358" y="2477"/>
                    <a:pt x="3454" y="2477"/>
                  </a:cubicBezTo>
                  <a:cubicBezTo>
                    <a:pt x="3549" y="2477"/>
                    <a:pt x="3644" y="2405"/>
                    <a:pt x="3644" y="2334"/>
                  </a:cubicBezTo>
                  <a:lnTo>
                    <a:pt x="3644" y="2167"/>
                  </a:lnTo>
                  <a:cubicBezTo>
                    <a:pt x="3596" y="1691"/>
                    <a:pt x="3263" y="1381"/>
                    <a:pt x="2858" y="1381"/>
                  </a:cubicBezTo>
                  <a:lnTo>
                    <a:pt x="1977" y="1381"/>
                  </a:lnTo>
                  <a:lnTo>
                    <a:pt x="1977" y="191"/>
                  </a:lnTo>
                  <a:cubicBezTo>
                    <a:pt x="1977" y="95"/>
                    <a:pt x="1906" y="24"/>
                    <a:pt x="1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3" name="Google Shape;28433;p152"/>
            <p:cNvSpPr/>
            <p:nvPr/>
          </p:nvSpPr>
          <p:spPr>
            <a:xfrm>
              <a:off x="4787908" y="3208128"/>
              <a:ext cx="10888" cy="178035"/>
            </a:xfrm>
            <a:custGeom>
              <a:rect b="b" l="l" r="r" t="t"/>
              <a:pathLst>
                <a:path extrusionOk="0" h="5478" w="335">
                  <a:moveTo>
                    <a:pt x="144" y="0"/>
                  </a:moveTo>
                  <a:cubicBezTo>
                    <a:pt x="72" y="48"/>
                    <a:pt x="1" y="95"/>
                    <a:pt x="1" y="191"/>
                  </a:cubicBezTo>
                  <a:lnTo>
                    <a:pt x="1" y="5311"/>
                  </a:lnTo>
                  <a:cubicBezTo>
                    <a:pt x="1" y="5406"/>
                    <a:pt x="72" y="5454"/>
                    <a:pt x="144" y="5477"/>
                  </a:cubicBezTo>
                  <a:cubicBezTo>
                    <a:pt x="239" y="5477"/>
                    <a:pt x="334" y="5406"/>
                    <a:pt x="334" y="5311"/>
                  </a:cubicBezTo>
                  <a:lnTo>
                    <a:pt x="334" y="191"/>
                  </a:lnTo>
                  <a:cubicBezTo>
                    <a:pt x="334" y="72"/>
                    <a:pt x="239" y="0"/>
                    <a:pt x="14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4" name="Google Shape;28434;p152"/>
            <p:cNvSpPr/>
            <p:nvPr/>
          </p:nvSpPr>
          <p:spPr>
            <a:xfrm>
              <a:off x="4884661" y="3036301"/>
              <a:ext cx="222170" cy="113035"/>
            </a:xfrm>
            <a:custGeom>
              <a:rect b="b" l="l" r="r" t="t"/>
              <a:pathLst>
                <a:path extrusionOk="0" h="3478" w="6836">
                  <a:moveTo>
                    <a:pt x="358" y="0"/>
                  </a:moveTo>
                  <a:cubicBezTo>
                    <a:pt x="191" y="0"/>
                    <a:pt x="0" y="143"/>
                    <a:pt x="0" y="358"/>
                  </a:cubicBezTo>
                  <a:lnTo>
                    <a:pt x="0" y="3477"/>
                  </a:lnTo>
                  <a:lnTo>
                    <a:pt x="6835" y="3239"/>
                  </a:lnTo>
                  <a:lnTo>
                    <a:pt x="6835" y="358"/>
                  </a:lnTo>
                  <a:cubicBezTo>
                    <a:pt x="6835" y="167"/>
                    <a:pt x="6692" y="0"/>
                    <a:pt x="647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5" name="Google Shape;28435;p152"/>
            <p:cNvSpPr/>
            <p:nvPr/>
          </p:nvSpPr>
          <p:spPr>
            <a:xfrm>
              <a:off x="5073518" y="3036983"/>
              <a:ext cx="32532" cy="112353"/>
            </a:xfrm>
            <a:custGeom>
              <a:rect b="b" l="l" r="r" t="t"/>
              <a:pathLst>
                <a:path extrusionOk="0" h="3457" w="1001">
                  <a:moveTo>
                    <a:pt x="41" y="1"/>
                  </a:moveTo>
                  <a:cubicBezTo>
                    <a:pt x="27" y="1"/>
                    <a:pt x="14" y="2"/>
                    <a:pt x="0" y="3"/>
                  </a:cubicBezTo>
                  <a:lnTo>
                    <a:pt x="80" y="3"/>
                  </a:lnTo>
                  <a:cubicBezTo>
                    <a:pt x="67" y="2"/>
                    <a:pt x="54" y="1"/>
                    <a:pt x="41" y="1"/>
                  </a:cubicBezTo>
                  <a:close/>
                  <a:moveTo>
                    <a:pt x="80" y="3"/>
                  </a:moveTo>
                  <a:lnTo>
                    <a:pt x="80" y="3"/>
                  </a:lnTo>
                  <a:cubicBezTo>
                    <a:pt x="249" y="23"/>
                    <a:pt x="357" y="171"/>
                    <a:pt x="357" y="337"/>
                  </a:cubicBezTo>
                  <a:lnTo>
                    <a:pt x="357" y="3456"/>
                  </a:lnTo>
                  <a:lnTo>
                    <a:pt x="1000" y="3242"/>
                  </a:lnTo>
                  <a:lnTo>
                    <a:pt x="1000" y="360"/>
                  </a:lnTo>
                  <a:cubicBezTo>
                    <a:pt x="1000" y="194"/>
                    <a:pt x="858" y="3"/>
                    <a:pt x="643" y="3"/>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6" name="Google Shape;28436;p152"/>
            <p:cNvSpPr/>
            <p:nvPr/>
          </p:nvSpPr>
          <p:spPr>
            <a:xfrm>
              <a:off x="4969811" y="3169421"/>
              <a:ext cx="51090" cy="32533"/>
            </a:xfrm>
            <a:custGeom>
              <a:rect b="b" l="l" r="r" t="t"/>
              <a:pathLst>
                <a:path extrusionOk="0" h="1001" w="1572">
                  <a:moveTo>
                    <a:pt x="119" y="0"/>
                  </a:moveTo>
                  <a:lnTo>
                    <a:pt x="0" y="1001"/>
                  </a:lnTo>
                  <a:lnTo>
                    <a:pt x="1572" y="1001"/>
                  </a:lnTo>
                  <a:lnTo>
                    <a:pt x="1500"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7" name="Google Shape;28437;p152"/>
            <p:cNvSpPr/>
            <p:nvPr/>
          </p:nvSpPr>
          <p:spPr>
            <a:xfrm>
              <a:off x="4767791" y="3199613"/>
              <a:ext cx="356818" cy="22458"/>
            </a:xfrm>
            <a:custGeom>
              <a:rect b="b" l="l" r="r" t="t"/>
              <a:pathLst>
                <a:path extrusionOk="0" h="691" w="10979">
                  <a:moveTo>
                    <a:pt x="167" y="0"/>
                  </a:moveTo>
                  <a:cubicBezTo>
                    <a:pt x="96" y="0"/>
                    <a:pt x="1" y="72"/>
                    <a:pt x="1" y="167"/>
                  </a:cubicBezTo>
                  <a:lnTo>
                    <a:pt x="1" y="500"/>
                  </a:lnTo>
                  <a:cubicBezTo>
                    <a:pt x="1" y="596"/>
                    <a:pt x="48" y="691"/>
                    <a:pt x="167" y="691"/>
                  </a:cubicBezTo>
                  <a:lnTo>
                    <a:pt x="10979" y="691"/>
                  </a:lnTo>
                  <a:lnTo>
                    <a:pt x="10979" y="167"/>
                  </a:lnTo>
                  <a:cubicBezTo>
                    <a:pt x="10979" y="95"/>
                    <a:pt x="10931" y="0"/>
                    <a:pt x="1081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8" name="Google Shape;28438;p152"/>
            <p:cNvSpPr/>
            <p:nvPr/>
          </p:nvSpPr>
          <p:spPr>
            <a:xfrm>
              <a:off x="4884661" y="3141568"/>
              <a:ext cx="221390" cy="30972"/>
            </a:xfrm>
            <a:custGeom>
              <a:rect b="b" l="l" r="r" t="t"/>
              <a:pathLst>
                <a:path extrusionOk="0" h="953" w="6812">
                  <a:moveTo>
                    <a:pt x="0" y="0"/>
                  </a:moveTo>
                  <a:lnTo>
                    <a:pt x="0" y="572"/>
                  </a:lnTo>
                  <a:cubicBezTo>
                    <a:pt x="0" y="762"/>
                    <a:pt x="191" y="953"/>
                    <a:pt x="382" y="953"/>
                  </a:cubicBezTo>
                  <a:lnTo>
                    <a:pt x="6430" y="953"/>
                  </a:lnTo>
                  <a:cubicBezTo>
                    <a:pt x="6645" y="953"/>
                    <a:pt x="6811" y="762"/>
                    <a:pt x="6811" y="572"/>
                  </a:cubicBezTo>
                  <a:lnTo>
                    <a:pt x="6811"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9" name="Google Shape;28439;p152"/>
            <p:cNvSpPr/>
            <p:nvPr/>
          </p:nvSpPr>
          <p:spPr>
            <a:xfrm>
              <a:off x="4834351" y="3117551"/>
              <a:ext cx="101432" cy="150183"/>
            </a:xfrm>
            <a:custGeom>
              <a:rect b="b" l="l" r="r" t="t"/>
              <a:pathLst>
                <a:path extrusionOk="0" h="4621" w="3121">
                  <a:moveTo>
                    <a:pt x="191" y="1"/>
                  </a:moveTo>
                  <a:cubicBezTo>
                    <a:pt x="96" y="1"/>
                    <a:pt x="1" y="72"/>
                    <a:pt x="1" y="168"/>
                  </a:cubicBezTo>
                  <a:lnTo>
                    <a:pt x="1" y="4573"/>
                  </a:lnTo>
                  <a:cubicBezTo>
                    <a:pt x="1" y="4621"/>
                    <a:pt x="24" y="4621"/>
                    <a:pt x="24" y="4621"/>
                  </a:cubicBezTo>
                  <a:lnTo>
                    <a:pt x="3096" y="4621"/>
                  </a:lnTo>
                  <a:cubicBezTo>
                    <a:pt x="3120" y="4621"/>
                    <a:pt x="3120" y="4573"/>
                    <a:pt x="3120" y="4573"/>
                  </a:cubicBezTo>
                  <a:lnTo>
                    <a:pt x="3120" y="168"/>
                  </a:lnTo>
                  <a:cubicBezTo>
                    <a:pt x="3120" y="72"/>
                    <a:pt x="3025" y="1"/>
                    <a:pt x="2954"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0" name="Google Shape;28440;p152"/>
            <p:cNvSpPr/>
            <p:nvPr/>
          </p:nvSpPr>
          <p:spPr>
            <a:xfrm>
              <a:off x="5072738" y="3141568"/>
              <a:ext cx="33313" cy="30972"/>
            </a:xfrm>
            <a:custGeom>
              <a:rect b="b" l="l" r="r" t="t"/>
              <a:pathLst>
                <a:path extrusionOk="0" h="953" w="1025">
                  <a:moveTo>
                    <a:pt x="381" y="0"/>
                  </a:moveTo>
                  <a:lnTo>
                    <a:pt x="381" y="572"/>
                  </a:lnTo>
                  <a:cubicBezTo>
                    <a:pt x="381" y="762"/>
                    <a:pt x="191" y="953"/>
                    <a:pt x="0" y="953"/>
                  </a:cubicBezTo>
                  <a:lnTo>
                    <a:pt x="643" y="953"/>
                  </a:lnTo>
                  <a:cubicBezTo>
                    <a:pt x="858" y="953"/>
                    <a:pt x="1024" y="762"/>
                    <a:pt x="1024" y="572"/>
                  </a:cubicBezTo>
                  <a:lnTo>
                    <a:pt x="1024" y="0"/>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1" name="Google Shape;28441;p152"/>
            <p:cNvSpPr/>
            <p:nvPr/>
          </p:nvSpPr>
          <p:spPr>
            <a:xfrm>
              <a:off x="4873058" y="3116803"/>
              <a:ext cx="62725" cy="149403"/>
            </a:xfrm>
            <a:custGeom>
              <a:rect b="b" l="l" r="r" t="t"/>
              <a:pathLst>
                <a:path extrusionOk="0" h="4597" w="1930">
                  <a:moveTo>
                    <a:pt x="238" y="0"/>
                  </a:moveTo>
                  <a:cubicBezTo>
                    <a:pt x="143" y="0"/>
                    <a:pt x="96" y="0"/>
                    <a:pt x="0" y="24"/>
                  </a:cubicBezTo>
                  <a:cubicBezTo>
                    <a:pt x="715" y="143"/>
                    <a:pt x="1262" y="738"/>
                    <a:pt x="1262" y="1477"/>
                  </a:cubicBezTo>
                  <a:lnTo>
                    <a:pt x="1262" y="4430"/>
                  </a:lnTo>
                  <a:cubicBezTo>
                    <a:pt x="1262" y="4525"/>
                    <a:pt x="1167" y="4596"/>
                    <a:pt x="1072" y="4596"/>
                  </a:cubicBezTo>
                  <a:lnTo>
                    <a:pt x="1739" y="4596"/>
                  </a:lnTo>
                  <a:cubicBezTo>
                    <a:pt x="1810" y="4596"/>
                    <a:pt x="1905" y="4525"/>
                    <a:pt x="1905" y="4430"/>
                  </a:cubicBezTo>
                  <a:lnTo>
                    <a:pt x="1905" y="1477"/>
                  </a:lnTo>
                  <a:cubicBezTo>
                    <a:pt x="1929" y="667"/>
                    <a:pt x="1286" y="0"/>
                    <a:pt x="453"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2" name="Google Shape;28442;p152"/>
            <p:cNvSpPr/>
            <p:nvPr/>
          </p:nvSpPr>
          <p:spPr>
            <a:xfrm>
              <a:off x="4871498" y="3198833"/>
              <a:ext cx="27138" cy="108388"/>
            </a:xfrm>
            <a:custGeom>
              <a:rect b="b" l="l" r="r" t="t"/>
              <a:pathLst>
                <a:path extrusionOk="0" h="3335" w="835">
                  <a:moveTo>
                    <a:pt x="382" y="0"/>
                  </a:moveTo>
                  <a:cubicBezTo>
                    <a:pt x="167" y="0"/>
                    <a:pt x="1" y="167"/>
                    <a:pt x="1" y="381"/>
                  </a:cubicBezTo>
                  <a:lnTo>
                    <a:pt x="1" y="2882"/>
                  </a:lnTo>
                  <a:lnTo>
                    <a:pt x="405" y="3334"/>
                  </a:lnTo>
                  <a:lnTo>
                    <a:pt x="834" y="2882"/>
                  </a:lnTo>
                  <a:lnTo>
                    <a:pt x="834" y="381"/>
                  </a:lnTo>
                  <a:cubicBezTo>
                    <a:pt x="834" y="167"/>
                    <a:pt x="644" y="0"/>
                    <a:pt x="429"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3" name="Google Shape;28443;p152"/>
            <p:cNvSpPr/>
            <p:nvPr/>
          </p:nvSpPr>
          <p:spPr>
            <a:xfrm>
              <a:off x="4830483" y="3292466"/>
              <a:ext cx="109168" cy="30225"/>
            </a:xfrm>
            <a:custGeom>
              <a:rect b="b" l="l" r="r" t="t"/>
              <a:pathLst>
                <a:path extrusionOk="0" h="930" w="3359">
                  <a:moveTo>
                    <a:pt x="310" y="1"/>
                  </a:moveTo>
                  <a:cubicBezTo>
                    <a:pt x="143" y="1"/>
                    <a:pt x="0" y="120"/>
                    <a:pt x="0" y="287"/>
                  </a:cubicBezTo>
                  <a:lnTo>
                    <a:pt x="0" y="620"/>
                  </a:lnTo>
                  <a:cubicBezTo>
                    <a:pt x="0" y="787"/>
                    <a:pt x="120" y="930"/>
                    <a:pt x="310" y="930"/>
                  </a:cubicBezTo>
                  <a:lnTo>
                    <a:pt x="3073" y="930"/>
                  </a:lnTo>
                  <a:cubicBezTo>
                    <a:pt x="3239" y="930"/>
                    <a:pt x="3358" y="787"/>
                    <a:pt x="3358" y="620"/>
                  </a:cubicBezTo>
                  <a:lnTo>
                    <a:pt x="3358" y="287"/>
                  </a:lnTo>
                  <a:cubicBezTo>
                    <a:pt x="3358" y="144"/>
                    <a:pt x="3239" y="1"/>
                    <a:pt x="3073"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4" name="Google Shape;28444;p152"/>
            <p:cNvSpPr/>
            <p:nvPr/>
          </p:nvSpPr>
          <p:spPr>
            <a:xfrm>
              <a:off x="4908646" y="3291718"/>
              <a:ext cx="31005" cy="30193"/>
            </a:xfrm>
            <a:custGeom>
              <a:rect b="b" l="l" r="r" t="t"/>
              <a:pathLst>
                <a:path extrusionOk="0" h="929" w="954">
                  <a:moveTo>
                    <a:pt x="1" y="0"/>
                  </a:moveTo>
                  <a:cubicBezTo>
                    <a:pt x="191" y="0"/>
                    <a:pt x="310" y="143"/>
                    <a:pt x="310" y="286"/>
                  </a:cubicBezTo>
                  <a:lnTo>
                    <a:pt x="310" y="619"/>
                  </a:lnTo>
                  <a:cubicBezTo>
                    <a:pt x="310" y="810"/>
                    <a:pt x="144" y="929"/>
                    <a:pt x="1" y="929"/>
                  </a:cubicBezTo>
                  <a:lnTo>
                    <a:pt x="668" y="929"/>
                  </a:lnTo>
                  <a:cubicBezTo>
                    <a:pt x="834" y="929"/>
                    <a:pt x="953" y="762"/>
                    <a:pt x="953" y="619"/>
                  </a:cubicBezTo>
                  <a:lnTo>
                    <a:pt x="953" y="286"/>
                  </a:lnTo>
                  <a:cubicBezTo>
                    <a:pt x="953" y="119"/>
                    <a:pt x="810" y="0"/>
                    <a:pt x="668"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5" name="Google Shape;28445;p152"/>
          <p:cNvGrpSpPr/>
          <p:nvPr/>
        </p:nvGrpSpPr>
        <p:grpSpPr>
          <a:xfrm>
            <a:off x="5525496" y="2893943"/>
            <a:ext cx="357630" cy="330525"/>
            <a:chOff x="5525496" y="3046343"/>
            <a:chExt cx="357630" cy="330525"/>
          </a:xfrm>
        </p:grpSpPr>
        <p:sp>
          <p:nvSpPr>
            <p:cNvPr id="28446" name="Google Shape;28446;p152"/>
            <p:cNvSpPr/>
            <p:nvPr/>
          </p:nvSpPr>
          <p:spPr>
            <a:xfrm>
              <a:off x="5525496" y="3046343"/>
              <a:ext cx="127757" cy="37960"/>
            </a:xfrm>
            <a:custGeom>
              <a:rect b="b" l="l" r="r" t="t"/>
              <a:pathLst>
                <a:path extrusionOk="0" h="1168" w="3931">
                  <a:moveTo>
                    <a:pt x="382" y="1"/>
                  </a:moveTo>
                  <a:cubicBezTo>
                    <a:pt x="168" y="1"/>
                    <a:pt x="1" y="191"/>
                    <a:pt x="1" y="406"/>
                  </a:cubicBezTo>
                  <a:lnTo>
                    <a:pt x="1" y="954"/>
                  </a:lnTo>
                  <a:lnTo>
                    <a:pt x="2001" y="1168"/>
                  </a:lnTo>
                  <a:lnTo>
                    <a:pt x="3906" y="954"/>
                  </a:lnTo>
                  <a:lnTo>
                    <a:pt x="3906" y="406"/>
                  </a:lnTo>
                  <a:cubicBezTo>
                    <a:pt x="3930" y="191"/>
                    <a:pt x="3740" y="1"/>
                    <a:pt x="3525"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7" name="Google Shape;28447;p152"/>
            <p:cNvSpPr/>
            <p:nvPr/>
          </p:nvSpPr>
          <p:spPr>
            <a:xfrm>
              <a:off x="5619161" y="3046343"/>
              <a:ext cx="34872" cy="37960"/>
            </a:xfrm>
            <a:custGeom>
              <a:rect b="b" l="l" r="r" t="t"/>
              <a:pathLst>
                <a:path extrusionOk="0" h="1168" w="1073">
                  <a:moveTo>
                    <a:pt x="0" y="1"/>
                  </a:moveTo>
                  <a:cubicBezTo>
                    <a:pt x="215" y="1"/>
                    <a:pt x="381" y="191"/>
                    <a:pt x="381" y="406"/>
                  </a:cubicBezTo>
                  <a:lnTo>
                    <a:pt x="381" y="954"/>
                  </a:lnTo>
                  <a:lnTo>
                    <a:pt x="786" y="1168"/>
                  </a:lnTo>
                  <a:lnTo>
                    <a:pt x="1072" y="954"/>
                  </a:lnTo>
                  <a:lnTo>
                    <a:pt x="1072" y="406"/>
                  </a:lnTo>
                  <a:cubicBezTo>
                    <a:pt x="1048" y="191"/>
                    <a:pt x="858" y="1"/>
                    <a:pt x="643"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8" name="Google Shape;28448;p152"/>
            <p:cNvSpPr/>
            <p:nvPr/>
          </p:nvSpPr>
          <p:spPr>
            <a:xfrm>
              <a:off x="5525496" y="3077316"/>
              <a:ext cx="357630" cy="299552"/>
            </a:xfrm>
            <a:custGeom>
              <a:rect b="b" l="l" r="r" t="t"/>
              <a:pathLst>
                <a:path extrusionOk="0" h="9217" w="11004">
                  <a:moveTo>
                    <a:pt x="1" y="1"/>
                  </a:moveTo>
                  <a:lnTo>
                    <a:pt x="1" y="9026"/>
                  </a:lnTo>
                  <a:cubicBezTo>
                    <a:pt x="1" y="9121"/>
                    <a:pt x="72" y="9217"/>
                    <a:pt x="168" y="9217"/>
                  </a:cubicBezTo>
                  <a:lnTo>
                    <a:pt x="10836" y="9217"/>
                  </a:lnTo>
                  <a:cubicBezTo>
                    <a:pt x="10908" y="9217"/>
                    <a:pt x="11003" y="9121"/>
                    <a:pt x="11003" y="9026"/>
                  </a:cubicBezTo>
                  <a:lnTo>
                    <a:pt x="11003" y="191"/>
                  </a:lnTo>
                  <a:cubicBezTo>
                    <a:pt x="11003" y="96"/>
                    <a:pt x="10908" y="1"/>
                    <a:pt x="1083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9" name="Google Shape;28449;p152"/>
            <p:cNvSpPr/>
            <p:nvPr/>
          </p:nvSpPr>
          <p:spPr>
            <a:xfrm>
              <a:off x="5855988" y="3077316"/>
              <a:ext cx="27138" cy="299552"/>
            </a:xfrm>
            <a:custGeom>
              <a:rect b="b" l="l" r="r" t="t"/>
              <a:pathLst>
                <a:path extrusionOk="0" h="9217" w="835">
                  <a:moveTo>
                    <a:pt x="1" y="1"/>
                  </a:moveTo>
                  <a:cubicBezTo>
                    <a:pt x="96" y="1"/>
                    <a:pt x="167" y="96"/>
                    <a:pt x="167" y="191"/>
                  </a:cubicBezTo>
                  <a:lnTo>
                    <a:pt x="167" y="9026"/>
                  </a:lnTo>
                  <a:cubicBezTo>
                    <a:pt x="167" y="9121"/>
                    <a:pt x="96" y="9217"/>
                    <a:pt x="1" y="9217"/>
                  </a:cubicBezTo>
                  <a:lnTo>
                    <a:pt x="667" y="9217"/>
                  </a:lnTo>
                  <a:cubicBezTo>
                    <a:pt x="739" y="9217"/>
                    <a:pt x="834" y="9121"/>
                    <a:pt x="834" y="9026"/>
                  </a:cubicBezTo>
                  <a:lnTo>
                    <a:pt x="834" y="191"/>
                  </a:lnTo>
                  <a:cubicBezTo>
                    <a:pt x="834" y="96"/>
                    <a:pt x="739"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0" name="Google Shape;28450;p152"/>
            <p:cNvSpPr/>
            <p:nvPr/>
          </p:nvSpPr>
          <p:spPr>
            <a:xfrm>
              <a:off x="5525496" y="3077316"/>
              <a:ext cx="357630" cy="44135"/>
            </a:xfrm>
            <a:custGeom>
              <a:rect b="b" l="l" r="r" t="t"/>
              <a:pathLst>
                <a:path extrusionOk="0" h="1358" w="11004">
                  <a:moveTo>
                    <a:pt x="1" y="1"/>
                  </a:moveTo>
                  <a:lnTo>
                    <a:pt x="1" y="1358"/>
                  </a:lnTo>
                  <a:lnTo>
                    <a:pt x="11003" y="1358"/>
                  </a:lnTo>
                  <a:lnTo>
                    <a:pt x="11003" y="191"/>
                  </a:lnTo>
                  <a:cubicBezTo>
                    <a:pt x="11003" y="96"/>
                    <a:pt x="10908" y="1"/>
                    <a:pt x="10836"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1" name="Google Shape;28451;p152"/>
            <p:cNvSpPr/>
            <p:nvPr/>
          </p:nvSpPr>
          <p:spPr>
            <a:xfrm>
              <a:off x="5855988" y="3077316"/>
              <a:ext cx="27138" cy="44915"/>
            </a:xfrm>
            <a:custGeom>
              <a:rect b="b" l="l" r="r" t="t"/>
              <a:pathLst>
                <a:path extrusionOk="0" h="1382" w="835">
                  <a:moveTo>
                    <a:pt x="1" y="1"/>
                  </a:moveTo>
                  <a:cubicBezTo>
                    <a:pt x="96" y="1"/>
                    <a:pt x="167" y="96"/>
                    <a:pt x="167" y="191"/>
                  </a:cubicBezTo>
                  <a:lnTo>
                    <a:pt x="167" y="1382"/>
                  </a:lnTo>
                  <a:lnTo>
                    <a:pt x="834" y="1382"/>
                  </a:lnTo>
                  <a:lnTo>
                    <a:pt x="834" y="191"/>
                  </a:lnTo>
                  <a:cubicBezTo>
                    <a:pt x="834" y="96"/>
                    <a:pt x="739" y="1"/>
                    <a:pt x="66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2" name="Google Shape;28452;p152"/>
            <p:cNvSpPr/>
            <p:nvPr/>
          </p:nvSpPr>
          <p:spPr>
            <a:xfrm>
              <a:off x="5799503" y="3094346"/>
              <a:ext cx="12415" cy="11635"/>
            </a:xfrm>
            <a:custGeom>
              <a:rect b="b" l="l" r="r" t="t"/>
              <a:pathLst>
                <a:path extrusionOk="0" h="358" w="382">
                  <a:moveTo>
                    <a:pt x="191" y="0"/>
                  </a:moveTo>
                  <a:cubicBezTo>
                    <a:pt x="95" y="0"/>
                    <a:pt x="0" y="72"/>
                    <a:pt x="0" y="167"/>
                  </a:cubicBezTo>
                  <a:cubicBezTo>
                    <a:pt x="0" y="262"/>
                    <a:pt x="95" y="358"/>
                    <a:pt x="191" y="358"/>
                  </a:cubicBezTo>
                  <a:cubicBezTo>
                    <a:pt x="286" y="358"/>
                    <a:pt x="381" y="262"/>
                    <a:pt x="381" y="167"/>
                  </a:cubicBezTo>
                  <a:cubicBezTo>
                    <a:pt x="381" y="72"/>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3" name="Google Shape;28453;p152"/>
            <p:cNvSpPr/>
            <p:nvPr/>
          </p:nvSpPr>
          <p:spPr>
            <a:xfrm>
              <a:off x="5821928" y="3094346"/>
              <a:ext cx="11668" cy="11635"/>
            </a:xfrm>
            <a:custGeom>
              <a:rect b="b" l="l" r="r" t="t"/>
              <a:pathLst>
                <a:path extrusionOk="0" h="358" w="359">
                  <a:moveTo>
                    <a:pt x="191" y="0"/>
                  </a:moveTo>
                  <a:cubicBezTo>
                    <a:pt x="96" y="0"/>
                    <a:pt x="1" y="72"/>
                    <a:pt x="1" y="167"/>
                  </a:cubicBezTo>
                  <a:cubicBezTo>
                    <a:pt x="1" y="262"/>
                    <a:pt x="96" y="358"/>
                    <a:pt x="191" y="358"/>
                  </a:cubicBezTo>
                  <a:cubicBezTo>
                    <a:pt x="287" y="358"/>
                    <a:pt x="358" y="262"/>
                    <a:pt x="358" y="167"/>
                  </a:cubicBezTo>
                  <a:cubicBezTo>
                    <a:pt x="358" y="72"/>
                    <a:pt x="287"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4" name="Google Shape;28454;p152"/>
            <p:cNvSpPr/>
            <p:nvPr/>
          </p:nvSpPr>
          <p:spPr>
            <a:xfrm>
              <a:off x="5845166" y="3094346"/>
              <a:ext cx="11635" cy="11635"/>
            </a:xfrm>
            <a:custGeom>
              <a:rect b="b" l="l" r="r" t="t"/>
              <a:pathLst>
                <a:path extrusionOk="0" h="358" w="358">
                  <a:moveTo>
                    <a:pt x="191" y="0"/>
                  </a:moveTo>
                  <a:cubicBezTo>
                    <a:pt x="96" y="0"/>
                    <a:pt x="0" y="72"/>
                    <a:pt x="0" y="167"/>
                  </a:cubicBezTo>
                  <a:cubicBezTo>
                    <a:pt x="0" y="262"/>
                    <a:pt x="96" y="358"/>
                    <a:pt x="191" y="358"/>
                  </a:cubicBezTo>
                  <a:cubicBezTo>
                    <a:pt x="286" y="358"/>
                    <a:pt x="357" y="262"/>
                    <a:pt x="357" y="167"/>
                  </a:cubicBezTo>
                  <a:cubicBezTo>
                    <a:pt x="357" y="72"/>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5" name="Google Shape;28455;p152"/>
            <p:cNvSpPr/>
            <p:nvPr/>
          </p:nvSpPr>
          <p:spPr>
            <a:xfrm>
              <a:off x="5558028" y="3145436"/>
              <a:ext cx="147063" cy="62140"/>
            </a:xfrm>
            <a:custGeom>
              <a:rect b="b" l="l" r="r" t="t"/>
              <a:pathLst>
                <a:path extrusionOk="0" h="1912" w="4525">
                  <a:moveTo>
                    <a:pt x="143" y="0"/>
                  </a:moveTo>
                  <a:cubicBezTo>
                    <a:pt x="72" y="0"/>
                    <a:pt x="0" y="72"/>
                    <a:pt x="0" y="143"/>
                  </a:cubicBezTo>
                  <a:lnTo>
                    <a:pt x="0" y="1429"/>
                  </a:lnTo>
                  <a:cubicBezTo>
                    <a:pt x="0" y="1524"/>
                    <a:pt x="72" y="1572"/>
                    <a:pt x="143" y="1572"/>
                  </a:cubicBezTo>
                  <a:lnTo>
                    <a:pt x="1262" y="1572"/>
                  </a:lnTo>
                  <a:cubicBezTo>
                    <a:pt x="1310" y="1572"/>
                    <a:pt x="1334" y="1620"/>
                    <a:pt x="1381" y="1643"/>
                  </a:cubicBezTo>
                  <a:lnTo>
                    <a:pt x="1500" y="1858"/>
                  </a:lnTo>
                  <a:cubicBezTo>
                    <a:pt x="1524" y="1893"/>
                    <a:pt x="1566" y="1911"/>
                    <a:pt x="1608" y="1911"/>
                  </a:cubicBezTo>
                  <a:cubicBezTo>
                    <a:pt x="1649" y="1911"/>
                    <a:pt x="1691" y="1893"/>
                    <a:pt x="1715" y="1858"/>
                  </a:cubicBezTo>
                  <a:lnTo>
                    <a:pt x="1834" y="1643"/>
                  </a:lnTo>
                  <a:cubicBezTo>
                    <a:pt x="1881" y="1620"/>
                    <a:pt x="1905" y="1572"/>
                    <a:pt x="1953" y="1572"/>
                  </a:cubicBezTo>
                  <a:lnTo>
                    <a:pt x="4382" y="1572"/>
                  </a:lnTo>
                  <a:cubicBezTo>
                    <a:pt x="4453" y="1572"/>
                    <a:pt x="4525" y="1524"/>
                    <a:pt x="4525" y="1429"/>
                  </a:cubicBezTo>
                  <a:lnTo>
                    <a:pt x="4525" y="119"/>
                  </a:lnTo>
                  <a:cubicBezTo>
                    <a:pt x="4525" y="72"/>
                    <a:pt x="4477" y="0"/>
                    <a:pt x="4382"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6" name="Google Shape;28456;p152"/>
            <p:cNvSpPr/>
            <p:nvPr/>
          </p:nvSpPr>
          <p:spPr>
            <a:xfrm>
              <a:off x="5678766" y="3144656"/>
              <a:ext cx="26325" cy="51122"/>
            </a:xfrm>
            <a:custGeom>
              <a:rect b="b" l="l" r="r" t="t"/>
              <a:pathLst>
                <a:path extrusionOk="0" h="1573" w="810">
                  <a:moveTo>
                    <a:pt x="0" y="0"/>
                  </a:moveTo>
                  <a:cubicBezTo>
                    <a:pt x="95" y="0"/>
                    <a:pt x="167" y="48"/>
                    <a:pt x="167" y="143"/>
                  </a:cubicBezTo>
                  <a:lnTo>
                    <a:pt x="167" y="1429"/>
                  </a:lnTo>
                  <a:cubicBezTo>
                    <a:pt x="167" y="1524"/>
                    <a:pt x="95" y="1572"/>
                    <a:pt x="0" y="1572"/>
                  </a:cubicBezTo>
                  <a:lnTo>
                    <a:pt x="667" y="1572"/>
                  </a:lnTo>
                  <a:cubicBezTo>
                    <a:pt x="762" y="1572"/>
                    <a:pt x="810" y="1524"/>
                    <a:pt x="810" y="1429"/>
                  </a:cubicBezTo>
                  <a:lnTo>
                    <a:pt x="810" y="143"/>
                  </a:lnTo>
                  <a:cubicBezTo>
                    <a:pt x="810" y="48"/>
                    <a:pt x="762" y="0"/>
                    <a:pt x="667" y="0"/>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7" name="Google Shape;28457;p152"/>
            <p:cNvSpPr/>
            <p:nvPr/>
          </p:nvSpPr>
          <p:spPr>
            <a:xfrm>
              <a:off x="5704311" y="3266953"/>
              <a:ext cx="147063" cy="78975"/>
            </a:xfrm>
            <a:custGeom>
              <a:rect b="b" l="l" r="r" t="t"/>
              <a:pathLst>
                <a:path extrusionOk="0" h="2430" w="4525">
                  <a:moveTo>
                    <a:pt x="3367" y="0"/>
                  </a:moveTo>
                  <a:cubicBezTo>
                    <a:pt x="3322" y="0"/>
                    <a:pt x="3275" y="24"/>
                    <a:pt x="3239" y="71"/>
                  </a:cubicBezTo>
                  <a:lnTo>
                    <a:pt x="3120" y="286"/>
                  </a:lnTo>
                  <a:cubicBezTo>
                    <a:pt x="3096" y="310"/>
                    <a:pt x="3072" y="333"/>
                    <a:pt x="3001" y="333"/>
                  </a:cubicBezTo>
                  <a:lnTo>
                    <a:pt x="143" y="333"/>
                  </a:lnTo>
                  <a:cubicBezTo>
                    <a:pt x="48" y="333"/>
                    <a:pt x="0" y="405"/>
                    <a:pt x="0" y="500"/>
                  </a:cubicBezTo>
                  <a:lnTo>
                    <a:pt x="0" y="2286"/>
                  </a:lnTo>
                  <a:cubicBezTo>
                    <a:pt x="24" y="2358"/>
                    <a:pt x="71" y="2429"/>
                    <a:pt x="143" y="2429"/>
                  </a:cubicBezTo>
                  <a:lnTo>
                    <a:pt x="4382" y="2429"/>
                  </a:lnTo>
                  <a:cubicBezTo>
                    <a:pt x="4453" y="2429"/>
                    <a:pt x="4525" y="2358"/>
                    <a:pt x="4525" y="2286"/>
                  </a:cubicBezTo>
                  <a:lnTo>
                    <a:pt x="4525" y="500"/>
                  </a:lnTo>
                  <a:cubicBezTo>
                    <a:pt x="4525" y="405"/>
                    <a:pt x="4453" y="333"/>
                    <a:pt x="4382" y="333"/>
                  </a:cubicBezTo>
                  <a:lnTo>
                    <a:pt x="3715" y="333"/>
                  </a:lnTo>
                  <a:cubicBezTo>
                    <a:pt x="3644" y="333"/>
                    <a:pt x="3620" y="310"/>
                    <a:pt x="3596" y="286"/>
                  </a:cubicBezTo>
                  <a:lnTo>
                    <a:pt x="3477" y="71"/>
                  </a:lnTo>
                  <a:cubicBezTo>
                    <a:pt x="3453" y="24"/>
                    <a:pt x="3411" y="0"/>
                    <a:pt x="3367"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8" name="Google Shape;28458;p152"/>
            <p:cNvSpPr/>
            <p:nvPr/>
          </p:nvSpPr>
          <p:spPr>
            <a:xfrm>
              <a:off x="5824268" y="3279336"/>
              <a:ext cx="26325" cy="67340"/>
            </a:xfrm>
            <a:custGeom>
              <a:rect b="b" l="l" r="r" t="t"/>
              <a:pathLst>
                <a:path extrusionOk="0" h="2072" w="810">
                  <a:moveTo>
                    <a:pt x="24" y="0"/>
                  </a:moveTo>
                  <a:cubicBezTo>
                    <a:pt x="96" y="0"/>
                    <a:pt x="143" y="48"/>
                    <a:pt x="143" y="143"/>
                  </a:cubicBezTo>
                  <a:lnTo>
                    <a:pt x="143" y="1929"/>
                  </a:lnTo>
                  <a:cubicBezTo>
                    <a:pt x="143" y="2024"/>
                    <a:pt x="72" y="2072"/>
                    <a:pt x="0" y="2072"/>
                  </a:cubicBezTo>
                  <a:lnTo>
                    <a:pt x="643" y="2072"/>
                  </a:lnTo>
                  <a:cubicBezTo>
                    <a:pt x="739" y="2072"/>
                    <a:pt x="810" y="2024"/>
                    <a:pt x="810" y="1929"/>
                  </a:cubicBezTo>
                  <a:lnTo>
                    <a:pt x="810" y="143"/>
                  </a:lnTo>
                  <a:cubicBezTo>
                    <a:pt x="810" y="48"/>
                    <a:pt x="739" y="0"/>
                    <a:pt x="69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9" name="Google Shape;28459;p152"/>
            <p:cNvSpPr/>
            <p:nvPr/>
          </p:nvSpPr>
          <p:spPr>
            <a:xfrm>
              <a:off x="5721308" y="3296333"/>
              <a:ext cx="48815" cy="10888"/>
            </a:xfrm>
            <a:custGeom>
              <a:rect b="b" l="l" r="r" t="t"/>
              <a:pathLst>
                <a:path extrusionOk="0" h="335" w="1502">
                  <a:moveTo>
                    <a:pt x="144" y="1"/>
                  </a:moveTo>
                  <a:cubicBezTo>
                    <a:pt x="72" y="1"/>
                    <a:pt x="1" y="96"/>
                    <a:pt x="1" y="191"/>
                  </a:cubicBezTo>
                  <a:cubicBezTo>
                    <a:pt x="1" y="263"/>
                    <a:pt x="96" y="334"/>
                    <a:pt x="191" y="334"/>
                  </a:cubicBezTo>
                  <a:lnTo>
                    <a:pt x="1335" y="334"/>
                  </a:lnTo>
                  <a:cubicBezTo>
                    <a:pt x="1430" y="334"/>
                    <a:pt x="1501" y="263"/>
                    <a:pt x="1501" y="144"/>
                  </a:cubicBezTo>
                  <a:cubicBezTo>
                    <a:pt x="1501" y="72"/>
                    <a:pt x="1406" y="1"/>
                    <a:pt x="131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0" name="Google Shape;28460;p152"/>
            <p:cNvSpPr/>
            <p:nvPr/>
          </p:nvSpPr>
          <p:spPr>
            <a:xfrm>
              <a:off x="5721308" y="3316483"/>
              <a:ext cx="100653" cy="10855"/>
            </a:xfrm>
            <a:custGeom>
              <a:rect b="b" l="l" r="r" t="t"/>
              <a:pathLst>
                <a:path extrusionOk="0" h="334" w="3097">
                  <a:moveTo>
                    <a:pt x="191" y="0"/>
                  </a:moveTo>
                  <a:cubicBezTo>
                    <a:pt x="72" y="0"/>
                    <a:pt x="1" y="95"/>
                    <a:pt x="1" y="191"/>
                  </a:cubicBezTo>
                  <a:cubicBezTo>
                    <a:pt x="49" y="286"/>
                    <a:pt x="96" y="334"/>
                    <a:pt x="191" y="334"/>
                  </a:cubicBezTo>
                  <a:lnTo>
                    <a:pt x="2930" y="334"/>
                  </a:lnTo>
                  <a:cubicBezTo>
                    <a:pt x="3025" y="334"/>
                    <a:pt x="3097" y="238"/>
                    <a:pt x="3097" y="143"/>
                  </a:cubicBezTo>
                  <a:cubicBezTo>
                    <a:pt x="3073" y="72"/>
                    <a:pt x="3025" y="0"/>
                    <a:pt x="293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1" name="Google Shape;28461;p152"/>
            <p:cNvSpPr/>
            <p:nvPr/>
          </p:nvSpPr>
          <p:spPr>
            <a:xfrm>
              <a:off x="5578146" y="3163213"/>
              <a:ext cx="99093" cy="10108"/>
            </a:xfrm>
            <a:custGeom>
              <a:rect b="b" l="l" r="r" t="t"/>
              <a:pathLst>
                <a:path extrusionOk="0" h="311" w="3049">
                  <a:moveTo>
                    <a:pt x="191" y="1"/>
                  </a:moveTo>
                  <a:cubicBezTo>
                    <a:pt x="72" y="1"/>
                    <a:pt x="0" y="72"/>
                    <a:pt x="0" y="168"/>
                  </a:cubicBezTo>
                  <a:cubicBezTo>
                    <a:pt x="48" y="263"/>
                    <a:pt x="96" y="310"/>
                    <a:pt x="191" y="310"/>
                  </a:cubicBezTo>
                  <a:lnTo>
                    <a:pt x="2858" y="310"/>
                  </a:lnTo>
                  <a:cubicBezTo>
                    <a:pt x="2953" y="310"/>
                    <a:pt x="3049" y="263"/>
                    <a:pt x="3049" y="144"/>
                  </a:cubicBezTo>
                  <a:cubicBezTo>
                    <a:pt x="3025" y="49"/>
                    <a:pt x="2953" y="1"/>
                    <a:pt x="285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2" name="Google Shape;28462;p152"/>
            <p:cNvSpPr/>
            <p:nvPr/>
          </p:nvSpPr>
          <p:spPr>
            <a:xfrm>
              <a:off x="5550261" y="3231333"/>
              <a:ext cx="123110" cy="114725"/>
            </a:xfrm>
            <a:custGeom>
              <a:rect b="b" l="l" r="r" t="t"/>
              <a:pathLst>
                <a:path extrusionOk="0" h="3530" w="3788">
                  <a:moveTo>
                    <a:pt x="1882" y="1"/>
                  </a:moveTo>
                  <a:cubicBezTo>
                    <a:pt x="834" y="1"/>
                    <a:pt x="1" y="882"/>
                    <a:pt x="25" y="1906"/>
                  </a:cubicBezTo>
                  <a:cubicBezTo>
                    <a:pt x="72" y="2573"/>
                    <a:pt x="382" y="3144"/>
                    <a:pt x="930" y="3454"/>
                  </a:cubicBezTo>
                  <a:cubicBezTo>
                    <a:pt x="967" y="3481"/>
                    <a:pt x="1007" y="3493"/>
                    <a:pt x="1048" y="3493"/>
                  </a:cubicBezTo>
                  <a:cubicBezTo>
                    <a:pt x="1294" y="3493"/>
                    <a:pt x="1600" y="3073"/>
                    <a:pt x="1906" y="3073"/>
                  </a:cubicBezTo>
                  <a:lnTo>
                    <a:pt x="1906" y="3049"/>
                  </a:lnTo>
                  <a:cubicBezTo>
                    <a:pt x="2242" y="3049"/>
                    <a:pt x="2541" y="3530"/>
                    <a:pt x="2786" y="3530"/>
                  </a:cubicBezTo>
                  <a:cubicBezTo>
                    <a:pt x="2819" y="3530"/>
                    <a:pt x="2851" y="3521"/>
                    <a:pt x="2883" y="3501"/>
                  </a:cubicBezTo>
                  <a:cubicBezTo>
                    <a:pt x="3430" y="3168"/>
                    <a:pt x="3787" y="2573"/>
                    <a:pt x="3787" y="1882"/>
                  </a:cubicBezTo>
                  <a:cubicBezTo>
                    <a:pt x="3787" y="834"/>
                    <a:pt x="2930" y="1"/>
                    <a:pt x="1882"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3" name="Google Shape;28463;p152"/>
            <p:cNvSpPr/>
            <p:nvPr/>
          </p:nvSpPr>
          <p:spPr>
            <a:xfrm>
              <a:off x="5602911" y="3231333"/>
              <a:ext cx="72020" cy="113945"/>
            </a:xfrm>
            <a:custGeom>
              <a:rect b="b" l="l" r="r" t="t"/>
              <a:pathLst>
                <a:path extrusionOk="0" h="3506" w="2216">
                  <a:moveTo>
                    <a:pt x="310" y="1"/>
                  </a:moveTo>
                  <a:cubicBezTo>
                    <a:pt x="191" y="1"/>
                    <a:pt x="72" y="1"/>
                    <a:pt x="0" y="48"/>
                  </a:cubicBezTo>
                  <a:cubicBezTo>
                    <a:pt x="881" y="191"/>
                    <a:pt x="1548" y="953"/>
                    <a:pt x="1548" y="1882"/>
                  </a:cubicBezTo>
                  <a:cubicBezTo>
                    <a:pt x="1548" y="2358"/>
                    <a:pt x="1358" y="2787"/>
                    <a:pt x="1096" y="3096"/>
                  </a:cubicBezTo>
                  <a:cubicBezTo>
                    <a:pt x="1073" y="3141"/>
                    <a:pt x="1200" y="3505"/>
                    <a:pt x="1314" y="3505"/>
                  </a:cubicBezTo>
                  <a:cubicBezTo>
                    <a:pt x="1321" y="3505"/>
                    <a:pt x="1327" y="3504"/>
                    <a:pt x="1334" y="3501"/>
                  </a:cubicBezTo>
                  <a:cubicBezTo>
                    <a:pt x="1858" y="3168"/>
                    <a:pt x="2215" y="2573"/>
                    <a:pt x="2215" y="1882"/>
                  </a:cubicBezTo>
                  <a:cubicBezTo>
                    <a:pt x="2191" y="834"/>
                    <a:pt x="1334" y="1"/>
                    <a:pt x="31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4" name="Google Shape;28464;p152"/>
            <p:cNvSpPr/>
            <p:nvPr/>
          </p:nvSpPr>
          <p:spPr>
            <a:xfrm>
              <a:off x="5580453" y="3325746"/>
              <a:ext cx="63505" cy="26357"/>
            </a:xfrm>
            <a:custGeom>
              <a:rect b="b" l="l" r="r" t="t"/>
              <a:pathLst>
                <a:path extrusionOk="0" h="811" w="1954">
                  <a:moveTo>
                    <a:pt x="739" y="1"/>
                  </a:moveTo>
                  <a:cubicBezTo>
                    <a:pt x="382" y="1"/>
                    <a:pt x="72" y="239"/>
                    <a:pt x="1" y="549"/>
                  </a:cubicBezTo>
                  <a:cubicBezTo>
                    <a:pt x="286" y="739"/>
                    <a:pt x="620" y="811"/>
                    <a:pt x="977" y="811"/>
                  </a:cubicBezTo>
                  <a:cubicBezTo>
                    <a:pt x="1334" y="811"/>
                    <a:pt x="1692" y="739"/>
                    <a:pt x="1954" y="549"/>
                  </a:cubicBezTo>
                  <a:cubicBezTo>
                    <a:pt x="1906" y="239"/>
                    <a:pt x="1596" y="1"/>
                    <a:pt x="123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5" name="Google Shape;28465;p152"/>
            <p:cNvSpPr/>
            <p:nvPr/>
          </p:nvSpPr>
          <p:spPr>
            <a:xfrm>
              <a:off x="5597483" y="3259966"/>
              <a:ext cx="31005" cy="40300"/>
            </a:xfrm>
            <a:custGeom>
              <a:rect b="b" l="l" r="r" t="t"/>
              <a:pathLst>
                <a:path extrusionOk="0" h="1240" w="954">
                  <a:moveTo>
                    <a:pt x="477" y="1"/>
                  </a:moveTo>
                  <a:cubicBezTo>
                    <a:pt x="215" y="1"/>
                    <a:pt x="1" y="263"/>
                    <a:pt x="1" y="620"/>
                  </a:cubicBezTo>
                  <a:cubicBezTo>
                    <a:pt x="1" y="953"/>
                    <a:pt x="215" y="1239"/>
                    <a:pt x="477" y="1239"/>
                  </a:cubicBezTo>
                  <a:cubicBezTo>
                    <a:pt x="739" y="1239"/>
                    <a:pt x="953" y="953"/>
                    <a:pt x="953" y="620"/>
                  </a:cubicBezTo>
                  <a:cubicBezTo>
                    <a:pt x="953" y="263"/>
                    <a:pt x="739" y="1"/>
                    <a:pt x="47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6" name="Google Shape;28466;p152"/>
            <p:cNvSpPr/>
            <p:nvPr/>
          </p:nvSpPr>
          <p:spPr>
            <a:xfrm>
              <a:off x="5601351" y="3331953"/>
              <a:ext cx="44168" cy="21710"/>
            </a:xfrm>
            <a:custGeom>
              <a:rect b="b" l="l" r="r" t="t"/>
              <a:pathLst>
                <a:path extrusionOk="0" h="668" w="1359">
                  <a:moveTo>
                    <a:pt x="1120" y="0"/>
                  </a:moveTo>
                  <a:cubicBezTo>
                    <a:pt x="834" y="334"/>
                    <a:pt x="453" y="572"/>
                    <a:pt x="1" y="643"/>
                  </a:cubicBezTo>
                  <a:cubicBezTo>
                    <a:pt x="120" y="667"/>
                    <a:pt x="215" y="667"/>
                    <a:pt x="334" y="667"/>
                  </a:cubicBezTo>
                  <a:cubicBezTo>
                    <a:pt x="715" y="667"/>
                    <a:pt x="1072" y="548"/>
                    <a:pt x="1358" y="358"/>
                  </a:cubicBezTo>
                  <a:cubicBezTo>
                    <a:pt x="1287" y="191"/>
                    <a:pt x="1191" y="72"/>
                    <a:pt x="112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7" name="Google Shape;28467;p152"/>
            <p:cNvSpPr/>
            <p:nvPr/>
          </p:nvSpPr>
          <p:spPr>
            <a:xfrm>
              <a:off x="5766223" y="3144656"/>
              <a:ext cx="93665" cy="87425"/>
            </a:xfrm>
            <a:custGeom>
              <a:rect b="b" l="l" r="r" t="t"/>
              <a:pathLst>
                <a:path extrusionOk="0" h="2690" w="2882">
                  <a:moveTo>
                    <a:pt x="1429" y="0"/>
                  </a:moveTo>
                  <a:cubicBezTo>
                    <a:pt x="643" y="24"/>
                    <a:pt x="24" y="620"/>
                    <a:pt x="0" y="1405"/>
                  </a:cubicBezTo>
                  <a:cubicBezTo>
                    <a:pt x="0" y="1929"/>
                    <a:pt x="262" y="2406"/>
                    <a:pt x="691" y="2668"/>
                  </a:cubicBezTo>
                  <a:cubicBezTo>
                    <a:pt x="715" y="2683"/>
                    <a:pt x="741" y="2689"/>
                    <a:pt x="769" y="2689"/>
                  </a:cubicBezTo>
                  <a:cubicBezTo>
                    <a:pt x="954" y="2689"/>
                    <a:pt x="1201" y="2382"/>
                    <a:pt x="1429" y="2382"/>
                  </a:cubicBezTo>
                  <a:lnTo>
                    <a:pt x="1429" y="2358"/>
                  </a:lnTo>
                  <a:cubicBezTo>
                    <a:pt x="1647" y="2358"/>
                    <a:pt x="1866" y="2689"/>
                    <a:pt x="2070" y="2689"/>
                  </a:cubicBezTo>
                  <a:cubicBezTo>
                    <a:pt x="2111" y="2689"/>
                    <a:pt x="2151" y="2676"/>
                    <a:pt x="2191" y="2644"/>
                  </a:cubicBezTo>
                  <a:cubicBezTo>
                    <a:pt x="2620" y="2406"/>
                    <a:pt x="2882" y="1929"/>
                    <a:pt x="2882" y="1429"/>
                  </a:cubicBezTo>
                  <a:cubicBezTo>
                    <a:pt x="2882" y="620"/>
                    <a:pt x="2239" y="0"/>
                    <a:pt x="142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8" name="Google Shape;28468;p152"/>
            <p:cNvSpPr/>
            <p:nvPr/>
          </p:nvSpPr>
          <p:spPr>
            <a:xfrm>
              <a:off x="5804151" y="3145436"/>
              <a:ext cx="54957" cy="87522"/>
            </a:xfrm>
            <a:custGeom>
              <a:rect b="b" l="l" r="r" t="t"/>
              <a:pathLst>
                <a:path extrusionOk="0" h="2693" w="1691">
                  <a:moveTo>
                    <a:pt x="262" y="0"/>
                  </a:moveTo>
                  <a:cubicBezTo>
                    <a:pt x="167" y="0"/>
                    <a:pt x="72" y="0"/>
                    <a:pt x="0" y="24"/>
                  </a:cubicBezTo>
                  <a:cubicBezTo>
                    <a:pt x="667" y="143"/>
                    <a:pt x="1191" y="738"/>
                    <a:pt x="1191" y="1453"/>
                  </a:cubicBezTo>
                  <a:cubicBezTo>
                    <a:pt x="1191" y="1810"/>
                    <a:pt x="1072" y="2143"/>
                    <a:pt x="834" y="2382"/>
                  </a:cubicBezTo>
                  <a:cubicBezTo>
                    <a:pt x="788" y="2405"/>
                    <a:pt x="896" y="2692"/>
                    <a:pt x="990" y="2692"/>
                  </a:cubicBezTo>
                  <a:cubicBezTo>
                    <a:pt x="993" y="2692"/>
                    <a:pt x="997" y="2692"/>
                    <a:pt x="1000" y="2691"/>
                  </a:cubicBezTo>
                  <a:cubicBezTo>
                    <a:pt x="1429" y="2405"/>
                    <a:pt x="1691" y="1977"/>
                    <a:pt x="1691" y="1453"/>
                  </a:cubicBezTo>
                  <a:cubicBezTo>
                    <a:pt x="1691" y="667"/>
                    <a:pt x="1072" y="0"/>
                    <a:pt x="26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9" name="Google Shape;28469;p152"/>
            <p:cNvSpPr/>
            <p:nvPr/>
          </p:nvSpPr>
          <p:spPr>
            <a:xfrm>
              <a:off x="5787121" y="3217391"/>
              <a:ext cx="48782" cy="20930"/>
            </a:xfrm>
            <a:custGeom>
              <a:rect b="b" l="l" r="r" t="t"/>
              <a:pathLst>
                <a:path extrusionOk="0" h="644" w="1501">
                  <a:moveTo>
                    <a:pt x="572" y="1"/>
                  </a:moveTo>
                  <a:cubicBezTo>
                    <a:pt x="310" y="1"/>
                    <a:pt x="72" y="168"/>
                    <a:pt x="0" y="430"/>
                  </a:cubicBezTo>
                  <a:cubicBezTo>
                    <a:pt x="215" y="596"/>
                    <a:pt x="476" y="644"/>
                    <a:pt x="762" y="644"/>
                  </a:cubicBezTo>
                  <a:cubicBezTo>
                    <a:pt x="1024" y="644"/>
                    <a:pt x="1286" y="549"/>
                    <a:pt x="1500" y="430"/>
                  </a:cubicBezTo>
                  <a:cubicBezTo>
                    <a:pt x="1477" y="168"/>
                    <a:pt x="1262" y="1"/>
                    <a:pt x="95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0" name="Google Shape;28470;p152"/>
            <p:cNvSpPr/>
            <p:nvPr/>
          </p:nvSpPr>
          <p:spPr>
            <a:xfrm>
              <a:off x="5801031" y="3166333"/>
              <a:ext cx="23270" cy="30972"/>
            </a:xfrm>
            <a:custGeom>
              <a:rect b="b" l="l" r="r" t="t"/>
              <a:pathLst>
                <a:path extrusionOk="0" h="953" w="716">
                  <a:moveTo>
                    <a:pt x="358" y="0"/>
                  </a:moveTo>
                  <a:cubicBezTo>
                    <a:pt x="144" y="0"/>
                    <a:pt x="1" y="214"/>
                    <a:pt x="1" y="476"/>
                  </a:cubicBezTo>
                  <a:cubicBezTo>
                    <a:pt x="1" y="762"/>
                    <a:pt x="144" y="953"/>
                    <a:pt x="358" y="953"/>
                  </a:cubicBezTo>
                  <a:cubicBezTo>
                    <a:pt x="549" y="953"/>
                    <a:pt x="715" y="762"/>
                    <a:pt x="715" y="476"/>
                  </a:cubicBezTo>
                  <a:cubicBezTo>
                    <a:pt x="715" y="214"/>
                    <a:pt x="549" y="0"/>
                    <a:pt x="3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1" name="Google Shape;28471;p152"/>
            <p:cNvSpPr/>
            <p:nvPr/>
          </p:nvSpPr>
          <p:spPr>
            <a:xfrm>
              <a:off x="5804898" y="3222818"/>
              <a:ext cx="32565" cy="16283"/>
            </a:xfrm>
            <a:custGeom>
              <a:rect b="b" l="l" r="r" t="t"/>
              <a:pathLst>
                <a:path extrusionOk="0" h="501" w="1002">
                  <a:moveTo>
                    <a:pt x="834" y="1"/>
                  </a:moveTo>
                  <a:cubicBezTo>
                    <a:pt x="620" y="239"/>
                    <a:pt x="334" y="429"/>
                    <a:pt x="1" y="477"/>
                  </a:cubicBezTo>
                  <a:cubicBezTo>
                    <a:pt x="96" y="477"/>
                    <a:pt x="168" y="501"/>
                    <a:pt x="239" y="501"/>
                  </a:cubicBezTo>
                  <a:cubicBezTo>
                    <a:pt x="525" y="501"/>
                    <a:pt x="811" y="429"/>
                    <a:pt x="1001" y="263"/>
                  </a:cubicBezTo>
                  <a:cubicBezTo>
                    <a:pt x="953" y="120"/>
                    <a:pt x="858" y="24"/>
                    <a:pt x="83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2" name="Google Shape;28472;p152"/>
          <p:cNvGrpSpPr/>
          <p:nvPr/>
        </p:nvGrpSpPr>
        <p:grpSpPr>
          <a:xfrm>
            <a:off x="6284013" y="2879838"/>
            <a:ext cx="349082" cy="357792"/>
            <a:chOff x="6284013" y="3032238"/>
            <a:chExt cx="349082" cy="357792"/>
          </a:xfrm>
        </p:grpSpPr>
        <p:sp>
          <p:nvSpPr>
            <p:cNvPr id="28473" name="Google Shape;28473;p152"/>
            <p:cNvSpPr/>
            <p:nvPr/>
          </p:nvSpPr>
          <p:spPr>
            <a:xfrm>
              <a:off x="6284761" y="3032238"/>
              <a:ext cx="314275" cy="281938"/>
            </a:xfrm>
            <a:custGeom>
              <a:rect b="b" l="l" r="r" t="t"/>
              <a:pathLst>
                <a:path extrusionOk="0" h="8675" w="9670">
                  <a:moveTo>
                    <a:pt x="4835" y="0"/>
                  </a:moveTo>
                  <a:cubicBezTo>
                    <a:pt x="4722" y="0"/>
                    <a:pt x="4609" y="42"/>
                    <a:pt x="4526" y="125"/>
                  </a:cubicBezTo>
                  <a:lnTo>
                    <a:pt x="1" y="3721"/>
                  </a:lnTo>
                  <a:lnTo>
                    <a:pt x="4907" y="8675"/>
                  </a:lnTo>
                  <a:lnTo>
                    <a:pt x="9670" y="3721"/>
                  </a:lnTo>
                  <a:lnTo>
                    <a:pt x="5145" y="125"/>
                  </a:lnTo>
                  <a:cubicBezTo>
                    <a:pt x="5061" y="42"/>
                    <a:pt x="4948" y="0"/>
                    <a:pt x="48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4" name="Google Shape;28474;p152"/>
            <p:cNvSpPr/>
            <p:nvPr/>
          </p:nvSpPr>
          <p:spPr>
            <a:xfrm>
              <a:off x="6321161" y="3061066"/>
              <a:ext cx="246155" cy="255450"/>
            </a:xfrm>
            <a:custGeom>
              <a:rect b="b" l="l" r="r" t="t"/>
              <a:pathLst>
                <a:path extrusionOk="0" h="7860" w="7574">
                  <a:moveTo>
                    <a:pt x="334" y="0"/>
                  </a:moveTo>
                  <a:cubicBezTo>
                    <a:pt x="167" y="0"/>
                    <a:pt x="0" y="143"/>
                    <a:pt x="0" y="334"/>
                  </a:cubicBezTo>
                  <a:lnTo>
                    <a:pt x="0" y="7859"/>
                  </a:lnTo>
                  <a:lnTo>
                    <a:pt x="7573" y="7859"/>
                  </a:lnTo>
                  <a:lnTo>
                    <a:pt x="7573" y="334"/>
                  </a:lnTo>
                  <a:cubicBezTo>
                    <a:pt x="7573" y="143"/>
                    <a:pt x="7430" y="0"/>
                    <a:pt x="724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5" name="Google Shape;28475;p152"/>
            <p:cNvSpPr/>
            <p:nvPr/>
          </p:nvSpPr>
          <p:spPr>
            <a:xfrm>
              <a:off x="6534003" y="3061066"/>
              <a:ext cx="33313" cy="255450"/>
            </a:xfrm>
            <a:custGeom>
              <a:rect b="b" l="l" r="r" t="t"/>
              <a:pathLst>
                <a:path extrusionOk="0" h="7860" w="1025">
                  <a:moveTo>
                    <a:pt x="0" y="0"/>
                  </a:moveTo>
                  <a:cubicBezTo>
                    <a:pt x="191" y="0"/>
                    <a:pt x="334" y="143"/>
                    <a:pt x="334" y="334"/>
                  </a:cubicBezTo>
                  <a:lnTo>
                    <a:pt x="334" y="7859"/>
                  </a:lnTo>
                  <a:lnTo>
                    <a:pt x="1000" y="7859"/>
                  </a:lnTo>
                  <a:lnTo>
                    <a:pt x="1000" y="334"/>
                  </a:lnTo>
                  <a:cubicBezTo>
                    <a:pt x="1024" y="143"/>
                    <a:pt x="881"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6" name="Google Shape;28476;p152"/>
            <p:cNvSpPr/>
            <p:nvPr/>
          </p:nvSpPr>
          <p:spPr>
            <a:xfrm>
              <a:off x="6284013" y="3153171"/>
              <a:ext cx="315802" cy="201272"/>
            </a:xfrm>
            <a:custGeom>
              <a:rect b="b" l="l" r="r" t="t"/>
              <a:pathLst>
                <a:path extrusionOk="0" h="6193" w="9717">
                  <a:moveTo>
                    <a:pt x="0" y="0"/>
                  </a:moveTo>
                  <a:lnTo>
                    <a:pt x="0" y="5573"/>
                  </a:lnTo>
                  <a:cubicBezTo>
                    <a:pt x="0" y="5930"/>
                    <a:pt x="262" y="6192"/>
                    <a:pt x="619" y="6192"/>
                  </a:cubicBezTo>
                  <a:lnTo>
                    <a:pt x="9073" y="6192"/>
                  </a:lnTo>
                  <a:cubicBezTo>
                    <a:pt x="9431" y="6192"/>
                    <a:pt x="9716" y="5930"/>
                    <a:pt x="9693" y="5573"/>
                  </a:cubicBezTo>
                  <a:lnTo>
                    <a:pt x="9693" y="0"/>
                  </a:lnTo>
                  <a:lnTo>
                    <a:pt x="4834" y="4144"/>
                  </a:lnTo>
                  <a:lnTo>
                    <a:pt x="0" y="0"/>
                  </a:ln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7" name="Google Shape;28477;p152"/>
            <p:cNvSpPr/>
            <p:nvPr/>
          </p:nvSpPr>
          <p:spPr>
            <a:xfrm>
              <a:off x="6557208" y="3153171"/>
              <a:ext cx="41827" cy="201272"/>
            </a:xfrm>
            <a:custGeom>
              <a:rect b="b" l="l" r="r" t="t"/>
              <a:pathLst>
                <a:path extrusionOk="0" h="6193" w="1287">
                  <a:moveTo>
                    <a:pt x="1287" y="0"/>
                  </a:moveTo>
                  <a:lnTo>
                    <a:pt x="644" y="572"/>
                  </a:lnTo>
                  <a:lnTo>
                    <a:pt x="644" y="5573"/>
                  </a:lnTo>
                  <a:cubicBezTo>
                    <a:pt x="644" y="5930"/>
                    <a:pt x="334" y="6192"/>
                    <a:pt x="1" y="6192"/>
                  </a:cubicBezTo>
                  <a:lnTo>
                    <a:pt x="667" y="6192"/>
                  </a:lnTo>
                  <a:cubicBezTo>
                    <a:pt x="1025" y="6192"/>
                    <a:pt x="1287" y="5930"/>
                    <a:pt x="1287" y="5573"/>
                  </a:cubicBezTo>
                  <a:lnTo>
                    <a:pt x="1287" y="0"/>
                  </a:ln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8" name="Google Shape;28478;p152"/>
            <p:cNvSpPr/>
            <p:nvPr/>
          </p:nvSpPr>
          <p:spPr>
            <a:xfrm>
              <a:off x="6284761" y="3241018"/>
              <a:ext cx="315055" cy="113425"/>
            </a:xfrm>
            <a:custGeom>
              <a:rect b="b" l="l" r="r" t="t"/>
              <a:pathLst>
                <a:path extrusionOk="0" h="3490" w="9694">
                  <a:moveTo>
                    <a:pt x="4862" y="0"/>
                  </a:moveTo>
                  <a:cubicBezTo>
                    <a:pt x="4817" y="0"/>
                    <a:pt x="4776" y="12"/>
                    <a:pt x="4740" y="36"/>
                  </a:cubicBezTo>
                  <a:lnTo>
                    <a:pt x="1" y="2846"/>
                  </a:lnTo>
                  <a:cubicBezTo>
                    <a:pt x="1" y="3203"/>
                    <a:pt x="263" y="3489"/>
                    <a:pt x="620" y="3489"/>
                  </a:cubicBezTo>
                  <a:lnTo>
                    <a:pt x="9074" y="3489"/>
                  </a:lnTo>
                  <a:cubicBezTo>
                    <a:pt x="9431" y="3489"/>
                    <a:pt x="9693" y="3227"/>
                    <a:pt x="9693" y="2870"/>
                  </a:cubicBezTo>
                  <a:lnTo>
                    <a:pt x="9693" y="2846"/>
                  </a:lnTo>
                  <a:lnTo>
                    <a:pt x="5002" y="36"/>
                  </a:lnTo>
                  <a:cubicBezTo>
                    <a:pt x="4954" y="12"/>
                    <a:pt x="4907" y="0"/>
                    <a:pt x="4862" y="0"/>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9" name="Google Shape;28479;p152"/>
            <p:cNvSpPr/>
            <p:nvPr/>
          </p:nvSpPr>
          <p:spPr>
            <a:xfrm>
              <a:off x="6424868" y="3241798"/>
              <a:ext cx="174948" cy="114953"/>
            </a:xfrm>
            <a:custGeom>
              <a:rect b="b" l="l" r="r" t="t"/>
              <a:pathLst>
                <a:path extrusionOk="0" h="3537" w="5383">
                  <a:moveTo>
                    <a:pt x="524" y="0"/>
                  </a:moveTo>
                  <a:cubicBezTo>
                    <a:pt x="477" y="0"/>
                    <a:pt x="429" y="12"/>
                    <a:pt x="381" y="36"/>
                  </a:cubicBezTo>
                  <a:lnTo>
                    <a:pt x="0" y="274"/>
                  </a:lnTo>
                  <a:lnTo>
                    <a:pt x="4739" y="3084"/>
                  </a:lnTo>
                  <a:lnTo>
                    <a:pt x="4739" y="3108"/>
                  </a:lnTo>
                  <a:cubicBezTo>
                    <a:pt x="4739" y="3251"/>
                    <a:pt x="4668" y="3417"/>
                    <a:pt x="4597" y="3536"/>
                  </a:cubicBezTo>
                  <a:lnTo>
                    <a:pt x="4763" y="3536"/>
                  </a:lnTo>
                  <a:cubicBezTo>
                    <a:pt x="5120" y="3536"/>
                    <a:pt x="5382" y="3251"/>
                    <a:pt x="5382" y="2894"/>
                  </a:cubicBezTo>
                  <a:lnTo>
                    <a:pt x="5382" y="2822"/>
                  </a:lnTo>
                  <a:lnTo>
                    <a:pt x="667" y="36"/>
                  </a:lnTo>
                  <a:cubicBezTo>
                    <a:pt x="619" y="12"/>
                    <a:pt x="572" y="0"/>
                    <a:pt x="52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0" name="Google Shape;28480;p152"/>
            <p:cNvSpPr/>
            <p:nvPr/>
          </p:nvSpPr>
          <p:spPr>
            <a:xfrm>
              <a:off x="6537871" y="3295586"/>
              <a:ext cx="95225" cy="94445"/>
            </a:xfrm>
            <a:custGeom>
              <a:rect b="b" l="l" r="r" t="t"/>
              <a:pathLst>
                <a:path extrusionOk="0" h="2906" w="2930">
                  <a:moveTo>
                    <a:pt x="1453" y="0"/>
                  </a:moveTo>
                  <a:cubicBezTo>
                    <a:pt x="667" y="0"/>
                    <a:pt x="0" y="643"/>
                    <a:pt x="0" y="1453"/>
                  </a:cubicBezTo>
                  <a:cubicBezTo>
                    <a:pt x="0" y="2263"/>
                    <a:pt x="667" y="2906"/>
                    <a:pt x="1453" y="2906"/>
                  </a:cubicBezTo>
                  <a:cubicBezTo>
                    <a:pt x="2263" y="2906"/>
                    <a:pt x="2929" y="2263"/>
                    <a:pt x="2929" y="1453"/>
                  </a:cubicBezTo>
                  <a:cubicBezTo>
                    <a:pt x="2929" y="643"/>
                    <a:pt x="2263" y="0"/>
                    <a:pt x="1453"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1" name="Google Shape;28481;p152"/>
            <p:cNvSpPr/>
            <p:nvPr/>
          </p:nvSpPr>
          <p:spPr>
            <a:xfrm>
              <a:off x="6575018" y="3295586"/>
              <a:ext cx="58077" cy="94445"/>
            </a:xfrm>
            <a:custGeom>
              <a:rect b="b" l="l" r="r" t="t"/>
              <a:pathLst>
                <a:path extrusionOk="0" h="2906" w="1787">
                  <a:moveTo>
                    <a:pt x="334" y="0"/>
                  </a:moveTo>
                  <a:cubicBezTo>
                    <a:pt x="215" y="0"/>
                    <a:pt x="96" y="0"/>
                    <a:pt x="0" y="24"/>
                  </a:cubicBezTo>
                  <a:cubicBezTo>
                    <a:pt x="643" y="167"/>
                    <a:pt x="1120" y="762"/>
                    <a:pt x="1120" y="1453"/>
                  </a:cubicBezTo>
                  <a:cubicBezTo>
                    <a:pt x="1120" y="2143"/>
                    <a:pt x="643" y="2739"/>
                    <a:pt x="0" y="2882"/>
                  </a:cubicBezTo>
                  <a:cubicBezTo>
                    <a:pt x="119" y="2906"/>
                    <a:pt x="215" y="2906"/>
                    <a:pt x="334" y="2906"/>
                  </a:cubicBezTo>
                  <a:cubicBezTo>
                    <a:pt x="1120" y="2906"/>
                    <a:pt x="1786" y="2263"/>
                    <a:pt x="1786" y="1453"/>
                  </a:cubicBezTo>
                  <a:cubicBezTo>
                    <a:pt x="1786" y="643"/>
                    <a:pt x="1120" y="0"/>
                    <a:pt x="334"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2" name="Google Shape;28482;p152"/>
            <p:cNvSpPr/>
            <p:nvPr/>
          </p:nvSpPr>
          <p:spPr>
            <a:xfrm>
              <a:off x="6393116" y="3099773"/>
              <a:ext cx="107640" cy="10075"/>
            </a:xfrm>
            <a:custGeom>
              <a:rect b="b" l="l" r="r" t="t"/>
              <a:pathLst>
                <a:path extrusionOk="0" h="310" w="3312">
                  <a:moveTo>
                    <a:pt x="144" y="0"/>
                  </a:moveTo>
                  <a:cubicBezTo>
                    <a:pt x="49" y="0"/>
                    <a:pt x="1" y="72"/>
                    <a:pt x="1" y="143"/>
                  </a:cubicBezTo>
                  <a:cubicBezTo>
                    <a:pt x="1" y="238"/>
                    <a:pt x="49" y="310"/>
                    <a:pt x="144" y="310"/>
                  </a:cubicBezTo>
                  <a:lnTo>
                    <a:pt x="3144" y="310"/>
                  </a:lnTo>
                  <a:cubicBezTo>
                    <a:pt x="3240" y="310"/>
                    <a:pt x="3311" y="238"/>
                    <a:pt x="3311" y="143"/>
                  </a:cubicBezTo>
                  <a:cubicBezTo>
                    <a:pt x="3311" y="72"/>
                    <a:pt x="3240" y="0"/>
                    <a:pt x="3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3" name="Google Shape;28483;p152"/>
            <p:cNvSpPr/>
            <p:nvPr/>
          </p:nvSpPr>
          <p:spPr>
            <a:xfrm>
              <a:off x="6375338" y="3129186"/>
              <a:ext cx="142447" cy="9295"/>
            </a:xfrm>
            <a:custGeom>
              <a:rect b="b" l="l" r="r" t="t"/>
              <a:pathLst>
                <a:path extrusionOk="0" h="286" w="4383">
                  <a:moveTo>
                    <a:pt x="167" y="0"/>
                  </a:moveTo>
                  <a:cubicBezTo>
                    <a:pt x="72" y="0"/>
                    <a:pt x="0" y="48"/>
                    <a:pt x="0" y="143"/>
                  </a:cubicBezTo>
                  <a:cubicBezTo>
                    <a:pt x="0" y="238"/>
                    <a:pt x="72" y="286"/>
                    <a:pt x="167" y="286"/>
                  </a:cubicBezTo>
                  <a:lnTo>
                    <a:pt x="4215" y="286"/>
                  </a:lnTo>
                  <a:cubicBezTo>
                    <a:pt x="4287" y="286"/>
                    <a:pt x="4382" y="238"/>
                    <a:pt x="4358" y="143"/>
                  </a:cubicBezTo>
                  <a:cubicBezTo>
                    <a:pt x="4358" y="48"/>
                    <a:pt x="4287" y="0"/>
                    <a:pt x="4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4" name="Google Shape;28484;p152"/>
            <p:cNvSpPr/>
            <p:nvPr/>
          </p:nvSpPr>
          <p:spPr>
            <a:xfrm>
              <a:off x="6375338" y="3155478"/>
              <a:ext cx="142447" cy="9328"/>
            </a:xfrm>
            <a:custGeom>
              <a:rect b="b" l="l" r="r" t="t"/>
              <a:pathLst>
                <a:path extrusionOk="0" h="287" w="4383">
                  <a:moveTo>
                    <a:pt x="167" y="1"/>
                  </a:moveTo>
                  <a:cubicBezTo>
                    <a:pt x="72" y="1"/>
                    <a:pt x="0" y="48"/>
                    <a:pt x="0" y="144"/>
                  </a:cubicBezTo>
                  <a:cubicBezTo>
                    <a:pt x="0" y="239"/>
                    <a:pt x="72" y="287"/>
                    <a:pt x="167" y="287"/>
                  </a:cubicBezTo>
                  <a:lnTo>
                    <a:pt x="4215" y="287"/>
                  </a:lnTo>
                  <a:cubicBezTo>
                    <a:pt x="4287" y="287"/>
                    <a:pt x="4382" y="239"/>
                    <a:pt x="4358" y="144"/>
                  </a:cubicBezTo>
                  <a:cubicBezTo>
                    <a:pt x="4358" y="48"/>
                    <a:pt x="4287" y="1"/>
                    <a:pt x="4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5" name="Google Shape;28485;p152"/>
            <p:cNvSpPr/>
            <p:nvPr/>
          </p:nvSpPr>
          <p:spPr>
            <a:xfrm>
              <a:off x="6375338" y="3181023"/>
              <a:ext cx="142447" cy="10108"/>
            </a:xfrm>
            <a:custGeom>
              <a:rect b="b" l="l" r="r" t="t"/>
              <a:pathLst>
                <a:path extrusionOk="0" h="311" w="4383">
                  <a:moveTo>
                    <a:pt x="167" y="1"/>
                  </a:moveTo>
                  <a:cubicBezTo>
                    <a:pt x="72" y="1"/>
                    <a:pt x="0" y="72"/>
                    <a:pt x="0" y="167"/>
                  </a:cubicBezTo>
                  <a:cubicBezTo>
                    <a:pt x="0" y="239"/>
                    <a:pt x="72" y="310"/>
                    <a:pt x="167" y="310"/>
                  </a:cubicBezTo>
                  <a:lnTo>
                    <a:pt x="4215" y="310"/>
                  </a:lnTo>
                  <a:cubicBezTo>
                    <a:pt x="4287" y="310"/>
                    <a:pt x="4382" y="239"/>
                    <a:pt x="4358" y="167"/>
                  </a:cubicBezTo>
                  <a:cubicBezTo>
                    <a:pt x="4358" y="72"/>
                    <a:pt x="4287" y="1"/>
                    <a:pt x="4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6" name="Google Shape;28486;p152"/>
            <p:cNvSpPr/>
            <p:nvPr/>
          </p:nvSpPr>
          <p:spPr>
            <a:xfrm>
              <a:off x="6572678" y="3323438"/>
              <a:ext cx="22490" cy="39520"/>
            </a:xfrm>
            <a:custGeom>
              <a:rect b="b" l="l" r="r" t="t"/>
              <a:pathLst>
                <a:path extrusionOk="0" h="1216" w="692">
                  <a:moveTo>
                    <a:pt x="215" y="0"/>
                  </a:moveTo>
                  <a:cubicBezTo>
                    <a:pt x="96" y="0"/>
                    <a:pt x="1" y="120"/>
                    <a:pt x="72" y="239"/>
                  </a:cubicBezTo>
                  <a:cubicBezTo>
                    <a:pt x="96" y="310"/>
                    <a:pt x="168" y="334"/>
                    <a:pt x="215" y="334"/>
                  </a:cubicBezTo>
                  <a:lnTo>
                    <a:pt x="358" y="334"/>
                  </a:lnTo>
                  <a:lnTo>
                    <a:pt x="358" y="1048"/>
                  </a:lnTo>
                  <a:cubicBezTo>
                    <a:pt x="358" y="1096"/>
                    <a:pt x="406" y="1144"/>
                    <a:pt x="453" y="1191"/>
                  </a:cubicBezTo>
                  <a:cubicBezTo>
                    <a:pt x="482" y="1208"/>
                    <a:pt x="510" y="1216"/>
                    <a:pt x="537" y="1216"/>
                  </a:cubicBezTo>
                  <a:cubicBezTo>
                    <a:pt x="622" y="1216"/>
                    <a:pt x="692" y="1139"/>
                    <a:pt x="692" y="1048"/>
                  </a:cubicBezTo>
                  <a:lnTo>
                    <a:pt x="692" y="143"/>
                  </a:lnTo>
                  <a:cubicBezTo>
                    <a:pt x="692" y="72"/>
                    <a:pt x="644" y="0"/>
                    <a:pt x="549"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7" name="Google Shape;28487;p152"/>
          <p:cNvGrpSpPr/>
          <p:nvPr/>
        </p:nvGrpSpPr>
        <p:grpSpPr>
          <a:xfrm>
            <a:off x="7116013" y="2880813"/>
            <a:ext cx="185803" cy="356818"/>
            <a:chOff x="7116013" y="3033213"/>
            <a:chExt cx="185803" cy="356818"/>
          </a:xfrm>
        </p:grpSpPr>
        <p:sp>
          <p:nvSpPr>
            <p:cNvPr id="28488" name="Google Shape;28488;p152"/>
            <p:cNvSpPr/>
            <p:nvPr/>
          </p:nvSpPr>
          <p:spPr>
            <a:xfrm>
              <a:off x="7116013" y="3064153"/>
              <a:ext cx="185802" cy="294158"/>
            </a:xfrm>
            <a:custGeom>
              <a:rect b="b" l="l" r="r" t="t"/>
              <a:pathLst>
                <a:path extrusionOk="0" h="9051" w="5717">
                  <a:moveTo>
                    <a:pt x="2692" y="1"/>
                  </a:moveTo>
                  <a:lnTo>
                    <a:pt x="1" y="215"/>
                  </a:lnTo>
                  <a:lnTo>
                    <a:pt x="1" y="8883"/>
                  </a:lnTo>
                  <a:lnTo>
                    <a:pt x="2882" y="9050"/>
                  </a:lnTo>
                  <a:lnTo>
                    <a:pt x="5716" y="8883"/>
                  </a:lnTo>
                  <a:lnTo>
                    <a:pt x="5716" y="215"/>
                  </a:lnTo>
                  <a:lnTo>
                    <a:pt x="2692"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9" name="Google Shape;28489;p152"/>
            <p:cNvSpPr/>
            <p:nvPr/>
          </p:nvSpPr>
          <p:spPr>
            <a:xfrm>
              <a:off x="7280106" y="3063373"/>
              <a:ext cx="21710" cy="294938"/>
            </a:xfrm>
            <a:custGeom>
              <a:rect b="b" l="l" r="r" t="t"/>
              <a:pathLst>
                <a:path extrusionOk="0" h="9075" w="668">
                  <a:moveTo>
                    <a:pt x="0" y="1"/>
                  </a:moveTo>
                  <a:lnTo>
                    <a:pt x="0" y="9074"/>
                  </a:lnTo>
                  <a:lnTo>
                    <a:pt x="667" y="8907"/>
                  </a:lnTo>
                  <a:lnTo>
                    <a:pt x="667" y="215"/>
                  </a:lnTo>
                  <a:lnTo>
                    <a:pt x="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0" name="Google Shape;28490;p152"/>
            <p:cNvSpPr/>
            <p:nvPr/>
          </p:nvSpPr>
          <p:spPr>
            <a:xfrm>
              <a:off x="7116013" y="3033213"/>
              <a:ext cx="185802" cy="37928"/>
            </a:xfrm>
            <a:custGeom>
              <a:rect b="b" l="l" r="r" t="t"/>
              <a:pathLst>
                <a:path extrusionOk="0" h="1167" w="5717">
                  <a:moveTo>
                    <a:pt x="358" y="0"/>
                  </a:moveTo>
                  <a:cubicBezTo>
                    <a:pt x="144" y="0"/>
                    <a:pt x="1" y="143"/>
                    <a:pt x="1" y="357"/>
                  </a:cubicBezTo>
                  <a:lnTo>
                    <a:pt x="1" y="1167"/>
                  </a:lnTo>
                  <a:lnTo>
                    <a:pt x="5716" y="1167"/>
                  </a:lnTo>
                  <a:lnTo>
                    <a:pt x="5716" y="357"/>
                  </a:lnTo>
                  <a:cubicBezTo>
                    <a:pt x="5716" y="143"/>
                    <a:pt x="5549" y="0"/>
                    <a:pt x="5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1" name="Google Shape;28491;p152"/>
            <p:cNvSpPr/>
            <p:nvPr/>
          </p:nvSpPr>
          <p:spPr>
            <a:xfrm>
              <a:off x="7116013" y="3352851"/>
              <a:ext cx="185802" cy="37180"/>
            </a:xfrm>
            <a:custGeom>
              <a:rect b="b" l="l" r="r" t="t"/>
              <a:pathLst>
                <a:path extrusionOk="0" h="1144" w="5717">
                  <a:moveTo>
                    <a:pt x="1" y="0"/>
                  </a:moveTo>
                  <a:lnTo>
                    <a:pt x="1" y="786"/>
                  </a:lnTo>
                  <a:cubicBezTo>
                    <a:pt x="1" y="1001"/>
                    <a:pt x="144" y="1144"/>
                    <a:pt x="358" y="1144"/>
                  </a:cubicBezTo>
                  <a:lnTo>
                    <a:pt x="5359" y="1144"/>
                  </a:lnTo>
                  <a:cubicBezTo>
                    <a:pt x="5549" y="1144"/>
                    <a:pt x="5716" y="1001"/>
                    <a:pt x="5716" y="786"/>
                  </a:cubicBezTo>
                  <a:lnTo>
                    <a:pt x="571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2" name="Google Shape;28492;p152"/>
            <p:cNvSpPr/>
            <p:nvPr/>
          </p:nvSpPr>
          <p:spPr>
            <a:xfrm>
              <a:off x="7268503" y="3033213"/>
              <a:ext cx="33313" cy="37928"/>
            </a:xfrm>
            <a:custGeom>
              <a:rect b="b" l="l" r="r" t="t"/>
              <a:pathLst>
                <a:path extrusionOk="0" h="1167" w="1025">
                  <a:moveTo>
                    <a:pt x="0" y="0"/>
                  </a:moveTo>
                  <a:cubicBezTo>
                    <a:pt x="214" y="0"/>
                    <a:pt x="357" y="143"/>
                    <a:pt x="357" y="357"/>
                  </a:cubicBezTo>
                  <a:lnTo>
                    <a:pt x="357" y="1167"/>
                  </a:lnTo>
                  <a:lnTo>
                    <a:pt x="1024" y="1167"/>
                  </a:lnTo>
                  <a:lnTo>
                    <a:pt x="1024" y="357"/>
                  </a:lnTo>
                  <a:cubicBezTo>
                    <a:pt x="1024" y="143"/>
                    <a:pt x="857" y="0"/>
                    <a:pt x="667" y="0"/>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3" name="Google Shape;28493;p152"/>
            <p:cNvSpPr/>
            <p:nvPr/>
          </p:nvSpPr>
          <p:spPr>
            <a:xfrm>
              <a:off x="7268503" y="3352851"/>
              <a:ext cx="33313" cy="37180"/>
            </a:xfrm>
            <a:custGeom>
              <a:rect b="b" l="l" r="r" t="t"/>
              <a:pathLst>
                <a:path extrusionOk="0" h="1144" w="1025">
                  <a:moveTo>
                    <a:pt x="357" y="0"/>
                  </a:moveTo>
                  <a:lnTo>
                    <a:pt x="357" y="786"/>
                  </a:lnTo>
                  <a:cubicBezTo>
                    <a:pt x="357" y="1001"/>
                    <a:pt x="214" y="1144"/>
                    <a:pt x="0" y="1144"/>
                  </a:cubicBezTo>
                  <a:lnTo>
                    <a:pt x="667" y="1144"/>
                  </a:lnTo>
                  <a:cubicBezTo>
                    <a:pt x="857" y="1144"/>
                    <a:pt x="1024" y="1001"/>
                    <a:pt x="1024" y="786"/>
                  </a:cubicBezTo>
                  <a:lnTo>
                    <a:pt x="1024"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4" name="Google Shape;28494;p152"/>
            <p:cNvSpPr/>
            <p:nvPr/>
          </p:nvSpPr>
          <p:spPr>
            <a:xfrm>
              <a:off x="7147766" y="3096653"/>
              <a:ext cx="123077" cy="157170"/>
            </a:xfrm>
            <a:custGeom>
              <a:rect b="b" l="l" r="r" t="t"/>
              <a:pathLst>
                <a:path extrusionOk="0" h="4836" w="3787">
                  <a:moveTo>
                    <a:pt x="167" y="1"/>
                  </a:moveTo>
                  <a:cubicBezTo>
                    <a:pt x="71" y="1"/>
                    <a:pt x="0" y="96"/>
                    <a:pt x="0" y="191"/>
                  </a:cubicBezTo>
                  <a:lnTo>
                    <a:pt x="0" y="4668"/>
                  </a:lnTo>
                  <a:cubicBezTo>
                    <a:pt x="0" y="4740"/>
                    <a:pt x="95" y="4835"/>
                    <a:pt x="167" y="4835"/>
                  </a:cubicBezTo>
                  <a:lnTo>
                    <a:pt x="3596" y="4835"/>
                  </a:lnTo>
                  <a:cubicBezTo>
                    <a:pt x="3691" y="4835"/>
                    <a:pt x="3787" y="4740"/>
                    <a:pt x="3787" y="4668"/>
                  </a:cubicBezTo>
                  <a:lnTo>
                    <a:pt x="3787" y="191"/>
                  </a:lnTo>
                  <a:cubicBezTo>
                    <a:pt x="3787" y="96"/>
                    <a:pt x="3691" y="1"/>
                    <a:pt x="3596" y="1"/>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5" name="Google Shape;28495;p152"/>
            <p:cNvSpPr/>
            <p:nvPr/>
          </p:nvSpPr>
          <p:spPr>
            <a:xfrm>
              <a:off x="7242958" y="3096653"/>
              <a:ext cx="27885" cy="157170"/>
            </a:xfrm>
            <a:custGeom>
              <a:rect b="b" l="l" r="r" t="t"/>
              <a:pathLst>
                <a:path extrusionOk="0" h="4836" w="858">
                  <a:moveTo>
                    <a:pt x="0" y="1"/>
                  </a:moveTo>
                  <a:cubicBezTo>
                    <a:pt x="95" y="1"/>
                    <a:pt x="191" y="96"/>
                    <a:pt x="191" y="191"/>
                  </a:cubicBezTo>
                  <a:lnTo>
                    <a:pt x="191" y="4668"/>
                  </a:lnTo>
                  <a:cubicBezTo>
                    <a:pt x="191" y="4740"/>
                    <a:pt x="95" y="4835"/>
                    <a:pt x="0" y="4835"/>
                  </a:cubicBezTo>
                  <a:lnTo>
                    <a:pt x="667" y="4835"/>
                  </a:lnTo>
                  <a:cubicBezTo>
                    <a:pt x="762" y="4835"/>
                    <a:pt x="858" y="4740"/>
                    <a:pt x="858" y="4668"/>
                  </a:cubicBezTo>
                  <a:lnTo>
                    <a:pt x="858" y="191"/>
                  </a:lnTo>
                  <a:cubicBezTo>
                    <a:pt x="858" y="96"/>
                    <a:pt x="762" y="1"/>
                    <a:pt x="6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6" name="Google Shape;28496;p152"/>
            <p:cNvSpPr/>
            <p:nvPr/>
          </p:nvSpPr>
          <p:spPr>
            <a:xfrm>
              <a:off x="7147766" y="3276996"/>
              <a:ext cx="50310" cy="50343"/>
            </a:xfrm>
            <a:custGeom>
              <a:rect b="b" l="l" r="r" t="t"/>
              <a:pathLst>
                <a:path extrusionOk="0" h="1549" w="1548">
                  <a:moveTo>
                    <a:pt x="762" y="1"/>
                  </a:moveTo>
                  <a:cubicBezTo>
                    <a:pt x="333" y="1"/>
                    <a:pt x="0" y="358"/>
                    <a:pt x="0" y="763"/>
                  </a:cubicBezTo>
                  <a:cubicBezTo>
                    <a:pt x="0" y="1191"/>
                    <a:pt x="333" y="1549"/>
                    <a:pt x="762" y="1549"/>
                  </a:cubicBezTo>
                  <a:cubicBezTo>
                    <a:pt x="1191" y="1549"/>
                    <a:pt x="1548" y="1191"/>
                    <a:pt x="1548" y="763"/>
                  </a:cubicBezTo>
                  <a:cubicBezTo>
                    <a:pt x="1548" y="358"/>
                    <a:pt x="1191" y="1"/>
                    <a:pt x="762"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7" name="Google Shape;28497;p152"/>
            <p:cNvSpPr/>
            <p:nvPr/>
          </p:nvSpPr>
          <p:spPr>
            <a:xfrm>
              <a:off x="7218941" y="3276996"/>
              <a:ext cx="50343" cy="50343"/>
            </a:xfrm>
            <a:custGeom>
              <a:rect b="b" l="l" r="r" t="t"/>
              <a:pathLst>
                <a:path extrusionOk="0" h="1549" w="1549">
                  <a:moveTo>
                    <a:pt x="787" y="1"/>
                  </a:moveTo>
                  <a:cubicBezTo>
                    <a:pt x="358" y="1"/>
                    <a:pt x="1" y="358"/>
                    <a:pt x="1" y="763"/>
                  </a:cubicBezTo>
                  <a:cubicBezTo>
                    <a:pt x="1" y="1191"/>
                    <a:pt x="358" y="1549"/>
                    <a:pt x="787" y="1549"/>
                  </a:cubicBezTo>
                  <a:cubicBezTo>
                    <a:pt x="1216" y="1549"/>
                    <a:pt x="1549" y="1191"/>
                    <a:pt x="1549" y="763"/>
                  </a:cubicBezTo>
                  <a:cubicBezTo>
                    <a:pt x="1549" y="358"/>
                    <a:pt x="1216" y="1"/>
                    <a:pt x="787" y="1"/>
                  </a:cubicBezTo>
                  <a:close/>
                </a:path>
              </a:pathLst>
            </a:custGeom>
            <a:solidFill>
              <a:srgbClr val="F7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8" name="Google Shape;28498;p152"/>
            <p:cNvSpPr/>
            <p:nvPr/>
          </p:nvSpPr>
          <p:spPr>
            <a:xfrm>
              <a:off x="7171751" y="3124538"/>
              <a:ext cx="38740" cy="10075"/>
            </a:xfrm>
            <a:custGeom>
              <a:rect b="b" l="l" r="r" t="t"/>
              <a:pathLst>
                <a:path extrusionOk="0" h="310" w="1192">
                  <a:moveTo>
                    <a:pt x="191" y="0"/>
                  </a:moveTo>
                  <a:cubicBezTo>
                    <a:pt x="96" y="0"/>
                    <a:pt x="0" y="72"/>
                    <a:pt x="24" y="191"/>
                  </a:cubicBezTo>
                  <a:cubicBezTo>
                    <a:pt x="72" y="286"/>
                    <a:pt x="119" y="310"/>
                    <a:pt x="191" y="310"/>
                  </a:cubicBezTo>
                  <a:lnTo>
                    <a:pt x="977" y="310"/>
                  </a:lnTo>
                  <a:cubicBezTo>
                    <a:pt x="1096" y="310"/>
                    <a:pt x="1191" y="191"/>
                    <a:pt x="1143" y="119"/>
                  </a:cubicBezTo>
                  <a:cubicBezTo>
                    <a:pt x="1096" y="24"/>
                    <a:pt x="1048" y="0"/>
                    <a:pt x="97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9" name="Google Shape;28499;p152"/>
            <p:cNvSpPr/>
            <p:nvPr/>
          </p:nvSpPr>
          <p:spPr>
            <a:xfrm>
              <a:off x="7171751" y="3147743"/>
              <a:ext cx="74327" cy="10108"/>
            </a:xfrm>
            <a:custGeom>
              <a:rect b="b" l="l" r="r" t="t"/>
              <a:pathLst>
                <a:path extrusionOk="0" h="311" w="2287">
                  <a:moveTo>
                    <a:pt x="191" y="1"/>
                  </a:moveTo>
                  <a:cubicBezTo>
                    <a:pt x="96" y="1"/>
                    <a:pt x="0" y="72"/>
                    <a:pt x="24" y="191"/>
                  </a:cubicBezTo>
                  <a:cubicBezTo>
                    <a:pt x="24" y="263"/>
                    <a:pt x="96" y="310"/>
                    <a:pt x="191" y="310"/>
                  </a:cubicBezTo>
                  <a:lnTo>
                    <a:pt x="2120" y="310"/>
                  </a:lnTo>
                  <a:cubicBezTo>
                    <a:pt x="2239" y="310"/>
                    <a:pt x="2286" y="239"/>
                    <a:pt x="2263" y="120"/>
                  </a:cubicBezTo>
                  <a:cubicBezTo>
                    <a:pt x="2263" y="48"/>
                    <a:pt x="2191" y="1"/>
                    <a:pt x="212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0" name="Google Shape;28500;p152"/>
            <p:cNvSpPr/>
            <p:nvPr/>
          </p:nvSpPr>
          <p:spPr>
            <a:xfrm>
              <a:off x="7171751" y="3169421"/>
              <a:ext cx="74327" cy="10855"/>
            </a:xfrm>
            <a:custGeom>
              <a:rect b="b" l="l" r="r" t="t"/>
              <a:pathLst>
                <a:path extrusionOk="0" h="334" w="2287">
                  <a:moveTo>
                    <a:pt x="191" y="0"/>
                  </a:moveTo>
                  <a:cubicBezTo>
                    <a:pt x="96" y="0"/>
                    <a:pt x="0" y="96"/>
                    <a:pt x="24" y="215"/>
                  </a:cubicBezTo>
                  <a:cubicBezTo>
                    <a:pt x="24" y="286"/>
                    <a:pt x="96" y="334"/>
                    <a:pt x="191" y="334"/>
                  </a:cubicBezTo>
                  <a:lnTo>
                    <a:pt x="2120" y="334"/>
                  </a:lnTo>
                  <a:cubicBezTo>
                    <a:pt x="2239" y="334"/>
                    <a:pt x="2286" y="239"/>
                    <a:pt x="2263" y="119"/>
                  </a:cubicBezTo>
                  <a:cubicBezTo>
                    <a:pt x="2263" y="72"/>
                    <a:pt x="2191" y="0"/>
                    <a:pt x="212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1" name="Google Shape;28501;p152"/>
            <p:cNvSpPr/>
            <p:nvPr/>
          </p:nvSpPr>
          <p:spPr>
            <a:xfrm>
              <a:off x="7171751" y="3191878"/>
              <a:ext cx="74327" cy="10855"/>
            </a:xfrm>
            <a:custGeom>
              <a:rect b="b" l="l" r="r" t="t"/>
              <a:pathLst>
                <a:path extrusionOk="0" h="334" w="2287">
                  <a:moveTo>
                    <a:pt x="191" y="0"/>
                  </a:moveTo>
                  <a:cubicBezTo>
                    <a:pt x="96" y="0"/>
                    <a:pt x="0" y="95"/>
                    <a:pt x="24" y="214"/>
                  </a:cubicBezTo>
                  <a:cubicBezTo>
                    <a:pt x="24" y="262"/>
                    <a:pt x="96" y="333"/>
                    <a:pt x="191" y="333"/>
                  </a:cubicBezTo>
                  <a:lnTo>
                    <a:pt x="2120" y="333"/>
                  </a:lnTo>
                  <a:cubicBezTo>
                    <a:pt x="2239" y="333"/>
                    <a:pt x="2286" y="238"/>
                    <a:pt x="2263" y="119"/>
                  </a:cubicBezTo>
                  <a:cubicBezTo>
                    <a:pt x="2263" y="71"/>
                    <a:pt x="2191" y="0"/>
                    <a:pt x="212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2" name="Google Shape;28502;p152"/>
            <p:cNvSpPr/>
            <p:nvPr/>
          </p:nvSpPr>
          <p:spPr>
            <a:xfrm>
              <a:off x="7171751" y="3215083"/>
              <a:ext cx="74327" cy="10855"/>
            </a:xfrm>
            <a:custGeom>
              <a:rect b="b" l="l" r="r" t="t"/>
              <a:pathLst>
                <a:path extrusionOk="0" h="334" w="2287">
                  <a:moveTo>
                    <a:pt x="191" y="0"/>
                  </a:moveTo>
                  <a:cubicBezTo>
                    <a:pt x="96" y="0"/>
                    <a:pt x="0" y="96"/>
                    <a:pt x="24" y="215"/>
                  </a:cubicBezTo>
                  <a:cubicBezTo>
                    <a:pt x="24" y="262"/>
                    <a:pt x="96" y="334"/>
                    <a:pt x="191" y="334"/>
                  </a:cubicBezTo>
                  <a:lnTo>
                    <a:pt x="2120" y="334"/>
                  </a:lnTo>
                  <a:cubicBezTo>
                    <a:pt x="2239" y="334"/>
                    <a:pt x="2286" y="239"/>
                    <a:pt x="2263" y="120"/>
                  </a:cubicBezTo>
                  <a:cubicBezTo>
                    <a:pt x="2263" y="72"/>
                    <a:pt x="2191" y="0"/>
                    <a:pt x="212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3" name="Google Shape;28503;p152"/>
            <p:cNvSpPr/>
            <p:nvPr/>
          </p:nvSpPr>
          <p:spPr>
            <a:xfrm>
              <a:off x="7132263" y="3272348"/>
              <a:ext cx="150963" cy="59280"/>
            </a:xfrm>
            <a:custGeom>
              <a:rect b="b" l="l" r="r" t="t"/>
              <a:pathLst>
                <a:path extrusionOk="0" h="1824" w="4645">
                  <a:moveTo>
                    <a:pt x="1239" y="358"/>
                  </a:moveTo>
                  <a:cubicBezTo>
                    <a:pt x="1573" y="358"/>
                    <a:pt x="1834" y="620"/>
                    <a:pt x="1834" y="953"/>
                  </a:cubicBezTo>
                  <a:cubicBezTo>
                    <a:pt x="1882" y="1287"/>
                    <a:pt x="1596" y="1549"/>
                    <a:pt x="1239" y="1549"/>
                  </a:cubicBezTo>
                  <a:cubicBezTo>
                    <a:pt x="930" y="1549"/>
                    <a:pt x="644" y="1287"/>
                    <a:pt x="644" y="953"/>
                  </a:cubicBezTo>
                  <a:cubicBezTo>
                    <a:pt x="644" y="620"/>
                    <a:pt x="930" y="358"/>
                    <a:pt x="1239" y="358"/>
                  </a:cubicBezTo>
                  <a:close/>
                  <a:moveTo>
                    <a:pt x="3454" y="358"/>
                  </a:moveTo>
                  <a:cubicBezTo>
                    <a:pt x="3787" y="358"/>
                    <a:pt x="4049" y="620"/>
                    <a:pt x="4049" y="953"/>
                  </a:cubicBezTo>
                  <a:cubicBezTo>
                    <a:pt x="4049" y="1287"/>
                    <a:pt x="3787" y="1549"/>
                    <a:pt x="3454" y="1549"/>
                  </a:cubicBezTo>
                  <a:cubicBezTo>
                    <a:pt x="3120" y="1549"/>
                    <a:pt x="2858" y="1287"/>
                    <a:pt x="2858" y="953"/>
                  </a:cubicBezTo>
                  <a:cubicBezTo>
                    <a:pt x="2858" y="620"/>
                    <a:pt x="3120" y="358"/>
                    <a:pt x="3454" y="358"/>
                  </a:cubicBezTo>
                  <a:close/>
                  <a:moveTo>
                    <a:pt x="1215" y="1"/>
                  </a:moveTo>
                  <a:cubicBezTo>
                    <a:pt x="882" y="1"/>
                    <a:pt x="620" y="144"/>
                    <a:pt x="429" y="382"/>
                  </a:cubicBezTo>
                  <a:lnTo>
                    <a:pt x="167" y="382"/>
                  </a:lnTo>
                  <a:cubicBezTo>
                    <a:pt x="96" y="382"/>
                    <a:pt x="25" y="453"/>
                    <a:pt x="1" y="525"/>
                  </a:cubicBezTo>
                  <a:cubicBezTo>
                    <a:pt x="1" y="620"/>
                    <a:pt x="48" y="715"/>
                    <a:pt x="167" y="715"/>
                  </a:cubicBezTo>
                  <a:lnTo>
                    <a:pt x="287" y="715"/>
                  </a:lnTo>
                  <a:cubicBezTo>
                    <a:pt x="263" y="763"/>
                    <a:pt x="263" y="858"/>
                    <a:pt x="263" y="929"/>
                  </a:cubicBezTo>
                  <a:cubicBezTo>
                    <a:pt x="263" y="1406"/>
                    <a:pt x="676" y="1823"/>
                    <a:pt x="1181" y="1823"/>
                  </a:cubicBezTo>
                  <a:cubicBezTo>
                    <a:pt x="1231" y="1823"/>
                    <a:pt x="1283" y="1819"/>
                    <a:pt x="1334" y="1811"/>
                  </a:cubicBezTo>
                  <a:cubicBezTo>
                    <a:pt x="1739" y="1763"/>
                    <a:pt x="2073" y="1430"/>
                    <a:pt x="2144" y="1049"/>
                  </a:cubicBezTo>
                  <a:cubicBezTo>
                    <a:pt x="2168" y="858"/>
                    <a:pt x="2144" y="691"/>
                    <a:pt x="2049" y="525"/>
                  </a:cubicBezTo>
                  <a:cubicBezTo>
                    <a:pt x="2144" y="501"/>
                    <a:pt x="2192" y="477"/>
                    <a:pt x="2287" y="477"/>
                  </a:cubicBezTo>
                  <a:cubicBezTo>
                    <a:pt x="2382" y="477"/>
                    <a:pt x="2477" y="501"/>
                    <a:pt x="2525" y="525"/>
                  </a:cubicBezTo>
                  <a:cubicBezTo>
                    <a:pt x="2454" y="691"/>
                    <a:pt x="2430" y="858"/>
                    <a:pt x="2430" y="1049"/>
                  </a:cubicBezTo>
                  <a:cubicBezTo>
                    <a:pt x="2501" y="1453"/>
                    <a:pt x="2811" y="1787"/>
                    <a:pt x="3240" y="1811"/>
                  </a:cubicBezTo>
                  <a:cubicBezTo>
                    <a:pt x="3282" y="1816"/>
                    <a:pt x="3323" y="1818"/>
                    <a:pt x="3364" y="1818"/>
                  </a:cubicBezTo>
                  <a:cubicBezTo>
                    <a:pt x="3882" y="1818"/>
                    <a:pt x="4311" y="1415"/>
                    <a:pt x="4311" y="929"/>
                  </a:cubicBezTo>
                  <a:cubicBezTo>
                    <a:pt x="4311" y="858"/>
                    <a:pt x="4311" y="763"/>
                    <a:pt x="4287" y="715"/>
                  </a:cubicBezTo>
                  <a:lnTo>
                    <a:pt x="4383" y="715"/>
                  </a:lnTo>
                  <a:cubicBezTo>
                    <a:pt x="4454" y="715"/>
                    <a:pt x="4526" y="644"/>
                    <a:pt x="4549" y="572"/>
                  </a:cubicBezTo>
                  <a:cubicBezTo>
                    <a:pt x="4645" y="477"/>
                    <a:pt x="4573" y="382"/>
                    <a:pt x="4454" y="382"/>
                  </a:cubicBezTo>
                  <a:lnTo>
                    <a:pt x="4192" y="382"/>
                  </a:lnTo>
                  <a:cubicBezTo>
                    <a:pt x="4025" y="144"/>
                    <a:pt x="3740" y="1"/>
                    <a:pt x="3430" y="1"/>
                  </a:cubicBezTo>
                  <a:cubicBezTo>
                    <a:pt x="3144" y="1"/>
                    <a:pt x="2906" y="96"/>
                    <a:pt x="2763" y="263"/>
                  </a:cubicBezTo>
                  <a:cubicBezTo>
                    <a:pt x="2644" y="215"/>
                    <a:pt x="2501" y="144"/>
                    <a:pt x="2311" y="144"/>
                  </a:cubicBezTo>
                  <a:cubicBezTo>
                    <a:pt x="2168" y="144"/>
                    <a:pt x="2025" y="167"/>
                    <a:pt x="1882" y="263"/>
                  </a:cubicBezTo>
                  <a:cubicBezTo>
                    <a:pt x="1692" y="120"/>
                    <a:pt x="1453" y="1"/>
                    <a:pt x="121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4" name="Google Shape;28504;p152"/>
          <p:cNvGrpSpPr/>
          <p:nvPr/>
        </p:nvGrpSpPr>
        <p:grpSpPr>
          <a:xfrm>
            <a:off x="7780086" y="2944188"/>
            <a:ext cx="357598" cy="229970"/>
            <a:chOff x="7780086" y="3096588"/>
            <a:chExt cx="357598" cy="229970"/>
          </a:xfrm>
        </p:grpSpPr>
        <p:sp>
          <p:nvSpPr>
            <p:cNvPr id="28505" name="Google Shape;28505;p152"/>
            <p:cNvSpPr/>
            <p:nvPr/>
          </p:nvSpPr>
          <p:spPr>
            <a:xfrm>
              <a:off x="7810278" y="3096588"/>
              <a:ext cx="25577" cy="72085"/>
            </a:xfrm>
            <a:custGeom>
              <a:rect b="b" l="l" r="r" t="t"/>
              <a:pathLst>
                <a:path extrusionOk="0" h="2218" w="787">
                  <a:moveTo>
                    <a:pt x="374" y="1"/>
                  </a:moveTo>
                  <a:cubicBezTo>
                    <a:pt x="361" y="1"/>
                    <a:pt x="347" y="2"/>
                    <a:pt x="334" y="3"/>
                  </a:cubicBezTo>
                  <a:cubicBezTo>
                    <a:pt x="143" y="50"/>
                    <a:pt x="0" y="193"/>
                    <a:pt x="0" y="408"/>
                  </a:cubicBezTo>
                  <a:lnTo>
                    <a:pt x="0" y="2003"/>
                  </a:lnTo>
                  <a:lnTo>
                    <a:pt x="381" y="2218"/>
                  </a:lnTo>
                  <a:lnTo>
                    <a:pt x="786" y="2003"/>
                  </a:lnTo>
                  <a:lnTo>
                    <a:pt x="786" y="408"/>
                  </a:lnTo>
                  <a:cubicBezTo>
                    <a:pt x="786" y="183"/>
                    <a:pt x="595" y="1"/>
                    <a:pt x="374"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6" name="Google Shape;28506;p152"/>
            <p:cNvSpPr/>
            <p:nvPr/>
          </p:nvSpPr>
          <p:spPr>
            <a:xfrm>
              <a:off x="7865236" y="3096588"/>
              <a:ext cx="25545" cy="72085"/>
            </a:xfrm>
            <a:custGeom>
              <a:rect b="b" l="l" r="r" t="t"/>
              <a:pathLst>
                <a:path extrusionOk="0" h="2218" w="786">
                  <a:moveTo>
                    <a:pt x="374" y="1"/>
                  </a:moveTo>
                  <a:cubicBezTo>
                    <a:pt x="360" y="1"/>
                    <a:pt x="347" y="2"/>
                    <a:pt x="333" y="3"/>
                  </a:cubicBezTo>
                  <a:cubicBezTo>
                    <a:pt x="119" y="50"/>
                    <a:pt x="0" y="193"/>
                    <a:pt x="0" y="408"/>
                  </a:cubicBezTo>
                  <a:lnTo>
                    <a:pt x="0" y="2003"/>
                  </a:lnTo>
                  <a:lnTo>
                    <a:pt x="405" y="2218"/>
                  </a:lnTo>
                  <a:lnTo>
                    <a:pt x="786" y="2003"/>
                  </a:lnTo>
                  <a:lnTo>
                    <a:pt x="786" y="408"/>
                  </a:lnTo>
                  <a:cubicBezTo>
                    <a:pt x="786" y="183"/>
                    <a:pt x="595" y="1"/>
                    <a:pt x="374" y="1"/>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7" name="Google Shape;28507;p152"/>
            <p:cNvSpPr/>
            <p:nvPr/>
          </p:nvSpPr>
          <p:spPr>
            <a:xfrm>
              <a:off x="7799423" y="3229773"/>
              <a:ext cx="322790" cy="38740"/>
            </a:xfrm>
            <a:custGeom>
              <a:rect b="b" l="l" r="r" t="t"/>
              <a:pathLst>
                <a:path extrusionOk="0" h="1192" w="9932">
                  <a:moveTo>
                    <a:pt x="1" y="1"/>
                  </a:moveTo>
                  <a:lnTo>
                    <a:pt x="1" y="1192"/>
                  </a:lnTo>
                  <a:lnTo>
                    <a:pt x="9931" y="1192"/>
                  </a:lnTo>
                  <a:lnTo>
                    <a:pt x="993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8" name="Google Shape;28508;p152"/>
            <p:cNvSpPr/>
            <p:nvPr/>
          </p:nvSpPr>
          <p:spPr>
            <a:xfrm>
              <a:off x="8099723" y="3229773"/>
              <a:ext cx="20930" cy="38740"/>
            </a:xfrm>
            <a:custGeom>
              <a:rect b="b" l="l" r="r" t="t"/>
              <a:pathLst>
                <a:path extrusionOk="0" h="1192" w="644">
                  <a:moveTo>
                    <a:pt x="1" y="1"/>
                  </a:moveTo>
                  <a:lnTo>
                    <a:pt x="1" y="1192"/>
                  </a:lnTo>
                  <a:lnTo>
                    <a:pt x="644" y="1192"/>
                  </a:lnTo>
                  <a:lnTo>
                    <a:pt x="644"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9" name="Google Shape;28509;p152"/>
            <p:cNvSpPr/>
            <p:nvPr/>
          </p:nvSpPr>
          <p:spPr>
            <a:xfrm>
              <a:off x="7780086" y="3161686"/>
              <a:ext cx="357598" cy="73547"/>
            </a:xfrm>
            <a:custGeom>
              <a:rect b="b" l="l" r="r" t="t"/>
              <a:pathLst>
                <a:path extrusionOk="0" h="2263" w="11003">
                  <a:moveTo>
                    <a:pt x="239" y="0"/>
                  </a:moveTo>
                  <a:cubicBezTo>
                    <a:pt x="120" y="0"/>
                    <a:pt x="0" y="96"/>
                    <a:pt x="0" y="238"/>
                  </a:cubicBezTo>
                  <a:lnTo>
                    <a:pt x="0" y="2024"/>
                  </a:lnTo>
                  <a:cubicBezTo>
                    <a:pt x="0" y="2144"/>
                    <a:pt x="96" y="2263"/>
                    <a:pt x="239" y="2263"/>
                  </a:cubicBezTo>
                  <a:lnTo>
                    <a:pt x="10765" y="2263"/>
                  </a:lnTo>
                  <a:cubicBezTo>
                    <a:pt x="10884" y="2263"/>
                    <a:pt x="11003" y="2191"/>
                    <a:pt x="11003" y="2024"/>
                  </a:cubicBezTo>
                  <a:lnTo>
                    <a:pt x="11003" y="238"/>
                  </a:lnTo>
                  <a:cubicBezTo>
                    <a:pt x="11003" y="119"/>
                    <a:pt x="10908" y="0"/>
                    <a:pt x="10765"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0" name="Google Shape;28510;p152"/>
            <p:cNvSpPr/>
            <p:nvPr/>
          </p:nvSpPr>
          <p:spPr>
            <a:xfrm>
              <a:off x="7780086" y="3264613"/>
              <a:ext cx="357598" cy="61945"/>
            </a:xfrm>
            <a:custGeom>
              <a:rect b="b" l="l" r="r" t="t"/>
              <a:pathLst>
                <a:path extrusionOk="0" h="1906" w="11003">
                  <a:moveTo>
                    <a:pt x="239" y="1"/>
                  </a:moveTo>
                  <a:cubicBezTo>
                    <a:pt x="120" y="1"/>
                    <a:pt x="0" y="96"/>
                    <a:pt x="0" y="239"/>
                  </a:cubicBezTo>
                  <a:lnTo>
                    <a:pt x="0" y="1668"/>
                  </a:lnTo>
                  <a:cubicBezTo>
                    <a:pt x="0" y="1787"/>
                    <a:pt x="96" y="1906"/>
                    <a:pt x="239" y="1906"/>
                  </a:cubicBezTo>
                  <a:lnTo>
                    <a:pt x="10765" y="1906"/>
                  </a:lnTo>
                  <a:cubicBezTo>
                    <a:pt x="10884" y="1906"/>
                    <a:pt x="11003" y="1787"/>
                    <a:pt x="11003" y="1668"/>
                  </a:cubicBezTo>
                  <a:lnTo>
                    <a:pt x="11003" y="239"/>
                  </a:lnTo>
                  <a:cubicBezTo>
                    <a:pt x="11003" y="120"/>
                    <a:pt x="10908" y="1"/>
                    <a:pt x="10765"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1" name="Google Shape;28511;p152"/>
            <p:cNvSpPr/>
            <p:nvPr/>
          </p:nvSpPr>
          <p:spPr>
            <a:xfrm>
              <a:off x="8109018" y="3161686"/>
              <a:ext cx="28665" cy="73547"/>
            </a:xfrm>
            <a:custGeom>
              <a:rect b="b" l="l" r="r" t="t"/>
              <a:pathLst>
                <a:path extrusionOk="0" h="2263" w="882">
                  <a:moveTo>
                    <a:pt x="1" y="0"/>
                  </a:moveTo>
                  <a:cubicBezTo>
                    <a:pt x="167" y="0"/>
                    <a:pt x="239" y="119"/>
                    <a:pt x="239" y="238"/>
                  </a:cubicBezTo>
                  <a:lnTo>
                    <a:pt x="239" y="2024"/>
                  </a:lnTo>
                  <a:cubicBezTo>
                    <a:pt x="239" y="2191"/>
                    <a:pt x="120" y="2263"/>
                    <a:pt x="1" y="2263"/>
                  </a:cubicBezTo>
                  <a:lnTo>
                    <a:pt x="644" y="2263"/>
                  </a:lnTo>
                  <a:cubicBezTo>
                    <a:pt x="787" y="2263"/>
                    <a:pt x="882" y="2144"/>
                    <a:pt x="882" y="2024"/>
                  </a:cubicBezTo>
                  <a:lnTo>
                    <a:pt x="882" y="238"/>
                  </a:lnTo>
                  <a:cubicBezTo>
                    <a:pt x="882" y="96"/>
                    <a:pt x="763" y="0"/>
                    <a:pt x="6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2" name="Google Shape;28512;p152"/>
            <p:cNvSpPr/>
            <p:nvPr/>
          </p:nvSpPr>
          <p:spPr>
            <a:xfrm>
              <a:off x="8108238" y="3263833"/>
              <a:ext cx="29445" cy="61945"/>
            </a:xfrm>
            <a:custGeom>
              <a:rect b="b" l="l" r="r" t="t"/>
              <a:pathLst>
                <a:path extrusionOk="0" h="1906" w="906">
                  <a:moveTo>
                    <a:pt x="1" y="1"/>
                  </a:moveTo>
                  <a:cubicBezTo>
                    <a:pt x="144" y="1"/>
                    <a:pt x="239" y="120"/>
                    <a:pt x="239" y="239"/>
                  </a:cubicBezTo>
                  <a:lnTo>
                    <a:pt x="239" y="1668"/>
                  </a:lnTo>
                  <a:cubicBezTo>
                    <a:pt x="239" y="1811"/>
                    <a:pt x="120" y="1906"/>
                    <a:pt x="1" y="1906"/>
                  </a:cubicBezTo>
                  <a:lnTo>
                    <a:pt x="668" y="1906"/>
                  </a:lnTo>
                  <a:cubicBezTo>
                    <a:pt x="811" y="1906"/>
                    <a:pt x="906" y="1787"/>
                    <a:pt x="906" y="1668"/>
                  </a:cubicBezTo>
                  <a:lnTo>
                    <a:pt x="906" y="239"/>
                  </a:lnTo>
                  <a:cubicBezTo>
                    <a:pt x="906" y="72"/>
                    <a:pt x="787" y="1"/>
                    <a:pt x="668"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3" name="Google Shape;28513;p152"/>
            <p:cNvSpPr/>
            <p:nvPr/>
          </p:nvSpPr>
          <p:spPr>
            <a:xfrm>
              <a:off x="7816453" y="3194966"/>
              <a:ext cx="11635" cy="11635"/>
            </a:xfrm>
            <a:custGeom>
              <a:rect b="b" l="l" r="r" t="t"/>
              <a:pathLst>
                <a:path extrusionOk="0" h="358" w="358">
                  <a:moveTo>
                    <a:pt x="167" y="0"/>
                  </a:moveTo>
                  <a:cubicBezTo>
                    <a:pt x="72" y="0"/>
                    <a:pt x="1" y="72"/>
                    <a:pt x="1" y="167"/>
                  </a:cubicBezTo>
                  <a:cubicBezTo>
                    <a:pt x="1" y="262"/>
                    <a:pt x="72" y="358"/>
                    <a:pt x="167" y="358"/>
                  </a:cubicBezTo>
                  <a:cubicBezTo>
                    <a:pt x="263" y="358"/>
                    <a:pt x="358" y="262"/>
                    <a:pt x="358" y="167"/>
                  </a:cubicBezTo>
                  <a:cubicBezTo>
                    <a:pt x="358" y="72"/>
                    <a:pt x="263" y="0"/>
                    <a:pt x="167"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4" name="Google Shape;28514;p152"/>
            <p:cNvSpPr/>
            <p:nvPr/>
          </p:nvSpPr>
          <p:spPr>
            <a:xfrm>
              <a:off x="7852853" y="3194966"/>
              <a:ext cx="11635" cy="11635"/>
            </a:xfrm>
            <a:custGeom>
              <a:rect b="b" l="l" r="r" t="t"/>
              <a:pathLst>
                <a:path extrusionOk="0" h="358" w="358">
                  <a:moveTo>
                    <a:pt x="191" y="0"/>
                  </a:moveTo>
                  <a:cubicBezTo>
                    <a:pt x="71" y="0"/>
                    <a:pt x="0" y="72"/>
                    <a:pt x="0" y="167"/>
                  </a:cubicBezTo>
                  <a:cubicBezTo>
                    <a:pt x="0" y="262"/>
                    <a:pt x="71" y="358"/>
                    <a:pt x="191" y="358"/>
                  </a:cubicBezTo>
                  <a:cubicBezTo>
                    <a:pt x="286" y="358"/>
                    <a:pt x="357" y="262"/>
                    <a:pt x="357" y="167"/>
                  </a:cubicBezTo>
                  <a:cubicBezTo>
                    <a:pt x="357" y="72"/>
                    <a:pt x="286" y="0"/>
                    <a:pt x="191"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5" name="Google Shape;28515;p152"/>
            <p:cNvSpPr/>
            <p:nvPr/>
          </p:nvSpPr>
          <p:spPr>
            <a:xfrm>
              <a:off x="7889221" y="3194966"/>
              <a:ext cx="12415" cy="11635"/>
            </a:xfrm>
            <a:custGeom>
              <a:rect b="b" l="l" r="r" t="t"/>
              <a:pathLst>
                <a:path extrusionOk="0" h="358" w="382">
                  <a:moveTo>
                    <a:pt x="191" y="0"/>
                  </a:moveTo>
                  <a:cubicBezTo>
                    <a:pt x="96" y="0"/>
                    <a:pt x="0" y="72"/>
                    <a:pt x="0" y="167"/>
                  </a:cubicBezTo>
                  <a:cubicBezTo>
                    <a:pt x="0" y="262"/>
                    <a:pt x="96" y="358"/>
                    <a:pt x="191" y="358"/>
                  </a:cubicBezTo>
                  <a:cubicBezTo>
                    <a:pt x="286" y="358"/>
                    <a:pt x="381" y="262"/>
                    <a:pt x="381" y="167"/>
                  </a:cubicBezTo>
                  <a:cubicBezTo>
                    <a:pt x="381" y="72"/>
                    <a:pt x="286" y="0"/>
                    <a:pt x="191"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6" name="Google Shape;28516;p152"/>
            <p:cNvSpPr/>
            <p:nvPr/>
          </p:nvSpPr>
          <p:spPr>
            <a:xfrm>
              <a:off x="7780086" y="3290938"/>
              <a:ext cx="357598" cy="10075"/>
            </a:xfrm>
            <a:custGeom>
              <a:rect b="b" l="l" r="r" t="t"/>
              <a:pathLst>
                <a:path extrusionOk="0" h="310" w="11003">
                  <a:moveTo>
                    <a:pt x="0" y="0"/>
                  </a:moveTo>
                  <a:lnTo>
                    <a:pt x="0" y="310"/>
                  </a:lnTo>
                  <a:lnTo>
                    <a:pt x="11003" y="310"/>
                  </a:lnTo>
                  <a:lnTo>
                    <a:pt x="1100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7" name="Google Shape;28517;p152"/>
            <p:cNvSpPr/>
            <p:nvPr/>
          </p:nvSpPr>
          <p:spPr>
            <a:xfrm>
              <a:off x="8115973" y="3290938"/>
              <a:ext cx="21710" cy="10075"/>
            </a:xfrm>
            <a:custGeom>
              <a:rect b="b" l="l" r="r" t="t"/>
              <a:pathLst>
                <a:path extrusionOk="0" h="310" w="668">
                  <a:moveTo>
                    <a:pt x="1" y="0"/>
                  </a:moveTo>
                  <a:lnTo>
                    <a:pt x="1" y="310"/>
                  </a:lnTo>
                  <a:lnTo>
                    <a:pt x="668" y="310"/>
                  </a:lnTo>
                  <a:lnTo>
                    <a:pt x="668"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8" name="Google Shape;28518;p152"/>
            <p:cNvSpPr/>
            <p:nvPr/>
          </p:nvSpPr>
          <p:spPr>
            <a:xfrm>
              <a:off x="7971251" y="3194966"/>
              <a:ext cx="166432" cy="10855"/>
            </a:xfrm>
            <a:custGeom>
              <a:rect b="b" l="l" r="r" t="t"/>
              <a:pathLst>
                <a:path extrusionOk="0" h="334" w="5121">
                  <a:moveTo>
                    <a:pt x="167" y="0"/>
                  </a:moveTo>
                  <a:cubicBezTo>
                    <a:pt x="72" y="0"/>
                    <a:pt x="24" y="48"/>
                    <a:pt x="1" y="143"/>
                  </a:cubicBezTo>
                  <a:cubicBezTo>
                    <a:pt x="1" y="238"/>
                    <a:pt x="48" y="334"/>
                    <a:pt x="167" y="334"/>
                  </a:cubicBezTo>
                  <a:lnTo>
                    <a:pt x="5121" y="334"/>
                  </a:lnTo>
                  <a:lnTo>
                    <a:pt x="512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9" name="Google Shape;28519;p152"/>
            <p:cNvSpPr/>
            <p:nvPr/>
          </p:nvSpPr>
          <p:spPr>
            <a:xfrm>
              <a:off x="8116753" y="3194966"/>
              <a:ext cx="20930" cy="10855"/>
            </a:xfrm>
            <a:custGeom>
              <a:rect b="b" l="l" r="r" t="t"/>
              <a:pathLst>
                <a:path extrusionOk="0" h="334" w="644">
                  <a:moveTo>
                    <a:pt x="1" y="0"/>
                  </a:moveTo>
                  <a:lnTo>
                    <a:pt x="1" y="334"/>
                  </a:lnTo>
                  <a:lnTo>
                    <a:pt x="644" y="334"/>
                  </a:lnTo>
                  <a:lnTo>
                    <a:pt x="644"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20" name="Google Shape;28520;p152"/>
          <p:cNvGrpSpPr/>
          <p:nvPr/>
        </p:nvGrpSpPr>
        <p:grpSpPr>
          <a:xfrm>
            <a:off x="7817233" y="3442706"/>
            <a:ext cx="284082" cy="357793"/>
            <a:chOff x="7817233" y="3595106"/>
            <a:chExt cx="284082" cy="357793"/>
          </a:xfrm>
        </p:grpSpPr>
        <p:sp>
          <p:nvSpPr>
            <p:cNvPr id="28521" name="Google Shape;28521;p152"/>
            <p:cNvSpPr/>
            <p:nvPr/>
          </p:nvSpPr>
          <p:spPr>
            <a:xfrm>
              <a:off x="7849733" y="3595106"/>
              <a:ext cx="185802" cy="145535"/>
            </a:xfrm>
            <a:custGeom>
              <a:rect b="b" l="l" r="r" t="t"/>
              <a:pathLst>
                <a:path extrusionOk="0" h="4478" w="5717">
                  <a:moveTo>
                    <a:pt x="334" y="0"/>
                  </a:moveTo>
                  <a:cubicBezTo>
                    <a:pt x="167" y="0"/>
                    <a:pt x="1" y="167"/>
                    <a:pt x="1" y="334"/>
                  </a:cubicBezTo>
                  <a:lnTo>
                    <a:pt x="1" y="4477"/>
                  </a:lnTo>
                  <a:lnTo>
                    <a:pt x="5716" y="4477"/>
                  </a:lnTo>
                  <a:lnTo>
                    <a:pt x="5716" y="334"/>
                  </a:lnTo>
                  <a:cubicBezTo>
                    <a:pt x="5716" y="167"/>
                    <a:pt x="5573" y="0"/>
                    <a:pt x="540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2" name="Google Shape;28522;p152"/>
            <p:cNvSpPr/>
            <p:nvPr/>
          </p:nvSpPr>
          <p:spPr>
            <a:xfrm>
              <a:off x="8003751" y="3595106"/>
              <a:ext cx="31785" cy="145535"/>
            </a:xfrm>
            <a:custGeom>
              <a:rect b="b" l="l" r="r" t="t"/>
              <a:pathLst>
                <a:path extrusionOk="0" h="4478" w="978">
                  <a:moveTo>
                    <a:pt x="1" y="0"/>
                  </a:moveTo>
                  <a:cubicBezTo>
                    <a:pt x="191" y="0"/>
                    <a:pt x="334" y="167"/>
                    <a:pt x="334" y="334"/>
                  </a:cubicBezTo>
                  <a:lnTo>
                    <a:pt x="334" y="4477"/>
                  </a:lnTo>
                  <a:lnTo>
                    <a:pt x="977" y="4477"/>
                  </a:lnTo>
                  <a:lnTo>
                    <a:pt x="977" y="334"/>
                  </a:lnTo>
                  <a:cubicBezTo>
                    <a:pt x="977" y="167"/>
                    <a:pt x="834" y="0"/>
                    <a:pt x="668"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3" name="Google Shape;28523;p152"/>
            <p:cNvSpPr/>
            <p:nvPr/>
          </p:nvSpPr>
          <p:spPr>
            <a:xfrm>
              <a:off x="7817233" y="3705768"/>
              <a:ext cx="116902" cy="34093"/>
            </a:xfrm>
            <a:custGeom>
              <a:rect b="b" l="l" r="r" t="t"/>
              <a:pathLst>
                <a:path extrusionOk="0" h="1049" w="3597">
                  <a:moveTo>
                    <a:pt x="453" y="1"/>
                  </a:moveTo>
                  <a:cubicBezTo>
                    <a:pt x="215" y="1"/>
                    <a:pt x="1" y="215"/>
                    <a:pt x="1" y="453"/>
                  </a:cubicBezTo>
                  <a:lnTo>
                    <a:pt x="1" y="834"/>
                  </a:lnTo>
                  <a:lnTo>
                    <a:pt x="1787" y="1049"/>
                  </a:lnTo>
                  <a:lnTo>
                    <a:pt x="3573" y="834"/>
                  </a:lnTo>
                  <a:lnTo>
                    <a:pt x="3573" y="453"/>
                  </a:lnTo>
                  <a:cubicBezTo>
                    <a:pt x="3597" y="215"/>
                    <a:pt x="3382" y="1"/>
                    <a:pt x="314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4" name="Google Shape;28524;p152"/>
            <p:cNvSpPr/>
            <p:nvPr/>
          </p:nvSpPr>
          <p:spPr>
            <a:xfrm>
              <a:off x="7898516" y="3705768"/>
              <a:ext cx="35620" cy="34093"/>
            </a:xfrm>
            <a:custGeom>
              <a:rect b="b" l="l" r="r" t="t"/>
              <a:pathLst>
                <a:path extrusionOk="0" h="1049" w="1096">
                  <a:moveTo>
                    <a:pt x="0" y="1"/>
                  </a:moveTo>
                  <a:cubicBezTo>
                    <a:pt x="238" y="1"/>
                    <a:pt x="453" y="215"/>
                    <a:pt x="453" y="453"/>
                  </a:cubicBezTo>
                  <a:lnTo>
                    <a:pt x="453" y="834"/>
                  </a:lnTo>
                  <a:lnTo>
                    <a:pt x="810" y="1049"/>
                  </a:lnTo>
                  <a:lnTo>
                    <a:pt x="1096" y="834"/>
                  </a:lnTo>
                  <a:lnTo>
                    <a:pt x="1096" y="453"/>
                  </a:lnTo>
                  <a:cubicBezTo>
                    <a:pt x="1096" y="215"/>
                    <a:pt x="881" y="1"/>
                    <a:pt x="6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5" name="Google Shape;28525;p152"/>
            <p:cNvSpPr/>
            <p:nvPr/>
          </p:nvSpPr>
          <p:spPr>
            <a:xfrm>
              <a:off x="7884573" y="3626046"/>
              <a:ext cx="46475" cy="10107"/>
            </a:xfrm>
            <a:custGeom>
              <a:rect b="b" l="l" r="r" t="t"/>
              <a:pathLst>
                <a:path extrusionOk="0" h="311" w="1430">
                  <a:moveTo>
                    <a:pt x="167" y="1"/>
                  </a:moveTo>
                  <a:cubicBezTo>
                    <a:pt x="72" y="1"/>
                    <a:pt x="0" y="72"/>
                    <a:pt x="0" y="168"/>
                  </a:cubicBezTo>
                  <a:cubicBezTo>
                    <a:pt x="0" y="239"/>
                    <a:pt x="72" y="310"/>
                    <a:pt x="167" y="310"/>
                  </a:cubicBezTo>
                  <a:lnTo>
                    <a:pt x="1286" y="310"/>
                  </a:lnTo>
                  <a:cubicBezTo>
                    <a:pt x="1358" y="310"/>
                    <a:pt x="1429" y="239"/>
                    <a:pt x="1429" y="168"/>
                  </a:cubicBezTo>
                  <a:cubicBezTo>
                    <a:pt x="1429" y="72"/>
                    <a:pt x="1382" y="1"/>
                    <a:pt x="1286"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6" name="Google Shape;28526;p152"/>
            <p:cNvSpPr/>
            <p:nvPr/>
          </p:nvSpPr>
          <p:spPr>
            <a:xfrm>
              <a:off x="7958088" y="3698033"/>
              <a:ext cx="46475" cy="9328"/>
            </a:xfrm>
            <a:custGeom>
              <a:rect b="b" l="l" r="r" t="t"/>
              <a:pathLst>
                <a:path extrusionOk="0" h="287" w="1430">
                  <a:moveTo>
                    <a:pt x="168" y="1"/>
                  </a:moveTo>
                  <a:cubicBezTo>
                    <a:pt x="72" y="1"/>
                    <a:pt x="1" y="48"/>
                    <a:pt x="1" y="144"/>
                  </a:cubicBezTo>
                  <a:cubicBezTo>
                    <a:pt x="1" y="239"/>
                    <a:pt x="72" y="286"/>
                    <a:pt x="168" y="286"/>
                  </a:cubicBezTo>
                  <a:lnTo>
                    <a:pt x="1287" y="286"/>
                  </a:lnTo>
                  <a:cubicBezTo>
                    <a:pt x="1358" y="286"/>
                    <a:pt x="1430" y="215"/>
                    <a:pt x="1430" y="144"/>
                  </a:cubicBezTo>
                  <a:cubicBezTo>
                    <a:pt x="1430" y="48"/>
                    <a:pt x="1382" y="1"/>
                    <a:pt x="128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7" name="Google Shape;28527;p152"/>
            <p:cNvSpPr/>
            <p:nvPr/>
          </p:nvSpPr>
          <p:spPr>
            <a:xfrm>
              <a:off x="7884573" y="3649283"/>
              <a:ext cx="118463" cy="10075"/>
            </a:xfrm>
            <a:custGeom>
              <a:rect b="b" l="l" r="r" t="t"/>
              <a:pathLst>
                <a:path extrusionOk="0" h="310" w="3645">
                  <a:moveTo>
                    <a:pt x="167" y="0"/>
                  </a:moveTo>
                  <a:cubicBezTo>
                    <a:pt x="72" y="0"/>
                    <a:pt x="0" y="72"/>
                    <a:pt x="0" y="167"/>
                  </a:cubicBezTo>
                  <a:cubicBezTo>
                    <a:pt x="0" y="238"/>
                    <a:pt x="72" y="310"/>
                    <a:pt x="167" y="310"/>
                  </a:cubicBezTo>
                  <a:lnTo>
                    <a:pt x="3501" y="310"/>
                  </a:lnTo>
                  <a:cubicBezTo>
                    <a:pt x="3573" y="310"/>
                    <a:pt x="3644" y="238"/>
                    <a:pt x="3644" y="167"/>
                  </a:cubicBezTo>
                  <a:cubicBezTo>
                    <a:pt x="3644" y="72"/>
                    <a:pt x="3573" y="0"/>
                    <a:pt x="3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8" name="Google Shape;28528;p152"/>
            <p:cNvSpPr/>
            <p:nvPr/>
          </p:nvSpPr>
          <p:spPr>
            <a:xfrm>
              <a:off x="7884573" y="3672488"/>
              <a:ext cx="118463" cy="10107"/>
            </a:xfrm>
            <a:custGeom>
              <a:rect b="b" l="l" r="r" t="t"/>
              <a:pathLst>
                <a:path extrusionOk="0" h="311" w="3645">
                  <a:moveTo>
                    <a:pt x="167" y="1"/>
                  </a:moveTo>
                  <a:cubicBezTo>
                    <a:pt x="72" y="1"/>
                    <a:pt x="0" y="72"/>
                    <a:pt x="0" y="167"/>
                  </a:cubicBezTo>
                  <a:cubicBezTo>
                    <a:pt x="0" y="239"/>
                    <a:pt x="72" y="310"/>
                    <a:pt x="167" y="310"/>
                  </a:cubicBezTo>
                  <a:lnTo>
                    <a:pt x="3501" y="310"/>
                  </a:lnTo>
                  <a:cubicBezTo>
                    <a:pt x="3573" y="310"/>
                    <a:pt x="3644" y="215"/>
                    <a:pt x="3644" y="167"/>
                  </a:cubicBezTo>
                  <a:cubicBezTo>
                    <a:pt x="3644" y="72"/>
                    <a:pt x="3573" y="1"/>
                    <a:pt x="350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9" name="Google Shape;28529;p152"/>
            <p:cNvSpPr/>
            <p:nvPr/>
          </p:nvSpPr>
          <p:spPr>
            <a:xfrm>
              <a:off x="7817233" y="3732873"/>
              <a:ext cx="253110" cy="169520"/>
            </a:xfrm>
            <a:custGeom>
              <a:rect b="b" l="l" r="r" t="t"/>
              <a:pathLst>
                <a:path extrusionOk="0" h="5216" w="7788">
                  <a:moveTo>
                    <a:pt x="1" y="0"/>
                  </a:moveTo>
                  <a:lnTo>
                    <a:pt x="1" y="4787"/>
                  </a:lnTo>
                  <a:cubicBezTo>
                    <a:pt x="1" y="5025"/>
                    <a:pt x="167" y="5216"/>
                    <a:pt x="405" y="5216"/>
                  </a:cubicBezTo>
                  <a:lnTo>
                    <a:pt x="7407" y="5216"/>
                  </a:lnTo>
                  <a:cubicBezTo>
                    <a:pt x="7621" y="5216"/>
                    <a:pt x="7788" y="5025"/>
                    <a:pt x="7788" y="4787"/>
                  </a:cubicBezTo>
                  <a:lnTo>
                    <a:pt x="7788" y="405"/>
                  </a:lnTo>
                  <a:cubicBezTo>
                    <a:pt x="7788" y="167"/>
                    <a:pt x="7621" y="0"/>
                    <a:pt x="738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0" name="Google Shape;28530;p152"/>
            <p:cNvSpPr/>
            <p:nvPr/>
          </p:nvSpPr>
          <p:spPr>
            <a:xfrm>
              <a:off x="7872191" y="3778536"/>
              <a:ext cx="61945" cy="28665"/>
            </a:xfrm>
            <a:custGeom>
              <a:rect b="b" l="l" r="r" t="t"/>
              <a:pathLst>
                <a:path extrusionOk="0" h="882" w="1906">
                  <a:moveTo>
                    <a:pt x="96" y="0"/>
                  </a:moveTo>
                  <a:cubicBezTo>
                    <a:pt x="72" y="0"/>
                    <a:pt x="0" y="24"/>
                    <a:pt x="0" y="72"/>
                  </a:cubicBezTo>
                  <a:lnTo>
                    <a:pt x="0" y="786"/>
                  </a:lnTo>
                  <a:cubicBezTo>
                    <a:pt x="0" y="834"/>
                    <a:pt x="24" y="881"/>
                    <a:pt x="96" y="881"/>
                  </a:cubicBezTo>
                  <a:lnTo>
                    <a:pt x="1810" y="881"/>
                  </a:lnTo>
                  <a:cubicBezTo>
                    <a:pt x="1882" y="881"/>
                    <a:pt x="1906" y="834"/>
                    <a:pt x="1906" y="786"/>
                  </a:cubicBezTo>
                  <a:lnTo>
                    <a:pt x="1906" y="72"/>
                  </a:lnTo>
                  <a:cubicBezTo>
                    <a:pt x="1906" y="48"/>
                    <a:pt x="1882" y="0"/>
                    <a:pt x="181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1" name="Google Shape;28531;p152"/>
            <p:cNvSpPr/>
            <p:nvPr/>
          </p:nvSpPr>
          <p:spPr>
            <a:xfrm>
              <a:off x="7910118" y="3776976"/>
              <a:ext cx="24798" cy="29445"/>
            </a:xfrm>
            <a:custGeom>
              <a:rect b="b" l="l" r="r" t="t"/>
              <a:pathLst>
                <a:path extrusionOk="0" h="906" w="763">
                  <a:moveTo>
                    <a:pt x="0" y="1"/>
                  </a:moveTo>
                  <a:cubicBezTo>
                    <a:pt x="48" y="1"/>
                    <a:pt x="96" y="48"/>
                    <a:pt x="96" y="96"/>
                  </a:cubicBezTo>
                  <a:lnTo>
                    <a:pt x="96" y="810"/>
                  </a:lnTo>
                  <a:cubicBezTo>
                    <a:pt x="96" y="858"/>
                    <a:pt x="24" y="906"/>
                    <a:pt x="0" y="906"/>
                  </a:cubicBezTo>
                  <a:lnTo>
                    <a:pt x="643" y="906"/>
                  </a:lnTo>
                  <a:cubicBezTo>
                    <a:pt x="715" y="906"/>
                    <a:pt x="739" y="834"/>
                    <a:pt x="739" y="810"/>
                  </a:cubicBezTo>
                  <a:lnTo>
                    <a:pt x="739" y="96"/>
                  </a:lnTo>
                  <a:cubicBezTo>
                    <a:pt x="762" y="48"/>
                    <a:pt x="715" y="1"/>
                    <a:pt x="64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2" name="Google Shape;28532;p152"/>
            <p:cNvSpPr/>
            <p:nvPr/>
          </p:nvSpPr>
          <p:spPr>
            <a:xfrm>
              <a:off x="8035503" y="3732873"/>
              <a:ext cx="34840" cy="123078"/>
            </a:xfrm>
            <a:custGeom>
              <a:rect b="b" l="l" r="r" t="t"/>
              <a:pathLst>
                <a:path extrusionOk="0" h="3787" w="1072">
                  <a:moveTo>
                    <a:pt x="0" y="0"/>
                  </a:moveTo>
                  <a:cubicBezTo>
                    <a:pt x="238" y="0"/>
                    <a:pt x="429" y="167"/>
                    <a:pt x="429" y="405"/>
                  </a:cubicBezTo>
                  <a:lnTo>
                    <a:pt x="429" y="3787"/>
                  </a:lnTo>
                  <a:lnTo>
                    <a:pt x="1072" y="3787"/>
                  </a:lnTo>
                  <a:lnTo>
                    <a:pt x="1072" y="405"/>
                  </a:lnTo>
                  <a:cubicBezTo>
                    <a:pt x="1072" y="167"/>
                    <a:pt x="905" y="0"/>
                    <a:pt x="6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3" name="Google Shape;28533;p152"/>
            <p:cNvSpPr/>
            <p:nvPr/>
          </p:nvSpPr>
          <p:spPr>
            <a:xfrm>
              <a:off x="8026988" y="3848183"/>
              <a:ext cx="74327" cy="104715"/>
            </a:xfrm>
            <a:custGeom>
              <a:rect b="b" l="l" r="r" t="t"/>
              <a:pathLst>
                <a:path extrusionOk="0" h="3222" w="2287">
                  <a:moveTo>
                    <a:pt x="596" y="1"/>
                  </a:moveTo>
                  <a:cubicBezTo>
                    <a:pt x="572" y="1"/>
                    <a:pt x="500" y="24"/>
                    <a:pt x="500" y="72"/>
                  </a:cubicBezTo>
                  <a:lnTo>
                    <a:pt x="500" y="1549"/>
                  </a:lnTo>
                  <a:cubicBezTo>
                    <a:pt x="500" y="1596"/>
                    <a:pt x="453" y="1620"/>
                    <a:pt x="429" y="1620"/>
                  </a:cubicBezTo>
                  <a:lnTo>
                    <a:pt x="119" y="1620"/>
                  </a:lnTo>
                  <a:cubicBezTo>
                    <a:pt x="24" y="1620"/>
                    <a:pt x="0" y="1715"/>
                    <a:pt x="24" y="1810"/>
                  </a:cubicBezTo>
                  <a:lnTo>
                    <a:pt x="1048" y="3168"/>
                  </a:lnTo>
                  <a:cubicBezTo>
                    <a:pt x="1060" y="3204"/>
                    <a:pt x="1090" y="3222"/>
                    <a:pt x="1123" y="3222"/>
                  </a:cubicBezTo>
                  <a:cubicBezTo>
                    <a:pt x="1155" y="3222"/>
                    <a:pt x="1191" y="3204"/>
                    <a:pt x="1215" y="3168"/>
                  </a:cubicBezTo>
                  <a:lnTo>
                    <a:pt x="2239" y="1810"/>
                  </a:lnTo>
                  <a:cubicBezTo>
                    <a:pt x="2286" y="1739"/>
                    <a:pt x="2239" y="1620"/>
                    <a:pt x="2144" y="1620"/>
                  </a:cubicBezTo>
                  <a:lnTo>
                    <a:pt x="1882" y="1620"/>
                  </a:lnTo>
                  <a:cubicBezTo>
                    <a:pt x="1810" y="1620"/>
                    <a:pt x="1786" y="1572"/>
                    <a:pt x="1786" y="1549"/>
                  </a:cubicBezTo>
                  <a:lnTo>
                    <a:pt x="1786" y="72"/>
                  </a:lnTo>
                  <a:cubicBezTo>
                    <a:pt x="1786" y="48"/>
                    <a:pt x="1763" y="1"/>
                    <a:pt x="1691"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4" name="Google Shape;28534;p152"/>
            <p:cNvSpPr/>
            <p:nvPr/>
          </p:nvSpPr>
          <p:spPr>
            <a:xfrm>
              <a:off x="8050973" y="3848183"/>
              <a:ext cx="49563" cy="104715"/>
            </a:xfrm>
            <a:custGeom>
              <a:rect b="b" l="l" r="r" t="t"/>
              <a:pathLst>
                <a:path extrusionOk="0" h="3222" w="1525">
                  <a:moveTo>
                    <a:pt x="120" y="1"/>
                  </a:moveTo>
                  <a:cubicBezTo>
                    <a:pt x="167" y="1"/>
                    <a:pt x="215" y="24"/>
                    <a:pt x="215" y="72"/>
                  </a:cubicBezTo>
                  <a:lnTo>
                    <a:pt x="215" y="1453"/>
                  </a:lnTo>
                  <a:cubicBezTo>
                    <a:pt x="215" y="1572"/>
                    <a:pt x="310" y="1620"/>
                    <a:pt x="429" y="1620"/>
                  </a:cubicBezTo>
                  <a:cubicBezTo>
                    <a:pt x="572" y="1620"/>
                    <a:pt x="667" y="1810"/>
                    <a:pt x="572" y="1930"/>
                  </a:cubicBezTo>
                  <a:lnTo>
                    <a:pt x="1" y="2739"/>
                  </a:lnTo>
                  <a:lnTo>
                    <a:pt x="334" y="3168"/>
                  </a:lnTo>
                  <a:cubicBezTo>
                    <a:pt x="346" y="3204"/>
                    <a:pt x="376" y="3222"/>
                    <a:pt x="411" y="3222"/>
                  </a:cubicBezTo>
                  <a:cubicBezTo>
                    <a:pt x="447" y="3222"/>
                    <a:pt x="489" y="3204"/>
                    <a:pt x="524" y="3168"/>
                  </a:cubicBezTo>
                  <a:lnTo>
                    <a:pt x="1501" y="1810"/>
                  </a:lnTo>
                  <a:cubicBezTo>
                    <a:pt x="1525" y="1715"/>
                    <a:pt x="1477" y="1620"/>
                    <a:pt x="1382" y="1620"/>
                  </a:cubicBezTo>
                  <a:lnTo>
                    <a:pt x="1120" y="1620"/>
                  </a:lnTo>
                  <a:cubicBezTo>
                    <a:pt x="1048" y="1620"/>
                    <a:pt x="1025" y="1572"/>
                    <a:pt x="1025" y="1549"/>
                  </a:cubicBezTo>
                  <a:lnTo>
                    <a:pt x="1025" y="72"/>
                  </a:lnTo>
                  <a:cubicBezTo>
                    <a:pt x="1025" y="48"/>
                    <a:pt x="1001" y="1"/>
                    <a:pt x="929" y="1"/>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5" name="Google Shape;28535;p152"/>
            <p:cNvSpPr/>
            <p:nvPr/>
          </p:nvSpPr>
          <p:spPr>
            <a:xfrm>
              <a:off x="7868323" y="3827286"/>
              <a:ext cx="134713" cy="10888"/>
            </a:xfrm>
            <a:custGeom>
              <a:rect b="b" l="l" r="r" t="t"/>
              <a:pathLst>
                <a:path extrusionOk="0" h="335" w="4145">
                  <a:moveTo>
                    <a:pt x="143" y="1"/>
                  </a:moveTo>
                  <a:cubicBezTo>
                    <a:pt x="72" y="1"/>
                    <a:pt x="0" y="96"/>
                    <a:pt x="0" y="191"/>
                  </a:cubicBezTo>
                  <a:cubicBezTo>
                    <a:pt x="0" y="286"/>
                    <a:pt x="96" y="334"/>
                    <a:pt x="191" y="334"/>
                  </a:cubicBezTo>
                  <a:lnTo>
                    <a:pt x="3954" y="334"/>
                  </a:lnTo>
                  <a:cubicBezTo>
                    <a:pt x="4049" y="334"/>
                    <a:pt x="4144" y="286"/>
                    <a:pt x="4120" y="167"/>
                  </a:cubicBezTo>
                  <a:cubicBezTo>
                    <a:pt x="4120" y="72"/>
                    <a:pt x="4025" y="1"/>
                    <a:pt x="3930"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6" name="Google Shape;28536;p152"/>
            <p:cNvSpPr/>
            <p:nvPr/>
          </p:nvSpPr>
          <p:spPr>
            <a:xfrm>
              <a:off x="7868323" y="3852831"/>
              <a:ext cx="134713" cy="10855"/>
            </a:xfrm>
            <a:custGeom>
              <a:rect b="b" l="l" r="r" t="t"/>
              <a:pathLst>
                <a:path extrusionOk="0" h="334" w="4145">
                  <a:moveTo>
                    <a:pt x="143" y="0"/>
                  </a:moveTo>
                  <a:cubicBezTo>
                    <a:pt x="72" y="0"/>
                    <a:pt x="0" y="96"/>
                    <a:pt x="0" y="167"/>
                  </a:cubicBezTo>
                  <a:cubicBezTo>
                    <a:pt x="0" y="262"/>
                    <a:pt x="96" y="334"/>
                    <a:pt x="191" y="334"/>
                  </a:cubicBezTo>
                  <a:lnTo>
                    <a:pt x="3954" y="334"/>
                  </a:lnTo>
                  <a:cubicBezTo>
                    <a:pt x="4049" y="334"/>
                    <a:pt x="4144" y="239"/>
                    <a:pt x="4120" y="143"/>
                  </a:cubicBezTo>
                  <a:cubicBezTo>
                    <a:pt x="4120" y="48"/>
                    <a:pt x="4025" y="0"/>
                    <a:pt x="393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7" name="Google Shape;28537;p152"/>
          <p:cNvGrpSpPr/>
          <p:nvPr/>
        </p:nvGrpSpPr>
        <p:grpSpPr>
          <a:xfrm>
            <a:off x="7030896" y="3449661"/>
            <a:ext cx="356818" cy="345215"/>
            <a:chOff x="7030896" y="3602061"/>
            <a:chExt cx="356818" cy="345215"/>
          </a:xfrm>
        </p:grpSpPr>
        <p:sp>
          <p:nvSpPr>
            <p:cNvPr id="28538" name="Google Shape;28538;p152"/>
            <p:cNvSpPr/>
            <p:nvPr/>
          </p:nvSpPr>
          <p:spPr>
            <a:xfrm>
              <a:off x="7030896" y="3620651"/>
              <a:ext cx="356818" cy="214403"/>
            </a:xfrm>
            <a:custGeom>
              <a:rect b="b" l="l" r="r" t="t"/>
              <a:pathLst>
                <a:path extrusionOk="0" h="6597" w="10979">
                  <a:moveTo>
                    <a:pt x="381" y="0"/>
                  </a:moveTo>
                  <a:cubicBezTo>
                    <a:pt x="167" y="0"/>
                    <a:pt x="0" y="167"/>
                    <a:pt x="0" y="381"/>
                  </a:cubicBezTo>
                  <a:lnTo>
                    <a:pt x="0" y="6216"/>
                  </a:lnTo>
                  <a:cubicBezTo>
                    <a:pt x="0" y="6430"/>
                    <a:pt x="167" y="6597"/>
                    <a:pt x="381" y="6597"/>
                  </a:cubicBezTo>
                  <a:lnTo>
                    <a:pt x="10598" y="6597"/>
                  </a:lnTo>
                  <a:cubicBezTo>
                    <a:pt x="10788" y="6597"/>
                    <a:pt x="10979" y="6430"/>
                    <a:pt x="10979" y="6192"/>
                  </a:cubicBezTo>
                  <a:lnTo>
                    <a:pt x="10979" y="381"/>
                  </a:lnTo>
                  <a:cubicBezTo>
                    <a:pt x="10979" y="167"/>
                    <a:pt x="10788" y="0"/>
                    <a:pt x="10598"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9" name="Google Shape;28539;p152"/>
            <p:cNvSpPr/>
            <p:nvPr/>
          </p:nvSpPr>
          <p:spPr>
            <a:xfrm>
              <a:off x="7061836" y="3602061"/>
              <a:ext cx="294905" cy="205920"/>
            </a:xfrm>
            <a:custGeom>
              <a:rect b="b" l="l" r="r" t="t"/>
              <a:pathLst>
                <a:path extrusionOk="0" h="6336" w="9074">
                  <a:moveTo>
                    <a:pt x="477" y="1"/>
                  </a:moveTo>
                  <a:cubicBezTo>
                    <a:pt x="191" y="1"/>
                    <a:pt x="1" y="215"/>
                    <a:pt x="1" y="477"/>
                  </a:cubicBezTo>
                  <a:lnTo>
                    <a:pt x="1" y="5621"/>
                  </a:lnTo>
                  <a:cubicBezTo>
                    <a:pt x="1" y="5907"/>
                    <a:pt x="191" y="6097"/>
                    <a:pt x="477" y="6097"/>
                  </a:cubicBezTo>
                  <a:lnTo>
                    <a:pt x="3763" y="6097"/>
                  </a:lnTo>
                  <a:lnTo>
                    <a:pt x="3954" y="5907"/>
                  </a:lnTo>
                  <a:cubicBezTo>
                    <a:pt x="4097" y="5907"/>
                    <a:pt x="4240" y="5954"/>
                    <a:pt x="4359" y="6073"/>
                  </a:cubicBezTo>
                  <a:cubicBezTo>
                    <a:pt x="4406" y="6097"/>
                    <a:pt x="4454" y="6335"/>
                    <a:pt x="4525" y="6335"/>
                  </a:cubicBezTo>
                  <a:lnTo>
                    <a:pt x="4549" y="6335"/>
                  </a:lnTo>
                  <a:cubicBezTo>
                    <a:pt x="4597" y="6335"/>
                    <a:pt x="4644" y="6311"/>
                    <a:pt x="4692" y="6288"/>
                  </a:cubicBezTo>
                  <a:cubicBezTo>
                    <a:pt x="4787" y="6169"/>
                    <a:pt x="4930" y="6097"/>
                    <a:pt x="5121" y="6097"/>
                  </a:cubicBezTo>
                  <a:lnTo>
                    <a:pt x="8598" y="6097"/>
                  </a:lnTo>
                  <a:cubicBezTo>
                    <a:pt x="8860" y="6097"/>
                    <a:pt x="9074" y="5907"/>
                    <a:pt x="9074" y="5621"/>
                  </a:cubicBezTo>
                  <a:lnTo>
                    <a:pt x="9074" y="477"/>
                  </a:lnTo>
                  <a:cubicBezTo>
                    <a:pt x="9050" y="215"/>
                    <a:pt x="8836" y="1"/>
                    <a:pt x="8574" y="1"/>
                  </a:cubicBezTo>
                  <a:lnTo>
                    <a:pt x="5073" y="1"/>
                  </a:lnTo>
                  <a:cubicBezTo>
                    <a:pt x="4787" y="1"/>
                    <a:pt x="4525" y="239"/>
                    <a:pt x="4525" y="572"/>
                  </a:cubicBezTo>
                  <a:cubicBezTo>
                    <a:pt x="4525" y="263"/>
                    <a:pt x="4287" y="1"/>
                    <a:pt x="395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0" name="Google Shape;28540;p152"/>
            <p:cNvSpPr/>
            <p:nvPr/>
          </p:nvSpPr>
          <p:spPr>
            <a:xfrm>
              <a:off x="7317253" y="3602061"/>
              <a:ext cx="38740" cy="198185"/>
            </a:xfrm>
            <a:custGeom>
              <a:rect b="b" l="l" r="r" t="t"/>
              <a:pathLst>
                <a:path extrusionOk="0" h="6098" w="1192">
                  <a:moveTo>
                    <a:pt x="0" y="1"/>
                  </a:moveTo>
                  <a:cubicBezTo>
                    <a:pt x="262" y="1"/>
                    <a:pt x="429" y="215"/>
                    <a:pt x="429" y="477"/>
                  </a:cubicBezTo>
                  <a:lnTo>
                    <a:pt x="429" y="5621"/>
                  </a:lnTo>
                  <a:cubicBezTo>
                    <a:pt x="429" y="5907"/>
                    <a:pt x="239" y="6097"/>
                    <a:pt x="0" y="6097"/>
                  </a:cubicBezTo>
                  <a:lnTo>
                    <a:pt x="715" y="6097"/>
                  </a:lnTo>
                  <a:cubicBezTo>
                    <a:pt x="977" y="6097"/>
                    <a:pt x="1191" y="5907"/>
                    <a:pt x="1191" y="5621"/>
                  </a:cubicBezTo>
                  <a:lnTo>
                    <a:pt x="1191" y="477"/>
                  </a:lnTo>
                  <a:cubicBezTo>
                    <a:pt x="1191" y="215"/>
                    <a:pt x="977" y="1"/>
                    <a:pt x="71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1" name="Google Shape;28541;p152"/>
            <p:cNvSpPr/>
            <p:nvPr/>
          </p:nvSpPr>
          <p:spPr>
            <a:xfrm>
              <a:off x="7167103" y="3602061"/>
              <a:ext cx="41827" cy="205140"/>
            </a:xfrm>
            <a:custGeom>
              <a:rect b="b" l="l" r="r" t="t"/>
              <a:pathLst>
                <a:path extrusionOk="0" h="6312" w="1287">
                  <a:moveTo>
                    <a:pt x="0" y="1"/>
                  </a:moveTo>
                  <a:cubicBezTo>
                    <a:pt x="286" y="1"/>
                    <a:pt x="524" y="239"/>
                    <a:pt x="524" y="572"/>
                  </a:cubicBezTo>
                  <a:lnTo>
                    <a:pt x="524" y="6073"/>
                  </a:lnTo>
                  <a:lnTo>
                    <a:pt x="715" y="6073"/>
                  </a:lnTo>
                  <a:cubicBezTo>
                    <a:pt x="858" y="6073"/>
                    <a:pt x="1001" y="6145"/>
                    <a:pt x="1096" y="6264"/>
                  </a:cubicBezTo>
                  <a:cubicBezTo>
                    <a:pt x="1167" y="6288"/>
                    <a:pt x="1215" y="6311"/>
                    <a:pt x="1286" y="6311"/>
                  </a:cubicBezTo>
                  <a:lnTo>
                    <a:pt x="1286" y="572"/>
                  </a:lnTo>
                  <a:cubicBezTo>
                    <a:pt x="1286" y="263"/>
                    <a:pt x="1048" y="1"/>
                    <a:pt x="715"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2" name="Google Shape;28542;p152"/>
            <p:cNvSpPr/>
            <p:nvPr/>
          </p:nvSpPr>
          <p:spPr>
            <a:xfrm>
              <a:off x="7239838" y="3629166"/>
              <a:ext cx="83623" cy="56518"/>
            </a:xfrm>
            <a:custGeom>
              <a:rect b="b" l="l" r="r" t="t"/>
              <a:pathLst>
                <a:path extrusionOk="0" h="1739" w="2573">
                  <a:moveTo>
                    <a:pt x="191" y="0"/>
                  </a:moveTo>
                  <a:cubicBezTo>
                    <a:pt x="72" y="0"/>
                    <a:pt x="1" y="95"/>
                    <a:pt x="1" y="214"/>
                  </a:cubicBezTo>
                  <a:lnTo>
                    <a:pt x="1" y="1524"/>
                  </a:lnTo>
                  <a:cubicBezTo>
                    <a:pt x="1" y="1643"/>
                    <a:pt x="72" y="1739"/>
                    <a:pt x="191" y="1739"/>
                  </a:cubicBezTo>
                  <a:lnTo>
                    <a:pt x="2382" y="1739"/>
                  </a:lnTo>
                  <a:cubicBezTo>
                    <a:pt x="2501" y="1739"/>
                    <a:pt x="2573" y="1643"/>
                    <a:pt x="2573" y="1524"/>
                  </a:cubicBezTo>
                  <a:lnTo>
                    <a:pt x="2573" y="214"/>
                  </a:lnTo>
                  <a:cubicBezTo>
                    <a:pt x="2573" y="95"/>
                    <a:pt x="2501" y="0"/>
                    <a:pt x="2382"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3" name="Google Shape;28543;p152"/>
            <p:cNvSpPr/>
            <p:nvPr/>
          </p:nvSpPr>
          <p:spPr>
            <a:xfrm>
              <a:off x="7295576" y="3629166"/>
              <a:ext cx="27885" cy="56518"/>
            </a:xfrm>
            <a:custGeom>
              <a:rect b="b" l="l" r="r" t="t"/>
              <a:pathLst>
                <a:path extrusionOk="0" h="1739" w="858">
                  <a:moveTo>
                    <a:pt x="1" y="0"/>
                  </a:moveTo>
                  <a:cubicBezTo>
                    <a:pt x="120" y="0"/>
                    <a:pt x="215" y="95"/>
                    <a:pt x="215" y="214"/>
                  </a:cubicBezTo>
                  <a:lnTo>
                    <a:pt x="215" y="1524"/>
                  </a:lnTo>
                  <a:cubicBezTo>
                    <a:pt x="215" y="1643"/>
                    <a:pt x="120" y="1739"/>
                    <a:pt x="1" y="1739"/>
                  </a:cubicBezTo>
                  <a:lnTo>
                    <a:pt x="667" y="1739"/>
                  </a:lnTo>
                  <a:cubicBezTo>
                    <a:pt x="786" y="1739"/>
                    <a:pt x="858" y="1643"/>
                    <a:pt x="858" y="1524"/>
                  </a:cubicBezTo>
                  <a:lnTo>
                    <a:pt x="858" y="214"/>
                  </a:lnTo>
                  <a:cubicBezTo>
                    <a:pt x="858" y="95"/>
                    <a:pt x="786" y="0"/>
                    <a:pt x="667" y="0"/>
                  </a:cubicBezTo>
                  <a:close/>
                </a:path>
              </a:pathLst>
            </a:custGeom>
            <a:solidFill>
              <a:srgbClr val="D0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4" name="Google Shape;28544;p152"/>
            <p:cNvSpPr/>
            <p:nvPr/>
          </p:nvSpPr>
          <p:spPr>
            <a:xfrm>
              <a:off x="7086601" y="3644636"/>
              <a:ext cx="85182" cy="10855"/>
            </a:xfrm>
            <a:custGeom>
              <a:rect b="b" l="l" r="r" t="t"/>
              <a:pathLst>
                <a:path extrusionOk="0" h="334" w="2621">
                  <a:moveTo>
                    <a:pt x="191" y="0"/>
                  </a:moveTo>
                  <a:cubicBezTo>
                    <a:pt x="96" y="0"/>
                    <a:pt x="1" y="96"/>
                    <a:pt x="25" y="215"/>
                  </a:cubicBezTo>
                  <a:cubicBezTo>
                    <a:pt x="25" y="262"/>
                    <a:pt x="96" y="334"/>
                    <a:pt x="191" y="334"/>
                  </a:cubicBezTo>
                  <a:lnTo>
                    <a:pt x="2454" y="334"/>
                  </a:lnTo>
                  <a:cubicBezTo>
                    <a:pt x="2525" y="334"/>
                    <a:pt x="2620" y="239"/>
                    <a:pt x="2596" y="120"/>
                  </a:cubicBezTo>
                  <a:cubicBezTo>
                    <a:pt x="2596" y="72"/>
                    <a:pt x="2525" y="0"/>
                    <a:pt x="245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5" name="Google Shape;28545;p152"/>
            <p:cNvSpPr/>
            <p:nvPr/>
          </p:nvSpPr>
          <p:spPr>
            <a:xfrm>
              <a:off x="7086601" y="3664753"/>
              <a:ext cx="85182" cy="10855"/>
            </a:xfrm>
            <a:custGeom>
              <a:rect b="b" l="l" r="r" t="t"/>
              <a:pathLst>
                <a:path extrusionOk="0" h="334" w="2621">
                  <a:moveTo>
                    <a:pt x="191" y="1"/>
                  </a:moveTo>
                  <a:cubicBezTo>
                    <a:pt x="96" y="1"/>
                    <a:pt x="1" y="96"/>
                    <a:pt x="25" y="215"/>
                  </a:cubicBezTo>
                  <a:cubicBezTo>
                    <a:pt x="25" y="286"/>
                    <a:pt x="96" y="334"/>
                    <a:pt x="191" y="334"/>
                  </a:cubicBezTo>
                  <a:lnTo>
                    <a:pt x="2454" y="334"/>
                  </a:lnTo>
                  <a:cubicBezTo>
                    <a:pt x="2525" y="334"/>
                    <a:pt x="2620" y="239"/>
                    <a:pt x="2596" y="120"/>
                  </a:cubicBezTo>
                  <a:cubicBezTo>
                    <a:pt x="2596" y="72"/>
                    <a:pt x="2525" y="1"/>
                    <a:pt x="245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6" name="Google Shape;28546;p152"/>
            <p:cNvSpPr/>
            <p:nvPr/>
          </p:nvSpPr>
          <p:spPr>
            <a:xfrm>
              <a:off x="7086601" y="3686431"/>
              <a:ext cx="85182" cy="10855"/>
            </a:xfrm>
            <a:custGeom>
              <a:rect b="b" l="l" r="r" t="t"/>
              <a:pathLst>
                <a:path extrusionOk="0" h="334" w="2621">
                  <a:moveTo>
                    <a:pt x="191" y="0"/>
                  </a:moveTo>
                  <a:cubicBezTo>
                    <a:pt x="96" y="0"/>
                    <a:pt x="1" y="96"/>
                    <a:pt x="25" y="215"/>
                  </a:cubicBezTo>
                  <a:cubicBezTo>
                    <a:pt x="25" y="262"/>
                    <a:pt x="96" y="334"/>
                    <a:pt x="191" y="334"/>
                  </a:cubicBezTo>
                  <a:lnTo>
                    <a:pt x="2454" y="334"/>
                  </a:lnTo>
                  <a:cubicBezTo>
                    <a:pt x="2525" y="334"/>
                    <a:pt x="2620" y="239"/>
                    <a:pt x="2596" y="119"/>
                  </a:cubicBezTo>
                  <a:cubicBezTo>
                    <a:pt x="2596" y="48"/>
                    <a:pt x="2525" y="0"/>
                    <a:pt x="245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7" name="Google Shape;28547;p152"/>
            <p:cNvSpPr/>
            <p:nvPr/>
          </p:nvSpPr>
          <p:spPr>
            <a:xfrm>
              <a:off x="7086601" y="3707328"/>
              <a:ext cx="85963" cy="10855"/>
            </a:xfrm>
            <a:custGeom>
              <a:rect b="b" l="l" r="r" t="t"/>
              <a:pathLst>
                <a:path extrusionOk="0" h="334" w="2645">
                  <a:moveTo>
                    <a:pt x="191" y="0"/>
                  </a:moveTo>
                  <a:cubicBezTo>
                    <a:pt x="96" y="0"/>
                    <a:pt x="1" y="96"/>
                    <a:pt x="25" y="215"/>
                  </a:cubicBezTo>
                  <a:cubicBezTo>
                    <a:pt x="25" y="286"/>
                    <a:pt x="96" y="334"/>
                    <a:pt x="191" y="334"/>
                  </a:cubicBezTo>
                  <a:lnTo>
                    <a:pt x="2477" y="334"/>
                  </a:lnTo>
                  <a:cubicBezTo>
                    <a:pt x="2596" y="334"/>
                    <a:pt x="2644" y="215"/>
                    <a:pt x="2644" y="119"/>
                  </a:cubicBezTo>
                  <a:cubicBezTo>
                    <a:pt x="2644" y="72"/>
                    <a:pt x="2596"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8" name="Google Shape;28548;p152"/>
            <p:cNvSpPr/>
            <p:nvPr/>
          </p:nvSpPr>
          <p:spPr>
            <a:xfrm>
              <a:off x="7086601" y="3729786"/>
              <a:ext cx="85963" cy="10855"/>
            </a:xfrm>
            <a:custGeom>
              <a:rect b="b" l="l" r="r" t="t"/>
              <a:pathLst>
                <a:path extrusionOk="0" h="334" w="2645">
                  <a:moveTo>
                    <a:pt x="191" y="0"/>
                  </a:moveTo>
                  <a:cubicBezTo>
                    <a:pt x="96" y="0"/>
                    <a:pt x="1" y="95"/>
                    <a:pt x="25" y="214"/>
                  </a:cubicBezTo>
                  <a:cubicBezTo>
                    <a:pt x="25" y="262"/>
                    <a:pt x="96" y="333"/>
                    <a:pt x="191" y="333"/>
                  </a:cubicBezTo>
                  <a:lnTo>
                    <a:pt x="2477" y="333"/>
                  </a:lnTo>
                  <a:cubicBezTo>
                    <a:pt x="2596" y="333"/>
                    <a:pt x="2644" y="238"/>
                    <a:pt x="2644" y="119"/>
                  </a:cubicBezTo>
                  <a:cubicBezTo>
                    <a:pt x="2644" y="71"/>
                    <a:pt x="2596"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9" name="Google Shape;28549;p152"/>
            <p:cNvSpPr/>
            <p:nvPr/>
          </p:nvSpPr>
          <p:spPr>
            <a:xfrm>
              <a:off x="7086601" y="3752211"/>
              <a:ext cx="85963" cy="10888"/>
            </a:xfrm>
            <a:custGeom>
              <a:rect b="b" l="l" r="r" t="t"/>
              <a:pathLst>
                <a:path extrusionOk="0" h="335" w="2645">
                  <a:moveTo>
                    <a:pt x="191" y="1"/>
                  </a:moveTo>
                  <a:cubicBezTo>
                    <a:pt x="96" y="1"/>
                    <a:pt x="1" y="96"/>
                    <a:pt x="25" y="215"/>
                  </a:cubicBezTo>
                  <a:cubicBezTo>
                    <a:pt x="25" y="263"/>
                    <a:pt x="96" y="334"/>
                    <a:pt x="191" y="334"/>
                  </a:cubicBezTo>
                  <a:lnTo>
                    <a:pt x="2477" y="334"/>
                  </a:lnTo>
                  <a:cubicBezTo>
                    <a:pt x="2596" y="334"/>
                    <a:pt x="2644" y="239"/>
                    <a:pt x="2644" y="120"/>
                  </a:cubicBezTo>
                  <a:cubicBezTo>
                    <a:pt x="2644" y="48"/>
                    <a:pt x="2596" y="1"/>
                    <a:pt x="250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0" name="Google Shape;28550;p152"/>
            <p:cNvSpPr/>
            <p:nvPr/>
          </p:nvSpPr>
          <p:spPr>
            <a:xfrm>
              <a:off x="7232103" y="3707328"/>
              <a:ext cx="85963" cy="10855"/>
            </a:xfrm>
            <a:custGeom>
              <a:rect b="b" l="l" r="r" t="t"/>
              <a:pathLst>
                <a:path extrusionOk="0" h="334" w="2645">
                  <a:moveTo>
                    <a:pt x="168" y="0"/>
                  </a:moveTo>
                  <a:cubicBezTo>
                    <a:pt x="72" y="0"/>
                    <a:pt x="1" y="96"/>
                    <a:pt x="25" y="215"/>
                  </a:cubicBezTo>
                  <a:cubicBezTo>
                    <a:pt x="25" y="286"/>
                    <a:pt x="72" y="334"/>
                    <a:pt x="168" y="334"/>
                  </a:cubicBezTo>
                  <a:lnTo>
                    <a:pt x="2454" y="334"/>
                  </a:lnTo>
                  <a:cubicBezTo>
                    <a:pt x="2573" y="334"/>
                    <a:pt x="2644" y="215"/>
                    <a:pt x="2644" y="119"/>
                  </a:cubicBezTo>
                  <a:cubicBezTo>
                    <a:pt x="2644" y="72"/>
                    <a:pt x="2573"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1" name="Google Shape;28551;p152"/>
            <p:cNvSpPr/>
            <p:nvPr/>
          </p:nvSpPr>
          <p:spPr>
            <a:xfrm>
              <a:off x="7232103" y="3729786"/>
              <a:ext cx="85963" cy="10855"/>
            </a:xfrm>
            <a:custGeom>
              <a:rect b="b" l="l" r="r" t="t"/>
              <a:pathLst>
                <a:path extrusionOk="0" h="334" w="2645">
                  <a:moveTo>
                    <a:pt x="168" y="0"/>
                  </a:moveTo>
                  <a:cubicBezTo>
                    <a:pt x="72" y="0"/>
                    <a:pt x="1" y="95"/>
                    <a:pt x="25" y="214"/>
                  </a:cubicBezTo>
                  <a:cubicBezTo>
                    <a:pt x="25" y="262"/>
                    <a:pt x="72" y="333"/>
                    <a:pt x="168" y="333"/>
                  </a:cubicBezTo>
                  <a:lnTo>
                    <a:pt x="2454" y="333"/>
                  </a:lnTo>
                  <a:cubicBezTo>
                    <a:pt x="2573" y="333"/>
                    <a:pt x="2644" y="238"/>
                    <a:pt x="2644" y="119"/>
                  </a:cubicBezTo>
                  <a:cubicBezTo>
                    <a:pt x="2644" y="71"/>
                    <a:pt x="2573" y="0"/>
                    <a:pt x="250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2" name="Google Shape;28552;p152"/>
            <p:cNvSpPr/>
            <p:nvPr/>
          </p:nvSpPr>
          <p:spPr>
            <a:xfrm>
              <a:off x="7232103" y="3752211"/>
              <a:ext cx="85963" cy="10888"/>
            </a:xfrm>
            <a:custGeom>
              <a:rect b="b" l="l" r="r" t="t"/>
              <a:pathLst>
                <a:path extrusionOk="0" h="335" w="2645">
                  <a:moveTo>
                    <a:pt x="168" y="1"/>
                  </a:moveTo>
                  <a:cubicBezTo>
                    <a:pt x="72" y="1"/>
                    <a:pt x="1" y="96"/>
                    <a:pt x="25" y="215"/>
                  </a:cubicBezTo>
                  <a:cubicBezTo>
                    <a:pt x="25" y="263"/>
                    <a:pt x="72" y="334"/>
                    <a:pt x="168" y="334"/>
                  </a:cubicBezTo>
                  <a:lnTo>
                    <a:pt x="2454" y="334"/>
                  </a:lnTo>
                  <a:cubicBezTo>
                    <a:pt x="2573" y="334"/>
                    <a:pt x="2644" y="239"/>
                    <a:pt x="2644" y="120"/>
                  </a:cubicBezTo>
                  <a:cubicBezTo>
                    <a:pt x="2644" y="48"/>
                    <a:pt x="2573" y="1"/>
                    <a:pt x="2501"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3" name="Google Shape;28553;p152"/>
            <p:cNvSpPr/>
            <p:nvPr/>
          </p:nvSpPr>
          <p:spPr>
            <a:xfrm>
              <a:off x="7230576" y="3815683"/>
              <a:ext cx="59605" cy="131593"/>
            </a:xfrm>
            <a:custGeom>
              <a:rect b="b" l="l" r="r" t="t"/>
              <a:pathLst>
                <a:path extrusionOk="0" h="4049" w="1834">
                  <a:moveTo>
                    <a:pt x="881" y="0"/>
                  </a:moveTo>
                  <a:cubicBezTo>
                    <a:pt x="524" y="0"/>
                    <a:pt x="215" y="215"/>
                    <a:pt x="48" y="524"/>
                  </a:cubicBezTo>
                  <a:cubicBezTo>
                    <a:pt x="0" y="548"/>
                    <a:pt x="0" y="596"/>
                    <a:pt x="0" y="620"/>
                  </a:cubicBezTo>
                  <a:lnTo>
                    <a:pt x="0" y="1310"/>
                  </a:lnTo>
                  <a:cubicBezTo>
                    <a:pt x="0" y="1358"/>
                    <a:pt x="0" y="1405"/>
                    <a:pt x="48" y="1429"/>
                  </a:cubicBezTo>
                  <a:cubicBezTo>
                    <a:pt x="191" y="1739"/>
                    <a:pt x="524" y="1929"/>
                    <a:pt x="881" y="1929"/>
                  </a:cubicBezTo>
                  <a:cubicBezTo>
                    <a:pt x="953" y="1929"/>
                    <a:pt x="1048" y="1929"/>
                    <a:pt x="1143" y="1906"/>
                  </a:cubicBezTo>
                  <a:lnTo>
                    <a:pt x="1143" y="3882"/>
                  </a:lnTo>
                  <a:cubicBezTo>
                    <a:pt x="1143" y="3954"/>
                    <a:pt x="1239" y="4049"/>
                    <a:pt x="1310" y="4049"/>
                  </a:cubicBezTo>
                  <a:lnTo>
                    <a:pt x="1620" y="4049"/>
                  </a:lnTo>
                  <a:cubicBezTo>
                    <a:pt x="1715" y="4049"/>
                    <a:pt x="1786" y="3954"/>
                    <a:pt x="1786" y="3882"/>
                  </a:cubicBezTo>
                  <a:lnTo>
                    <a:pt x="1786" y="1024"/>
                  </a:lnTo>
                  <a:cubicBezTo>
                    <a:pt x="1834" y="453"/>
                    <a:pt x="1381" y="0"/>
                    <a:pt x="8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4" name="Google Shape;28554;p152"/>
            <p:cNvSpPr/>
            <p:nvPr/>
          </p:nvSpPr>
          <p:spPr>
            <a:xfrm>
              <a:off x="7315693" y="3815683"/>
              <a:ext cx="59638" cy="131593"/>
            </a:xfrm>
            <a:custGeom>
              <a:rect b="b" l="l" r="r" t="t"/>
              <a:pathLst>
                <a:path extrusionOk="0" h="4049" w="1835">
                  <a:moveTo>
                    <a:pt x="953" y="0"/>
                  </a:moveTo>
                  <a:cubicBezTo>
                    <a:pt x="453" y="0"/>
                    <a:pt x="1" y="453"/>
                    <a:pt x="48" y="1024"/>
                  </a:cubicBezTo>
                  <a:lnTo>
                    <a:pt x="48" y="3882"/>
                  </a:lnTo>
                  <a:cubicBezTo>
                    <a:pt x="48" y="3954"/>
                    <a:pt x="120" y="4049"/>
                    <a:pt x="215" y="4049"/>
                  </a:cubicBezTo>
                  <a:lnTo>
                    <a:pt x="525" y="4049"/>
                  </a:lnTo>
                  <a:cubicBezTo>
                    <a:pt x="596" y="4049"/>
                    <a:pt x="691" y="3954"/>
                    <a:pt x="691" y="3882"/>
                  </a:cubicBezTo>
                  <a:lnTo>
                    <a:pt x="691" y="1906"/>
                  </a:lnTo>
                  <a:cubicBezTo>
                    <a:pt x="787" y="1929"/>
                    <a:pt x="882" y="1929"/>
                    <a:pt x="953" y="1929"/>
                  </a:cubicBezTo>
                  <a:cubicBezTo>
                    <a:pt x="1311" y="1929"/>
                    <a:pt x="1644" y="1739"/>
                    <a:pt x="1787" y="1429"/>
                  </a:cubicBezTo>
                  <a:cubicBezTo>
                    <a:pt x="1835" y="1405"/>
                    <a:pt x="1835" y="1358"/>
                    <a:pt x="1835" y="1310"/>
                  </a:cubicBezTo>
                  <a:lnTo>
                    <a:pt x="1835" y="620"/>
                  </a:lnTo>
                  <a:cubicBezTo>
                    <a:pt x="1835" y="596"/>
                    <a:pt x="1835" y="548"/>
                    <a:pt x="1787" y="524"/>
                  </a:cubicBezTo>
                  <a:cubicBezTo>
                    <a:pt x="1620" y="215"/>
                    <a:pt x="1311" y="0"/>
                    <a:pt x="95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5" name="Google Shape;28555;p152"/>
            <p:cNvSpPr/>
            <p:nvPr/>
          </p:nvSpPr>
          <p:spPr>
            <a:xfrm>
              <a:off x="7065703" y="3864433"/>
              <a:ext cx="161785" cy="49563"/>
            </a:xfrm>
            <a:custGeom>
              <a:rect b="b" l="l" r="r" t="t"/>
              <a:pathLst>
                <a:path extrusionOk="0" h="1525" w="4978">
                  <a:moveTo>
                    <a:pt x="1642" y="1476"/>
                  </a:moveTo>
                  <a:cubicBezTo>
                    <a:pt x="1635" y="1477"/>
                    <a:pt x="1627" y="1477"/>
                    <a:pt x="1620" y="1477"/>
                  </a:cubicBezTo>
                  <a:lnTo>
                    <a:pt x="1668" y="1477"/>
                  </a:lnTo>
                  <a:cubicBezTo>
                    <a:pt x="1659" y="1477"/>
                    <a:pt x="1650" y="1477"/>
                    <a:pt x="1642" y="1476"/>
                  </a:cubicBezTo>
                  <a:close/>
                  <a:moveTo>
                    <a:pt x="2906" y="1"/>
                  </a:moveTo>
                  <a:cubicBezTo>
                    <a:pt x="2811" y="1"/>
                    <a:pt x="2692" y="48"/>
                    <a:pt x="2668" y="144"/>
                  </a:cubicBezTo>
                  <a:lnTo>
                    <a:pt x="2501" y="596"/>
                  </a:lnTo>
                  <a:lnTo>
                    <a:pt x="2382" y="310"/>
                  </a:lnTo>
                  <a:cubicBezTo>
                    <a:pt x="2335" y="239"/>
                    <a:pt x="2215" y="167"/>
                    <a:pt x="2144" y="167"/>
                  </a:cubicBezTo>
                  <a:cubicBezTo>
                    <a:pt x="2025" y="215"/>
                    <a:pt x="1930" y="263"/>
                    <a:pt x="1906" y="358"/>
                  </a:cubicBezTo>
                  <a:lnTo>
                    <a:pt x="1668" y="977"/>
                  </a:lnTo>
                  <a:lnTo>
                    <a:pt x="1382" y="263"/>
                  </a:lnTo>
                  <a:cubicBezTo>
                    <a:pt x="1358" y="144"/>
                    <a:pt x="1263" y="96"/>
                    <a:pt x="1191" y="96"/>
                  </a:cubicBezTo>
                  <a:cubicBezTo>
                    <a:pt x="1096" y="96"/>
                    <a:pt x="1001" y="120"/>
                    <a:pt x="953" y="215"/>
                  </a:cubicBezTo>
                  <a:lnTo>
                    <a:pt x="715" y="596"/>
                  </a:lnTo>
                  <a:lnTo>
                    <a:pt x="144" y="596"/>
                  </a:lnTo>
                  <a:cubicBezTo>
                    <a:pt x="48" y="596"/>
                    <a:pt x="1" y="691"/>
                    <a:pt x="1" y="763"/>
                  </a:cubicBezTo>
                  <a:cubicBezTo>
                    <a:pt x="1" y="858"/>
                    <a:pt x="72" y="929"/>
                    <a:pt x="167" y="929"/>
                  </a:cubicBezTo>
                  <a:lnTo>
                    <a:pt x="763" y="929"/>
                  </a:lnTo>
                  <a:cubicBezTo>
                    <a:pt x="858" y="929"/>
                    <a:pt x="906" y="858"/>
                    <a:pt x="977" y="810"/>
                  </a:cubicBezTo>
                  <a:lnTo>
                    <a:pt x="1144" y="501"/>
                  </a:lnTo>
                  <a:lnTo>
                    <a:pt x="1430" y="1310"/>
                  </a:lnTo>
                  <a:cubicBezTo>
                    <a:pt x="1452" y="1421"/>
                    <a:pt x="1535" y="1470"/>
                    <a:pt x="1642" y="1476"/>
                  </a:cubicBezTo>
                  <a:lnTo>
                    <a:pt x="1642" y="1476"/>
                  </a:lnTo>
                  <a:cubicBezTo>
                    <a:pt x="1751" y="1468"/>
                    <a:pt x="1836" y="1400"/>
                    <a:pt x="1858" y="1310"/>
                  </a:cubicBezTo>
                  <a:lnTo>
                    <a:pt x="2096" y="644"/>
                  </a:lnTo>
                  <a:lnTo>
                    <a:pt x="2215" y="929"/>
                  </a:lnTo>
                  <a:cubicBezTo>
                    <a:pt x="2287" y="1001"/>
                    <a:pt x="2382" y="1072"/>
                    <a:pt x="2454" y="1072"/>
                  </a:cubicBezTo>
                  <a:cubicBezTo>
                    <a:pt x="2573" y="1072"/>
                    <a:pt x="2668" y="1001"/>
                    <a:pt x="2692" y="929"/>
                  </a:cubicBezTo>
                  <a:lnTo>
                    <a:pt x="2882" y="477"/>
                  </a:lnTo>
                  <a:lnTo>
                    <a:pt x="3168" y="1334"/>
                  </a:lnTo>
                  <a:cubicBezTo>
                    <a:pt x="3216" y="1453"/>
                    <a:pt x="3287" y="1525"/>
                    <a:pt x="3406" y="1525"/>
                  </a:cubicBezTo>
                  <a:cubicBezTo>
                    <a:pt x="3525" y="1525"/>
                    <a:pt x="3621" y="1453"/>
                    <a:pt x="3644" y="1334"/>
                  </a:cubicBezTo>
                  <a:lnTo>
                    <a:pt x="3835" y="929"/>
                  </a:lnTo>
                  <a:lnTo>
                    <a:pt x="4835" y="929"/>
                  </a:lnTo>
                  <a:cubicBezTo>
                    <a:pt x="4930" y="929"/>
                    <a:pt x="4978" y="834"/>
                    <a:pt x="4978" y="739"/>
                  </a:cubicBezTo>
                  <a:cubicBezTo>
                    <a:pt x="4978" y="644"/>
                    <a:pt x="4906" y="596"/>
                    <a:pt x="4811" y="596"/>
                  </a:cubicBezTo>
                  <a:lnTo>
                    <a:pt x="3740" y="596"/>
                  </a:lnTo>
                  <a:cubicBezTo>
                    <a:pt x="3740" y="596"/>
                    <a:pt x="3525" y="644"/>
                    <a:pt x="3501" y="739"/>
                  </a:cubicBezTo>
                  <a:lnTo>
                    <a:pt x="3406" y="1001"/>
                  </a:lnTo>
                  <a:lnTo>
                    <a:pt x="3144" y="167"/>
                  </a:lnTo>
                  <a:cubicBezTo>
                    <a:pt x="3120" y="48"/>
                    <a:pt x="3025" y="1"/>
                    <a:pt x="2906"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6" name="Google Shape;28556;p152"/>
            <p:cNvSpPr/>
            <p:nvPr/>
          </p:nvSpPr>
          <p:spPr>
            <a:xfrm>
              <a:off x="7249913" y="3838141"/>
              <a:ext cx="17843" cy="10855"/>
            </a:xfrm>
            <a:custGeom>
              <a:rect b="b" l="l" r="r" t="t"/>
              <a:pathLst>
                <a:path extrusionOk="0" h="334" w="549">
                  <a:moveTo>
                    <a:pt x="167" y="0"/>
                  </a:moveTo>
                  <a:cubicBezTo>
                    <a:pt x="72" y="0"/>
                    <a:pt x="1" y="95"/>
                    <a:pt x="1" y="191"/>
                  </a:cubicBezTo>
                  <a:cubicBezTo>
                    <a:pt x="1" y="262"/>
                    <a:pt x="96" y="333"/>
                    <a:pt x="191" y="333"/>
                  </a:cubicBezTo>
                  <a:lnTo>
                    <a:pt x="405" y="333"/>
                  </a:lnTo>
                  <a:cubicBezTo>
                    <a:pt x="477" y="333"/>
                    <a:pt x="548" y="262"/>
                    <a:pt x="548" y="143"/>
                  </a:cubicBezTo>
                  <a:cubicBezTo>
                    <a:pt x="548" y="71"/>
                    <a:pt x="453" y="0"/>
                    <a:pt x="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7" name="Google Shape;28557;p152"/>
            <p:cNvSpPr/>
            <p:nvPr/>
          </p:nvSpPr>
          <p:spPr>
            <a:xfrm>
              <a:off x="7337371" y="3838141"/>
              <a:ext cx="18623" cy="10855"/>
            </a:xfrm>
            <a:custGeom>
              <a:rect b="b" l="l" r="r" t="t"/>
              <a:pathLst>
                <a:path extrusionOk="0" h="334" w="573">
                  <a:moveTo>
                    <a:pt x="143" y="0"/>
                  </a:moveTo>
                  <a:cubicBezTo>
                    <a:pt x="48" y="0"/>
                    <a:pt x="1" y="95"/>
                    <a:pt x="1" y="191"/>
                  </a:cubicBezTo>
                  <a:cubicBezTo>
                    <a:pt x="1" y="262"/>
                    <a:pt x="96" y="333"/>
                    <a:pt x="167" y="333"/>
                  </a:cubicBezTo>
                  <a:lnTo>
                    <a:pt x="382" y="333"/>
                  </a:lnTo>
                  <a:cubicBezTo>
                    <a:pt x="477" y="333"/>
                    <a:pt x="572" y="262"/>
                    <a:pt x="525" y="143"/>
                  </a:cubicBezTo>
                  <a:cubicBezTo>
                    <a:pt x="525" y="71"/>
                    <a:pt x="453" y="0"/>
                    <a:pt x="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58" name="Google Shape;28558;p152"/>
          <p:cNvGrpSpPr/>
          <p:nvPr/>
        </p:nvGrpSpPr>
        <p:grpSpPr>
          <a:xfrm>
            <a:off x="6280146" y="3455088"/>
            <a:ext cx="357598" cy="331272"/>
            <a:chOff x="6280146" y="3607488"/>
            <a:chExt cx="357598" cy="331272"/>
          </a:xfrm>
        </p:grpSpPr>
        <p:sp>
          <p:nvSpPr>
            <p:cNvPr id="28559" name="Google Shape;28559;p152"/>
            <p:cNvSpPr/>
            <p:nvPr/>
          </p:nvSpPr>
          <p:spPr>
            <a:xfrm>
              <a:off x="6412486" y="3875288"/>
              <a:ext cx="92138" cy="58825"/>
            </a:xfrm>
            <a:custGeom>
              <a:rect b="b" l="l" r="r" t="t"/>
              <a:pathLst>
                <a:path extrusionOk="0" h="1810" w="2835">
                  <a:moveTo>
                    <a:pt x="1405" y="0"/>
                  </a:moveTo>
                  <a:lnTo>
                    <a:pt x="215" y="191"/>
                  </a:lnTo>
                  <a:lnTo>
                    <a:pt x="0" y="1810"/>
                  </a:lnTo>
                  <a:lnTo>
                    <a:pt x="2834" y="1810"/>
                  </a:lnTo>
                  <a:lnTo>
                    <a:pt x="2596" y="191"/>
                  </a:lnTo>
                  <a:lnTo>
                    <a:pt x="140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0" name="Google Shape;28560;p152"/>
            <p:cNvSpPr/>
            <p:nvPr/>
          </p:nvSpPr>
          <p:spPr>
            <a:xfrm>
              <a:off x="6475958" y="3875288"/>
              <a:ext cx="28665" cy="58825"/>
            </a:xfrm>
            <a:custGeom>
              <a:rect b="b" l="l" r="r" t="t"/>
              <a:pathLst>
                <a:path extrusionOk="0" h="1810" w="882">
                  <a:moveTo>
                    <a:pt x="429" y="0"/>
                  </a:moveTo>
                  <a:lnTo>
                    <a:pt x="0" y="191"/>
                  </a:lnTo>
                  <a:lnTo>
                    <a:pt x="214" y="1810"/>
                  </a:lnTo>
                  <a:lnTo>
                    <a:pt x="881" y="1810"/>
                  </a:lnTo>
                  <a:lnTo>
                    <a:pt x="667" y="191"/>
                  </a:lnTo>
                  <a:lnTo>
                    <a:pt x="429"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1" name="Google Shape;28561;p152"/>
            <p:cNvSpPr/>
            <p:nvPr/>
          </p:nvSpPr>
          <p:spPr>
            <a:xfrm>
              <a:off x="6384601" y="3927906"/>
              <a:ext cx="147875" cy="10855"/>
            </a:xfrm>
            <a:custGeom>
              <a:rect b="b" l="l" r="r" t="t"/>
              <a:pathLst>
                <a:path extrusionOk="0" h="334" w="4550">
                  <a:moveTo>
                    <a:pt x="168" y="0"/>
                  </a:moveTo>
                  <a:cubicBezTo>
                    <a:pt x="49" y="0"/>
                    <a:pt x="1" y="96"/>
                    <a:pt x="1" y="191"/>
                  </a:cubicBezTo>
                  <a:cubicBezTo>
                    <a:pt x="25" y="286"/>
                    <a:pt x="72" y="334"/>
                    <a:pt x="168" y="334"/>
                  </a:cubicBezTo>
                  <a:lnTo>
                    <a:pt x="4359" y="334"/>
                  </a:lnTo>
                  <a:cubicBezTo>
                    <a:pt x="4478" y="334"/>
                    <a:pt x="4550" y="286"/>
                    <a:pt x="4550" y="167"/>
                  </a:cubicBezTo>
                  <a:cubicBezTo>
                    <a:pt x="4526" y="72"/>
                    <a:pt x="4454" y="0"/>
                    <a:pt x="4359"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2" name="Google Shape;28562;p152"/>
            <p:cNvSpPr/>
            <p:nvPr/>
          </p:nvSpPr>
          <p:spPr>
            <a:xfrm>
              <a:off x="6280146" y="3657018"/>
              <a:ext cx="357598" cy="193538"/>
            </a:xfrm>
            <a:custGeom>
              <a:rect b="b" l="l" r="r" t="t"/>
              <a:pathLst>
                <a:path extrusionOk="0" h="5955" w="11003">
                  <a:moveTo>
                    <a:pt x="429" y="0"/>
                  </a:moveTo>
                  <a:cubicBezTo>
                    <a:pt x="191" y="0"/>
                    <a:pt x="0" y="215"/>
                    <a:pt x="0" y="453"/>
                  </a:cubicBezTo>
                  <a:lnTo>
                    <a:pt x="0" y="5716"/>
                  </a:lnTo>
                  <a:lnTo>
                    <a:pt x="5549" y="5954"/>
                  </a:lnTo>
                  <a:lnTo>
                    <a:pt x="11002" y="5716"/>
                  </a:lnTo>
                  <a:lnTo>
                    <a:pt x="11002" y="453"/>
                  </a:lnTo>
                  <a:cubicBezTo>
                    <a:pt x="11002" y="215"/>
                    <a:pt x="10788" y="0"/>
                    <a:pt x="1055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3" name="Google Shape;28563;p152"/>
            <p:cNvSpPr/>
            <p:nvPr/>
          </p:nvSpPr>
          <p:spPr>
            <a:xfrm>
              <a:off x="6601343" y="3657018"/>
              <a:ext cx="35620" cy="193538"/>
            </a:xfrm>
            <a:custGeom>
              <a:rect b="b" l="l" r="r" t="t"/>
              <a:pathLst>
                <a:path extrusionOk="0" h="5955" w="1096">
                  <a:moveTo>
                    <a:pt x="0" y="0"/>
                  </a:moveTo>
                  <a:cubicBezTo>
                    <a:pt x="262" y="48"/>
                    <a:pt x="429" y="215"/>
                    <a:pt x="429" y="453"/>
                  </a:cubicBezTo>
                  <a:lnTo>
                    <a:pt x="429" y="5954"/>
                  </a:lnTo>
                  <a:lnTo>
                    <a:pt x="1095" y="5716"/>
                  </a:lnTo>
                  <a:lnTo>
                    <a:pt x="1095" y="453"/>
                  </a:lnTo>
                  <a:cubicBezTo>
                    <a:pt x="1095" y="215"/>
                    <a:pt x="881" y="0"/>
                    <a:pt x="643"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4" name="Google Shape;28564;p152"/>
            <p:cNvSpPr/>
            <p:nvPr/>
          </p:nvSpPr>
          <p:spPr>
            <a:xfrm>
              <a:off x="6280146" y="3842756"/>
              <a:ext cx="357598" cy="38740"/>
            </a:xfrm>
            <a:custGeom>
              <a:rect b="b" l="l" r="r" t="t"/>
              <a:pathLst>
                <a:path extrusionOk="0" h="1192" w="11003">
                  <a:moveTo>
                    <a:pt x="0" y="1"/>
                  </a:moveTo>
                  <a:lnTo>
                    <a:pt x="0" y="763"/>
                  </a:lnTo>
                  <a:cubicBezTo>
                    <a:pt x="0" y="1001"/>
                    <a:pt x="191" y="1192"/>
                    <a:pt x="429" y="1192"/>
                  </a:cubicBezTo>
                  <a:lnTo>
                    <a:pt x="10550" y="1192"/>
                  </a:lnTo>
                  <a:cubicBezTo>
                    <a:pt x="10788" y="1192"/>
                    <a:pt x="11002" y="1001"/>
                    <a:pt x="11002" y="763"/>
                  </a:cubicBezTo>
                  <a:lnTo>
                    <a:pt x="11002"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5" name="Google Shape;28565;p152"/>
            <p:cNvSpPr/>
            <p:nvPr/>
          </p:nvSpPr>
          <p:spPr>
            <a:xfrm>
              <a:off x="6601343" y="3842756"/>
              <a:ext cx="35620" cy="38740"/>
            </a:xfrm>
            <a:custGeom>
              <a:rect b="b" l="l" r="r" t="t"/>
              <a:pathLst>
                <a:path extrusionOk="0" h="1192" w="1096">
                  <a:moveTo>
                    <a:pt x="429" y="1"/>
                  </a:moveTo>
                  <a:lnTo>
                    <a:pt x="429" y="763"/>
                  </a:lnTo>
                  <a:cubicBezTo>
                    <a:pt x="429" y="1001"/>
                    <a:pt x="238" y="1192"/>
                    <a:pt x="0" y="1192"/>
                  </a:cubicBezTo>
                  <a:lnTo>
                    <a:pt x="643" y="1192"/>
                  </a:lnTo>
                  <a:cubicBezTo>
                    <a:pt x="881" y="1192"/>
                    <a:pt x="1095" y="1001"/>
                    <a:pt x="1095" y="763"/>
                  </a:cubicBezTo>
                  <a:lnTo>
                    <a:pt x="1095"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6" name="Google Shape;28566;p152"/>
            <p:cNvSpPr/>
            <p:nvPr/>
          </p:nvSpPr>
          <p:spPr>
            <a:xfrm>
              <a:off x="6327336" y="3626046"/>
              <a:ext cx="263185" cy="182715"/>
            </a:xfrm>
            <a:custGeom>
              <a:rect b="b" l="l" r="r" t="t"/>
              <a:pathLst>
                <a:path extrusionOk="0" h="5622" w="8098">
                  <a:moveTo>
                    <a:pt x="406" y="1"/>
                  </a:moveTo>
                  <a:cubicBezTo>
                    <a:pt x="167" y="1"/>
                    <a:pt x="1" y="191"/>
                    <a:pt x="1" y="430"/>
                  </a:cubicBezTo>
                  <a:lnTo>
                    <a:pt x="1" y="5002"/>
                  </a:lnTo>
                  <a:cubicBezTo>
                    <a:pt x="1" y="5240"/>
                    <a:pt x="167" y="5431"/>
                    <a:pt x="406" y="5431"/>
                  </a:cubicBezTo>
                  <a:lnTo>
                    <a:pt x="3549" y="5431"/>
                  </a:lnTo>
                  <a:cubicBezTo>
                    <a:pt x="3692" y="5431"/>
                    <a:pt x="3811" y="5478"/>
                    <a:pt x="3906" y="5573"/>
                  </a:cubicBezTo>
                  <a:cubicBezTo>
                    <a:pt x="3930" y="5597"/>
                    <a:pt x="3978" y="5621"/>
                    <a:pt x="4025" y="5621"/>
                  </a:cubicBezTo>
                  <a:lnTo>
                    <a:pt x="4049" y="5621"/>
                  </a:lnTo>
                  <a:cubicBezTo>
                    <a:pt x="4097" y="5621"/>
                    <a:pt x="4144" y="5597"/>
                    <a:pt x="4168" y="5573"/>
                  </a:cubicBezTo>
                  <a:cubicBezTo>
                    <a:pt x="4263" y="5478"/>
                    <a:pt x="4383" y="5431"/>
                    <a:pt x="4525" y="5431"/>
                  </a:cubicBezTo>
                  <a:lnTo>
                    <a:pt x="7645" y="5431"/>
                  </a:lnTo>
                  <a:cubicBezTo>
                    <a:pt x="7883" y="5431"/>
                    <a:pt x="8074" y="5240"/>
                    <a:pt x="8074" y="5002"/>
                  </a:cubicBezTo>
                  <a:lnTo>
                    <a:pt x="8074" y="406"/>
                  </a:lnTo>
                  <a:cubicBezTo>
                    <a:pt x="8098" y="191"/>
                    <a:pt x="7883" y="1"/>
                    <a:pt x="7669" y="1"/>
                  </a:cubicBezTo>
                  <a:lnTo>
                    <a:pt x="4549" y="1"/>
                  </a:lnTo>
                  <a:cubicBezTo>
                    <a:pt x="4287" y="1"/>
                    <a:pt x="4049" y="215"/>
                    <a:pt x="4049" y="525"/>
                  </a:cubicBezTo>
                  <a:cubicBezTo>
                    <a:pt x="4049" y="239"/>
                    <a:pt x="3811" y="1"/>
                    <a:pt x="354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7" name="Google Shape;28567;p152"/>
            <p:cNvSpPr/>
            <p:nvPr/>
          </p:nvSpPr>
          <p:spPr>
            <a:xfrm>
              <a:off x="6555648" y="3626046"/>
              <a:ext cx="34873" cy="177288"/>
            </a:xfrm>
            <a:custGeom>
              <a:rect b="b" l="l" r="r" t="t"/>
              <a:pathLst>
                <a:path extrusionOk="0" h="5455" w="1073">
                  <a:moveTo>
                    <a:pt x="1" y="1"/>
                  </a:moveTo>
                  <a:cubicBezTo>
                    <a:pt x="239" y="1"/>
                    <a:pt x="406" y="191"/>
                    <a:pt x="406" y="430"/>
                  </a:cubicBezTo>
                  <a:lnTo>
                    <a:pt x="406" y="5050"/>
                  </a:lnTo>
                  <a:cubicBezTo>
                    <a:pt x="406" y="5288"/>
                    <a:pt x="239" y="5454"/>
                    <a:pt x="1" y="5454"/>
                  </a:cubicBezTo>
                  <a:lnTo>
                    <a:pt x="644" y="5454"/>
                  </a:lnTo>
                  <a:cubicBezTo>
                    <a:pt x="882" y="5454"/>
                    <a:pt x="1073" y="5264"/>
                    <a:pt x="1073" y="5050"/>
                  </a:cubicBezTo>
                  <a:lnTo>
                    <a:pt x="1073" y="430"/>
                  </a:lnTo>
                  <a:cubicBezTo>
                    <a:pt x="1073" y="191"/>
                    <a:pt x="858" y="1"/>
                    <a:pt x="64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8" name="Google Shape;28568;p152"/>
            <p:cNvSpPr/>
            <p:nvPr/>
          </p:nvSpPr>
          <p:spPr>
            <a:xfrm>
              <a:off x="6421001" y="3626046"/>
              <a:ext cx="37960" cy="184243"/>
            </a:xfrm>
            <a:custGeom>
              <a:rect b="b" l="l" r="r" t="t"/>
              <a:pathLst>
                <a:path extrusionOk="0" h="5669" w="1168">
                  <a:moveTo>
                    <a:pt x="0" y="1"/>
                  </a:moveTo>
                  <a:cubicBezTo>
                    <a:pt x="262" y="1"/>
                    <a:pt x="500" y="215"/>
                    <a:pt x="500" y="525"/>
                  </a:cubicBezTo>
                  <a:lnTo>
                    <a:pt x="500" y="5454"/>
                  </a:lnTo>
                  <a:lnTo>
                    <a:pt x="691" y="5454"/>
                  </a:lnTo>
                  <a:cubicBezTo>
                    <a:pt x="834" y="5454"/>
                    <a:pt x="953" y="5526"/>
                    <a:pt x="1048" y="5597"/>
                  </a:cubicBezTo>
                  <a:cubicBezTo>
                    <a:pt x="1048" y="5645"/>
                    <a:pt x="1096" y="5669"/>
                    <a:pt x="1167" y="5669"/>
                  </a:cubicBezTo>
                  <a:lnTo>
                    <a:pt x="1167" y="525"/>
                  </a:lnTo>
                  <a:cubicBezTo>
                    <a:pt x="1167" y="239"/>
                    <a:pt x="929" y="1"/>
                    <a:pt x="66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9" name="Google Shape;28569;p152"/>
            <p:cNvSpPr/>
            <p:nvPr/>
          </p:nvSpPr>
          <p:spPr>
            <a:xfrm>
              <a:off x="6402411" y="3607488"/>
              <a:ext cx="28665" cy="99678"/>
            </a:xfrm>
            <a:custGeom>
              <a:rect b="b" l="l" r="r" t="t"/>
              <a:pathLst>
                <a:path extrusionOk="0" h="3067" w="882">
                  <a:moveTo>
                    <a:pt x="72" y="0"/>
                  </a:moveTo>
                  <a:cubicBezTo>
                    <a:pt x="48" y="0"/>
                    <a:pt x="1" y="48"/>
                    <a:pt x="1" y="72"/>
                  </a:cubicBezTo>
                  <a:lnTo>
                    <a:pt x="1" y="2930"/>
                  </a:lnTo>
                  <a:cubicBezTo>
                    <a:pt x="1" y="2953"/>
                    <a:pt x="48" y="2953"/>
                    <a:pt x="48" y="2953"/>
                  </a:cubicBezTo>
                  <a:lnTo>
                    <a:pt x="453" y="2763"/>
                  </a:lnTo>
                  <a:lnTo>
                    <a:pt x="477" y="2763"/>
                  </a:lnTo>
                  <a:lnTo>
                    <a:pt x="787" y="2930"/>
                  </a:lnTo>
                  <a:lnTo>
                    <a:pt x="834" y="3049"/>
                  </a:lnTo>
                  <a:cubicBezTo>
                    <a:pt x="834" y="3060"/>
                    <a:pt x="846" y="3066"/>
                    <a:pt x="858" y="3066"/>
                  </a:cubicBezTo>
                  <a:cubicBezTo>
                    <a:pt x="870" y="3066"/>
                    <a:pt x="882" y="3060"/>
                    <a:pt x="882" y="3049"/>
                  </a:cubicBezTo>
                  <a:lnTo>
                    <a:pt x="882" y="72"/>
                  </a:lnTo>
                  <a:cubicBezTo>
                    <a:pt x="882" y="48"/>
                    <a:pt x="834" y="0"/>
                    <a:pt x="810"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0" name="Google Shape;28570;p152"/>
            <p:cNvSpPr/>
            <p:nvPr/>
          </p:nvSpPr>
          <p:spPr>
            <a:xfrm>
              <a:off x="6409398" y="3609016"/>
              <a:ext cx="22457" cy="93210"/>
            </a:xfrm>
            <a:custGeom>
              <a:rect b="b" l="l" r="r" t="t"/>
              <a:pathLst>
                <a:path extrusionOk="0" h="2868" w="691">
                  <a:moveTo>
                    <a:pt x="0" y="1"/>
                  </a:moveTo>
                  <a:cubicBezTo>
                    <a:pt x="95" y="1"/>
                    <a:pt x="191" y="96"/>
                    <a:pt x="191" y="168"/>
                  </a:cubicBezTo>
                  <a:lnTo>
                    <a:pt x="191" y="2740"/>
                  </a:lnTo>
                  <a:lnTo>
                    <a:pt x="238" y="2716"/>
                  </a:lnTo>
                  <a:lnTo>
                    <a:pt x="310" y="2716"/>
                  </a:lnTo>
                  <a:lnTo>
                    <a:pt x="572" y="2859"/>
                  </a:lnTo>
                  <a:cubicBezTo>
                    <a:pt x="578" y="2865"/>
                    <a:pt x="586" y="2868"/>
                    <a:pt x="597" y="2868"/>
                  </a:cubicBezTo>
                  <a:cubicBezTo>
                    <a:pt x="627" y="2868"/>
                    <a:pt x="667" y="2841"/>
                    <a:pt x="667" y="2787"/>
                  </a:cubicBezTo>
                  <a:lnTo>
                    <a:pt x="667" y="168"/>
                  </a:lnTo>
                  <a:cubicBezTo>
                    <a:pt x="691" y="96"/>
                    <a:pt x="595" y="1"/>
                    <a:pt x="476"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1" name="Google Shape;28571;p152"/>
            <p:cNvSpPr/>
            <p:nvPr/>
          </p:nvSpPr>
          <p:spPr>
            <a:xfrm>
              <a:off x="6486781" y="3649283"/>
              <a:ext cx="75888" cy="51870"/>
            </a:xfrm>
            <a:custGeom>
              <a:rect b="b" l="l" r="r" t="t"/>
              <a:pathLst>
                <a:path extrusionOk="0" h="1596" w="2335">
                  <a:moveTo>
                    <a:pt x="215" y="0"/>
                  </a:moveTo>
                  <a:cubicBezTo>
                    <a:pt x="96" y="0"/>
                    <a:pt x="0" y="96"/>
                    <a:pt x="0" y="215"/>
                  </a:cubicBezTo>
                  <a:lnTo>
                    <a:pt x="0" y="1382"/>
                  </a:lnTo>
                  <a:cubicBezTo>
                    <a:pt x="0" y="1501"/>
                    <a:pt x="96" y="1596"/>
                    <a:pt x="215" y="1596"/>
                  </a:cubicBezTo>
                  <a:lnTo>
                    <a:pt x="2120" y="1596"/>
                  </a:lnTo>
                  <a:cubicBezTo>
                    <a:pt x="2239" y="1596"/>
                    <a:pt x="2334" y="1501"/>
                    <a:pt x="2334" y="1382"/>
                  </a:cubicBezTo>
                  <a:lnTo>
                    <a:pt x="2334" y="215"/>
                  </a:lnTo>
                  <a:cubicBezTo>
                    <a:pt x="2334" y="96"/>
                    <a:pt x="2239" y="0"/>
                    <a:pt x="2120"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2" name="Google Shape;28572;p152"/>
            <p:cNvSpPr/>
            <p:nvPr/>
          </p:nvSpPr>
          <p:spPr>
            <a:xfrm>
              <a:off x="6534003" y="3650811"/>
              <a:ext cx="28665" cy="51122"/>
            </a:xfrm>
            <a:custGeom>
              <a:rect b="b" l="l" r="r" t="t"/>
              <a:pathLst>
                <a:path extrusionOk="0" h="1573" w="882">
                  <a:moveTo>
                    <a:pt x="0" y="1"/>
                  </a:moveTo>
                  <a:cubicBezTo>
                    <a:pt x="119" y="1"/>
                    <a:pt x="214" y="72"/>
                    <a:pt x="214" y="191"/>
                  </a:cubicBezTo>
                  <a:lnTo>
                    <a:pt x="214" y="1358"/>
                  </a:lnTo>
                  <a:cubicBezTo>
                    <a:pt x="214" y="1477"/>
                    <a:pt x="119" y="1573"/>
                    <a:pt x="0" y="1573"/>
                  </a:cubicBezTo>
                  <a:lnTo>
                    <a:pt x="667" y="1573"/>
                  </a:lnTo>
                  <a:cubicBezTo>
                    <a:pt x="786" y="1573"/>
                    <a:pt x="881" y="1477"/>
                    <a:pt x="881" y="1358"/>
                  </a:cubicBezTo>
                  <a:lnTo>
                    <a:pt x="881" y="191"/>
                  </a:lnTo>
                  <a:cubicBezTo>
                    <a:pt x="881" y="72"/>
                    <a:pt x="786" y="1"/>
                    <a:pt x="667"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3" name="Google Shape;28573;p152"/>
            <p:cNvSpPr/>
            <p:nvPr/>
          </p:nvSpPr>
          <p:spPr>
            <a:xfrm>
              <a:off x="6350573" y="3658578"/>
              <a:ext cx="32532" cy="9295"/>
            </a:xfrm>
            <a:custGeom>
              <a:rect b="b" l="l" r="r" t="t"/>
              <a:pathLst>
                <a:path extrusionOk="0" h="286" w="1001">
                  <a:moveTo>
                    <a:pt x="143" y="0"/>
                  </a:moveTo>
                  <a:cubicBezTo>
                    <a:pt x="48" y="0"/>
                    <a:pt x="0" y="48"/>
                    <a:pt x="0" y="143"/>
                  </a:cubicBezTo>
                  <a:cubicBezTo>
                    <a:pt x="0" y="238"/>
                    <a:pt x="48" y="286"/>
                    <a:pt x="143" y="286"/>
                  </a:cubicBezTo>
                  <a:lnTo>
                    <a:pt x="857" y="286"/>
                  </a:lnTo>
                  <a:cubicBezTo>
                    <a:pt x="929" y="286"/>
                    <a:pt x="1000" y="191"/>
                    <a:pt x="1000" y="143"/>
                  </a:cubicBezTo>
                  <a:cubicBezTo>
                    <a:pt x="1000" y="48"/>
                    <a:pt x="953" y="0"/>
                    <a:pt x="85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4" name="Google Shape;28574;p152"/>
            <p:cNvSpPr/>
            <p:nvPr/>
          </p:nvSpPr>
          <p:spPr>
            <a:xfrm>
              <a:off x="6350573" y="3678696"/>
              <a:ext cx="32532" cy="9328"/>
            </a:xfrm>
            <a:custGeom>
              <a:rect b="b" l="l" r="r" t="t"/>
              <a:pathLst>
                <a:path extrusionOk="0" h="287" w="1001">
                  <a:moveTo>
                    <a:pt x="143" y="0"/>
                  </a:moveTo>
                  <a:cubicBezTo>
                    <a:pt x="48" y="0"/>
                    <a:pt x="0" y="48"/>
                    <a:pt x="0" y="143"/>
                  </a:cubicBezTo>
                  <a:cubicBezTo>
                    <a:pt x="0" y="238"/>
                    <a:pt x="48" y="286"/>
                    <a:pt x="143" y="286"/>
                  </a:cubicBezTo>
                  <a:lnTo>
                    <a:pt x="857" y="286"/>
                  </a:lnTo>
                  <a:cubicBezTo>
                    <a:pt x="929" y="286"/>
                    <a:pt x="1000" y="215"/>
                    <a:pt x="1000" y="143"/>
                  </a:cubicBezTo>
                  <a:cubicBezTo>
                    <a:pt x="1000" y="48"/>
                    <a:pt x="953" y="0"/>
                    <a:pt x="857"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5" name="Google Shape;28575;p152"/>
            <p:cNvSpPr/>
            <p:nvPr/>
          </p:nvSpPr>
          <p:spPr>
            <a:xfrm>
              <a:off x="6350573" y="3698813"/>
              <a:ext cx="32532" cy="10107"/>
            </a:xfrm>
            <a:custGeom>
              <a:rect b="b" l="l" r="r" t="t"/>
              <a:pathLst>
                <a:path extrusionOk="0" h="311" w="1001">
                  <a:moveTo>
                    <a:pt x="143" y="0"/>
                  </a:moveTo>
                  <a:cubicBezTo>
                    <a:pt x="48" y="0"/>
                    <a:pt x="0" y="72"/>
                    <a:pt x="0" y="143"/>
                  </a:cubicBezTo>
                  <a:cubicBezTo>
                    <a:pt x="0" y="239"/>
                    <a:pt x="48" y="310"/>
                    <a:pt x="143" y="310"/>
                  </a:cubicBezTo>
                  <a:lnTo>
                    <a:pt x="857" y="310"/>
                  </a:lnTo>
                  <a:cubicBezTo>
                    <a:pt x="929" y="310"/>
                    <a:pt x="1000" y="215"/>
                    <a:pt x="1000" y="143"/>
                  </a:cubicBezTo>
                  <a:cubicBezTo>
                    <a:pt x="1000" y="72"/>
                    <a:pt x="953" y="0"/>
                    <a:pt x="85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6" name="Google Shape;28576;p152"/>
            <p:cNvSpPr/>
            <p:nvPr/>
          </p:nvSpPr>
          <p:spPr>
            <a:xfrm>
              <a:off x="6350573" y="3718151"/>
              <a:ext cx="82063" cy="10107"/>
            </a:xfrm>
            <a:custGeom>
              <a:rect b="b" l="l" r="r" t="t"/>
              <a:pathLst>
                <a:path extrusionOk="0" h="311" w="2525">
                  <a:moveTo>
                    <a:pt x="143" y="1"/>
                  </a:moveTo>
                  <a:cubicBezTo>
                    <a:pt x="48" y="1"/>
                    <a:pt x="0" y="72"/>
                    <a:pt x="0" y="144"/>
                  </a:cubicBezTo>
                  <a:cubicBezTo>
                    <a:pt x="0" y="239"/>
                    <a:pt x="48" y="310"/>
                    <a:pt x="143" y="310"/>
                  </a:cubicBezTo>
                  <a:lnTo>
                    <a:pt x="2358" y="310"/>
                  </a:lnTo>
                  <a:cubicBezTo>
                    <a:pt x="2429" y="310"/>
                    <a:pt x="2524" y="239"/>
                    <a:pt x="2501" y="120"/>
                  </a:cubicBezTo>
                  <a:cubicBezTo>
                    <a:pt x="2501" y="72"/>
                    <a:pt x="2429" y="1"/>
                    <a:pt x="235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7" name="Google Shape;28577;p152"/>
            <p:cNvSpPr/>
            <p:nvPr/>
          </p:nvSpPr>
          <p:spPr>
            <a:xfrm>
              <a:off x="6350573" y="3740608"/>
              <a:ext cx="82063" cy="9328"/>
            </a:xfrm>
            <a:custGeom>
              <a:rect b="b" l="l" r="r" t="t"/>
              <a:pathLst>
                <a:path extrusionOk="0" h="287" w="2525">
                  <a:moveTo>
                    <a:pt x="143" y="0"/>
                  </a:moveTo>
                  <a:cubicBezTo>
                    <a:pt x="48" y="0"/>
                    <a:pt x="0" y="48"/>
                    <a:pt x="0" y="143"/>
                  </a:cubicBezTo>
                  <a:cubicBezTo>
                    <a:pt x="0" y="239"/>
                    <a:pt x="48" y="286"/>
                    <a:pt x="143" y="286"/>
                  </a:cubicBezTo>
                  <a:lnTo>
                    <a:pt x="2358" y="286"/>
                  </a:lnTo>
                  <a:cubicBezTo>
                    <a:pt x="2429" y="286"/>
                    <a:pt x="2524" y="215"/>
                    <a:pt x="2501" y="119"/>
                  </a:cubicBezTo>
                  <a:cubicBezTo>
                    <a:pt x="2501" y="48"/>
                    <a:pt x="2429" y="0"/>
                    <a:pt x="235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8" name="Google Shape;28578;p152"/>
            <p:cNvSpPr/>
            <p:nvPr/>
          </p:nvSpPr>
          <p:spPr>
            <a:xfrm>
              <a:off x="6350573" y="3761506"/>
              <a:ext cx="82063" cy="10075"/>
            </a:xfrm>
            <a:custGeom>
              <a:rect b="b" l="l" r="r" t="t"/>
              <a:pathLst>
                <a:path extrusionOk="0" h="310" w="2525">
                  <a:moveTo>
                    <a:pt x="143" y="0"/>
                  </a:moveTo>
                  <a:cubicBezTo>
                    <a:pt x="48" y="0"/>
                    <a:pt x="0" y="72"/>
                    <a:pt x="0" y="167"/>
                  </a:cubicBezTo>
                  <a:cubicBezTo>
                    <a:pt x="0" y="239"/>
                    <a:pt x="48" y="310"/>
                    <a:pt x="143" y="310"/>
                  </a:cubicBezTo>
                  <a:lnTo>
                    <a:pt x="2358" y="310"/>
                  </a:lnTo>
                  <a:cubicBezTo>
                    <a:pt x="2429" y="310"/>
                    <a:pt x="2524" y="239"/>
                    <a:pt x="2501" y="119"/>
                  </a:cubicBezTo>
                  <a:cubicBezTo>
                    <a:pt x="2501" y="72"/>
                    <a:pt x="2429" y="0"/>
                    <a:pt x="235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9" name="Google Shape;28579;p152"/>
            <p:cNvSpPr/>
            <p:nvPr/>
          </p:nvSpPr>
          <p:spPr>
            <a:xfrm>
              <a:off x="6483693" y="3718151"/>
              <a:ext cx="82843" cy="10107"/>
            </a:xfrm>
            <a:custGeom>
              <a:rect b="b" l="l" r="r" t="t"/>
              <a:pathLst>
                <a:path extrusionOk="0" h="311" w="2549">
                  <a:moveTo>
                    <a:pt x="167" y="1"/>
                  </a:moveTo>
                  <a:cubicBezTo>
                    <a:pt x="72" y="1"/>
                    <a:pt x="0" y="72"/>
                    <a:pt x="0" y="144"/>
                  </a:cubicBezTo>
                  <a:cubicBezTo>
                    <a:pt x="0" y="239"/>
                    <a:pt x="72" y="310"/>
                    <a:pt x="167" y="310"/>
                  </a:cubicBezTo>
                  <a:lnTo>
                    <a:pt x="2358" y="310"/>
                  </a:lnTo>
                  <a:cubicBezTo>
                    <a:pt x="2453" y="310"/>
                    <a:pt x="2548" y="239"/>
                    <a:pt x="2501" y="120"/>
                  </a:cubicBezTo>
                  <a:cubicBezTo>
                    <a:pt x="2501" y="72"/>
                    <a:pt x="2453" y="1"/>
                    <a:pt x="235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0" name="Google Shape;28580;p152"/>
            <p:cNvSpPr/>
            <p:nvPr/>
          </p:nvSpPr>
          <p:spPr>
            <a:xfrm>
              <a:off x="6483693" y="3740608"/>
              <a:ext cx="82843" cy="9328"/>
            </a:xfrm>
            <a:custGeom>
              <a:rect b="b" l="l" r="r" t="t"/>
              <a:pathLst>
                <a:path extrusionOk="0" h="287" w="2549">
                  <a:moveTo>
                    <a:pt x="167" y="0"/>
                  </a:moveTo>
                  <a:cubicBezTo>
                    <a:pt x="72" y="0"/>
                    <a:pt x="0" y="48"/>
                    <a:pt x="0" y="143"/>
                  </a:cubicBezTo>
                  <a:cubicBezTo>
                    <a:pt x="0" y="239"/>
                    <a:pt x="72" y="286"/>
                    <a:pt x="167" y="286"/>
                  </a:cubicBezTo>
                  <a:lnTo>
                    <a:pt x="2358" y="286"/>
                  </a:lnTo>
                  <a:cubicBezTo>
                    <a:pt x="2453" y="286"/>
                    <a:pt x="2548" y="215"/>
                    <a:pt x="2501" y="119"/>
                  </a:cubicBezTo>
                  <a:cubicBezTo>
                    <a:pt x="2501" y="48"/>
                    <a:pt x="2453" y="0"/>
                    <a:pt x="235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1" name="Google Shape;28581;p152"/>
            <p:cNvSpPr/>
            <p:nvPr/>
          </p:nvSpPr>
          <p:spPr>
            <a:xfrm>
              <a:off x="6483693" y="3761506"/>
              <a:ext cx="82843" cy="10075"/>
            </a:xfrm>
            <a:custGeom>
              <a:rect b="b" l="l" r="r" t="t"/>
              <a:pathLst>
                <a:path extrusionOk="0" h="310" w="2549">
                  <a:moveTo>
                    <a:pt x="167" y="0"/>
                  </a:moveTo>
                  <a:cubicBezTo>
                    <a:pt x="72" y="0"/>
                    <a:pt x="0" y="72"/>
                    <a:pt x="0" y="167"/>
                  </a:cubicBezTo>
                  <a:cubicBezTo>
                    <a:pt x="0" y="239"/>
                    <a:pt x="72" y="310"/>
                    <a:pt x="167" y="310"/>
                  </a:cubicBezTo>
                  <a:lnTo>
                    <a:pt x="2358" y="310"/>
                  </a:lnTo>
                  <a:cubicBezTo>
                    <a:pt x="2453" y="310"/>
                    <a:pt x="2548" y="239"/>
                    <a:pt x="2501" y="119"/>
                  </a:cubicBezTo>
                  <a:cubicBezTo>
                    <a:pt x="2501" y="72"/>
                    <a:pt x="2453" y="0"/>
                    <a:pt x="235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82" name="Google Shape;28582;p152"/>
          <p:cNvGrpSpPr/>
          <p:nvPr/>
        </p:nvGrpSpPr>
        <p:grpSpPr>
          <a:xfrm>
            <a:off x="5571158" y="3442706"/>
            <a:ext cx="265525" cy="357597"/>
            <a:chOff x="5571158" y="3595106"/>
            <a:chExt cx="265525" cy="357597"/>
          </a:xfrm>
        </p:grpSpPr>
        <p:sp>
          <p:nvSpPr>
            <p:cNvPr id="28583" name="Google Shape;28583;p152"/>
            <p:cNvSpPr/>
            <p:nvPr/>
          </p:nvSpPr>
          <p:spPr>
            <a:xfrm>
              <a:off x="5571158" y="3595106"/>
              <a:ext cx="265525" cy="357597"/>
            </a:xfrm>
            <a:custGeom>
              <a:rect b="b" l="l" r="r" t="t"/>
              <a:pathLst>
                <a:path extrusionOk="0" h="11003" w="8170">
                  <a:moveTo>
                    <a:pt x="382" y="0"/>
                  </a:moveTo>
                  <a:cubicBezTo>
                    <a:pt x="168" y="0"/>
                    <a:pt x="1" y="167"/>
                    <a:pt x="1" y="358"/>
                  </a:cubicBezTo>
                  <a:lnTo>
                    <a:pt x="1" y="10645"/>
                  </a:lnTo>
                  <a:cubicBezTo>
                    <a:pt x="1" y="10836"/>
                    <a:pt x="168" y="11003"/>
                    <a:pt x="382" y="11003"/>
                  </a:cubicBezTo>
                  <a:lnTo>
                    <a:pt x="7812" y="11003"/>
                  </a:lnTo>
                  <a:cubicBezTo>
                    <a:pt x="8026" y="11003"/>
                    <a:pt x="8169" y="10836"/>
                    <a:pt x="8169" y="10645"/>
                  </a:cubicBezTo>
                  <a:lnTo>
                    <a:pt x="8169" y="358"/>
                  </a:lnTo>
                  <a:cubicBezTo>
                    <a:pt x="8169" y="167"/>
                    <a:pt x="8026" y="0"/>
                    <a:pt x="781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4" name="Google Shape;28584;p152"/>
            <p:cNvSpPr/>
            <p:nvPr/>
          </p:nvSpPr>
          <p:spPr>
            <a:xfrm>
              <a:off x="5803371" y="3595106"/>
              <a:ext cx="33313" cy="357597"/>
            </a:xfrm>
            <a:custGeom>
              <a:rect b="b" l="l" r="r" t="t"/>
              <a:pathLst>
                <a:path extrusionOk="0" h="11003" w="1025">
                  <a:moveTo>
                    <a:pt x="0" y="0"/>
                  </a:moveTo>
                  <a:cubicBezTo>
                    <a:pt x="215" y="0"/>
                    <a:pt x="381" y="167"/>
                    <a:pt x="381" y="358"/>
                  </a:cubicBezTo>
                  <a:lnTo>
                    <a:pt x="381" y="10645"/>
                  </a:lnTo>
                  <a:cubicBezTo>
                    <a:pt x="381" y="10836"/>
                    <a:pt x="215" y="11003"/>
                    <a:pt x="0" y="11003"/>
                  </a:cubicBezTo>
                  <a:lnTo>
                    <a:pt x="667" y="11003"/>
                  </a:lnTo>
                  <a:cubicBezTo>
                    <a:pt x="881" y="11003"/>
                    <a:pt x="1024" y="10836"/>
                    <a:pt x="1024" y="10645"/>
                  </a:cubicBezTo>
                  <a:lnTo>
                    <a:pt x="1024" y="358"/>
                  </a:lnTo>
                  <a:cubicBezTo>
                    <a:pt x="1024" y="167"/>
                    <a:pt x="881" y="0"/>
                    <a:pt x="66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5" name="Google Shape;28585;p152"/>
            <p:cNvSpPr/>
            <p:nvPr/>
          </p:nvSpPr>
          <p:spPr>
            <a:xfrm>
              <a:off x="5571158" y="3595106"/>
              <a:ext cx="265525" cy="37960"/>
            </a:xfrm>
            <a:custGeom>
              <a:rect b="b" l="l" r="r" t="t"/>
              <a:pathLst>
                <a:path extrusionOk="0" h="1168" w="8170">
                  <a:moveTo>
                    <a:pt x="382" y="0"/>
                  </a:moveTo>
                  <a:cubicBezTo>
                    <a:pt x="168" y="0"/>
                    <a:pt x="1" y="167"/>
                    <a:pt x="1" y="358"/>
                  </a:cubicBezTo>
                  <a:lnTo>
                    <a:pt x="1" y="1167"/>
                  </a:lnTo>
                  <a:lnTo>
                    <a:pt x="8169" y="1167"/>
                  </a:lnTo>
                  <a:lnTo>
                    <a:pt x="8169" y="358"/>
                  </a:lnTo>
                  <a:cubicBezTo>
                    <a:pt x="8169" y="167"/>
                    <a:pt x="8026" y="0"/>
                    <a:pt x="7812"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6" name="Google Shape;28586;p152"/>
            <p:cNvSpPr/>
            <p:nvPr/>
          </p:nvSpPr>
          <p:spPr>
            <a:xfrm>
              <a:off x="5803371" y="3595106"/>
              <a:ext cx="33313" cy="37960"/>
            </a:xfrm>
            <a:custGeom>
              <a:rect b="b" l="l" r="r" t="t"/>
              <a:pathLst>
                <a:path extrusionOk="0" h="1168" w="1025">
                  <a:moveTo>
                    <a:pt x="0" y="0"/>
                  </a:moveTo>
                  <a:cubicBezTo>
                    <a:pt x="215" y="0"/>
                    <a:pt x="381" y="167"/>
                    <a:pt x="381" y="358"/>
                  </a:cubicBezTo>
                  <a:lnTo>
                    <a:pt x="381" y="1167"/>
                  </a:lnTo>
                  <a:lnTo>
                    <a:pt x="1024" y="1167"/>
                  </a:lnTo>
                  <a:lnTo>
                    <a:pt x="1024" y="358"/>
                  </a:lnTo>
                  <a:cubicBezTo>
                    <a:pt x="1024" y="167"/>
                    <a:pt x="881" y="0"/>
                    <a:pt x="667" y="0"/>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7" name="Google Shape;28587;p152"/>
            <p:cNvSpPr/>
            <p:nvPr/>
          </p:nvSpPr>
          <p:spPr>
            <a:xfrm>
              <a:off x="5599823" y="3666313"/>
              <a:ext cx="212875" cy="255418"/>
            </a:xfrm>
            <a:custGeom>
              <a:rect b="b" l="l" r="r" t="t"/>
              <a:pathLst>
                <a:path extrusionOk="0" h="7859" w="6550">
                  <a:moveTo>
                    <a:pt x="214" y="0"/>
                  </a:moveTo>
                  <a:cubicBezTo>
                    <a:pt x="95" y="0"/>
                    <a:pt x="0" y="72"/>
                    <a:pt x="0" y="191"/>
                  </a:cubicBezTo>
                  <a:lnTo>
                    <a:pt x="0" y="7645"/>
                  </a:lnTo>
                  <a:lnTo>
                    <a:pt x="3263" y="7859"/>
                  </a:lnTo>
                  <a:lnTo>
                    <a:pt x="6549" y="7645"/>
                  </a:lnTo>
                  <a:lnTo>
                    <a:pt x="6549" y="191"/>
                  </a:lnTo>
                  <a:cubicBezTo>
                    <a:pt x="6549" y="72"/>
                    <a:pt x="6454" y="0"/>
                    <a:pt x="633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8" name="Google Shape;28588;p152"/>
            <p:cNvSpPr/>
            <p:nvPr/>
          </p:nvSpPr>
          <p:spPr>
            <a:xfrm>
              <a:off x="5655528" y="3847403"/>
              <a:ext cx="44168" cy="68153"/>
            </a:xfrm>
            <a:custGeom>
              <a:rect b="b" l="l" r="r" t="t"/>
              <a:pathLst>
                <a:path extrusionOk="0" h="2097" w="1359">
                  <a:moveTo>
                    <a:pt x="406" y="1"/>
                  </a:moveTo>
                  <a:cubicBezTo>
                    <a:pt x="310" y="1"/>
                    <a:pt x="215" y="96"/>
                    <a:pt x="215" y="191"/>
                  </a:cubicBezTo>
                  <a:lnTo>
                    <a:pt x="1" y="406"/>
                  </a:lnTo>
                  <a:lnTo>
                    <a:pt x="215" y="549"/>
                  </a:lnTo>
                  <a:lnTo>
                    <a:pt x="48" y="691"/>
                  </a:lnTo>
                  <a:lnTo>
                    <a:pt x="215" y="882"/>
                  </a:lnTo>
                  <a:lnTo>
                    <a:pt x="1" y="2096"/>
                  </a:lnTo>
                  <a:lnTo>
                    <a:pt x="1358" y="2096"/>
                  </a:lnTo>
                  <a:lnTo>
                    <a:pt x="1144" y="882"/>
                  </a:lnTo>
                  <a:lnTo>
                    <a:pt x="1263" y="787"/>
                  </a:lnTo>
                  <a:lnTo>
                    <a:pt x="1144" y="549"/>
                  </a:lnTo>
                  <a:lnTo>
                    <a:pt x="1358" y="406"/>
                  </a:lnTo>
                  <a:lnTo>
                    <a:pt x="1144" y="191"/>
                  </a:lnTo>
                  <a:cubicBezTo>
                    <a:pt x="1144" y="96"/>
                    <a:pt x="1049" y="1"/>
                    <a:pt x="95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9" name="Google Shape;28589;p152"/>
            <p:cNvSpPr/>
            <p:nvPr/>
          </p:nvSpPr>
          <p:spPr>
            <a:xfrm>
              <a:off x="5715913" y="3845876"/>
              <a:ext cx="42607" cy="69680"/>
            </a:xfrm>
            <a:custGeom>
              <a:rect b="b" l="l" r="r" t="t"/>
              <a:pathLst>
                <a:path extrusionOk="0" h="2144" w="1311">
                  <a:moveTo>
                    <a:pt x="381" y="0"/>
                  </a:moveTo>
                  <a:cubicBezTo>
                    <a:pt x="286" y="0"/>
                    <a:pt x="215" y="95"/>
                    <a:pt x="215" y="191"/>
                  </a:cubicBezTo>
                  <a:lnTo>
                    <a:pt x="0" y="334"/>
                  </a:lnTo>
                  <a:lnTo>
                    <a:pt x="215" y="476"/>
                  </a:lnTo>
                  <a:lnTo>
                    <a:pt x="48" y="596"/>
                  </a:lnTo>
                  <a:lnTo>
                    <a:pt x="215" y="810"/>
                  </a:lnTo>
                  <a:lnTo>
                    <a:pt x="0" y="1500"/>
                  </a:lnTo>
                  <a:lnTo>
                    <a:pt x="215" y="2143"/>
                  </a:lnTo>
                  <a:lnTo>
                    <a:pt x="1096" y="2143"/>
                  </a:lnTo>
                  <a:lnTo>
                    <a:pt x="1310" y="1691"/>
                  </a:lnTo>
                  <a:lnTo>
                    <a:pt x="1096" y="810"/>
                  </a:lnTo>
                  <a:lnTo>
                    <a:pt x="881" y="619"/>
                  </a:lnTo>
                  <a:lnTo>
                    <a:pt x="1096" y="476"/>
                  </a:lnTo>
                  <a:lnTo>
                    <a:pt x="1096" y="191"/>
                  </a:lnTo>
                  <a:cubicBezTo>
                    <a:pt x="1096" y="95"/>
                    <a:pt x="1000" y="0"/>
                    <a:pt x="905"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0" name="Google Shape;28590;p152"/>
            <p:cNvSpPr/>
            <p:nvPr/>
          </p:nvSpPr>
          <p:spPr>
            <a:xfrm>
              <a:off x="5662516" y="3865213"/>
              <a:ext cx="29413" cy="10855"/>
            </a:xfrm>
            <a:custGeom>
              <a:rect b="b" l="l" r="r" t="t"/>
              <a:pathLst>
                <a:path extrusionOk="0" h="334" w="905">
                  <a:moveTo>
                    <a:pt x="0" y="1"/>
                  </a:moveTo>
                  <a:lnTo>
                    <a:pt x="0" y="334"/>
                  </a:lnTo>
                  <a:lnTo>
                    <a:pt x="905" y="334"/>
                  </a:lnTo>
                  <a:lnTo>
                    <a:pt x="905" y="1"/>
                  </a:lnTo>
                  <a:close/>
                </a:path>
              </a:pathLst>
            </a:custGeom>
            <a:solidFill>
              <a:srgbClr val="BF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1" name="Google Shape;28591;p152"/>
            <p:cNvSpPr/>
            <p:nvPr/>
          </p:nvSpPr>
          <p:spPr>
            <a:xfrm>
              <a:off x="5722868" y="3861346"/>
              <a:ext cx="28665" cy="10855"/>
            </a:xfrm>
            <a:custGeom>
              <a:rect b="b" l="l" r="r" t="t"/>
              <a:pathLst>
                <a:path extrusionOk="0" h="334" w="882">
                  <a:moveTo>
                    <a:pt x="1" y="0"/>
                  </a:moveTo>
                  <a:lnTo>
                    <a:pt x="1" y="334"/>
                  </a:lnTo>
                  <a:lnTo>
                    <a:pt x="882" y="334"/>
                  </a:lnTo>
                  <a:lnTo>
                    <a:pt x="882" y="0"/>
                  </a:ln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2" name="Google Shape;28592;p152"/>
            <p:cNvSpPr/>
            <p:nvPr/>
          </p:nvSpPr>
          <p:spPr>
            <a:xfrm>
              <a:off x="5633851" y="3833493"/>
              <a:ext cx="28697" cy="82063"/>
            </a:xfrm>
            <a:custGeom>
              <a:rect b="b" l="l" r="r" t="t"/>
              <a:pathLst>
                <a:path extrusionOk="0" h="2525" w="883">
                  <a:moveTo>
                    <a:pt x="168" y="0"/>
                  </a:moveTo>
                  <a:cubicBezTo>
                    <a:pt x="72" y="0"/>
                    <a:pt x="1" y="72"/>
                    <a:pt x="1" y="167"/>
                  </a:cubicBezTo>
                  <a:lnTo>
                    <a:pt x="1" y="476"/>
                  </a:lnTo>
                  <a:lnTo>
                    <a:pt x="191" y="643"/>
                  </a:lnTo>
                  <a:lnTo>
                    <a:pt x="1" y="810"/>
                  </a:lnTo>
                  <a:lnTo>
                    <a:pt x="1" y="2524"/>
                  </a:lnTo>
                  <a:lnTo>
                    <a:pt x="882" y="2524"/>
                  </a:lnTo>
                  <a:lnTo>
                    <a:pt x="882" y="810"/>
                  </a:lnTo>
                  <a:lnTo>
                    <a:pt x="668" y="643"/>
                  </a:lnTo>
                  <a:lnTo>
                    <a:pt x="882" y="476"/>
                  </a:lnTo>
                  <a:lnTo>
                    <a:pt x="882" y="167"/>
                  </a:lnTo>
                  <a:cubicBezTo>
                    <a:pt x="882" y="72"/>
                    <a:pt x="787" y="0"/>
                    <a:pt x="71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3" name="Google Shape;28593;p152"/>
            <p:cNvSpPr/>
            <p:nvPr/>
          </p:nvSpPr>
          <p:spPr>
            <a:xfrm>
              <a:off x="5633851" y="3848963"/>
              <a:ext cx="28697" cy="10855"/>
            </a:xfrm>
            <a:custGeom>
              <a:rect b="b" l="l" r="r" t="t"/>
              <a:pathLst>
                <a:path extrusionOk="0" h="334" w="883">
                  <a:moveTo>
                    <a:pt x="1" y="0"/>
                  </a:moveTo>
                  <a:lnTo>
                    <a:pt x="1" y="334"/>
                  </a:lnTo>
                  <a:lnTo>
                    <a:pt x="882" y="334"/>
                  </a:lnTo>
                  <a:lnTo>
                    <a:pt x="882" y="0"/>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4" name="Google Shape;28594;p152"/>
            <p:cNvSpPr/>
            <p:nvPr/>
          </p:nvSpPr>
          <p:spPr>
            <a:xfrm>
              <a:off x="5692676" y="3832713"/>
              <a:ext cx="30225" cy="82843"/>
            </a:xfrm>
            <a:custGeom>
              <a:rect b="b" l="l" r="r" t="t"/>
              <a:pathLst>
                <a:path extrusionOk="0" h="2549" w="930">
                  <a:moveTo>
                    <a:pt x="168" y="0"/>
                  </a:moveTo>
                  <a:cubicBezTo>
                    <a:pt x="72" y="0"/>
                    <a:pt x="1" y="72"/>
                    <a:pt x="1" y="167"/>
                  </a:cubicBezTo>
                  <a:lnTo>
                    <a:pt x="1" y="500"/>
                  </a:lnTo>
                  <a:lnTo>
                    <a:pt x="25" y="643"/>
                  </a:lnTo>
                  <a:lnTo>
                    <a:pt x="1" y="858"/>
                  </a:lnTo>
                  <a:lnTo>
                    <a:pt x="1" y="2548"/>
                  </a:lnTo>
                  <a:lnTo>
                    <a:pt x="930" y="2548"/>
                  </a:lnTo>
                  <a:lnTo>
                    <a:pt x="930" y="834"/>
                  </a:lnTo>
                  <a:lnTo>
                    <a:pt x="691" y="667"/>
                  </a:lnTo>
                  <a:lnTo>
                    <a:pt x="930" y="500"/>
                  </a:lnTo>
                  <a:lnTo>
                    <a:pt x="930" y="167"/>
                  </a:lnTo>
                  <a:cubicBezTo>
                    <a:pt x="930" y="72"/>
                    <a:pt x="834" y="0"/>
                    <a:pt x="739"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5" name="Google Shape;28595;p152"/>
            <p:cNvSpPr/>
            <p:nvPr/>
          </p:nvSpPr>
          <p:spPr>
            <a:xfrm>
              <a:off x="5692676" y="3849743"/>
              <a:ext cx="28665" cy="10855"/>
            </a:xfrm>
            <a:custGeom>
              <a:rect b="b" l="l" r="r" t="t"/>
              <a:pathLst>
                <a:path extrusionOk="0" h="334" w="882">
                  <a:moveTo>
                    <a:pt x="1" y="0"/>
                  </a:moveTo>
                  <a:lnTo>
                    <a:pt x="1" y="334"/>
                  </a:lnTo>
                  <a:lnTo>
                    <a:pt x="882" y="334"/>
                  </a:lnTo>
                  <a:lnTo>
                    <a:pt x="882"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6" name="Google Shape;28596;p152"/>
            <p:cNvSpPr/>
            <p:nvPr/>
          </p:nvSpPr>
          <p:spPr>
            <a:xfrm>
              <a:off x="5751501" y="3861346"/>
              <a:ext cx="29445" cy="54210"/>
            </a:xfrm>
            <a:custGeom>
              <a:rect b="b" l="l" r="r" t="t"/>
              <a:pathLst>
                <a:path extrusionOk="0" h="1668" w="906">
                  <a:moveTo>
                    <a:pt x="191" y="0"/>
                  </a:moveTo>
                  <a:cubicBezTo>
                    <a:pt x="96" y="0"/>
                    <a:pt x="1" y="96"/>
                    <a:pt x="1" y="167"/>
                  </a:cubicBezTo>
                  <a:lnTo>
                    <a:pt x="1" y="501"/>
                  </a:lnTo>
                  <a:lnTo>
                    <a:pt x="215" y="691"/>
                  </a:lnTo>
                  <a:lnTo>
                    <a:pt x="1" y="834"/>
                  </a:lnTo>
                  <a:lnTo>
                    <a:pt x="1" y="1667"/>
                  </a:lnTo>
                  <a:lnTo>
                    <a:pt x="906" y="1667"/>
                  </a:lnTo>
                  <a:lnTo>
                    <a:pt x="906" y="834"/>
                  </a:lnTo>
                  <a:lnTo>
                    <a:pt x="691" y="691"/>
                  </a:lnTo>
                  <a:lnTo>
                    <a:pt x="906" y="501"/>
                  </a:lnTo>
                  <a:lnTo>
                    <a:pt x="906" y="167"/>
                  </a:lnTo>
                  <a:cubicBezTo>
                    <a:pt x="906" y="96"/>
                    <a:pt x="810" y="0"/>
                    <a:pt x="715"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7" name="Google Shape;28597;p152"/>
            <p:cNvSpPr/>
            <p:nvPr/>
          </p:nvSpPr>
          <p:spPr>
            <a:xfrm>
              <a:off x="5751501" y="3879156"/>
              <a:ext cx="29445" cy="10075"/>
            </a:xfrm>
            <a:custGeom>
              <a:rect b="b" l="l" r="r" t="t"/>
              <a:pathLst>
                <a:path extrusionOk="0" h="310" w="906">
                  <a:moveTo>
                    <a:pt x="1" y="0"/>
                  </a:moveTo>
                  <a:lnTo>
                    <a:pt x="1" y="310"/>
                  </a:lnTo>
                  <a:lnTo>
                    <a:pt x="906" y="310"/>
                  </a:lnTo>
                  <a:lnTo>
                    <a:pt x="906" y="0"/>
                  </a:ln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8" name="Google Shape;28598;p152"/>
            <p:cNvSpPr/>
            <p:nvPr/>
          </p:nvSpPr>
          <p:spPr>
            <a:xfrm>
              <a:off x="5571158" y="3914743"/>
              <a:ext cx="265525" cy="37960"/>
            </a:xfrm>
            <a:custGeom>
              <a:rect b="b" l="l" r="r" t="t"/>
              <a:pathLst>
                <a:path extrusionOk="0" h="1168" w="8170">
                  <a:moveTo>
                    <a:pt x="1" y="1"/>
                  </a:moveTo>
                  <a:lnTo>
                    <a:pt x="1" y="810"/>
                  </a:lnTo>
                  <a:cubicBezTo>
                    <a:pt x="1" y="1001"/>
                    <a:pt x="168" y="1168"/>
                    <a:pt x="382" y="1168"/>
                  </a:cubicBezTo>
                  <a:lnTo>
                    <a:pt x="7812" y="1168"/>
                  </a:lnTo>
                  <a:cubicBezTo>
                    <a:pt x="8026" y="1168"/>
                    <a:pt x="8169" y="1001"/>
                    <a:pt x="8169" y="810"/>
                  </a:cubicBezTo>
                  <a:lnTo>
                    <a:pt x="8169"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9" name="Google Shape;28599;p152"/>
            <p:cNvSpPr/>
            <p:nvPr/>
          </p:nvSpPr>
          <p:spPr>
            <a:xfrm>
              <a:off x="5803371" y="3914743"/>
              <a:ext cx="33313" cy="37960"/>
            </a:xfrm>
            <a:custGeom>
              <a:rect b="b" l="l" r="r" t="t"/>
              <a:pathLst>
                <a:path extrusionOk="0" h="1168" w="1025">
                  <a:moveTo>
                    <a:pt x="381" y="1"/>
                  </a:moveTo>
                  <a:lnTo>
                    <a:pt x="381" y="810"/>
                  </a:lnTo>
                  <a:cubicBezTo>
                    <a:pt x="381" y="1001"/>
                    <a:pt x="215" y="1168"/>
                    <a:pt x="0" y="1168"/>
                  </a:cubicBezTo>
                  <a:lnTo>
                    <a:pt x="667" y="1168"/>
                  </a:lnTo>
                  <a:cubicBezTo>
                    <a:pt x="881" y="1168"/>
                    <a:pt x="1024" y="1001"/>
                    <a:pt x="1024" y="810"/>
                  </a:cubicBezTo>
                  <a:lnTo>
                    <a:pt x="1024" y="1"/>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0" name="Google Shape;28600;p152"/>
            <p:cNvSpPr/>
            <p:nvPr/>
          </p:nvSpPr>
          <p:spPr>
            <a:xfrm>
              <a:off x="5655528" y="3709636"/>
              <a:ext cx="44168" cy="67372"/>
            </a:xfrm>
            <a:custGeom>
              <a:rect b="b" l="l" r="r" t="t"/>
              <a:pathLst>
                <a:path extrusionOk="0" h="2073" w="1359">
                  <a:moveTo>
                    <a:pt x="406" y="1"/>
                  </a:moveTo>
                  <a:cubicBezTo>
                    <a:pt x="310" y="1"/>
                    <a:pt x="215" y="72"/>
                    <a:pt x="215" y="168"/>
                  </a:cubicBezTo>
                  <a:lnTo>
                    <a:pt x="215" y="525"/>
                  </a:lnTo>
                  <a:lnTo>
                    <a:pt x="429" y="715"/>
                  </a:lnTo>
                  <a:lnTo>
                    <a:pt x="215" y="858"/>
                  </a:lnTo>
                  <a:lnTo>
                    <a:pt x="1" y="2073"/>
                  </a:lnTo>
                  <a:lnTo>
                    <a:pt x="1358" y="2073"/>
                  </a:lnTo>
                  <a:lnTo>
                    <a:pt x="1120" y="858"/>
                  </a:lnTo>
                  <a:lnTo>
                    <a:pt x="906" y="715"/>
                  </a:lnTo>
                  <a:lnTo>
                    <a:pt x="1120" y="525"/>
                  </a:lnTo>
                  <a:lnTo>
                    <a:pt x="1311" y="382"/>
                  </a:lnTo>
                  <a:lnTo>
                    <a:pt x="1120" y="168"/>
                  </a:lnTo>
                  <a:cubicBezTo>
                    <a:pt x="1120" y="72"/>
                    <a:pt x="1025" y="1"/>
                    <a:pt x="929"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1" name="Google Shape;28601;p152"/>
            <p:cNvSpPr/>
            <p:nvPr/>
          </p:nvSpPr>
          <p:spPr>
            <a:xfrm>
              <a:off x="5662516" y="3726666"/>
              <a:ext cx="29413" cy="10888"/>
            </a:xfrm>
            <a:custGeom>
              <a:rect b="b" l="l" r="r" t="t"/>
              <a:pathLst>
                <a:path extrusionOk="0" h="335" w="905">
                  <a:moveTo>
                    <a:pt x="0" y="1"/>
                  </a:moveTo>
                  <a:lnTo>
                    <a:pt x="0" y="334"/>
                  </a:lnTo>
                  <a:lnTo>
                    <a:pt x="905" y="334"/>
                  </a:lnTo>
                  <a:lnTo>
                    <a:pt x="905"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2" name="Google Shape;28602;p152"/>
            <p:cNvSpPr/>
            <p:nvPr/>
          </p:nvSpPr>
          <p:spPr>
            <a:xfrm>
              <a:off x="5715913" y="3695726"/>
              <a:ext cx="42607" cy="81282"/>
            </a:xfrm>
            <a:custGeom>
              <a:rect b="b" l="l" r="r" t="t"/>
              <a:pathLst>
                <a:path extrusionOk="0" h="2501" w="1311">
                  <a:moveTo>
                    <a:pt x="381" y="0"/>
                  </a:moveTo>
                  <a:cubicBezTo>
                    <a:pt x="286" y="0"/>
                    <a:pt x="215" y="95"/>
                    <a:pt x="215" y="191"/>
                  </a:cubicBezTo>
                  <a:lnTo>
                    <a:pt x="215" y="476"/>
                  </a:lnTo>
                  <a:lnTo>
                    <a:pt x="405" y="667"/>
                  </a:lnTo>
                  <a:lnTo>
                    <a:pt x="215" y="810"/>
                  </a:lnTo>
                  <a:lnTo>
                    <a:pt x="0" y="1858"/>
                  </a:lnTo>
                  <a:lnTo>
                    <a:pt x="215" y="2501"/>
                  </a:lnTo>
                  <a:lnTo>
                    <a:pt x="1096" y="2501"/>
                  </a:lnTo>
                  <a:lnTo>
                    <a:pt x="1310" y="2072"/>
                  </a:lnTo>
                  <a:lnTo>
                    <a:pt x="1096" y="810"/>
                  </a:lnTo>
                  <a:lnTo>
                    <a:pt x="881" y="643"/>
                  </a:lnTo>
                  <a:lnTo>
                    <a:pt x="1096" y="476"/>
                  </a:lnTo>
                  <a:lnTo>
                    <a:pt x="1096" y="191"/>
                  </a:lnTo>
                  <a:cubicBezTo>
                    <a:pt x="1096" y="95"/>
                    <a:pt x="1000" y="0"/>
                    <a:pt x="905"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3" name="Google Shape;28603;p152"/>
            <p:cNvSpPr/>
            <p:nvPr/>
          </p:nvSpPr>
          <p:spPr>
            <a:xfrm>
              <a:off x="5722868" y="3711196"/>
              <a:ext cx="28665" cy="10855"/>
            </a:xfrm>
            <a:custGeom>
              <a:rect b="b" l="l" r="r" t="t"/>
              <a:pathLst>
                <a:path extrusionOk="0" h="334" w="882">
                  <a:moveTo>
                    <a:pt x="1" y="0"/>
                  </a:moveTo>
                  <a:lnTo>
                    <a:pt x="1" y="334"/>
                  </a:lnTo>
                  <a:lnTo>
                    <a:pt x="882" y="334"/>
                  </a:lnTo>
                  <a:lnTo>
                    <a:pt x="882" y="0"/>
                  </a:ln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4" name="Google Shape;28604;p152"/>
            <p:cNvSpPr/>
            <p:nvPr/>
          </p:nvSpPr>
          <p:spPr>
            <a:xfrm>
              <a:off x="5633851" y="3722018"/>
              <a:ext cx="28697" cy="56550"/>
            </a:xfrm>
            <a:custGeom>
              <a:rect b="b" l="l" r="r" t="t"/>
              <a:pathLst>
                <a:path extrusionOk="0" h="1740" w="883">
                  <a:moveTo>
                    <a:pt x="168" y="1"/>
                  </a:moveTo>
                  <a:cubicBezTo>
                    <a:pt x="72" y="1"/>
                    <a:pt x="1" y="96"/>
                    <a:pt x="1" y="168"/>
                  </a:cubicBezTo>
                  <a:lnTo>
                    <a:pt x="1" y="477"/>
                  </a:lnTo>
                  <a:lnTo>
                    <a:pt x="191" y="668"/>
                  </a:lnTo>
                  <a:lnTo>
                    <a:pt x="1" y="811"/>
                  </a:lnTo>
                  <a:lnTo>
                    <a:pt x="1" y="1739"/>
                  </a:lnTo>
                  <a:lnTo>
                    <a:pt x="882" y="1739"/>
                  </a:lnTo>
                  <a:lnTo>
                    <a:pt x="882" y="811"/>
                  </a:lnTo>
                  <a:lnTo>
                    <a:pt x="668" y="668"/>
                  </a:lnTo>
                  <a:lnTo>
                    <a:pt x="882" y="477"/>
                  </a:lnTo>
                  <a:lnTo>
                    <a:pt x="882" y="168"/>
                  </a:lnTo>
                  <a:cubicBezTo>
                    <a:pt x="882" y="96"/>
                    <a:pt x="787" y="1"/>
                    <a:pt x="715"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5" name="Google Shape;28605;p152"/>
            <p:cNvSpPr/>
            <p:nvPr/>
          </p:nvSpPr>
          <p:spPr>
            <a:xfrm>
              <a:off x="5633851" y="3737521"/>
              <a:ext cx="28697" cy="10855"/>
            </a:xfrm>
            <a:custGeom>
              <a:rect b="b" l="l" r="r" t="t"/>
              <a:pathLst>
                <a:path extrusionOk="0" h="334" w="883">
                  <a:moveTo>
                    <a:pt x="1" y="0"/>
                  </a:moveTo>
                  <a:lnTo>
                    <a:pt x="1" y="334"/>
                  </a:lnTo>
                  <a:lnTo>
                    <a:pt x="882" y="334"/>
                  </a:lnTo>
                  <a:lnTo>
                    <a:pt x="882"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6" name="Google Shape;28606;p152"/>
            <p:cNvSpPr/>
            <p:nvPr/>
          </p:nvSpPr>
          <p:spPr>
            <a:xfrm>
              <a:off x="5693456" y="3694946"/>
              <a:ext cx="29445" cy="82063"/>
            </a:xfrm>
            <a:custGeom>
              <a:rect b="b" l="l" r="r" t="t"/>
              <a:pathLst>
                <a:path extrusionOk="0" h="2525" w="906">
                  <a:moveTo>
                    <a:pt x="191" y="0"/>
                  </a:moveTo>
                  <a:cubicBezTo>
                    <a:pt x="96" y="0"/>
                    <a:pt x="1" y="96"/>
                    <a:pt x="1" y="191"/>
                  </a:cubicBezTo>
                  <a:lnTo>
                    <a:pt x="1" y="500"/>
                  </a:lnTo>
                  <a:lnTo>
                    <a:pt x="215" y="691"/>
                  </a:lnTo>
                  <a:lnTo>
                    <a:pt x="1" y="834"/>
                  </a:lnTo>
                  <a:lnTo>
                    <a:pt x="1" y="2525"/>
                  </a:lnTo>
                  <a:lnTo>
                    <a:pt x="906" y="2525"/>
                  </a:lnTo>
                  <a:lnTo>
                    <a:pt x="906" y="834"/>
                  </a:lnTo>
                  <a:lnTo>
                    <a:pt x="691" y="691"/>
                  </a:lnTo>
                  <a:lnTo>
                    <a:pt x="906" y="500"/>
                  </a:lnTo>
                  <a:lnTo>
                    <a:pt x="906" y="191"/>
                  </a:lnTo>
                  <a:cubicBezTo>
                    <a:pt x="906" y="96"/>
                    <a:pt x="810" y="0"/>
                    <a:pt x="715"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7" name="Google Shape;28607;p152"/>
            <p:cNvSpPr/>
            <p:nvPr/>
          </p:nvSpPr>
          <p:spPr>
            <a:xfrm>
              <a:off x="5692676" y="3711196"/>
              <a:ext cx="28665" cy="10855"/>
            </a:xfrm>
            <a:custGeom>
              <a:rect b="b" l="l" r="r" t="t"/>
              <a:pathLst>
                <a:path extrusionOk="0" h="334" w="882">
                  <a:moveTo>
                    <a:pt x="1" y="0"/>
                  </a:moveTo>
                  <a:lnTo>
                    <a:pt x="1" y="334"/>
                  </a:lnTo>
                  <a:lnTo>
                    <a:pt x="882" y="334"/>
                  </a:lnTo>
                  <a:lnTo>
                    <a:pt x="882" y="0"/>
                  </a:ln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8" name="Google Shape;28608;p152"/>
            <p:cNvSpPr/>
            <p:nvPr/>
          </p:nvSpPr>
          <p:spPr>
            <a:xfrm>
              <a:off x="5751501" y="3711196"/>
              <a:ext cx="29445" cy="65813"/>
            </a:xfrm>
            <a:custGeom>
              <a:rect b="b" l="l" r="r" t="t"/>
              <a:pathLst>
                <a:path extrusionOk="0" h="2025" w="906">
                  <a:moveTo>
                    <a:pt x="191" y="0"/>
                  </a:moveTo>
                  <a:cubicBezTo>
                    <a:pt x="96" y="0"/>
                    <a:pt x="1" y="96"/>
                    <a:pt x="1" y="191"/>
                  </a:cubicBezTo>
                  <a:lnTo>
                    <a:pt x="1" y="501"/>
                  </a:lnTo>
                  <a:lnTo>
                    <a:pt x="215" y="691"/>
                  </a:lnTo>
                  <a:lnTo>
                    <a:pt x="1" y="834"/>
                  </a:lnTo>
                  <a:lnTo>
                    <a:pt x="1" y="2025"/>
                  </a:lnTo>
                  <a:lnTo>
                    <a:pt x="906" y="2025"/>
                  </a:lnTo>
                  <a:lnTo>
                    <a:pt x="906" y="834"/>
                  </a:lnTo>
                  <a:lnTo>
                    <a:pt x="691" y="691"/>
                  </a:lnTo>
                  <a:lnTo>
                    <a:pt x="906" y="501"/>
                  </a:lnTo>
                  <a:lnTo>
                    <a:pt x="906" y="191"/>
                  </a:lnTo>
                  <a:cubicBezTo>
                    <a:pt x="906" y="96"/>
                    <a:pt x="810" y="0"/>
                    <a:pt x="715" y="0"/>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9" name="Google Shape;28609;p152"/>
            <p:cNvSpPr/>
            <p:nvPr/>
          </p:nvSpPr>
          <p:spPr>
            <a:xfrm>
              <a:off x="5751501" y="3728226"/>
              <a:ext cx="29445" cy="10075"/>
            </a:xfrm>
            <a:custGeom>
              <a:rect b="b" l="l" r="r" t="t"/>
              <a:pathLst>
                <a:path extrusionOk="0" h="310" w="906">
                  <a:moveTo>
                    <a:pt x="1" y="0"/>
                  </a:moveTo>
                  <a:lnTo>
                    <a:pt x="1" y="310"/>
                  </a:lnTo>
                  <a:lnTo>
                    <a:pt x="906" y="310"/>
                  </a:lnTo>
                  <a:lnTo>
                    <a:pt x="906" y="0"/>
                  </a:lnTo>
                  <a:close/>
                </a:path>
              </a:pathLst>
            </a:custGeom>
            <a:solidFill>
              <a:srgbClr val="BF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0" name="Google Shape;28610;p152"/>
            <p:cNvSpPr/>
            <p:nvPr/>
          </p:nvSpPr>
          <p:spPr>
            <a:xfrm>
              <a:off x="5599823" y="3776976"/>
              <a:ext cx="212875" cy="21710"/>
            </a:xfrm>
            <a:custGeom>
              <a:rect b="b" l="l" r="r" t="t"/>
              <a:pathLst>
                <a:path extrusionOk="0" h="668" w="6550">
                  <a:moveTo>
                    <a:pt x="0" y="1"/>
                  </a:moveTo>
                  <a:lnTo>
                    <a:pt x="0" y="667"/>
                  </a:lnTo>
                  <a:lnTo>
                    <a:pt x="6549" y="667"/>
                  </a:lnTo>
                  <a:lnTo>
                    <a:pt x="6549"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1" name="Google Shape;28611;p152"/>
            <p:cNvSpPr/>
            <p:nvPr/>
          </p:nvSpPr>
          <p:spPr>
            <a:xfrm>
              <a:off x="5790988" y="3776976"/>
              <a:ext cx="21710" cy="21710"/>
            </a:xfrm>
            <a:custGeom>
              <a:rect b="b" l="l" r="r" t="t"/>
              <a:pathLst>
                <a:path extrusionOk="0" h="668" w="668">
                  <a:moveTo>
                    <a:pt x="0" y="1"/>
                  </a:moveTo>
                  <a:lnTo>
                    <a:pt x="0" y="667"/>
                  </a:lnTo>
                  <a:lnTo>
                    <a:pt x="667" y="667"/>
                  </a:lnTo>
                  <a:lnTo>
                    <a:pt x="6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12" name="Google Shape;28612;p152"/>
          <p:cNvGrpSpPr/>
          <p:nvPr/>
        </p:nvGrpSpPr>
        <p:grpSpPr>
          <a:xfrm>
            <a:off x="4767791" y="3473646"/>
            <a:ext cx="357597" cy="296465"/>
            <a:chOff x="4767791" y="3626046"/>
            <a:chExt cx="357597" cy="296465"/>
          </a:xfrm>
        </p:grpSpPr>
        <p:sp>
          <p:nvSpPr>
            <p:cNvPr id="28613" name="Google Shape;28613;p152"/>
            <p:cNvSpPr/>
            <p:nvPr/>
          </p:nvSpPr>
          <p:spPr>
            <a:xfrm>
              <a:off x="4900131" y="3857478"/>
              <a:ext cx="92138" cy="58857"/>
            </a:xfrm>
            <a:custGeom>
              <a:rect b="b" l="l" r="r" t="t"/>
              <a:pathLst>
                <a:path extrusionOk="0" h="1811" w="2835">
                  <a:moveTo>
                    <a:pt x="1406" y="0"/>
                  </a:moveTo>
                  <a:lnTo>
                    <a:pt x="215" y="215"/>
                  </a:lnTo>
                  <a:lnTo>
                    <a:pt x="1" y="1810"/>
                  </a:lnTo>
                  <a:lnTo>
                    <a:pt x="2835" y="1810"/>
                  </a:lnTo>
                  <a:lnTo>
                    <a:pt x="2597" y="215"/>
                  </a:lnTo>
                  <a:lnTo>
                    <a:pt x="140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4" name="Google Shape;28614;p152"/>
            <p:cNvSpPr/>
            <p:nvPr/>
          </p:nvSpPr>
          <p:spPr>
            <a:xfrm>
              <a:off x="4964383" y="3857478"/>
              <a:ext cx="27885" cy="58857"/>
            </a:xfrm>
            <a:custGeom>
              <a:rect b="b" l="l" r="r" t="t"/>
              <a:pathLst>
                <a:path extrusionOk="0" h="1811" w="858">
                  <a:moveTo>
                    <a:pt x="405" y="0"/>
                  </a:moveTo>
                  <a:lnTo>
                    <a:pt x="0" y="215"/>
                  </a:lnTo>
                  <a:lnTo>
                    <a:pt x="191" y="1810"/>
                  </a:lnTo>
                  <a:lnTo>
                    <a:pt x="858" y="1810"/>
                  </a:lnTo>
                  <a:lnTo>
                    <a:pt x="643" y="215"/>
                  </a:lnTo>
                  <a:lnTo>
                    <a:pt x="405"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5" name="Google Shape;28615;p152"/>
            <p:cNvSpPr/>
            <p:nvPr/>
          </p:nvSpPr>
          <p:spPr>
            <a:xfrm>
              <a:off x="4872278" y="3911656"/>
              <a:ext cx="147875" cy="10855"/>
            </a:xfrm>
            <a:custGeom>
              <a:rect b="b" l="l" r="r" t="t"/>
              <a:pathLst>
                <a:path extrusionOk="0" h="334" w="4550">
                  <a:moveTo>
                    <a:pt x="167" y="0"/>
                  </a:moveTo>
                  <a:cubicBezTo>
                    <a:pt x="48" y="0"/>
                    <a:pt x="0" y="96"/>
                    <a:pt x="0" y="191"/>
                  </a:cubicBezTo>
                  <a:cubicBezTo>
                    <a:pt x="24" y="262"/>
                    <a:pt x="96" y="334"/>
                    <a:pt x="167" y="334"/>
                  </a:cubicBezTo>
                  <a:lnTo>
                    <a:pt x="4382" y="334"/>
                  </a:lnTo>
                  <a:cubicBezTo>
                    <a:pt x="4454" y="334"/>
                    <a:pt x="4549" y="239"/>
                    <a:pt x="4549" y="143"/>
                  </a:cubicBezTo>
                  <a:cubicBezTo>
                    <a:pt x="4525" y="48"/>
                    <a:pt x="4454" y="0"/>
                    <a:pt x="4382"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6" name="Google Shape;28616;p152"/>
            <p:cNvSpPr/>
            <p:nvPr/>
          </p:nvSpPr>
          <p:spPr>
            <a:xfrm>
              <a:off x="4767791" y="3626046"/>
              <a:ext cx="357597" cy="207480"/>
            </a:xfrm>
            <a:custGeom>
              <a:rect b="b" l="l" r="r" t="t"/>
              <a:pathLst>
                <a:path extrusionOk="0" h="6384" w="11003">
                  <a:moveTo>
                    <a:pt x="453" y="1"/>
                  </a:moveTo>
                  <a:cubicBezTo>
                    <a:pt x="215" y="1"/>
                    <a:pt x="1" y="215"/>
                    <a:pt x="1" y="453"/>
                  </a:cubicBezTo>
                  <a:lnTo>
                    <a:pt x="1" y="6145"/>
                  </a:lnTo>
                  <a:lnTo>
                    <a:pt x="5573" y="6383"/>
                  </a:lnTo>
                  <a:lnTo>
                    <a:pt x="11003" y="6145"/>
                  </a:lnTo>
                  <a:lnTo>
                    <a:pt x="11003" y="453"/>
                  </a:lnTo>
                  <a:cubicBezTo>
                    <a:pt x="11003" y="215"/>
                    <a:pt x="10812" y="1"/>
                    <a:pt x="1057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7" name="Google Shape;28617;p152"/>
            <p:cNvSpPr/>
            <p:nvPr/>
          </p:nvSpPr>
          <p:spPr>
            <a:xfrm>
              <a:off x="5089768" y="3627378"/>
              <a:ext cx="34840" cy="206895"/>
            </a:xfrm>
            <a:custGeom>
              <a:rect b="b" l="l" r="r" t="t"/>
              <a:pathLst>
                <a:path extrusionOk="0" h="6366" w="1072">
                  <a:moveTo>
                    <a:pt x="73" y="0"/>
                  </a:moveTo>
                  <a:cubicBezTo>
                    <a:pt x="49" y="0"/>
                    <a:pt x="25" y="3"/>
                    <a:pt x="0" y="8"/>
                  </a:cubicBezTo>
                  <a:lnTo>
                    <a:pt x="143" y="8"/>
                  </a:lnTo>
                  <a:cubicBezTo>
                    <a:pt x="120" y="3"/>
                    <a:pt x="97" y="0"/>
                    <a:pt x="73" y="0"/>
                  </a:cubicBezTo>
                  <a:close/>
                  <a:moveTo>
                    <a:pt x="143" y="8"/>
                  </a:moveTo>
                  <a:cubicBezTo>
                    <a:pt x="310" y="43"/>
                    <a:pt x="429" y="205"/>
                    <a:pt x="429" y="412"/>
                  </a:cubicBezTo>
                  <a:lnTo>
                    <a:pt x="429" y="6366"/>
                  </a:lnTo>
                  <a:lnTo>
                    <a:pt x="1072" y="6128"/>
                  </a:lnTo>
                  <a:lnTo>
                    <a:pt x="1072" y="436"/>
                  </a:lnTo>
                  <a:cubicBezTo>
                    <a:pt x="1072" y="198"/>
                    <a:pt x="858" y="8"/>
                    <a:pt x="620" y="8"/>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8" name="Google Shape;28618;p152"/>
            <p:cNvSpPr/>
            <p:nvPr/>
          </p:nvSpPr>
          <p:spPr>
            <a:xfrm>
              <a:off x="4860676" y="3659326"/>
              <a:ext cx="171080" cy="171080"/>
            </a:xfrm>
            <a:custGeom>
              <a:rect b="b" l="l" r="r" t="t"/>
              <a:pathLst>
                <a:path extrusionOk="0" h="5264" w="5264">
                  <a:moveTo>
                    <a:pt x="167" y="1"/>
                  </a:moveTo>
                  <a:cubicBezTo>
                    <a:pt x="96" y="1"/>
                    <a:pt x="0" y="72"/>
                    <a:pt x="0" y="168"/>
                  </a:cubicBezTo>
                  <a:lnTo>
                    <a:pt x="0" y="5264"/>
                  </a:lnTo>
                  <a:lnTo>
                    <a:pt x="5263" y="5264"/>
                  </a:lnTo>
                  <a:lnTo>
                    <a:pt x="5263" y="168"/>
                  </a:lnTo>
                  <a:cubicBezTo>
                    <a:pt x="5263" y="72"/>
                    <a:pt x="5168" y="1"/>
                    <a:pt x="509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9" name="Google Shape;28619;p152"/>
            <p:cNvSpPr/>
            <p:nvPr/>
          </p:nvSpPr>
          <p:spPr>
            <a:xfrm>
              <a:off x="5004618" y="3659326"/>
              <a:ext cx="27138" cy="171080"/>
            </a:xfrm>
            <a:custGeom>
              <a:rect b="b" l="l" r="r" t="t"/>
              <a:pathLst>
                <a:path extrusionOk="0" h="5264" w="835">
                  <a:moveTo>
                    <a:pt x="1" y="1"/>
                  </a:moveTo>
                  <a:cubicBezTo>
                    <a:pt x="96" y="1"/>
                    <a:pt x="167" y="96"/>
                    <a:pt x="167" y="168"/>
                  </a:cubicBezTo>
                  <a:lnTo>
                    <a:pt x="167" y="5264"/>
                  </a:lnTo>
                  <a:lnTo>
                    <a:pt x="834" y="5264"/>
                  </a:lnTo>
                  <a:lnTo>
                    <a:pt x="834" y="168"/>
                  </a:lnTo>
                  <a:cubicBezTo>
                    <a:pt x="834" y="96"/>
                    <a:pt x="739" y="1"/>
                    <a:pt x="668"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0" name="Google Shape;28620;p152"/>
            <p:cNvSpPr/>
            <p:nvPr/>
          </p:nvSpPr>
          <p:spPr>
            <a:xfrm>
              <a:off x="4860676" y="3659326"/>
              <a:ext cx="27105" cy="171080"/>
            </a:xfrm>
            <a:custGeom>
              <a:rect b="b" l="l" r="r" t="t"/>
              <a:pathLst>
                <a:path extrusionOk="0" h="5264" w="834">
                  <a:moveTo>
                    <a:pt x="167" y="1"/>
                  </a:moveTo>
                  <a:cubicBezTo>
                    <a:pt x="96" y="1"/>
                    <a:pt x="0" y="96"/>
                    <a:pt x="0" y="168"/>
                  </a:cubicBezTo>
                  <a:lnTo>
                    <a:pt x="0" y="5264"/>
                  </a:lnTo>
                  <a:lnTo>
                    <a:pt x="834" y="5264"/>
                  </a:lnTo>
                  <a:lnTo>
                    <a:pt x="834"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1" name="Google Shape;28621;p152"/>
            <p:cNvSpPr/>
            <p:nvPr/>
          </p:nvSpPr>
          <p:spPr>
            <a:xfrm>
              <a:off x="4924148" y="3718931"/>
              <a:ext cx="53430" cy="62432"/>
            </a:xfrm>
            <a:custGeom>
              <a:rect b="b" l="l" r="r" t="t"/>
              <a:pathLst>
                <a:path extrusionOk="0" h="1921" w="1644">
                  <a:moveTo>
                    <a:pt x="786" y="572"/>
                  </a:moveTo>
                  <a:lnTo>
                    <a:pt x="1024" y="1239"/>
                  </a:lnTo>
                  <a:lnTo>
                    <a:pt x="548" y="1239"/>
                  </a:lnTo>
                  <a:lnTo>
                    <a:pt x="786" y="572"/>
                  </a:lnTo>
                  <a:close/>
                  <a:moveTo>
                    <a:pt x="810" y="1"/>
                  </a:moveTo>
                  <a:cubicBezTo>
                    <a:pt x="714" y="1"/>
                    <a:pt x="667" y="72"/>
                    <a:pt x="643" y="120"/>
                  </a:cubicBezTo>
                  <a:lnTo>
                    <a:pt x="48" y="1715"/>
                  </a:lnTo>
                  <a:cubicBezTo>
                    <a:pt x="0" y="1787"/>
                    <a:pt x="71" y="1906"/>
                    <a:pt x="167" y="1906"/>
                  </a:cubicBezTo>
                  <a:cubicBezTo>
                    <a:pt x="182" y="1916"/>
                    <a:pt x="198" y="1921"/>
                    <a:pt x="213" y="1921"/>
                  </a:cubicBezTo>
                  <a:cubicBezTo>
                    <a:pt x="267" y="1921"/>
                    <a:pt x="315" y="1861"/>
                    <a:pt x="333" y="1787"/>
                  </a:cubicBezTo>
                  <a:lnTo>
                    <a:pt x="453" y="1501"/>
                  </a:lnTo>
                  <a:lnTo>
                    <a:pt x="1191" y="1501"/>
                  </a:lnTo>
                  <a:lnTo>
                    <a:pt x="1310" y="1787"/>
                  </a:lnTo>
                  <a:cubicBezTo>
                    <a:pt x="1357" y="1858"/>
                    <a:pt x="1405" y="1906"/>
                    <a:pt x="1453" y="1906"/>
                  </a:cubicBezTo>
                  <a:lnTo>
                    <a:pt x="1524" y="1906"/>
                  </a:lnTo>
                  <a:cubicBezTo>
                    <a:pt x="1619" y="1882"/>
                    <a:pt x="1643" y="1787"/>
                    <a:pt x="1619" y="1715"/>
                  </a:cubicBezTo>
                  <a:lnTo>
                    <a:pt x="1000" y="120"/>
                  </a:lnTo>
                  <a:cubicBezTo>
                    <a:pt x="953" y="48"/>
                    <a:pt x="881" y="1"/>
                    <a:pt x="810" y="1"/>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2" name="Google Shape;28622;p152"/>
            <p:cNvSpPr/>
            <p:nvPr/>
          </p:nvSpPr>
          <p:spPr>
            <a:xfrm>
              <a:off x="4972898" y="3707328"/>
              <a:ext cx="32532" cy="33313"/>
            </a:xfrm>
            <a:custGeom>
              <a:rect b="b" l="l" r="r" t="t"/>
              <a:pathLst>
                <a:path extrusionOk="0" h="1025" w="1001">
                  <a:moveTo>
                    <a:pt x="524" y="0"/>
                  </a:moveTo>
                  <a:cubicBezTo>
                    <a:pt x="453" y="0"/>
                    <a:pt x="358" y="72"/>
                    <a:pt x="358" y="143"/>
                  </a:cubicBezTo>
                  <a:lnTo>
                    <a:pt x="358" y="334"/>
                  </a:lnTo>
                  <a:lnTo>
                    <a:pt x="167" y="334"/>
                  </a:lnTo>
                  <a:cubicBezTo>
                    <a:pt x="72" y="334"/>
                    <a:pt x="0" y="381"/>
                    <a:pt x="0" y="477"/>
                  </a:cubicBezTo>
                  <a:cubicBezTo>
                    <a:pt x="0" y="572"/>
                    <a:pt x="48" y="667"/>
                    <a:pt x="143" y="667"/>
                  </a:cubicBezTo>
                  <a:lnTo>
                    <a:pt x="310" y="667"/>
                  </a:lnTo>
                  <a:lnTo>
                    <a:pt x="310" y="834"/>
                  </a:lnTo>
                  <a:cubicBezTo>
                    <a:pt x="310" y="929"/>
                    <a:pt x="381" y="1024"/>
                    <a:pt x="477" y="1024"/>
                  </a:cubicBezTo>
                  <a:cubicBezTo>
                    <a:pt x="548" y="1024"/>
                    <a:pt x="643" y="953"/>
                    <a:pt x="643" y="882"/>
                  </a:cubicBezTo>
                  <a:lnTo>
                    <a:pt x="643" y="691"/>
                  </a:lnTo>
                  <a:lnTo>
                    <a:pt x="834" y="691"/>
                  </a:lnTo>
                  <a:cubicBezTo>
                    <a:pt x="905" y="691"/>
                    <a:pt x="1001" y="643"/>
                    <a:pt x="1001" y="548"/>
                  </a:cubicBezTo>
                  <a:cubicBezTo>
                    <a:pt x="1001" y="429"/>
                    <a:pt x="953" y="358"/>
                    <a:pt x="858" y="358"/>
                  </a:cubicBezTo>
                  <a:lnTo>
                    <a:pt x="667" y="358"/>
                  </a:lnTo>
                  <a:lnTo>
                    <a:pt x="667" y="191"/>
                  </a:lnTo>
                  <a:cubicBezTo>
                    <a:pt x="667" y="96"/>
                    <a:pt x="620" y="0"/>
                    <a:pt x="524" y="0"/>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3" name="Google Shape;28623;p152"/>
            <p:cNvSpPr/>
            <p:nvPr/>
          </p:nvSpPr>
          <p:spPr>
            <a:xfrm>
              <a:off x="4767791" y="3825726"/>
              <a:ext cx="357597" cy="38740"/>
            </a:xfrm>
            <a:custGeom>
              <a:rect b="b" l="l" r="r" t="t"/>
              <a:pathLst>
                <a:path extrusionOk="0" h="1192" w="11003">
                  <a:moveTo>
                    <a:pt x="1" y="1"/>
                  </a:moveTo>
                  <a:lnTo>
                    <a:pt x="1" y="739"/>
                  </a:lnTo>
                  <a:cubicBezTo>
                    <a:pt x="1" y="977"/>
                    <a:pt x="215" y="1192"/>
                    <a:pt x="453" y="1192"/>
                  </a:cubicBezTo>
                  <a:lnTo>
                    <a:pt x="10574" y="1192"/>
                  </a:lnTo>
                  <a:cubicBezTo>
                    <a:pt x="10812" y="1192"/>
                    <a:pt x="11003" y="977"/>
                    <a:pt x="11003" y="739"/>
                  </a:cubicBezTo>
                  <a:lnTo>
                    <a:pt x="11003"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4" name="Google Shape;28624;p152"/>
            <p:cNvSpPr/>
            <p:nvPr/>
          </p:nvSpPr>
          <p:spPr>
            <a:xfrm>
              <a:off x="5088988" y="3825726"/>
              <a:ext cx="35620" cy="38740"/>
            </a:xfrm>
            <a:custGeom>
              <a:rect b="b" l="l" r="r" t="t"/>
              <a:pathLst>
                <a:path extrusionOk="0" h="1192" w="1096">
                  <a:moveTo>
                    <a:pt x="453" y="1"/>
                  </a:moveTo>
                  <a:lnTo>
                    <a:pt x="453" y="739"/>
                  </a:lnTo>
                  <a:cubicBezTo>
                    <a:pt x="453" y="977"/>
                    <a:pt x="239" y="1192"/>
                    <a:pt x="1" y="1192"/>
                  </a:cubicBezTo>
                  <a:lnTo>
                    <a:pt x="644" y="1192"/>
                  </a:lnTo>
                  <a:cubicBezTo>
                    <a:pt x="882" y="1192"/>
                    <a:pt x="1096" y="977"/>
                    <a:pt x="1096" y="739"/>
                  </a:cubicBezTo>
                  <a:lnTo>
                    <a:pt x="1096"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5" name="Google Shape;28625;p152"/>
          <p:cNvGrpSpPr/>
          <p:nvPr/>
        </p:nvGrpSpPr>
        <p:grpSpPr>
          <a:xfrm>
            <a:off x="4042586" y="3442706"/>
            <a:ext cx="327405" cy="357598"/>
            <a:chOff x="4042586" y="3595106"/>
            <a:chExt cx="327405" cy="357598"/>
          </a:xfrm>
        </p:grpSpPr>
        <p:sp>
          <p:nvSpPr>
            <p:cNvPr id="28626" name="Google Shape;28626;p152"/>
            <p:cNvSpPr/>
            <p:nvPr/>
          </p:nvSpPr>
          <p:spPr>
            <a:xfrm>
              <a:off x="4042586" y="3627606"/>
              <a:ext cx="265493" cy="267832"/>
            </a:xfrm>
            <a:custGeom>
              <a:rect b="b" l="l" r="r" t="t"/>
              <a:pathLst>
                <a:path extrusionOk="0" h="8241" w="8169">
                  <a:moveTo>
                    <a:pt x="3834" y="1"/>
                  </a:moveTo>
                  <a:lnTo>
                    <a:pt x="0" y="143"/>
                  </a:lnTo>
                  <a:lnTo>
                    <a:pt x="0" y="7907"/>
                  </a:lnTo>
                  <a:lnTo>
                    <a:pt x="4263" y="8240"/>
                  </a:lnTo>
                  <a:lnTo>
                    <a:pt x="8169" y="7907"/>
                  </a:lnTo>
                  <a:lnTo>
                    <a:pt x="8169" y="143"/>
                  </a:lnTo>
                  <a:lnTo>
                    <a:pt x="3834"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7" name="Google Shape;28627;p152"/>
            <p:cNvSpPr/>
            <p:nvPr/>
          </p:nvSpPr>
          <p:spPr>
            <a:xfrm>
              <a:off x="4287148" y="3628386"/>
              <a:ext cx="20930" cy="267053"/>
            </a:xfrm>
            <a:custGeom>
              <a:rect b="b" l="l" r="r" t="t"/>
              <a:pathLst>
                <a:path extrusionOk="0" h="8217" w="644">
                  <a:moveTo>
                    <a:pt x="1" y="0"/>
                  </a:moveTo>
                  <a:lnTo>
                    <a:pt x="1" y="8216"/>
                  </a:lnTo>
                  <a:lnTo>
                    <a:pt x="644" y="8216"/>
                  </a:lnTo>
                  <a:lnTo>
                    <a:pt x="644"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8" name="Google Shape;28628;p152"/>
            <p:cNvSpPr/>
            <p:nvPr/>
          </p:nvSpPr>
          <p:spPr>
            <a:xfrm>
              <a:off x="4043366" y="3595106"/>
              <a:ext cx="264713" cy="37960"/>
            </a:xfrm>
            <a:custGeom>
              <a:rect b="b" l="l" r="r" t="t"/>
              <a:pathLst>
                <a:path extrusionOk="0" h="1168" w="8145">
                  <a:moveTo>
                    <a:pt x="357" y="0"/>
                  </a:moveTo>
                  <a:cubicBezTo>
                    <a:pt x="143" y="0"/>
                    <a:pt x="0" y="167"/>
                    <a:pt x="0" y="358"/>
                  </a:cubicBezTo>
                  <a:lnTo>
                    <a:pt x="0" y="1167"/>
                  </a:lnTo>
                  <a:lnTo>
                    <a:pt x="8145" y="1167"/>
                  </a:lnTo>
                  <a:lnTo>
                    <a:pt x="8145" y="358"/>
                  </a:lnTo>
                  <a:cubicBezTo>
                    <a:pt x="8145" y="167"/>
                    <a:pt x="8002" y="0"/>
                    <a:pt x="7787"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9" name="Google Shape;28629;p152"/>
            <p:cNvSpPr/>
            <p:nvPr/>
          </p:nvSpPr>
          <p:spPr>
            <a:xfrm>
              <a:off x="4275546" y="3595106"/>
              <a:ext cx="32532" cy="37960"/>
            </a:xfrm>
            <a:custGeom>
              <a:rect b="b" l="l" r="r" t="t"/>
              <a:pathLst>
                <a:path extrusionOk="0" h="1168" w="1001">
                  <a:moveTo>
                    <a:pt x="0" y="0"/>
                  </a:moveTo>
                  <a:cubicBezTo>
                    <a:pt x="191" y="0"/>
                    <a:pt x="358" y="167"/>
                    <a:pt x="358" y="358"/>
                  </a:cubicBezTo>
                  <a:lnTo>
                    <a:pt x="358" y="1167"/>
                  </a:lnTo>
                  <a:lnTo>
                    <a:pt x="1001" y="1167"/>
                  </a:lnTo>
                  <a:lnTo>
                    <a:pt x="1001" y="358"/>
                  </a:lnTo>
                  <a:cubicBezTo>
                    <a:pt x="1001" y="167"/>
                    <a:pt x="858" y="0"/>
                    <a:pt x="643" y="0"/>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0" name="Google Shape;28630;p152"/>
            <p:cNvSpPr/>
            <p:nvPr/>
          </p:nvSpPr>
          <p:spPr>
            <a:xfrm>
              <a:off x="4083601" y="3664753"/>
              <a:ext cx="189670" cy="220610"/>
            </a:xfrm>
            <a:custGeom>
              <a:rect b="b" l="l" r="r" t="t"/>
              <a:pathLst>
                <a:path extrusionOk="0" h="6788" w="5836">
                  <a:moveTo>
                    <a:pt x="215" y="1"/>
                  </a:moveTo>
                  <a:cubicBezTo>
                    <a:pt x="96" y="1"/>
                    <a:pt x="1" y="96"/>
                    <a:pt x="1" y="215"/>
                  </a:cubicBezTo>
                  <a:lnTo>
                    <a:pt x="1" y="6788"/>
                  </a:lnTo>
                  <a:lnTo>
                    <a:pt x="5835" y="6788"/>
                  </a:lnTo>
                  <a:lnTo>
                    <a:pt x="5835" y="215"/>
                  </a:lnTo>
                  <a:cubicBezTo>
                    <a:pt x="5835" y="96"/>
                    <a:pt x="5740" y="1"/>
                    <a:pt x="5621"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1" name="Google Shape;28631;p152"/>
            <p:cNvSpPr/>
            <p:nvPr/>
          </p:nvSpPr>
          <p:spPr>
            <a:xfrm>
              <a:off x="4245353" y="3664753"/>
              <a:ext cx="27918" cy="220610"/>
            </a:xfrm>
            <a:custGeom>
              <a:rect b="b" l="l" r="r" t="t"/>
              <a:pathLst>
                <a:path extrusionOk="0" h="6788" w="859">
                  <a:moveTo>
                    <a:pt x="1" y="1"/>
                  </a:moveTo>
                  <a:cubicBezTo>
                    <a:pt x="120" y="1"/>
                    <a:pt x="215" y="96"/>
                    <a:pt x="215" y="215"/>
                  </a:cubicBezTo>
                  <a:lnTo>
                    <a:pt x="215" y="6788"/>
                  </a:lnTo>
                  <a:lnTo>
                    <a:pt x="858" y="6788"/>
                  </a:lnTo>
                  <a:lnTo>
                    <a:pt x="858" y="215"/>
                  </a:lnTo>
                  <a:cubicBezTo>
                    <a:pt x="858" y="96"/>
                    <a:pt x="739" y="1"/>
                    <a:pt x="644"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2" name="Google Shape;28632;p152"/>
            <p:cNvSpPr/>
            <p:nvPr/>
          </p:nvSpPr>
          <p:spPr>
            <a:xfrm>
              <a:off x="4113013" y="3694166"/>
              <a:ext cx="56518" cy="10855"/>
            </a:xfrm>
            <a:custGeom>
              <a:rect b="b" l="l" r="r" t="t"/>
              <a:pathLst>
                <a:path extrusionOk="0" h="334" w="1739">
                  <a:moveTo>
                    <a:pt x="143" y="1"/>
                  </a:moveTo>
                  <a:cubicBezTo>
                    <a:pt x="48" y="1"/>
                    <a:pt x="0" y="96"/>
                    <a:pt x="0" y="167"/>
                  </a:cubicBezTo>
                  <a:cubicBezTo>
                    <a:pt x="0" y="263"/>
                    <a:pt x="72" y="334"/>
                    <a:pt x="167" y="334"/>
                  </a:cubicBezTo>
                  <a:lnTo>
                    <a:pt x="1572" y="334"/>
                  </a:lnTo>
                  <a:cubicBezTo>
                    <a:pt x="1667" y="334"/>
                    <a:pt x="1739" y="239"/>
                    <a:pt x="1715" y="143"/>
                  </a:cubicBezTo>
                  <a:cubicBezTo>
                    <a:pt x="1715" y="48"/>
                    <a:pt x="1620" y="1"/>
                    <a:pt x="1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3" name="Google Shape;28633;p152"/>
            <p:cNvSpPr/>
            <p:nvPr/>
          </p:nvSpPr>
          <p:spPr>
            <a:xfrm>
              <a:off x="4112233" y="3718931"/>
              <a:ext cx="51903" cy="10855"/>
            </a:xfrm>
            <a:custGeom>
              <a:rect b="b" l="l" r="r" t="t"/>
              <a:pathLst>
                <a:path extrusionOk="0" h="334" w="1597">
                  <a:moveTo>
                    <a:pt x="167" y="1"/>
                  </a:moveTo>
                  <a:cubicBezTo>
                    <a:pt x="72" y="1"/>
                    <a:pt x="1" y="96"/>
                    <a:pt x="1" y="191"/>
                  </a:cubicBezTo>
                  <a:cubicBezTo>
                    <a:pt x="1" y="286"/>
                    <a:pt x="96" y="334"/>
                    <a:pt x="191" y="334"/>
                  </a:cubicBezTo>
                  <a:lnTo>
                    <a:pt x="1406" y="334"/>
                  </a:lnTo>
                  <a:cubicBezTo>
                    <a:pt x="1501" y="334"/>
                    <a:pt x="1596" y="239"/>
                    <a:pt x="1572" y="167"/>
                  </a:cubicBezTo>
                  <a:cubicBezTo>
                    <a:pt x="1572" y="72"/>
                    <a:pt x="1477"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4" name="Google Shape;28634;p152"/>
            <p:cNvSpPr/>
            <p:nvPr/>
          </p:nvSpPr>
          <p:spPr>
            <a:xfrm>
              <a:off x="4113013" y="3744476"/>
              <a:ext cx="44915" cy="10855"/>
            </a:xfrm>
            <a:custGeom>
              <a:rect b="b" l="l" r="r" t="t"/>
              <a:pathLst>
                <a:path extrusionOk="0" h="334" w="1382">
                  <a:moveTo>
                    <a:pt x="143" y="0"/>
                  </a:moveTo>
                  <a:cubicBezTo>
                    <a:pt x="48" y="0"/>
                    <a:pt x="0" y="96"/>
                    <a:pt x="0" y="167"/>
                  </a:cubicBezTo>
                  <a:cubicBezTo>
                    <a:pt x="0" y="262"/>
                    <a:pt x="72" y="334"/>
                    <a:pt x="167" y="334"/>
                  </a:cubicBezTo>
                  <a:lnTo>
                    <a:pt x="1215" y="334"/>
                  </a:lnTo>
                  <a:cubicBezTo>
                    <a:pt x="1310" y="334"/>
                    <a:pt x="1382" y="262"/>
                    <a:pt x="1358" y="143"/>
                  </a:cubicBezTo>
                  <a:cubicBezTo>
                    <a:pt x="1358" y="48"/>
                    <a:pt x="1263"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5" name="Google Shape;28635;p152"/>
            <p:cNvSpPr/>
            <p:nvPr/>
          </p:nvSpPr>
          <p:spPr>
            <a:xfrm>
              <a:off x="4113013" y="3770801"/>
              <a:ext cx="44915" cy="10075"/>
            </a:xfrm>
            <a:custGeom>
              <a:rect b="b" l="l" r="r" t="t"/>
              <a:pathLst>
                <a:path extrusionOk="0" h="310" w="1382">
                  <a:moveTo>
                    <a:pt x="143" y="0"/>
                  </a:moveTo>
                  <a:cubicBezTo>
                    <a:pt x="48" y="0"/>
                    <a:pt x="0" y="72"/>
                    <a:pt x="0" y="167"/>
                  </a:cubicBezTo>
                  <a:cubicBezTo>
                    <a:pt x="0" y="262"/>
                    <a:pt x="72" y="310"/>
                    <a:pt x="167" y="310"/>
                  </a:cubicBezTo>
                  <a:lnTo>
                    <a:pt x="1215" y="310"/>
                  </a:lnTo>
                  <a:cubicBezTo>
                    <a:pt x="1310" y="310"/>
                    <a:pt x="1382" y="238"/>
                    <a:pt x="1358" y="143"/>
                  </a:cubicBezTo>
                  <a:cubicBezTo>
                    <a:pt x="1358" y="48"/>
                    <a:pt x="1263"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6" name="Google Shape;28636;p152"/>
            <p:cNvSpPr/>
            <p:nvPr/>
          </p:nvSpPr>
          <p:spPr>
            <a:xfrm>
              <a:off x="4113013" y="3796346"/>
              <a:ext cx="54210" cy="10855"/>
            </a:xfrm>
            <a:custGeom>
              <a:rect b="b" l="l" r="r" t="t"/>
              <a:pathLst>
                <a:path extrusionOk="0" h="334" w="1668">
                  <a:moveTo>
                    <a:pt x="143" y="0"/>
                  </a:moveTo>
                  <a:cubicBezTo>
                    <a:pt x="48" y="0"/>
                    <a:pt x="0" y="95"/>
                    <a:pt x="0" y="191"/>
                  </a:cubicBezTo>
                  <a:cubicBezTo>
                    <a:pt x="0" y="286"/>
                    <a:pt x="72" y="333"/>
                    <a:pt x="167" y="333"/>
                  </a:cubicBezTo>
                  <a:lnTo>
                    <a:pt x="1477" y="333"/>
                  </a:lnTo>
                  <a:cubicBezTo>
                    <a:pt x="1572" y="333"/>
                    <a:pt x="1667" y="238"/>
                    <a:pt x="1620" y="167"/>
                  </a:cubicBezTo>
                  <a:cubicBezTo>
                    <a:pt x="1620" y="71"/>
                    <a:pt x="1548"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7" name="Google Shape;28637;p152"/>
            <p:cNvSpPr/>
            <p:nvPr/>
          </p:nvSpPr>
          <p:spPr>
            <a:xfrm>
              <a:off x="4112233" y="3821858"/>
              <a:ext cx="68153" cy="10888"/>
            </a:xfrm>
            <a:custGeom>
              <a:rect b="b" l="l" r="r" t="t"/>
              <a:pathLst>
                <a:path extrusionOk="0" h="335" w="2097">
                  <a:moveTo>
                    <a:pt x="167" y="1"/>
                  </a:moveTo>
                  <a:cubicBezTo>
                    <a:pt x="72" y="1"/>
                    <a:pt x="1" y="96"/>
                    <a:pt x="1" y="168"/>
                  </a:cubicBezTo>
                  <a:cubicBezTo>
                    <a:pt x="1" y="263"/>
                    <a:pt x="96" y="334"/>
                    <a:pt x="191" y="334"/>
                  </a:cubicBezTo>
                  <a:lnTo>
                    <a:pt x="1930" y="334"/>
                  </a:lnTo>
                  <a:cubicBezTo>
                    <a:pt x="2001" y="334"/>
                    <a:pt x="2096" y="263"/>
                    <a:pt x="2072" y="144"/>
                  </a:cubicBezTo>
                  <a:cubicBezTo>
                    <a:pt x="2072" y="49"/>
                    <a:pt x="1977" y="1"/>
                    <a:pt x="18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8" name="Google Shape;28638;p152"/>
            <p:cNvSpPr/>
            <p:nvPr/>
          </p:nvSpPr>
          <p:spPr>
            <a:xfrm>
              <a:off x="4111453" y="3848183"/>
              <a:ext cx="116122" cy="10107"/>
            </a:xfrm>
            <a:custGeom>
              <a:rect b="b" l="l" r="r" t="t"/>
              <a:pathLst>
                <a:path extrusionOk="0" h="311" w="3573">
                  <a:moveTo>
                    <a:pt x="191" y="1"/>
                  </a:moveTo>
                  <a:cubicBezTo>
                    <a:pt x="72" y="1"/>
                    <a:pt x="1" y="72"/>
                    <a:pt x="1" y="167"/>
                  </a:cubicBezTo>
                  <a:cubicBezTo>
                    <a:pt x="48" y="263"/>
                    <a:pt x="96" y="310"/>
                    <a:pt x="191" y="310"/>
                  </a:cubicBezTo>
                  <a:lnTo>
                    <a:pt x="3406" y="310"/>
                  </a:lnTo>
                  <a:cubicBezTo>
                    <a:pt x="3525" y="310"/>
                    <a:pt x="3573" y="239"/>
                    <a:pt x="3573" y="143"/>
                  </a:cubicBezTo>
                  <a:cubicBezTo>
                    <a:pt x="3549" y="48"/>
                    <a:pt x="3502" y="1"/>
                    <a:pt x="3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9" name="Google Shape;28639;p152"/>
            <p:cNvSpPr/>
            <p:nvPr/>
          </p:nvSpPr>
          <p:spPr>
            <a:xfrm>
              <a:off x="4260076" y="3780843"/>
              <a:ext cx="51090" cy="48815"/>
            </a:xfrm>
            <a:custGeom>
              <a:rect b="b" l="l" r="r" t="t"/>
              <a:pathLst>
                <a:path extrusionOk="0" h="1502" w="1572">
                  <a:moveTo>
                    <a:pt x="405" y="1"/>
                  </a:moveTo>
                  <a:lnTo>
                    <a:pt x="0" y="453"/>
                  </a:lnTo>
                  <a:lnTo>
                    <a:pt x="1143" y="1501"/>
                  </a:lnTo>
                  <a:lnTo>
                    <a:pt x="1572" y="1049"/>
                  </a:lnTo>
                  <a:lnTo>
                    <a:pt x="405"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0" name="Google Shape;28640;p152"/>
            <p:cNvSpPr/>
            <p:nvPr/>
          </p:nvSpPr>
          <p:spPr>
            <a:xfrm>
              <a:off x="4177266" y="3701901"/>
              <a:ext cx="112255" cy="112255"/>
            </a:xfrm>
            <a:custGeom>
              <a:rect b="b" l="l" r="r" t="t"/>
              <a:pathLst>
                <a:path extrusionOk="0" h="3454" w="3454">
                  <a:moveTo>
                    <a:pt x="1739" y="1"/>
                  </a:moveTo>
                  <a:cubicBezTo>
                    <a:pt x="786" y="1"/>
                    <a:pt x="0" y="763"/>
                    <a:pt x="0" y="1715"/>
                  </a:cubicBezTo>
                  <a:cubicBezTo>
                    <a:pt x="0" y="2668"/>
                    <a:pt x="786" y="3454"/>
                    <a:pt x="1739" y="3454"/>
                  </a:cubicBezTo>
                  <a:cubicBezTo>
                    <a:pt x="2691" y="3454"/>
                    <a:pt x="3453" y="2668"/>
                    <a:pt x="3453" y="1715"/>
                  </a:cubicBezTo>
                  <a:cubicBezTo>
                    <a:pt x="3453" y="763"/>
                    <a:pt x="2691" y="1"/>
                    <a:pt x="1739"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1" name="Google Shape;28641;p152"/>
            <p:cNvSpPr/>
            <p:nvPr/>
          </p:nvSpPr>
          <p:spPr>
            <a:xfrm>
              <a:off x="4197383" y="3722018"/>
              <a:ext cx="71988" cy="71240"/>
            </a:xfrm>
            <a:custGeom>
              <a:rect b="b" l="l" r="r" t="t"/>
              <a:pathLst>
                <a:path extrusionOk="0" h="2192" w="2215">
                  <a:moveTo>
                    <a:pt x="1120" y="1"/>
                  </a:moveTo>
                  <a:cubicBezTo>
                    <a:pt x="500" y="1"/>
                    <a:pt x="0" y="501"/>
                    <a:pt x="0" y="1096"/>
                  </a:cubicBezTo>
                  <a:cubicBezTo>
                    <a:pt x="0" y="1716"/>
                    <a:pt x="500" y="2192"/>
                    <a:pt x="1120" y="2192"/>
                  </a:cubicBezTo>
                  <a:cubicBezTo>
                    <a:pt x="1715" y="2192"/>
                    <a:pt x="2215" y="1716"/>
                    <a:pt x="2215" y="1096"/>
                  </a:cubicBezTo>
                  <a:cubicBezTo>
                    <a:pt x="2215" y="501"/>
                    <a:pt x="1715" y="1"/>
                    <a:pt x="1120"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2" name="Google Shape;28642;p152"/>
            <p:cNvSpPr/>
            <p:nvPr/>
          </p:nvSpPr>
          <p:spPr>
            <a:xfrm>
              <a:off x="4222928" y="3722571"/>
              <a:ext cx="50343" cy="70753"/>
            </a:xfrm>
            <a:custGeom>
              <a:rect b="b" l="l" r="r" t="t"/>
              <a:pathLst>
                <a:path extrusionOk="0" h="2177" w="1549">
                  <a:moveTo>
                    <a:pt x="343" y="0"/>
                  </a:moveTo>
                  <a:cubicBezTo>
                    <a:pt x="226" y="0"/>
                    <a:pt x="110" y="19"/>
                    <a:pt x="0" y="55"/>
                  </a:cubicBezTo>
                  <a:cubicBezTo>
                    <a:pt x="143" y="103"/>
                    <a:pt x="262" y="151"/>
                    <a:pt x="405" y="293"/>
                  </a:cubicBezTo>
                  <a:cubicBezTo>
                    <a:pt x="857" y="698"/>
                    <a:pt x="905" y="1389"/>
                    <a:pt x="476" y="1841"/>
                  </a:cubicBezTo>
                  <a:cubicBezTo>
                    <a:pt x="357" y="1984"/>
                    <a:pt x="167" y="2080"/>
                    <a:pt x="0" y="2127"/>
                  </a:cubicBezTo>
                  <a:cubicBezTo>
                    <a:pt x="106" y="2160"/>
                    <a:pt x="217" y="2177"/>
                    <a:pt x="329" y="2177"/>
                  </a:cubicBezTo>
                  <a:cubicBezTo>
                    <a:pt x="620" y="2177"/>
                    <a:pt x="913" y="2065"/>
                    <a:pt x="1119" y="1841"/>
                  </a:cubicBezTo>
                  <a:cubicBezTo>
                    <a:pt x="1548" y="1389"/>
                    <a:pt x="1524" y="698"/>
                    <a:pt x="1072" y="293"/>
                  </a:cubicBezTo>
                  <a:cubicBezTo>
                    <a:pt x="874" y="95"/>
                    <a:pt x="607" y="0"/>
                    <a:pt x="34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3" name="Google Shape;28643;p152"/>
            <p:cNvSpPr/>
            <p:nvPr/>
          </p:nvSpPr>
          <p:spPr>
            <a:xfrm>
              <a:off x="4291016" y="3807948"/>
              <a:ext cx="78975" cy="74555"/>
            </a:xfrm>
            <a:custGeom>
              <a:rect b="b" l="l" r="r" t="t"/>
              <a:pathLst>
                <a:path extrusionOk="0" h="2294" w="2430">
                  <a:moveTo>
                    <a:pt x="549" y="0"/>
                  </a:moveTo>
                  <a:lnTo>
                    <a:pt x="1" y="643"/>
                  </a:lnTo>
                  <a:lnTo>
                    <a:pt x="1692" y="2191"/>
                  </a:lnTo>
                  <a:cubicBezTo>
                    <a:pt x="1769" y="2257"/>
                    <a:pt x="1862" y="2293"/>
                    <a:pt x="1958" y="2293"/>
                  </a:cubicBezTo>
                  <a:cubicBezTo>
                    <a:pt x="2069" y="2293"/>
                    <a:pt x="2185" y="2246"/>
                    <a:pt x="2287" y="2144"/>
                  </a:cubicBezTo>
                  <a:cubicBezTo>
                    <a:pt x="2430" y="1977"/>
                    <a:pt x="2430" y="1739"/>
                    <a:pt x="2239" y="1548"/>
                  </a:cubicBezTo>
                  <a:lnTo>
                    <a:pt x="549"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4" name="Google Shape;28644;p152"/>
            <p:cNvSpPr/>
            <p:nvPr/>
          </p:nvSpPr>
          <p:spPr>
            <a:xfrm>
              <a:off x="4043366" y="3884551"/>
              <a:ext cx="264713" cy="68153"/>
            </a:xfrm>
            <a:custGeom>
              <a:rect b="b" l="l" r="r" t="t"/>
              <a:pathLst>
                <a:path extrusionOk="0" h="2097" w="8145">
                  <a:moveTo>
                    <a:pt x="0" y="1"/>
                  </a:moveTo>
                  <a:lnTo>
                    <a:pt x="0" y="1739"/>
                  </a:lnTo>
                  <a:cubicBezTo>
                    <a:pt x="0" y="1930"/>
                    <a:pt x="143" y="2097"/>
                    <a:pt x="357" y="2097"/>
                  </a:cubicBezTo>
                  <a:lnTo>
                    <a:pt x="7787" y="2097"/>
                  </a:lnTo>
                  <a:cubicBezTo>
                    <a:pt x="8002" y="2097"/>
                    <a:pt x="8145" y="1930"/>
                    <a:pt x="8145" y="1739"/>
                  </a:cubicBezTo>
                  <a:lnTo>
                    <a:pt x="8145"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5" name="Google Shape;28645;p152"/>
            <p:cNvSpPr/>
            <p:nvPr/>
          </p:nvSpPr>
          <p:spPr>
            <a:xfrm>
              <a:off x="4275546" y="3884551"/>
              <a:ext cx="32532" cy="68153"/>
            </a:xfrm>
            <a:custGeom>
              <a:rect b="b" l="l" r="r" t="t"/>
              <a:pathLst>
                <a:path extrusionOk="0" h="2097" w="1001">
                  <a:moveTo>
                    <a:pt x="358" y="1"/>
                  </a:moveTo>
                  <a:lnTo>
                    <a:pt x="358" y="1739"/>
                  </a:lnTo>
                  <a:cubicBezTo>
                    <a:pt x="358" y="1930"/>
                    <a:pt x="191" y="2097"/>
                    <a:pt x="0" y="2097"/>
                  </a:cubicBezTo>
                  <a:lnTo>
                    <a:pt x="643" y="2097"/>
                  </a:lnTo>
                  <a:cubicBezTo>
                    <a:pt x="858" y="2097"/>
                    <a:pt x="1001" y="1930"/>
                    <a:pt x="1001" y="1739"/>
                  </a:cubicBezTo>
                  <a:lnTo>
                    <a:pt x="1001" y="1"/>
                  </a:ln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6" name="Google Shape;28646;p152"/>
            <p:cNvSpPr/>
            <p:nvPr/>
          </p:nvSpPr>
          <p:spPr>
            <a:xfrm>
              <a:off x="4164103" y="3905448"/>
              <a:ext cx="23238" cy="23270"/>
            </a:xfrm>
            <a:custGeom>
              <a:rect b="b" l="l" r="r" t="t"/>
              <a:pathLst>
                <a:path extrusionOk="0" h="716" w="715">
                  <a:moveTo>
                    <a:pt x="357" y="1"/>
                  </a:moveTo>
                  <a:cubicBezTo>
                    <a:pt x="143" y="1"/>
                    <a:pt x="0" y="168"/>
                    <a:pt x="0" y="358"/>
                  </a:cubicBezTo>
                  <a:cubicBezTo>
                    <a:pt x="0" y="572"/>
                    <a:pt x="143" y="715"/>
                    <a:pt x="357" y="715"/>
                  </a:cubicBezTo>
                  <a:cubicBezTo>
                    <a:pt x="548" y="715"/>
                    <a:pt x="715" y="572"/>
                    <a:pt x="715" y="358"/>
                  </a:cubicBezTo>
                  <a:cubicBezTo>
                    <a:pt x="715" y="168"/>
                    <a:pt x="548" y="1"/>
                    <a:pt x="35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7" name="Google Shape;28647;p152"/>
          <p:cNvGrpSpPr/>
          <p:nvPr/>
        </p:nvGrpSpPr>
        <p:grpSpPr>
          <a:xfrm>
            <a:off x="3270938" y="3472898"/>
            <a:ext cx="357597" cy="297993"/>
            <a:chOff x="3270938" y="3625298"/>
            <a:chExt cx="357597" cy="297993"/>
          </a:xfrm>
        </p:grpSpPr>
        <p:sp>
          <p:nvSpPr>
            <p:cNvPr id="28648" name="Google Shape;28648;p152"/>
            <p:cNvSpPr/>
            <p:nvPr/>
          </p:nvSpPr>
          <p:spPr>
            <a:xfrm>
              <a:off x="3270938" y="3660886"/>
              <a:ext cx="357597" cy="262405"/>
            </a:xfrm>
            <a:custGeom>
              <a:rect b="b" l="l" r="r" t="t"/>
              <a:pathLst>
                <a:path extrusionOk="0" h="8074" w="11003">
                  <a:moveTo>
                    <a:pt x="5501" y="1"/>
                  </a:moveTo>
                  <a:lnTo>
                    <a:pt x="0" y="239"/>
                  </a:lnTo>
                  <a:lnTo>
                    <a:pt x="0" y="7669"/>
                  </a:lnTo>
                  <a:cubicBezTo>
                    <a:pt x="0" y="7907"/>
                    <a:pt x="191" y="8074"/>
                    <a:pt x="429" y="8074"/>
                  </a:cubicBezTo>
                  <a:lnTo>
                    <a:pt x="10598" y="8074"/>
                  </a:lnTo>
                  <a:cubicBezTo>
                    <a:pt x="10836" y="8074"/>
                    <a:pt x="11003" y="7883"/>
                    <a:pt x="11003" y="7669"/>
                  </a:cubicBezTo>
                  <a:lnTo>
                    <a:pt x="11003" y="239"/>
                  </a:lnTo>
                  <a:lnTo>
                    <a:pt x="5501" y="1"/>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9" name="Google Shape;28649;p152"/>
            <p:cNvSpPr/>
            <p:nvPr/>
          </p:nvSpPr>
          <p:spPr>
            <a:xfrm>
              <a:off x="3270938" y="3625298"/>
              <a:ext cx="356818" cy="43355"/>
            </a:xfrm>
            <a:custGeom>
              <a:rect b="b" l="l" r="r" t="t"/>
              <a:pathLst>
                <a:path extrusionOk="0" h="1334" w="10979">
                  <a:moveTo>
                    <a:pt x="358" y="0"/>
                  </a:moveTo>
                  <a:cubicBezTo>
                    <a:pt x="143" y="0"/>
                    <a:pt x="0" y="191"/>
                    <a:pt x="0" y="357"/>
                  </a:cubicBezTo>
                  <a:lnTo>
                    <a:pt x="0" y="1334"/>
                  </a:lnTo>
                  <a:lnTo>
                    <a:pt x="10979" y="1334"/>
                  </a:lnTo>
                  <a:lnTo>
                    <a:pt x="10979" y="357"/>
                  </a:lnTo>
                  <a:cubicBezTo>
                    <a:pt x="10979" y="143"/>
                    <a:pt x="10812" y="0"/>
                    <a:pt x="1062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0" name="Google Shape;28650;p152"/>
            <p:cNvSpPr/>
            <p:nvPr/>
          </p:nvSpPr>
          <p:spPr>
            <a:xfrm>
              <a:off x="3592916" y="3660106"/>
              <a:ext cx="34840" cy="262405"/>
            </a:xfrm>
            <a:custGeom>
              <a:rect b="b" l="l" r="r" t="t"/>
              <a:pathLst>
                <a:path extrusionOk="0" h="8074" w="1072">
                  <a:moveTo>
                    <a:pt x="429" y="1"/>
                  </a:moveTo>
                  <a:lnTo>
                    <a:pt x="429" y="7645"/>
                  </a:lnTo>
                  <a:cubicBezTo>
                    <a:pt x="429" y="7883"/>
                    <a:pt x="238" y="8074"/>
                    <a:pt x="0" y="8074"/>
                  </a:cubicBezTo>
                  <a:lnTo>
                    <a:pt x="667" y="8074"/>
                  </a:lnTo>
                  <a:cubicBezTo>
                    <a:pt x="905" y="8074"/>
                    <a:pt x="1072" y="7883"/>
                    <a:pt x="1072" y="7645"/>
                  </a:cubicBezTo>
                  <a:lnTo>
                    <a:pt x="1072" y="239"/>
                  </a:lnTo>
                  <a:lnTo>
                    <a:pt x="42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1" name="Google Shape;28651;p152"/>
            <p:cNvSpPr/>
            <p:nvPr/>
          </p:nvSpPr>
          <p:spPr>
            <a:xfrm>
              <a:off x="3595223" y="3625298"/>
              <a:ext cx="32532" cy="43355"/>
            </a:xfrm>
            <a:custGeom>
              <a:rect b="b" l="l" r="r" t="t"/>
              <a:pathLst>
                <a:path extrusionOk="0" h="1334" w="1001">
                  <a:moveTo>
                    <a:pt x="1" y="0"/>
                  </a:moveTo>
                  <a:cubicBezTo>
                    <a:pt x="215" y="0"/>
                    <a:pt x="358" y="191"/>
                    <a:pt x="358" y="357"/>
                  </a:cubicBezTo>
                  <a:lnTo>
                    <a:pt x="358" y="1334"/>
                  </a:lnTo>
                  <a:lnTo>
                    <a:pt x="1001" y="1334"/>
                  </a:lnTo>
                  <a:lnTo>
                    <a:pt x="1001" y="357"/>
                  </a:lnTo>
                  <a:cubicBezTo>
                    <a:pt x="1001" y="143"/>
                    <a:pt x="834" y="0"/>
                    <a:pt x="64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2" name="Google Shape;28652;p152"/>
            <p:cNvSpPr/>
            <p:nvPr/>
          </p:nvSpPr>
          <p:spPr>
            <a:xfrm>
              <a:off x="3545693" y="3640768"/>
              <a:ext cx="11635" cy="11635"/>
            </a:xfrm>
            <a:custGeom>
              <a:rect b="b" l="l" r="r" t="t"/>
              <a:pathLst>
                <a:path extrusionOk="0" h="358" w="358">
                  <a:moveTo>
                    <a:pt x="191" y="0"/>
                  </a:moveTo>
                  <a:cubicBezTo>
                    <a:pt x="72" y="0"/>
                    <a:pt x="0" y="72"/>
                    <a:pt x="0" y="167"/>
                  </a:cubicBezTo>
                  <a:cubicBezTo>
                    <a:pt x="0" y="286"/>
                    <a:pt x="72" y="358"/>
                    <a:pt x="191" y="358"/>
                  </a:cubicBezTo>
                  <a:cubicBezTo>
                    <a:pt x="286" y="358"/>
                    <a:pt x="358" y="286"/>
                    <a:pt x="358" y="167"/>
                  </a:cubicBezTo>
                  <a:cubicBezTo>
                    <a:pt x="358" y="72"/>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3" name="Google Shape;28653;p152"/>
            <p:cNvSpPr/>
            <p:nvPr/>
          </p:nvSpPr>
          <p:spPr>
            <a:xfrm>
              <a:off x="3568151" y="3640768"/>
              <a:ext cx="11635" cy="11635"/>
            </a:xfrm>
            <a:custGeom>
              <a:rect b="b" l="l" r="r" t="t"/>
              <a:pathLst>
                <a:path extrusionOk="0" h="358" w="358">
                  <a:moveTo>
                    <a:pt x="167" y="0"/>
                  </a:moveTo>
                  <a:cubicBezTo>
                    <a:pt x="71" y="0"/>
                    <a:pt x="0" y="72"/>
                    <a:pt x="0" y="167"/>
                  </a:cubicBezTo>
                  <a:cubicBezTo>
                    <a:pt x="0" y="286"/>
                    <a:pt x="71" y="358"/>
                    <a:pt x="167" y="358"/>
                  </a:cubicBezTo>
                  <a:cubicBezTo>
                    <a:pt x="262" y="358"/>
                    <a:pt x="357" y="286"/>
                    <a:pt x="357" y="167"/>
                  </a:cubicBezTo>
                  <a:cubicBezTo>
                    <a:pt x="357" y="72"/>
                    <a:pt x="262"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4" name="Google Shape;28654;p152"/>
            <p:cNvSpPr/>
            <p:nvPr/>
          </p:nvSpPr>
          <p:spPr>
            <a:xfrm>
              <a:off x="3590576" y="3640768"/>
              <a:ext cx="11635" cy="11635"/>
            </a:xfrm>
            <a:custGeom>
              <a:rect b="b" l="l" r="r" t="t"/>
              <a:pathLst>
                <a:path extrusionOk="0" h="358" w="358">
                  <a:moveTo>
                    <a:pt x="167" y="0"/>
                  </a:moveTo>
                  <a:cubicBezTo>
                    <a:pt x="72" y="0"/>
                    <a:pt x="1" y="72"/>
                    <a:pt x="1" y="167"/>
                  </a:cubicBezTo>
                  <a:cubicBezTo>
                    <a:pt x="1" y="286"/>
                    <a:pt x="72" y="358"/>
                    <a:pt x="167" y="358"/>
                  </a:cubicBezTo>
                  <a:cubicBezTo>
                    <a:pt x="263" y="358"/>
                    <a:pt x="358" y="286"/>
                    <a:pt x="358" y="167"/>
                  </a:cubicBezTo>
                  <a:cubicBezTo>
                    <a:pt x="358" y="72"/>
                    <a:pt x="263"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5" name="Google Shape;28655;p152"/>
            <p:cNvSpPr/>
            <p:nvPr/>
          </p:nvSpPr>
          <p:spPr>
            <a:xfrm>
              <a:off x="3302658" y="3699593"/>
              <a:ext cx="94478" cy="75432"/>
            </a:xfrm>
            <a:custGeom>
              <a:rect b="b" l="l" r="r" t="t"/>
              <a:pathLst>
                <a:path extrusionOk="0" h="2321" w="2907">
                  <a:moveTo>
                    <a:pt x="1430" y="0"/>
                  </a:moveTo>
                  <a:cubicBezTo>
                    <a:pt x="763" y="0"/>
                    <a:pt x="120" y="548"/>
                    <a:pt x="72" y="1191"/>
                  </a:cubicBezTo>
                  <a:cubicBezTo>
                    <a:pt x="1" y="1620"/>
                    <a:pt x="120" y="1977"/>
                    <a:pt x="358" y="2239"/>
                  </a:cubicBezTo>
                  <a:cubicBezTo>
                    <a:pt x="412" y="2297"/>
                    <a:pt x="468" y="2321"/>
                    <a:pt x="527" y="2321"/>
                  </a:cubicBezTo>
                  <a:cubicBezTo>
                    <a:pt x="780" y="2321"/>
                    <a:pt x="1077" y="1882"/>
                    <a:pt x="1406" y="1882"/>
                  </a:cubicBezTo>
                  <a:lnTo>
                    <a:pt x="1501" y="1882"/>
                  </a:lnTo>
                  <a:cubicBezTo>
                    <a:pt x="1830" y="1882"/>
                    <a:pt x="2158" y="2321"/>
                    <a:pt x="2410" y="2321"/>
                  </a:cubicBezTo>
                  <a:cubicBezTo>
                    <a:pt x="2469" y="2321"/>
                    <a:pt x="2523" y="2297"/>
                    <a:pt x="2573" y="2239"/>
                  </a:cubicBezTo>
                  <a:cubicBezTo>
                    <a:pt x="2787" y="1953"/>
                    <a:pt x="2906" y="1596"/>
                    <a:pt x="2858" y="1191"/>
                  </a:cubicBezTo>
                  <a:cubicBezTo>
                    <a:pt x="2787" y="548"/>
                    <a:pt x="2144" y="0"/>
                    <a:pt x="15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6" name="Google Shape;28656;p152"/>
            <p:cNvSpPr/>
            <p:nvPr/>
          </p:nvSpPr>
          <p:spPr>
            <a:xfrm>
              <a:off x="3314261" y="3756078"/>
              <a:ext cx="71240" cy="31005"/>
            </a:xfrm>
            <a:custGeom>
              <a:rect b="b" l="l" r="r" t="t"/>
              <a:pathLst>
                <a:path extrusionOk="0" h="954" w="2192">
                  <a:moveTo>
                    <a:pt x="1049" y="1"/>
                  </a:moveTo>
                  <a:cubicBezTo>
                    <a:pt x="644" y="1"/>
                    <a:pt x="239" y="167"/>
                    <a:pt x="1" y="477"/>
                  </a:cubicBezTo>
                  <a:cubicBezTo>
                    <a:pt x="239" y="763"/>
                    <a:pt x="644" y="953"/>
                    <a:pt x="1049" y="953"/>
                  </a:cubicBezTo>
                  <a:lnTo>
                    <a:pt x="1144" y="953"/>
                  </a:lnTo>
                  <a:cubicBezTo>
                    <a:pt x="1549" y="953"/>
                    <a:pt x="1954" y="763"/>
                    <a:pt x="2192" y="477"/>
                  </a:cubicBezTo>
                  <a:cubicBezTo>
                    <a:pt x="1954" y="167"/>
                    <a:pt x="1549" y="1"/>
                    <a:pt x="114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7" name="Google Shape;28657;p152"/>
            <p:cNvSpPr/>
            <p:nvPr/>
          </p:nvSpPr>
          <p:spPr>
            <a:xfrm>
              <a:off x="3333631" y="3722798"/>
              <a:ext cx="33313" cy="33313"/>
            </a:xfrm>
            <a:custGeom>
              <a:rect b="b" l="l" r="r" t="t"/>
              <a:pathLst>
                <a:path extrusionOk="0" h="1025" w="1025">
                  <a:moveTo>
                    <a:pt x="524" y="1"/>
                  </a:moveTo>
                  <a:cubicBezTo>
                    <a:pt x="238" y="1"/>
                    <a:pt x="0" y="239"/>
                    <a:pt x="0" y="525"/>
                  </a:cubicBezTo>
                  <a:cubicBezTo>
                    <a:pt x="0" y="787"/>
                    <a:pt x="238" y="1025"/>
                    <a:pt x="524" y="1025"/>
                  </a:cubicBezTo>
                  <a:cubicBezTo>
                    <a:pt x="786" y="1025"/>
                    <a:pt x="1024" y="787"/>
                    <a:pt x="1024" y="525"/>
                  </a:cubicBezTo>
                  <a:cubicBezTo>
                    <a:pt x="1024" y="239"/>
                    <a:pt x="786" y="1"/>
                    <a:pt x="524"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8" name="Google Shape;28658;p152"/>
            <p:cNvSpPr/>
            <p:nvPr/>
          </p:nvSpPr>
          <p:spPr>
            <a:xfrm>
              <a:off x="3429603" y="3712756"/>
              <a:ext cx="174168" cy="27105"/>
            </a:xfrm>
            <a:custGeom>
              <a:rect b="b" l="l" r="r" t="t"/>
              <a:pathLst>
                <a:path extrusionOk="0" h="834" w="5359">
                  <a:moveTo>
                    <a:pt x="238" y="0"/>
                  </a:moveTo>
                  <a:cubicBezTo>
                    <a:pt x="96" y="0"/>
                    <a:pt x="0" y="119"/>
                    <a:pt x="0" y="238"/>
                  </a:cubicBezTo>
                  <a:lnTo>
                    <a:pt x="0" y="595"/>
                  </a:lnTo>
                  <a:cubicBezTo>
                    <a:pt x="0" y="738"/>
                    <a:pt x="119" y="834"/>
                    <a:pt x="238" y="834"/>
                  </a:cubicBezTo>
                  <a:lnTo>
                    <a:pt x="5120" y="834"/>
                  </a:lnTo>
                  <a:cubicBezTo>
                    <a:pt x="5263" y="834"/>
                    <a:pt x="5359" y="738"/>
                    <a:pt x="5359" y="619"/>
                  </a:cubicBezTo>
                  <a:lnTo>
                    <a:pt x="5359" y="238"/>
                  </a:lnTo>
                  <a:cubicBezTo>
                    <a:pt x="5359" y="72"/>
                    <a:pt x="5239" y="0"/>
                    <a:pt x="512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9" name="Google Shape;28659;p152"/>
            <p:cNvSpPr/>
            <p:nvPr/>
          </p:nvSpPr>
          <p:spPr>
            <a:xfrm>
              <a:off x="3429603" y="3850523"/>
              <a:ext cx="174168" cy="28665"/>
            </a:xfrm>
            <a:custGeom>
              <a:rect b="b" l="l" r="r" t="t"/>
              <a:pathLst>
                <a:path extrusionOk="0" h="882" w="5359">
                  <a:moveTo>
                    <a:pt x="238" y="0"/>
                  </a:moveTo>
                  <a:cubicBezTo>
                    <a:pt x="96" y="0"/>
                    <a:pt x="0" y="119"/>
                    <a:pt x="0" y="238"/>
                  </a:cubicBezTo>
                  <a:lnTo>
                    <a:pt x="0" y="643"/>
                  </a:lnTo>
                  <a:cubicBezTo>
                    <a:pt x="0" y="786"/>
                    <a:pt x="119" y="881"/>
                    <a:pt x="238" y="881"/>
                  </a:cubicBezTo>
                  <a:lnTo>
                    <a:pt x="5120" y="881"/>
                  </a:lnTo>
                  <a:cubicBezTo>
                    <a:pt x="5263" y="881"/>
                    <a:pt x="5359" y="762"/>
                    <a:pt x="5359" y="643"/>
                  </a:cubicBezTo>
                  <a:lnTo>
                    <a:pt x="5359" y="238"/>
                  </a:lnTo>
                  <a:cubicBezTo>
                    <a:pt x="5359" y="95"/>
                    <a:pt x="5239" y="0"/>
                    <a:pt x="512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0" name="Google Shape;28660;p152"/>
            <p:cNvSpPr/>
            <p:nvPr/>
          </p:nvSpPr>
          <p:spPr>
            <a:xfrm>
              <a:off x="3575106" y="3712756"/>
              <a:ext cx="28665" cy="27885"/>
            </a:xfrm>
            <a:custGeom>
              <a:rect b="b" l="l" r="r" t="t"/>
              <a:pathLst>
                <a:path extrusionOk="0" h="858" w="882">
                  <a:moveTo>
                    <a:pt x="0" y="0"/>
                  </a:moveTo>
                  <a:cubicBezTo>
                    <a:pt x="96" y="0"/>
                    <a:pt x="239" y="72"/>
                    <a:pt x="239" y="238"/>
                  </a:cubicBezTo>
                  <a:lnTo>
                    <a:pt x="239" y="619"/>
                  </a:lnTo>
                  <a:cubicBezTo>
                    <a:pt x="239" y="738"/>
                    <a:pt x="143" y="857"/>
                    <a:pt x="0" y="857"/>
                  </a:cubicBezTo>
                  <a:lnTo>
                    <a:pt x="643" y="857"/>
                  </a:lnTo>
                  <a:cubicBezTo>
                    <a:pt x="762" y="857"/>
                    <a:pt x="882" y="762"/>
                    <a:pt x="882" y="619"/>
                  </a:cubicBezTo>
                  <a:lnTo>
                    <a:pt x="882" y="238"/>
                  </a:lnTo>
                  <a:cubicBezTo>
                    <a:pt x="882" y="119"/>
                    <a:pt x="786" y="0"/>
                    <a:pt x="64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1" name="Google Shape;28661;p152"/>
            <p:cNvSpPr/>
            <p:nvPr/>
          </p:nvSpPr>
          <p:spPr>
            <a:xfrm>
              <a:off x="3575106" y="3850523"/>
              <a:ext cx="28665" cy="28665"/>
            </a:xfrm>
            <a:custGeom>
              <a:rect b="b" l="l" r="r" t="t"/>
              <a:pathLst>
                <a:path extrusionOk="0" h="882" w="882">
                  <a:moveTo>
                    <a:pt x="0" y="0"/>
                  </a:moveTo>
                  <a:cubicBezTo>
                    <a:pt x="96" y="0"/>
                    <a:pt x="239" y="95"/>
                    <a:pt x="239" y="238"/>
                  </a:cubicBezTo>
                  <a:lnTo>
                    <a:pt x="239" y="643"/>
                  </a:lnTo>
                  <a:cubicBezTo>
                    <a:pt x="239" y="762"/>
                    <a:pt x="143" y="881"/>
                    <a:pt x="0" y="881"/>
                  </a:cubicBezTo>
                  <a:lnTo>
                    <a:pt x="643" y="881"/>
                  </a:lnTo>
                  <a:cubicBezTo>
                    <a:pt x="762" y="881"/>
                    <a:pt x="882" y="786"/>
                    <a:pt x="882" y="643"/>
                  </a:cubicBezTo>
                  <a:lnTo>
                    <a:pt x="882" y="238"/>
                  </a:lnTo>
                  <a:cubicBezTo>
                    <a:pt x="882" y="119"/>
                    <a:pt x="786" y="0"/>
                    <a:pt x="64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2" name="Google Shape;28662;p152"/>
            <p:cNvSpPr/>
            <p:nvPr/>
          </p:nvSpPr>
          <p:spPr>
            <a:xfrm>
              <a:off x="3298791" y="3813343"/>
              <a:ext cx="102960" cy="10107"/>
            </a:xfrm>
            <a:custGeom>
              <a:rect b="b" l="l" r="r" t="t"/>
              <a:pathLst>
                <a:path extrusionOk="0" h="311" w="3168">
                  <a:moveTo>
                    <a:pt x="191" y="1"/>
                  </a:moveTo>
                  <a:cubicBezTo>
                    <a:pt x="72" y="1"/>
                    <a:pt x="1" y="72"/>
                    <a:pt x="1" y="168"/>
                  </a:cubicBezTo>
                  <a:cubicBezTo>
                    <a:pt x="48" y="263"/>
                    <a:pt x="96" y="311"/>
                    <a:pt x="191" y="311"/>
                  </a:cubicBezTo>
                  <a:lnTo>
                    <a:pt x="2977" y="311"/>
                  </a:lnTo>
                  <a:cubicBezTo>
                    <a:pt x="3073" y="311"/>
                    <a:pt x="3168" y="239"/>
                    <a:pt x="3168" y="144"/>
                  </a:cubicBezTo>
                  <a:cubicBezTo>
                    <a:pt x="3144" y="49"/>
                    <a:pt x="3073" y="1"/>
                    <a:pt x="297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3" name="Google Shape;28663;p152"/>
            <p:cNvSpPr/>
            <p:nvPr/>
          </p:nvSpPr>
          <p:spPr>
            <a:xfrm>
              <a:off x="3298791" y="3840448"/>
              <a:ext cx="102960" cy="10107"/>
            </a:xfrm>
            <a:custGeom>
              <a:rect b="b" l="l" r="r" t="t"/>
              <a:pathLst>
                <a:path extrusionOk="0" h="311" w="3168">
                  <a:moveTo>
                    <a:pt x="191" y="0"/>
                  </a:moveTo>
                  <a:cubicBezTo>
                    <a:pt x="72" y="0"/>
                    <a:pt x="1" y="72"/>
                    <a:pt x="1" y="167"/>
                  </a:cubicBezTo>
                  <a:cubicBezTo>
                    <a:pt x="48" y="262"/>
                    <a:pt x="96" y="310"/>
                    <a:pt x="191" y="310"/>
                  </a:cubicBezTo>
                  <a:lnTo>
                    <a:pt x="2977" y="310"/>
                  </a:lnTo>
                  <a:cubicBezTo>
                    <a:pt x="3073" y="310"/>
                    <a:pt x="3168" y="239"/>
                    <a:pt x="3168" y="143"/>
                  </a:cubicBezTo>
                  <a:cubicBezTo>
                    <a:pt x="3144" y="48"/>
                    <a:pt x="3073" y="0"/>
                    <a:pt x="2977"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4" name="Google Shape;28664;p152"/>
            <p:cNvSpPr/>
            <p:nvPr/>
          </p:nvSpPr>
          <p:spPr>
            <a:xfrm>
              <a:off x="3298791" y="3867521"/>
              <a:ext cx="102960" cy="10107"/>
            </a:xfrm>
            <a:custGeom>
              <a:rect b="b" l="l" r="r" t="t"/>
              <a:pathLst>
                <a:path extrusionOk="0" h="311" w="3168">
                  <a:moveTo>
                    <a:pt x="191" y="1"/>
                  </a:moveTo>
                  <a:cubicBezTo>
                    <a:pt x="72" y="1"/>
                    <a:pt x="1" y="72"/>
                    <a:pt x="1" y="168"/>
                  </a:cubicBezTo>
                  <a:cubicBezTo>
                    <a:pt x="48" y="263"/>
                    <a:pt x="96" y="311"/>
                    <a:pt x="191" y="311"/>
                  </a:cubicBezTo>
                  <a:lnTo>
                    <a:pt x="2977" y="311"/>
                  </a:lnTo>
                  <a:cubicBezTo>
                    <a:pt x="3073" y="311"/>
                    <a:pt x="3168" y="239"/>
                    <a:pt x="3168" y="144"/>
                  </a:cubicBezTo>
                  <a:cubicBezTo>
                    <a:pt x="3144" y="49"/>
                    <a:pt x="3073" y="1"/>
                    <a:pt x="297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5" name="Google Shape;28665;p152"/>
            <p:cNvSpPr/>
            <p:nvPr/>
          </p:nvSpPr>
          <p:spPr>
            <a:xfrm>
              <a:off x="3424956" y="3764593"/>
              <a:ext cx="185022" cy="10888"/>
            </a:xfrm>
            <a:custGeom>
              <a:rect b="b" l="l" r="r" t="t"/>
              <a:pathLst>
                <a:path extrusionOk="0" h="335" w="5693">
                  <a:moveTo>
                    <a:pt x="167" y="1"/>
                  </a:moveTo>
                  <a:cubicBezTo>
                    <a:pt x="48" y="1"/>
                    <a:pt x="0" y="96"/>
                    <a:pt x="0" y="191"/>
                  </a:cubicBezTo>
                  <a:cubicBezTo>
                    <a:pt x="24" y="263"/>
                    <a:pt x="96" y="334"/>
                    <a:pt x="167" y="334"/>
                  </a:cubicBezTo>
                  <a:lnTo>
                    <a:pt x="5502" y="334"/>
                  </a:lnTo>
                  <a:cubicBezTo>
                    <a:pt x="5597" y="334"/>
                    <a:pt x="5692" y="239"/>
                    <a:pt x="5692" y="144"/>
                  </a:cubicBezTo>
                  <a:cubicBezTo>
                    <a:pt x="5644" y="48"/>
                    <a:pt x="5597" y="1"/>
                    <a:pt x="5502"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6" name="Google Shape;28666;p152"/>
            <p:cNvSpPr/>
            <p:nvPr/>
          </p:nvSpPr>
          <p:spPr>
            <a:xfrm>
              <a:off x="3424956" y="3790138"/>
              <a:ext cx="185022" cy="10107"/>
            </a:xfrm>
            <a:custGeom>
              <a:rect b="b" l="l" r="r" t="t"/>
              <a:pathLst>
                <a:path extrusionOk="0" h="311" w="5693">
                  <a:moveTo>
                    <a:pt x="167" y="1"/>
                  </a:moveTo>
                  <a:cubicBezTo>
                    <a:pt x="48" y="1"/>
                    <a:pt x="0" y="72"/>
                    <a:pt x="0" y="167"/>
                  </a:cubicBezTo>
                  <a:cubicBezTo>
                    <a:pt x="24" y="262"/>
                    <a:pt x="96" y="310"/>
                    <a:pt x="167" y="310"/>
                  </a:cubicBezTo>
                  <a:lnTo>
                    <a:pt x="5502" y="310"/>
                  </a:lnTo>
                  <a:cubicBezTo>
                    <a:pt x="5597" y="310"/>
                    <a:pt x="5692" y="239"/>
                    <a:pt x="5692" y="143"/>
                  </a:cubicBezTo>
                  <a:cubicBezTo>
                    <a:pt x="5644" y="48"/>
                    <a:pt x="5597" y="1"/>
                    <a:pt x="5502"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7" name="Google Shape;28667;p152"/>
            <p:cNvSpPr/>
            <p:nvPr/>
          </p:nvSpPr>
          <p:spPr>
            <a:xfrm>
              <a:off x="3424956" y="3814903"/>
              <a:ext cx="185022" cy="10855"/>
            </a:xfrm>
            <a:custGeom>
              <a:rect b="b" l="l" r="r" t="t"/>
              <a:pathLst>
                <a:path extrusionOk="0" h="334" w="5693">
                  <a:moveTo>
                    <a:pt x="167" y="1"/>
                  </a:moveTo>
                  <a:cubicBezTo>
                    <a:pt x="48" y="1"/>
                    <a:pt x="0" y="96"/>
                    <a:pt x="0" y="191"/>
                  </a:cubicBezTo>
                  <a:cubicBezTo>
                    <a:pt x="24" y="263"/>
                    <a:pt x="96" y="334"/>
                    <a:pt x="167" y="334"/>
                  </a:cubicBezTo>
                  <a:lnTo>
                    <a:pt x="5502" y="334"/>
                  </a:lnTo>
                  <a:cubicBezTo>
                    <a:pt x="5597" y="334"/>
                    <a:pt x="5692" y="239"/>
                    <a:pt x="5692" y="143"/>
                  </a:cubicBezTo>
                  <a:cubicBezTo>
                    <a:pt x="5644" y="48"/>
                    <a:pt x="5597" y="1"/>
                    <a:pt x="5502"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8" name="Google Shape;28668;p152"/>
          <p:cNvGrpSpPr/>
          <p:nvPr/>
        </p:nvGrpSpPr>
        <p:grpSpPr>
          <a:xfrm>
            <a:off x="2540306" y="3473646"/>
            <a:ext cx="359157" cy="296465"/>
            <a:chOff x="2540306" y="3626046"/>
            <a:chExt cx="359157" cy="296465"/>
          </a:xfrm>
        </p:grpSpPr>
        <p:sp>
          <p:nvSpPr>
            <p:cNvPr id="28669" name="Google Shape;28669;p152"/>
            <p:cNvSpPr/>
            <p:nvPr/>
          </p:nvSpPr>
          <p:spPr>
            <a:xfrm>
              <a:off x="2674206" y="3857478"/>
              <a:ext cx="92138" cy="58857"/>
            </a:xfrm>
            <a:custGeom>
              <a:rect b="b" l="l" r="r" t="t"/>
              <a:pathLst>
                <a:path extrusionOk="0" h="1811" w="2835">
                  <a:moveTo>
                    <a:pt x="1405" y="0"/>
                  </a:moveTo>
                  <a:lnTo>
                    <a:pt x="215" y="215"/>
                  </a:lnTo>
                  <a:lnTo>
                    <a:pt x="0" y="1810"/>
                  </a:lnTo>
                  <a:lnTo>
                    <a:pt x="2834" y="1810"/>
                  </a:lnTo>
                  <a:lnTo>
                    <a:pt x="2596" y="215"/>
                  </a:lnTo>
                  <a:lnTo>
                    <a:pt x="140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0" name="Google Shape;28670;p152"/>
            <p:cNvSpPr/>
            <p:nvPr/>
          </p:nvSpPr>
          <p:spPr>
            <a:xfrm>
              <a:off x="2737678" y="3857478"/>
              <a:ext cx="28665" cy="58857"/>
            </a:xfrm>
            <a:custGeom>
              <a:rect b="b" l="l" r="r" t="t"/>
              <a:pathLst>
                <a:path extrusionOk="0" h="1811" w="882">
                  <a:moveTo>
                    <a:pt x="429" y="0"/>
                  </a:moveTo>
                  <a:lnTo>
                    <a:pt x="0" y="215"/>
                  </a:lnTo>
                  <a:lnTo>
                    <a:pt x="214" y="1810"/>
                  </a:lnTo>
                  <a:lnTo>
                    <a:pt x="881" y="1810"/>
                  </a:lnTo>
                  <a:lnTo>
                    <a:pt x="667" y="215"/>
                  </a:lnTo>
                  <a:lnTo>
                    <a:pt x="429"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1" name="Google Shape;28671;p152"/>
            <p:cNvSpPr/>
            <p:nvPr/>
          </p:nvSpPr>
          <p:spPr>
            <a:xfrm>
              <a:off x="2645573" y="3911656"/>
              <a:ext cx="148622" cy="10855"/>
            </a:xfrm>
            <a:custGeom>
              <a:rect b="b" l="l" r="r" t="t"/>
              <a:pathLst>
                <a:path extrusionOk="0" h="334" w="4573">
                  <a:moveTo>
                    <a:pt x="191" y="0"/>
                  </a:moveTo>
                  <a:cubicBezTo>
                    <a:pt x="72" y="0"/>
                    <a:pt x="0" y="96"/>
                    <a:pt x="0" y="191"/>
                  </a:cubicBezTo>
                  <a:cubicBezTo>
                    <a:pt x="48" y="262"/>
                    <a:pt x="95" y="334"/>
                    <a:pt x="191" y="334"/>
                  </a:cubicBezTo>
                  <a:lnTo>
                    <a:pt x="4382" y="334"/>
                  </a:lnTo>
                  <a:cubicBezTo>
                    <a:pt x="4477" y="334"/>
                    <a:pt x="4573" y="239"/>
                    <a:pt x="4573" y="143"/>
                  </a:cubicBezTo>
                  <a:cubicBezTo>
                    <a:pt x="4549" y="48"/>
                    <a:pt x="4477" y="0"/>
                    <a:pt x="4382"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2" name="Google Shape;28672;p152"/>
            <p:cNvSpPr/>
            <p:nvPr/>
          </p:nvSpPr>
          <p:spPr>
            <a:xfrm>
              <a:off x="2540306" y="3626046"/>
              <a:ext cx="358378" cy="207480"/>
            </a:xfrm>
            <a:custGeom>
              <a:rect b="b" l="l" r="r" t="t"/>
              <a:pathLst>
                <a:path extrusionOk="0" h="6384" w="11027">
                  <a:moveTo>
                    <a:pt x="453" y="1"/>
                  </a:moveTo>
                  <a:cubicBezTo>
                    <a:pt x="215" y="1"/>
                    <a:pt x="0" y="215"/>
                    <a:pt x="0" y="453"/>
                  </a:cubicBezTo>
                  <a:lnTo>
                    <a:pt x="0" y="6145"/>
                  </a:lnTo>
                  <a:lnTo>
                    <a:pt x="5573" y="6383"/>
                  </a:lnTo>
                  <a:lnTo>
                    <a:pt x="11027" y="6145"/>
                  </a:lnTo>
                  <a:lnTo>
                    <a:pt x="11027" y="453"/>
                  </a:lnTo>
                  <a:cubicBezTo>
                    <a:pt x="11027" y="215"/>
                    <a:pt x="10812" y="1"/>
                    <a:pt x="1057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3" name="Google Shape;28673;p152"/>
            <p:cNvSpPr/>
            <p:nvPr/>
          </p:nvSpPr>
          <p:spPr>
            <a:xfrm>
              <a:off x="2863063" y="3627378"/>
              <a:ext cx="35620" cy="206895"/>
            </a:xfrm>
            <a:custGeom>
              <a:rect b="b" l="l" r="r" t="t"/>
              <a:pathLst>
                <a:path extrusionOk="0" h="6366" w="1096">
                  <a:moveTo>
                    <a:pt x="72" y="0"/>
                  </a:moveTo>
                  <a:cubicBezTo>
                    <a:pt x="49" y="0"/>
                    <a:pt x="25" y="3"/>
                    <a:pt x="0" y="8"/>
                  </a:cubicBezTo>
                  <a:lnTo>
                    <a:pt x="143" y="8"/>
                  </a:lnTo>
                  <a:cubicBezTo>
                    <a:pt x="120" y="3"/>
                    <a:pt x="97" y="0"/>
                    <a:pt x="72" y="0"/>
                  </a:cubicBezTo>
                  <a:close/>
                  <a:moveTo>
                    <a:pt x="143" y="8"/>
                  </a:moveTo>
                  <a:lnTo>
                    <a:pt x="143" y="8"/>
                  </a:lnTo>
                  <a:cubicBezTo>
                    <a:pt x="310" y="43"/>
                    <a:pt x="429" y="205"/>
                    <a:pt x="429" y="412"/>
                  </a:cubicBezTo>
                  <a:lnTo>
                    <a:pt x="429" y="6366"/>
                  </a:lnTo>
                  <a:lnTo>
                    <a:pt x="1096" y="6128"/>
                  </a:lnTo>
                  <a:lnTo>
                    <a:pt x="1096" y="436"/>
                  </a:lnTo>
                  <a:cubicBezTo>
                    <a:pt x="1096" y="198"/>
                    <a:pt x="881" y="8"/>
                    <a:pt x="643" y="8"/>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4" name="Google Shape;28674;p152"/>
            <p:cNvSpPr/>
            <p:nvPr/>
          </p:nvSpPr>
          <p:spPr>
            <a:xfrm>
              <a:off x="2623116" y="3672488"/>
              <a:ext cx="202053" cy="160257"/>
            </a:xfrm>
            <a:custGeom>
              <a:rect b="b" l="l" r="r" t="t"/>
              <a:pathLst>
                <a:path extrusionOk="0" h="4931" w="6217">
                  <a:moveTo>
                    <a:pt x="477" y="1"/>
                  </a:moveTo>
                  <a:cubicBezTo>
                    <a:pt x="191" y="1"/>
                    <a:pt x="1" y="215"/>
                    <a:pt x="1" y="477"/>
                  </a:cubicBezTo>
                  <a:lnTo>
                    <a:pt x="1" y="4716"/>
                  </a:lnTo>
                  <a:lnTo>
                    <a:pt x="3096" y="4930"/>
                  </a:lnTo>
                  <a:lnTo>
                    <a:pt x="6192" y="4716"/>
                  </a:lnTo>
                  <a:lnTo>
                    <a:pt x="6216" y="477"/>
                  </a:lnTo>
                  <a:cubicBezTo>
                    <a:pt x="6216" y="215"/>
                    <a:pt x="6002" y="1"/>
                    <a:pt x="5740"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5" name="Google Shape;28675;p152"/>
            <p:cNvSpPr/>
            <p:nvPr/>
          </p:nvSpPr>
          <p:spPr>
            <a:xfrm>
              <a:off x="2787208" y="3674048"/>
              <a:ext cx="37180" cy="158697"/>
            </a:xfrm>
            <a:custGeom>
              <a:rect b="b" l="l" r="r" t="t"/>
              <a:pathLst>
                <a:path extrusionOk="0" h="4883" w="1144">
                  <a:moveTo>
                    <a:pt x="0" y="0"/>
                  </a:moveTo>
                  <a:cubicBezTo>
                    <a:pt x="262" y="0"/>
                    <a:pt x="477" y="191"/>
                    <a:pt x="477" y="477"/>
                  </a:cubicBezTo>
                  <a:lnTo>
                    <a:pt x="477" y="4668"/>
                  </a:lnTo>
                  <a:lnTo>
                    <a:pt x="786" y="4882"/>
                  </a:lnTo>
                  <a:lnTo>
                    <a:pt x="1143" y="4668"/>
                  </a:lnTo>
                  <a:lnTo>
                    <a:pt x="1143" y="477"/>
                  </a:lnTo>
                  <a:cubicBezTo>
                    <a:pt x="1143" y="191"/>
                    <a:pt x="929" y="0"/>
                    <a:pt x="69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6" name="Google Shape;28676;p152"/>
            <p:cNvSpPr/>
            <p:nvPr/>
          </p:nvSpPr>
          <p:spPr>
            <a:xfrm>
              <a:off x="2791856" y="3692411"/>
              <a:ext cx="63472" cy="92332"/>
            </a:xfrm>
            <a:custGeom>
              <a:rect b="b" l="l" r="r" t="t"/>
              <a:pathLst>
                <a:path extrusionOk="0" h="2841" w="1953">
                  <a:moveTo>
                    <a:pt x="977" y="1"/>
                  </a:moveTo>
                  <a:cubicBezTo>
                    <a:pt x="947" y="1"/>
                    <a:pt x="917" y="19"/>
                    <a:pt x="905" y="55"/>
                  </a:cubicBezTo>
                  <a:lnTo>
                    <a:pt x="48" y="1269"/>
                  </a:lnTo>
                  <a:cubicBezTo>
                    <a:pt x="0" y="1341"/>
                    <a:pt x="48" y="1412"/>
                    <a:pt x="95" y="1412"/>
                  </a:cubicBezTo>
                  <a:lnTo>
                    <a:pt x="334" y="1412"/>
                  </a:lnTo>
                  <a:cubicBezTo>
                    <a:pt x="405" y="1412"/>
                    <a:pt x="429" y="1460"/>
                    <a:pt x="429" y="1507"/>
                  </a:cubicBezTo>
                  <a:lnTo>
                    <a:pt x="429" y="2793"/>
                  </a:lnTo>
                  <a:cubicBezTo>
                    <a:pt x="429" y="2817"/>
                    <a:pt x="453" y="2841"/>
                    <a:pt x="476" y="2841"/>
                  </a:cubicBezTo>
                  <a:lnTo>
                    <a:pt x="1429" y="2841"/>
                  </a:lnTo>
                  <a:cubicBezTo>
                    <a:pt x="1477" y="2841"/>
                    <a:pt x="1500" y="2817"/>
                    <a:pt x="1500" y="2793"/>
                  </a:cubicBezTo>
                  <a:lnTo>
                    <a:pt x="1500" y="1507"/>
                  </a:lnTo>
                  <a:cubicBezTo>
                    <a:pt x="1500" y="1460"/>
                    <a:pt x="1524" y="1412"/>
                    <a:pt x="1596" y="1412"/>
                  </a:cubicBezTo>
                  <a:lnTo>
                    <a:pt x="1834" y="1412"/>
                  </a:lnTo>
                  <a:cubicBezTo>
                    <a:pt x="1905" y="1412"/>
                    <a:pt x="1953" y="1341"/>
                    <a:pt x="1905" y="1269"/>
                  </a:cubicBezTo>
                  <a:lnTo>
                    <a:pt x="1048" y="55"/>
                  </a:lnTo>
                  <a:cubicBezTo>
                    <a:pt x="1036" y="19"/>
                    <a:pt x="1006" y="1"/>
                    <a:pt x="977"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7" name="Google Shape;28677;p152"/>
            <p:cNvSpPr/>
            <p:nvPr/>
          </p:nvSpPr>
          <p:spPr>
            <a:xfrm>
              <a:off x="2813501" y="3692411"/>
              <a:ext cx="42510" cy="91585"/>
            </a:xfrm>
            <a:custGeom>
              <a:rect b="b" l="l" r="r" t="t"/>
              <a:pathLst>
                <a:path extrusionOk="0" h="2818" w="1308">
                  <a:moveTo>
                    <a:pt x="334" y="1"/>
                  </a:moveTo>
                  <a:cubicBezTo>
                    <a:pt x="305" y="1"/>
                    <a:pt x="275" y="19"/>
                    <a:pt x="263" y="55"/>
                  </a:cubicBezTo>
                  <a:lnTo>
                    <a:pt x="1" y="412"/>
                  </a:lnTo>
                  <a:lnTo>
                    <a:pt x="620" y="1245"/>
                  </a:lnTo>
                  <a:cubicBezTo>
                    <a:pt x="644" y="1293"/>
                    <a:pt x="620" y="1388"/>
                    <a:pt x="572" y="1388"/>
                  </a:cubicBezTo>
                  <a:lnTo>
                    <a:pt x="334" y="1388"/>
                  </a:lnTo>
                  <a:cubicBezTo>
                    <a:pt x="263" y="1388"/>
                    <a:pt x="239" y="1412"/>
                    <a:pt x="239" y="1483"/>
                  </a:cubicBezTo>
                  <a:lnTo>
                    <a:pt x="239" y="2769"/>
                  </a:lnTo>
                  <a:cubicBezTo>
                    <a:pt x="239" y="2793"/>
                    <a:pt x="215" y="2817"/>
                    <a:pt x="168" y="2817"/>
                  </a:cubicBezTo>
                  <a:lnTo>
                    <a:pt x="834" y="2817"/>
                  </a:lnTo>
                  <a:cubicBezTo>
                    <a:pt x="858" y="2817"/>
                    <a:pt x="882" y="2793"/>
                    <a:pt x="882" y="2769"/>
                  </a:cubicBezTo>
                  <a:lnTo>
                    <a:pt x="882" y="1483"/>
                  </a:lnTo>
                  <a:cubicBezTo>
                    <a:pt x="882" y="1412"/>
                    <a:pt x="930" y="1388"/>
                    <a:pt x="977" y="1388"/>
                  </a:cubicBezTo>
                  <a:lnTo>
                    <a:pt x="1215" y="1388"/>
                  </a:lnTo>
                  <a:cubicBezTo>
                    <a:pt x="1225" y="1391"/>
                    <a:pt x="1234" y="1393"/>
                    <a:pt x="1242" y="1393"/>
                  </a:cubicBezTo>
                  <a:cubicBezTo>
                    <a:pt x="1292" y="1393"/>
                    <a:pt x="1308" y="1331"/>
                    <a:pt x="1287" y="1269"/>
                  </a:cubicBezTo>
                  <a:lnTo>
                    <a:pt x="406" y="55"/>
                  </a:lnTo>
                  <a:cubicBezTo>
                    <a:pt x="394" y="19"/>
                    <a:pt x="364" y="1"/>
                    <a:pt x="33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8" name="Google Shape;28678;p152"/>
            <p:cNvSpPr/>
            <p:nvPr/>
          </p:nvSpPr>
          <p:spPr>
            <a:xfrm>
              <a:off x="2678073" y="3704988"/>
              <a:ext cx="90578" cy="90610"/>
            </a:xfrm>
            <a:custGeom>
              <a:rect b="b" l="l" r="r" t="t"/>
              <a:pathLst>
                <a:path extrusionOk="0" h="2788" w="2787">
                  <a:moveTo>
                    <a:pt x="1382" y="1"/>
                  </a:moveTo>
                  <a:cubicBezTo>
                    <a:pt x="620" y="1"/>
                    <a:pt x="0" y="620"/>
                    <a:pt x="0" y="1382"/>
                  </a:cubicBezTo>
                  <a:cubicBezTo>
                    <a:pt x="0" y="2168"/>
                    <a:pt x="620" y="2787"/>
                    <a:pt x="1382" y="2787"/>
                  </a:cubicBezTo>
                  <a:cubicBezTo>
                    <a:pt x="2168" y="2787"/>
                    <a:pt x="2787" y="2168"/>
                    <a:pt x="2787" y="1382"/>
                  </a:cubicBezTo>
                  <a:cubicBezTo>
                    <a:pt x="2787" y="620"/>
                    <a:pt x="2168"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9" name="Google Shape;28679;p152"/>
            <p:cNvSpPr/>
            <p:nvPr/>
          </p:nvSpPr>
          <p:spPr>
            <a:xfrm>
              <a:off x="2678073" y="3704988"/>
              <a:ext cx="90578" cy="89830"/>
            </a:xfrm>
            <a:custGeom>
              <a:rect b="b" l="l" r="r" t="t"/>
              <a:pathLst>
                <a:path extrusionOk="0" h="2764" w="2787">
                  <a:moveTo>
                    <a:pt x="1429" y="1"/>
                  </a:moveTo>
                  <a:lnTo>
                    <a:pt x="1429" y="1382"/>
                  </a:lnTo>
                  <a:lnTo>
                    <a:pt x="0" y="1382"/>
                  </a:lnTo>
                  <a:cubicBezTo>
                    <a:pt x="0" y="2168"/>
                    <a:pt x="620" y="2763"/>
                    <a:pt x="1382" y="2763"/>
                  </a:cubicBezTo>
                  <a:cubicBezTo>
                    <a:pt x="2168" y="2763"/>
                    <a:pt x="2787" y="2144"/>
                    <a:pt x="2787" y="1358"/>
                  </a:cubicBezTo>
                  <a:cubicBezTo>
                    <a:pt x="2787" y="620"/>
                    <a:pt x="2191" y="1"/>
                    <a:pt x="1429"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0" name="Google Shape;28680;p152"/>
            <p:cNvSpPr/>
            <p:nvPr/>
          </p:nvSpPr>
          <p:spPr>
            <a:xfrm>
              <a:off x="2700531" y="3725886"/>
              <a:ext cx="48003" cy="48815"/>
            </a:xfrm>
            <a:custGeom>
              <a:rect b="b" l="l" r="r" t="t"/>
              <a:pathLst>
                <a:path extrusionOk="0" h="1502" w="1477">
                  <a:moveTo>
                    <a:pt x="738" y="1"/>
                  </a:moveTo>
                  <a:cubicBezTo>
                    <a:pt x="310" y="1"/>
                    <a:pt x="0" y="334"/>
                    <a:pt x="0" y="739"/>
                  </a:cubicBezTo>
                  <a:cubicBezTo>
                    <a:pt x="0" y="1168"/>
                    <a:pt x="310" y="1501"/>
                    <a:pt x="738" y="1501"/>
                  </a:cubicBezTo>
                  <a:cubicBezTo>
                    <a:pt x="1143" y="1501"/>
                    <a:pt x="1477" y="1168"/>
                    <a:pt x="1477" y="739"/>
                  </a:cubicBezTo>
                  <a:cubicBezTo>
                    <a:pt x="1477" y="334"/>
                    <a:pt x="1143" y="1"/>
                    <a:pt x="73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1" name="Google Shape;28681;p152"/>
            <p:cNvSpPr/>
            <p:nvPr/>
          </p:nvSpPr>
          <p:spPr>
            <a:xfrm>
              <a:off x="2541866" y="3825726"/>
              <a:ext cx="357597" cy="38740"/>
            </a:xfrm>
            <a:custGeom>
              <a:rect b="b" l="l" r="r" t="t"/>
              <a:pathLst>
                <a:path extrusionOk="0" h="1192" w="11003">
                  <a:moveTo>
                    <a:pt x="0" y="1"/>
                  </a:moveTo>
                  <a:lnTo>
                    <a:pt x="0" y="739"/>
                  </a:lnTo>
                  <a:cubicBezTo>
                    <a:pt x="0" y="977"/>
                    <a:pt x="191" y="1192"/>
                    <a:pt x="429" y="1192"/>
                  </a:cubicBezTo>
                  <a:lnTo>
                    <a:pt x="10550" y="1192"/>
                  </a:lnTo>
                  <a:cubicBezTo>
                    <a:pt x="10788" y="1192"/>
                    <a:pt x="11002" y="977"/>
                    <a:pt x="11002" y="739"/>
                  </a:cubicBezTo>
                  <a:lnTo>
                    <a:pt x="11002"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2" name="Google Shape;28682;p152"/>
            <p:cNvSpPr/>
            <p:nvPr/>
          </p:nvSpPr>
          <p:spPr>
            <a:xfrm>
              <a:off x="2863063" y="3825726"/>
              <a:ext cx="35620" cy="38740"/>
            </a:xfrm>
            <a:custGeom>
              <a:rect b="b" l="l" r="r" t="t"/>
              <a:pathLst>
                <a:path extrusionOk="0" h="1192" w="1096">
                  <a:moveTo>
                    <a:pt x="429" y="1"/>
                  </a:moveTo>
                  <a:lnTo>
                    <a:pt x="429" y="739"/>
                  </a:lnTo>
                  <a:cubicBezTo>
                    <a:pt x="429" y="977"/>
                    <a:pt x="238" y="1192"/>
                    <a:pt x="0" y="1192"/>
                  </a:cubicBezTo>
                  <a:lnTo>
                    <a:pt x="643" y="1192"/>
                  </a:lnTo>
                  <a:cubicBezTo>
                    <a:pt x="881" y="1192"/>
                    <a:pt x="1096" y="977"/>
                    <a:pt x="1096" y="739"/>
                  </a:cubicBezTo>
                  <a:lnTo>
                    <a:pt x="1096"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3" name="Google Shape;28683;p152"/>
          <p:cNvGrpSpPr/>
          <p:nvPr/>
        </p:nvGrpSpPr>
        <p:grpSpPr>
          <a:xfrm>
            <a:off x="1760923" y="3472898"/>
            <a:ext cx="357597" cy="298772"/>
            <a:chOff x="1760923" y="3625298"/>
            <a:chExt cx="357597" cy="298772"/>
          </a:xfrm>
        </p:grpSpPr>
        <p:sp>
          <p:nvSpPr>
            <p:cNvPr id="28684" name="Google Shape;28684;p152"/>
            <p:cNvSpPr/>
            <p:nvPr/>
          </p:nvSpPr>
          <p:spPr>
            <a:xfrm>
              <a:off x="2042633" y="3640768"/>
              <a:ext cx="11635" cy="11635"/>
            </a:xfrm>
            <a:custGeom>
              <a:rect b="b" l="l" r="r" t="t"/>
              <a:pathLst>
                <a:path extrusionOk="0" h="358" w="358">
                  <a:moveTo>
                    <a:pt x="167" y="0"/>
                  </a:moveTo>
                  <a:cubicBezTo>
                    <a:pt x="72" y="0"/>
                    <a:pt x="1" y="72"/>
                    <a:pt x="1" y="167"/>
                  </a:cubicBezTo>
                  <a:cubicBezTo>
                    <a:pt x="1" y="286"/>
                    <a:pt x="72" y="358"/>
                    <a:pt x="167" y="358"/>
                  </a:cubicBezTo>
                  <a:cubicBezTo>
                    <a:pt x="263" y="358"/>
                    <a:pt x="358" y="286"/>
                    <a:pt x="358" y="167"/>
                  </a:cubicBezTo>
                  <a:cubicBezTo>
                    <a:pt x="358" y="72"/>
                    <a:pt x="26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5" name="Google Shape;28685;p152"/>
            <p:cNvSpPr/>
            <p:nvPr/>
          </p:nvSpPr>
          <p:spPr>
            <a:xfrm>
              <a:off x="2064311" y="3640768"/>
              <a:ext cx="11635" cy="11635"/>
            </a:xfrm>
            <a:custGeom>
              <a:rect b="b" l="l" r="r" t="t"/>
              <a:pathLst>
                <a:path extrusionOk="0" h="358" w="358">
                  <a:moveTo>
                    <a:pt x="191" y="0"/>
                  </a:moveTo>
                  <a:cubicBezTo>
                    <a:pt x="96" y="0"/>
                    <a:pt x="1" y="72"/>
                    <a:pt x="1" y="167"/>
                  </a:cubicBezTo>
                  <a:cubicBezTo>
                    <a:pt x="1" y="286"/>
                    <a:pt x="96" y="358"/>
                    <a:pt x="191" y="358"/>
                  </a:cubicBezTo>
                  <a:cubicBezTo>
                    <a:pt x="286" y="358"/>
                    <a:pt x="358" y="286"/>
                    <a:pt x="358" y="167"/>
                  </a:cubicBezTo>
                  <a:cubicBezTo>
                    <a:pt x="358" y="72"/>
                    <a:pt x="286" y="0"/>
                    <a:pt x="1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6" name="Google Shape;28686;p152"/>
            <p:cNvSpPr/>
            <p:nvPr/>
          </p:nvSpPr>
          <p:spPr>
            <a:xfrm>
              <a:off x="2087516" y="3640768"/>
              <a:ext cx="11667" cy="11635"/>
            </a:xfrm>
            <a:custGeom>
              <a:rect b="b" l="l" r="r" t="t"/>
              <a:pathLst>
                <a:path extrusionOk="0" h="358" w="359">
                  <a:moveTo>
                    <a:pt x="191" y="0"/>
                  </a:moveTo>
                  <a:cubicBezTo>
                    <a:pt x="96" y="0"/>
                    <a:pt x="1" y="72"/>
                    <a:pt x="1" y="167"/>
                  </a:cubicBezTo>
                  <a:cubicBezTo>
                    <a:pt x="1" y="286"/>
                    <a:pt x="96" y="358"/>
                    <a:pt x="191" y="358"/>
                  </a:cubicBezTo>
                  <a:cubicBezTo>
                    <a:pt x="287" y="358"/>
                    <a:pt x="358" y="286"/>
                    <a:pt x="358" y="167"/>
                  </a:cubicBezTo>
                  <a:cubicBezTo>
                    <a:pt x="358" y="72"/>
                    <a:pt x="287" y="0"/>
                    <a:pt x="1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7" name="Google Shape;28687;p152"/>
            <p:cNvSpPr/>
            <p:nvPr/>
          </p:nvSpPr>
          <p:spPr>
            <a:xfrm>
              <a:off x="1760923" y="3662446"/>
              <a:ext cx="357597" cy="260845"/>
            </a:xfrm>
            <a:custGeom>
              <a:rect b="b" l="l" r="r" t="t"/>
              <a:pathLst>
                <a:path extrusionOk="0" h="8026" w="11003">
                  <a:moveTo>
                    <a:pt x="5478" y="0"/>
                  </a:moveTo>
                  <a:lnTo>
                    <a:pt x="0" y="191"/>
                  </a:lnTo>
                  <a:lnTo>
                    <a:pt x="0" y="7859"/>
                  </a:lnTo>
                  <a:cubicBezTo>
                    <a:pt x="0" y="7930"/>
                    <a:pt x="95" y="8026"/>
                    <a:pt x="167" y="8026"/>
                  </a:cubicBezTo>
                  <a:lnTo>
                    <a:pt x="10836" y="8026"/>
                  </a:lnTo>
                  <a:cubicBezTo>
                    <a:pt x="10931" y="8026"/>
                    <a:pt x="11003" y="7930"/>
                    <a:pt x="11003" y="7859"/>
                  </a:cubicBezTo>
                  <a:lnTo>
                    <a:pt x="11003" y="191"/>
                  </a:lnTo>
                  <a:lnTo>
                    <a:pt x="5478"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8" name="Google Shape;28688;p152"/>
            <p:cNvSpPr/>
            <p:nvPr/>
          </p:nvSpPr>
          <p:spPr>
            <a:xfrm>
              <a:off x="1760923" y="3625298"/>
              <a:ext cx="356817" cy="43355"/>
            </a:xfrm>
            <a:custGeom>
              <a:rect b="b" l="l" r="r" t="t"/>
              <a:pathLst>
                <a:path extrusionOk="0" h="1334" w="10979">
                  <a:moveTo>
                    <a:pt x="453" y="0"/>
                  </a:moveTo>
                  <a:cubicBezTo>
                    <a:pt x="215" y="0"/>
                    <a:pt x="0" y="214"/>
                    <a:pt x="0" y="453"/>
                  </a:cubicBezTo>
                  <a:lnTo>
                    <a:pt x="0" y="1334"/>
                  </a:lnTo>
                  <a:lnTo>
                    <a:pt x="10979" y="1334"/>
                  </a:lnTo>
                  <a:lnTo>
                    <a:pt x="10979" y="453"/>
                  </a:lnTo>
                  <a:cubicBezTo>
                    <a:pt x="10979" y="214"/>
                    <a:pt x="10764" y="0"/>
                    <a:pt x="1052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9" name="Google Shape;28689;p152"/>
            <p:cNvSpPr/>
            <p:nvPr/>
          </p:nvSpPr>
          <p:spPr>
            <a:xfrm>
              <a:off x="2090636" y="3662446"/>
              <a:ext cx="27105" cy="260845"/>
            </a:xfrm>
            <a:custGeom>
              <a:rect b="b" l="l" r="r" t="t"/>
              <a:pathLst>
                <a:path extrusionOk="0" h="8026" w="834">
                  <a:moveTo>
                    <a:pt x="191" y="0"/>
                  </a:moveTo>
                  <a:lnTo>
                    <a:pt x="191" y="7859"/>
                  </a:lnTo>
                  <a:cubicBezTo>
                    <a:pt x="191" y="7930"/>
                    <a:pt x="95" y="8026"/>
                    <a:pt x="0" y="8026"/>
                  </a:cubicBezTo>
                  <a:lnTo>
                    <a:pt x="667" y="8026"/>
                  </a:lnTo>
                  <a:cubicBezTo>
                    <a:pt x="738" y="8026"/>
                    <a:pt x="834" y="7930"/>
                    <a:pt x="834" y="7859"/>
                  </a:cubicBezTo>
                  <a:lnTo>
                    <a:pt x="834" y="191"/>
                  </a:lnTo>
                  <a:lnTo>
                    <a:pt x="191" y="0"/>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0" name="Google Shape;28690;p152"/>
            <p:cNvSpPr/>
            <p:nvPr/>
          </p:nvSpPr>
          <p:spPr>
            <a:xfrm>
              <a:off x="2081341" y="3625298"/>
              <a:ext cx="36400" cy="43355"/>
            </a:xfrm>
            <a:custGeom>
              <a:rect b="b" l="l" r="r" t="t"/>
              <a:pathLst>
                <a:path extrusionOk="0" h="1334" w="1120">
                  <a:moveTo>
                    <a:pt x="0" y="0"/>
                  </a:moveTo>
                  <a:cubicBezTo>
                    <a:pt x="239" y="0"/>
                    <a:pt x="429" y="214"/>
                    <a:pt x="429" y="453"/>
                  </a:cubicBezTo>
                  <a:lnTo>
                    <a:pt x="429" y="1334"/>
                  </a:lnTo>
                  <a:lnTo>
                    <a:pt x="1096" y="1334"/>
                  </a:lnTo>
                  <a:lnTo>
                    <a:pt x="1096" y="453"/>
                  </a:lnTo>
                  <a:lnTo>
                    <a:pt x="1120" y="453"/>
                  </a:lnTo>
                  <a:cubicBezTo>
                    <a:pt x="1120" y="214"/>
                    <a:pt x="905" y="0"/>
                    <a:pt x="66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1" name="Google Shape;28691;p152"/>
            <p:cNvSpPr/>
            <p:nvPr/>
          </p:nvSpPr>
          <p:spPr>
            <a:xfrm>
              <a:off x="1955956" y="3691078"/>
              <a:ext cx="127725" cy="56518"/>
            </a:xfrm>
            <a:custGeom>
              <a:rect b="b" l="l" r="r" t="t"/>
              <a:pathLst>
                <a:path extrusionOk="0" h="1739" w="3930">
                  <a:moveTo>
                    <a:pt x="167" y="0"/>
                  </a:moveTo>
                  <a:cubicBezTo>
                    <a:pt x="72" y="0"/>
                    <a:pt x="0" y="72"/>
                    <a:pt x="24" y="119"/>
                  </a:cubicBezTo>
                  <a:lnTo>
                    <a:pt x="24" y="1310"/>
                  </a:lnTo>
                  <a:cubicBezTo>
                    <a:pt x="24" y="1382"/>
                    <a:pt x="96" y="1429"/>
                    <a:pt x="143" y="1429"/>
                  </a:cubicBezTo>
                  <a:lnTo>
                    <a:pt x="2620" y="1429"/>
                  </a:lnTo>
                  <a:cubicBezTo>
                    <a:pt x="2668" y="1429"/>
                    <a:pt x="2692" y="1453"/>
                    <a:pt x="2715" y="1477"/>
                  </a:cubicBezTo>
                  <a:lnTo>
                    <a:pt x="2834" y="1667"/>
                  </a:lnTo>
                  <a:cubicBezTo>
                    <a:pt x="2870" y="1715"/>
                    <a:pt x="2906" y="1739"/>
                    <a:pt x="2942" y="1739"/>
                  </a:cubicBezTo>
                  <a:cubicBezTo>
                    <a:pt x="2977" y="1739"/>
                    <a:pt x="3013" y="1715"/>
                    <a:pt x="3049" y="1667"/>
                  </a:cubicBezTo>
                  <a:lnTo>
                    <a:pt x="3168" y="1477"/>
                  </a:lnTo>
                  <a:cubicBezTo>
                    <a:pt x="3168" y="1453"/>
                    <a:pt x="3215" y="1429"/>
                    <a:pt x="3263" y="1429"/>
                  </a:cubicBezTo>
                  <a:lnTo>
                    <a:pt x="3811" y="1429"/>
                  </a:lnTo>
                  <a:cubicBezTo>
                    <a:pt x="3882" y="1429"/>
                    <a:pt x="3930" y="1382"/>
                    <a:pt x="3930" y="1310"/>
                  </a:cubicBezTo>
                  <a:lnTo>
                    <a:pt x="3930" y="119"/>
                  </a:lnTo>
                  <a:cubicBezTo>
                    <a:pt x="3930" y="72"/>
                    <a:pt x="3882" y="0"/>
                    <a:pt x="3811" y="0"/>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2" name="Google Shape;28692;p152"/>
            <p:cNvSpPr/>
            <p:nvPr/>
          </p:nvSpPr>
          <p:spPr>
            <a:xfrm>
              <a:off x="1955956" y="3768461"/>
              <a:ext cx="127725" cy="56550"/>
            </a:xfrm>
            <a:custGeom>
              <a:rect b="b" l="l" r="r" t="t"/>
              <a:pathLst>
                <a:path extrusionOk="0" h="1740" w="3930">
                  <a:moveTo>
                    <a:pt x="167" y="1"/>
                  </a:moveTo>
                  <a:cubicBezTo>
                    <a:pt x="72" y="1"/>
                    <a:pt x="0" y="72"/>
                    <a:pt x="24" y="120"/>
                  </a:cubicBezTo>
                  <a:lnTo>
                    <a:pt x="24" y="1311"/>
                  </a:lnTo>
                  <a:cubicBezTo>
                    <a:pt x="24" y="1382"/>
                    <a:pt x="96" y="1430"/>
                    <a:pt x="143" y="1430"/>
                  </a:cubicBezTo>
                  <a:lnTo>
                    <a:pt x="2620" y="1430"/>
                  </a:lnTo>
                  <a:cubicBezTo>
                    <a:pt x="2668" y="1430"/>
                    <a:pt x="2692" y="1453"/>
                    <a:pt x="2715" y="1477"/>
                  </a:cubicBezTo>
                  <a:lnTo>
                    <a:pt x="2834" y="1668"/>
                  </a:lnTo>
                  <a:cubicBezTo>
                    <a:pt x="2870" y="1715"/>
                    <a:pt x="2906" y="1739"/>
                    <a:pt x="2942" y="1739"/>
                  </a:cubicBezTo>
                  <a:cubicBezTo>
                    <a:pt x="2977" y="1739"/>
                    <a:pt x="3013" y="1715"/>
                    <a:pt x="3049" y="1668"/>
                  </a:cubicBezTo>
                  <a:lnTo>
                    <a:pt x="3168" y="1477"/>
                  </a:lnTo>
                  <a:cubicBezTo>
                    <a:pt x="3168" y="1453"/>
                    <a:pt x="3215" y="1430"/>
                    <a:pt x="3263" y="1430"/>
                  </a:cubicBezTo>
                  <a:lnTo>
                    <a:pt x="3811" y="1430"/>
                  </a:lnTo>
                  <a:cubicBezTo>
                    <a:pt x="3882" y="1430"/>
                    <a:pt x="3930" y="1382"/>
                    <a:pt x="3930" y="1311"/>
                  </a:cubicBezTo>
                  <a:lnTo>
                    <a:pt x="3930" y="120"/>
                  </a:lnTo>
                  <a:cubicBezTo>
                    <a:pt x="3930" y="72"/>
                    <a:pt x="3882" y="1"/>
                    <a:pt x="381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3" name="Google Shape;28693;p152"/>
            <p:cNvSpPr/>
            <p:nvPr/>
          </p:nvSpPr>
          <p:spPr>
            <a:xfrm>
              <a:off x="1955956" y="3846623"/>
              <a:ext cx="127725" cy="56550"/>
            </a:xfrm>
            <a:custGeom>
              <a:rect b="b" l="l" r="r" t="t"/>
              <a:pathLst>
                <a:path extrusionOk="0" h="1740" w="3930">
                  <a:moveTo>
                    <a:pt x="167" y="1"/>
                  </a:moveTo>
                  <a:cubicBezTo>
                    <a:pt x="72" y="1"/>
                    <a:pt x="0" y="72"/>
                    <a:pt x="24" y="120"/>
                  </a:cubicBezTo>
                  <a:lnTo>
                    <a:pt x="24" y="1311"/>
                  </a:lnTo>
                  <a:cubicBezTo>
                    <a:pt x="24" y="1382"/>
                    <a:pt x="96" y="1430"/>
                    <a:pt x="143" y="1430"/>
                  </a:cubicBezTo>
                  <a:lnTo>
                    <a:pt x="2620" y="1430"/>
                  </a:lnTo>
                  <a:cubicBezTo>
                    <a:pt x="2668" y="1430"/>
                    <a:pt x="2692" y="1454"/>
                    <a:pt x="2715" y="1501"/>
                  </a:cubicBezTo>
                  <a:lnTo>
                    <a:pt x="2834" y="1668"/>
                  </a:lnTo>
                  <a:cubicBezTo>
                    <a:pt x="2870" y="1716"/>
                    <a:pt x="2906" y="1739"/>
                    <a:pt x="2942" y="1739"/>
                  </a:cubicBezTo>
                  <a:cubicBezTo>
                    <a:pt x="2977" y="1739"/>
                    <a:pt x="3013" y="1716"/>
                    <a:pt x="3049" y="1668"/>
                  </a:cubicBezTo>
                  <a:lnTo>
                    <a:pt x="3168" y="1501"/>
                  </a:lnTo>
                  <a:cubicBezTo>
                    <a:pt x="3168" y="1477"/>
                    <a:pt x="3215" y="1430"/>
                    <a:pt x="3263" y="1430"/>
                  </a:cubicBezTo>
                  <a:lnTo>
                    <a:pt x="3811" y="1430"/>
                  </a:lnTo>
                  <a:cubicBezTo>
                    <a:pt x="3882" y="1430"/>
                    <a:pt x="3930" y="1382"/>
                    <a:pt x="3930" y="1311"/>
                  </a:cubicBezTo>
                  <a:lnTo>
                    <a:pt x="3930" y="120"/>
                  </a:lnTo>
                  <a:cubicBezTo>
                    <a:pt x="3930" y="72"/>
                    <a:pt x="3882" y="1"/>
                    <a:pt x="3811"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4" name="Google Shape;28694;p152"/>
            <p:cNvSpPr/>
            <p:nvPr/>
          </p:nvSpPr>
          <p:spPr>
            <a:xfrm>
              <a:off x="2058883" y="3691078"/>
              <a:ext cx="24797" cy="46475"/>
            </a:xfrm>
            <a:custGeom>
              <a:rect b="b" l="l" r="r" t="t"/>
              <a:pathLst>
                <a:path extrusionOk="0" h="1430" w="763">
                  <a:moveTo>
                    <a:pt x="1" y="0"/>
                  </a:moveTo>
                  <a:cubicBezTo>
                    <a:pt x="1" y="0"/>
                    <a:pt x="120" y="72"/>
                    <a:pt x="120" y="119"/>
                  </a:cubicBezTo>
                  <a:lnTo>
                    <a:pt x="120" y="1286"/>
                  </a:lnTo>
                  <a:cubicBezTo>
                    <a:pt x="120" y="1310"/>
                    <a:pt x="96" y="1382"/>
                    <a:pt x="96" y="1382"/>
                  </a:cubicBezTo>
                  <a:lnTo>
                    <a:pt x="96" y="1429"/>
                  </a:lnTo>
                  <a:lnTo>
                    <a:pt x="644" y="1429"/>
                  </a:lnTo>
                  <a:cubicBezTo>
                    <a:pt x="715" y="1429"/>
                    <a:pt x="763" y="1382"/>
                    <a:pt x="763" y="1310"/>
                  </a:cubicBezTo>
                  <a:lnTo>
                    <a:pt x="763" y="119"/>
                  </a:lnTo>
                  <a:cubicBezTo>
                    <a:pt x="763" y="72"/>
                    <a:pt x="715" y="0"/>
                    <a:pt x="644"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5" name="Google Shape;28695;p152"/>
            <p:cNvSpPr/>
            <p:nvPr/>
          </p:nvSpPr>
          <p:spPr>
            <a:xfrm>
              <a:off x="2062003" y="3768461"/>
              <a:ext cx="21678" cy="46475"/>
            </a:xfrm>
            <a:custGeom>
              <a:rect b="b" l="l" r="r" t="t"/>
              <a:pathLst>
                <a:path extrusionOk="0" h="1430" w="667">
                  <a:moveTo>
                    <a:pt x="0" y="1"/>
                  </a:moveTo>
                  <a:lnTo>
                    <a:pt x="0" y="72"/>
                  </a:lnTo>
                  <a:cubicBezTo>
                    <a:pt x="24" y="96"/>
                    <a:pt x="24" y="120"/>
                    <a:pt x="24" y="144"/>
                  </a:cubicBezTo>
                  <a:lnTo>
                    <a:pt x="24" y="1311"/>
                  </a:lnTo>
                  <a:cubicBezTo>
                    <a:pt x="24" y="1334"/>
                    <a:pt x="0" y="1406"/>
                    <a:pt x="0" y="1406"/>
                  </a:cubicBezTo>
                  <a:lnTo>
                    <a:pt x="0" y="1430"/>
                  </a:lnTo>
                  <a:lnTo>
                    <a:pt x="548" y="1430"/>
                  </a:lnTo>
                  <a:cubicBezTo>
                    <a:pt x="619" y="1430"/>
                    <a:pt x="667" y="1382"/>
                    <a:pt x="667" y="1311"/>
                  </a:cubicBezTo>
                  <a:lnTo>
                    <a:pt x="667" y="120"/>
                  </a:lnTo>
                  <a:cubicBezTo>
                    <a:pt x="667" y="72"/>
                    <a:pt x="619" y="1"/>
                    <a:pt x="54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6" name="Google Shape;28696;p152"/>
            <p:cNvSpPr/>
            <p:nvPr/>
          </p:nvSpPr>
          <p:spPr>
            <a:xfrm>
              <a:off x="2062003" y="3846623"/>
              <a:ext cx="21678" cy="46475"/>
            </a:xfrm>
            <a:custGeom>
              <a:rect b="b" l="l" r="r" t="t"/>
              <a:pathLst>
                <a:path extrusionOk="0" h="1430" w="667">
                  <a:moveTo>
                    <a:pt x="0" y="1"/>
                  </a:moveTo>
                  <a:lnTo>
                    <a:pt x="0" y="49"/>
                  </a:lnTo>
                  <a:cubicBezTo>
                    <a:pt x="24" y="72"/>
                    <a:pt x="24" y="96"/>
                    <a:pt x="24" y="120"/>
                  </a:cubicBezTo>
                  <a:lnTo>
                    <a:pt x="24" y="1287"/>
                  </a:lnTo>
                  <a:cubicBezTo>
                    <a:pt x="24" y="1311"/>
                    <a:pt x="0" y="1382"/>
                    <a:pt x="0" y="1382"/>
                  </a:cubicBezTo>
                  <a:lnTo>
                    <a:pt x="0" y="1430"/>
                  </a:lnTo>
                  <a:lnTo>
                    <a:pt x="548" y="1430"/>
                  </a:lnTo>
                  <a:cubicBezTo>
                    <a:pt x="619" y="1430"/>
                    <a:pt x="667" y="1382"/>
                    <a:pt x="667" y="1311"/>
                  </a:cubicBezTo>
                  <a:lnTo>
                    <a:pt x="667" y="120"/>
                  </a:lnTo>
                  <a:cubicBezTo>
                    <a:pt x="667" y="72"/>
                    <a:pt x="619" y="1"/>
                    <a:pt x="548"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7" name="Google Shape;28697;p152"/>
            <p:cNvSpPr/>
            <p:nvPr/>
          </p:nvSpPr>
          <p:spPr>
            <a:xfrm>
              <a:off x="1785688" y="3865993"/>
              <a:ext cx="129285" cy="57297"/>
            </a:xfrm>
            <a:custGeom>
              <a:rect b="b" l="l" r="r" t="t"/>
              <a:pathLst>
                <a:path extrusionOk="0" h="1763" w="3978">
                  <a:moveTo>
                    <a:pt x="1477" y="0"/>
                  </a:moveTo>
                  <a:lnTo>
                    <a:pt x="1477" y="643"/>
                  </a:lnTo>
                  <a:cubicBezTo>
                    <a:pt x="1477" y="691"/>
                    <a:pt x="1429" y="762"/>
                    <a:pt x="1382" y="762"/>
                  </a:cubicBezTo>
                  <a:lnTo>
                    <a:pt x="429" y="1143"/>
                  </a:lnTo>
                  <a:cubicBezTo>
                    <a:pt x="310" y="1191"/>
                    <a:pt x="191" y="1286"/>
                    <a:pt x="119" y="1429"/>
                  </a:cubicBezTo>
                  <a:cubicBezTo>
                    <a:pt x="96" y="1524"/>
                    <a:pt x="48" y="1644"/>
                    <a:pt x="0" y="1763"/>
                  </a:cubicBezTo>
                  <a:lnTo>
                    <a:pt x="3977" y="1763"/>
                  </a:lnTo>
                  <a:cubicBezTo>
                    <a:pt x="3930" y="1644"/>
                    <a:pt x="3906" y="1548"/>
                    <a:pt x="3858" y="1429"/>
                  </a:cubicBezTo>
                  <a:cubicBezTo>
                    <a:pt x="3787" y="1310"/>
                    <a:pt x="3668" y="1191"/>
                    <a:pt x="3549" y="1143"/>
                  </a:cubicBezTo>
                  <a:lnTo>
                    <a:pt x="2596" y="762"/>
                  </a:lnTo>
                  <a:cubicBezTo>
                    <a:pt x="2548" y="715"/>
                    <a:pt x="2501" y="691"/>
                    <a:pt x="2501" y="643"/>
                  </a:cubicBezTo>
                  <a:lnTo>
                    <a:pt x="250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8" name="Google Shape;28698;p152"/>
            <p:cNvSpPr/>
            <p:nvPr/>
          </p:nvSpPr>
          <p:spPr>
            <a:xfrm>
              <a:off x="1851468" y="3881463"/>
              <a:ext cx="63505" cy="42607"/>
            </a:xfrm>
            <a:custGeom>
              <a:rect b="b" l="l" r="r" t="t"/>
              <a:pathLst>
                <a:path extrusionOk="0" h="1311" w="1954">
                  <a:moveTo>
                    <a:pt x="1" y="1"/>
                  </a:moveTo>
                  <a:lnTo>
                    <a:pt x="1" y="429"/>
                  </a:lnTo>
                  <a:cubicBezTo>
                    <a:pt x="1" y="477"/>
                    <a:pt x="48" y="548"/>
                    <a:pt x="96" y="548"/>
                  </a:cubicBezTo>
                  <a:lnTo>
                    <a:pt x="1048" y="929"/>
                  </a:lnTo>
                  <a:cubicBezTo>
                    <a:pt x="1191" y="977"/>
                    <a:pt x="1287" y="1072"/>
                    <a:pt x="1358" y="1215"/>
                  </a:cubicBezTo>
                  <a:cubicBezTo>
                    <a:pt x="1358" y="1263"/>
                    <a:pt x="1382" y="1287"/>
                    <a:pt x="1382" y="1310"/>
                  </a:cubicBezTo>
                  <a:lnTo>
                    <a:pt x="1953" y="1310"/>
                  </a:lnTo>
                  <a:cubicBezTo>
                    <a:pt x="1953" y="1191"/>
                    <a:pt x="1906" y="1072"/>
                    <a:pt x="1858" y="1001"/>
                  </a:cubicBezTo>
                  <a:cubicBezTo>
                    <a:pt x="1787" y="882"/>
                    <a:pt x="1668" y="763"/>
                    <a:pt x="1548" y="691"/>
                  </a:cubicBezTo>
                  <a:lnTo>
                    <a:pt x="596" y="310"/>
                  </a:lnTo>
                  <a:cubicBezTo>
                    <a:pt x="548" y="286"/>
                    <a:pt x="524" y="239"/>
                    <a:pt x="524" y="191"/>
                  </a:cubicBezTo>
                  <a:lnTo>
                    <a:pt x="524"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9" name="Google Shape;28699;p152"/>
            <p:cNvSpPr/>
            <p:nvPr/>
          </p:nvSpPr>
          <p:spPr>
            <a:xfrm>
              <a:off x="1801158" y="3757638"/>
              <a:ext cx="100653" cy="100653"/>
            </a:xfrm>
            <a:custGeom>
              <a:rect b="b" l="l" r="r" t="t"/>
              <a:pathLst>
                <a:path extrusionOk="0" h="3097" w="3097">
                  <a:moveTo>
                    <a:pt x="1549" y="0"/>
                  </a:moveTo>
                  <a:cubicBezTo>
                    <a:pt x="691" y="0"/>
                    <a:pt x="1" y="691"/>
                    <a:pt x="1" y="1548"/>
                  </a:cubicBezTo>
                  <a:cubicBezTo>
                    <a:pt x="1" y="2406"/>
                    <a:pt x="691" y="3096"/>
                    <a:pt x="1549" y="3096"/>
                  </a:cubicBezTo>
                  <a:cubicBezTo>
                    <a:pt x="2406" y="3096"/>
                    <a:pt x="3096" y="2406"/>
                    <a:pt x="3096" y="1548"/>
                  </a:cubicBezTo>
                  <a:cubicBezTo>
                    <a:pt x="3096" y="691"/>
                    <a:pt x="2406" y="0"/>
                    <a:pt x="1549"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0" name="Google Shape;28700;p152"/>
            <p:cNvSpPr/>
            <p:nvPr/>
          </p:nvSpPr>
          <p:spPr>
            <a:xfrm>
              <a:off x="1800378" y="3789586"/>
              <a:ext cx="102213" cy="95582"/>
            </a:xfrm>
            <a:custGeom>
              <a:rect b="b" l="l" r="r" t="t"/>
              <a:pathLst>
                <a:path extrusionOk="0" h="2941" w="3145">
                  <a:moveTo>
                    <a:pt x="2270" y="1"/>
                  </a:moveTo>
                  <a:cubicBezTo>
                    <a:pt x="2110" y="1"/>
                    <a:pt x="1912" y="262"/>
                    <a:pt x="1787" y="303"/>
                  </a:cubicBezTo>
                  <a:cubicBezTo>
                    <a:pt x="1644" y="327"/>
                    <a:pt x="1573" y="327"/>
                    <a:pt x="1382" y="327"/>
                  </a:cubicBezTo>
                  <a:cubicBezTo>
                    <a:pt x="1214" y="306"/>
                    <a:pt x="1027" y="25"/>
                    <a:pt x="887" y="25"/>
                  </a:cubicBezTo>
                  <a:cubicBezTo>
                    <a:pt x="869" y="25"/>
                    <a:pt x="851" y="30"/>
                    <a:pt x="834" y="41"/>
                  </a:cubicBezTo>
                  <a:cubicBezTo>
                    <a:pt x="787" y="65"/>
                    <a:pt x="739" y="137"/>
                    <a:pt x="715" y="184"/>
                  </a:cubicBezTo>
                  <a:cubicBezTo>
                    <a:pt x="572" y="541"/>
                    <a:pt x="1" y="2089"/>
                    <a:pt x="1072" y="2780"/>
                  </a:cubicBezTo>
                  <a:cubicBezTo>
                    <a:pt x="1215" y="2887"/>
                    <a:pt x="1394" y="2941"/>
                    <a:pt x="1573" y="2941"/>
                  </a:cubicBezTo>
                  <a:cubicBezTo>
                    <a:pt x="1751" y="2941"/>
                    <a:pt x="1930" y="2887"/>
                    <a:pt x="2073" y="2780"/>
                  </a:cubicBezTo>
                  <a:cubicBezTo>
                    <a:pt x="3144" y="2089"/>
                    <a:pt x="2597" y="541"/>
                    <a:pt x="2430" y="184"/>
                  </a:cubicBezTo>
                  <a:cubicBezTo>
                    <a:pt x="2406" y="89"/>
                    <a:pt x="2382" y="41"/>
                    <a:pt x="2335" y="18"/>
                  </a:cubicBezTo>
                  <a:cubicBezTo>
                    <a:pt x="2314" y="6"/>
                    <a:pt x="2292" y="1"/>
                    <a:pt x="227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1" name="Google Shape;28701;p152"/>
            <p:cNvSpPr/>
            <p:nvPr/>
          </p:nvSpPr>
          <p:spPr>
            <a:xfrm>
              <a:off x="1839866" y="3789488"/>
              <a:ext cx="63505" cy="93860"/>
            </a:xfrm>
            <a:custGeom>
              <a:rect b="b" l="l" r="r" t="t"/>
              <a:pathLst>
                <a:path extrusionOk="0" h="2888" w="1954">
                  <a:moveTo>
                    <a:pt x="1052" y="0"/>
                  </a:moveTo>
                  <a:cubicBezTo>
                    <a:pt x="920" y="0"/>
                    <a:pt x="758" y="202"/>
                    <a:pt x="596" y="282"/>
                  </a:cubicBezTo>
                  <a:cubicBezTo>
                    <a:pt x="786" y="783"/>
                    <a:pt x="1167" y="2116"/>
                    <a:pt x="191" y="2759"/>
                  </a:cubicBezTo>
                  <a:lnTo>
                    <a:pt x="0" y="2831"/>
                  </a:lnTo>
                  <a:cubicBezTo>
                    <a:pt x="115" y="2869"/>
                    <a:pt x="233" y="2888"/>
                    <a:pt x="349" y="2888"/>
                  </a:cubicBezTo>
                  <a:cubicBezTo>
                    <a:pt x="522" y="2888"/>
                    <a:pt x="691" y="2845"/>
                    <a:pt x="834" y="2759"/>
                  </a:cubicBezTo>
                  <a:cubicBezTo>
                    <a:pt x="1953" y="2069"/>
                    <a:pt x="1382" y="521"/>
                    <a:pt x="1239" y="163"/>
                  </a:cubicBezTo>
                  <a:cubicBezTo>
                    <a:pt x="1191" y="92"/>
                    <a:pt x="1167" y="44"/>
                    <a:pt x="1120" y="21"/>
                  </a:cubicBezTo>
                  <a:cubicBezTo>
                    <a:pt x="1098" y="6"/>
                    <a:pt x="1076" y="0"/>
                    <a:pt x="1052"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2" name="Google Shape;28702;p152"/>
            <p:cNvSpPr/>
            <p:nvPr/>
          </p:nvSpPr>
          <p:spPr>
            <a:xfrm>
              <a:off x="1760923" y="3691078"/>
              <a:ext cx="106047" cy="34840"/>
            </a:xfrm>
            <a:custGeom>
              <a:rect b="b" l="l" r="r" t="t"/>
              <a:pathLst>
                <a:path extrusionOk="0" h="1072" w="3263">
                  <a:moveTo>
                    <a:pt x="0" y="0"/>
                  </a:moveTo>
                  <a:lnTo>
                    <a:pt x="0" y="1072"/>
                  </a:lnTo>
                  <a:lnTo>
                    <a:pt x="2739" y="1072"/>
                  </a:lnTo>
                  <a:cubicBezTo>
                    <a:pt x="3025" y="1072"/>
                    <a:pt x="3263" y="834"/>
                    <a:pt x="3263" y="548"/>
                  </a:cubicBezTo>
                  <a:cubicBezTo>
                    <a:pt x="3263" y="238"/>
                    <a:pt x="3025" y="0"/>
                    <a:pt x="2739"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3" name="Google Shape;28703;p152"/>
            <p:cNvSpPr/>
            <p:nvPr/>
          </p:nvSpPr>
          <p:spPr>
            <a:xfrm>
              <a:off x="1828263" y="3691078"/>
              <a:ext cx="38708" cy="34840"/>
            </a:xfrm>
            <a:custGeom>
              <a:rect b="b" l="l" r="r" t="t"/>
              <a:pathLst>
                <a:path extrusionOk="0" h="1072" w="1191">
                  <a:moveTo>
                    <a:pt x="0" y="0"/>
                  </a:moveTo>
                  <a:cubicBezTo>
                    <a:pt x="310" y="0"/>
                    <a:pt x="548" y="238"/>
                    <a:pt x="548" y="548"/>
                  </a:cubicBezTo>
                  <a:cubicBezTo>
                    <a:pt x="548" y="834"/>
                    <a:pt x="310" y="1072"/>
                    <a:pt x="0" y="1072"/>
                  </a:cubicBezTo>
                  <a:lnTo>
                    <a:pt x="667" y="1072"/>
                  </a:lnTo>
                  <a:cubicBezTo>
                    <a:pt x="953" y="1072"/>
                    <a:pt x="1191" y="834"/>
                    <a:pt x="1191" y="548"/>
                  </a:cubicBezTo>
                  <a:cubicBezTo>
                    <a:pt x="1191" y="238"/>
                    <a:pt x="953" y="0"/>
                    <a:pt x="667" y="0"/>
                  </a:cubicBezTo>
                  <a:close/>
                </a:path>
              </a:pathLst>
            </a:custGeom>
            <a:solidFill>
              <a:srgbClr val="AD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4" name="Google Shape;28704;p152"/>
            <p:cNvSpPr/>
            <p:nvPr/>
          </p:nvSpPr>
          <p:spPr>
            <a:xfrm>
              <a:off x="1986148" y="3708108"/>
              <a:ext cx="66592" cy="10855"/>
            </a:xfrm>
            <a:custGeom>
              <a:rect b="b" l="l" r="r" t="t"/>
              <a:pathLst>
                <a:path extrusionOk="0" h="334" w="2049">
                  <a:moveTo>
                    <a:pt x="143" y="0"/>
                  </a:moveTo>
                  <a:cubicBezTo>
                    <a:pt x="72" y="0"/>
                    <a:pt x="0" y="95"/>
                    <a:pt x="0" y="191"/>
                  </a:cubicBezTo>
                  <a:cubicBezTo>
                    <a:pt x="0" y="286"/>
                    <a:pt x="96" y="334"/>
                    <a:pt x="191" y="334"/>
                  </a:cubicBezTo>
                  <a:lnTo>
                    <a:pt x="1882" y="334"/>
                  </a:lnTo>
                  <a:cubicBezTo>
                    <a:pt x="1977" y="334"/>
                    <a:pt x="2048" y="262"/>
                    <a:pt x="2024" y="167"/>
                  </a:cubicBezTo>
                  <a:cubicBezTo>
                    <a:pt x="2024" y="72"/>
                    <a:pt x="1929" y="0"/>
                    <a:pt x="1858" y="0"/>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5" name="Google Shape;28705;p152"/>
            <p:cNvSpPr/>
            <p:nvPr/>
          </p:nvSpPr>
          <p:spPr>
            <a:xfrm>
              <a:off x="1986148" y="3785491"/>
              <a:ext cx="66592" cy="10888"/>
            </a:xfrm>
            <a:custGeom>
              <a:rect b="b" l="l" r="r" t="t"/>
              <a:pathLst>
                <a:path extrusionOk="0" h="335" w="2049">
                  <a:moveTo>
                    <a:pt x="143" y="1"/>
                  </a:moveTo>
                  <a:cubicBezTo>
                    <a:pt x="72" y="1"/>
                    <a:pt x="0" y="96"/>
                    <a:pt x="0" y="191"/>
                  </a:cubicBezTo>
                  <a:cubicBezTo>
                    <a:pt x="0" y="286"/>
                    <a:pt x="96" y="334"/>
                    <a:pt x="191" y="334"/>
                  </a:cubicBezTo>
                  <a:lnTo>
                    <a:pt x="1882" y="334"/>
                  </a:lnTo>
                  <a:cubicBezTo>
                    <a:pt x="1977" y="334"/>
                    <a:pt x="2048" y="263"/>
                    <a:pt x="2024" y="167"/>
                  </a:cubicBezTo>
                  <a:cubicBezTo>
                    <a:pt x="2024" y="72"/>
                    <a:pt x="1929" y="1"/>
                    <a:pt x="185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6" name="Google Shape;28706;p152"/>
            <p:cNvSpPr/>
            <p:nvPr/>
          </p:nvSpPr>
          <p:spPr>
            <a:xfrm>
              <a:off x="1986148" y="3864433"/>
              <a:ext cx="66592" cy="10888"/>
            </a:xfrm>
            <a:custGeom>
              <a:rect b="b" l="l" r="r" t="t"/>
              <a:pathLst>
                <a:path extrusionOk="0" h="335" w="2049">
                  <a:moveTo>
                    <a:pt x="143" y="1"/>
                  </a:moveTo>
                  <a:cubicBezTo>
                    <a:pt x="72" y="1"/>
                    <a:pt x="0" y="96"/>
                    <a:pt x="0" y="167"/>
                  </a:cubicBezTo>
                  <a:cubicBezTo>
                    <a:pt x="0" y="263"/>
                    <a:pt x="96" y="334"/>
                    <a:pt x="191" y="334"/>
                  </a:cubicBezTo>
                  <a:lnTo>
                    <a:pt x="1882" y="334"/>
                  </a:lnTo>
                  <a:cubicBezTo>
                    <a:pt x="1977" y="334"/>
                    <a:pt x="2048" y="239"/>
                    <a:pt x="2024" y="144"/>
                  </a:cubicBezTo>
                  <a:cubicBezTo>
                    <a:pt x="2024" y="48"/>
                    <a:pt x="1929" y="1"/>
                    <a:pt x="1858"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7" name="Google Shape;28707;p152"/>
          <p:cNvGrpSpPr/>
          <p:nvPr/>
        </p:nvGrpSpPr>
        <p:grpSpPr>
          <a:xfrm>
            <a:off x="1006306" y="3453983"/>
            <a:ext cx="373068" cy="335498"/>
            <a:chOff x="1006306" y="3606383"/>
            <a:chExt cx="373068" cy="335498"/>
          </a:xfrm>
        </p:grpSpPr>
        <p:sp>
          <p:nvSpPr>
            <p:cNvPr id="28708" name="Google Shape;28708;p152"/>
            <p:cNvSpPr/>
            <p:nvPr/>
          </p:nvSpPr>
          <p:spPr>
            <a:xfrm>
              <a:off x="1027951" y="3713503"/>
              <a:ext cx="312715" cy="217522"/>
            </a:xfrm>
            <a:custGeom>
              <a:rect b="b" l="l" r="r" t="t"/>
              <a:pathLst>
                <a:path extrusionOk="0" h="6693" w="9622">
                  <a:moveTo>
                    <a:pt x="430" y="1"/>
                  </a:moveTo>
                  <a:cubicBezTo>
                    <a:pt x="191" y="1"/>
                    <a:pt x="1" y="168"/>
                    <a:pt x="1" y="406"/>
                  </a:cubicBezTo>
                  <a:lnTo>
                    <a:pt x="1" y="6240"/>
                  </a:lnTo>
                  <a:lnTo>
                    <a:pt x="4740" y="6693"/>
                  </a:lnTo>
                  <a:lnTo>
                    <a:pt x="9622" y="6240"/>
                  </a:lnTo>
                  <a:lnTo>
                    <a:pt x="9622" y="406"/>
                  </a:lnTo>
                  <a:cubicBezTo>
                    <a:pt x="9598" y="168"/>
                    <a:pt x="9431" y="1"/>
                    <a:pt x="921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9" name="Google Shape;28709;p152"/>
            <p:cNvSpPr/>
            <p:nvPr/>
          </p:nvSpPr>
          <p:spPr>
            <a:xfrm>
              <a:off x="1051968" y="3736741"/>
              <a:ext cx="264713" cy="194285"/>
            </a:xfrm>
            <a:custGeom>
              <a:rect b="b" l="l" r="r" t="t"/>
              <a:pathLst>
                <a:path extrusionOk="0" h="5978" w="8145">
                  <a:moveTo>
                    <a:pt x="167" y="0"/>
                  </a:moveTo>
                  <a:cubicBezTo>
                    <a:pt x="72" y="0"/>
                    <a:pt x="0" y="96"/>
                    <a:pt x="0" y="167"/>
                  </a:cubicBezTo>
                  <a:lnTo>
                    <a:pt x="0" y="5525"/>
                  </a:lnTo>
                  <a:lnTo>
                    <a:pt x="3977" y="5978"/>
                  </a:lnTo>
                  <a:lnTo>
                    <a:pt x="8145" y="5525"/>
                  </a:lnTo>
                  <a:lnTo>
                    <a:pt x="8145" y="167"/>
                  </a:lnTo>
                  <a:cubicBezTo>
                    <a:pt x="8145" y="96"/>
                    <a:pt x="8049" y="0"/>
                    <a:pt x="7954"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0" name="Google Shape;28710;p152"/>
            <p:cNvSpPr/>
            <p:nvPr/>
          </p:nvSpPr>
          <p:spPr>
            <a:xfrm>
              <a:off x="1290356" y="3736741"/>
              <a:ext cx="27105" cy="179595"/>
            </a:xfrm>
            <a:custGeom>
              <a:rect b="b" l="l" r="r" t="t"/>
              <a:pathLst>
                <a:path extrusionOk="0" h="5526" w="834">
                  <a:moveTo>
                    <a:pt x="0" y="0"/>
                  </a:moveTo>
                  <a:cubicBezTo>
                    <a:pt x="95" y="0"/>
                    <a:pt x="191" y="96"/>
                    <a:pt x="191" y="167"/>
                  </a:cubicBezTo>
                  <a:lnTo>
                    <a:pt x="191" y="5525"/>
                  </a:lnTo>
                  <a:lnTo>
                    <a:pt x="834" y="5525"/>
                  </a:lnTo>
                  <a:lnTo>
                    <a:pt x="834" y="167"/>
                  </a:lnTo>
                  <a:cubicBezTo>
                    <a:pt x="834" y="96"/>
                    <a:pt x="786" y="0"/>
                    <a:pt x="667" y="0"/>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1" name="Google Shape;28711;p152"/>
            <p:cNvSpPr/>
            <p:nvPr/>
          </p:nvSpPr>
          <p:spPr>
            <a:xfrm>
              <a:off x="1307353" y="3713503"/>
              <a:ext cx="34873" cy="209788"/>
            </a:xfrm>
            <a:custGeom>
              <a:rect b="b" l="l" r="r" t="t"/>
              <a:pathLst>
                <a:path extrusionOk="0" h="6455" w="1073">
                  <a:moveTo>
                    <a:pt x="1" y="1"/>
                  </a:moveTo>
                  <a:cubicBezTo>
                    <a:pt x="239" y="1"/>
                    <a:pt x="406" y="168"/>
                    <a:pt x="406" y="406"/>
                  </a:cubicBezTo>
                  <a:lnTo>
                    <a:pt x="406" y="6240"/>
                  </a:lnTo>
                  <a:lnTo>
                    <a:pt x="763" y="6455"/>
                  </a:lnTo>
                  <a:lnTo>
                    <a:pt x="1073" y="6240"/>
                  </a:lnTo>
                  <a:lnTo>
                    <a:pt x="1073" y="406"/>
                  </a:lnTo>
                  <a:cubicBezTo>
                    <a:pt x="1025" y="168"/>
                    <a:pt x="858" y="1"/>
                    <a:pt x="644"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2" name="Google Shape;28712;p152"/>
            <p:cNvSpPr/>
            <p:nvPr/>
          </p:nvSpPr>
          <p:spPr>
            <a:xfrm>
              <a:off x="1110793" y="3606871"/>
              <a:ext cx="268580" cy="249372"/>
            </a:xfrm>
            <a:custGeom>
              <a:rect b="b" l="l" r="r" t="t"/>
              <a:pathLst>
                <a:path extrusionOk="0" h="7673" w="8264">
                  <a:moveTo>
                    <a:pt x="4107" y="1"/>
                  </a:moveTo>
                  <a:cubicBezTo>
                    <a:pt x="2713" y="1"/>
                    <a:pt x="1373" y="795"/>
                    <a:pt x="762" y="2139"/>
                  </a:cubicBezTo>
                  <a:cubicBezTo>
                    <a:pt x="0" y="3853"/>
                    <a:pt x="619" y="5830"/>
                    <a:pt x="2167" y="6783"/>
                  </a:cubicBezTo>
                  <a:lnTo>
                    <a:pt x="2262" y="7592"/>
                  </a:lnTo>
                  <a:cubicBezTo>
                    <a:pt x="2262" y="7646"/>
                    <a:pt x="2289" y="7673"/>
                    <a:pt x="2323" y="7673"/>
                  </a:cubicBezTo>
                  <a:cubicBezTo>
                    <a:pt x="2334" y="7673"/>
                    <a:pt x="2346" y="7670"/>
                    <a:pt x="2358" y="7664"/>
                  </a:cubicBezTo>
                  <a:lnTo>
                    <a:pt x="3001" y="7187"/>
                  </a:lnTo>
                  <a:cubicBezTo>
                    <a:pt x="3359" y="7300"/>
                    <a:pt x="3725" y="7355"/>
                    <a:pt x="4087" y="7355"/>
                  </a:cubicBezTo>
                  <a:cubicBezTo>
                    <a:pt x="5478" y="7355"/>
                    <a:pt x="6806" y="6553"/>
                    <a:pt x="7430" y="5211"/>
                  </a:cubicBezTo>
                  <a:cubicBezTo>
                    <a:pt x="8264" y="3377"/>
                    <a:pt x="7454" y="1186"/>
                    <a:pt x="5620" y="329"/>
                  </a:cubicBezTo>
                  <a:cubicBezTo>
                    <a:pt x="5131" y="106"/>
                    <a:pt x="4615" y="1"/>
                    <a:pt x="410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3" name="Google Shape;28713;p152"/>
            <p:cNvSpPr/>
            <p:nvPr/>
          </p:nvSpPr>
          <p:spPr>
            <a:xfrm>
              <a:off x="1233838" y="3606383"/>
              <a:ext cx="145535" cy="239265"/>
            </a:xfrm>
            <a:custGeom>
              <a:rect b="b" l="l" r="r" t="t"/>
              <a:pathLst>
                <a:path extrusionOk="0" h="7362" w="4478">
                  <a:moveTo>
                    <a:pt x="261" y="0"/>
                  </a:moveTo>
                  <a:cubicBezTo>
                    <a:pt x="173" y="0"/>
                    <a:pt x="86" y="4"/>
                    <a:pt x="1" y="11"/>
                  </a:cubicBezTo>
                  <a:cubicBezTo>
                    <a:pt x="405" y="58"/>
                    <a:pt x="786" y="153"/>
                    <a:pt x="1191" y="344"/>
                  </a:cubicBezTo>
                  <a:cubicBezTo>
                    <a:pt x="3025" y="1177"/>
                    <a:pt x="3835" y="3392"/>
                    <a:pt x="3001" y="5226"/>
                  </a:cubicBezTo>
                  <a:cubicBezTo>
                    <a:pt x="2430" y="6464"/>
                    <a:pt x="1239" y="7250"/>
                    <a:pt x="1" y="7345"/>
                  </a:cubicBezTo>
                  <a:cubicBezTo>
                    <a:pt x="112" y="7356"/>
                    <a:pt x="223" y="7361"/>
                    <a:pt x="334" y="7361"/>
                  </a:cubicBezTo>
                  <a:cubicBezTo>
                    <a:pt x="1719" y="7361"/>
                    <a:pt x="3049" y="6549"/>
                    <a:pt x="3644" y="5226"/>
                  </a:cubicBezTo>
                  <a:cubicBezTo>
                    <a:pt x="4478" y="3392"/>
                    <a:pt x="3692" y="1177"/>
                    <a:pt x="1834" y="344"/>
                  </a:cubicBezTo>
                  <a:cubicBezTo>
                    <a:pt x="1325" y="120"/>
                    <a:pt x="781" y="0"/>
                    <a:pt x="2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4" name="Google Shape;28714;p152"/>
            <p:cNvSpPr/>
            <p:nvPr/>
          </p:nvSpPr>
          <p:spPr>
            <a:xfrm>
              <a:off x="1192043" y="3694621"/>
              <a:ext cx="137020" cy="99418"/>
            </a:xfrm>
            <a:custGeom>
              <a:rect b="b" l="l" r="r" t="t"/>
              <a:pathLst>
                <a:path extrusionOk="0" h="3059" w="4216">
                  <a:moveTo>
                    <a:pt x="3835" y="487"/>
                  </a:moveTo>
                  <a:lnTo>
                    <a:pt x="3144" y="2582"/>
                  </a:lnTo>
                  <a:lnTo>
                    <a:pt x="2358" y="1511"/>
                  </a:lnTo>
                  <a:lnTo>
                    <a:pt x="3835" y="487"/>
                  </a:lnTo>
                  <a:close/>
                  <a:moveTo>
                    <a:pt x="2072" y="1677"/>
                  </a:moveTo>
                  <a:lnTo>
                    <a:pt x="2882" y="2749"/>
                  </a:lnTo>
                  <a:lnTo>
                    <a:pt x="501" y="2749"/>
                  </a:lnTo>
                  <a:lnTo>
                    <a:pt x="2072" y="1677"/>
                  </a:lnTo>
                  <a:close/>
                  <a:moveTo>
                    <a:pt x="3982" y="1"/>
                  </a:moveTo>
                  <a:cubicBezTo>
                    <a:pt x="3926" y="1"/>
                    <a:pt x="3868" y="17"/>
                    <a:pt x="3835" y="34"/>
                  </a:cubicBezTo>
                  <a:lnTo>
                    <a:pt x="120" y="2582"/>
                  </a:lnTo>
                  <a:cubicBezTo>
                    <a:pt x="48" y="2630"/>
                    <a:pt x="1" y="2701"/>
                    <a:pt x="1" y="2773"/>
                  </a:cubicBezTo>
                  <a:cubicBezTo>
                    <a:pt x="1" y="2820"/>
                    <a:pt x="1" y="2844"/>
                    <a:pt x="24" y="2892"/>
                  </a:cubicBezTo>
                  <a:cubicBezTo>
                    <a:pt x="48" y="2987"/>
                    <a:pt x="167" y="3059"/>
                    <a:pt x="263" y="3059"/>
                  </a:cubicBezTo>
                  <a:lnTo>
                    <a:pt x="3216" y="3059"/>
                  </a:lnTo>
                  <a:cubicBezTo>
                    <a:pt x="3311" y="3059"/>
                    <a:pt x="3358" y="2987"/>
                    <a:pt x="3382" y="2892"/>
                  </a:cubicBezTo>
                  <a:lnTo>
                    <a:pt x="4216" y="344"/>
                  </a:lnTo>
                  <a:lnTo>
                    <a:pt x="4216" y="249"/>
                  </a:lnTo>
                  <a:cubicBezTo>
                    <a:pt x="4216" y="201"/>
                    <a:pt x="4192" y="129"/>
                    <a:pt x="4144" y="82"/>
                  </a:cubicBezTo>
                  <a:cubicBezTo>
                    <a:pt x="4097" y="34"/>
                    <a:pt x="4073" y="34"/>
                    <a:pt x="4049" y="10"/>
                  </a:cubicBezTo>
                  <a:cubicBezTo>
                    <a:pt x="4028" y="3"/>
                    <a:pt x="4005" y="1"/>
                    <a:pt x="39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5" name="Google Shape;28715;p152"/>
            <p:cNvSpPr/>
            <p:nvPr/>
          </p:nvSpPr>
          <p:spPr>
            <a:xfrm>
              <a:off x="1188176" y="3643856"/>
              <a:ext cx="96005" cy="59638"/>
            </a:xfrm>
            <a:custGeom>
              <a:rect b="b" l="l" r="r" t="t"/>
              <a:pathLst>
                <a:path extrusionOk="0" h="1835" w="2954">
                  <a:moveTo>
                    <a:pt x="1548" y="1"/>
                  </a:moveTo>
                  <a:cubicBezTo>
                    <a:pt x="1477" y="1"/>
                    <a:pt x="1429" y="24"/>
                    <a:pt x="1406" y="120"/>
                  </a:cubicBezTo>
                  <a:lnTo>
                    <a:pt x="953" y="1310"/>
                  </a:lnTo>
                  <a:lnTo>
                    <a:pt x="763" y="1048"/>
                  </a:lnTo>
                  <a:cubicBezTo>
                    <a:pt x="739" y="977"/>
                    <a:pt x="691" y="953"/>
                    <a:pt x="620" y="953"/>
                  </a:cubicBezTo>
                  <a:lnTo>
                    <a:pt x="215" y="953"/>
                  </a:lnTo>
                  <a:cubicBezTo>
                    <a:pt x="120" y="953"/>
                    <a:pt x="48" y="1001"/>
                    <a:pt x="24" y="1096"/>
                  </a:cubicBezTo>
                  <a:cubicBezTo>
                    <a:pt x="1" y="1191"/>
                    <a:pt x="96" y="1287"/>
                    <a:pt x="167" y="1287"/>
                  </a:cubicBezTo>
                  <a:lnTo>
                    <a:pt x="501" y="1287"/>
                  </a:lnTo>
                  <a:lnTo>
                    <a:pt x="810" y="1763"/>
                  </a:lnTo>
                  <a:cubicBezTo>
                    <a:pt x="834" y="1811"/>
                    <a:pt x="882" y="1834"/>
                    <a:pt x="953" y="1834"/>
                  </a:cubicBezTo>
                  <a:lnTo>
                    <a:pt x="977" y="1834"/>
                  </a:lnTo>
                  <a:cubicBezTo>
                    <a:pt x="1025" y="1834"/>
                    <a:pt x="1096" y="1787"/>
                    <a:pt x="1120" y="1715"/>
                  </a:cubicBezTo>
                  <a:lnTo>
                    <a:pt x="1620" y="334"/>
                  </a:lnTo>
                  <a:lnTo>
                    <a:pt x="2763" y="334"/>
                  </a:lnTo>
                  <a:cubicBezTo>
                    <a:pt x="2858" y="334"/>
                    <a:pt x="2954" y="263"/>
                    <a:pt x="2954" y="167"/>
                  </a:cubicBezTo>
                  <a:cubicBezTo>
                    <a:pt x="2954" y="96"/>
                    <a:pt x="2882"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6" name="Google Shape;28716;p152"/>
            <p:cNvSpPr/>
            <p:nvPr/>
          </p:nvSpPr>
          <p:spPr>
            <a:xfrm>
              <a:off x="1242353" y="3671351"/>
              <a:ext cx="32533" cy="32143"/>
            </a:xfrm>
            <a:custGeom>
              <a:rect b="b" l="l" r="r" t="t"/>
              <a:pathLst>
                <a:path extrusionOk="0" h="989" w="1001">
                  <a:moveTo>
                    <a:pt x="176" y="0"/>
                  </a:moveTo>
                  <a:cubicBezTo>
                    <a:pt x="132" y="0"/>
                    <a:pt x="84" y="12"/>
                    <a:pt x="48" y="36"/>
                  </a:cubicBezTo>
                  <a:cubicBezTo>
                    <a:pt x="1" y="107"/>
                    <a:pt x="1" y="226"/>
                    <a:pt x="48" y="274"/>
                  </a:cubicBezTo>
                  <a:lnTo>
                    <a:pt x="262" y="488"/>
                  </a:lnTo>
                  <a:lnTo>
                    <a:pt x="48" y="703"/>
                  </a:lnTo>
                  <a:cubicBezTo>
                    <a:pt x="1" y="750"/>
                    <a:pt x="1" y="869"/>
                    <a:pt x="48" y="941"/>
                  </a:cubicBezTo>
                  <a:cubicBezTo>
                    <a:pt x="96" y="965"/>
                    <a:pt x="143" y="988"/>
                    <a:pt x="167" y="988"/>
                  </a:cubicBezTo>
                  <a:cubicBezTo>
                    <a:pt x="215" y="988"/>
                    <a:pt x="262" y="965"/>
                    <a:pt x="286" y="941"/>
                  </a:cubicBezTo>
                  <a:lnTo>
                    <a:pt x="501" y="726"/>
                  </a:lnTo>
                  <a:lnTo>
                    <a:pt x="715" y="941"/>
                  </a:lnTo>
                  <a:cubicBezTo>
                    <a:pt x="739" y="965"/>
                    <a:pt x="810" y="988"/>
                    <a:pt x="834" y="988"/>
                  </a:cubicBezTo>
                  <a:cubicBezTo>
                    <a:pt x="858" y="988"/>
                    <a:pt x="929" y="965"/>
                    <a:pt x="953" y="941"/>
                  </a:cubicBezTo>
                  <a:cubicBezTo>
                    <a:pt x="1001" y="869"/>
                    <a:pt x="1001" y="750"/>
                    <a:pt x="953" y="703"/>
                  </a:cubicBezTo>
                  <a:lnTo>
                    <a:pt x="739" y="488"/>
                  </a:lnTo>
                  <a:lnTo>
                    <a:pt x="953" y="274"/>
                  </a:lnTo>
                  <a:cubicBezTo>
                    <a:pt x="1001" y="226"/>
                    <a:pt x="1001" y="107"/>
                    <a:pt x="953" y="36"/>
                  </a:cubicBezTo>
                  <a:cubicBezTo>
                    <a:pt x="917" y="12"/>
                    <a:pt x="870" y="0"/>
                    <a:pt x="825" y="0"/>
                  </a:cubicBezTo>
                  <a:cubicBezTo>
                    <a:pt x="780" y="0"/>
                    <a:pt x="739" y="12"/>
                    <a:pt x="715" y="36"/>
                  </a:cubicBezTo>
                  <a:lnTo>
                    <a:pt x="501" y="250"/>
                  </a:lnTo>
                  <a:lnTo>
                    <a:pt x="286" y="36"/>
                  </a:lnTo>
                  <a:cubicBezTo>
                    <a:pt x="262" y="12"/>
                    <a:pt x="221" y="0"/>
                    <a:pt x="1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7" name="Google Shape;28717;p152"/>
            <p:cNvSpPr/>
            <p:nvPr/>
          </p:nvSpPr>
          <p:spPr>
            <a:xfrm>
              <a:off x="1162631" y="3715063"/>
              <a:ext cx="41827" cy="33313"/>
            </a:xfrm>
            <a:custGeom>
              <a:rect b="b" l="l" r="r" t="t"/>
              <a:pathLst>
                <a:path extrusionOk="0" h="1025" w="1287">
                  <a:moveTo>
                    <a:pt x="453" y="334"/>
                  </a:moveTo>
                  <a:cubicBezTo>
                    <a:pt x="525" y="334"/>
                    <a:pt x="596" y="429"/>
                    <a:pt x="667" y="548"/>
                  </a:cubicBezTo>
                  <a:cubicBezTo>
                    <a:pt x="548" y="644"/>
                    <a:pt x="453" y="691"/>
                    <a:pt x="429" y="691"/>
                  </a:cubicBezTo>
                  <a:cubicBezTo>
                    <a:pt x="358" y="691"/>
                    <a:pt x="358" y="667"/>
                    <a:pt x="358" y="667"/>
                  </a:cubicBezTo>
                  <a:cubicBezTo>
                    <a:pt x="334" y="644"/>
                    <a:pt x="334" y="548"/>
                    <a:pt x="334" y="524"/>
                  </a:cubicBezTo>
                  <a:cubicBezTo>
                    <a:pt x="334" y="453"/>
                    <a:pt x="334" y="334"/>
                    <a:pt x="453" y="334"/>
                  </a:cubicBezTo>
                  <a:close/>
                  <a:moveTo>
                    <a:pt x="453" y="1"/>
                  </a:moveTo>
                  <a:cubicBezTo>
                    <a:pt x="334" y="1"/>
                    <a:pt x="215" y="48"/>
                    <a:pt x="167" y="120"/>
                  </a:cubicBezTo>
                  <a:cubicBezTo>
                    <a:pt x="1" y="262"/>
                    <a:pt x="1" y="453"/>
                    <a:pt x="1" y="501"/>
                  </a:cubicBezTo>
                  <a:cubicBezTo>
                    <a:pt x="1" y="572"/>
                    <a:pt x="1" y="786"/>
                    <a:pt x="120" y="905"/>
                  </a:cubicBezTo>
                  <a:cubicBezTo>
                    <a:pt x="215" y="977"/>
                    <a:pt x="310" y="1025"/>
                    <a:pt x="453" y="1025"/>
                  </a:cubicBezTo>
                  <a:cubicBezTo>
                    <a:pt x="596" y="1025"/>
                    <a:pt x="763" y="929"/>
                    <a:pt x="882" y="810"/>
                  </a:cubicBezTo>
                  <a:cubicBezTo>
                    <a:pt x="906" y="858"/>
                    <a:pt x="929" y="905"/>
                    <a:pt x="953" y="929"/>
                  </a:cubicBezTo>
                  <a:cubicBezTo>
                    <a:pt x="981" y="971"/>
                    <a:pt x="1017" y="996"/>
                    <a:pt x="1060" y="996"/>
                  </a:cubicBezTo>
                  <a:cubicBezTo>
                    <a:pt x="1092" y="996"/>
                    <a:pt x="1128" y="983"/>
                    <a:pt x="1168" y="953"/>
                  </a:cubicBezTo>
                  <a:cubicBezTo>
                    <a:pt x="1215" y="905"/>
                    <a:pt x="1263" y="810"/>
                    <a:pt x="1191" y="715"/>
                  </a:cubicBezTo>
                  <a:cubicBezTo>
                    <a:pt x="1168" y="691"/>
                    <a:pt x="1144" y="596"/>
                    <a:pt x="1072" y="548"/>
                  </a:cubicBezTo>
                  <a:cubicBezTo>
                    <a:pt x="1144" y="453"/>
                    <a:pt x="1191" y="382"/>
                    <a:pt x="1215" y="358"/>
                  </a:cubicBezTo>
                  <a:cubicBezTo>
                    <a:pt x="1287" y="262"/>
                    <a:pt x="1263" y="143"/>
                    <a:pt x="1168" y="120"/>
                  </a:cubicBezTo>
                  <a:cubicBezTo>
                    <a:pt x="1144" y="114"/>
                    <a:pt x="1121" y="111"/>
                    <a:pt x="1101" y="111"/>
                  </a:cubicBezTo>
                  <a:cubicBezTo>
                    <a:pt x="1038" y="111"/>
                    <a:pt x="989" y="137"/>
                    <a:pt x="953" y="191"/>
                  </a:cubicBezTo>
                  <a:cubicBezTo>
                    <a:pt x="929" y="215"/>
                    <a:pt x="929" y="239"/>
                    <a:pt x="906" y="262"/>
                  </a:cubicBezTo>
                  <a:cubicBezTo>
                    <a:pt x="787" y="120"/>
                    <a:pt x="644"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8" name="Google Shape;28718;p152"/>
            <p:cNvSpPr/>
            <p:nvPr/>
          </p:nvSpPr>
          <p:spPr>
            <a:xfrm>
              <a:off x="1006306" y="3915523"/>
              <a:ext cx="357598" cy="25578"/>
            </a:xfrm>
            <a:custGeom>
              <a:rect b="b" l="l" r="r" t="t"/>
              <a:pathLst>
                <a:path extrusionOk="0" h="787" w="11003">
                  <a:moveTo>
                    <a:pt x="143" y="0"/>
                  </a:moveTo>
                  <a:cubicBezTo>
                    <a:pt x="48" y="0"/>
                    <a:pt x="0" y="72"/>
                    <a:pt x="0" y="143"/>
                  </a:cubicBezTo>
                  <a:lnTo>
                    <a:pt x="0" y="453"/>
                  </a:lnTo>
                  <a:cubicBezTo>
                    <a:pt x="0" y="620"/>
                    <a:pt x="143" y="786"/>
                    <a:pt x="310" y="786"/>
                  </a:cubicBezTo>
                  <a:lnTo>
                    <a:pt x="4477" y="786"/>
                  </a:lnTo>
                  <a:lnTo>
                    <a:pt x="5477" y="572"/>
                  </a:lnTo>
                  <a:lnTo>
                    <a:pt x="6454" y="786"/>
                  </a:lnTo>
                  <a:lnTo>
                    <a:pt x="10645" y="786"/>
                  </a:lnTo>
                  <a:cubicBezTo>
                    <a:pt x="10836" y="786"/>
                    <a:pt x="10979" y="667"/>
                    <a:pt x="11002" y="453"/>
                  </a:cubicBezTo>
                  <a:lnTo>
                    <a:pt x="11002" y="143"/>
                  </a:lnTo>
                  <a:cubicBezTo>
                    <a:pt x="11002" y="72"/>
                    <a:pt x="10955" y="0"/>
                    <a:pt x="10860" y="0"/>
                  </a:cubicBezTo>
                  <a:lnTo>
                    <a:pt x="6478" y="0"/>
                  </a:lnTo>
                  <a:lnTo>
                    <a:pt x="5501" y="215"/>
                  </a:lnTo>
                  <a:lnTo>
                    <a:pt x="4525"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9" name="Google Shape;28719;p152"/>
            <p:cNvSpPr/>
            <p:nvPr/>
          </p:nvSpPr>
          <p:spPr>
            <a:xfrm>
              <a:off x="1331371" y="3916303"/>
              <a:ext cx="31752" cy="25578"/>
            </a:xfrm>
            <a:custGeom>
              <a:rect b="b" l="l" r="r" t="t"/>
              <a:pathLst>
                <a:path extrusionOk="0" h="787" w="977">
                  <a:moveTo>
                    <a:pt x="167" y="0"/>
                  </a:moveTo>
                  <a:cubicBezTo>
                    <a:pt x="262" y="0"/>
                    <a:pt x="334" y="72"/>
                    <a:pt x="334" y="167"/>
                  </a:cubicBezTo>
                  <a:lnTo>
                    <a:pt x="334" y="453"/>
                  </a:lnTo>
                  <a:cubicBezTo>
                    <a:pt x="334" y="643"/>
                    <a:pt x="167" y="786"/>
                    <a:pt x="0" y="786"/>
                  </a:cubicBezTo>
                  <a:lnTo>
                    <a:pt x="643" y="786"/>
                  </a:lnTo>
                  <a:cubicBezTo>
                    <a:pt x="834" y="786"/>
                    <a:pt x="977" y="643"/>
                    <a:pt x="977" y="453"/>
                  </a:cubicBezTo>
                  <a:lnTo>
                    <a:pt x="977" y="167"/>
                  </a:lnTo>
                  <a:cubicBezTo>
                    <a:pt x="977" y="72"/>
                    <a:pt x="929" y="0"/>
                    <a:pt x="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0" name="Google Shape;28720;p152"/>
            <p:cNvSpPr/>
            <p:nvPr/>
          </p:nvSpPr>
          <p:spPr>
            <a:xfrm>
              <a:off x="1153336" y="3916303"/>
              <a:ext cx="45695" cy="24797"/>
            </a:xfrm>
            <a:custGeom>
              <a:rect b="b" l="l" r="r" t="t"/>
              <a:pathLst>
                <a:path extrusionOk="0" h="763" w="1406">
                  <a:moveTo>
                    <a:pt x="1" y="0"/>
                  </a:moveTo>
                  <a:lnTo>
                    <a:pt x="1" y="762"/>
                  </a:lnTo>
                  <a:lnTo>
                    <a:pt x="1287" y="762"/>
                  </a:lnTo>
                  <a:lnTo>
                    <a:pt x="1406" y="453"/>
                  </a:lnTo>
                  <a:lnTo>
                    <a:pt x="128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1" name="Google Shape;28721;p152"/>
            <p:cNvSpPr/>
            <p:nvPr/>
          </p:nvSpPr>
          <p:spPr>
            <a:xfrm>
              <a:off x="1195131" y="3916303"/>
              <a:ext cx="20930" cy="24797"/>
            </a:xfrm>
            <a:custGeom>
              <a:rect b="b" l="l" r="r" t="t"/>
              <a:pathLst>
                <a:path extrusionOk="0" h="763" w="644">
                  <a:moveTo>
                    <a:pt x="1" y="0"/>
                  </a:moveTo>
                  <a:lnTo>
                    <a:pt x="1" y="762"/>
                  </a:lnTo>
                  <a:lnTo>
                    <a:pt x="644" y="762"/>
                  </a:lnTo>
                  <a:lnTo>
                    <a:pt x="644"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22" name="Google Shape;28722;p152"/>
          <p:cNvGrpSpPr/>
          <p:nvPr/>
        </p:nvGrpSpPr>
        <p:grpSpPr>
          <a:xfrm>
            <a:off x="1006306" y="4060336"/>
            <a:ext cx="357598" cy="227565"/>
            <a:chOff x="1006306" y="4212736"/>
            <a:chExt cx="357598" cy="227565"/>
          </a:xfrm>
        </p:grpSpPr>
        <p:sp>
          <p:nvSpPr>
            <p:cNvPr id="28723" name="Google Shape;28723;p152"/>
            <p:cNvSpPr/>
            <p:nvPr/>
          </p:nvSpPr>
          <p:spPr>
            <a:xfrm>
              <a:off x="1027951" y="4212736"/>
              <a:ext cx="311967" cy="209755"/>
            </a:xfrm>
            <a:custGeom>
              <a:rect b="b" l="l" r="r" t="t"/>
              <a:pathLst>
                <a:path extrusionOk="0" h="6454" w="9599">
                  <a:moveTo>
                    <a:pt x="430" y="0"/>
                  </a:moveTo>
                  <a:cubicBezTo>
                    <a:pt x="191" y="0"/>
                    <a:pt x="1" y="167"/>
                    <a:pt x="1" y="405"/>
                  </a:cubicBezTo>
                  <a:lnTo>
                    <a:pt x="1" y="6240"/>
                  </a:lnTo>
                  <a:lnTo>
                    <a:pt x="4811" y="6454"/>
                  </a:lnTo>
                  <a:lnTo>
                    <a:pt x="9598" y="6240"/>
                  </a:lnTo>
                  <a:lnTo>
                    <a:pt x="9598" y="405"/>
                  </a:lnTo>
                  <a:cubicBezTo>
                    <a:pt x="9598" y="167"/>
                    <a:pt x="9431" y="0"/>
                    <a:pt x="921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4" name="Google Shape;28724;p152"/>
            <p:cNvSpPr/>
            <p:nvPr/>
          </p:nvSpPr>
          <p:spPr>
            <a:xfrm>
              <a:off x="1307353" y="4212736"/>
              <a:ext cx="34873" cy="209755"/>
            </a:xfrm>
            <a:custGeom>
              <a:rect b="b" l="l" r="r" t="t"/>
              <a:pathLst>
                <a:path extrusionOk="0" h="6454" w="1073">
                  <a:moveTo>
                    <a:pt x="1" y="0"/>
                  </a:moveTo>
                  <a:cubicBezTo>
                    <a:pt x="239" y="0"/>
                    <a:pt x="406" y="167"/>
                    <a:pt x="406" y="405"/>
                  </a:cubicBezTo>
                  <a:lnTo>
                    <a:pt x="406" y="6240"/>
                  </a:lnTo>
                  <a:lnTo>
                    <a:pt x="763" y="6454"/>
                  </a:lnTo>
                  <a:lnTo>
                    <a:pt x="1073" y="6240"/>
                  </a:lnTo>
                  <a:lnTo>
                    <a:pt x="1073" y="405"/>
                  </a:lnTo>
                  <a:cubicBezTo>
                    <a:pt x="1025" y="167"/>
                    <a:pt x="858" y="0"/>
                    <a:pt x="644"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5" name="Google Shape;28725;p152"/>
            <p:cNvSpPr/>
            <p:nvPr/>
          </p:nvSpPr>
          <p:spPr>
            <a:xfrm>
              <a:off x="1051968" y="4235161"/>
              <a:ext cx="264713" cy="186582"/>
            </a:xfrm>
            <a:custGeom>
              <a:rect b="b" l="l" r="r" t="t"/>
              <a:pathLst>
                <a:path extrusionOk="0" h="5741" w="8145">
                  <a:moveTo>
                    <a:pt x="167" y="1"/>
                  </a:moveTo>
                  <a:cubicBezTo>
                    <a:pt x="72" y="1"/>
                    <a:pt x="0" y="72"/>
                    <a:pt x="0" y="167"/>
                  </a:cubicBezTo>
                  <a:lnTo>
                    <a:pt x="0" y="5526"/>
                  </a:lnTo>
                  <a:lnTo>
                    <a:pt x="4120" y="5740"/>
                  </a:lnTo>
                  <a:lnTo>
                    <a:pt x="8145" y="5526"/>
                  </a:lnTo>
                  <a:lnTo>
                    <a:pt x="8145" y="167"/>
                  </a:lnTo>
                  <a:cubicBezTo>
                    <a:pt x="8145" y="72"/>
                    <a:pt x="8049" y="1"/>
                    <a:pt x="795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6" name="Google Shape;28726;p152"/>
            <p:cNvSpPr/>
            <p:nvPr/>
          </p:nvSpPr>
          <p:spPr>
            <a:xfrm>
              <a:off x="1290356" y="4235941"/>
              <a:ext cx="27105" cy="186550"/>
            </a:xfrm>
            <a:custGeom>
              <a:rect b="b" l="l" r="r" t="t"/>
              <a:pathLst>
                <a:path extrusionOk="0" h="5740" w="834">
                  <a:moveTo>
                    <a:pt x="0" y="1"/>
                  </a:moveTo>
                  <a:cubicBezTo>
                    <a:pt x="95" y="1"/>
                    <a:pt x="191" y="96"/>
                    <a:pt x="191" y="167"/>
                  </a:cubicBezTo>
                  <a:lnTo>
                    <a:pt x="191" y="5526"/>
                  </a:lnTo>
                  <a:lnTo>
                    <a:pt x="429" y="5740"/>
                  </a:lnTo>
                  <a:lnTo>
                    <a:pt x="834" y="5526"/>
                  </a:lnTo>
                  <a:lnTo>
                    <a:pt x="834" y="167"/>
                  </a:lnTo>
                  <a:cubicBezTo>
                    <a:pt x="834" y="96"/>
                    <a:pt x="738" y="1"/>
                    <a:pt x="667" y="1"/>
                  </a:cubicBezTo>
                  <a:close/>
                </a:path>
              </a:pathLst>
            </a:custGeom>
            <a:solidFill>
              <a:srgbClr val="BC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7" name="Google Shape;28727;p152"/>
            <p:cNvSpPr/>
            <p:nvPr/>
          </p:nvSpPr>
          <p:spPr>
            <a:xfrm>
              <a:off x="1129351" y="4309456"/>
              <a:ext cx="110727" cy="113035"/>
            </a:xfrm>
            <a:custGeom>
              <a:rect b="b" l="l" r="r" t="t"/>
              <a:pathLst>
                <a:path extrusionOk="0" h="3478" w="3407">
                  <a:moveTo>
                    <a:pt x="1" y="1"/>
                  </a:moveTo>
                  <a:lnTo>
                    <a:pt x="1" y="3478"/>
                  </a:lnTo>
                  <a:lnTo>
                    <a:pt x="3406" y="3478"/>
                  </a:lnTo>
                  <a:lnTo>
                    <a:pt x="340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8" name="Google Shape;28728;p152"/>
            <p:cNvSpPr/>
            <p:nvPr/>
          </p:nvSpPr>
          <p:spPr>
            <a:xfrm>
              <a:off x="1114661" y="4271561"/>
              <a:ext cx="140108" cy="30972"/>
            </a:xfrm>
            <a:custGeom>
              <a:rect b="b" l="l" r="r" t="t"/>
              <a:pathLst>
                <a:path extrusionOk="0" h="953" w="4311">
                  <a:moveTo>
                    <a:pt x="214" y="0"/>
                  </a:moveTo>
                  <a:cubicBezTo>
                    <a:pt x="95" y="0"/>
                    <a:pt x="0" y="95"/>
                    <a:pt x="0" y="214"/>
                  </a:cubicBezTo>
                  <a:lnTo>
                    <a:pt x="0" y="953"/>
                  </a:lnTo>
                  <a:lnTo>
                    <a:pt x="4287" y="953"/>
                  </a:lnTo>
                  <a:lnTo>
                    <a:pt x="4311" y="214"/>
                  </a:lnTo>
                  <a:cubicBezTo>
                    <a:pt x="4311" y="95"/>
                    <a:pt x="4215" y="0"/>
                    <a:pt x="40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9" name="Google Shape;28729;p152"/>
            <p:cNvSpPr/>
            <p:nvPr/>
          </p:nvSpPr>
          <p:spPr>
            <a:xfrm>
              <a:off x="1226883" y="4272308"/>
              <a:ext cx="27885" cy="31005"/>
            </a:xfrm>
            <a:custGeom>
              <a:rect b="b" l="l" r="r" t="t"/>
              <a:pathLst>
                <a:path extrusionOk="0" h="954" w="858">
                  <a:moveTo>
                    <a:pt x="0" y="1"/>
                  </a:moveTo>
                  <a:cubicBezTo>
                    <a:pt x="119" y="1"/>
                    <a:pt x="215" y="96"/>
                    <a:pt x="215" y="215"/>
                  </a:cubicBezTo>
                  <a:lnTo>
                    <a:pt x="215" y="953"/>
                  </a:lnTo>
                  <a:lnTo>
                    <a:pt x="858" y="953"/>
                  </a:lnTo>
                  <a:lnTo>
                    <a:pt x="858" y="215"/>
                  </a:lnTo>
                  <a:cubicBezTo>
                    <a:pt x="858" y="96"/>
                    <a:pt x="762" y="1"/>
                    <a:pt x="643"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0" name="Google Shape;28730;p152"/>
            <p:cNvSpPr/>
            <p:nvPr/>
          </p:nvSpPr>
          <p:spPr>
            <a:xfrm>
              <a:off x="1195911" y="4338056"/>
              <a:ext cx="23270" cy="83688"/>
            </a:xfrm>
            <a:custGeom>
              <a:rect b="b" l="l" r="r" t="t"/>
              <a:pathLst>
                <a:path extrusionOk="0" h="2575" w="716">
                  <a:moveTo>
                    <a:pt x="323" y="0"/>
                  </a:moveTo>
                  <a:cubicBezTo>
                    <a:pt x="311" y="0"/>
                    <a:pt x="299" y="1"/>
                    <a:pt x="286" y="2"/>
                  </a:cubicBezTo>
                  <a:cubicBezTo>
                    <a:pt x="120" y="50"/>
                    <a:pt x="1" y="193"/>
                    <a:pt x="1" y="359"/>
                  </a:cubicBezTo>
                  <a:lnTo>
                    <a:pt x="1" y="2360"/>
                  </a:lnTo>
                  <a:lnTo>
                    <a:pt x="358" y="2574"/>
                  </a:lnTo>
                  <a:lnTo>
                    <a:pt x="715" y="2360"/>
                  </a:lnTo>
                  <a:lnTo>
                    <a:pt x="691" y="335"/>
                  </a:lnTo>
                  <a:cubicBezTo>
                    <a:pt x="691" y="178"/>
                    <a:pt x="522" y="0"/>
                    <a:pt x="32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1" name="Google Shape;28731;p152"/>
            <p:cNvSpPr/>
            <p:nvPr/>
          </p:nvSpPr>
          <p:spPr>
            <a:xfrm>
              <a:off x="1150248" y="4338056"/>
              <a:ext cx="23270" cy="83688"/>
            </a:xfrm>
            <a:custGeom>
              <a:rect b="b" l="l" r="r" t="t"/>
              <a:pathLst>
                <a:path extrusionOk="0" h="2575" w="716">
                  <a:moveTo>
                    <a:pt x="343" y="0"/>
                  </a:moveTo>
                  <a:cubicBezTo>
                    <a:pt x="332" y="0"/>
                    <a:pt x="321" y="1"/>
                    <a:pt x="310" y="2"/>
                  </a:cubicBezTo>
                  <a:cubicBezTo>
                    <a:pt x="120" y="50"/>
                    <a:pt x="1" y="193"/>
                    <a:pt x="1" y="359"/>
                  </a:cubicBezTo>
                  <a:lnTo>
                    <a:pt x="1" y="2360"/>
                  </a:lnTo>
                  <a:lnTo>
                    <a:pt x="358" y="2574"/>
                  </a:lnTo>
                  <a:lnTo>
                    <a:pt x="715" y="2360"/>
                  </a:lnTo>
                  <a:lnTo>
                    <a:pt x="691" y="335"/>
                  </a:lnTo>
                  <a:cubicBezTo>
                    <a:pt x="691" y="178"/>
                    <a:pt x="522" y="0"/>
                    <a:pt x="34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2" name="Google Shape;28732;p152"/>
            <p:cNvSpPr/>
            <p:nvPr/>
          </p:nvSpPr>
          <p:spPr>
            <a:xfrm>
              <a:off x="1091683" y="4295546"/>
              <a:ext cx="185542" cy="42900"/>
            </a:xfrm>
            <a:custGeom>
              <a:rect b="b" l="l" r="r" t="t"/>
              <a:pathLst>
                <a:path extrusionOk="0" h="1320" w="5709">
                  <a:moveTo>
                    <a:pt x="731" y="0"/>
                  </a:moveTo>
                  <a:cubicBezTo>
                    <a:pt x="398" y="0"/>
                    <a:pt x="136" y="215"/>
                    <a:pt x="88" y="548"/>
                  </a:cubicBezTo>
                  <a:cubicBezTo>
                    <a:pt x="0" y="964"/>
                    <a:pt x="315" y="1319"/>
                    <a:pt x="717" y="1319"/>
                  </a:cubicBezTo>
                  <a:cubicBezTo>
                    <a:pt x="753" y="1319"/>
                    <a:pt x="789" y="1316"/>
                    <a:pt x="826" y="1310"/>
                  </a:cubicBezTo>
                  <a:cubicBezTo>
                    <a:pt x="1064" y="1286"/>
                    <a:pt x="1279" y="1120"/>
                    <a:pt x="1326" y="881"/>
                  </a:cubicBezTo>
                  <a:cubicBezTo>
                    <a:pt x="1350" y="786"/>
                    <a:pt x="1350" y="667"/>
                    <a:pt x="1350" y="572"/>
                  </a:cubicBezTo>
                  <a:lnTo>
                    <a:pt x="4327" y="572"/>
                  </a:lnTo>
                  <a:lnTo>
                    <a:pt x="4327" y="667"/>
                  </a:lnTo>
                  <a:cubicBezTo>
                    <a:pt x="4327" y="1013"/>
                    <a:pt x="4621" y="1320"/>
                    <a:pt x="4979" y="1320"/>
                  </a:cubicBezTo>
                  <a:cubicBezTo>
                    <a:pt x="5015" y="1320"/>
                    <a:pt x="5052" y="1317"/>
                    <a:pt x="5089" y="1310"/>
                  </a:cubicBezTo>
                  <a:cubicBezTo>
                    <a:pt x="5351" y="1286"/>
                    <a:pt x="5589" y="1048"/>
                    <a:pt x="5613" y="786"/>
                  </a:cubicBezTo>
                  <a:cubicBezTo>
                    <a:pt x="5708" y="358"/>
                    <a:pt x="5399" y="0"/>
                    <a:pt x="499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3" name="Google Shape;28733;p152"/>
            <p:cNvSpPr/>
            <p:nvPr/>
          </p:nvSpPr>
          <p:spPr>
            <a:xfrm>
              <a:off x="1006306" y="4414723"/>
              <a:ext cx="357598" cy="25578"/>
            </a:xfrm>
            <a:custGeom>
              <a:rect b="b" l="l" r="r" t="t"/>
              <a:pathLst>
                <a:path extrusionOk="0" h="787" w="11003">
                  <a:moveTo>
                    <a:pt x="143" y="1"/>
                  </a:moveTo>
                  <a:cubicBezTo>
                    <a:pt x="48" y="1"/>
                    <a:pt x="0" y="48"/>
                    <a:pt x="0" y="144"/>
                  </a:cubicBezTo>
                  <a:lnTo>
                    <a:pt x="0" y="453"/>
                  </a:lnTo>
                  <a:cubicBezTo>
                    <a:pt x="0" y="620"/>
                    <a:pt x="143" y="787"/>
                    <a:pt x="334" y="787"/>
                  </a:cubicBezTo>
                  <a:lnTo>
                    <a:pt x="10645" y="787"/>
                  </a:lnTo>
                  <a:cubicBezTo>
                    <a:pt x="10836" y="787"/>
                    <a:pt x="10979" y="620"/>
                    <a:pt x="11002" y="453"/>
                  </a:cubicBezTo>
                  <a:lnTo>
                    <a:pt x="11002" y="144"/>
                  </a:lnTo>
                  <a:cubicBezTo>
                    <a:pt x="11002" y="48"/>
                    <a:pt x="10955" y="1"/>
                    <a:pt x="10860"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4" name="Google Shape;28734;p152"/>
            <p:cNvSpPr/>
            <p:nvPr/>
          </p:nvSpPr>
          <p:spPr>
            <a:xfrm>
              <a:off x="1331371" y="4414723"/>
              <a:ext cx="31752" cy="25578"/>
            </a:xfrm>
            <a:custGeom>
              <a:rect b="b" l="l" r="r" t="t"/>
              <a:pathLst>
                <a:path extrusionOk="0" h="787" w="977">
                  <a:moveTo>
                    <a:pt x="167" y="1"/>
                  </a:moveTo>
                  <a:cubicBezTo>
                    <a:pt x="262" y="1"/>
                    <a:pt x="334" y="72"/>
                    <a:pt x="334" y="144"/>
                  </a:cubicBezTo>
                  <a:lnTo>
                    <a:pt x="334" y="453"/>
                  </a:lnTo>
                  <a:cubicBezTo>
                    <a:pt x="334" y="620"/>
                    <a:pt x="167" y="787"/>
                    <a:pt x="0" y="787"/>
                  </a:cubicBezTo>
                  <a:lnTo>
                    <a:pt x="643" y="787"/>
                  </a:lnTo>
                  <a:cubicBezTo>
                    <a:pt x="834" y="787"/>
                    <a:pt x="977" y="620"/>
                    <a:pt x="977" y="453"/>
                  </a:cubicBezTo>
                  <a:lnTo>
                    <a:pt x="977" y="144"/>
                  </a:lnTo>
                  <a:cubicBezTo>
                    <a:pt x="977" y="72"/>
                    <a:pt x="92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5" name="Google Shape;28735;p152"/>
            <p:cNvSpPr/>
            <p:nvPr/>
          </p:nvSpPr>
          <p:spPr>
            <a:xfrm>
              <a:off x="1153336" y="4414723"/>
              <a:ext cx="62725" cy="24018"/>
            </a:xfrm>
            <a:custGeom>
              <a:rect b="b" l="l" r="r" t="t"/>
              <a:pathLst>
                <a:path extrusionOk="0" h="739" w="1930">
                  <a:moveTo>
                    <a:pt x="1" y="1"/>
                  </a:moveTo>
                  <a:lnTo>
                    <a:pt x="1" y="739"/>
                  </a:lnTo>
                  <a:lnTo>
                    <a:pt x="1930" y="739"/>
                  </a:lnTo>
                  <a:lnTo>
                    <a:pt x="1930"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6" name="Google Shape;28736;p152"/>
            <p:cNvSpPr/>
            <p:nvPr/>
          </p:nvSpPr>
          <p:spPr>
            <a:xfrm>
              <a:off x="1195131" y="4414723"/>
              <a:ext cx="20930" cy="24018"/>
            </a:xfrm>
            <a:custGeom>
              <a:rect b="b" l="l" r="r" t="t"/>
              <a:pathLst>
                <a:path extrusionOk="0" h="739" w="644">
                  <a:moveTo>
                    <a:pt x="1" y="1"/>
                  </a:moveTo>
                  <a:lnTo>
                    <a:pt x="1" y="739"/>
                  </a:lnTo>
                  <a:lnTo>
                    <a:pt x="644" y="739"/>
                  </a:lnTo>
                  <a:lnTo>
                    <a:pt x="644"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7" name="Google Shape;28737;p152"/>
          <p:cNvGrpSpPr/>
          <p:nvPr/>
        </p:nvGrpSpPr>
        <p:grpSpPr>
          <a:xfrm>
            <a:off x="1760923" y="4009246"/>
            <a:ext cx="356817" cy="329258"/>
            <a:chOff x="1760923" y="4161646"/>
            <a:chExt cx="356817" cy="329258"/>
          </a:xfrm>
        </p:grpSpPr>
        <p:sp>
          <p:nvSpPr>
            <p:cNvPr id="28738" name="Google Shape;28738;p152"/>
            <p:cNvSpPr/>
            <p:nvPr/>
          </p:nvSpPr>
          <p:spPr>
            <a:xfrm>
              <a:off x="1760923" y="4221251"/>
              <a:ext cx="356817" cy="215963"/>
            </a:xfrm>
            <a:custGeom>
              <a:rect b="b" l="l" r="r" t="t"/>
              <a:pathLst>
                <a:path extrusionOk="0" h="6645" w="10979">
                  <a:moveTo>
                    <a:pt x="5406" y="0"/>
                  </a:moveTo>
                  <a:lnTo>
                    <a:pt x="0" y="238"/>
                  </a:lnTo>
                  <a:lnTo>
                    <a:pt x="0" y="6430"/>
                  </a:lnTo>
                  <a:cubicBezTo>
                    <a:pt x="0" y="6525"/>
                    <a:pt x="143" y="6644"/>
                    <a:pt x="286" y="6644"/>
                  </a:cubicBezTo>
                  <a:lnTo>
                    <a:pt x="10693" y="6644"/>
                  </a:lnTo>
                  <a:cubicBezTo>
                    <a:pt x="10860" y="6644"/>
                    <a:pt x="10979" y="6501"/>
                    <a:pt x="10979" y="6430"/>
                  </a:cubicBezTo>
                  <a:lnTo>
                    <a:pt x="10979" y="238"/>
                  </a:lnTo>
                  <a:lnTo>
                    <a:pt x="5406"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9" name="Google Shape;28739;p152"/>
            <p:cNvSpPr/>
            <p:nvPr/>
          </p:nvSpPr>
          <p:spPr>
            <a:xfrm>
              <a:off x="1760923" y="4189498"/>
              <a:ext cx="356817" cy="40300"/>
            </a:xfrm>
            <a:custGeom>
              <a:rect b="b" l="l" r="r" t="t"/>
              <a:pathLst>
                <a:path extrusionOk="0" h="1240" w="10979">
                  <a:moveTo>
                    <a:pt x="286" y="1"/>
                  </a:moveTo>
                  <a:cubicBezTo>
                    <a:pt x="119" y="1"/>
                    <a:pt x="0" y="144"/>
                    <a:pt x="0" y="287"/>
                  </a:cubicBezTo>
                  <a:lnTo>
                    <a:pt x="0" y="1239"/>
                  </a:lnTo>
                  <a:lnTo>
                    <a:pt x="10979" y="1239"/>
                  </a:lnTo>
                  <a:lnTo>
                    <a:pt x="10979" y="287"/>
                  </a:lnTo>
                  <a:cubicBezTo>
                    <a:pt x="10979" y="120"/>
                    <a:pt x="10836" y="1"/>
                    <a:pt x="1069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0" name="Google Shape;28740;p152"/>
            <p:cNvSpPr/>
            <p:nvPr/>
          </p:nvSpPr>
          <p:spPr>
            <a:xfrm>
              <a:off x="2086768" y="4221251"/>
              <a:ext cx="30972" cy="215963"/>
            </a:xfrm>
            <a:custGeom>
              <a:rect b="b" l="l" r="r" t="t"/>
              <a:pathLst>
                <a:path extrusionOk="0" h="6645" w="953">
                  <a:moveTo>
                    <a:pt x="310" y="0"/>
                  </a:moveTo>
                  <a:lnTo>
                    <a:pt x="310" y="6430"/>
                  </a:lnTo>
                  <a:cubicBezTo>
                    <a:pt x="310" y="6525"/>
                    <a:pt x="143" y="6644"/>
                    <a:pt x="0" y="6644"/>
                  </a:cubicBezTo>
                  <a:lnTo>
                    <a:pt x="667" y="6644"/>
                  </a:lnTo>
                  <a:cubicBezTo>
                    <a:pt x="834" y="6644"/>
                    <a:pt x="953" y="6501"/>
                    <a:pt x="953" y="6430"/>
                  </a:cubicBezTo>
                  <a:lnTo>
                    <a:pt x="953" y="238"/>
                  </a:lnTo>
                  <a:lnTo>
                    <a:pt x="310" y="0"/>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1" name="Google Shape;28741;p152"/>
            <p:cNvSpPr/>
            <p:nvPr/>
          </p:nvSpPr>
          <p:spPr>
            <a:xfrm>
              <a:off x="2086768" y="4189498"/>
              <a:ext cx="30972" cy="40300"/>
            </a:xfrm>
            <a:custGeom>
              <a:rect b="b" l="l" r="r" t="t"/>
              <a:pathLst>
                <a:path extrusionOk="0" h="1240" w="953">
                  <a:moveTo>
                    <a:pt x="0" y="1"/>
                  </a:moveTo>
                  <a:cubicBezTo>
                    <a:pt x="191" y="1"/>
                    <a:pt x="310" y="144"/>
                    <a:pt x="310" y="287"/>
                  </a:cubicBezTo>
                  <a:lnTo>
                    <a:pt x="310" y="1239"/>
                  </a:lnTo>
                  <a:lnTo>
                    <a:pt x="953" y="1239"/>
                  </a:lnTo>
                  <a:lnTo>
                    <a:pt x="953" y="287"/>
                  </a:lnTo>
                  <a:cubicBezTo>
                    <a:pt x="953" y="120"/>
                    <a:pt x="810" y="1"/>
                    <a:pt x="6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2" name="Google Shape;28742;p152"/>
            <p:cNvSpPr/>
            <p:nvPr/>
          </p:nvSpPr>
          <p:spPr>
            <a:xfrm>
              <a:off x="1919588" y="4426326"/>
              <a:ext cx="38708" cy="64578"/>
            </a:xfrm>
            <a:custGeom>
              <a:rect b="b" l="l" r="r" t="t"/>
              <a:pathLst>
                <a:path extrusionOk="0" h="1987" w="1191">
                  <a:moveTo>
                    <a:pt x="0" y="1"/>
                  </a:moveTo>
                  <a:lnTo>
                    <a:pt x="0" y="1906"/>
                  </a:lnTo>
                  <a:cubicBezTo>
                    <a:pt x="0" y="1960"/>
                    <a:pt x="27" y="1986"/>
                    <a:pt x="60" y="1986"/>
                  </a:cubicBezTo>
                  <a:cubicBezTo>
                    <a:pt x="72" y="1986"/>
                    <a:pt x="84" y="1983"/>
                    <a:pt x="95" y="1978"/>
                  </a:cubicBezTo>
                  <a:lnTo>
                    <a:pt x="572" y="1739"/>
                  </a:lnTo>
                  <a:lnTo>
                    <a:pt x="619" y="1739"/>
                  </a:lnTo>
                  <a:lnTo>
                    <a:pt x="1096" y="1978"/>
                  </a:lnTo>
                  <a:cubicBezTo>
                    <a:pt x="1114" y="1983"/>
                    <a:pt x="1128" y="1986"/>
                    <a:pt x="1141" y="1986"/>
                  </a:cubicBezTo>
                  <a:cubicBezTo>
                    <a:pt x="1178" y="1986"/>
                    <a:pt x="1191" y="1960"/>
                    <a:pt x="1191" y="1906"/>
                  </a:cubicBezTo>
                  <a:lnTo>
                    <a:pt x="1191" y="1"/>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3" name="Google Shape;28743;p152"/>
            <p:cNvSpPr/>
            <p:nvPr/>
          </p:nvSpPr>
          <p:spPr>
            <a:xfrm>
              <a:off x="1890956" y="4364413"/>
              <a:ext cx="95225" cy="95225"/>
            </a:xfrm>
            <a:custGeom>
              <a:rect b="b" l="l" r="r" t="t"/>
              <a:pathLst>
                <a:path extrusionOk="0" h="2930" w="2930">
                  <a:moveTo>
                    <a:pt x="1477" y="1"/>
                  </a:moveTo>
                  <a:cubicBezTo>
                    <a:pt x="1262" y="1"/>
                    <a:pt x="1119" y="215"/>
                    <a:pt x="976" y="263"/>
                  </a:cubicBezTo>
                  <a:cubicBezTo>
                    <a:pt x="810" y="334"/>
                    <a:pt x="548" y="310"/>
                    <a:pt x="429" y="429"/>
                  </a:cubicBezTo>
                  <a:cubicBezTo>
                    <a:pt x="310" y="549"/>
                    <a:pt x="333" y="787"/>
                    <a:pt x="286" y="953"/>
                  </a:cubicBezTo>
                  <a:cubicBezTo>
                    <a:pt x="214" y="1144"/>
                    <a:pt x="0" y="1287"/>
                    <a:pt x="0" y="1453"/>
                  </a:cubicBezTo>
                  <a:cubicBezTo>
                    <a:pt x="0" y="1668"/>
                    <a:pt x="214" y="1811"/>
                    <a:pt x="286" y="1977"/>
                  </a:cubicBezTo>
                  <a:cubicBezTo>
                    <a:pt x="333" y="2120"/>
                    <a:pt x="310" y="2382"/>
                    <a:pt x="429" y="2501"/>
                  </a:cubicBezTo>
                  <a:cubicBezTo>
                    <a:pt x="548" y="2620"/>
                    <a:pt x="786" y="2597"/>
                    <a:pt x="976" y="2644"/>
                  </a:cubicBezTo>
                  <a:cubicBezTo>
                    <a:pt x="1143" y="2716"/>
                    <a:pt x="1286" y="2930"/>
                    <a:pt x="1477" y="2930"/>
                  </a:cubicBezTo>
                  <a:cubicBezTo>
                    <a:pt x="1667" y="2930"/>
                    <a:pt x="1834" y="2716"/>
                    <a:pt x="1977" y="2644"/>
                  </a:cubicBezTo>
                  <a:cubicBezTo>
                    <a:pt x="2120" y="2597"/>
                    <a:pt x="2382" y="2620"/>
                    <a:pt x="2524" y="2501"/>
                  </a:cubicBezTo>
                  <a:cubicBezTo>
                    <a:pt x="2643" y="2382"/>
                    <a:pt x="2596" y="2144"/>
                    <a:pt x="2667" y="1977"/>
                  </a:cubicBezTo>
                  <a:cubicBezTo>
                    <a:pt x="2715" y="1787"/>
                    <a:pt x="2929" y="1644"/>
                    <a:pt x="2929" y="1453"/>
                  </a:cubicBezTo>
                  <a:cubicBezTo>
                    <a:pt x="2929" y="1287"/>
                    <a:pt x="2763" y="1144"/>
                    <a:pt x="2667" y="953"/>
                  </a:cubicBezTo>
                  <a:cubicBezTo>
                    <a:pt x="2596" y="810"/>
                    <a:pt x="2643" y="549"/>
                    <a:pt x="2524" y="429"/>
                  </a:cubicBezTo>
                  <a:cubicBezTo>
                    <a:pt x="2382" y="310"/>
                    <a:pt x="2143" y="334"/>
                    <a:pt x="1977" y="263"/>
                  </a:cubicBezTo>
                  <a:cubicBezTo>
                    <a:pt x="1786" y="215"/>
                    <a:pt x="1643" y="1"/>
                    <a:pt x="1477"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4" name="Google Shape;28744;p152"/>
            <p:cNvSpPr/>
            <p:nvPr/>
          </p:nvSpPr>
          <p:spPr>
            <a:xfrm>
              <a:off x="1919588" y="4392298"/>
              <a:ext cx="38708" cy="38707"/>
            </a:xfrm>
            <a:custGeom>
              <a:rect b="b" l="l" r="r" t="t"/>
              <a:pathLst>
                <a:path extrusionOk="0" h="1191" w="1191">
                  <a:moveTo>
                    <a:pt x="596" y="0"/>
                  </a:moveTo>
                  <a:cubicBezTo>
                    <a:pt x="262" y="0"/>
                    <a:pt x="0" y="262"/>
                    <a:pt x="0" y="595"/>
                  </a:cubicBezTo>
                  <a:cubicBezTo>
                    <a:pt x="0" y="929"/>
                    <a:pt x="262" y="1191"/>
                    <a:pt x="596" y="1191"/>
                  </a:cubicBezTo>
                  <a:cubicBezTo>
                    <a:pt x="929" y="1191"/>
                    <a:pt x="1191" y="929"/>
                    <a:pt x="1191" y="595"/>
                  </a:cubicBezTo>
                  <a:cubicBezTo>
                    <a:pt x="1191" y="262"/>
                    <a:pt x="929" y="0"/>
                    <a:pt x="596"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5" name="Google Shape;28745;p152"/>
            <p:cNvSpPr/>
            <p:nvPr/>
          </p:nvSpPr>
          <p:spPr>
            <a:xfrm>
              <a:off x="2024823" y="4201881"/>
              <a:ext cx="11667" cy="11635"/>
            </a:xfrm>
            <a:custGeom>
              <a:rect b="b" l="l" r="r" t="t"/>
              <a:pathLst>
                <a:path extrusionOk="0" h="358" w="359">
                  <a:moveTo>
                    <a:pt x="191" y="1"/>
                  </a:moveTo>
                  <a:cubicBezTo>
                    <a:pt x="72" y="1"/>
                    <a:pt x="1" y="72"/>
                    <a:pt x="1" y="167"/>
                  </a:cubicBezTo>
                  <a:cubicBezTo>
                    <a:pt x="1" y="287"/>
                    <a:pt x="72" y="358"/>
                    <a:pt x="191" y="358"/>
                  </a:cubicBezTo>
                  <a:cubicBezTo>
                    <a:pt x="287" y="358"/>
                    <a:pt x="358" y="287"/>
                    <a:pt x="358" y="167"/>
                  </a:cubicBezTo>
                  <a:cubicBezTo>
                    <a:pt x="358" y="72"/>
                    <a:pt x="287"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6" name="Google Shape;28746;p152"/>
            <p:cNvSpPr/>
            <p:nvPr/>
          </p:nvSpPr>
          <p:spPr>
            <a:xfrm>
              <a:off x="2048061" y="4201881"/>
              <a:ext cx="11635" cy="11635"/>
            </a:xfrm>
            <a:custGeom>
              <a:rect b="b" l="l" r="r" t="t"/>
              <a:pathLst>
                <a:path extrusionOk="0" h="358" w="358">
                  <a:moveTo>
                    <a:pt x="167" y="1"/>
                  </a:moveTo>
                  <a:cubicBezTo>
                    <a:pt x="72" y="1"/>
                    <a:pt x="0" y="72"/>
                    <a:pt x="0" y="167"/>
                  </a:cubicBezTo>
                  <a:cubicBezTo>
                    <a:pt x="0" y="287"/>
                    <a:pt x="72" y="358"/>
                    <a:pt x="167" y="358"/>
                  </a:cubicBezTo>
                  <a:cubicBezTo>
                    <a:pt x="286" y="358"/>
                    <a:pt x="358" y="287"/>
                    <a:pt x="358" y="167"/>
                  </a:cubicBezTo>
                  <a:cubicBezTo>
                    <a:pt x="358" y="72"/>
                    <a:pt x="286"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7" name="Google Shape;28747;p152"/>
            <p:cNvSpPr/>
            <p:nvPr/>
          </p:nvSpPr>
          <p:spPr>
            <a:xfrm>
              <a:off x="2070518" y="4201881"/>
              <a:ext cx="11635" cy="11635"/>
            </a:xfrm>
            <a:custGeom>
              <a:rect b="b" l="l" r="r" t="t"/>
              <a:pathLst>
                <a:path extrusionOk="0" h="358" w="358">
                  <a:moveTo>
                    <a:pt x="167" y="1"/>
                  </a:moveTo>
                  <a:cubicBezTo>
                    <a:pt x="71" y="1"/>
                    <a:pt x="0" y="72"/>
                    <a:pt x="0" y="167"/>
                  </a:cubicBezTo>
                  <a:cubicBezTo>
                    <a:pt x="0" y="287"/>
                    <a:pt x="71" y="358"/>
                    <a:pt x="167" y="358"/>
                  </a:cubicBezTo>
                  <a:cubicBezTo>
                    <a:pt x="262" y="358"/>
                    <a:pt x="357" y="287"/>
                    <a:pt x="357" y="167"/>
                  </a:cubicBezTo>
                  <a:cubicBezTo>
                    <a:pt x="357" y="72"/>
                    <a:pt x="262"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8" name="Google Shape;28748;p152"/>
            <p:cNvSpPr/>
            <p:nvPr/>
          </p:nvSpPr>
          <p:spPr>
            <a:xfrm>
              <a:off x="1760923" y="4161646"/>
              <a:ext cx="33" cy="32"/>
            </a:xfrm>
            <a:custGeom>
              <a:rect b="b" l="l" r="r" t="t"/>
              <a:pathLst>
                <a:path extrusionOk="0" h="1" w="1">
                  <a:moveTo>
                    <a:pt x="0" y="0"/>
                  </a:move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9" name="Google Shape;28749;p152"/>
            <p:cNvSpPr/>
            <p:nvPr/>
          </p:nvSpPr>
          <p:spPr>
            <a:xfrm>
              <a:off x="1883968" y="4268441"/>
              <a:ext cx="110728" cy="10107"/>
            </a:xfrm>
            <a:custGeom>
              <a:rect b="b" l="l" r="r" t="t"/>
              <a:pathLst>
                <a:path extrusionOk="0" h="311" w="3407">
                  <a:moveTo>
                    <a:pt x="144" y="1"/>
                  </a:moveTo>
                  <a:cubicBezTo>
                    <a:pt x="48" y="1"/>
                    <a:pt x="1" y="72"/>
                    <a:pt x="1" y="168"/>
                  </a:cubicBezTo>
                  <a:cubicBezTo>
                    <a:pt x="1" y="239"/>
                    <a:pt x="48" y="310"/>
                    <a:pt x="144" y="310"/>
                  </a:cubicBezTo>
                  <a:lnTo>
                    <a:pt x="3240" y="310"/>
                  </a:lnTo>
                  <a:cubicBezTo>
                    <a:pt x="3335" y="310"/>
                    <a:pt x="3406" y="215"/>
                    <a:pt x="3382" y="168"/>
                  </a:cubicBezTo>
                  <a:cubicBezTo>
                    <a:pt x="3382" y="72"/>
                    <a:pt x="3335" y="1"/>
                    <a:pt x="3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0" name="Google Shape;28750;p152"/>
            <p:cNvSpPr/>
            <p:nvPr/>
          </p:nvSpPr>
          <p:spPr>
            <a:xfrm>
              <a:off x="1883968" y="4321091"/>
              <a:ext cx="109947" cy="9295"/>
            </a:xfrm>
            <a:custGeom>
              <a:rect b="b" l="l" r="r" t="t"/>
              <a:pathLst>
                <a:path extrusionOk="0" h="286" w="3383">
                  <a:moveTo>
                    <a:pt x="144" y="0"/>
                  </a:moveTo>
                  <a:cubicBezTo>
                    <a:pt x="48" y="0"/>
                    <a:pt x="1" y="48"/>
                    <a:pt x="1" y="143"/>
                  </a:cubicBezTo>
                  <a:cubicBezTo>
                    <a:pt x="1" y="238"/>
                    <a:pt x="48" y="286"/>
                    <a:pt x="144" y="286"/>
                  </a:cubicBezTo>
                  <a:lnTo>
                    <a:pt x="3240" y="286"/>
                  </a:lnTo>
                  <a:cubicBezTo>
                    <a:pt x="3335" y="286"/>
                    <a:pt x="3382" y="238"/>
                    <a:pt x="3382" y="143"/>
                  </a:cubicBezTo>
                  <a:cubicBezTo>
                    <a:pt x="3382" y="48"/>
                    <a:pt x="3335" y="0"/>
                    <a:pt x="32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1" name="Google Shape;28751;p152"/>
            <p:cNvSpPr/>
            <p:nvPr/>
          </p:nvSpPr>
          <p:spPr>
            <a:xfrm>
              <a:off x="1838306" y="4293986"/>
              <a:ext cx="202053" cy="9328"/>
            </a:xfrm>
            <a:custGeom>
              <a:rect b="b" l="l" r="r" t="t"/>
              <a:pathLst>
                <a:path extrusionOk="0" h="287" w="6217">
                  <a:moveTo>
                    <a:pt x="144" y="1"/>
                  </a:moveTo>
                  <a:cubicBezTo>
                    <a:pt x="48" y="1"/>
                    <a:pt x="1" y="48"/>
                    <a:pt x="1" y="144"/>
                  </a:cubicBezTo>
                  <a:cubicBezTo>
                    <a:pt x="1" y="239"/>
                    <a:pt x="48" y="286"/>
                    <a:pt x="144" y="286"/>
                  </a:cubicBezTo>
                  <a:lnTo>
                    <a:pt x="6073" y="286"/>
                  </a:lnTo>
                  <a:cubicBezTo>
                    <a:pt x="6169" y="286"/>
                    <a:pt x="6216" y="215"/>
                    <a:pt x="6216" y="144"/>
                  </a:cubicBezTo>
                  <a:cubicBezTo>
                    <a:pt x="6216" y="48"/>
                    <a:pt x="6169" y="1"/>
                    <a:pt x="6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2" name="Google Shape;28752;p152"/>
            <p:cNvSpPr/>
            <p:nvPr/>
          </p:nvSpPr>
          <p:spPr>
            <a:xfrm>
              <a:off x="2017088" y="4367533"/>
              <a:ext cx="51122" cy="34840"/>
            </a:xfrm>
            <a:custGeom>
              <a:rect b="b" l="l" r="r" t="t"/>
              <a:pathLst>
                <a:path extrusionOk="0" h="1072" w="1573">
                  <a:moveTo>
                    <a:pt x="668" y="0"/>
                  </a:moveTo>
                  <a:cubicBezTo>
                    <a:pt x="477" y="24"/>
                    <a:pt x="239" y="333"/>
                    <a:pt x="72" y="595"/>
                  </a:cubicBezTo>
                  <a:cubicBezTo>
                    <a:pt x="1" y="691"/>
                    <a:pt x="25" y="762"/>
                    <a:pt x="96" y="834"/>
                  </a:cubicBezTo>
                  <a:cubicBezTo>
                    <a:pt x="132" y="852"/>
                    <a:pt x="165" y="860"/>
                    <a:pt x="196" y="860"/>
                  </a:cubicBezTo>
                  <a:cubicBezTo>
                    <a:pt x="246" y="860"/>
                    <a:pt x="290" y="839"/>
                    <a:pt x="334" y="810"/>
                  </a:cubicBezTo>
                  <a:cubicBezTo>
                    <a:pt x="429" y="643"/>
                    <a:pt x="501" y="524"/>
                    <a:pt x="596" y="453"/>
                  </a:cubicBezTo>
                  <a:lnTo>
                    <a:pt x="596" y="548"/>
                  </a:lnTo>
                  <a:cubicBezTo>
                    <a:pt x="572" y="810"/>
                    <a:pt x="549" y="953"/>
                    <a:pt x="668" y="1048"/>
                  </a:cubicBezTo>
                  <a:cubicBezTo>
                    <a:pt x="691" y="1072"/>
                    <a:pt x="715" y="1072"/>
                    <a:pt x="739" y="1072"/>
                  </a:cubicBezTo>
                  <a:cubicBezTo>
                    <a:pt x="787" y="1072"/>
                    <a:pt x="811" y="1072"/>
                    <a:pt x="834" y="1000"/>
                  </a:cubicBezTo>
                  <a:cubicBezTo>
                    <a:pt x="906" y="976"/>
                    <a:pt x="930" y="953"/>
                    <a:pt x="977" y="881"/>
                  </a:cubicBezTo>
                  <a:cubicBezTo>
                    <a:pt x="1144" y="810"/>
                    <a:pt x="1215" y="738"/>
                    <a:pt x="1263" y="738"/>
                  </a:cubicBezTo>
                  <a:lnTo>
                    <a:pt x="1287" y="762"/>
                  </a:lnTo>
                  <a:cubicBezTo>
                    <a:pt x="1305" y="816"/>
                    <a:pt x="1363" y="842"/>
                    <a:pt x="1431" y="842"/>
                  </a:cubicBezTo>
                  <a:cubicBezTo>
                    <a:pt x="1454" y="842"/>
                    <a:pt x="1477" y="840"/>
                    <a:pt x="1501" y="834"/>
                  </a:cubicBezTo>
                  <a:cubicBezTo>
                    <a:pt x="1549" y="810"/>
                    <a:pt x="1573" y="714"/>
                    <a:pt x="1549" y="619"/>
                  </a:cubicBezTo>
                  <a:cubicBezTo>
                    <a:pt x="1501" y="500"/>
                    <a:pt x="1382" y="453"/>
                    <a:pt x="1311" y="453"/>
                  </a:cubicBezTo>
                  <a:cubicBezTo>
                    <a:pt x="1284" y="444"/>
                    <a:pt x="1258" y="440"/>
                    <a:pt x="1232" y="440"/>
                  </a:cubicBezTo>
                  <a:cubicBezTo>
                    <a:pt x="1116" y="440"/>
                    <a:pt x="1003" y="518"/>
                    <a:pt x="906" y="595"/>
                  </a:cubicBezTo>
                  <a:cubicBezTo>
                    <a:pt x="930" y="333"/>
                    <a:pt x="930" y="119"/>
                    <a:pt x="811" y="24"/>
                  </a:cubicBezTo>
                  <a:cubicBezTo>
                    <a:pt x="787" y="0"/>
                    <a:pt x="715"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3" name="Google Shape;28753;p152"/>
            <p:cNvSpPr/>
            <p:nvPr/>
          </p:nvSpPr>
          <p:spPr>
            <a:xfrm>
              <a:off x="1808893" y="4379916"/>
              <a:ext cx="42608" cy="10855"/>
            </a:xfrm>
            <a:custGeom>
              <a:rect b="b" l="l" r="r" t="t"/>
              <a:pathLst>
                <a:path extrusionOk="0" h="334" w="1311">
                  <a:moveTo>
                    <a:pt x="167" y="0"/>
                  </a:moveTo>
                  <a:cubicBezTo>
                    <a:pt x="72" y="0"/>
                    <a:pt x="1" y="95"/>
                    <a:pt x="1" y="191"/>
                  </a:cubicBezTo>
                  <a:cubicBezTo>
                    <a:pt x="48" y="262"/>
                    <a:pt x="96" y="333"/>
                    <a:pt x="191" y="333"/>
                  </a:cubicBezTo>
                  <a:lnTo>
                    <a:pt x="1144" y="333"/>
                  </a:lnTo>
                  <a:cubicBezTo>
                    <a:pt x="1239" y="333"/>
                    <a:pt x="1311" y="238"/>
                    <a:pt x="1287" y="143"/>
                  </a:cubicBezTo>
                  <a:cubicBezTo>
                    <a:pt x="1263" y="72"/>
                    <a:pt x="1191" y="0"/>
                    <a:pt x="1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4" name="Google Shape;28754;p152"/>
          <p:cNvGrpSpPr/>
          <p:nvPr/>
        </p:nvGrpSpPr>
        <p:grpSpPr>
          <a:xfrm>
            <a:off x="2541086" y="4013113"/>
            <a:ext cx="357598" cy="321230"/>
            <a:chOff x="2541086" y="4165513"/>
            <a:chExt cx="357598" cy="321230"/>
          </a:xfrm>
        </p:grpSpPr>
        <p:sp>
          <p:nvSpPr>
            <p:cNvPr id="28755" name="Google Shape;28755;p152"/>
            <p:cNvSpPr/>
            <p:nvPr/>
          </p:nvSpPr>
          <p:spPr>
            <a:xfrm>
              <a:off x="2563511" y="4258398"/>
              <a:ext cx="312715" cy="209755"/>
            </a:xfrm>
            <a:custGeom>
              <a:rect b="b" l="l" r="r" t="t"/>
              <a:pathLst>
                <a:path extrusionOk="0" h="6454" w="9622">
                  <a:moveTo>
                    <a:pt x="430" y="0"/>
                  </a:moveTo>
                  <a:cubicBezTo>
                    <a:pt x="191" y="0"/>
                    <a:pt x="1" y="167"/>
                    <a:pt x="1" y="405"/>
                  </a:cubicBezTo>
                  <a:lnTo>
                    <a:pt x="1" y="6240"/>
                  </a:lnTo>
                  <a:lnTo>
                    <a:pt x="5121" y="6454"/>
                  </a:lnTo>
                  <a:lnTo>
                    <a:pt x="9622" y="6240"/>
                  </a:lnTo>
                  <a:lnTo>
                    <a:pt x="9622" y="405"/>
                  </a:lnTo>
                  <a:cubicBezTo>
                    <a:pt x="9622" y="167"/>
                    <a:pt x="9455" y="0"/>
                    <a:pt x="92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6" name="Google Shape;28756;p152"/>
            <p:cNvSpPr/>
            <p:nvPr/>
          </p:nvSpPr>
          <p:spPr>
            <a:xfrm>
              <a:off x="2586748" y="4281603"/>
              <a:ext cx="265492" cy="186550"/>
            </a:xfrm>
            <a:custGeom>
              <a:rect b="b" l="l" r="r" t="t"/>
              <a:pathLst>
                <a:path extrusionOk="0" h="5740" w="8169">
                  <a:moveTo>
                    <a:pt x="191" y="1"/>
                  </a:moveTo>
                  <a:cubicBezTo>
                    <a:pt x="96" y="1"/>
                    <a:pt x="0" y="72"/>
                    <a:pt x="0" y="167"/>
                  </a:cubicBezTo>
                  <a:lnTo>
                    <a:pt x="0" y="5526"/>
                  </a:lnTo>
                  <a:lnTo>
                    <a:pt x="4096" y="5740"/>
                  </a:lnTo>
                  <a:lnTo>
                    <a:pt x="8169" y="5526"/>
                  </a:lnTo>
                  <a:lnTo>
                    <a:pt x="8169" y="167"/>
                  </a:lnTo>
                  <a:cubicBezTo>
                    <a:pt x="8169" y="72"/>
                    <a:pt x="8073" y="1"/>
                    <a:pt x="797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7" name="Google Shape;28757;p152"/>
            <p:cNvSpPr/>
            <p:nvPr/>
          </p:nvSpPr>
          <p:spPr>
            <a:xfrm>
              <a:off x="2842166" y="4258398"/>
              <a:ext cx="34840" cy="209755"/>
            </a:xfrm>
            <a:custGeom>
              <a:rect b="b" l="l" r="r" t="t"/>
              <a:pathLst>
                <a:path extrusionOk="0" h="6454" w="1072">
                  <a:moveTo>
                    <a:pt x="0" y="0"/>
                  </a:moveTo>
                  <a:cubicBezTo>
                    <a:pt x="238" y="0"/>
                    <a:pt x="429" y="167"/>
                    <a:pt x="429" y="405"/>
                  </a:cubicBezTo>
                  <a:lnTo>
                    <a:pt x="429" y="6240"/>
                  </a:lnTo>
                  <a:lnTo>
                    <a:pt x="786" y="6454"/>
                  </a:lnTo>
                  <a:lnTo>
                    <a:pt x="1072" y="6240"/>
                  </a:lnTo>
                  <a:lnTo>
                    <a:pt x="1072" y="405"/>
                  </a:lnTo>
                  <a:cubicBezTo>
                    <a:pt x="1048" y="167"/>
                    <a:pt x="881" y="0"/>
                    <a:pt x="667"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8" name="Google Shape;28758;p152"/>
            <p:cNvSpPr/>
            <p:nvPr/>
          </p:nvSpPr>
          <p:spPr>
            <a:xfrm>
              <a:off x="2681941" y="4365193"/>
              <a:ext cx="76667" cy="52293"/>
            </a:xfrm>
            <a:custGeom>
              <a:rect b="b" l="l" r="r" t="t"/>
              <a:pathLst>
                <a:path extrusionOk="0" h="1609" w="2359">
                  <a:moveTo>
                    <a:pt x="0" y="1"/>
                  </a:moveTo>
                  <a:lnTo>
                    <a:pt x="0" y="1287"/>
                  </a:lnTo>
                  <a:cubicBezTo>
                    <a:pt x="0" y="1310"/>
                    <a:pt x="0" y="1358"/>
                    <a:pt x="24" y="1358"/>
                  </a:cubicBezTo>
                  <a:lnTo>
                    <a:pt x="239" y="1429"/>
                  </a:lnTo>
                  <a:cubicBezTo>
                    <a:pt x="536" y="1549"/>
                    <a:pt x="858" y="1608"/>
                    <a:pt x="1179" y="1608"/>
                  </a:cubicBezTo>
                  <a:cubicBezTo>
                    <a:pt x="1501" y="1608"/>
                    <a:pt x="1822" y="1549"/>
                    <a:pt x="2120" y="1429"/>
                  </a:cubicBezTo>
                  <a:lnTo>
                    <a:pt x="2310" y="1358"/>
                  </a:lnTo>
                  <a:cubicBezTo>
                    <a:pt x="2358" y="1358"/>
                    <a:pt x="2358" y="1310"/>
                    <a:pt x="2334" y="1287"/>
                  </a:cubicBezTo>
                  <a:lnTo>
                    <a:pt x="2334"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9" name="Google Shape;28759;p152"/>
            <p:cNvSpPr/>
            <p:nvPr/>
          </p:nvSpPr>
          <p:spPr>
            <a:xfrm>
              <a:off x="2648661" y="4325348"/>
              <a:ext cx="142447" cy="66593"/>
            </a:xfrm>
            <a:custGeom>
              <a:rect b="b" l="l" r="r" t="t"/>
              <a:pathLst>
                <a:path extrusionOk="0" h="2049" w="4383">
                  <a:moveTo>
                    <a:pt x="2191" y="0"/>
                  </a:moveTo>
                  <a:cubicBezTo>
                    <a:pt x="2126" y="0"/>
                    <a:pt x="2060" y="12"/>
                    <a:pt x="2001" y="36"/>
                  </a:cubicBezTo>
                  <a:lnTo>
                    <a:pt x="96" y="917"/>
                  </a:lnTo>
                  <a:cubicBezTo>
                    <a:pt x="0" y="965"/>
                    <a:pt x="0" y="1084"/>
                    <a:pt x="96" y="1108"/>
                  </a:cubicBezTo>
                  <a:lnTo>
                    <a:pt x="2025" y="2012"/>
                  </a:lnTo>
                  <a:cubicBezTo>
                    <a:pt x="2084" y="2036"/>
                    <a:pt x="2144" y="2048"/>
                    <a:pt x="2200" y="2048"/>
                  </a:cubicBezTo>
                  <a:cubicBezTo>
                    <a:pt x="2257" y="2048"/>
                    <a:pt x="2310" y="2036"/>
                    <a:pt x="2358" y="2012"/>
                  </a:cubicBezTo>
                  <a:lnTo>
                    <a:pt x="4287" y="1108"/>
                  </a:lnTo>
                  <a:cubicBezTo>
                    <a:pt x="4382" y="1084"/>
                    <a:pt x="4382" y="941"/>
                    <a:pt x="4287" y="917"/>
                  </a:cubicBezTo>
                  <a:lnTo>
                    <a:pt x="2382" y="36"/>
                  </a:lnTo>
                  <a:cubicBezTo>
                    <a:pt x="2322" y="12"/>
                    <a:pt x="2257" y="0"/>
                    <a:pt x="219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0" name="Google Shape;28760;p152"/>
            <p:cNvSpPr/>
            <p:nvPr/>
          </p:nvSpPr>
          <p:spPr>
            <a:xfrm>
              <a:off x="2694323" y="4348163"/>
              <a:ext cx="96785" cy="45110"/>
            </a:xfrm>
            <a:custGeom>
              <a:rect b="b" l="l" r="r" t="t"/>
              <a:pathLst>
                <a:path extrusionOk="0" h="1388" w="2978">
                  <a:moveTo>
                    <a:pt x="2406" y="1"/>
                  </a:moveTo>
                  <a:cubicBezTo>
                    <a:pt x="2406" y="24"/>
                    <a:pt x="2382" y="24"/>
                    <a:pt x="2358" y="48"/>
                  </a:cubicBezTo>
                  <a:lnTo>
                    <a:pt x="310" y="1001"/>
                  </a:lnTo>
                  <a:cubicBezTo>
                    <a:pt x="240" y="1036"/>
                    <a:pt x="158" y="1058"/>
                    <a:pt x="81" y="1058"/>
                  </a:cubicBezTo>
                  <a:cubicBezTo>
                    <a:pt x="53" y="1058"/>
                    <a:pt x="26" y="1055"/>
                    <a:pt x="0" y="1049"/>
                  </a:cubicBezTo>
                  <a:lnTo>
                    <a:pt x="0" y="1049"/>
                  </a:lnTo>
                  <a:lnTo>
                    <a:pt x="620" y="1334"/>
                  </a:lnTo>
                  <a:cubicBezTo>
                    <a:pt x="667" y="1370"/>
                    <a:pt x="721" y="1388"/>
                    <a:pt x="777" y="1388"/>
                  </a:cubicBezTo>
                  <a:cubicBezTo>
                    <a:pt x="834" y="1388"/>
                    <a:pt x="894" y="1370"/>
                    <a:pt x="953" y="1334"/>
                  </a:cubicBezTo>
                  <a:lnTo>
                    <a:pt x="2882" y="453"/>
                  </a:lnTo>
                  <a:cubicBezTo>
                    <a:pt x="2977" y="382"/>
                    <a:pt x="2977" y="263"/>
                    <a:pt x="2882" y="215"/>
                  </a:cubicBezTo>
                  <a:lnTo>
                    <a:pt x="2406" y="1"/>
                  </a:ln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1" name="Google Shape;28761;p152"/>
            <p:cNvSpPr/>
            <p:nvPr/>
          </p:nvSpPr>
          <p:spPr>
            <a:xfrm>
              <a:off x="2558863" y="4391518"/>
              <a:ext cx="10888" cy="76635"/>
            </a:xfrm>
            <a:custGeom>
              <a:rect b="b" l="l" r="r" t="t"/>
              <a:pathLst>
                <a:path extrusionOk="0" h="2358" w="335">
                  <a:moveTo>
                    <a:pt x="144" y="0"/>
                  </a:moveTo>
                  <a:cubicBezTo>
                    <a:pt x="49" y="24"/>
                    <a:pt x="1" y="96"/>
                    <a:pt x="1" y="191"/>
                  </a:cubicBezTo>
                  <a:lnTo>
                    <a:pt x="1" y="2144"/>
                  </a:lnTo>
                  <a:cubicBezTo>
                    <a:pt x="1" y="2239"/>
                    <a:pt x="72" y="2286"/>
                    <a:pt x="144" y="2358"/>
                  </a:cubicBezTo>
                  <a:cubicBezTo>
                    <a:pt x="239" y="2358"/>
                    <a:pt x="334" y="2263"/>
                    <a:pt x="334" y="2167"/>
                  </a:cubicBezTo>
                  <a:lnTo>
                    <a:pt x="334" y="191"/>
                  </a:lnTo>
                  <a:cubicBezTo>
                    <a:pt x="334" y="72"/>
                    <a:pt x="239" y="0"/>
                    <a:pt x="1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2" name="Google Shape;28762;p152"/>
            <p:cNvSpPr/>
            <p:nvPr/>
          </p:nvSpPr>
          <p:spPr>
            <a:xfrm>
              <a:off x="2541086" y="4460386"/>
              <a:ext cx="357597" cy="24797"/>
            </a:xfrm>
            <a:custGeom>
              <a:rect b="b" l="l" r="r" t="t"/>
              <a:pathLst>
                <a:path extrusionOk="0" h="763" w="11003">
                  <a:moveTo>
                    <a:pt x="167" y="1"/>
                  </a:moveTo>
                  <a:cubicBezTo>
                    <a:pt x="72" y="1"/>
                    <a:pt x="0" y="48"/>
                    <a:pt x="0" y="144"/>
                  </a:cubicBezTo>
                  <a:lnTo>
                    <a:pt x="0" y="453"/>
                  </a:lnTo>
                  <a:cubicBezTo>
                    <a:pt x="0" y="620"/>
                    <a:pt x="167" y="763"/>
                    <a:pt x="334" y="763"/>
                  </a:cubicBezTo>
                  <a:lnTo>
                    <a:pt x="4525" y="763"/>
                  </a:lnTo>
                  <a:lnTo>
                    <a:pt x="5525" y="572"/>
                  </a:lnTo>
                  <a:lnTo>
                    <a:pt x="6502" y="763"/>
                  </a:lnTo>
                  <a:lnTo>
                    <a:pt x="10693" y="763"/>
                  </a:lnTo>
                  <a:cubicBezTo>
                    <a:pt x="10883" y="763"/>
                    <a:pt x="11003" y="644"/>
                    <a:pt x="11003" y="453"/>
                  </a:cubicBezTo>
                  <a:lnTo>
                    <a:pt x="11003" y="144"/>
                  </a:lnTo>
                  <a:cubicBezTo>
                    <a:pt x="11003" y="48"/>
                    <a:pt x="10931" y="1"/>
                    <a:pt x="10860" y="1"/>
                  </a:cubicBezTo>
                  <a:lnTo>
                    <a:pt x="6478" y="1"/>
                  </a:lnTo>
                  <a:lnTo>
                    <a:pt x="5478" y="215"/>
                  </a:lnTo>
                  <a:lnTo>
                    <a:pt x="452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3" name="Google Shape;28763;p152"/>
            <p:cNvSpPr/>
            <p:nvPr/>
          </p:nvSpPr>
          <p:spPr>
            <a:xfrm>
              <a:off x="2866931" y="4461166"/>
              <a:ext cx="31753" cy="25578"/>
            </a:xfrm>
            <a:custGeom>
              <a:rect b="b" l="l" r="r" t="t"/>
              <a:pathLst>
                <a:path extrusionOk="0" h="787" w="977">
                  <a:moveTo>
                    <a:pt x="167" y="1"/>
                  </a:moveTo>
                  <a:cubicBezTo>
                    <a:pt x="262" y="1"/>
                    <a:pt x="310" y="72"/>
                    <a:pt x="310" y="143"/>
                  </a:cubicBezTo>
                  <a:lnTo>
                    <a:pt x="310" y="453"/>
                  </a:lnTo>
                  <a:cubicBezTo>
                    <a:pt x="310" y="620"/>
                    <a:pt x="167" y="786"/>
                    <a:pt x="0" y="786"/>
                  </a:cubicBezTo>
                  <a:lnTo>
                    <a:pt x="643" y="786"/>
                  </a:lnTo>
                  <a:cubicBezTo>
                    <a:pt x="834" y="786"/>
                    <a:pt x="977" y="620"/>
                    <a:pt x="977" y="453"/>
                  </a:cubicBezTo>
                  <a:lnTo>
                    <a:pt x="977" y="143"/>
                  </a:lnTo>
                  <a:cubicBezTo>
                    <a:pt x="977" y="72"/>
                    <a:pt x="905" y="1"/>
                    <a:pt x="834"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4" name="Google Shape;28764;p152"/>
            <p:cNvSpPr/>
            <p:nvPr/>
          </p:nvSpPr>
          <p:spPr>
            <a:xfrm>
              <a:off x="2688896" y="4461166"/>
              <a:ext cx="44947" cy="24018"/>
            </a:xfrm>
            <a:custGeom>
              <a:rect b="b" l="l" r="r" t="t"/>
              <a:pathLst>
                <a:path extrusionOk="0" h="739" w="1383">
                  <a:moveTo>
                    <a:pt x="1" y="1"/>
                  </a:moveTo>
                  <a:lnTo>
                    <a:pt x="1" y="739"/>
                  </a:lnTo>
                  <a:lnTo>
                    <a:pt x="1311" y="739"/>
                  </a:lnTo>
                  <a:lnTo>
                    <a:pt x="1382" y="358"/>
                  </a:lnTo>
                  <a:lnTo>
                    <a:pt x="1263"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5" name="Google Shape;28765;p152"/>
            <p:cNvSpPr/>
            <p:nvPr/>
          </p:nvSpPr>
          <p:spPr>
            <a:xfrm>
              <a:off x="2729911" y="4461166"/>
              <a:ext cx="21710" cy="24018"/>
            </a:xfrm>
            <a:custGeom>
              <a:rect b="b" l="l" r="r" t="t"/>
              <a:pathLst>
                <a:path extrusionOk="0" h="739" w="668">
                  <a:moveTo>
                    <a:pt x="1" y="1"/>
                  </a:moveTo>
                  <a:lnTo>
                    <a:pt x="1" y="739"/>
                  </a:lnTo>
                  <a:lnTo>
                    <a:pt x="668" y="739"/>
                  </a:lnTo>
                  <a:lnTo>
                    <a:pt x="668" y="1"/>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6" name="Google Shape;28766;p152"/>
            <p:cNvSpPr/>
            <p:nvPr/>
          </p:nvSpPr>
          <p:spPr>
            <a:xfrm>
              <a:off x="2541866" y="4335781"/>
              <a:ext cx="78195" cy="149403"/>
            </a:xfrm>
            <a:custGeom>
              <a:rect b="b" l="l" r="r" t="t"/>
              <a:pathLst>
                <a:path extrusionOk="0" h="4597" w="2406">
                  <a:moveTo>
                    <a:pt x="143" y="1"/>
                  </a:moveTo>
                  <a:cubicBezTo>
                    <a:pt x="48" y="1"/>
                    <a:pt x="0" y="48"/>
                    <a:pt x="0" y="144"/>
                  </a:cubicBezTo>
                  <a:lnTo>
                    <a:pt x="0" y="787"/>
                  </a:lnTo>
                  <a:lnTo>
                    <a:pt x="0" y="1334"/>
                  </a:lnTo>
                  <a:lnTo>
                    <a:pt x="0" y="4454"/>
                  </a:lnTo>
                  <a:cubicBezTo>
                    <a:pt x="0" y="4549"/>
                    <a:pt x="48" y="4597"/>
                    <a:pt x="143" y="4597"/>
                  </a:cubicBezTo>
                  <a:lnTo>
                    <a:pt x="2262" y="4597"/>
                  </a:lnTo>
                  <a:cubicBezTo>
                    <a:pt x="2334" y="4597"/>
                    <a:pt x="2405" y="4549"/>
                    <a:pt x="2405" y="4454"/>
                  </a:cubicBezTo>
                  <a:lnTo>
                    <a:pt x="2405" y="144"/>
                  </a:lnTo>
                  <a:cubicBezTo>
                    <a:pt x="2405" y="48"/>
                    <a:pt x="2334" y="1"/>
                    <a:pt x="2262" y="1"/>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7" name="Google Shape;28767;p152"/>
            <p:cNvSpPr/>
            <p:nvPr/>
          </p:nvSpPr>
          <p:spPr>
            <a:xfrm>
              <a:off x="2593703" y="4335781"/>
              <a:ext cx="26358" cy="149403"/>
            </a:xfrm>
            <a:custGeom>
              <a:rect b="b" l="l" r="r" t="t"/>
              <a:pathLst>
                <a:path extrusionOk="0" h="4597" w="811">
                  <a:moveTo>
                    <a:pt x="1" y="1"/>
                  </a:moveTo>
                  <a:cubicBezTo>
                    <a:pt x="96" y="1"/>
                    <a:pt x="144" y="48"/>
                    <a:pt x="144" y="144"/>
                  </a:cubicBezTo>
                  <a:lnTo>
                    <a:pt x="144" y="4454"/>
                  </a:lnTo>
                  <a:cubicBezTo>
                    <a:pt x="144" y="4549"/>
                    <a:pt x="96" y="4597"/>
                    <a:pt x="1" y="4597"/>
                  </a:cubicBezTo>
                  <a:lnTo>
                    <a:pt x="667" y="4597"/>
                  </a:lnTo>
                  <a:cubicBezTo>
                    <a:pt x="739" y="4597"/>
                    <a:pt x="810" y="4549"/>
                    <a:pt x="810" y="4454"/>
                  </a:cubicBezTo>
                  <a:lnTo>
                    <a:pt x="810" y="144"/>
                  </a:lnTo>
                  <a:cubicBezTo>
                    <a:pt x="810" y="72"/>
                    <a:pt x="739" y="1"/>
                    <a:pt x="667" y="1"/>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8" name="Google Shape;28768;p152"/>
            <p:cNvSpPr/>
            <p:nvPr/>
          </p:nvSpPr>
          <p:spPr>
            <a:xfrm>
              <a:off x="2574366" y="4461166"/>
              <a:ext cx="11635" cy="11635"/>
            </a:xfrm>
            <a:custGeom>
              <a:rect b="b" l="l" r="r" t="t"/>
              <a:pathLst>
                <a:path extrusionOk="0" h="358" w="358">
                  <a:moveTo>
                    <a:pt x="191" y="1"/>
                  </a:moveTo>
                  <a:cubicBezTo>
                    <a:pt x="72" y="1"/>
                    <a:pt x="0" y="72"/>
                    <a:pt x="0" y="191"/>
                  </a:cubicBezTo>
                  <a:cubicBezTo>
                    <a:pt x="0" y="286"/>
                    <a:pt x="72" y="358"/>
                    <a:pt x="191" y="358"/>
                  </a:cubicBezTo>
                  <a:cubicBezTo>
                    <a:pt x="286" y="358"/>
                    <a:pt x="357" y="286"/>
                    <a:pt x="357" y="191"/>
                  </a:cubicBezTo>
                  <a:cubicBezTo>
                    <a:pt x="357" y="72"/>
                    <a:pt x="286" y="1"/>
                    <a:pt x="191" y="1"/>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9" name="Google Shape;28769;p152"/>
            <p:cNvSpPr/>
            <p:nvPr/>
          </p:nvSpPr>
          <p:spPr>
            <a:xfrm>
              <a:off x="2698971" y="4213483"/>
              <a:ext cx="42608" cy="17843"/>
            </a:xfrm>
            <a:custGeom>
              <a:rect b="b" l="l" r="r" t="t"/>
              <a:pathLst>
                <a:path extrusionOk="0" h="549" w="1311">
                  <a:moveTo>
                    <a:pt x="667" y="1"/>
                  </a:moveTo>
                  <a:cubicBezTo>
                    <a:pt x="429" y="1"/>
                    <a:pt x="215" y="96"/>
                    <a:pt x="72" y="239"/>
                  </a:cubicBezTo>
                  <a:cubicBezTo>
                    <a:pt x="0" y="311"/>
                    <a:pt x="0" y="430"/>
                    <a:pt x="72" y="477"/>
                  </a:cubicBezTo>
                  <a:cubicBezTo>
                    <a:pt x="96" y="513"/>
                    <a:pt x="137" y="531"/>
                    <a:pt x="182" y="531"/>
                  </a:cubicBezTo>
                  <a:cubicBezTo>
                    <a:pt x="227" y="531"/>
                    <a:pt x="274" y="513"/>
                    <a:pt x="310" y="477"/>
                  </a:cubicBezTo>
                  <a:cubicBezTo>
                    <a:pt x="405" y="382"/>
                    <a:pt x="524" y="334"/>
                    <a:pt x="667" y="334"/>
                  </a:cubicBezTo>
                  <a:cubicBezTo>
                    <a:pt x="786" y="334"/>
                    <a:pt x="929" y="382"/>
                    <a:pt x="1024" y="477"/>
                  </a:cubicBezTo>
                  <a:cubicBezTo>
                    <a:pt x="1048" y="501"/>
                    <a:pt x="1096" y="549"/>
                    <a:pt x="1143" y="549"/>
                  </a:cubicBezTo>
                  <a:cubicBezTo>
                    <a:pt x="1167" y="549"/>
                    <a:pt x="1239" y="549"/>
                    <a:pt x="1263" y="477"/>
                  </a:cubicBezTo>
                  <a:cubicBezTo>
                    <a:pt x="1310" y="430"/>
                    <a:pt x="1310" y="311"/>
                    <a:pt x="1263" y="239"/>
                  </a:cubicBezTo>
                  <a:cubicBezTo>
                    <a:pt x="1120" y="96"/>
                    <a:pt x="905" y="1"/>
                    <a:pt x="6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0" name="Google Shape;28770;p152"/>
            <p:cNvSpPr/>
            <p:nvPr/>
          </p:nvSpPr>
          <p:spPr>
            <a:xfrm>
              <a:off x="2681941" y="4190278"/>
              <a:ext cx="75108" cy="24018"/>
            </a:xfrm>
            <a:custGeom>
              <a:rect b="b" l="l" r="r" t="t"/>
              <a:pathLst>
                <a:path extrusionOk="0" h="739" w="2311">
                  <a:moveTo>
                    <a:pt x="1167" y="1"/>
                  </a:moveTo>
                  <a:cubicBezTo>
                    <a:pt x="739" y="1"/>
                    <a:pt x="358" y="143"/>
                    <a:pt x="48" y="453"/>
                  </a:cubicBezTo>
                  <a:cubicBezTo>
                    <a:pt x="0" y="501"/>
                    <a:pt x="0" y="620"/>
                    <a:pt x="48" y="691"/>
                  </a:cubicBezTo>
                  <a:cubicBezTo>
                    <a:pt x="72" y="715"/>
                    <a:pt x="143" y="739"/>
                    <a:pt x="167" y="739"/>
                  </a:cubicBezTo>
                  <a:cubicBezTo>
                    <a:pt x="239" y="739"/>
                    <a:pt x="262" y="715"/>
                    <a:pt x="286" y="691"/>
                  </a:cubicBezTo>
                  <a:cubicBezTo>
                    <a:pt x="501" y="453"/>
                    <a:pt x="834" y="334"/>
                    <a:pt x="1167" y="334"/>
                  </a:cubicBezTo>
                  <a:cubicBezTo>
                    <a:pt x="1477" y="334"/>
                    <a:pt x="1787" y="453"/>
                    <a:pt x="2025" y="691"/>
                  </a:cubicBezTo>
                  <a:cubicBezTo>
                    <a:pt x="2049" y="715"/>
                    <a:pt x="2090" y="727"/>
                    <a:pt x="2135" y="727"/>
                  </a:cubicBezTo>
                  <a:cubicBezTo>
                    <a:pt x="2179" y="727"/>
                    <a:pt x="2227" y="715"/>
                    <a:pt x="2263" y="691"/>
                  </a:cubicBezTo>
                  <a:cubicBezTo>
                    <a:pt x="2310" y="620"/>
                    <a:pt x="2310" y="501"/>
                    <a:pt x="2263" y="453"/>
                  </a:cubicBezTo>
                  <a:cubicBezTo>
                    <a:pt x="1953" y="143"/>
                    <a:pt x="1572" y="1"/>
                    <a:pt x="1167"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1" name="Google Shape;28771;p152"/>
            <p:cNvSpPr/>
            <p:nvPr/>
          </p:nvSpPr>
          <p:spPr>
            <a:xfrm>
              <a:off x="2665691" y="4165513"/>
              <a:ext cx="109947" cy="31753"/>
            </a:xfrm>
            <a:custGeom>
              <a:rect b="b" l="l" r="r" t="t"/>
              <a:pathLst>
                <a:path extrusionOk="0" h="977" w="3383">
                  <a:moveTo>
                    <a:pt x="1691" y="0"/>
                  </a:moveTo>
                  <a:cubicBezTo>
                    <a:pt x="1072" y="0"/>
                    <a:pt x="500" y="239"/>
                    <a:pt x="48" y="667"/>
                  </a:cubicBezTo>
                  <a:cubicBezTo>
                    <a:pt x="0" y="739"/>
                    <a:pt x="0" y="858"/>
                    <a:pt x="48" y="905"/>
                  </a:cubicBezTo>
                  <a:cubicBezTo>
                    <a:pt x="84" y="941"/>
                    <a:pt x="131" y="959"/>
                    <a:pt x="176" y="959"/>
                  </a:cubicBezTo>
                  <a:cubicBezTo>
                    <a:pt x="221" y="959"/>
                    <a:pt x="262" y="941"/>
                    <a:pt x="286" y="905"/>
                  </a:cubicBezTo>
                  <a:cubicBezTo>
                    <a:pt x="643" y="524"/>
                    <a:pt x="1143" y="310"/>
                    <a:pt x="1691" y="310"/>
                  </a:cubicBezTo>
                  <a:cubicBezTo>
                    <a:pt x="2215" y="310"/>
                    <a:pt x="2691" y="524"/>
                    <a:pt x="3096" y="905"/>
                  </a:cubicBezTo>
                  <a:cubicBezTo>
                    <a:pt x="3120" y="953"/>
                    <a:pt x="3168" y="977"/>
                    <a:pt x="3215" y="977"/>
                  </a:cubicBezTo>
                  <a:cubicBezTo>
                    <a:pt x="3239" y="977"/>
                    <a:pt x="3287" y="977"/>
                    <a:pt x="3334" y="905"/>
                  </a:cubicBezTo>
                  <a:cubicBezTo>
                    <a:pt x="3382" y="858"/>
                    <a:pt x="3382" y="739"/>
                    <a:pt x="3334" y="667"/>
                  </a:cubicBezTo>
                  <a:cubicBezTo>
                    <a:pt x="2882" y="239"/>
                    <a:pt x="2310" y="0"/>
                    <a:pt x="1691"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2" name="Google Shape;28772;p152"/>
          <p:cNvGrpSpPr/>
          <p:nvPr/>
        </p:nvGrpSpPr>
        <p:grpSpPr>
          <a:xfrm>
            <a:off x="3270938" y="4022408"/>
            <a:ext cx="357597" cy="302640"/>
            <a:chOff x="3270938" y="4174808"/>
            <a:chExt cx="357597" cy="302640"/>
          </a:xfrm>
        </p:grpSpPr>
        <p:sp>
          <p:nvSpPr>
            <p:cNvPr id="28773" name="Google Shape;28773;p152"/>
            <p:cNvSpPr/>
            <p:nvPr/>
          </p:nvSpPr>
          <p:spPr>
            <a:xfrm>
              <a:off x="3270938" y="4174808"/>
              <a:ext cx="127725" cy="31753"/>
            </a:xfrm>
            <a:custGeom>
              <a:rect b="b" l="l" r="r" t="t"/>
              <a:pathLst>
                <a:path extrusionOk="0" h="977" w="3930">
                  <a:moveTo>
                    <a:pt x="381" y="0"/>
                  </a:moveTo>
                  <a:cubicBezTo>
                    <a:pt x="191" y="0"/>
                    <a:pt x="0" y="191"/>
                    <a:pt x="0" y="381"/>
                  </a:cubicBezTo>
                  <a:lnTo>
                    <a:pt x="0" y="977"/>
                  </a:lnTo>
                  <a:lnTo>
                    <a:pt x="3930" y="977"/>
                  </a:lnTo>
                  <a:lnTo>
                    <a:pt x="3930" y="381"/>
                  </a:lnTo>
                  <a:cubicBezTo>
                    <a:pt x="3930" y="143"/>
                    <a:pt x="3763" y="0"/>
                    <a:pt x="354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4" name="Google Shape;28774;p152"/>
            <p:cNvSpPr/>
            <p:nvPr/>
          </p:nvSpPr>
          <p:spPr>
            <a:xfrm>
              <a:off x="3364571" y="4174808"/>
              <a:ext cx="34093" cy="31753"/>
            </a:xfrm>
            <a:custGeom>
              <a:rect b="b" l="l" r="r" t="t"/>
              <a:pathLst>
                <a:path extrusionOk="0" h="977" w="1049">
                  <a:moveTo>
                    <a:pt x="1" y="0"/>
                  </a:moveTo>
                  <a:cubicBezTo>
                    <a:pt x="215" y="0"/>
                    <a:pt x="406" y="191"/>
                    <a:pt x="406" y="381"/>
                  </a:cubicBezTo>
                  <a:lnTo>
                    <a:pt x="406" y="977"/>
                  </a:lnTo>
                  <a:lnTo>
                    <a:pt x="1049" y="977"/>
                  </a:lnTo>
                  <a:lnTo>
                    <a:pt x="1049" y="381"/>
                  </a:lnTo>
                  <a:cubicBezTo>
                    <a:pt x="1049" y="143"/>
                    <a:pt x="882" y="0"/>
                    <a:pt x="668"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5" name="Google Shape;28775;p152"/>
            <p:cNvSpPr/>
            <p:nvPr/>
          </p:nvSpPr>
          <p:spPr>
            <a:xfrm>
              <a:off x="3270938" y="4205748"/>
              <a:ext cx="357597" cy="271700"/>
            </a:xfrm>
            <a:custGeom>
              <a:rect b="b" l="l" r="r" t="t"/>
              <a:pathLst>
                <a:path extrusionOk="0" h="8360" w="11003">
                  <a:moveTo>
                    <a:pt x="0" y="1"/>
                  </a:moveTo>
                  <a:lnTo>
                    <a:pt x="0" y="8193"/>
                  </a:lnTo>
                  <a:cubicBezTo>
                    <a:pt x="0" y="8288"/>
                    <a:pt x="96" y="8360"/>
                    <a:pt x="191" y="8360"/>
                  </a:cubicBezTo>
                  <a:lnTo>
                    <a:pt x="10836" y="8360"/>
                  </a:lnTo>
                  <a:cubicBezTo>
                    <a:pt x="10931" y="8360"/>
                    <a:pt x="10979" y="8288"/>
                    <a:pt x="11003" y="8193"/>
                  </a:cubicBezTo>
                  <a:lnTo>
                    <a:pt x="11003" y="191"/>
                  </a:lnTo>
                  <a:cubicBezTo>
                    <a:pt x="11003" y="96"/>
                    <a:pt x="10931" y="1"/>
                    <a:pt x="10836"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6" name="Google Shape;28776;p152"/>
            <p:cNvSpPr/>
            <p:nvPr/>
          </p:nvSpPr>
          <p:spPr>
            <a:xfrm>
              <a:off x="3305746" y="4282383"/>
              <a:ext cx="286422" cy="132372"/>
            </a:xfrm>
            <a:custGeom>
              <a:rect b="b" l="l" r="r" t="t"/>
              <a:pathLst>
                <a:path extrusionOk="0" h="4073" w="8813">
                  <a:moveTo>
                    <a:pt x="191" y="0"/>
                  </a:moveTo>
                  <a:cubicBezTo>
                    <a:pt x="96" y="0"/>
                    <a:pt x="1" y="96"/>
                    <a:pt x="1" y="167"/>
                  </a:cubicBezTo>
                  <a:lnTo>
                    <a:pt x="1" y="3930"/>
                  </a:lnTo>
                  <a:lnTo>
                    <a:pt x="4359" y="4073"/>
                  </a:lnTo>
                  <a:lnTo>
                    <a:pt x="8812" y="3930"/>
                  </a:lnTo>
                  <a:lnTo>
                    <a:pt x="8812" y="167"/>
                  </a:lnTo>
                  <a:cubicBezTo>
                    <a:pt x="8812" y="96"/>
                    <a:pt x="8717" y="0"/>
                    <a:pt x="8646"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7" name="Google Shape;28777;p152"/>
            <p:cNvSpPr/>
            <p:nvPr/>
          </p:nvSpPr>
          <p:spPr>
            <a:xfrm>
              <a:off x="3600651" y="4205748"/>
              <a:ext cx="27105" cy="271700"/>
            </a:xfrm>
            <a:custGeom>
              <a:rect b="b" l="l" r="r" t="t"/>
              <a:pathLst>
                <a:path extrusionOk="0" h="8360" w="834">
                  <a:moveTo>
                    <a:pt x="0" y="1"/>
                  </a:moveTo>
                  <a:cubicBezTo>
                    <a:pt x="96" y="1"/>
                    <a:pt x="191" y="96"/>
                    <a:pt x="191" y="191"/>
                  </a:cubicBezTo>
                  <a:lnTo>
                    <a:pt x="191" y="8193"/>
                  </a:lnTo>
                  <a:cubicBezTo>
                    <a:pt x="191" y="8288"/>
                    <a:pt x="96" y="8360"/>
                    <a:pt x="0" y="8360"/>
                  </a:cubicBezTo>
                  <a:lnTo>
                    <a:pt x="667" y="8360"/>
                  </a:lnTo>
                  <a:cubicBezTo>
                    <a:pt x="762" y="8360"/>
                    <a:pt x="834" y="8288"/>
                    <a:pt x="834" y="8193"/>
                  </a:cubicBezTo>
                  <a:lnTo>
                    <a:pt x="834" y="191"/>
                  </a:lnTo>
                  <a:cubicBezTo>
                    <a:pt x="834" y="96"/>
                    <a:pt x="762" y="1"/>
                    <a:pt x="66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8" name="Google Shape;28778;p152"/>
            <p:cNvSpPr/>
            <p:nvPr/>
          </p:nvSpPr>
          <p:spPr>
            <a:xfrm>
              <a:off x="3564251" y="4282383"/>
              <a:ext cx="27138" cy="129285"/>
            </a:xfrm>
            <a:custGeom>
              <a:rect b="b" l="l" r="r" t="t"/>
              <a:pathLst>
                <a:path extrusionOk="0" h="3978" w="835">
                  <a:moveTo>
                    <a:pt x="1" y="0"/>
                  </a:moveTo>
                  <a:cubicBezTo>
                    <a:pt x="120" y="0"/>
                    <a:pt x="168" y="48"/>
                    <a:pt x="168" y="143"/>
                  </a:cubicBezTo>
                  <a:lnTo>
                    <a:pt x="168" y="3977"/>
                  </a:lnTo>
                  <a:lnTo>
                    <a:pt x="834" y="3930"/>
                  </a:lnTo>
                  <a:lnTo>
                    <a:pt x="834" y="167"/>
                  </a:lnTo>
                  <a:cubicBezTo>
                    <a:pt x="834" y="96"/>
                    <a:pt x="739"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9" name="Google Shape;28779;p152"/>
            <p:cNvSpPr/>
            <p:nvPr/>
          </p:nvSpPr>
          <p:spPr>
            <a:xfrm>
              <a:off x="3270938" y="4205748"/>
              <a:ext cx="356818" cy="44947"/>
            </a:xfrm>
            <a:custGeom>
              <a:rect b="b" l="l" r="r" t="t"/>
              <a:pathLst>
                <a:path extrusionOk="0" h="1383" w="10979">
                  <a:moveTo>
                    <a:pt x="0" y="1"/>
                  </a:moveTo>
                  <a:lnTo>
                    <a:pt x="0" y="1334"/>
                  </a:lnTo>
                  <a:lnTo>
                    <a:pt x="10979" y="1382"/>
                  </a:lnTo>
                  <a:lnTo>
                    <a:pt x="10979" y="191"/>
                  </a:lnTo>
                  <a:cubicBezTo>
                    <a:pt x="10979" y="96"/>
                    <a:pt x="10907" y="1"/>
                    <a:pt x="1081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0" name="Google Shape;28780;p152"/>
            <p:cNvSpPr/>
            <p:nvPr/>
          </p:nvSpPr>
          <p:spPr>
            <a:xfrm>
              <a:off x="3306526" y="4414723"/>
              <a:ext cx="286422" cy="27918"/>
            </a:xfrm>
            <a:custGeom>
              <a:rect b="b" l="l" r="r" t="t"/>
              <a:pathLst>
                <a:path extrusionOk="0" h="859" w="8813">
                  <a:moveTo>
                    <a:pt x="3978" y="1"/>
                  </a:moveTo>
                  <a:lnTo>
                    <a:pt x="1" y="144"/>
                  </a:lnTo>
                  <a:lnTo>
                    <a:pt x="1" y="691"/>
                  </a:lnTo>
                  <a:cubicBezTo>
                    <a:pt x="1" y="787"/>
                    <a:pt x="96" y="858"/>
                    <a:pt x="191" y="858"/>
                  </a:cubicBezTo>
                  <a:lnTo>
                    <a:pt x="8645" y="858"/>
                  </a:lnTo>
                  <a:cubicBezTo>
                    <a:pt x="8741" y="858"/>
                    <a:pt x="8812" y="787"/>
                    <a:pt x="8812" y="691"/>
                  </a:cubicBezTo>
                  <a:lnTo>
                    <a:pt x="8812" y="144"/>
                  </a:lnTo>
                  <a:lnTo>
                    <a:pt x="3978" y="1"/>
                  </a:ln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1" name="Google Shape;28781;p152"/>
            <p:cNvSpPr/>
            <p:nvPr/>
          </p:nvSpPr>
          <p:spPr>
            <a:xfrm>
              <a:off x="3600651" y="4205748"/>
              <a:ext cx="27105" cy="44947"/>
            </a:xfrm>
            <a:custGeom>
              <a:rect b="b" l="l" r="r" t="t"/>
              <a:pathLst>
                <a:path extrusionOk="0" h="1383" w="834">
                  <a:moveTo>
                    <a:pt x="0" y="1"/>
                  </a:moveTo>
                  <a:cubicBezTo>
                    <a:pt x="96" y="1"/>
                    <a:pt x="191" y="96"/>
                    <a:pt x="191" y="191"/>
                  </a:cubicBezTo>
                  <a:lnTo>
                    <a:pt x="191" y="1382"/>
                  </a:lnTo>
                  <a:lnTo>
                    <a:pt x="834" y="1382"/>
                  </a:lnTo>
                  <a:lnTo>
                    <a:pt x="834" y="191"/>
                  </a:lnTo>
                  <a:cubicBezTo>
                    <a:pt x="834" y="96"/>
                    <a:pt x="762" y="1"/>
                    <a:pt x="66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2" name="Google Shape;28782;p152"/>
            <p:cNvSpPr/>
            <p:nvPr/>
          </p:nvSpPr>
          <p:spPr>
            <a:xfrm>
              <a:off x="3564251" y="4414723"/>
              <a:ext cx="27138" cy="27918"/>
            </a:xfrm>
            <a:custGeom>
              <a:rect b="b" l="l" r="r" t="t"/>
              <a:pathLst>
                <a:path extrusionOk="0" h="859" w="835">
                  <a:moveTo>
                    <a:pt x="168" y="1"/>
                  </a:moveTo>
                  <a:lnTo>
                    <a:pt x="168" y="691"/>
                  </a:lnTo>
                  <a:cubicBezTo>
                    <a:pt x="168" y="787"/>
                    <a:pt x="96" y="858"/>
                    <a:pt x="1" y="858"/>
                  </a:cubicBezTo>
                  <a:lnTo>
                    <a:pt x="644" y="858"/>
                  </a:lnTo>
                  <a:cubicBezTo>
                    <a:pt x="739" y="858"/>
                    <a:pt x="834" y="787"/>
                    <a:pt x="834" y="691"/>
                  </a:cubicBezTo>
                  <a:lnTo>
                    <a:pt x="834" y="144"/>
                  </a:lnTo>
                  <a:lnTo>
                    <a:pt x="168" y="1"/>
                  </a:ln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3" name="Google Shape;28783;p152"/>
            <p:cNvSpPr/>
            <p:nvPr/>
          </p:nvSpPr>
          <p:spPr>
            <a:xfrm>
              <a:off x="3421088" y="4319693"/>
              <a:ext cx="57297" cy="61978"/>
            </a:xfrm>
            <a:custGeom>
              <a:rect b="b" l="l" r="r" t="t"/>
              <a:pathLst>
                <a:path extrusionOk="0" h="1907" w="1763">
                  <a:moveTo>
                    <a:pt x="104" y="0"/>
                  </a:moveTo>
                  <a:cubicBezTo>
                    <a:pt x="50" y="0"/>
                    <a:pt x="0" y="39"/>
                    <a:pt x="0" y="91"/>
                  </a:cubicBezTo>
                  <a:lnTo>
                    <a:pt x="0" y="1805"/>
                  </a:lnTo>
                  <a:cubicBezTo>
                    <a:pt x="0" y="1856"/>
                    <a:pt x="48" y="1906"/>
                    <a:pt x="101" y="1906"/>
                  </a:cubicBezTo>
                  <a:cubicBezTo>
                    <a:pt x="123" y="1906"/>
                    <a:pt x="146" y="1898"/>
                    <a:pt x="167" y="1877"/>
                  </a:cubicBezTo>
                  <a:lnTo>
                    <a:pt x="1667" y="1020"/>
                  </a:lnTo>
                  <a:cubicBezTo>
                    <a:pt x="1763" y="1020"/>
                    <a:pt x="1763" y="900"/>
                    <a:pt x="1667" y="877"/>
                  </a:cubicBezTo>
                  <a:lnTo>
                    <a:pt x="167" y="19"/>
                  </a:lnTo>
                  <a:cubicBezTo>
                    <a:pt x="147" y="6"/>
                    <a:pt x="125" y="0"/>
                    <a:pt x="104"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4" name="Google Shape;28784;p152"/>
            <p:cNvSpPr/>
            <p:nvPr/>
          </p:nvSpPr>
          <p:spPr>
            <a:xfrm>
              <a:off x="3545693" y="4221998"/>
              <a:ext cx="11635" cy="11668"/>
            </a:xfrm>
            <a:custGeom>
              <a:rect b="b" l="l" r="r" t="t"/>
              <a:pathLst>
                <a:path extrusionOk="0" h="359" w="358">
                  <a:moveTo>
                    <a:pt x="191" y="1"/>
                  </a:moveTo>
                  <a:cubicBezTo>
                    <a:pt x="72" y="1"/>
                    <a:pt x="0" y="96"/>
                    <a:pt x="0" y="191"/>
                  </a:cubicBezTo>
                  <a:cubicBezTo>
                    <a:pt x="0" y="287"/>
                    <a:pt x="72" y="358"/>
                    <a:pt x="191" y="358"/>
                  </a:cubicBezTo>
                  <a:cubicBezTo>
                    <a:pt x="286" y="358"/>
                    <a:pt x="358" y="287"/>
                    <a:pt x="358" y="191"/>
                  </a:cubicBezTo>
                  <a:cubicBezTo>
                    <a:pt x="358" y="96"/>
                    <a:pt x="286"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5" name="Google Shape;28785;p152"/>
            <p:cNvSpPr/>
            <p:nvPr/>
          </p:nvSpPr>
          <p:spPr>
            <a:xfrm>
              <a:off x="3568151" y="4221998"/>
              <a:ext cx="11635" cy="11668"/>
            </a:xfrm>
            <a:custGeom>
              <a:rect b="b" l="l" r="r" t="t"/>
              <a:pathLst>
                <a:path extrusionOk="0" h="359" w="358">
                  <a:moveTo>
                    <a:pt x="167" y="1"/>
                  </a:moveTo>
                  <a:cubicBezTo>
                    <a:pt x="71" y="1"/>
                    <a:pt x="0" y="96"/>
                    <a:pt x="0" y="191"/>
                  </a:cubicBezTo>
                  <a:cubicBezTo>
                    <a:pt x="0" y="287"/>
                    <a:pt x="71" y="358"/>
                    <a:pt x="167" y="358"/>
                  </a:cubicBezTo>
                  <a:cubicBezTo>
                    <a:pt x="262" y="358"/>
                    <a:pt x="357" y="287"/>
                    <a:pt x="357" y="191"/>
                  </a:cubicBezTo>
                  <a:cubicBezTo>
                    <a:pt x="357" y="96"/>
                    <a:pt x="262"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6" name="Google Shape;28786;p152"/>
            <p:cNvSpPr/>
            <p:nvPr/>
          </p:nvSpPr>
          <p:spPr>
            <a:xfrm>
              <a:off x="3590576" y="4221998"/>
              <a:ext cx="11635" cy="11668"/>
            </a:xfrm>
            <a:custGeom>
              <a:rect b="b" l="l" r="r" t="t"/>
              <a:pathLst>
                <a:path extrusionOk="0" h="359" w="358">
                  <a:moveTo>
                    <a:pt x="167" y="1"/>
                  </a:moveTo>
                  <a:cubicBezTo>
                    <a:pt x="72" y="1"/>
                    <a:pt x="1" y="96"/>
                    <a:pt x="1" y="191"/>
                  </a:cubicBezTo>
                  <a:cubicBezTo>
                    <a:pt x="1" y="287"/>
                    <a:pt x="72" y="358"/>
                    <a:pt x="167" y="358"/>
                  </a:cubicBezTo>
                  <a:cubicBezTo>
                    <a:pt x="263" y="358"/>
                    <a:pt x="358" y="287"/>
                    <a:pt x="358" y="191"/>
                  </a:cubicBezTo>
                  <a:cubicBezTo>
                    <a:pt x="358" y="96"/>
                    <a:pt x="263"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7" name="Google Shape;28787;p152"/>
            <p:cNvSpPr/>
            <p:nvPr/>
          </p:nvSpPr>
          <p:spPr>
            <a:xfrm>
              <a:off x="3306526" y="4410076"/>
              <a:ext cx="285643" cy="9328"/>
            </a:xfrm>
            <a:custGeom>
              <a:rect b="b" l="l" r="r" t="t"/>
              <a:pathLst>
                <a:path extrusionOk="0" h="287" w="8789">
                  <a:moveTo>
                    <a:pt x="1" y="1"/>
                  </a:moveTo>
                  <a:lnTo>
                    <a:pt x="1" y="287"/>
                  </a:lnTo>
                  <a:lnTo>
                    <a:pt x="8788" y="287"/>
                  </a:lnTo>
                  <a:lnTo>
                    <a:pt x="8788" y="1"/>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8" name="Google Shape;28788;p152"/>
            <p:cNvSpPr/>
            <p:nvPr/>
          </p:nvSpPr>
          <p:spPr>
            <a:xfrm>
              <a:off x="3571238" y="4410076"/>
              <a:ext cx="20930" cy="9328"/>
            </a:xfrm>
            <a:custGeom>
              <a:rect b="b" l="l" r="r" t="t"/>
              <a:pathLst>
                <a:path extrusionOk="0" h="287" w="644">
                  <a:moveTo>
                    <a:pt x="0" y="1"/>
                  </a:moveTo>
                  <a:lnTo>
                    <a:pt x="0" y="287"/>
                  </a:lnTo>
                  <a:lnTo>
                    <a:pt x="643" y="287"/>
                  </a:lnTo>
                  <a:lnTo>
                    <a:pt x="643" y="1"/>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9" name="Google Shape;28789;p152"/>
            <p:cNvSpPr/>
            <p:nvPr/>
          </p:nvSpPr>
          <p:spPr>
            <a:xfrm>
              <a:off x="3339806" y="4403901"/>
              <a:ext cx="7768" cy="20670"/>
            </a:xfrm>
            <a:custGeom>
              <a:rect b="b" l="l" r="r" t="t"/>
              <a:pathLst>
                <a:path extrusionOk="0" h="636" w="239">
                  <a:moveTo>
                    <a:pt x="120" y="0"/>
                  </a:moveTo>
                  <a:cubicBezTo>
                    <a:pt x="48" y="48"/>
                    <a:pt x="1" y="96"/>
                    <a:pt x="1" y="167"/>
                  </a:cubicBezTo>
                  <a:lnTo>
                    <a:pt x="1" y="548"/>
                  </a:lnTo>
                  <a:cubicBezTo>
                    <a:pt x="1" y="585"/>
                    <a:pt x="15" y="635"/>
                    <a:pt x="54" y="635"/>
                  </a:cubicBezTo>
                  <a:cubicBezTo>
                    <a:pt x="65" y="635"/>
                    <a:pt x="79" y="631"/>
                    <a:pt x="96" y="619"/>
                  </a:cubicBezTo>
                  <a:cubicBezTo>
                    <a:pt x="112" y="630"/>
                    <a:pt x="128" y="635"/>
                    <a:pt x="144" y="635"/>
                  </a:cubicBezTo>
                  <a:cubicBezTo>
                    <a:pt x="196" y="635"/>
                    <a:pt x="239" y="580"/>
                    <a:pt x="239" y="524"/>
                  </a:cubicBezTo>
                  <a:lnTo>
                    <a:pt x="239" y="119"/>
                  </a:lnTo>
                  <a:cubicBezTo>
                    <a:pt x="239" y="72"/>
                    <a:pt x="167" y="0"/>
                    <a:pt x="120" y="0"/>
                  </a:cubicBezTo>
                  <a:close/>
                </a:path>
              </a:pathLst>
            </a:custGeom>
            <a:solidFill>
              <a:srgbClr val="829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90" name="Google Shape;28790;p152"/>
          <p:cNvGrpSpPr/>
          <p:nvPr/>
        </p:nvGrpSpPr>
        <p:grpSpPr>
          <a:xfrm>
            <a:off x="4026336" y="4032451"/>
            <a:ext cx="358378" cy="283303"/>
            <a:chOff x="4026336" y="4184851"/>
            <a:chExt cx="358378" cy="283303"/>
          </a:xfrm>
        </p:grpSpPr>
        <p:sp>
          <p:nvSpPr>
            <p:cNvPr id="28791" name="Google Shape;28791;p152"/>
            <p:cNvSpPr/>
            <p:nvPr/>
          </p:nvSpPr>
          <p:spPr>
            <a:xfrm>
              <a:off x="4026336" y="4215823"/>
              <a:ext cx="358378" cy="252330"/>
            </a:xfrm>
            <a:custGeom>
              <a:rect b="b" l="l" r="r" t="t"/>
              <a:pathLst>
                <a:path extrusionOk="0" h="7764" w="11027">
                  <a:moveTo>
                    <a:pt x="5478" y="0"/>
                  </a:moveTo>
                  <a:lnTo>
                    <a:pt x="0" y="381"/>
                  </a:lnTo>
                  <a:lnTo>
                    <a:pt x="0" y="7573"/>
                  </a:lnTo>
                  <a:cubicBezTo>
                    <a:pt x="0" y="7669"/>
                    <a:pt x="95" y="7764"/>
                    <a:pt x="191" y="7764"/>
                  </a:cubicBezTo>
                  <a:lnTo>
                    <a:pt x="10836" y="7764"/>
                  </a:lnTo>
                  <a:cubicBezTo>
                    <a:pt x="10931" y="7764"/>
                    <a:pt x="11026" y="7669"/>
                    <a:pt x="11026" y="7573"/>
                  </a:cubicBezTo>
                  <a:lnTo>
                    <a:pt x="11026" y="381"/>
                  </a:lnTo>
                  <a:lnTo>
                    <a:pt x="5478"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2" name="Google Shape;28792;p152"/>
            <p:cNvSpPr/>
            <p:nvPr/>
          </p:nvSpPr>
          <p:spPr>
            <a:xfrm>
              <a:off x="4027863" y="4184851"/>
              <a:ext cx="356850" cy="43388"/>
            </a:xfrm>
            <a:custGeom>
              <a:rect b="b" l="l" r="r" t="t"/>
              <a:pathLst>
                <a:path extrusionOk="0" h="1335" w="10980">
                  <a:moveTo>
                    <a:pt x="430" y="1"/>
                  </a:moveTo>
                  <a:cubicBezTo>
                    <a:pt x="191" y="1"/>
                    <a:pt x="1" y="191"/>
                    <a:pt x="1" y="430"/>
                  </a:cubicBezTo>
                  <a:lnTo>
                    <a:pt x="1" y="1334"/>
                  </a:lnTo>
                  <a:lnTo>
                    <a:pt x="10979" y="1334"/>
                  </a:lnTo>
                  <a:lnTo>
                    <a:pt x="10979" y="430"/>
                  </a:lnTo>
                  <a:cubicBezTo>
                    <a:pt x="10979" y="191"/>
                    <a:pt x="10765" y="1"/>
                    <a:pt x="1052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3" name="Google Shape;28793;p152"/>
            <p:cNvSpPr/>
            <p:nvPr/>
          </p:nvSpPr>
          <p:spPr>
            <a:xfrm>
              <a:off x="4356828" y="4215823"/>
              <a:ext cx="27105" cy="252330"/>
            </a:xfrm>
            <a:custGeom>
              <a:rect b="b" l="l" r="r" t="t"/>
              <a:pathLst>
                <a:path extrusionOk="0" h="7764" w="834">
                  <a:moveTo>
                    <a:pt x="167" y="0"/>
                  </a:moveTo>
                  <a:lnTo>
                    <a:pt x="167" y="7573"/>
                  </a:lnTo>
                  <a:cubicBezTo>
                    <a:pt x="167" y="7669"/>
                    <a:pt x="71" y="7764"/>
                    <a:pt x="0" y="7764"/>
                  </a:cubicBezTo>
                  <a:lnTo>
                    <a:pt x="643" y="7764"/>
                  </a:lnTo>
                  <a:cubicBezTo>
                    <a:pt x="738" y="7764"/>
                    <a:pt x="834" y="7669"/>
                    <a:pt x="834" y="7573"/>
                  </a:cubicBezTo>
                  <a:lnTo>
                    <a:pt x="834" y="381"/>
                  </a:lnTo>
                  <a:lnTo>
                    <a:pt x="167" y="0"/>
                  </a:ln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4" name="Google Shape;28794;p152"/>
            <p:cNvSpPr/>
            <p:nvPr/>
          </p:nvSpPr>
          <p:spPr>
            <a:xfrm>
              <a:off x="4349061" y="4184851"/>
              <a:ext cx="35653" cy="43388"/>
            </a:xfrm>
            <a:custGeom>
              <a:rect b="b" l="l" r="r" t="t"/>
              <a:pathLst>
                <a:path extrusionOk="0" h="1335" w="1097">
                  <a:moveTo>
                    <a:pt x="1" y="1"/>
                  </a:moveTo>
                  <a:cubicBezTo>
                    <a:pt x="239" y="1"/>
                    <a:pt x="430" y="191"/>
                    <a:pt x="430" y="430"/>
                  </a:cubicBezTo>
                  <a:lnTo>
                    <a:pt x="430" y="1334"/>
                  </a:lnTo>
                  <a:lnTo>
                    <a:pt x="1096" y="1334"/>
                  </a:lnTo>
                  <a:lnTo>
                    <a:pt x="1096" y="430"/>
                  </a:lnTo>
                  <a:cubicBezTo>
                    <a:pt x="1096" y="191"/>
                    <a:pt x="882"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5" name="Google Shape;28795;p152"/>
            <p:cNvSpPr/>
            <p:nvPr/>
          </p:nvSpPr>
          <p:spPr>
            <a:xfrm>
              <a:off x="4300311" y="4200353"/>
              <a:ext cx="11635" cy="11635"/>
            </a:xfrm>
            <a:custGeom>
              <a:rect b="b" l="l" r="r" t="t"/>
              <a:pathLst>
                <a:path extrusionOk="0" h="358" w="358">
                  <a:moveTo>
                    <a:pt x="191" y="0"/>
                  </a:moveTo>
                  <a:cubicBezTo>
                    <a:pt x="72" y="0"/>
                    <a:pt x="1" y="72"/>
                    <a:pt x="1" y="167"/>
                  </a:cubicBezTo>
                  <a:cubicBezTo>
                    <a:pt x="1" y="262"/>
                    <a:pt x="72" y="357"/>
                    <a:pt x="191" y="357"/>
                  </a:cubicBezTo>
                  <a:cubicBezTo>
                    <a:pt x="286" y="357"/>
                    <a:pt x="358" y="262"/>
                    <a:pt x="358" y="167"/>
                  </a:cubicBezTo>
                  <a:cubicBezTo>
                    <a:pt x="358" y="72"/>
                    <a:pt x="286" y="0"/>
                    <a:pt x="19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6" name="Google Shape;28796;p152"/>
            <p:cNvSpPr/>
            <p:nvPr/>
          </p:nvSpPr>
          <p:spPr>
            <a:xfrm>
              <a:off x="4322768" y="4200353"/>
              <a:ext cx="11635" cy="11635"/>
            </a:xfrm>
            <a:custGeom>
              <a:rect b="b" l="l" r="r" t="t"/>
              <a:pathLst>
                <a:path extrusionOk="0" h="358" w="358">
                  <a:moveTo>
                    <a:pt x="167" y="0"/>
                  </a:moveTo>
                  <a:cubicBezTo>
                    <a:pt x="72" y="0"/>
                    <a:pt x="0" y="72"/>
                    <a:pt x="0" y="167"/>
                  </a:cubicBezTo>
                  <a:cubicBezTo>
                    <a:pt x="0" y="262"/>
                    <a:pt x="72" y="357"/>
                    <a:pt x="167" y="357"/>
                  </a:cubicBezTo>
                  <a:cubicBezTo>
                    <a:pt x="262" y="357"/>
                    <a:pt x="357" y="262"/>
                    <a:pt x="357" y="167"/>
                  </a:cubicBezTo>
                  <a:cubicBezTo>
                    <a:pt x="357" y="72"/>
                    <a:pt x="262"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7" name="Google Shape;28797;p152"/>
            <p:cNvSpPr/>
            <p:nvPr/>
          </p:nvSpPr>
          <p:spPr>
            <a:xfrm>
              <a:off x="4345193" y="4200353"/>
              <a:ext cx="11635" cy="11635"/>
            </a:xfrm>
            <a:custGeom>
              <a:rect b="b" l="l" r="r" t="t"/>
              <a:pathLst>
                <a:path extrusionOk="0" h="358" w="358">
                  <a:moveTo>
                    <a:pt x="167" y="0"/>
                  </a:moveTo>
                  <a:cubicBezTo>
                    <a:pt x="72" y="0"/>
                    <a:pt x="1" y="72"/>
                    <a:pt x="1" y="167"/>
                  </a:cubicBezTo>
                  <a:cubicBezTo>
                    <a:pt x="1" y="262"/>
                    <a:pt x="72" y="357"/>
                    <a:pt x="167" y="357"/>
                  </a:cubicBezTo>
                  <a:cubicBezTo>
                    <a:pt x="263" y="357"/>
                    <a:pt x="358" y="262"/>
                    <a:pt x="358" y="167"/>
                  </a:cubicBezTo>
                  <a:cubicBezTo>
                    <a:pt x="358" y="72"/>
                    <a:pt x="263"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8" name="Google Shape;28798;p152"/>
            <p:cNvSpPr/>
            <p:nvPr/>
          </p:nvSpPr>
          <p:spPr>
            <a:xfrm>
              <a:off x="4055748" y="4256058"/>
              <a:ext cx="295685" cy="181155"/>
            </a:xfrm>
            <a:custGeom>
              <a:rect b="b" l="l" r="r" t="t"/>
              <a:pathLst>
                <a:path extrusionOk="0" h="5574" w="9098">
                  <a:moveTo>
                    <a:pt x="191" y="1"/>
                  </a:moveTo>
                  <a:cubicBezTo>
                    <a:pt x="95" y="1"/>
                    <a:pt x="0" y="96"/>
                    <a:pt x="0" y="215"/>
                  </a:cubicBezTo>
                  <a:lnTo>
                    <a:pt x="0" y="5359"/>
                  </a:lnTo>
                  <a:cubicBezTo>
                    <a:pt x="0" y="5478"/>
                    <a:pt x="95" y="5573"/>
                    <a:pt x="191" y="5573"/>
                  </a:cubicBezTo>
                  <a:lnTo>
                    <a:pt x="5144" y="5573"/>
                  </a:lnTo>
                  <a:lnTo>
                    <a:pt x="6144" y="5359"/>
                  </a:lnTo>
                  <a:lnTo>
                    <a:pt x="7240" y="5573"/>
                  </a:lnTo>
                  <a:lnTo>
                    <a:pt x="8907" y="5573"/>
                  </a:lnTo>
                  <a:cubicBezTo>
                    <a:pt x="9026" y="5573"/>
                    <a:pt x="9097" y="5478"/>
                    <a:pt x="9097" y="5359"/>
                  </a:cubicBezTo>
                  <a:lnTo>
                    <a:pt x="9097" y="215"/>
                  </a:lnTo>
                  <a:cubicBezTo>
                    <a:pt x="9097" y="96"/>
                    <a:pt x="9026" y="1"/>
                    <a:pt x="890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9" name="Google Shape;28799;p152"/>
            <p:cNvSpPr/>
            <p:nvPr/>
          </p:nvSpPr>
          <p:spPr>
            <a:xfrm>
              <a:off x="4323516" y="4256058"/>
              <a:ext cx="27918" cy="181155"/>
            </a:xfrm>
            <a:custGeom>
              <a:rect b="b" l="l" r="r" t="t"/>
              <a:pathLst>
                <a:path extrusionOk="0" h="5574" w="859">
                  <a:moveTo>
                    <a:pt x="1" y="1"/>
                  </a:moveTo>
                  <a:cubicBezTo>
                    <a:pt x="120" y="1"/>
                    <a:pt x="215" y="96"/>
                    <a:pt x="215" y="215"/>
                  </a:cubicBezTo>
                  <a:lnTo>
                    <a:pt x="215" y="5359"/>
                  </a:lnTo>
                  <a:cubicBezTo>
                    <a:pt x="215" y="5478"/>
                    <a:pt x="120" y="5573"/>
                    <a:pt x="1" y="5573"/>
                  </a:cubicBezTo>
                  <a:lnTo>
                    <a:pt x="668" y="5573"/>
                  </a:lnTo>
                  <a:cubicBezTo>
                    <a:pt x="787" y="5573"/>
                    <a:pt x="858" y="5478"/>
                    <a:pt x="858" y="5359"/>
                  </a:cubicBezTo>
                  <a:lnTo>
                    <a:pt x="858" y="215"/>
                  </a:lnTo>
                  <a:cubicBezTo>
                    <a:pt x="858" y="96"/>
                    <a:pt x="787" y="1"/>
                    <a:pt x="66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0" name="Google Shape;28800;p152"/>
            <p:cNvSpPr/>
            <p:nvPr/>
          </p:nvSpPr>
          <p:spPr>
            <a:xfrm>
              <a:off x="4222928" y="4411636"/>
              <a:ext cx="67340" cy="25578"/>
            </a:xfrm>
            <a:custGeom>
              <a:rect b="b" l="l" r="r" t="t"/>
              <a:pathLst>
                <a:path extrusionOk="0" h="787" w="2072">
                  <a:moveTo>
                    <a:pt x="119" y="0"/>
                  </a:moveTo>
                  <a:cubicBezTo>
                    <a:pt x="72" y="0"/>
                    <a:pt x="0" y="72"/>
                    <a:pt x="0" y="120"/>
                  </a:cubicBezTo>
                  <a:lnTo>
                    <a:pt x="0" y="786"/>
                  </a:lnTo>
                  <a:lnTo>
                    <a:pt x="2072" y="786"/>
                  </a:lnTo>
                  <a:lnTo>
                    <a:pt x="2072" y="120"/>
                  </a:lnTo>
                  <a:cubicBezTo>
                    <a:pt x="2072" y="72"/>
                    <a:pt x="2024" y="0"/>
                    <a:pt x="195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1" name="Google Shape;28801;p152"/>
            <p:cNvSpPr/>
            <p:nvPr/>
          </p:nvSpPr>
          <p:spPr>
            <a:xfrm>
              <a:off x="4267811" y="4411636"/>
              <a:ext cx="24797" cy="25578"/>
            </a:xfrm>
            <a:custGeom>
              <a:rect b="b" l="l" r="r" t="t"/>
              <a:pathLst>
                <a:path extrusionOk="0" h="787" w="763">
                  <a:moveTo>
                    <a:pt x="0" y="0"/>
                  </a:moveTo>
                  <a:cubicBezTo>
                    <a:pt x="48" y="0"/>
                    <a:pt x="119" y="72"/>
                    <a:pt x="119" y="120"/>
                  </a:cubicBezTo>
                  <a:lnTo>
                    <a:pt x="119" y="786"/>
                  </a:lnTo>
                  <a:lnTo>
                    <a:pt x="762" y="786"/>
                  </a:lnTo>
                  <a:lnTo>
                    <a:pt x="762" y="120"/>
                  </a:lnTo>
                  <a:cubicBezTo>
                    <a:pt x="762" y="72"/>
                    <a:pt x="715" y="0"/>
                    <a:pt x="643"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2" name="Google Shape;28802;p152"/>
            <p:cNvSpPr/>
            <p:nvPr/>
          </p:nvSpPr>
          <p:spPr>
            <a:xfrm>
              <a:off x="4107586" y="4313356"/>
              <a:ext cx="111507" cy="63472"/>
            </a:xfrm>
            <a:custGeom>
              <a:rect b="b" l="l" r="r" t="t"/>
              <a:pathLst>
                <a:path extrusionOk="0" h="1953" w="3431">
                  <a:moveTo>
                    <a:pt x="1501" y="0"/>
                  </a:moveTo>
                  <a:cubicBezTo>
                    <a:pt x="1382" y="0"/>
                    <a:pt x="1287" y="48"/>
                    <a:pt x="1263" y="167"/>
                  </a:cubicBezTo>
                  <a:lnTo>
                    <a:pt x="930" y="1524"/>
                  </a:lnTo>
                  <a:lnTo>
                    <a:pt x="668" y="1048"/>
                  </a:lnTo>
                  <a:cubicBezTo>
                    <a:pt x="644" y="976"/>
                    <a:pt x="572" y="953"/>
                    <a:pt x="525" y="929"/>
                  </a:cubicBezTo>
                  <a:cubicBezTo>
                    <a:pt x="503" y="914"/>
                    <a:pt x="483" y="908"/>
                    <a:pt x="464" y="908"/>
                  </a:cubicBezTo>
                  <a:cubicBezTo>
                    <a:pt x="421" y="908"/>
                    <a:pt x="383" y="936"/>
                    <a:pt x="334" y="953"/>
                  </a:cubicBezTo>
                  <a:lnTo>
                    <a:pt x="96" y="1072"/>
                  </a:lnTo>
                  <a:cubicBezTo>
                    <a:pt x="1" y="1119"/>
                    <a:pt x="1" y="1215"/>
                    <a:pt x="48" y="1286"/>
                  </a:cubicBezTo>
                  <a:cubicBezTo>
                    <a:pt x="79" y="1331"/>
                    <a:pt x="128" y="1348"/>
                    <a:pt x="184" y="1348"/>
                  </a:cubicBezTo>
                  <a:cubicBezTo>
                    <a:pt x="217" y="1348"/>
                    <a:pt x="252" y="1342"/>
                    <a:pt x="287" y="1334"/>
                  </a:cubicBezTo>
                  <a:lnTo>
                    <a:pt x="429" y="1238"/>
                  </a:lnTo>
                  <a:lnTo>
                    <a:pt x="763" y="1834"/>
                  </a:lnTo>
                  <a:cubicBezTo>
                    <a:pt x="787" y="1929"/>
                    <a:pt x="882" y="1953"/>
                    <a:pt x="953" y="1953"/>
                  </a:cubicBezTo>
                  <a:lnTo>
                    <a:pt x="1001" y="1953"/>
                  </a:lnTo>
                  <a:cubicBezTo>
                    <a:pt x="1072" y="1953"/>
                    <a:pt x="1168" y="1881"/>
                    <a:pt x="1191" y="1786"/>
                  </a:cubicBezTo>
                  <a:lnTo>
                    <a:pt x="1596" y="286"/>
                  </a:lnTo>
                  <a:lnTo>
                    <a:pt x="3263" y="286"/>
                  </a:lnTo>
                  <a:cubicBezTo>
                    <a:pt x="3335" y="286"/>
                    <a:pt x="3430" y="238"/>
                    <a:pt x="3430" y="143"/>
                  </a:cubicBezTo>
                  <a:cubicBezTo>
                    <a:pt x="3430" y="48"/>
                    <a:pt x="3335" y="0"/>
                    <a:pt x="3263" y="0"/>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3" name="Google Shape;28803;p152"/>
            <p:cNvSpPr/>
            <p:nvPr/>
          </p:nvSpPr>
          <p:spPr>
            <a:xfrm>
              <a:off x="4221368" y="4338121"/>
              <a:ext cx="27885" cy="10855"/>
            </a:xfrm>
            <a:custGeom>
              <a:rect b="b" l="l" r="r" t="t"/>
              <a:pathLst>
                <a:path extrusionOk="0" h="334" w="858">
                  <a:moveTo>
                    <a:pt x="167" y="0"/>
                  </a:moveTo>
                  <a:cubicBezTo>
                    <a:pt x="72" y="0"/>
                    <a:pt x="0" y="72"/>
                    <a:pt x="0" y="167"/>
                  </a:cubicBezTo>
                  <a:cubicBezTo>
                    <a:pt x="0" y="238"/>
                    <a:pt x="48" y="333"/>
                    <a:pt x="143" y="333"/>
                  </a:cubicBezTo>
                  <a:lnTo>
                    <a:pt x="667" y="333"/>
                  </a:lnTo>
                  <a:cubicBezTo>
                    <a:pt x="763" y="333"/>
                    <a:pt x="858" y="286"/>
                    <a:pt x="858" y="191"/>
                  </a:cubicBezTo>
                  <a:cubicBezTo>
                    <a:pt x="858" y="95"/>
                    <a:pt x="786" y="0"/>
                    <a:pt x="715" y="0"/>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4" name="Google Shape;28804;p152"/>
            <p:cNvSpPr/>
            <p:nvPr/>
          </p:nvSpPr>
          <p:spPr>
            <a:xfrm>
              <a:off x="4221368" y="4356678"/>
              <a:ext cx="27885" cy="10888"/>
            </a:xfrm>
            <a:custGeom>
              <a:rect b="b" l="l" r="r" t="t"/>
              <a:pathLst>
                <a:path extrusionOk="0" h="335" w="858">
                  <a:moveTo>
                    <a:pt x="167" y="1"/>
                  </a:moveTo>
                  <a:cubicBezTo>
                    <a:pt x="72" y="1"/>
                    <a:pt x="0" y="72"/>
                    <a:pt x="0" y="144"/>
                  </a:cubicBezTo>
                  <a:cubicBezTo>
                    <a:pt x="0" y="239"/>
                    <a:pt x="48" y="334"/>
                    <a:pt x="143" y="334"/>
                  </a:cubicBezTo>
                  <a:lnTo>
                    <a:pt x="667" y="334"/>
                  </a:lnTo>
                  <a:cubicBezTo>
                    <a:pt x="763" y="334"/>
                    <a:pt x="858" y="263"/>
                    <a:pt x="858" y="191"/>
                  </a:cubicBezTo>
                  <a:cubicBezTo>
                    <a:pt x="858" y="96"/>
                    <a:pt x="786" y="1"/>
                    <a:pt x="715" y="1"/>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5" name="Google Shape;28805;p152"/>
            <p:cNvSpPr/>
            <p:nvPr/>
          </p:nvSpPr>
          <p:spPr>
            <a:xfrm>
              <a:off x="4167191" y="4338673"/>
              <a:ext cx="35620" cy="34288"/>
            </a:xfrm>
            <a:custGeom>
              <a:rect b="b" l="l" r="r" t="t"/>
              <a:pathLst>
                <a:path extrusionOk="0" h="1055" w="1096">
                  <a:moveTo>
                    <a:pt x="167" y="1"/>
                  </a:moveTo>
                  <a:cubicBezTo>
                    <a:pt x="120" y="1"/>
                    <a:pt x="72" y="19"/>
                    <a:pt x="48" y="55"/>
                  </a:cubicBezTo>
                  <a:cubicBezTo>
                    <a:pt x="0" y="102"/>
                    <a:pt x="0" y="221"/>
                    <a:pt x="48" y="293"/>
                  </a:cubicBezTo>
                  <a:lnTo>
                    <a:pt x="286" y="531"/>
                  </a:lnTo>
                  <a:lnTo>
                    <a:pt x="48" y="769"/>
                  </a:lnTo>
                  <a:cubicBezTo>
                    <a:pt x="0" y="817"/>
                    <a:pt x="0" y="936"/>
                    <a:pt x="48" y="1007"/>
                  </a:cubicBezTo>
                  <a:cubicBezTo>
                    <a:pt x="72" y="1031"/>
                    <a:pt x="143" y="1055"/>
                    <a:pt x="167" y="1055"/>
                  </a:cubicBezTo>
                  <a:cubicBezTo>
                    <a:pt x="191" y="1055"/>
                    <a:pt x="262" y="1031"/>
                    <a:pt x="286" y="1007"/>
                  </a:cubicBezTo>
                  <a:lnTo>
                    <a:pt x="524" y="769"/>
                  </a:lnTo>
                  <a:lnTo>
                    <a:pt x="763" y="1007"/>
                  </a:lnTo>
                  <a:cubicBezTo>
                    <a:pt x="786" y="1031"/>
                    <a:pt x="858" y="1055"/>
                    <a:pt x="882" y="1055"/>
                  </a:cubicBezTo>
                  <a:cubicBezTo>
                    <a:pt x="905" y="1055"/>
                    <a:pt x="977" y="1031"/>
                    <a:pt x="1001" y="1007"/>
                  </a:cubicBezTo>
                  <a:cubicBezTo>
                    <a:pt x="1048" y="936"/>
                    <a:pt x="1048" y="817"/>
                    <a:pt x="1001" y="769"/>
                  </a:cubicBezTo>
                  <a:lnTo>
                    <a:pt x="763" y="531"/>
                  </a:lnTo>
                  <a:lnTo>
                    <a:pt x="1001" y="293"/>
                  </a:lnTo>
                  <a:cubicBezTo>
                    <a:pt x="1096" y="221"/>
                    <a:pt x="1096" y="102"/>
                    <a:pt x="1001" y="55"/>
                  </a:cubicBezTo>
                  <a:cubicBezTo>
                    <a:pt x="977" y="19"/>
                    <a:pt x="935" y="1"/>
                    <a:pt x="891" y="1"/>
                  </a:cubicBezTo>
                  <a:cubicBezTo>
                    <a:pt x="846" y="1"/>
                    <a:pt x="798" y="19"/>
                    <a:pt x="763" y="55"/>
                  </a:cubicBezTo>
                  <a:lnTo>
                    <a:pt x="524" y="293"/>
                  </a:lnTo>
                  <a:lnTo>
                    <a:pt x="286" y="55"/>
                  </a:lnTo>
                  <a:cubicBezTo>
                    <a:pt x="262" y="19"/>
                    <a:pt x="215" y="1"/>
                    <a:pt x="167" y="1"/>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6" name="Google Shape;28806;p152"/>
            <p:cNvSpPr/>
            <p:nvPr/>
          </p:nvSpPr>
          <p:spPr>
            <a:xfrm>
              <a:off x="4264723" y="4338673"/>
              <a:ext cx="34840" cy="34288"/>
            </a:xfrm>
            <a:custGeom>
              <a:rect b="b" l="l" r="r" t="t"/>
              <a:pathLst>
                <a:path extrusionOk="0" h="1055" w="1072">
                  <a:moveTo>
                    <a:pt x="176" y="1"/>
                  </a:moveTo>
                  <a:cubicBezTo>
                    <a:pt x="131" y="1"/>
                    <a:pt x="83" y="19"/>
                    <a:pt x="48" y="55"/>
                  </a:cubicBezTo>
                  <a:cubicBezTo>
                    <a:pt x="0" y="102"/>
                    <a:pt x="0" y="221"/>
                    <a:pt x="48" y="293"/>
                  </a:cubicBezTo>
                  <a:lnTo>
                    <a:pt x="286" y="531"/>
                  </a:lnTo>
                  <a:lnTo>
                    <a:pt x="48" y="769"/>
                  </a:lnTo>
                  <a:cubicBezTo>
                    <a:pt x="0" y="817"/>
                    <a:pt x="0" y="936"/>
                    <a:pt x="48" y="1007"/>
                  </a:cubicBezTo>
                  <a:cubicBezTo>
                    <a:pt x="95" y="1031"/>
                    <a:pt x="143" y="1055"/>
                    <a:pt x="167" y="1055"/>
                  </a:cubicBezTo>
                  <a:cubicBezTo>
                    <a:pt x="191" y="1055"/>
                    <a:pt x="262" y="1031"/>
                    <a:pt x="286" y="1007"/>
                  </a:cubicBezTo>
                  <a:lnTo>
                    <a:pt x="524" y="769"/>
                  </a:lnTo>
                  <a:lnTo>
                    <a:pt x="762" y="1007"/>
                  </a:lnTo>
                  <a:cubicBezTo>
                    <a:pt x="810" y="1031"/>
                    <a:pt x="857" y="1055"/>
                    <a:pt x="881" y="1055"/>
                  </a:cubicBezTo>
                  <a:cubicBezTo>
                    <a:pt x="905" y="1055"/>
                    <a:pt x="976" y="1031"/>
                    <a:pt x="1000" y="1007"/>
                  </a:cubicBezTo>
                  <a:cubicBezTo>
                    <a:pt x="1072" y="936"/>
                    <a:pt x="1072" y="817"/>
                    <a:pt x="1000" y="769"/>
                  </a:cubicBezTo>
                  <a:lnTo>
                    <a:pt x="762" y="531"/>
                  </a:lnTo>
                  <a:lnTo>
                    <a:pt x="1000" y="293"/>
                  </a:lnTo>
                  <a:cubicBezTo>
                    <a:pt x="1072" y="221"/>
                    <a:pt x="1072" y="102"/>
                    <a:pt x="1000" y="55"/>
                  </a:cubicBezTo>
                  <a:cubicBezTo>
                    <a:pt x="976" y="19"/>
                    <a:pt x="935" y="1"/>
                    <a:pt x="890" y="1"/>
                  </a:cubicBezTo>
                  <a:cubicBezTo>
                    <a:pt x="846" y="1"/>
                    <a:pt x="798" y="19"/>
                    <a:pt x="762" y="55"/>
                  </a:cubicBezTo>
                  <a:lnTo>
                    <a:pt x="524" y="293"/>
                  </a:lnTo>
                  <a:lnTo>
                    <a:pt x="286" y="55"/>
                  </a:lnTo>
                  <a:cubicBezTo>
                    <a:pt x="262" y="19"/>
                    <a:pt x="220" y="1"/>
                    <a:pt x="176" y="1"/>
                  </a:cubicBez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7" name="Google Shape;28807;p152"/>
          <p:cNvGrpSpPr/>
          <p:nvPr/>
        </p:nvGrpSpPr>
        <p:grpSpPr>
          <a:xfrm>
            <a:off x="4767011" y="4026276"/>
            <a:ext cx="358378" cy="294905"/>
            <a:chOff x="4767011" y="4178676"/>
            <a:chExt cx="358378" cy="294905"/>
          </a:xfrm>
        </p:grpSpPr>
        <p:sp>
          <p:nvSpPr>
            <p:cNvPr id="28808" name="Google Shape;28808;p152"/>
            <p:cNvSpPr/>
            <p:nvPr/>
          </p:nvSpPr>
          <p:spPr>
            <a:xfrm>
              <a:off x="4900131" y="4410076"/>
              <a:ext cx="92138" cy="58857"/>
            </a:xfrm>
            <a:custGeom>
              <a:rect b="b" l="l" r="r" t="t"/>
              <a:pathLst>
                <a:path extrusionOk="0" h="1811" w="2835">
                  <a:moveTo>
                    <a:pt x="1406" y="1"/>
                  </a:moveTo>
                  <a:lnTo>
                    <a:pt x="215" y="215"/>
                  </a:lnTo>
                  <a:lnTo>
                    <a:pt x="1" y="1811"/>
                  </a:lnTo>
                  <a:lnTo>
                    <a:pt x="2835" y="1811"/>
                  </a:lnTo>
                  <a:lnTo>
                    <a:pt x="2597" y="215"/>
                  </a:lnTo>
                  <a:lnTo>
                    <a:pt x="140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9" name="Google Shape;28809;p152"/>
            <p:cNvSpPr/>
            <p:nvPr/>
          </p:nvSpPr>
          <p:spPr>
            <a:xfrm>
              <a:off x="4964383" y="4410076"/>
              <a:ext cx="27885" cy="58857"/>
            </a:xfrm>
            <a:custGeom>
              <a:rect b="b" l="l" r="r" t="t"/>
              <a:pathLst>
                <a:path extrusionOk="0" h="1811" w="858">
                  <a:moveTo>
                    <a:pt x="405" y="1"/>
                  </a:moveTo>
                  <a:lnTo>
                    <a:pt x="0" y="215"/>
                  </a:lnTo>
                  <a:lnTo>
                    <a:pt x="191" y="1811"/>
                  </a:lnTo>
                  <a:lnTo>
                    <a:pt x="858" y="1811"/>
                  </a:lnTo>
                  <a:lnTo>
                    <a:pt x="643" y="215"/>
                  </a:lnTo>
                  <a:lnTo>
                    <a:pt x="405" y="1"/>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0" name="Google Shape;28810;p152"/>
            <p:cNvSpPr/>
            <p:nvPr/>
          </p:nvSpPr>
          <p:spPr>
            <a:xfrm>
              <a:off x="4872278" y="4462726"/>
              <a:ext cx="147875" cy="10855"/>
            </a:xfrm>
            <a:custGeom>
              <a:rect b="b" l="l" r="r" t="t"/>
              <a:pathLst>
                <a:path extrusionOk="0" h="334" w="4550">
                  <a:moveTo>
                    <a:pt x="167" y="0"/>
                  </a:moveTo>
                  <a:cubicBezTo>
                    <a:pt x="48" y="0"/>
                    <a:pt x="0" y="95"/>
                    <a:pt x="0" y="191"/>
                  </a:cubicBezTo>
                  <a:cubicBezTo>
                    <a:pt x="24" y="286"/>
                    <a:pt x="96" y="334"/>
                    <a:pt x="167" y="334"/>
                  </a:cubicBezTo>
                  <a:lnTo>
                    <a:pt x="4382" y="334"/>
                  </a:lnTo>
                  <a:cubicBezTo>
                    <a:pt x="4454" y="334"/>
                    <a:pt x="4549" y="262"/>
                    <a:pt x="4549" y="167"/>
                  </a:cubicBezTo>
                  <a:cubicBezTo>
                    <a:pt x="4525" y="72"/>
                    <a:pt x="4454" y="0"/>
                    <a:pt x="4382" y="0"/>
                  </a:cubicBez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1" name="Google Shape;28811;p152"/>
            <p:cNvSpPr/>
            <p:nvPr/>
          </p:nvSpPr>
          <p:spPr>
            <a:xfrm>
              <a:off x="4767011" y="4178676"/>
              <a:ext cx="357597" cy="207447"/>
            </a:xfrm>
            <a:custGeom>
              <a:rect b="b" l="l" r="r" t="t"/>
              <a:pathLst>
                <a:path extrusionOk="0" h="6383" w="11003">
                  <a:moveTo>
                    <a:pt x="429" y="0"/>
                  </a:moveTo>
                  <a:cubicBezTo>
                    <a:pt x="191" y="0"/>
                    <a:pt x="1" y="215"/>
                    <a:pt x="1" y="453"/>
                  </a:cubicBezTo>
                  <a:lnTo>
                    <a:pt x="1" y="6144"/>
                  </a:lnTo>
                  <a:lnTo>
                    <a:pt x="5549" y="6383"/>
                  </a:lnTo>
                  <a:lnTo>
                    <a:pt x="11003" y="6144"/>
                  </a:lnTo>
                  <a:lnTo>
                    <a:pt x="11003" y="453"/>
                  </a:lnTo>
                  <a:cubicBezTo>
                    <a:pt x="11003" y="215"/>
                    <a:pt x="10789" y="0"/>
                    <a:pt x="1055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2" name="Google Shape;28812;p152"/>
            <p:cNvSpPr/>
            <p:nvPr/>
          </p:nvSpPr>
          <p:spPr>
            <a:xfrm>
              <a:off x="5088988" y="4178676"/>
              <a:ext cx="35620" cy="207447"/>
            </a:xfrm>
            <a:custGeom>
              <a:rect b="b" l="l" r="r" t="t"/>
              <a:pathLst>
                <a:path extrusionOk="0" h="6383" w="1096">
                  <a:moveTo>
                    <a:pt x="1" y="0"/>
                  </a:moveTo>
                  <a:cubicBezTo>
                    <a:pt x="239" y="0"/>
                    <a:pt x="453" y="191"/>
                    <a:pt x="453" y="429"/>
                  </a:cubicBezTo>
                  <a:lnTo>
                    <a:pt x="453" y="6383"/>
                  </a:lnTo>
                  <a:lnTo>
                    <a:pt x="1096" y="6144"/>
                  </a:lnTo>
                  <a:lnTo>
                    <a:pt x="1096" y="453"/>
                  </a:lnTo>
                  <a:cubicBezTo>
                    <a:pt x="1096" y="215"/>
                    <a:pt x="882" y="0"/>
                    <a:pt x="64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3" name="Google Shape;28813;p152"/>
            <p:cNvSpPr/>
            <p:nvPr/>
          </p:nvSpPr>
          <p:spPr>
            <a:xfrm>
              <a:off x="4767791" y="4378356"/>
              <a:ext cx="357597" cy="38740"/>
            </a:xfrm>
            <a:custGeom>
              <a:rect b="b" l="l" r="r" t="t"/>
              <a:pathLst>
                <a:path extrusionOk="0" h="1192" w="11003">
                  <a:moveTo>
                    <a:pt x="1" y="0"/>
                  </a:moveTo>
                  <a:lnTo>
                    <a:pt x="1" y="739"/>
                  </a:lnTo>
                  <a:cubicBezTo>
                    <a:pt x="1" y="977"/>
                    <a:pt x="215" y="1191"/>
                    <a:pt x="453" y="1191"/>
                  </a:cubicBezTo>
                  <a:lnTo>
                    <a:pt x="10574" y="1191"/>
                  </a:lnTo>
                  <a:cubicBezTo>
                    <a:pt x="10812" y="1191"/>
                    <a:pt x="11003" y="977"/>
                    <a:pt x="11003" y="739"/>
                  </a:cubicBezTo>
                  <a:lnTo>
                    <a:pt x="11003"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4" name="Google Shape;28814;p152"/>
            <p:cNvSpPr/>
            <p:nvPr/>
          </p:nvSpPr>
          <p:spPr>
            <a:xfrm>
              <a:off x="5088988" y="4378356"/>
              <a:ext cx="35620" cy="38740"/>
            </a:xfrm>
            <a:custGeom>
              <a:rect b="b" l="l" r="r" t="t"/>
              <a:pathLst>
                <a:path extrusionOk="0" h="1192" w="1096">
                  <a:moveTo>
                    <a:pt x="453" y="0"/>
                  </a:moveTo>
                  <a:lnTo>
                    <a:pt x="453" y="739"/>
                  </a:lnTo>
                  <a:cubicBezTo>
                    <a:pt x="453" y="977"/>
                    <a:pt x="239" y="1191"/>
                    <a:pt x="1" y="1191"/>
                  </a:cubicBezTo>
                  <a:lnTo>
                    <a:pt x="644" y="1191"/>
                  </a:lnTo>
                  <a:cubicBezTo>
                    <a:pt x="882" y="1191"/>
                    <a:pt x="1096" y="977"/>
                    <a:pt x="1096" y="739"/>
                  </a:cubicBezTo>
                  <a:lnTo>
                    <a:pt x="1096"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5" name="Google Shape;28815;p152"/>
            <p:cNvSpPr/>
            <p:nvPr/>
          </p:nvSpPr>
          <p:spPr>
            <a:xfrm>
              <a:off x="4802631" y="4218131"/>
              <a:ext cx="121550" cy="121550"/>
            </a:xfrm>
            <a:custGeom>
              <a:rect b="b" l="l" r="r" t="t"/>
              <a:pathLst>
                <a:path extrusionOk="0" h="3740" w="3740">
                  <a:moveTo>
                    <a:pt x="143" y="1"/>
                  </a:moveTo>
                  <a:cubicBezTo>
                    <a:pt x="48" y="1"/>
                    <a:pt x="0" y="72"/>
                    <a:pt x="0" y="168"/>
                  </a:cubicBezTo>
                  <a:lnTo>
                    <a:pt x="0" y="3573"/>
                  </a:lnTo>
                  <a:cubicBezTo>
                    <a:pt x="0" y="3668"/>
                    <a:pt x="48" y="3740"/>
                    <a:pt x="143" y="3740"/>
                  </a:cubicBezTo>
                  <a:lnTo>
                    <a:pt x="619" y="3740"/>
                  </a:lnTo>
                  <a:lnTo>
                    <a:pt x="1882" y="3525"/>
                  </a:lnTo>
                  <a:lnTo>
                    <a:pt x="3120" y="3740"/>
                  </a:lnTo>
                  <a:lnTo>
                    <a:pt x="3596" y="3740"/>
                  </a:lnTo>
                  <a:cubicBezTo>
                    <a:pt x="3691" y="3740"/>
                    <a:pt x="3739" y="3668"/>
                    <a:pt x="3739" y="3621"/>
                  </a:cubicBezTo>
                  <a:lnTo>
                    <a:pt x="3739" y="168"/>
                  </a:lnTo>
                  <a:cubicBezTo>
                    <a:pt x="3739" y="72"/>
                    <a:pt x="3691" y="1"/>
                    <a:pt x="3596" y="1"/>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6" name="Google Shape;28816;p152"/>
            <p:cNvSpPr/>
            <p:nvPr/>
          </p:nvSpPr>
          <p:spPr>
            <a:xfrm>
              <a:off x="4902471" y="4218131"/>
              <a:ext cx="21710" cy="122330"/>
            </a:xfrm>
            <a:custGeom>
              <a:rect b="b" l="l" r="r" t="t"/>
              <a:pathLst>
                <a:path extrusionOk="0" h="3764" w="668">
                  <a:moveTo>
                    <a:pt x="0" y="1"/>
                  </a:moveTo>
                  <a:cubicBezTo>
                    <a:pt x="72" y="1"/>
                    <a:pt x="143" y="72"/>
                    <a:pt x="143" y="168"/>
                  </a:cubicBezTo>
                  <a:lnTo>
                    <a:pt x="143" y="3621"/>
                  </a:lnTo>
                  <a:cubicBezTo>
                    <a:pt x="143" y="3668"/>
                    <a:pt x="119" y="3740"/>
                    <a:pt x="48" y="3764"/>
                  </a:cubicBezTo>
                  <a:lnTo>
                    <a:pt x="524" y="3764"/>
                  </a:lnTo>
                  <a:cubicBezTo>
                    <a:pt x="619" y="3764"/>
                    <a:pt x="667" y="3692"/>
                    <a:pt x="667" y="3621"/>
                  </a:cubicBezTo>
                  <a:lnTo>
                    <a:pt x="667" y="168"/>
                  </a:lnTo>
                  <a:cubicBezTo>
                    <a:pt x="667" y="72"/>
                    <a:pt x="619" y="1"/>
                    <a:pt x="524"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7" name="Google Shape;28817;p152"/>
            <p:cNvSpPr/>
            <p:nvPr/>
          </p:nvSpPr>
          <p:spPr>
            <a:xfrm>
              <a:off x="4986061" y="4214263"/>
              <a:ext cx="103740" cy="23270"/>
            </a:xfrm>
            <a:custGeom>
              <a:rect b="b" l="l" r="r" t="t"/>
              <a:pathLst>
                <a:path extrusionOk="0" h="716" w="3192">
                  <a:moveTo>
                    <a:pt x="119" y="1"/>
                  </a:moveTo>
                  <a:cubicBezTo>
                    <a:pt x="72" y="1"/>
                    <a:pt x="0" y="72"/>
                    <a:pt x="0" y="120"/>
                  </a:cubicBezTo>
                  <a:lnTo>
                    <a:pt x="0" y="596"/>
                  </a:lnTo>
                  <a:cubicBezTo>
                    <a:pt x="0" y="668"/>
                    <a:pt x="72" y="715"/>
                    <a:pt x="119" y="715"/>
                  </a:cubicBezTo>
                  <a:lnTo>
                    <a:pt x="3072" y="715"/>
                  </a:lnTo>
                  <a:cubicBezTo>
                    <a:pt x="3120" y="715"/>
                    <a:pt x="3191" y="668"/>
                    <a:pt x="3191" y="596"/>
                  </a:cubicBezTo>
                  <a:lnTo>
                    <a:pt x="3191" y="120"/>
                  </a:lnTo>
                  <a:cubicBezTo>
                    <a:pt x="3191" y="72"/>
                    <a:pt x="3144" y="1"/>
                    <a:pt x="3072" y="1"/>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8" name="Google Shape;28818;p152"/>
            <p:cNvSpPr/>
            <p:nvPr/>
          </p:nvSpPr>
          <p:spPr>
            <a:xfrm>
              <a:off x="4986061" y="4266133"/>
              <a:ext cx="103740" cy="23238"/>
            </a:xfrm>
            <a:custGeom>
              <a:rect b="b" l="l" r="r" t="t"/>
              <a:pathLst>
                <a:path extrusionOk="0" h="715" w="3192">
                  <a:moveTo>
                    <a:pt x="119" y="0"/>
                  </a:moveTo>
                  <a:cubicBezTo>
                    <a:pt x="72" y="0"/>
                    <a:pt x="0" y="48"/>
                    <a:pt x="0" y="119"/>
                  </a:cubicBezTo>
                  <a:lnTo>
                    <a:pt x="0" y="596"/>
                  </a:lnTo>
                  <a:cubicBezTo>
                    <a:pt x="0" y="643"/>
                    <a:pt x="72" y="715"/>
                    <a:pt x="119" y="715"/>
                  </a:cubicBezTo>
                  <a:lnTo>
                    <a:pt x="3072" y="715"/>
                  </a:lnTo>
                  <a:cubicBezTo>
                    <a:pt x="3120" y="715"/>
                    <a:pt x="3191" y="667"/>
                    <a:pt x="3191" y="596"/>
                  </a:cubicBezTo>
                  <a:lnTo>
                    <a:pt x="3191" y="119"/>
                  </a:lnTo>
                  <a:cubicBezTo>
                    <a:pt x="3191" y="48"/>
                    <a:pt x="3144" y="0"/>
                    <a:pt x="3072"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9" name="Google Shape;28819;p152"/>
            <p:cNvSpPr/>
            <p:nvPr/>
          </p:nvSpPr>
          <p:spPr>
            <a:xfrm>
              <a:off x="4986061" y="4317223"/>
              <a:ext cx="103740" cy="23238"/>
            </a:xfrm>
            <a:custGeom>
              <a:rect b="b" l="l" r="r" t="t"/>
              <a:pathLst>
                <a:path extrusionOk="0" h="715" w="3192">
                  <a:moveTo>
                    <a:pt x="119" y="0"/>
                  </a:moveTo>
                  <a:cubicBezTo>
                    <a:pt x="72" y="0"/>
                    <a:pt x="0" y="48"/>
                    <a:pt x="0" y="119"/>
                  </a:cubicBezTo>
                  <a:lnTo>
                    <a:pt x="0" y="595"/>
                  </a:lnTo>
                  <a:cubicBezTo>
                    <a:pt x="0" y="643"/>
                    <a:pt x="72" y="715"/>
                    <a:pt x="119" y="715"/>
                  </a:cubicBezTo>
                  <a:lnTo>
                    <a:pt x="3072" y="715"/>
                  </a:lnTo>
                  <a:cubicBezTo>
                    <a:pt x="3120" y="715"/>
                    <a:pt x="3191" y="643"/>
                    <a:pt x="3191" y="595"/>
                  </a:cubicBezTo>
                  <a:lnTo>
                    <a:pt x="3191" y="119"/>
                  </a:lnTo>
                  <a:cubicBezTo>
                    <a:pt x="3191" y="48"/>
                    <a:pt x="3144" y="0"/>
                    <a:pt x="3072" y="0"/>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0" name="Google Shape;28820;p152"/>
            <p:cNvSpPr/>
            <p:nvPr/>
          </p:nvSpPr>
          <p:spPr>
            <a:xfrm>
              <a:off x="5065003" y="4214263"/>
              <a:ext cx="24797" cy="23270"/>
            </a:xfrm>
            <a:custGeom>
              <a:rect b="b" l="l" r="r" t="t"/>
              <a:pathLst>
                <a:path extrusionOk="0" h="716" w="763">
                  <a:moveTo>
                    <a:pt x="0" y="1"/>
                  </a:moveTo>
                  <a:cubicBezTo>
                    <a:pt x="48" y="1"/>
                    <a:pt x="96" y="72"/>
                    <a:pt x="96" y="120"/>
                  </a:cubicBezTo>
                  <a:lnTo>
                    <a:pt x="96" y="596"/>
                  </a:lnTo>
                  <a:cubicBezTo>
                    <a:pt x="96" y="668"/>
                    <a:pt x="48" y="715"/>
                    <a:pt x="0" y="715"/>
                  </a:cubicBezTo>
                  <a:lnTo>
                    <a:pt x="643" y="715"/>
                  </a:lnTo>
                  <a:cubicBezTo>
                    <a:pt x="715" y="715"/>
                    <a:pt x="762" y="668"/>
                    <a:pt x="762" y="596"/>
                  </a:cubicBezTo>
                  <a:lnTo>
                    <a:pt x="762" y="120"/>
                  </a:lnTo>
                  <a:cubicBezTo>
                    <a:pt x="762" y="72"/>
                    <a:pt x="691" y="1"/>
                    <a:pt x="643" y="1"/>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1" name="Google Shape;28821;p152"/>
            <p:cNvSpPr/>
            <p:nvPr/>
          </p:nvSpPr>
          <p:spPr>
            <a:xfrm>
              <a:off x="5065003" y="4266133"/>
              <a:ext cx="24797" cy="23238"/>
            </a:xfrm>
            <a:custGeom>
              <a:rect b="b" l="l" r="r" t="t"/>
              <a:pathLst>
                <a:path extrusionOk="0" h="715" w="763">
                  <a:moveTo>
                    <a:pt x="0" y="0"/>
                  </a:moveTo>
                  <a:cubicBezTo>
                    <a:pt x="48" y="0"/>
                    <a:pt x="96" y="48"/>
                    <a:pt x="96" y="119"/>
                  </a:cubicBezTo>
                  <a:lnTo>
                    <a:pt x="96" y="596"/>
                  </a:lnTo>
                  <a:cubicBezTo>
                    <a:pt x="96" y="643"/>
                    <a:pt x="48" y="715"/>
                    <a:pt x="0" y="715"/>
                  </a:cubicBezTo>
                  <a:lnTo>
                    <a:pt x="643" y="715"/>
                  </a:lnTo>
                  <a:cubicBezTo>
                    <a:pt x="715" y="715"/>
                    <a:pt x="762" y="643"/>
                    <a:pt x="762" y="596"/>
                  </a:cubicBezTo>
                  <a:lnTo>
                    <a:pt x="762" y="119"/>
                  </a:lnTo>
                  <a:cubicBezTo>
                    <a:pt x="762" y="48"/>
                    <a:pt x="691" y="0"/>
                    <a:pt x="643"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2" name="Google Shape;28822;p152"/>
            <p:cNvSpPr/>
            <p:nvPr/>
          </p:nvSpPr>
          <p:spPr>
            <a:xfrm>
              <a:off x="5065003" y="4317223"/>
              <a:ext cx="24797" cy="23238"/>
            </a:xfrm>
            <a:custGeom>
              <a:rect b="b" l="l" r="r" t="t"/>
              <a:pathLst>
                <a:path extrusionOk="0" h="715" w="763">
                  <a:moveTo>
                    <a:pt x="0" y="0"/>
                  </a:moveTo>
                  <a:cubicBezTo>
                    <a:pt x="48" y="0"/>
                    <a:pt x="96" y="48"/>
                    <a:pt x="96" y="119"/>
                  </a:cubicBezTo>
                  <a:lnTo>
                    <a:pt x="96" y="595"/>
                  </a:lnTo>
                  <a:cubicBezTo>
                    <a:pt x="96" y="643"/>
                    <a:pt x="48" y="715"/>
                    <a:pt x="0" y="715"/>
                  </a:cubicBezTo>
                  <a:lnTo>
                    <a:pt x="643" y="715"/>
                  </a:lnTo>
                  <a:cubicBezTo>
                    <a:pt x="715" y="715"/>
                    <a:pt x="762" y="643"/>
                    <a:pt x="762" y="595"/>
                  </a:cubicBezTo>
                  <a:lnTo>
                    <a:pt x="762" y="119"/>
                  </a:lnTo>
                  <a:cubicBezTo>
                    <a:pt x="762" y="48"/>
                    <a:pt x="691" y="0"/>
                    <a:pt x="643" y="0"/>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3" name="Google Shape;28823;p152"/>
            <p:cNvSpPr/>
            <p:nvPr/>
          </p:nvSpPr>
          <p:spPr>
            <a:xfrm>
              <a:off x="4945793" y="4205001"/>
              <a:ext cx="10888" cy="147843"/>
            </a:xfrm>
            <a:custGeom>
              <a:rect b="b" l="l" r="r" t="t"/>
              <a:pathLst>
                <a:path extrusionOk="0" h="4549" w="335">
                  <a:moveTo>
                    <a:pt x="144" y="0"/>
                  </a:moveTo>
                  <a:cubicBezTo>
                    <a:pt x="48" y="24"/>
                    <a:pt x="1" y="71"/>
                    <a:pt x="1" y="167"/>
                  </a:cubicBezTo>
                  <a:lnTo>
                    <a:pt x="1" y="4358"/>
                  </a:lnTo>
                  <a:cubicBezTo>
                    <a:pt x="1" y="4501"/>
                    <a:pt x="48" y="4549"/>
                    <a:pt x="144" y="4549"/>
                  </a:cubicBezTo>
                  <a:cubicBezTo>
                    <a:pt x="239" y="4549"/>
                    <a:pt x="334" y="4453"/>
                    <a:pt x="334" y="4358"/>
                  </a:cubicBezTo>
                  <a:lnTo>
                    <a:pt x="334" y="167"/>
                  </a:lnTo>
                  <a:cubicBezTo>
                    <a:pt x="334" y="48"/>
                    <a:pt x="239" y="0"/>
                    <a:pt x="14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4" name="Google Shape;28824;p152"/>
            <p:cNvSpPr/>
            <p:nvPr/>
          </p:nvSpPr>
          <p:spPr>
            <a:xfrm>
              <a:off x="4845173" y="4239028"/>
              <a:ext cx="36432" cy="48035"/>
            </a:xfrm>
            <a:custGeom>
              <a:rect b="b" l="l" r="r" t="t"/>
              <a:pathLst>
                <a:path extrusionOk="0" h="1478" w="1121">
                  <a:moveTo>
                    <a:pt x="573" y="1"/>
                  </a:moveTo>
                  <a:cubicBezTo>
                    <a:pt x="239" y="1"/>
                    <a:pt x="1" y="310"/>
                    <a:pt x="1" y="739"/>
                  </a:cubicBezTo>
                  <a:cubicBezTo>
                    <a:pt x="1" y="1144"/>
                    <a:pt x="239" y="1477"/>
                    <a:pt x="573" y="1477"/>
                  </a:cubicBezTo>
                  <a:cubicBezTo>
                    <a:pt x="882" y="1477"/>
                    <a:pt x="1120" y="1144"/>
                    <a:pt x="1120" y="739"/>
                  </a:cubicBezTo>
                  <a:cubicBezTo>
                    <a:pt x="1120" y="310"/>
                    <a:pt x="882" y="1"/>
                    <a:pt x="57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5" name="Google Shape;28825;p152"/>
            <p:cNvSpPr/>
            <p:nvPr/>
          </p:nvSpPr>
          <p:spPr>
            <a:xfrm>
              <a:off x="4823528" y="4307148"/>
              <a:ext cx="81282" cy="32532"/>
            </a:xfrm>
            <a:custGeom>
              <a:rect b="b" l="l" r="r" t="t"/>
              <a:pathLst>
                <a:path extrusionOk="0" h="1001" w="2501">
                  <a:moveTo>
                    <a:pt x="1262" y="1"/>
                  </a:moveTo>
                  <a:cubicBezTo>
                    <a:pt x="643" y="1"/>
                    <a:pt x="119" y="429"/>
                    <a:pt x="0" y="1001"/>
                  </a:cubicBezTo>
                  <a:lnTo>
                    <a:pt x="2501" y="1001"/>
                  </a:lnTo>
                  <a:cubicBezTo>
                    <a:pt x="2382" y="429"/>
                    <a:pt x="1881" y="1"/>
                    <a:pt x="1262"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26" name="Google Shape;28826;p152"/>
          <p:cNvGrpSpPr/>
          <p:nvPr/>
        </p:nvGrpSpPr>
        <p:grpSpPr>
          <a:xfrm>
            <a:off x="5525496" y="4016981"/>
            <a:ext cx="357630" cy="313495"/>
            <a:chOff x="5525496" y="4169381"/>
            <a:chExt cx="357630" cy="313495"/>
          </a:xfrm>
        </p:grpSpPr>
        <p:sp>
          <p:nvSpPr>
            <p:cNvPr id="28827" name="Google Shape;28827;p152"/>
            <p:cNvSpPr/>
            <p:nvPr/>
          </p:nvSpPr>
          <p:spPr>
            <a:xfrm>
              <a:off x="5666383" y="4411636"/>
              <a:ext cx="74328" cy="56518"/>
            </a:xfrm>
            <a:custGeom>
              <a:rect b="b" l="l" r="r" t="t"/>
              <a:pathLst>
                <a:path extrusionOk="0" h="1739" w="2287">
                  <a:moveTo>
                    <a:pt x="1143" y="0"/>
                  </a:moveTo>
                  <a:lnTo>
                    <a:pt x="191" y="215"/>
                  </a:lnTo>
                  <a:lnTo>
                    <a:pt x="0" y="1525"/>
                  </a:lnTo>
                  <a:lnTo>
                    <a:pt x="1310" y="1739"/>
                  </a:lnTo>
                  <a:lnTo>
                    <a:pt x="2286" y="1525"/>
                  </a:lnTo>
                  <a:lnTo>
                    <a:pt x="2096" y="215"/>
                  </a:lnTo>
                  <a:lnTo>
                    <a:pt x="11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8" name="Google Shape;28828;p152"/>
            <p:cNvSpPr/>
            <p:nvPr/>
          </p:nvSpPr>
          <p:spPr>
            <a:xfrm>
              <a:off x="5717441" y="4413196"/>
              <a:ext cx="23270" cy="55738"/>
            </a:xfrm>
            <a:custGeom>
              <a:rect b="b" l="l" r="r" t="t"/>
              <a:pathLst>
                <a:path extrusionOk="0" h="1715" w="716">
                  <a:moveTo>
                    <a:pt x="287" y="0"/>
                  </a:moveTo>
                  <a:lnTo>
                    <a:pt x="1" y="191"/>
                  </a:lnTo>
                  <a:lnTo>
                    <a:pt x="191" y="1500"/>
                  </a:lnTo>
                  <a:lnTo>
                    <a:pt x="549" y="1715"/>
                  </a:lnTo>
                  <a:lnTo>
                    <a:pt x="715" y="1500"/>
                  </a:lnTo>
                  <a:lnTo>
                    <a:pt x="549" y="191"/>
                  </a:lnTo>
                  <a:lnTo>
                    <a:pt x="287" y="0"/>
                  </a:ln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9" name="Google Shape;28829;p152"/>
            <p:cNvSpPr/>
            <p:nvPr/>
          </p:nvSpPr>
          <p:spPr>
            <a:xfrm>
              <a:off x="5677206" y="4205001"/>
              <a:ext cx="54210" cy="39488"/>
            </a:xfrm>
            <a:custGeom>
              <a:rect b="b" l="l" r="r" t="t"/>
              <a:pathLst>
                <a:path extrusionOk="0" h="1215" w="1668">
                  <a:moveTo>
                    <a:pt x="215" y="0"/>
                  </a:moveTo>
                  <a:lnTo>
                    <a:pt x="1" y="1000"/>
                  </a:lnTo>
                  <a:lnTo>
                    <a:pt x="834" y="1215"/>
                  </a:lnTo>
                  <a:lnTo>
                    <a:pt x="1668" y="1000"/>
                  </a:lnTo>
                  <a:lnTo>
                    <a:pt x="1453"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0" name="Google Shape;28830;p152"/>
            <p:cNvSpPr/>
            <p:nvPr/>
          </p:nvSpPr>
          <p:spPr>
            <a:xfrm>
              <a:off x="5678766" y="4169381"/>
              <a:ext cx="50343" cy="49563"/>
            </a:xfrm>
            <a:custGeom>
              <a:rect b="b" l="l" r="r" t="t"/>
              <a:pathLst>
                <a:path extrusionOk="0" h="1525" w="1549">
                  <a:moveTo>
                    <a:pt x="786" y="1"/>
                  </a:moveTo>
                  <a:cubicBezTo>
                    <a:pt x="357" y="1"/>
                    <a:pt x="0" y="334"/>
                    <a:pt x="0" y="763"/>
                  </a:cubicBezTo>
                  <a:cubicBezTo>
                    <a:pt x="0" y="1191"/>
                    <a:pt x="357" y="1525"/>
                    <a:pt x="786" y="1525"/>
                  </a:cubicBezTo>
                  <a:cubicBezTo>
                    <a:pt x="1215" y="1525"/>
                    <a:pt x="1548" y="1191"/>
                    <a:pt x="1548" y="763"/>
                  </a:cubicBezTo>
                  <a:cubicBezTo>
                    <a:pt x="1548" y="334"/>
                    <a:pt x="1215" y="1"/>
                    <a:pt x="786"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1" name="Google Shape;28831;p152"/>
            <p:cNvSpPr/>
            <p:nvPr/>
          </p:nvSpPr>
          <p:spPr>
            <a:xfrm>
              <a:off x="5693456" y="4169381"/>
              <a:ext cx="35653" cy="49563"/>
            </a:xfrm>
            <a:custGeom>
              <a:rect b="b" l="l" r="r" t="t"/>
              <a:pathLst>
                <a:path extrusionOk="0" h="1525" w="1097">
                  <a:moveTo>
                    <a:pt x="334" y="1"/>
                  </a:moveTo>
                  <a:cubicBezTo>
                    <a:pt x="215" y="1"/>
                    <a:pt x="96" y="24"/>
                    <a:pt x="1" y="48"/>
                  </a:cubicBezTo>
                  <a:cubicBezTo>
                    <a:pt x="263" y="167"/>
                    <a:pt x="453" y="429"/>
                    <a:pt x="453" y="763"/>
                  </a:cubicBezTo>
                  <a:cubicBezTo>
                    <a:pt x="453" y="1096"/>
                    <a:pt x="263" y="1358"/>
                    <a:pt x="1" y="1477"/>
                  </a:cubicBezTo>
                  <a:cubicBezTo>
                    <a:pt x="96" y="1525"/>
                    <a:pt x="215" y="1525"/>
                    <a:pt x="334" y="1525"/>
                  </a:cubicBezTo>
                  <a:cubicBezTo>
                    <a:pt x="787" y="1525"/>
                    <a:pt x="1096" y="1167"/>
                    <a:pt x="1096" y="763"/>
                  </a:cubicBezTo>
                  <a:cubicBezTo>
                    <a:pt x="1096" y="334"/>
                    <a:pt x="739" y="1"/>
                    <a:pt x="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2" name="Google Shape;28832;p152"/>
            <p:cNvSpPr/>
            <p:nvPr/>
          </p:nvSpPr>
          <p:spPr>
            <a:xfrm>
              <a:off x="5698103" y="4187971"/>
              <a:ext cx="11635" cy="12415"/>
            </a:xfrm>
            <a:custGeom>
              <a:rect b="b" l="l" r="r" t="t"/>
              <a:pathLst>
                <a:path extrusionOk="0" h="382" w="358">
                  <a:moveTo>
                    <a:pt x="191" y="0"/>
                  </a:moveTo>
                  <a:cubicBezTo>
                    <a:pt x="96" y="0"/>
                    <a:pt x="1" y="95"/>
                    <a:pt x="1" y="191"/>
                  </a:cubicBezTo>
                  <a:cubicBezTo>
                    <a:pt x="1" y="286"/>
                    <a:pt x="96" y="381"/>
                    <a:pt x="191" y="381"/>
                  </a:cubicBezTo>
                  <a:cubicBezTo>
                    <a:pt x="286" y="381"/>
                    <a:pt x="358" y="286"/>
                    <a:pt x="358" y="191"/>
                  </a:cubicBezTo>
                  <a:cubicBezTo>
                    <a:pt x="358" y="95"/>
                    <a:pt x="286" y="0"/>
                    <a:pt x="191"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3" name="Google Shape;28833;p152"/>
            <p:cNvSpPr/>
            <p:nvPr/>
          </p:nvSpPr>
          <p:spPr>
            <a:xfrm>
              <a:off x="5525496" y="4461166"/>
              <a:ext cx="357630" cy="21710"/>
            </a:xfrm>
            <a:custGeom>
              <a:rect b="b" l="l" r="r" t="t"/>
              <a:pathLst>
                <a:path extrusionOk="0" h="668" w="11004">
                  <a:moveTo>
                    <a:pt x="120" y="1"/>
                  </a:moveTo>
                  <a:cubicBezTo>
                    <a:pt x="49" y="1"/>
                    <a:pt x="1" y="72"/>
                    <a:pt x="1" y="120"/>
                  </a:cubicBezTo>
                  <a:lnTo>
                    <a:pt x="1" y="548"/>
                  </a:lnTo>
                  <a:cubicBezTo>
                    <a:pt x="1" y="596"/>
                    <a:pt x="49" y="667"/>
                    <a:pt x="120" y="667"/>
                  </a:cubicBezTo>
                  <a:lnTo>
                    <a:pt x="10860" y="667"/>
                  </a:lnTo>
                  <a:cubicBezTo>
                    <a:pt x="10932" y="667"/>
                    <a:pt x="11003" y="596"/>
                    <a:pt x="10979" y="548"/>
                  </a:cubicBezTo>
                  <a:lnTo>
                    <a:pt x="10979" y="120"/>
                  </a:lnTo>
                  <a:cubicBezTo>
                    <a:pt x="10979" y="72"/>
                    <a:pt x="10908" y="1"/>
                    <a:pt x="10860"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4" name="Google Shape;28834;p152"/>
            <p:cNvSpPr/>
            <p:nvPr/>
          </p:nvSpPr>
          <p:spPr>
            <a:xfrm>
              <a:off x="5858328" y="4461166"/>
              <a:ext cx="24797" cy="20930"/>
            </a:xfrm>
            <a:custGeom>
              <a:rect b="b" l="l" r="r" t="t"/>
              <a:pathLst>
                <a:path extrusionOk="0" h="644" w="763">
                  <a:moveTo>
                    <a:pt x="0" y="1"/>
                  </a:moveTo>
                  <a:cubicBezTo>
                    <a:pt x="48" y="1"/>
                    <a:pt x="95" y="72"/>
                    <a:pt x="95" y="120"/>
                  </a:cubicBezTo>
                  <a:lnTo>
                    <a:pt x="95" y="548"/>
                  </a:lnTo>
                  <a:cubicBezTo>
                    <a:pt x="95" y="596"/>
                    <a:pt x="48" y="644"/>
                    <a:pt x="0" y="644"/>
                  </a:cubicBezTo>
                  <a:lnTo>
                    <a:pt x="643" y="644"/>
                  </a:lnTo>
                  <a:cubicBezTo>
                    <a:pt x="715" y="644"/>
                    <a:pt x="762" y="596"/>
                    <a:pt x="762" y="548"/>
                  </a:cubicBezTo>
                  <a:lnTo>
                    <a:pt x="762" y="120"/>
                  </a:lnTo>
                  <a:cubicBezTo>
                    <a:pt x="762" y="72"/>
                    <a:pt x="691" y="1"/>
                    <a:pt x="643"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5" name="Google Shape;28835;p152"/>
            <p:cNvSpPr/>
            <p:nvPr/>
          </p:nvSpPr>
          <p:spPr>
            <a:xfrm>
              <a:off x="5558776" y="4237501"/>
              <a:ext cx="289510" cy="158697"/>
            </a:xfrm>
            <a:custGeom>
              <a:rect b="b" l="l" r="r" t="t"/>
              <a:pathLst>
                <a:path extrusionOk="0" h="4883" w="8908">
                  <a:moveTo>
                    <a:pt x="453" y="0"/>
                  </a:moveTo>
                  <a:cubicBezTo>
                    <a:pt x="215" y="0"/>
                    <a:pt x="1" y="215"/>
                    <a:pt x="1" y="453"/>
                  </a:cubicBezTo>
                  <a:lnTo>
                    <a:pt x="1" y="4620"/>
                  </a:lnTo>
                  <a:lnTo>
                    <a:pt x="4478" y="4882"/>
                  </a:lnTo>
                  <a:lnTo>
                    <a:pt x="8908" y="4620"/>
                  </a:lnTo>
                  <a:lnTo>
                    <a:pt x="8908" y="453"/>
                  </a:lnTo>
                  <a:cubicBezTo>
                    <a:pt x="8908" y="215"/>
                    <a:pt x="8693" y="0"/>
                    <a:pt x="8455"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6" name="Google Shape;28836;p152"/>
            <p:cNvSpPr/>
            <p:nvPr/>
          </p:nvSpPr>
          <p:spPr>
            <a:xfrm>
              <a:off x="5819621" y="4237501"/>
              <a:ext cx="28665" cy="158697"/>
            </a:xfrm>
            <a:custGeom>
              <a:rect b="b" l="l" r="r" t="t"/>
              <a:pathLst>
                <a:path extrusionOk="0" h="4883" w="882">
                  <a:moveTo>
                    <a:pt x="0" y="0"/>
                  </a:moveTo>
                  <a:cubicBezTo>
                    <a:pt x="191" y="0"/>
                    <a:pt x="358" y="167"/>
                    <a:pt x="358" y="357"/>
                  </a:cubicBezTo>
                  <a:lnTo>
                    <a:pt x="358" y="4882"/>
                  </a:lnTo>
                  <a:lnTo>
                    <a:pt x="882" y="4620"/>
                  </a:lnTo>
                  <a:lnTo>
                    <a:pt x="882" y="357"/>
                  </a:lnTo>
                  <a:cubicBezTo>
                    <a:pt x="882" y="167"/>
                    <a:pt x="739" y="0"/>
                    <a:pt x="524"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7" name="Google Shape;28837;p152"/>
            <p:cNvSpPr/>
            <p:nvPr/>
          </p:nvSpPr>
          <p:spPr>
            <a:xfrm>
              <a:off x="5587441" y="4266913"/>
              <a:ext cx="95225" cy="93665"/>
            </a:xfrm>
            <a:custGeom>
              <a:rect b="b" l="l" r="r" t="t"/>
              <a:pathLst>
                <a:path extrusionOk="0" h="2882" w="2930">
                  <a:moveTo>
                    <a:pt x="143" y="0"/>
                  </a:moveTo>
                  <a:cubicBezTo>
                    <a:pt x="48" y="0"/>
                    <a:pt x="0" y="48"/>
                    <a:pt x="0" y="143"/>
                  </a:cubicBezTo>
                  <a:lnTo>
                    <a:pt x="0" y="2739"/>
                  </a:lnTo>
                  <a:cubicBezTo>
                    <a:pt x="0" y="2834"/>
                    <a:pt x="48" y="2882"/>
                    <a:pt x="143" y="2882"/>
                  </a:cubicBezTo>
                  <a:lnTo>
                    <a:pt x="667" y="2882"/>
                  </a:lnTo>
                  <a:lnTo>
                    <a:pt x="1500" y="2667"/>
                  </a:lnTo>
                  <a:lnTo>
                    <a:pt x="2262" y="2882"/>
                  </a:lnTo>
                  <a:lnTo>
                    <a:pt x="2786" y="2882"/>
                  </a:lnTo>
                  <a:cubicBezTo>
                    <a:pt x="2882" y="2882"/>
                    <a:pt x="2929" y="2834"/>
                    <a:pt x="2882" y="2739"/>
                  </a:cubicBezTo>
                  <a:lnTo>
                    <a:pt x="2882" y="143"/>
                  </a:lnTo>
                  <a:cubicBezTo>
                    <a:pt x="2882" y="48"/>
                    <a:pt x="2810" y="0"/>
                    <a:pt x="273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8" name="Google Shape;28838;p152"/>
            <p:cNvSpPr/>
            <p:nvPr/>
          </p:nvSpPr>
          <p:spPr>
            <a:xfrm>
              <a:off x="5624588" y="4287031"/>
              <a:ext cx="23238" cy="30972"/>
            </a:xfrm>
            <a:custGeom>
              <a:rect b="b" l="l" r="r" t="t"/>
              <a:pathLst>
                <a:path extrusionOk="0" h="953" w="715">
                  <a:moveTo>
                    <a:pt x="357" y="0"/>
                  </a:moveTo>
                  <a:cubicBezTo>
                    <a:pt x="167" y="0"/>
                    <a:pt x="0" y="215"/>
                    <a:pt x="0" y="477"/>
                  </a:cubicBezTo>
                  <a:cubicBezTo>
                    <a:pt x="0" y="739"/>
                    <a:pt x="167" y="953"/>
                    <a:pt x="357" y="953"/>
                  </a:cubicBezTo>
                  <a:cubicBezTo>
                    <a:pt x="572" y="953"/>
                    <a:pt x="715" y="739"/>
                    <a:pt x="715" y="477"/>
                  </a:cubicBezTo>
                  <a:cubicBezTo>
                    <a:pt x="715" y="215"/>
                    <a:pt x="572" y="0"/>
                    <a:pt x="35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9" name="Google Shape;28839;p152"/>
            <p:cNvSpPr/>
            <p:nvPr/>
          </p:nvSpPr>
          <p:spPr>
            <a:xfrm>
              <a:off x="5610646" y="4337341"/>
              <a:ext cx="51122" cy="23238"/>
            </a:xfrm>
            <a:custGeom>
              <a:rect b="b" l="l" r="r" t="t"/>
              <a:pathLst>
                <a:path extrusionOk="0" h="715" w="1573">
                  <a:moveTo>
                    <a:pt x="596" y="0"/>
                  </a:moveTo>
                  <a:cubicBezTo>
                    <a:pt x="262" y="0"/>
                    <a:pt x="0" y="262"/>
                    <a:pt x="0" y="596"/>
                  </a:cubicBezTo>
                  <a:lnTo>
                    <a:pt x="0" y="715"/>
                  </a:lnTo>
                  <a:lnTo>
                    <a:pt x="1572" y="715"/>
                  </a:lnTo>
                  <a:lnTo>
                    <a:pt x="1572" y="596"/>
                  </a:lnTo>
                  <a:cubicBezTo>
                    <a:pt x="1572" y="262"/>
                    <a:pt x="1310" y="0"/>
                    <a:pt x="97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0" name="Google Shape;28840;p152"/>
            <p:cNvSpPr/>
            <p:nvPr/>
          </p:nvSpPr>
          <p:spPr>
            <a:xfrm>
              <a:off x="5660956" y="4266913"/>
              <a:ext cx="21710" cy="93665"/>
            </a:xfrm>
            <a:custGeom>
              <a:rect b="b" l="l" r="r" t="t"/>
              <a:pathLst>
                <a:path extrusionOk="0" h="2882" w="668">
                  <a:moveTo>
                    <a:pt x="0" y="0"/>
                  </a:moveTo>
                  <a:cubicBezTo>
                    <a:pt x="72" y="0"/>
                    <a:pt x="143" y="48"/>
                    <a:pt x="143" y="143"/>
                  </a:cubicBezTo>
                  <a:lnTo>
                    <a:pt x="143" y="2739"/>
                  </a:lnTo>
                  <a:cubicBezTo>
                    <a:pt x="143" y="2834"/>
                    <a:pt x="72" y="2882"/>
                    <a:pt x="0" y="2882"/>
                  </a:cubicBezTo>
                  <a:lnTo>
                    <a:pt x="524" y="2882"/>
                  </a:lnTo>
                  <a:cubicBezTo>
                    <a:pt x="620" y="2882"/>
                    <a:pt x="667" y="2834"/>
                    <a:pt x="667" y="2739"/>
                  </a:cubicBezTo>
                  <a:lnTo>
                    <a:pt x="667" y="143"/>
                  </a:lnTo>
                  <a:cubicBezTo>
                    <a:pt x="667" y="48"/>
                    <a:pt x="620" y="0"/>
                    <a:pt x="524" y="0"/>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1" name="Google Shape;28841;p152"/>
            <p:cNvSpPr/>
            <p:nvPr/>
          </p:nvSpPr>
          <p:spPr>
            <a:xfrm>
              <a:off x="5720561" y="4266913"/>
              <a:ext cx="96005" cy="93665"/>
            </a:xfrm>
            <a:custGeom>
              <a:rect b="b" l="l" r="r" t="t"/>
              <a:pathLst>
                <a:path extrusionOk="0" h="2882" w="2954">
                  <a:moveTo>
                    <a:pt x="143" y="0"/>
                  </a:moveTo>
                  <a:cubicBezTo>
                    <a:pt x="72" y="0"/>
                    <a:pt x="0" y="48"/>
                    <a:pt x="0" y="143"/>
                  </a:cubicBezTo>
                  <a:lnTo>
                    <a:pt x="0" y="2739"/>
                  </a:lnTo>
                  <a:cubicBezTo>
                    <a:pt x="0" y="2834"/>
                    <a:pt x="72" y="2882"/>
                    <a:pt x="143" y="2882"/>
                  </a:cubicBezTo>
                  <a:lnTo>
                    <a:pt x="691" y="2882"/>
                  </a:lnTo>
                  <a:lnTo>
                    <a:pt x="1524" y="2667"/>
                  </a:lnTo>
                  <a:lnTo>
                    <a:pt x="2263" y="2882"/>
                  </a:lnTo>
                  <a:lnTo>
                    <a:pt x="2810" y="2882"/>
                  </a:lnTo>
                  <a:cubicBezTo>
                    <a:pt x="2882" y="2882"/>
                    <a:pt x="2953" y="2834"/>
                    <a:pt x="2882" y="2739"/>
                  </a:cubicBezTo>
                  <a:lnTo>
                    <a:pt x="2882" y="143"/>
                  </a:lnTo>
                  <a:cubicBezTo>
                    <a:pt x="2882" y="48"/>
                    <a:pt x="2834" y="0"/>
                    <a:pt x="2739" y="0"/>
                  </a:cubicBezTo>
                  <a:close/>
                </a:path>
              </a:pathLst>
            </a:custGeom>
            <a:solidFill>
              <a:srgbClr val="DF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2" name="Google Shape;28842;p152"/>
            <p:cNvSpPr/>
            <p:nvPr/>
          </p:nvSpPr>
          <p:spPr>
            <a:xfrm>
              <a:off x="5757708" y="4287031"/>
              <a:ext cx="23238" cy="30972"/>
            </a:xfrm>
            <a:custGeom>
              <a:rect b="b" l="l" r="r" t="t"/>
              <a:pathLst>
                <a:path extrusionOk="0" h="953" w="715">
                  <a:moveTo>
                    <a:pt x="357" y="0"/>
                  </a:moveTo>
                  <a:cubicBezTo>
                    <a:pt x="143" y="0"/>
                    <a:pt x="0" y="215"/>
                    <a:pt x="0" y="477"/>
                  </a:cubicBezTo>
                  <a:cubicBezTo>
                    <a:pt x="0" y="739"/>
                    <a:pt x="143" y="953"/>
                    <a:pt x="357" y="953"/>
                  </a:cubicBezTo>
                  <a:cubicBezTo>
                    <a:pt x="548" y="953"/>
                    <a:pt x="715" y="739"/>
                    <a:pt x="715" y="477"/>
                  </a:cubicBezTo>
                  <a:cubicBezTo>
                    <a:pt x="715" y="215"/>
                    <a:pt x="548" y="0"/>
                    <a:pt x="35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3" name="Google Shape;28843;p152"/>
            <p:cNvSpPr/>
            <p:nvPr/>
          </p:nvSpPr>
          <p:spPr>
            <a:xfrm>
              <a:off x="5743766" y="4337341"/>
              <a:ext cx="51122" cy="23238"/>
            </a:xfrm>
            <a:custGeom>
              <a:rect b="b" l="l" r="r" t="t"/>
              <a:pathLst>
                <a:path extrusionOk="0" h="715" w="1573">
                  <a:moveTo>
                    <a:pt x="596" y="0"/>
                  </a:moveTo>
                  <a:cubicBezTo>
                    <a:pt x="263" y="0"/>
                    <a:pt x="1" y="262"/>
                    <a:pt x="1" y="596"/>
                  </a:cubicBezTo>
                  <a:lnTo>
                    <a:pt x="1" y="715"/>
                  </a:lnTo>
                  <a:lnTo>
                    <a:pt x="1572" y="715"/>
                  </a:lnTo>
                  <a:lnTo>
                    <a:pt x="1572" y="596"/>
                  </a:lnTo>
                  <a:cubicBezTo>
                    <a:pt x="1572" y="262"/>
                    <a:pt x="1310" y="0"/>
                    <a:pt x="977"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4" name="Google Shape;28844;p152"/>
            <p:cNvSpPr/>
            <p:nvPr/>
          </p:nvSpPr>
          <p:spPr>
            <a:xfrm>
              <a:off x="5794076" y="4266913"/>
              <a:ext cx="22490" cy="93665"/>
            </a:xfrm>
            <a:custGeom>
              <a:rect b="b" l="l" r="r" t="t"/>
              <a:pathLst>
                <a:path extrusionOk="0" h="2882" w="692">
                  <a:moveTo>
                    <a:pt x="1" y="0"/>
                  </a:moveTo>
                  <a:cubicBezTo>
                    <a:pt x="96" y="0"/>
                    <a:pt x="143" y="48"/>
                    <a:pt x="143" y="143"/>
                  </a:cubicBezTo>
                  <a:lnTo>
                    <a:pt x="143" y="2739"/>
                  </a:lnTo>
                  <a:cubicBezTo>
                    <a:pt x="143" y="2834"/>
                    <a:pt x="96" y="2882"/>
                    <a:pt x="1" y="2882"/>
                  </a:cubicBezTo>
                  <a:lnTo>
                    <a:pt x="548" y="2882"/>
                  </a:lnTo>
                  <a:cubicBezTo>
                    <a:pt x="620" y="2882"/>
                    <a:pt x="691" y="2834"/>
                    <a:pt x="691" y="2739"/>
                  </a:cubicBezTo>
                  <a:lnTo>
                    <a:pt x="691" y="143"/>
                  </a:lnTo>
                  <a:cubicBezTo>
                    <a:pt x="691" y="48"/>
                    <a:pt x="620" y="0"/>
                    <a:pt x="548" y="0"/>
                  </a:cubicBezTo>
                  <a:close/>
                </a:path>
              </a:pathLst>
            </a:custGeom>
            <a:solidFill>
              <a:srgbClr val="D5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5" name="Google Shape;28845;p152"/>
            <p:cNvSpPr/>
            <p:nvPr/>
          </p:nvSpPr>
          <p:spPr>
            <a:xfrm>
              <a:off x="5560336" y="4387651"/>
              <a:ext cx="288730" cy="31753"/>
            </a:xfrm>
            <a:custGeom>
              <a:rect b="b" l="l" r="r" t="t"/>
              <a:pathLst>
                <a:path extrusionOk="0" h="977" w="8884">
                  <a:moveTo>
                    <a:pt x="1" y="0"/>
                  </a:moveTo>
                  <a:lnTo>
                    <a:pt x="1" y="619"/>
                  </a:lnTo>
                  <a:cubicBezTo>
                    <a:pt x="1" y="834"/>
                    <a:pt x="143" y="977"/>
                    <a:pt x="358" y="977"/>
                  </a:cubicBezTo>
                  <a:lnTo>
                    <a:pt x="8526" y="977"/>
                  </a:lnTo>
                  <a:cubicBezTo>
                    <a:pt x="8740" y="977"/>
                    <a:pt x="8883" y="834"/>
                    <a:pt x="8883" y="619"/>
                  </a:cubicBezTo>
                  <a:lnTo>
                    <a:pt x="8883"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6" name="Google Shape;28846;p152"/>
            <p:cNvSpPr/>
            <p:nvPr/>
          </p:nvSpPr>
          <p:spPr>
            <a:xfrm>
              <a:off x="5819621" y="4387651"/>
              <a:ext cx="28665" cy="30972"/>
            </a:xfrm>
            <a:custGeom>
              <a:rect b="b" l="l" r="r" t="t"/>
              <a:pathLst>
                <a:path extrusionOk="0" h="953" w="882">
                  <a:moveTo>
                    <a:pt x="358" y="0"/>
                  </a:moveTo>
                  <a:lnTo>
                    <a:pt x="358" y="596"/>
                  </a:lnTo>
                  <a:cubicBezTo>
                    <a:pt x="358" y="810"/>
                    <a:pt x="191" y="953"/>
                    <a:pt x="0" y="953"/>
                  </a:cubicBezTo>
                  <a:lnTo>
                    <a:pt x="524" y="953"/>
                  </a:lnTo>
                  <a:cubicBezTo>
                    <a:pt x="739" y="953"/>
                    <a:pt x="882" y="810"/>
                    <a:pt x="882" y="596"/>
                  </a:cubicBezTo>
                  <a:lnTo>
                    <a:pt x="882" y="0"/>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7" name="Google Shape;28847;p152"/>
          <p:cNvGrpSpPr/>
          <p:nvPr/>
        </p:nvGrpSpPr>
        <p:grpSpPr>
          <a:xfrm>
            <a:off x="6279366" y="4037098"/>
            <a:ext cx="358378" cy="272480"/>
            <a:chOff x="6279366" y="4189498"/>
            <a:chExt cx="358378" cy="272480"/>
          </a:xfrm>
        </p:grpSpPr>
        <p:sp>
          <p:nvSpPr>
            <p:cNvPr id="28848" name="Google Shape;28848;p152"/>
            <p:cNvSpPr/>
            <p:nvPr/>
          </p:nvSpPr>
          <p:spPr>
            <a:xfrm>
              <a:off x="6280146" y="4229766"/>
              <a:ext cx="357598" cy="232213"/>
            </a:xfrm>
            <a:custGeom>
              <a:rect b="b" l="l" r="r" t="t"/>
              <a:pathLst>
                <a:path extrusionOk="0" h="7145" w="11003">
                  <a:moveTo>
                    <a:pt x="5668" y="0"/>
                  </a:moveTo>
                  <a:lnTo>
                    <a:pt x="0" y="119"/>
                  </a:lnTo>
                  <a:lnTo>
                    <a:pt x="0" y="6978"/>
                  </a:lnTo>
                  <a:cubicBezTo>
                    <a:pt x="0" y="7073"/>
                    <a:pt x="71" y="7144"/>
                    <a:pt x="167" y="7144"/>
                  </a:cubicBezTo>
                  <a:lnTo>
                    <a:pt x="10836" y="7144"/>
                  </a:lnTo>
                  <a:cubicBezTo>
                    <a:pt x="10907" y="7144"/>
                    <a:pt x="11002" y="7073"/>
                    <a:pt x="11002" y="6978"/>
                  </a:cubicBezTo>
                  <a:lnTo>
                    <a:pt x="11002" y="119"/>
                  </a:lnTo>
                  <a:lnTo>
                    <a:pt x="566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9" name="Google Shape;28849;p152"/>
            <p:cNvSpPr/>
            <p:nvPr/>
          </p:nvSpPr>
          <p:spPr>
            <a:xfrm>
              <a:off x="6609826" y="4229766"/>
              <a:ext cx="27138" cy="232213"/>
            </a:xfrm>
            <a:custGeom>
              <a:rect b="b" l="l" r="r" t="t"/>
              <a:pathLst>
                <a:path extrusionOk="0" h="7145" w="835">
                  <a:moveTo>
                    <a:pt x="168" y="0"/>
                  </a:moveTo>
                  <a:lnTo>
                    <a:pt x="168" y="6978"/>
                  </a:lnTo>
                  <a:cubicBezTo>
                    <a:pt x="168" y="7073"/>
                    <a:pt x="96" y="7144"/>
                    <a:pt x="1" y="7144"/>
                  </a:cubicBezTo>
                  <a:lnTo>
                    <a:pt x="644" y="7144"/>
                  </a:lnTo>
                  <a:cubicBezTo>
                    <a:pt x="739" y="7144"/>
                    <a:pt x="834" y="7073"/>
                    <a:pt x="834" y="6978"/>
                  </a:cubicBezTo>
                  <a:lnTo>
                    <a:pt x="834" y="119"/>
                  </a:lnTo>
                  <a:lnTo>
                    <a:pt x="168"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0" name="Google Shape;28850;p152"/>
            <p:cNvSpPr/>
            <p:nvPr/>
          </p:nvSpPr>
          <p:spPr>
            <a:xfrm>
              <a:off x="6279366" y="4190278"/>
              <a:ext cx="202020" cy="271700"/>
            </a:xfrm>
            <a:custGeom>
              <a:rect b="b" l="l" r="r" t="t"/>
              <a:pathLst>
                <a:path extrusionOk="0" h="8360" w="6216">
                  <a:moveTo>
                    <a:pt x="191" y="1"/>
                  </a:moveTo>
                  <a:cubicBezTo>
                    <a:pt x="95" y="1"/>
                    <a:pt x="0" y="96"/>
                    <a:pt x="0" y="191"/>
                  </a:cubicBezTo>
                  <a:lnTo>
                    <a:pt x="0" y="8193"/>
                  </a:lnTo>
                  <a:cubicBezTo>
                    <a:pt x="0" y="8288"/>
                    <a:pt x="95" y="8359"/>
                    <a:pt x="191" y="8359"/>
                  </a:cubicBezTo>
                  <a:lnTo>
                    <a:pt x="6216" y="8359"/>
                  </a:lnTo>
                  <a:lnTo>
                    <a:pt x="6216" y="1"/>
                  </a:lnTo>
                  <a:close/>
                </a:path>
              </a:pathLst>
            </a:custGeom>
            <a:solidFill>
              <a:srgbClr val="F0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1" name="Google Shape;28851;p152"/>
            <p:cNvSpPr/>
            <p:nvPr/>
          </p:nvSpPr>
          <p:spPr>
            <a:xfrm>
              <a:off x="6280146" y="4189498"/>
              <a:ext cx="357598" cy="44168"/>
            </a:xfrm>
            <a:custGeom>
              <a:rect b="b" l="l" r="r" t="t"/>
              <a:pathLst>
                <a:path extrusionOk="0" h="1359" w="11003">
                  <a:moveTo>
                    <a:pt x="167" y="1"/>
                  </a:moveTo>
                  <a:cubicBezTo>
                    <a:pt x="71" y="1"/>
                    <a:pt x="0" y="96"/>
                    <a:pt x="0" y="167"/>
                  </a:cubicBezTo>
                  <a:lnTo>
                    <a:pt x="0" y="1358"/>
                  </a:lnTo>
                  <a:lnTo>
                    <a:pt x="11002" y="1358"/>
                  </a:lnTo>
                  <a:lnTo>
                    <a:pt x="11002" y="167"/>
                  </a:lnTo>
                  <a:cubicBezTo>
                    <a:pt x="11002" y="96"/>
                    <a:pt x="10907" y="1"/>
                    <a:pt x="1083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2" name="Google Shape;28852;p152"/>
            <p:cNvSpPr/>
            <p:nvPr/>
          </p:nvSpPr>
          <p:spPr>
            <a:xfrm>
              <a:off x="6610606" y="4190278"/>
              <a:ext cx="27138" cy="44915"/>
            </a:xfrm>
            <a:custGeom>
              <a:rect b="b" l="l" r="r" t="t"/>
              <a:pathLst>
                <a:path extrusionOk="0" h="1382" w="835">
                  <a:moveTo>
                    <a:pt x="1" y="1"/>
                  </a:moveTo>
                  <a:cubicBezTo>
                    <a:pt x="96" y="1"/>
                    <a:pt x="191" y="96"/>
                    <a:pt x="191" y="191"/>
                  </a:cubicBezTo>
                  <a:lnTo>
                    <a:pt x="191" y="1382"/>
                  </a:lnTo>
                  <a:lnTo>
                    <a:pt x="834" y="1382"/>
                  </a:lnTo>
                  <a:lnTo>
                    <a:pt x="834" y="191"/>
                  </a:lnTo>
                  <a:cubicBezTo>
                    <a:pt x="834" y="96"/>
                    <a:pt x="739" y="1"/>
                    <a:pt x="6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3" name="Google Shape;28853;p152"/>
            <p:cNvSpPr/>
            <p:nvPr/>
          </p:nvSpPr>
          <p:spPr>
            <a:xfrm>
              <a:off x="6554121" y="4205748"/>
              <a:ext cx="12415" cy="11668"/>
            </a:xfrm>
            <a:custGeom>
              <a:rect b="b" l="l" r="r" t="t"/>
              <a:pathLst>
                <a:path extrusionOk="0" h="359" w="382">
                  <a:moveTo>
                    <a:pt x="191" y="1"/>
                  </a:moveTo>
                  <a:cubicBezTo>
                    <a:pt x="96" y="1"/>
                    <a:pt x="0" y="72"/>
                    <a:pt x="0" y="168"/>
                  </a:cubicBezTo>
                  <a:cubicBezTo>
                    <a:pt x="0" y="287"/>
                    <a:pt x="96" y="358"/>
                    <a:pt x="191" y="358"/>
                  </a:cubicBezTo>
                  <a:cubicBezTo>
                    <a:pt x="286" y="358"/>
                    <a:pt x="381" y="287"/>
                    <a:pt x="381" y="168"/>
                  </a:cubicBezTo>
                  <a:cubicBezTo>
                    <a:pt x="381" y="72"/>
                    <a:pt x="286"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4" name="Google Shape;28854;p152"/>
            <p:cNvSpPr/>
            <p:nvPr/>
          </p:nvSpPr>
          <p:spPr>
            <a:xfrm>
              <a:off x="6578106" y="4205748"/>
              <a:ext cx="11635" cy="11668"/>
            </a:xfrm>
            <a:custGeom>
              <a:rect b="b" l="l" r="r" t="t"/>
              <a:pathLst>
                <a:path extrusionOk="0" h="359" w="358">
                  <a:moveTo>
                    <a:pt x="167" y="1"/>
                  </a:moveTo>
                  <a:cubicBezTo>
                    <a:pt x="72" y="1"/>
                    <a:pt x="1" y="72"/>
                    <a:pt x="1" y="168"/>
                  </a:cubicBezTo>
                  <a:cubicBezTo>
                    <a:pt x="1" y="287"/>
                    <a:pt x="72" y="358"/>
                    <a:pt x="167" y="358"/>
                  </a:cubicBezTo>
                  <a:cubicBezTo>
                    <a:pt x="263" y="358"/>
                    <a:pt x="358" y="287"/>
                    <a:pt x="358" y="168"/>
                  </a:cubicBezTo>
                  <a:cubicBezTo>
                    <a:pt x="358" y="72"/>
                    <a:pt x="263" y="1"/>
                    <a:pt x="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5" name="Google Shape;28855;p152"/>
            <p:cNvSpPr/>
            <p:nvPr/>
          </p:nvSpPr>
          <p:spPr>
            <a:xfrm>
              <a:off x="6599783" y="4205748"/>
              <a:ext cx="11635" cy="11668"/>
            </a:xfrm>
            <a:custGeom>
              <a:rect b="b" l="l" r="r" t="t"/>
              <a:pathLst>
                <a:path extrusionOk="0" h="359" w="358">
                  <a:moveTo>
                    <a:pt x="191" y="1"/>
                  </a:moveTo>
                  <a:cubicBezTo>
                    <a:pt x="96" y="1"/>
                    <a:pt x="0" y="72"/>
                    <a:pt x="0" y="168"/>
                  </a:cubicBezTo>
                  <a:cubicBezTo>
                    <a:pt x="0" y="287"/>
                    <a:pt x="96" y="358"/>
                    <a:pt x="191" y="358"/>
                  </a:cubicBezTo>
                  <a:cubicBezTo>
                    <a:pt x="286" y="358"/>
                    <a:pt x="358" y="287"/>
                    <a:pt x="358" y="168"/>
                  </a:cubicBezTo>
                  <a:cubicBezTo>
                    <a:pt x="358" y="72"/>
                    <a:pt x="286" y="1"/>
                    <a:pt x="19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6" name="Google Shape;28856;p152"/>
            <p:cNvSpPr/>
            <p:nvPr/>
          </p:nvSpPr>
          <p:spPr>
            <a:xfrm>
              <a:off x="6321161" y="4311016"/>
              <a:ext cx="21678" cy="21710"/>
            </a:xfrm>
            <a:custGeom>
              <a:rect b="b" l="l" r="r" t="t"/>
              <a:pathLst>
                <a:path extrusionOk="0" h="668" w="667">
                  <a:moveTo>
                    <a:pt x="334" y="1"/>
                  </a:moveTo>
                  <a:cubicBezTo>
                    <a:pt x="143" y="1"/>
                    <a:pt x="0" y="143"/>
                    <a:pt x="0" y="334"/>
                  </a:cubicBezTo>
                  <a:cubicBezTo>
                    <a:pt x="0" y="525"/>
                    <a:pt x="143" y="667"/>
                    <a:pt x="334" y="667"/>
                  </a:cubicBezTo>
                  <a:cubicBezTo>
                    <a:pt x="524" y="667"/>
                    <a:pt x="667" y="525"/>
                    <a:pt x="667" y="334"/>
                  </a:cubicBezTo>
                  <a:cubicBezTo>
                    <a:pt x="667" y="143"/>
                    <a:pt x="524"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7" name="Google Shape;28857;p152"/>
            <p:cNvSpPr/>
            <p:nvPr/>
          </p:nvSpPr>
          <p:spPr>
            <a:xfrm>
              <a:off x="6370691" y="4311016"/>
              <a:ext cx="21710" cy="21710"/>
            </a:xfrm>
            <a:custGeom>
              <a:rect b="b" l="l" r="r" t="t"/>
              <a:pathLst>
                <a:path extrusionOk="0" h="668" w="668">
                  <a:moveTo>
                    <a:pt x="334" y="1"/>
                  </a:moveTo>
                  <a:cubicBezTo>
                    <a:pt x="143" y="1"/>
                    <a:pt x="0" y="143"/>
                    <a:pt x="0" y="334"/>
                  </a:cubicBezTo>
                  <a:cubicBezTo>
                    <a:pt x="0" y="525"/>
                    <a:pt x="143" y="667"/>
                    <a:pt x="334" y="667"/>
                  </a:cubicBezTo>
                  <a:cubicBezTo>
                    <a:pt x="500" y="667"/>
                    <a:pt x="667" y="525"/>
                    <a:pt x="667" y="334"/>
                  </a:cubicBezTo>
                  <a:cubicBezTo>
                    <a:pt x="667" y="143"/>
                    <a:pt x="500"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8" name="Google Shape;28858;p152"/>
            <p:cNvSpPr/>
            <p:nvPr/>
          </p:nvSpPr>
          <p:spPr>
            <a:xfrm>
              <a:off x="6421001" y="4311016"/>
              <a:ext cx="21710" cy="21710"/>
            </a:xfrm>
            <a:custGeom>
              <a:rect b="b" l="l" r="r" t="t"/>
              <a:pathLst>
                <a:path extrusionOk="0" h="668" w="668">
                  <a:moveTo>
                    <a:pt x="334" y="1"/>
                  </a:moveTo>
                  <a:cubicBezTo>
                    <a:pt x="143" y="1"/>
                    <a:pt x="0" y="143"/>
                    <a:pt x="0" y="334"/>
                  </a:cubicBezTo>
                  <a:cubicBezTo>
                    <a:pt x="0" y="525"/>
                    <a:pt x="143" y="667"/>
                    <a:pt x="334" y="667"/>
                  </a:cubicBezTo>
                  <a:cubicBezTo>
                    <a:pt x="500" y="667"/>
                    <a:pt x="667" y="525"/>
                    <a:pt x="667" y="334"/>
                  </a:cubicBezTo>
                  <a:cubicBezTo>
                    <a:pt x="667" y="143"/>
                    <a:pt x="500"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9" name="Google Shape;28859;p152"/>
            <p:cNvSpPr/>
            <p:nvPr/>
          </p:nvSpPr>
          <p:spPr>
            <a:xfrm>
              <a:off x="6321161" y="4406208"/>
              <a:ext cx="21678" cy="20930"/>
            </a:xfrm>
            <a:custGeom>
              <a:rect b="b" l="l" r="r" t="t"/>
              <a:pathLst>
                <a:path extrusionOk="0" h="644" w="667">
                  <a:moveTo>
                    <a:pt x="334" y="1"/>
                  </a:moveTo>
                  <a:cubicBezTo>
                    <a:pt x="143" y="1"/>
                    <a:pt x="0" y="144"/>
                    <a:pt x="0" y="334"/>
                  </a:cubicBezTo>
                  <a:cubicBezTo>
                    <a:pt x="0" y="501"/>
                    <a:pt x="143" y="644"/>
                    <a:pt x="334" y="644"/>
                  </a:cubicBezTo>
                  <a:cubicBezTo>
                    <a:pt x="524" y="644"/>
                    <a:pt x="667" y="501"/>
                    <a:pt x="667" y="334"/>
                  </a:cubicBezTo>
                  <a:cubicBezTo>
                    <a:pt x="667" y="144"/>
                    <a:pt x="524"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0" name="Google Shape;28860;p152"/>
            <p:cNvSpPr/>
            <p:nvPr/>
          </p:nvSpPr>
          <p:spPr>
            <a:xfrm>
              <a:off x="6370691" y="4406208"/>
              <a:ext cx="21710" cy="20930"/>
            </a:xfrm>
            <a:custGeom>
              <a:rect b="b" l="l" r="r" t="t"/>
              <a:pathLst>
                <a:path extrusionOk="0" h="644" w="668">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1" name="Google Shape;28861;p152"/>
            <p:cNvSpPr/>
            <p:nvPr/>
          </p:nvSpPr>
          <p:spPr>
            <a:xfrm>
              <a:off x="6421001" y="4406208"/>
              <a:ext cx="21710" cy="20930"/>
            </a:xfrm>
            <a:custGeom>
              <a:rect b="b" l="l" r="r" t="t"/>
              <a:pathLst>
                <a:path extrusionOk="0" h="644" w="668">
                  <a:moveTo>
                    <a:pt x="334" y="1"/>
                  </a:moveTo>
                  <a:cubicBezTo>
                    <a:pt x="143" y="1"/>
                    <a:pt x="0" y="144"/>
                    <a:pt x="0" y="334"/>
                  </a:cubicBezTo>
                  <a:cubicBezTo>
                    <a:pt x="0" y="501"/>
                    <a:pt x="143" y="644"/>
                    <a:pt x="334" y="644"/>
                  </a:cubicBezTo>
                  <a:cubicBezTo>
                    <a:pt x="500" y="644"/>
                    <a:pt x="667" y="501"/>
                    <a:pt x="667" y="334"/>
                  </a:cubicBezTo>
                  <a:cubicBezTo>
                    <a:pt x="667" y="144"/>
                    <a:pt x="500" y="1"/>
                    <a:pt x="3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2" name="Google Shape;28862;p152"/>
            <p:cNvSpPr/>
            <p:nvPr/>
          </p:nvSpPr>
          <p:spPr>
            <a:xfrm>
              <a:off x="6516193" y="4261811"/>
              <a:ext cx="89050" cy="173713"/>
            </a:xfrm>
            <a:custGeom>
              <a:rect b="b" l="l" r="r" t="t"/>
              <a:pathLst>
                <a:path extrusionOk="0" h="5345" w="2740">
                  <a:moveTo>
                    <a:pt x="2309" y="0"/>
                  </a:moveTo>
                  <a:cubicBezTo>
                    <a:pt x="2178" y="0"/>
                    <a:pt x="2046" y="84"/>
                    <a:pt x="1977" y="205"/>
                  </a:cubicBezTo>
                  <a:lnTo>
                    <a:pt x="48" y="4682"/>
                  </a:lnTo>
                  <a:cubicBezTo>
                    <a:pt x="0" y="4801"/>
                    <a:pt x="0" y="4920"/>
                    <a:pt x="24" y="5039"/>
                  </a:cubicBezTo>
                  <a:lnTo>
                    <a:pt x="72" y="5277"/>
                  </a:lnTo>
                  <a:cubicBezTo>
                    <a:pt x="72" y="5311"/>
                    <a:pt x="119" y="5345"/>
                    <a:pt x="173" y="5345"/>
                  </a:cubicBezTo>
                  <a:cubicBezTo>
                    <a:pt x="195" y="5345"/>
                    <a:pt x="218" y="5339"/>
                    <a:pt x="239" y="5325"/>
                  </a:cubicBezTo>
                  <a:lnTo>
                    <a:pt x="477" y="5206"/>
                  </a:lnTo>
                  <a:cubicBezTo>
                    <a:pt x="596" y="5158"/>
                    <a:pt x="667" y="5063"/>
                    <a:pt x="715" y="4968"/>
                  </a:cubicBezTo>
                  <a:lnTo>
                    <a:pt x="2644" y="514"/>
                  </a:lnTo>
                  <a:cubicBezTo>
                    <a:pt x="2739" y="324"/>
                    <a:pt x="2644" y="110"/>
                    <a:pt x="2453" y="38"/>
                  </a:cubicBezTo>
                  <a:cubicBezTo>
                    <a:pt x="2408" y="12"/>
                    <a:pt x="2359" y="0"/>
                    <a:pt x="230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3" name="Google Shape;28863;p152"/>
            <p:cNvSpPr/>
            <p:nvPr/>
          </p:nvSpPr>
          <p:spPr>
            <a:xfrm>
              <a:off x="6315733" y="4263046"/>
              <a:ext cx="11635" cy="11635"/>
            </a:xfrm>
            <a:custGeom>
              <a:rect b="b" l="l" r="r" t="t"/>
              <a:pathLst>
                <a:path extrusionOk="0" h="358" w="358">
                  <a:moveTo>
                    <a:pt x="167" y="0"/>
                  </a:moveTo>
                  <a:cubicBezTo>
                    <a:pt x="72" y="0"/>
                    <a:pt x="0" y="72"/>
                    <a:pt x="0" y="167"/>
                  </a:cubicBezTo>
                  <a:cubicBezTo>
                    <a:pt x="0" y="262"/>
                    <a:pt x="72" y="357"/>
                    <a:pt x="167" y="357"/>
                  </a:cubicBezTo>
                  <a:cubicBezTo>
                    <a:pt x="262" y="357"/>
                    <a:pt x="358" y="262"/>
                    <a:pt x="358" y="167"/>
                  </a:cubicBezTo>
                  <a:cubicBezTo>
                    <a:pt x="358" y="72"/>
                    <a:pt x="262"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4" name="Google Shape;28864;p152"/>
            <p:cNvSpPr/>
            <p:nvPr/>
          </p:nvSpPr>
          <p:spPr>
            <a:xfrm>
              <a:off x="6314173" y="4286251"/>
              <a:ext cx="76668" cy="10855"/>
            </a:xfrm>
            <a:custGeom>
              <a:rect b="b" l="l" r="r" t="t"/>
              <a:pathLst>
                <a:path extrusionOk="0" h="334" w="2359">
                  <a:moveTo>
                    <a:pt x="191" y="1"/>
                  </a:moveTo>
                  <a:cubicBezTo>
                    <a:pt x="72" y="1"/>
                    <a:pt x="1" y="96"/>
                    <a:pt x="1" y="167"/>
                  </a:cubicBezTo>
                  <a:cubicBezTo>
                    <a:pt x="48" y="262"/>
                    <a:pt x="96" y="334"/>
                    <a:pt x="191" y="334"/>
                  </a:cubicBezTo>
                  <a:lnTo>
                    <a:pt x="2192" y="334"/>
                  </a:lnTo>
                  <a:cubicBezTo>
                    <a:pt x="2311" y="334"/>
                    <a:pt x="2358" y="239"/>
                    <a:pt x="2358" y="143"/>
                  </a:cubicBezTo>
                  <a:cubicBezTo>
                    <a:pt x="2335" y="48"/>
                    <a:pt x="2287" y="1"/>
                    <a:pt x="2192"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5" name="Google Shape;28865;p152"/>
            <p:cNvSpPr/>
            <p:nvPr/>
          </p:nvSpPr>
          <p:spPr>
            <a:xfrm>
              <a:off x="6335071" y="4263046"/>
              <a:ext cx="113035" cy="10855"/>
            </a:xfrm>
            <a:custGeom>
              <a:rect b="b" l="l" r="r" t="t"/>
              <a:pathLst>
                <a:path extrusionOk="0" h="334" w="3478">
                  <a:moveTo>
                    <a:pt x="168" y="0"/>
                  </a:moveTo>
                  <a:cubicBezTo>
                    <a:pt x="48" y="0"/>
                    <a:pt x="1" y="95"/>
                    <a:pt x="1" y="167"/>
                  </a:cubicBezTo>
                  <a:cubicBezTo>
                    <a:pt x="25" y="262"/>
                    <a:pt x="96" y="334"/>
                    <a:pt x="168" y="334"/>
                  </a:cubicBezTo>
                  <a:lnTo>
                    <a:pt x="3311" y="334"/>
                  </a:lnTo>
                  <a:cubicBezTo>
                    <a:pt x="3382" y="334"/>
                    <a:pt x="3478" y="262"/>
                    <a:pt x="3478" y="143"/>
                  </a:cubicBezTo>
                  <a:cubicBezTo>
                    <a:pt x="3454" y="48"/>
                    <a:pt x="3382" y="0"/>
                    <a:pt x="331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6" name="Google Shape;28866;p152"/>
            <p:cNvSpPr/>
            <p:nvPr/>
          </p:nvSpPr>
          <p:spPr>
            <a:xfrm>
              <a:off x="6315733" y="4357458"/>
              <a:ext cx="11635" cy="11635"/>
            </a:xfrm>
            <a:custGeom>
              <a:rect b="b" l="l" r="r" t="t"/>
              <a:pathLst>
                <a:path extrusionOk="0" h="358" w="358">
                  <a:moveTo>
                    <a:pt x="167" y="0"/>
                  </a:moveTo>
                  <a:cubicBezTo>
                    <a:pt x="72" y="0"/>
                    <a:pt x="0" y="96"/>
                    <a:pt x="0" y="191"/>
                  </a:cubicBezTo>
                  <a:cubicBezTo>
                    <a:pt x="0" y="286"/>
                    <a:pt x="72" y="358"/>
                    <a:pt x="167" y="358"/>
                  </a:cubicBezTo>
                  <a:cubicBezTo>
                    <a:pt x="262" y="358"/>
                    <a:pt x="358" y="286"/>
                    <a:pt x="358" y="191"/>
                  </a:cubicBezTo>
                  <a:cubicBezTo>
                    <a:pt x="358" y="96"/>
                    <a:pt x="262" y="0"/>
                    <a:pt x="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7" name="Google Shape;28867;p152"/>
            <p:cNvSpPr/>
            <p:nvPr/>
          </p:nvSpPr>
          <p:spPr>
            <a:xfrm>
              <a:off x="6314173" y="4380663"/>
              <a:ext cx="76668" cy="10888"/>
            </a:xfrm>
            <a:custGeom>
              <a:rect b="b" l="l" r="r" t="t"/>
              <a:pathLst>
                <a:path extrusionOk="0" h="335" w="2359">
                  <a:moveTo>
                    <a:pt x="191" y="1"/>
                  </a:moveTo>
                  <a:cubicBezTo>
                    <a:pt x="72" y="1"/>
                    <a:pt x="1" y="96"/>
                    <a:pt x="1" y="191"/>
                  </a:cubicBezTo>
                  <a:cubicBezTo>
                    <a:pt x="48" y="287"/>
                    <a:pt x="96" y="334"/>
                    <a:pt x="191" y="334"/>
                  </a:cubicBezTo>
                  <a:lnTo>
                    <a:pt x="2192" y="334"/>
                  </a:lnTo>
                  <a:cubicBezTo>
                    <a:pt x="2311" y="334"/>
                    <a:pt x="2358" y="287"/>
                    <a:pt x="2358" y="144"/>
                  </a:cubicBezTo>
                  <a:cubicBezTo>
                    <a:pt x="2335" y="72"/>
                    <a:pt x="2287" y="1"/>
                    <a:pt x="2192"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8" name="Google Shape;28868;p152"/>
            <p:cNvSpPr/>
            <p:nvPr/>
          </p:nvSpPr>
          <p:spPr>
            <a:xfrm>
              <a:off x="6335071" y="4359018"/>
              <a:ext cx="113035" cy="10075"/>
            </a:xfrm>
            <a:custGeom>
              <a:rect b="b" l="l" r="r" t="t"/>
              <a:pathLst>
                <a:path extrusionOk="0" h="310" w="3478">
                  <a:moveTo>
                    <a:pt x="168" y="0"/>
                  </a:moveTo>
                  <a:cubicBezTo>
                    <a:pt x="48" y="0"/>
                    <a:pt x="1" y="72"/>
                    <a:pt x="1" y="167"/>
                  </a:cubicBezTo>
                  <a:cubicBezTo>
                    <a:pt x="25" y="262"/>
                    <a:pt x="96" y="310"/>
                    <a:pt x="168" y="310"/>
                  </a:cubicBezTo>
                  <a:lnTo>
                    <a:pt x="3311" y="310"/>
                  </a:lnTo>
                  <a:cubicBezTo>
                    <a:pt x="3382" y="310"/>
                    <a:pt x="3478" y="238"/>
                    <a:pt x="3478" y="143"/>
                  </a:cubicBezTo>
                  <a:cubicBezTo>
                    <a:pt x="3454" y="48"/>
                    <a:pt x="3382" y="0"/>
                    <a:pt x="331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9" name="Google Shape;28869;p152"/>
            <p:cNvSpPr/>
            <p:nvPr/>
          </p:nvSpPr>
          <p:spPr>
            <a:xfrm>
              <a:off x="6566503" y="4293206"/>
              <a:ext cx="25577" cy="19403"/>
            </a:xfrm>
            <a:custGeom>
              <a:rect b="b" l="l" r="r" t="t"/>
              <a:pathLst>
                <a:path extrusionOk="0" h="597" w="787">
                  <a:moveTo>
                    <a:pt x="119" y="1"/>
                  </a:moveTo>
                  <a:lnTo>
                    <a:pt x="0" y="287"/>
                  </a:lnTo>
                  <a:lnTo>
                    <a:pt x="667" y="596"/>
                  </a:lnTo>
                  <a:lnTo>
                    <a:pt x="786" y="287"/>
                  </a:lnTo>
                  <a:lnTo>
                    <a:pt x="119"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0" name="Google Shape;28870;p152"/>
            <p:cNvSpPr/>
            <p:nvPr/>
          </p:nvSpPr>
          <p:spPr>
            <a:xfrm>
              <a:off x="6555648" y="4314103"/>
              <a:ext cx="26357" cy="19403"/>
            </a:xfrm>
            <a:custGeom>
              <a:rect b="b" l="l" r="r" t="t"/>
              <a:pathLst>
                <a:path extrusionOk="0" h="597" w="811">
                  <a:moveTo>
                    <a:pt x="120" y="1"/>
                  </a:moveTo>
                  <a:lnTo>
                    <a:pt x="1" y="310"/>
                  </a:lnTo>
                  <a:lnTo>
                    <a:pt x="692" y="596"/>
                  </a:lnTo>
                  <a:lnTo>
                    <a:pt x="811" y="310"/>
                  </a:lnTo>
                  <a:lnTo>
                    <a:pt x="120"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1" name="Google Shape;28871;p152"/>
          <p:cNvGrpSpPr/>
          <p:nvPr/>
        </p:nvGrpSpPr>
        <p:grpSpPr>
          <a:xfrm>
            <a:off x="7029336" y="4037098"/>
            <a:ext cx="358377" cy="274040"/>
            <a:chOff x="7029336" y="4189498"/>
            <a:chExt cx="358377" cy="274040"/>
          </a:xfrm>
        </p:grpSpPr>
        <p:sp>
          <p:nvSpPr>
            <p:cNvPr id="28872" name="Google Shape;28872;p152"/>
            <p:cNvSpPr/>
            <p:nvPr/>
          </p:nvSpPr>
          <p:spPr>
            <a:xfrm>
              <a:off x="7052541" y="4235941"/>
              <a:ext cx="312715" cy="209788"/>
            </a:xfrm>
            <a:custGeom>
              <a:rect b="b" l="l" r="r" t="t"/>
              <a:pathLst>
                <a:path extrusionOk="0" h="6455" w="9622">
                  <a:moveTo>
                    <a:pt x="549" y="1"/>
                  </a:moveTo>
                  <a:cubicBezTo>
                    <a:pt x="239" y="1"/>
                    <a:pt x="1" y="239"/>
                    <a:pt x="1" y="525"/>
                  </a:cubicBezTo>
                  <a:lnTo>
                    <a:pt x="1" y="6240"/>
                  </a:lnTo>
                  <a:lnTo>
                    <a:pt x="4811" y="6454"/>
                  </a:lnTo>
                  <a:lnTo>
                    <a:pt x="9598" y="6240"/>
                  </a:lnTo>
                  <a:lnTo>
                    <a:pt x="9598" y="525"/>
                  </a:lnTo>
                  <a:cubicBezTo>
                    <a:pt x="9622" y="239"/>
                    <a:pt x="9384" y="1"/>
                    <a:pt x="9098"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3" name="Google Shape;28873;p152"/>
            <p:cNvSpPr/>
            <p:nvPr/>
          </p:nvSpPr>
          <p:spPr>
            <a:xfrm>
              <a:off x="7330416" y="4235941"/>
              <a:ext cx="34840" cy="209788"/>
            </a:xfrm>
            <a:custGeom>
              <a:rect b="b" l="l" r="r" t="t"/>
              <a:pathLst>
                <a:path extrusionOk="0" h="6455" w="1072">
                  <a:moveTo>
                    <a:pt x="0" y="1"/>
                  </a:moveTo>
                  <a:cubicBezTo>
                    <a:pt x="238" y="1"/>
                    <a:pt x="429" y="167"/>
                    <a:pt x="429" y="405"/>
                  </a:cubicBezTo>
                  <a:lnTo>
                    <a:pt x="429" y="6240"/>
                  </a:lnTo>
                  <a:lnTo>
                    <a:pt x="786" y="6454"/>
                  </a:lnTo>
                  <a:lnTo>
                    <a:pt x="1072" y="6240"/>
                  </a:lnTo>
                  <a:lnTo>
                    <a:pt x="1072" y="525"/>
                  </a:lnTo>
                  <a:cubicBezTo>
                    <a:pt x="1072" y="239"/>
                    <a:pt x="834" y="1"/>
                    <a:pt x="548" y="1"/>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4" name="Google Shape;28874;p152"/>
            <p:cNvSpPr/>
            <p:nvPr/>
          </p:nvSpPr>
          <p:spPr>
            <a:xfrm>
              <a:off x="7075778" y="4259178"/>
              <a:ext cx="265493" cy="186550"/>
            </a:xfrm>
            <a:custGeom>
              <a:rect b="b" l="l" r="r" t="t"/>
              <a:pathLst>
                <a:path extrusionOk="0" h="5740" w="8169">
                  <a:moveTo>
                    <a:pt x="191" y="0"/>
                  </a:moveTo>
                  <a:cubicBezTo>
                    <a:pt x="96" y="0"/>
                    <a:pt x="0" y="95"/>
                    <a:pt x="0" y="167"/>
                  </a:cubicBezTo>
                  <a:lnTo>
                    <a:pt x="0" y="5525"/>
                  </a:lnTo>
                  <a:lnTo>
                    <a:pt x="4096" y="5739"/>
                  </a:lnTo>
                  <a:lnTo>
                    <a:pt x="8169" y="5525"/>
                  </a:lnTo>
                  <a:lnTo>
                    <a:pt x="8169" y="167"/>
                  </a:lnTo>
                  <a:cubicBezTo>
                    <a:pt x="8169" y="95"/>
                    <a:pt x="8073" y="0"/>
                    <a:pt x="7978"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5" name="Google Shape;28875;p152"/>
            <p:cNvSpPr/>
            <p:nvPr/>
          </p:nvSpPr>
          <p:spPr>
            <a:xfrm>
              <a:off x="7140778" y="4382223"/>
              <a:ext cx="131625" cy="21710"/>
            </a:xfrm>
            <a:custGeom>
              <a:rect b="b" l="l" r="r" t="t"/>
              <a:pathLst>
                <a:path extrusionOk="0" h="668" w="4050">
                  <a:moveTo>
                    <a:pt x="334" y="1"/>
                  </a:moveTo>
                  <a:cubicBezTo>
                    <a:pt x="144" y="1"/>
                    <a:pt x="1" y="167"/>
                    <a:pt x="1" y="358"/>
                  </a:cubicBezTo>
                  <a:cubicBezTo>
                    <a:pt x="25" y="524"/>
                    <a:pt x="167" y="667"/>
                    <a:pt x="358" y="667"/>
                  </a:cubicBezTo>
                  <a:lnTo>
                    <a:pt x="3692" y="667"/>
                  </a:lnTo>
                  <a:cubicBezTo>
                    <a:pt x="3906" y="667"/>
                    <a:pt x="4049" y="501"/>
                    <a:pt x="4025" y="310"/>
                  </a:cubicBezTo>
                  <a:cubicBezTo>
                    <a:pt x="4002" y="143"/>
                    <a:pt x="3835" y="1"/>
                    <a:pt x="3668" y="1"/>
                  </a:cubicBezTo>
                  <a:close/>
                </a:path>
              </a:pathLst>
            </a:custGeom>
            <a:solidFill>
              <a:srgbClr val="C4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6" name="Google Shape;28876;p152"/>
            <p:cNvSpPr/>
            <p:nvPr/>
          </p:nvSpPr>
          <p:spPr>
            <a:xfrm>
              <a:off x="7123748" y="4189498"/>
              <a:ext cx="162565" cy="154050"/>
            </a:xfrm>
            <a:custGeom>
              <a:rect b="b" l="l" r="r" t="t"/>
              <a:pathLst>
                <a:path extrusionOk="0" h="4740" w="5002">
                  <a:moveTo>
                    <a:pt x="167" y="1"/>
                  </a:moveTo>
                  <a:cubicBezTo>
                    <a:pt x="72" y="1"/>
                    <a:pt x="1" y="96"/>
                    <a:pt x="1" y="167"/>
                  </a:cubicBezTo>
                  <a:lnTo>
                    <a:pt x="1" y="2311"/>
                  </a:lnTo>
                  <a:cubicBezTo>
                    <a:pt x="1" y="3120"/>
                    <a:pt x="644" y="3740"/>
                    <a:pt x="1406" y="3740"/>
                  </a:cubicBezTo>
                  <a:cubicBezTo>
                    <a:pt x="1477" y="3740"/>
                    <a:pt x="1501" y="3787"/>
                    <a:pt x="1573" y="3811"/>
                  </a:cubicBezTo>
                  <a:lnTo>
                    <a:pt x="2239" y="4668"/>
                  </a:lnTo>
                  <a:cubicBezTo>
                    <a:pt x="2275" y="4716"/>
                    <a:pt x="2329" y="4740"/>
                    <a:pt x="2382" y="4740"/>
                  </a:cubicBezTo>
                  <a:cubicBezTo>
                    <a:pt x="2436" y="4740"/>
                    <a:pt x="2489" y="4716"/>
                    <a:pt x="2525" y="4668"/>
                  </a:cubicBezTo>
                  <a:lnTo>
                    <a:pt x="3263" y="3740"/>
                  </a:lnTo>
                  <a:lnTo>
                    <a:pt x="4811" y="3740"/>
                  </a:lnTo>
                  <a:cubicBezTo>
                    <a:pt x="4907" y="3740"/>
                    <a:pt x="4978" y="3644"/>
                    <a:pt x="4978" y="3573"/>
                  </a:cubicBezTo>
                  <a:lnTo>
                    <a:pt x="4978" y="1525"/>
                  </a:lnTo>
                  <a:cubicBezTo>
                    <a:pt x="5002" y="691"/>
                    <a:pt x="4311" y="1"/>
                    <a:pt x="347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7" name="Google Shape;28877;p152"/>
            <p:cNvSpPr/>
            <p:nvPr/>
          </p:nvSpPr>
          <p:spPr>
            <a:xfrm>
              <a:off x="7232883" y="4189498"/>
              <a:ext cx="53430" cy="123110"/>
            </a:xfrm>
            <a:custGeom>
              <a:rect b="b" l="l" r="r" t="t"/>
              <a:pathLst>
                <a:path extrusionOk="0" h="3788" w="1644">
                  <a:moveTo>
                    <a:pt x="144" y="1"/>
                  </a:moveTo>
                  <a:lnTo>
                    <a:pt x="144" y="1"/>
                  </a:lnTo>
                  <a:cubicBezTo>
                    <a:pt x="620" y="263"/>
                    <a:pt x="977" y="810"/>
                    <a:pt x="977" y="1453"/>
                  </a:cubicBezTo>
                  <a:lnTo>
                    <a:pt x="977" y="2263"/>
                  </a:lnTo>
                  <a:cubicBezTo>
                    <a:pt x="977" y="2954"/>
                    <a:pt x="572" y="3549"/>
                    <a:pt x="1" y="3787"/>
                  </a:cubicBezTo>
                  <a:lnTo>
                    <a:pt x="120" y="3787"/>
                  </a:lnTo>
                  <a:cubicBezTo>
                    <a:pt x="953" y="3787"/>
                    <a:pt x="1644" y="3097"/>
                    <a:pt x="1644" y="2263"/>
                  </a:cubicBezTo>
                  <a:lnTo>
                    <a:pt x="1644" y="1525"/>
                  </a:lnTo>
                  <a:cubicBezTo>
                    <a:pt x="1644" y="691"/>
                    <a:pt x="977" y="25"/>
                    <a:pt x="144"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8" name="Google Shape;28878;p152"/>
            <p:cNvSpPr/>
            <p:nvPr/>
          </p:nvSpPr>
          <p:spPr>
            <a:xfrm>
              <a:off x="7314913" y="4259178"/>
              <a:ext cx="27138" cy="186550"/>
            </a:xfrm>
            <a:custGeom>
              <a:rect b="b" l="l" r="r" t="t"/>
              <a:pathLst>
                <a:path extrusionOk="0" h="5740" w="835">
                  <a:moveTo>
                    <a:pt x="1" y="0"/>
                  </a:moveTo>
                  <a:cubicBezTo>
                    <a:pt x="96" y="0"/>
                    <a:pt x="191" y="95"/>
                    <a:pt x="191" y="167"/>
                  </a:cubicBezTo>
                  <a:lnTo>
                    <a:pt x="191" y="5525"/>
                  </a:lnTo>
                  <a:lnTo>
                    <a:pt x="477" y="5739"/>
                  </a:lnTo>
                  <a:lnTo>
                    <a:pt x="834" y="5525"/>
                  </a:lnTo>
                  <a:lnTo>
                    <a:pt x="834" y="167"/>
                  </a:lnTo>
                  <a:cubicBezTo>
                    <a:pt x="834" y="48"/>
                    <a:pt x="739" y="0"/>
                    <a:pt x="668" y="0"/>
                  </a:cubicBez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9" name="Google Shape;28879;p152"/>
            <p:cNvSpPr/>
            <p:nvPr/>
          </p:nvSpPr>
          <p:spPr>
            <a:xfrm>
              <a:off x="7239838" y="4382223"/>
              <a:ext cx="32565" cy="20995"/>
            </a:xfrm>
            <a:custGeom>
              <a:rect b="b" l="l" r="r" t="t"/>
              <a:pathLst>
                <a:path extrusionOk="0" h="646" w="1002">
                  <a:moveTo>
                    <a:pt x="1" y="1"/>
                  </a:moveTo>
                  <a:cubicBezTo>
                    <a:pt x="168" y="1"/>
                    <a:pt x="311" y="143"/>
                    <a:pt x="311" y="310"/>
                  </a:cubicBezTo>
                  <a:cubicBezTo>
                    <a:pt x="311" y="501"/>
                    <a:pt x="168" y="644"/>
                    <a:pt x="1" y="644"/>
                  </a:cubicBezTo>
                  <a:lnTo>
                    <a:pt x="644" y="644"/>
                  </a:lnTo>
                  <a:cubicBezTo>
                    <a:pt x="658" y="645"/>
                    <a:pt x="671" y="646"/>
                    <a:pt x="684" y="646"/>
                  </a:cubicBezTo>
                  <a:cubicBezTo>
                    <a:pt x="876" y="646"/>
                    <a:pt x="1001" y="488"/>
                    <a:pt x="1001" y="310"/>
                  </a:cubicBezTo>
                  <a:cubicBezTo>
                    <a:pt x="1001" y="143"/>
                    <a:pt x="858" y="1"/>
                    <a:pt x="644"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0" name="Google Shape;28880;p152"/>
            <p:cNvSpPr/>
            <p:nvPr/>
          </p:nvSpPr>
          <p:spPr>
            <a:xfrm>
              <a:off x="7163236" y="4223558"/>
              <a:ext cx="82843" cy="10107"/>
            </a:xfrm>
            <a:custGeom>
              <a:rect b="b" l="l" r="r" t="t"/>
              <a:pathLst>
                <a:path extrusionOk="0" h="311" w="2549">
                  <a:moveTo>
                    <a:pt x="167" y="1"/>
                  </a:moveTo>
                  <a:cubicBezTo>
                    <a:pt x="48" y="1"/>
                    <a:pt x="0" y="72"/>
                    <a:pt x="0" y="167"/>
                  </a:cubicBezTo>
                  <a:cubicBezTo>
                    <a:pt x="24" y="263"/>
                    <a:pt x="96" y="310"/>
                    <a:pt x="167" y="310"/>
                  </a:cubicBezTo>
                  <a:lnTo>
                    <a:pt x="2382" y="310"/>
                  </a:lnTo>
                  <a:cubicBezTo>
                    <a:pt x="2501" y="310"/>
                    <a:pt x="2548" y="239"/>
                    <a:pt x="2548" y="143"/>
                  </a:cubicBezTo>
                  <a:cubicBezTo>
                    <a:pt x="2525" y="48"/>
                    <a:pt x="2453"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1" name="Google Shape;28881;p152"/>
            <p:cNvSpPr/>
            <p:nvPr/>
          </p:nvSpPr>
          <p:spPr>
            <a:xfrm>
              <a:off x="7163236" y="4246796"/>
              <a:ext cx="82843" cy="10075"/>
            </a:xfrm>
            <a:custGeom>
              <a:rect b="b" l="l" r="r" t="t"/>
              <a:pathLst>
                <a:path extrusionOk="0" h="310" w="2549">
                  <a:moveTo>
                    <a:pt x="167" y="0"/>
                  </a:moveTo>
                  <a:cubicBezTo>
                    <a:pt x="48" y="0"/>
                    <a:pt x="0" y="71"/>
                    <a:pt x="0" y="167"/>
                  </a:cubicBezTo>
                  <a:cubicBezTo>
                    <a:pt x="24" y="262"/>
                    <a:pt x="96" y="310"/>
                    <a:pt x="167" y="310"/>
                  </a:cubicBezTo>
                  <a:lnTo>
                    <a:pt x="2382" y="310"/>
                  </a:lnTo>
                  <a:cubicBezTo>
                    <a:pt x="2501" y="310"/>
                    <a:pt x="2548" y="238"/>
                    <a:pt x="2548" y="143"/>
                  </a:cubicBezTo>
                  <a:cubicBezTo>
                    <a:pt x="2525" y="48"/>
                    <a:pt x="2453" y="0"/>
                    <a:pt x="23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2" name="Google Shape;28882;p152"/>
            <p:cNvSpPr/>
            <p:nvPr/>
          </p:nvSpPr>
          <p:spPr>
            <a:xfrm>
              <a:off x="7163236" y="4269221"/>
              <a:ext cx="82843" cy="10888"/>
            </a:xfrm>
            <a:custGeom>
              <a:rect b="b" l="l" r="r" t="t"/>
              <a:pathLst>
                <a:path extrusionOk="0" h="335" w="2549">
                  <a:moveTo>
                    <a:pt x="167" y="1"/>
                  </a:moveTo>
                  <a:cubicBezTo>
                    <a:pt x="48" y="1"/>
                    <a:pt x="0" y="96"/>
                    <a:pt x="0" y="191"/>
                  </a:cubicBezTo>
                  <a:cubicBezTo>
                    <a:pt x="24" y="286"/>
                    <a:pt x="96" y="334"/>
                    <a:pt x="167" y="334"/>
                  </a:cubicBezTo>
                  <a:lnTo>
                    <a:pt x="2382" y="334"/>
                  </a:lnTo>
                  <a:cubicBezTo>
                    <a:pt x="2501" y="334"/>
                    <a:pt x="2548" y="263"/>
                    <a:pt x="2548" y="167"/>
                  </a:cubicBezTo>
                  <a:cubicBezTo>
                    <a:pt x="2525" y="72"/>
                    <a:pt x="2453"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3" name="Google Shape;28883;p152"/>
            <p:cNvSpPr/>
            <p:nvPr/>
          </p:nvSpPr>
          <p:spPr>
            <a:xfrm>
              <a:off x="7237531" y="4437181"/>
              <a:ext cx="150182" cy="24797"/>
            </a:xfrm>
            <a:custGeom>
              <a:rect b="b" l="l" r="r" t="t"/>
              <a:pathLst>
                <a:path extrusionOk="0" h="763" w="4621">
                  <a:moveTo>
                    <a:pt x="4478" y="0"/>
                  </a:moveTo>
                  <a:lnTo>
                    <a:pt x="4478" y="24"/>
                  </a:lnTo>
                  <a:lnTo>
                    <a:pt x="72" y="24"/>
                  </a:lnTo>
                  <a:lnTo>
                    <a:pt x="1" y="405"/>
                  </a:lnTo>
                  <a:lnTo>
                    <a:pt x="72" y="762"/>
                  </a:lnTo>
                  <a:lnTo>
                    <a:pt x="4478" y="762"/>
                  </a:lnTo>
                  <a:cubicBezTo>
                    <a:pt x="4549" y="762"/>
                    <a:pt x="4621" y="715"/>
                    <a:pt x="4621" y="620"/>
                  </a:cubicBezTo>
                  <a:lnTo>
                    <a:pt x="4621" y="48"/>
                  </a:lnTo>
                  <a:cubicBezTo>
                    <a:pt x="4621" y="24"/>
                    <a:pt x="4597" y="0"/>
                    <a:pt x="454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4" name="Google Shape;28884;p152"/>
            <p:cNvSpPr/>
            <p:nvPr/>
          </p:nvSpPr>
          <p:spPr>
            <a:xfrm>
              <a:off x="7029336" y="4437961"/>
              <a:ext cx="150963" cy="25578"/>
            </a:xfrm>
            <a:custGeom>
              <a:rect b="b" l="l" r="r" t="t"/>
              <a:pathLst>
                <a:path extrusionOk="0" h="787" w="4645">
                  <a:moveTo>
                    <a:pt x="167" y="0"/>
                  </a:moveTo>
                  <a:cubicBezTo>
                    <a:pt x="72" y="0"/>
                    <a:pt x="0" y="72"/>
                    <a:pt x="0" y="143"/>
                  </a:cubicBezTo>
                  <a:lnTo>
                    <a:pt x="0" y="453"/>
                  </a:lnTo>
                  <a:cubicBezTo>
                    <a:pt x="0" y="619"/>
                    <a:pt x="167" y="786"/>
                    <a:pt x="334" y="786"/>
                  </a:cubicBezTo>
                  <a:lnTo>
                    <a:pt x="4525" y="786"/>
                  </a:lnTo>
                  <a:lnTo>
                    <a:pt x="4644" y="381"/>
                  </a:lnTo>
                  <a:lnTo>
                    <a:pt x="4573"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5" name="Google Shape;28885;p152"/>
            <p:cNvSpPr/>
            <p:nvPr/>
          </p:nvSpPr>
          <p:spPr>
            <a:xfrm>
              <a:off x="7355961" y="4437961"/>
              <a:ext cx="31752" cy="25578"/>
            </a:xfrm>
            <a:custGeom>
              <a:rect b="b" l="l" r="r" t="t"/>
              <a:pathLst>
                <a:path extrusionOk="0" h="787" w="977">
                  <a:moveTo>
                    <a:pt x="167" y="0"/>
                  </a:moveTo>
                  <a:cubicBezTo>
                    <a:pt x="262" y="0"/>
                    <a:pt x="310" y="72"/>
                    <a:pt x="310" y="143"/>
                  </a:cubicBezTo>
                  <a:lnTo>
                    <a:pt x="310" y="453"/>
                  </a:lnTo>
                  <a:cubicBezTo>
                    <a:pt x="310" y="619"/>
                    <a:pt x="167" y="786"/>
                    <a:pt x="0" y="786"/>
                  </a:cubicBezTo>
                  <a:lnTo>
                    <a:pt x="643" y="786"/>
                  </a:lnTo>
                  <a:cubicBezTo>
                    <a:pt x="834" y="786"/>
                    <a:pt x="977" y="619"/>
                    <a:pt x="977" y="453"/>
                  </a:cubicBezTo>
                  <a:lnTo>
                    <a:pt x="977" y="143"/>
                  </a:lnTo>
                  <a:cubicBezTo>
                    <a:pt x="977" y="72"/>
                    <a:pt x="905" y="0"/>
                    <a:pt x="834" y="0"/>
                  </a:cubicBezTo>
                  <a:close/>
                </a:path>
              </a:pathLst>
            </a:custGeom>
            <a:solidFill>
              <a:srgbClr val="A0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6" name="Google Shape;28886;p152"/>
            <p:cNvSpPr/>
            <p:nvPr/>
          </p:nvSpPr>
          <p:spPr>
            <a:xfrm>
              <a:off x="7177926" y="4437961"/>
              <a:ext cx="62725" cy="24018"/>
            </a:xfrm>
            <a:custGeom>
              <a:rect b="b" l="l" r="r" t="t"/>
              <a:pathLst>
                <a:path extrusionOk="0" h="739" w="1930">
                  <a:moveTo>
                    <a:pt x="1" y="0"/>
                  </a:moveTo>
                  <a:lnTo>
                    <a:pt x="1" y="738"/>
                  </a:lnTo>
                  <a:lnTo>
                    <a:pt x="1930" y="738"/>
                  </a:lnTo>
                  <a:lnTo>
                    <a:pt x="19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7" name="Google Shape;28887;p152"/>
            <p:cNvSpPr/>
            <p:nvPr/>
          </p:nvSpPr>
          <p:spPr>
            <a:xfrm>
              <a:off x="7218941" y="4437961"/>
              <a:ext cx="21710" cy="24018"/>
            </a:xfrm>
            <a:custGeom>
              <a:rect b="b" l="l" r="r" t="t"/>
              <a:pathLst>
                <a:path extrusionOk="0" h="739" w="668">
                  <a:moveTo>
                    <a:pt x="1" y="0"/>
                  </a:moveTo>
                  <a:lnTo>
                    <a:pt x="1" y="738"/>
                  </a:lnTo>
                  <a:lnTo>
                    <a:pt x="668" y="738"/>
                  </a:lnTo>
                  <a:lnTo>
                    <a:pt x="668"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8" name="Google Shape;28888;p152"/>
          <p:cNvGrpSpPr/>
          <p:nvPr/>
        </p:nvGrpSpPr>
        <p:grpSpPr>
          <a:xfrm>
            <a:off x="7818793" y="3995303"/>
            <a:ext cx="280215" cy="357597"/>
            <a:chOff x="7818793" y="4147703"/>
            <a:chExt cx="280215" cy="357597"/>
          </a:xfrm>
        </p:grpSpPr>
        <p:sp>
          <p:nvSpPr>
            <p:cNvPr id="28889" name="Google Shape;28889;p152"/>
            <p:cNvSpPr/>
            <p:nvPr/>
          </p:nvSpPr>
          <p:spPr>
            <a:xfrm>
              <a:off x="7864456" y="4421711"/>
              <a:ext cx="10855" cy="56225"/>
            </a:xfrm>
            <a:custGeom>
              <a:rect b="b" l="l" r="r" t="t"/>
              <a:pathLst>
                <a:path extrusionOk="0" h="1730" w="334">
                  <a:moveTo>
                    <a:pt x="143" y="0"/>
                  </a:moveTo>
                  <a:cubicBezTo>
                    <a:pt x="72" y="24"/>
                    <a:pt x="0" y="71"/>
                    <a:pt x="0" y="167"/>
                  </a:cubicBezTo>
                  <a:lnTo>
                    <a:pt x="0" y="1596"/>
                  </a:lnTo>
                  <a:cubicBezTo>
                    <a:pt x="0" y="1670"/>
                    <a:pt x="44" y="1730"/>
                    <a:pt x="97" y="1730"/>
                  </a:cubicBezTo>
                  <a:cubicBezTo>
                    <a:pt x="112" y="1730"/>
                    <a:pt x="127" y="1725"/>
                    <a:pt x="143" y="1715"/>
                  </a:cubicBezTo>
                  <a:cubicBezTo>
                    <a:pt x="161" y="1723"/>
                    <a:pt x="178" y="1727"/>
                    <a:pt x="195" y="1727"/>
                  </a:cubicBezTo>
                  <a:cubicBezTo>
                    <a:pt x="270" y="1727"/>
                    <a:pt x="334" y="1650"/>
                    <a:pt x="334" y="1572"/>
                  </a:cubicBezTo>
                  <a:lnTo>
                    <a:pt x="334" y="143"/>
                  </a:lnTo>
                  <a:cubicBezTo>
                    <a:pt x="334" y="48"/>
                    <a:pt x="238" y="0"/>
                    <a:pt x="143" y="0"/>
                  </a:cubicBez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0" name="Google Shape;28890;p152"/>
            <p:cNvSpPr/>
            <p:nvPr/>
          </p:nvSpPr>
          <p:spPr>
            <a:xfrm>
              <a:off x="7818793" y="4147703"/>
              <a:ext cx="278655" cy="278655"/>
            </a:xfrm>
            <a:custGeom>
              <a:rect b="b" l="l" r="r" t="t"/>
              <a:pathLst>
                <a:path extrusionOk="0" h="8574" w="8574">
                  <a:moveTo>
                    <a:pt x="4287" y="1"/>
                  </a:moveTo>
                  <a:cubicBezTo>
                    <a:pt x="1929" y="1"/>
                    <a:pt x="0" y="1930"/>
                    <a:pt x="0" y="4287"/>
                  </a:cubicBezTo>
                  <a:cubicBezTo>
                    <a:pt x="0" y="6645"/>
                    <a:pt x="1929" y="8574"/>
                    <a:pt x="4287" y="8574"/>
                  </a:cubicBezTo>
                  <a:cubicBezTo>
                    <a:pt x="6668" y="8574"/>
                    <a:pt x="8573" y="6645"/>
                    <a:pt x="8573" y="4287"/>
                  </a:cubicBezTo>
                  <a:cubicBezTo>
                    <a:pt x="8573" y="1930"/>
                    <a:pt x="6668" y="1"/>
                    <a:pt x="4287" y="1"/>
                  </a:cubicBezTo>
                  <a:close/>
                </a:path>
              </a:pathLst>
            </a:custGeom>
            <a:solidFill>
              <a:srgbClr val="B8C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1" name="Google Shape;28891;p152"/>
            <p:cNvSpPr/>
            <p:nvPr/>
          </p:nvSpPr>
          <p:spPr>
            <a:xfrm>
              <a:off x="7948046" y="4147703"/>
              <a:ext cx="150963" cy="278655"/>
            </a:xfrm>
            <a:custGeom>
              <a:rect b="b" l="l" r="r" t="t"/>
              <a:pathLst>
                <a:path extrusionOk="0" h="8574" w="4645">
                  <a:moveTo>
                    <a:pt x="0" y="1"/>
                  </a:moveTo>
                  <a:cubicBezTo>
                    <a:pt x="2215" y="191"/>
                    <a:pt x="3953" y="2025"/>
                    <a:pt x="3953" y="4287"/>
                  </a:cubicBezTo>
                  <a:cubicBezTo>
                    <a:pt x="3953" y="6550"/>
                    <a:pt x="2191" y="8407"/>
                    <a:pt x="0" y="8574"/>
                  </a:cubicBezTo>
                  <a:lnTo>
                    <a:pt x="310" y="8574"/>
                  </a:lnTo>
                  <a:cubicBezTo>
                    <a:pt x="2691" y="8574"/>
                    <a:pt x="4596" y="6645"/>
                    <a:pt x="4596" y="4287"/>
                  </a:cubicBezTo>
                  <a:cubicBezTo>
                    <a:pt x="4644" y="1906"/>
                    <a:pt x="2691" y="1"/>
                    <a:pt x="31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2" name="Google Shape;28892;p152"/>
            <p:cNvSpPr/>
            <p:nvPr/>
          </p:nvSpPr>
          <p:spPr>
            <a:xfrm>
              <a:off x="7894648" y="4147703"/>
              <a:ext cx="127725" cy="278655"/>
            </a:xfrm>
            <a:custGeom>
              <a:rect b="b" l="l" r="r" t="t"/>
              <a:pathLst>
                <a:path extrusionOk="0" h="8574" w="3930">
                  <a:moveTo>
                    <a:pt x="1953" y="1"/>
                  </a:moveTo>
                  <a:cubicBezTo>
                    <a:pt x="881" y="1"/>
                    <a:pt x="0" y="1930"/>
                    <a:pt x="0" y="4287"/>
                  </a:cubicBezTo>
                  <a:cubicBezTo>
                    <a:pt x="0" y="6645"/>
                    <a:pt x="881" y="8574"/>
                    <a:pt x="1953" y="8574"/>
                  </a:cubicBezTo>
                  <a:cubicBezTo>
                    <a:pt x="3048" y="8574"/>
                    <a:pt x="3929" y="6645"/>
                    <a:pt x="3929" y="4287"/>
                  </a:cubicBezTo>
                  <a:cubicBezTo>
                    <a:pt x="3929" y="1930"/>
                    <a:pt x="3048" y="1"/>
                    <a:pt x="1953" y="1"/>
                  </a:cubicBezTo>
                  <a:close/>
                </a:path>
              </a:pathLst>
            </a:custGeom>
            <a:solidFill>
              <a:srgbClr val="E1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3" name="Google Shape;28893;p152"/>
            <p:cNvSpPr/>
            <p:nvPr/>
          </p:nvSpPr>
          <p:spPr>
            <a:xfrm>
              <a:off x="7948046" y="4147703"/>
              <a:ext cx="74327" cy="278655"/>
            </a:xfrm>
            <a:custGeom>
              <a:rect b="b" l="l" r="r" t="t"/>
              <a:pathLst>
                <a:path extrusionOk="0" h="8574" w="2287">
                  <a:moveTo>
                    <a:pt x="310" y="1"/>
                  </a:moveTo>
                  <a:cubicBezTo>
                    <a:pt x="191" y="1"/>
                    <a:pt x="72" y="25"/>
                    <a:pt x="0" y="72"/>
                  </a:cubicBezTo>
                  <a:cubicBezTo>
                    <a:pt x="905" y="429"/>
                    <a:pt x="1620" y="2168"/>
                    <a:pt x="1620" y="4287"/>
                  </a:cubicBezTo>
                  <a:cubicBezTo>
                    <a:pt x="1620" y="6407"/>
                    <a:pt x="905" y="8193"/>
                    <a:pt x="0" y="8502"/>
                  </a:cubicBezTo>
                  <a:cubicBezTo>
                    <a:pt x="119" y="8550"/>
                    <a:pt x="191" y="8574"/>
                    <a:pt x="310" y="8574"/>
                  </a:cubicBezTo>
                  <a:cubicBezTo>
                    <a:pt x="1381" y="8574"/>
                    <a:pt x="2286" y="6645"/>
                    <a:pt x="2286" y="4287"/>
                  </a:cubicBezTo>
                  <a:cubicBezTo>
                    <a:pt x="2286" y="1930"/>
                    <a:pt x="1429" y="1"/>
                    <a:pt x="310" y="1"/>
                  </a:cubicBezTo>
                  <a:close/>
                </a:path>
              </a:pathLst>
            </a:custGeom>
            <a:solidFill>
              <a:srgbClr val="D6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4" name="Google Shape;28894;p152"/>
            <p:cNvSpPr/>
            <p:nvPr/>
          </p:nvSpPr>
          <p:spPr>
            <a:xfrm>
              <a:off x="7857468" y="4469681"/>
              <a:ext cx="23270" cy="23238"/>
            </a:xfrm>
            <a:custGeom>
              <a:rect b="b" l="l" r="r" t="t"/>
              <a:pathLst>
                <a:path extrusionOk="0" h="715" w="716">
                  <a:moveTo>
                    <a:pt x="358" y="1"/>
                  </a:moveTo>
                  <a:cubicBezTo>
                    <a:pt x="144" y="1"/>
                    <a:pt x="1" y="191"/>
                    <a:pt x="1" y="358"/>
                  </a:cubicBezTo>
                  <a:cubicBezTo>
                    <a:pt x="1" y="572"/>
                    <a:pt x="191" y="715"/>
                    <a:pt x="358" y="715"/>
                  </a:cubicBezTo>
                  <a:cubicBezTo>
                    <a:pt x="572" y="715"/>
                    <a:pt x="715" y="572"/>
                    <a:pt x="715" y="358"/>
                  </a:cubicBezTo>
                  <a:cubicBezTo>
                    <a:pt x="715" y="167"/>
                    <a:pt x="549" y="1"/>
                    <a:pt x="35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5" name="Google Shape;28895;p152"/>
            <p:cNvSpPr/>
            <p:nvPr/>
          </p:nvSpPr>
          <p:spPr>
            <a:xfrm>
              <a:off x="7896176" y="4430973"/>
              <a:ext cx="125418" cy="73580"/>
            </a:xfrm>
            <a:custGeom>
              <a:rect b="b" l="l" r="r" t="t"/>
              <a:pathLst>
                <a:path extrusionOk="0" h="2264" w="3859">
                  <a:moveTo>
                    <a:pt x="1" y="1"/>
                  </a:moveTo>
                  <a:lnTo>
                    <a:pt x="1" y="1739"/>
                  </a:lnTo>
                  <a:cubicBezTo>
                    <a:pt x="1" y="1763"/>
                    <a:pt x="48" y="1787"/>
                    <a:pt x="72" y="1835"/>
                  </a:cubicBezTo>
                  <a:lnTo>
                    <a:pt x="405" y="1977"/>
                  </a:lnTo>
                  <a:cubicBezTo>
                    <a:pt x="894" y="2168"/>
                    <a:pt x="1412" y="2263"/>
                    <a:pt x="1930" y="2263"/>
                  </a:cubicBezTo>
                  <a:cubicBezTo>
                    <a:pt x="2448" y="2263"/>
                    <a:pt x="2966" y="2168"/>
                    <a:pt x="3454" y="1977"/>
                  </a:cubicBezTo>
                  <a:lnTo>
                    <a:pt x="3787" y="1835"/>
                  </a:lnTo>
                  <a:cubicBezTo>
                    <a:pt x="3811" y="1835"/>
                    <a:pt x="3859" y="1763"/>
                    <a:pt x="3859" y="1739"/>
                  </a:cubicBezTo>
                  <a:lnTo>
                    <a:pt x="3859" y="1"/>
                  </a:lnTo>
                  <a:close/>
                </a:path>
              </a:pathLst>
            </a:custGeom>
            <a:solidFill>
              <a:srgbClr val="9CA7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6" name="Google Shape;28896;p152"/>
            <p:cNvSpPr/>
            <p:nvPr/>
          </p:nvSpPr>
          <p:spPr>
            <a:xfrm>
              <a:off x="7948046" y="4430973"/>
              <a:ext cx="73548" cy="74328"/>
            </a:xfrm>
            <a:custGeom>
              <a:rect b="b" l="l" r="r" t="t"/>
              <a:pathLst>
                <a:path extrusionOk="0" h="2287" w="2263">
                  <a:moveTo>
                    <a:pt x="1572" y="1"/>
                  </a:moveTo>
                  <a:lnTo>
                    <a:pt x="1572" y="1382"/>
                  </a:lnTo>
                  <a:cubicBezTo>
                    <a:pt x="1572" y="1644"/>
                    <a:pt x="1429" y="1858"/>
                    <a:pt x="1191" y="1977"/>
                  </a:cubicBezTo>
                  <a:cubicBezTo>
                    <a:pt x="786" y="2120"/>
                    <a:pt x="381" y="2216"/>
                    <a:pt x="0" y="2263"/>
                  </a:cubicBezTo>
                  <a:cubicBezTo>
                    <a:pt x="133" y="2278"/>
                    <a:pt x="267" y="2286"/>
                    <a:pt x="401" y="2286"/>
                  </a:cubicBezTo>
                  <a:cubicBezTo>
                    <a:pt x="893" y="2286"/>
                    <a:pt x="1390" y="2183"/>
                    <a:pt x="1858" y="1977"/>
                  </a:cubicBezTo>
                  <a:lnTo>
                    <a:pt x="2191" y="1835"/>
                  </a:lnTo>
                  <a:cubicBezTo>
                    <a:pt x="2215" y="1787"/>
                    <a:pt x="2263" y="1763"/>
                    <a:pt x="2263" y="1739"/>
                  </a:cubicBezTo>
                  <a:lnTo>
                    <a:pt x="2263" y="1"/>
                  </a:lnTo>
                  <a:close/>
                </a:path>
              </a:pathLst>
            </a:custGeom>
            <a:solidFill>
              <a:srgbClr val="8B9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7" name="Google Shape;28897;p152"/>
            <p:cNvSpPr/>
            <p:nvPr/>
          </p:nvSpPr>
          <p:spPr>
            <a:xfrm>
              <a:off x="7855161" y="4376796"/>
              <a:ext cx="206668" cy="96395"/>
            </a:xfrm>
            <a:custGeom>
              <a:rect b="b" l="l" r="r" t="t"/>
              <a:pathLst>
                <a:path extrusionOk="0" h="2966" w="6359">
                  <a:moveTo>
                    <a:pt x="3189" y="1"/>
                  </a:moveTo>
                  <a:cubicBezTo>
                    <a:pt x="3096" y="1"/>
                    <a:pt x="3001" y="25"/>
                    <a:pt x="2906" y="72"/>
                  </a:cubicBezTo>
                  <a:lnTo>
                    <a:pt x="120" y="1311"/>
                  </a:lnTo>
                  <a:cubicBezTo>
                    <a:pt x="0" y="1382"/>
                    <a:pt x="0" y="1549"/>
                    <a:pt x="120" y="1620"/>
                  </a:cubicBezTo>
                  <a:lnTo>
                    <a:pt x="2930" y="2930"/>
                  </a:lnTo>
                  <a:cubicBezTo>
                    <a:pt x="3013" y="2954"/>
                    <a:pt x="3096" y="2966"/>
                    <a:pt x="3177" y="2966"/>
                  </a:cubicBezTo>
                  <a:cubicBezTo>
                    <a:pt x="3257" y="2966"/>
                    <a:pt x="3335" y="2954"/>
                    <a:pt x="3406" y="2930"/>
                  </a:cubicBezTo>
                  <a:lnTo>
                    <a:pt x="6240" y="1620"/>
                  </a:lnTo>
                  <a:cubicBezTo>
                    <a:pt x="6359" y="1549"/>
                    <a:pt x="6359" y="1382"/>
                    <a:pt x="6240" y="1311"/>
                  </a:cubicBezTo>
                  <a:lnTo>
                    <a:pt x="3454" y="72"/>
                  </a:lnTo>
                  <a:cubicBezTo>
                    <a:pt x="3370" y="25"/>
                    <a:pt x="3281" y="1"/>
                    <a:pt x="3189" y="1"/>
                  </a:cubicBezTo>
                  <a:close/>
                </a:path>
              </a:pathLst>
            </a:custGeom>
            <a:solidFill>
              <a:srgbClr val="BD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8" name="Google Shape;28898;p152"/>
            <p:cNvSpPr/>
            <p:nvPr/>
          </p:nvSpPr>
          <p:spPr>
            <a:xfrm>
              <a:off x="7933323" y="4413196"/>
              <a:ext cx="129285" cy="60775"/>
            </a:xfrm>
            <a:custGeom>
              <a:rect b="b" l="l" r="r" t="t"/>
              <a:pathLst>
                <a:path extrusionOk="0" h="1870" w="3978">
                  <a:moveTo>
                    <a:pt x="1" y="1572"/>
                  </a:moveTo>
                  <a:cubicBezTo>
                    <a:pt x="5" y="1574"/>
                    <a:pt x="9" y="1576"/>
                    <a:pt x="13" y="1578"/>
                  </a:cubicBezTo>
                  <a:lnTo>
                    <a:pt x="13" y="1578"/>
                  </a:lnTo>
                  <a:lnTo>
                    <a:pt x="1" y="1572"/>
                  </a:lnTo>
                  <a:close/>
                  <a:moveTo>
                    <a:pt x="3359" y="0"/>
                  </a:moveTo>
                  <a:lnTo>
                    <a:pt x="3359" y="0"/>
                  </a:lnTo>
                  <a:cubicBezTo>
                    <a:pt x="3430" y="72"/>
                    <a:pt x="3430" y="191"/>
                    <a:pt x="3287" y="262"/>
                  </a:cubicBezTo>
                  <a:lnTo>
                    <a:pt x="477" y="1572"/>
                  </a:lnTo>
                  <a:cubicBezTo>
                    <a:pt x="386" y="1598"/>
                    <a:pt x="294" y="1617"/>
                    <a:pt x="207" y="1617"/>
                  </a:cubicBezTo>
                  <a:cubicBezTo>
                    <a:pt x="139" y="1617"/>
                    <a:pt x="74" y="1606"/>
                    <a:pt x="13" y="1578"/>
                  </a:cubicBezTo>
                  <a:lnTo>
                    <a:pt x="13" y="1578"/>
                  </a:lnTo>
                  <a:lnTo>
                    <a:pt x="548" y="1834"/>
                  </a:lnTo>
                  <a:cubicBezTo>
                    <a:pt x="632" y="1858"/>
                    <a:pt x="715" y="1870"/>
                    <a:pt x="796" y="1870"/>
                  </a:cubicBezTo>
                  <a:cubicBezTo>
                    <a:pt x="876" y="1870"/>
                    <a:pt x="953" y="1858"/>
                    <a:pt x="1025" y="1834"/>
                  </a:cubicBezTo>
                  <a:lnTo>
                    <a:pt x="3859" y="524"/>
                  </a:lnTo>
                  <a:cubicBezTo>
                    <a:pt x="3954" y="476"/>
                    <a:pt x="3978" y="286"/>
                    <a:pt x="3859" y="238"/>
                  </a:cubicBezTo>
                  <a:lnTo>
                    <a:pt x="3359" y="0"/>
                  </a:lnTo>
                  <a:close/>
                </a:path>
              </a:pathLst>
            </a:custGeom>
            <a:solidFill>
              <a:srgbClr val="AF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99" name="Google Shape;28899;p152"/>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28900" name="Google Shape;28900;p152"/>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04" name="Shape 28904"/>
        <p:cNvGrpSpPr/>
        <p:nvPr/>
      </p:nvGrpSpPr>
      <p:grpSpPr>
        <a:xfrm>
          <a:off x="0" y="0"/>
          <a:ext cx="0" cy="0"/>
          <a:chOff x="0" y="0"/>
          <a:chExt cx="0" cy="0"/>
        </a:xfrm>
      </p:grpSpPr>
      <p:grpSp>
        <p:nvGrpSpPr>
          <p:cNvPr id="28905" name="Google Shape;28905;p153"/>
          <p:cNvGrpSpPr/>
          <p:nvPr/>
        </p:nvGrpSpPr>
        <p:grpSpPr>
          <a:xfrm>
            <a:off x="1030966" y="1769664"/>
            <a:ext cx="298300" cy="343810"/>
            <a:chOff x="1030966" y="1922064"/>
            <a:chExt cx="298300" cy="343810"/>
          </a:xfrm>
        </p:grpSpPr>
        <p:sp>
          <p:nvSpPr>
            <p:cNvPr id="28906" name="Google Shape;28906;p153"/>
            <p:cNvSpPr/>
            <p:nvPr/>
          </p:nvSpPr>
          <p:spPr>
            <a:xfrm>
              <a:off x="1219998" y="2015621"/>
              <a:ext cx="109268" cy="191374"/>
            </a:xfrm>
            <a:custGeom>
              <a:rect b="b" l="l" r="r" t="t"/>
              <a:pathLst>
                <a:path extrusionOk="0" h="5883" w="3359">
                  <a:moveTo>
                    <a:pt x="1596" y="0"/>
                  </a:moveTo>
                  <a:lnTo>
                    <a:pt x="286" y="1310"/>
                  </a:lnTo>
                  <a:cubicBezTo>
                    <a:pt x="1429" y="2262"/>
                    <a:pt x="1334" y="4049"/>
                    <a:pt x="24" y="4834"/>
                  </a:cubicBezTo>
                  <a:lnTo>
                    <a:pt x="0" y="4858"/>
                  </a:lnTo>
                  <a:cubicBezTo>
                    <a:pt x="477" y="5073"/>
                    <a:pt x="858" y="5430"/>
                    <a:pt x="1096" y="5882"/>
                  </a:cubicBezTo>
                  <a:lnTo>
                    <a:pt x="1715" y="5882"/>
                  </a:lnTo>
                  <a:cubicBezTo>
                    <a:pt x="3358" y="4263"/>
                    <a:pt x="3311" y="1596"/>
                    <a:pt x="1596"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7" name="Google Shape;28907;p153"/>
            <p:cNvSpPr/>
            <p:nvPr/>
          </p:nvSpPr>
          <p:spPr>
            <a:xfrm>
              <a:off x="1055006" y="2139560"/>
              <a:ext cx="92971" cy="68215"/>
            </a:xfrm>
            <a:custGeom>
              <a:rect b="b" l="l" r="r" t="t"/>
              <a:pathLst>
                <a:path extrusionOk="0" h="2097" w="2858">
                  <a:moveTo>
                    <a:pt x="0" y="0"/>
                  </a:moveTo>
                  <a:cubicBezTo>
                    <a:pt x="191" y="810"/>
                    <a:pt x="572" y="1525"/>
                    <a:pt x="1143" y="2096"/>
                  </a:cubicBezTo>
                  <a:lnTo>
                    <a:pt x="1762" y="2096"/>
                  </a:lnTo>
                  <a:cubicBezTo>
                    <a:pt x="2000" y="1644"/>
                    <a:pt x="2381" y="1286"/>
                    <a:pt x="2858" y="1072"/>
                  </a:cubicBezTo>
                  <a:cubicBezTo>
                    <a:pt x="2453" y="810"/>
                    <a:pt x="2143" y="453"/>
                    <a:pt x="1977"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8" name="Google Shape;28908;p153"/>
            <p:cNvSpPr/>
            <p:nvPr/>
          </p:nvSpPr>
          <p:spPr>
            <a:xfrm>
              <a:off x="1109233" y="2163860"/>
              <a:ext cx="149540" cy="43915"/>
            </a:xfrm>
            <a:custGeom>
              <a:rect b="b" l="l" r="r" t="t"/>
              <a:pathLst>
                <a:path extrusionOk="0" h="1350" w="4597">
                  <a:moveTo>
                    <a:pt x="2280" y="1"/>
                  </a:moveTo>
                  <a:cubicBezTo>
                    <a:pt x="1345" y="1"/>
                    <a:pt x="415" y="447"/>
                    <a:pt x="0" y="1349"/>
                  </a:cubicBezTo>
                  <a:lnTo>
                    <a:pt x="4596" y="1349"/>
                  </a:lnTo>
                  <a:cubicBezTo>
                    <a:pt x="4166" y="453"/>
                    <a:pt x="3221" y="1"/>
                    <a:pt x="2280"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9" name="Google Shape;28909;p153"/>
            <p:cNvSpPr/>
            <p:nvPr/>
          </p:nvSpPr>
          <p:spPr>
            <a:xfrm>
              <a:off x="1183597" y="2164348"/>
              <a:ext cx="75177" cy="43428"/>
            </a:xfrm>
            <a:custGeom>
              <a:rect b="b" l="l" r="r" t="t"/>
              <a:pathLst>
                <a:path extrusionOk="0" h="1335" w="2311">
                  <a:moveTo>
                    <a:pt x="0" y="0"/>
                  </a:moveTo>
                  <a:lnTo>
                    <a:pt x="0" y="1334"/>
                  </a:lnTo>
                  <a:lnTo>
                    <a:pt x="2310" y="1334"/>
                  </a:lnTo>
                  <a:cubicBezTo>
                    <a:pt x="1953" y="548"/>
                    <a:pt x="1072" y="0"/>
                    <a:pt x="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0" name="Google Shape;28910;p153"/>
            <p:cNvSpPr/>
            <p:nvPr/>
          </p:nvSpPr>
          <p:spPr>
            <a:xfrm>
              <a:off x="1030966" y="2123295"/>
              <a:ext cx="108488" cy="20169"/>
            </a:xfrm>
            <a:custGeom>
              <a:rect b="b" l="l" r="r" t="t"/>
              <a:pathLst>
                <a:path extrusionOk="0" h="620" w="3335">
                  <a:moveTo>
                    <a:pt x="334" y="0"/>
                  </a:moveTo>
                  <a:cubicBezTo>
                    <a:pt x="144" y="0"/>
                    <a:pt x="1" y="143"/>
                    <a:pt x="25" y="357"/>
                  </a:cubicBezTo>
                  <a:cubicBezTo>
                    <a:pt x="48" y="500"/>
                    <a:pt x="191" y="619"/>
                    <a:pt x="358" y="619"/>
                  </a:cubicBezTo>
                  <a:lnTo>
                    <a:pt x="3001" y="619"/>
                  </a:lnTo>
                  <a:cubicBezTo>
                    <a:pt x="3192" y="619"/>
                    <a:pt x="3335" y="453"/>
                    <a:pt x="3311" y="262"/>
                  </a:cubicBezTo>
                  <a:cubicBezTo>
                    <a:pt x="3263" y="119"/>
                    <a:pt x="3120" y="0"/>
                    <a:pt x="2978"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1" name="Google Shape;28911;p153"/>
            <p:cNvSpPr/>
            <p:nvPr/>
          </p:nvSpPr>
          <p:spPr>
            <a:xfrm>
              <a:off x="1229301" y="1922064"/>
              <a:ext cx="70525" cy="68801"/>
            </a:xfrm>
            <a:custGeom>
              <a:rect b="b" l="l" r="r" t="t"/>
              <a:pathLst>
                <a:path extrusionOk="0" h="2115" w="2168">
                  <a:moveTo>
                    <a:pt x="965" y="1"/>
                  </a:moveTo>
                  <a:cubicBezTo>
                    <a:pt x="881" y="1"/>
                    <a:pt x="798" y="30"/>
                    <a:pt x="739" y="90"/>
                  </a:cubicBezTo>
                  <a:lnTo>
                    <a:pt x="0" y="804"/>
                  </a:lnTo>
                  <a:lnTo>
                    <a:pt x="1310" y="2114"/>
                  </a:lnTo>
                  <a:lnTo>
                    <a:pt x="2048" y="1376"/>
                  </a:lnTo>
                  <a:cubicBezTo>
                    <a:pt x="2167" y="1281"/>
                    <a:pt x="2167" y="1066"/>
                    <a:pt x="2048" y="947"/>
                  </a:cubicBezTo>
                  <a:lnTo>
                    <a:pt x="1191" y="90"/>
                  </a:lnTo>
                  <a:cubicBezTo>
                    <a:pt x="1131" y="30"/>
                    <a:pt x="1048" y="1"/>
                    <a:pt x="965"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2" name="Google Shape;28912;p153"/>
            <p:cNvSpPr/>
            <p:nvPr/>
          </p:nvSpPr>
          <p:spPr>
            <a:xfrm>
              <a:off x="1250999" y="1938134"/>
              <a:ext cx="48828" cy="53479"/>
            </a:xfrm>
            <a:custGeom>
              <a:rect b="b" l="l" r="r" t="t"/>
              <a:pathLst>
                <a:path extrusionOk="0" h="1644" w="1501">
                  <a:moveTo>
                    <a:pt x="953" y="1"/>
                  </a:moveTo>
                  <a:lnTo>
                    <a:pt x="0" y="953"/>
                  </a:lnTo>
                  <a:lnTo>
                    <a:pt x="667" y="1644"/>
                  </a:lnTo>
                  <a:lnTo>
                    <a:pt x="1429" y="906"/>
                  </a:lnTo>
                  <a:cubicBezTo>
                    <a:pt x="1500" y="787"/>
                    <a:pt x="1500" y="572"/>
                    <a:pt x="1381" y="453"/>
                  </a:cubicBezTo>
                  <a:lnTo>
                    <a:pt x="953"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3" name="Google Shape;28913;p153"/>
            <p:cNvSpPr/>
            <p:nvPr/>
          </p:nvSpPr>
          <p:spPr>
            <a:xfrm>
              <a:off x="1107672" y="2042718"/>
              <a:ext cx="70525" cy="70330"/>
            </a:xfrm>
            <a:custGeom>
              <a:rect b="b" l="l" r="r" t="t"/>
              <a:pathLst>
                <a:path extrusionOk="0" h="2162" w="2168">
                  <a:moveTo>
                    <a:pt x="858" y="1"/>
                  </a:moveTo>
                  <a:lnTo>
                    <a:pt x="119" y="763"/>
                  </a:lnTo>
                  <a:cubicBezTo>
                    <a:pt x="0" y="882"/>
                    <a:pt x="0" y="1072"/>
                    <a:pt x="119" y="1191"/>
                  </a:cubicBezTo>
                  <a:lnTo>
                    <a:pt x="977" y="2072"/>
                  </a:lnTo>
                  <a:cubicBezTo>
                    <a:pt x="1036" y="2132"/>
                    <a:pt x="1120" y="2162"/>
                    <a:pt x="1203" y="2162"/>
                  </a:cubicBezTo>
                  <a:cubicBezTo>
                    <a:pt x="1286" y="2162"/>
                    <a:pt x="1370" y="2132"/>
                    <a:pt x="1429" y="2072"/>
                  </a:cubicBezTo>
                  <a:lnTo>
                    <a:pt x="2168" y="1310"/>
                  </a:lnTo>
                  <a:lnTo>
                    <a:pt x="858"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4" name="Google Shape;28914;p153"/>
            <p:cNvSpPr/>
            <p:nvPr/>
          </p:nvSpPr>
          <p:spPr>
            <a:xfrm>
              <a:off x="1124717" y="2064416"/>
              <a:ext cx="53479" cy="48632"/>
            </a:xfrm>
            <a:custGeom>
              <a:rect b="b" l="l" r="r" t="t"/>
              <a:pathLst>
                <a:path extrusionOk="0" h="1495" w="1644">
                  <a:moveTo>
                    <a:pt x="953" y="0"/>
                  </a:moveTo>
                  <a:lnTo>
                    <a:pt x="0" y="953"/>
                  </a:lnTo>
                  <a:lnTo>
                    <a:pt x="453" y="1405"/>
                  </a:lnTo>
                  <a:cubicBezTo>
                    <a:pt x="512" y="1465"/>
                    <a:pt x="596" y="1495"/>
                    <a:pt x="679" y="1495"/>
                  </a:cubicBezTo>
                  <a:cubicBezTo>
                    <a:pt x="762" y="1495"/>
                    <a:pt x="846" y="1465"/>
                    <a:pt x="905" y="1405"/>
                  </a:cubicBezTo>
                  <a:lnTo>
                    <a:pt x="1644" y="643"/>
                  </a:lnTo>
                  <a:lnTo>
                    <a:pt x="953"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5" name="Google Shape;28915;p153"/>
            <p:cNvSpPr/>
            <p:nvPr/>
          </p:nvSpPr>
          <p:spPr>
            <a:xfrm>
              <a:off x="1053444" y="2204620"/>
              <a:ext cx="261086" cy="61254"/>
            </a:xfrm>
            <a:custGeom>
              <a:rect b="b" l="l" r="r" t="t"/>
              <a:pathLst>
                <a:path extrusionOk="0" h="1883" w="8026">
                  <a:moveTo>
                    <a:pt x="286" y="1"/>
                  </a:moveTo>
                  <a:cubicBezTo>
                    <a:pt x="143" y="1"/>
                    <a:pt x="0" y="120"/>
                    <a:pt x="0" y="310"/>
                  </a:cubicBezTo>
                  <a:lnTo>
                    <a:pt x="0" y="1573"/>
                  </a:lnTo>
                  <a:cubicBezTo>
                    <a:pt x="0" y="1739"/>
                    <a:pt x="119" y="1882"/>
                    <a:pt x="286" y="1882"/>
                  </a:cubicBezTo>
                  <a:lnTo>
                    <a:pt x="7740" y="1882"/>
                  </a:lnTo>
                  <a:cubicBezTo>
                    <a:pt x="7883" y="1882"/>
                    <a:pt x="8026" y="1739"/>
                    <a:pt x="8026" y="1573"/>
                  </a:cubicBezTo>
                  <a:lnTo>
                    <a:pt x="8026" y="310"/>
                  </a:lnTo>
                  <a:cubicBezTo>
                    <a:pt x="8026" y="144"/>
                    <a:pt x="7907" y="1"/>
                    <a:pt x="7740"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6" name="Google Shape;28916;p153"/>
            <p:cNvSpPr/>
            <p:nvPr/>
          </p:nvSpPr>
          <p:spPr>
            <a:xfrm>
              <a:off x="1183597" y="2203839"/>
              <a:ext cx="130933" cy="62035"/>
            </a:xfrm>
            <a:custGeom>
              <a:rect b="b" l="l" r="r" t="t"/>
              <a:pathLst>
                <a:path extrusionOk="0" h="1907" w="4025">
                  <a:moveTo>
                    <a:pt x="0" y="1"/>
                  </a:moveTo>
                  <a:lnTo>
                    <a:pt x="0" y="1906"/>
                  </a:lnTo>
                  <a:lnTo>
                    <a:pt x="3739" y="1906"/>
                  </a:lnTo>
                  <a:cubicBezTo>
                    <a:pt x="3906" y="1906"/>
                    <a:pt x="4025" y="1763"/>
                    <a:pt x="4025" y="1597"/>
                  </a:cubicBezTo>
                  <a:lnTo>
                    <a:pt x="4025" y="334"/>
                  </a:lnTo>
                  <a:cubicBezTo>
                    <a:pt x="4025" y="144"/>
                    <a:pt x="3882" y="1"/>
                    <a:pt x="373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7" name="Google Shape;28917;p153"/>
            <p:cNvSpPr/>
            <p:nvPr/>
          </p:nvSpPr>
          <p:spPr>
            <a:xfrm>
              <a:off x="1121627" y="1935239"/>
              <a:ext cx="165025" cy="163105"/>
            </a:xfrm>
            <a:custGeom>
              <a:rect b="b" l="l" r="r" t="t"/>
              <a:pathLst>
                <a:path extrusionOk="0" h="5014" w="5073">
                  <a:moveTo>
                    <a:pt x="2965" y="0"/>
                  </a:moveTo>
                  <a:cubicBezTo>
                    <a:pt x="2882" y="0"/>
                    <a:pt x="2798" y="30"/>
                    <a:pt x="2739" y="90"/>
                  </a:cubicBezTo>
                  <a:lnTo>
                    <a:pt x="119" y="2709"/>
                  </a:lnTo>
                  <a:cubicBezTo>
                    <a:pt x="0" y="2828"/>
                    <a:pt x="0" y="3043"/>
                    <a:pt x="119" y="3162"/>
                  </a:cubicBezTo>
                  <a:lnTo>
                    <a:pt x="1881" y="4924"/>
                  </a:lnTo>
                  <a:cubicBezTo>
                    <a:pt x="1941" y="4984"/>
                    <a:pt x="2012" y="5013"/>
                    <a:pt x="2090" y="5013"/>
                  </a:cubicBezTo>
                  <a:cubicBezTo>
                    <a:pt x="2167" y="5013"/>
                    <a:pt x="2251" y="4984"/>
                    <a:pt x="2334" y="4924"/>
                  </a:cubicBezTo>
                  <a:lnTo>
                    <a:pt x="4953" y="2304"/>
                  </a:lnTo>
                  <a:cubicBezTo>
                    <a:pt x="5073" y="2185"/>
                    <a:pt x="5073" y="1971"/>
                    <a:pt x="4953" y="1852"/>
                  </a:cubicBezTo>
                  <a:lnTo>
                    <a:pt x="3191" y="90"/>
                  </a:lnTo>
                  <a:cubicBezTo>
                    <a:pt x="3132" y="30"/>
                    <a:pt x="3048" y="0"/>
                    <a:pt x="2965"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8" name="Google Shape;28918;p153"/>
            <p:cNvSpPr/>
            <p:nvPr/>
          </p:nvSpPr>
          <p:spPr>
            <a:xfrm>
              <a:off x="1154157" y="1966793"/>
              <a:ext cx="132495" cy="131551"/>
            </a:xfrm>
            <a:custGeom>
              <a:rect b="b" l="l" r="r" t="t"/>
              <a:pathLst>
                <a:path extrusionOk="0" h="4044" w="4073">
                  <a:moveTo>
                    <a:pt x="3049" y="1"/>
                  </a:moveTo>
                  <a:lnTo>
                    <a:pt x="0" y="3049"/>
                  </a:lnTo>
                  <a:lnTo>
                    <a:pt x="881" y="3954"/>
                  </a:lnTo>
                  <a:cubicBezTo>
                    <a:pt x="941" y="4014"/>
                    <a:pt x="1024" y="4043"/>
                    <a:pt x="1108" y="4043"/>
                  </a:cubicBezTo>
                  <a:cubicBezTo>
                    <a:pt x="1191" y="4043"/>
                    <a:pt x="1274" y="4014"/>
                    <a:pt x="1334" y="3954"/>
                  </a:cubicBezTo>
                  <a:lnTo>
                    <a:pt x="3953" y="1334"/>
                  </a:lnTo>
                  <a:cubicBezTo>
                    <a:pt x="4073" y="1215"/>
                    <a:pt x="4073" y="1001"/>
                    <a:pt x="3953" y="882"/>
                  </a:cubicBezTo>
                  <a:lnTo>
                    <a:pt x="3049"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9" name="Google Shape;28919;p153"/>
          <p:cNvGrpSpPr/>
          <p:nvPr/>
        </p:nvGrpSpPr>
        <p:grpSpPr>
          <a:xfrm>
            <a:off x="1833546" y="1768688"/>
            <a:ext cx="193716" cy="345534"/>
            <a:chOff x="1833546" y="1921088"/>
            <a:chExt cx="193716" cy="345534"/>
          </a:xfrm>
        </p:grpSpPr>
        <p:sp>
          <p:nvSpPr>
            <p:cNvPr id="28920" name="Google Shape;28920;p153"/>
            <p:cNvSpPr/>
            <p:nvPr/>
          </p:nvSpPr>
          <p:spPr>
            <a:xfrm>
              <a:off x="1833546" y="1921088"/>
              <a:ext cx="162715" cy="344785"/>
            </a:xfrm>
            <a:custGeom>
              <a:rect b="b" l="l" r="r" t="t"/>
              <a:pathLst>
                <a:path extrusionOk="0" h="10599" w="5002">
                  <a:moveTo>
                    <a:pt x="2501" y="1"/>
                  </a:moveTo>
                  <a:cubicBezTo>
                    <a:pt x="1644" y="1"/>
                    <a:pt x="953" y="691"/>
                    <a:pt x="953" y="1549"/>
                  </a:cubicBezTo>
                  <a:lnTo>
                    <a:pt x="953" y="6169"/>
                  </a:lnTo>
                  <a:cubicBezTo>
                    <a:pt x="358" y="6669"/>
                    <a:pt x="1" y="7407"/>
                    <a:pt x="24" y="8193"/>
                  </a:cubicBezTo>
                  <a:cubicBezTo>
                    <a:pt x="72" y="9526"/>
                    <a:pt x="1167" y="10574"/>
                    <a:pt x="2477" y="10598"/>
                  </a:cubicBezTo>
                  <a:cubicBezTo>
                    <a:pt x="2492" y="10598"/>
                    <a:pt x="2507" y="10599"/>
                    <a:pt x="2522" y="10599"/>
                  </a:cubicBezTo>
                  <a:cubicBezTo>
                    <a:pt x="3906" y="10599"/>
                    <a:pt x="5001" y="9511"/>
                    <a:pt x="4978" y="8098"/>
                  </a:cubicBezTo>
                  <a:cubicBezTo>
                    <a:pt x="4978" y="7359"/>
                    <a:pt x="4644" y="6645"/>
                    <a:pt x="4049" y="6169"/>
                  </a:cubicBezTo>
                  <a:lnTo>
                    <a:pt x="4049" y="1549"/>
                  </a:lnTo>
                  <a:cubicBezTo>
                    <a:pt x="4049" y="691"/>
                    <a:pt x="3358" y="1"/>
                    <a:pt x="250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1" name="Google Shape;28921;p153"/>
            <p:cNvSpPr/>
            <p:nvPr/>
          </p:nvSpPr>
          <p:spPr>
            <a:xfrm>
              <a:off x="1915652" y="1921869"/>
              <a:ext cx="80609" cy="344753"/>
            </a:xfrm>
            <a:custGeom>
              <a:rect b="b" l="l" r="r" t="t"/>
              <a:pathLst>
                <a:path extrusionOk="0" h="10598" w="2478">
                  <a:moveTo>
                    <a:pt x="1" y="1"/>
                  </a:moveTo>
                  <a:lnTo>
                    <a:pt x="1" y="10598"/>
                  </a:lnTo>
                  <a:cubicBezTo>
                    <a:pt x="1382" y="10598"/>
                    <a:pt x="2478" y="9502"/>
                    <a:pt x="2478" y="8121"/>
                  </a:cubicBezTo>
                  <a:cubicBezTo>
                    <a:pt x="2478" y="7359"/>
                    <a:pt x="2120" y="6645"/>
                    <a:pt x="1549" y="6168"/>
                  </a:cubicBezTo>
                  <a:lnTo>
                    <a:pt x="1549" y="1548"/>
                  </a:lnTo>
                  <a:cubicBezTo>
                    <a:pt x="1549" y="691"/>
                    <a:pt x="882" y="1"/>
                    <a:pt x="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2" name="Google Shape;28922;p153"/>
            <p:cNvSpPr/>
            <p:nvPr/>
          </p:nvSpPr>
          <p:spPr>
            <a:xfrm>
              <a:off x="1879251" y="1961393"/>
              <a:ext cx="73615" cy="261086"/>
            </a:xfrm>
            <a:custGeom>
              <a:rect b="b" l="l" r="r" t="t"/>
              <a:pathLst>
                <a:path extrusionOk="0" h="8026" w="2263">
                  <a:moveTo>
                    <a:pt x="1120" y="0"/>
                  </a:moveTo>
                  <a:cubicBezTo>
                    <a:pt x="977" y="0"/>
                    <a:pt x="834" y="167"/>
                    <a:pt x="834" y="310"/>
                  </a:cubicBezTo>
                  <a:lnTo>
                    <a:pt x="834" y="5787"/>
                  </a:lnTo>
                  <a:cubicBezTo>
                    <a:pt x="358" y="5930"/>
                    <a:pt x="1" y="6359"/>
                    <a:pt x="1" y="6882"/>
                  </a:cubicBezTo>
                  <a:cubicBezTo>
                    <a:pt x="1" y="7502"/>
                    <a:pt x="501" y="8026"/>
                    <a:pt x="1120" y="8026"/>
                  </a:cubicBezTo>
                  <a:cubicBezTo>
                    <a:pt x="1763" y="8026"/>
                    <a:pt x="2263" y="7502"/>
                    <a:pt x="2263" y="6882"/>
                  </a:cubicBezTo>
                  <a:cubicBezTo>
                    <a:pt x="2263" y="6382"/>
                    <a:pt x="1906" y="5930"/>
                    <a:pt x="1429" y="5787"/>
                  </a:cubicBezTo>
                  <a:lnTo>
                    <a:pt x="1429" y="310"/>
                  </a:lnTo>
                  <a:cubicBezTo>
                    <a:pt x="1429" y="119"/>
                    <a:pt x="1287" y="0"/>
                    <a:pt x="1120"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3" name="Google Shape;28923;p153"/>
            <p:cNvSpPr/>
            <p:nvPr/>
          </p:nvSpPr>
          <p:spPr>
            <a:xfrm>
              <a:off x="1915652" y="1961393"/>
              <a:ext cx="37214" cy="261086"/>
            </a:xfrm>
            <a:custGeom>
              <a:rect b="b" l="l" r="r" t="t"/>
              <a:pathLst>
                <a:path extrusionOk="0" h="8026" w="1144">
                  <a:moveTo>
                    <a:pt x="1" y="0"/>
                  </a:moveTo>
                  <a:lnTo>
                    <a:pt x="1" y="8026"/>
                  </a:lnTo>
                  <a:cubicBezTo>
                    <a:pt x="644" y="8026"/>
                    <a:pt x="1144" y="7502"/>
                    <a:pt x="1144" y="6882"/>
                  </a:cubicBezTo>
                  <a:cubicBezTo>
                    <a:pt x="1144" y="6382"/>
                    <a:pt x="787" y="5930"/>
                    <a:pt x="310" y="5787"/>
                  </a:cubicBezTo>
                  <a:lnTo>
                    <a:pt x="310" y="310"/>
                  </a:lnTo>
                  <a:cubicBezTo>
                    <a:pt x="310" y="167"/>
                    <a:pt x="191"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4" name="Google Shape;28924;p153"/>
            <p:cNvSpPr/>
            <p:nvPr/>
          </p:nvSpPr>
          <p:spPr>
            <a:xfrm>
              <a:off x="1984615" y="1983839"/>
              <a:ext cx="42647" cy="20169"/>
            </a:xfrm>
            <a:custGeom>
              <a:rect b="b" l="l" r="r" t="t"/>
              <a:pathLst>
                <a:path extrusionOk="0" h="620" w="1311">
                  <a:moveTo>
                    <a:pt x="334" y="1"/>
                  </a:moveTo>
                  <a:cubicBezTo>
                    <a:pt x="143" y="1"/>
                    <a:pt x="0" y="191"/>
                    <a:pt x="24" y="358"/>
                  </a:cubicBezTo>
                  <a:cubicBezTo>
                    <a:pt x="72" y="501"/>
                    <a:pt x="215" y="620"/>
                    <a:pt x="358" y="620"/>
                  </a:cubicBezTo>
                  <a:lnTo>
                    <a:pt x="977" y="620"/>
                  </a:lnTo>
                  <a:cubicBezTo>
                    <a:pt x="1167" y="620"/>
                    <a:pt x="1310" y="453"/>
                    <a:pt x="1286" y="263"/>
                  </a:cubicBezTo>
                  <a:cubicBezTo>
                    <a:pt x="1263" y="120"/>
                    <a:pt x="1096" y="1"/>
                    <a:pt x="95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5" name="Google Shape;28925;p153"/>
            <p:cNvSpPr/>
            <p:nvPr/>
          </p:nvSpPr>
          <p:spPr>
            <a:xfrm>
              <a:off x="1984615" y="2023363"/>
              <a:ext cx="42647" cy="20949"/>
            </a:xfrm>
            <a:custGeom>
              <a:rect b="b" l="l" r="r" t="t"/>
              <a:pathLst>
                <a:path extrusionOk="0" h="644" w="1311">
                  <a:moveTo>
                    <a:pt x="334" y="0"/>
                  </a:moveTo>
                  <a:cubicBezTo>
                    <a:pt x="143" y="0"/>
                    <a:pt x="0" y="191"/>
                    <a:pt x="24" y="357"/>
                  </a:cubicBezTo>
                  <a:cubicBezTo>
                    <a:pt x="72" y="524"/>
                    <a:pt x="215" y="643"/>
                    <a:pt x="358" y="643"/>
                  </a:cubicBezTo>
                  <a:lnTo>
                    <a:pt x="977" y="643"/>
                  </a:lnTo>
                  <a:cubicBezTo>
                    <a:pt x="1167" y="643"/>
                    <a:pt x="1310" y="477"/>
                    <a:pt x="1286" y="286"/>
                  </a:cubicBezTo>
                  <a:cubicBezTo>
                    <a:pt x="1263" y="119"/>
                    <a:pt x="1096" y="0"/>
                    <a:pt x="95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6" name="Google Shape;28926;p153"/>
            <p:cNvSpPr/>
            <p:nvPr/>
          </p:nvSpPr>
          <p:spPr>
            <a:xfrm>
              <a:off x="1984615" y="2064416"/>
              <a:ext cx="42647" cy="20169"/>
            </a:xfrm>
            <a:custGeom>
              <a:rect b="b" l="l" r="r" t="t"/>
              <a:pathLst>
                <a:path extrusionOk="0" h="620" w="1311">
                  <a:moveTo>
                    <a:pt x="334" y="0"/>
                  </a:moveTo>
                  <a:cubicBezTo>
                    <a:pt x="143" y="0"/>
                    <a:pt x="0" y="167"/>
                    <a:pt x="24" y="358"/>
                  </a:cubicBezTo>
                  <a:cubicBezTo>
                    <a:pt x="72" y="500"/>
                    <a:pt x="215" y="620"/>
                    <a:pt x="358" y="620"/>
                  </a:cubicBezTo>
                  <a:lnTo>
                    <a:pt x="977" y="620"/>
                  </a:lnTo>
                  <a:cubicBezTo>
                    <a:pt x="1167" y="620"/>
                    <a:pt x="1310" y="477"/>
                    <a:pt x="1286" y="262"/>
                  </a:cubicBezTo>
                  <a:cubicBezTo>
                    <a:pt x="1263" y="119"/>
                    <a:pt x="1096" y="0"/>
                    <a:pt x="95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7" name="Google Shape;28927;p153"/>
          <p:cNvGrpSpPr/>
          <p:nvPr/>
        </p:nvGrpSpPr>
        <p:grpSpPr>
          <a:xfrm>
            <a:off x="2551678" y="1768688"/>
            <a:ext cx="264209" cy="344785"/>
            <a:chOff x="2551678" y="1921088"/>
            <a:chExt cx="264209" cy="344785"/>
          </a:xfrm>
        </p:grpSpPr>
        <p:sp>
          <p:nvSpPr>
            <p:cNvPr id="28928" name="Google Shape;28928;p153"/>
            <p:cNvSpPr/>
            <p:nvPr/>
          </p:nvSpPr>
          <p:spPr>
            <a:xfrm>
              <a:off x="2609777" y="2226317"/>
              <a:ext cx="146450" cy="20169"/>
            </a:xfrm>
            <a:custGeom>
              <a:rect b="b" l="l" r="r" t="t"/>
              <a:pathLst>
                <a:path extrusionOk="0" h="620" w="4502">
                  <a:moveTo>
                    <a:pt x="215" y="1"/>
                  </a:moveTo>
                  <a:cubicBezTo>
                    <a:pt x="96" y="191"/>
                    <a:pt x="48" y="405"/>
                    <a:pt x="1" y="620"/>
                  </a:cubicBezTo>
                  <a:lnTo>
                    <a:pt x="4502" y="620"/>
                  </a:lnTo>
                  <a:cubicBezTo>
                    <a:pt x="4478" y="405"/>
                    <a:pt x="4406" y="191"/>
                    <a:pt x="4311"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9" name="Google Shape;28929;p153"/>
            <p:cNvSpPr/>
            <p:nvPr/>
          </p:nvSpPr>
          <p:spPr>
            <a:xfrm>
              <a:off x="2684921" y="2226317"/>
              <a:ext cx="72867" cy="20169"/>
            </a:xfrm>
            <a:custGeom>
              <a:rect b="b" l="l" r="r" t="t"/>
              <a:pathLst>
                <a:path extrusionOk="0" h="620" w="2240">
                  <a:moveTo>
                    <a:pt x="1" y="1"/>
                  </a:moveTo>
                  <a:lnTo>
                    <a:pt x="1" y="620"/>
                  </a:lnTo>
                  <a:lnTo>
                    <a:pt x="2239" y="620"/>
                  </a:lnTo>
                  <a:lnTo>
                    <a:pt x="2049"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0" name="Google Shape;28930;p153"/>
            <p:cNvSpPr/>
            <p:nvPr/>
          </p:nvSpPr>
          <p:spPr>
            <a:xfrm>
              <a:off x="2634565" y="2174432"/>
              <a:ext cx="98436" cy="20949"/>
            </a:xfrm>
            <a:custGeom>
              <a:rect b="b" l="l" r="r" t="t"/>
              <a:pathLst>
                <a:path extrusionOk="0" h="644" w="3026">
                  <a:moveTo>
                    <a:pt x="453" y="0"/>
                  </a:moveTo>
                  <a:lnTo>
                    <a:pt x="1" y="643"/>
                  </a:lnTo>
                  <a:lnTo>
                    <a:pt x="3025" y="643"/>
                  </a:lnTo>
                  <a:cubicBezTo>
                    <a:pt x="2882" y="453"/>
                    <a:pt x="2739" y="238"/>
                    <a:pt x="2549"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1" name="Google Shape;28931;p153"/>
            <p:cNvSpPr/>
            <p:nvPr/>
          </p:nvSpPr>
          <p:spPr>
            <a:xfrm>
              <a:off x="2684140" y="2174432"/>
              <a:ext cx="48860" cy="20949"/>
            </a:xfrm>
            <a:custGeom>
              <a:rect b="b" l="l" r="r" t="t"/>
              <a:pathLst>
                <a:path extrusionOk="0" h="644" w="1502">
                  <a:moveTo>
                    <a:pt x="1" y="0"/>
                  </a:moveTo>
                  <a:lnTo>
                    <a:pt x="1" y="643"/>
                  </a:lnTo>
                  <a:lnTo>
                    <a:pt x="1501" y="643"/>
                  </a:lnTo>
                  <a:cubicBezTo>
                    <a:pt x="1382" y="453"/>
                    <a:pt x="1215" y="238"/>
                    <a:pt x="10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2" name="Google Shape;28932;p153"/>
            <p:cNvSpPr/>
            <p:nvPr/>
          </p:nvSpPr>
          <p:spPr>
            <a:xfrm>
              <a:off x="2610558" y="1942005"/>
              <a:ext cx="145669" cy="20949"/>
            </a:xfrm>
            <a:custGeom>
              <a:rect b="b" l="l" r="r" t="t"/>
              <a:pathLst>
                <a:path extrusionOk="0" h="644" w="4478">
                  <a:moveTo>
                    <a:pt x="0" y="1"/>
                  </a:moveTo>
                  <a:cubicBezTo>
                    <a:pt x="48" y="215"/>
                    <a:pt x="120" y="429"/>
                    <a:pt x="191" y="644"/>
                  </a:cubicBezTo>
                  <a:lnTo>
                    <a:pt x="4287" y="644"/>
                  </a:lnTo>
                  <a:cubicBezTo>
                    <a:pt x="4382" y="429"/>
                    <a:pt x="4454" y="215"/>
                    <a:pt x="4478"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3" name="Google Shape;28933;p153"/>
            <p:cNvSpPr/>
            <p:nvPr/>
          </p:nvSpPr>
          <p:spPr>
            <a:xfrm>
              <a:off x="2684140" y="1942005"/>
              <a:ext cx="73648" cy="20949"/>
            </a:xfrm>
            <a:custGeom>
              <a:rect b="b" l="l" r="r" t="t"/>
              <a:pathLst>
                <a:path extrusionOk="0" h="644" w="2264">
                  <a:moveTo>
                    <a:pt x="1" y="1"/>
                  </a:moveTo>
                  <a:lnTo>
                    <a:pt x="1" y="644"/>
                  </a:lnTo>
                  <a:lnTo>
                    <a:pt x="2049" y="644"/>
                  </a:lnTo>
                  <a:cubicBezTo>
                    <a:pt x="2168" y="429"/>
                    <a:pt x="2216" y="215"/>
                    <a:pt x="226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4" name="Google Shape;28934;p153"/>
            <p:cNvSpPr/>
            <p:nvPr/>
          </p:nvSpPr>
          <p:spPr>
            <a:xfrm>
              <a:off x="2635345" y="1992362"/>
              <a:ext cx="97655" cy="20949"/>
            </a:xfrm>
            <a:custGeom>
              <a:rect b="b" l="l" r="r" t="t"/>
              <a:pathLst>
                <a:path extrusionOk="0" h="644" w="3002">
                  <a:moveTo>
                    <a:pt x="1" y="1"/>
                  </a:moveTo>
                  <a:cubicBezTo>
                    <a:pt x="120" y="215"/>
                    <a:pt x="310" y="429"/>
                    <a:pt x="453" y="644"/>
                  </a:cubicBezTo>
                  <a:lnTo>
                    <a:pt x="2573" y="644"/>
                  </a:lnTo>
                  <a:lnTo>
                    <a:pt x="3001" y="1"/>
                  </a:ln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5" name="Google Shape;28935;p153"/>
            <p:cNvSpPr/>
            <p:nvPr/>
          </p:nvSpPr>
          <p:spPr>
            <a:xfrm>
              <a:off x="2684140" y="1992362"/>
              <a:ext cx="48860" cy="20949"/>
            </a:xfrm>
            <a:custGeom>
              <a:rect b="b" l="l" r="r" t="t"/>
              <a:pathLst>
                <a:path extrusionOk="0" h="644" w="1502">
                  <a:moveTo>
                    <a:pt x="1" y="1"/>
                  </a:moveTo>
                  <a:lnTo>
                    <a:pt x="1" y="644"/>
                  </a:lnTo>
                  <a:lnTo>
                    <a:pt x="1073" y="644"/>
                  </a:lnTo>
                  <a:lnTo>
                    <a:pt x="1501"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6" name="Google Shape;28936;p153"/>
            <p:cNvSpPr/>
            <p:nvPr/>
          </p:nvSpPr>
          <p:spPr>
            <a:xfrm>
              <a:off x="2551678" y="1921869"/>
              <a:ext cx="264209" cy="344005"/>
            </a:xfrm>
            <a:custGeom>
              <a:rect b="b" l="l" r="r" t="t"/>
              <a:pathLst>
                <a:path extrusionOk="0" h="10575" w="8122">
                  <a:moveTo>
                    <a:pt x="310" y="1"/>
                  </a:moveTo>
                  <a:cubicBezTo>
                    <a:pt x="167" y="1"/>
                    <a:pt x="1" y="120"/>
                    <a:pt x="1" y="310"/>
                  </a:cubicBezTo>
                  <a:cubicBezTo>
                    <a:pt x="1" y="2358"/>
                    <a:pt x="1930" y="4311"/>
                    <a:pt x="3811" y="6430"/>
                  </a:cubicBezTo>
                  <a:cubicBezTo>
                    <a:pt x="4978" y="7740"/>
                    <a:pt x="6240" y="9193"/>
                    <a:pt x="6240" y="10265"/>
                  </a:cubicBezTo>
                  <a:cubicBezTo>
                    <a:pt x="6240" y="10431"/>
                    <a:pt x="6359" y="10574"/>
                    <a:pt x="6526" y="10574"/>
                  </a:cubicBezTo>
                  <a:lnTo>
                    <a:pt x="7788" y="10574"/>
                  </a:lnTo>
                  <a:cubicBezTo>
                    <a:pt x="7955" y="10574"/>
                    <a:pt x="8121" y="10455"/>
                    <a:pt x="8050" y="10265"/>
                  </a:cubicBezTo>
                  <a:cubicBezTo>
                    <a:pt x="8050" y="9360"/>
                    <a:pt x="7693" y="8407"/>
                    <a:pt x="6907" y="7288"/>
                  </a:cubicBezTo>
                  <a:cubicBezTo>
                    <a:pt x="5216" y="4859"/>
                    <a:pt x="1858" y="2144"/>
                    <a:pt x="1858" y="310"/>
                  </a:cubicBezTo>
                  <a:cubicBezTo>
                    <a:pt x="1858" y="143"/>
                    <a:pt x="1739" y="1"/>
                    <a:pt x="154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7" name="Google Shape;28937;p153"/>
            <p:cNvSpPr/>
            <p:nvPr/>
          </p:nvSpPr>
          <p:spPr>
            <a:xfrm>
              <a:off x="2684140" y="2048931"/>
              <a:ext cx="131747" cy="216943"/>
            </a:xfrm>
            <a:custGeom>
              <a:rect b="b" l="l" r="r" t="t"/>
              <a:pathLst>
                <a:path extrusionOk="0" h="6669" w="4050">
                  <a:moveTo>
                    <a:pt x="1" y="0"/>
                  </a:moveTo>
                  <a:lnTo>
                    <a:pt x="1" y="2786"/>
                  </a:lnTo>
                  <a:cubicBezTo>
                    <a:pt x="1096" y="4025"/>
                    <a:pt x="2168" y="5382"/>
                    <a:pt x="2168" y="6359"/>
                  </a:cubicBezTo>
                  <a:cubicBezTo>
                    <a:pt x="2168" y="6549"/>
                    <a:pt x="2311" y="6668"/>
                    <a:pt x="2454" y="6668"/>
                  </a:cubicBezTo>
                  <a:lnTo>
                    <a:pt x="3716" y="6668"/>
                  </a:lnTo>
                  <a:cubicBezTo>
                    <a:pt x="3883" y="6668"/>
                    <a:pt x="4002" y="6525"/>
                    <a:pt x="4002" y="6359"/>
                  </a:cubicBezTo>
                  <a:cubicBezTo>
                    <a:pt x="4049" y="4191"/>
                    <a:pt x="1906" y="2143"/>
                    <a:pt x="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8" name="Google Shape;28938;p153"/>
            <p:cNvSpPr/>
            <p:nvPr/>
          </p:nvSpPr>
          <p:spPr>
            <a:xfrm>
              <a:off x="2553240" y="1921088"/>
              <a:ext cx="261086" cy="344785"/>
            </a:xfrm>
            <a:custGeom>
              <a:rect b="b" l="l" r="r" t="t"/>
              <a:pathLst>
                <a:path extrusionOk="0" h="10599" w="8026">
                  <a:moveTo>
                    <a:pt x="6478" y="1"/>
                  </a:moveTo>
                  <a:cubicBezTo>
                    <a:pt x="6335" y="1"/>
                    <a:pt x="6192" y="144"/>
                    <a:pt x="6192" y="334"/>
                  </a:cubicBezTo>
                  <a:cubicBezTo>
                    <a:pt x="6216" y="2144"/>
                    <a:pt x="2834" y="4883"/>
                    <a:pt x="1120" y="7312"/>
                  </a:cubicBezTo>
                  <a:cubicBezTo>
                    <a:pt x="357" y="8455"/>
                    <a:pt x="0" y="9407"/>
                    <a:pt x="0" y="10289"/>
                  </a:cubicBezTo>
                  <a:cubicBezTo>
                    <a:pt x="0" y="10455"/>
                    <a:pt x="119" y="10598"/>
                    <a:pt x="286" y="10598"/>
                  </a:cubicBezTo>
                  <a:lnTo>
                    <a:pt x="286" y="10574"/>
                  </a:lnTo>
                  <a:lnTo>
                    <a:pt x="1501" y="10574"/>
                  </a:lnTo>
                  <a:cubicBezTo>
                    <a:pt x="1691" y="10574"/>
                    <a:pt x="1834" y="10455"/>
                    <a:pt x="1834" y="10265"/>
                  </a:cubicBezTo>
                  <a:cubicBezTo>
                    <a:pt x="1834" y="8431"/>
                    <a:pt x="5216" y="5716"/>
                    <a:pt x="6906" y="3263"/>
                  </a:cubicBezTo>
                  <a:cubicBezTo>
                    <a:pt x="7668" y="2168"/>
                    <a:pt x="8026" y="1215"/>
                    <a:pt x="8026" y="287"/>
                  </a:cubicBezTo>
                  <a:cubicBezTo>
                    <a:pt x="8026" y="144"/>
                    <a:pt x="7907" y="1"/>
                    <a:pt x="7740"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9" name="Google Shape;28939;p153"/>
            <p:cNvSpPr/>
            <p:nvPr/>
          </p:nvSpPr>
          <p:spPr>
            <a:xfrm>
              <a:off x="2684140" y="1921088"/>
              <a:ext cx="131747" cy="218504"/>
            </a:xfrm>
            <a:custGeom>
              <a:rect b="b" l="l" r="r" t="t"/>
              <a:pathLst>
                <a:path extrusionOk="0" h="6717" w="4050">
                  <a:moveTo>
                    <a:pt x="2454" y="1"/>
                  </a:moveTo>
                  <a:cubicBezTo>
                    <a:pt x="2287" y="1"/>
                    <a:pt x="2120" y="144"/>
                    <a:pt x="2168" y="334"/>
                  </a:cubicBezTo>
                  <a:cubicBezTo>
                    <a:pt x="2168" y="453"/>
                    <a:pt x="2168" y="525"/>
                    <a:pt x="2120" y="644"/>
                  </a:cubicBezTo>
                  <a:cubicBezTo>
                    <a:pt x="1930" y="1715"/>
                    <a:pt x="739" y="3097"/>
                    <a:pt x="1" y="3930"/>
                  </a:cubicBezTo>
                  <a:lnTo>
                    <a:pt x="1" y="6716"/>
                  </a:lnTo>
                  <a:cubicBezTo>
                    <a:pt x="1930" y="4549"/>
                    <a:pt x="4049" y="2501"/>
                    <a:pt x="4049" y="334"/>
                  </a:cubicBezTo>
                  <a:cubicBezTo>
                    <a:pt x="4049" y="144"/>
                    <a:pt x="3883" y="1"/>
                    <a:pt x="3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0" name="Google Shape;28940;p153"/>
          <p:cNvGrpSpPr/>
          <p:nvPr/>
        </p:nvGrpSpPr>
        <p:grpSpPr>
          <a:xfrm>
            <a:off x="3293818" y="1768688"/>
            <a:ext cx="282035" cy="345534"/>
            <a:chOff x="3293818" y="1921088"/>
            <a:chExt cx="282035" cy="345534"/>
          </a:xfrm>
        </p:grpSpPr>
        <p:sp>
          <p:nvSpPr>
            <p:cNvPr id="28941" name="Google Shape;28941;p153"/>
            <p:cNvSpPr/>
            <p:nvPr/>
          </p:nvSpPr>
          <p:spPr>
            <a:xfrm>
              <a:off x="3293818" y="1938134"/>
              <a:ext cx="282035" cy="328488"/>
            </a:xfrm>
            <a:custGeom>
              <a:rect b="b" l="l" r="r" t="t"/>
              <a:pathLst>
                <a:path extrusionOk="0" h="10098" w="8670">
                  <a:moveTo>
                    <a:pt x="2763" y="1"/>
                  </a:moveTo>
                  <a:lnTo>
                    <a:pt x="2763" y="4121"/>
                  </a:lnTo>
                  <a:lnTo>
                    <a:pt x="430" y="8407"/>
                  </a:lnTo>
                  <a:cubicBezTo>
                    <a:pt x="1" y="9145"/>
                    <a:pt x="549" y="10098"/>
                    <a:pt x="1430" y="10098"/>
                  </a:cubicBezTo>
                  <a:lnTo>
                    <a:pt x="7264" y="10098"/>
                  </a:lnTo>
                  <a:cubicBezTo>
                    <a:pt x="8122" y="10074"/>
                    <a:pt x="8669" y="9145"/>
                    <a:pt x="8241" y="8407"/>
                  </a:cubicBezTo>
                  <a:lnTo>
                    <a:pt x="5859" y="4121"/>
                  </a:lnTo>
                  <a:lnTo>
                    <a:pt x="5859"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2" name="Google Shape;28942;p153"/>
            <p:cNvSpPr/>
            <p:nvPr/>
          </p:nvSpPr>
          <p:spPr>
            <a:xfrm>
              <a:off x="3434055" y="1938134"/>
              <a:ext cx="141798" cy="328488"/>
            </a:xfrm>
            <a:custGeom>
              <a:rect b="b" l="l" r="r" t="t"/>
              <a:pathLst>
                <a:path extrusionOk="0" h="10098" w="4359">
                  <a:moveTo>
                    <a:pt x="0" y="1"/>
                  </a:moveTo>
                  <a:lnTo>
                    <a:pt x="0" y="10098"/>
                  </a:lnTo>
                  <a:lnTo>
                    <a:pt x="2929" y="10098"/>
                  </a:lnTo>
                  <a:cubicBezTo>
                    <a:pt x="3787" y="10074"/>
                    <a:pt x="4358" y="9145"/>
                    <a:pt x="3906" y="8407"/>
                  </a:cubicBezTo>
                  <a:lnTo>
                    <a:pt x="1524" y="4121"/>
                  </a:lnTo>
                  <a:lnTo>
                    <a:pt x="1524"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3" name="Google Shape;28943;p153"/>
            <p:cNvSpPr/>
            <p:nvPr/>
          </p:nvSpPr>
          <p:spPr>
            <a:xfrm>
              <a:off x="3442577" y="2044280"/>
              <a:ext cx="41866" cy="20169"/>
            </a:xfrm>
            <a:custGeom>
              <a:rect b="b" l="l" r="r" t="t"/>
              <a:pathLst>
                <a:path extrusionOk="0" h="620" w="1287">
                  <a:moveTo>
                    <a:pt x="334" y="0"/>
                  </a:moveTo>
                  <a:cubicBezTo>
                    <a:pt x="167" y="0"/>
                    <a:pt x="0" y="167"/>
                    <a:pt x="48" y="334"/>
                  </a:cubicBezTo>
                  <a:cubicBezTo>
                    <a:pt x="72" y="500"/>
                    <a:pt x="215" y="619"/>
                    <a:pt x="357" y="619"/>
                  </a:cubicBezTo>
                  <a:lnTo>
                    <a:pt x="1286" y="619"/>
                  </a:lnTo>
                  <a:lnTo>
                    <a:pt x="128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4" name="Google Shape;28944;p153"/>
            <p:cNvSpPr/>
            <p:nvPr/>
          </p:nvSpPr>
          <p:spPr>
            <a:xfrm>
              <a:off x="3422441" y="2003227"/>
              <a:ext cx="62002" cy="20169"/>
            </a:xfrm>
            <a:custGeom>
              <a:rect b="b" l="l" r="r" t="t"/>
              <a:pathLst>
                <a:path extrusionOk="0" h="620" w="1906">
                  <a:moveTo>
                    <a:pt x="333" y="0"/>
                  </a:moveTo>
                  <a:cubicBezTo>
                    <a:pt x="143" y="0"/>
                    <a:pt x="0" y="191"/>
                    <a:pt x="48" y="357"/>
                  </a:cubicBezTo>
                  <a:cubicBezTo>
                    <a:pt x="72" y="500"/>
                    <a:pt x="214" y="619"/>
                    <a:pt x="357" y="619"/>
                  </a:cubicBezTo>
                  <a:lnTo>
                    <a:pt x="1905" y="619"/>
                  </a:lnTo>
                  <a:lnTo>
                    <a:pt x="1905" y="0"/>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5" name="Google Shape;28945;p153"/>
            <p:cNvSpPr/>
            <p:nvPr/>
          </p:nvSpPr>
          <p:spPr>
            <a:xfrm>
              <a:off x="3434055" y="2003227"/>
              <a:ext cx="49608" cy="20169"/>
            </a:xfrm>
            <a:custGeom>
              <a:rect b="b" l="l" r="r" t="t"/>
              <a:pathLst>
                <a:path extrusionOk="0" h="620" w="1525">
                  <a:moveTo>
                    <a:pt x="0" y="0"/>
                  </a:moveTo>
                  <a:lnTo>
                    <a:pt x="0" y="619"/>
                  </a:lnTo>
                  <a:lnTo>
                    <a:pt x="1524" y="619"/>
                  </a:lnTo>
                  <a:lnTo>
                    <a:pt x="152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6" name="Google Shape;28946;p153"/>
            <p:cNvSpPr/>
            <p:nvPr/>
          </p:nvSpPr>
          <p:spPr>
            <a:xfrm>
              <a:off x="3442577" y="1963703"/>
              <a:ext cx="41866" cy="20169"/>
            </a:xfrm>
            <a:custGeom>
              <a:rect b="b" l="l" r="r" t="t"/>
              <a:pathLst>
                <a:path extrusionOk="0" h="620" w="1287">
                  <a:moveTo>
                    <a:pt x="334" y="1"/>
                  </a:moveTo>
                  <a:cubicBezTo>
                    <a:pt x="167" y="1"/>
                    <a:pt x="0" y="167"/>
                    <a:pt x="48" y="358"/>
                  </a:cubicBezTo>
                  <a:cubicBezTo>
                    <a:pt x="72" y="501"/>
                    <a:pt x="215" y="620"/>
                    <a:pt x="357" y="620"/>
                  </a:cubicBezTo>
                  <a:lnTo>
                    <a:pt x="1286" y="620"/>
                  </a:lnTo>
                  <a:lnTo>
                    <a:pt x="128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7" name="Google Shape;28947;p153"/>
            <p:cNvSpPr/>
            <p:nvPr/>
          </p:nvSpPr>
          <p:spPr>
            <a:xfrm>
              <a:off x="3361220" y="1921088"/>
              <a:ext cx="144140" cy="20169"/>
            </a:xfrm>
            <a:custGeom>
              <a:rect b="b" l="l" r="r" t="t"/>
              <a:pathLst>
                <a:path extrusionOk="0" h="620" w="4431">
                  <a:moveTo>
                    <a:pt x="334" y="1"/>
                  </a:moveTo>
                  <a:cubicBezTo>
                    <a:pt x="167" y="1"/>
                    <a:pt x="1" y="167"/>
                    <a:pt x="48" y="358"/>
                  </a:cubicBezTo>
                  <a:cubicBezTo>
                    <a:pt x="72" y="501"/>
                    <a:pt x="215" y="620"/>
                    <a:pt x="382" y="620"/>
                  </a:cubicBezTo>
                  <a:lnTo>
                    <a:pt x="4097" y="620"/>
                  </a:lnTo>
                  <a:cubicBezTo>
                    <a:pt x="4311" y="620"/>
                    <a:pt x="4430" y="477"/>
                    <a:pt x="4383" y="263"/>
                  </a:cubicBezTo>
                  <a:cubicBezTo>
                    <a:pt x="4359" y="120"/>
                    <a:pt x="4216" y="1"/>
                    <a:pt x="4049"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8" name="Google Shape;28948;p153"/>
            <p:cNvSpPr/>
            <p:nvPr/>
          </p:nvSpPr>
          <p:spPr>
            <a:xfrm>
              <a:off x="3434055" y="1921088"/>
              <a:ext cx="71306" cy="20169"/>
            </a:xfrm>
            <a:custGeom>
              <a:rect b="b" l="l" r="r" t="t"/>
              <a:pathLst>
                <a:path extrusionOk="0" h="620" w="2192">
                  <a:moveTo>
                    <a:pt x="0" y="1"/>
                  </a:moveTo>
                  <a:lnTo>
                    <a:pt x="0" y="620"/>
                  </a:lnTo>
                  <a:lnTo>
                    <a:pt x="1858" y="620"/>
                  </a:lnTo>
                  <a:cubicBezTo>
                    <a:pt x="2001" y="620"/>
                    <a:pt x="2144" y="501"/>
                    <a:pt x="2144" y="358"/>
                  </a:cubicBezTo>
                  <a:cubicBezTo>
                    <a:pt x="2191" y="144"/>
                    <a:pt x="2025" y="1"/>
                    <a:pt x="1858"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9" name="Google Shape;28949;p153"/>
          <p:cNvGrpSpPr/>
          <p:nvPr/>
        </p:nvGrpSpPr>
        <p:grpSpPr>
          <a:xfrm>
            <a:off x="4025125" y="1769664"/>
            <a:ext cx="316875" cy="344558"/>
            <a:chOff x="4025125" y="1922064"/>
            <a:chExt cx="316875" cy="344558"/>
          </a:xfrm>
        </p:grpSpPr>
        <p:sp>
          <p:nvSpPr>
            <p:cNvPr id="28950" name="Google Shape;28950;p153"/>
            <p:cNvSpPr/>
            <p:nvPr/>
          </p:nvSpPr>
          <p:spPr>
            <a:xfrm>
              <a:off x="4025125" y="2081461"/>
              <a:ext cx="199149" cy="184413"/>
            </a:xfrm>
            <a:custGeom>
              <a:rect b="b" l="l" r="r" t="t"/>
              <a:pathLst>
                <a:path extrusionOk="0" h="5669" w="6122">
                  <a:moveTo>
                    <a:pt x="1525" y="0"/>
                  </a:moveTo>
                  <a:lnTo>
                    <a:pt x="1525" y="1882"/>
                  </a:lnTo>
                  <a:lnTo>
                    <a:pt x="453" y="3858"/>
                  </a:lnTo>
                  <a:cubicBezTo>
                    <a:pt x="1" y="4692"/>
                    <a:pt x="596" y="5668"/>
                    <a:pt x="1549" y="5668"/>
                  </a:cubicBezTo>
                  <a:lnTo>
                    <a:pt x="4621" y="5668"/>
                  </a:lnTo>
                  <a:cubicBezTo>
                    <a:pt x="5526" y="5668"/>
                    <a:pt x="6121" y="4644"/>
                    <a:pt x="5692" y="3858"/>
                  </a:cubicBezTo>
                  <a:lnTo>
                    <a:pt x="4621" y="1882"/>
                  </a:lnTo>
                  <a:lnTo>
                    <a:pt x="4621"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1" name="Google Shape;28951;p153"/>
            <p:cNvSpPr/>
            <p:nvPr/>
          </p:nvSpPr>
          <p:spPr>
            <a:xfrm>
              <a:off x="4125057" y="2081461"/>
              <a:ext cx="99217" cy="185161"/>
            </a:xfrm>
            <a:custGeom>
              <a:rect b="b" l="l" r="r" t="t"/>
              <a:pathLst>
                <a:path extrusionOk="0" h="5692" w="3050">
                  <a:moveTo>
                    <a:pt x="1" y="0"/>
                  </a:moveTo>
                  <a:lnTo>
                    <a:pt x="1" y="5692"/>
                  </a:lnTo>
                  <a:lnTo>
                    <a:pt x="1549" y="5692"/>
                  </a:lnTo>
                  <a:cubicBezTo>
                    <a:pt x="2454" y="5668"/>
                    <a:pt x="3049" y="4644"/>
                    <a:pt x="2620" y="3858"/>
                  </a:cubicBezTo>
                  <a:cubicBezTo>
                    <a:pt x="1954" y="2668"/>
                    <a:pt x="2144" y="2953"/>
                    <a:pt x="1549" y="1882"/>
                  </a:cubicBezTo>
                  <a:lnTo>
                    <a:pt x="1549"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2" name="Google Shape;28952;p153"/>
            <p:cNvSpPr/>
            <p:nvPr/>
          </p:nvSpPr>
          <p:spPr>
            <a:xfrm>
              <a:off x="4059997" y="2064416"/>
              <a:ext cx="129404" cy="20169"/>
            </a:xfrm>
            <a:custGeom>
              <a:rect b="b" l="l" r="r" t="t"/>
              <a:pathLst>
                <a:path extrusionOk="0" h="620" w="3978">
                  <a:moveTo>
                    <a:pt x="334" y="0"/>
                  </a:moveTo>
                  <a:cubicBezTo>
                    <a:pt x="143" y="0"/>
                    <a:pt x="0" y="143"/>
                    <a:pt x="24" y="358"/>
                  </a:cubicBezTo>
                  <a:cubicBezTo>
                    <a:pt x="48" y="500"/>
                    <a:pt x="215" y="620"/>
                    <a:pt x="358" y="620"/>
                  </a:cubicBezTo>
                  <a:lnTo>
                    <a:pt x="3668" y="620"/>
                  </a:lnTo>
                  <a:cubicBezTo>
                    <a:pt x="3835" y="620"/>
                    <a:pt x="3977" y="453"/>
                    <a:pt x="3954" y="262"/>
                  </a:cubicBezTo>
                  <a:cubicBezTo>
                    <a:pt x="3930" y="119"/>
                    <a:pt x="3787" y="0"/>
                    <a:pt x="3620"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3" name="Google Shape;28953;p153"/>
            <p:cNvSpPr/>
            <p:nvPr/>
          </p:nvSpPr>
          <p:spPr>
            <a:xfrm>
              <a:off x="4125057" y="2064416"/>
              <a:ext cx="64344" cy="20169"/>
            </a:xfrm>
            <a:custGeom>
              <a:rect b="b" l="l" r="r" t="t"/>
              <a:pathLst>
                <a:path extrusionOk="0" h="620" w="1978">
                  <a:moveTo>
                    <a:pt x="1" y="0"/>
                  </a:moveTo>
                  <a:lnTo>
                    <a:pt x="1" y="620"/>
                  </a:lnTo>
                  <a:lnTo>
                    <a:pt x="1620" y="620"/>
                  </a:lnTo>
                  <a:cubicBezTo>
                    <a:pt x="1811" y="620"/>
                    <a:pt x="1930" y="524"/>
                    <a:pt x="1954" y="358"/>
                  </a:cubicBezTo>
                  <a:cubicBezTo>
                    <a:pt x="1977" y="167"/>
                    <a:pt x="1835" y="0"/>
                    <a:pt x="1668"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4" name="Google Shape;28954;p153"/>
            <p:cNvSpPr/>
            <p:nvPr/>
          </p:nvSpPr>
          <p:spPr>
            <a:xfrm>
              <a:off x="4156058" y="1936605"/>
              <a:ext cx="185941" cy="181095"/>
            </a:xfrm>
            <a:custGeom>
              <a:rect b="b" l="l" r="r" t="t"/>
              <a:pathLst>
                <a:path extrusionOk="0" h="5567" w="5716">
                  <a:moveTo>
                    <a:pt x="2191" y="0"/>
                  </a:moveTo>
                  <a:lnTo>
                    <a:pt x="0" y="2191"/>
                  </a:lnTo>
                  <a:lnTo>
                    <a:pt x="2906" y="5120"/>
                  </a:lnTo>
                  <a:cubicBezTo>
                    <a:pt x="3203" y="5418"/>
                    <a:pt x="3596" y="5567"/>
                    <a:pt x="3995" y="5567"/>
                  </a:cubicBezTo>
                  <a:cubicBezTo>
                    <a:pt x="4394" y="5567"/>
                    <a:pt x="4799" y="5418"/>
                    <a:pt x="5121" y="5120"/>
                  </a:cubicBezTo>
                  <a:cubicBezTo>
                    <a:pt x="5716" y="4501"/>
                    <a:pt x="5716" y="3501"/>
                    <a:pt x="5121" y="2905"/>
                  </a:cubicBezTo>
                  <a:lnTo>
                    <a:pt x="2191"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5" name="Google Shape;28955;p153"/>
            <p:cNvSpPr/>
            <p:nvPr/>
          </p:nvSpPr>
          <p:spPr>
            <a:xfrm>
              <a:off x="4191678" y="1936605"/>
              <a:ext cx="150321" cy="166586"/>
            </a:xfrm>
            <a:custGeom>
              <a:rect b="b" l="l" r="r" t="t"/>
              <a:pathLst>
                <a:path extrusionOk="0" h="5121" w="4621">
                  <a:moveTo>
                    <a:pt x="1096" y="0"/>
                  </a:moveTo>
                  <a:lnTo>
                    <a:pt x="1" y="1095"/>
                  </a:lnTo>
                  <a:lnTo>
                    <a:pt x="4026" y="5120"/>
                  </a:lnTo>
                  <a:cubicBezTo>
                    <a:pt x="4621" y="4501"/>
                    <a:pt x="4621" y="3501"/>
                    <a:pt x="4026" y="2905"/>
                  </a:cubicBezTo>
                  <a:lnTo>
                    <a:pt x="1096"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6" name="Google Shape;28956;p153"/>
            <p:cNvSpPr/>
            <p:nvPr/>
          </p:nvSpPr>
          <p:spPr>
            <a:xfrm>
              <a:off x="4140574" y="1922064"/>
              <a:ext cx="92971" cy="91051"/>
            </a:xfrm>
            <a:custGeom>
              <a:rect b="b" l="l" r="r" t="t"/>
              <a:pathLst>
                <a:path extrusionOk="0" h="2799" w="2858">
                  <a:moveTo>
                    <a:pt x="2513" y="1"/>
                  </a:moveTo>
                  <a:cubicBezTo>
                    <a:pt x="2429" y="1"/>
                    <a:pt x="2346" y="30"/>
                    <a:pt x="2286" y="90"/>
                  </a:cubicBezTo>
                  <a:lnTo>
                    <a:pt x="119" y="2257"/>
                  </a:lnTo>
                  <a:cubicBezTo>
                    <a:pt x="0" y="2376"/>
                    <a:pt x="0" y="2590"/>
                    <a:pt x="119" y="2709"/>
                  </a:cubicBezTo>
                  <a:cubicBezTo>
                    <a:pt x="179" y="2769"/>
                    <a:pt x="256" y="2799"/>
                    <a:pt x="334" y="2799"/>
                  </a:cubicBezTo>
                  <a:cubicBezTo>
                    <a:pt x="411" y="2799"/>
                    <a:pt x="488" y="2769"/>
                    <a:pt x="548" y="2709"/>
                  </a:cubicBezTo>
                  <a:lnTo>
                    <a:pt x="2739" y="518"/>
                  </a:lnTo>
                  <a:cubicBezTo>
                    <a:pt x="2858" y="399"/>
                    <a:pt x="2858" y="209"/>
                    <a:pt x="2739" y="90"/>
                  </a:cubicBezTo>
                  <a:cubicBezTo>
                    <a:pt x="2679" y="30"/>
                    <a:pt x="2596" y="1"/>
                    <a:pt x="2513"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7" name="Google Shape;28957;p153"/>
            <p:cNvSpPr/>
            <p:nvPr/>
          </p:nvSpPr>
          <p:spPr>
            <a:xfrm>
              <a:off x="4180065" y="1922064"/>
              <a:ext cx="53479" cy="52503"/>
            </a:xfrm>
            <a:custGeom>
              <a:rect b="b" l="l" r="r" t="t"/>
              <a:pathLst>
                <a:path extrusionOk="0" h="1614" w="1644">
                  <a:moveTo>
                    <a:pt x="1299" y="1"/>
                  </a:moveTo>
                  <a:cubicBezTo>
                    <a:pt x="1215" y="1"/>
                    <a:pt x="1132" y="30"/>
                    <a:pt x="1072" y="90"/>
                  </a:cubicBezTo>
                  <a:lnTo>
                    <a:pt x="1" y="1161"/>
                  </a:lnTo>
                  <a:lnTo>
                    <a:pt x="453" y="1614"/>
                  </a:lnTo>
                  <a:lnTo>
                    <a:pt x="1525" y="542"/>
                  </a:lnTo>
                  <a:cubicBezTo>
                    <a:pt x="1644" y="423"/>
                    <a:pt x="1644" y="209"/>
                    <a:pt x="1525" y="90"/>
                  </a:cubicBezTo>
                  <a:cubicBezTo>
                    <a:pt x="1465" y="30"/>
                    <a:pt x="1382" y="1"/>
                    <a:pt x="1299"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8" name="Google Shape;28958;p153"/>
            <p:cNvSpPr/>
            <p:nvPr/>
          </p:nvSpPr>
          <p:spPr>
            <a:xfrm>
              <a:off x="4025125" y="2174432"/>
              <a:ext cx="200678" cy="91442"/>
            </a:xfrm>
            <a:custGeom>
              <a:rect b="b" l="l" r="r" t="t"/>
              <a:pathLst>
                <a:path extrusionOk="0" h="2811" w="6169">
                  <a:moveTo>
                    <a:pt x="977" y="0"/>
                  </a:moveTo>
                  <a:lnTo>
                    <a:pt x="453" y="953"/>
                  </a:lnTo>
                  <a:cubicBezTo>
                    <a:pt x="1" y="1786"/>
                    <a:pt x="596" y="2810"/>
                    <a:pt x="1549" y="2810"/>
                  </a:cubicBezTo>
                  <a:lnTo>
                    <a:pt x="4621" y="2810"/>
                  </a:lnTo>
                  <a:cubicBezTo>
                    <a:pt x="5573" y="2810"/>
                    <a:pt x="6169" y="1786"/>
                    <a:pt x="5716" y="953"/>
                  </a:cubicBezTo>
                  <a:lnTo>
                    <a:pt x="5168"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9" name="Google Shape;28959;p153"/>
            <p:cNvSpPr/>
            <p:nvPr/>
          </p:nvSpPr>
          <p:spPr>
            <a:xfrm>
              <a:off x="4125057" y="2174432"/>
              <a:ext cx="99217" cy="91442"/>
            </a:xfrm>
            <a:custGeom>
              <a:rect b="b" l="l" r="r" t="t"/>
              <a:pathLst>
                <a:path extrusionOk="0" h="2811" w="3050">
                  <a:moveTo>
                    <a:pt x="1" y="0"/>
                  </a:moveTo>
                  <a:lnTo>
                    <a:pt x="1" y="2810"/>
                  </a:lnTo>
                  <a:lnTo>
                    <a:pt x="1549" y="2810"/>
                  </a:lnTo>
                  <a:cubicBezTo>
                    <a:pt x="2454" y="2810"/>
                    <a:pt x="3049" y="1786"/>
                    <a:pt x="2644" y="953"/>
                  </a:cubicBezTo>
                  <a:lnTo>
                    <a:pt x="20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0" name="Google Shape;28960;p153"/>
            <p:cNvSpPr/>
            <p:nvPr/>
          </p:nvSpPr>
          <p:spPr>
            <a:xfrm>
              <a:off x="4161490" y="2013278"/>
              <a:ext cx="180509" cy="103641"/>
            </a:xfrm>
            <a:custGeom>
              <a:rect b="b" l="l" r="r" t="t"/>
              <a:pathLst>
                <a:path extrusionOk="0" h="3186" w="5549">
                  <a:moveTo>
                    <a:pt x="0" y="1"/>
                  </a:moveTo>
                  <a:lnTo>
                    <a:pt x="2739" y="2739"/>
                  </a:lnTo>
                  <a:cubicBezTo>
                    <a:pt x="3036" y="3037"/>
                    <a:pt x="3429" y="3186"/>
                    <a:pt x="3828" y="3186"/>
                  </a:cubicBezTo>
                  <a:cubicBezTo>
                    <a:pt x="4227" y="3186"/>
                    <a:pt x="4632" y="3037"/>
                    <a:pt x="4954" y="2739"/>
                  </a:cubicBezTo>
                  <a:cubicBezTo>
                    <a:pt x="5549" y="2144"/>
                    <a:pt x="5549" y="1144"/>
                    <a:pt x="4954" y="548"/>
                  </a:cubicBezTo>
                  <a:lnTo>
                    <a:pt x="4382"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1" name="Google Shape;28961;p153"/>
            <p:cNvSpPr/>
            <p:nvPr/>
          </p:nvSpPr>
          <p:spPr>
            <a:xfrm>
              <a:off x="4233512" y="2014059"/>
              <a:ext cx="108488" cy="89132"/>
            </a:xfrm>
            <a:custGeom>
              <a:rect b="b" l="l" r="r" t="t"/>
              <a:pathLst>
                <a:path extrusionOk="0" h="2740" w="3335">
                  <a:moveTo>
                    <a:pt x="1" y="0"/>
                  </a:moveTo>
                  <a:lnTo>
                    <a:pt x="2740" y="2739"/>
                  </a:lnTo>
                  <a:cubicBezTo>
                    <a:pt x="3335" y="2120"/>
                    <a:pt x="3335" y="1120"/>
                    <a:pt x="2763" y="572"/>
                  </a:cubicBezTo>
                  <a:lnTo>
                    <a:pt x="219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2" name="Google Shape;28962;p153"/>
            <p:cNvSpPr/>
            <p:nvPr/>
          </p:nvSpPr>
          <p:spPr>
            <a:xfrm>
              <a:off x="4115786" y="2024631"/>
              <a:ext cx="19388" cy="19681"/>
            </a:xfrm>
            <a:custGeom>
              <a:rect b="b" l="l" r="r" t="t"/>
              <a:pathLst>
                <a:path extrusionOk="0" h="605" w="596">
                  <a:moveTo>
                    <a:pt x="360" y="1"/>
                  </a:moveTo>
                  <a:cubicBezTo>
                    <a:pt x="343" y="1"/>
                    <a:pt x="326" y="3"/>
                    <a:pt x="310" y="9"/>
                  </a:cubicBezTo>
                  <a:cubicBezTo>
                    <a:pt x="167" y="9"/>
                    <a:pt x="0" y="152"/>
                    <a:pt x="0" y="295"/>
                  </a:cubicBezTo>
                  <a:cubicBezTo>
                    <a:pt x="0" y="438"/>
                    <a:pt x="119" y="604"/>
                    <a:pt x="310" y="604"/>
                  </a:cubicBezTo>
                  <a:cubicBezTo>
                    <a:pt x="453" y="604"/>
                    <a:pt x="595" y="485"/>
                    <a:pt x="595" y="295"/>
                  </a:cubicBezTo>
                  <a:cubicBezTo>
                    <a:pt x="595" y="148"/>
                    <a:pt x="484" y="1"/>
                    <a:pt x="36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3" name="Google Shape;28963;p153"/>
            <p:cNvSpPr/>
            <p:nvPr/>
          </p:nvSpPr>
          <p:spPr>
            <a:xfrm>
              <a:off x="4125057" y="2023363"/>
              <a:ext cx="10117" cy="21014"/>
            </a:xfrm>
            <a:custGeom>
              <a:rect b="b" l="l" r="r" t="t"/>
              <a:pathLst>
                <a:path extrusionOk="0" h="646" w="311">
                  <a:moveTo>
                    <a:pt x="1" y="0"/>
                  </a:moveTo>
                  <a:lnTo>
                    <a:pt x="1" y="643"/>
                  </a:lnTo>
                  <a:cubicBezTo>
                    <a:pt x="13" y="645"/>
                    <a:pt x="25" y="646"/>
                    <a:pt x="37" y="646"/>
                  </a:cubicBezTo>
                  <a:cubicBezTo>
                    <a:pt x="188" y="646"/>
                    <a:pt x="310" y="510"/>
                    <a:pt x="310" y="334"/>
                  </a:cubicBezTo>
                  <a:cubicBezTo>
                    <a:pt x="310" y="167"/>
                    <a:pt x="144"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4" name="Google Shape;28964;p153"/>
            <p:cNvSpPr/>
            <p:nvPr/>
          </p:nvSpPr>
          <p:spPr>
            <a:xfrm>
              <a:off x="4095617" y="1983839"/>
              <a:ext cx="19420" cy="19420"/>
            </a:xfrm>
            <a:custGeom>
              <a:rect b="b" l="l" r="r" t="t"/>
              <a:pathLst>
                <a:path extrusionOk="0" h="597" w="597">
                  <a:moveTo>
                    <a:pt x="310" y="1"/>
                  </a:moveTo>
                  <a:cubicBezTo>
                    <a:pt x="144" y="1"/>
                    <a:pt x="1" y="120"/>
                    <a:pt x="1" y="310"/>
                  </a:cubicBezTo>
                  <a:cubicBezTo>
                    <a:pt x="1" y="453"/>
                    <a:pt x="120" y="596"/>
                    <a:pt x="310" y="596"/>
                  </a:cubicBezTo>
                  <a:cubicBezTo>
                    <a:pt x="453" y="596"/>
                    <a:pt x="596" y="477"/>
                    <a:pt x="596" y="310"/>
                  </a:cubicBezTo>
                  <a:cubicBezTo>
                    <a:pt x="596" y="120"/>
                    <a:pt x="453" y="1"/>
                    <a:pt x="310"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5" name="Google Shape;28965;p153"/>
            <p:cNvSpPr/>
            <p:nvPr/>
          </p:nvSpPr>
          <p:spPr>
            <a:xfrm>
              <a:off x="4104140" y="1983774"/>
              <a:ext cx="10898" cy="19551"/>
            </a:xfrm>
            <a:custGeom>
              <a:rect b="b" l="l" r="r" t="t"/>
              <a:pathLst>
                <a:path extrusionOk="0" h="601" w="335">
                  <a:moveTo>
                    <a:pt x="42" y="0"/>
                  </a:moveTo>
                  <a:cubicBezTo>
                    <a:pt x="29" y="0"/>
                    <a:pt x="15" y="1"/>
                    <a:pt x="1" y="3"/>
                  </a:cubicBezTo>
                  <a:lnTo>
                    <a:pt x="1" y="598"/>
                  </a:lnTo>
                  <a:cubicBezTo>
                    <a:pt x="15" y="600"/>
                    <a:pt x="29" y="601"/>
                    <a:pt x="42" y="601"/>
                  </a:cubicBezTo>
                  <a:cubicBezTo>
                    <a:pt x="212" y="601"/>
                    <a:pt x="334" y="467"/>
                    <a:pt x="334" y="312"/>
                  </a:cubicBezTo>
                  <a:cubicBezTo>
                    <a:pt x="334" y="136"/>
                    <a:pt x="212" y="0"/>
                    <a:pt x="4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6" name="Google Shape;28966;p153"/>
          <p:cNvGrpSpPr/>
          <p:nvPr/>
        </p:nvGrpSpPr>
        <p:grpSpPr>
          <a:xfrm>
            <a:off x="4755249" y="1810522"/>
            <a:ext cx="356020" cy="263830"/>
            <a:chOff x="4755249" y="1962922"/>
            <a:chExt cx="356020" cy="263830"/>
          </a:xfrm>
        </p:grpSpPr>
        <p:sp>
          <p:nvSpPr>
            <p:cNvPr id="28967" name="Google Shape;28967;p153"/>
            <p:cNvSpPr/>
            <p:nvPr/>
          </p:nvSpPr>
          <p:spPr>
            <a:xfrm>
              <a:off x="4959419" y="1963703"/>
              <a:ext cx="120101" cy="19388"/>
            </a:xfrm>
            <a:custGeom>
              <a:rect b="b" l="l" r="r" t="t"/>
              <a:pathLst>
                <a:path extrusionOk="0" h="596" w="3692">
                  <a:moveTo>
                    <a:pt x="310" y="1"/>
                  </a:moveTo>
                  <a:cubicBezTo>
                    <a:pt x="143" y="1"/>
                    <a:pt x="0" y="143"/>
                    <a:pt x="0" y="286"/>
                  </a:cubicBezTo>
                  <a:cubicBezTo>
                    <a:pt x="0" y="453"/>
                    <a:pt x="119" y="596"/>
                    <a:pt x="310" y="596"/>
                  </a:cubicBezTo>
                  <a:lnTo>
                    <a:pt x="3405" y="596"/>
                  </a:lnTo>
                  <a:cubicBezTo>
                    <a:pt x="3572" y="596"/>
                    <a:pt x="3691" y="453"/>
                    <a:pt x="3691" y="286"/>
                  </a:cubicBezTo>
                  <a:cubicBezTo>
                    <a:pt x="3691" y="143"/>
                    <a:pt x="3572" y="1"/>
                    <a:pt x="3405"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8" name="Google Shape;28968;p153"/>
            <p:cNvSpPr/>
            <p:nvPr/>
          </p:nvSpPr>
          <p:spPr>
            <a:xfrm>
              <a:off x="5019827" y="1962922"/>
              <a:ext cx="60473" cy="20169"/>
            </a:xfrm>
            <a:custGeom>
              <a:rect b="b" l="l" r="r" t="t"/>
              <a:pathLst>
                <a:path extrusionOk="0" h="620" w="1859">
                  <a:moveTo>
                    <a:pt x="1" y="1"/>
                  </a:moveTo>
                  <a:lnTo>
                    <a:pt x="1" y="620"/>
                  </a:lnTo>
                  <a:lnTo>
                    <a:pt x="1548" y="620"/>
                  </a:lnTo>
                  <a:cubicBezTo>
                    <a:pt x="1691" y="620"/>
                    <a:pt x="1834" y="501"/>
                    <a:pt x="1834" y="358"/>
                  </a:cubicBezTo>
                  <a:cubicBezTo>
                    <a:pt x="1858" y="144"/>
                    <a:pt x="1715" y="1"/>
                    <a:pt x="1548"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9" name="Google Shape;28969;p153"/>
            <p:cNvSpPr/>
            <p:nvPr/>
          </p:nvSpPr>
          <p:spPr>
            <a:xfrm>
              <a:off x="4936160" y="1979187"/>
              <a:ext cx="175109" cy="245829"/>
            </a:xfrm>
            <a:custGeom>
              <a:rect b="b" l="l" r="r" t="t"/>
              <a:pathLst>
                <a:path extrusionOk="0" h="7557" w="5383">
                  <a:moveTo>
                    <a:pt x="1025" y="1"/>
                  </a:moveTo>
                  <a:lnTo>
                    <a:pt x="1025" y="2430"/>
                  </a:lnTo>
                  <a:cubicBezTo>
                    <a:pt x="572" y="2739"/>
                    <a:pt x="215" y="3144"/>
                    <a:pt x="1" y="3692"/>
                  </a:cubicBezTo>
                  <a:lnTo>
                    <a:pt x="1334" y="5883"/>
                  </a:lnTo>
                  <a:cubicBezTo>
                    <a:pt x="1620" y="6312"/>
                    <a:pt x="1525" y="6836"/>
                    <a:pt x="1167" y="7169"/>
                  </a:cubicBezTo>
                  <a:cubicBezTo>
                    <a:pt x="1631" y="7436"/>
                    <a:pt x="2119" y="7557"/>
                    <a:pt x="2592" y="7557"/>
                  </a:cubicBezTo>
                  <a:cubicBezTo>
                    <a:pt x="4060" y="7557"/>
                    <a:pt x="5383" y="6385"/>
                    <a:pt x="5383" y="4764"/>
                  </a:cubicBezTo>
                  <a:cubicBezTo>
                    <a:pt x="5359" y="3835"/>
                    <a:pt x="4883" y="2954"/>
                    <a:pt x="4120" y="2430"/>
                  </a:cubicBezTo>
                  <a:lnTo>
                    <a:pt x="4120"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0" name="Google Shape;28970;p153"/>
            <p:cNvSpPr/>
            <p:nvPr/>
          </p:nvSpPr>
          <p:spPr>
            <a:xfrm>
              <a:off x="5019827" y="1979187"/>
              <a:ext cx="90661" cy="245601"/>
            </a:xfrm>
            <a:custGeom>
              <a:rect b="b" l="l" r="r" t="t"/>
              <a:pathLst>
                <a:path extrusionOk="0" h="7550" w="2787">
                  <a:moveTo>
                    <a:pt x="1" y="1"/>
                  </a:moveTo>
                  <a:lnTo>
                    <a:pt x="1" y="7550"/>
                  </a:lnTo>
                  <a:cubicBezTo>
                    <a:pt x="1453" y="7550"/>
                    <a:pt x="2787" y="6359"/>
                    <a:pt x="2787" y="4764"/>
                  </a:cubicBezTo>
                  <a:cubicBezTo>
                    <a:pt x="2787" y="3835"/>
                    <a:pt x="2311" y="2954"/>
                    <a:pt x="1548" y="2430"/>
                  </a:cubicBezTo>
                  <a:lnTo>
                    <a:pt x="1548"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1" name="Google Shape;28971;p153"/>
            <p:cNvSpPr/>
            <p:nvPr/>
          </p:nvSpPr>
          <p:spPr>
            <a:xfrm>
              <a:off x="4969471" y="2154264"/>
              <a:ext cx="137927" cy="70850"/>
            </a:xfrm>
            <a:custGeom>
              <a:rect b="b" l="l" r="r" t="t"/>
              <a:pathLst>
                <a:path extrusionOk="0" h="2178" w="4240">
                  <a:moveTo>
                    <a:pt x="1" y="1"/>
                  </a:moveTo>
                  <a:lnTo>
                    <a:pt x="286" y="501"/>
                  </a:lnTo>
                  <a:cubicBezTo>
                    <a:pt x="548" y="953"/>
                    <a:pt x="429" y="1454"/>
                    <a:pt x="120" y="1787"/>
                  </a:cubicBezTo>
                  <a:cubicBezTo>
                    <a:pt x="576" y="2054"/>
                    <a:pt x="1062" y="2177"/>
                    <a:pt x="1534" y="2177"/>
                  </a:cubicBezTo>
                  <a:cubicBezTo>
                    <a:pt x="2785" y="2177"/>
                    <a:pt x="3946" y="1315"/>
                    <a:pt x="424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2" name="Google Shape;28972;p153"/>
            <p:cNvSpPr/>
            <p:nvPr/>
          </p:nvSpPr>
          <p:spPr>
            <a:xfrm>
              <a:off x="5018266" y="2154263"/>
              <a:ext cx="89132" cy="70525"/>
            </a:xfrm>
            <a:custGeom>
              <a:rect b="b" l="l" r="r" t="t"/>
              <a:pathLst>
                <a:path extrusionOk="0" h="2168" w="2740">
                  <a:moveTo>
                    <a:pt x="1" y="1"/>
                  </a:moveTo>
                  <a:lnTo>
                    <a:pt x="1" y="2168"/>
                  </a:lnTo>
                  <a:cubicBezTo>
                    <a:pt x="1287" y="2168"/>
                    <a:pt x="2454" y="1311"/>
                    <a:pt x="274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3" name="Google Shape;28973;p153"/>
            <p:cNvSpPr/>
            <p:nvPr/>
          </p:nvSpPr>
          <p:spPr>
            <a:xfrm>
              <a:off x="4756432" y="1979968"/>
              <a:ext cx="240202" cy="244821"/>
            </a:xfrm>
            <a:custGeom>
              <a:rect b="b" l="l" r="r" t="t"/>
              <a:pathLst>
                <a:path extrusionOk="0" h="7526" w="7384">
                  <a:moveTo>
                    <a:pt x="2144" y="1"/>
                  </a:moveTo>
                  <a:lnTo>
                    <a:pt x="2144" y="3001"/>
                  </a:lnTo>
                  <a:lnTo>
                    <a:pt x="429" y="5811"/>
                  </a:lnTo>
                  <a:cubicBezTo>
                    <a:pt x="1" y="6550"/>
                    <a:pt x="525" y="7526"/>
                    <a:pt x="1429" y="7526"/>
                  </a:cubicBezTo>
                  <a:lnTo>
                    <a:pt x="5954" y="7526"/>
                  </a:lnTo>
                  <a:cubicBezTo>
                    <a:pt x="6812" y="7526"/>
                    <a:pt x="7383" y="6573"/>
                    <a:pt x="6931" y="5811"/>
                  </a:cubicBezTo>
                  <a:lnTo>
                    <a:pt x="5216" y="3001"/>
                  </a:lnTo>
                  <a:lnTo>
                    <a:pt x="5216"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4" name="Google Shape;28974;p153"/>
            <p:cNvSpPr/>
            <p:nvPr/>
          </p:nvSpPr>
          <p:spPr>
            <a:xfrm>
              <a:off x="4876500" y="1979968"/>
              <a:ext cx="118572" cy="246382"/>
            </a:xfrm>
            <a:custGeom>
              <a:rect b="b" l="l" r="r" t="t"/>
              <a:pathLst>
                <a:path extrusionOk="0" h="7574" w="3645">
                  <a:moveTo>
                    <a:pt x="1" y="1"/>
                  </a:moveTo>
                  <a:lnTo>
                    <a:pt x="1" y="7574"/>
                  </a:lnTo>
                  <a:lnTo>
                    <a:pt x="2239" y="7574"/>
                  </a:lnTo>
                  <a:cubicBezTo>
                    <a:pt x="3121" y="7526"/>
                    <a:pt x="3644" y="6573"/>
                    <a:pt x="3216" y="5811"/>
                  </a:cubicBezTo>
                  <a:lnTo>
                    <a:pt x="1525" y="3001"/>
                  </a:lnTo>
                  <a:lnTo>
                    <a:pt x="1525"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5" name="Google Shape;28975;p153"/>
            <p:cNvSpPr/>
            <p:nvPr/>
          </p:nvSpPr>
          <p:spPr>
            <a:xfrm>
              <a:off x="4816092" y="1963703"/>
              <a:ext cx="120101" cy="19388"/>
            </a:xfrm>
            <a:custGeom>
              <a:rect b="b" l="l" r="r" t="t"/>
              <a:pathLst>
                <a:path extrusionOk="0" h="596" w="3692">
                  <a:moveTo>
                    <a:pt x="310" y="1"/>
                  </a:moveTo>
                  <a:cubicBezTo>
                    <a:pt x="143" y="1"/>
                    <a:pt x="0" y="143"/>
                    <a:pt x="0" y="286"/>
                  </a:cubicBezTo>
                  <a:cubicBezTo>
                    <a:pt x="0" y="453"/>
                    <a:pt x="119" y="596"/>
                    <a:pt x="310" y="596"/>
                  </a:cubicBezTo>
                  <a:lnTo>
                    <a:pt x="3382" y="596"/>
                  </a:lnTo>
                  <a:cubicBezTo>
                    <a:pt x="3573" y="596"/>
                    <a:pt x="3692" y="453"/>
                    <a:pt x="3692" y="286"/>
                  </a:cubicBezTo>
                  <a:cubicBezTo>
                    <a:pt x="3692" y="143"/>
                    <a:pt x="3573" y="1"/>
                    <a:pt x="3382"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6" name="Google Shape;28976;p153"/>
            <p:cNvSpPr/>
            <p:nvPr/>
          </p:nvSpPr>
          <p:spPr>
            <a:xfrm>
              <a:off x="4876500" y="1962922"/>
              <a:ext cx="60473" cy="20169"/>
            </a:xfrm>
            <a:custGeom>
              <a:rect b="b" l="l" r="r" t="t"/>
              <a:pathLst>
                <a:path extrusionOk="0" h="620" w="1859">
                  <a:moveTo>
                    <a:pt x="1" y="1"/>
                  </a:moveTo>
                  <a:lnTo>
                    <a:pt x="1" y="620"/>
                  </a:lnTo>
                  <a:lnTo>
                    <a:pt x="1525" y="620"/>
                  </a:lnTo>
                  <a:cubicBezTo>
                    <a:pt x="1692" y="620"/>
                    <a:pt x="1835" y="501"/>
                    <a:pt x="1835" y="358"/>
                  </a:cubicBezTo>
                  <a:cubicBezTo>
                    <a:pt x="1858" y="144"/>
                    <a:pt x="1716" y="1"/>
                    <a:pt x="1525"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7" name="Google Shape;28977;p153"/>
            <p:cNvSpPr/>
            <p:nvPr/>
          </p:nvSpPr>
          <p:spPr>
            <a:xfrm>
              <a:off x="4755249" y="2115955"/>
              <a:ext cx="239421" cy="110797"/>
            </a:xfrm>
            <a:custGeom>
              <a:rect b="b" l="l" r="r" t="t"/>
              <a:pathLst>
                <a:path extrusionOk="0" h="3406" w="7360">
                  <a:moveTo>
                    <a:pt x="1453" y="1"/>
                  </a:moveTo>
                  <a:lnTo>
                    <a:pt x="453" y="1691"/>
                  </a:lnTo>
                  <a:cubicBezTo>
                    <a:pt x="0" y="2430"/>
                    <a:pt x="524" y="3406"/>
                    <a:pt x="1429" y="3406"/>
                  </a:cubicBezTo>
                  <a:lnTo>
                    <a:pt x="5954" y="3406"/>
                  </a:lnTo>
                  <a:cubicBezTo>
                    <a:pt x="6811" y="3406"/>
                    <a:pt x="7359" y="2453"/>
                    <a:pt x="6907" y="1691"/>
                  </a:cubicBezTo>
                  <a:lnTo>
                    <a:pt x="5883" y="1"/>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8" name="Google Shape;28978;p153"/>
            <p:cNvSpPr/>
            <p:nvPr/>
          </p:nvSpPr>
          <p:spPr>
            <a:xfrm>
              <a:off x="4874537" y="2115955"/>
              <a:ext cx="120133" cy="110797"/>
            </a:xfrm>
            <a:custGeom>
              <a:rect b="b" l="l" r="r" t="t"/>
              <a:pathLst>
                <a:path extrusionOk="0" h="3406" w="3693">
                  <a:moveTo>
                    <a:pt x="1" y="1"/>
                  </a:moveTo>
                  <a:lnTo>
                    <a:pt x="1" y="3406"/>
                  </a:lnTo>
                  <a:lnTo>
                    <a:pt x="2263" y="3406"/>
                  </a:lnTo>
                  <a:cubicBezTo>
                    <a:pt x="3144" y="3406"/>
                    <a:pt x="3692" y="2453"/>
                    <a:pt x="3240" y="1691"/>
                  </a:cubicBezTo>
                  <a:lnTo>
                    <a:pt x="221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9" name="Google Shape;28979;p153"/>
            <p:cNvSpPr/>
            <p:nvPr/>
          </p:nvSpPr>
          <p:spPr>
            <a:xfrm>
              <a:off x="4847060" y="2145741"/>
              <a:ext cx="19420" cy="19420"/>
            </a:xfrm>
            <a:custGeom>
              <a:rect b="b" l="l" r="r" t="t"/>
              <a:pathLst>
                <a:path extrusionOk="0" h="597" w="597">
                  <a:moveTo>
                    <a:pt x="311" y="1"/>
                  </a:moveTo>
                  <a:cubicBezTo>
                    <a:pt x="144" y="1"/>
                    <a:pt x="1" y="144"/>
                    <a:pt x="1" y="287"/>
                  </a:cubicBezTo>
                  <a:cubicBezTo>
                    <a:pt x="1" y="453"/>
                    <a:pt x="144" y="596"/>
                    <a:pt x="311" y="596"/>
                  </a:cubicBezTo>
                  <a:cubicBezTo>
                    <a:pt x="453" y="596"/>
                    <a:pt x="596" y="477"/>
                    <a:pt x="596" y="287"/>
                  </a:cubicBezTo>
                  <a:cubicBezTo>
                    <a:pt x="596" y="120"/>
                    <a:pt x="453" y="1"/>
                    <a:pt x="311"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0" name="Google Shape;28980;p153"/>
            <p:cNvSpPr/>
            <p:nvPr/>
          </p:nvSpPr>
          <p:spPr>
            <a:xfrm>
              <a:off x="4886584" y="2165812"/>
              <a:ext cx="19388" cy="19485"/>
            </a:xfrm>
            <a:custGeom>
              <a:rect b="b" l="l" r="r" t="t"/>
              <a:pathLst>
                <a:path extrusionOk="0" h="599" w="596">
                  <a:moveTo>
                    <a:pt x="346" y="0"/>
                  </a:moveTo>
                  <a:cubicBezTo>
                    <a:pt x="334" y="0"/>
                    <a:pt x="322" y="1"/>
                    <a:pt x="310" y="3"/>
                  </a:cubicBezTo>
                  <a:cubicBezTo>
                    <a:pt x="167" y="3"/>
                    <a:pt x="0" y="146"/>
                    <a:pt x="0" y="313"/>
                  </a:cubicBezTo>
                  <a:cubicBezTo>
                    <a:pt x="0" y="456"/>
                    <a:pt x="120" y="598"/>
                    <a:pt x="310" y="598"/>
                  </a:cubicBezTo>
                  <a:cubicBezTo>
                    <a:pt x="453" y="598"/>
                    <a:pt x="596" y="479"/>
                    <a:pt x="596" y="313"/>
                  </a:cubicBezTo>
                  <a:cubicBezTo>
                    <a:pt x="596" y="136"/>
                    <a:pt x="494" y="0"/>
                    <a:pt x="346" y="0"/>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1" name="Google Shape;28981;p153"/>
            <p:cNvSpPr/>
            <p:nvPr/>
          </p:nvSpPr>
          <p:spPr>
            <a:xfrm>
              <a:off x="4989607" y="2103907"/>
              <a:ext cx="19420" cy="19420"/>
            </a:xfrm>
            <a:custGeom>
              <a:rect b="b" l="l" r="r" t="t"/>
              <a:pathLst>
                <a:path extrusionOk="0" h="597" w="597">
                  <a:moveTo>
                    <a:pt x="287" y="1"/>
                  </a:moveTo>
                  <a:cubicBezTo>
                    <a:pt x="144" y="1"/>
                    <a:pt x="1" y="120"/>
                    <a:pt x="1" y="311"/>
                  </a:cubicBezTo>
                  <a:cubicBezTo>
                    <a:pt x="1" y="453"/>
                    <a:pt x="120" y="596"/>
                    <a:pt x="287" y="596"/>
                  </a:cubicBezTo>
                  <a:cubicBezTo>
                    <a:pt x="429" y="596"/>
                    <a:pt x="596" y="477"/>
                    <a:pt x="596" y="311"/>
                  </a:cubicBezTo>
                  <a:cubicBezTo>
                    <a:pt x="596" y="144"/>
                    <a:pt x="477" y="1"/>
                    <a:pt x="28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2" name="Google Shape;28982;p153"/>
            <p:cNvSpPr/>
            <p:nvPr/>
          </p:nvSpPr>
          <p:spPr>
            <a:xfrm>
              <a:off x="5029911" y="2089204"/>
              <a:ext cx="19388" cy="19388"/>
            </a:xfrm>
            <a:custGeom>
              <a:rect b="b" l="l" r="r" t="t"/>
              <a:pathLst>
                <a:path extrusionOk="0" h="596" w="596">
                  <a:moveTo>
                    <a:pt x="310" y="0"/>
                  </a:moveTo>
                  <a:cubicBezTo>
                    <a:pt x="167" y="0"/>
                    <a:pt x="0" y="167"/>
                    <a:pt x="0" y="310"/>
                  </a:cubicBezTo>
                  <a:cubicBezTo>
                    <a:pt x="0" y="453"/>
                    <a:pt x="119" y="596"/>
                    <a:pt x="310" y="596"/>
                  </a:cubicBezTo>
                  <a:cubicBezTo>
                    <a:pt x="453" y="596"/>
                    <a:pt x="595" y="477"/>
                    <a:pt x="595" y="310"/>
                  </a:cubicBezTo>
                  <a:cubicBezTo>
                    <a:pt x="595" y="120"/>
                    <a:pt x="453" y="0"/>
                    <a:pt x="31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83" name="Google Shape;28983;p153"/>
          <p:cNvGrpSpPr/>
          <p:nvPr/>
        </p:nvGrpSpPr>
        <p:grpSpPr>
          <a:xfrm>
            <a:off x="5598503" y="1768688"/>
            <a:ext cx="181322" cy="345534"/>
            <a:chOff x="5598503" y="1921088"/>
            <a:chExt cx="181322" cy="345534"/>
          </a:xfrm>
        </p:grpSpPr>
        <p:sp>
          <p:nvSpPr>
            <p:cNvPr id="28984" name="Google Shape;28984;p153"/>
            <p:cNvSpPr/>
            <p:nvPr/>
          </p:nvSpPr>
          <p:spPr>
            <a:xfrm>
              <a:off x="5618672" y="1938134"/>
              <a:ext cx="141798" cy="328488"/>
            </a:xfrm>
            <a:custGeom>
              <a:rect b="b" l="l" r="r" t="t"/>
              <a:pathLst>
                <a:path extrusionOk="0" h="10098" w="4359">
                  <a:moveTo>
                    <a:pt x="0" y="1"/>
                  </a:moveTo>
                  <a:lnTo>
                    <a:pt x="0" y="7931"/>
                  </a:lnTo>
                  <a:cubicBezTo>
                    <a:pt x="0" y="9122"/>
                    <a:pt x="977" y="10098"/>
                    <a:pt x="2167" y="10098"/>
                  </a:cubicBezTo>
                  <a:cubicBezTo>
                    <a:pt x="3358" y="10098"/>
                    <a:pt x="4358" y="9122"/>
                    <a:pt x="4358" y="7931"/>
                  </a:cubicBezTo>
                  <a:lnTo>
                    <a:pt x="4358"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5" name="Google Shape;28985;p153"/>
            <p:cNvSpPr/>
            <p:nvPr/>
          </p:nvSpPr>
          <p:spPr>
            <a:xfrm>
              <a:off x="5689945" y="1938134"/>
              <a:ext cx="70525" cy="328488"/>
            </a:xfrm>
            <a:custGeom>
              <a:rect b="b" l="l" r="r" t="t"/>
              <a:pathLst>
                <a:path extrusionOk="0" h="10098" w="2168">
                  <a:moveTo>
                    <a:pt x="0" y="1"/>
                  </a:moveTo>
                  <a:lnTo>
                    <a:pt x="0" y="10098"/>
                  </a:lnTo>
                  <a:cubicBezTo>
                    <a:pt x="1191" y="10098"/>
                    <a:pt x="2167" y="9122"/>
                    <a:pt x="2167" y="7931"/>
                  </a:cubicBezTo>
                  <a:lnTo>
                    <a:pt x="2167"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6" name="Google Shape;28986;p153"/>
            <p:cNvSpPr/>
            <p:nvPr/>
          </p:nvSpPr>
          <p:spPr>
            <a:xfrm>
              <a:off x="5598503" y="1921869"/>
              <a:ext cx="181322" cy="19388"/>
            </a:xfrm>
            <a:custGeom>
              <a:rect b="b" l="l" r="r" t="t"/>
              <a:pathLst>
                <a:path extrusionOk="0" h="596" w="5574">
                  <a:moveTo>
                    <a:pt x="287" y="1"/>
                  </a:moveTo>
                  <a:cubicBezTo>
                    <a:pt x="144" y="1"/>
                    <a:pt x="1" y="120"/>
                    <a:pt x="1" y="310"/>
                  </a:cubicBezTo>
                  <a:cubicBezTo>
                    <a:pt x="1" y="453"/>
                    <a:pt x="120" y="596"/>
                    <a:pt x="287" y="596"/>
                  </a:cubicBezTo>
                  <a:lnTo>
                    <a:pt x="5264" y="596"/>
                  </a:lnTo>
                  <a:cubicBezTo>
                    <a:pt x="5454" y="596"/>
                    <a:pt x="5574" y="477"/>
                    <a:pt x="5574" y="310"/>
                  </a:cubicBezTo>
                  <a:cubicBezTo>
                    <a:pt x="5574" y="143"/>
                    <a:pt x="5454" y="1"/>
                    <a:pt x="5264"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7" name="Google Shape;28987;p153"/>
            <p:cNvSpPr/>
            <p:nvPr/>
          </p:nvSpPr>
          <p:spPr>
            <a:xfrm>
              <a:off x="5689945" y="1921088"/>
              <a:ext cx="89880" cy="20169"/>
            </a:xfrm>
            <a:custGeom>
              <a:rect b="b" l="l" r="r" t="t"/>
              <a:pathLst>
                <a:path extrusionOk="0" h="620" w="2763">
                  <a:moveTo>
                    <a:pt x="0" y="1"/>
                  </a:moveTo>
                  <a:lnTo>
                    <a:pt x="0" y="620"/>
                  </a:lnTo>
                  <a:lnTo>
                    <a:pt x="2453" y="620"/>
                  </a:lnTo>
                  <a:cubicBezTo>
                    <a:pt x="2620" y="620"/>
                    <a:pt x="2763" y="501"/>
                    <a:pt x="2763" y="334"/>
                  </a:cubicBezTo>
                  <a:cubicBezTo>
                    <a:pt x="2763" y="144"/>
                    <a:pt x="2643" y="1"/>
                    <a:pt x="245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8" name="Google Shape;28988;p153"/>
            <p:cNvSpPr/>
            <p:nvPr/>
          </p:nvSpPr>
          <p:spPr>
            <a:xfrm>
              <a:off x="5706958" y="1983058"/>
              <a:ext cx="53512" cy="19420"/>
            </a:xfrm>
            <a:custGeom>
              <a:rect b="b" l="l" r="r" t="t"/>
              <a:pathLst>
                <a:path extrusionOk="0" h="597" w="1645">
                  <a:moveTo>
                    <a:pt x="311" y="1"/>
                  </a:moveTo>
                  <a:cubicBezTo>
                    <a:pt x="144" y="1"/>
                    <a:pt x="1" y="120"/>
                    <a:pt x="1" y="287"/>
                  </a:cubicBezTo>
                  <a:cubicBezTo>
                    <a:pt x="1" y="453"/>
                    <a:pt x="120" y="596"/>
                    <a:pt x="311" y="596"/>
                  </a:cubicBezTo>
                  <a:lnTo>
                    <a:pt x="1644" y="596"/>
                  </a:lnTo>
                  <a:lnTo>
                    <a:pt x="164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9" name="Google Shape;28989;p153"/>
            <p:cNvSpPr/>
            <p:nvPr/>
          </p:nvSpPr>
          <p:spPr>
            <a:xfrm>
              <a:off x="5720133" y="2023363"/>
              <a:ext cx="40337" cy="19388"/>
            </a:xfrm>
            <a:custGeom>
              <a:rect b="b" l="l" r="r" t="t"/>
              <a:pathLst>
                <a:path extrusionOk="0" h="596" w="1240">
                  <a:moveTo>
                    <a:pt x="310" y="0"/>
                  </a:moveTo>
                  <a:cubicBezTo>
                    <a:pt x="168" y="0"/>
                    <a:pt x="1" y="119"/>
                    <a:pt x="1" y="310"/>
                  </a:cubicBezTo>
                  <a:cubicBezTo>
                    <a:pt x="1" y="453"/>
                    <a:pt x="120" y="596"/>
                    <a:pt x="310" y="596"/>
                  </a:cubicBezTo>
                  <a:lnTo>
                    <a:pt x="1239" y="596"/>
                  </a:lnTo>
                  <a:lnTo>
                    <a:pt x="12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0" name="Google Shape;28990;p153"/>
            <p:cNvSpPr/>
            <p:nvPr/>
          </p:nvSpPr>
          <p:spPr>
            <a:xfrm>
              <a:off x="5706958" y="2063635"/>
              <a:ext cx="53512" cy="19388"/>
            </a:xfrm>
            <a:custGeom>
              <a:rect b="b" l="l" r="r" t="t"/>
              <a:pathLst>
                <a:path extrusionOk="0" h="596" w="1645">
                  <a:moveTo>
                    <a:pt x="311" y="1"/>
                  </a:moveTo>
                  <a:cubicBezTo>
                    <a:pt x="144" y="1"/>
                    <a:pt x="1" y="120"/>
                    <a:pt x="1" y="286"/>
                  </a:cubicBezTo>
                  <a:cubicBezTo>
                    <a:pt x="1" y="429"/>
                    <a:pt x="120" y="596"/>
                    <a:pt x="311" y="596"/>
                  </a:cubicBezTo>
                  <a:lnTo>
                    <a:pt x="1644" y="596"/>
                  </a:lnTo>
                  <a:lnTo>
                    <a:pt x="164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1" name="Google Shape;28991;p153"/>
            <p:cNvSpPr/>
            <p:nvPr/>
          </p:nvSpPr>
          <p:spPr>
            <a:xfrm>
              <a:off x="5720133" y="2103907"/>
              <a:ext cx="40337" cy="19420"/>
            </a:xfrm>
            <a:custGeom>
              <a:rect b="b" l="l" r="r" t="t"/>
              <a:pathLst>
                <a:path extrusionOk="0" h="597" w="1240">
                  <a:moveTo>
                    <a:pt x="310" y="1"/>
                  </a:moveTo>
                  <a:cubicBezTo>
                    <a:pt x="168" y="1"/>
                    <a:pt x="1" y="120"/>
                    <a:pt x="1" y="311"/>
                  </a:cubicBezTo>
                  <a:cubicBezTo>
                    <a:pt x="1" y="453"/>
                    <a:pt x="120" y="596"/>
                    <a:pt x="310" y="596"/>
                  </a:cubicBezTo>
                  <a:lnTo>
                    <a:pt x="1239" y="596"/>
                  </a:lnTo>
                  <a:lnTo>
                    <a:pt x="1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2" name="Google Shape;28992;p153"/>
            <p:cNvSpPr/>
            <p:nvPr/>
          </p:nvSpPr>
          <p:spPr>
            <a:xfrm>
              <a:off x="5706958" y="2144992"/>
              <a:ext cx="53512" cy="19388"/>
            </a:xfrm>
            <a:custGeom>
              <a:rect b="b" l="l" r="r" t="t"/>
              <a:pathLst>
                <a:path extrusionOk="0" h="596" w="1645">
                  <a:moveTo>
                    <a:pt x="311" y="0"/>
                  </a:moveTo>
                  <a:cubicBezTo>
                    <a:pt x="144" y="0"/>
                    <a:pt x="1" y="119"/>
                    <a:pt x="1" y="286"/>
                  </a:cubicBezTo>
                  <a:cubicBezTo>
                    <a:pt x="1" y="429"/>
                    <a:pt x="120" y="595"/>
                    <a:pt x="311" y="595"/>
                  </a:cubicBezTo>
                  <a:lnTo>
                    <a:pt x="1644" y="595"/>
                  </a:lnTo>
                  <a:lnTo>
                    <a:pt x="164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3" name="Google Shape;28993;p153"/>
          <p:cNvGrpSpPr/>
          <p:nvPr/>
        </p:nvGrpSpPr>
        <p:grpSpPr>
          <a:xfrm>
            <a:off x="6263163" y="1769469"/>
            <a:ext cx="364166" cy="344005"/>
            <a:chOff x="6263163" y="1921869"/>
            <a:chExt cx="364166" cy="344005"/>
          </a:xfrm>
        </p:grpSpPr>
        <p:sp>
          <p:nvSpPr>
            <p:cNvPr id="28994" name="Google Shape;28994;p153"/>
            <p:cNvSpPr/>
            <p:nvPr/>
          </p:nvSpPr>
          <p:spPr>
            <a:xfrm>
              <a:off x="6263969" y="1938134"/>
              <a:ext cx="282035" cy="327740"/>
            </a:xfrm>
            <a:custGeom>
              <a:rect b="b" l="l" r="r" t="t"/>
              <a:pathLst>
                <a:path extrusionOk="0" h="10075" w="8670">
                  <a:moveTo>
                    <a:pt x="2763" y="1"/>
                  </a:moveTo>
                  <a:lnTo>
                    <a:pt x="2763" y="4097"/>
                  </a:lnTo>
                  <a:lnTo>
                    <a:pt x="715" y="7383"/>
                  </a:lnTo>
                  <a:cubicBezTo>
                    <a:pt x="1" y="8550"/>
                    <a:pt x="834" y="10074"/>
                    <a:pt x="2192" y="10074"/>
                  </a:cubicBezTo>
                  <a:lnTo>
                    <a:pt x="6407" y="10074"/>
                  </a:lnTo>
                  <a:cubicBezTo>
                    <a:pt x="7788" y="10074"/>
                    <a:pt x="8669" y="8550"/>
                    <a:pt x="7907" y="7383"/>
                  </a:cubicBezTo>
                  <a:lnTo>
                    <a:pt x="5859" y="4097"/>
                  </a:lnTo>
                  <a:lnTo>
                    <a:pt x="5859"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5" name="Google Shape;28995;p153"/>
            <p:cNvSpPr/>
            <p:nvPr/>
          </p:nvSpPr>
          <p:spPr>
            <a:xfrm>
              <a:off x="6406516" y="1938134"/>
              <a:ext cx="137927" cy="327740"/>
            </a:xfrm>
            <a:custGeom>
              <a:rect b="b" l="l" r="r" t="t"/>
              <a:pathLst>
                <a:path extrusionOk="0" h="10075" w="4240">
                  <a:moveTo>
                    <a:pt x="0" y="1"/>
                  </a:moveTo>
                  <a:lnTo>
                    <a:pt x="0" y="10074"/>
                  </a:lnTo>
                  <a:lnTo>
                    <a:pt x="2072" y="10074"/>
                  </a:lnTo>
                  <a:cubicBezTo>
                    <a:pt x="3406" y="10074"/>
                    <a:pt x="4239" y="8550"/>
                    <a:pt x="3525" y="7383"/>
                  </a:cubicBezTo>
                  <a:lnTo>
                    <a:pt x="1501" y="4097"/>
                  </a:lnTo>
                  <a:lnTo>
                    <a:pt x="1501"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6" name="Google Shape;28996;p153"/>
            <p:cNvSpPr/>
            <p:nvPr/>
          </p:nvSpPr>
          <p:spPr>
            <a:xfrm>
              <a:off x="6341456" y="1921869"/>
              <a:ext cx="128624" cy="20169"/>
            </a:xfrm>
            <a:custGeom>
              <a:rect b="b" l="l" r="r" t="t"/>
              <a:pathLst>
                <a:path extrusionOk="0" h="620" w="3954">
                  <a:moveTo>
                    <a:pt x="333" y="1"/>
                  </a:moveTo>
                  <a:cubicBezTo>
                    <a:pt x="143" y="1"/>
                    <a:pt x="0" y="143"/>
                    <a:pt x="24" y="358"/>
                  </a:cubicBezTo>
                  <a:cubicBezTo>
                    <a:pt x="24" y="501"/>
                    <a:pt x="167" y="620"/>
                    <a:pt x="333" y="620"/>
                  </a:cubicBezTo>
                  <a:lnTo>
                    <a:pt x="3596" y="620"/>
                  </a:lnTo>
                  <a:cubicBezTo>
                    <a:pt x="3810" y="620"/>
                    <a:pt x="3953" y="453"/>
                    <a:pt x="3929" y="263"/>
                  </a:cubicBezTo>
                  <a:cubicBezTo>
                    <a:pt x="3906" y="120"/>
                    <a:pt x="3739" y="1"/>
                    <a:pt x="3596"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7" name="Google Shape;28997;p153"/>
            <p:cNvSpPr/>
            <p:nvPr/>
          </p:nvSpPr>
          <p:spPr>
            <a:xfrm>
              <a:off x="6404954" y="1921869"/>
              <a:ext cx="64344" cy="20169"/>
            </a:xfrm>
            <a:custGeom>
              <a:rect b="b" l="l" r="r" t="t"/>
              <a:pathLst>
                <a:path extrusionOk="0" h="620" w="1978">
                  <a:moveTo>
                    <a:pt x="1" y="1"/>
                  </a:moveTo>
                  <a:lnTo>
                    <a:pt x="1" y="620"/>
                  </a:lnTo>
                  <a:lnTo>
                    <a:pt x="1644" y="620"/>
                  </a:lnTo>
                  <a:cubicBezTo>
                    <a:pt x="1835" y="620"/>
                    <a:pt x="1977" y="477"/>
                    <a:pt x="1954" y="263"/>
                  </a:cubicBezTo>
                  <a:cubicBezTo>
                    <a:pt x="1954" y="120"/>
                    <a:pt x="1787" y="1"/>
                    <a:pt x="1644"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8" name="Google Shape;28998;p153"/>
            <p:cNvSpPr/>
            <p:nvPr/>
          </p:nvSpPr>
          <p:spPr>
            <a:xfrm>
              <a:off x="6263163" y="2134125"/>
              <a:ext cx="282032" cy="131747"/>
            </a:xfrm>
            <a:custGeom>
              <a:rect b="b" l="l" r="r" t="t"/>
              <a:pathLst>
                <a:path extrusionOk="0" h="4050" w="8575">
                  <a:moveTo>
                    <a:pt x="1549" y="1"/>
                  </a:moveTo>
                  <a:lnTo>
                    <a:pt x="715" y="1358"/>
                  </a:lnTo>
                  <a:cubicBezTo>
                    <a:pt x="1" y="2525"/>
                    <a:pt x="834" y="4049"/>
                    <a:pt x="2192" y="4049"/>
                  </a:cubicBezTo>
                  <a:lnTo>
                    <a:pt x="6383" y="4049"/>
                  </a:lnTo>
                  <a:cubicBezTo>
                    <a:pt x="7741" y="4049"/>
                    <a:pt x="8574" y="2525"/>
                    <a:pt x="7860" y="1358"/>
                  </a:cubicBezTo>
                  <a:lnTo>
                    <a:pt x="7026" y="1"/>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9" name="Google Shape;28999;p153"/>
            <p:cNvSpPr/>
            <p:nvPr/>
          </p:nvSpPr>
          <p:spPr>
            <a:xfrm>
              <a:off x="6402582" y="2134125"/>
              <a:ext cx="142611" cy="131747"/>
            </a:xfrm>
            <a:custGeom>
              <a:rect b="b" l="l" r="r" t="t"/>
              <a:pathLst>
                <a:path extrusionOk="0" h="4050" w="4336">
                  <a:moveTo>
                    <a:pt x="1" y="1"/>
                  </a:moveTo>
                  <a:lnTo>
                    <a:pt x="1" y="4049"/>
                  </a:lnTo>
                  <a:lnTo>
                    <a:pt x="2097" y="4049"/>
                  </a:lnTo>
                  <a:cubicBezTo>
                    <a:pt x="3502" y="4049"/>
                    <a:pt x="4335" y="2525"/>
                    <a:pt x="3573" y="1358"/>
                  </a:cubicBezTo>
                  <a:lnTo>
                    <a:pt x="274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0" name="Google Shape;29000;p153"/>
            <p:cNvSpPr/>
            <p:nvPr/>
          </p:nvSpPr>
          <p:spPr>
            <a:xfrm>
              <a:off x="6432084" y="2165031"/>
              <a:ext cx="19388" cy="19485"/>
            </a:xfrm>
            <a:custGeom>
              <a:rect b="b" l="l" r="r" t="t"/>
              <a:pathLst>
                <a:path extrusionOk="0" h="599" w="596">
                  <a:moveTo>
                    <a:pt x="341" y="1"/>
                  </a:moveTo>
                  <a:cubicBezTo>
                    <a:pt x="331" y="1"/>
                    <a:pt x="320" y="2"/>
                    <a:pt x="310" y="3"/>
                  </a:cubicBezTo>
                  <a:cubicBezTo>
                    <a:pt x="167" y="3"/>
                    <a:pt x="0" y="122"/>
                    <a:pt x="0" y="289"/>
                  </a:cubicBezTo>
                  <a:cubicBezTo>
                    <a:pt x="0" y="456"/>
                    <a:pt x="119" y="599"/>
                    <a:pt x="310" y="599"/>
                  </a:cubicBezTo>
                  <a:cubicBezTo>
                    <a:pt x="453" y="599"/>
                    <a:pt x="596" y="480"/>
                    <a:pt x="596" y="289"/>
                  </a:cubicBezTo>
                  <a:cubicBezTo>
                    <a:pt x="596" y="135"/>
                    <a:pt x="473" y="1"/>
                    <a:pt x="341" y="1"/>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1" name="Google Shape;29001;p153"/>
            <p:cNvSpPr/>
            <p:nvPr/>
          </p:nvSpPr>
          <p:spPr>
            <a:xfrm>
              <a:off x="6350727" y="2165129"/>
              <a:ext cx="60473" cy="59660"/>
            </a:xfrm>
            <a:custGeom>
              <a:rect b="b" l="l" r="r" t="t"/>
              <a:pathLst>
                <a:path extrusionOk="0" h="1834" w="1859">
                  <a:moveTo>
                    <a:pt x="930" y="0"/>
                  </a:moveTo>
                  <a:cubicBezTo>
                    <a:pt x="429" y="0"/>
                    <a:pt x="1" y="405"/>
                    <a:pt x="1" y="929"/>
                  </a:cubicBezTo>
                  <a:cubicBezTo>
                    <a:pt x="1" y="1429"/>
                    <a:pt x="429" y="1834"/>
                    <a:pt x="930" y="1834"/>
                  </a:cubicBezTo>
                  <a:cubicBezTo>
                    <a:pt x="1430" y="1834"/>
                    <a:pt x="1858" y="1429"/>
                    <a:pt x="1858" y="929"/>
                  </a:cubicBezTo>
                  <a:cubicBezTo>
                    <a:pt x="1858" y="405"/>
                    <a:pt x="1430" y="0"/>
                    <a:pt x="930"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2" name="Google Shape;29002;p153"/>
            <p:cNvSpPr/>
            <p:nvPr/>
          </p:nvSpPr>
          <p:spPr>
            <a:xfrm>
              <a:off x="6404954" y="2176742"/>
              <a:ext cx="7775" cy="35653"/>
            </a:xfrm>
            <a:custGeom>
              <a:rect b="b" l="l" r="r" t="t"/>
              <a:pathLst>
                <a:path extrusionOk="0" h="1096" w="239">
                  <a:moveTo>
                    <a:pt x="1" y="0"/>
                  </a:moveTo>
                  <a:lnTo>
                    <a:pt x="1" y="1096"/>
                  </a:lnTo>
                  <a:cubicBezTo>
                    <a:pt x="239" y="763"/>
                    <a:pt x="239" y="334"/>
                    <a:pt x="1" y="0"/>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3" name="Google Shape;29003;p153"/>
            <p:cNvSpPr/>
            <p:nvPr/>
          </p:nvSpPr>
          <p:spPr>
            <a:xfrm>
              <a:off x="6499487" y="2060545"/>
              <a:ext cx="127843" cy="124948"/>
            </a:xfrm>
            <a:custGeom>
              <a:rect b="b" l="l" r="r" t="t"/>
              <a:pathLst>
                <a:path extrusionOk="0" h="3841" w="3930">
                  <a:moveTo>
                    <a:pt x="1310" y="0"/>
                  </a:moveTo>
                  <a:cubicBezTo>
                    <a:pt x="1096" y="619"/>
                    <a:pt x="596" y="1096"/>
                    <a:pt x="0" y="1310"/>
                  </a:cubicBezTo>
                  <a:lnTo>
                    <a:pt x="2263" y="3572"/>
                  </a:lnTo>
                  <a:cubicBezTo>
                    <a:pt x="2441" y="3751"/>
                    <a:pt x="2679" y="3840"/>
                    <a:pt x="2917" y="3840"/>
                  </a:cubicBezTo>
                  <a:cubicBezTo>
                    <a:pt x="3156" y="3840"/>
                    <a:pt x="3394" y="3751"/>
                    <a:pt x="3572" y="3572"/>
                  </a:cubicBezTo>
                  <a:cubicBezTo>
                    <a:pt x="3930" y="3215"/>
                    <a:pt x="3930" y="2620"/>
                    <a:pt x="3572" y="2263"/>
                  </a:cubicBezTo>
                  <a:lnTo>
                    <a:pt x="131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4" name="Google Shape;29004;p153"/>
            <p:cNvSpPr/>
            <p:nvPr/>
          </p:nvSpPr>
          <p:spPr>
            <a:xfrm>
              <a:off x="6525055" y="2060545"/>
              <a:ext cx="102274" cy="116230"/>
            </a:xfrm>
            <a:custGeom>
              <a:rect b="b" l="l" r="r" t="t"/>
              <a:pathLst>
                <a:path extrusionOk="0" h="3573" w="3144">
                  <a:moveTo>
                    <a:pt x="524" y="0"/>
                  </a:moveTo>
                  <a:cubicBezTo>
                    <a:pt x="405" y="286"/>
                    <a:pt x="238" y="572"/>
                    <a:pt x="0" y="810"/>
                  </a:cubicBezTo>
                  <a:lnTo>
                    <a:pt x="2786" y="3572"/>
                  </a:lnTo>
                  <a:cubicBezTo>
                    <a:pt x="3144" y="3215"/>
                    <a:pt x="3144" y="2620"/>
                    <a:pt x="2786" y="2263"/>
                  </a:cubicBezTo>
                  <a:lnTo>
                    <a:pt x="52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5" name="Google Shape;29005;p153"/>
            <p:cNvSpPr/>
            <p:nvPr/>
          </p:nvSpPr>
          <p:spPr>
            <a:xfrm>
              <a:off x="6419690" y="1982310"/>
              <a:ext cx="111578" cy="110016"/>
            </a:xfrm>
            <a:custGeom>
              <a:rect b="b" l="l" r="r" t="t"/>
              <a:pathLst>
                <a:path extrusionOk="0" h="3382" w="3430">
                  <a:moveTo>
                    <a:pt x="1691" y="0"/>
                  </a:moveTo>
                  <a:cubicBezTo>
                    <a:pt x="786" y="0"/>
                    <a:pt x="0" y="738"/>
                    <a:pt x="0" y="1691"/>
                  </a:cubicBezTo>
                  <a:cubicBezTo>
                    <a:pt x="0" y="2620"/>
                    <a:pt x="739" y="3382"/>
                    <a:pt x="1691" y="3382"/>
                  </a:cubicBezTo>
                  <a:cubicBezTo>
                    <a:pt x="2644" y="3382"/>
                    <a:pt x="3430" y="2620"/>
                    <a:pt x="3406" y="1691"/>
                  </a:cubicBezTo>
                  <a:cubicBezTo>
                    <a:pt x="3406" y="762"/>
                    <a:pt x="2644" y="0"/>
                    <a:pt x="1691"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6" name="Google Shape;29006;p153"/>
            <p:cNvSpPr/>
            <p:nvPr/>
          </p:nvSpPr>
          <p:spPr>
            <a:xfrm>
              <a:off x="6435955" y="1981497"/>
              <a:ext cx="95313" cy="94565"/>
            </a:xfrm>
            <a:custGeom>
              <a:rect b="b" l="l" r="r" t="t"/>
              <a:pathLst>
                <a:path extrusionOk="0" h="2907" w="2930">
                  <a:moveTo>
                    <a:pt x="1194" y="1"/>
                  </a:moveTo>
                  <a:cubicBezTo>
                    <a:pt x="774" y="1"/>
                    <a:pt x="346" y="156"/>
                    <a:pt x="0" y="501"/>
                  </a:cubicBezTo>
                  <a:lnTo>
                    <a:pt x="2429" y="2907"/>
                  </a:lnTo>
                  <a:cubicBezTo>
                    <a:pt x="2715" y="2597"/>
                    <a:pt x="2930" y="2168"/>
                    <a:pt x="2930" y="1716"/>
                  </a:cubicBezTo>
                  <a:cubicBezTo>
                    <a:pt x="2930" y="683"/>
                    <a:pt x="2077" y="1"/>
                    <a:pt x="119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7" name="Google Shape;29007;p153"/>
            <p:cNvSpPr/>
            <p:nvPr/>
          </p:nvSpPr>
          <p:spPr>
            <a:xfrm>
              <a:off x="6401083" y="1962922"/>
              <a:ext cx="148792" cy="147231"/>
            </a:xfrm>
            <a:custGeom>
              <a:rect b="b" l="l" r="r" t="t"/>
              <a:pathLst>
                <a:path extrusionOk="0" h="4526" w="4574">
                  <a:moveTo>
                    <a:pt x="2263" y="644"/>
                  </a:moveTo>
                  <a:cubicBezTo>
                    <a:pt x="3168" y="644"/>
                    <a:pt x="3906" y="1382"/>
                    <a:pt x="3906" y="2287"/>
                  </a:cubicBezTo>
                  <a:cubicBezTo>
                    <a:pt x="3906" y="3168"/>
                    <a:pt x="3192" y="3930"/>
                    <a:pt x="2263" y="3930"/>
                  </a:cubicBezTo>
                  <a:cubicBezTo>
                    <a:pt x="1358" y="3930"/>
                    <a:pt x="644" y="3168"/>
                    <a:pt x="644" y="2287"/>
                  </a:cubicBezTo>
                  <a:cubicBezTo>
                    <a:pt x="644" y="1382"/>
                    <a:pt x="1382" y="644"/>
                    <a:pt x="2263" y="644"/>
                  </a:cubicBezTo>
                  <a:close/>
                  <a:moveTo>
                    <a:pt x="2263" y="1"/>
                  </a:moveTo>
                  <a:cubicBezTo>
                    <a:pt x="1025" y="1"/>
                    <a:pt x="1" y="1001"/>
                    <a:pt x="1" y="2263"/>
                  </a:cubicBezTo>
                  <a:cubicBezTo>
                    <a:pt x="1" y="3501"/>
                    <a:pt x="1025" y="4525"/>
                    <a:pt x="2263" y="4525"/>
                  </a:cubicBezTo>
                  <a:cubicBezTo>
                    <a:pt x="3525" y="4525"/>
                    <a:pt x="4526" y="3501"/>
                    <a:pt x="4526" y="2263"/>
                  </a:cubicBezTo>
                  <a:cubicBezTo>
                    <a:pt x="4573" y="1001"/>
                    <a:pt x="3525" y="1"/>
                    <a:pt x="2263"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8" name="Google Shape;29008;p153"/>
            <p:cNvSpPr/>
            <p:nvPr/>
          </p:nvSpPr>
          <p:spPr>
            <a:xfrm>
              <a:off x="6422781" y="1962922"/>
              <a:ext cx="127095" cy="125533"/>
            </a:xfrm>
            <a:custGeom>
              <a:rect b="b" l="l" r="r" t="t"/>
              <a:pathLst>
                <a:path extrusionOk="0" h="3859" w="3907">
                  <a:moveTo>
                    <a:pt x="1596" y="1"/>
                  </a:moveTo>
                  <a:cubicBezTo>
                    <a:pt x="977" y="1"/>
                    <a:pt x="405" y="239"/>
                    <a:pt x="1" y="644"/>
                  </a:cubicBezTo>
                  <a:lnTo>
                    <a:pt x="453" y="1096"/>
                  </a:lnTo>
                  <a:cubicBezTo>
                    <a:pt x="785" y="764"/>
                    <a:pt x="1194" y="615"/>
                    <a:pt x="1596" y="615"/>
                  </a:cubicBezTo>
                  <a:cubicBezTo>
                    <a:pt x="2434" y="615"/>
                    <a:pt x="3239" y="1265"/>
                    <a:pt x="3239" y="2263"/>
                  </a:cubicBezTo>
                  <a:cubicBezTo>
                    <a:pt x="3239" y="2692"/>
                    <a:pt x="3073" y="3120"/>
                    <a:pt x="2763" y="3406"/>
                  </a:cubicBezTo>
                  <a:lnTo>
                    <a:pt x="3216" y="3859"/>
                  </a:lnTo>
                  <a:cubicBezTo>
                    <a:pt x="3620" y="3454"/>
                    <a:pt x="3859" y="2882"/>
                    <a:pt x="3859" y="2263"/>
                  </a:cubicBezTo>
                  <a:cubicBezTo>
                    <a:pt x="3906" y="1001"/>
                    <a:pt x="2858" y="1"/>
                    <a:pt x="159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9" name="Google Shape;29009;p153"/>
          <p:cNvGrpSpPr/>
          <p:nvPr/>
        </p:nvGrpSpPr>
        <p:grpSpPr>
          <a:xfrm>
            <a:off x="7061898" y="1770250"/>
            <a:ext cx="292087" cy="344753"/>
            <a:chOff x="7061898" y="1922650"/>
            <a:chExt cx="292087" cy="344753"/>
          </a:xfrm>
        </p:grpSpPr>
        <p:sp>
          <p:nvSpPr>
            <p:cNvPr id="29010" name="Google Shape;29010;p153"/>
            <p:cNvSpPr/>
            <p:nvPr/>
          </p:nvSpPr>
          <p:spPr>
            <a:xfrm>
              <a:off x="7093647" y="1955961"/>
              <a:ext cx="174361" cy="256434"/>
            </a:xfrm>
            <a:custGeom>
              <a:rect b="b" l="l" r="r" t="t"/>
              <a:pathLst>
                <a:path extrusionOk="0" h="7883" w="5360">
                  <a:moveTo>
                    <a:pt x="2692" y="0"/>
                  </a:moveTo>
                  <a:cubicBezTo>
                    <a:pt x="1215" y="0"/>
                    <a:pt x="1" y="1191"/>
                    <a:pt x="1" y="2668"/>
                  </a:cubicBezTo>
                  <a:lnTo>
                    <a:pt x="1" y="5216"/>
                  </a:lnTo>
                  <a:cubicBezTo>
                    <a:pt x="1" y="6668"/>
                    <a:pt x="1192" y="7883"/>
                    <a:pt x="2692" y="7883"/>
                  </a:cubicBezTo>
                  <a:cubicBezTo>
                    <a:pt x="4168" y="7883"/>
                    <a:pt x="5359" y="6668"/>
                    <a:pt x="5359" y="5216"/>
                  </a:cubicBezTo>
                  <a:lnTo>
                    <a:pt x="5359" y="2668"/>
                  </a:lnTo>
                  <a:cubicBezTo>
                    <a:pt x="5359" y="1215"/>
                    <a:pt x="4168" y="0"/>
                    <a:pt x="269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1" name="Google Shape;29011;p153"/>
            <p:cNvSpPr/>
            <p:nvPr/>
          </p:nvSpPr>
          <p:spPr>
            <a:xfrm>
              <a:off x="7181185" y="1955180"/>
              <a:ext cx="86823" cy="257215"/>
            </a:xfrm>
            <a:custGeom>
              <a:rect b="b" l="l" r="r" t="t"/>
              <a:pathLst>
                <a:path extrusionOk="0" h="7907" w="2669">
                  <a:moveTo>
                    <a:pt x="1" y="1"/>
                  </a:moveTo>
                  <a:lnTo>
                    <a:pt x="1" y="7907"/>
                  </a:lnTo>
                  <a:cubicBezTo>
                    <a:pt x="1454" y="7907"/>
                    <a:pt x="2668" y="6692"/>
                    <a:pt x="2668" y="5192"/>
                  </a:cubicBezTo>
                  <a:lnTo>
                    <a:pt x="2668" y="2668"/>
                  </a:lnTo>
                  <a:cubicBezTo>
                    <a:pt x="2668" y="1215"/>
                    <a:pt x="1477" y="1"/>
                    <a:pt x="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2" name="Google Shape;29012;p153"/>
            <p:cNvSpPr/>
            <p:nvPr/>
          </p:nvSpPr>
          <p:spPr>
            <a:xfrm>
              <a:off x="7212967" y="2064416"/>
              <a:ext cx="19388" cy="19388"/>
            </a:xfrm>
            <a:custGeom>
              <a:rect b="b" l="l" r="r" t="t"/>
              <a:pathLst>
                <a:path extrusionOk="0" h="596" w="596">
                  <a:moveTo>
                    <a:pt x="286" y="0"/>
                  </a:moveTo>
                  <a:cubicBezTo>
                    <a:pt x="143" y="0"/>
                    <a:pt x="0" y="143"/>
                    <a:pt x="0" y="286"/>
                  </a:cubicBezTo>
                  <a:cubicBezTo>
                    <a:pt x="0" y="453"/>
                    <a:pt x="119" y="596"/>
                    <a:pt x="286" y="596"/>
                  </a:cubicBezTo>
                  <a:cubicBezTo>
                    <a:pt x="453" y="596"/>
                    <a:pt x="596" y="477"/>
                    <a:pt x="596" y="286"/>
                  </a:cubicBezTo>
                  <a:cubicBezTo>
                    <a:pt x="596" y="143"/>
                    <a:pt x="453"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3" name="Google Shape;29013;p153"/>
            <p:cNvSpPr/>
            <p:nvPr/>
          </p:nvSpPr>
          <p:spPr>
            <a:xfrm>
              <a:off x="7131610" y="2084552"/>
              <a:ext cx="19420" cy="19388"/>
            </a:xfrm>
            <a:custGeom>
              <a:rect b="b" l="l" r="r" t="t"/>
              <a:pathLst>
                <a:path extrusionOk="0" h="596" w="597">
                  <a:moveTo>
                    <a:pt x="287" y="1"/>
                  </a:moveTo>
                  <a:cubicBezTo>
                    <a:pt x="144" y="1"/>
                    <a:pt x="1" y="143"/>
                    <a:pt x="1" y="310"/>
                  </a:cubicBezTo>
                  <a:cubicBezTo>
                    <a:pt x="1" y="453"/>
                    <a:pt x="120" y="596"/>
                    <a:pt x="287" y="596"/>
                  </a:cubicBezTo>
                  <a:cubicBezTo>
                    <a:pt x="453" y="596"/>
                    <a:pt x="596" y="477"/>
                    <a:pt x="596" y="310"/>
                  </a:cubicBezTo>
                  <a:cubicBezTo>
                    <a:pt x="596" y="120"/>
                    <a:pt x="477" y="1"/>
                    <a:pt x="287"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4" name="Google Shape;29014;p153"/>
            <p:cNvSpPr/>
            <p:nvPr/>
          </p:nvSpPr>
          <p:spPr>
            <a:xfrm>
              <a:off x="7061898" y="1924179"/>
              <a:ext cx="292087" cy="342443"/>
            </a:xfrm>
            <a:custGeom>
              <a:rect b="b" l="l" r="r" t="t"/>
              <a:pathLst>
                <a:path extrusionOk="0" h="10527" w="8979">
                  <a:moveTo>
                    <a:pt x="3668" y="1454"/>
                  </a:moveTo>
                  <a:cubicBezTo>
                    <a:pt x="4859" y="1454"/>
                    <a:pt x="5835" y="2430"/>
                    <a:pt x="5835" y="3621"/>
                  </a:cubicBezTo>
                  <a:lnTo>
                    <a:pt x="5835" y="6145"/>
                  </a:lnTo>
                  <a:cubicBezTo>
                    <a:pt x="5835" y="7383"/>
                    <a:pt x="4859" y="8336"/>
                    <a:pt x="3668" y="8336"/>
                  </a:cubicBezTo>
                  <a:cubicBezTo>
                    <a:pt x="2477" y="8336"/>
                    <a:pt x="1477" y="7336"/>
                    <a:pt x="1477" y="6145"/>
                  </a:cubicBezTo>
                  <a:lnTo>
                    <a:pt x="1477" y="3621"/>
                  </a:lnTo>
                  <a:cubicBezTo>
                    <a:pt x="1477" y="2430"/>
                    <a:pt x="2477" y="1454"/>
                    <a:pt x="3668" y="1454"/>
                  </a:cubicBezTo>
                  <a:close/>
                  <a:moveTo>
                    <a:pt x="3692" y="1"/>
                  </a:moveTo>
                  <a:cubicBezTo>
                    <a:pt x="3501" y="1"/>
                    <a:pt x="3382" y="144"/>
                    <a:pt x="3382" y="287"/>
                  </a:cubicBezTo>
                  <a:lnTo>
                    <a:pt x="3382" y="906"/>
                  </a:lnTo>
                  <a:cubicBezTo>
                    <a:pt x="3073" y="930"/>
                    <a:pt x="2763" y="1025"/>
                    <a:pt x="2501" y="1192"/>
                  </a:cubicBezTo>
                  <a:lnTo>
                    <a:pt x="2168" y="644"/>
                  </a:lnTo>
                  <a:cubicBezTo>
                    <a:pt x="2102" y="546"/>
                    <a:pt x="2003" y="482"/>
                    <a:pt x="1901" y="482"/>
                  </a:cubicBezTo>
                  <a:cubicBezTo>
                    <a:pt x="1855" y="482"/>
                    <a:pt x="1808" y="495"/>
                    <a:pt x="1763" y="525"/>
                  </a:cubicBezTo>
                  <a:cubicBezTo>
                    <a:pt x="1596" y="620"/>
                    <a:pt x="1548" y="787"/>
                    <a:pt x="1644" y="930"/>
                  </a:cubicBezTo>
                  <a:lnTo>
                    <a:pt x="1953" y="1501"/>
                  </a:lnTo>
                  <a:cubicBezTo>
                    <a:pt x="1715" y="1716"/>
                    <a:pt x="1525" y="1954"/>
                    <a:pt x="1334" y="2216"/>
                  </a:cubicBezTo>
                  <a:lnTo>
                    <a:pt x="810" y="1930"/>
                  </a:lnTo>
                  <a:cubicBezTo>
                    <a:pt x="758" y="1900"/>
                    <a:pt x="706" y="1887"/>
                    <a:pt x="655" y="1887"/>
                  </a:cubicBezTo>
                  <a:cubicBezTo>
                    <a:pt x="546" y="1887"/>
                    <a:pt x="447" y="1951"/>
                    <a:pt x="382" y="2049"/>
                  </a:cubicBezTo>
                  <a:cubicBezTo>
                    <a:pt x="286" y="2192"/>
                    <a:pt x="358" y="2382"/>
                    <a:pt x="501" y="2454"/>
                  </a:cubicBezTo>
                  <a:lnTo>
                    <a:pt x="1072" y="2787"/>
                  </a:lnTo>
                  <a:cubicBezTo>
                    <a:pt x="977" y="3097"/>
                    <a:pt x="929" y="3383"/>
                    <a:pt x="929" y="3716"/>
                  </a:cubicBezTo>
                  <a:lnTo>
                    <a:pt x="286" y="3716"/>
                  </a:lnTo>
                  <a:cubicBezTo>
                    <a:pt x="120" y="3716"/>
                    <a:pt x="1" y="3859"/>
                    <a:pt x="1" y="4002"/>
                  </a:cubicBezTo>
                  <a:cubicBezTo>
                    <a:pt x="1" y="4192"/>
                    <a:pt x="143" y="4311"/>
                    <a:pt x="286" y="4311"/>
                  </a:cubicBezTo>
                  <a:lnTo>
                    <a:pt x="929" y="4311"/>
                  </a:lnTo>
                  <a:lnTo>
                    <a:pt x="929" y="5597"/>
                  </a:lnTo>
                  <a:lnTo>
                    <a:pt x="286" y="5597"/>
                  </a:lnTo>
                  <a:cubicBezTo>
                    <a:pt x="120" y="5597"/>
                    <a:pt x="1" y="5740"/>
                    <a:pt x="1" y="5883"/>
                  </a:cubicBezTo>
                  <a:cubicBezTo>
                    <a:pt x="1" y="6026"/>
                    <a:pt x="143" y="6193"/>
                    <a:pt x="286" y="6193"/>
                  </a:cubicBezTo>
                  <a:lnTo>
                    <a:pt x="929" y="6193"/>
                  </a:lnTo>
                  <a:cubicBezTo>
                    <a:pt x="929" y="6502"/>
                    <a:pt x="977" y="6812"/>
                    <a:pt x="1072" y="7098"/>
                  </a:cubicBezTo>
                  <a:lnTo>
                    <a:pt x="501" y="7431"/>
                  </a:lnTo>
                  <a:cubicBezTo>
                    <a:pt x="358" y="7526"/>
                    <a:pt x="286" y="7693"/>
                    <a:pt x="382" y="7860"/>
                  </a:cubicBezTo>
                  <a:cubicBezTo>
                    <a:pt x="447" y="7958"/>
                    <a:pt x="547" y="8012"/>
                    <a:pt x="658" y="8012"/>
                  </a:cubicBezTo>
                  <a:cubicBezTo>
                    <a:pt x="707" y="8012"/>
                    <a:pt x="759" y="8001"/>
                    <a:pt x="810" y="7979"/>
                  </a:cubicBezTo>
                  <a:lnTo>
                    <a:pt x="1334" y="7669"/>
                  </a:lnTo>
                  <a:cubicBezTo>
                    <a:pt x="1525" y="7931"/>
                    <a:pt x="1715" y="8169"/>
                    <a:pt x="1953" y="8384"/>
                  </a:cubicBezTo>
                  <a:lnTo>
                    <a:pt x="1691" y="8836"/>
                  </a:lnTo>
                  <a:cubicBezTo>
                    <a:pt x="1596" y="8979"/>
                    <a:pt x="1668" y="9170"/>
                    <a:pt x="1810" y="9241"/>
                  </a:cubicBezTo>
                  <a:cubicBezTo>
                    <a:pt x="1859" y="9274"/>
                    <a:pt x="1914" y="9290"/>
                    <a:pt x="1969" y="9290"/>
                  </a:cubicBezTo>
                  <a:cubicBezTo>
                    <a:pt x="2073" y="9290"/>
                    <a:pt x="2177" y="9231"/>
                    <a:pt x="2239" y="9122"/>
                  </a:cubicBezTo>
                  <a:lnTo>
                    <a:pt x="2501" y="8693"/>
                  </a:lnTo>
                  <a:cubicBezTo>
                    <a:pt x="2787" y="8836"/>
                    <a:pt x="3096" y="8931"/>
                    <a:pt x="3430" y="8955"/>
                  </a:cubicBezTo>
                  <a:cubicBezTo>
                    <a:pt x="3573" y="9836"/>
                    <a:pt x="4335" y="10527"/>
                    <a:pt x="5264" y="10527"/>
                  </a:cubicBezTo>
                  <a:lnTo>
                    <a:pt x="6407" y="10527"/>
                  </a:lnTo>
                  <a:cubicBezTo>
                    <a:pt x="7835" y="10527"/>
                    <a:pt x="8979" y="9360"/>
                    <a:pt x="8979" y="7931"/>
                  </a:cubicBezTo>
                  <a:lnTo>
                    <a:pt x="8979" y="5859"/>
                  </a:lnTo>
                  <a:cubicBezTo>
                    <a:pt x="8931" y="5669"/>
                    <a:pt x="8812" y="5550"/>
                    <a:pt x="8621" y="5550"/>
                  </a:cubicBezTo>
                  <a:cubicBezTo>
                    <a:pt x="8455" y="5550"/>
                    <a:pt x="8336" y="5716"/>
                    <a:pt x="8336" y="5859"/>
                  </a:cubicBezTo>
                  <a:lnTo>
                    <a:pt x="8336" y="7931"/>
                  </a:lnTo>
                  <a:cubicBezTo>
                    <a:pt x="8336" y="9003"/>
                    <a:pt x="7431" y="9908"/>
                    <a:pt x="6359" y="9908"/>
                  </a:cubicBezTo>
                  <a:lnTo>
                    <a:pt x="5240" y="9908"/>
                  </a:lnTo>
                  <a:cubicBezTo>
                    <a:pt x="4644" y="9908"/>
                    <a:pt x="4168" y="9479"/>
                    <a:pt x="4025" y="8955"/>
                  </a:cubicBezTo>
                  <a:cubicBezTo>
                    <a:pt x="4311" y="8931"/>
                    <a:pt x="4621" y="8836"/>
                    <a:pt x="4882" y="8693"/>
                  </a:cubicBezTo>
                  <a:lnTo>
                    <a:pt x="5144" y="9122"/>
                  </a:lnTo>
                  <a:cubicBezTo>
                    <a:pt x="5207" y="9231"/>
                    <a:pt x="5300" y="9290"/>
                    <a:pt x="5398" y="9290"/>
                  </a:cubicBezTo>
                  <a:cubicBezTo>
                    <a:pt x="5448" y="9290"/>
                    <a:pt x="5500" y="9274"/>
                    <a:pt x="5549" y="9241"/>
                  </a:cubicBezTo>
                  <a:cubicBezTo>
                    <a:pt x="5716" y="9170"/>
                    <a:pt x="5764" y="8979"/>
                    <a:pt x="5668" y="8836"/>
                  </a:cubicBezTo>
                  <a:lnTo>
                    <a:pt x="5406" y="8384"/>
                  </a:lnTo>
                  <a:cubicBezTo>
                    <a:pt x="5645" y="8169"/>
                    <a:pt x="5859" y="7931"/>
                    <a:pt x="6026" y="7669"/>
                  </a:cubicBezTo>
                  <a:cubicBezTo>
                    <a:pt x="6621" y="8003"/>
                    <a:pt x="6621" y="8026"/>
                    <a:pt x="6716" y="8026"/>
                  </a:cubicBezTo>
                  <a:cubicBezTo>
                    <a:pt x="7050" y="8026"/>
                    <a:pt x="7145" y="7598"/>
                    <a:pt x="6859" y="7431"/>
                  </a:cubicBezTo>
                  <a:lnTo>
                    <a:pt x="6311" y="7098"/>
                  </a:lnTo>
                  <a:cubicBezTo>
                    <a:pt x="6383" y="6812"/>
                    <a:pt x="6454" y="6502"/>
                    <a:pt x="6454" y="6193"/>
                  </a:cubicBezTo>
                  <a:lnTo>
                    <a:pt x="7073" y="6193"/>
                  </a:lnTo>
                  <a:cubicBezTo>
                    <a:pt x="7264" y="6193"/>
                    <a:pt x="7383" y="6026"/>
                    <a:pt x="7383" y="5883"/>
                  </a:cubicBezTo>
                  <a:cubicBezTo>
                    <a:pt x="7383" y="5716"/>
                    <a:pt x="7216" y="5597"/>
                    <a:pt x="7073" y="5597"/>
                  </a:cubicBezTo>
                  <a:lnTo>
                    <a:pt x="6454" y="5597"/>
                  </a:lnTo>
                  <a:lnTo>
                    <a:pt x="6454" y="4311"/>
                  </a:lnTo>
                  <a:lnTo>
                    <a:pt x="7073" y="4311"/>
                  </a:lnTo>
                  <a:cubicBezTo>
                    <a:pt x="7264" y="4311"/>
                    <a:pt x="7383" y="4169"/>
                    <a:pt x="7383" y="4002"/>
                  </a:cubicBezTo>
                  <a:cubicBezTo>
                    <a:pt x="7383" y="3835"/>
                    <a:pt x="7240" y="3716"/>
                    <a:pt x="7073" y="3716"/>
                  </a:cubicBezTo>
                  <a:lnTo>
                    <a:pt x="6454" y="3716"/>
                  </a:lnTo>
                  <a:cubicBezTo>
                    <a:pt x="6454" y="3383"/>
                    <a:pt x="6407" y="3097"/>
                    <a:pt x="6311" y="2787"/>
                  </a:cubicBezTo>
                  <a:lnTo>
                    <a:pt x="6883" y="2454"/>
                  </a:lnTo>
                  <a:cubicBezTo>
                    <a:pt x="7026" y="2382"/>
                    <a:pt x="7073" y="2192"/>
                    <a:pt x="7002" y="2049"/>
                  </a:cubicBezTo>
                  <a:cubicBezTo>
                    <a:pt x="6937" y="1951"/>
                    <a:pt x="6826" y="1887"/>
                    <a:pt x="6718" y="1887"/>
                  </a:cubicBezTo>
                  <a:cubicBezTo>
                    <a:pt x="6668" y="1887"/>
                    <a:pt x="6618" y="1900"/>
                    <a:pt x="6573" y="1930"/>
                  </a:cubicBezTo>
                  <a:lnTo>
                    <a:pt x="6049" y="2216"/>
                  </a:lnTo>
                  <a:cubicBezTo>
                    <a:pt x="5859" y="1954"/>
                    <a:pt x="5645" y="1716"/>
                    <a:pt x="5406" y="1501"/>
                  </a:cubicBezTo>
                  <a:lnTo>
                    <a:pt x="5740" y="930"/>
                  </a:lnTo>
                  <a:cubicBezTo>
                    <a:pt x="5835" y="787"/>
                    <a:pt x="5764" y="620"/>
                    <a:pt x="5621" y="525"/>
                  </a:cubicBezTo>
                  <a:cubicBezTo>
                    <a:pt x="5576" y="495"/>
                    <a:pt x="5526" y="482"/>
                    <a:pt x="5477" y="482"/>
                  </a:cubicBezTo>
                  <a:cubicBezTo>
                    <a:pt x="5370" y="482"/>
                    <a:pt x="5265" y="546"/>
                    <a:pt x="5216" y="644"/>
                  </a:cubicBezTo>
                  <a:lnTo>
                    <a:pt x="4882" y="1192"/>
                  </a:lnTo>
                  <a:cubicBezTo>
                    <a:pt x="4621" y="1025"/>
                    <a:pt x="4287" y="930"/>
                    <a:pt x="3978" y="906"/>
                  </a:cubicBezTo>
                  <a:lnTo>
                    <a:pt x="3978" y="287"/>
                  </a:lnTo>
                  <a:cubicBezTo>
                    <a:pt x="3978" y="120"/>
                    <a:pt x="3835" y="1"/>
                    <a:pt x="3692"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5" name="Google Shape;29015;p153"/>
            <p:cNvSpPr/>
            <p:nvPr/>
          </p:nvSpPr>
          <p:spPr>
            <a:xfrm>
              <a:off x="7181966" y="1922650"/>
              <a:ext cx="171238" cy="344753"/>
            </a:xfrm>
            <a:custGeom>
              <a:rect b="b" l="l" r="r" t="t"/>
              <a:pathLst>
                <a:path extrusionOk="0" h="10598" w="5264">
                  <a:moveTo>
                    <a:pt x="1" y="0"/>
                  </a:moveTo>
                  <a:lnTo>
                    <a:pt x="1" y="1548"/>
                  </a:lnTo>
                  <a:cubicBezTo>
                    <a:pt x="1191" y="1548"/>
                    <a:pt x="2168" y="2549"/>
                    <a:pt x="2168" y="3739"/>
                  </a:cubicBezTo>
                  <a:lnTo>
                    <a:pt x="2168" y="6264"/>
                  </a:lnTo>
                  <a:cubicBezTo>
                    <a:pt x="2168" y="7454"/>
                    <a:pt x="1191" y="8431"/>
                    <a:pt x="1" y="8431"/>
                  </a:cubicBezTo>
                  <a:lnTo>
                    <a:pt x="1" y="9764"/>
                  </a:lnTo>
                  <a:cubicBezTo>
                    <a:pt x="334" y="10288"/>
                    <a:pt x="882" y="10598"/>
                    <a:pt x="1549" y="10598"/>
                  </a:cubicBezTo>
                  <a:lnTo>
                    <a:pt x="4930" y="10598"/>
                  </a:lnTo>
                  <a:cubicBezTo>
                    <a:pt x="5121" y="10598"/>
                    <a:pt x="5264" y="10455"/>
                    <a:pt x="5264" y="10288"/>
                  </a:cubicBezTo>
                  <a:lnTo>
                    <a:pt x="5240" y="5763"/>
                  </a:lnTo>
                  <a:cubicBezTo>
                    <a:pt x="5144" y="5650"/>
                    <a:pt x="5035" y="5603"/>
                    <a:pt x="4935" y="5603"/>
                  </a:cubicBezTo>
                  <a:cubicBezTo>
                    <a:pt x="4764" y="5603"/>
                    <a:pt x="4621" y="5741"/>
                    <a:pt x="4621" y="5906"/>
                  </a:cubicBezTo>
                  <a:lnTo>
                    <a:pt x="4621" y="7978"/>
                  </a:lnTo>
                  <a:cubicBezTo>
                    <a:pt x="4621" y="9050"/>
                    <a:pt x="3716" y="9955"/>
                    <a:pt x="2644" y="9955"/>
                  </a:cubicBezTo>
                  <a:lnTo>
                    <a:pt x="1525" y="9955"/>
                  </a:lnTo>
                  <a:cubicBezTo>
                    <a:pt x="930" y="9955"/>
                    <a:pt x="453" y="9526"/>
                    <a:pt x="287" y="9002"/>
                  </a:cubicBezTo>
                  <a:cubicBezTo>
                    <a:pt x="596" y="8978"/>
                    <a:pt x="882" y="8883"/>
                    <a:pt x="1144" y="8740"/>
                  </a:cubicBezTo>
                  <a:lnTo>
                    <a:pt x="1430" y="9169"/>
                  </a:lnTo>
                  <a:cubicBezTo>
                    <a:pt x="1477" y="9278"/>
                    <a:pt x="1575" y="9337"/>
                    <a:pt x="1677" y="9337"/>
                  </a:cubicBezTo>
                  <a:cubicBezTo>
                    <a:pt x="1731" y="9337"/>
                    <a:pt x="1785" y="9321"/>
                    <a:pt x="1834" y="9288"/>
                  </a:cubicBezTo>
                  <a:cubicBezTo>
                    <a:pt x="1977" y="9217"/>
                    <a:pt x="2049" y="9026"/>
                    <a:pt x="1954" y="8883"/>
                  </a:cubicBezTo>
                  <a:lnTo>
                    <a:pt x="1692" y="8431"/>
                  </a:lnTo>
                  <a:cubicBezTo>
                    <a:pt x="1930" y="8216"/>
                    <a:pt x="2144" y="7978"/>
                    <a:pt x="2311" y="7716"/>
                  </a:cubicBezTo>
                  <a:cubicBezTo>
                    <a:pt x="2906" y="8050"/>
                    <a:pt x="2906" y="8073"/>
                    <a:pt x="3001" y="8073"/>
                  </a:cubicBezTo>
                  <a:cubicBezTo>
                    <a:pt x="3335" y="8073"/>
                    <a:pt x="3406" y="7645"/>
                    <a:pt x="3144" y="7478"/>
                  </a:cubicBezTo>
                  <a:lnTo>
                    <a:pt x="2573" y="7145"/>
                  </a:lnTo>
                  <a:cubicBezTo>
                    <a:pt x="2668" y="6859"/>
                    <a:pt x="2739" y="6549"/>
                    <a:pt x="2739" y="6240"/>
                  </a:cubicBezTo>
                  <a:lnTo>
                    <a:pt x="3359" y="6240"/>
                  </a:lnTo>
                  <a:cubicBezTo>
                    <a:pt x="3501" y="6240"/>
                    <a:pt x="3644" y="6121"/>
                    <a:pt x="3692" y="5954"/>
                  </a:cubicBezTo>
                  <a:cubicBezTo>
                    <a:pt x="3716" y="5787"/>
                    <a:pt x="3573" y="5597"/>
                    <a:pt x="3382" y="5597"/>
                  </a:cubicBezTo>
                  <a:lnTo>
                    <a:pt x="2763" y="5597"/>
                  </a:lnTo>
                  <a:lnTo>
                    <a:pt x="2763" y="4335"/>
                  </a:lnTo>
                  <a:lnTo>
                    <a:pt x="3382" y="4335"/>
                  </a:lnTo>
                  <a:cubicBezTo>
                    <a:pt x="3573" y="4335"/>
                    <a:pt x="3692" y="4168"/>
                    <a:pt x="3692" y="4025"/>
                  </a:cubicBezTo>
                  <a:cubicBezTo>
                    <a:pt x="3692" y="3858"/>
                    <a:pt x="3549" y="3739"/>
                    <a:pt x="3382" y="3739"/>
                  </a:cubicBezTo>
                  <a:lnTo>
                    <a:pt x="2763" y="3739"/>
                  </a:lnTo>
                  <a:cubicBezTo>
                    <a:pt x="2763" y="3406"/>
                    <a:pt x="2716" y="3096"/>
                    <a:pt x="2620" y="2810"/>
                  </a:cubicBezTo>
                  <a:lnTo>
                    <a:pt x="3192" y="2477"/>
                  </a:lnTo>
                  <a:cubicBezTo>
                    <a:pt x="3335" y="2382"/>
                    <a:pt x="3382" y="2215"/>
                    <a:pt x="3311" y="2072"/>
                  </a:cubicBezTo>
                  <a:cubicBezTo>
                    <a:pt x="3248" y="1963"/>
                    <a:pt x="3145" y="1905"/>
                    <a:pt x="3040" y="1905"/>
                  </a:cubicBezTo>
                  <a:cubicBezTo>
                    <a:pt x="2986" y="1905"/>
                    <a:pt x="2931" y="1920"/>
                    <a:pt x="2882" y="1953"/>
                  </a:cubicBezTo>
                  <a:lnTo>
                    <a:pt x="2358" y="2239"/>
                  </a:lnTo>
                  <a:cubicBezTo>
                    <a:pt x="2168" y="1977"/>
                    <a:pt x="1954" y="1739"/>
                    <a:pt x="1715" y="1524"/>
                  </a:cubicBezTo>
                  <a:lnTo>
                    <a:pt x="2049" y="953"/>
                  </a:lnTo>
                  <a:cubicBezTo>
                    <a:pt x="2144" y="810"/>
                    <a:pt x="2073" y="643"/>
                    <a:pt x="1930" y="548"/>
                  </a:cubicBezTo>
                  <a:cubicBezTo>
                    <a:pt x="1881" y="515"/>
                    <a:pt x="1826" y="500"/>
                    <a:pt x="1773" y="500"/>
                  </a:cubicBezTo>
                  <a:cubicBezTo>
                    <a:pt x="1670" y="500"/>
                    <a:pt x="1572" y="558"/>
                    <a:pt x="1525" y="667"/>
                  </a:cubicBezTo>
                  <a:lnTo>
                    <a:pt x="1191" y="1191"/>
                  </a:lnTo>
                  <a:cubicBezTo>
                    <a:pt x="930" y="1048"/>
                    <a:pt x="596" y="953"/>
                    <a:pt x="287" y="929"/>
                  </a:cubicBezTo>
                  <a:lnTo>
                    <a:pt x="287" y="310"/>
                  </a:lnTo>
                  <a:cubicBezTo>
                    <a:pt x="287" y="119"/>
                    <a:pt x="1" y="0"/>
                    <a:pt x="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6" name="Google Shape;29016;p153"/>
            <p:cNvSpPr/>
            <p:nvPr/>
          </p:nvSpPr>
          <p:spPr>
            <a:xfrm>
              <a:off x="7168043" y="2104688"/>
              <a:ext cx="60441" cy="60473"/>
            </a:xfrm>
            <a:custGeom>
              <a:rect b="b" l="l" r="r" t="t"/>
              <a:pathLst>
                <a:path extrusionOk="0" h="1859" w="1858">
                  <a:moveTo>
                    <a:pt x="929" y="1"/>
                  </a:moveTo>
                  <a:cubicBezTo>
                    <a:pt x="429" y="1"/>
                    <a:pt x="0" y="429"/>
                    <a:pt x="0" y="929"/>
                  </a:cubicBezTo>
                  <a:cubicBezTo>
                    <a:pt x="0" y="1430"/>
                    <a:pt x="429" y="1858"/>
                    <a:pt x="929" y="1858"/>
                  </a:cubicBezTo>
                  <a:cubicBezTo>
                    <a:pt x="1429" y="1858"/>
                    <a:pt x="1858" y="1430"/>
                    <a:pt x="1858" y="929"/>
                  </a:cubicBezTo>
                  <a:cubicBezTo>
                    <a:pt x="1858" y="429"/>
                    <a:pt x="1429" y="1"/>
                    <a:pt x="92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7" name="Google Shape;29017;p153"/>
            <p:cNvSpPr/>
            <p:nvPr/>
          </p:nvSpPr>
          <p:spPr>
            <a:xfrm>
              <a:off x="7181966" y="2104720"/>
              <a:ext cx="47299" cy="60734"/>
            </a:xfrm>
            <a:custGeom>
              <a:rect b="b" l="l" r="r" t="t"/>
              <a:pathLst>
                <a:path extrusionOk="0" h="1867" w="1454">
                  <a:moveTo>
                    <a:pt x="513" y="0"/>
                  </a:moveTo>
                  <a:cubicBezTo>
                    <a:pt x="338" y="0"/>
                    <a:pt x="160" y="52"/>
                    <a:pt x="1" y="166"/>
                  </a:cubicBezTo>
                  <a:lnTo>
                    <a:pt x="1" y="1714"/>
                  </a:lnTo>
                  <a:cubicBezTo>
                    <a:pt x="161" y="1819"/>
                    <a:pt x="335" y="1866"/>
                    <a:pt x="506" y="1866"/>
                  </a:cubicBezTo>
                  <a:cubicBezTo>
                    <a:pt x="995" y="1866"/>
                    <a:pt x="1453" y="1476"/>
                    <a:pt x="1453" y="928"/>
                  </a:cubicBezTo>
                  <a:cubicBezTo>
                    <a:pt x="1453" y="388"/>
                    <a:pt x="993"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8" name="Google Shape;29018;p153"/>
            <p:cNvSpPr/>
            <p:nvPr/>
          </p:nvSpPr>
          <p:spPr>
            <a:xfrm>
              <a:off x="7136261" y="1998575"/>
              <a:ext cx="61254" cy="59660"/>
            </a:xfrm>
            <a:custGeom>
              <a:rect b="b" l="l" r="r" t="t"/>
              <a:pathLst>
                <a:path extrusionOk="0" h="1834" w="1883">
                  <a:moveTo>
                    <a:pt x="929" y="619"/>
                  </a:moveTo>
                  <a:cubicBezTo>
                    <a:pt x="1096" y="619"/>
                    <a:pt x="1215" y="762"/>
                    <a:pt x="1215" y="929"/>
                  </a:cubicBezTo>
                  <a:cubicBezTo>
                    <a:pt x="1263" y="1096"/>
                    <a:pt x="1096" y="1215"/>
                    <a:pt x="929" y="1215"/>
                  </a:cubicBezTo>
                  <a:cubicBezTo>
                    <a:pt x="739" y="1215"/>
                    <a:pt x="620" y="1072"/>
                    <a:pt x="620" y="929"/>
                  </a:cubicBezTo>
                  <a:cubicBezTo>
                    <a:pt x="620" y="738"/>
                    <a:pt x="787" y="619"/>
                    <a:pt x="929" y="619"/>
                  </a:cubicBezTo>
                  <a:close/>
                  <a:moveTo>
                    <a:pt x="929" y="0"/>
                  </a:moveTo>
                  <a:cubicBezTo>
                    <a:pt x="429" y="0"/>
                    <a:pt x="1" y="405"/>
                    <a:pt x="1" y="929"/>
                  </a:cubicBezTo>
                  <a:cubicBezTo>
                    <a:pt x="1" y="1429"/>
                    <a:pt x="429" y="1834"/>
                    <a:pt x="929" y="1834"/>
                  </a:cubicBezTo>
                  <a:cubicBezTo>
                    <a:pt x="1430" y="1834"/>
                    <a:pt x="1858" y="1429"/>
                    <a:pt x="1858" y="929"/>
                  </a:cubicBezTo>
                  <a:cubicBezTo>
                    <a:pt x="1882" y="405"/>
                    <a:pt x="1453" y="0"/>
                    <a:pt x="92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9" name="Google Shape;29019;p153"/>
            <p:cNvSpPr/>
            <p:nvPr/>
          </p:nvSpPr>
          <p:spPr>
            <a:xfrm>
              <a:off x="7181966" y="2002446"/>
              <a:ext cx="20949" cy="53479"/>
            </a:xfrm>
            <a:custGeom>
              <a:rect b="b" l="l" r="r" t="t"/>
              <a:pathLst>
                <a:path extrusionOk="0" h="1644" w="644">
                  <a:moveTo>
                    <a:pt x="1" y="0"/>
                  </a:moveTo>
                  <a:lnTo>
                    <a:pt x="1" y="1643"/>
                  </a:lnTo>
                  <a:cubicBezTo>
                    <a:pt x="644" y="1286"/>
                    <a:pt x="644" y="334"/>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0" name="Google Shape;29020;p153"/>
          <p:cNvGrpSpPr/>
          <p:nvPr/>
        </p:nvGrpSpPr>
        <p:grpSpPr>
          <a:xfrm>
            <a:off x="7768417" y="1768688"/>
            <a:ext cx="382585" cy="344785"/>
            <a:chOff x="7768417" y="1921088"/>
            <a:chExt cx="382585" cy="344785"/>
          </a:xfrm>
        </p:grpSpPr>
        <p:sp>
          <p:nvSpPr>
            <p:cNvPr id="29021" name="Google Shape;29021;p153"/>
            <p:cNvSpPr/>
            <p:nvPr/>
          </p:nvSpPr>
          <p:spPr>
            <a:xfrm>
              <a:off x="7909402" y="2044280"/>
              <a:ext cx="100745" cy="100745"/>
            </a:xfrm>
            <a:custGeom>
              <a:rect b="b" l="l" r="r" t="t"/>
              <a:pathLst>
                <a:path extrusionOk="0" h="3097" w="3097">
                  <a:moveTo>
                    <a:pt x="1549" y="0"/>
                  </a:moveTo>
                  <a:cubicBezTo>
                    <a:pt x="667" y="0"/>
                    <a:pt x="1" y="667"/>
                    <a:pt x="1" y="1548"/>
                  </a:cubicBezTo>
                  <a:cubicBezTo>
                    <a:pt x="1" y="2405"/>
                    <a:pt x="667" y="3096"/>
                    <a:pt x="1549" y="3096"/>
                  </a:cubicBezTo>
                  <a:cubicBezTo>
                    <a:pt x="2382" y="3096"/>
                    <a:pt x="3096" y="2405"/>
                    <a:pt x="3096" y="1548"/>
                  </a:cubicBezTo>
                  <a:cubicBezTo>
                    <a:pt x="3096" y="667"/>
                    <a:pt x="2406" y="0"/>
                    <a:pt x="154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2" name="Google Shape;29022;p153"/>
            <p:cNvSpPr/>
            <p:nvPr/>
          </p:nvSpPr>
          <p:spPr>
            <a:xfrm>
              <a:off x="7959758" y="2042718"/>
              <a:ext cx="50389" cy="100745"/>
            </a:xfrm>
            <a:custGeom>
              <a:rect b="b" l="l" r="r" t="t"/>
              <a:pathLst>
                <a:path extrusionOk="0" h="3097" w="1549">
                  <a:moveTo>
                    <a:pt x="1" y="1"/>
                  </a:moveTo>
                  <a:lnTo>
                    <a:pt x="1" y="3096"/>
                  </a:lnTo>
                  <a:cubicBezTo>
                    <a:pt x="858" y="3096"/>
                    <a:pt x="1548" y="2430"/>
                    <a:pt x="1548" y="1549"/>
                  </a:cubicBezTo>
                  <a:cubicBezTo>
                    <a:pt x="1548" y="691"/>
                    <a:pt x="858" y="1"/>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3" name="Google Shape;29023;p153"/>
            <p:cNvSpPr/>
            <p:nvPr/>
          </p:nvSpPr>
          <p:spPr>
            <a:xfrm>
              <a:off x="7768417" y="1976162"/>
              <a:ext cx="367101" cy="234346"/>
            </a:xfrm>
            <a:custGeom>
              <a:rect b="b" l="l" r="r" t="t"/>
              <a:pathLst>
                <a:path extrusionOk="0" h="7204" w="11285">
                  <a:moveTo>
                    <a:pt x="3391" y="636"/>
                  </a:moveTo>
                  <a:cubicBezTo>
                    <a:pt x="4370" y="636"/>
                    <a:pt x="5650" y="995"/>
                    <a:pt x="6930" y="1737"/>
                  </a:cubicBezTo>
                  <a:cubicBezTo>
                    <a:pt x="10133" y="3580"/>
                    <a:pt x="11284" y="6582"/>
                    <a:pt x="8360" y="6582"/>
                  </a:cubicBezTo>
                  <a:cubicBezTo>
                    <a:pt x="8261" y="6582"/>
                    <a:pt x="8158" y="6578"/>
                    <a:pt x="8050" y="6571"/>
                  </a:cubicBezTo>
                  <a:cubicBezTo>
                    <a:pt x="5954" y="6452"/>
                    <a:pt x="3311" y="4904"/>
                    <a:pt x="2167" y="3190"/>
                  </a:cubicBezTo>
                  <a:cubicBezTo>
                    <a:pt x="1063" y="1518"/>
                    <a:pt x="1857" y="636"/>
                    <a:pt x="3391" y="636"/>
                  </a:cubicBezTo>
                  <a:close/>
                  <a:moveTo>
                    <a:pt x="3404" y="1"/>
                  </a:moveTo>
                  <a:cubicBezTo>
                    <a:pt x="2435" y="1"/>
                    <a:pt x="1659" y="304"/>
                    <a:pt x="1286" y="951"/>
                  </a:cubicBezTo>
                  <a:cubicBezTo>
                    <a:pt x="0" y="3166"/>
                    <a:pt x="4382" y="6952"/>
                    <a:pt x="8050" y="7190"/>
                  </a:cubicBezTo>
                  <a:cubicBezTo>
                    <a:pt x="8159" y="7199"/>
                    <a:pt x="8270" y="7203"/>
                    <a:pt x="8381" y="7203"/>
                  </a:cubicBezTo>
                  <a:cubicBezTo>
                    <a:pt x="9213" y="7203"/>
                    <a:pt x="10059" y="6955"/>
                    <a:pt x="10479" y="6262"/>
                  </a:cubicBezTo>
                  <a:cubicBezTo>
                    <a:pt x="11265" y="4857"/>
                    <a:pt x="9740" y="2618"/>
                    <a:pt x="7264" y="1189"/>
                  </a:cubicBezTo>
                  <a:cubicBezTo>
                    <a:pt x="5940" y="418"/>
                    <a:pt x="4540" y="1"/>
                    <a:pt x="340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4" name="Google Shape;29024;p153"/>
            <p:cNvSpPr/>
            <p:nvPr/>
          </p:nvSpPr>
          <p:spPr>
            <a:xfrm>
              <a:off x="7959758" y="1993923"/>
              <a:ext cx="187731" cy="216617"/>
            </a:xfrm>
            <a:custGeom>
              <a:rect b="b" l="l" r="r" t="t"/>
              <a:pathLst>
                <a:path extrusionOk="0" h="6659" w="5771">
                  <a:moveTo>
                    <a:pt x="1" y="0"/>
                  </a:moveTo>
                  <a:lnTo>
                    <a:pt x="1" y="643"/>
                  </a:lnTo>
                  <a:cubicBezTo>
                    <a:pt x="3884" y="2285"/>
                    <a:pt x="5771" y="6036"/>
                    <a:pt x="2501" y="6036"/>
                  </a:cubicBezTo>
                  <a:cubicBezTo>
                    <a:pt x="2402" y="6036"/>
                    <a:pt x="2299" y="6032"/>
                    <a:pt x="2191" y="6025"/>
                  </a:cubicBezTo>
                  <a:cubicBezTo>
                    <a:pt x="1501" y="6002"/>
                    <a:pt x="739" y="5787"/>
                    <a:pt x="1" y="5454"/>
                  </a:cubicBezTo>
                  <a:lnTo>
                    <a:pt x="1" y="6144"/>
                  </a:lnTo>
                  <a:cubicBezTo>
                    <a:pt x="821" y="6462"/>
                    <a:pt x="1701" y="6658"/>
                    <a:pt x="2483" y="6658"/>
                  </a:cubicBezTo>
                  <a:cubicBezTo>
                    <a:pt x="3403" y="6658"/>
                    <a:pt x="4187" y="6385"/>
                    <a:pt x="4573" y="5716"/>
                  </a:cubicBezTo>
                  <a:cubicBezTo>
                    <a:pt x="5549" y="4001"/>
                    <a:pt x="3096" y="1191"/>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5" name="Google Shape;29025;p153"/>
            <p:cNvSpPr/>
            <p:nvPr/>
          </p:nvSpPr>
          <p:spPr>
            <a:xfrm>
              <a:off x="7783120" y="1976162"/>
              <a:ext cx="367882" cy="234704"/>
            </a:xfrm>
            <a:custGeom>
              <a:rect b="b" l="l" r="r" t="t"/>
              <a:pathLst>
                <a:path extrusionOk="0" h="7215" w="11309">
                  <a:moveTo>
                    <a:pt x="7871" y="640"/>
                  </a:moveTo>
                  <a:cubicBezTo>
                    <a:pt x="8642" y="640"/>
                    <a:pt x="9229" y="858"/>
                    <a:pt x="9479" y="1285"/>
                  </a:cubicBezTo>
                  <a:cubicBezTo>
                    <a:pt x="10003" y="2237"/>
                    <a:pt x="8812" y="4166"/>
                    <a:pt x="6502" y="5500"/>
                  </a:cubicBezTo>
                  <a:cubicBezTo>
                    <a:pt x="5217" y="6255"/>
                    <a:pt x="3939" y="6612"/>
                    <a:pt x="2959" y="6612"/>
                  </a:cubicBezTo>
                  <a:cubicBezTo>
                    <a:pt x="2179" y="6612"/>
                    <a:pt x="1588" y="6385"/>
                    <a:pt x="1334" y="5952"/>
                  </a:cubicBezTo>
                  <a:cubicBezTo>
                    <a:pt x="787" y="5000"/>
                    <a:pt x="2001" y="3071"/>
                    <a:pt x="4311" y="1737"/>
                  </a:cubicBezTo>
                  <a:cubicBezTo>
                    <a:pt x="5584" y="1000"/>
                    <a:pt x="6880" y="640"/>
                    <a:pt x="7871" y="640"/>
                  </a:cubicBezTo>
                  <a:close/>
                  <a:moveTo>
                    <a:pt x="7893" y="1"/>
                  </a:moveTo>
                  <a:cubicBezTo>
                    <a:pt x="6761" y="1"/>
                    <a:pt x="5362" y="418"/>
                    <a:pt x="4025" y="1189"/>
                  </a:cubicBezTo>
                  <a:cubicBezTo>
                    <a:pt x="1549" y="2618"/>
                    <a:pt x="1" y="4857"/>
                    <a:pt x="834" y="6262"/>
                  </a:cubicBezTo>
                  <a:cubicBezTo>
                    <a:pt x="1192" y="6881"/>
                    <a:pt x="1930" y="7214"/>
                    <a:pt x="2954" y="7214"/>
                  </a:cubicBezTo>
                  <a:cubicBezTo>
                    <a:pt x="2965" y="7214"/>
                    <a:pt x="2975" y="7214"/>
                    <a:pt x="2986" y="7214"/>
                  </a:cubicBezTo>
                  <a:cubicBezTo>
                    <a:pt x="6602" y="7214"/>
                    <a:pt x="11309" y="3231"/>
                    <a:pt x="10003" y="951"/>
                  </a:cubicBezTo>
                  <a:cubicBezTo>
                    <a:pt x="9630" y="304"/>
                    <a:pt x="8859" y="1"/>
                    <a:pt x="789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6" name="Google Shape;29026;p153"/>
            <p:cNvSpPr/>
            <p:nvPr/>
          </p:nvSpPr>
          <p:spPr>
            <a:xfrm>
              <a:off x="7959758" y="1976292"/>
              <a:ext cx="182851" cy="217528"/>
            </a:xfrm>
            <a:custGeom>
              <a:rect b="b" l="l" r="r" t="t"/>
              <a:pathLst>
                <a:path extrusionOk="0" h="6687" w="5621">
                  <a:moveTo>
                    <a:pt x="2438" y="0"/>
                  </a:moveTo>
                  <a:cubicBezTo>
                    <a:pt x="1706" y="0"/>
                    <a:pt x="864" y="169"/>
                    <a:pt x="1" y="495"/>
                  </a:cubicBezTo>
                  <a:lnTo>
                    <a:pt x="1" y="1161"/>
                  </a:lnTo>
                  <a:cubicBezTo>
                    <a:pt x="888" y="786"/>
                    <a:pt x="1744" y="601"/>
                    <a:pt x="2446" y="601"/>
                  </a:cubicBezTo>
                  <a:cubicBezTo>
                    <a:pt x="3214" y="601"/>
                    <a:pt x="3800" y="822"/>
                    <a:pt x="4049" y="1257"/>
                  </a:cubicBezTo>
                  <a:cubicBezTo>
                    <a:pt x="4692" y="2400"/>
                    <a:pt x="2858" y="4829"/>
                    <a:pt x="1" y="6020"/>
                  </a:cubicBezTo>
                  <a:lnTo>
                    <a:pt x="1" y="6686"/>
                  </a:lnTo>
                  <a:cubicBezTo>
                    <a:pt x="2930" y="5567"/>
                    <a:pt x="5621" y="2757"/>
                    <a:pt x="4573" y="947"/>
                  </a:cubicBezTo>
                  <a:cubicBezTo>
                    <a:pt x="4204" y="305"/>
                    <a:pt x="3421" y="0"/>
                    <a:pt x="243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7" name="Google Shape;29027;p153"/>
            <p:cNvSpPr/>
            <p:nvPr/>
          </p:nvSpPr>
          <p:spPr>
            <a:xfrm>
              <a:off x="7868349" y="1921088"/>
              <a:ext cx="182070" cy="344785"/>
            </a:xfrm>
            <a:custGeom>
              <a:rect b="b" l="l" r="r" t="t"/>
              <a:pathLst>
                <a:path extrusionOk="0" h="10599" w="5597">
                  <a:moveTo>
                    <a:pt x="2811" y="644"/>
                  </a:moveTo>
                  <a:cubicBezTo>
                    <a:pt x="3906" y="644"/>
                    <a:pt x="4978" y="2644"/>
                    <a:pt x="4978" y="5335"/>
                  </a:cubicBezTo>
                  <a:cubicBezTo>
                    <a:pt x="4978" y="7979"/>
                    <a:pt x="3906" y="10003"/>
                    <a:pt x="2811" y="10003"/>
                  </a:cubicBezTo>
                  <a:cubicBezTo>
                    <a:pt x="1691" y="10003"/>
                    <a:pt x="620" y="8002"/>
                    <a:pt x="620" y="5335"/>
                  </a:cubicBezTo>
                  <a:cubicBezTo>
                    <a:pt x="620" y="2668"/>
                    <a:pt x="1667" y="644"/>
                    <a:pt x="2811" y="644"/>
                  </a:cubicBezTo>
                  <a:close/>
                  <a:moveTo>
                    <a:pt x="2811" y="1"/>
                  </a:moveTo>
                  <a:cubicBezTo>
                    <a:pt x="1215" y="1"/>
                    <a:pt x="0" y="2311"/>
                    <a:pt x="0" y="5288"/>
                  </a:cubicBezTo>
                  <a:cubicBezTo>
                    <a:pt x="0" y="8264"/>
                    <a:pt x="1215" y="10598"/>
                    <a:pt x="2811" y="10598"/>
                  </a:cubicBezTo>
                  <a:cubicBezTo>
                    <a:pt x="4382" y="10598"/>
                    <a:pt x="5597" y="8264"/>
                    <a:pt x="5597" y="5288"/>
                  </a:cubicBezTo>
                  <a:cubicBezTo>
                    <a:pt x="5597" y="2311"/>
                    <a:pt x="4358" y="1"/>
                    <a:pt x="2811"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8" name="Google Shape;29028;p153"/>
            <p:cNvSpPr/>
            <p:nvPr/>
          </p:nvSpPr>
          <p:spPr>
            <a:xfrm>
              <a:off x="7959758" y="1921088"/>
              <a:ext cx="90661" cy="344785"/>
            </a:xfrm>
            <a:custGeom>
              <a:rect b="b" l="l" r="r" t="t"/>
              <a:pathLst>
                <a:path extrusionOk="0" h="10599" w="2787">
                  <a:moveTo>
                    <a:pt x="1" y="1"/>
                  </a:moveTo>
                  <a:lnTo>
                    <a:pt x="1" y="620"/>
                  </a:lnTo>
                  <a:cubicBezTo>
                    <a:pt x="1096" y="620"/>
                    <a:pt x="2168" y="2620"/>
                    <a:pt x="2168" y="5288"/>
                  </a:cubicBezTo>
                  <a:cubicBezTo>
                    <a:pt x="2168" y="7955"/>
                    <a:pt x="1120" y="9955"/>
                    <a:pt x="1" y="9955"/>
                  </a:cubicBezTo>
                  <a:lnTo>
                    <a:pt x="1" y="10598"/>
                  </a:lnTo>
                  <a:cubicBezTo>
                    <a:pt x="1572" y="10598"/>
                    <a:pt x="2787" y="8264"/>
                    <a:pt x="2787" y="5288"/>
                  </a:cubicBezTo>
                  <a:cubicBezTo>
                    <a:pt x="2787" y="2311"/>
                    <a:pt x="1572" y="1"/>
                    <a:pt x="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9" name="Google Shape;29029;p153"/>
          <p:cNvGrpSpPr/>
          <p:nvPr/>
        </p:nvGrpSpPr>
        <p:grpSpPr>
          <a:xfrm>
            <a:off x="7828825" y="2324138"/>
            <a:ext cx="262647" cy="344785"/>
            <a:chOff x="7828825" y="2476538"/>
            <a:chExt cx="262647" cy="344785"/>
          </a:xfrm>
        </p:grpSpPr>
        <p:sp>
          <p:nvSpPr>
            <p:cNvPr id="29030" name="Google Shape;29030;p153"/>
            <p:cNvSpPr/>
            <p:nvPr/>
          </p:nvSpPr>
          <p:spPr>
            <a:xfrm>
              <a:off x="7828825" y="2554025"/>
              <a:ext cx="262647" cy="266518"/>
            </a:xfrm>
            <a:custGeom>
              <a:rect b="b" l="l" r="r" t="t"/>
              <a:pathLst>
                <a:path extrusionOk="0" h="8193" w="8074">
                  <a:moveTo>
                    <a:pt x="1215" y="0"/>
                  </a:moveTo>
                  <a:lnTo>
                    <a:pt x="1215" y="714"/>
                  </a:lnTo>
                  <a:lnTo>
                    <a:pt x="1120" y="714"/>
                  </a:lnTo>
                  <a:cubicBezTo>
                    <a:pt x="501" y="714"/>
                    <a:pt x="1" y="1238"/>
                    <a:pt x="1" y="1858"/>
                  </a:cubicBezTo>
                  <a:lnTo>
                    <a:pt x="1" y="7073"/>
                  </a:lnTo>
                  <a:cubicBezTo>
                    <a:pt x="1" y="7692"/>
                    <a:pt x="501" y="8192"/>
                    <a:pt x="1120" y="8192"/>
                  </a:cubicBezTo>
                  <a:lnTo>
                    <a:pt x="6931" y="8192"/>
                  </a:lnTo>
                  <a:cubicBezTo>
                    <a:pt x="7550" y="8192"/>
                    <a:pt x="8074" y="7692"/>
                    <a:pt x="8074" y="7073"/>
                  </a:cubicBezTo>
                  <a:lnTo>
                    <a:pt x="8074" y="1858"/>
                  </a:lnTo>
                  <a:cubicBezTo>
                    <a:pt x="8026" y="1238"/>
                    <a:pt x="7526" y="714"/>
                    <a:pt x="6907" y="714"/>
                  </a:cubicBezTo>
                  <a:lnTo>
                    <a:pt x="6812" y="714"/>
                  </a:lnTo>
                  <a:lnTo>
                    <a:pt x="6812"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1" name="Google Shape;29031;p153"/>
            <p:cNvSpPr/>
            <p:nvPr/>
          </p:nvSpPr>
          <p:spPr>
            <a:xfrm>
              <a:off x="7958197" y="2554025"/>
              <a:ext cx="131746" cy="267299"/>
            </a:xfrm>
            <a:custGeom>
              <a:rect b="b" l="l" r="r" t="t"/>
              <a:pathLst>
                <a:path extrusionOk="0" h="8217" w="4050">
                  <a:moveTo>
                    <a:pt x="1" y="0"/>
                  </a:moveTo>
                  <a:lnTo>
                    <a:pt x="1" y="8216"/>
                  </a:lnTo>
                  <a:lnTo>
                    <a:pt x="2930" y="8216"/>
                  </a:lnTo>
                  <a:cubicBezTo>
                    <a:pt x="3549" y="8216"/>
                    <a:pt x="4049" y="7716"/>
                    <a:pt x="4049" y="7097"/>
                  </a:cubicBezTo>
                  <a:lnTo>
                    <a:pt x="4049" y="1881"/>
                  </a:lnTo>
                  <a:cubicBezTo>
                    <a:pt x="4049" y="1238"/>
                    <a:pt x="3549" y="714"/>
                    <a:pt x="2930" y="714"/>
                  </a:cubicBezTo>
                  <a:lnTo>
                    <a:pt x="2835" y="714"/>
                  </a:lnTo>
                  <a:lnTo>
                    <a:pt x="283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2" name="Google Shape;29032;p153"/>
            <p:cNvSpPr/>
            <p:nvPr/>
          </p:nvSpPr>
          <p:spPr>
            <a:xfrm>
              <a:off x="7848213" y="2476538"/>
              <a:ext cx="222343" cy="80609"/>
            </a:xfrm>
            <a:custGeom>
              <a:rect b="b" l="l" r="r" t="t"/>
              <a:pathLst>
                <a:path extrusionOk="0" h="2478" w="6835">
                  <a:moveTo>
                    <a:pt x="286" y="1"/>
                  </a:moveTo>
                  <a:cubicBezTo>
                    <a:pt x="143" y="1"/>
                    <a:pt x="0" y="120"/>
                    <a:pt x="0" y="310"/>
                  </a:cubicBezTo>
                  <a:lnTo>
                    <a:pt x="0" y="2192"/>
                  </a:lnTo>
                  <a:cubicBezTo>
                    <a:pt x="0" y="2334"/>
                    <a:pt x="119" y="2477"/>
                    <a:pt x="286" y="2477"/>
                  </a:cubicBezTo>
                  <a:lnTo>
                    <a:pt x="6525" y="2477"/>
                  </a:lnTo>
                  <a:cubicBezTo>
                    <a:pt x="6692" y="2477"/>
                    <a:pt x="6835" y="2358"/>
                    <a:pt x="6811" y="2192"/>
                  </a:cubicBezTo>
                  <a:lnTo>
                    <a:pt x="6811" y="310"/>
                  </a:lnTo>
                  <a:cubicBezTo>
                    <a:pt x="6811" y="144"/>
                    <a:pt x="6692" y="1"/>
                    <a:pt x="6525"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3" name="Google Shape;29033;p153"/>
            <p:cNvSpPr/>
            <p:nvPr/>
          </p:nvSpPr>
          <p:spPr>
            <a:xfrm>
              <a:off x="7958197" y="2476538"/>
              <a:ext cx="112359" cy="80609"/>
            </a:xfrm>
            <a:custGeom>
              <a:rect b="b" l="l" r="r" t="t"/>
              <a:pathLst>
                <a:path extrusionOk="0" h="2478" w="3454">
                  <a:moveTo>
                    <a:pt x="1" y="1"/>
                  </a:moveTo>
                  <a:lnTo>
                    <a:pt x="1" y="2477"/>
                  </a:lnTo>
                  <a:lnTo>
                    <a:pt x="3144" y="2477"/>
                  </a:lnTo>
                  <a:cubicBezTo>
                    <a:pt x="3311" y="2477"/>
                    <a:pt x="3430" y="2334"/>
                    <a:pt x="3430" y="2192"/>
                  </a:cubicBezTo>
                  <a:lnTo>
                    <a:pt x="3430" y="310"/>
                  </a:lnTo>
                  <a:cubicBezTo>
                    <a:pt x="3454" y="144"/>
                    <a:pt x="3311" y="1"/>
                    <a:pt x="314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4" name="Google Shape;29034;p153"/>
            <p:cNvSpPr/>
            <p:nvPr/>
          </p:nvSpPr>
          <p:spPr>
            <a:xfrm>
              <a:off x="7888485" y="2618304"/>
              <a:ext cx="141798" cy="161934"/>
            </a:xfrm>
            <a:custGeom>
              <a:rect b="b" l="l" r="r" t="t"/>
              <a:pathLst>
                <a:path extrusionOk="0" h="4978" w="4359">
                  <a:moveTo>
                    <a:pt x="1549" y="1882"/>
                  </a:moveTo>
                  <a:cubicBezTo>
                    <a:pt x="1739" y="1882"/>
                    <a:pt x="1858" y="2025"/>
                    <a:pt x="1858" y="2168"/>
                  </a:cubicBezTo>
                  <a:cubicBezTo>
                    <a:pt x="1858" y="2311"/>
                    <a:pt x="1739" y="2477"/>
                    <a:pt x="1549" y="2477"/>
                  </a:cubicBezTo>
                  <a:cubicBezTo>
                    <a:pt x="1382" y="2477"/>
                    <a:pt x="1263" y="2311"/>
                    <a:pt x="1263" y="2168"/>
                  </a:cubicBezTo>
                  <a:cubicBezTo>
                    <a:pt x="1263" y="2025"/>
                    <a:pt x="1406" y="1882"/>
                    <a:pt x="1549" y="1882"/>
                  </a:cubicBezTo>
                  <a:close/>
                  <a:moveTo>
                    <a:pt x="2811" y="1882"/>
                  </a:moveTo>
                  <a:cubicBezTo>
                    <a:pt x="2977" y="1882"/>
                    <a:pt x="3096" y="2025"/>
                    <a:pt x="3096" y="2168"/>
                  </a:cubicBezTo>
                  <a:cubicBezTo>
                    <a:pt x="3096" y="2311"/>
                    <a:pt x="2977" y="2477"/>
                    <a:pt x="2811" y="2477"/>
                  </a:cubicBezTo>
                  <a:cubicBezTo>
                    <a:pt x="2620" y="2477"/>
                    <a:pt x="2501" y="2311"/>
                    <a:pt x="2501" y="2168"/>
                  </a:cubicBezTo>
                  <a:cubicBezTo>
                    <a:pt x="2501" y="2025"/>
                    <a:pt x="2668" y="1882"/>
                    <a:pt x="2811" y="1882"/>
                  </a:cubicBezTo>
                  <a:close/>
                  <a:moveTo>
                    <a:pt x="2192" y="3120"/>
                  </a:moveTo>
                  <a:cubicBezTo>
                    <a:pt x="2358" y="3120"/>
                    <a:pt x="2477" y="3263"/>
                    <a:pt x="2477" y="3430"/>
                  </a:cubicBezTo>
                  <a:cubicBezTo>
                    <a:pt x="2477" y="3573"/>
                    <a:pt x="2358" y="3716"/>
                    <a:pt x="2192" y="3716"/>
                  </a:cubicBezTo>
                  <a:cubicBezTo>
                    <a:pt x="2001" y="3716"/>
                    <a:pt x="1882" y="3573"/>
                    <a:pt x="1882" y="3430"/>
                  </a:cubicBezTo>
                  <a:cubicBezTo>
                    <a:pt x="1882" y="3263"/>
                    <a:pt x="2025" y="3120"/>
                    <a:pt x="2192" y="3120"/>
                  </a:cubicBezTo>
                  <a:close/>
                  <a:moveTo>
                    <a:pt x="2144" y="1"/>
                  </a:moveTo>
                  <a:cubicBezTo>
                    <a:pt x="953" y="1"/>
                    <a:pt x="1" y="977"/>
                    <a:pt x="1" y="2192"/>
                  </a:cubicBezTo>
                  <a:lnTo>
                    <a:pt x="1" y="2787"/>
                  </a:lnTo>
                  <a:cubicBezTo>
                    <a:pt x="1" y="3216"/>
                    <a:pt x="263" y="3525"/>
                    <a:pt x="644" y="3692"/>
                  </a:cubicBezTo>
                  <a:lnTo>
                    <a:pt x="644" y="4049"/>
                  </a:lnTo>
                  <a:cubicBezTo>
                    <a:pt x="644" y="4549"/>
                    <a:pt x="1048" y="4978"/>
                    <a:pt x="1549" y="4978"/>
                  </a:cubicBezTo>
                  <a:lnTo>
                    <a:pt x="2811" y="4978"/>
                  </a:lnTo>
                  <a:cubicBezTo>
                    <a:pt x="3311" y="4978"/>
                    <a:pt x="3739" y="4549"/>
                    <a:pt x="3739" y="4049"/>
                  </a:cubicBezTo>
                  <a:lnTo>
                    <a:pt x="3739" y="3692"/>
                  </a:lnTo>
                  <a:cubicBezTo>
                    <a:pt x="4097" y="3573"/>
                    <a:pt x="4359" y="3216"/>
                    <a:pt x="4359" y="2787"/>
                  </a:cubicBezTo>
                  <a:lnTo>
                    <a:pt x="4359" y="2168"/>
                  </a:lnTo>
                  <a:cubicBezTo>
                    <a:pt x="4359" y="953"/>
                    <a:pt x="3382" y="1"/>
                    <a:pt x="2144"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5" name="Google Shape;29035;p153"/>
            <p:cNvSpPr/>
            <p:nvPr/>
          </p:nvSpPr>
          <p:spPr>
            <a:xfrm>
              <a:off x="7958197" y="2618304"/>
              <a:ext cx="72086" cy="160405"/>
            </a:xfrm>
            <a:custGeom>
              <a:rect b="b" l="l" r="r" t="t"/>
              <a:pathLst>
                <a:path extrusionOk="0" h="4931" w="2216">
                  <a:moveTo>
                    <a:pt x="668" y="1882"/>
                  </a:moveTo>
                  <a:cubicBezTo>
                    <a:pt x="811" y="1882"/>
                    <a:pt x="953" y="2025"/>
                    <a:pt x="953" y="2168"/>
                  </a:cubicBezTo>
                  <a:cubicBezTo>
                    <a:pt x="953" y="2334"/>
                    <a:pt x="811" y="2477"/>
                    <a:pt x="668" y="2477"/>
                  </a:cubicBezTo>
                  <a:cubicBezTo>
                    <a:pt x="477" y="2477"/>
                    <a:pt x="358" y="2311"/>
                    <a:pt x="358" y="2168"/>
                  </a:cubicBezTo>
                  <a:cubicBezTo>
                    <a:pt x="358" y="2001"/>
                    <a:pt x="525" y="1882"/>
                    <a:pt x="668" y="1882"/>
                  </a:cubicBezTo>
                  <a:close/>
                  <a:moveTo>
                    <a:pt x="1" y="1"/>
                  </a:moveTo>
                  <a:lnTo>
                    <a:pt x="1" y="3097"/>
                  </a:lnTo>
                  <a:cubicBezTo>
                    <a:pt x="191" y="3097"/>
                    <a:pt x="334" y="3239"/>
                    <a:pt x="334" y="3382"/>
                  </a:cubicBezTo>
                  <a:cubicBezTo>
                    <a:pt x="334" y="3559"/>
                    <a:pt x="212" y="3694"/>
                    <a:pt x="42" y="3694"/>
                  </a:cubicBezTo>
                  <a:cubicBezTo>
                    <a:pt x="29" y="3694"/>
                    <a:pt x="15" y="3694"/>
                    <a:pt x="1" y="3692"/>
                  </a:cubicBezTo>
                  <a:lnTo>
                    <a:pt x="1" y="4930"/>
                  </a:lnTo>
                  <a:lnTo>
                    <a:pt x="668" y="4930"/>
                  </a:lnTo>
                  <a:cubicBezTo>
                    <a:pt x="1168" y="4930"/>
                    <a:pt x="1596" y="4525"/>
                    <a:pt x="1596" y="4001"/>
                  </a:cubicBezTo>
                  <a:lnTo>
                    <a:pt x="1596" y="3644"/>
                  </a:lnTo>
                  <a:cubicBezTo>
                    <a:pt x="1954" y="3525"/>
                    <a:pt x="2216" y="3168"/>
                    <a:pt x="2216" y="2763"/>
                  </a:cubicBezTo>
                  <a:lnTo>
                    <a:pt x="2216" y="2144"/>
                  </a:lnTo>
                  <a:cubicBezTo>
                    <a:pt x="2216" y="953"/>
                    <a:pt x="1239" y="1"/>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6" name="Google Shape;29036;p153"/>
          <p:cNvGrpSpPr/>
          <p:nvPr/>
        </p:nvGrpSpPr>
        <p:grpSpPr>
          <a:xfrm>
            <a:off x="7074292" y="2324138"/>
            <a:ext cx="263428" cy="344785"/>
            <a:chOff x="7074292" y="2476538"/>
            <a:chExt cx="263428" cy="344785"/>
          </a:xfrm>
        </p:grpSpPr>
        <p:sp>
          <p:nvSpPr>
            <p:cNvPr id="29037" name="Google Shape;29037;p153"/>
            <p:cNvSpPr/>
            <p:nvPr/>
          </p:nvSpPr>
          <p:spPr>
            <a:xfrm>
              <a:off x="7074292" y="2476538"/>
              <a:ext cx="263428" cy="344785"/>
            </a:xfrm>
            <a:custGeom>
              <a:rect b="b" l="l" r="r" t="t"/>
              <a:pathLst>
                <a:path extrusionOk="0" h="10599" w="8098">
                  <a:moveTo>
                    <a:pt x="929" y="1"/>
                  </a:moveTo>
                  <a:cubicBezTo>
                    <a:pt x="429" y="1"/>
                    <a:pt x="1" y="429"/>
                    <a:pt x="1" y="929"/>
                  </a:cubicBezTo>
                  <a:lnTo>
                    <a:pt x="1" y="9669"/>
                  </a:lnTo>
                  <a:cubicBezTo>
                    <a:pt x="1" y="10193"/>
                    <a:pt x="429" y="10598"/>
                    <a:pt x="929" y="10598"/>
                  </a:cubicBezTo>
                  <a:lnTo>
                    <a:pt x="7145" y="10598"/>
                  </a:lnTo>
                  <a:cubicBezTo>
                    <a:pt x="7693" y="10598"/>
                    <a:pt x="8097" y="10193"/>
                    <a:pt x="8074" y="9645"/>
                  </a:cubicBezTo>
                  <a:lnTo>
                    <a:pt x="8074" y="929"/>
                  </a:lnTo>
                  <a:cubicBezTo>
                    <a:pt x="8074" y="429"/>
                    <a:pt x="7645" y="1"/>
                    <a:pt x="7145"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8" name="Google Shape;29038;p153"/>
            <p:cNvSpPr/>
            <p:nvPr/>
          </p:nvSpPr>
          <p:spPr>
            <a:xfrm>
              <a:off x="7206006" y="2476538"/>
              <a:ext cx="131714" cy="344785"/>
            </a:xfrm>
            <a:custGeom>
              <a:rect b="b" l="l" r="r" t="t"/>
              <a:pathLst>
                <a:path extrusionOk="0" h="10599" w="4049">
                  <a:moveTo>
                    <a:pt x="0" y="1"/>
                  </a:moveTo>
                  <a:lnTo>
                    <a:pt x="0" y="10598"/>
                  </a:lnTo>
                  <a:lnTo>
                    <a:pt x="3096" y="10598"/>
                  </a:lnTo>
                  <a:cubicBezTo>
                    <a:pt x="3596" y="10598"/>
                    <a:pt x="4025" y="10193"/>
                    <a:pt x="4025" y="9669"/>
                  </a:cubicBezTo>
                  <a:lnTo>
                    <a:pt x="4025" y="929"/>
                  </a:lnTo>
                  <a:cubicBezTo>
                    <a:pt x="4048" y="429"/>
                    <a:pt x="3644" y="1"/>
                    <a:pt x="309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9" name="Google Shape;29039;p153"/>
            <p:cNvSpPr/>
            <p:nvPr/>
          </p:nvSpPr>
          <p:spPr>
            <a:xfrm>
              <a:off x="7155649" y="2639221"/>
              <a:ext cx="41085" cy="41085"/>
            </a:xfrm>
            <a:custGeom>
              <a:rect b="b" l="l" r="r" t="t"/>
              <a:pathLst>
                <a:path extrusionOk="0" h="1263" w="1263">
                  <a:moveTo>
                    <a:pt x="0" y="1"/>
                  </a:moveTo>
                  <a:lnTo>
                    <a:pt x="0" y="1263"/>
                  </a:lnTo>
                  <a:lnTo>
                    <a:pt x="1262" y="1263"/>
                  </a:lnTo>
                  <a:lnTo>
                    <a:pt x="1262" y="1"/>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0" name="Google Shape;29040;p153"/>
            <p:cNvSpPr/>
            <p:nvPr/>
          </p:nvSpPr>
          <p:spPr>
            <a:xfrm>
              <a:off x="7094428" y="2639221"/>
              <a:ext cx="41085" cy="41085"/>
            </a:xfrm>
            <a:custGeom>
              <a:rect b="b" l="l" r="r" t="t"/>
              <a:pathLst>
                <a:path extrusionOk="0" h="1263" w="1263">
                  <a:moveTo>
                    <a:pt x="1" y="1"/>
                  </a:moveTo>
                  <a:lnTo>
                    <a:pt x="1" y="1263"/>
                  </a:lnTo>
                  <a:lnTo>
                    <a:pt x="1263" y="1263"/>
                  </a:lnTo>
                  <a:lnTo>
                    <a:pt x="1263" y="1"/>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1" name="Google Shape;29041;p153"/>
            <p:cNvSpPr/>
            <p:nvPr/>
          </p:nvSpPr>
          <p:spPr>
            <a:xfrm>
              <a:off x="7094428" y="2699661"/>
              <a:ext cx="41085" cy="40305"/>
            </a:xfrm>
            <a:custGeom>
              <a:rect b="b" l="l" r="r" t="t"/>
              <a:pathLst>
                <a:path extrusionOk="0" h="1239" w="1263">
                  <a:moveTo>
                    <a:pt x="1" y="0"/>
                  </a:moveTo>
                  <a:lnTo>
                    <a:pt x="1" y="1239"/>
                  </a:lnTo>
                  <a:lnTo>
                    <a:pt x="1263" y="1239"/>
                  </a:lnTo>
                  <a:lnTo>
                    <a:pt x="1263"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2" name="Google Shape;29042;p153"/>
            <p:cNvSpPr/>
            <p:nvPr/>
          </p:nvSpPr>
          <p:spPr>
            <a:xfrm>
              <a:off x="7094428" y="2497455"/>
              <a:ext cx="223156" cy="120881"/>
            </a:xfrm>
            <a:custGeom>
              <a:rect b="b" l="l" r="r" t="t"/>
              <a:pathLst>
                <a:path extrusionOk="0" h="3716" w="6860">
                  <a:moveTo>
                    <a:pt x="334" y="1"/>
                  </a:moveTo>
                  <a:cubicBezTo>
                    <a:pt x="167" y="1"/>
                    <a:pt x="1" y="96"/>
                    <a:pt x="48" y="286"/>
                  </a:cubicBezTo>
                  <a:lnTo>
                    <a:pt x="48" y="3716"/>
                  </a:lnTo>
                  <a:lnTo>
                    <a:pt x="6859" y="3716"/>
                  </a:lnTo>
                  <a:lnTo>
                    <a:pt x="6859" y="286"/>
                  </a:lnTo>
                  <a:cubicBezTo>
                    <a:pt x="6859" y="144"/>
                    <a:pt x="6740" y="1"/>
                    <a:pt x="6550"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3" name="Google Shape;29043;p153"/>
            <p:cNvSpPr/>
            <p:nvPr/>
          </p:nvSpPr>
          <p:spPr>
            <a:xfrm>
              <a:off x="7206006" y="2497455"/>
              <a:ext cx="111578" cy="120881"/>
            </a:xfrm>
            <a:custGeom>
              <a:rect b="b" l="l" r="r" t="t"/>
              <a:pathLst>
                <a:path extrusionOk="0" h="3716" w="3430">
                  <a:moveTo>
                    <a:pt x="0" y="1"/>
                  </a:moveTo>
                  <a:lnTo>
                    <a:pt x="0" y="3716"/>
                  </a:lnTo>
                  <a:lnTo>
                    <a:pt x="3429" y="3716"/>
                  </a:lnTo>
                  <a:lnTo>
                    <a:pt x="3429" y="286"/>
                  </a:lnTo>
                  <a:cubicBezTo>
                    <a:pt x="3429" y="96"/>
                    <a:pt x="3286" y="1"/>
                    <a:pt x="309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4" name="Google Shape;29044;p153"/>
            <p:cNvSpPr/>
            <p:nvPr/>
          </p:nvSpPr>
          <p:spPr>
            <a:xfrm>
              <a:off x="7155649" y="2699661"/>
              <a:ext cx="41085" cy="40305"/>
            </a:xfrm>
            <a:custGeom>
              <a:rect b="b" l="l" r="r" t="t"/>
              <a:pathLst>
                <a:path extrusionOk="0" h="1239" w="1263">
                  <a:moveTo>
                    <a:pt x="0" y="0"/>
                  </a:moveTo>
                  <a:lnTo>
                    <a:pt x="0" y="1239"/>
                  </a:lnTo>
                  <a:lnTo>
                    <a:pt x="1262" y="1239"/>
                  </a:lnTo>
                  <a:lnTo>
                    <a:pt x="1262"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5" name="Google Shape;29045;p153"/>
            <p:cNvSpPr/>
            <p:nvPr/>
          </p:nvSpPr>
          <p:spPr>
            <a:xfrm>
              <a:off x="7155649" y="2760850"/>
              <a:ext cx="41085" cy="40305"/>
            </a:xfrm>
            <a:custGeom>
              <a:rect b="b" l="l" r="r" t="t"/>
              <a:pathLst>
                <a:path extrusionOk="0" h="1239" w="1263">
                  <a:moveTo>
                    <a:pt x="0" y="1"/>
                  </a:moveTo>
                  <a:lnTo>
                    <a:pt x="0" y="1239"/>
                  </a:lnTo>
                  <a:lnTo>
                    <a:pt x="1262" y="1239"/>
                  </a:lnTo>
                  <a:lnTo>
                    <a:pt x="1262" y="1"/>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6" name="Google Shape;29046;p153"/>
            <p:cNvSpPr/>
            <p:nvPr/>
          </p:nvSpPr>
          <p:spPr>
            <a:xfrm>
              <a:off x="7216838" y="2760850"/>
              <a:ext cx="40305" cy="40305"/>
            </a:xfrm>
            <a:custGeom>
              <a:rect b="b" l="l" r="r" t="t"/>
              <a:pathLst>
                <a:path extrusionOk="0" h="1239" w="1239">
                  <a:moveTo>
                    <a:pt x="0" y="1"/>
                  </a:moveTo>
                  <a:lnTo>
                    <a:pt x="0" y="1239"/>
                  </a:lnTo>
                  <a:lnTo>
                    <a:pt x="1239" y="1239"/>
                  </a:lnTo>
                  <a:lnTo>
                    <a:pt x="123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7" name="Google Shape;29047;p153"/>
            <p:cNvSpPr/>
            <p:nvPr/>
          </p:nvSpPr>
          <p:spPr>
            <a:xfrm>
              <a:off x="7216838" y="2699661"/>
              <a:ext cx="40305" cy="40305"/>
            </a:xfrm>
            <a:custGeom>
              <a:rect b="b" l="l" r="r" t="t"/>
              <a:pathLst>
                <a:path extrusionOk="0" h="1239" w="1239">
                  <a:moveTo>
                    <a:pt x="0" y="0"/>
                  </a:moveTo>
                  <a:lnTo>
                    <a:pt x="0" y="1239"/>
                  </a:lnTo>
                  <a:lnTo>
                    <a:pt x="1239" y="1239"/>
                  </a:lnTo>
                  <a:lnTo>
                    <a:pt x="1239" y="0"/>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8" name="Google Shape;29048;p153"/>
            <p:cNvSpPr/>
            <p:nvPr/>
          </p:nvSpPr>
          <p:spPr>
            <a:xfrm>
              <a:off x="7216838" y="2639221"/>
              <a:ext cx="40305" cy="41085"/>
            </a:xfrm>
            <a:custGeom>
              <a:rect b="b" l="l" r="r" t="t"/>
              <a:pathLst>
                <a:path extrusionOk="0" h="1263" w="1239">
                  <a:moveTo>
                    <a:pt x="0" y="1"/>
                  </a:moveTo>
                  <a:lnTo>
                    <a:pt x="0" y="1263"/>
                  </a:lnTo>
                  <a:lnTo>
                    <a:pt x="1239" y="1263"/>
                  </a:lnTo>
                  <a:lnTo>
                    <a:pt x="123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9" name="Google Shape;29049;p153"/>
            <p:cNvSpPr/>
            <p:nvPr/>
          </p:nvSpPr>
          <p:spPr>
            <a:xfrm>
              <a:off x="7276498" y="2639221"/>
              <a:ext cx="41085" cy="41085"/>
            </a:xfrm>
            <a:custGeom>
              <a:rect b="b" l="l" r="r" t="t"/>
              <a:pathLst>
                <a:path extrusionOk="0" h="1263" w="1263">
                  <a:moveTo>
                    <a:pt x="0" y="1"/>
                  </a:moveTo>
                  <a:lnTo>
                    <a:pt x="0" y="1263"/>
                  </a:lnTo>
                  <a:lnTo>
                    <a:pt x="1262" y="1263"/>
                  </a:lnTo>
                  <a:lnTo>
                    <a:pt x="1262"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0" name="Google Shape;29050;p153"/>
            <p:cNvSpPr/>
            <p:nvPr/>
          </p:nvSpPr>
          <p:spPr>
            <a:xfrm>
              <a:off x="7094428" y="2760850"/>
              <a:ext cx="41085" cy="40305"/>
            </a:xfrm>
            <a:custGeom>
              <a:rect b="b" l="l" r="r" t="t"/>
              <a:pathLst>
                <a:path extrusionOk="0" h="1239" w="1263">
                  <a:moveTo>
                    <a:pt x="1" y="1"/>
                  </a:moveTo>
                  <a:lnTo>
                    <a:pt x="1" y="929"/>
                  </a:lnTo>
                  <a:cubicBezTo>
                    <a:pt x="1" y="1096"/>
                    <a:pt x="167" y="1239"/>
                    <a:pt x="334" y="1239"/>
                  </a:cubicBezTo>
                  <a:lnTo>
                    <a:pt x="1263" y="1239"/>
                  </a:lnTo>
                  <a:lnTo>
                    <a:pt x="1263" y="1"/>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1" name="Google Shape;29051;p153"/>
            <p:cNvSpPr/>
            <p:nvPr/>
          </p:nvSpPr>
          <p:spPr>
            <a:xfrm>
              <a:off x="7276498" y="2699661"/>
              <a:ext cx="41085" cy="101494"/>
            </a:xfrm>
            <a:custGeom>
              <a:rect b="b" l="l" r="r" t="t"/>
              <a:pathLst>
                <a:path extrusionOk="0" h="3120" w="1263">
                  <a:moveTo>
                    <a:pt x="0" y="0"/>
                  </a:moveTo>
                  <a:lnTo>
                    <a:pt x="0" y="3120"/>
                  </a:lnTo>
                  <a:lnTo>
                    <a:pt x="929" y="3120"/>
                  </a:lnTo>
                  <a:cubicBezTo>
                    <a:pt x="1119" y="3120"/>
                    <a:pt x="1262" y="2977"/>
                    <a:pt x="1262" y="2810"/>
                  </a:cubicBezTo>
                  <a:lnTo>
                    <a:pt x="126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2" name="Google Shape;29052;p153"/>
            <p:cNvSpPr/>
            <p:nvPr/>
          </p:nvSpPr>
          <p:spPr>
            <a:xfrm>
              <a:off x="7236974" y="2517591"/>
              <a:ext cx="61221" cy="79829"/>
            </a:xfrm>
            <a:custGeom>
              <a:rect b="b" l="l" r="r" t="t"/>
              <a:pathLst>
                <a:path extrusionOk="0" h="2454" w="1882">
                  <a:moveTo>
                    <a:pt x="1048" y="596"/>
                  </a:moveTo>
                  <a:cubicBezTo>
                    <a:pt x="1168" y="596"/>
                    <a:pt x="1263" y="691"/>
                    <a:pt x="1263" y="810"/>
                  </a:cubicBezTo>
                  <a:lnTo>
                    <a:pt x="1263" y="1668"/>
                  </a:lnTo>
                  <a:cubicBezTo>
                    <a:pt x="1263" y="1787"/>
                    <a:pt x="1168" y="1858"/>
                    <a:pt x="1048" y="1858"/>
                  </a:cubicBezTo>
                  <a:lnTo>
                    <a:pt x="810" y="1858"/>
                  </a:lnTo>
                  <a:cubicBezTo>
                    <a:pt x="691" y="1858"/>
                    <a:pt x="596" y="1787"/>
                    <a:pt x="596" y="1668"/>
                  </a:cubicBezTo>
                  <a:lnTo>
                    <a:pt x="596" y="810"/>
                  </a:lnTo>
                  <a:cubicBezTo>
                    <a:pt x="596" y="691"/>
                    <a:pt x="691" y="596"/>
                    <a:pt x="810" y="596"/>
                  </a:cubicBezTo>
                  <a:close/>
                  <a:moveTo>
                    <a:pt x="810" y="1"/>
                  </a:moveTo>
                  <a:cubicBezTo>
                    <a:pt x="358" y="1"/>
                    <a:pt x="1" y="358"/>
                    <a:pt x="1" y="810"/>
                  </a:cubicBezTo>
                  <a:lnTo>
                    <a:pt x="1" y="1668"/>
                  </a:lnTo>
                  <a:cubicBezTo>
                    <a:pt x="1" y="2120"/>
                    <a:pt x="358" y="2454"/>
                    <a:pt x="810" y="2454"/>
                  </a:cubicBezTo>
                  <a:lnTo>
                    <a:pt x="1048" y="2454"/>
                  </a:lnTo>
                  <a:cubicBezTo>
                    <a:pt x="1501" y="2454"/>
                    <a:pt x="1858" y="2120"/>
                    <a:pt x="1858" y="1668"/>
                  </a:cubicBezTo>
                  <a:lnTo>
                    <a:pt x="1858" y="810"/>
                  </a:lnTo>
                  <a:cubicBezTo>
                    <a:pt x="1882" y="382"/>
                    <a:pt x="1501" y="1"/>
                    <a:pt x="104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3" name="Google Shape;29053;p153"/>
          <p:cNvGrpSpPr/>
          <p:nvPr/>
        </p:nvGrpSpPr>
        <p:grpSpPr>
          <a:xfrm>
            <a:off x="6277144" y="2324138"/>
            <a:ext cx="350185" cy="344948"/>
            <a:chOff x="6277144" y="2476538"/>
            <a:chExt cx="350185" cy="344948"/>
          </a:xfrm>
        </p:grpSpPr>
        <p:sp>
          <p:nvSpPr>
            <p:cNvPr id="29054" name="Google Shape;29054;p153"/>
            <p:cNvSpPr/>
            <p:nvPr/>
          </p:nvSpPr>
          <p:spPr>
            <a:xfrm>
              <a:off x="6277144" y="2476538"/>
              <a:ext cx="350185" cy="344590"/>
            </a:xfrm>
            <a:custGeom>
              <a:rect b="b" l="l" r="r" t="t"/>
              <a:pathLst>
                <a:path extrusionOk="0" h="10593" w="10765">
                  <a:moveTo>
                    <a:pt x="429" y="1"/>
                  </a:moveTo>
                  <a:cubicBezTo>
                    <a:pt x="167" y="1"/>
                    <a:pt x="0" y="310"/>
                    <a:pt x="191" y="525"/>
                  </a:cubicBezTo>
                  <a:lnTo>
                    <a:pt x="4144" y="5406"/>
                  </a:lnTo>
                  <a:lnTo>
                    <a:pt x="4144" y="10265"/>
                  </a:lnTo>
                  <a:cubicBezTo>
                    <a:pt x="4144" y="10463"/>
                    <a:pt x="4280" y="10593"/>
                    <a:pt x="4429" y="10593"/>
                  </a:cubicBezTo>
                  <a:cubicBezTo>
                    <a:pt x="4477" y="10593"/>
                    <a:pt x="4526" y="10579"/>
                    <a:pt x="4573" y="10550"/>
                  </a:cubicBezTo>
                  <a:lnTo>
                    <a:pt x="6430" y="9622"/>
                  </a:lnTo>
                  <a:cubicBezTo>
                    <a:pt x="6549" y="9598"/>
                    <a:pt x="6621" y="9479"/>
                    <a:pt x="6621" y="9360"/>
                  </a:cubicBezTo>
                  <a:lnTo>
                    <a:pt x="6621" y="5406"/>
                  </a:lnTo>
                  <a:lnTo>
                    <a:pt x="10574" y="525"/>
                  </a:lnTo>
                  <a:cubicBezTo>
                    <a:pt x="10765" y="310"/>
                    <a:pt x="10598" y="1"/>
                    <a:pt x="10336"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5" name="Google Shape;29055;p153"/>
            <p:cNvSpPr/>
            <p:nvPr/>
          </p:nvSpPr>
          <p:spPr>
            <a:xfrm>
              <a:off x="6411948" y="2652395"/>
              <a:ext cx="81358" cy="169091"/>
            </a:xfrm>
            <a:custGeom>
              <a:rect b="b" l="l" r="r" t="t"/>
              <a:pathLst>
                <a:path extrusionOk="0" h="5198" w="2501">
                  <a:moveTo>
                    <a:pt x="24" y="0"/>
                  </a:moveTo>
                  <a:lnTo>
                    <a:pt x="0" y="4859"/>
                  </a:lnTo>
                  <a:cubicBezTo>
                    <a:pt x="0" y="5065"/>
                    <a:pt x="148" y="5198"/>
                    <a:pt x="316" y="5198"/>
                  </a:cubicBezTo>
                  <a:cubicBezTo>
                    <a:pt x="361" y="5198"/>
                    <a:pt x="407" y="5188"/>
                    <a:pt x="453" y="5168"/>
                  </a:cubicBezTo>
                  <a:lnTo>
                    <a:pt x="2334" y="4216"/>
                  </a:lnTo>
                  <a:cubicBezTo>
                    <a:pt x="2453" y="4168"/>
                    <a:pt x="2501" y="4073"/>
                    <a:pt x="2501" y="3930"/>
                  </a:cubicBezTo>
                  <a:lnTo>
                    <a:pt x="2501"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56" name="Google Shape;29056;p153"/>
            <p:cNvGrpSpPr/>
            <p:nvPr/>
          </p:nvGrpSpPr>
          <p:grpSpPr>
            <a:xfrm>
              <a:off x="6451440" y="2476538"/>
              <a:ext cx="175890" cy="331611"/>
              <a:chOff x="6451440" y="2476538"/>
              <a:chExt cx="175890" cy="331611"/>
            </a:xfrm>
          </p:grpSpPr>
          <p:sp>
            <p:nvSpPr>
              <p:cNvPr id="29057" name="Google Shape;29057;p153"/>
              <p:cNvSpPr/>
              <p:nvPr/>
            </p:nvSpPr>
            <p:spPr>
              <a:xfrm>
                <a:off x="6451440" y="2476538"/>
                <a:ext cx="175890" cy="330830"/>
              </a:xfrm>
              <a:custGeom>
                <a:rect b="b" l="l" r="r" t="t"/>
                <a:pathLst>
                  <a:path extrusionOk="0" h="10170" w="5407">
                    <a:moveTo>
                      <a:pt x="1" y="1"/>
                    </a:moveTo>
                    <a:lnTo>
                      <a:pt x="1" y="10169"/>
                    </a:lnTo>
                    <a:lnTo>
                      <a:pt x="1072" y="9622"/>
                    </a:lnTo>
                    <a:cubicBezTo>
                      <a:pt x="1191" y="9574"/>
                      <a:pt x="1263" y="9479"/>
                      <a:pt x="1263" y="9360"/>
                    </a:cubicBezTo>
                    <a:lnTo>
                      <a:pt x="1263" y="5406"/>
                    </a:lnTo>
                    <a:lnTo>
                      <a:pt x="5216" y="525"/>
                    </a:lnTo>
                    <a:cubicBezTo>
                      <a:pt x="5407" y="310"/>
                      <a:pt x="5240" y="1"/>
                      <a:pt x="497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8" name="Google Shape;29058;p153"/>
              <p:cNvSpPr/>
              <p:nvPr/>
            </p:nvSpPr>
            <p:spPr>
              <a:xfrm>
                <a:off x="6451440" y="2652395"/>
                <a:ext cx="41085" cy="155754"/>
              </a:xfrm>
              <a:custGeom>
                <a:rect b="b" l="l" r="r" t="t"/>
                <a:pathLst>
                  <a:path extrusionOk="0" h="4788" w="1263">
                    <a:moveTo>
                      <a:pt x="1" y="0"/>
                    </a:moveTo>
                    <a:lnTo>
                      <a:pt x="1" y="4787"/>
                    </a:lnTo>
                    <a:lnTo>
                      <a:pt x="1072" y="4239"/>
                    </a:lnTo>
                    <a:cubicBezTo>
                      <a:pt x="1191" y="4192"/>
                      <a:pt x="1263" y="4073"/>
                      <a:pt x="1263" y="3954"/>
                    </a:cubicBezTo>
                    <a:lnTo>
                      <a:pt x="1263"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059" name="Google Shape;29059;p153"/>
          <p:cNvGrpSpPr/>
          <p:nvPr/>
        </p:nvGrpSpPr>
        <p:grpSpPr>
          <a:xfrm>
            <a:off x="5517178" y="2323357"/>
            <a:ext cx="344005" cy="345566"/>
            <a:chOff x="5517178" y="2475757"/>
            <a:chExt cx="344005" cy="345566"/>
          </a:xfrm>
        </p:grpSpPr>
        <p:sp>
          <p:nvSpPr>
            <p:cNvPr id="29060" name="Google Shape;29060;p153"/>
            <p:cNvSpPr/>
            <p:nvPr/>
          </p:nvSpPr>
          <p:spPr>
            <a:xfrm>
              <a:off x="5744921" y="2674093"/>
              <a:ext cx="49641" cy="63564"/>
            </a:xfrm>
            <a:custGeom>
              <a:rect b="b" l="l" r="r" t="t"/>
              <a:pathLst>
                <a:path extrusionOk="0" h="1954" w="1526">
                  <a:moveTo>
                    <a:pt x="477" y="0"/>
                  </a:moveTo>
                  <a:cubicBezTo>
                    <a:pt x="334" y="167"/>
                    <a:pt x="168" y="286"/>
                    <a:pt x="1" y="405"/>
                  </a:cubicBezTo>
                  <a:lnTo>
                    <a:pt x="1001" y="1953"/>
                  </a:lnTo>
                  <a:cubicBezTo>
                    <a:pt x="1120" y="1786"/>
                    <a:pt x="1311" y="1667"/>
                    <a:pt x="1525" y="1620"/>
                  </a:cubicBezTo>
                  <a:lnTo>
                    <a:pt x="477"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1" name="Google Shape;29061;p153"/>
            <p:cNvSpPr/>
            <p:nvPr/>
          </p:nvSpPr>
          <p:spPr>
            <a:xfrm>
              <a:off x="5610149" y="2589645"/>
              <a:ext cx="39524" cy="27163"/>
            </a:xfrm>
            <a:custGeom>
              <a:rect b="b" l="l" r="r" t="t"/>
              <a:pathLst>
                <a:path extrusionOk="0" h="835" w="1215">
                  <a:moveTo>
                    <a:pt x="143" y="1"/>
                  </a:moveTo>
                  <a:cubicBezTo>
                    <a:pt x="143" y="215"/>
                    <a:pt x="95" y="429"/>
                    <a:pt x="0" y="596"/>
                  </a:cubicBezTo>
                  <a:lnTo>
                    <a:pt x="1000" y="834"/>
                  </a:lnTo>
                  <a:cubicBezTo>
                    <a:pt x="1048" y="644"/>
                    <a:pt x="1143" y="429"/>
                    <a:pt x="1215" y="239"/>
                  </a:cubicBezTo>
                  <a:lnTo>
                    <a:pt x="143"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2" name="Google Shape;29062;p153"/>
            <p:cNvSpPr/>
            <p:nvPr/>
          </p:nvSpPr>
          <p:spPr>
            <a:xfrm>
              <a:off x="5630285" y="2677964"/>
              <a:ext cx="49608" cy="58912"/>
            </a:xfrm>
            <a:custGeom>
              <a:rect b="b" l="l" r="r" t="t"/>
              <a:pathLst>
                <a:path extrusionOk="0" h="1811" w="1525">
                  <a:moveTo>
                    <a:pt x="1024" y="0"/>
                  </a:moveTo>
                  <a:lnTo>
                    <a:pt x="0" y="1453"/>
                  </a:lnTo>
                  <a:cubicBezTo>
                    <a:pt x="215" y="1524"/>
                    <a:pt x="405" y="1667"/>
                    <a:pt x="524" y="1810"/>
                  </a:cubicBezTo>
                  <a:lnTo>
                    <a:pt x="1524" y="358"/>
                  </a:lnTo>
                  <a:cubicBezTo>
                    <a:pt x="1358" y="286"/>
                    <a:pt x="1167" y="167"/>
                    <a:pt x="1024"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3" name="Google Shape;29063;p153"/>
            <p:cNvSpPr/>
            <p:nvPr/>
          </p:nvSpPr>
          <p:spPr>
            <a:xfrm>
              <a:off x="5746482" y="2537727"/>
              <a:ext cx="48079" cy="49641"/>
            </a:xfrm>
            <a:custGeom>
              <a:rect b="b" l="l" r="r" t="t"/>
              <a:pathLst>
                <a:path extrusionOk="0" h="1526" w="1478">
                  <a:moveTo>
                    <a:pt x="1025" y="1"/>
                  </a:moveTo>
                  <a:lnTo>
                    <a:pt x="1" y="1096"/>
                  </a:lnTo>
                  <a:cubicBezTo>
                    <a:pt x="167" y="1215"/>
                    <a:pt x="334" y="1382"/>
                    <a:pt x="453" y="1525"/>
                  </a:cubicBezTo>
                  <a:lnTo>
                    <a:pt x="1477" y="382"/>
                  </a:lnTo>
                  <a:cubicBezTo>
                    <a:pt x="1287" y="311"/>
                    <a:pt x="1120" y="144"/>
                    <a:pt x="1025"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4" name="Google Shape;29064;p153"/>
            <p:cNvSpPr/>
            <p:nvPr/>
          </p:nvSpPr>
          <p:spPr>
            <a:xfrm>
              <a:off x="5638027" y="2558644"/>
              <a:ext cx="141798" cy="141798"/>
            </a:xfrm>
            <a:custGeom>
              <a:rect b="b" l="l" r="r" t="t"/>
              <a:pathLst>
                <a:path extrusionOk="0" h="4359" w="4359">
                  <a:moveTo>
                    <a:pt x="2191" y="1"/>
                  </a:moveTo>
                  <a:cubicBezTo>
                    <a:pt x="1001" y="1"/>
                    <a:pt x="1" y="1001"/>
                    <a:pt x="1" y="2192"/>
                  </a:cubicBezTo>
                  <a:cubicBezTo>
                    <a:pt x="1" y="3383"/>
                    <a:pt x="1001" y="4359"/>
                    <a:pt x="2191" y="4359"/>
                  </a:cubicBezTo>
                  <a:cubicBezTo>
                    <a:pt x="3406" y="4359"/>
                    <a:pt x="4359" y="3383"/>
                    <a:pt x="4359" y="2192"/>
                  </a:cubicBezTo>
                  <a:cubicBezTo>
                    <a:pt x="4359" y="1001"/>
                    <a:pt x="3382" y="1"/>
                    <a:pt x="2191"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5" name="Google Shape;29065;p153"/>
            <p:cNvSpPr/>
            <p:nvPr/>
          </p:nvSpPr>
          <p:spPr>
            <a:xfrm>
              <a:off x="5709300" y="2558644"/>
              <a:ext cx="70525" cy="141798"/>
            </a:xfrm>
            <a:custGeom>
              <a:rect b="b" l="l" r="r" t="t"/>
              <a:pathLst>
                <a:path extrusionOk="0" h="4359" w="2168">
                  <a:moveTo>
                    <a:pt x="0" y="1"/>
                  </a:moveTo>
                  <a:lnTo>
                    <a:pt x="0" y="4359"/>
                  </a:lnTo>
                  <a:cubicBezTo>
                    <a:pt x="1191" y="4359"/>
                    <a:pt x="2168" y="3383"/>
                    <a:pt x="2168" y="2192"/>
                  </a:cubicBezTo>
                  <a:cubicBezTo>
                    <a:pt x="2168" y="1001"/>
                    <a:pt x="1215"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6" name="Google Shape;29066;p153"/>
            <p:cNvSpPr/>
            <p:nvPr/>
          </p:nvSpPr>
          <p:spPr>
            <a:xfrm>
              <a:off x="5769709" y="2475757"/>
              <a:ext cx="81390" cy="81390"/>
            </a:xfrm>
            <a:custGeom>
              <a:rect b="b" l="l" r="r" t="t"/>
              <a:pathLst>
                <a:path extrusionOk="0" h="2502" w="2502">
                  <a:moveTo>
                    <a:pt x="1263" y="1"/>
                  </a:moveTo>
                  <a:cubicBezTo>
                    <a:pt x="573" y="1"/>
                    <a:pt x="1" y="572"/>
                    <a:pt x="1" y="1263"/>
                  </a:cubicBezTo>
                  <a:cubicBezTo>
                    <a:pt x="1" y="1930"/>
                    <a:pt x="573" y="2501"/>
                    <a:pt x="1263" y="2501"/>
                  </a:cubicBezTo>
                  <a:cubicBezTo>
                    <a:pt x="1954" y="2501"/>
                    <a:pt x="2478" y="1954"/>
                    <a:pt x="2501" y="1263"/>
                  </a:cubicBezTo>
                  <a:cubicBezTo>
                    <a:pt x="2501" y="572"/>
                    <a:pt x="1954" y="1"/>
                    <a:pt x="1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7" name="Google Shape;29067;p153"/>
            <p:cNvSpPr/>
            <p:nvPr/>
          </p:nvSpPr>
          <p:spPr>
            <a:xfrm>
              <a:off x="5517178" y="2538508"/>
              <a:ext cx="100745" cy="100745"/>
            </a:xfrm>
            <a:custGeom>
              <a:rect b="b" l="l" r="r" t="t"/>
              <a:pathLst>
                <a:path extrusionOk="0" h="3097" w="3097">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8" name="Google Shape;29068;p153"/>
            <p:cNvSpPr/>
            <p:nvPr/>
          </p:nvSpPr>
          <p:spPr>
            <a:xfrm>
              <a:off x="5578367" y="2720578"/>
              <a:ext cx="81390" cy="81358"/>
            </a:xfrm>
            <a:custGeom>
              <a:rect b="b" l="l" r="r" t="t"/>
              <a:pathLst>
                <a:path extrusionOk="0" h="2501" w="2502">
                  <a:moveTo>
                    <a:pt x="1239" y="0"/>
                  </a:moveTo>
                  <a:cubicBezTo>
                    <a:pt x="549" y="0"/>
                    <a:pt x="1" y="572"/>
                    <a:pt x="1" y="1262"/>
                  </a:cubicBezTo>
                  <a:cubicBezTo>
                    <a:pt x="1" y="1953"/>
                    <a:pt x="572" y="2501"/>
                    <a:pt x="1239" y="2501"/>
                  </a:cubicBezTo>
                  <a:cubicBezTo>
                    <a:pt x="1930" y="2501"/>
                    <a:pt x="2501" y="1953"/>
                    <a:pt x="2501" y="1262"/>
                  </a:cubicBezTo>
                  <a:cubicBezTo>
                    <a:pt x="2501" y="572"/>
                    <a:pt x="1930" y="0"/>
                    <a:pt x="1239"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9" name="Google Shape;29069;p153"/>
            <p:cNvSpPr/>
            <p:nvPr/>
          </p:nvSpPr>
          <p:spPr>
            <a:xfrm>
              <a:off x="5760437" y="2720578"/>
              <a:ext cx="100745" cy="100745"/>
            </a:xfrm>
            <a:custGeom>
              <a:rect b="b" l="l" r="r" t="t"/>
              <a:pathLst>
                <a:path extrusionOk="0" h="3097" w="3097">
                  <a:moveTo>
                    <a:pt x="1548" y="0"/>
                  </a:moveTo>
                  <a:cubicBezTo>
                    <a:pt x="667" y="0"/>
                    <a:pt x="0" y="691"/>
                    <a:pt x="0" y="1548"/>
                  </a:cubicBezTo>
                  <a:cubicBezTo>
                    <a:pt x="0" y="2429"/>
                    <a:pt x="691" y="3096"/>
                    <a:pt x="1548" y="3096"/>
                  </a:cubicBezTo>
                  <a:cubicBezTo>
                    <a:pt x="2382" y="3096"/>
                    <a:pt x="3096" y="2429"/>
                    <a:pt x="3096" y="1548"/>
                  </a:cubicBezTo>
                  <a:cubicBezTo>
                    <a:pt x="3096" y="691"/>
                    <a:pt x="2405" y="0"/>
                    <a:pt x="154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70" name="Google Shape;29070;p153"/>
          <p:cNvGrpSpPr/>
          <p:nvPr/>
        </p:nvGrpSpPr>
        <p:grpSpPr>
          <a:xfrm>
            <a:off x="4765735" y="2324138"/>
            <a:ext cx="344753" cy="344785"/>
            <a:chOff x="4765735" y="2476538"/>
            <a:chExt cx="344753" cy="344785"/>
          </a:xfrm>
        </p:grpSpPr>
        <p:sp>
          <p:nvSpPr>
            <p:cNvPr id="29071" name="Google Shape;29071;p153"/>
            <p:cNvSpPr/>
            <p:nvPr/>
          </p:nvSpPr>
          <p:spPr>
            <a:xfrm>
              <a:off x="4765735" y="2476538"/>
              <a:ext cx="344753" cy="344785"/>
            </a:xfrm>
            <a:custGeom>
              <a:rect b="b" l="l" r="r" t="t"/>
              <a:pathLst>
                <a:path extrusionOk="0" h="10599" w="10598">
                  <a:moveTo>
                    <a:pt x="5311" y="1"/>
                  </a:moveTo>
                  <a:cubicBezTo>
                    <a:pt x="2382" y="1"/>
                    <a:pt x="0" y="2382"/>
                    <a:pt x="0" y="5311"/>
                  </a:cubicBezTo>
                  <a:cubicBezTo>
                    <a:pt x="0" y="8217"/>
                    <a:pt x="2382" y="10598"/>
                    <a:pt x="5311" y="10598"/>
                  </a:cubicBezTo>
                  <a:cubicBezTo>
                    <a:pt x="8216" y="10598"/>
                    <a:pt x="10598" y="8217"/>
                    <a:pt x="10598" y="5311"/>
                  </a:cubicBezTo>
                  <a:cubicBezTo>
                    <a:pt x="10598" y="2382"/>
                    <a:pt x="8216" y="1"/>
                    <a:pt x="531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2" name="Google Shape;29072;p153"/>
            <p:cNvSpPr/>
            <p:nvPr/>
          </p:nvSpPr>
          <p:spPr>
            <a:xfrm>
              <a:off x="4936941" y="2476538"/>
              <a:ext cx="172799" cy="344785"/>
            </a:xfrm>
            <a:custGeom>
              <a:rect b="b" l="l" r="r" t="t"/>
              <a:pathLst>
                <a:path extrusionOk="0" h="10599" w="5312">
                  <a:moveTo>
                    <a:pt x="0" y="1"/>
                  </a:moveTo>
                  <a:lnTo>
                    <a:pt x="0" y="10598"/>
                  </a:lnTo>
                  <a:cubicBezTo>
                    <a:pt x="2930" y="10598"/>
                    <a:pt x="5311" y="8217"/>
                    <a:pt x="5311" y="5311"/>
                  </a:cubicBezTo>
                  <a:cubicBezTo>
                    <a:pt x="5311" y="2382"/>
                    <a:pt x="2953"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3" name="Google Shape;29073;p153"/>
            <p:cNvSpPr/>
            <p:nvPr/>
          </p:nvSpPr>
          <p:spPr>
            <a:xfrm>
              <a:off x="4785871" y="2497455"/>
              <a:ext cx="304481" cy="303700"/>
            </a:xfrm>
            <a:custGeom>
              <a:rect b="b" l="l" r="r" t="t"/>
              <a:pathLst>
                <a:path extrusionOk="0" h="9336" w="9360">
                  <a:moveTo>
                    <a:pt x="4692" y="1"/>
                  </a:moveTo>
                  <a:cubicBezTo>
                    <a:pt x="2096" y="1"/>
                    <a:pt x="1" y="2072"/>
                    <a:pt x="1" y="4668"/>
                  </a:cubicBezTo>
                  <a:cubicBezTo>
                    <a:pt x="1" y="7240"/>
                    <a:pt x="2096" y="9336"/>
                    <a:pt x="4692" y="9336"/>
                  </a:cubicBezTo>
                  <a:cubicBezTo>
                    <a:pt x="7240" y="9336"/>
                    <a:pt x="9360" y="7240"/>
                    <a:pt x="9360" y="4668"/>
                  </a:cubicBezTo>
                  <a:cubicBezTo>
                    <a:pt x="9360" y="2072"/>
                    <a:pt x="7264" y="1"/>
                    <a:pt x="4692"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4" name="Google Shape;29074;p153"/>
            <p:cNvSpPr/>
            <p:nvPr/>
          </p:nvSpPr>
          <p:spPr>
            <a:xfrm>
              <a:off x="4936941" y="2497455"/>
              <a:ext cx="152631" cy="303700"/>
            </a:xfrm>
            <a:custGeom>
              <a:rect b="b" l="l" r="r" t="t"/>
              <a:pathLst>
                <a:path extrusionOk="0" h="9336" w="4692">
                  <a:moveTo>
                    <a:pt x="0" y="1"/>
                  </a:moveTo>
                  <a:lnTo>
                    <a:pt x="0" y="9336"/>
                  </a:lnTo>
                  <a:cubicBezTo>
                    <a:pt x="2596" y="9336"/>
                    <a:pt x="4692" y="7240"/>
                    <a:pt x="4692" y="4668"/>
                  </a:cubicBezTo>
                  <a:cubicBezTo>
                    <a:pt x="4692" y="2072"/>
                    <a:pt x="2596" y="1"/>
                    <a:pt x="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5" name="Google Shape;29075;p153"/>
            <p:cNvSpPr/>
            <p:nvPr/>
          </p:nvSpPr>
          <p:spPr>
            <a:xfrm>
              <a:off x="4915243" y="2626046"/>
              <a:ext cx="46518" cy="46518"/>
            </a:xfrm>
            <a:custGeom>
              <a:rect b="b" l="l" r="r" t="t"/>
              <a:pathLst>
                <a:path extrusionOk="0" h="1430" w="1430">
                  <a:moveTo>
                    <a:pt x="715" y="1"/>
                  </a:moveTo>
                  <a:cubicBezTo>
                    <a:pt x="310" y="1"/>
                    <a:pt x="1" y="334"/>
                    <a:pt x="1" y="715"/>
                  </a:cubicBezTo>
                  <a:cubicBezTo>
                    <a:pt x="1" y="1096"/>
                    <a:pt x="310" y="1430"/>
                    <a:pt x="715" y="1430"/>
                  </a:cubicBezTo>
                  <a:cubicBezTo>
                    <a:pt x="1096" y="1430"/>
                    <a:pt x="1429" y="1096"/>
                    <a:pt x="1429" y="715"/>
                  </a:cubicBezTo>
                  <a:cubicBezTo>
                    <a:pt x="1429" y="334"/>
                    <a:pt x="1096" y="1"/>
                    <a:pt x="715"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6" name="Google Shape;29076;p153"/>
            <p:cNvSpPr/>
            <p:nvPr/>
          </p:nvSpPr>
          <p:spPr>
            <a:xfrm>
              <a:off x="4936941" y="2626046"/>
              <a:ext cx="23259" cy="46518"/>
            </a:xfrm>
            <a:custGeom>
              <a:rect b="b" l="l" r="r" t="t"/>
              <a:pathLst>
                <a:path extrusionOk="0" h="1430" w="715">
                  <a:moveTo>
                    <a:pt x="0" y="1"/>
                  </a:moveTo>
                  <a:lnTo>
                    <a:pt x="0" y="1430"/>
                  </a:lnTo>
                  <a:cubicBezTo>
                    <a:pt x="381" y="1430"/>
                    <a:pt x="715" y="1096"/>
                    <a:pt x="715" y="715"/>
                  </a:cubicBezTo>
                  <a:cubicBezTo>
                    <a:pt x="715" y="310"/>
                    <a:pt x="405"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7" name="Google Shape;29077;p153"/>
            <p:cNvSpPr/>
            <p:nvPr/>
          </p:nvSpPr>
          <p:spPr>
            <a:xfrm>
              <a:off x="4806788" y="2639221"/>
              <a:ext cx="119320" cy="124622"/>
            </a:xfrm>
            <a:custGeom>
              <a:rect b="b" l="l" r="r" t="t"/>
              <a:pathLst>
                <a:path extrusionOk="0" h="3831" w="3668">
                  <a:moveTo>
                    <a:pt x="286" y="1"/>
                  </a:moveTo>
                  <a:cubicBezTo>
                    <a:pt x="96" y="1"/>
                    <a:pt x="1" y="167"/>
                    <a:pt x="1" y="310"/>
                  </a:cubicBezTo>
                  <a:cubicBezTo>
                    <a:pt x="1" y="1787"/>
                    <a:pt x="786" y="3097"/>
                    <a:pt x="2025" y="3787"/>
                  </a:cubicBezTo>
                  <a:cubicBezTo>
                    <a:pt x="2070" y="3817"/>
                    <a:pt x="2117" y="3831"/>
                    <a:pt x="2163" y="3831"/>
                  </a:cubicBezTo>
                  <a:cubicBezTo>
                    <a:pt x="2265" y="3831"/>
                    <a:pt x="2364" y="3766"/>
                    <a:pt x="2430" y="3668"/>
                  </a:cubicBezTo>
                  <a:lnTo>
                    <a:pt x="3668" y="1501"/>
                  </a:lnTo>
                  <a:cubicBezTo>
                    <a:pt x="3049" y="1310"/>
                    <a:pt x="2644" y="667"/>
                    <a:pt x="281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8" name="Google Shape;29078;p153"/>
            <p:cNvSpPr/>
            <p:nvPr/>
          </p:nvSpPr>
          <p:spPr>
            <a:xfrm>
              <a:off x="4864887" y="2518762"/>
              <a:ext cx="144889" cy="101136"/>
            </a:xfrm>
            <a:custGeom>
              <a:rect b="b" l="l" r="r" t="t"/>
              <a:pathLst>
                <a:path extrusionOk="0" h="3109" w="4454">
                  <a:moveTo>
                    <a:pt x="2224" y="1"/>
                  </a:moveTo>
                  <a:cubicBezTo>
                    <a:pt x="1525" y="1"/>
                    <a:pt x="822" y="179"/>
                    <a:pt x="191" y="536"/>
                  </a:cubicBezTo>
                  <a:cubicBezTo>
                    <a:pt x="48" y="608"/>
                    <a:pt x="1" y="798"/>
                    <a:pt x="72" y="941"/>
                  </a:cubicBezTo>
                  <a:lnTo>
                    <a:pt x="1334" y="3108"/>
                  </a:lnTo>
                  <a:cubicBezTo>
                    <a:pt x="1572" y="2870"/>
                    <a:pt x="1882" y="2751"/>
                    <a:pt x="2192" y="2751"/>
                  </a:cubicBezTo>
                  <a:cubicBezTo>
                    <a:pt x="2501" y="2751"/>
                    <a:pt x="2811" y="2870"/>
                    <a:pt x="3049" y="3108"/>
                  </a:cubicBezTo>
                  <a:lnTo>
                    <a:pt x="4311" y="941"/>
                  </a:lnTo>
                  <a:cubicBezTo>
                    <a:pt x="4454" y="798"/>
                    <a:pt x="4406" y="584"/>
                    <a:pt x="4240" y="536"/>
                  </a:cubicBezTo>
                  <a:cubicBezTo>
                    <a:pt x="3620" y="179"/>
                    <a:pt x="2924" y="1"/>
                    <a:pt x="222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9" name="Google Shape;29079;p153"/>
            <p:cNvSpPr/>
            <p:nvPr/>
          </p:nvSpPr>
          <p:spPr>
            <a:xfrm>
              <a:off x="4936941" y="2518372"/>
              <a:ext cx="72835" cy="102307"/>
            </a:xfrm>
            <a:custGeom>
              <a:rect b="b" l="l" r="r" t="t"/>
              <a:pathLst>
                <a:path extrusionOk="0" h="3145" w="2239">
                  <a:moveTo>
                    <a:pt x="0" y="1"/>
                  </a:moveTo>
                  <a:lnTo>
                    <a:pt x="0" y="2787"/>
                  </a:lnTo>
                  <a:cubicBezTo>
                    <a:pt x="334" y="2787"/>
                    <a:pt x="643" y="2906"/>
                    <a:pt x="882" y="3144"/>
                  </a:cubicBezTo>
                  <a:lnTo>
                    <a:pt x="2120" y="977"/>
                  </a:lnTo>
                  <a:cubicBezTo>
                    <a:pt x="2239" y="810"/>
                    <a:pt x="2191" y="596"/>
                    <a:pt x="2025" y="548"/>
                  </a:cubicBezTo>
                  <a:cubicBezTo>
                    <a:pt x="1405" y="191"/>
                    <a:pt x="715"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0" name="Google Shape;29080;p153"/>
            <p:cNvSpPr/>
            <p:nvPr/>
          </p:nvSpPr>
          <p:spPr>
            <a:xfrm>
              <a:off x="4948554" y="2639221"/>
              <a:ext cx="120101" cy="125566"/>
            </a:xfrm>
            <a:custGeom>
              <a:rect b="b" l="l" r="r" t="t"/>
              <a:pathLst>
                <a:path extrusionOk="0" h="3860" w="3692">
                  <a:moveTo>
                    <a:pt x="882" y="1"/>
                  </a:moveTo>
                  <a:cubicBezTo>
                    <a:pt x="1048" y="667"/>
                    <a:pt x="644" y="1358"/>
                    <a:pt x="1" y="1525"/>
                  </a:cubicBezTo>
                  <a:lnTo>
                    <a:pt x="1263" y="3692"/>
                  </a:lnTo>
                  <a:cubicBezTo>
                    <a:pt x="1325" y="3801"/>
                    <a:pt x="1419" y="3859"/>
                    <a:pt x="1516" y="3859"/>
                  </a:cubicBezTo>
                  <a:cubicBezTo>
                    <a:pt x="1567" y="3859"/>
                    <a:pt x="1619" y="3844"/>
                    <a:pt x="1668" y="3811"/>
                  </a:cubicBezTo>
                  <a:cubicBezTo>
                    <a:pt x="2930" y="3097"/>
                    <a:pt x="3692" y="1763"/>
                    <a:pt x="3692" y="334"/>
                  </a:cubicBezTo>
                  <a:cubicBezTo>
                    <a:pt x="3692" y="120"/>
                    <a:pt x="3549" y="1"/>
                    <a:pt x="340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1" name="Google Shape;29081;p153"/>
          <p:cNvGrpSpPr/>
          <p:nvPr/>
        </p:nvGrpSpPr>
        <p:grpSpPr>
          <a:xfrm>
            <a:off x="4013511" y="2335003"/>
            <a:ext cx="348657" cy="323055"/>
            <a:chOff x="4013511" y="2487403"/>
            <a:chExt cx="348657" cy="323055"/>
          </a:xfrm>
        </p:grpSpPr>
        <p:sp>
          <p:nvSpPr>
            <p:cNvPr id="29082" name="Google Shape;29082;p153"/>
            <p:cNvSpPr/>
            <p:nvPr/>
          </p:nvSpPr>
          <p:spPr>
            <a:xfrm>
              <a:off x="4134360" y="2545502"/>
              <a:ext cx="100745" cy="27130"/>
            </a:xfrm>
            <a:custGeom>
              <a:rect b="b" l="l" r="r" t="t"/>
              <a:pathLst>
                <a:path extrusionOk="0" h="834" w="3097">
                  <a:moveTo>
                    <a:pt x="1" y="0"/>
                  </a:moveTo>
                  <a:lnTo>
                    <a:pt x="1" y="834"/>
                  </a:lnTo>
                  <a:lnTo>
                    <a:pt x="3096" y="834"/>
                  </a:lnTo>
                  <a:lnTo>
                    <a:pt x="3096"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3" name="Google Shape;29083;p153"/>
            <p:cNvSpPr/>
            <p:nvPr/>
          </p:nvSpPr>
          <p:spPr>
            <a:xfrm>
              <a:off x="4184717" y="2545502"/>
              <a:ext cx="50389" cy="27130"/>
            </a:xfrm>
            <a:custGeom>
              <a:rect b="b" l="l" r="r" t="t"/>
              <a:pathLst>
                <a:path extrusionOk="0" h="834" w="1549">
                  <a:moveTo>
                    <a:pt x="1" y="0"/>
                  </a:moveTo>
                  <a:lnTo>
                    <a:pt x="1" y="834"/>
                  </a:lnTo>
                  <a:lnTo>
                    <a:pt x="1548" y="834"/>
                  </a:lnTo>
                  <a:lnTo>
                    <a:pt x="1548" y="0"/>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4" name="Google Shape;29084;p153"/>
            <p:cNvSpPr/>
            <p:nvPr/>
          </p:nvSpPr>
          <p:spPr>
            <a:xfrm>
              <a:off x="4013511" y="2567948"/>
              <a:ext cx="348657" cy="241730"/>
            </a:xfrm>
            <a:custGeom>
              <a:rect b="b" l="l" r="r" t="t"/>
              <a:pathLst>
                <a:path extrusionOk="0" h="7431" w="10718">
                  <a:moveTo>
                    <a:pt x="2239" y="1"/>
                  </a:moveTo>
                  <a:cubicBezTo>
                    <a:pt x="2120" y="1"/>
                    <a:pt x="2025" y="48"/>
                    <a:pt x="1953" y="144"/>
                  </a:cubicBezTo>
                  <a:lnTo>
                    <a:pt x="96" y="2954"/>
                  </a:lnTo>
                  <a:cubicBezTo>
                    <a:pt x="1" y="3073"/>
                    <a:pt x="24" y="2763"/>
                    <a:pt x="24" y="7145"/>
                  </a:cubicBezTo>
                  <a:cubicBezTo>
                    <a:pt x="24" y="7288"/>
                    <a:pt x="143" y="7431"/>
                    <a:pt x="334" y="7431"/>
                  </a:cubicBezTo>
                  <a:lnTo>
                    <a:pt x="10265" y="7431"/>
                  </a:lnTo>
                  <a:cubicBezTo>
                    <a:pt x="10455" y="7431"/>
                    <a:pt x="10574" y="7312"/>
                    <a:pt x="10598" y="7121"/>
                  </a:cubicBezTo>
                  <a:lnTo>
                    <a:pt x="10598" y="3144"/>
                  </a:lnTo>
                  <a:cubicBezTo>
                    <a:pt x="10598" y="3025"/>
                    <a:pt x="10717" y="3239"/>
                    <a:pt x="8669" y="144"/>
                  </a:cubicBezTo>
                  <a:cubicBezTo>
                    <a:pt x="8598" y="48"/>
                    <a:pt x="8502" y="1"/>
                    <a:pt x="838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5" name="Google Shape;29085;p153"/>
            <p:cNvSpPr/>
            <p:nvPr/>
          </p:nvSpPr>
          <p:spPr>
            <a:xfrm>
              <a:off x="4184717" y="2568728"/>
              <a:ext cx="175109" cy="241730"/>
            </a:xfrm>
            <a:custGeom>
              <a:rect b="b" l="l" r="r" t="t"/>
              <a:pathLst>
                <a:path extrusionOk="0" h="7431" w="5383">
                  <a:moveTo>
                    <a:pt x="1" y="1"/>
                  </a:moveTo>
                  <a:lnTo>
                    <a:pt x="1" y="7431"/>
                  </a:lnTo>
                  <a:lnTo>
                    <a:pt x="4978" y="7431"/>
                  </a:lnTo>
                  <a:cubicBezTo>
                    <a:pt x="5144" y="7431"/>
                    <a:pt x="5264" y="7288"/>
                    <a:pt x="5264" y="7145"/>
                  </a:cubicBezTo>
                  <a:lnTo>
                    <a:pt x="5264" y="3168"/>
                  </a:lnTo>
                  <a:cubicBezTo>
                    <a:pt x="5311" y="3001"/>
                    <a:pt x="5383" y="3215"/>
                    <a:pt x="3358" y="143"/>
                  </a:cubicBezTo>
                  <a:cubicBezTo>
                    <a:pt x="3311" y="48"/>
                    <a:pt x="3215" y="1"/>
                    <a:pt x="309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6" name="Google Shape;29086;p153"/>
            <p:cNvSpPr/>
            <p:nvPr/>
          </p:nvSpPr>
          <p:spPr>
            <a:xfrm>
              <a:off x="4034428" y="2488151"/>
              <a:ext cx="302171" cy="60473"/>
            </a:xfrm>
            <a:custGeom>
              <a:rect b="b" l="l" r="r" t="t"/>
              <a:pathLst>
                <a:path extrusionOk="0" h="1859" w="9289">
                  <a:moveTo>
                    <a:pt x="310" y="1"/>
                  </a:moveTo>
                  <a:cubicBezTo>
                    <a:pt x="167" y="1"/>
                    <a:pt x="1" y="120"/>
                    <a:pt x="1" y="310"/>
                  </a:cubicBezTo>
                  <a:lnTo>
                    <a:pt x="1" y="1549"/>
                  </a:lnTo>
                  <a:cubicBezTo>
                    <a:pt x="1" y="1715"/>
                    <a:pt x="120" y="1858"/>
                    <a:pt x="310" y="1858"/>
                  </a:cubicBezTo>
                  <a:lnTo>
                    <a:pt x="8979" y="1858"/>
                  </a:lnTo>
                  <a:cubicBezTo>
                    <a:pt x="9145" y="1858"/>
                    <a:pt x="9288" y="1715"/>
                    <a:pt x="9264" y="1549"/>
                  </a:cubicBezTo>
                  <a:lnTo>
                    <a:pt x="9264" y="310"/>
                  </a:lnTo>
                  <a:cubicBezTo>
                    <a:pt x="9264" y="168"/>
                    <a:pt x="9145" y="1"/>
                    <a:pt x="8979"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7" name="Google Shape;29087;p153"/>
            <p:cNvSpPr/>
            <p:nvPr/>
          </p:nvSpPr>
          <p:spPr>
            <a:xfrm>
              <a:off x="4184717" y="2487403"/>
              <a:ext cx="151883" cy="61221"/>
            </a:xfrm>
            <a:custGeom>
              <a:rect b="b" l="l" r="r" t="t"/>
              <a:pathLst>
                <a:path extrusionOk="0" h="1882" w="4669">
                  <a:moveTo>
                    <a:pt x="1" y="0"/>
                  </a:moveTo>
                  <a:lnTo>
                    <a:pt x="1" y="1881"/>
                  </a:lnTo>
                  <a:lnTo>
                    <a:pt x="4359" y="1881"/>
                  </a:lnTo>
                  <a:cubicBezTo>
                    <a:pt x="4525" y="1881"/>
                    <a:pt x="4644" y="1738"/>
                    <a:pt x="4644" y="1572"/>
                  </a:cubicBezTo>
                  <a:lnTo>
                    <a:pt x="4644" y="333"/>
                  </a:lnTo>
                  <a:cubicBezTo>
                    <a:pt x="4668" y="143"/>
                    <a:pt x="4525" y="0"/>
                    <a:pt x="435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8" name="Google Shape;29088;p153"/>
            <p:cNvSpPr/>
            <p:nvPr/>
          </p:nvSpPr>
          <p:spPr>
            <a:xfrm>
              <a:off x="4105701" y="2609000"/>
              <a:ext cx="160405" cy="161186"/>
            </a:xfrm>
            <a:custGeom>
              <a:rect b="b" l="l" r="r" t="t"/>
              <a:pathLst>
                <a:path extrusionOk="0" h="4955" w="4931">
                  <a:moveTo>
                    <a:pt x="2453" y="1"/>
                  </a:moveTo>
                  <a:cubicBezTo>
                    <a:pt x="1096" y="1"/>
                    <a:pt x="0" y="1120"/>
                    <a:pt x="0" y="2478"/>
                  </a:cubicBezTo>
                  <a:cubicBezTo>
                    <a:pt x="0" y="3859"/>
                    <a:pt x="1096" y="4954"/>
                    <a:pt x="2453" y="4954"/>
                  </a:cubicBezTo>
                  <a:cubicBezTo>
                    <a:pt x="3811" y="4954"/>
                    <a:pt x="4930" y="3859"/>
                    <a:pt x="4930" y="2478"/>
                  </a:cubicBezTo>
                  <a:cubicBezTo>
                    <a:pt x="4930" y="1120"/>
                    <a:pt x="3835" y="1"/>
                    <a:pt x="2453"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9" name="Google Shape;29089;p153"/>
            <p:cNvSpPr/>
            <p:nvPr/>
          </p:nvSpPr>
          <p:spPr>
            <a:xfrm>
              <a:off x="4184717" y="2608252"/>
              <a:ext cx="80609" cy="161934"/>
            </a:xfrm>
            <a:custGeom>
              <a:rect b="b" l="l" r="r" t="t"/>
              <a:pathLst>
                <a:path extrusionOk="0" h="4978" w="2478">
                  <a:moveTo>
                    <a:pt x="1" y="0"/>
                  </a:moveTo>
                  <a:lnTo>
                    <a:pt x="1" y="4977"/>
                  </a:lnTo>
                  <a:cubicBezTo>
                    <a:pt x="1382" y="4977"/>
                    <a:pt x="2477" y="3882"/>
                    <a:pt x="2477" y="2501"/>
                  </a:cubicBezTo>
                  <a:cubicBezTo>
                    <a:pt x="2477" y="1143"/>
                    <a:pt x="1382"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0" name="Google Shape;29090;p153"/>
            <p:cNvSpPr/>
            <p:nvPr/>
          </p:nvSpPr>
          <p:spPr>
            <a:xfrm>
              <a:off x="4125838" y="2629917"/>
              <a:ext cx="120101" cy="120133"/>
            </a:xfrm>
            <a:custGeom>
              <a:rect b="b" l="l" r="r" t="t"/>
              <a:pathLst>
                <a:path extrusionOk="0" h="3693" w="3692">
                  <a:moveTo>
                    <a:pt x="1834" y="1"/>
                  </a:moveTo>
                  <a:cubicBezTo>
                    <a:pt x="834" y="1"/>
                    <a:pt x="1" y="834"/>
                    <a:pt x="1" y="1835"/>
                  </a:cubicBezTo>
                  <a:cubicBezTo>
                    <a:pt x="1" y="2859"/>
                    <a:pt x="834" y="3692"/>
                    <a:pt x="1834" y="3692"/>
                  </a:cubicBezTo>
                  <a:cubicBezTo>
                    <a:pt x="2858" y="3692"/>
                    <a:pt x="3692" y="2859"/>
                    <a:pt x="3692" y="1835"/>
                  </a:cubicBezTo>
                  <a:cubicBezTo>
                    <a:pt x="3692" y="834"/>
                    <a:pt x="2858" y="1"/>
                    <a:pt x="183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1" name="Google Shape;29091;p153"/>
            <p:cNvSpPr/>
            <p:nvPr/>
          </p:nvSpPr>
          <p:spPr>
            <a:xfrm>
              <a:off x="4185498" y="2628388"/>
              <a:ext cx="60441" cy="121662"/>
            </a:xfrm>
            <a:custGeom>
              <a:rect b="b" l="l" r="r" t="t"/>
              <a:pathLst>
                <a:path extrusionOk="0" h="3740" w="1858">
                  <a:moveTo>
                    <a:pt x="0" y="0"/>
                  </a:moveTo>
                  <a:lnTo>
                    <a:pt x="0" y="3739"/>
                  </a:lnTo>
                  <a:cubicBezTo>
                    <a:pt x="1024" y="3739"/>
                    <a:pt x="1858" y="2906"/>
                    <a:pt x="1858" y="1882"/>
                  </a:cubicBezTo>
                  <a:cubicBezTo>
                    <a:pt x="1858" y="834"/>
                    <a:pt x="1024" y="24"/>
                    <a:pt x="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2" name="Google Shape;29092;p153"/>
            <p:cNvSpPr/>
            <p:nvPr/>
          </p:nvSpPr>
          <p:spPr>
            <a:xfrm>
              <a:off x="4173884" y="2658023"/>
              <a:ext cx="44176" cy="41476"/>
            </a:xfrm>
            <a:custGeom>
              <a:rect b="b" l="l" r="r" t="t"/>
              <a:pathLst>
                <a:path extrusionOk="0" h="1275" w="1358">
                  <a:moveTo>
                    <a:pt x="1012" y="0"/>
                  </a:moveTo>
                  <a:cubicBezTo>
                    <a:pt x="929" y="0"/>
                    <a:pt x="846" y="30"/>
                    <a:pt x="786" y="89"/>
                  </a:cubicBezTo>
                  <a:lnTo>
                    <a:pt x="119" y="732"/>
                  </a:lnTo>
                  <a:cubicBezTo>
                    <a:pt x="0" y="852"/>
                    <a:pt x="0" y="1066"/>
                    <a:pt x="119" y="1185"/>
                  </a:cubicBezTo>
                  <a:cubicBezTo>
                    <a:pt x="179" y="1244"/>
                    <a:pt x="262" y="1274"/>
                    <a:pt x="345" y="1274"/>
                  </a:cubicBezTo>
                  <a:cubicBezTo>
                    <a:pt x="429" y="1274"/>
                    <a:pt x="512" y="1244"/>
                    <a:pt x="572" y="1185"/>
                  </a:cubicBezTo>
                  <a:lnTo>
                    <a:pt x="1238" y="542"/>
                  </a:lnTo>
                  <a:cubicBezTo>
                    <a:pt x="1358" y="423"/>
                    <a:pt x="1358" y="209"/>
                    <a:pt x="1238" y="89"/>
                  </a:cubicBezTo>
                  <a:cubicBezTo>
                    <a:pt x="1179" y="30"/>
                    <a:pt x="1096" y="0"/>
                    <a:pt x="101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3" name="Google Shape;29093;p153"/>
            <p:cNvSpPr/>
            <p:nvPr/>
          </p:nvSpPr>
          <p:spPr>
            <a:xfrm>
              <a:off x="4185498" y="2658023"/>
              <a:ext cx="32563" cy="41671"/>
            </a:xfrm>
            <a:custGeom>
              <a:rect b="b" l="l" r="r" t="t"/>
              <a:pathLst>
                <a:path extrusionOk="0" h="1281" w="1001">
                  <a:moveTo>
                    <a:pt x="679" y="0"/>
                  </a:moveTo>
                  <a:cubicBezTo>
                    <a:pt x="596" y="0"/>
                    <a:pt x="512" y="30"/>
                    <a:pt x="453" y="89"/>
                  </a:cubicBezTo>
                  <a:lnTo>
                    <a:pt x="0" y="518"/>
                  </a:lnTo>
                  <a:lnTo>
                    <a:pt x="0" y="1280"/>
                  </a:lnTo>
                  <a:cubicBezTo>
                    <a:pt x="72" y="1280"/>
                    <a:pt x="167" y="1233"/>
                    <a:pt x="215" y="1185"/>
                  </a:cubicBezTo>
                  <a:lnTo>
                    <a:pt x="881" y="518"/>
                  </a:lnTo>
                  <a:cubicBezTo>
                    <a:pt x="1001" y="423"/>
                    <a:pt x="1001" y="209"/>
                    <a:pt x="905" y="89"/>
                  </a:cubicBezTo>
                  <a:cubicBezTo>
                    <a:pt x="846" y="30"/>
                    <a:pt x="76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4" name="Google Shape;29094;p153"/>
          <p:cNvGrpSpPr/>
          <p:nvPr/>
        </p:nvGrpSpPr>
        <p:grpSpPr>
          <a:xfrm>
            <a:off x="3262849" y="2405496"/>
            <a:ext cx="344753" cy="181290"/>
            <a:chOff x="3262849" y="2557896"/>
            <a:chExt cx="344753" cy="181290"/>
          </a:xfrm>
        </p:grpSpPr>
        <p:sp>
          <p:nvSpPr>
            <p:cNvPr id="29095" name="Google Shape;29095;p153"/>
            <p:cNvSpPr/>
            <p:nvPr/>
          </p:nvSpPr>
          <p:spPr>
            <a:xfrm>
              <a:off x="3313206" y="2567948"/>
              <a:ext cx="243259" cy="161934"/>
            </a:xfrm>
            <a:custGeom>
              <a:rect b="b" l="l" r="r" t="t"/>
              <a:pathLst>
                <a:path extrusionOk="0" h="4978" w="7478">
                  <a:moveTo>
                    <a:pt x="1239" y="1"/>
                  </a:moveTo>
                  <a:cubicBezTo>
                    <a:pt x="572" y="1"/>
                    <a:pt x="0" y="572"/>
                    <a:pt x="0" y="1239"/>
                  </a:cubicBezTo>
                  <a:lnTo>
                    <a:pt x="0" y="3716"/>
                  </a:lnTo>
                  <a:cubicBezTo>
                    <a:pt x="0" y="4406"/>
                    <a:pt x="572" y="4978"/>
                    <a:pt x="1239" y="4978"/>
                  </a:cubicBezTo>
                  <a:lnTo>
                    <a:pt x="2310" y="4978"/>
                  </a:lnTo>
                  <a:cubicBezTo>
                    <a:pt x="2691" y="4978"/>
                    <a:pt x="2977" y="4740"/>
                    <a:pt x="3096" y="4406"/>
                  </a:cubicBezTo>
                  <a:lnTo>
                    <a:pt x="3334" y="3716"/>
                  </a:lnTo>
                  <a:cubicBezTo>
                    <a:pt x="3406" y="3525"/>
                    <a:pt x="3584" y="3430"/>
                    <a:pt x="3760" y="3430"/>
                  </a:cubicBezTo>
                  <a:cubicBezTo>
                    <a:pt x="3936" y="3430"/>
                    <a:pt x="4108" y="3525"/>
                    <a:pt x="4168" y="3716"/>
                  </a:cubicBezTo>
                  <a:lnTo>
                    <a:pt x="4406" y="4406"/>
                  </a:lnTo>
                  <a:cubicBezTo>
                    <a:pt x="4501" y="4740"/>
                    <a:pt x="4835" y="4978"/>
                    <a:pt x="5192" y="4978"/>
                  </a:cubicBezTo>
                  <a:lnTo>
                    <a:pt x="6216" y="4978"/>
                  </a:lnTo>
                  <a:cubicBezTo>
                    <a:pt x="6906" y="4978"/>
                    <a:pt x="7478" y="4406"/>
                    <a:pt x="7478" y="3716"/>
                  </a:cubicBezTo>
                  <a:lnTo>
                    <a:pt x="7478" y="1239"/>
                  </a:lnTo>
                  <a:cubicBezTo>
                    <a:pt x="7478" y="572"/>
                    <a:pt x="6906" y="1"/>
                    <a:pt x="6216"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6" name="Google Shape;29096;p153"/>
            <p:cNvSpPr/>
            <p:nvPr/>
          </p:nvSpPr>
          <p:spPr>
            <a:xfrm>
              <a:off x="3434055" y="2567948"/>
              <a:ext cx="122410" cy="161934"/>
            </a:xfrm>
            <a:custGeom>
              <a:rect b="b" l="l" r="r" t="t"/>
              <a:pathLst>
                <a:path extrusionOk="0" h="4978" w="3763">
                  <a:moveTo>
                    <a:pt x="0" y="1"/>
                  </a:moveTo>
                  <a:lnTo>
                    <a:pt x="0" y="3430"/>
                  </a:lnTo>
                  <a:cubicBezTo>
                    <a:pt x="191" y="3430"/>
                    <a:pt x="358" y="3501"/>
                    <a:pt x="429" y="3716"/>
                  </a:cubicBezTo>
                  <a:lnTo>
                    <a:pt x="667" y="4406"/>
                  </a:lnTo>
                  <a:cubicBezTo>
                    <a:pt x="762" y="4740"/>
                    <a:pt x="1072" y="4978"/>
                    <a:pt x="1429" y="4978"/>
                  </a:cubicBezTo>
                  <a:lnTo>
                    <a:pt x="2501" y="4978"/>
                  </a:lnTo>
                  <a:cubicBezTo>
                    <a:pt x="3191" y="4978"/>
                    <a:pt x="3763" y="4406"/>
                    <a:pt x="3763" y="3716"/>
                  </a:cubicBezTo>
                  <a:lnTo>
                    <a:pt x="3763" y="1239"/>
                  </a:lnTo>
                  <a:cubicBezTo>
                    <a:pt x="3763" y="572"/>
                    <a:pt x="3191" y="25"/>
                    <a:pt x="2477"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7" name="Google Shape;29097;p153"/>
            <p:cNvSpPr/>
            <p:nvPr/>
          </p:nvSpPr>
          <p:spPr>
            <a:xfrm>
              <a:off x="3561084" y="2598949"/>
              <a:ext cx="46518" cy="100745"/>
            </a:xfrm>
            <a:custGeom>
              <a:rect b="b" l="l" r="r" t="t"/>
              <a:pathLst>
                <a:path extrusionOk="0" h="3097" w="1430">
                  <a:moveTo>
                    <a:pt x="1" y="0"/>
                  </a:moveTo>
                  <a:cubicBezTo>
                    <a:pt x="72" y="215"/>
                    <a:pt x="25" y="48"/>
                    <a:pt x="25" y="2787"/>
                  </a:cubicBezTo>
                  <a:cubicBezTo>
                    <a:pt x="25" y="2906"/>
                    <a:pt x="25" y="3001"/>
                    <a:pt x="1" y="3096"/>
                  </a:cubicBezTo>
                  <a:lnTo>
                    <a:pt x="1096" y="3096"/>
                  </a:lnTo>
                  <a:cubicBezTo>
                    <a:pt x="1287" y="3096"/>
                    <a:pt x="1406" y="2929"/>
                    <a:pt x="1406" y="2787"/>
                  </a:cubicBezTo>
                  <a:lnTo>
                    <a:pt x="1406" y="310"/>
                  </a:lnTo>
                  <a:cubicBezTo>
                    <a:pt x="1430" y="119"/>
                    <a:pt x="1287" y="0"/>
                    <a:pt x="109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8" name="Google Shape;29098;p153"/>
            <p:cNvSpPr/>
            <p:nvPr/>
          </p:nvSpPr>
          <p:spPr>
            <a:xfrm>
              <a:off x="3262849" y="2598949"/>
              <a:ext cx="45737" cy="99965"/>
            </a:xfrm>
            <a:custGeom>
              <a:rect b="b" l="l" r="r" t="t"/>
              <a:pathLst>
                <a:path extrusionOk="0" h="3073" w="1406">
                  <a:moveTo>
                    <a:pt x="310" y="0"/>
                  </a:moveTo>
                  <a:cubicBezTo>
                    <a:pt x="119" y="0"/>
                    <a:pt x="0" y="143"/>
                    <a:pt x="0" y="286"/>
                  </a:cubicBezTo>
                  <a:lnTo>
                    <a:pt x="0" y="2763"/>
                  </a:lnTo>
                  <a:cubicBezTo>
                    <a:pt x="0" y="2953"/>
                    <a:pt x="143" y="3072"/>
                    <a:pt x="310" y="3072"/>
                  </a:cubicBezTo>
                  <a:lnTo>
                    <a:pt x="1405" y="3072"/>
                  </a:lnTo>
                  <a:cubicBezTo>
                    <a:pt x="1334" y="2882"/>
                    <a:pt x="1382" y="3025"/>
                    <a:pt x="1382" y="286"/>
                  </a:cubicBezTo>
                  <a:cubicBezTo>
                    <a:pt x="1382" y="167"/>
                    <a:pt x="1382" y="96"/>
                    <a:pt x="1405"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9" name="Google Shape;29099;p153"/>
            <p:cNvSpPr/>
            <p:nvPr/>
          </p:nvSpPr>
          <p:spPr>
            <a:xfrm>
              <a:off x="3303902" y="2557896"/>
              <a:ext cx="263428" cy="181290"/>
            </a:xfrm>
            <a:custGeom>
              <a:rect b="b" l="l" r="r" t="t"/>
              <a:pathLst>
                <a:path extrusionOk="0" h="5573" w="8098">
                  <a:moveTo>
                    <a:pt x="6502" y="667"/>
                  </a:moveTo>
                  <a:cubicBezTo>
                    <a:pt x="7002" y="667"/>
                    <a:pt x="7431" y="1072"/>
                    <a:pt x="7431" y="1572"/>
                  </a:cubicBezTo>
                  <a:lnTo>
                    <a:pt x="7431" y="4049"/>
                  </a:lnTo>
                  <a:cubicBezTo>
                    <a:pt x="7431" y="4549"/>
                    <a:pt x="7026" y="4977"/>
                    <a:pt x="6502" y="4977"/>
                  </a:cubicBezTo>
                  <a:lnTo>
                    <a:pt x="5430" y="4977"/>
                  </a:lnTo>
                  <a:cubicBezTo>
                    <a:pt x="5216" y="4977"/>
                    <a:pt x="5025" y="4834"/>
                    <a:pt x="4954" y="4620"/>
                  </a:cubicBezTo>
                  <a:lnTo>
                    <a:pt x="4716" y="3930"/>
                  </a:lnTo>
                  <a:cubicBezTo>
                    <a:pt x="4597" y="3596"/>
                    <a:pt x="4299" y="3429"/>
                    <a:pt x="4004" y="3429"/>
                  </a:cubicBezTo>
                  <a:cubicBezTo>
                    <a:pt x="3710" y="3429"/>
                    <a:pt x="3418" y="3596"/>
                    <a:pt x="3311" y="3930"/>
                  </a:cubicBezTo>
                  <a:lnTo>
                    <a:pt x="3073" y="4620"/>
                  </a:lnTo>
                  <a:cubicBezTo>
                    <a:pt x="3025" y="4834"/>
                    <a:pt x="2811" y="4977"/>
                    <a:pt x="2596" y="4977"/>
                  </a:cubicBezTo>
                  <a:lnTo>
                    <a:pt x="1525" y="4977"/>
                  </a:lnTo>
                  <a:cubicBezTo>
                    <a:pt x="1024" y="4977"/>
                    <a:pt x="620" y="4572"/>
                    <a:pt x="620" y="4049"/>
                  </a:cubicBezTo>
                  <a:lnTo>
                    <a:pt x="620" y="1572"/>
                  </a:lnTo>
                  <a:cubicBezTo>
                    <a:pt x="620" y="1072"/>
                    <a:pt x="1024" y="667"/>
                    <a:pt x="1525" y="667"/>
                  </a:cubicBezTo>
                  <a:close/>
                  <a:moveTo>
                    <a:pt x="1548" y="0"/>
                  </a:moveTo>
                  <a:cubicBezTo>
                    <a:pt x="667" y="0"/>
                    <a:pt x="0" y="691"/>
                    <a:pt x="0" y="1548"/>
                  </a:cubicBezTo>
                  <a:lnTo>
                    <a:pt x="0" y="4025"/>
                  </a:lnTo>
                  <a:cubicBezTo>
                    <a:pt x="0" y="4882"/>
                    <a:pt x="667" y="5573"/>
                    <a:pt x="1548" y="5573"/>
                  </a:cubicBezTo>
                  <a:lnTo>
                    <a:pt x="2620" y="5573"/>
                  </a:lnTo>
                  <a:cubicBezTo>
                    <a:pt x="3096" y="5573"/>
                    <a:pt x="3525" y="5287"/>
                    <a:pt x="3692" y="4787"/>
                  </a:cubicBezTo>
                  <a:lnTo>
                    <a:pt x="3930" y="4120"/>
                  </a:lnTo>
                  <a:cubicBezTo>
                    <a:pt x="3942" y="4060"/>
                    <a:pt x="3989" y="4031"/>
                    <a:pt x="4040" y="4031"/>
                  </a:cubicBezTo>
                  <a:cubicBezTo>
                    <a:pt x="4091" y="4031"/>
                    <a:pt x="4144" y="4060"/>
                    <a:pt x="4168" y="4120"/>
                  </a:cubicBezTo>
                  <a:lnTo>
                    <a:pt x="4406" y="4787"/>
                  </a:lnTo>
                  <a:cubicBezTo>
                    <a:pt x="4549" y="5287"/>
                    <a:pt x="5001" y="5573"/>
                    <a:pt x="5478" y="5573"/>
                  </a:cubicBezTo>
                  <a:lnTo>
                    <a:pt x="6549" y="5573"/>
                  </a:lnTo>
                  <a:cubicBezTo>
                    <a:pt x="7407" y="5573"/>
                    <a:pt x="8097" y="4882"/>
                    <a:pt x="8097" y="4025"/>
                  </a:cubicBezTo>
                  <a:lnTo>
                    <a:pt x="8097" y="1548"/>
                  </a:lnTo>
                  <a:cubicBezTo>
                    <a:pt x="8050" y="691"/>
                    <a:pt x="7383" y="0"/>
                    <a:pt x="6502" y="0"/>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0" name="Google Shape;29100;p153"/>
            <p:cNvSpPr/>
            <p:nvPr/>
          </p:nvSpPr>
          <p:spPr>
            <a:xfrm>
              <a:off x="3434055" y="2557896"/>
              <a:ext cx="131714" cy="181290"/>
            </a:xfrm>
            <a:custGeom>
              <a:rect b="b" l="l" r="r" t="t"/>
              <a:pathLst>
                <a:path extrusionOk="0" h="5573" w="4049">
                  <a:moveTo>
                    <a:pt x="48" y="0"/>
                  </a:moveTo>
                  <a:lnTo>
                    <a:pt x="48" y="643"/>
                  </a:lnTo>
                  <a:lnTo>
                    <a:pt x="2501" y="643"/>
                  </a:lnTo>
                  <a:cubicBezTo>
                    <a:pt x="3025" y="643"/>
                    <a:pt x="3430" y="1048"/>
                    <a:pt x="3430" y="1548"/>
                  </a:cubicBezTo>
                  <a:lnTo>
                    <a:pt x="3430" y="4025"/>
                  </a:lnTo>
                  <a:cubicBezTo>
                    <a:pt x="3430" y="4525"/>
                    <a:pt x="3025" y="4954"/>
                    <a:pt x="2501" y="4954"/>
                  </a:cubicBezTo>
                  <a:lnTo>
                    <a:pt x="1429" y="4954"/>
                  </a:lnTo>
                  <a:cubicBezTo>
                    <a:pt x="1239" y="4954"/>
                    <a:pt x="1024" y="4811"/>
                    <a:pt x="953" y="4596"/>
                  </a:cubicBezTo>
                  <a:lnTo>
                    <a:pt x="715" y="3906"/>
                  </a:lnTo>
                  <a:cubicBezTo>
                    <a:pt x="596" y="3572"/>
                    <a:pt x="310" y="3406"/>
                    <a:pt x="0" y="3406"/>
                  </a:cubicBezTo>
                  <a:lnTo>
                    <a:pt x="0" y="4025"/>
                  </a:lnTo>
                  <a:cubicBezTo>
                    <a:pt x="72" y="4025"/>
                    <a:pt x="96" y="4049"/>
                    <a:pt x="119" y="4120"/>
                  </a:cubicBezTo>
                  <a:lnTo>
                    <a:pt x="358" y="4811"/>
                  </a:lnTo>
                  <a:cubicBezTo>
                    <a:pt x="524" y="5287"/>
                    <a:pt x="953" y="5573"/>
                    <a:pt x="1429" y="5573"/>
                  </a:cubicBezTo>
                  <a:lnTo>
                    <a:pt x="2501" y="5573"/>
                  </a:lnTo>
                  <a:cubicBezTo>
                    <a:pt x="3382" y="5573"/>
                    <a:pt x="4049" y="4882"/>
                    <a:pt x="4049" y="4025"/>
                  </a:cubicBezTo>
                  <a:lnTo>
                    <a:pt x="4049" y="1548"/>
                  </a:lnTo>
                  <a:cubicBezTo>
                    <a:pt x="4049" y="691"/>
                    <a:pt x="3382" y="0"/>
                    <a:pt x="2501"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1" name="Google Shape;29101;p153"/>
          <p:cNvGrpSpPr/>
          <p:nvPr/>
        </p:nvGrpSpPr>
        <p:grpSpPr>
          <a:xfrm>
            <a:off x="2508283" y="2325700"/>
            <a:ext cx="347876" cy="343029"/>
            <a:chOff x="2508283" y="2478100"/>
            <a:chExt cx="347876" cy="343029"/>
          </a:xfrm>
        </p:grpSpPr>
        <p:sp>
          <p:nvSpPr>
            <p:cNvPr id="29102" name="Google Shape;29102;p153"/>
            <p:cNvSpPr/>
            <p:nvPr/>
          </p:nvSpPr>
          <p:spPr>
            <a:xfrm>
              <a:off x="2508283" y="2666351"/>
              <a:ext cx="158096" cy="154778"/>
            </a:xfrm>
            <a:custGeom>
              <a:rect b="b" l="l" r="r" t="t"/>
              <a:pathLst>
                <a:path extrusionOk="0" h="4758" w="4860">
                  <a:moveTo>
                    <a:pt x="3097" y="0"/>
                  </a:moveTo>
                  <a:lnTo>
                    <a:pt x="477" y="2620"/>
                  </a:lnTo>
                  <a:cubicBezTo>
                    <a:pt x="1" y="3096"/>
                    <a:pt x="1" y="3906"/>
                    <a:pt x="477" y="4382"/>
                  </a:cubicBezTo>
                  <a:cubicBezTo>
                    <a:pt x="715" y="4632"/>
                    <a:pt x="1037" y="4757"/>
                    <a:pt x="1358" y="4757"/>
                  </a:cubicBezTo>
                  <a:cubicBezTo>
                    <a:pt x="1680" y="4757"/>
                    <a:pt x="2001" y="4632"/>
                    <a:pt x="2240" y="4382"/>
                  </a:cubicBezTo>
                  <a:lnTo>
                    <a:pt x="4859" y="1762"/>
                  </a:lnTo>
                  <a:cubicBezTo>
                    <a:pt x="4097" y="1381"/>
                    <a:pt x="3502" y="762"/>
                    <a:pt x="3097"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3" name="Google Shape;29103;p153"/>
            <p:cNvSpPr/>
            <p:nvPr/>
          </p:nvSpPr>
          <p:spPr>
            <a:xfrm>
              <a:off x="2523800" y="2699661"/>
              <a:ext cx="142579" cy="121467"/>
            </a:xfrm>
            <a:custGeom>
              <a:rect b="b" l="l" r="r" t="t"/>
              <a:pathLst>
                <a:path extrusionOk="0" h="3734" w="4383">
                  <a:moveTo>
                    <a:pt x="3382" y="0"/>
                  </a:moveTo>
                  <a:lnTo>
                    <a:pt x="0" y="3358"/>
                  </a:lnTo>
                  <a:cubicBezTo>
                    <a:pt x="238" y="3608"/>
                    <a:pt x="560" y="3733"/>
                    <a:pt x="881" y="3733"/>
                  </a:cubicBezTo>
                  <a:cubicBezTo>
                    <a:pt x="1203" y="3733"/>
                    <a:pt x="1524" y="3608"/>
                    <a:pt x="1763" y="3358"/>
                  </a:cubicBezTo>
                  <a:lnTo>
                    <a:pt x="4382" y="738"/>
                  </a:lnTo>
                  <a:cubicBezTo>
                    <a:pt x="4001" y="548"/>
                    <a:pt x="3668" y="286"/>
                    <a:pt x="3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4" name="Google Shape;29104;p153"/>
            <p:cNvSpPr/>
            <p:nvPr/>
          </p:nvSpPr>
          <p:spPr>
            <a:xfrm>
              <a:off x="2562511" y="2698881"/>
              <a:ext cx="72086" cy="71306"/>
            </a:xfrm>
            <a:custGeom>
              <a:rect b="b" l="l" r="r" t="t"/>
              <a:pathLst>
                <a:path extrusionOk="0" h="2192" w="2216">
                  <a:moveTo>
                    <a:pt x="453" y="0"/>
                  </a:moveTo>
                  <a:lnTo>
                    <a:pt x="1" y="429"/>
                  </a:lnTo>
                  <a:lnTo>
                    <a:pt x="1763" y="2191"/>
                  </a:lnTo>
                  <a:lnTo>
                    <a:pt x="2216" y="1739"/>
                  </a:lnTo>
                  <a:lnTo>
                    <a:pt x="45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5" name="Google Shape;29105;p153"/>
            <p:cNvSpPr/>
            <p:nvPr/>
          </p:nvSpPr>
          <p:spPr>
            <a:xfrm>
              <a:off x="2591202" y="2727540"/>
              <a:ext cx="43395" cy="43428"/>
            </a:xfrm>
            <a:custGeom>
              <a:rect b="b" l="l" r="r" t="t"/>
              <a:pathLst>
                <a:path extrusionOk="0" h="1335" w="1334">
                  <a:moveTo>
                    <a:pt x="429" y="0"/>
                  </a:moveTo>
                  <a:lnTo>
                    <a:pt x="0" y="453"/>
                  </a:lnTo>
                  <a:lnTo>
                    <a:pt x="881" y="1334"/>
                  </a:lnTo>
                  <a:lnTo>
                    <a:pt x="1334" y="905"/>
                  </a:lnTo>
                  <a:lnTo>
                    <a:pt x="42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6" name="Google Shape;29106;p153"/>
            <p:cNvSpPr/>
            <p:nvPr/>
          </p:nvSpPr>
          <p:spPr>
            <a:xfrm>
              <a:off x="2591950" y="2478100"/>
              <a:ext cx="264209" cy="263428"/>
            </a:xfrm>
            <a:custGeom>
              <a:rect b="b" l="l" r="r" t="t"/>
              <a:pathLst>
                <a:path extrusionOk="0" h="8098" w="8122">
                  <a:moveTo>
                    <a:pt x="4049" y="0"/>
                  </a:moveTo>
                  <a:cubicBezTo>
                    <a:pt x="1811" y="0"/>
                    <a:pt x="1" y="1810"/>
                    <a:pt x="1" y="4049"/>
                  </a:cubicBezTo>
                  <a:cubicBezTo>
                    <a:pt x="1" y="6263"/>
                    <a:pt x="1835" y="8097"/>
                    <a:pt x="4073" y="8097"/>
                  </a:cubicBezTo>
                  <a:cubicBezTo>
                    <a:pt x="6312" y="8097"/>
                    <a:pt x="8122" y="6311"/>
                    <a:pt x="8122" y="4049"/>
                  </a:cubicBezTo>
                  <a:cubicBezTo>
                    <a:pt x="8122" y="1786"/>
                    <a:pt x="6288" y="0"/>
                    <a:pt x="404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7" name="Google Shape;29107;p153"/>
            <p:cNvSpPr/>
            <p:nvPr/>
          </p:nvSpPr>
          <p:spPr>
            <a:xfrm>
              <a:off x="2630694" y="2516810"/>
              <a:ext cx="225465" cy="225465"/>
            </a:xfrm>
            <a:custGeom>
              <a:rect b="b" l="l" r="r" t="t"/>
              <a:pathLst>
                <a:path extrusionOk="0" h="6931" w="6931">
                  <a:moveTo>
                    <a:pt x="5740" y="1"/>
                  </a:moveTo>
                  <a:lnTo>
                    <a:pt x="1" y="5740"/>
                  </a:lnTo>
                  <a:cubicBezTo>
                    <a:pt x="739" y="6478"/>
                    <a:pt x="1739" y="6931"/>
                    <a:pt x="2858" y="6931"/>
                  </a:cubicBezTo>
                  <a:cubicBezTo>
                    <a:pt x="5121" y="6907"/>
                    <a:pt x="6931" y="5073"/>
                    <a:pt x="6931" y="2859"/>
                  </a:cubicBezTo>
                  <a:cubicBezTo>
                    <a:pt x="6931" y="1716"/>
                    <a:pt x="6478" y="715"/>
                    <a:pt x="574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8" name="Google Shape;29108;p153"/>
            <p:cNvSpPr/>
            <p:nvPr/>
          </p:nvSpPr>
          <p:spPr>
            <a:xfrm>
              <a:off x="2632255" y="2518372"/>
              <a:ext cx="182070" cy="182070"/>
            </a:xfrm>
            <a:custGeom>
              <a:rect b="b" l="l" r="r" t="t"/>
              <a:pathLst>
                <a:path extrusionOk="0" h="5597" w="5597">
                  <a:moveTo>
                    <a:pt x="2810" y="1"/>
                  </a:moveTo>
                  <a:cubicBezTo>
                    <a:pt x="1262" y="1"/>
                    <a:pt x="0" y="1263"/>
                    <a:pt x="0" y="2811"/>
                  </a:cubicBezTo>
                  <a:cubicBezTo>
                    <a:pt x="0" y="4359"/>
                    <a:pt x="1262" y="5597"/>
                    <a:pt x="2810" y="5597"/>
                  </a:cubicBezTo>
                  <a:cubicBezTo>
                    <a:pt x="4358" y="5597"/>
                    <a:pt x="5597" y="4359"/>
                    <a:pt x="5597" y="2811"/>
                  </a:cubicBezTo>
                  <a:cubicBezTo>
                    <a:pt x="5597" y="1263"/>
                    <a:pt x="4358" y="1"/>
                    <a:pt x="281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9" name="Google Shape;29109;p153"/>
            <p:cNvSpPr/>
            <p:nvPr/>
          </p:nvSpPr>
          <p:spPr>
            <a:xfrm>
              <a:off x="2659353" y="2544721"/>
              <a:ext cx="156534" cy="155721"/>
            </a:xfrm>
            <a:custGeom>
              <a:rect b="b" l="l" r="r" t="t"/>
              <a:pathLst>
                <a:path extrusionOk="0" h="4787" w="4812">
                  <a:moveTo>
                    <a:pt x="3978" y="0"/>
                  </a:moveTo>
                  <a:lnTo>
                    <a:pt x="1" y="3953"/>
                  </a:lnTo>
                  <a:cubicBezTo>
                    <a:pt x="501" y="4454"/>
                    <a:pt x="1239" y="4787"/>
                    <a:pt x="2001" y="4787"/>
                  </a:cubicBezTo>
                  <a:cubicBezTo>
                    <a:pt x="3549" y="4787"/>
                    <a:pt x="4811" y="3549"/>
                    <a:pt x="4811" y="2001"/>
                  </a:cubicBezTo>
                  <a:cubicBezTo>
                    <a:pt x="4811" y="1215"/>
                    <a:pt x="4478" y="500"/>
                    <a:pt x="3978"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0" name="Google Shape;29110;p153"/>
          <p:cNvGrpSpPr/>
          <p:nvPr/>
        </p:nvGrpSpPr>
        <p:grpSpPr>
          <a:xfrm>
            <a:off x="1787841" y="2324333"/>
            <a:ext cx="290525" cy="344590"/>
            <a:chOff x="1787841" y="2476733"/>
            <a:chExt cx="290525" cy="344590"/>
          </a:xfrm>
        </p:grpSpPr>
        <p:grpSp>
          <p:nvGrpSpPr>
            <p:cNvPr id="29111" name="Google Shape;29111;p153"/>
            <p:cNvGrpSpPr/>
            <p:nvPr/>
          </p:nvGrpSpPr>
          <p:grpSpPr>
            <a:xfrm>
              <a:off x="1811068" y="2476733"/>
              <a:ext cx="267299" cy="261671"/>
              <a:chOff x="1811068" y="2476733"/>
              <a:chExt cx="267299" cy="261671"/>
            </a:xfrm>
          </p:grpSpPr>
          <p:sp>
            <p:nvSpPr>
              <p:cNvPr id="29112" name="Google Shape;29112;p153"/>
              <p:cNvSpPr/>
              <p:nvPr/>
            </p:nvSpPr>
            <p:spPr>
              <a:xfrm>
                <a:off x="1811068" y="2568728"/>
                <a:ext cx="170490" cy="169481"/>
              </a:xfrm>
              <a:custGeom>
                <a:rect b="b" l="l" r="r" t="t"/>
                <a:pathLst>
                  <a:path extrusionOk="0" h="5210" w="5241">
                    <a:moveTo>
                      <a:pt x="3049" y="1"/>
                    </a:moveTo>
                    <a:cubicBezTo>
                      <a:pt x="644" y="2406"/>
                      <a:pt x="787" y="2263"/>
                      <a:pt x="763" y="2334"/>
                    </a:cubicBezTo>
                    <a:lnTo>
                      <a:pt x="72" y="3858"/>
                    </a:lnTo>
                    <a:cubicBezTo>
                      <a:pt x="1" y="3978"/>
                      <a:pt x="49" y="4120"/>
                      <a:pt x="120" y="4216"/>
                    </a:cubicBezTo>
                    <a:lnTo>
                      <a:pt x="1025" y="5121"/>
                    </a:lnTo>
                    <a:cubicBezTo>
                      <a:pt x="1083" y="5178"/>
                      <a:pt x="1158" y="5210"/>
                      <a:pt x="1235" y="5210"/>
                    </a:cubicBezTo>
                    <a:cubicBezTo>
                      <a:pt x="1285" y="5210"/>
                      <a:pt x="1335" y="5196"/>
                      <a:pt x="1382" y="5168"/>
                    </a:cubicBezTo>
                    <a:cubicBezTo>
                      <a:pt x="3073" y="4430"/>
                      <a:pt x="2954" y="4501"/>
                      <a:pt x="3025" y="4430"/>
                    </a:cubicBezTo>
                    <a:lnTo>
                      <a:pt x="5240" y="2191"/>
                    </a:lnTo>
                    <a:lnTo>
                      <a:pt x="3049"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3" name="Google Shape;29113;p153"/>
              <p:cNvSpPr/>
              <p:nvPr/>
            </p:nvSpPr>
            <p:spPr>
              <a:xfrm>
                <a:off x="1829675" y="2604381"/>
                <a:ext cx="151883" cy="134024"/>
              </a:xfrm>
              <a:custGeom>
                <a:rect b="b" l="l" r="r" t="t"/>
                <a:pathLst>
                  <a:path extrusionOk="0" h="4120" w="4669">
                    <a:moveTo>
                      <a:pt x="3573" y="0"/>
                    </a:moveTo>
                    <a:lnTo>
                      <a:pt x="0" y="3572"/>
                    </a:lnTo>
                    <a:lnTo>
                      <a:pt x="453" y="4025"/>
                    </a:lnTo>
                    <a:cubicBezTo>
                      <a:pt x="516" y="4088"/>
                      <a:pt x="601" y="4120"/>
                      <a:pt x="686" y="4120"/>
                    </a:cubicBezTo>
                    <a:cubicBezTo>
                      <a:pt x="728" y="4120"/>
                      <a:pt x="770" y="4112"/>
                      <a:pt x="810" y="4096"/>
                    </a:cubicBezTo>
                    <a:cubicBezTo>
                      <a:pt x="2501" y="3334"/>
                      <a:pt x="2382" y="3405"/>
                      <a:pt x="2453" y="3334"/>
                    </a:cubicBezTo>
                    <a:lnTo>
                      <a:pt x="4668" y="1119"/>
                    </a:lnTo>
                    <a:lnTo>
                      <a:pt x="3573"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4" name="Google Shape;29114;p153"/>
              <p:cNvSpPr/>
              <p:nvPr/>
            </p:nvSpPr>
            <p:spPr>
              <a:xfrm>
                <a:off x="1896296" y="2661894"/>
                <a:ext cx="40305" cy="38548"/>
              </a:xfrm>
              <a:custGeom>
                <a:rect b="b" l="l" r="r" t="t"/>
                <a:pathLst>
                  <a:path extrusionOk="0" h="1185" w="1239">
                    <a:moveTo>
                      <a:pt x="346" y="0"/>
                    </a:moveTo>
                    <a:cubicBezTo>
                      <a:pt x="262" y="0"/>
                      <a:pt x="179" y="30"/>
                      <a:pt x="120" y="90"/>
                    </a:cubicBezTo>
                    <a:cubicBezTo>
                      <a:pt x="1" y="209"/>
                      <a:pt x="1" y="375"/>
                      <a:pt x="120" y="542"/>
                    </a:cubicBezTo>
                    <a:lnTo>
                      <a:pt x="786" y="1185"/>
                    </a:lnTo>
                    <a:lnTo>
                      <a:pt x="1239" y="733"/>
                    </a:lnTo>
                    <a:lnTo>
                      <a:pt x="572" y="90"/>
                    </a:lnTo>
                    <a:cubicBezTo>
                      <a:pt x="513" y="30"/>
                      <a:pt x="429" y="0"/>
                      <a:pt x="34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5" name="Google Shape;29115;p153"/>
              <p:cNvSpPr/>
              <p:nvPr/>
            </p:nvSpPr>
            <p:spPr>
              <a:xfrm>
                <a:off x="1925736" y="2632455"/>
                <a:ext cx="39556" cy="39329"/>
              </a:xfrm>
              <a:custGeom>
                <a:rect b="b" l="l" r="r" t="t"/>
                <a:pathLst>
                  <a:path extrusionOk="0" h="1209" w="1216">
                    <a:moveTo>
                      <a:pt x="346" y="0"/>
                    </a:moveTo>
                    <a:cubicBezTo>
                      <a:pt x="262" y="0"/>
                      <a:pt x="179" y="30"/>
                      <a:pt x="120" y="90"/>
                    </a:cubicBezTo>
                    <a:cubicBezTo>
                      <a:pt x="0" y="209"/>
                      <a:pt x="0" y="423"/>
                      <a:pt x="120" y="542"/>
                    </a:cubicBezTo>
                    <a:lnTo>
                      <a:pt x="763" y="1209"/>
                    </a:lnTo>
                    <a:lnTo>
                      <a:pt x="1215" y="756"/>
                    </a:lnTo>
                    <a:lnTo>
                      <a:pt x="572" y="90"/>
                    </a:lnTo>
                    <a:cubicBezTo>
                      <a:pt x="512" y="30"/>
                      <a:pt x="429" y="0"/>
                      <a:pt x="34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6" name="Google Shape;29116;p153"/>
              <p:cNvSpPr/>
              <p:nvPr/>
            </p:nvSpPr>
            <p:spPr>
              <a:xfrm>
                <a:off x="1948214" y="2476733"/>
                <a:ext cx="130153" cy="124557"/>
              </a:xfrm>
              <a:custGeom>
                <a:rect b="b" l="l" r="r" t="t"/>
                <a:pathLst>
                  <a:path extrusionOk="0" h="3829" w="4001">
                    <a:moveTo>
                      <a:pt x="2295" y="1"/>
                    </a:moveTo>
                    <a:cubicBezTo>
                      <a:pt x="1899" y="1"/>
                      <a:pt x="1500" y="149"/>
                      <a:pt x="1191" y="447"/>
                    </a:cubicBezTo>
                    <a:lnTo>
                      <a:pt x="0" y="1638"/>
                    </a:lnTo>
                    <a:lnTo>
                      <a:pt x="2191" y="3829"/>
                    </a:lnTo>
                    <a:lnTo>
                      <a:pt x="3382" y="2638"/>
                    </a:lnTo>
                    <a:cubicBezTo>
                      <a:pt x="4001" y="2066"/>
                      <a:pt x="4001" y="1066"/>
                      <a:pt x="3382" y="447"/>
                    </a:cubicBezTo>
                    <a:cubicBezTo>
                      <a:pt x="3084" y="149"/>
                      <a:pt x="2691" y="1"/>
                      <a:pt x="2295" y="1"/>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7" name="Google Shape;29117;p153"/>
              <p:cNvSpPr/>
              <p:nvPr/>
            </p:nvSpPr>
            <p:spPr>
              <a:xfrm>
                <a:off x="1983835" y="2491274"/>
                <a:ext cx="94532" cy="110016"/>
              </a:xfrm>
              <a:custGeom>
                <a:rect b="b" l="l" r="r" t="t"/>
                <a:pathLst>
                  <a:path extrusionOk="0" h="3382" w="2906">
                    <a:moveTo>
                      <a:pt x="2287" y="0"/>
                    </a:moveTo>
                    <a:lnTo>
                      <a:pt x="1" y="2286"/>
                    </a:lnTo>
                    <a:lnTo>
                      <a:pt x="1096" y="3382"/>
                    </a:lnTo>
                    <a:lnTo>
                      <a:pt x="2287" y="2191"/>
                    </a:lnTo>
                    <a:cubicBezTo>
                      <a:pt x="2906" y="1619"/>
                      <a:pt x="2906" y="619"/>
                      <a:pt x="228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8" name="Google Shape;29118;p153"/>
              <p:cNvSpPr/>
              <p:nvPr/>
            </p:nvSpPr>
            <p:spPr>
              <a:xfrm>
                <a:off x="1897077" y="2517786"/>
                <a:ext cx="136366" cy="135227"/>
              </a:xfrm>
              <a:custGeom>
                <a:rect b="b" l="l" r="r" t="t"/>
                <a:pathLst>
                  <a:path extrusionOk="0" h="4157" w="4192">
                    <a:moveTo>
                      <a:pt x="1218" y="1"/>
                    </a:moveTo>
                    <a:cubicBezTo>
                      <a:pt x="1137" y="1"/>
                      <a:pt x="1060" y="31"/>
                      <a:pt x="1001" y="90"/>
                    </a:cubicBezTo>
                    <a:lnTo>
                      <a:pt x="119" y="971"/>
                    </a:lnTo>
                    <a:cubicBezTo>
                      <a:pt x="0" y="1090"/>
                      <a:pt x="0" y="1305"/>
                      <a:pt x="119" y="1424"/>
                    </a:cubicBezTo>
                    <a:lnTo>
                      <a:pt x="2763" y="4067"/>
                    </a:lnTo>
                    <a:cubicBezTo>
                      <a:pt x="2822" y="4127"/>
                      <a:pt x="2894" y="4156"/>
                      <a:pt x="2968" y="4156"/>
                    </a:cubicBezTo>
                    <a:cubicBezTo>
                      <a:pt x="3043" y="4156"/>
                      <a:pt x="3120" y="4127"/>
                      <a:pt x="3191" y="4067"/>
                    </a:cubicBezTo>
                    <a:lnTo>
                      <a:pt x="4073" y="3186"/>
                    </a:lnTo>
                    <a:cubicBezTo>
                      <a:pt x="4192" y="3067"/>
                      <a:pt x="4192" y="2853"/>
                      <a:pt x="4073" y="2733"/>
                    </a:cubicBezTo>
                    <a:lnTo>
                      <a:pt x="1453" y="90"/>
                    </a:lnTo>
                    <a:cubicBezTo>
                      <a:pt x="1382" y="31"/>
                      <a:pt x="1298" y="1"/>
                      <a:pt x="1218"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9" name="Google Shape;29119;p153"/>
              <p:cNvSpPr/>
              <p:nvPr/>
            </p:nvSpPr>
            <p:spPr>
              <a:xfrm>
                <a:off x="1944343" y="2564076"/>
                <a:ext cx="89100" cy="88156"/>
              </a:xfrm>
              <a:custGeom>
                <a:rect b="b" l="l" r="r" t="t"/>
                <a:pathLst>
                  <a:path extrusionOk="0" h="2710" w="2739">
                    <a:moveTo>
                      <a:pt x="1310" y="1"/>
                    </a:moveTo>
                    <a:lnTo>
                      <a:pt x="0" y="1310"/>
                    </a:lnTo>
                    <a:lnTo>
                      <a:pt x="1310" y="2620"/>
                    </a:lnTo>
                    <a:cubicBezTo>
                      <a:pt x="1369" y="2680"/>
                      <a:pt x="1447" y="2710"/>
                      <a:pt x="1524" y="2710"/>
                    </a:cubicBezTo>
                    <a:cubicBezTo>
                      <a:pt x="1602" y="2710"/>
                      <a:pt x="1679" y="2680"/>
                      <a:pt x="1738" y="2620"/>
                    </a:cubicBezTo>
                    <a:lnTo>
                      <a:pt x="2643" y="1715"/>
                    </a:lnTo>
                    <a:cubicBezTo>
                      <a:pt x="2739" y="1620"/>
                      <a:pt x="2739" y="1430"/>
                      <a:pt x="2620" y="1310"/>
                    </a:cubicBezTo>
                    <a:lnTo>
                      <a:pt x="131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20" name="Google Shape;29120;p153"/>
            <p:cNvSpPr/>
            <p:nvPr/>
          </p:nvSpPr>
          <p:spPr>
            <a:xfrm>
              <a:off x="1787841" y="2742243"/>
              <a:ext cx="60473" cy="79080"/>
            </a:xfrm>
            <a:custGeom>
              <a:rect b="b" l="l" r="r" t="t"/>
              <a:pathLst>
                <a:path extrusionOk="0" h="2431" w="1859">
                  <a:moveTo>
                    <a:pt x="929" y="1"/>
                  </a:moveTo>
                  <a:cubicBezTo>
                    <a:pt x="852" y="1"/>
                    <a:pt x="774" y="25"/>
                    <a:pt x="715" y="72"/>
                  </a:cubicBezTo>
                  <a:cubicBezTo>
                    <a:pt x="667" y="144"/>
                    <a:pt x="1" y="763"/>
                    <a:pt x="1" y="1501"/>
                  </a:cubicBezTo>
                  <a:cubicBezTo>
                    <a:pt x="1" y="2025"/>
                    <a:pt x="429" y="2430"/>
                    <a:pt x="929" y="2430"/>
                  </a:cubicBezTo>
                  <a:cubicBezTo>
                    <a:pt x="1429" y="2430"/>
                    <a:pt x="1858" y="2025"/>
                    <a:pt x="1858" y="1501"/>
                  </a:cubicBezTo>
                  <a:cubicBezTo>
                    <a:pt x="1858" y="763"/>
                    <a:pt x="1191" y="144"/>
                    <a:pt x="1144" y="72"/>
                  </a:cubicBezTo>
                  <a:cubicBezTo>
                    <a:pt x="1084" y="25"/>
                    <a:pt x="1007" y="1"/>
                    <a:pt x="92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1" name="Google Shape;29121;p153"/>
            <p:cNvSpPr/>
            <p:nvPr/>
          </p:nvSpPr>
          <p:spPr>
            <a:xfrm>
              <a:off x="1818062" y="2742243"/>
              <a:ext cx="30253" cy="79080"/>
            </a:xfrm>
            <a:custGeom>
              <a:rect b="b" l="l" r="r" t="t"/>
              <a:pathLst>
                <a:path extrusionOk="0" h="2431" w="930">
                  <a:moveTo>
                    <a:pt x="0" y="1"/>
                  </a:moveTo>
                  <a:lnTo>
                    <a:pt x="0" y="2430"/>
                  </a:lnTo>
                  <a:cubicBezTo>
                    <a:pt x="500" y="2430"/>
                    <a:pt x="929" y="2025"/>
                    <a:pt x="929" y="1501"/>
                  </a:cubicBezTo>
                  <a:cubicBezTo>
                    <a:pt x="929" y="763"/>
                    <a:pt x="310" y="144"/>
                    <a:pt x="215" y="96"/>
                  </a:cubicBezTo>
                  <a:cubicBezTo>
                    <a:pt x="143" y="25"/>
                    <a:pt x="72" y="1"/>
                    <a:pt x="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2" name="Google Shape;29122;p153"/>
          <p:cNvGrpSpPr/>
          <p:nvPr/>
        </p:nvGrpSpPr>
        <p:grpSpPr>
          <a:xfrm>
            <a:off x="997655" y="2369062"/>
            <a:ext cx="354057" cy="255686"/>
            <a:chOff x="997655" y="2521462"/>
            <a:chExt cx="354057" cy="255686"/>
          </a:xfrm>
        </p:grpSpPr>
        <p:sp>
          <p:nvSpPr>
            <p:cNvPr id="29123" name="Google Shape;29123;p153"/>
            <p:cNvSpPr/>
            <p:nvPr/>
          </p:nvSpPr>
          <p:spPr>
            <a:xfrm>
              <a:off x="1214565" y="2537727"/>
              <a:ext cx="73648" cy="57383"/>
            </a:xfrm>
            <a:custGeom>
              <a:rect b="b" l="l" r="r" t="t"/>
              <a:pathLst>
                <a:path extrusionOk="0" h="1764" w="2264">
                  <a:moveTo>
                    <a:pt x="953" y="1"/>
                  </a:moveTo>
                  <a:cubicBezTo>
                    <a:pt x="477" y="1"/>
                    <a:pt x="1" y="382"/>
                    <a:pt x="48" y="1025"/>
                  </a:cubicBezTo>
                  <a:lnTo>
                    <a:pt x="1192" y="1763"/>
                  </a:lnTo>
                  <a:cubicBezTo>
                    <a:pt x="2263" y="1430"/>
                    <a:pt x="2001" y="1"/>
                    <a:pt x="953"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4" name="Google Shape;29124;p153"/>
            <p:cNvSpPr/>
            <p:nvPr/>
          </p:nvSpPr>
          <p:spPr>
            <a:xfrm>
              <a:off x="997655" y="2521462"/>
              <a:ext cx="354057" cy="255686"/>
            </a:xfrm>
            <a:custGeom>
              <a:rect b="b" l="l" r="r" t="t"/>
              <a:pathLst>
                <a:path extrusionOk="0" h="7860" w="10884">
                  <a:moveTo>
                    <a:pt x="7621" y="620"/>
                  </a:moveTo>
                  <a:cubicBezTo>
                    <a:pt x="8074" y="620"/>
                    <a:pt x="8455" y="977"/>
                    <a:pt x="8455" y="1430"/>
                  </a:cubicBezTo>
                  <a:cubicBezTo>
                    <a:pt x="8455" y="1787"/>
                    <a:pt x="8217" y="2073"/>
                    <a:pt x="7907" y="2168"/>
                  </a:cubicBezTo>
                  <a:lnTo>
                    <a:pt x="6835" y="1454"/>
                  </a:lnTo>
                  <a:cubicBezTo>
                    <a:pt x="6788" y="977"/>
                    <a:pt x="7169" y="620"/>
                    <a:pt x="7621" y="620"/>
                  </a:cubicBezTo>
                  <a:close/>
                  <a:moveTo>
                    <a:pt x="7621" y="1"/>
                  </a:moveTo>
                  <a:cubicBezTo>
                    <a:pt x="6978" y="1"/>
                    <a:pt x="6383" y="453"/>
                    <a:pt x="6240" y="1096"/>
                  </a:cubicBezTo>
                  <a:cubicBezTo>
                    <a:pt x="5168" y="501"/>
                    <a:pt x="4168" y="239"/>
                    <a:pt x="3311" y="239"/>
                  </a:cubicBezTo>
                  <a:cubicBezTo>
                    <a:pt x="1263" y="239"/>
                    <a:pt x="1" y="1573"/>
                    <a:pt x="120" y="3263"/>
                  </a:cubicBezTo>
                  <a:cubicBezTo>
                    <a:pt x="334" y="6597"/>
                    <a:pt x="4049" y="7860"/>
                    <a:pt x="7478" y="7860"/>
                  </a:cubicBezTo>
                  <a:cubicBezTo>
                    <a:pt x="7645" y="7860"/>
                    <a:pt x="7812" y="7693"/>
                    <a:pt x="7764" y="7502"/>
                  </a:cubicBezTo>
                  <a:cubicBezTo>
                    <a:pt x="7740" y="7360"/>
                    <a:pt x="7621" y="7240"/>
                    <a:pt x="7455" y="7240"/>
                  </a:cubicBezTo>
                  <a:cubicBezTo>
                    <a:pt x="5478" y="7240"/>
                    <a:pt x="2858" y="6764"/>
                    <a:pt x="1596" y="5288"/>
                  </a:cubicBezTo>
                  <a:lnTo>
                    <a:pt x="10193" y="5288"/>
                  </a:lnTo>
                  <a:cubicBezTo>
                    <a:pt x="10670" y="5288"/>
                    <a:pt x="10884" y="4788"/>
                    <a:pt x="10551" y="4454"/>
                  </a:cubicBezTo>
                  <a:cubicBezTo>
                    <a:pt x="10122" y="4049"/>
                    <a:pt x="9384" y="3335"/>
                    <a:pt x="8431" y="2597"/>
                  </a:cubicBezTo>
                  <a:cubicBezTo>
                    <a:pt x="8812" y="2311"/>
                    <a:pt x="9050" y="1906"/>
                    <a:pt x="9050" y="1430"/>
                  </a:cubicBezTo>
                  <a:cubicBezTo>
                    <a:pt x="9050" y="644"/>
                    <a:pt x="8407" y="1"/>
                    <a:pt x="7621" y="1"/>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5" name="Google Shape;29125;p153"/>
            <p:cNvSpPr/>
            <p:nvPr/>
          </p:nvSpPr>
          <p:spPr>
            <a:xfrm>
              <a:off x="1172732" y="2521462"/>
              <a:ext cx="178980" cy="254905"/>
            </a:xfrm>
            <a:custGeom>
              <a:rect b="b" l="l" r="r" t="t"/>
              <a:pathLst>
                <a:path extrusionOk="0" h="7836" w="5502">
                  <a:moveTo>
                    <a:pt x="2239" y="620"/>
                  </a:moveTo>
                  <a:cubicBezTo>
                    <a:pt x="2692" y="620"/>
                    <a:pt x="3073" y="977"/>
                    <a:pt x="3073" y="1430"/>
                  </a:cubicBezTo>
                  <a:cubicBezTo>
                    <a:pt x="3049" y="1739"/>
                    <a:pt x="2835" y="2049"/>
                    <a:pt x="2478" y="2168"/>
                  </a:cubicBezTo>
                  <a:lnTo>
                    <a:pt x="1406" y="1454"/>
                  </a:lnTo>
                  <a:cubicBezTo>
                    <a:pt x="1382" y="977"/>
                    <a:pt x="1763" y="620"/>
                    <a:pt x="2239" y="620"/>
                  </a:cubicBezTo>
                  <a:close/>
                  <a:moveTo>
                    <a:pt x="2263" y="1"/>
                  </a:moveTo>
                  <a:cubicBezTo>
                    <a:pt x="1620" y="1"/>
                    <a:pt x="1025" y="453"/>
                    <a:pt x="882" y="1096"/>
                  </a:cubicBezTo>
                  <a:cubicBezTo>
                    <a:pt x="596" y="953"/>
                    <a:pt x="334" y="834"/>
                    <a:pt x="72" y="715"/>
                  </a:cubicBezTo>
                  <a:lnTo>
                    <a:pt x="72" y="5311"/>
                  </a:lnTo>
                  <a:lnTo>
                    <a:pt x="4859" y="5311"/>
                  </a:lnTo>
                  <a:cubicBezTo>
                    <a:pt x="5288" y="5288"/>
                    <a:pt x="5502" y="4788"/>
                    <a:pt x="5192" y="4454"/>
                  </a:cubicBezTo>
                  <a:cubicBezTo>
                    <a:pt x="4764" y="4049"/>
                    <a:pt x="4025" y="3335"/>
                    <a:pt x="3073" y="2597"/>
                  </a:cubicBezTo>
                  <a:cubicBezTo>
                    <a:pt x="3478" y="2311"/>
                    <a:pt x="3716" y="1906"/>
                    <a:pt x="3716" y="1430"/>
                  </a:cubicBezTo>
                  <a:cubicBezTo>
                    <a:pt x="3716" y="644"/>
                    <a:pt x="3049" y="1"/>
                    <a:pt x="2263" y="1"/>
                  </a:cubicBezTo>
                  <a:close/>
                  <a:moveTo>
                    <a:pt x="1" y="7050"/>
                  </a:moveTo>
                  <a:lnTo>
                    <a:pt x="1" y="7669"/>
                  </a:lnTo>
                  <a:cubicBezTo>
                    <a:pt x="691" y="7788"/>
                    <a:pt x="1406" y="7836"/>
                    <a:pt x="2073" y="7836"/>
                  </a:cubicBezTo>
                  <a:cubicBezTo>
                    <a:pt x="2239" y="7836"/>
                    <a:pt x="2382" y="7669"/>
                    <a:pt x="2358" y="7479"/>
                  </a:cubicBezTo>
                  <a:cubicBezTo>
                    <a:pt x="2358" y="7360"/>
                    <a:pt x="2216" y="7240"/>
                    <a:pt x="2073" y="7240"/>
                  </a:cubicBezTo>
                  <a:cubicBezTo>
                    <a:pt x="1382" y="7240"/>
                    <a:pt x="668" y="7169"/>
                    <a:pt x="1" y="705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6" name="Google Shape;29126;p153"/>
            <p:cNvSpPr/>
            <p:nvPr/>
          </p:nvSpPr>
          <p:spPr>
            <a:xfrm>
              <a:off x="1224649" y="2631479"/>
              <a:ext cx="20949" cy="21730"/>
            </a:xfrm>
            <a:custGeom>
              <a:rect b="b" l="l" r="r" t="t"/>
              <a:pathLst>
                <a:path extrusionOk="0" h="668" w="644">
                  <a:moveTo>
                    <a:pt x="334" y="1"/>
                  </a:moveTo>
                  <a:cubicBezTo>
                    <a:pt x="143" y="1"/>
                    <a:pt x="0" y="143"/>
                    <a:pt x="0" y="334"/>
                  </a:cubicBezTo>
                  <a:cubicBezTo>
                    <a:pt x="0" y="524"/>
                    <a:pt x="143" y="667"/>
                    <a:pt x="334" y="667"/>
                  </a:cubicBezTo>
                  <a:cubicBezTo>
                    <a:pt x="500" y="643"/>
                    <a:pt x="643" y="524"/>
                    <a:pt x="643" y="334"/>
                  </a:cubicBezTo>
                  <a:cubicBezTo>
                    <a:pt x="643" y="143"/>
                    <a:pt x="500" y="1"/>
                    <a:pt x="334"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7" name="Google Shape;29127;p153"/>
            <p:cNvSpPr/>
            <p:nvPr/>
          </p:nvSpPr>
          <p:spPr>
            <a:xfrm>
              <a:off x="1082884" y="2615409"/>
              <a:ext cx="68183" cy="78072"/>
            </a:xfrm>
            <a:custGeom>
              <a:rect b="b" l="l" r="r" t="t"/>
              <a:pathLst>
                <a:path extrusionOk="0" h="2400" w="2096">
                  <a:moveTo>
                    <a:pt x="343" y="1"/>
                  </a:moveTo>
                  <a:cubicBezTo>
                    <a:pt x="226" y="1"/>
                    <a:pt x="108" y="59"/>
                    <a:pt x="72" y="185"/>
                  </a:cubicBezTo>
                  <a:cubicBezTo>
                    <a:pt x="0" y="328"/>
                    <a:pt x="72" y="542"/>
                    <a:pt x="238" y="590"/>
                  </a:cubicBezTo>
                  <a:cubicBezTo>
                    <a:pt x="1024" y="899"/>
                    <a:pt x="1501" y="1661"/>
                    <a:pt x="1286" y="2400"/>
                  </a:cubicBezTo>
                  <a:lnTo>
                    <a:pt x="1905" y="2400"/>
                  </a:lnTo>
                  <a:cubicBezTo>
                    <a:pt x="2096" y="1399"/>
                    <a:pt x="1477" y="423"/>
                    <a:pt x="453" y="18"/>
                  </a:cubicBezTo>
                  <a:cubicBezTo>
                    <a:pt x="418" y="7"/>
                    <a:pt x="381" y="1"/>
                    <a:pt x="343"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8" name="Google Shape;29128;p153"/>
          <p:cNvGrpSpPr/>
          <p:nvPr/>
        </p:nvGrpSpPr>
        <p:grpSpPr>
          <a:xfrm>
            <a:off x="999997" y="2889867"/>
            <a:ext cx="346314" cy="345143"/>
            <a:chOff x="999997" y="3042267"/>
            <a:chExt cx="346314" cy="345143"/>
          </a:xfrm>
        </p:grpSpPr>
        <p:sp>
          <p:nvSpPr>
            <p:cNvPr id="29129" name="Google Shape;29129;p153"/>
            <p:cNvSpPr/>
            <p:nvPr/>
          </p:nvSpPr>
          <p:spPr>
            <a:xfrm>
              <a:off x="1275006" y="3042267"/>
              <a:ext cx="71306" cy="71111"/>
            </a:xfrm>
            <a:custGeom>
              <a:rect b="b" l="l" r="r" t="t"/>
              <a:pathLst>
                <a:path extrusionOk="0" h="2186" w="2192">
                  <a:moveTo>
                    <a:pt x="1855" y="0"/>
                  </a:moveTo>
                  <a:cubicBezTo>
                    <a:pt x="1774" y="0"/>
                    <a:pt x="1691" y="30"/>
                    <a:pt x="1620" y="89"/>
                  </a:cubicBezTo>
                  <a:lnTo>
                    <a:pt x="0" y="1733"/>
                  </a:lnTo>
                  <a:lnTo>
                    <a:pt x="429" y="2185"/>
                  </a:lnTo>
                  <a:lnTo>
                    <a:pt x="2072" y="542"/>
                  </a:lnTo>
                  <a:cubicBezTo>
                    <a:pt x="2191" y="423"/>
                    <a:pt x="2191" y="208"/>
                    <a:pt x="2072" y="89"/>
                  </a:cubicBezTo>
                  <a:cubicBezTo>
                    <a:pt x="2013" y="30"/>
                    <a:pt x="1935" y="0"/>
                    <a:pt x="1855"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0" name="Google Shape;29130;p153"/>
            <p:cNvSpPr/>
            <p:nvPr/>
          </p:nvSpPr>
          <p:spPr>
            <a:xfrm>
              <a:off x="1282748" y="3045943"/>
              <a:ext cx="63564" cy="67435"/>
            </a:xfrm>
            <a:custGeom>
              <a:rect b="b" l="l" r="r" t="t"/>
              <a:pathLst>
                <a:path extrusionOk="0" h="2073" w="1954">
                  <a:moveTo>
                    <a:pt x="1834" y="0"/>
                  </a:moveTo>
                  <a:lnTo>
                    <a:pt x="0" y="1858"/>
                  </a:lnTo>
                  <a:lnTo>
                    <a:pt x="191" y="2072"/>
                  </a:lnTo>
                  <a:lnTo>
                    <a:pt x="1834" y="429"/>
                  </a:lnTo>
                  <a:cubicBezTo>
                    <a:pt x="1953" y="310"/>
                    <a:pt x="1953" y="95"/>
                    <a:pt x="183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1" name="Google Shape;29131;p153"/>
            <p:cNvSpPr/>
            <p:nvPr/>
          </p:nvSpPr>
          <p:spPr>
            <a:xfrm>
              <a:off x="1028656" y="3284551"/>
              <a:ext cx="75958" cy="75144"/>
            </a:xfrm>
            <a:custGeom>
              <a:rect b="b" l="l" r="r" t="t"/>
              <a:pathLst>
                <a:path extrusionOk="0" h="2310" w="2335">
                  <a:moveTo>
                    <a:pt x="1024" y="0"/>
                  </a:moveTo>
                  <a:lnTo>
                    <a:pt x="0" y="1000"/>
                  </a:lnTo>
                  <a:lnTo>
                    <a:pt x="1310" y="2310"/>
                  </a:lnTo>
                  <a:lnTo>
                    <a:pt x="2334" y="1310"/>
                  </a:lnTo>
                  <a:lnTo>
                    <a:pt x="1024"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2" name="Google Shape;29132;p153"/>
            <p:cNvSpPr/>
            <p:nvPr/>
          </p:nvSpPr>
          <p:spPr>
            <a:xfrm>
              <a:off x="1050354" y="3305435"/>
              <a:ext cx="54260" cy="54260"/>
            </a:xfrm>
            <a:custGeom>
              <a:rect b="b" l="l" r="r" t="t"/>
              <a:pathLst>
                <a:path extrusionOk="0" h="1668" w="1668">
                  <a:moveTo>
                    <a:pt x="1000" y="1"/>
                  </a:moveTo>
                  <a:lnTo>
                    <a:pt x="0" y="1025"/>
                  </a:lnTo>
                  <a:lnTo>
                    <a:pt x="643" y="1668"/>
                  </a:lnTo>
                  <a:lnTo>
                    <a:pt x="1667" y="668"/>
                  </a:lnTo>
                  <a:lnTo>
                    <a:pt x="1000"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3" name="Google Shape;29133;p153"/>
            <p:cNvSpPr/>
            <p:nvPr/>
          </p:nvSpPr>
          <p:spPr>
            <a:xfrm>
              <a:off x="1227740" y="3084849"/>
              <a:ext cx="75958" cy="74982"/>
            </a:xfrm>
            <a:custGeom>
              <a:rect b="b" l="l" r="r" t="t"/>
              <a:pathLst>
                <a:path extrusionOk="0" h="2305" w="2335">
                  <a:moveTo>
                    <a:pt x="1108" y="1"/>
                  </a:moveTo>
                  <a:cubicBezTo>
                    <a:pt x="1025" y="1"/>
                    <a:pt x="941" y="31"/>
                    <a:pt x="882" y="90"/>
                  </a:cubicBezTo>
                  <a:lnTo>
                    <a:pt x="1" y="995"/>
                  </a:lnTo>
                  <a:lnTo>
                    <a:pt x="1310" y="2305"/>
                  </a:lnTo>
                  <a:lnTo>
                    <a:pt x="2192" y="1400"/>
                  </a:lnTo>
                  <a:cubicBezTo>
                    <a:pt x="2334" y="1305"/>
                    <a:pt x="2334" y="1138"/>
                    <a:pt x="2215" y="995"/>
                  </a:cubicBezTo>
                  <a:lnTo>
                    <a:pt x="1334" y="90"/>
                  </a:lnTo>
                  <a:cubicBezTo>
                    <a:pt x="1275" y="31"/>
                    <a:pt x="1191" y="1"/>
                    <a:pt x="1108"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4" name="Google Shape;29134;p153"/>
            <p:cNvSpPr/>
            <p:nvPr/>
          </p:nvSpPr>
          <p:spPr>
            <a:xfrm>
              <a:off x="1249437" y="3102480"/>
              <a:ext cx="54260" cy="57350"/>
            </a:xfrm>
            <a:custGeom>
              <a:rect b="b" l="l" r="r" t="t"/>
              <a:pathLst>
                <a:path extrusionOk="0" h="1763" w="1668">
                  <a:moveTo>
                    <a:pt x="1120" y="1"/>
                  </a:moveTo>
                  <a:lnTo>
                    <a:pt x="0" y="1096"/>
                  </a:lnTo>
                  <a:cubicBezTo>
                    <a:pt x="667" y="1763"/>
                    <a:pt x="643" y="1691"/>
                    <a:pt x="667" y="1763"/>
                  </a:cubicBezTo>
                  <a:lnTo>
                    <a:pt x="1548" y="858"/>
                  </a:lnTo>
                  <a:cubicBezTo>
                    <a:pt x="1667" y="763"/>
                    <a:pt x="1667" y="596"/>
                    <a:pt x="1548" y="453"/>
                  </a:cubicBezTo>
                  <a:lnTo>
                    <a:pt x="1120"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5" name="Google Shape;29135;p153"/>
            <p:cNvSpPr/>
            <p:nvPr/>
          </p:nvSpPr>
          <p:spPr>
            <a:xfrm>
              <a:off x="999997" y="3300230"/>
              <a:ext cx="89100" cy="87180"/>
            </a:xfrm>
            <a:custGeom>
              <a:rect b="b" l="l" r="r" t="t"/>
              <a:pathLst>
                <a:path extrusionOk="0" h="2680" w="2739">
                  <a:moveTo>
                    <a:pt x="334" y="0"/>
                  </a:moveTo>
                  <a:cubicBezTo>
                    <a:pt x="256" y="0"/>
                    <a:pt x="179" y="30"/>
                    <a:pt x="119" y="90"/>
                  </a:cubicBezTo>
                  <a:cubicBezTo>
                    <a:pt x="0" y="209"/>
                    <a:pt x="0" y="399"/>
                    <a:pt x="119" y="518"/>
                  </a:cubicBezTo>
                  <a:lnTo>
                    <a:pt x="2167" y="2590"/>
                  </a:lnTo>
                  <a:cubicBezTo>
                    <a:pt x="2227" y="2650"/>
                    <a:pt x="2310" y="2679"/>
                    <a:pt x="2394" y="2679"/>
                  </a:cubicBezTo>
                  <a:cubicBezTo>
                    <a:pt x="2477" y="2679"/>
                    <a:pt x="2560" y="2650"/>
                    <a:pt x="2620" y="2590"/>
                  </a:cubicBezTo>
                  <a:cubicBezTo>
                    <a:pt x="2739" y="2471"/>
                    <a:pt x="2739" y="2257"/>
                    <a:pt x="2620" y="2138"/>
                  </a:cubicBezTo>
                  <a:lnTo>
                    <a:pt x="548" y="90"/>
                  </a:lnTo>
                  <a:cubicBezTo>
                    <a:pt x="488" y="30"/>
                    <a:pt x="411" y="0"/>
                    <a:pt x="334"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6" name="Google Shape;29136;p153"/>
            <p:cNvSpPr/>
            <p:nvPr/>
          </p:nvSpPr>
          <p:spPr>
            <a:xfrm>
              <a:off x="1037179" y="3336436"/>
              <a:ext cx="51918" cy="50975"/>
            </a:xfrm>
            <a:custGeom>
              <a:rect b="b" l="l" r="r" t="t"/>
              <a:pathLst>
                <a:path extrusionOk="0" h="1567" w="1596">
                  <a:moveTo>
                    <a:pt x="453" y="1"/>
                  </a:moveTo>
                  <a:lnTo>
                    <a:pt x="0" y="453"/>
                  </a:lnTo>
                  <a:lnTo>
                    <a:pt x="1024" y="1477"/>
                  </a:lnTo>
                  <a:cubicBezTo>
                    <a:pt x="1084" y="1537"/>
                    <a:pt x="1167" y="1566"/>
                    <a:pt x="1251" y="1566"/>
                  </a:cubicBezTo>
                  <a:cubicBezTo>
                    <a:pt x="1334" y="1566"/>
                    <a:pt x="1417" y="1537"/>
                    <a:pt x="1477" y="1477"/>
                  </a:cubicBezTo>
                  <a:cubicBezTo>
                    <a:pt x="1596" y="1358"/>
                    <a:pt x="1596" y="1144"/>
                    <a:pt x="1477" y="1025"/>
                  </a:cubicBezTo>
                  <a:lnTo>
                    <a:pt x="453"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7" name="Google Shape;29137;p153"/>
            <p:cNvSpPr/>
            <p:nvPr/>
          </p:nvSpPr>
          <p:spPr>
            <a:xfrm>
              <a:off x="1042579" y="3104627"/>
              <a:ext cx="245634" cy="241926"/>
            </a:xfrm>
            <a:custGeom>
              <a:rect b="b" l="l" r="r" t="t"/>
              <a:pathLst>
                <a:path extrusionOk="0" h="7437" w="7551">
                  <a:moveTo>
                    <a:pt x="4916" y="0"/>
                  </a:moveTo>
                  <a:cubicBezTo>
                    <a:pt x="4573" y="0"/>
                    <a:pt x="4228" y="137"/>
                    <a:pt x="3954" y="411"/>
                  </a:cubicBezTo>
                  <a:lnTo>
                    <a:pt x="1" y="4364"/>
                  </a:lnTo>
                  <a:lnTo>
                    <a:pt x="3073" y="7436"/>
                  </a:lnTo>
                  <a:lnTo>
                    <a:pt x="6669" y="3840"/>
                  </a:lnTo>
                  <a:lnTo>
                    <a:pt x="7122" y="3388"/>
                  </a:lnTo>
                  <a:cubicBezTo>
                    <a:pt x="7550" y="2888"/>
                    <a:pt x="7526" y="2078"/>
                    <a:pt x="7026" y="1578"/>
                  </a:cubicBezTo>
                  <a:lnTo>
                    <a:pt x="5859" y="411"/>
                  </a:lnTo>
                  <a:cubicBezTo>
                    <a:pt x="5597" y="137"/>
                    <a:pt x="5258" y="0"/>
                    <a:pt x="4916"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8" name="Google Shape;29138;p153"/>
            <p:cNvSpPr/>
            <p:nvPr/>
          </p:nvSpPr>
          <p:spPr>
            <a:xfrm>
              <a:off x="1092187" y="3136572"/>
              <a:ext cx="196026" cy="209981"/>
            </a:xfrm>
            <a:custGeom>
              <a:rect b="b" l="l" r="r" t="t"/>
              <a:pathLst>
                <a:path extrusionOk="0" h="6455" w="6026">
                  <a:moveTo>
                    <a:pt x="4906" y="0"/>
                  </a:moveTo>
                  <a:lnTo>
                    <a:pt x="0" y="4906"/>
                  </a:lnTo>
                  <a:lnTo>
                    <a:pt x="1548" y="6454"/>
                  </a:lnTo>
                  <a:lnTo>
                    <a:pt x="5144" y="2858"/>
                  </a:lnTo>
                  <a:lnTo>
                    <a:pt x="5597" y="2406"/>
                  </a:lnTo>
                  <a:cubicBezTo>
                    <a:pt x="6025" y="1906"/>
                    <a:pt x="6001" y="1096"/>
                    <a:pt x="5501" y="596"/>
                  </a:cubicBezTo>
                  <a:lnTo>
                    <a:pt x="4906"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9" name="Google Shape;29139;p153"/>
            <p:cNvSpPr/>
            <p:nvPr/>
          </p:nvSpPr>
          <p:spPr>
            <a:xfrm>
              <a:off x="1109233" y="3104627"/>
              <a:ext cx="178980" cy="175304"/>
            </a:xfrm>
            <a:custGeom>
              <a:rect b="b" l="l" r="r" t="t"/>
              <a:pathLst>
                <a:path extrusionOk="0" h="5389" w="5502">
                  <a:moveTo>
                    <a:pt x="2867" y="0"/>
                  </a:moveTo>
                  <a:cubicBezTo>
                    <a:pt x="2524" y="0"/>
                    <a:pt x="2179" y="137"/>
                    <a:pt x="1905" y="411"/>
                  </a:cubicBezTo>
                  <a:lnTo>
                    <a:pt x="0" y="2316"/>
                  </a:lnTo>
                  <a:lnTo>
                    <a:pt x="3072" y="5388"/>
                  </a:lnTo>
                  <a:lnTo>
                    <a:pt x="4977" y="3483"/>
                  </a:lnTo>
                  <a:cubicBezTo>
                    <a:pt x="5501" y="2935"/>
                    <a:pt x="5501" y="2078"/>
                    <a:pt x="4977" y="1578"/>
                  </a:cubicBezTo>
                  <a:lnTo>
                    <a:pt x="3810" y="411"/>
                  </a:lnTo>
                  <a:cubicBezTo>
                    <a:pt x="3548" y="137"/>
                    <a:pt x="3209" y="0"/>
                    <a:pt x="286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0" name="Google Shape;29140;p153"/>
            <p:cNvSpPr/>
            <p:nvPr/>
          </p:nvSpPr>
          <p:spPr>
            <a:xfrm>
              <a:off x="1160772" y="3137754"/>
              <a:ext cx="129404" cy="143360"/>
            </a:xfrm>
            <a:custGeom>
              <a:rect b="b" l="l" r="r" t="t"/>
              <a:pathLst>
                <a:path extrusionOk="0" h="4407" w="3978">
                  <a:moveTo>
                    <a:pt x="2858" y="1"/>
                  </a:moveTo>
                  <a:lnTo>
                    <a:pt x="0" y="2882"/>
                  </a:lnTo>
                  <a:lnTo>
                    <a:pt x="1548" y="4406"/>
                  </a:lnTo>
                  <a:lnTo>
                    <a:pt x="3453" y="2525"/>
                  </a:lnTo>
                  <a:cubicBezTo>
                    <a:pt x="3953" y="2001"/>
                    <a:pt x="3977" y="1215"/>
                    <a:pt x="3501" y="667"/>
                  </a:cubicBezTo>
                  <a:lnTo>
                    <a:pt x="2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1" name="Google Shape;29141;p153"/>
            <p:cNvSpPr/>
            <p:nvPr/>
          </p:nvSpPr>
          <p:spPr>
            <a:xfrm>
              <a:off x="1019353" y="3232828"/>
              <a:ext cx="136366" cy="135195"/>
            </a:xfrm>
            <a:custGeom>
              <a:rect b="b" l="l" r="r" t="t"/>
              <a:pathLst>
                <a:path extrusionOk="0" h="4156" w="4192">
                  <a:moveTo>
                    <a:pt x="346" y="0"/>
                  </a:moveTo>
                  <a:cubicBezTo>
                    <a:pt x="262" y="0"/>
                    <a:pt x="179" y="30"/>
                    <a:pt x="120" y="90"/>
                  </a:cubicBezTo>
                  <a:cubicBezTo>
                    <a:pt x="1" y="209"/>
                    <a:pt x="1" y="423"/>
                    <a:pt x="120" y="542"/>
                  </a:cubicBezTo>
                  <a:lnTo>
                    <a:pt x="3620" y="4067"/>
                  </a:lnTo>
                  <a:cubicBezTo>
                    <a:pt x="3680" y="4126"/>
                    <a:pt x="3763" y="4156"/>
                    <a:pt x="3847" y="4156"/>
                  </a:cubicBezTo>
                  <a:cubicBezTo>
                    <a:pt x="3930" y="4156"/>
                    <a:pt x="4013" y="4126"/>
                    <a:pt x="4073" y="4067"/>
                  </a:cubicBezTo>
                  <a:cubicBezTo>
                    <a:pt x="4192" y="3948"/>
                    <a:pt x="4192" y="3733"/>
                    <a:pt x="4073" y="3614"/>
                  </a:cubicBezTo>
                  <a:lnTo>
                    <a:pt x="572" y="90"/>
                  </a:lnTo>
                  <a:cubicBezTo>
                    <a:pt x="513" y="30"/>
                    <a:pt x="429" y="0"/>
                    <a:pt x="346"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2" name="Google Shape;29142;p153"/>
            <p:cNvSpPr/>
            <p:nvPr/>
          </p:nvSpPr>
          <p:spPr>
            <a:xfrm>
              <a:off x="1080542" y="3293041"/>
              <a:ext cx="79113" cy="75047"/>
            </a:xfrm>
            <a:custGeom>
              <a:rect b="b" l="l" r="r" t="t"/>
              <a:pathLst>
                <a:path extrusionOk="0" h="2307" w="2432">
                  <a:moveTo>
                    <a:pt x="430" y="1"/>
                  </a:moveTo>
                  <a:lnTo>
                    <a:pt x="1" y="453"/>
                  </a:lnTo>
                  <a:lnTo>
                    <a:pt x="1739" y="2216"/>
                  </a:lnTo>
                  <a:cubicBezTo>
                    <a:pt x="1809" y="2280"/>
                    <a:pt x="1885" y="2307"/>
                    <a:pt x="1959" y="2307"/>
                  </a:cubicBezTo>
                  <a:cubicBezTo>
                    <a:pt x="2214" y="2307"/>
                    <a:pt x="2432" y="1985"/>
                    <a:pt x="2192" y="1763"/>
                  </a:cubicBezTo>
                  <a:lnTo>
                    <a:pt x="43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3" name="Google Shape;29143;p153"/>
            <p:cNvSpPr/>
            <p:nvPr/>
          </p:nvSpPr>
          <p:spPr>
            <a:xfrm>
              <a:off x="1233172" y="3190214"/>
              <a:ext cx="39524" cy="39361"/>
            </a:xfrm>
            <a:custGeom>
              <a:rect b="b" l="l" r="r" t="t"/>
              <a:pathLst>
                <a:path extrusionOk="0" h="1210" w="1215">
                  <a:moveTo>
                    <a:pt x="346" y="1"/>
                  </a:moveTo>
                  <a:cubicBezTo>
                    <a:pt x="262" y="1"/>
                    <a:pt x="179" y="30"/>
                    <a:pt x="119" y="90"/>
                  </a:cubicBezTo>
                  <a:cubicBezTo>
                    <a:pt x="0" y="209"/>
                    <a:pt x="0" y="423"/>
                    <a:pt x="119" y="542"/>
                  </a:cubicBezTo>
                  <a:lnTo>
                    <a:pt x="786" y="1209"/>
                  </a:lnTo>
                  <a:lnTo>
                    <a:pt x="1215" y="757"/>
                  </a:lnTo>
                  <a:lnTo>
                    <a:pt x="572" y="90"/>
                  </a:lnTo>
                  <a:cubicBezTo>
                    <a:pt x="512" y="30"/>
                    <a:pt x="429" y="1"/>
                    <a:pt x="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4" name="Google Shape;29144;p153"/>
            <p:cNvSpPr/>
            <p:nvPr/>
          </p:nvSpPr>
          <p:spPr>
            <a:xfrm>
              <a:off x="1205294" y="3219654"/>
              <a:ext cx="39524" cy="38581"/>
            </a:xfrm>
            <a:custGeom>
              <a:rect b="b" l="l" r="r" t="t"/>
              <a:pathLst>
                <a:path extrusionOk="0" h="1186" w="1215">
                  <a:moveTo>
                    <a:pt x="345" y="1"/>
                  </a:moveTo>
                  <a:cubicBezTo>
                    <a:pt x="262" y="1"/>
                    <a:pt x="179" y="30"/>
                    <a:pt x="119" y="90"/>
                  </a:cubicBezTo>
                  <a:cubicBezTo>
                    <a:pt x="0" y="209"/>
                    <a:pt x="0" y="423"/>
                    <a:pt x="119" y="542"/>
                  </a:cubicBezTo>
                  <a:lnTo>
                    <a:pt x="762" y="1185"/>
                  </a:lnTo>
                  <a:lnTo>
                    <a:pt x="1215" y="733"/>
                  </a:lnTo>
                  <a:lnTo>
                    <a:pt x="572" y="90"/>
                  </a:lnTo>
                  <a:cubicBezTo>
                    <a:pt x="512" y="30"/>
                    <a:pt x="429" y="1"/>
                    <a:pt x="3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5" name="Google Shape;29145;p153"/>
            <p:cNvSpPr/>
            <p:nvPr/>
          </p:nvSpPr>
          <p:spPr>
            <a:xfrm>
              <a:off x="1177383" y="3247532"/>
              <a:ext cx="39556" cy="38581"/>
            </a:xfrm>
            <a:custGeom>
              <a:rect b="b" l="l" r="r" t="t"/>
              <a:pathLst>
                <a:path extrusionOk="0" h="1186" w="1216">
                  <a:moveTo>
                    <a:pt x="334" y="1"/>
                  </a:moveTo>
                  <a:cubicBezTo>
                    <a:pt x="257" y="1"/>
                    <a:pt x="179" y="31"/>
                    <a:pt x="120" y="90"/>
                  </a:cubicBezTo>
                  <a:cubicBezTo>
                    <a:pt x="1" y="209"/>
                    <a:pt x="1" y="424"/>
                    <a:pt x="120" y="543"/>
                  </a:cubicBezTo>
                  <a:lnTo>
                    <a:pt x="763" y="1186"/>
                  </a:lnTo>
                  <a:lnTo>
                    <a:pt x="1215" y="757"/>
                  </a:lnTo>
                  <a:lnTo>
                    <a:pt x="548" y="90"/>
                  </a:lnTo>
                  <a:cubicBezTo>
                    <a:pt x="489" y="31"/>
                    <a:pt x="411" y="1"/>
                    <a:pt x="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6" name="Google Shape;29146;p153"/>
            <p:cNvSpPr/>
            <p:nvPr/>
          </p:nvSpPr>
          <p:spPr>
            <a:xfrm>
              <a:off x="1147944" y="3276971"/>
              <a:ext cx="39556" cy="38581"/>
            </a:xfrm>
            <a:custGeom>
              <a:rect b="b" l="l" r="r" t="t"/>
              <a:pathLst>
                <a:path extrusionOk="0" h="1186" w="1216">
                  <a:moveTo>
                    <a:pt x="346" y="1"/>
                  </a:moveTo>
                  <a:cubicBezTo>
                    <a:pt x="263" y="1"/>
                    <a:pt x="179" y="31"/>
                    <a:pt x="120" y="90"/>
                  </a:cubicBezTo>
                  <a:cubicBezTo>
                    <a:pt x="1" y="209"/>
                    <a:pt x="1" y="400"/>
                    <a:pt x="120" y="519"/>
                  </a:cubicBezTo>
                  <a:lnTo>
                    <a:pt x="763" y="1186"/>
                  </a:lnTo>
                  <a:lnTo>
                    <a:pt x="1215" y="733"/>
                  </a:lnTo>
                  <a:lnTo>
                    <a:pt x="572" y="90"/>
                  </a:lnTo>
                  <a:cubicBezTo>
                    <a:pt x="513" y="31"/>
                    <a:pt x="429" y="1"/>
                    <a:pt x="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7" name="Google Shape;29147;p153"/>
          <p:cNvGrpSpPr/>
          <p:nvPr/>
        </p:nvGrpSpPr>
        <p:grpSpPr>
          <a:xfrm>
            <a:off x="1756840" y="2893511"/>
            <a:ext cx="347876" cy="337661"/>
            <a:chOff x="1756840" y="3045911"/>
            <a:chExt cx="347876" cy="337661"/>
          </a:xfrm>
        </p:grpSpPr>
        <p:sp>
          <p:nvSpPr>
            <p:cNvPr id="29148" name="Google Shape;29148;p153"/>
            <p:cNvSpPr/>
            <p:nvPr/>
          </p:nvSpPr>
          <p:spPr>
            <a:xfrm>
              <a:off x="1774667" y="3196980"/>
              <a:ext cx="88351" cy="86823"/>
            </a:xfrm>
            <a:custGeom>
              <a:rect b="b" l="l" r="r" t="t"/>
              <a:pathLst>
                <a:path extrusionOk="0" h="2669" w="2716">
                  <a:moveTo>
                    <a:pt x="1811" y="1"/>
                  </a:moveTo>
                  <a:lnTo>
                    <a:pt x="1" y="1025"/>
                  </a:lnTo>
                  <a:lnTo>
                    <a:pt x="882" y="2668"/>
                  </a:lnTo>
                  <a:lnTo>
                    <a:pt x="2716" y="1644"/>
                  </a:lnTo>
                  <a:lnTo>
                    <a:pt x="1811"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9" name="Google Shape;29149;p153"/>
            <p:cNvSpPr/>
            <p:nvPr/>
          </p:nvSpPr>
          <p:spPr>
            <a:xfrm>
              <a:off x="1789403" y="3224110"/>
              <a:ext cx="73615" cy="59693"/>
            </a:xfrm>
            <a:custGeom>
              <a:rect b="b" l="l" r="r" t="t"/>
              <a:pathLst>
                <a:path extrusionOk="0" h="1835" w="2263">
                  <a:moveTo>
                    <a:pt x="1810" y="0"/>
                  </a:moveTo>
                  <a:cubicBezTo>
                    <a:pt x="1596" y="120"/>
                    <a:pt x="167" y="905"/>
                    <a:pt x="0" y="1025"/>
                  </a:cubicBezTo>
                  <a:lnTo>
                    <a:pt x="429" y="1834"/>
                  </a:lnTo>
                  <a:cubicBezTo>
                    <a:pt x="643" y="1715"/>
                    <a:pt x="2024" y="953"/>
                    <a:pt x="2263" y="810"/>
                  </a:cubicBezTo>
                  <a:lnTo>
                    <a:pt x="181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0" name="Google Shape;29150;p153"/>
            <p:cNvSpPr/>
            <p:nvPr/>
          </p:nvSpPr>
          <p:spPr>
            <a:xfrm>
              <a:off x="1856024" y="3247337"/>
              <a:ext cx="92971" cy="136236"/>
            </a:xfrm>
            <a:custGeom>
              <a:rect b="b" l="l" r="r" t="t"/>
              <a:pathLst>
                <a:path extrusionOk="0" h="4188" w="2858">
                  <a:moveTo>
                    <a:pt x="2310" y="1"/>
                  </a:moveTo>
                  <a:lnTo>
                    <a:pt x="95" y="3740"/>
                  </a:lnTo>
                  <a:cubicBezTo>
                    <a:pt x="0" y="3883"/>
                    <a:pt x="48" y="4049"/>
                    <a:pt x="215" y="4145"/>
                  </a:cubicBezTo>
                  <a:cubicBezTo>
                    <a:pt x="259" y="4175"/>
                    <a:pt x="307" y="4188"/>
                    <a:pt x="353" y="4188"/>
                  </a:cubicBezTo>
                  <a:cubicBezTo>
                    <a:pt x="455" y="4188"/>
                    <a:pt x="554" y="4124"/>
                    <a:pt x="619" y="4026"/>
                  </a:cubicBezTo>
                  <a:lnTo>
                    <a:pt x="2858" y="311"/>
                  </a:lnTo>
                  <a:cubicBezTo>
                    <a:pt x="2644" y="239"/>
                    <a:pt x="2477" y="120"/>
                    <a:pt x="2310"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1" name="Google Shape;29151;p153"/>
            <p:cNvSpPr/>
            <p:nvPr/>
          </p:nvSpPr>
          <p:spPr>
            <a:xfrm>
              <a:off x="1968350" y="3246588"/>
              <a:ext cx="92223" cy="136984"/>
            </a:xfrm>
            <a:custGeom>
              <a:rect b="b" l="l" r="r" t="t"/>
              <a:pathLst>
                <a:path extrusionOk="0" h="4211" w="2835">
                  <a:moveTo>
                    <a:pt x="524" y="0"/>
                  </a:moveTo>
                  <a:cubicBezTo>
                    <a:pt x="381" y="143"/>
                    <a:pt x="191" y="262"/>
                    <a:pt x="0" y="334"/>
                  </a:cubicBezTo>
                  <a:lnTo>
                    <a:pt x="2191" y="4049"/>
                  </a:lnTo>
                  <a:cubicBezTo>
                    <a:pt x="2257" y="4147"/>
                    <a:pt x="2367" y="4211"/>
                    <a:pt x="2476" y="4211"/>
                  </a:cubicBezTo>
                  <a:cubicBezTo>
                    <a:pt x="2525" y="4211"/>
                    <a:pt x="2575" y="4198"/>
                    <a:pt x="2620" y="4168"/>
                  </a:cubicBezTo>
                  <a:cubicBezTo>
                    <a:pt x="2763" y="4072"/>
                    <a:pt x="2834" y="3882"/>
                    <a:pt x="2739" y="3715"/>
                  </a:cubicBezTo>
                  <a:lnTo>
                    <a:pt x="524"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2" name="Google Shape;29152;p153"/>
            <p:cNvSpPr/>
            <p:nvPr/>
          </p:nvSpPr>
          <p:spPr>
            <a:xfrm>
              <a:off x="1822713" y="3062208"/>
              <a:ext cx="262647" cy="203280"/>
            </a:xfrm>
            <a:custGeom>
              <a:rect b="b" l="l" r="r" t="t"/>
              <a:pathLst>
                <a:path extrusionOk="0" h="6249" w="8074">
                  <a:moveTo>
                    <a:pt x="6597" y="0"/>
                  </a:moveTo>
                  <a:lnTo>
                    <a:pt x="214" y="3501"/>
                  </a:lnTo>
                  <a:cubicBezTo>
                    <a:pt x="72" y="3596"/>
                    <a:pt x="0" y="3763"/>
                    <a:pt x="95" y="3906"/>
                  </a:cubicBezTo>
                  <a:lnTo>
                    <a:pt x="1286" y="6097"/>
                  </a:lnTo>
                  <a:cubicBezTo>
                    <a:pt x="1352" y="6195"/>
                    <a:pt x="1452" y="6249"/>
                    <a:pt x="1562" y="6249"/>
                  </a:cubicBezTo>
                  <a:cubicBezTo>
                    <a:pt x="1612" y="6249"/>
                    <a:pt x="1663" y="6238"/>
                    <a:pt x="1715" y="6216"/>
                  </a:cubicBezTo>
                  <a:lnTo>
                    <a:pt x="8073" y="2691"/>
                  </a:lnTo>
                  <a:lnTo>
                    <a:pt x="6597" y="0"/>
                  </a:ln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3" name="Google Shape;29153;p153"/>
            <p:cNvSpPr/>
            <p:nvPr/>
          </p:nvSpPr>
          <p:spPr>
            <a:xfrm>
              <a:off x="1845159" y="3107132"/>
              <a:ext cx="240202" cy="160243"/>
            </a:xfrm>
            <a:custGeom>
              <a:rect b="b" l="l" r="r" t="t"/>
              <a:pathLst>
                <a:path extrusionOk="0" h="4926" w="7384">
                  <a:moveTo>
                    <a:pt x="6645" y="1"/>
                  </a:moveTo>
                  <a:cubicBezTo>
                    <a:pt x="6502" y="96"/>
                    <a:pt x="120" y="3596"/>
                    <a:pt x="1" y="3668"/>
                  </a:cubicBezTo>
                  <a:cubicBezTo>
                    <a:pt x="549" y="4621"/>
                    <a:pt x="429" y="4406"/>
                    <a:pt x="596" y="4763"/>
                  </a:cubicBezTo>
                  <a:cubicBezTo>
                    <a:pt x="662" y="4861"/>
                    <a:pt x="760" y="4926"/>
                    <a:pt x="870" y="4926"/>
                  </a:cubicBezTo>
                  <a:cubicBezTo>
                    <a:pt x="920" y="4926"/>
                    <a:pt x="972" y="4912"/>
                    <a:pt x="1025" y="4882"/>
                  </a:cubicBezTo>
                  <a:cubicBezTo>
                    <a:pt x="1096" y="4835"/>
                    <a:pt x="7169" y="1501"/>
                    <a:pt x="7383" y="1382"/>
                  </a:cubicBezTo>
                  <a:lnTo>
                    <a:pt x="6645"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4" name="Google Shape;29154;p153"/>
            <p:cNvSpPr/>
            <p:nvPr/>
          </p:nvSpPr>
          <p:spPr>
            <a:xfrm>
              <a:off x="1756840" y="3223037"/>
              <a:ext cx="52731" cy="73453"/>
            </a:xfrm>
            <a:custGeom>
              <a:rect b="b" l="l" r="r" t="t"/>
              <a:pathLst>
                <a:path extrusionOk="0" h="2258" w="1621">
                  <a:moveTo>
                    <a:pt x="357" y="1"/>
                  </a:moveTo>
                  <a:cubicBezTo>
                    <a:pt x="308" y="1"/>
                    <a:pt x="259" y="11"/>
                    <a:pt x="215" y="33"/>
                  </a:cubicBezTo>
                  <a:cubicBezTo>
                    <a:pt x="72" y="129"/>
                    <a:pt x="1" y="319"/>
                    <a:pt x="96" y="462"/>
                  </a:cubicBezTo>
                  <a:lnTo>
                    <a:pt x="1001" y="2105"/>
                  </a:lnTo>
                  <a:cubicBezTo>
                    <a:pt x="1050" y="2204"/>
                    <a:pt x="1157" y="2257"/>
                    <a:pt x="1265" y="2257"/>
                  </a:cubicBezTo>
                  <a:cubicBezTo>
                    <a:pt x="1313" y="2257"/>
                    <a:pt x="1362" y="2247"/>
                    <a:pt x="1406" y="2224"/>
                  </a:cubicBezTo>
                  <a:cubicBezTo>
                    <a:pt x="1549" y="2129"/>
                    <a:pt x="1620" y="1939"/>
                    <a:pt x="1525" y="1796"/>
                  </a:cubicBezTo>
                  <a:lnTo>
                    <a:pt x="644" y="153"/>
                  </a:lnTo>
                  <a:cubicBezTo>
                    <a:pt x="578" y="54"/>
                    <a:pt x="467" y="1"/>
                    <a:pt x="357"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5" name="Google Shape;29155;p153"/>
            <p:cNvSpPr/>
            <p:nvPr/>
          </p:nvSpPr>
          <p:spPr>
            <a:xfrm>
              <a:off x="1774667" y="3255111"/>
              <a:ext cx="34905" cy="41378"/>
            </a:xfrm>
            <a:custGeom>
              <a:rect b="b" l="l" r="r" t="t"/>
              <a:pathLst>
                <a:path extrusionOk="0" h="1272" w="1073">
                  <a:moveTo>
                    <a:pt x="525" y="0"/>
                  </a:moveTo>
                  <a:cubicBezTo>
                    <a:pt x="406" y="72"/>
                    <a:pt x="525" y="0"/>
                    <a:pt x="1" y="310"/>
                  </a:cubicBezTo>
                  <a:lnTo>
                    <a:pt x="453" y="1119"/>
                  </a:lnTo>
                  <a:cubicBezTo>
                    <a:pt x="502" y="1218"/>
                    <a:pt x="609" y="1271"/>
                    <a:pt x="717" y="1271"/>
                  </a:cubicBezTo>
                  <a:cubicBezTo>
                    <a:pt x="765" y="1271"/>
                    <a:pt x="814" y="1261"/>
                    <a:pt x="858" y="1238"/>
                  </a:cubicBezTo>
                  <a:cubicBezTo>
                    <a:pt x="1001" y="1143"/>
                    <a:pt x="1072" y="953"/>
                    <a:pt x="977" y="810"/>
                  </a:cubicBezTo>
                  <a:lnTo>
                    <a:pt x="52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6" name="Google Shape;29156;p153"/>
            <p:cNvSpPr/>
            <p:nvPr/>
          </p:nvSpPr>
          <p:spPr>
            <a:xfrm>
              <a:off x="2029539" y="3045911"/>
              <a:ext cx="75177" cy="114994"/>
            </a:xfrm>
            <a:custGeom>
              <a:rect b="b" l="l" r="r" t="t"/>
              <a:pathLst>
                <a:path extrusionOk="0" h="3535" w="2311">
                  <a:moveTo>
                    <a:pt x="360" y="0"/>
                  </a:moveTo>
                  <a:cubicBezTo>
                    <a:pt x="306" y="0"/>
                    <a:pt x="248" y="16"/>
                    <a:pt x="191" y="49"/>
                  </a:cubicBezTo>
                  <a:cubicBezTo>
                    <a:pt x="48" y="120"/>
                    <a:pt x="1" y="311"/>
                    <a:pt x="72" y="454"/>
                  </a:cubicBezTo>
                  <a:lnTo>
                    <a:pt x="1691" y="3383"/>
                  </a:lnTo>
                  <a:cubicBezTo>
                    <a:pt x="1724" y="3481"/>
                    <a:pt x="1837" y="3535"/>
                    <a:pt x="1950" y="3535"/>
                  </a:cubicBezTo>
                  <a:cubicBezTo>
                    <a:pt x="2001" y="3535"/>
                    <a:pt x="2052" y="3524"/>
                    <a:pt x="2096" y="3502"/>
                  </a:cubicBezTo>
                  <a:cubicBezTo>
                    <a:pt x="2263" y="3407"/>
                    <a:pt x="2311" y="3216"/>
                    <a:pt x="2215" y="3073"/>
                  </a:cubicBezTo>
                  <a:lnTo>
                    <a:pt x="620" y="168"/>
                  </a:lnTo>
                  <a:cubicBezTo>
                    <a:pt x="557" y="58"/>
                    <a:pt x="464" y="0"/>
                    <a:pt x="36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7" name="Google Shape;29157;p153"/>
            <p:cNvSpPr/>
            <p:nvPr/>
          </p:nvSpPr>
          <p:spPr>
            <a:xfrm>
              <a:off x="2058198" y="3098609"/>
              <a:ext cx="46518" cy="62295"/>
            </a:xfrm>
            <a:custGeom>
              <a:rect b="b" l="l" r="r" t="t"/>
              <a:pathLst>
                <a:path extrusionOk="0" h="1915" w="1430">
                  <a:moveTo>
                    <a:pt x="548" y="1"/>
                  </a:moveTo>
                  <a:cubicBezTo>
                    <a:pt x="25" y="286"/>
                    <a:pt x="120" y="239"/>
                    <a:pt x="1" y="286"/>
                  </a:cubicBezTo>
                  <a:cubicBezTo>
                    <a:pt x="96" y="453"/>
                    <a:pt x="715" y="1596"/>
                    <a:pt x="810" y="1763"/>
                  </a:cubicBezTo>
                  <a:cubicBezTo>
                    <a:pt x="876" y="1861"/>
                    <a:pt x="976" y="1915"/>
                    <a:pt x="1079" y="1915"/>
                  </a:cubicBezTo>
                  <a:cubicBezTo>
                    <a:pt x="1125" y="1915"/>
                    <a:pt x="1171" y="1904"/>
                    <a:pt x="1215" y="1882"/>
                  </a:cubicBezTo>
                  <a:cubicBezTo>
                    <a:pt x="1382" y="1787"/>
                    <a:pt x="1430" y="1596"/>
                    <a:pt x="1334" y="1453"/>
                  </a:cubicBezTo>
                  <a:lnTo>
                    <a:pt x="54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8" name="Google Shape;29158;p153"/>
            <p:cNvSpPr/>
            <p:nvPr/>
          </p:nvSpPr>
          <p:spPr>
            <a:xfrm>
              <a:off x="1917994" y="3180715"/>
              <a:ext cx="81358" cy="81390"/>
            </a:xfrm>
            <a:custGeom>
              <a:rect b="b" l="l" r="r" t="t"/>
              <a:pathLst>
                <a:path extrusionOk="0" h="2502" w="2501">
                  <a:moveTo>
                    <a:pt x="1239" y="1"/>
                  </a:moveTo>
                  <a:cubicBezTo>
                    <a:pt x="572" y="1"/>
                    <a:pt x="0" y="572"/>
                    <a:pt x="0" y="1263"/>
                  </a:cubicBezTo>
                  <a:cubicBezTo>
                    <a:pt x="0" y="1930"/>
                    <a:pt x="572" y="2501"/>
                    <a:pt x="1239" y="2501"/>
                  </a:cubicBezTo>
                  <a:cubicBezTo>
                    <a:pt x="1929" y="2501"/>
                    <a:pt x="2501" y="1930"/>
                    <a:pt x="2501" y="1263"/>
                  </a:cubicBezTo>
                  <a:cubicBezTo>
                    <a:pt x="2501" y="572"/>
                    <a:pt x="1929" y="1"/>
                    <a:pt x="123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9" name="Google Shape;29159;p153"/>
            <p:cNvSpPr/>
            <p:nvPr/>
          </p:nvSpPr>
          <p:spPr>
            <a:xfrm>
              <a:off x="1957485" y="3180715"/>
              <a:ext cx="41118" cy="81390"/>
            </a:xfrm>
            <a:custGeom>
              <a:rect b="b" l="l" r="r" t="t"/>
              <a:pathLst>
                <a:path extrusionOk="0" h="2502" w="1264">
                  <a:moveTo>
                    <a:pt x="1" y="1"/>
                  </a:moveTo>
                  <a:lnTo>
                    <a:pt x="1" y="2501"/>
                  </a:lnTo>
                  <a:cubicBezTo>
                    <a:pt x="692" y="2501"/>
                    <a:pt x="1239" y="1930"/>
                    <a:pt x="1239" y="1263"/>
                  </a:cubicBezTo>
                  <a:cubicBezTo>
                    <a:pt x="1263" y="572"/>
                    <a:pt x="715" y="1"/>
                    <a:pt x="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0" name="Google Shape;29160;p153"/>
            <p:cNvSpPr/>
            <p:nvPr/>
          </p:nvSpPr>
          <p:spPr>
            <a:xfrm>
              <a:off x="1938130" y="3200884"/>
              <a:ext cx="41085" cy="41085"/>
            </a:xfrm>
            <a:custGeom>
              <a:rect b="b" l="l" r="r" t="t"/>
              <a:pathLst>
                <a:path extrusionOk="0" h="1263" w="1263">
                  <a:moveTo>
                    <a:pt x="620" y="0"/>
                  </a:moveTo>
                  <a:cubicBezTo>
                    <a:pt x="262" y="0"/>
                    <a:pt x="1" y="262"/>
                    <a:pt x="1" y="619"/>
                  </a:cubicBezTo>
                  <a:cubicBezTo>
                    <a:pt x="1" y="1000"/>
                    <a:pt x="262" y="1262"/>
                    <a:pt x="620" y="1262"/>
                  </a:cubicBezTo>
                  <a:cubicBezTo>
                    <a:pt x="953" y="1262"/>
                    <a:pt x="1263" y="953"/>
                    <a:pt x="1263" y="619"/>
                  </a:cubicBezTo>
                  <a:cubicBezTo>
                    <a:pt x="1263" y="262"/>
                    <a:pt x="977" y="0"/>
                    <a:pt x="620"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1" name="Google Shape;29161;p153"/>
            <p:cNvSpPr/>
            <p:nvPr/>
          </p:nvSpPr>
          <p:spPr>
            <a:xfrm>
              <a:off x="1957485" y="3200884"/>
              <a:ext cx="20201" cy="41085"/>
            </a:xfrm>
            <a:custGeom>
              <a:rect b="b" l="l" r="r" t="t"/>
              <a:pathLst>
                <a:path extrusionOk="0" h="1263" w="621">
                  <a:moveTo>
                    <a:pt x="1" y="0"/>
                  </a:moveTo>
                  <a:lnTo>
                    <a:pt x="1" y="1262"/>
                  </a:lnTo>
                  <a:cubicBezTo>
                    <a:pt x="358" y="1262"/>
                    <a:pt x="620" y="1000"/>
                    <a:pt x="620" y="643"/>
                  </a:cubicBezTo>
                  <a:cubicBezTo>
                    <a:pt x="620" y="286"/>
                    <a:pt x="358" y="0"/>
                    <a:pt x="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2" name="Google Shape;29162;p153"/>
          <p:cNvGrpSpPr/>
          <p:nvPr/>
        </p:nvGrpSpPr>
        <p:grpSpPr>
          <a:xfrm>
            <a:off x="2510625" y="2891006"/>
            <a:ext cx="351747" cy="342931"/>
            <a:chOff x="2510625" y="3043406"/>
            <a:chExt cx="351747" cy="342931"/>
          </a:xfrm>
        </p:grpSpPr>
        <p:sp>
          <p:nvSpPr>
            <p:cNvPr id="29163" name="Google Shape;29163;p153"/>
            <p:cNvSpPr/>
            <p:nvPr/>
          </p:nvSpPr>
          <p:spPr>
            <a:xfrm>
              <a:off x="2510625" y="3229543"/>
              <a:ext cx="169676" cy="156795"/>
            </a:xfrm>
            <a:custGeom>
              <a:rect b="b" l="l" r="r" t="t"/>
              <a:pathLst>
                <a:path extrusionOk="0" h="4820" w="5216">
                  <a:moveTo>
                    <a:pt x="3358" y="0"/>
                  </a:moveTo>
                  <a:lnTo>
                    <a:pt x="119" y="3691"/>
                  </a:lnTo>
                  <a:cubicBezTo>
                    <a:pt x="0" y="3810"/>
                    <a:pt x="24" y="4001"/>
                    <a:pt x="143" y="4120"/>
                  </a:cubicBezTo>
                  <a:cubicBezTo>
                    <a:pt x="668" y="4590"/>
                    <a:pt x="1313" y="4819"/>
                    <a:pt x="1956" y="4819"/>
                  </a:cubicBezTo>
                  <a:cubicBezTo>
                    <a:pt x="2715" y="4819"/>
                    <a:pt x="3471" y="4500"/>
                    <a:pt x="4025" y="3882"/>
                  </a:cubicBezTo>
                  <a:lnTo>
                    <a:pt x="4882" y="2906"/>
                  </a:lnTo>
                  <a:cubicBezTo>
                    <a:pt x="4930" y="2858"/>
                    <a:pt x="4978" y="2763"/>
                    <a:pt x="4978" y="2667"/>
                  </a:cubicBezTo>
                  <a:lnTo>
                    <a:pt x="4906" y="1929"/>
                  </a:lnTo>
                  <a:lnTo>
                    <a:pt x="5216" y="1596"/>
                  </a:lnTo>
                  <a:lnTo>
                    <a:pt x="3358"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4" name="Google Shape;29164;p153"/>
            <p:cNvSpPr/>
            <p:nvPr/>
          </p:nvSpPr>
          <p:spPr>
            <a:xfrm>
              <a:off x="2550898" y="3262073"/>
              <a:ext cx="129404" cy="124265"/>
            </a:xfrm>
            <a:custGeom>
              <a:rect b="b" l="l" r="r" t="t"/>
              <a:pathLst>
                <a:path extrusionOk="0" h="3820" w="3978">
                  <a:moveTo>
                    <a:pt x="3287" y="0"/>
                  </a:moveTo>
                  <a:cubicBezTo>
                    <a:pt x="3240" y="72"/>
                    <a:pt x="48" y="3668"/>
                    <a:pt x="1" y="3715"/>
                  </a:cubicBezTo>
                  <a:cubicBezTo>
                    <a:pt x="246" y="3785"/>
                    <a:pt x="493" y="3820"/>
                    <a:pt x="739" y="3820"/>
                  </a:cubicBezTo>
                  <a:cubicBezTo>
                    <a:pt x="1495" y="3820"/>
                    <a:pt x="2230" y="3493"/>
                    <a:pt x="2787" y="2882"/>
                  </a:cubicBezTo>
                  <a:lnTo>
                    <a:pt x="3644" y="1906"/>
                  </a:lnTo>
                  <a:cubicBezTo>
                    <a:pt x="3692" y="1858"/>
                    <a:pt x="3740" y="1763"/>
                    <a:pt x="3740" y="1667"/>
                  </a:cubicBezTo>
                  <a:lnTo>
                    <a:pt x="3668" y="929"/>
                  </a:lnTo>
                  <a:cubicBezTo>
                    <a:pt x="3978" y="596"/>
                    <a:pt x="3930" y="620"/>
                    <a:pt x="3978" y="596"/>
                  </a:cubicBezTo>
                  <a:lnTo>
                    <a:pt x="3287"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5" name="Google Shape;29165;p153"/>
            <p:cNvSpPr/>
            <p:nvPr/>
          </p:nvSpPr>
          <p:spPr>
            <a:xfrm>
              <a:off x="2619080" y="3043406"/>
              <a:ext cx="243292" cy="248367"/>
            </a:xfrm>
            <a:custGeom>
              <a:rect b="b" l="l" r="r" t="t"/>
              <a:pathLst>
                <a:path extrusionOk="0" h="7635" w="7479">
                  <a:moveTo>
                    <a:pt x="5743" y="1238"/>
                  </a:moveTo>
                  <a:cubicBezTo>
                    <a:pt x="5816" y="1238"/>
                    <a:pt x="5890" y="1263"/>
                    <a:pt x="5954" y="1317"/>
                  </a:cubicBezTo>
                  <a:cubicBezTo>
                    <a:pt x="6073" y="1436"/>
                    <a:pt x="6097" y="1626"/>
                    <a:pt x="5978" y="1745"/>
                  </a:cubicBezTo>
                  <a:lnTo>
                    <a:pt x="4763" y="3150"/>
                  </a:lnTo>
                  <a:cubicBezTo>
                    <a:pt x="4698" y="3216"/>
                    <a:pt x="4611" y="3252"/>
                    <a:pt x="4522" y="3252"/>
                  </a:cubicBezTo>
                  <a:cubicBezTo>
                    <a:pt x="4449" y="3252"/>
                    <a:pt x="4375" y="3228"/>
                    <a:pt x="4311" y="3174"/>
                  </a:cubicBezTo>
                  <a:cubicBezTo>
                    <a:pt x="4192" y="3055"/>
                    <a:pt x="4168" y="2888"/>
                    <a:pt x="4287" y="2745"/>
                  </a:cubicBezTo>
                  <a:lnTo>
                    <a:pt x="5502" y="1340"/>
                  </a:lnTo>
                  <a:cubicBezTo>
                    <a:pt x="5567" y="1275"/>
                    <a:pt x="5654" y="1238"/>
                    <a:pt x="5743" y="1238"/>
                  </a:cubicBezTo>
                  <a:close/>
                  <a:moveTo>
                    <a:pt x="5782" y="0"/>
                  </a:moveTo>
                  <a:cubicBezTo>
                    <a:pt x="5350" y="0"/>
                    <a:pt x="4918" y="181"/>
                    <a:pt x="4620" y="531"/>
                  </a:cubicBezTo>
                  <a:lnTo>
                    <a:pt x="0" y="5770"/>
                  </a:lnTo>
                  <a:lnTo>
                    <a:pt x="2048" y="7556"/>
                  </a:lnTo>
                  <a:cubicBezTo>
                    <a:pt x="2102" y="7610"/>
                    <a:pt x="2175" y="7634"/>
                    <a:pt x="2250" y="7634"/>
                  </a:cubicBezTo>
                  <a:cubicBezTo>
                    <a:pt x="2341" y="7634"/>
                    <a:pt x="2436" y="7598"/>
                    <a:pt x="2501" y="7532"/>
                  </a:cubicBezTo>
                  <a:lnTo>
                    <a:pt x="6907" y="2531"/>
                  </a:lnTo>
                  <a:cubicBezTo>
                    <a:pt x="7478" y="1912"/>
                    <a:pt x="7407" y="959"/>
                    <a:pt x="6788" y="388"/>
                  </a:cubicBezTo>
                  <a:cubicBezTo>
                    <a:pt x="6505" y="127"/>
                    <a:pt x="6144" y="0"/>
                    <a:pt x="578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6" name="Google Shape;29166;p153"/>
            <p:cNvSpPr/>
            <p:nvPr/>
          </p:nvSpPr>
          <p:spPr>
            <a:xfrm>
              <a:off x="2656262" y="3055995"/>
              <a:ext cx="206110" cy="236526"/>
            </a:xfrm>
            <a:custGeom>
              <a:rect b="b" l="l" r="r" t="t"/>
              <a:pathLst>
                <a:path extrusionOk="0" h="7271" w="6336">
                  <a:moveTo>
                    <a:pt x="5645" y="1"/>
                  </a:moveTo>
                  <a:lnTo>
                    <a:pt x="4811" y="953"/>
                  </a:lnTo>
                  <a:cubicBezTo>
                    <a:pt x="4930" y="1072"/>
                    <a:pt x="4954" y="1239"/>
                    <a:pt x="4835" y="1382"/>
                  </a:cubicBezTo>
                  <a:lnTo>
                    <a:pt x="3620" y="2787"/>
                  </a:lnTo>
                  <a:cubicBezTo>
                    <a:pt x="3549" y="2858"/>
                    <a:pt x="3453" y="2904"/>
                    <a:pt x="3356" y="2904"/>
                  </a:cubicBezTo>
                  <a:cubicBezTo>
                    <a:pt x="3291" y="2904"/>
                    <a:pt x="3226" y="2883"/>
                    <a:pt x="3168" y="2835"/>
                  </a:cubicBezTo>
                  <a:cubicBezTo>
                    <a:pt x="3144" y="2858"/>
                    <a:pt x="72" y="6335"/>
                    <a:pt x="1" y="6407"/>
                  </a:cubicBezTo>
                  <a:cubicBezTo>
                    <a:pt x="763" y="7050"/>
                    <a:pt x="596" y="6931"/>
                    <a:pt x="929" y="7193"/>
                  </a:cubicBezTo>
                  <a:cubicBezTo>
                    <a:pt x="983" y="7246"/>
                    <a:pt x="1056" y="7271"/>
                    <a:pt x="1131" y="7271"/>
                  </a:cubicBezTo>
                  <a:cubicBezTo>
                    <a:pt x="1222" y="7271"/>
                    <a:pt x="1316" y="7234"/>
                    <a:pt x="1382" y="7169"/>
                  </a:cubicBezTo>
                  <a:lnTo>
                    <a:pt x="5787" y="2168"/>
                  </a:lnTo>
                  <a:cubicBezTo>
                    <a:pt x="6335" y="1525"/>
                    <a:pt x="6264" y="572"/>
                    <a:pt x="564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7" name="Google Shape;29167;p153"/>
          <p:cNvGrpSpPr/>
          <p:nvPr/>
        </p:nvGrpSpPr>
        <p:grpSpPr>
          <a:xfrm>
            <a:off x="3284547" y="2890160"/>
            <a:ext cx="302919" cy="344265"/>
            <a:chOff x="3284547" y="3042560"/>
            <a:chExt cx="302919" cy="344265"/>
          </a:xfrm>
        </p:grpSpPr>
        <p:sp>
          <p:nvSpPr>
            <p:cNvPr id="29168" name="Google Shape;29168;p153"/>
            <p:cNvSpPr/>
            <p:nvPr/>
          </p:nvSpPr>
          <p:spPr>
            <a:xfrm>
              <a:off x="3393750" y="3042560"/>
              <a:ext cx="182884" cy="145962"/>
            </a:xfrm>
            <a:custGeom>
              <a:rect b="b" l="l" r="r" t="t"/>
              <a:pathLst>
                <a:path extrusionOk="0" h="4487" w="5622">
                  <a:moveTo>
                    <a:pt x="3758" y="1"/>
                  </a:moveTo>
                  <a:cubicBezTo>
                    <a:pt x="2912" y="1"/>
                    <a:pt x="2137" y="709"/>
                    <a:pt x="2192" y="1652"/>
                  </a:cubicBezTo>
                  <a:lnTo>
                    <a:pt x="1" y="4486"/>
                  </a:lnTo>
                  <a:lnTo>
                    <a:pt x="3668" y="4486"/>
                  </a:lnTo>
                  <a:lnTo>
                    <a:pt x="4383" y="2962"/>
                  </a:lnTo>
                  <a:cubicBezTo>
                    <a:pt x="5502" y="2462"/>
                    <a:pt x="5621" y="890"/>
                    <a:pt x="4550" y="223"/>
                  </a:cubicBezTo>
                  <a:cubicBezTo>
                    <a:pt x="4294" y="70"/>
                    <a:pt x="4022" y="1"/>
                    <a:pt x="375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9" name="Google Shape;29169;p153"/>
            <p:cNvSpPr/>
            <p:nvPr/>
          </p:nvSpPr>
          <p:spPr>
            <a:xfrm>
              <a:off x="3455752" y="3049814"/>
              <a:ext cx="120881" cy="138708"/>
            </a:xfrm>
            <a:custGeom>
              <a:rect b="b" l="l" r="r" t="t"/>
              <a:pathLst>
                <a:path extrusionOk="0" h="4264" w="3716">
                  <a:moveTo>
                    <a:pt x="2644" y="0"/>
                  </a:moveTo>
                  <a:lnTo>
                    <a:pt x="0" y="4263"/>
                  </a:lnTo>
                  <a:lnTo>
                    <a:pt x="1715" y="4263"/>
                  </a:lnTo>
                  <a:lnTo>
                    <a:pt x="2429" y="2739"/>
                  </a:lnTo>
                  <a:cubicBezTo>
                    <a:pt x="3596" y="2239"/>
                    <a:pt x="3715" y="667"/>
                    <a:pt x="26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0" name="Google Shape;29170;p153"/>
            <p:cNvSpPr/>
            <p:nvPr/>
          </p:nvSpPr>
          <p:spPr>
            <a:xfrm>
              <a:off x="3284547" y="3184586"/>
              <a:ext cx="302919" cy="144140"/>
            </a:xfrm>
            <a:custGeom>
              <a:rect b="b" l="l" r="r" t="t"/>
              <a:pathLst>
                <a:path extrusionOk="0" h="4431" w="9312">
                  <a:moveTo>
                    <a:pt x="286" y="1"/>
                  </a:moveTo>
                  <a:cubicBezTo>
                    <a:pt x="119" y="1"/>
                    <a:pt x="0" y="144"/>
                    <a:pt x="0" y="311"/>
                  </a:cubicBezTo>
                  <a:lnTo>
                    <a:pt x="0" y="1763"/>
                  </a:lnTo>
                  <a:cubicBezTo>
                    <a:pt x="0" y="2882"/>
                    <a:pt x="595" y="3883"/>
                    <a:pt x="1453" y="4430"/>
                  </a:cubicBezTo>
                  <a:lnTo>
                    <a:pt x="7859" y="4430"/>
                  </a:lnTo>
                  <a:cubicBezTo>
                    <a:pt x="8740" y="3883"/>
                    <a:pt x="9312" y="2859"/>
                    <a:pt x="9312" y="1763"/>
                  </a:cubicBezTo>
                  <a:lnTo>
                    <a:pt x="9312" y="311"/>
                  </a:lnTo>
                  <a:cubicBezTo>
                    <a:pt x="9288" y="144"/>
                    <a:pt x="9121" y="1"/>
                    <a:pt x="8978"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1" name="Google Shape;29171;p153"/>
            <p:cNvSpPr/>
            <p:nvPr/>
          </p:nvSpPr>
          <p:spPr>
            <a:xfrm>
              <a:off x="3434835" y="3184586"/>
              <a:ext cx="151850" cy="145702"/>
            </a:xfrm>
            <a:custGeom>
              <a:rect b="b" l="l" r="r" t="t"/>
              <a:pathLst>
                <a:path extrusionOk="0" h="4479" w="4668">
                  <a:moveTo>
                    <a:pt x="0" y="1"/>
                  </a:moveTo>
                  <a:lnTo>
                    <a:pt x="0" y="4478"/>
                  </a:lnTo>
                  <a:lnTo>
                    <a:pt x="3191" y="4478"/>
                  </a:lnTo>
                  <a:cubicBezTo>
                    <a:pt x="4096" y="3907"/>
                    <a:pt x="4644" y="2882"/>
                    <a:pt x="4644" y="1787"/>
                  </a:cubicBezTo>
                  <a:lnTo>
                    <a:pt x="4644" y="334"/>
                  </a:lnTo>
                  <a:cubicBezTo>
                    <a:pt x="4668" y="144"/>
                    <a:pt x="4501" y="1"/>
                    <a:pt x="4358"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2" name="Google Shape;29172;p153"/>
            <p:cNvSpPr/>
            <p:nvPr/>
          </p:nvSpPr>
          <p:spPr>
            <a:xfrm>
              <a:off x="3304683" y="3327133"/>
              <a:ext cx="261086" cy="59693"/>
            </a:xfrm>
            <a:custGeom>
              <a:rect b="b" l="l" r="r" t="t"/>
              <a:pathLst>
                <a:path extrusionOk="0" h="1835" w="8026">
                  <a:moveTo>
                    <a:pt x="286" y="1"/>
                  </a:moveTo>
                  <a:cubicBezTo>
                    <a:pt x="143" y="1"/>
                    <a:pt x="0" y="120"/>
                    <a:pt x="0" y="287"/>
                  </a:cubicBezTo>
                  <a:lnTo>
                    <a:pt x="0" y="1549"/>
                  </a:lnTo>
                  <a:cubicBezTo>
                    <a:pt x="0" y="1692"/>
                    <a:pt x="119" y="1835"/>
                    <a:pt x="286" y="1835"/>
                  </a:cubicBezTo>
                  <a:lnTo>
                    <a:pt x="7740" y="1835"/>
                  </a:lnTo>
                  <a:cubicBezTo>
                    <a:pt x="7907" y="1835"/>
                    <a:pt x="8026" y="1692"/>
                    <a:pt x="8026" y="1549"/>
                  </a:cubicBezTo>
                  <a:lnTo>
                    <a:pt x="8026" y="287"/>
                  </a:lnTo>
                  <a:cubicBezTo>
                    <a:pt x="8026" y="144"/>
                    <a:pt x="7907" y="1"/>
                    <a:pt x="7740" y="1"/>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3" name="Google Shape;29173;p153"/>
            <p:cNvSpPr/>
            <p:nvPr/>
          </p:nvSpPr>
          <p:spPr>
            <a:xfrm>
              <a:off x="3435583" y="3326352"/>
              <a:ext cx="130185" cy="60473"/>
            </a:xfrm>
            <a:custGeom>
              <a:rect b="b" l="l" r="r" t="t"/>
              <a:pathLst>
                <a:path extrusionOk="0" h="1859" w="4002">
                  <a:moveTo>
                    <a:pt x="1" y="1"/>
                  </a:moveTo>
                  <a:lnTo>
                    <a:pt x="1" y="1859"/>
                  </a:lnTo>
                  <a:lnTo>
                    <a:pt x="3716" y="1859"/>
                  </a:lnTo>
                  <a:cubicBezTo>
                    <a:pt x="3883" y="1859"/>
                    <a:pt x="4002" y="1716"/>
                    <a:pt x="4002" y="1573"/>
                  </a:cubicBezTo>
                  <a:lnTo>
                    <a:pt x="4002" y="311"/>
                  </a:lnTo>
                  <a:cubicBezTo>
                    <a:pt x="4002" y="144"/>
                    <a:pt x="3883" y="1"/>
                    <a:pt x="371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4" name="Google Shape;29174;p153"/>
          <p:cNvGrpSpPr/>
          <p:nvPr/>
        </p:nvGrpSpPr>
        <p:grpSpPr>
          <a:xfrm>
            <a:off x="4039861" y="2889770"/>
            <a:ext cx="302919" cy="346217"/>
            <a:chOff x="4039861" y="3042170"/>
            <a:chExt cx="302919" cy="346217"/>
          </a:xfrm>
        </p:grpSpPr>
        <p:sp>
          <p:nvSpPr>
            <p:cNvPr id="29175" name="Google Shape;29175;p153"/>
            <p:cNvSpPr/>
            <p:nvPr/>
          </p:nvSpPr>
          <p:spPr>
            <a:xfrm>
              <a:off x="4039861" y="3212497"/>
              <a:ext cx="302919" cy="174328"/>
            </a:xfrm>
            <a:custGeom>
              <a:rect b="b" l="l" r="r" t="t"/>
              <a:pathLst>
                <a:path extrusionOk="0" h="5359" w="9312">
                  <a:moveTo>
                    <a:pt x="191" y="0"/>
                  </a:moveTo>
                  <a:lnTo>
                    <a:pt x="0" y="96"/>
                  </a:lnTo>
                  <a:lnTo>
                    <a:pt x="0" y="715"/>
                  </a:lnTo>
                  <a:cubicBezTo>
                    <a:pt x="0" y="3287"/>
                    <a:pt x="2072" y="5359"/>
                    <a:pt x="4668" y="5359"/>
                  </a:cubicBezTo>
                  <a:cubicBezTo>
                    <a:pt x="7216" y="5359"/>
                    <a:pt x="9312" y="3287"/>
                    <a:pt x="9312" y="715"/>
                  </a:cubicBezTo>
                  <a:lnTo>
                    <a:pt x="9312" y="96"/>
                  </a:lnTo>
                  <a:lnTo>
                    <a:pt x="9240" y="0"/>
                  </a:lnTo>
                  <a:lnTo>
                    <a:pt x="6906" y="0"/>
                  </a:lnTo>
                  <a:lnTo>
                    <a:pt x="6811" y="96"/>
                  </a:lnTo>
                  <a:lnTo>
                    <a:pt x="6811" y="715"/>
                  </a:lnTo>
                  <a:cubicBezTo>
                    <a:pt x="6811" y="1905"/>
                    <a:pt x="5835" y="2906"/>
                    <a:pt x="4644" y="2906"/>
                  </a:cubicBezTo>
                  <a:cubicBezTo>
                    <a:pt x="3453" y="2906"/>
                    <a:pt x="2453" y="1905"/>
                    <a:pt x="2453" y="715"/>
                  </a:cubicBezTo>
                  <a:lnTo>
                    <a:pt x="2453" y="96"/>
                  </a:lnTo>
                  <a:lnTo>
                    <a:pt x="2263"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6" name="Google Shape;29176;p153"/>
            <p:cNvSpPr/>
            <p:nvPr/>
          </p:nvSpPr>
          <p:spPr>
            <a:xfrm>
              <a:off x="4127399" y="3042658"/>
              <a:ext cx="127062" cy="161674"/>
            </a:xfrm>
            <a:custGeom>
              <a:rect b="b" l="l" r="r" t="t"/>
              <a:pathLst>
                <a:path extrusionOk="0" h="4970" w="3906">
                  <a:moveTo>
                    <a:pt x="2894" y="0"/>
                  </a:moveTo>
                  <a:cubicBezTo>
                    <a:pt x="2824" y="0"/>
                    <a:pt x="2752" y="24"/>
                    <a:pt x="2691" y="77"/>
                  </a:cubicBezTo>
                  <a:lnTo>
                    <a:pt x="215" y="2268"/>
                  </a:lnTo>
                  <a:cubicBezTo>
                    <a:pt x="0" y="2459"/>
                    <a:pt x="119" y="2816"/>
                    <a:pt x="429" y="2816"/>
                  </a:cubicBezTo>
                  <a:lnTo>
                    <a:pt x="1000" y="2816"/>
                  </a:lnTo>
                  <a:lnTo>
                    <a:pt x="715" y="4626"/>
                  </a:lnTo>
                  <a:cubicBezTo>
                    <a:pt x="681" y="4827"/>
                    <a:pt x="848" y="4969"/>
                    <a:pt x="1025" y="4969"/>
                  </a:cubicBezTo>
                  <a:cubicBezTo>
                    <a:pt x="1099" y="4969"/>
                    <a:pt x="1175" y="4944"/>
                    <a:pt x="1239" y="4888"/>
                  </a:cubicBezTo>
                  <a:lnTo>
                    <a:pt x="3692" y="2721"/>
                  </a:lnTo>
                  <a:cubicBezTo>
                    <a:pt x="3906" y="2554"/>
                    <a:pt x="3787" y="2197"/>
                    <a:pt x="3501" y="2197"/>
                  </a:cubicBezTo>
                  <a:lnTo>
                    <a:pt x="2929" y="2197"/>
                  </a:lnTo>
                  <a:lnTo>
                    <a:pt x="3191" y="339"/>
                  </a:lnTo>
                  <a:cubicBezTo>
                    <a:pt x="3243" y="151"/>
                    <a:pt x="3073" y="0"/>
                    <a:pt x="289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7" name="Google Shape;29177;p153"/>
            <p:cNvSpPr/>
            <p:nvPr/>
          </p:nvSpPr>
          <p:spPr>
            <a:xfrm>
              <a:off x="4039861" y="3145095"/>
              <a:ext cx="79829" cy="70525"/>
            </a:xfrm>
            <a:custGeom>
              <a:rect b="b" l="l" r="r" t="t"/>
              <a:pathLst>
                <a:path extrusionOk="0" h="2168" w="2454">
                  <a:moveTo>
                    <a:pt x="286" y="0"/>
                  </a:moveTo>
                  <a:cubicBezTo>
                    <a:pt x="119" y="0"/>
                    <a:pt x="0" y="143"/>
                    <a:pt x="0" y="286"/>
                  </a:cubicBezTo>
                  <a:lnTo>
                    <a:pt x="0" y="2168"/>
                  </a:lnTo>
                  <a:lnTo>
                    <a:pt x="2453" y="2168"/>
                  </a:lnTo>
                  <a:lnTo>
                    <a:pt x="2453" y="286"/>
                  </a:lnTo>
                  <a:cubicBezTo>
                    <a:pt x="2453" y="119"/>
                    <a:pt x="2310" y="0"/>
                    <a:pt x="2167"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8" name="Google Shape;29178;p153"/>
            <p:cNvSpPr/>
            <p:nvPr/>
          </p:nvSpPr>
          <p:spPr>
            <a:xfrm>
              <a:off x="4190930" y="3213278"/>
              <a:ext cx="151069" cy="175109"/>
            </a:xfrm>
            <a:custGeom>
              <a:rect b="b" l="l" r="r" t="t"/>
              <a:pathLst>
                <a:path extrusionOk="0" h="5383" w="4644">
                  <a:moveTo>
                    <a:pt x="2215" y="0"/>
                  </a:moveTo>
                  <a:lnTo>
                    <a:pt x="2167" y="72"/>
                  </a:lnTo>
                  <a:lnTo>
                    <a:pt x="2167" y="691"/>
                  </a:lnTo>
                  <a:cubicBezTo>
                    <a:pt x="2167" y="1881"/>
                    <a:pt x="1191" y="2882"/>
                    <a:pt x="0" y="2882"/>
                  </a:cubicBezTo>
                  <a:lnTo>
                    <a:pt x="0" y="5382"/>
                  </a:lnTo>
                  <a:cubicBezTo>
                    <a:pt x="2548" y="5382"/>
                    <a:pt x="4644" y="3286"/>
                    <a:pt x="4644" y="738"/>
                  </a:cubicBezTo>
                  <a:lnTo>
                    <a:pt x="4644" y="95"/>
                  </a:lnTo>
                  <a:lnTo>
                    <a:pt x="45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9" name="Google Shape;29179;p153"/>
            <p:cNvSpPr/>
            <p:nvPr/>
          </p:nvSpPr>
          <p:spPr>
            <a:xfrm>
              <a:off x="4191678" y="3042170"/>
              <a:ext cx="62783" cy="139359"/>
            </a:xfrm>
            <a:custGeom>
              <a:rect b="b" l="l" r="r" t="t"/>
              <a:pathLst>
                <a:path extrusionOk="0" h="4284" w="1930">
                  <a:moveTo>
                    <a:pt x="922" y="0"/>
                  </a:moveTo>
                  <a:cubicBezTo>
                    <a:pt x="852" y="0"/>
                    <a:pt x="779" y="28"/>
                    <a:pt x="715" y="92"/>
                  </a:cubicBezTo>
                  <a:lnTo>
                    <a:pt x="1" y="759"/>
                  </a:lnTo>
                  <a:lnTo>
                    <a:pt x="1" y="4284"/>
                  </a:lnTo>
                  <a:lnTo>
                    <a:pt x="1763" y="2736"/>
                  </a:lnTo>
                  <a:cubicBezTo>
                    <a:pt x="1930" y="2569"/>
                    <a:pt x="1811" y="2212"/>
                    <a:pt x="1525" y="2212"/>
                  </a:cubicBezTo>
                  <a:lnTo>
                    <a:pt x="953" y="2212"/>
                  </a:lnTo>
                  <a:lnTo>
                    <a:pt x="1215" y="354"/>
                  </a:lnTo>
                  <a:cubicBezTo>
                    <a:pt x="1232" y="154"/>
                    <a:pt x="1085" y="0"/>
                    <a:pt x="92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0" name="Google Shape;29180;p153"/>
            <p:cNvSpPr/>
            <p:nvPr/>
          </p:nvSpPr>
          <p:spPr>
            <a:xfrm>
              <a:off x="4261423" y="3145095"/>
              <a:ext cx="80577" cy="70525"/>
            </a:xfrm>
            <a:custGeom>
              <a:rect b="b" l="l" r="r" t="t"/>
              <a:pathLst>
                <a:path extrusionOk="0" h="2168" w="2477">
                  <a:moveTo>
                    <a:pt x="286" y="0"/>
                  </a:moveTo>
                  <a:cubicBezTo>
                    <a:pt x="119" y="0"/>
                    <a:pt x="0" y="143"/>
                    <a:pt x="0" y="286"/>
                  </a:cubicBezTo>
                  <a:lnTo>
                    <a:pt x="0" y="2168"/>
                  </a:lnTo>
                  <a:lnTo>
                    <a:pt x="2477" y="2168"/>
                  </a:lnTo>
                  <a:lnTo>
                    <a:pt x="2477" y="286"/>
                  </a:lnTo>
                  <a:cubicBezTo>
                    <a:pt x="2477" y="119"/>
                    <a:pt x="2358" y="0"/>
                    <a:pt x="21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1" name="Google Shape;29181;p153"/>
          <p:cNvGrpSpPr/>
          <p:nvPr/>
        </p:nvGrpSpPr>
        <p:grpSpPr>
          <a:xfrm>
            <a:off x="4822272" y="2889672"/>
            <a:ext cx="232459" cy="344753"/>
            <a:chOff x="4822272" y="3042072"/>
            <a:chExt cx="232459" cy="344753"/>
          </a:xfrm>
        </p:grpSpPr>
        <p:sp>
          <p:nvSpPr>
            <p:cNvPr id="29182" name="Google Shape;29182;p153"/>
            <p:cNvSpPr/>
            <p:nvPr/>
          </p:nvSpPr>
          <p:spPr>
            <a:xfrm>
              <a:off x="4822272" y="3042072"/>
              <a:ext cx="232459" cy="232427"/>
            </a:xfrm>
            <a:custGeom>
              <a:rect b="b" l="l" r="r" t="t"/>
              <a:pathLst>
                <a:path extrusionOk="0" h="7145" w="7146">
                  <a:moveTo>
                    <a:pt x="3573" y="0"/>
                  </a:moveTo>
                  <a:cubicBezTo>
                    <a:pt x="1596" y="0"/>
                    <a:pt x="1" y="1619"/>
                    <a:pt x="1" y="3572"/>
                  </a:cubicBezTo>
                  <a:cubicBezTo>
                    <a:pt x="1" y="5430"/>
                    <a:pt x="1454" y="7144"/>
                    <a:pt x="3597" y="7144"/>
                  </a:cubicBezTo>
                  <a:cubicBezTo>
                    <a:pt x="5526" y="7144"/>
                    <a:pt x="7145" y="5549"/>
                    <a:pt x="7145" y="3572"/>
                  </a:cubicBezTo>
                  <a:cubicBezTo>
                    <a:pt x="7145" y="1619"/>
                    <a:pt x="5526" y="0"/>
                    <a:pt x="357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3" name="Google Shape;29183;p153"/>
            <p:cNvSpPr/>
            <p:nvPr/>
          </p:nvSpPr>
          <p:spPr>
            <a:xfrm>
              <a:off x="4936941" y="3042072"/>
              <a:ext cx="117791" cy="232459"/>
            </a:xfrm>
            <a:custGeom>
              <a:rect b="b" l="l" r="r" t="t"/>
              <a:pathLst>
                <a:path extrusionOk="0" h="7146" w="3621">
                  <a:moveTo>
                    <a:pt x="0" y="0"/>
                  </a:moveTo>
                  <a:lnTo>
                    <a:pt x="0" y="7144"/>
                  </a:lnTo>
                  <a:cubicBezTo>
                    <a:pt x="28" y="7145"/>
                    <a:pt x="55" y="7145"/>
                    <a:pt x="83" y="7145"/>
                  </a:cubicBezTo>
                  <a:cubicBezTo>
                    <a:pt x="1931" y="7145"/>
                    <a:pt x="3573" y="5567"/>
                    <a:pt x="3573" y="3572"/>
                  </a:cubicBezTo>
                  <a:cubicBezTo>
                    <a:pt x="3620" y="1619"/>
                    <a:pt x="2001" y="0"/>
                    <a:pt x="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4" name="Google Shape;29184;p153"/>
            <p:cNvSpPr/>
            <p:nvPr/>
          </p:nvSpPr>
          <p:spPr>
            <a:xfrm>
              <a:off x="4885023" y="3140671"/>
              <a:ext cx="105397" cy="108260"/>
            </a:xfrm>
            <a:custGeom>
              <a:rect b="b" l="l" r="r" t="t"/>
              <a:pathLst>
                <a:path extrusionOk="0" h="3328" w="3240">
                  <a:moveTo>
                    <a:pt x="374" y="0"/>
                  </a:moveTo>
                  <a:cubicBezTo>
                    <a:pt x="199" y="0"/>
                    <a:pt x="48" y="143"/>
                    <a:pt x="48" y="303"/>
                  </a:cubicBezTo>
                  <a:cubicBezTo>
                    <a:pt x="48" y="494"/>
                    <a:pt x="1" y="136"/>
                    <a:pt x="620" y="3328"/>
                  </a:cubicBezTo>
                  <a:lnTo>
                    <a:pt x="1239" y="3328"/>
                  </a:lnTo>
                  <a:lnTo>
                    <a:pt x="739" y="756"/>
                  </a:lnTo>
                  <a:lnTo>
                    <a:pt x="739" y="756"/>
                  </a:lnTo>
                  <a:cubicBezTo>
                    <a:pt x="867" y="805"/>
                    <a:pt x="922" y="834"/>
                    <a:pt x="989" y="834"/>
                  </a:cubicBezTo>
                  <a:cubicBezTo>
                    <a:pt x="1085" y="834"/>
                    <a:pt x="1206" y="776"/>
                    <a:pt x="1596" y="637"/>
                  </a:cubicBezTo>
                  <a:cubicBezTo>
                    <a:pt x="2025" y="765"/>
                    <a:pt x="2154" y="817"/>
                    <a:pt x="2250" y="817"/>
                  </a:cubicBezTo>
                  <a:cubicBezTo>
                    <a:pt x="2314" y="817"/>
                    <a:pt x="2363" y="794"/>
                    <a:pt x="2478" y="756"/>
                  </a:cubicBezTo>
                  <a:lnTo>
                    <a:pt x="2478" y="756"/>
                  </a:lnTo>
                  <a:lnTo>
                    <a:pt x="1954" y="3328"/>
                  </a:lnTo>
                  <a:lnTo>
                    <a:pt x="2597" y="3328"/>
                  </a:lnTo>
                  <a:cubicBezTo>
                    <a:pt x="3240" y="113"/>
                    <a:pt x="3192" y="494"/>
                    <a:pt x="3216" y="303"/>
                  </a:cubicBezTo>
                  <a:cubicBezTo>
                    <a:pt x="3216" y="143"/>
                    <a:pt x="3065" y="0"/>
                    <a:pt x="2890" y="0"/>
                  </a:cubicBezTo>
                  <a:cubicBezTo>
                    <a:pt x="2856" y="0"/>
                    <a:pt x="2822" y="6"/>
                    <a:pt x="2787" y="17"/>
                  </a:cubicBezTo>
                  <a:lnTo>
                    <a:pt x="2263" y="184"/>
                  </a:lnTo>
                  <a:lnTo>
                    <a:pt x="1715" y="17"/>
                  </a:lnTo>
                  <a:cubicBezTo>
                    <a:pt x="1691" y="12"/>
                    <a:pt x="1670" y="10"/>
                    <a:pt x="1648" y="10"/>
                  </a:cubicBezTo>
                  <a:cubicBezTo>
                    <a:pt x="1563" y="10"/>
                    <a:pt x="1454" y="52"/>
                    <a:pt x="1001" y="184"/>
                  </a:cubicBezTo>
                  <a:lnTo>
                    <a:pt x="477" y="17"/>
                  </a:lnTo>
                  <a:cubicBezTo>
                    <a:pt x="442" y="6"/>
                    <a:pt x="408" y="0"/>
                    <a:pt x="37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5" name="Google Shape;29185;p153"/>
            <p:cNvSpPr/>
            <p:nvPr/>
          </p:nvSpPr>
          <p:spPr>
            <a:xfrm>
              <a:off x="4936941" y="3140671"/>
              <a:ext cx="53479" cy="108260"/>
            </a:xfrm>
            <a:custGeom>
              <a:rect b="b" l="l" r="r" t="t"/>
              <a:pathLst>
                <a:path extrusionOk="0" h="3328" w="1644">
                  <a:moveTo>
                    <a:pt x="1270" y="0"/>
                  </a:moveTo>
                  <a:cubicBezTo>
                    <a:pt x="1237" y="0"/>
                    <a:pt x="1202" y="6"/>
                    <a:pt x="1167" y="17"/>
                  </a:cubicBezTo>
                  <a:lnTo>
                    <a:pt x="643" y="184"/>
                  </a:lnTo>
                  <a:cubicBezTo>
                    <a:pt x="72" y="17"/>
                    <a:pt x="72" y="17"/>
                    <a:pt x="0" y="17"/>
                  </a:cubicBezTo>
                  <a:lnTo>
                    <a:pt x="0" y="637"/>
                  </a:lnTo>
                  <a:cubicBezTo>
                    <a:pt x="429" y="765"/>
                    <a:pt x="558" y="817"/>
                    <a:pt x="654" y="817"/>
                  </a:cubicBezTo>
                  <a:cubicBezTo>
                    <a:pt x="718" y="817"/>
                    <a:pt x="767" y="794"/>
                    <a:pt x="882" y="756"/>
                  </a:cubicBezTo>
                  <a:lnTo>
                    <a:pt x="882" y="756"/>
                  </a:lnTo>
                  <a:lnTo>
                    <a:pt x="358" y="3328"/>
                  </a:lnTo>
                  <a:lnTo>
                    <a:pt x="1001" y="3328"/>
                  </a:lnTo>
                  <a:cubicBezTo>
                    <a:pt x="1644" y="113"/>
                    <a:pt x="1548" y="494"/>
                    <a:pt x="1596" y="303"/>
                  </a:cubicBezTo>
                  <a:cubicBezTo>
                    <a:pt x="1596" y="143"/>
                    <a:pt x="1445" y="0"/>
                    <a:pt x="1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6" name="Google Shape;29186;p153"/>
            <p:cNvSpPr/>
            <p:nvPr/>
          </p:nvSpPr>
          <p:spPr>
            <a:xfrm>
              <a:off x="4867229" y="3245808"/>
              <a:ext cx="141018" cy="141018"/>
            </a:xfrm>
            <a:custGeom>
              <a:rect b="b" l="l" r="r" t="t"/>
              <a:pathLst>
                <a:path extrusionOk="0" h="4335" w="4335">
                  <a:moveTo>
                    <a:pt x="310" y="0"/>
                  </a:moveTo>
                  <a:cubicBezTo>
                    <a:pt x="167" y="0"/>
                    <a:pt x="0" y="119"/>
                    <a:pt x="0" y="286"/>
                  </a:cubicBezTo>
                  <a:lnTo>
                    <a:pt x="0" y="3406"/>
                  </a:lnTo>
                  <a:cubicBezTo>
                    <a:pt x="0" y="3477"/>
                    <a:pt x="48" y="3572"/>
                    <a:pt x="95" y="3620"/>
                  </a:cubicBezTo>
                  <a:lnTo>
                    <a:pt x="715" y="4263"/>
                  </a:lnTo>
                  <a:cubicBezTo>
                    <a:pt x="786" y="4311"/>
                    <a:pt x="834" y="4335"/>
                    <a:pt x="929" y="4335"/>
                  </a:cubicBezTo>
                  <a:lnTo>
                    <a:pt x="3406" y="4335"/>
                  </a:lnTo>
                  <a:cubicBezTo>
                    <a:pt x="3501" y="4335"/>
                    <a:pt x="3548" y="4311"/>
                    <a:pt x="3620" y="4263"/>
                  </a:cubicBezTo>
                  <a:lnTo>
                    <a:pt x="4239" y="3620"/>
                  </a:lnTo>
                  <a:cubicBezTo>
                    <a:pt x="4287" y="3572"/>
                    <a:pt x="4334" y="3501"/>
                    <a:pt x="4334" y="3406"/>
                  </a:cubicBezTo>
                  <a:lnTo>
                    <a:pt x="4334" y="286"/>
                  </a:lnTo>
                  <a:cubicBezTo>
                    <a:pt x="4334" y="143"/>
                    <a:pt x="4215" y="0"/>
                    <a:pt x="4025" y="0"/>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7" name="Google Shape;29187;p153"/>
            <p:cNvSpPr/>
            <p:nvPr/>
          </p:nvSpPr>
          <p:spPr>
            <a:xfrm>
              <a:off x="4936941" y="3245027"/>
              <a:ext cx="71306" cy="141798"/>
            </a:xfrm>
            <a:custGeom>
              <a:rect b="b" l="l" r="r" t="t"/>
              <a:pathLst>
                <a:path extrusionOk="0" h="4359" w="2192">
                  <a:moveTo>
                    <a:pt x="0" y="0"/>
                  </a:moveTo>
                  <a:lnTo>
                    <a:pt x="0" y="4359"/>
                  </a:lnTo>
                  <a:lnTo>
                    <a:pt x="1263" y="4359"/>
                  </a:lnTo>
                  <a:cubicBezTo>
                    <a:pt x="1358" y="4359"/>
                    <a:pt x="1405" y="4335"/>
                    <a:pt x="1477" y="4287"/>
                  </a:cubicBezTo>
                  <a:lnTo>
                    <a:pt x="2096" y="3644"/>
                  </a:lnTo>
                  <a:cubicBezTo>
                    <a:pt x="2144" y="3596"/>
                    <a:pt x="2191" y="3501"/>
                    <a:pt x="2191" y="3430"/>
                  </a:cubicBezTo>
                  <a:lnTo>
                    <a:pt x="2191" y="310"/>
                  </a:lnTo>
                  <a:cubicBezTo>
                    <a:pt x="2191" y="143"/>
                    <a:pt x="2048" y="0"/>
                    <a:pt x="1882"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8" name="Google Shape;29188;p153"/>
            <p:cNvSpPr/>
            <p:nvPr/>
          </p:nvSpPr>
          <p:spPr>
            <a:xfrm>
              <a:off x="4855583" y="3285299"/>
              <a:ext cx="164276" cy="20169"/>
            </a:xfrm>
            <a:custGeom>
              <a:rect b="b" l="l" r="r" t="t"/>
              <a:pathLst>
                <a:path extrusionOk="0" h="620" w="5050">
                  <a:moveTo>
                    <a:pt x="334" y="1"/>
                  </a:moveTo>
                  <a:cubicBezTo>
                    <a:pt x="144" y="1"/>
                    <a:pt x="1" y="191"/>
                    <a:pt x="25" y="358"/>
                  </a:cubicBezTo>
                  <a:cubicBezTo>
                    <a:pt x="72" y="501"/>
                    <a:pt x="215" y="620"/>
                    <a:pt x="358" y="620"/>
                  </a:cubicBezTo>
                  <a:lnTo>
                    <a:pt x="4716" y="620"/>
                  </a:lnTo>
                  <a:cubicBezTo>
                    <a:pt x="4883" y="620"/>
                    <a:pt x="5050" y="453"/>
                    <a:pt x="5002" y="263"/>
                  </a:cubicBezTo>
                  <a:cubicBezTo>
                    <a:pt x="4978" y="120"/>
                    <a:pt x="4835" y="1"/>
                    <a:pt x="4669"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9" name="Google Shape;29189;p153"/>
            <p:cNvSpPr/>
            <p:nvPr/>
          </p:nvSpPr>
          <p:spPr>
            <a:xfrm>
              <a:off x="4938502" y="3285299"/>
              <a:ext cx="81358" cy="20169"/>
            </a:xfrm>
            <a:custGeom>
              <a:rect b="b" l="l" r="r" t="t"/>
              <a:pathLst>
                <a:path extrusionOk="0" h="620" w="2501">
                  <a:moveTo>
                    <a:pt x="0" y="1"/>
                  </a:moveTo>
                  <a:lnTo>
                    <a:pt x="0" y="620"/>
                  </a:lnTo>
                  <a:lnTo>
                    <a:pt x="2167" y="620"/>
                  </a:lnTo>
                  <a:cubicBezTo>
                    <a:pt x="2334" y="620"/>
                    <a:pt x="2501" y="453"/>
                    <a:pt x="2453" y="263"/>
                  </a:cubicBezTo>
                  <a:cubicBezTo>
                    <a:pt x="2429" y="120"/>
                    <a:pt x="2286" y="1"/>
                    <a:pt x="214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0" name="Google Shape;29190;p153"/>
            <p:cNvSpPr/>
            <p:nvPr/>
          </p:nvSpPr>
          <p:spPr>
            <a:xfrm>
              <a:off x="4855583" y="3324823"/>
              <a:ext cx="164276" cy="20949"/>
            </a:xfrm>
            <a:custGeom>
              <a:rect b="b" l="l" r="r" t="t"/>
              <a:pathLst>
                <a:path extrusionOk="0" h="644" w="5050">
                  <a:moveTo>
                    <a:pt x="334" y="0"/>
                  </a:moveTo>
                  <a:cubicBezTo>
                    <a:pt x="144" y="0"/>
                    <a:pt x="1" y="191"/>
                    <a:pt x="25" y="358"/>
                  </a:cubicBezTo>
                  <a:cubicBezTo>
                    <a:pt x="72" y="524"/>
                    <a:pt x="215" y="643"/>
                    <a:pt x="358" y="643"/>
                  </a:cubicBezTo>
                  <a:lnTo>
                    <a:pt x="4716" y="643"/>
                  </a:lnTo>
                  <a:cubicBezTo>
                    <a:pt x="4883" y="643"/>
                    <a:pt x="5050" y="477"/>
                    <a:pt x="5002" y="286"/>
                  </a:cubicBezTo>
                  <a:cubicBezTo>
                    <a:pt x="4978" y="119"/>
                    <a:pt x="4835" y="0"/>
                    <a:pt x="466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1" name="Google Shape;29191;p153"/>
            <p:cNvSpPr/>
            <p:nvPr/>
          </p:nvSpPr>
          <p:spPr>
            <a:xfrm>
              <a:off x="4936941" y="3324823"/>
              <a:ext cx="81358" cy="20949"/>
            </a:xfrm>
            <a:custGeom>
              <a:rect b="b" l="l" r="r" t="t"/>
              <a:pathLst>
                <a:path extrusionOk="0" h="644" w="2501">
                  <a:moveTo>
                    <a:pt x="0" y="0"/>
                  </a:moveTo>
                  <a:lnTo>
                    <a:pt x="0" y="643"/>
                  </a:lnTo>
                  <a:lnTo>
                    <a:pt x="2191" y="643"/>
                  </a:lnTo>
                  <a:cubicBezTo>
                    <a:pt x="2334" y="643"/>
                    <a:pt x="2477" y="548"/>
                    <a:pt x="2477" y="358"/>
                  </a:cubicBezTo>
                  <a:cubicBezTo>
                    <a:pt x="2501" y="167"/>
                    <a:pt x="2358" y="0"/>
                    <a:pt x="219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92" name="Google Shape;29192;p153"/>
          <p:cNvGrpSpPr/>
          <p:nvPr/>
        </p:nvGrpSpPr>
        <p:grpSpPr>
          <a:xfrm>
            <a:off x="5568315" y="2889672"/>
            <a:ext cx="241730" cy="344753"/>
            <a:chOff x="5568315" y="3042072"/>
            <a:chExt cx="241730" cy="344753"/>
          </a:xfrm>
        </p:grpSpPr>
        <p:sp>
          <p:nvSpPr>
            <p:cNvPr id="29193" name="Google Shape;29193;p153"/>
            <p:cNvSpPr/>
            <p:nvPr/>
          </p:nvSpPr>
          <p:spPr>
            <a:xfrm>
              <a:off x="5620981" y="3042983"/>
              <a:ext cx="123224" cy="143978"/>
            </a:xfrm>
            <a:custGeom>
              <a:rect b="b" l="l" r="r" t="t"/>
              <a:pathLst>
                <a:path extrusionOk="0" h="4426" w="3788">
                  <a:moveTo>
                    <a:pt x="1796" y="1"/>
                  </a:moveTo>
                  <a:cubicBezTo>
                    <a:pt x="1744" y="1"/>
                    <a:pt x="1691" y="14"/>
                    <a:pt x="1644" y="44"/>
                  </a:cubicBezTo>
                  <a:cubicBezTo>
                    <a:pt x="1572" y="67"/>
                    <a:pt x="1" y="1020"/>
                    <a:pt x="1" y="2639"/>
                  </a:cubicBezTo>
                  <a:cubicBezTo>
                    <a:pt x="1" y="3616"/>
                    <a:pt x="810" y="4425"/>
                    <a:pt x="1787" y="4425"/>
                  </a:cubicBezTo>
                  <a:cubicBezTo>
                    <a:pt x="2906" y="4378"/>
                    <a:pt x="3787" y="3354"/>
                    <a:pt x="3549" y="2211"/>
                  </a:cubicBezTo>
                  <a:cubicBezTo>
                    <a:pt x="3454" y="1711"/>
                    <a:pt x="3216" y="1210"/>
                    <a:pt x="2787" y="758"/>
                  </a:cubicBezTo>
                  <a:cubicBezTo>
                    <a:pt x="2743" y="685"/>
                    <a:pt x="2664" y="657"/>
                    <a:pt x="2576" y="657"/>
                  </a:cubicBezTo>
                  <a:cubicBezTo>
                    <a:pt x="2520" y="657"/>
                    <a:pt x="2461" y="668"/>
                    <a:pt x="2406" y="687"/>
                  </a:cubicBezTo>
                  <a:lnTo>
                    <a:pt x="2120" y="853"/>
                  </a:lnTo>
                  <a:lnTo>
                    <a:pt x="2120" y="306"/>
                  </a:lnTo>
                  <a:cubicBezTo>
                    <a:pt x="2120" y="126"/>
                    <a:pt x="1958" y="1"/>
                    <a:pt x="179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4" name="Google Shape;29194;p153"/>
            <p:cNvSpPr/>
            <p:nvPr/>
          </p:nvSpPr>
          <p:spPr>
            <a:xfrm>
              <a:off x="5679080" y="3042072"/>
              <a:ext cx="63564" cy="143327"/>
            </a:xfrm>
            <a:custGeom>
              <a:rect b="b" l="l" r="r" t="t"/>
              <a:pathLst>
                <a:path extrusionOk="0" h="4406" w="1954">
                  <a:moveTo>
                    <a:pt x="1" y="0"/>
                  </a:moveTo>
                  <a:lnTo>
                    <a:pt x="1" y="4406"/>
                  </a:lnTo>
                  <a:cubicBezTo>
                    <a:pt x="1120" y="4406"/>
                    <a:pt x="1953" y="3382"/>
                    <a:pt x="1691" y="2239"/>
                  </a:cubicBezTo>
                  <a:cubicBezTo>
                    <a:pt x="1596" y="1739"/>
                    <a:pt x="1358" y="1238"/>
                    <a:pt x="953" y="786"/>
                  </a:cubicBezTo>
                  <a:cubicBezTo>
                    <a:pt x="890" y="722"/>
                    <a:pt x="805" y="691"/>
                    <a:pt x="720" y="691"/>
                  </a:cubicBezTo>
                  <a:cubicBezTo>
                    <a:pt x="678" y="691"/>
                    <a:pt x="636" y="699"/>
                    <a:pt x="596" y="715"/>
                  </a:cubicBezTo>
                  <a:lnTo>
                    <a:pt x="286" y="881"/>
                  </a:lnTo>
                  <a:lnTo>
                    <a:pt x="286" y="334"/>
                  </a:lnTo>
                  <a:cubicBezTo>
                    <a:pt x="286" y="119"/>
                    <a:pt x="144" y="0"/>
                    <a:pt x="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5" name="Google Shape;29195;p153"/>
            <p:cNvSpPr/>
            <p:nvPr/>
          </p:nvSpPr>
          <p:spPr>
            <a:xfrm>
              <a:off x="5669028" y="3144314"/>
              <a:ext cx="20949" cy="63564"/>
            </a:xfrm>
            <a:custGeom>
              <a:rect b="b" l="l" r="r" t="t"/>
              <a:pathLst>
                <a:path extrusionOk="0" h="1954" w="644">
                  <a:moveTo>
                    <a:pt x="310" y="1"/>
                  </a:moveTo>
                  <a:cubicBezTo>
                    <a:pt x="167" y="1"/>
                    <a:pt x="0" y="120"/>
                    <a:pt x="0" y="286"/>
                  </a:cubicBezTo>
                  <a:lnTo>
                    <a:pt x="0" y="1953"/>
                  </a:lnTo>
                  <a:lnTo>
                    <a:pt x="643" y="1953"/>
                  </a:lnTo>
                  <a:lnTo>
                    <a:pt x="643" y="286"/>
                  </a:lnTo>
                  <a:cubicBezTo>
                    <a:pt x="643" y="143"/>
                    <a:pt x="453" y="1"/>
                    <a:pt x="310"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6" name="Google Shape;29196;p153"/>
            <p:cNvSpPr/>
            <p:nvPr/>
          </p:nvSpPr>
          <p:spPr>
            <a:xfrm>
              <a:off x="5679861" y="3142753"/>
              <a:ext cx="10117" cy="65125"/>
            </a:xfrm>
            <a:custGeom>
              <a:rect b="b" l="l" r="r" t="t"/>
              <a:pathLst>
                <a:path extrusionOk="0" h="2002" w="311">
                  <a:moveTo>
                    <a:pt x="0" y="1"/>
                  </a:moveTo>
                  <a:lnTo>
                    <a:pt x="0" y="2001"/>
                  </a:lnTo>
                  <a:lnTo>
                    <a:pt x="310" y="2001"/>
                  </a:lnTo>
                  <a:lnTo>
                    <a:pt x="310" y="334"/>
                  </a:lnTo>
                  <a:cubicBezTo>
                    <a:pt x="310" y="191"/>
                    <a:pt x="143" y="49"/>
                    <a:pt x="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7" name="Google Shape;29197;p153"/>
            <p:cNvSpPr/>
            <p:nvPr/>
          </p:nvSpPr>
          <p:spPr>
            <a:xfrm>
              <a:off x="5765837" y="3266106"/>
              <a:ext cx="44208" cy="60603"/>
            </a:xfrm>
            <a:custGeom>
              <a:rect b="b" l="l" r="r" t="t"/>
              <a:pathLst>
                <a:path extrusionOk="0" h="1863" w="1359">
                  <a:moveTo>
                    <a:pt x="1051" y="1"/>
                  </a:moveTo>
                  <a:cubicBezTo>
                    <a:pt x="1013" y="1"/>
                    <a:pt x="972" y="7"/>
                    <a:pt x="930" y="19"/>
                  </a:cubicBezTo>
                  <a:cubicBezTo>
                    <a:pt x="811" y="67"/>
                    <a:pt x="715" y="210"/>
                    <a:pt x="715" y="329"/>
                  </a:cubicBezTo>
                  <a:lnTo>
                    <a:pt x="715" y="615"/>
                  </a:lnTo>
                  <a:lnTo>
                    <a:pt x="1" y="615"/>
                  </a:lnTo>
                  <a:lnTo>
                    <a:pt x="1" y="1258"/>
                  </a:lnTo>
                  <a:lnTo>
                    <a:pt x="715" y="1258"/>
                  </a:lnTo>
                  <a:lnTo>
                    <a:pt x="715" y="1543"/>
                  </a:lnTo>
                  <a:cubicBezTo>
                    <a:pt x="715" y="1730"/>
                    <a:pt x="877" y="1862"/>
                    <a:pt x="1061" y="1862"/>
                  </a:cubicBezTo>
                  <a:cubicBezTo>
                    <a:pt x="1088" y="1862"/>
                    <a:pt x="1116" y="1859"/>
                    <a:pt x="1144" y="1853"/>
                  </a:cubicBezTo>
                  <a:cubicBezTo>
                    <a:pt x="1263" y="1805"/>
                    <a:pt x="1358" y="1662"/>
                    <a:pt x="1358" y="1543"/>
                  </a:cubicBezTo>
                  <a:lnTo>
                    <a:pt x="1358" y="305"/>
                  </a:lnTo>
                  <a:cubicBezTo>
                    <a:pt x="1358" y="129"/>
                    <a:pt x="1229" y="1"/>
                    <a:pt x="105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8" name="Google Shape;29198;p153"/>
            <p:cNvSpPr/>
            <p:nvPr/>
          </p:nvSpPr>
          <p:spPr>
            <a:xfrm>
              <a:off x="5649640" y="3204755"/>
              <a:ext cx="61254" cy="44176"/>
            </a:xfrm>
            <a:custGeom>
              <a:rect b="b" l="l" r="r" t="t"/>
              <a:pathLst>
                <a:path extrusionOk="0" h="1358" w="1883">
                  <a:moveTo>
                    <a:pt x="310" y="0"/>
                  </a:moveTo>
                  <a:cubicBezTo>
                    <a:pt x="120" y="0"/>
                    <a:pt x="1" y="167"/>
                    <a:pt x="1" y="310"/>
                  </a:cubicBezTo>
                  <a:lnTo>
                    <a:pt x="1" y="1358"/>
                  </a:lnTo>
                  <a:lnTo>
                    <a:pt x="1882" y="1358"/>
                  </a:lnTo>
                  <a:lnTo>
                    <a:pt x="1858" y="310"/>
                  </a:lnTo>
                  <a:cubicBezTo>
                    <a:pt x="1858" y="119"/>
                    <a:pt x="1715" y="0"/>
                    <a:pt x="154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9" name="Google Shape;29199;p153"/>
            <p:cNvSpPr/>
            <p:nvPr/>
          </p:nvSpPr>
          <p:spPr>
            <a:xfrm>
              <a:off x="5679080" y="3204755"/>
              <a:ext cx="31034" cy="44176"/>
            </a:xfrm>
            <a:custGeom>
              <a:rect b="b" l="l" r="r" t="t"/>
              <a:pathLst>
                <a:path extrusionOk="0" h="1358" w="954">
                  <a:moveTo>
                    <a:pt x="1" y="0"/>
                  </a:moveTo>
                  <a:lnTo>
                    <a:pt x="1" y="1358"/>
                  </a:lnTo>
                  <a:lnTo>
                    <a:pt x="929" y="1358"/>
                  </a:lnTo>
                  <a:lnTo>
                    <a:pt x="929" y="310"/>
                  </a:lnTo>
                  <a:cubicBezTo>
                    <a:pt x="953" y="167"/>
                    <a:pt x="810"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0" name="Google Shape;29200;p153"/>
            <p:cNvSpPr/>
            <p:nvPr/>
          </p:nvSpPr>
          <p:spPr>
            <a:xfrm>
              <a:off x="5588451" y="3245808"/>
              <a:ext cx="181290" cy="84480"/>
            </a:xfrm>
            <a:custGeom>
              <a:rect b="b" l="l" r="r" t="t"/>
              <a:pathLst>
                <a:path extrusionOk="0" h="2597" w="5573">
                  <a:moveTo>
                    <a:pt x="1358" y="0"/>
                  </a:moveTo>
                  <a:cubicBezTo>
                    <a:pt x="596" y="0"/>
                    <a:pt x="0" y="596"/>
                    <a:pt x="0" y="1334"/>
                  </a:cubicBezTo>
                  <a:lnTo>
                    <a:pt x="0" y="2596"/>
                  </a:lnTo>
                  <a:lnTo>
                    <a:pt x="5573" y="2596"/>
                  </a:lnTo>
                  <a:lnTo>
                    <a:pt x="5573" y="1334"/>
                  </a:lnTo>
                  <a:cubicBezTo>
                    <a:pt x="5573" y="596"/>
                    <a:pt x="4954" y="0"/>
                    <a:pt x="4239"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1" name="Google Shape;29201;p153"/>
            <p:cNvSpPr/>
            <p:nvPr/>
          </p:nvSpPr>
          <p:spPr>
            <a:xfrm>
              <a:off x="5679080" y="3245808"/>
              <a:ext cx="90661" cy="84480"/>
            </a:xfrm>
            <a:custGeom>
              <a:rect b="b" l="l" r="r" t="t"/>
              <a:pathLst>
                <a:path extrusionOk="0" h="2597" w="2787">
                  <a:moveTo>
                    <a:pt x="1" y="0"/>
                  </a:moveTo>
                  <a:lnTo>
                    <a:pt x="1" y="2596"/>
                  </a:lnTo>
                  <a:lnTo>
                    <a:pt x="2787" y="2596"/>
                  </a:lnTo>
                  <a:lnTo>
                    <a:pt x="2787" y="1334"/>
                  </a:lnTo>
                  <a:cubicBezTo>
                    <a:pt x="2787" y="596"/>
                    <a:pt x="2192" y="0"/>
                    <a:pt x="145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2" name="Google Shape;29202;p153"/>
            <p:cNvSpPr/>
            <p:nvPr/>
          </p:nvSpPr>
          <p:spPr>
            <a:xfrm>
              <a:off x="5568315" y="3327133"/>
              <a:ext cx="220814" cy="59693"/>
            </a:xfrm>
            <a:custGeom>
              <a:rect b="b" l="l" r="r" t="t"/>
              <a:pathLst>
                <a:path extrusionOk="0" h="1835" w="6788">
                  <a:moveTo>
                    <a:pt x="310" y="1"/>
                  </a:moveTo>
                  <a:cubicBezTo>
                    <a:pt x="167" y="1"/>
                    <a:pt x="0" y="120"/>
                    <a:pt x="0" y="287"/>
                  </a:cubicBezTo>
                  <a:lnTo>
                    <a:pt x="0" y="1549"/>
                  </a:lnTo>
                  <a:cubicBezTo>
                    <a:pt x="0" y="1692"/>
                    <a:pt x="119" y="1835"/>
                    <a:pt x="310" y="1835"/>
                  </a:cubicBezTo>
                  <a:lnTo>
                    <a:pt x="6502" y="1835"/>
                  </a:lnTo>
                  <a:cubicBezTo>
                    <a:pt x="6668" y="1835"/>
                    <a:pt x="6787" y="1692"/>
                    <a:pt x="6787" y="1549"/>
                  </a:cubicBezTo>
                  <a:lnTo>
                    <a:pt x="6787" y="287"/>
                  </a:lnTo>
                  <a:cubicBezTo>
                    <a:pt x="6787" y="144"/>
                    <a:pt x="6668" y="1"/>
                    <a:pt x="6502"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3" name="Google Shape;29203;p153"/>
            <p:cNvSpPr/>
            <p:nvPr/>
          </p:nvSpPr>
          <p:spPr>
            <a:xfrm>
              <a:off x="5679861" y="3326352"/>
              <a:ext cx="110797" cy="60473"/>
            </a:xfrm>
            <a:custGeom>
              <a:rect b="b" l="l" r="r" t="t"/>
              <a:pathLst>
                <a:path extrusionOk="0" h="1859" w="3406">
                  <a:moveTo>
                    <a:pt x="0" y="1"/>
                  </a:moveTo>
                  <a:lnTo>
                    <a:pt x="0" y="1859"/>
                  </a:lnTo>
                  <a:lnTo>
                    <a:pt x="3096" y="1859"/>
                  </a:lnTo>
                  <a:cubicBezTo>
                    <a:pt x="3287" y="1859"/>
                    <a:pt x="3406" y="1716"/>
                    <a:pt x="3406" y="1573"/>
                  </a:cubicBezTo>
                  <a:lnTo>
                    <a:pt x="3406" y="311"/>
                  </a:lnTo>
                  <a:cubicBezTo>
                    <a:pt x="3406" y="144"/>
                    <a:pt x="3287" y="1"/>
                    <a:pt x="309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4" name="Google Shape;29204;p153"/>
          <p:cNvGrpSpPr/>
          <p:nvPr/>
        </p:nvGrpSpPr>
        <p:grpSpPr>
          <a:xfrm>
            <a:off x="6298842" y="2889542"/>
            <a:ext cx="313004" cy="344883"/>
            <a:chOff x="6298842" y="3041942"/>
            <a:chExt cx="313004" cy="344883"/>
          </a:xfrm>
        </p:grpSpPr>
        <p:sp>
          <p:nvSpPr>
            <p:cNvPr id="29205" name="Google Shape;29205;p153"/>
            <p:cNvSpPr/>
            <p:nvPr/>
          </p:nvSpPr>
          <p:spPr>
            <a:xfrm>
              <a:off x="6300370" y="3073008"/>
              <a:ext cx="261899" cy="229532"/>
            </a:xfrm>
            <a:custGeom>
              <a:rect b="b" l="l" r="r" t="t"/>
              <a:pathLst>
                <a:path extrusionOk="0" h="7056" w="8051">
                  <a:moveTo>
                    <a:pt x="4024" y="0"/>
                  </a:moveTo>
                  <a:cubicBezTo>
                    <a:pt x="2674" y="0"/>
                    <a:pt x="1391" y="795"/>
                    <a:pt x="811" y="2097"/>
                  </a:cubicBezTo>
                  <a:cubicBezTo>
                    <a:pt x="1" y="3883"/>
                    <a:pt x="811" y="5931"/>
                    <a:pt x="2597" y="6741"/>
                  </a:cubicBezTo>
                  <a:cubicBezTo>
                    <a:pt x="3068" y="6955"/>
                    <a:pt x="3561" y="7056"/>
                    <a:pt x="4045" y="7056"/>
                  </a:cubicBezTo>
                  <a:cubicBezTo>
                    <a:pt x="5396" y="7056"/>
                    <a:pt x="6679" y="6270"/>
                    <a:pt x="7240" y="4955"/>
                  </a:cubicBezTo>
                  <a:cubicBezTo>
                    <a:pt x="8050" y="3169"/>
                    <a:pt x="7240" y="1121"/>
                    <a:pt x="5454" y="311"/>
                  </a:cubicBezTo>
                  <a:cubicBezTo>
                    <a:pt x="4988" y="100"/>
                    <a:pt x="4502" y="0"/>
                    <a:pt x="4024"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6" name="Google Shape;29206;p153"/>
            <p:cNvSpPr/>
            <p:nvPr/>
          </p:nvSpPr>
          <p:spPr>
            <a:xfrm>
              <a:off x="6384818" y="3083906"/>
              <a:ext cx="177451" cy="218959"/>
            </a:xfrm>
            <a:custGeom>
              <a:rect b="b" l="l" r="r" t="t"/>
              <a:pathLst>
                <a:path extrusionOk="0" h="6731" w="5455">
                  <a:moveTo>
                    <a:pt x="2858" y="0"/>
                  </a:moveTo>
                  <a:cubicBezTo>
                    <a:pt x="2716" y="333"/>
                    <a:pt x="120" y="6168"/>
                    <a:pt x="1" y="6430"/>
                  </a:cubicBezTo>
                  <a:cubicBezTo>
                    <a:pt x="465" y="6634"/>
                    <a:pt x="947" y="6731"/>
                    <a:pt x="1420" y="6731"/>
                  </a:cubicBezTo>
                  <a:cubicBezTo>
                    <a:pt x="2768" y="6731"/>
                    <a:pt x="4045" y="5948"/>
                    <a:pt x="4644" y="4644"/>
                  </a:cubicBezTo>
                  <a:cubicBezTo>
                    <a:pt x="5454" y="2858"/>
                    <a:pt x="4644" y="786"/>
                    <a:pt x="2858"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7" name="Google Shape;29207;p153"/>
            <p:cNvSpPr/>
            <p:nvPr/>
          </p:nvSpPr>
          <p:spPr>
            <a:xfrm>
              <a:off x="6298842" y="3070178"/>
              <a:ext cx="271951" cy="236070"/>
            </a:xfrm>
            <a:custGeom>
              <a:rect b="b" l="l" r="r" t="t"/>
              <a:pathLst>
                <a:path extrusionOk="0" h="7257" w="8360">
                  <a:moveTo>
                    <a:pt x="3988" y="616"/>
                  </a:moveTo>
                  <a:cubicBezTo>
                    <a:pt x="4095" y="616"/>
                    <a:pt x="4202" y="623"/>
                    <a:pt x="4311" y="636"/>
                  </a:cubicBezTo>
                  <a:cubicBezTo>
                    <a:pt x="4073" y="851"/>
                    <a:pt x="3834" y="1089"/>
                    <a:pt x="3596" y="1375"/>
                  </a:cubicBezTo>
                  <a:lnTo>
                    <a:pt x="2667" y="970"/>
                  </a:lnTo>
                  <a:cubicBezTo>
                    <a:pt x="3092" y="738"/>
                    <a:pt x="3532" y="616"/>
                    <a:pt x="3988" y="616"/>
                  </a:cubicBezTo>
                  <a:close/>
                  <a:moveTo>
                    <a:pt x="5168" y="851"/>
                  </a:moveTo>
                  <a:lnTo>
                    <a:pt x="5406" y="922"/>
                  </a:lnTo>
                  <a:cubicBezTo>
                    <a:pt x="5525" y="1232"/>
                    <a:pt x="5573" y="1684"/>
                    <a:pt x="5478" y="2208"/>
                  </a:cubicBezTo>
                  <a:lnTo>
                    <a:pt x="4192" y="1637"/>
                  </a:lnTo>
                  <a:cubicBezTo>
                    <a:pt x="4525" y="1232"/>
                    <a:pt x="4882" y="922"/>
                    <a:pt x="5168" y="851"/>
                  </a:cubicBezTo>
                  <a:close/>
                  <a:moveTo>
                    <a:pt x="2072" y="1375"/>
                  </a:moveTo>
                  <a:lnTo>
                    <a:pt x="3239" y="1875"/>
                  </a:lnTo>
                  <a:cubicBezTo>
                    <a:pt x="3072" y="2161"/>
                    <a:pt x="2906" y="2422"/>
                    <a:pt x="2787" y="2684"/>
                  </a:cubicBezTo>
                  <a:lnTo>
                    <a:pt x="1477" y="2089"/>
                  </a:lnTo>
                  <a:cubicBezTo>
                    <a:pt x="1643" y="1851"/>
                    <a:pt x="1834" y="1589"/>
                    <a:pt x="2072" y="1375"/>
                  </a:cubicBezTo>
                  <a:close/>
                  <a:moveTo>
                    <a:pt x="6168" y="1398"/>
                  </a:moveTo>
                  <a:cubicBezTo>
                    <a:pt x="6549" y="1827"/>
                    <a:pt x="6835" y="2327"/>
                    <a:pt x="7002" y="2875"/>
                  </a:cubicBezTo>
                  <a:lnTo>
                    <a:pt x="6073" y="2446"/>
                  </a:lnTo>
                  <a:cubicBezTo>
                    <a:pt x="6121" y="2089"/>
                    <a:pt x="6168" y="1732"/>
                    <a:pt x="6168" y="1398"/>
                  </a:cubicBezTo>
                  <a:close/>
                  <a:moveTo>
                    <a:pt x="3811" y="2161"/>
                  </a:moveTo>
                  <a:lnTo>
                    <a:pt x="5335" y="2827"/>
                  </a:lnTo>
                  <a:cubicBezTo>
                    <a:pt x="5239" y="3137"/>
                    <a:pt x="5144" y="3423"/>
                    <a:pt x="5025" y="3732"/>
                  </a:cubicBezTo>
                  <a:lnTo>
                    <a:pt x="3358" y="2946"/>
                  </a:lnTo>
                  <a:cubicBezTo>
                    <a:pt x="3501" y="2661"/>
                    <a:pt x="3668" y="2399"/>
                    <a:pt x="3811" y="2161"/>
                  </a:cubicBezTo>
                  <a:close/>
                  <a:moveTo>
                    <a:pt x="1215" y="2684"/>
                  </a:moveTo>
                  <a:lnTo>
                    <a:pt x="2525" y="3280"/>
                  </a:lnTo>
                  <a:cubicBezTo>
                    <a:pt x="2406" y="3542"/>
                    <a:pt x="2310" y="3875"/>
                    <a:pt x="2239" y="4185"/>
                  </a:cubicBezTo>
                  <a:lnTo>
                    <a:pt x="1072" y="3661"/>
                  </a:lnTo>
                  <a:cubicBezTo>
                    <a:pt x="1072" y="3304"/>
                    <a:pt x="1120" y="3018"/>
                    <a:pt x="1215" y="2684"/>
                  </a:cubicBezTo>
                  <a:close/>
                  <a:moveTo>
                    <a:pt x="5930" y="3065"/>
                  </a:moveTo>
                  <a:lnTo>
                    <a:pt x="7073" y="3589"/>
                  </a:lnTo>
                  <a:cubicBezTo>
                    <a:pt x="7073" y="3899"/>
                    <a:pt x="7026" y="4232"/>
                    <a:pt x="6930" y="4542"/>
                  </a:cubicBezTo>
                  <a:lnTo>
                    <a:pt x="5620" y="3970"/>
                  </a:lnTo>
                  <a:cubicBezTo>
                    <a:pt x="5740" y="3708"/>
                    <a:pt x="5835" y="3375"/>
                    <a:pt x="5930" y="3065"/>
                  </a:cubicBezTo>
                  <a:close/>
                  <a:moveTo>
                    <a:pt x="3120" y="3518"/>
                  </a:moveTo>
                  <a:lnTo>
                    <a:pt x="4787" y="4256"/>
                  </a:lnTo>
                  <a:cubicBezTo>
                    <a:pt x="4644" y="4566"/>
                    <a:pt x="4501" y="4828"/>
                    <a:pt x="4334" y="5066"/>
                  </a:cubicBezTo>
                  <a:lnTo>
                    <a:pt x="2834" y="4423"/>
                  </a:lnTo>
                  <a:cubicBezTo>
                    <a:pt x="2906" y="4113"/>
                    <a:pt x="3001" y="3828"/>
                    <a:pt x="3120" y="3518"/>
                  </a:cubicBezTo>
                  <a:close/>
                  <a:moveTo>
                    <a:pt x="1191" y="4351"/>
                  </a:moveTo>
                  <a:lnTo>
                    <a:pt x="2120" y="4780"/>
                  </a:lnTo>
                  <a:cubicBezTo>
                    <a:pt x="2048" y="5137"/>
                    <a:pt x="2024" y="5495"/>
                    <a:pt x="2024" y="5804"/>
                  </a:cubicBezTo>
                  <a:cubicBezTo>
                    <a:pt x="1596" y="5423"/>
                    <a:pt x="1334" y="4923"/>
                    <a:pt x="1191" y="4351"/>
                  </a:cubicBezTo>
                  <a:close/>
                  <a:moveTo>
                    <a:pt x="5359" y="4566"/>
                  </a:moveTo>
                  <a:lnTo>
                    <a:pt x="6668" y="5161"/>
                  </a:lnTo>
                  <a:cubicBezTo>
                    <a:pt x="6525" y="5399"/>
                    <a:pt x="6311" y="5661"/>
                    <a:pt x="6073" y="5876"/>
                  </a:cubicBezTo>
                  <a:lnTo>
                    <a:pt x="4906" y="5375"/>
                  </a:lnTo>
                  <a:cubicBezTo>
                    <a:pt x="5097" y="5090"/>
                    <a:pt x="5239" y="4828"/>
                    <a:pt x="5359" y="4566"/>
                  </a:cubicBezTo>
                  <a:close/>
                  <a:moveTo>
                    <a:pt x="2667" y="5042"/>
                  </a:moveTo>
                  <a:lnTo>
                    <a:pt x="3953" y="5590"/>
                  </a:lnTo>
                  <a:cubicBezTo>
                    <a:pt x="3620" y="6018"/>
                    <a:pt x="3310" y="6328"/>
                    <a:pt x="2977" y="6399"/>
                  </a:cubicBezTo>
                  <a:lnTo>
                    <a:pt x="2739" y="6328"/>
                  </a:lnTo>
                  <a:cubicBezTo>
                    <a:pt x="2620" y="6018"/>
                    <a:pt x="2596" y="5566"/>
                    <a:pt x="2667" y="5042"/>
                  </a:cubicBezTo>
                  <a:close/>
                  <a:moveTo>
                    <a:pt x="4549" y="5876"/>
                  </a:moveTo>
                  <a:lnTo>
                    <a:pt x="5478" y="6280"/>
                  </a:lnTo>
                  <a:cubicBezTo>
                    <a:pt x="5041" y="6499"/>
                    <a:pt x="4505" y="6617"/>
                    <a:pt x="3979" y="6617"/>
                  </a:cubicBezTo>
                  <a:cubicBezTo>
                    <a:pt x="3930" y="6617"/>
                    <a:pt x="3882" y="6616"/>
                    <a:pt x="3834" y="6614"/>
                  </a:cubicBezTo>
                  <a:cubicBezTo>
                    <a:pt x="4073" y="6399"/>
                    <a:pt x="4311" y="6161"/>
                    <a:pt x="4549" y="5876"/>
                  </a:cubicBezTo>
                  <a:close/>
                  <a:moveTo>
                    <a:pt x="4072" y="0"/>
                  </a:moveTo>
                  <a:cubicBezTo>
                    <a:pt x="2674" y="0"/>
                    <a:pt x="1356" y="821"/>
                    <a:pt x="762" y="2161"/>
                  </a:cubicBezTo>
                  <a:cubicBezTo>
                    <a:pt x="0" y="3899"/>
                    <a:pt x="739" y="5923"/>
                    <a:pt x="2382" y="6828"/>
                  </a:cubicBezTo>
                  <a:cubicBezTo>
                    <a:pt x="2922" y="7118"/>
                    <a:pt x="3500" y="7257"/>
                    <a:pt x="4073" y="7257"/>
                  </a:cubicBezTo>
                  <a:cubicBezTo>
                    <a:pt x="4865" y="7257"/>
                    <a:pt x="5648" y="6992"/>
                    <a:pt x="6311" y="6495"/>
                  </a:cubicBezTo>
                  <a:lnTo>
                    <a:pt x="6335" y="6471"/>
                  </a:lnTo>
                  <a:cubicBezTo>
                    <a:pt x="8359" y="4852"/>
                    <a:pt x="8121" y="1684"/>
                    <a:pt x="5763" y="422"/>
                  </a:cubicBezTo>
                  <a:cubicBezTo>
                    <a:pt x="5215" y="134"/>
                    <a:pt x="4637" y="0"/>
                    <a:pt x="4072"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8" name="Google Shape;29208;p153"/>
            <p:cNvSpPr/>
            <p:nvPr/>
          </p:nvSpPr>
          <p:spPr>
            <a:xfrm>
              <a:off x="6384818" y="3080035"/>
              <a:ext cx="189064" cy="224782"/>
            </a:xfrm>
            <a:custGeom>
              <a:rect b="b" l="l" r="r" t="t"/>
              <a:pathLst>
                <a:path extrusionOk="0" h="6910" w="5812">
                  <a:moveTo>
                    <a:pt x="3478" y="1143"/>
                  </a:moveTo>
                  <a:lnTo>
                    <a:pt x="3478" y="1143"/>
                  </a:lnTo>
                  <a:cubicBezTo>
                    <a:pt x="3906" y="1524"/>
                    <a:pt x="4192" y="2024"/>
                    <a:pt x="4359" y="2572"/>
                  </a:cubicBezTo>
                  <a:lnTo>
                    <a:pt x="3430" y="2143"/>
                  </a:lnTo>
                  <a:cubicBezTo>
                    <a:pt x="3478" y="1810"/>
                    <a:pt x="3525" y="1453"/>
                    <a:pt x="3478" y="1143"/>
                  </a:cubicBezTo>
                  <a:close/>
                  <a:moveTo>
                    <a:pt x="3287" y="2762"/>
                  </a:moveTo>
                  <a:lnTo>
                    <a:pt x="4430" y="3286"/>
                  </a:lnTo>
                  <a:cubicBezTo>
                    <a:pt x="4430" y="3596"/>
                    <a:pt x="4406" y="3929"/>
                    <a:pt x="4287" y="4263"/>
                  </a:cubicBezTo>
                  <a:lnTo>
                    <a:pt x="2977" y="3667"/>
                  </a:lnTo>
                  <a:cubicBezTo>
                    <a:pt x="3097" y="3358"/>
                    <a:pt x="3192" y="3072"/>
                    <a:pt x="3287" y="2762"/>
                  </a:cubicBezTo>
                  <a:close/>
                  <a:moveTo>
                    <a:pt x="2716" y="4239"/>
                  </a:moveTo>
                  <a:lnTo>
                    <a:pt x="4025" y="4834"/>
                  </a:lnTo>
                  <a:cubicBezTo>
                    <a:pt x="3835" y="5120"/>
                    <a:pt x="3668" y="5358"/>
                    <a:pt x="3430" y="5573"/>
                  </a:cubicBezTo>
                  <a:lnTo>
                    <a:pt x="2263" y="5072"/>
                  </a:lnTo>
                  <a:cubicBezTo>
                    <a:pt x="2454" y="4763"/>
                    <a:pt x="2596" y="4501"/>
                    <a:pt x="2716" y="4239"/>
                  </a:cubicBezTo>
                  <a:close/>
                  <a:moveTo>
                    <a:pt x="1906" y="5573"/>
                  </a:moveTo>
                  <a:lnTo>
                    <a:pt x="2835" y="5977"/>
                  </a:lnTo>
                  <a:cubicBezTo>
                    <a:pt x="2421" y="6194"/>
                    <a:pt x="1959" y="6329"/>
                    <a:pt x="1488" y="6329"/>
                  </a:cubicBezTo>
                  <a:cubicBezTo>
                    <a:pt x="1390" y="6329"/>
                    <a:pt x="1290" y="6323"/>
                    <a:pt x="1191" y="6311"/>
                  </a:cubicBezTo>
                  <a:cubicBezTo>
                    <a:pt x="1453" y="6096"/>
                    <a:pt x="1691" y="5835"/>
                    <a:pt x="1906" y="5573"/>
                  </a:cubicBezTo>
                  <a:close/>
                  <a:moveTo>
                    <a:pt x="2930" y="0"/>
                  </a:moveTo>
                  <a:cubicBezTo>
                    <a:pt x="2858" y="119"/>
                    <a:pt x="2930" y="24"/>
                    <a:pt x="2644" y="572"/>
                  </a:cubicBezTo>
                  <a:lnTo>
                    <a:pt x="2763" y="619"/>
                  </a:lnTo>
                  <a:cubicBezTo>
                    <a:pt x="2882" y="929"/>
                    <a:pt x="2930" y="1357"/>
                    <a:pt x="2835" y="1905"/>
                  </a:cubicBezTo>
                  <a:lnTo>
                    <a:pt x="2215" y="1643"/>
                  </a:lnTo>
                  <a:lnTo>
                    <a:pt x="1977" y="2215"/>
                  </a:lnTo>
                  <a:lnTo>
                    <a:pt x="2716" y="2524"/>
                  </a:lnTo>
                  <a:cubicBezTo>
                    <a:pt x="2620" y="2834"/>
                    <a:pt x="2525" y="3120"/>
                    <a:pt x="2406" y="3429"/>
                  </a:cubicBezTo>
                  <a:lnTo>
                    <a:pt x="1572" y="3072"/>
                  </a:lnTo>
                  <a:lnTo>
                    <a:pt x="1334" y="3644"/>
                  </a:lnTo>
                  <a:lnTo>
                    <a:pt x="2168" y="4001"/>
                  </a:lnTo>
                  <a:cubicBezTo>
                    <a:pt x="2025" y="4287"/>
                    <a:pt x="1882" y="4549"/>
                    <a:pt x="1739" y="4787"/>
                  </a:cubicBezTo>
                  <a:lnTo>
                    <a:pt x="977" y="4453"/>
                  </a:lnTo>
                  <a:lnTo>
                    <a:pt x="739" y="5025"/>
                  </a:lnTo>
                  <a:lnTo>
                    <a:pt x="1382" y="5287"/>
                  </a:lnTo>
                  <a:cubicBezTo>
                    <a:pt x="1049" y="5715"/>
                    <a:pt x="691" y="6001"/>
                    <a:pt x="382" y="6096"/>
                  </a:cubicBezTo>
                  <a:lnTo>
                    <a:pt x="263" y="6049"/>
                  </a:lnTo>
                  <a:cubicBezTo>
                    <a:pt x="24" y="6597"/>
                    <a:pt x="72" y="6478"/>
                    <a:pt x="1" y="6597"/>
                  </a:cubicBezTo>
                  <a:cubicBezTo>
                    <a:pt x="469" y="6808"/>
                    <a:pt x="969" y="6909"/>
                    <a:pt x="1466" y="6909"/>
                  </a:cubicBezTo>
                  <a:cubicBezTo>
                    <a:pt x="2260" y="6909"/>
                    <a:pt x="3048" y="6651"/>
                    <a:pt x="3692" y="6168"/>
                  </a:cubicBezTo>
                  <a:lnTo>
                    <a:pt x="3716" y="6120"/>
                  </a:lnTo>
                  <a:cubicBezTo>
                    <a:pt x="5811" y="4477"/>
                    <a:pt x="5430" y="1143"/>
                    <a:pt x="293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9" name="Google Shape;29209;p153"/>
            <p:cNvSpPr/>
            <p:nvPr/>
          </p:nvSpPr>
          <p:spPr>
            <a:xfrm>
              <a:off x="6360811" y="3042267"/>
              <a:ext cx="251034" cy="344558"/>
            </a:xfrm>
            <a:custGeom>
              <a:rect b="b" l="l" r="r" t="t"/>
              <a:pathLst>
                <a:path extrusionOk="0" h="10592" w="7717">
                  <a:moveTo>
                    <a:pt x="4058" y="0"/>
                  </a:moveTo>
                  <a:cubicBezTo>
                    <a:pt x="3938" y="0"/>
                    <a:pt x="3811" y="58"/>
                    <a:pt x="3739" y="185"/>
                  </a:cubicBezTo>
                  <a:cubicBezTo>
                    <a:pt x="3692" y="328"/>
                    <a:pt x="3739" y="518"/>
                    <a:pt x="3906" y="589"/>
                  </a:cubicBezTo>
                  <a:cubicBezTo>
                    <a:pt x="6049" y="1542"/>
                    <a:pt x="7002" y="4043"/>
                    <a:pt x="6049" y="6186"/>
                  </a:cubicBezTo>
                  <a:cubicBezTo>
                    <a:pt x="5347" y="7766"/>
                    <a:pt x="3804" y="8698"/>
                    <a:pt x="2183" y="8698"/>
                  </a:cubicBezTo>
                  <a:cubicBezTo>
                    <a:pt x="1605" y="8698"/>
                    <a:pt x="1017" y="8580"/>
                    <a:pt x="453" y="8329"/>
                  </a:cubicBezTo>
                  <a:cubicBezTo>
                    <a:pt x="411" y="8308"/>
                    <a:pt x="367" y="8299"/>
                    <a:pt x="325" y="8299"/>
                  </a:cubicBezTo>
                  <a:cubicBezTo>
                    <a:pt x="177" y="8299"/>
                    <a:pt x="43" y="8414"/>
                    <a:pt x="24" y="8543"/>
                  </a:cubicBezTo>
                  <a:cubicBezTo>
                    <a:pt x="0" y="8686"/>
                    <a:pt x="96" y="8829"/>
                    <a:pt x="215" y="8901"/>
                  </a:cubicBezTo>
                  <a:cubicBezTo>
                    <a:pt x="739" y="9139"/>
                    <a:pt x="1286" y="9258"/>
                    <a:pt x="1834" y="9306"/>
                  </a:cubicBezTo>
                  <a:lnTo>
                    <a:pt x="1834" y="9972"/>
                  </a:lnTo>
                  <a:lnTo>
                    <a:pt x="620" y="9972"/>
                  </a:lnTo>
                  <a:cubicBezTo>
                    <a:pt x="477" y="9972"/>
                    <a:pt x="334" y="10091"/>
                    <a:pt x="286" y="10234"/>
                  </a:cubicBezTo>
                  <a:cubicBezTo>
                    <a:pt x="262" y="10449"/>
                    <a:pt x="405" y="10592"/>
                    <a:pt x="596" y="10592"/>
                  </a:cubicBezTo>
                  <a:lnTo>
                    <a:pt x="3692" y="10592"/>
                  </a:lnTo>
                  <a:cubicBezTo>
                    <a:pt x="3835" y="10592"/>
                    <a:pt x="3977" y="10472"/>
                    <a:pt x="4025" y="10330"/>
                  </a:cubicBezTo>
                  <a:cubicBezTo>
                    <a:pt x="4049" y="10115"/>
                    <a:pt x="3906" y="9972"/>
                    <a:pt x="3715" y="9972"/>
                  </a:cubicBezTo>
                  <a:lnTo>
                    <a:pt x="2477" y="9972"/>
                  </a:lnTo>
                  <a:lnTo>
                    <a:pt x="2477" y="9306"/>
                  </a:lnTo>
                  <a:cubicBezTo>
                    <a:pt x="4192" y="9186"/>
                    <a:pt x="5835" y="8186"/>
                    <a:pt x="6597" y="6424"/>
                  </a:cubicBezTo>
                  <a:cubicBezTo>
                    <a:pt x="7716" y="3995"/>
                    <a:pt x="6597" y="1137"/>
                    <a:pt x="4168" y="18"/>
                  </a:cubicBezTo>
                  <a:cubicBezTo>
                    <a:pt x="4133" y="6"/>
                    <a:pt x="4096" y="0"/>
                    <a:pt x="40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0" name="Google Shape;29210;p153"/>
            <p:cNvSpPr/>
            <p:nvPr/>
          </p:nvSpPr>
          <p:spPr>
            <a:xfrm>
              <a:off x="6431304" y="3041942"/>
              <a:ext cx="180542" cy="344883"/>
            </a:xfrm>
            <a:custGeom>
              <a:rect b="b" l="l" r="r" t="t"/>
              <a:pathLst>
                <a:path extrusionOk="0" h="10602" w="5550">
                  <a:moveTo>
                    <a:pt x="1858" y="0"/>
                  </a:moveTo>
                  <a:cubicBezTo>
                    <a:pt x="1730" y="0"/>
                    <a:pt x="1625" y="72"/>
                    <a:pt x="1572" y="195"/>
                  </a:cubicBezTo>
                  <a:cubicBezTo>
                    <a:pt x="1501" y="361"/>
                    <a:pt x="1572" y="552"/>
                    <a:pt x="1739" y="599"/>
                  </a:cubicBezTo>
                  <a:cubicBezTo>
                    <a:pt x="3882" y="1552"/>
                    <a:pt x="4835" y="4053"/>
                    <a:pt x="3882" y="6196"/>
                  </a:cubicBezTo>
                  <a:cubicBezTo>
                    <a:pt x="3192" y="7791"/>
                    <a:pt x="1644" y="8744"/>
                    <a:pt x="1" y="8744"/>
                  </a:cubicBezTo>
                  <a:lnTo>
                    <a:pt x="1" y="10602"/>
                  </a:lnTo>
                  <a:lnTo>
                    <a:pt x="1548" y="10602"/>
                  </a:lnTo>
                  <a:cubicBezTo>
                    <a:pt x="1691" y="10602"/>
                    <a:pt x="1858" y="10459"/>
                    <a:pt x="1858" y="10316"/>
                  </a:cubicBezTo>
                  <a:cubicBezTo>
                    <a:pt x="1858" y="10173"/>
                    <a:pt x="1739" y="10006"/>
                    <a:pt x="1548" y="10006"/>
                  </a:cubicBezTo>
                  <a:lnTo>
                    <a:pt x="310" y="10006"/>
                  </a:lnTo>
                  <a:lnTo>
                    <a:pt x="310" y="9363"/>
                  </a:lnTo>
                  <a:cubicBezTo>
                    <a:pt x="2025" y="9244"/>
                    <a:pt x="3668" y="8196"/>
                    <a:pt x="4430" y="6482"/>
                  </a:cubicBezTo>
                  <a:cubicBezTo>
                    <a:pt x="5549" y="4005"/>
                    <a:pt x="4430" y="1147"/>
                    <a:pt x="2001" y="28"/>
                  </a:cubicBezTo>
                  <a:cubicBezTo>
                    <a:pt x="1951" y="9"/>
                    <a:pt x="190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1" name="Google Shape;29211;p153"/>
          <p:cNvGrpSpPr/>
          <p:nvPr/>
        </p:nvGrpSpPr>
        <p:grpSpPr>
          <a:xfrm>
            <a:off x="7095989" y="2888892"/>
            <a:ext cx="221594" cy="345534"/>
            <a:chOff x="7095989" y="3041292"/>
            <a:chExt cx="221594" cy="345534"/>
          </a:xfrm>
        </p:grpSpPr>
        <p:sp>
          <p:nvSpPr>
            <p:cNvPr id="29212" name="Google Shape;29212;p153"/>
            <p:cNvSpPr/>
            <p:nvPr/>
          </p:nvSpPr>
          <p:spPr>
            <a:xfrm>
              <a:off x="7095989" y="3084654"/>
              <a:ext cx="221594" cy="302171"/>
            </a:xfrm>
            <a:custGeom>
              <a:rect b="b" l="l" r="r" t="t"/>
              <a:pathLst>
                <a:path extrusionOk="0" h="9289" w="6812">
                  <a:moveTo>
                    <a:pt x="1120" y="1"/>
                  </a:moveTo>
                  <a:cubicBezTo>
                    <a:pt x="500" y="1"/>
                    <a:pt x="0" y="501"/>
                    <a:pt x="0" y="1144"/>
                  </a:cubicBezTo>
                  <a:lnTo>
                    <a:pt x="0" y="8169"/>
                  </a:lnTo>
                  <a:cubicBezTo>
                    <a:pt x="0" y="8788"/>
                    <a:pt x="500" y="9289"/>
                    <a:pt x="1120" y="9289"/>
                  </a:cubicBezTo>
                  <a:lnTo>
                    <a:pt x="5668" y="9289"/>
                  </a:lnTo>
                  <a:cubicBezTo>
                    <a:pt x="6311" y="9289"/>
                    <a:pt x="6811" y="8788"/>
                    <a:pt x="6811" y="8169"/>
                  </a:cubicBezTo>
                  <a:lnTo>
                    <a:pt x="6811" y="1144"/>
                  </a:lnTo>
                  <a:cubicBezTo>
                    <a:pt x="6811" y="501"/>
                    <a:pt x="6311" y="1"/>
                    <a:pt x="566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3" name="Google Shape;29213;p153"/>
            <p:cNvSpPr/>
            <p:nvPr/>
          </p:nvSpPr>
          <p:spPr>
            <a:xfrm>
              <a:off x="7206754" y="3083906"/>
              <a:ext cx="110830" cy="302919"/>
            </a:xfrm>
            <a:custGeom>
              <a:rect b="b" l="l" r="r" t="t"/>
              <a:pathLst>
                <a:path extrusionOk="0" h="9312" w="3407">
                  <a:moveTo>
                    <a:pt x="1" y="0"/>
                  </a:moveTo>
                  <a:lnTo>
                    <a:pt x="1" y="9312"/>
                  </a:lnTo>
                  <a:lnTo>
                    <a:pt x="2263" y="9312"/>
                  </a:lnTo>
                  <a:cubicBezTo>
                    <a:pt x="2906" y="9312"/>
                    <a:pt x="3406" y="8811"/>
                    <a:pt x="3406" y="8192"/>
                  </a:cubicBezTo>
                  <a:lnTo>
                    <a:pt x="3406" y="1167"/>
                  </a:lnTo>
                  <a:cubicBezTo>
                    <a:pt x="3406" y="500"/>
                    <a:pt x="2906" y="0"/>
                    <a:pt x="2263"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4" name="Google Shape;29214;p153"/>
            <p:cNvSpPr/>
            <p:nvPr/>
          </p:nvSpPr>
          <p:spPr>
            <a:xfrm>
              <a:off x="7171914" y="3244441"/>
              <a:ext cx="68964" cy="101916"/>
            </a:xfrm>
            <a:custGeom>
              <a:rect b="b" l="l" r="r" t="t"/>
              <a:pathLst>
                <a:path extrusionOk="0" h="3133" w="2120">
                  <a:moveTo>
                    <a:pt x="1679" y="1"/>
                  </a:moveTo>
                  <a:cubicBezTo>
                    <a:pt x="1596" y="1"/>
                    <a:pt x="1512" y="30"/>
                    <a:pt x="1453" y="90"/>
                  </a:cubicBezTo>
                  <a:lnTo>
                    <a:pt x="215" y="1352"/>
                  </a:lnTo>
                  <a:cubicBezTo>
                    <a:pt x="0" y="1566"/>
                    <a:pt x="167" y="1876"/>
                    <a:pt x="429" y="1876"/>
                  </a:cubicBezTo>
                  <a:lnTo>
                    <a:pt x="929" y="1876"/>
                  </a:lnTo>
                  <a:lnTo>
                    <a:pt x="215" y="2590"/>
                  </a:lnTo>
                  <a:cubicBezTo>
                    <a:pt x="95" y="2710"/>
                    <a:pt x="95" y="2924"/>
                    <a:pt x="215" y="3043"/>
                  </a:cubicBezTo>
                  <a:cubicBezTo>
                    <a:pt x="274" y="3102"/>
                    <a:pt x="357" y="3132"/>
                    <a:pt x="441" y="3132"/>
                  </a:cubicBezTo>
                  <a:cubicBezTo>
                    <a:pt x="524" y="3132"/>
                    <a:pt x="607" y="3102"/>
                    <a:pt x="667" y="3043"/>
                  </a:cubicBezTo>
                  <a:lnTo>
                    <a:pt x="1905" y="1805"/>
                  </a:lnTo>
                  <a:cubicBezTo>
                    <a:pt x="2120" y="1590"/>
                    <a:pt x="1977" y="1257"/>
                    <a:pt x="1715" y="1257"/>
                  </a:cubicBezTo>
                  <a:lnTo>
                    <a:pt x="1191" y="1257"/>
                  </a:lnTo>
                  <a:lnTo>
                    <a:pt x="1905" y="542"/>
                  </a:lnTo>
                  <a:cubicBezTo>
                    <a:pt x="2024" y="423"/>
                    <a:pt x="2024" y="209"/>
                    <a:pt x="1905" y="90"/>
                  </a:cubicBezTo>
                  <a:cubicBezTo>
                    <a:pt x="1846" y="30"/>
                    <a:pt x="1762" y="1"/>
                    <a:pt x="1679"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5" name="Google Shape;29215;p153"/>
            <p:cNvSpPr/>
            <p:nvPr/>
          </p:nvSpPr>
          <p:spPr>
            <a:xfrm>
              <a:off x="7206006" y="3246784"/>
              <a:ext cx="33636" cy="83505"/>
            </a:xfrm>
            <a:custGeom>
              <a:rect b="b" l="l" r="r" t="t"/>
              <a:pathLst>
                <a:path extrusionOk="0" h="2567" w="1034">
                  <a:moveTo>
                    <a:pt x="607" y="0"/>
                  </a:moveTo>
                  <a:cubicBezTo>
                    <a:pt x="524" y="0"/>
                    <a:pt x="441" y="30"/>
                    <a:pt x="381" y="89"/>
                  </a:cubicBezTo>
                  <a:lnTo>
                    <a:pt x="0" y="470"/>
                  </a:lnTo>
                  <a:lnTo>
                    <a:pt x="0" y="2566"/>
                  </a:lnTo>
                  <a:lnTo>
                    <a:pt x="834" y="1733"/>
                  </a:lnTo>
                  <a:cubicBezTo>
                    <a:pt x="1034" y="1555"/>
                    <a:pt x="922" y="1252"/>
                    <a:pt x="673" y="1252"/>
                  </a:cubicBezTo>
                  <a:cubicBezTo>
                    <a:pt x="656" y="1252"/>
                    <a:pt x="638" y="1253"/>
                    <a:pt x="619" y="1256"/>
                  </a:cubicBezTo>
                  <a:lnTo>
                    <a:pt x="119" y="1256"/>
                  </a:lnTo>
                  <a:lnTo>
                    <a:pt x="834" y="542"/>
                  </a:lnTo>
                  <a:cubicBezTo>
                    <a:pt x="953" y="423"/>
                    <a:pt x="953" y="208"/>
                    <a:pt x="834" y="89"/>
                  </a:cubicBezTo>
                  <a:cubicBezTo>
                    <a:pt x="774" y="30"/>
                    <a:pt x="691" y="0"/>
                    <a:pt x="60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6" name="Google Shape;29216;p153"/>
            <p:cNvSpPr/>
            <p:nvPr/>
          </p:nvSpPr>
          <p:spPr>
            <a:xfrm>
              <a:off x="7155649" y="3042072"/>
              <a:ext cx="100713" cy="44956"/>
            </a:xfrm>
            <a:custGeom>
              <a:rect b="b" l="l" r="r" t="t"/>
              <a:pathLst>
                <a:path extrusionOk="0" h="1382" w="3096">
                  <a:moveTo>
                    <a:pt x="500" y="0"/>
                  </a:moveTo>
                  <a:cubicBezTo>
                    <a:pt x="238" y="0"/>
                    <a:pt x="0" y="214"/>
                    <a:pt x="0" y="524"/>
                  </a:cubicBezTo>
                  <a:lnTo>
                    <a:pt x="0" y="1381"/>
                  </a:lnTo>
                  <a:lnTo>
                    <a:pt x="3096" y="1381"/>
                  </a:lnTo>
                  <a:lnTo>
                    <a:pt x="3096" y="524"/>
                  </a:lnTo>
                  <a:cubicBezTo>
                    <a:pt x="3096" y="238"/>
                    <a:pt x="2858" y="0"/>
                    <a:pt x="2596"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7" name="Google Shape;29217;p153"/>
            <p:cNvSpPr/>
            <p:nvPr/>
          </p:nvSpPr>
          <p:spPr>
            <a:xfrm>
              <a:off x="7206006" y="3041292"/>
              <a:ext cx="50356" cy="45737"/>
            </a:xfrm>
            <a:custGeom>
              <a:rect b="b" l="l" r="r" t="t"/>
              <a:pathLst>
                <a:path extrusionOk="0" h="1406" w="1548">
                  <a:moveTo>
                    <a:pt x="0" y="0"/>
                  </a:moveTo>
                  <a:lnTo>
                    <a:pt x="0" y="1405"/>
                  </a:lnTo>
                  <a:lnTo>
                    <a:pt x="1548" y="1405"/>
                  </a:lnTo>
                  <a:lnTo>
                    <a:pt x="1548" y="548"/>
                  </a:lnTo>
                  <a:cubicBezTo>
                    <a:pt x="1548" y="262"/>
                    <a:pt x="1310" y="24"/>
                    <a:pt x="1048"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8" name="Google Shape;29218;p153"/>
            <p:cNvSpPr/>
            <p:nvPr/>
          </p:nvSpPr>
          <p:spPr>
            <a:xfrm>
              <a:off x="7095989" y="3083906"/>
              <a:ext cx="221594" cy="130933"/>
            </a:xfrm>
            <a:custGeom>
              <a:rect b="b" l="l" r="r" t="t"/>
              <a:pathLst>
                <a:path extrusionOk="0" h="4025" w="6812">
                  <a:moveTo>
                    <a:pt x="1120" y="0"/>
                  </a:moveTo>
                  <a:cubicBezTo>
                    <a:pt x="500" y="0"/>
                    <a:pt x="0" y="500"/>
                    <a:pt x="0" y="1143"/>
                  </a:cubicBezTo>
                  <a:lnTo>
                    <a:pt x="0" y="4025"/>
                  </a:lnTo>
                  <a:lnTo>
                    <a:pt x="6811" y="4025"/>
                  </a:lnTo>
                  <a:lnTo>
                    <a:pt x="6811" y="1143"/>
                  </a:lnTo>
                  <a:cubicBezTo>
                    <a:pt x="6811" y="500"/>
                    <a:pt x="6311" y="0"/>
                    <a:pt x="5668"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9" name="Google Shape;29219;p153"/>
            <p:cNvSpPr/>
            <p:nvPr/>
          </p:nvSpPr>
          <p:spPr>
            <a:xfrm>
              <a:off x="7206006" y="3083125"/>
              <a:ext cx="111578" cy="131714"/>
            </a:xfrm>
            <a:custGeom>
              <a:rect b="b" l="l" r="r" t="t"/>
              <a:pathLst>
                <a:path extrusionOk="0" h="4049" w="3430">
                  <a:moveTo>
                    <a:pt x="0" y="0"/>
                  </a:moveTo>
                  <a:lnTo>
                    <a:pt x="0" y="4049"/>
                  </a:lnTo>
                  <a:lnTo>
                    <a:pt x="3429" y="4049"/>
                  </a:lnTo>
                  <a:lnTo>
                    <a:pt x="3429" y="1143"/>
                  </a:lnTo>
                  <a:cubicBezTo>
                    <a:pt x="3429" y="524"/>
                    <a:pt x="2929" y="24"/>
                    <a:pt x="22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0" name="Google Shape;29220;p153"/>
            <p:cNvSpPr/>
            <p:nvPr/>
          </p:nvSpPr>
          <p:spPr>
            <a:xfrm>
              <a:off x="7175005" y="3124080"/>
              <a:ext cx="61221" cy="60636"/>
            </a:xfrm>
            <a:custGeom>
              <a:rect b="b" l="l" r="r" t="t"/>
              <a:pathLst>
                <a:path extrusionOk="0" h="1864" w="1882">
                  <a:moveTo>
                    <a:pt x="983" y="1"/>
                  </a:moveTo>
                  <a:cubicBezTo>
                    <a:pt x="810" y="1"/>
                    <a:pt x="667" y="136"/>
                    <a:pt x="667" y="313"/>
                  </a:cubicBezTo>
                  <a:lnTo>
                    <a:pt x="667" y="599"/>
                  </a:lnTo>
                  <a:lnTo>
                    <a:pt x="358" y="599"/>
                  </a:lnTo>
                  <a:cubicBezTo>
                    <a:pt x="215" y="599"/>
                    <a:pt x="72" y="718"/>
                    <a:pt x="24" y="885"/>
                  </a:cubicBezTo>
                  <a:cubicBezTo>
                    <a:pt x="0" y="1051"/>
                    <a:pt x="143" y="1242"/>
                    <a:pt x="334" y="1242"/>
                  </a:cubicBezTo>
                  <a:lnTo>
                    <a:pt x="620" y="1242"/>
                  </a:lnTo>
                  <a:lnTo>
                    <a:pt x="620" y="1528"/>
                  </a:lnTo>
                  <a:cubicBezTo>
                    <a:pt x="620" y="1670"/>
                    <a:pt x="739" y="1837"/>
                    <a:pt x="882" y="1861"/>
                  </a:cubicBezTo>
                  <a:cubicBezTo>
                    <a:pt x="896" y="1863"/>
                    <a:pt x="910" y="1864"/>
                    <a:pt x="923" y="1864"/>
                  </a:cubicBezTo>
                  <a:cubicBezTo>
                    <a:pt x="1099" y="1864"/>
                    <a:pt x="1263" y="1728"/>
                    <a:pt x="1263" y="1551"/>
                  </a:cubicBezTo>
                  <a:lnTo>
                    <a:pt x="1263" y="1266"/>
                  </a:lnTo>
                  <a:lnTo>
                    <a:pt x="1548" y="1266"/>
                  </a:lnTo>
                  <a:cubicBezTo>
                    <a:pt x="1739" y="1266"/>
                    <a:pt x="1882" y="1123"/>
                    <a:pt x="1858" y="908"/>
                  </a:cubicBezTo>
                  <a:cubicBezTo>
                    <a:pt x="1882" y="765"/>
                    <a:pt x="1739" y="646"/>
                    <a:pt x="1572" y="646"/>
                  </a:cubicBezTo>
                  <a:lnTo>
                    <a:pt x="1286" y="646"/>
                  </a:lnTo>
                  <a:lnTo>
                    <a:pt x="1286" y="337"/>
                  </a:lnTo>
                  <a:cubicBezTo>
                    <a:pt x="1286" y="194"/>
                    <a:pt x="1167" y="51"/>
                    <a:pt x="1024" y="3"/>
                  </a:cubicBezTo>
                  <a:cubicBezTo>
                    <a:pt x="1010" y="2"/>
                    <a:pt x="997" y="1"/>
                    <a:pt x="983"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1" name="Google Shape;29221;p153"/>
            <p:cNvSpPr/>
            <p:nvPr/>
          </p:nvSpPr>
          <p:spPr>
            <a:xfrm>
              <a:off x="7206754" y="3123397"/>
              <a:ext cx="30253" cy="61221"/>
            </a:xfrm>
            <a:custGeom>
              <a:rect b="b" l="l" r="r" t="t"/>
              <a:pathLst>
                <a:path extrusionOk="0" h="1882" w="930">
                  <a:moveTo>
                    <a:pt x="1" y="1"/>
                  </a:moveTo>
                  <a:lnTo>
                    <a:pt x="1" y="1882"/>
                  </a:lnTo>
                  <a:cubicBezTo>
                    <a:pt x="168" y="1882"/>
                    <a:pt x="310" y="1763"/>
                    <a:pt x="310" y="1596"/>
                  </a:cubicBezTo>
                  <a:lnTo>
                    <a:pt x="310" y="1287"/>
                  </a:lnTo>
                  <a:lnTo>
                    <a:pt x="596" y="1287"/>
                  </a:lnTo>
                  <a:cubicBezTo>
                    <a:pt x="763" y="1287"/>
                    <a:pt x="906" y="1168"/>
                    <a:pt x="906" y="953"/>
                  </a:cubicBezTo>
                  <a:cubicBezTo>
                    <a:pt x="930" y="763"/>
                    <a:pt x="787" y="596"/>
                    <a:pt x="596" y="596"/>
                  </a:cubicBezTo>
                  <a:lnTo>
                    <a:pt x="310" y="596"/>
                  </a:lnTo>
                  <a:lnTo>
                    <a:pt x="310" y="310"/>
                  </a:lnTo>
                  <a:cubicBezTo>
                    <a:pt x="310" y="167"/>
                    <a:pt x="191" y="1"/>
                    <a:pt x="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2" name="Google Shape;29222;p153"/>
          <p:cNvGrpSpPr/>
          <p:nvPr/>
        </p:nvGrpSpPr>
        <p:grpSpPr>
          <a:xfrm>
            <a:off x="7786991" y="2909808"/>
            <a:ext cx="344785" cy="303700"/>
            <a:chOff x="7786991" y="3062208"/>
            <a:chExt cx="344785" cy="303700"/>
          </a:xfrm>
        </p:grpSpPr>
        <p:sp>
          <p:nvSpPr>
            <p:cNvPr id="29223" name="Google Shape;29223;p153"/>
            <p:cNvSpPr/>
            <p:nvPr/>
          </p:nvSpPr>
          <p:spPr>
            <a:xfrm>
              <a:off x="7817993" y="3063737"/>
              <a:ext cx="81358" cy="261216"/>
            </a:xfrm>
            <a:custGeom>
              <a:rect b="b" l="l" r="r" t="t"/>
              <a:pathLst>
                <a:path extrusionOk="0" h="8030" w="2501">
                  <a:moveTo>
                    <a:pt x="310" y="1"/>
                  </a:moveTo>
                  <a:cubicBezTo>
                    <a:pt x="120" y="1"/>
                    <a:pt x="0" y="144"/>
                    <a:pt x="0" y="287"/>
                  </a:cubicBezTo>
                  <a:cubicBezTo>
                    <a:pt x="0" y="453"/>
                    <a:pt x="120" y="596"/>
                    <a:pt x="334" y="596"/>
                  </a:cubicBezTo>
                  <a:lnTo>
                    <a:pt x="334" y="7121"/>
                  </a:lnTo>
                  <a:cubicBezTo>
                    <a:pt x="334" y="7598"/>
                    <a:pt x="715" y="8026"/>
                    <a:pt x="1191" y="8026"/>
                  </a:cubicBezTo>
                  <a:cubicBezTo>
                    <a:pt x="1219" y="8029"/>
                    <a:pt x="1247" y="8030"/>
                    <a:pt x="1274" y="8030"/>
                  </a:cubicBezTo>
                  <a:cubicBezTo>
                    <a:pt x="1782" y="8030"/>
                    <a:pt x="2168" y="7619"/>
                    <a:pt x="2168" y="7121"/>
                  </a:cubicBezTo>
                  <a:lnTo>
                    <a:pt x="2168" y="596"/>
                  </a:lnTo>
                  <a:cubicBezTo>
                    <a:pt x="2358" y="596"/>
                    <a:pt x="2501" y="453"/>
                    <a:pt x="2477" y="263"/>
                  </a:cubicBezTo>
                  <a:cubicBezTo>
                    <a:pt x="2453" y="120"/>
                    <a:pt x="2334" y="1"/>
                    <a:pt x="2144"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4" name="Google Shape;29224;p153"/>
            <p:cNvSpPr/>
            <p:nvPr/>
          </p:nvSpPr>
          <p:spPr>
            <a:xfrm>
              <a:off x="7859045" y="3063737"/>
              <a:ext cx="40305" cy="262647"/>
            </a:xfrm>
            <a:custGeom>
              <a:rect b="b" l="l" r="r" t="t"/>
              <a:pathLst>
                <a:path extrusionOk="0" h="8074" w="1239">
                  <a:moveTo>
                    <a:pt x="1" y="1"/>
                  </a:moveTo>
                  <a:lnTo>
                    <a:pt x="1" y="8074"/>
                  </a:lnTo>
                  <a:cubicBezTo>
                    <a:pt x="525" y="8074"/>
                    <a:pt x="906" y="7645"/>
                    <a:pt x="906" y="7145"/>
                  </a:cubicBezTo>
                  <a:lnTo>
                    <a:pt x="906" y="620"/>
                  </a:lnTo>
                  <a:cubicBezTo>
                    <a:pt x="1096" y="620"/>
                    <a:pt x="1239" y="453"/>
                    <a:pt x="1215" y="263"/>
                  </a:cubicBezTo>
                  <a:cubicBezTo>
                    <a:pt x="1215" y="96"/>
                    <a:pt x="1072" y="1"/>
                    <a:pt x="906"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5" name="Google Shape;29225;p153"/>
            <p:cNvSpPr/>
            <p:nvPr/>
          </p:nvSpPr>
          <p:spPr>
            <a:xfrm>
              <a:off x="7919486" y="3063737"/>
              <a:ext cx="80577" cy="261216"/>
            </a:xfrm>
            <a:custGeom>
              <a:rect b="b" l="l" r="r" t="t"/>
              <a:pathLst>
                <a:path extrusionOk="0" h="8030" w="2477">
                  <a:moveTo>
                    <a:pt x="310" y="1"/>
                  </a:moveTo>
                  <a:cubicBezTo>
                    <a:pt x="119" y="1"/>
                    <a:pt x="0" y="144"/>
                    <a:pt x="0" y="287"/>
                  </a:cubicBezTo>
                  <a:cubicBezTo>
                    <a:pt x="0" y="453"/>
                    <a:pt x="119" y="596"/>
                    <a:pt x="334" y="596"/>
                  </a:cubicBezTo>
                  <a:lnTo>
                    <a:pt x="334" y="7121"/>
                  </a:lnTo>
                  <a:cubicBezTo>
                    <a:pt x="334" y="7598"/>
                    <a:pt x="715" y="8026"/>
                    <a:pt x="1191" y="8026"/>
                  </a:cubicBezTo>
                  <a:cubicBezTo>
                    <a:pt x="1219" y="8029"/>
                    <a:pt x="1247" y="8030"/>
                    <a:pt x="1274" y="8030"/>
                  </a:cubicBezTo>
                  <a:cubicBezTo>
                    <a:pt x="1784" y="8030"/>
                    <a:pt x="2191" y="7619"/>
                    <a:pt x="2191" y="7121"/>
                  </a:cubicBezTo>
                  <a:lnTo>
                    <a:pt x="2191" y="596"/>
                  </a:lnTo>
                  <a:cubicBezTo>
                    <a:pt x="2334" y="596"/>
                    <a:pt x="2477" y="453"/>
                    <a:pt x="2477" y="263"/>
                  </a:cubicBezTo>
                  <a:cubicBezTo>
                    <a:pt x="2453" y="120"/>
                    <a:pt x="2334" y="1"/>
                    <a:pt x="2143"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6" name="Google Shape;29226;p153"/>
            <p:cNvSpPr/>
            <p:nvPr/>
          </p:nvSpPr>
          <p:spPr>
            <a:xfrm>
              <a:off x="7960539" y="3062208"/>
              <a:ext cx="40305" cy="262647"/>
            </a:xfrm>
            <a:custGeom>
              <a:rect b="b" l="l" r="r" t="t"/>
              <a:pathLst>
                <a:path extrusionOk="0" h="8074" w="1239">
                  <a:moveTo>
                    <a:pt x="0" y="0"/>
                  </a:moveTo>
                  <a:lnTo>
                    <a:pt x="0" y="8073"/>
                  </a:lnTo>
                  <a:cubicBezTo>
                    <a:pt x="500" y="8073"/>
                    <a:pt x="929" y="7669"/>
                    <a:pt x="929" y="7168"/>
                  </a:cubicBezTo>
                  <a:lnTo>
                    <a:pt x="929" y="643"/>
                  </a:lnTo>
                  <a:cubicBezTo>
                    <a:pt x="1096" y="643"/>
                    <a:pt x="1239" y="500"/>
                    <a:pt x="1215" y="286"/>
                  </a:cubicBezTo>
                  <a:cubicBezTo>
                    <a:pt x="1191" y="143"/>
                    <a:pt x="1048" y="48"/>
                    <a:pt x="929"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7" name="Google Shape;29227;p153"/>
            <p:cNvSpPr/>
            <p:nvPr/>
          </p:nvSpPr>
          <p:spPr>
            <a:xfrm>
              <a:off x="8020199" y="3063737"/>
              <a:ext cx="81358" cy="261216"/>
            </a:xfrm>
            <a:custGeom>
              <a:rect b="b" l="l" r="r" t="t"/>
              <a:pathLst>
                <a:path extrusionOk="0" h="8030" w="2501">
                  <a:moveTo>
                    <a:pt x="310" y="1"/>
                  </a:moveTo>
                  <a:cubicBezTo>
                    <a:pt x="119" y="1"/>
                    <a:pt x="0" y="144"/>
                    <a:pt x="0" y="287"/>
                  </a:cubicBezTo>
                  <a:cubicBezTo>
                    <a:pt x="0" y="453"/>
                    <a:pt x="119" y="596"/>
                    <a:pt x="333" y="596"/>
                  </a:cubicBezTo>
                  <a:lnTo>
                    <a:pt x="333" y="7121"/>
                  </a:lnTo>
                  <a:cubicBezTo>
                    <a:pt x="333" y="7598"/>
                    <a:pt x="714" y="8026"/>
                    <a:pt x="1191" y="8026"/>
                  </a:cubicBezTo>
                  <a:cubicBezTo>
                    <a:pt x="1219" y="8029"/>
                    <a:pt x="1246" y="8030"/>
                    <a:pt x="1274" y="8030"/>
                  </a:cubicBezTo>
                  <a:cubicBezTo>
                    <a:pt x="1781" y="8030"/>
                    <a:pt x="2167" y="7619"/>
                    <a:pt x="2167" y="7121"/>
                  </a:cubicBezTo>
                  <a:lnTo>
                    <a:pt x="2167" y="596"/>
                  </a:lnTo>
                  <a:cubicBezTo>
                    <a:pt x="2358" y="596"/>
                    <a:pt x="2501" y="453"/>
                    <a:pt x="2477" y="263"/>
                  </a:cubicBezTo>
                  <a:cubicBezTo>
                    <a:pt x="2453" y="120"/>
                    <a:pt x="2334" y="1"/>
                    <a:pt x="2143"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8" name="Google Shape;29228;p153"/>
            <p:cNvSpPr/>
            <p:nvPr/>
          </p:nvSpPr>
          <p:spPr>
            <a:xfrm>
              <a:off x="8061252" y="3062208"/>
              <a:ext cx="40305" cy="262647"/>
            </a:xfrm>
            <a:custGeom>
              <a:rect b="b" l="l" r="r" t="t"/>
              <a:pathLst>
                <a:path extrusionOk="0" h="8074" w="1239">
                  <a:moveTo>
                    <a:pt x="0" y="0"/>
                  </a:moveTo>
                  <a:lnTo>
                    <a:pt x="0" y="8073"/>
                  </a:lnTo>
                  <a:cubicBezTo>
                    <a:pt x="500" y="8073"/>
                    <a:pt x="929" y="7669"/>
                    <a:pt x="929" y="7168"/>
                  </a:cubicBezTo>
                  <a:lnTo>
                    <a:pt x="929" y="643"/>
                  </a:lnTo>
                  <a:cubicBezTo>
                    <a:pt x="1096" y="643"/>
                    <a:pt x="1239" y="500"/>
                    <a:pt x="1215" y="286"/>
                  </a:cubicBezTo>
                  <a:cubicBezTo>
                    <a:pt x="1191" y="143"/>
                    <a:pt x="1048" y="48"/>
                    <a:pt x="929"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9" name="Google Shape;29229;p153"/>
            <p:cNvSpPr/>
            <p:nvPr/>
          </p:nvSpPr>
          <p:spPr>
            <a:xfrm>
              <a:off x="7828825" y="3255111"/>
              <a:ext cx="59693" cy="71306"/>
            </a:xfrm>
            <a:custGeom>
              <a:rect b="b" l="l" r="r" t="t"/>
              <a:pathLst>
                <a:path extrusionOk="0" h="2192" w="1835">
                  <a:moveTo>
                    <a:pt x="1" y="0"/>
                  </a:moveTo>
                  <a:lnTo>
                    <a:pt x="1" y="1262"/>
                  </a:lnTo>
                  <a:cubicBezTo>
                    <a:pt x="1" y="1772"/>
                    <a:pt x="430" y="2192"/>
                    <a:pt x="936" y="2192"/>
                  </a:cubicBezTo>
                  <a:cubicBezTo>
                    <a:pt x="949" y="2192"/>
                    <a:pt x="963" y="2192"/>
                    <a:pt x="977" y="2191"/>
                  </a:cubicBezTo>
                  <a:cubicBezTo>
                    <a:pt x="1454" y="2191"/>
                    <a:pt x="1835" y="1739"/>
                    <a:pt x="1835" y="1262"/>
                  </a:cubicBezTo>
                  <a:lnTo>
                    <a:pt x="1835"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0" name="Google Shape;29230;p153"/>
            <p:cNvSpPr/>
            <p:nvPr/>
          </p:nvSpPr>
          <p:spPr>
            <a:xfrm>
              <a:off x="7859045" y="3255111"/>
              <a:ext cx="29472" cy="71273"/>
            </a:xfrm>
            <a:custGeom>
              <a:rect b="b" l="l" r="r" t="t"/>
              <a:pathLst>
                <a:path extrusionOk="0" h="2191" w="906">
                  <a:moveTo>
                    <a:pt x="1" y="0"/>
                  </a:moveTo>
                  <a:lnTo>
                    <a:pt x="1" y="2191"/>
                  </a:lnTo>
                  <a:cubicBezTo>
                    <a:pt x="525" y="2191"/>
                    <a:pt x="906" y="1762"/>
                    <a:pt x="906" y="1262"/>
                  </a:cubicBezTo>
                  <a:lnTo>
                    <a:pt x="90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1" name="Google Shape;29231;p153"/>
            <p:cNvSpPr/>
            <p:nvPr/>
          </p:nvSpPr>
          <p:spPr>
            <a:xfrm>
              <a:off x="7929538" y="3255111"/>
              <a:ext cx="59693" cy="71306"/>
            </a:xfrm>
            <a:custGeom>
              <a:rect b="b" l="l" r="r" t="t"/>
              <a:pathLst>
                <a:path extrusionOk="0" h="2192" w="1835">
                  <a:moveTo>
                    <a:pt x="1" y="0"/>
                  </a:moveTo>
                  <a:lnTo>
                    <a:pt x="1" y="1262"/>
                  </a:lnTo>
                  <a:cubicBezTo>
                    <a:pt x="1" y="1772"/>
                    <a:pt x="429" y="2192"/>
                    <a:pt x="935" y="2192"/>
                  </a:cubicBezTo>
                  <a:cubicBezTo>
                    <a:pt x="949" y="2192"/>
                    <a:pt x="963" y="2192"/>
                    <a:pt x="977" y="2191"/>
                  </a:cubicBezTo>
                  <a:cubicBezTo>
                    <a:pt x="1453" y="2191"/>
                    <a:pt x="1834" y="1739"/>
                    <a:pt x="1834" y="1262"/>
                  </a:cubicBezTo>
                  <a:lnTo>
                    <a:pt x="183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2" name="Google Shape;29232;p153"/>
            <p:cNvSpPr/>
            <p:nvPr/>
          </p:nvSpPr>
          <p:spPr>
            <a:xfrm>
              <a:off x="7959758" y="3255111"/>
              <a:ext cx="29472" cy="71273"/>
            </a:xfrm>
            <a:custGeom>
              <a:rect b="b" l="l" r="r" t="t"/>
              <a:pathLst>
                <a:path extrusionOk="0" h="2191" w="906">
                  <a:moveTo>
                    <a:pt x="1" y="0"/>
                  </a:moveTo>
                  <a:lnTo>
                    <a:pt x="1" y="2191"/>
                  </a:lnTo>
                  <a:cubicBezTo>
                    <a:pt x="501" y="2191"/>
                    <a:pt x="905" y="1762"/>
                    <a:pt x="905" y="1262"/>
                  </a:cubicBezTo>
                  <a:lnTo>
                    <a:pt x="9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3" name="Google Shape;29233;p153"/>
            <p:cNvSpPr/>
            <p:nvPr/>
          </p:nvSpPr>
          <p:spPr>
            <a:xfrm>
              <a:off x="8030251" y="3253550"/>
              <a:ext cx="59693" cy="72867"/>
            </a:xfrm>
            <a:custGeom>
              <a:rect b="b" l="l" r="r" t="t"/>
              <a:pathLst>
                <a:path extrusionOk="0" h="2240" w="1835">
                  <a:moveTo>
                    <a:pt x="1" y="0"/>
                  </a:moveTo>
                  <a:lnTo>
                    <a:pt x="1" y="1310"/>
                  </a:lnTo>
                  <a:cubicBezTo>
                    <a:pt x="1" y="1820"/>
                    <a:pt x="429" y="2240"/>
                    <a:pt x="935" y="2240"/>
                  </a:cubicBezTo>
                  <a:cubicBezTo>
                    <a:pt x="949" y="2240"/>
                    <a:pt x="963" y="2240"/>
                    <a:pt x="977" y="2239"/>
                  </a:cubicBezTo>
                  <a:cubicBezTo>
                    <a:pt x="1453" y="2239"/>
                    <a:pt x="1834" y="1787"/>
                    <a:pt x="1834" y="1310"/>
                  </a:cubicBezTo>
                  <a:lnTo>
                    <a:pt x="1834"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4" name="Google Shape;29234;p153"/>
            <p:cNvSpPr/>
            <p:nvPr/>
          </p:nvSpPr>
          <p:spPr>
            <a:xfrm>
              <a:off x="8060471" y="3253550"/>
              <a:ext cx="29472" cy="72835"/>
            </a:xfrm>
            <a:custGeom>
              <a:rect b="b" l="l" r="r" t="t"/>
              <a:pathLst>
                <a:path extrusionOk="0" h="2239" w="906">
                  <a:moveTo>
                    <a:pt x="0" y="0"/>
                  </a:moveTo>
                  <a:lnTo>
                    <a:pt x="0" y="2239"/>
                  </a:lnTo>
                  <a:cubicBezTo>
                    <a:pt x="500" y="2239"/>
                    <a:pt x="905" y="1810"/>
                    <a:pt x="905" y="1310"/>
                  </a:cubicBezTo>
                  <a:lnTo>
                    <a:pt x="90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5" name="Google Shape;29235;p153"/>
            <p:cNvSpPr/>
            <p:nvPr/>
          </p:nvSpPr>
          <p:spPr>
            <a:xfrm>
              <a:off x="7786991" y="3144314"/>
              <a:ext cx="344785" cy="221594"/>
            </a:xfrm>
            <a:custGeom>
              <a:rect b="b" l="l" r="r" t="t"/>
              <a:pathLst>
                <a:path extrusionOk="0" h="6812" w="10599">
                  <a:moveTo>
                    <a:pt x="10003" y="2501"/>
                  </a:moveTo>
                  <a:lnTo>
                    <a:pt x="10003" y="5907"/>
                  </a:lnTo>
                  <a:cubicBezTo>
                    <a:pt x="9979" y="6073"/>
                    <a:pt x="9836" y="6216"/>
                    <a:pt x="9670" y="6216"/>
                  </a:cubicBezTo>
                  <a:lnTo>
                    <a:pt x="953" y="6216"/>
                  </a:lnTo>
                  <a:cubicBezTo>
                    <a:pt x="787" y="6216"/>
                    <a:pt x="668" y="6073"/>
                    <a:pt x="668" y="5907"/>
                  </a:cubicBezTo>
                  <a:lnTo>
                    <a:pt x="668" y="2501"/>
                  </a:lnTo>
                  <a:close/>
                  <a:moveTo>
                    <a:pt x="310" y="1"/>
                  </a:moveTo>
                  <a:cubicBezTo>
                    <a:pt x="120" y="1"/>
                    <a:pt x="1" y="143"/>
                    <a:pt x="1" y="286"/>
                  </a:cubicBezTo>
                  <a:lnTo>
                    <a:pt x="1" y="5883"/>
                  </a:lnTo>
                  <a:cubicBezTo>
                    <a:pt x="1" y="6383"/>
                    <a:pt x="430" y="6812"/>
                    <a:pt x="930" y="6812"/>
                  </a:cubicBezTo>
                  <a:lnTo>
                    <a:pt x="9646" y="6812"/>
                  </a:lnTo>
                  <a:cubicBezTo>
                    <a:pt x="10146" y="6812"/>
                    <a:pt x="10575" y="6383"/>
                    <a:pt x="10575" y="5883"/>
                  </a:cubicBezTo>
                  <a:lnTo>
                    <a:pt x="10575" y="286"/>
                  </a:lnTo>
                  <a:cubicBezTo>
                    <a:pt x="10598" y="143"/>
                    <a:pt x="10455" y="1"/>
                    <a:pt x="10265"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6" name="Google Shape;29236;p153"/>
            <p:cNvSpPr/>
            <p:nvPr/>
          </p:nvSpPr>
          <p:spPr>
            <a:xfrm>
              <a:off x="7959758" y="3144314"/>
              <a:ext cx="172019" cy="221594"/>
            </a:xfrm>
            <a:custGeom>
              <a:rect b="b" l="l" r="r" t="t"/>
              <a:pathLst>
                <a:path extrusionOk="0" h="6812" w="5288">
                  <a:moveTo>
                    <a:pt x="1" y="1"/>
                  </a:moveTo>
                  <a:lnTo>
                    <a:pt x="1" y="2453"/>
                  </a:lnTo>
                  <a:lnTo>
                    <a:pt x="4668" y="2453"/>
                  </a:lnTo>
                  <a:lnTo>
                    <a:pt x="4668" y="5883"/>
                  </a:lnTo>
                  <a:cubicBezTo>
                    <a:pt x="4668" y="6073"/>
                    <a:pt x="4525" y="6192"/>
                    <a:pt x="4359" y="6192"/>
                  </a:cubicBezTo>
                  <a:lnTo>
                    <a:pt x="1" y="6192"/>
                  </a:lnTo>
                  <a:lnTo>
                    <a:pt x="1" y="6812"/>
                  </a:lnTo>
                  <a:lnTo>
                    <a:pt x="4359" y="6812"/>
                  </a:lnTo>
                  <a:cubicBezTo>
                    <a:pt x="4882" y="6812"/>
                    <a:pt x="5287" y="6383"/>
                    <a:pt x="5287" y="5883"/>
                  </a:cubicBezTo>
                  <a:lnTo>
                    <a:pt x="5287" y="286"/>
                  </a:lnTo>
                  <a:cubicBezTo>
                    <a:pt x="5287" y="143"/>
                    <a:pt x="5144" y="1"/>
                    <a:pt x="495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7" name="Google Shape;29237;p153"/>
          <p:cNvGrpSpPr/>
          <p:nvPr/>
        </p:nvGrpSpPr>
        <p:grpSpPr>
          <a:xfrm>
            <a:off x="7786991" y="3468804"/>
            <a:ext cx="344785" cy="303570"/>
            <a:chOff x="7786991" y="3621204"/>
            <a:chExt cx="344785" cy="303570"/>
          </a:xfrm>
        </p:grpSpPr>
        <p:sp>
          <p:nvSpPr>
            <p:cNvPr id="29238" name="Google Shape;29238;p153"/>
            <p:cNvSpPr/>
            <p:nvPr/>
          </p:nvSpPr>
          <p:spPr>
            <a:xfrm>
              <a:off x="7888485" y="3682718"/>
              <a:ext cx="242511" cy="241730"/>
            </a:xfrm>
            <a:custGeom>
              <a:rect b="b" l="l" r="r" t="t"/>
              <a:pathLst>
                <a:path extrusionOk="0" h="7431" w="7455">
                  <a:moveTo>
                    <a:pt x="3739" y="1"/>
                  </a:moveTo>
                  <a:cubicBezTo>
                    <a:pt x="1501" y="1"/>
                    <a:pt x="48" y="1810"/>
                    <a:pt x="48" y="3716"/>
                  </a:cubicBezTo>
                  <a:cubicBezTo>
                    <a:pt x="1" y="5835"/>
                    <a:pt x="1739" y="7431"/>
                    <a:pt x="3739" y="7431"/>
                  </a:cubicBezTo>
                  <a:cubicBezTo>
                    <a:pt x="5764" y="7431"/>
                    <a:pt x="7455" y="5787"/>
                    <a:pt x="7455" y="3716"/>
                  </a:cubicBezTo>
                  <a:cubicBezTo>
                    <a:pt x="7455" y="1668"/>
                    <a:pt x="5787" y="1"/>
                    <a:pt x="3739"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9" name="Google Shape;29239;p153"/>
            <p:cNvSpPr/>
            <p:nvPr/>
          </p:nvSpPr>
          <p:spPr>
            <a:xfrm>
              <a:off x="8010115" y="3682718"/>
              <a:ext cx="121662" cy="241730"/>
            </a:xfrm>
            <a:custGeom>
              <a:rect b="b" l="l" r="r" t="t"/>
              <a:pathLst>
                <a:path extrusionOk="0" h="7431" w="3740">
                  <a:moveTo>
                    <a:pt x="0" y="1"/>
                  </a:moveTo>
                  <a:lnTo>
                    <a:pt x="0" y="7431"/>
                  </a:lnTo>
                  <a:cubicBezTo>
                    <a:pt x="2048" y="7431"/>
                    <a:pt x="3739" y="5740"/>
                    <a:pt x="3716" y="3668"/>
                  </a:cubicBezTo>
                  <a:cubicBezTo>
                    <a:pt x="3692" y="1501"/>
                    <a:pt x="1929" y="1"/>
                    <a:pt x="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0" name="Google Shape;29240;p153"/>
            <p:cNvSpPr/>
            <p:nvPr/>
          </p:nvSpPr>
          <p:spPr>
            <a:xfrm>
              <a:off x="7888485" y="3792735"/>
              <a:ext cx="243292" cy="20169"/>
            </a:xfrm>
            <a:custGeom>
              <a:rect b="b" l="l" r="r" t="t"/>
              <a:pathLst>
                <a:path extrusionOk="0" h="620" w="7479">
                  <a:moveTo>
                    <a:pt x="48" y="0"/>
                  </a:moveTo>
                  <a:cubicBezTo>
                    <a:pt x="1" y="215"/>
                    <a:pt x="1" y="429"/>
                    <a:pt x="48" y="619"/>
                  </a:cubicBezTo>
                  <a:lnTo>
                    <a:pt x="7455" y="619"/>
                  </a:lnTo>
                  <a:cubicBezTo>
                    <a:pt x="7478" y="429"/>
                    <a:pt x="7478" y="215"/>
                    <a:pt x="7431"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1" name="Google Shape;29241;p153"/>
            <p:cNvSpPr/>
            <p:nvPr/>
          </p:nvSpPr>
          <p:spPr>
            <a:xfrm>
              <a:off x="8010115" y="3792735"/>
              <a:ext cx="121662" cy="20169"/>
            </a:xfrm>
            <a:custGeom>
              <a:rect b="b" l="l" r="r" t="t"/>
              <a:pathLst>
                <a:path extrusionOk="0" h="620" w="3740">
                  <a:moveTo>
                    <a:pt x="0" y="0"/>
                  </a:moveTo>
                  <a:lnTo>
                    <a:pt x="0" y="619"/>
                  </a:lnTo>
                  <a:lnTo>
                    <a:pt x="3716" y="619"/>
                  </a:lnTo>
                  <a:cubicBezTo>
                    <a:pt x="3739" y="381"/>
                    <a:pt x="3739" y="215"/>
                    <a:pt x="371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2" name="Google Shape;29242;p153"/>
            <p:cNvSpPr/>
            <p:nvPr/>
          </p:nvSpPr>
          <p:spPr>
            <a:xfrm>
              <a:off x="7786991" y="3621204"/>
              <a:ext cx="141798" cy="303570"/>
            </a:xfrm>
            <a:custGeom>
              <a:rect b="b" l="l" r="r" t="t"/>
              <a:pathLst>
                <a:path extrusionOk="0" h="9332" w="4359">
                  <a:moveTo>
                    <a:pt x="2189" y="1"/>
                  </a:moveTo>
                  <a:cubicBezTo>
                    <a:pt x="2119" y="1"/>
                    <a:pt x="2049" y="4"/>
                    <a:pt x="1977" y="10"/>
                  </a:cubicBezTo>
                  <a:cubicBezTo>
                    <a:pt x="834" y="106"/>
                    <a:pt x="1" y="1058"/>
                    <a:pt x="1" y="2177"/>
                  </a:cubicBezTo>
                  <a:lnTo>
                    <a:pt x="1" y="7131"/>
                  </a:lnTo>
                  <a:cubicBezTo>
                    <a:pt x="1" y="8250"/>
                    <a:pt x="834" y="9203"/>
                    <a:pt x="1977" y="9322"/>
                  </a:cubicBezTo>
                  <a:cubicBezTo>
                    <a:pt x="2046" y="9328"/>
                    <a:pt x="2114" y="9331"/>
                    <a:pt x="2182" y="9331"/>
                  </a:cubicBezTo>
                  <a:cubicBezTo>
                    <a:pt x="3358" y="9331"/>
                    <a:pt x="4359" y="8371"/>
                    <a:pt x="4359" y="7155"/>
                  </a:cubicBezTo>
                  <a:lnTo>
                    <a:pt x="4359" y="2177"/>
                  </a:lnTo>
                  <a:cubicBezTo>
                    <a:pt x="4359" y="961"/>
                    <a:pt x="3400" y="1"/>
                    <a:pt x="218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3" name="Google Shape;29243;p153"/>
            <p:cNvSpPr/>
            <p:nvPr/>
          </p:nvSpPr>
          <p:spPr>
            <a:xfrm>
              <a:off x="7857484" y="3621529"/>
              <a:ext cx="71306" cy="302919"/>
            </a:xfrm>
            <a:custGeom>
              <a:rect b="b" l="l" r="r" t="t"/>
              <a:pathLst>
                <a:path extrusionOk="0" h="9312" w="2192">
                  <a:moveTo>
                    <a:pt x="1" y="0"/>
                  </a:moveTo>
                  <a:lnTo>
                    <a:pt x="1" y="9312"/>
                  </a:lnTo>
                  <a:cubicBezTo>
                    <a:pt x="1192" y="9312"/>
                    <a:pt x="2192" y="8335"/>
                    <a:pt x="2192" y="7145"/>
                  </a:cubicBezTo>
                  <a:lnTo>
                    <a:pt x="2192" y="2167"/>
                  </a:lnTo>
                  <a:cubicBezTo>
                    <a:pt x="2192" y="977"/>
                    <a:pt x="1192" y="0"/>
                    <a:pt x="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4" name="Google Shape;29244;p153"/>
            <p:cNvSpPr/>
            <p:nvPr/>
          </p:nvSpPr>
          <p:spPr>
            <a:xfrm>
              <a:off x="7786991" y="3621985"/>
              <a:ext cx="141798" cy="151395"/>
            </a:xfrm>
            <a:custGeom>
              <a:rect b="b" l="l" r="r" t="t"/>
              <a:pathLst>
                <a:path extrusionOk="0" h="4654" w="4359">
                  <a:moveTo>
                    <a:pt x="2178" y="1"/>
                  </a:moveTo>
                  <a:cubicBezTo>
                    <a:pt x="2111" y="1"/>
                    <a:pt x="2045" y="4"/>
                    <a:pt x="1977" y="10"/>
                  </a:cubicBezTo>
                  <a:cubicBezTo>
                    <a:pt x="858" y="129"/>
                    <a:pt x="1" y="1082"/>
                    <a:pt x="1" y="2177"/>
                  </a:cubicBezTo>
                  <a:lnTo>
                    <a:pt x="1" y="4654"/>
                  </a:lnTo>
                  <a:lnTo>
                    <a:pt x="4359" y="4654"/>
                  </a:lnTo>
                  <a:lnTo>
                    <a:pt x="4359" y="2177"/>
                  </a:lnTo>
                  <a:cubicBezTo>
                    <a:pt x="4359" y="982"/>
                    <a:pt x="3356" y="1"/>
                    <a:pt x="21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5" name="Google Shape;29245;p153"/>
            <p:cNvSpPr/>
            <p:nvPr/>
          </p:nvSpPr>
          <p:spPr>
            <a:xfrm>
              <a:off x="7857484" y="3622310"/>
              <a:ext cx="71306" cy="151069"/>
            </a:xfrm>
            <a:custGeom>
              <a:rect b="b" l="l" r="r" t="t"/>
              <a:pathLst>
                <a:path extrusionOk="0" h="4644" w="2192">
                  <a:moveTo>
                    <a:pt x="1" y="0"/>
                  </a:moveTo>
                  <a:lnTo>
                    <a:pt x="1" y="4644"/>
                  </a:lnTo>
                  <a:lnTo>
                    <a:pt x="2192" y="4644"/>
                  </a:lnTo>
                  <a:lnTo>
                    <a:pt x="2192" y="2167"/>
                  </a:lnTo>
                  <a:cubicBezTo>
                    <a:pt x="2192" y="953"/>
                    <a:pt x="1192"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6" name="Google Shape;29246;p153"/>
          <p:cNvGrpSpPr/>
          <p:nvPr/>
        </p:nvGrpSpPr>
        <p:grpSpPr>
          <a:xfrm>
            <a:off x="7054936" y="3448993"/>
            <a:ext cx="305262" cy="344753"/>
            <a:chOff x="7054936" y="3601393"/>
            <a:chExt cx="305262" cy="344753"/>
          </a:xfrm>
        </p:grpSpPr>
        <p:sp>
          <p:nvSpPr>
            <p:cNvPr id="29247" name="Google Shape;29247;p153"/>
            <p:cNvSpPr/>
            <p:nvPr/>
          </p:nvSpPr>
          <p:spPr>
            <a:xfrm>
              <a:off x="7054936" y="3601393"/>
              <a:ext cx="305262" cy="344753"/>
            </a:xfrm>
            <a:custGeom>
              <a:rect b="b" l="l" r="r" t="t"/>
              <a:pathLst>
                <a:path extrusionOk="0" h="10598" w="9384">
                  <a:moveTo>
                    <a:pt x="286" y="0"/>
                  </a:moveTo>
                  <a:cubicBezTo>
                    <a:pt x="119" y="0"/>
                    <a:pt x="0" y="143"/>
                    <a:pt x="0" y="286"/>
                  </a:cubicBezTo>
                  <a:lnTo>
                    <a:pt x="0" y="8621"/>
                  </a:lnTo>
                  <a:cubicBezTo>
                    <a:pt x="0" y="9693"/>
                    <a:pt x="881" y="10597"/>
                    <a:pt x="1977" y="10597"/>
                  </a:cubicBezTo>
                  <a:lnTo>
                    <a:pt x="6097" y="10597"/>
                  </a:lnTo>
                  <a:cubicBezTo>
                    <a:pt x="7168" y="10597"/>
                    <a:pt x="8073" y="9693"/>
                    <a:pt x="8073" y="8621"/>
                  </a:cubicBezTo>
                  <a:lnTo>
                    <a:pt x="8073" y="2262"/>
                  </a:lnTo>
                  <a:lnTo>
                    <a:pt x="9264" y="476"/>
                  </a:lnTo>
                  <a:cubicBezTo>
                    <a:pt x="9383" y="262"/>
                    <a:pt x="9240" y="0"/>
                    <a:pt x="9002"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8" name="Google Shape;29248;p153"/>
            <p:cNvSpPr/>
            <p:nvPr/>
          </p:nvSpPr>
          <p:spPr>
            <a:xfrm>
              <a:off x="7185837" y="3601393"/>
              <a:ext cx="174361" cy="344753"/>
            </a:xfrm>
            <a:custGeom>
              <a:rect b="b" l="l" r="r" t="t"/>
              <a:pathLst>
                <a:path extrusionOk="0" h="10598" w="5360">
                  <a:moveTo>
                    <a:pt x="1" y="0"/>
                  </a:moveTo>
                  <a:lnTo>
                    <a:pt x="1" y="10597"/>
                  </a:lnTo>
                  <a:lnTo>
                    <a:pt x="2073" y="10597"/>
                  </a:lnTo>
                  <a:cubicBezTo>
                    <a:pt x="3144" y="10597"/>
                    <a:pt x="4049" y="9693"/>
                    <a:pt x="4049" y="8621"/>
                  </a:cubicBezTo>
                  <a:lnTo>
                    <a:pt x="4049" y="2262"/>
                  </a:lnTo>
                  <a:lnTo>
                    <a:pt x="5240" y="476"/>
                  </a:lnTo>
                  <a:cubicBezTo>
                    <a:pt x="5359" y="262"/>
                    <a:pt x="5216" y="0"/>
                    <a:pt x="497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9" name="Google Shape;29249;p153"/>
            <p:cNvSpPr/>
            <p:nvPr/>
          </p:nvSpPr>
          <p:spPr>
            <a:xfrm>
              <a:off x="7249368" y="3681157"/>
              <a:ext cx="68215" cy="20949"/>
            </a:xfrm>
            <a:custGeom>
              <a:rect b="b" l="l" r="r" t="t"/>
              <a:pathLst>
                <a:path extrusionOk="0" h="644" w="2097">
                  <a:moveTo>
                    <a:pt x="334" y="1"/>
                  </a:moveTo>
                  <a:cubicBezTo>
                    <a:pt x="167" y="1"/>
                    <a:pt x="1" y="144"/>
                    <a:pt x="48" y="358"/>
                  </a:cubicBezTo>
                  <a:cubicBezTo>
                    <a:pt x="48" y="525"/>
                    <a:pt x="191" y="644"/>
                    <a:pt x="334" y="644"/>
                  </a:cubicBezTo>
                  <a:lnTo>
                    <a:pt x="2096" y="644"/>
                  </a:lnTo>
                  <a:lnTo>
                    <a:pt x="2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0" name="Google Shape;29250;p153"/>
            <p:cNvSpPr/>
            <p:nvPr/>
          </p:nvSpPr>
          <p:spPr>
            <a:xfrm>
              <a:off x="7270285" y="3722242"/>
              <a:ext cx="47299" cy="20169"/>
            </a:xfrm>
            <a:custGeom>
              <a:rect b="b" l="l" r="r" t="t"/>
              <a:pathLst>
                <a:path extrusionOk="0" h="620" w="1454">
                  <a:moveTo>
                    <a:pt x="310" y="0"/>
                  </a:moveTo>
                  <a:cubicBezTo>
                    <a:pt x="144" y="0"/>
                    <a:pt x="1" y="143"/>
                    <a:pt x="24" y="357"/>
                  </a:cubicBezTo>
                  <a:cubicBezTo>
                    <a:pt x="24" y="500"/>
                    <a:pt x="167" y="619"/>
                    <a:pt x="310" y="619"/>
                  </a:cubicBezTo>
                  <a:lnTo>
                    <a:pt x="1453" y="619"/>
                  </a:lnTo>
                  <a:lnTo>
                    <a:pt x="145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1" name="Google Shape;29251;p153"/>
            <p:cNvSpPr/>
            <p:nvPr/>
          </p:nvSpPr>
          <p:spPr>
            <a:xfrm>
              <a:off x="7249368" y="3761733"/>
              <a:ext cx="68215" cy="20169"/>
            </a:xfrm>
            <a:custGeom>
              <a:rect b="b" l="l" r="r" t="t"/>
              <a:pathLst>
                <a:path extrusionOk="0" h="620" w="2097">
                  <a:moveTo>
                    <a:pt x="334" y="1"/>
                  </a:moveTo>
                  <a:cubicBezTo>
                    <a:pt x="167" y="1"/>
                    <a:pt x="1" y="144"/>
                    <a:pt x="48" y="358"/>
                  </a:cubicBezTo>
                  <a:cubicBezTo>
                    <a:pt x="48" y="501"/>
                    <a:pt x="191" y="620"/>
                    <a:pt x="334" y="620"/>
                  </a:cubicBezTo>
                  <a:lnTo>
                    <a:pt x="2096" y="620"/>
                  </a:lnTo>
                  <a:lnTo>
                    <a:pt x="2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2" name="Google Shape;29252;p153"/>
            <p:cNvSpPr/>
            <p:nvPr/>
          </p:nvSpPr>
          <p:spPr>
            <a:xfrm>
              <a:off x="7270285" y="3802038"/>
              <a:ext cx="47299" cy="20917"/>
            </a:xfrm>
            <a:custGeom>
              <a:rect b="b" l="l" r="r" t="t"/>
              <a:pathLst>
                <a:path extrusionOk="0" h="643" w="1454">
                  <a:moveTo>
                    <a:pt x="310" y="0"/>
                  </a:moveTo>
                  <a:cubicBezTo>
                    <a:pt x="144" y="0"/>
                    <a:pt x="1" y="167"/>
                    <a:pt x="24" y="357"/>
                  </a:cubicBezTo>
                  <a:cubicBezTo>
                    <a:pt x="24" y="524"/>
                    <a:pt x="167" y="643"/>
                    <a:pt x="310" y="643"/>
                  </a:cubicBezTo>
                  <a:lnTo>
                    <a:pt x="1453" y="643"/>
                  </a:lnTo>
                  <a:lnTo>
                    <a:pt x="145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3" name="Google Shape;29253;p153"/>
            <p:cNvSpPr/>
            <p:nvPr/>
          </p:nvSpPr>
          <p:spPr>
            <a:xfrm>
              <a:off x="7249368" y="3843091"/>
              <a:ext cx="68215" cy="20169"/>
            </a:xfrm>
            <a:custGeom>
              <a:rect b="b" l="l" r="r" t="t"/>
              <a:pathLst>
                <a:path extrusionOk="0" h="620" w="2097">
                  <a:moveTo>
                    <a:pt x="334" y="0"/>
                  </a:moveTo>
                  <a:cubicBezTo>
                    <a:pt x="167" y="0"/>
                    <a:pt x="1" y="143"/>
                    <a:pt x="48" y="357"/>
                  </a:cubicBezTo>
                  <a:cubicBezTo>
                    <a:pt x="48" y="500"/>
                    <a:pt x="191" y="619"/>
                    <a:pt x="334" y="619"/>
                  </a:cubicBezTo>
                  <a:lnTo>
                    <a:pt x="2096" y="619"/>
                  </a:lnTo>
                  <a:lnTo>
                    <a:pt x="20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54" name="Google Shape;29254;p153"/>
          <p:cNvGrpSpPr/>
          <p:nvPr/>
        </p:nvGrpSpPr>
        <p:grpSpPr>
          <a:xfrm>
            <a:off x="6280234" y="3454328"/>
            <a:ext cx="349437" cy="333205"/>
            <a:chOff x="6280234" y="3606728"/>
            <a:chExt cx="349437" cy="333205"/>
          </a:xfrm>
        </p:grpSpPr>
        <p:sp>
          <p:nvSpPr>
            <p:cNvPr id="29255" name="Google Shape;29255;p153"/>
            <p:cNvSpPr/>
            <p:nvPr/>
          </p:nvSpPr>
          <p:spPr>
            <a:xfrm>
              <a:off x="6393341" y="3651750"/>
              <a:ext cx="236330" cy="216715"/>
            </a:xfrm>
            <a:custGeom>
              <a:rect b="b" l="l" r="r" t="t"/>
              <a:pathLst>
                <a:path extrusionOk="0" h="6662" w="7265">
                  <a:moveTo>
                    <a:pt x="2072" y="0"/>
                  </a:moveTo>
                  <a:lnTo>
                    <a:pt x="1" y="2310"/>
                  </a:lnTo>
                  <a:lnTo>
                    <a:pt x="4502" y="6263"/>
                  </a:lnTo>
                  <a:cubicBezTo>
                    <a:pt x="4790" y="6529"/>
                    <a:pt x="5161" y="6661"/>
                    <a:pt x="5530" y="6661"/>
                  </a:cubicBezTo>
                  <a:cubicBezTo>
                    <a:pt x="5954" y="6661"/>
                    <a:pt x="6376" y="6488"/>
                    <a:pt x="6669" y="6144"/>
                  </a:cubicBezTo>
                  <a:cubicBezTo>
                    <a:pt x="7264" y="5501"/>
                    <a:pt x="7216" y="4525"/>
                    <a:pt x="6550" y="3953"/>
                  </a:cubicBezTo>
                  <a:lnTo>
                    <a:pt x="2072"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6" name="Google Shape;29256;p153"/>
            <p:cNvSpPr/>
            <p:nvPr/>
          </p:nvSpPr>
          <p:spPr>
            <a:xfrm>
              <a:off x="6426652" y="3651750"/>
              <a:ext cx="202239" cy="200645"/>
            </a:xfrm>
            <a:custGeom>
              <a:rect b="b" l="l" r="r" t="t"/>
              <a:pathLst>
                <a:path extrusionOk="0" h="6168" w="6217">
                  <a:moveTo>
                    <a:pt x="1048" y="0"/>
                  </a:moveTo>
                  <a:lnTo>
                    <a:pt x="1" y="1143"/>
                  </a:lnTo>
                  <a:cubicBezTo>
                    <a:pt x="239" y="1357"/>
                    <a:pt x="5383" y="5954"/>
                    <a:pt x="5621" y="6168"/>
                  </a:cubicBezTo>
                  <a:cubicBezTo>
                    <a:pt x="6216" y="5596"/>
                    <a:pt x="6216" y="4572"/>
                    <a:pt x="5526" y="3953"/>
                  </a:cubicBezTo>
                  <a:lnTo>
                    <a:pt x="1048"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7" name="Google Shape;29257;p153"/>
            <p:cNvSpPr/>
            <p:nvPr/>
          </p:nvSpPr>
          <p:spPr>
            <a:xfrm>
              <a:off x="6377857" y="3636330"/>
              <a:ext cx="90661" cy="96224"/>
            </a:xfrm>
            <a:custGeom>
              <a:rect b="b" l="l" r="r" t="t"/>
              <a:pathLst>
                <a:path extrusionOk="0" h="2958" w="2787">
                  <a:moveTo>
                    <a:pt x="2440" y="0"/>
                  </a:moveTo>
                  <a:cubicBezTo>
                    <a:pt x="2350" y="0"/>
                    <a:pt x="2262" y="46"/>
                    <a:pt x="2191" y="117"/>
                  </a:cubicBezTo>
                  <a:lnTo>
                    <a:pt x="119" y="2427"/>
                  </a:lnTo>
                  <a:cubicBezTo>
                    <a:pt x="0" y="2570"/>
                    <a:pt x="48" y="2760"/>
                    <a:pt x="167" y="2879"/>
                  </a:cubicBezTo>
                  <a:cubicBezTo>
                    <a:pt x="221" y="2933"/>
                    <a:pt x="284" y="2958"/>
                    <a:pt x="350" y="2958"/>
                  </a:cubicBezTo>
                  <a:cubicBezTo>
                    <a:pt x="431" y="2958"/>
                    <a:pt x="517" y="2921"/>
                    <a:pt x="596" y="2855"/>
                  </a:cubicBezTo>
                  <a:lnTo>
                    <a:pt x="2668" y="522"/>
                  </a:lnTo>
                  <a:cubicBezTo>
                    <a:pt x="2787" y="379"/>
                    <a:pt x="2787" y="188"/>
                    <a:pt x="2620" y="69"/>
                  </a:cubicBezTo>
                  <a:cubicBezTo>
                    <a:pt x="2562" y="21"/>
                    <a:pt x="2501" y="0"/>
                    <a:pt x="2440"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8" name="Google Shape;29258;p153"/>
            <p:cNvSpPr/>
            <p:nvPr/>
          </p:nvSpPr>
          <p:spPr>
            <a:xfrm>
              <a:off x="6414258" y="3636330"/>
              <a:ext cx="52699" cy="54943"/>
            </a:xfrm>
            <a:custGeom>
              <a:rect b="b" l="l" r="r" t="t"/>
              <a:pathLst>
                <a:path extrusionOk="0" h="1689" w="1620">
                  <a:moveTo>
                    <a:pt x="1265" y="0"/>
                  </a:moveTo>
                  <a:cubicBezTo>
                    <a:pt x="1168" y="0"/>
                    <a:pt x="1072" y="46"/>
                    <a:pt x="1001" y="117"/>
                  </a:cubicBezTo>
                  <a:lnTo>
                    <a:pt x="1" y="1260"/>
                  </a:lnTo>
                  <a:lnTo>
                    <a:pt x="477" y="1689"/>
                  </a:lnTo>
                  <a:lnTo>
                    <a:pt x="1501" y="522"/>
                  </a:lnTo>
                  <a:cubicBezTo>
                    <a:pt x="1620" y="403"/>
                    <a:pt x="1620" y="188"/>
                    <a:pt x="1453" y="69"/>
                  </a:cubicBezTo>
                  <a:cubicBezTo>
                    <a:pt x="1396" y="21"/>
                    <a:pt x="1330" y="0"/>
                    <a:pt x="1265"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9" name="Google Shape;29259;p153"/>
            <p:cNvSpPr/>
            <p:nvPr/>
          </p:nvSpPr>
          <p:spPr>
            <a:xfrm>
              <a:off x="6360811" y="3774127"/>
              <a:ext cx="61221" cy="80609"/>
            </a:xfrm>
            <a:custGeom>
              <a:rect b="b" l="l" r="r" t="t"/>
              <a:pathLst>
                <a:path extrusionOk="0" h="2478" w="1882">
                  <a:moveTo>
                    <a:pt x="926" y="1"/>
                  </a:moveTo>
                  <a:cubicBezTo>
                    <a:pt x="864" y="1"/>
                    <a:pt x="798" y="25"/>
                    <a:pt x="739" y="72"/>
                  </a:cubicBezTo>
                  <a:cubicBezTo>
                    <a:pt x="715" y="72"/>
                    <a:pt x="0" y="644"/>
                    <a:pt x="0" y="1477"/>
                  </a:cubicBezTo>
                  <a:cubicBezTo>
                    <a:pt x="0" y="2025"/>
                    <a:pt x="405" y="2477"/>
                    <a:pt x="929" y="2477"/>
                  </a:cubicBezTo>
                  <a:cubicBezTo>
                    <a:pt x="1429" y="2477"/>
                    <a:pt x="1882" y="2025"/>
                    <a:pt x="1834" y="1477"/>
                  </a:cubicBezTo>
                  <a:cubicBezTo>
                    <a:pt x="1834" y="644"/>
                    <a:pt x="1120" y="96"/>
                    <a:pt x="1096" y="72"/>
                  </a:cubicBezTo>
                  <a:cubicBezTo>
                    <a:pt x="1048" y="25"/>
                    <a:pt x="989" y="1"/>
                    <a:pt x="92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0" name="Google Shape;29260;p153"/>
            <p:cNvSpPr/>
            <p:nvPr/>
          </p:nvSpPr>
          <p:spPr>
            <a:xfrm>
              <a:off x="6391780" y="3774127"/>
              <a:ext cx="30253" cy="80609"/>
            </a:xfrm>
            <a:custGeom>
              <a:rect b="b" l="l" r="r" t="t"/>
              <a:pathLst>
                <a:path extrusionOk="0" h="2478" w="930">
                  <a:moveTo>
                    <a:pt x="1" y="1"/>
                  </a:moveTo>
                  <a:lnTo>
                    <a:pt x="1" y="2477"/>
                  </a:lnTo>
                  <a:cubicBezTo>
                    <a:pt x="525" y="2477"/>
                    <a:pt x="930" y="2025"/>
                    <a:pt x="930" y="1477"/>
                  </a:cubicBezTo>
                  <a:cubicBezTo>
                    <a:pt x="930" y="644"/>
                    <a:pt x="215" y="72"/>
                    <a:pt x="168" y="72"/>
                  </a:cubicBezTo>
                  <a:cubicBezTo>
                    <a:pt x="120" y="48"/>
                    <a:pt x="49" y="1"/>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1" name="Google Shape;29261;p153"/>
            <p:cNvSpPr/>
            <p:nvPr/>
          </p:nvSpPr>
          <p:spPr>
            <a:xfrm>
              <a:off x="6280234" y="3859356"/>
              <a:ext cx="220814" cy="80577"/>
            </a:xfrm>
            <a:custGeom>
              <a:rect b="b" l="l" r="r" t="t"/>
              <a:pathLst>
                <a:path extrusionOk="0" h="2477" w="6788">
                  <a:moveTo>
                    <a:pt x="310" y="0"/>
                  </a:moveTo>
                  <a:cubicBezTo>
                    <a:pt x="144" y="0"/>
                    <a:pt x="1" y="119"/>
                    <a:pt x="1" y="310"/>
                  </a:cubicBezTo>
                  <a:lnTo>
                    <a:pt x="1" y="2191"/>
                  </a:lnTo>
                  <a:cubicBezTo>
                    <a:pt x="1" y="2334"/>
                    <a:pt x="120" y="2477"/>
                    <a:pt x="310" y="2477"/>
                  </a:cubicBezTo>
                  <a:lnTo>
                    <a:pt x="6502" y="2477"/>
                  </a:lnTo>
                  <a:cubicBezTo>
                    <a:pt x="6669" y="2477"/>
                    <a:pt x="6788" y="2334"/>
                    <a:pt x="6740" y="2191"/>
                  </a:cubicBezTo>
                  <a:lnTo>
                    <a:pt x="6740" y="310"/>
                  </a:lnTo>
                  <a:cubicBezTo>
                    <a:pt x="6740" y="167"/>
                    <a:pt x="6621" y="0"/>
                    <a:pt x="6431" y="0"/>
                  </a:cubicBezTo>
                  <a:lnTo>
                    <a:pt x="4597" y="0"/>
                  </a:lnTo>
                  <a:cubicBezTo>
                    <a:pt x="4478" y="0"/>
                    <a:pt x="4383" y="72"/>
                    <a:pt x="4311" y="191"/>
                  </a:cubicBezTo>
                  <a:cubicBezTo>
                    <a:pt x="4311" y="191"/>
                    <a:pt x="4073" y="643"/>
                    <a:pt x="3359" y="643"/>
                  </a:cubicBezTo>
                  <a:cubicBezTo>
                    <a:pt x="2692" y="643"/>
                    <a:pt x="2454" y="215"/>
                    <a:pt x="2406" y="191"/>
                  </a:cubicBezTo>
                  <a:cubicBezTo>
                    <a:pt x="2382" y="72"/>
                    <a:pt x="2263" y="0"/>
                    <a:pt x="2144"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2" name="Google Shape;29262;p153"/>
            <p:cNvSpPr/>
            <p:nvPr/>
          </p:nvSpPr>
          <p:spPr>
            <a:xfrm>
              <a:off x="6391780" y="3859356"/>
              <a:ext cx="110049" cy="80577"/>
            </a:xfrm>
            <a:custGeom>
              <a:rect b="b" l="l" r="r" t="t"/>
              <a:pathLst>
                <a:path extrusionOk="0" h="2477" w="3383">
                  <a:moveTo>
                    <a:pt x="1216" y="0"/>
                  </a:moveTo>
                  <a:cubicBezTo>
                    <a:pt x="1096" y="0"/>
                    <a:pt x="977" y="72"/>
                    <a:pt x="954" y="191"/>
                  </a:cubicBezTo>
                  <a:cubicBezTo>
                    <a:pt x="882" y="310"/>
                    <a:pt x="596" y="643"/>
                    <a:pt x="1" y="643"/>
                  </a:cubicBezTo>
                  <a:lnTo>
                    <a:pt x="1" y="2477"/>
                  </a:lnTo>
                  <a:lnTo>
                    <a:pt x="3097" y="2477"/>
                  </a:lnTo>
                  <a:cubicBezTo>
                    <a:pt x="3264" y="2477"/>
                    <a:pt x="3383" y="2334"/>
                    <a:pt x="3383" y="2191"/>
                  </a:cubicBezTo>
                  <a:lnTo>
                    <a:pt x="3383" y="310"/>
                  </a:lnTo>
                  <a:cubicBezTo>
                    <a:pt x="3383" y="119"/>
                    <a:pt x="3240" y="0"/>
                    <a:pt x="30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3" name="Google Shape;29263;p153"/>
            <p:cNvSpPr/>
            <p:nvPr/>
          </p:nvSpPr>
          <p:spPr>
            <a:xfrm>
              <a:off x="6418129" y="3748559"/>
              <a:ext cx="211543" cy="119906"/>
            </a:xfrm>
            <a:custGeom>
              <a:rect b="b" l="l" r="r" t="t"/>
              <a:pathLst>
                <a:path extrusionOk="0" h="3686" w="6503">
                  <a:moveTo>
                    <a:pt x="1" y="1"/>
                  </a:moveTo>
                  <a:lnTo>
                    <a:pt x="3740" y="3287"/>
                  </a:lnTo>
                  <a:cubicBezTo>
                    <a:pt x="4050" y="3553"/>
                    <a:pt x="4423" y="3685"/>
                    <a:pt x="4787" y="3685"/>
                  </a:cubicBezTo>
                  <a:cubicBezTo>
                    <a:pt x="5206" y="3685"/>
                    <a:pt x="5614" y="3512"/>
                    <a:pt x="5907" y="3168"/>
                  </a:cubicBezTo>
                  <a:cubicBezTo>
                    <a:pt x="6502" y="2525"/>
                    <a:pt x="6454" y="1549"/>
                    <a:pt x="5788" y="977"/>
                  </a:cubicBezTo>
                  <a:lnTo>
                    <a:pt x="4668" y="1"/>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4" name="Google Shape;29264;p153"/>
            <p:cNvSpPr/>
            <p:nvPr/>
          </p:nvSpPr>
          <p:spPr>
            <a:xfrm>
              <a:off x="6494054" y="3749340"/>
              <a:ext cx="135618" cy="103836"/>
            </a:xfrm>
            <a:custGeom>
              <a:rect b="b" l="l" r="r" t="t"/>
              <a:pathLst>
                <a:path extrusionOk="0" h="3192" w="4169">
                  <a:moveTo>
                    <a:pt x="1" y="1"/>
                  </a:moveTo>
                  <a:cubicBezTo>
                    <a:pt x="358" y="334"/>
                    <a:pt x="1620" y="1429"/>
                    <a:pt x="3573" y="3192"/>
                  </a:cubicBezTo>
                  <a:cubicBezTo>
                    <a:pt x="4168" y="2549"/>
                    <a:pt x="4120" y="1549"/>
                    <a:pt x="3501" y="977"/>
                  </a:cubicBezTo>
                  <a:lnTo>
                    <a:pt x="235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5" name="Google Shape;29265;p153"/>
            <p:cNvSpPr/>
            <p:nvPr/>
          </p:nvSpPr>
          <p:spPr>
            <a:xfrm>
              <a:off x="6523494" y="3772598"/>
              <a:ext cx="19388" cy="19388"/>
            </a:xfrm>
            <a:custGeom>
              <a:rect b="b" l="l" r="r" t="t"/>
              <a:pathLst>
                <a:path extrusionOk="0" h="596" w="596">
                  <a:moveTo>
                    <a:pt x="286" y="0"/>
                  </a:moveTo>
                  <a:cubicBezTo>
                    <a:pt x="143" y="0"/>
                    <a:pt x="0" y="143"/>
                    <a:pt x="0" y="286"/>
                  </a:cubicBezTo>
                  <a:cubicBezTo>
                    <a:pt x="0" y="453"/>
                    <a:pt x="143" y="595"/>
                    <a:pt x="286" y="595"/>
                  </a:cubicBezTo>
                  <a:cubicBezTo>
                    <a:pt x="453" y="595"/>
                    <a:pt x="596" y="476"/>
                    <a:pt x="596" y="286"/>
                  </a:cubicBezTo>
                  <a:cubicBezTo>
                    <a:pt x="596" y="119"/>
                    <a:pt x="453" y="0"/>
                    <a:pt x="286"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6" name="Google Shape;29266;p153"/>
            <p:cNvSpPr/>
            <p:nvPr/>
          </p:nvSpPr>
          <p:spPr>
            <a:xfrm>
              <a:off x="6524274" y="3772111"/>
              <a:ext cx="18607" cy="16785"/>
            </a:xfrm>
            <a:custGeom>
              <a:rect b="b" l="l" r="r" t="t"/>
              <a:pathLst>
                <a:path extrusionOk="0" h="516" w="572">
                  <a:moveTo>
                    <a:pt x="258" y="1"/>
                  </a:moveTo>
                  <a:cubicBezTo>
                    <a:pt x="169" y="1"/>
                    <a:pt x="76" y="35"/>
                    <a:pt x="0" y="110"/>
                  </a:cubicBezTo>
                  <a:lnTo>
                    <a:pt x="477" y="515"/>
                  </a:lnTo>
                  <a:cubicBezTo>
                    <a:pt x="548" y="468"/>
                    <a:pt x="572" y="396"/>
                    <a:pt x="572" y="301"/>
                  </a:cubicBezTo>
                  <a:cubicBezTo>
                    <a:pt x="572" y="116"/>
                    <a:pt x="422" y="1"/>
                    <a:pt x="258" y="1"/>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7" name="Google Shape;29267;p153"/>
            <p:cNvSpPr/>
            <p:nvPr/>
          </p:nvSpPr>
          <p:spPr>
            <a:xfrm>
              <a:off x="6365463" y="3647846"/>
              <a:ext cx="19388" cy="19420"/>
            </a:xfrm>
            <a:custGeom>
              <a:rect b="b" l="l" r="r" t="t"/>
              <a:pathLst>
                <a:path extrusionOk="0" h="597" w="596">
                  <a:moveTo>
                    <a:pt x="310" y="1"/>
                  </a:moveTo>
                  <a:cubicBezTo>
                    <a:pt x="143" y="1"/>
                    <a:pt x="0" y="144"/>
                    <a:pt x="0" y="287"/>
                  </a:cubicBezTo>
                  <a:cubicBezTo>
                    <a:pt x="0" y="430"/>
                    <a:pt x="119" y="596"/>
                    <a:pt x="310" y="596"/>
                  </a:cubicBezTo>
                  <a:cubicBezTo>
                    <a:pt x="453" y="596"/>
                    <a:pt x="596" y="477"/>
                    <a:pt x="596" y="287"/>
                  </a:cubicBezTo>
                  <a:cubicBezTo>
                    <a:pt x="596" y="120"/>
                    <a:pt x="453" y="1"/>
                    <a:pt x="310"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8" name="Google Shape;29268;p153"/>
            <p:cNvSpPr/>
            <p:nvPr/>
          </p:nvSpPr>
          <p:spPr>
            <a:xfrm>
              <a:off x="6375515" y="3606728"/>
              <a:ext cx="19420" cy="19485"/>
            </a:xfrm>
            <a:custGeom>
              <a:rect b="b" l="l" r="r" t="t"/>
              <a:pathLst>
                <a:path extrusionOk="0" h="599" w="597">
                  <a:moveTo>
                    <a:pt x="318" y="0"/>
                  </a:moveTo>
                  <a:cubicBezTo>
                    <a:pt x="308" y="0"/>
                    <a:pt x="297" y="1"/>
                    <a:pt x="287" y="3"/>
                  </a:cubicBezTo>
                  <a:cubicBezTo>
                    <a:pt x="144" y="3"/>
                    <a:pt x="1" y="146"/>
                    <a:pt x="1" y="312"/>
                  </a:cubicBezTo>
                  <a:cubicBezTo>
                    <a:pt x="1" y="455"/>
                    <a:pt x="120" y="598"/>
                    <a:pt x="287" y="598"/>
                  </a:cubicBezTo>
                  <a:cubicBezTo>
                    <a:pt x="430" y="598"/>
                    <a:pt x="596" y="479"/>
                    <a:pt x="596" y="312"/>
                  </a:cubicBezTo>
                  <a:cubicBezTo>
                    <a:pt x="596" y="136"/>
                    <a:pt x="453" y="0"/>
                    <a:pt x="318"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9" name="Google Shape;29269;p153"/>
            <p:cNvSpPr/>
            <p:nvPr/>
          </p:nvSpPr>
          <p:spPr>
            <a:xfrm>
              <a:off x="6391032" y="3607574"/>
              <a:ext cx="4684" cy="15517"/>
            </a:xfrm>
            <a:custGeom>
              <a:rect b="b" l="l" r="r" t="t"/>
              <a:pathLst>
                <a:path extrusionOk="0" h="477" w="144">
                  <a:moveTo>
                    <a:pt x="0" y="1"/>
                  </a:moveTo>
                  <a:lnTo>
                    <a:pt x="0" y="477"/>
                  </a:lnTo>
                  <a:cubicBezTo>
                    <a:pt x="143" y="358"/>
                    <a:pt x="143" y="167"/>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0" name="Google Shape;29270;p153"/>
          <p:cNvGrpSpPr/>
          <p:nvPr/>
        </p:nvGrpSpPr>
        <p:grpSpPr>
          <a:xfrm>
            <a:off x="5517178" y="3448993"/>
            <a:ext cx="347095" cy="344753"/>
            <a:chOff x="5517178" y="3601393"/>
            <a:chExt cx="347095" cy="344753"/>
          </a:xfrm>
        </p:grpSpPr>
        <p:sp>
          <p:nvSpPr>
            <p:cNvPr id="29271" name="Google Shape;29271;p153"/>
            <p:cNvSpPr/>
            <p:nvPr/>
          </p:nvSpPr>
          <p:spPr>
            <a:xfrm>
              <a:off x="5517178" y="3601393"/>
              <a:ext cx="263428" cy="321527"/>
            </a:xfrm>
            <a:custGeom>
              <a:rect b="b" l="l" r="r" t="t"/>
              <a:pathLst>
                <a:path extrusionOk="0" h="9884" w="8098">
                  <a:moveTo>
                    <a:pt x="929" y="0"/>
                  </a:moveTo>
                  <a:cubicBezTo>
                    <a:pt x="405" y="0"/>
                    <a:pt x="0" y="405"/>
                    <a:pt x="0" y="905"/>
                  </a:cubicBezTo>
                  <a:lnTo>
                    <a:pt x="0" y="8954"/>
                  </a:lnTo>
                  <a:cubicBezTo>
                    <a:pt x="0" y="9454"/>
                    <a:pt x="405" y="9883"/>
                    <a:pt x="929" y="9883"/>
                  </a:cubicBezTo>
                  <a:lnTo>
                    <a:pt x="7169" y="9883"/>
                  </a:lnTo>
                  <a:cubicBezTo>
                    <a:pt x="7693" y="9883"/>
                    <a:pt x="8097" y="9454"/>
                    <a:pt x="8097" y="8954"/>
                  </a:cubicBezTo>
                  <a:lnTo>
                    <a:pt x="8097" y="2453"/>
                  </a:lnTo>
                  <a:lnTo>
                    <a:pt x="5597"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2" name="Google Shape;29272;p153"/>
            <p:cNvSpPr/>
            <p:nvPr/>
          </p:nvSpPr>
          <p:spPr>
            <a:xfrm>
              <a:off x="5648860" y="3601393"/>
              <a:ext cx="131746" cy="321527"/>
            </a:xfrm>
            <a:custGeom>
              <a:rect b="b" l="l" r="r" t="t"/>
              <a:pathLst>
                <a:path extrusionOk="0" h="9884" w="4050">
                  <a:moveTo>
                    <a:pt x="1" y="0"/>
                  </a:moveTo>
                  <a:lnTo>
                    <a:pt x="1" y="9883"/>
                  </a:lnTo>
                  <a:lnTo>
                    <a:pt x="3121" y="9883"/>
                  </a:lnTo>
                  <a:cubicBezTo>
                    <a:pt x="3645" y="9883"/>
                    <a:pt x="4049" y="9454"/>
                    <a:pt x="4049" y="8954"/>
                  </a:cubicBezTo>
                  <a:lnTo>
                    <a:pt x="4049" y="2453"/>
                  </a:lnTo>
                  <a:lnTo>
                    <a:pt x="1549"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3" name="Google Shape;29273;p153"/>
            <p:cNvSpPr/>
            <p:nvPr/>
          </p:nvSpPr>
          <p:spPr>
            <a:xfrm>
              <a:off x="5699216" y="3601393"/>
              <a:ext cx="81390" cy="79796"/>
            </a:xfrm>
            <a:custGeom>
              <a:rect b="b" l="l" r="r" t="t"/>
              <a:pathLst>
                <a:path extrusionOk="0" h="2453" w="2502">
                  <a:moveTo>
                    <a:pt x="1" y="0"/>
                  </a:moveTo>
                  <a:lnTo>
                    <a:pt x="1" y="2167"/>
                  </a:lnTo>
                  <a:cubicBezTo>
                    <a:pt x="1" y="2310"/>
                    <a:pt x="120" y="2453"/>
                    <a:pt x="310" y="2453"/>
                  </a:cubicBezTo>
                  <a:lnTo>
                    <a:pt x="2501" y="2453"/>
                  </a:lnTo>
                  <a:lnTo>
                    <a:pt x="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4" name="Google Shape;29274;p153"/>
            <p:cNvSpPr/>
            <p:nvPr/>
          </p:nvSpPr>
          <p:spPr>
            <a:xfrm>
              <a:off x="5577586" y="3754967"/>
              <a:ext cx="62783" cy="46518"/>
            </a:xfrm>
            <a:custGeom>
              <a:rect b="b" l="l" r="r" t="t"/>
              <a:pathLst>
                <a:path extrusionOk="0" h="1430" w="1930">
                  <a:moveTo>
                    <a:pt x="1585" y="0"/>
                  </a:moveTo>
                  <a:cubicBezTo>
                    <a:pt x="1501" y="0"/>
                    <a:pt x="1418" y="30"/>
                    <a:pt x="1358" y="90"/>
                  </a:cubicBezTo>
                  <a:lnTo>
                    <a:pt x="787" y="661"/>
                  </a:lnTo>
                  <a:lnTo>
                    <a:pt x="549" y="423"/>
                  </a:lnTo>
                  <a:cubicBezTo>
                    <a:pt x="489" y="363"/>
                    <a:pt x="406" y="334"/>
                    <a:pt x="325" y="334"/>
                  </a:cubicBezTo>
                  <a:cubicBezTo>
                    <a:pt x="245" y="334"/>
                    <a:pt x="168" y="363"/>
                    <a:pt x="120" y="423"/>
                  </a:cubicBezTo>
                  <a:cubicBezTo>
                    <a:pt x="1" y="542"/>
                    <a:pt x="1" y="756"/>
                    <a:pt x="120" y="875"/>
                  </a:cubicBezTo>
                  <a:lnTo>
                    <a:pt x="549" y="1304"/>
                  </a:lnTo>
                  <a:cubicBezTo>
                    <a:pt x="608" y="1387"/>
                    <a:pt x="692" y="1429"/>
                    <a:pt x="778" y="1429"/>
                  </a:cubicBezTo>
                  <a:cubicBezTo>
                    <a:pt x="864" y="1429"/>
                    <a:pt x="954" y="1387"/>
                    <a:pt x="1025" y="1304"/>
                  </a:cubicBezTo>
                  <a:lnTo>
                    <a:pt x="1811" y="542"/>
                  </a:lnTo>
                  <a:cubicBezTo>
                    <a:pt x="1930" y="423"/>
                    <a:pt x="1930" y="209"/>
                    <a:pt x="1811" y="90"/>
                  </a:cubicBezTo>
                  <a:cubicBezTo>
                    <a:pt x="1751" y="30"/>
                    <a:pt x="1668" y="0"/>
                    <a:pt x="1585"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5" name="Google Shape;29275;p153"/>
            <p:cNvSpPr/>
            <p:nvPr/>
          </p:nvSpPr>
          <p:spPr>
            <a:xfrm>
              <a:off x="5577586" y="3816937"/>
              <a:ext cx="62783" cy="45575"/>
            </a:xfrm>
            <a:custGeom>
              <a:rect b="b" l="l" r="r" t="t"/>
              <a:pathLst>
                <a:path extrusionOk="0" h="1401" w="1930">
                  <a:moveTo>
                    <a:pt x="1585" y="0"/>
                  </a:moveTo>
                  <a:cubicBezTo>
                    <a:pt x="1501" y="0"/>
                    <a:pt x="1418" y="30"/>
                    <a:pt x="1358" y="90"/>
                  </a:cubicBezTo>
                  <a:lnTo>
                    <a:pt x="787" y="661"/>
                  </a:lnTo>
                  <a:lnTo>
                    <a:pt x="549" y="423"/>
                  </a:lnTo>
                  <a:cubicBezTo>
                    <a:pt x="489" y="364"/>
                    <a:pt x="406" y="334"/>
                    <a:pt x="325" y="334"/>
                  </a:cubicBezTo>
                  <a:cubicBezTo>
                    <a:pt x="245" y="334"/>
                    <a:pt x="168" y="364"/>
                    <a:pt x="120" y="423"/>
                  </a:cubicBezTo>
                  <a:cubicBezTo>
                    <a:pt x="1" y="542"/>
                    <a:pt x="1" y="757"/>
                    <a:pt x="120" y="876"/>
                  </a:cubicBezTo>
                  <a:lnTo>
                    <a:pt x="549" y="1304"/>
                  </a:lnTo>
                  <a:cubicBezTo>
                    <a:pt x="616" y="1371"/>
                    <a:pt x="713" y="1401"/>
                    <a:pt x="807" y="1401"/>
                  </a:cubicBezTo>
                  <a:cubicBezTo>
                    <a:pt x="879" y="1401"/>
                    <a:pt x="949" y="1383"/>
                    <a:pt x="1001" y="1352"/>
                  </a:cubicBezTo>
                  <a:lnTo>
                    <a:pt x="1811" y="542"/>
                  </a:lnTo>
                  <a:cubicBezTo>
                    <a:pt x="1930" y="423"/>
                    <a:pt x="1930" y="209"/>
                    <a:pt x="1811" y="90"/>
                  </a:cubicBezTo>
                  <a:cubicBezTo>
                    <a:pt x="1751" y="30"/>
                    <a:pt x="1668" y="0"/>
                    <a:pt x="1585"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6" name="Google Shape;29276;p153"/>
            <p:cNvSpPr/>
            <p:nvPr/>
          </p:nvSpPr>
          <p:spPr>
            <a:xfrm>
              <a:off x="5657382" y="3700545"/>
              <a:ext cx="62035" cy="20949"/>
            </a:xfrm>
            <a:custGeom>
              <a:rect b="b" l="l" r="r" t="t"/>
              <a:pathLst>
                <a:path extrusionOk="0" h="644" w="1907">
                  <a:moveTo>
                    <a:pt x="334" y="0"/>
                  </a:moveTo>
                  <a:cubicBezTo>
                    <a:pt x="144" y="0"/>
                    <a:pt x="1" y="191"/>
                    <a:pt x="48" y="358"/>
                  </a:cubicBezTo>
                  <a:cubicBezTo>
                    <a:pt x="72" y="524"/>
                    <a:pt x="215" y="643"/>
                    <a:pt x="358" y="643"/>
                  </a:cubicBezTo>
                  <a:lnTo>
                    <a:pt x="1596" y="643"/>
                  </a:lnTo>
                  <a:cubicBezTo>
                    <a:pt x="1787" y="643"/>
                    <a:pt x="1906" y="477"/>
                    <a:pt x="1882" y="286"/>
                  </a:cubicBezTo>
                  <a:cubicBezTo>
                    <a:pt x="1858" y="119"/>
                    <a:pt x="1716" y="0"/>
                    <a:pt x="1549"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7" name="Google Shape;29277;p153"/>
            <p:cNvSpPr/>
            <p:nvPr/>
          </p:nvSpPr>
          <p:spPr>
            <a:xfrm>
              <a:off x="5657382" y="3761733"/>
              <a:ext cx="42647" cy="20169"/>
            </a:xfrm>
            <a:custGeom>
              <a:rect b="b" l="l" r="r" t="t"/>
              <a:pathLst>
                <a:path extrusionOk="0" h="620" w="1311">
                  <a:moveTo>
                    <a:pt x="334" y="1"/>
                  </a:moveTo>
                  <a:cubicBezTo>
                    <a:pt x="144" y="1"/>
                    <a:pt x="1" y="191"/>
                    <a:pt x="48" y="358"/>
                  </a:cubicBezTo>
                  <a:cubicBezTo>
                    <a:pt x="72" y="501"/>
                    <a:pt x="215" y="620"/>
                    <a:pt x="358" y="620"/>
                  </a:cubicBezTo>
                  <a:lnTo>
                    <a:pt x="1001" y="620"/>
                  </a:lnTo>
                  <a:cubicBezTo>
                    <a:pt x="1168" y="620"/>
                    <a:pt x="1311" y="453"/>
                    <a:pt x="1287" y="263"/>
                  </a:cubicBezTo>
                  <a:cubicBezTo>
                    <a:pt x="1263" y="120"/>
                    <a:pt x="1120"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8" name="Google Shape;29278;p153"/>
            <p:cNvSpPr/>
            <p:nvPr/>
          </p:nvSpPr>
          <p:spPr>
            <a:xfrm>
              <a:off x="5657382" y="3822922"/>
              <a:ext cx="42647" cy="20201"/>
            </a:xfrm>
            <a:custGeom>
              <a:rect b="b" l="l" r="r" t="t"/>
              <a:pathLst>
                <a:path extrusionOk="0" h="621" w="1311">
                  <a:moveTo>
                    <a:pt x="334" y="1"/>
                  </a:moveTo>
                  <a:cubicBezTo>
                    <a:pt x="144" y="1"/>
                    <a:pt x="1" y="168"/>
                    <a:pt x="48" y="358"/>
                  </a:cubicBezTo>
                  <a:cubicBezTo>
                    <a:pt x="72" y="501"/>
                    <a:pt x="215" y="620"/>
                    <a:pt x="358" y="620"/>
                  </a:cubicBezTo>
                  <a:lnTo>
                    <a:pt x="1001" y="620"/>
                  </a:lnTo>
                  <a:cubicBezTo>
                    <a:pt x="1168" y="620"/>
                    <a:pt x="1311" y="477"/>
                    <a:pt x="1287" y="263"/>
                  </a:cubicBezTo>
                  <a:cubicBezTo>
                    <a:pt x="1263" y="120"/>
                    <a:pt x="1120" y="1"/>
                    <a:pt x="95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9" name="Google Shape;29279;p153"/>
            <p:cNvSpPr/>
            <p:nvPr/>
          </p:nvSpPr>
          <p:spPr>
            <a:xfrm>
              <a:off x="5577586" y="3696088"/>
              <a:ext cx="62783" cy="45347"/>
            </a:xfrm>
            <a:custGeom>
              <a:rect b="b" l="l" r="r" t="t"/>
              <a:pathLst>
                <a:path extrusionOk="0" h="1394" w="1930">
                  <a:moveTo>
                    <a:pt x="1585" y="0"/>
                  </a:moveTo>
                  <a:cubicBezTo>
                    <a:pt x="1501" y="0"/>
                    <a:pt x="1418" y="30"/>
                    <a:pt x="1358" y="90"/>
                  </a:cubicBezTo>
                  <a:lnTo>
                    <a:pt x="787" y="661"/>
                  </a:lnTo>
                  <a:lnTo>
                    <a:pt x="549" y="423"/>
                  </a:lnTo>
                  <a:cubicBezTo>
                    <a:pt x="489" y="364"/>
                    <a:pt x="406" y="334"/>
                    <a:pt x="325" y="334"/>
                  </a:cubicBezTo>
                  <a:cubicBezTo>
                    <a:pt x="245" y="334"/>
                    <a:pt x="168" y="364"/>
                    <a:pt x="120" y="423"/>
                  </a:cubicBezTo>
                  <a:cubicBezTo>
                    <a:pt x="1" y="542"/>
                    <a:pt x="1" y="733"/>
                    <a:pt x="120" y="852"/>
                  </a:cubicBezTo>
                  <a:lnTo>
                    <a:pt x="549" y="1304"/>
                  </a:lnTo>
                  <a:cubicBezTo>
                    <a:pt x="608" y="1364"/>
                    <a:pt x="692" y="1394"/>
                    <a:pt x="778" y="1394"/>
                  </a:cubicBezTo>
                  <a:cubicBezTo>
                    <a:pt x="864" y="1394"/>
                    <a:pt x="954" y="1364"/>
                    <a:pt x="1025" y="1304"/>
                  </a:cubicBezTo>
                  <a:lnTo>
                    <a:pt x="1811" y="542"/>
                  </a:lnTo>
                  <a:cubicBezTo>
                    <a:pt x="1930" y="423"/>
                    <a:pt x="1930" y="209"/>
                    <a:pt x="1811" y="90"/>
                  </a:cubicBezTo>
                  <a:cubicBezTo>
                    <a:pt x="1751" y="30"/>
                    <a:pt x="1668" y="0"/>
                    <a:pt x="1585"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0" name="Google Shape;29280;p153"/>
            <p:cNvSpPr/>
            <p:nvPr/>
          </p:nvSpPr>
          <p:spPr>
            <a:xfrm>
              <a:off x="5676770" y="3780341"/>
              <a:ext cx="187503" cy="165805"/>
            </a:xfrm>
            <a:custGeom>
              <a:rect b="b" l="l" r="r" t="t"/>
              <a:pathLst>
                <a:path extrusionOk="0" h="5097" w="5764">
                  <a:moveTo>
                    <a:pt x="1643" y="0"/>
                  </a:moveTo>
                  <a:lnTo>
                    <a:pt x="1643" y="2143"/>
                  </a:lnTo>
                  <a:lnTo>
                    <a:pt x="119" y="4620"/>
                  </a:lnTo>
                  <a:cubicBezTo>
                    <a:pt x="0" y="4811"/>
                    <a:pt x="167" y="5096"/>
                    <a:pt x="405" y="5096"/>
                  </a:cubicBezTo>
                  <a:lnTo>
                    <a:pt x="5406" y="5096"/>
                  </a:lnTo>
                  <a:cubicBezTo>
                    <a:pt x="5597" y="5096"/>
                    <a:pt x="5763" y="4811"/>
                    <a:pt x="5644" y="4620"/>
                  </a:cubicBezTo>
                  <a:lnTo>
                    <a:pt x="4120" y="2143"/>
                  </a:lnTo>
                  <a:lnTo>
                    <a:pt x="4120"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1" name="Google Shape;29281;p153"/>
            <p:cNvSpPr/>
            <p:nvPr/>
          </p:nvSpPr>
          <p:spPr>
            <a:xfrm>
              <a:off x="5771270" y="3780341"/>
              <a:ext cx="93003" cy="165805"/>
            </a:xfrm>
            <a:custGeom>
              <a:rect b="b" l="l" r="r" t="t"/>
              <a:pathLst>
                <a:path extrusionOk="0" h="5097" w="2859">
                  <a:moveTo>
                    <a:pt x="1" y="0"/>
                  </a:moveTo>
                  <a:lnTo>
                    <a:pt x="1" y="5096"/>
                  </a:lnTo>
                  <a:lnTo>
                    <a:pt x="2453" y="5096"/>
                  </a:lnTo>
                  <a:cubicBezTo>
                    <a:pt x="2692" y="5096"/>
                    <a:pt x="2858" y="4811"/>
                    <a:pt x="2739" y="4620"/>
                  </a:cubicBezTo>
                  <a:cubicBezTo>
                    <a:pt x="2644" y="4501"/>
                    <a:pt x="1310" y="2286"/>
                    <a:pt x="1215" y="2143"/>
                  </a:cubicBezTo>
                  <a:lnTo>
                    <a:pt x="1215"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2" name="Google Shape;29282;p153"/>
            <p:cNvSpPr/>
            <p:nvPr/>
          </p:nvSpPr>
          <p:spPr>
            <a:xfrm>
              <a:off x="5719385" y="3761733"/>
              <a:ext cx="102274" cy="20169"/>
            </a:xfrm>
            <a:custGeom>
              <a:rect b="b" l="l" r="r" t="t"/>
              <a:pathLst>
                <a:path extrusionOk="0" h="620" w="3144">
                  <a:moveTo>
                    <a:pt x="333" y="1"/>
                  </a:moveTo>
                  <a:cubicBezTo>
                    <a:pt x="143" y="1"/>
                    <a:pt x="0" y="191"/>
                    <a:pt x="24" y="358"/>
                  </a:cubicBezTo>
                  <a:cubicBezTo>
                    <a:pt x="71" y="501"/>
                    <a:pt x="214" y="620"/>
                    <a:pt x="357" y="620"/>
                  </a:cubicBezTo>
                  <a:lnTo>
                    <a:pt x="2810" y="620"/>
                  </a:lnTo>
                  <a:cubicBezTo>
                    <a:pt x="2977" y="620"/>
                    <a:pt x="3144" y="453"/>
                    <a:pt x="3096" y="263"/>
                  </a:cubicBezTo>
                  <a:cubicBezTo>
                    <a:pt x="3072" y="120"/>
                    <a:pt x="2929" y="1"/>
                    <a:pt x="2786"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3" name="Google Shape;29283;p153"/>
            <p:cNvSpPr/>
            <p:nvPr/>
          </p:nvSpPr>
          <p:spPr>
            <a:xfrm>
              <a:off x="5769709" y="3761733"/>
              <a:ext cx="50389" cy="20169"/>
            </a:xfrm>
            <a:custGeom>
              <a:rect b="b" l="l" r="r" t="t"/>
              <a:pathLst>
                <a:path extrusionOk="0" h="620" w="1549">
                  <a:moveTo>
                    <a:pt x="1" y="1"/>
                  </a:moveTo>
                  <a:lnTo>
                    <a:pt x="1" y="620"/>
                  </a:lnTo>
                  <a:lnTo>
                    <a:pt x="1239" y="620"/>
                  </a:lnTo>
                  <a:cubicBezTo>
                    <a:pt x="1382" y="620"/>
                    <a:pt x="1525" y="501"/>
                    <a:pt x="1525" y="358"/>
                  </a:cubicBezTo>
                  <a:cubicBezTo>
                    <a:pt x="1549" y="144"/>
                    <a:pt x="1406" y="1"/>
                    <a:pt x="1239"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4" name="Google Shape;29284;p153"/>
            <p:cNvSpPr/>
            <p:nvPr/>
          </p:nvSpPr>
          <p:spPr>
            <a:xfrm>
              <a:off x="5675990" y="3874060"/>
              <a:ext cx="188284" cy="72086"/>
            </a:xfrm>
            <a:custGeom>
              <a:rect b="b" l="l" r="r" t="t"/>
              <a:pathLst>
                <a:path extrusionOk="0" h="2216" w="5788">
                  <a:moveTo>
                    <a:pt x="1191" y="1"/>
                  </a:moveTo>
                  <a:lnTo>
                    <a:pt x="119" y="1739"/>
                  </a:lnTo>
                  <a:cubicBezTo>
                    <a:pt x="0" y="1930"/>
                    <a:pt x="143" y="2215"/>
                    <a:pt x="381" y="2215"/>
                  </a:cubicBezTo>
                  <a:lnTo>
                    <a:pt x="5382" y="2215"/>
                  </a:lnTo>
                  <a:cubicBezTo>
                    <a:pt x="5621" y="2215"/>
                    <a:pt x="5787" y="1930"/>
                    <a:pt x="5668" y="1739"/>
                  </a:cubicBezTo>
                  <a:lnTo>
                    <a:pt x="4597" y="1"/>
                  </a:ln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5" name="Google Shape;29285;p153"/>
            <p:cNvSpPr/>
            <p:nvPr/>
          </p:nvSpPr>
          <p:spPr>
            <a:xfrm>
              <a:off x="5769709" y="3874060"/>
              <a:ext cx="94565" cy="72086"/>
            </a:xfrm>
            <a:custGeom>
              <a:rect b="b" l="l" r="r" t="t"/>
              <a:pathLst>
                <a:path extrusionOk="0" h="2216" w="2907">
                  <a:moveTo>
                    <a:pt x="1" y="1"/>
                  </a:moveTo>
                  <a:lnTo>
                    <a:pt x="1" y="2215"/>
                  </a:lnTo>
                  <a:lnTo>
                    <a:pt x="2501" y="2215"/>
                  </a:lnTo>
                  <a:cubicBezTo>
                    <a:pt x="2740" y="2215"/>
                    <a:pt x="2906" y="1930"/>
                    <a:pt x="2787" y="1739"/>
                  </a:cubicBezTo>
                  <a:lnTo>
                    <a:pt x="17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86" name="Google Shape;29286;p153"/>
          <p:cNvGrpSpPr/>
          <p:nvPr/>
        </p:nvGrpSpPr>
        <p:grpSpPr>
          <a:xfrm>
            <a:off x="4789742" y="3449611"/>
            <a:ext cx="295177" cy="344135"/>
            <a:chOff x="4789742" y="3602011"/>
            <a:chExt cx="295177" cy="344135"/>
          </a:xfrm>
        </p:grpSpPr>
        <p:sp>
          <p:nvSpPr>
            <p:cNvPr id="29287" name="Google Shape;29287;p153"/>
            <p:cNvSpPr/>
            <p:nvPr/>
          </p:nvSpPr>
          <p:spPr>
            <a:xfrm>
              <a:off x="4821524" y="3661801"/>
              <a:ext cx="123972" cy="84480"/>
            </a:xfrm>
            <a:custGeom>
              <a:rect b="b" l="l" r="r" t="t"/>
              <a:pathLst>
                <a:path extrusionOk="0" h="2597" w="3811">
                  <a:moveTo>
                    <a:pt x="2810" y="1"/>
                  </a:moveTo>
                  <a:cubicBezTo>
                    <a:pt x="1310" y="1"/>
                    <a:pt x="119" y="1144"/>
                    <a:pt x="0" y="2596"/>
                  </a:cubicBezTo>
                  <a:lnTo>
                    <a:pt x="595" y="2596"/>
                  </a:lnTo>
                  <a:cubicBezTo>
                    <a:pt x="738" y="1501"/>
                    <a:pt x="1643" y="644"/>
                    <a:pt x="2786" y="644"/>
                  </a:cubicBezTo>
                  <a:lnTo>
                    <a:pt x="3810" y="644"/>
                  </a:lnTo>
                  <a:lnTo>
                    <a:pt x="381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8" name="Google Shape;29288;p153"/>
            <p:cNvSpPr/>
            <p:nvPr/>
          </p:nvSpPr>
          <p:spPr>
            <a:xfrm>
              <a:off x="4943121" y="3602011"/>
              <a:ext cx="141798" cy="104747"/>
            </a:xfrm>
            <a:custGeom>
              <a:rect b="b" l="l" r="r" t="t"/>
              <a:pathLst>
                <a:path extrusionOk="0" h="3220" w="4359">
                  <a:moveTo>
                    <a:pt x="4009" y="0"/>
                  </a:moveTo>
                  <a:cubicBezTo>
                    <a:pt x="3990" y="0"/>
                    <a:pt x="3972" y="2"/>
                    <a:pt x="3954" y="5"/>
                  </a:cubicBezTo>
                  <a:lnTo>
                    <a:pt x="239" y="767"/>
                  </a:lnTo>
                  <a:cubicBezTo>
                    <a:pt x="72" y="815"/>
                    <a:pt x="1" y="934"/>
                    <a:pt x="1" y="1077"/>
                  </a:cubicBezTo>
                  <a:lnTo>
                    <a:pt x="1" y="3220"/>
                  </a:lnTo>
                  <a:lnTo>
                    <a:pt x="1858" y="3220"/>
                  </a:lnTo>
                  <a:lnTo>
                    <a:pt x="1858" y="2505"/>
                  </a:lnTo>
                  <a:lnTo>
                    <a:pt x="4049" y="2505"/>
                  </a:lnTo>
                  <a:cubicBezTo>
                    <a:pt x="4192" y="2505"/>
                    <a:pt x="4335" y="2386"/>
                    <a:pt x="4359" y="2243"/>
                  </a:cubicBezTo>
                  <a:cubicBezTo>
                    <a:pt x="4335" y="2005"/>
                    <a:pt x="4192" y="1839"/>
                    <a:pt x="4026" y="1839"/>
                  </a:cubicBezTo>
                  <a:lnTo>
                    <a:pt x="1835" y="1839"/>
                  </a:lnTo>
                  <a:lnTo>
                    <a:pt x="1835" y="1053"/>
                  </a:lnTo>
                  <a:lnTo>
                    <a:pt x="4073" y="600"/>
                  </a:lnTo>
                  <a:cubicBezTo>
                    <a:pt x="4264" y="576"/>
                    <a:pt x="4335" y="386"/>
                    <a:pt x="4311" y="243"/>
                  </a:cubicBezTo>
                  <a:cubicBezTo>
                    <a:pt x="4290" y="76"/>
                    <a:pt x="4141" y="0"/>
                    <a:pt x="400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9" name="Google Shape;29289;p153"/>
            <p:cNvSpPr/>
            <p:nvPr/>
          </p:nvSpPr>
          <p:spPr>
            <a:xfrm>
              <a:off x="4972561" y="3602011"/>
              <a:ext cx="111610" cy="104747"/>
            </a:xfrm>
            <a:custGeom>
              <a:rect b="b" l="l" r="r" t="t"/>
              <a:pathLst>
                <a:path extrusionOk="0" h="3220" w="3431">
                  <a:moveTo>
                    <a:pt x="3104" y="0"/>
                  </a:moveTo>
                  <a:cubicBezTo>
                    <a:pt x="3085" y="0"/>
                    <a:pt x="3067" y="2"/>
                    <a:pt x="3049" y="5"/>
                  </a:cubicBezTo>
                  <a:lnTo>
                    <a:pt x="1" y="624"/>
                  </a:lnTo>
                  <a:lnTo>
                    <a:pt x="1" y="3220"/>
                  </a:lnTo>
                  <a:lnTo>
                    <a:pt x="930" y="3220"/>
                  </a:lnTo>
                  <a:lnTo>
                    <a:pt x="930" y="2505"/>
                  </a:lnTo>
                  <a:lnTo>
                    <a:pt x="3097" y="2505"/>
                  </a:lnTo>
                  <a:cubicBezTo>
                    <a:pt x="3263" y="2505"/>
                    <a:pt x="3406" y="2386"/>
                    <a:pt x="3430" y="2243"/>
                  </a:cubicBezTo>
                  <a:cubicBezTo>
                    <a:pt x="3430" y="2005"/>
                    <a:pt x="3287" y="1839"/>
                    <a:pt x="3121" y="1839"/>
                  </a:cubicBezTo>
                  <a:lnTo>
                    <a:pt x="930" y="1839"/>
                  </a:lnTo>
                  <a:lnTo>
                    <a:pt x="930" y="1053"/>
                  </a:lnTo>
                  <a:lnTo>
                    <a:pt x="3168" y="600"/>
                  </a:lnTo>
                  <a:cubicBezTo>
                    <a:pt x="3359" y="576"/>
                    <a:pt x="3430" y="386"/>
                    <a:pt x="3406" y="243"/>
                  </a:cubicBezTo>
                  <a:cubicBezTo>
                    <a:pt x="3385" y="76"/>
                    <a:pt x="3236" y="0"/>
                    <a:pt x="310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0" name="Google Shape;29290;p153"/>
            <p:cNvSpPr/>
            <p:nvPr/>
          </p:nvSpPr>
          <p:spPr>
            <a:xfrm>
              <a:off x="4902068" y="3702854"/>
              <a:ext cx="141798" cy="243292"/>
            </a:xfrm>
            <a:custGeom>
              <a:rect b="b" l="l" r="r" t="t"/>
              <a:pathLst>
                <a:path extrusionOk="0" h="7479" w="4359">
                  <a:moveTo>
                    <a:pt x="1144" y="1"/>
                  </a:moveTo>
                  <a:cubicBezTo>
                    <a:pt x="525" y="1"/>
                    <a:pt x="1" y="501"/>
                    <a:pt x="1" y="1120"/>
                  </a:cubicBezTo>
                  <a:lnTo>
                    <a:pt x="1" y="6335"/>
                  </a:lnTo>
                  <a:cubicBezTo>
                    <a:pt x="1" y="6955"/>
                    <a:pt x="525" y="7478"/>
                    <a:pt x="1144" y="7478"/>
                  </a:cubicBezTo>
                  <a:lnTo>
                    <a:pt x="3216" y="7478"/>
                  </a:lnTo>
                  <a:cubicBezTo>
                    <a:pt x="3859" y="7478"/>
                    <a:pt x="4359" y="6931"/>
                    <a:pt x="4359" y="6335"/>
                  </a:cubicBezTo>
                  <a:lnTo>
                    <a:pt x="4359" y="1120"/>
                  </a:lnTo>
                  <a:cubicBezTo>
                    <a:pt x="4359" y="501"/>
                    <a:pt x="3859" y="1"/>
                    <a:pt x="321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1" name="Google Shape;29291;p153"/>
            <p:cNvSpPr/>
            <p:nvPr/>
          </p:nvSpPr>
          <p:spPr>
            <a:xfrm>
              <a:off x="4973342" y="3702854"/>
              <a:ext cx="70525" cy="243292"/>
            </a:xfrm>
            <a:custGeom>
              <a:rect b="b" l="l" r="r" t="t"/>
              <a:pathLst>
                <a:path extrusionOk="0" h="7479" w="2168">
                  <a:moveTo>
                    <a:pt x="1" y="1"/>
                  </a:moveTo>
                  <a:lnTo>
                    <a:pt x="1" y="7478"/>
                  </a:lnTo>
                  <a:lnTo>
                    <a:pt x="1025" y="7478"/>
                  </a:lnTo>
                  <a:cubicBezTo>
                    <a:pt x="1668" y="7478"/>
                    <a:pt x="2168" y="6955"/>
                    <a:pt x="2168" y="6335"/>
                  </a:cubicBezTo>
                  <a:lnTo>
                    <a:pt x="2168" y="1120"/>
                  </a:lnTo>
                  <a:cubicBezTo>
                    <a:pt x="2168" y="501"/>
                    <a:pt x="1668" y="1"/>
                    <a:pt x="10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2" name="Google Shape;29292;p153"/>
            <p:cNvSpPr/>
            <p:nvPr/>
          </p:nvSpPr>
          <p:spPr>
            <a:xfrm>
              <a:off x="4902068" y="3773347"/>
              <a:ext cx="141798" cy="100745"/>
            </a:xfrm>
            <a:custGeom>
              <a:rect b="b" l="l" r="r" t="t"/>
              <a:pathLst>
                <a:path extrusionOk="0" h="3097" w="4359">
                  <a:moveTo>
                    <a:pt x="1" y="1"/>
                  </a:moveTo>
                  <a:lnTo>
                    <a:pt x="1" y="3097"/>
                  </a:lnTo>
                  <a:lnTo>
                    <a:pt x="4359" y="3097"/>
                  </a:lnTo>
                  <a:lnTo>
                    <a:pt x="4359"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3" name="Google Shape;29293;p153"/>
            <p:cNvSpPr/>
            <p:nvPr/>
          </p:nvSpPr>
          <p:spPr>
            <a:xfrm>
              <a:off x="4973342" y="3773347"/>
              <a:ext cx="70525" cy="100745"/>
            </a:xfrm>
            <a:custGeom>
              <a:rect b="b" l="l" r="r" t="t"/>
              <a:pathLst>
                <a:path extrusionOk="0" h="3097" w="2168">
                  <a:moveTo>
                    <a:pt x="1" y="1"/>
                  </a:moveTo>
                  <a:lnTo>
                    <a:pt x="1" y="3097"/>
                  </a:lnTo>
                  <a:lnTo>
                    <a:pt x="2168" y="3097"/>
                  </a:lnTo>
                  <a:lnTo>
                    <a:pt x="216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4" name="Google Shape;29294;p153"/>
            <p:cNvSpPr/>
            <p:nvPr/>
          </p:nvSpPr>
          <p:spPr>
            <a:xfrm>
              <a:off x="4789742" y="3742378"/>
              <a:ext cx="82919" cy="141798"/>
            </a:xfrm>
            <a:custGeom>
              <a:rect b="b" l="l" r="r" t="t"/>
              <a:pathLst>
                <a:path extrusionOk="0" h="4359" w="2549">
                  <a:moveTo>
                    <a:pt x="644" y="0"/>
                  </a:moveTo>
                  <a:cubicBezTo>
                    <a:pt x="477" y="0"/>
                    <a:pt x="334" y="143"/>
                    <a:pt x="334" y="310"/>
                  </a:cubicBezTo>
                  <a:lnTo>
                    <a:pt x="48" y="4025"/>
                  </a:lnTo>
                  <a:cubicBezTo>
                    <a:pt x="1" y="4192"/>
                    <a:pt x="167" y="4358"/>
                    <a:pt x="334" y="4358"/>
                  </a:cubicBezTo>
                  <a:lnTo>
                    <a:pt x="2215" y="4358"/>
                  </a:lnTo>
                  <a:cubicBezTo>
                    <a:pt x="2382" y="4358"/>
                    <a:pt x="2549" y="4192"/>
                    <a:pt x="2477" y="4025"/>
                  </a:cubicBezTo>
                  <a:lnTo>
                    <a:pt x="2192" y="310"/>
                  </a:lnTo>
                  <a:cubicBezTo>
                    <a:pt x="2192" y="119"/>
                    <a:pt x="2025" y="0"/>
                    <a:pt x="1882"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5" name="Google Shape;29295;p153"/>
          <p:cNvGrpSpPr/>
          <p:nvPr/>
        </p:nvGrpSpPr>
        <p:grpSpPr>
          <a:xfrm>
            <a:off x="4075079" y="3448993"/>
            <a:ext cx="228958" cy="344753"/>
            <a:chOff x="4075079" y="3601393"/>
            <a:chExt cx="228958" cy="344753"/>
          </a:xfrm>
        </p:grpSpPr>
        <p:sp>
          <p:nvSpPr>
            <p:cNvPr id="29296" name="Google Shape;29296;p153"/>
            <p:cNvSpPr/>
            <p:nvPr/>
          </p:nvSpPr>
          <p:spPr>
            <a:xfrm>
              <a:off x="4200982" y="3602141"/>
              <a:ext cx="100745" cy="99965"/>
            </a:xfrm>
            <a:custGeom>
              <a:rect b="b" l="l" r="r" t="t"/>
              <a:pathLst>
                <a:path extrusionOk="0" h="3073" w="3097">
                  <a:moveTo>
                    <a:pt x="1430" y="1"/>
                  </a:moveTo>
                  <a:cubicBezTo>
                    <a:pt x="667" y="1"/>
                    <a:pt x="1" y="620"/>
                    <a:pt x="1" y="1430"/>
                  </a:cubicBezTo>
                  <a:lnTo>
                    <a:pt x="1" y="2763"/>
                  </a:lnTo>
                  <a:cubicBezTo>
                    <a:pt x="1" y="2906"/>
                    <a:pt x="120" y="3073"/>
                    <a:pt x="310" y="3073"/>
                  </a:cubicBezTo>
                  <a:lnTo>
                    <a:pt x="1644" y="3073"/>
                  </a:lnTo>
                  <a:cubicBezTo>
                    <a:pt x="2454" y="3073"/>
                    <a:pt x="3097" y="2406"/>
                    <a:pt x="3073" y="1644"/>
                  </a:cubicBezTo>
                  <a:lnTo>
                    <a:pt x="3073" y="287"/>
                  </a:lnTo>
                  <a:cubicBezTo>
                    <a:pt x="3073" y="144"/>
                    <a:pt x="2954" y="1"/>
                    <a:pt x="278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7" name="Google Shape;29297;p153"/>
            <p:cNvSpPr/>
            <p:nvPr/>
          </p:nvSpPr>
          <p:spPr>
            <a:xfrm>
              <a:off x="4080133" y="3601393"/>
              <a:ext cx="100745" cy="100713"/>
            </a:xfrm>
            <a:custGeom>
              <a:rect b="b" l="l" r="r" t="t"/>
              <a:pathLst>
                <a:path extrusionOk="0" h="3096" w="3097">
                  <a:moveTo>
                    <a:pt x="310" y="0"/>
                  </a:moveTo>
                  <a:cubicBezTo>
                    <a:pt x="143" y="0"/>
                    <a:pt x="1" y="119"/>
                    <a:pt x="1" y="286"/>
                  </a:cubicBezTo>
                  <a:lnTo>
                    <a:pt x="1" y="1667"/>
                  </a:lnTo>
                  <a:cubicBezTo>
                    <a:pt x="1" y="2429"/>
                    <a:pt x="620" y="3096"/>
                    <a:pt x="1429" y="3096"/>
                  </a:cubicBezTo>
                  <a:lnTo>
                    <a:pt x="2763" y="3096"/>
                  </a:lnTo>
                  <a:cubicBezTo>
                    <a:pt x="2954" y="3096"/>
                    <a:pt x="3096" y="2929"/>
                    <a:pt x="3073" y="2763"/>
                  </a:cubicBezTo>
                  <a:lnTo>
                    <a:pt x="3073" y="1429"/>
                  </a:lnTo>
                  <a:cubicBezTo>
                    <a:pt x="3073" y="643"/>
                    <a:pt x="2453" y="0"/>
                    <a:pt x="1644"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8" name="Google Shape;29298;p153"/>
            <p:cNvSpPr/>
            <p:nvPr/>
          </p:nvSpPr>
          <p:spPr>
            <a:xfrm>
              <a:off x="4118876" y="3641080"/>
              <a:ext cx="143327" cy="105202"/>
            </a:xfrm>
            <a:custGeom>
              <a:rect b="b" l="l" r="r" t="t"/>
              <a:pathLst>
                <a:path extrusionOk="0" h="3234" w="4406">
                  <a:moveTo>
                    <a:pt x="346" y="1"/>
                  </a:moveTo>
                  <a:cubicBezTo>
                    <a:pt x="262" y="1"/>
                    <a:pt x="179" y="30"/>
                    <a:pt x="119" y="90"/>
                  </a:cubicBezTo>
                  <a:cubicBezTo>
                    <a:pt x="0" y="185"/>
                    <a:pt x="0" y="399"/>
                    <a:pt x="119" y="519"/>
                  </a:cubicBezTo>
                  <a:lnTo>
                    <a:pt x="1905" y="2305"/>
                  </a:lnTo>
                  <a:lnTo>
                    <a:pt x="1905" y="3138"/>
                  </a:lnTo>
                  <a:lnTo>
                    <a:pt x="1977" y="3233"/>
                  </a:lnTo>
                  <a:lnTo>
                    <a:pt x="2453" y="3233"/>
                  </a:lnTo>
                  <a:lnTo>
                    <a:pt x="2501" y="3138"/>
                  </a:lnTo>
                  <a:lnTo>
                    <a:pt x="2501" y="2305"/>
                  </a:lnTo>
                  <a:lnTo>
                    <a:pt x="4287" y="519"/>
                  </a:lnTo>
                  <a:cubicBezTo>
                    <a:pt x="4406" y="399"/>
                    <a:pt x="4406" y="209"/>
                    <a:pt x="4287" y="90"/>
                  </a:cubicBezTo>
                  <a:cubicBezTo>
                    <a:pt x="4227" y="30"/>
                    <a:pt x="4144" y="1"/>
                    <a:pt x="4061" y="1"/>
                  </a:cubicBezTo>
                  <a:cubicBezTo>
                    <a:pt x="3977" y="1"/>
                    <a:pt x="3894" y="30"/>
                    <a:pt x="3834" y="90"/>
                  </a:cubicBezTo>
                  <a:lnTo>
                    <a:pt x="2215" y="1709"/>
                  </a:lnTo>
                  <a:lnTo>
                    <a:pt x="572" y="90"/>
                  </a:lnTo>
                  <a:cubicBezTo>
                    <a:pt x="512" y="30"/>
                    <a:pt x="429" y="1"/>
                    <a:pt x="34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9" name="Google Shape;29299;p153"/>
            <p:cNvSpPr/>
            <p:nvPr/>
          </p:nvSpPr>
          <p:spPr>
            <a:xfrm>
              <a:off x="4190930" y="3641860"/>
              <a:ext cx="71273" cy="104421"/>
            </a:xfrm>
            <a:custGeom>
              <a:rect b="b" l="l" r="r" t="t"/>
              <a:pathLst>
                <a:path extrusionOk="0" h="3210" w="2191">
                  <a:moveTo>
                    <a:pt x="1846" y="0"/>
                  </a:moveTo>
                  <a:cubicBezTo>
                    <a:pt x="1762" y="0"/>
                    <a:pt x="1679" y="30"/>
                    <a:pt x="1619" y="90"/>
                  </a:cubicBezTo>
                  <a:lnTo>
                    <a:pt x="0" y="1733"/>
                  </a:lnTo>
                  <a:lnTo>
                    <a:pt x="0" y="3209"/>
                  </a:lnTo>
                  <a:lnTo>
                    <a:pt x="238" y="3209"/>
                  </a:lnTo>
                  <a:lnTo>
                    <a:pt x="286" y="3114"/>
                  </a:lnTo>
                  <a:lnTo>
                    <a:pt x="286" y="2281"/>
                  </a:lnTo>
                  <a:lnTo>
                    <a:pt x="2072" y="495"/>
                  </a:lnTo>
                  <a:cubicBezTo>
                    <a:pt x="2191" y="375"/>
                    <a:pt x="2191" y="185"/>
                    <a:pt x="2072" y="90"/>
                  </a:cubicBezTo>
                  <a:cubicBezTo>
                    <a:pt x="2012" y="30"/>
                    <a:pt x="1929"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0" name="Google Shape;29300;p153"/>
            <p:cNvSpPr/>
            <p:nvPr/>
          </p:nvSpPr>
          <p:spPr>
            <a:xfrm>
              <a:off x="4076262" y="3760205"/>
              <a:ext cx="227775" cy="185941"/>
            </a:xfrm>
            <a:custGeom>
              <a:rect b="b" l="l" r="r" t="t"/>
              <a:pathLst>
                <a:path extrusionOk="0" h="5716" w="7002">
                  <a:moveTo>
                    <a:pt x="1977" y="0"/>
                  </a:moveTo>
                  <a:lnTo>
                    <a:pt x="1977" y="1810"/>
                  </a:lnTo>
                  <a:lnTo>
                    <a:pt x="310" y="4596"/>
                  </a:lnTo>
                  <a:cubicBezTo>
                    <a:pt x="1" y="5072"/>
                    <a:pt x="358" y="5715"/>
                    <a:pt x="929" y="5715"/>
                  </a:cubicBezTo>
                  <a:lnTo>
                    <a:pt x="6097" y="5715"/>
                  </a:lnTo>
                  <a:cubicBezTo>
                    <a:pt x="6669" y="5715"/>
                    <a:pt x="7002" y="5072"/>
                    <a:pt x="6740" y="4596"/>
                  </a:cubicBezTo>
                  <a:lnTo>
                    <a:pt x="5073" y="1810"/>
                  </a:lnTo>
                  <a:lnTo>
                    <a:pt x="5073"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1" name="Google Shape;29301;p153"/>
            <p:cNvSpPr/>
            <p:nvPr/>
          </p:nvSpPr>
          <p:spPr>
            <a:xfrm>
              <a:off x="4190930" y="3760205"/>
              <a:ext cx="113107" cy="185941"/>
            </a:xfrm>
            <a:custGeom>
              <a:rect b="b" l="l" r="r" t="t"/>
              <a:pathLst>
                <a:path extrusionOk="0" h="5716" w="3477">
                  <a:moveTo>
                    <a:pt x="0" y="0"/>
                  </a:moveTo>
                  <a:lnTo>
                    <a:pt x="0" y="5715"/>
                  </a:lnTo>
                  <a:lnTo>
                    <a:pt x="2572" y="5715"/>
                  </a:lnTo>
                  <a:cubicBezTo>
                    <a:pt x="3144" y="5715"/>
                    <a:pt x="3477" y="5072"/>
                    <a:pt x="3215" y="4596"/>
                  </a:cubicBezTo>
                  <a:cubicBezTo>
                    <a:pt x="3144" y="4525"/>
                    <a:pt x="2429" y="3334"/>
                    <a:pt x="1548" y="1810"/>
                  </a:cubicBezTo>
                  <a:lnTo>
                    <a:pt x="1548"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2" name="Google Shape;29302;p153"/>
            <p:cNvSpPr/>
            <p:nvPr/>
          </p:nvSpPr>
          <p:spPr>
            <a:xfrm>
              <a:off x="4128928" y="3742378"/>
              <a:ext cx="122443" cy="20169"/>
            </a:xfrm>
            <a:custGeom>
              <a:rect b="b" l="l" r="r" t="t"/>
              <a:pathLst>
                <a:path extrusionOk="0" h="620" w="3764">
                  <a:moveTo>
                    <a:pt x="310" y="0"/>
                  </a:moveTo>
                  <a:cubicBezTo>
                    <a:pt x="144" y="0"/>
                    <a:pt x="1" y="191"/>
                    <a:pt x="25" y="358"/>
                  </a:cubicBezTo>
                  <a:cubicBezTo>
                    <a:pt x="49" y="500"/>
                    <a:pt x="191" y="619"/>
                    <a:pt x="358" y="619"/>
                  </a:cubicBezTo>
                  <a:lnTo>
                    <a:pt x="3454" y="619"/>
                  </a:lnTo>
                  <a:cubicBezTo>
                    <a:pt x="3645" y="619"/>
                    <a:pt x="3764" y="477"/>
                    <a:pt x="3764" y="262"/>
                  </a:cubicBezTo>
                  <a:cubicBezTo>
                    <a:pt x="3740" y="119"/>
                    <a:pt x="3597" y="0"/>
                    <a:pt x="3454"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3" name="Google Shape;29303;p153"/>
            <p:cNvSpPr/>
            <p:nvPr/>
          </p:nvSpPr>
          <p:spPr>
            <a:xfrm>
              <a:off x="4190930" y="3742378"/>
              <a:ext cx="60441" cy="20169"/>
            </a:xfrm>
            <a:custGeom>
              <a:rect b="b" l="l" r="r" t="t"/>
              <a:pathLst>
                <a:path extrusionOk="0" h="620" w="1858">
                  <a:moveTo>
                    <a:pt x="0" y="0"/>
                  </a:moveTo>
                  <a:lnTo>
                    <a:pt x="0" y="619"/>
                  </a:lnTo>
                  <a:lnTo>
                    <a:pt x="1548" y="619"/>
                  </a:lnTo>
                  <a:cubicBezTo>
                    <a:pt x="1691" y="619"/>
                    <a:pt x="1834" y="500"/>
                    <a:pt x="1834" y="358"/>
                  </a:cubicBezTo>
                  <a:cubicBezTo>
                    <a:pt x="1858" y="143"/>
                    <a:pt x="1715" y="0"/>
                    <a:pt x="1548"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4" name="Google Shape;29304;p153"/>
            <p:cNvSpPr/>
            <p:nvPr/>
          </p:nvSpPr>
          <p:spPr>
            <a:xfrm>
              <a:off x="4180846" y="3742378"/>
              <a:ext cx="20169" cy="114668"/>
            </a:xfrm>
            <a:custGeom>
              <a:rect b="b" l="l" r="r" t="t"/>
              <a:pathLst>
                <a:path extrusionOk="0" h="3525" w="620">
                  <a:moveTo>
                    <a:pt x="0" y="0"/>
                  </a:moveTo>
                  <a:lnTo>
                    <a:pt x="0" y="3525"/>
                  </a:lnTo>
                  <a:lnTo>
                    <a:pt x="620" y="3525"/>
                  </a:lnTo>
                  <a:lnTo>
                    <a:pt x="620" y="0"/>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5" name="Google Shape;29305;p153"/>
            <p:cNvSpPr/>
            <p:nvPr/>
          </p:nvSpPr>
          <p:spPr>
            <a:xfrm>
              <a:off x="4190930" y="3742378"/>
              <a:ext cx="9304" cy="114668"/>
            </a:xfrm>
            <a:custGeom>
              <a:rect b="b" l="l" r="r" t="t"/>
              <a:pathLst>
                <a:path extrusionOk="0" h="3525" w="286">
                  <a:moveTo>
                    <a:pt x="0" y="0"/>
                  </a:moveTo>
                  <a:lnTo>
                    <a:pt x="0" y="3525"/>
                  </a:lnTo>
                  <a:lnTo>
                    <a:pt x="286" y="3525"/>
                  </a:lnTo>
                  <a:lnTo>
                    <a:pt x="28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6" name="Google Shape;29306;p153"/>
            <p:cNvSpPr/>
            <p:nvPr/>
          </p:nvSpPr>
          <p:spPr>
            <a:xfrm>
              <a:off x="4075079" y="3853923"/>
              <a:ext cx="228556" cy="92223"/>
            </a:xfrm>
            <a:custGeom>
              <a:rect b="b" l="l" r="r" t="t"/>
              <a:pathLst>
                <a:path extrusionOk="0" h="2835" w="7026">
                  <a:moveTo>
                    <a:pt x="1310" y="1"/>
                  </a:moveTo>
                  <a:lnTo>
                    <a:pt x="310" y="1715"/>
                  </a:lnTo>
                  <a:cubicBezTo>
                    <a:pt x="0" y="2191"/>
                    <a:pt x="358" y="2834"/>
                    <a:pt x="929" y="2834"/>
                  </a:cubicBezTo>
                  <a:lnTo>
                    <a:pt x="6121" y="2834"/>
                  </a:lnTo>
                  <a:cubicBezTo>
                    <a:pt x="6668" y="2834"/>
                    <a:pt x="7026" y="2239"/>
                    <a:pt x="6740" y="1715"/>
                  </a:cubicBezTo>
                  <a:lnTo>
                    <a:pt x="5692" y="1"/>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7" name="Google Shape;29307;p153"/>
            <p:cNvSpPr/>
            <p:nvPr/>
          </p:nvSpPr>
          <p:spPr>
            <a:xfrm>
              <a:off x="4190930" y="3853923"/>
              <a:ext cx="113107" cy="92223"/>
            </a:xfrm>
            <a:custGeom>
              <a:rect b="b" l="l" r="r" t="t"/>
              <a:pathLst>
                <a:path extrusionOk="0" h="2835" w="3477">
                  <a:moveTo>
                    <a:pt x="0" y="1"/>
                  </a:moveTo>
                  <a:lnTo>
                    <a:pt x="0" y="2834"/>
                  </a:lnTo>
                  <a:lnTo>
                    <a:pt x="2572" y="2834"/>
                  </a:lnTo>
                  <a:cubicBezTo>
                    <a:pt x="3144" y="2834"/>
                    <a:pt x="3477" y="2191"/>
                    <a:pt x="3215" y="1715"/>
                  </a:cubicBezTo>
                  <a:lnTo>
                    <a:pt x="21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8" name="Google Shape;29308;p153"/>
          <p:cNvGrpSpPr/>
          <p:nvPr/>
        </p:nvGrpSpPr>
        <p:grpSpPr>
          <a:xfrm>
            <a:off x="3276772" y="3448993"/>
            <a:ext cx="316127" cy="344753"/>
            <a:chOff x="3276772" y="3601393"/>
            <a:chExt cx="316127" cy="344753"/>
          </a:xfrm>
        </p:grpSpPr>
        <p:sp>
          <p:nvSpPr>
            <p:cNvPr id="29309" name="Google Shape;29309;p153"/>
            <p:cNvSpPr/>
            <p:nvPr/>
          </p:nvSpPr>
          <p:spPr>
            <a:xfrm>
              <a:off x="3518502" y="3657930"/>
              <a:ext cx="74396" cy="230117"/>
            </a:xfrm>
            <a:custGeom>
              <a:rect b="b" l="l" r="r" t="t"/>
              <a:pathLst>
                <a:path extrusionOk="0" h="7074" w="2287">
                  <a:moveTo>
                    <a:pt x="834" y="1"/>
                  </a:moveTo>
                  <a:lnTo>
                    <a:pt x="834" y="2668"/>
                  </a:lnTo>
                  <a:cubicBezTo>
                    <a:pt x="0" y="2954"/>
                    <a:pt x="0" y="4120"/>
                    <a:pt x="834" y="4406"/>
                  </a:cubicBezTo>
                  <a:lnTo>
                    <a:pt x="834" y="7073"/>
                  </a:lnTo>
                  <a:lnTo>
                    <a:pt x="1453" y="7073"/>
                  </a:lnTo>
                  <a:lnTo>
                    <a:pt x="1453" y="4406"/>
                  </a:lnTo>
                  <a:cubicBezTo>
                    <a:pt x="2286" y="4120"/>
                    <a:pt x="2286" y="2954"/>
                    <a:pt x="1453" y="2668"/>
                  </a:cubicBezTo>
                  <a:lnTo>
                    <a:pt x="14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0" name="Google Shape;29310;p153"/>
            <p:cNvSpPr/>
            <p:nvPr/>
          </p:nvSpPr>
          <p:spPr>
            <a:xfrm>
              <a:off x="3546381" y="3762514"/>
              <a:ext cx="19388" cy="19388"/>
            </a:xfrm>
            <a:custGeom>
              <a:rect b="b" l="l" r="r" t="t"/>
              <a:pathLst>
                <a:path extrusionOk="0" h="596" w="596">
                  <a:moveTo>
                    <a:pt x="310" y="0"/>
                  </a:moveTo>
                  <a:cubicBezTo>
                    <a:pt x="119" y="0"/>
                    <a:pt x="0" y="167"/>
                    <a:pt x="0" y="310"/>
                  </a:cubicBezTo>
                  <a:cubicBezTo>
                    <a:pt x="0" y="477"/>
                    <a:pt x="167" y="596"/>
                    <a:pt x="310" y="596"/>
                  </a:cubicBezTo>
                  <a:cubicBezTo>
                    <a:pt x="453" y="596"/>
                    <a:pt x="596" y="453"/>
                    <a:pt x="596" y="310"/>
                  </a:cubicBezTo>
                  <a:cubicBezTo>
                    <a:pt x="596" y="167"/>
                    <a:pt x="477" y="0"/>
                    <a:pt x="310"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1" name="Google Shape;29311;p153"/>
            <p:cNvSpPr/>
            <p:nvPr/>
          </p:nvSpPr>
          <p:spPr>
            <a:xfrm>
              <a:off x="3276772" y="3657930"/>
              <a:ext cx="74429" cy="230117"/>
            </a:xfrm>
            <a:custGeom>
              <a:rect b="b" l="l" r="r" t="t"/>
              <a:pathLst>
                <a:path extrusionOk="0" h="7074" w="2288">
                  <a:moveTo>
                    <a:pt x="834" y="1"/>
                  </a:moveTo>
                  <a:lnTo>
                    <a:pt x="834" y="2668"/>
                  </a:lnTo>
                  <a:cubicBezTo>
                    <a:pt x="1" y="2954"/>
                    <a:pt x="1" y="4120"/>
                    <a:pt x="834" y="4406"/>
                  </a:cubicBezTo>
                  <a:lnTo>
                    <a:pt x="834" y="7073"/>
                  </a:lnTo>
                  <a:lnTo>
                    <a:pt x="1454" y="7073"/>
                  </a:lnTo>
                  <a:lnTo>
                    <a:pt x="1454" y="4406"/>
                  </a:lnTo>
                  <a:cubicBezTo>
                    <a:pt x="2287" y="4120"/>
                    <a:pt x="2287" y="2954"/>
                    <a:pt x="1454" y="2668"/>
                  </a:cubicBezTo>
                  <a:lnTo>
                    <a:pt x="1454" y="1"/>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2" name="Google Shape;29312;p153"/>
            <p:cNvSpPr/>
            <p:nvPr/>
          </p:nvSpPr>
          <p:spPr>
            <a:xfrm>
              <a:off x="3304683" y="3762514"/>
              <a:ext cx="19388" cy="19388"/>
            </a:xfrm>
            <a:custGeom>
              <a:rect b="b" l="l" r="r" t="t"/>
              <a:pathLst>
                <a:path extrusionOk="0" h="596" w="596">
                  <a:moveTo>
                    <a:pt x="286" y="0"/>
                  </a:moveTo>
                  <a:cubicBezTo>
                    <a:pt x="119" y="0"/>
                    <a:pt x="0" y="167"/>
                    <a:pt x="0" y="310"/>
                  </a:cubicBezTo>
                  <a:cubicBezTo>
                    <a:pt x="0" y="477"/>
                    <a:pt x="143" y="596"/>
                    <a:pt x="286" y="596"/>
                  </a:cubicBezTo>
                  <a:cubicBezTo>
                    <a:pt x="453" y="596"/>
                    <a:pt x="596" y="453"/>
                    <a:pt x="596" y="310"/>
                  </a:cubicBezTo>
                  <a:cubicBezTo>
                    <a:pt x="596" y="167"/>
                    <a:pt x="453" y="0"/>
                    <a:pt x="286"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3" name="Google Shape;29313;p153"/>
            <p:cNvSpPr/>
            <p:nvPr/>
          </p:nvSpPr>
          <p:spPr>
            <a:xfrm>
              <a:off x="3344174" y="3657930"/>
              <a:ext cx="182103" cy="228556"/>
            </a:xfrm>
            <a:custGeom>
              <a:rect b="b" l="l" r="r" t="t"/>
              <a:pathLst>
                <a:path extrusionOk="0" h="7026" w="5598">
                  <a:moveTo>
                    <a:pt x="1" y="1"/>
                  </a:moveTo>
                  <a:lnTo>
                    <a:pt x="1" y="1048"/>
                  </a:lnTo>
                  <a:cubicBezTo>
                    <a:pt x="1" y="2120"/>
                    <a:pt x="596" y="3073"/>
                    <a:pt x="1501" y="3525"/>
                  </a:cubicBezTo>
                  <a:cubicBezTo>
                    <a:pt x="596" y="4001"/>
                    <a:pt x="1" y="4954"/>
                    <a:pt x="1" y="6002"/>
                  </a:cubicBezTo>
                  <a:lnTo>
                    <a:pt x="1" y="7026"/>
                  </a:lnTo>
                  <a:lnTo>
                    <a:pt x="5597" y="7026"/>
                  </a:lnTo>
                  <a:lnTo>
                    <a:pt x="5597" y="6002"/>
                  </a:lnTo>
                  <a:cubicBezTo>
                    <a:pt x="5597" y="4930"/>
                    <a:pt x="5002" y="4001"/>
                    <a:pt x="4121" y="3525"/>
                  </a:cubicBezTo>
                  <a:cubicBezTo>
                    <a:pt x="4978" y="3073"/>
                    <a:pt x="5597" y="2120"/>
                    <a:pt x="5597" y="1048"/>
                  </a:cubicBezTo>
                  <a:lnTo>
                    <a:pt x="5597"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4" name="Google Shape;29314;p153"/>
            <p:cNvSpPr/>
            <p:nvPr/>
          </p:nvSpPr>
          <p:spPr>
            <a:xfrm>
              <a:off x="3435583" y="3657150"/>
              <a:ext cx="90694" cy="230898"/>
            </a:xfrm>
            <a:custGeom>
              <a:rect b="b" l="l" r="r" t="t"/>
              <a:pathLst>
                <a:path extrusionOk="0" h="7098" w="2788">
                  <a:moveTo>
                    <a:pt x="1" y="1"/>
                  </a:moveTo>
                  <a:lnTo>
                    <a:pt x="1" y="7097"/>
                  </a:lnTo>
                  <a:lnTo>
                    <a:pt x="2787" y="7097"/>
                  </a:lnTo>
                  <a:lnTo>
                    <a:pt x="2787" y="6050"/>
                  </a:lnTo>
                  <a:cubicBezTo>
                    <a:pt x="2787" y="5002"/>
                    <a:pt x="2192" y="4049"/>
                    <a:pt x="1311" y="3573"/>
                  </a:cubicBezTo>
                  <a:cubicBezTo>
                    <a:pt x="2168" y="3097"/>
                    <a:pt x="2787" y="2144"/>
                    <a:pt x="2787" y="1049"/>
                  </a:cubicBezTo>
                  <a:lnTo>
                    <a:pt x="2787"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5" name="Google Shape;29315;p153"/>
            <p:cNvSpPr/>
            <p:nvPr/>
          </p:nvSpPr>
          <p:spPr>
            <a:xfrm>
              <a:off x="3344174" y="3692022"/>
              <a:ext cx="182103" cy="196026"/>
            </a:xfrm>
            <a:custGeom>
              <a:rect b="b" l="l" r="r" t="t"/>
              <a:pathLst>
                <a:path extrusionOk="0" h="6026" w="5598">
                  <a:moveTo>
                    <a:pt x="1" y="0"/>
                  </a:moveTo>
                  <a:cubicBezTo>
                    <a:pt x="1" y="1453"/>
                    <a:pt x="1072" y="2644"/>
                    <a:pt x="2478" y="2810"/>
                  </a:cubicBezTo>
                  <a:lnTo>
                    <a:pt x="2478" y="4239"/>
                  </a:lnTo>
                  <a:lnTo>
                    <a:pt x="977" y="6025"/>
                  </a:lnTo>
                  <a:lnTo>
                    <a:pt x="4597" y="6025"/>
                  </a:lnTo>
                  <a:lnTo>
                    <a:pt x="3097" y="4239"/>
                  </a:lnTo>
                  <a:lnTo>
                    <a:pt x="3097" y="2810"/>
                  </a:lnTo>
                  <a:cubicBezTo>
                    <a:pt x="4502" y="2644"/>
                    <a:pt x="5597" y="1453"/>
                    <a:pt x="55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6" name="Google Shape;29316;p153"/>
            <p:cNvSpPr/>
            <p:nvPr/>
          </p:nvSpPr>
          <p:spPr>
            <a:xfrm>
              <a:off x="3434055" y="3692022"/>
              <a:ext cx="92223" cy="196026"/>
            </a:xfrm>
            <a:custGeom>
              <a:rect b="b" l="l" r="r" t="t"/>
              <a:pathLst>
                <a:path extrusionOk="0" h="6026" w="2835">
                  <a:moveTo>
                    <a:pt x="0" y="0"/>
                  </a:moveTo>
                  <a:lnTo>
                    <a:pt x="0" y="6025"/>
                  </a:lnTo>
                  <a:lnTo>
                    <a:pt x="1834" y="6025"/>
                  </a:lnTo>
                  <a:cubicBezTo>
                    <a:pt x="1667" y="5835"/>
                    <a:pt x="477" y="4430"/>
                    <a:pt x="334" y="4239"/>
                  </a:cubicBezTo>
                  <a:lnTo>
                    <a:pt x="334" y="2810"/>
                  </a:lnTo>
                  <a:cubicBezTo>
                    <a:pt x="1739" y="2644"/>
                    <a:pt x="2834" y="1453"/>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7" name="Google Shape;29317;p153"/>
            <p:cNvSpPr/>
            <p:nvPr/>
          </p:nvSpPr>
          <p:spPr>
            <a:xfrm>
              <a:off x="3284547" y="3885673"/>
              <a:ext cx="302139" cy="60473"/>
            </a:xfrm>
            <a:custGeom>
              <a:rect b="b" l="l" r="r" t="t"/>
              <a:pathLst>
                <a:path extrusionOk="0" h="1859" w="9288">
                  <a:moveTo>
                    <a:pt x="286" y="1"/>
                  </a:moveTo>
                  <a:cubicBezTo>
                    <a:pt x="143" y="1"/>
                    <a:pt x="0" y="120"/>
                    <a:pt x="0" y="311"/>
                  </a:cubicBezTo>
                  <a:lnTo>
                    <a:pt x="0" y="1549"/>
                  </a:lnTo>
                  <a:cubicBezTo>
                    <a:pt x="0" y="1692"/>
                    <a:pt x="119" y="1858"/>
                    <a:pt x="286" y="1858"/>
                  </a:cubicBezTo>
                  <a:lnTo>
                    <a:pt x="8978" y="1858"/>
                  </a:lnTo>
                  <a:cubicBezTo>
                    <a:pt x="9121" y="1858"/>
                    <a:pt x="9288" y="1692"/>
                    <a:pt x="9288" y="1549"/>
                  </a:cubicBezTo>
                  <a:lnTo>
                    <a:pt x="9288" y="311"/>
                  </a:lnTo>
                  <a:cubicBezTo>
                    <a:pt x="9288" y="144"/>
                    <a:pt x="9169" y="1"/>
                    <a:pt x="8978"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8" name="Google Shape;29318;p153"/>
            <p:cNvSpPr/>
            <p:nvPr/>
          </p:nvSpPr>
          <p:spPr>
            <a:xfrm>
              <a:off x="3434835" y="3884925"/>
              <a:ext cx="151850" cy="61221"/>
            </a:xfrm>
            <a:custGeom>
              <a:rect b="b" l="l" r="r" t="t"/>
              <a:pathLst>
                <a:path extrusionOk="0" h="1882" w="4668">
                  <a:moveTo>
                    <a:pt x="0" y="0"/>
                  </a:moveTo>
                  <a:lnTo>
                    <a:pt x="0" y="1881"/>
                  </a:lnTo>
                  <a:lnTo>
                    <a:pt x="4358" y="1881"/>
                  </a:lnTo>
                  <a:cubicBezTo>
                    <a:pt x="4549" y="1881"/>
                    <a:pt x="4668" y="1715"/>
                    <a:pt x="4668" y="1572"/>
                  </a:cubicBezTo>
                  <a:lnTo>
                    <a:pt x="4668" y="334"/>
                  </a:lnTo>
                  <a:cubicBezTo>
                    <a:pt x="4668" y="143"/>
                    <a:pt x="4501" y="0"/>
                    <a:pt x="435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9" name="Google Shape;29319;p153"/>
            <p:cNvSpPr/>
            <p:nvPr/>
          </p:nvSpPr>
          <p:spPr>
            <a:xfrm>
              <a:off x="3284547" y="3601393"/>
              <a:ext cx="302139" cy="59660"/>
            </a:xfrm>
            <a:custGeom>
              <a:rect b="b" l="l" r="r" t="t"/>
              <a:pathLst>
                <a:path extrusionOk="0" h="1834" w="9288">
                  <a:moveTo>
                    <a:pt x="286" y="0"/>
                  </a:moveTo>
                  <a:cubicBezTo>
                    <a:pt x="143" y="0"/>
                    <a:pt x="0" y="119"/>
                    <a:pt x="0" y="286"/>
                  </a:cubicBezTo>
                  <a:lnTo>
                    <a:pt x="0" y="1548"/>
                  </a:lnTo>
                  <a:cubicBezTo>
                    <a:pt x="0" y="1691"/>
                    <a:pt x="119" y="1834"/>
                    <a:pt x="286" y="1834"/>
                  </a:cubicBezTo>
                  <a:lnTo>
                    <a:pt x="8978" y="1834"/>
                  </a:lnTo>
                  <a:cubicBezTo>
                    <a:pt x="9121" y="1834"/>
                    <a:pt x="9288" y="1691"/>
                    <a:pt x="9288" y="1548"/>
                  </a:cubicBezTo>
                  <a:lnTo>
                    <a:pt x="9288" y="286"/>
                  </a:lnTo>
                  <a:cubicBezTo>
                    <a:pt x="9288" y="143"/>
                    <a:pt x="9169" y="0"/>
                    <a:pt x="8978"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0" name="Google Shape;29320;p153"/>
            <p:cNvSpPr/>
            <p:nvPr/>
          </p:nvSpPr>
          <p:spPr>
            <a:xfrm>
              <a:off x="3434835" y="3601393"/>
              <a:ext cx="151850" cy="60441"/>
            </a:xfrm>
            <a:custGeom>
              <a:rect b="b" l="l" r="r" t="t"/>
              <a:pathLst>
                <a:path extrusionOk="0" h="1858" w="4668">
                  <a:moveTo>
                    <a:pt x="0" y="0"/>
                  </a:moveTo>
                  <a:lnTo>
                    <a:pt x="0" y="1858"/>
                  </a:lnTo>
                  <a:lnTo>
                    <a:pt x="4358" y="1858"/>
                  </a:lnTo>
                  <a:cubicBezTo>
                    <a:pt x="4549" y="1858"/>
                    <a:pt x="4668" y="1715"/>
                    <a:pt x="4668" y="1572"/>
                  </a:cubicBezTo>
                  <a:lnTo>
                    <a:pt x="4668" y="286"/>
                  </a:lnTo>
                  <a:cubicBezTo>
                    <a:pt x="4668" y="119"/>
                    <a:pt x="4501" y="0"/>
                    <a:pt x="435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21" name="Google Shape;29321;p153"/>
          <p:cNvGrpSpPr/>
          <p:nvPr/>
        </p:nvGrpSpPr>
        <p:grpSpPr>
          <a:xfrm>
            <a:off x="2495141" y="3447822"/>
            <a:ext cx="412936" cy="344753"/>
            <a:chOff x="2495141" y="3600222"/>
            <a:chExt cx="412936" cy="344753"/>
          </a:xfrm>
        </p:grpSpPr>
        <p:sp>
          <p:nvSpPr>
            <p:cNvPr id="29322" name="Google Shape;29322;p153"/>
            <p:cNvSpPr/>
            <p:nvPr/>
          </p:nvSpPr>
          <p:spPr>
            <a:xfrm>
              <a:off x="2495141" y="3600255"/>
              <a:ext cx="380406" cy="344493"/>
            </a:xfrm>
            <a:custGeom>
              <a:rect b="b" l="l" r="r" t="t"/>
              <a:pathLst>
                <a:path extrusionOk="0" h="10590" w="11694">
                  <a:moveTo>
                    <a:pt x="5787" y="1"/>
                  </a:moveTo>
                  <a:cubicBezTo>
                    <a:pt x="4435" y="1"/>
                    <a:pt x="3083" y="513"/>
                    <a:pt x="2048" y="1535"/>
                  </a:cubicBezTo>
                  <a:cubicBezTo>
                    <a:pt x="48" y="3536"/>
                    <a:pt x="0" y="6727"/>
                    <a:pt x="1834" y="8799"/>
                  </a:cubicBezTo>
                  <a:cubicBezTo>
                    <a:pt x="2881" y="9994"/>
                    <a:pt x="4336" y="10590"/>
                    <a:pt x="5794" y="10590"/>
                  </a:cubicBezTo>
                  <a:cubicBezTo>
                    <a:pt x="7154" y="10590"/>
                    <a:pt x="8515" y="10071"/>
                    <a:pt x="9550" y="9037"/>
                  </a:cubicBezTo>
                  <a:cubicBezTo>
                    <a:pt x="11693" y="6894"/>
                    <a:pt x="11598" y="3393"/>
                    <a:pt x="9312" y="1345"/>
                  </a:cubicBezTo>
                  <a:cubicBezTo>
                    <a:pt x="8311" y="448"/>
                    <a:pt x="7049" y="1"/>
                    <a:pt x="578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3" name="Google Shape;29323;p153"/>
            <p:cNvSpPr/>
            <p:nvPr/>
          </p:nvSpPr>
          <p:spPr>
            <a:xfrm>
              <a:off x="2561763" y="3600255"/>
              <a:ext cx="313784" cy="293974"/>
            </a:xfrm>
            <a:custGeom>
              <a:rect b="b" l="l" r="r" t="t"/>
              <a:pathLst>
                <a:path extrusionOk="0" h="9037" w="9646">
                  <a:moveTo>
                    <a:pt x="3739" y="1"/>
                  </a:moveTo>
                  <a:cubicBezTo>
                    <a:pt x="2387" y="1"/>
                    <a:pt x="1035" y="513"/>
                    <a:pt x="0" y="1535"/>
                  </a:cubicBezTo>
                  <a:lnTo>
                    <a:pt x="7502" y="9037"/>
                  </a:lnTo>
                  <a:cubicBezTo>
                    <a:pt x="9645" y="6894"/>
                    <a:pt x="9550" y="3393"/>
                    <a:pt x="7264" y="1345"/>
                  </a:cubicBezTo>
                  <a:cubicBezTo>
                    <a:pt x="6263" y="448"/>
                    <a:pt x="5001" y="1"/>
                    <a:pt x="37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4" name="Google Shape;29324;p153"/>
            <p:cNvSpPr/>
            <p:nvPr/>
          </p:nvSpPr>
          <p:spPr>
            <a:xfrm>
              <a:off x="2543155" y="3605264"/>
              <a:ext cx="202239" cy="281222"/>
            </a:xfrm>
            <a:custGeom>
              <a:rect b="b" l="l" r="r" t="t"/>
              <a:pathLst>
                <a:path extrusionOk="0" h="8645" w="6217">
                  <a:moveTo>
                    <a:pt x="5549" y="0"/>
                  </a:moveTo>
                  <a:lnTo>
                    <a:pt x="3239" y="2286"/>
                  </a:lnTo>
                  <a:cubicBezTo>
                    <a:pt x="2049" y="3501"/>
                    <a:pt x="3335" y="4834"/>
                    <a:pt x="2382" y="5787"/>
                  </a:cubicBezTo>
                  <a:lnTo>
                    <a:pt x="1" y="8168"/>
                  </a:lnTo>
                  <a:cubicBezTo>
                    <a:pt x="120" y="8335"/>
                    <a:pt x="239" y="8502"/>
                    <a:pt x="405" y="8645"/>
                  </a:cubicBezTo>
                  <a:lnTo>
                    <a:pt x="2811" y="6240"/>
                  </a:lnTo>
                  <a:cubicBezTo>
                    <a:pt x="4001" y="5025"/>
                    <a:pt x="2715" y="3691"/>
                    <a:pt x="3668" y="2739"/>
                  </a:cubicBezTo>
                  <a:lnTo>
                    <a:pt x="6216" y="191"/>
                  </a:lnTo>
                  <a:cubicBezTo>
                    <a:pt x="5978" y="119"/>
                    <a:pt x="5788" y="48"/>
                    <a:pt x="554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5" name="Google Shape;29325;p153"/>
            <p:cNvSpPr/>
            <p:nvPr/>
          </p:nvSpPr>
          <p:spPr>
            <a:xfrm>
              <a:off x="2630694" y="3606012"/>
              <a:ext cx="114701" cy="133308"/>
            </a:xfrm>
            <a:custGeom>
              <a:rect b="b" l="l" r="r" t="t"/>
              <a:pathLst>
                <a:path extrusionOk="0" h="4098" w="3526">
                  <a:moveTo>
                    <a:pt x="2858" y="1"/>
                  </a:moveTo>
                  <a:lnTo>
                    <a:pt x="548" y="2287"/>
                  </a:lnTo>
                  <a:cubicBezTo>
                    <a:pt x="144" y="2668"/>
                    <a:pt x="24" y="3097"/>
                    <a:pt x="1" y="3478"/>
                  </a:cubicBezTo>
                  <a:lnTo>
                    <a:pt x="620" y="4097"/>
                  </a:lnTo>
                  <a:cubicBezTo>
                    <a:pt x="572" y="3597"/>
                    <a:pt x="572" y="3121"/>
                    <a:pt x="977" y="2716"/>
                  </a:cubicBezTo>
                  <a:lnTo>
                    <a:pt x="3525" y="215"/>
                  </a:lnTo>
                  <a:cubicBezTo>
                    <a:pt x="3287" y="120"/>
                    <a:pt x="3097" y="49"/>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6" name="Google Shape;29326;p153"/>
            <p:cNvSpPr/>
            <p:nvPr/>
          </p:nvSpPr>
          <p:spPr>
            <a:xfrm>
              <a:off x="2512187" y="3600222"/>
              <a:ext cx="185941" cy="211900"/>
            </a:xfrm>
            <a:custGeom>
              <a:rect b="b" l="l" r="r" t="t"/>
              <a:pathLst>
                <a:path extrusionOk="0" h="6514" w="5716">
                  <a:moveTo>
                    <a:pt x="5287" y="0"/>
                  </a:moveTo>
                  <a:cubicBezTo>
                    <a:pt x="5138" y="0"/>
                    <a:pt x="4989" y="12"/>
                    <a:pt x="4858" y="36"/>
                  </a:cubicBezTo>
                  <a:lnTo>
                    <a:pt x="2858" y="2013"/>
                  </a:lnTo>
                  <a:cubicBezTo>
                    <a:pt x="2215" y="2679"/>
                    <a:pt x="2096" y="3680"/>
                    <a:pt x="1548" y="4227"/>
                  </a:cubicBezTo>
                  <a:lnTo>
                    <a:pt x="0" y="5775"/>
                  </a:lnTo>
                  <a:cubicBezTo>
                    <a:pt x="24" y="6013"/>
                    <a:pt x="71" y="6275"/>
                    <a:pt x="119" y="6514"/>
                  </a:cubicBezTo>
                  <a:lnTo>
                    <a:pt x="2000" y="4632"/>
                  </a:lnTo>
                  <a:cubicBezTo>
                    <a:pt x="2643" y="3989"/>
                    <a:pt x="2763" y="2965"/>
                    <a:pt x="3310" y="2441"/>
                  </a:cubicBezTo>
                  <a:lnTo>
                    <a:pt x="5716" y="36"/>
                  </a:lnTo>
                  <a:cubicBezTo>
                    <a:pt x="5585" y="12"/>
                    <a:pt x="5436" y="0"/>
                    <a:pt x="528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7" name="Google Shape;29327;p153"/>
            <p:cNvSpPr/>
            <p:nvPr/>
          </p:nvSpPr>
          <p:spPr>
            <a:xfrm>
              <a:off x="2592731" y="3600222"/>
              <a:ext cx="105397" cy="96484"/>
            </a:xfrm>
            <a:custGeom>
              <a:rect b="b" l="l" r="r" t="t"/>
              <a:pathLst>
                <a:path extrusionOk="0" h="2966" w="3240">
                  <a:moveTo>
                    <a:pt x="2811" y="0"/>
                  </a:moveTo>
                  <a:cubicBezTo>
                    <a:pt x="2662" y="0"/>
                    <a:pt x="2513" y="12"/>
                    <a:pt x="2382" y="36"/>
                  </a:cubicBezTo>
                  <a:cubicBezTo>
                    <a:pt x="215" y="2203"/>
                    <a:pt x="239" y="2132"/>
                    <a:pt x="1" y="2537"/>
                  </a:cubicBezTo>
                  <a:lnTo>
                    <a:pt x="453" y="2965"/>
                  </a:lnTo>
                  <a:cubicBezTo>
                    <a:pt x="691" y="2537"/>
                    <a:pt x="572" y="2703"/>
                    <a:pt x="3240" y="36"/>
                  </a:cubicBezTo>
                  <a:cubicBezTo>
                    <a:pt x="3109" y="12"/>
                    <a:pt x="2960" y="0"/>
                    <a:pt x="2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8" name="Google Shape;29328;p153"/>
            <p:cNvSpPr/>
            <p:nvPr/>
          </p:nvSpPr>
          <p:spPr>
            <a:xfrm>
              <a:off x="2645430" y="3758643"/>
              <a:ext cx="210729" cy="185941"/>
            </a:xfrm>
            <a:custGeom>
              <a:rect b="b" l="l" r="r" t="t"/>
              <a:pathLst>
                <a:path extrusionOk="0" h="5716" w="6478">
                  <a:moveTo>
                    <a:pt x="6478" y="0"/>
                  </a:moveTo>
                  <a:lnTo>
                    <a:pt x="4930" y="1548"/>
                  </a:lnTo>
                  <a:cubicBezTo>
                    <a:pt x="4358" y="2096"/>
                    <a:pt x="3382" y="2215"/>
                    <a:pt x="2715" y="2858"/>
                  </a:cubicBezTo>
                  <a:lnTo>
                    <a:pt x="0" y="5597"/>
                  </a:lnTo>
                  <a:cubicBezTo>
                    <a:pt x="238" y="5668"/>
                    <a:pt x="476" y="5692"/>
                    <a:pt x="738" y="5716"/>
                  </a:cubicBezTo>
                  <a:lnTo>
                    <a:pt x="3144" y="3311"/>
                  </a:lnTo>
                  <a:cubicBezTo>
                    <a:pt x="3715" y="2787"/>
                    <a:pt x="4692" y="2668"/>
                    <a:pt x="5358" y="2001"/>
                  </a:cubicBezTo>
                  <a:lnTo>
                    <a:pt x="6478" y="882"/>
                  </a:lnTo>
                  <a:lnTo>
                    <a:pt x="6478"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9" name="Google Shape;29329;p153"/>
            <p:cNvSpPr/>
            <p:nvPr/>
          </p:nvSpPr>
          <p:spPr>
            <a:xfrm>
              <a:off x="2750762" y="3760205"/>
              <a:ext cx="105397" cy="94532"/>
            </a:xfrm>
            <a:custGeom>
              <a:rect b="b" l="l" r="r" t="t"/>
              <a:pathLst>
                <a:path extrusionOk="0" h="2906" w="3240">
                  <a:moveTo>
                    <a:pt x="3240" y="0"/>
                  </a:moveTo>
                  <a:lnTo>
                    <a:pt x="1692" y="1548"/>
                  </a:lnTo>
                  <a:cubicBezTo>
                    <a:pt x="1263" y="1953"/>
                    <a:pt x="596" y="2096"/>
                    <a:pt x="1" y="2453"/>
                  </a:cubicBezTo>
                  <a:lnTo>
                    <a:pt x="430" y="2905"/>
                  </a:lnTo>
                  <a:cubicBezTo>
                    <a:pt x="977" y="2620"/>
                    <a:pt x="1620" y="2429"/>
                    <a:pt x="2120" y="1953"/>
                  </a:cubicBezTo>
                  <a:lnTo>
                    <a:pt x="3240" y="834"/>
                  </a:lnTo>
                  <a:lnTo>
                    <a:pt x="32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0" name="Google Shape;29330;p153"/>
            <p:cNvSpPr/>
            <p:nvPr/>
          </p:nvSpPr>
          <p:spPr>
            <a:xfrm>
              <a:off x="2716703" y="3632362"/>
              <a:ext cx="81358" cy="78072"/>
            </a:xfrm>
            <a:custGeom>
              <a:rect b="b" l="l" r="r" t="t"/>
              <a:pathLst>
                <a:path extrusionOk="0" h="2400" w="2501">
                  <a:moveTo>
                    <a:pt x="2000" y="1"/>
                  </a:moveTo>
                  <a:lnTo>
                    <a:pt x="119" y="1858"/>
                  </a:lnTo>
                  <a:cubicBezTo>
                    <a:pt x="0" y="1977"/>
                    <a:pt x="0" y="2192"/>
                    <a:pt x="119" y="2311"/>
                  </a:cubicBezTo>
                  <a:cubicBezTo>
                    <a:pt x="179" y="2370"/>
                    <a:pt x="262" y="2400"/>
                    <a:pt x="345" y="2400"/>
                  </a:cubicBezTo>
                  <a:cubicBezTo>
                    <a:pt x="429" y="2400"/>
                    <a:pt x="512" y="2370"/>
                    <a:pt x="572" y="2311"/>
                  </a:cubicBezTo>
                  <a:lnTo>
                    <a:pt x="2501" y="382"/>
                  </a:lnTo>
                  <a:cubicBezTo>
                    <a:pt x="2358" y="239"/>
                    <a:pt x="2215" y="72"/>
                    <a:pt x="2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1" name="Google Shape;29331;p153"/>
            <p:cNvSpPr/>
            <p:nvPr/>
          </p:nvSpPr>
          <p:spPr>
            <a:xfrm>
              <a:off x="2674089" y="3725332"/>
              <a:ext cx="58131" cy="58131"/>
            </a:xfrm>
            <a:custGeom>
              <a:rect b="b" l="l" r="r" t="t"/>
              <a:pathLst>
                <a:path extrusionOk="0" h="1787" w="1787">
                  <a:moveTo>
                    <a:pt x="905" y="620"/>
                  </a:moveTo>
                  <a:cubicBezTo>
                    <a:pt x="1048" y="620"/>
                    <a:pt x="1167" y="739"/>
                    <a:pt x="1167" y="882"/>
                  </a:cubicBezTo>
                  <a:cubicBezTo>
                    <a:pt x="1167" y="1024"/>
                    <a:pt x="1048" y="1143"/>
                    <a:pt x="905" y="1143"/>
                  </a:cubicBezTo>
                  <a:cubicBezTo>
                    <a:pt x="739" y="1143"/>
                    <a:pt x="619" y="1024"/>
                    <a:pt x="619" y="882"/>
                  </a:cubicBezTo>
                  <a:cubicBezTo>
                    <a:pt x="619" y="739"/>
                    <a:pt x="739" y="620"/>
                    <a:pt x="905" y="620"/>
                  </a:cubicBezTo>
                  <a:close/>
                  <a:moveTo>
                    <a:pt x="905" y="0"/>
                  </a:moveTo>
                  <a:cubicBezTo>
                    <a:pt x="405" y="0"/>
                    <a:pt x="0" y="381"/>
                    <a:pt x="0" y="882"/>
                  </a:cubicBezTo>
                  <a:cubicBezTo>
                    <a:pt x="0" y="1358"/>
                    <a:pt x="381" y="1786"/>
                    <a:pt x="905" y="1786"/>
                  </a:cubicBezTo>
                  <a:cubicBezTo>
                    <a:pt x="1382" y="1786"/>
                    <a:pt x="1786" y="1382"/>
                    <a:pt x="1786" y="882"/>
                  </a:cubicBezTo>
                  <a:cubicBezTo>
                    <a:pt x="1763" y="405"/>
                    <a:pt x="1382" y="0"/>
                    <a:pt x="90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2" name="Google Shape;29332;p153"/>
            <p:cNvSpPr/>
            <p:nvPr/>
          </p:nvSpPr>
          <p:spPr>
            <a:xfrm>
              <a:off x="2667875" y="3725332"/>
              <a:ext cx="63564" cy="57188"/>
            </a:xfrm>
            <a:custGeom>
              <a:rect b="b" l="l" r="r" t="t"/>
              <a:pathLst>
                <a:path extrusionOk="0" h="1758" w="1954">
                  <a:moveTo>
                    <a:pt x="1096" y="620"/>
                  </a:moveTo>
                  <a:cubicBezTo>
                    <a:pt x="1239" y="620"/>
                    <a:pt x="1358" y="739"/>
                    <a:pt x="1358" y="882"/>
                  </a:cubicBezTo>
                  <a:cubicBezTo>
                    <a:pt x="1358" y="1024"/>
                    <a:pt x="1239" y="1143"/>
                    <a:pt x="1096" y="1143"/>
                  </a:cubicBezTo>
                  <a:cubicBezTo>
                    <a:pt x="930" y="1143"/>
                    <a:pt x="810" y="1024"/>
                    <a:pt x="810" y="882"/>
                  </a:cubicBezTo>
                  <a:cubicBezTo>
                    <a:pt x="810" y="739"/>
                    <a:pt x="930" y="620"/>
                    <a:pt x="1096" y="620"/>
                  </a:cubicBezTo>
                  <a:close/>
                  <a:moveTo>
                    <a:pt x="1096" y="0"/>
                  </a:moveTo>
                  <a:cubicBezTo>
                    <a:pt x="453" y="0"/>
                    <a:pt x="1" y="643"/>
                    <a:pt x="239" y="1215"/>
                  </a:cubicBezTo>
                  <a:lnTo>
                    <a:pt x="739" y="1691"/>
                  </a:lnTo>
                  <a:cubicBezTo>
                    <a:pt x="853" y="1737"/>
                    <a:pt x="967" y="1758"/>
                    <a:pt x="1078" y="1758"/>
                  </a:cubicBezTo>
                  <a:cubicBezTo>
                    <a:pt x="1548" y="1758"/>
                    <a:pt x="1954" y="1378"/>
                    <a:pt x="1954" y="858"/>
                  </a:cubicBezTo>
                  <a:cubicBezTo>
                    <a:pt x="1954" y="405"/>
                    <a:pt x="1573"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3" name="Google Shape;29333;p153"/>
            <p:cNvSpPr/>
            <p:nvPr/>
          </p:nvSpPr>
          <p:spPr>
            <a:xfrm>
              <a:off x="2500541" y="3601003"/>
              <a:ext cx="407536" cy="343972"/>
            </a:xfrm>
            <a:custGeom>
              <a:rect b="b" l="l" r="r" t="t"/>
              <a:pathLst>
                <a:path extrusionOk="0" h="10574" w="12528">
                  <a:moveTo>
                    <a:pt x="9889" y="1"/>
                  </a:moveTo>
                  <a:cubicBezTo>
                    <a:pt x="9289" y="1"/>
                    <a:pt x="8569" y="320"/>
                    <a:pt x="8074" y="607"/>
                  </a:cubicBezTo>
                  <a:cubicBezTo>
                    <a:pt x="8312" y="727"/>
                    <a:pt x="8550" y="869"/>
                    <a:pt x="8693" y="988"/>
                  </a:cubicBezTo>
                  <a:cubicBezTo>
                    <a:pt x="9232" y="742"/>
                    <a:pt x="9651" y="635"/>
                    <a:pt x="9919" y="635"/>
                  </a:cubicBezTo>
                  <a:cubicBezTo>
                    <a:pt x="10065" y="635"/>
                    <a:pt x="10167" y="667"/>
                    <a:pt x="10217" y="727"/>
                  </a:cubicBezTo>
                  <a:cubicBezTo>
                    <a:pt x="10646" y="1131"/>
                    <a:pt x="9646" y="3489"/>
                    <a:pt x="6740" y="6394"/>
                  </a:cubicBezTo>
                  <a:cubicBezTo>
                    <a:pt x="4264" y="8891"/>
                    <a:pt x="2157" y="9981"/>
                    <a:pt x="1341" y="9981"/>
                  </a:cubicBezTo>
                  <a:cubicBezTo>
                    <a:pt x="1208" y="9981"/>
                    <a:pt x="1109" y="9952"/>
                    <a:pt x="1049" y="9895"/>
                  </a:cubicBezTo>
                  <a:cubicBezTo>
                    <a:pt x="882" y="9705"/>
                    <a:pt x="930" y="9204"/>
                    <a:pt x="1311" y="8371"/>
                  </a:cubicBezTo>
                  <a:cubicBezTo>
                    <a:pt x="1192" y="8180"/>
                    <a:pt x="1049" y="7990"/>
                    <a:pt x="930" y="7752"/>
                  </a:cubicBezTo>
                  <a:cubicBezTo>
                    <a:pt x="549" y="8490"/>
                    <a:pt x="1" y="9705"/>
                    <a:pt x="596" y="10300"/>
                  </a:cubicBezTo>
                  <a:cubicBezTo>
                    <a:pt x="786" y="10488"/>
                    <a:pt x="1043" y="10574"/>
                    <a:pt x="1351" y="10574"/>
                  </a:cubicBezTo>
                  <a:cubicBezTo>
                    <a:pt x="4408" y="10574"/>
                    <a:pt x="12528" y="2113"/>
                    <a:pt x="10646" y="274"/>
                  </a:cubicBezTo>
                  <a:cubicBezTo>
                    <a:pt x="10450" y="78"/>
                    <a:pt x="10184" y="1"/>
                    <a:pt x="9889"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4" name="Google Shape;29334;p153"/>
            <p:cNvSpPr/>
            <p:nvPr/>
          </p:nvSpPr>
          <p:spPr>
            <a:xfrm>
              <a:off x="2720574" y="3600970"/>
              <a:ext cx="159592" cy="221985"/>
            </a:xfrm>
            <a:custGeom>
              <a:rect b="b" l="l" r="r" t="t"/>
              <a:pathLst>
                <a:path extrusionOk="0" h="6824" w="4906">
                  <a:moveTo>
                    <a:pt x="3143" y="1"/>
                  </a:moveTo>
                  <a:cubicBezTo>
                    <a:pt x="2544" y="1"/>
                    <a:pt x="1827" y="314"/>
                    <a:pt x="1334" y="585"/>
                  </a:cubicBezTo>
                  <a:cubicBezTo>
                    <a:pt x="1572" y="728"/>
                    <a:pt x="1810" y="870"/>
                    <a:pt x="1953" y="989"/>
                  </a:cubicBezTo>
                  <a:cubicBezTo>
                    <a:pt x="2491" y="743"/>
                    <a:pt x="2910" y="636"/>
                    <a:pt x="3178" y="636"/>
                  </a:cubicBezTo>
                  <a:cubicBezTo>
                    <a:pt x="3325" y="636"/>
                    <a:pt x="3426" y="668"/>
                    <a:pt x="3477" y="728"/>
                  </a:cubicBezTo>
                  <a:cubicBezTo>
                    <a:pt x="3906" y="1132"/>
                    <a:pt x="2929" y="3490"/>
                    <a:pt x="0" y="6395"/>
                  </a:cubicBezTo>
                  <a:lnTo>
                    <a:pt x="405" y="6824"/>
                  </a:lnTo>
                  <a:cubicBezTo>
                    <a:pt x="2929" y="4323"/>
                    <a:pt x="4906" y="1275"/>
                    <a:pt x="3906" y="275"/>
                  </a:cubicBezTo>
                  <a:cubicBezTo>
                    <a:pt x="3708" y="78"/>
                    <a:pt x="3440" y="1"/>
                    <a:pt x="314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5" name="Google Shape;29335;p153"/>
          <p:cNvGrpSpPr/>
          <p:nvPr/>
        </p:nvGrpSpPr>
        <p:grpSpPr>
          <a:xfrm>
            <a:off x="1799455" y="3448700"/>
            <a:ext cx="262647" cy="345143"/>
            <a:chOff x="1799455" y="3601100"/>
            <a:chExt cx="262647" cy="345143"/>
          </a:xfrm>
        </p:grpSpPr>
        <p:sp>
          <p:nvSpPr>
            <p:cNvPr id="29336" name="Google Shape;29336;p153"/>
            <p:cNvSpPr/>
            <p:nvPr/>
          </p:nvSpPr>
          <p:spPr>
            <a:xfrm>
              <a:off x="1799455" y="3905061"/>
              <a:ext cx="262647" cy="40142"/>
            </a:xfrm>
            <a:custGeom>
              <a:rect b="b" l="l" r="r" t="t"/>
              <a:pathLst>
                <a:path extrusionOk="0" h="1234" w="8074">
                  <a:moveTo>
                    <a:pt x="310" y="0"/>
                  </a:moveTo>
                  <a:cubicBezTo>
                    <a:pt x="167" y="0"/>
                    <a:pt x="1" y="119"/>
                    <a:pt x="1" y="310"/>
                  </a:cubicBezTo>
                  <a:lnTo>
                    <a:pt x="1" y="929"/>
                  </a:lnTo>
                  <a:cubicBezTo>
                    <a:pt x="1" y="1105"/>
                    <a:pt x="146" y="1233"/>
                    <a:pt x="317" y="1233"/>
                  </a:cubicBezTo>
                  <a:cubicBezTo>
                    <a:pt x="353" y="1233"/>
                    <a:pt x="391" y="1228"/>
                    <a:pt x="429" y="1215"/>
                  </a:cubicBezTo>
                  <a:cubicBezTo>
                    <a:pt x="548" y="1191"/>
                    <a:pt x="644" y="1048"/>
                    <a:pt x="644" y="929"/>
                  </a:cubicBezTo>
                  <a:lnTo>
                    <a:pt x="644" y="619"/>
                  </a:lnTo>
                  <a:lnTo>
                    <a:pt x="7455" y="619"/>
                  </a:lnTo>
                  <a:lnTo>
                    <a:pt x="7455" y="929"/>
                  </a:lnTo>
                  <a:cubicBezTo>
                    <a:pt x="7455" y="1076"/>
                    <a:pt x="7584" y="1223"/>
                    <a:pt x="7746" y="1223"/>
                  </a:cubicBezTo>
                  <a:cubicBezTo>
                    <a:pt x="7767" y="1223"/>
                    <a:pt x="7789" y="1220"/>
                    <a:pt x="7812" y="1215"/>
                  </a:cubicBezTo>
                  <a:cubicBezTo>
                    <a:pt x="7955" y="1215"/>
                    <a:pt x="8074" y="1072"/>
                    <a:pt x="8074" y="929"/>
                  </a:cubicBezTo>
                  <a:lnTo>
                    <a:pt x="8074" y="310"/>
                  </a:lnTo>
                  <a:cubicBezTo>
                    <a:pt x="8074" y="143"/>
                    <a:pt x="7955" y="0"/>
                    <a:pt x="778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7" name="Google Shape;29337;p153"/>
            <p:cNvSpPr/>
            <p:nvPr/>
          </p:nvSpPr>
          <p:spPr>
            <a:xfrm>
              <a:off x="1980744" y="3905744"/>
              <a:ext cx="81358" cy="40500"/>
            </a:xfrm>
            <a:custGeom>
              <a:rect b="b" l="l" r="r" t="t"/>
              <a:pathLst>
                <a:path extrusionOk="0" h="1245" w="2501">
                  <a:moveTo>
                    <a:pt x="2215" y="0"/>
                  </a:moveTo>
                  <a:cubicBezTo>
                    <a:pt x="2200" y="0"/>
                    <a:pt x="2184" y="1"/>
                    <a:pt x="2167" y="3"/>
                  </a:cubicBezTo>
                  <a:lnTo>
                    <a:pt x="0" y="3"/>
                  </a:lnTo>
                  <a:lnTo>
                    <a:pt x="0" y="646"/>
                  </a:lnTo>
                  <a:lnTo>
                    <a:pt x="1882" y="646"/>
                  </a:lnTo>
                  <a:lnTo>
                    <a:pt x="1882" y="932"/>
                  </a:lnTo>
                  <a:cubicBezTo>
                    <a:pt x="1882" y="1108"/>
                    <a:pt x="2025" y="1244"/>
                    <a:pt x="2197" y="1244"/>
                  </a:cubicBezTo>
                  <a:cubicBezTo>
                    <a:pt x="2211" y="1244"/>
                    <a:pt x="2225" y="1243"/>
                    <a:pt x="2239" y="1241"/>
                  </a:cubicBezTo>
                  <a:cubicBezTo>
                    <a:pt x="2382" y="1194"/>
                    <a:pt x="2501" y="1051"/>
                    <a:pt x="2501" y="908"/>
                  </a:cubicBezTo>
                  <a:lnTo>
                    <a:pt x="2501" y="289"/>
                  </a:lnTo>
                  <a:cubicBezTo>
                    <a:pt x="2501" y="115"/>
                    <a:pt x="2381" y="0"/>
                    <a:pt x="2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8" name="Google Shape;29338;p153"/>
            <p:cNvSpPr/>
            <p:nvPr/>
          </p:nvSpPr>
          <p:spPr>
            <a:xfrm>
              <a:off x="1897858" y="3681157"/>
              <a:ext cx="27130" cy="20949"/>
            </a:xfrm>
            <a:custGeom>
              <a:rect b="b" l="l" r="r" t="t"/>
              <a:pathLst>
                <a:path extrusionOk="0" h="644" w="834">
                  <a:moveTo>
                    <a:pt x="0" y="1"/>
                  </a:moveTo>
                  <a:lnTo>
                    <a:pt x="0" y="644"/>
                  </a:lnTo>
                  <a:lnTo>
                    <a:pt x="834" y="644"/>
                  </a:lnTo>
                  <a:lnTo>
                    <a:pt x="834" y="1"/>
                  </a:ln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9" name="Google Shape;29339;p153"/>
            <p:cNvSpPr/>
            <p:nvPr/>
          </p:nvSpPr>
          <p:spPr>
            <a:xfrm>
              <a:off x="1818062" y="3681157"/>
              <a:ext cx="25601" cy="20949"/>
            </a:xfrm>
            <a:custGeom>
              <a:rect b="b" l="l" r="r" t="t"/>
              <a:pathLst>
                <a:path extrusionOk="0" h="644" w="787">
                  <a:moveTo>
                    <a:pt x="334" y="1"/>
                  </a:moveTo>
                  <a:cubicBezTo>
                    <a:pt x="143" y="1"/>
                    <a:pt x="0" y="191"/>
                    <a:pt x="24" y="358"/>
                  </a:cubicBezTo>
                  <a:cubicBezTo>
                    <a:pt x="72" y="525"/>
                    <a:pt x="215" y="644"/>
                    <a:pt x="357" y="644"/>
                  </a:cubicBezTo>
                  <a:lnTo>
                    <a:pt x="786" y="644"/>
                  </a:lnTo>
                  <a:lnTo>
                    <a:pt x="786" y="1"/>
                  </a:ln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0" name="Google Shape;29340;p153"/>
            <p:cNvSpPr/>
            <p:nvPr/>
          </p:nvSpPr>
          <p:spPr>
            <a:xfrm>
              <a:off x="1859895" y="3601100"/>
              <a:ext cx="20169" cy="63076"/>
            </a:xfrm>
            <a:custGeom>
              <a:rect b="b" l="l" r="r" t="t"/>
              <a:pathLst>
                <a:path extrusionOk="0" h="1939" w="620">
                  <a:moveTo>
                    <a:pt x="285" y="1"/>
                  </a:moveTo>
                  <a:cubicBezTo>
                    <a:pt x="111" y="1"/>
                    <a:pt x="0" y="148"/>
                    <a:pt x="0" y="295"/>
                  </a:cubicBezTo>
                  <a:lnTo>
                    <a:pt x="0" y="1938"/>
                  </a:lnTo>
                  <a:lnTo>
                    <a:pt x="619" y="1938"/>
                  </a:lnTo>
                  <a:lnTo>
                    <a:pt x="619" y="295"/>
                  </a:lnTo>
                  <a:cubicBezTo>
                    <a:pt x="619" y="152"/>
                    <a:pt x="500" y="9"/>
                    <a:pt x="357" y="9"/>
                  </a:cubicBezTo>
                  <a:cubicBezTo>
                    <a:pt x="332" y="3"/>
                    <a:pt x="308" y="1"/>
                    <a:pt x="28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1" name="Google Shape;29341;p153"/>
            <p:cNvSpPr/>
            <p:nvPr/>
          </p:nvSpPr>
          <p:spPr>
            <a:xfrm>
              <a:off x="1859895" y="3718371"/>
              <a:ext cx="20169" cy="189813"/>
            </a:xfrm>
            <a:custGeom>
              <a:rect b="b" l="l" r="r" t="t"/>
              <a:pathLst>
                <a:path extrusionOk="0" h="5835" w="620">
                  <a:moveTo>
                    <a:pt x="0" y="0"/>
                  </a:moveTo>
                  <a:lnTo>
                    <a:pt x="0" y="5835"/>
                  </a:lnTo>
                  <a:lnTo>
                    <a:pt x="619" y="5835"/>
                  </a:lnTo>
                  <a:lnTo>
                    <a:pt x="61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2" name="Google Shape;29342;p153"/>
            <p:cNvSpPr/>
            <p:nvPr/>
          </p:nvSpPr>
          <p:spPr>
            <a:xfrm>
              <a:off x="1941220" y="3717590"/>
              <a:ext cx="80609" cy="165220"/>
            </a:xfrm>
            <a:custGeom>
              <a:rect b="b" l="l" r="r" t="t"/>
              <a:pathLst>
                <a:path extrusionOk="0" h="5079" w="2478">
                  <a:moveTo>
                    <a:pt x="1" y="0"/>
                  </a:moveTo>
                  <a:lnTo>
                    <a:pt x="1" y="24"/>
                  </a:lnTo>
                  <a:lnTo>
                    <a:pt x="1" y="3834"/>
                  </a:lnTo>
                  <a:cubicBezTo>
                    <a:pt x="1" y="4488"/>
                    <a:pt x="513" y="5078"/>
                    <a:pt x="1195" y="5078"/>
                  </a:cubicBezTo>
                  <a:cubicBezTo>
                    <a:pt x="1233" y="5078"/>
                    <a:pt x="1271" y="5076"/>
                    <a:pt x="1311" y="5073"/>
                  </a:cubicBezTo>
                  <a:cubicBezTo>
                    <a:pt x="1954" y="5049"/>
                    <a:pt x="2477" y="4477"/>
                    <a:pt x="2477" y="3834"/>
                  </a:cubicBezTo>
                  <a:lnTo>
                    <a:pt x="2477"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3" name="Google Shape;29343;p153"/>
            <p:cNvSpPr/>
            <p:nvPr/>
          </p:nvSpPr>
          <p:spPr>
            <a:xfrm>
              <a:off x="1980744" y="3717590"/>
              <a:ext cx="41085" cy="165025"/>
            </a:xfrm>
            <a:custGeom>
              <a:rect b="b" l="l" r="r" t="t"/>
              <a:pathLst>
                <a:path extrusionOk="0" h="5073" w="1263">
                  <a:moveTo>
                    <a:pt x="0" y="0"/>
                  </a:moveTo>
                  <a:lnTo>
                    <a:pt x="0" y="24"/>
                  </a:lnTo>
                  <a:lnTo>
                    <a:pt x="0" y="5073"/>
                  </a:lnTo>
                  <a:cubicBezTo>
                    <a:pt x="691" y="5073"/>
                    <a:pt x="1262" y="4525"/>
                    <a:pt x="1262" y="3834"/>
                  </a:cubicBezTo>
                  <a:lnTo>
                    <a:pt x="1262"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4" name="Google Shape;29344;p153"/>
            <p:cNvSpPr/>
            <p:nvPr/>
          </p:nvSpPr>
          <p:spPr>
            <a:xfrm>
              <a:off x="1931169" y="3601393"/>
              <a:ext cx="99965" cy="19388"/>
            </a:xfrm>
            <a:custGeom>
              <a:rect b="b" l="l" r="r" t="t"/>
              <a:pathLst>
                <a:path extrusionOk="0" h="596" w="3073">
                  <a:moveTo>
                    <a:pt x="310" y="0"/>
                  </a:moveTo>
                  <a:cubicBezTo>
                    <a:pt x="167" y="0"/>
                    <a:pt x="0" y="143"/>
                    <a:pt x="0" y="286"/>
                  </a:cubicBezTo>
                  <a:cubicBezTo>
                    <a:pt x="0" y="429"/>
                    <a:pt x="119" y="595"/>
                    <a:pt x="310" y="595"/>
                  </a:cubicBezTo>
                  <a:lnTo>
                    <a:pt x="2786" y="595"/>
                  </a:lnTo>
                  <a:cubicBezTo>
                    <a:pt x="2953" y="595"/>
                    <a:pt x="3072" y="429"/>
                    <a:pt x="3072" y="286"/>
                  </a:cubicBezTo>
                  <a:cubicBezTo>
                    <a:pt x="3072" y="143"/>
                    <a:pt x="2953" y="0"/>
                    <a:pt x="2786"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5" name="Google Shape;29345;p153"/>
            <p:cNvSpPr/>
            <p:nvPr/>
          </p:nvSpPr>
          <p:spPr>
            <a:xfrm>
              <a:off x="1981525" y="3601393"/>
              <a:ext cx="51918" cy="19388"/>
            </a:xfrm>
            <a:custGeom>
              <a:rect b="b" l="l" r="r" t="t"/>
              <a:pathLst>
                <a:path extrusionOk="0" h="596" w="1596">
                  <a:moveTo>
                    <a:pt x="0" y="0"/>
                  </a:moveTo>
                  <a:lnTo>
                    <a:pt x="0" y="595"/>
                  </a:lnTo>
                  <a:lnTo>
                    <a:pt x="1238" y="595"/>
                  </a:lnTo>
                  <a:cubicBezTo>
                    <a:pt x="1381" y="595"/>
                    <a:pt x="1524" y="476"/>
                    <a:pt x="1548" y="357"/>
                  </a:cubicBezTo>
                  <a:cubicBezTo>
                    <a:pt x="1596" y="143"/>
                    <a:pt x="1429" y="0"/>
                    <a:pt x="1262"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6" name="Google Shape;29346;p153"/>
            <p:cNvSpPr/>
            <p:nvPr/>
          </p:nvSpPr>
          <p:spPr>
            <a:xfrm>
              <a:off x="1941220" y="3617658"/>
              <a:ext cx="80609" cy="47266"/>
            </a:xfrm>
            <a:custGeom>
              <a:rect b="b" l="l" r="r" t="t"/>
              <a:pathLst>
                <a:path extrusionOk="0" h="1453" w="2478">
                  <a:moveTo>
                    <a:pt x="1" y="0"/>
                  </a:moveTo>
                  <a:lnTo>
                    <a:pt x="1" y="1453"/>
                  </a:lnTo>
                  <a:lnTo>
                    <a:pt x="2477" y="1453"/>
                  </a:lnTo>
                  <a:lnTo>
                    <a:pt x="2477"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7" name="Google Shape;29347;p153"/>
            <p:cNvSpPr/>
            <p:nvPr/>
          </p:nvSpPr>
          <p:spPr>
            <a:xfrm>
              <a:off x="1980744" y="3617658"/>
              <a:ext cx="41085" cy="47266"/>
            </a:xfrm>
            <a:custGeom>
              <a:rect b="b" l="l" r="r" t="t"/>
              <a:pathLst>
                <a:path extrusionOk="0" h="1453" w="1263">
                  <a:moveTo>
                    <a:pt x="0" y="0"/>
                  </a:moveTo>
                  <a:lnTo>
                    <a:pt x="0" y="1453"/>
                  </a:lnTo>
                  <a:lnTo>
                    <a:pt x="1262" y="1453"/>
                  </a:lnTo>
                  <a:lnTo>
                    <a:pt x="1262"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8" name="Google Shape;29348;p153"/>
            <p:cNvSpPr/>
            <p:nvPr/>
          </p:nvSpPr>
          <p:spPr>
            <a:xfrm>
              <a:off x="1941220" y="3792735"/>
              <a:ext cx="80609" cy="90076"/>
            </a:xfrm>
            <a:custGeom>
              <a:rect b="b" l="l" r="r" t="t"/>
              <a:pathLst>
                <a:path extrusionOk="0" h="2769" w="2478">
                  <a:moveTo>
                    <a:pt x="1" y="0"/>
                  </a:moveTo>
                  <a:lnTo>
                    <a:pt x="1" y="1524"/>
                  </a:lnTo>
                  <a:cubicBezTo>
                    <a:pt x="1" y="2200"/>
                    <a:pt x="533" y="2769"/>
                    <a:pt x="1194" y="2769"/>
                  </a:cubicBezTo>
                  <a:cubicBezTo>
                    <a:pt x="1233" y="2769"/>
                    <a:pt x="1271" y="2767"/>
                    <a:pt x="1311" y="2763"/>
                  </a:cubicBezTo>
                  <a:cubicBezTo>
                    <a:pt x="1954" y="2739"/>
                    <a:pt x="2477" y="2167"/>
                    <a:pt x="2477" y="1524"/>
                  </a:cubicBezTo>
                  <a:lnTo>
                    <a:pt x="2477" y="0"/>
                  </a:ln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9" name="Google Shape;29349;p153"/>
            <p:cNvSpPr/>
            <p:nvPr/>
          </p:nvSpPr>
          <p:spPr>
            <a:xfrm>
              <a:off x="1980744" y="3792735"/>
              <a:ext cx="41085" cy="89880"/>
            </a:xfrm>
            <a:custGeom>
              <a:rect b="b" l="l" r="r" t="t"/>
              <a:pathLst>
                <a:path extrusionOk="0" h="2763" w="1263">
                  <a:moveTo>
                    <a:pt x="0" y="0"/>
                  </a:moveTo>
                  <a:lnTo>
                    <a:pt x="0" y="2763"/>
                  </a:lnTo>
                  <a:cubicBezTo>
                    <a:pt x="691" y="2763"/>
                    <a:pt x="1262" y="2215"/>
                    <a:pt x="1262" y="1524"/>
                  </a:cubicBezTo>
                  <a:lnTo>
                    <a:pt x="126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0" name="Google Shape;29350;p153"/>
            <p:cNvSpPr/>
            <p:nvPr/>
          </p:nvSpPr>
          <p:spPr>
            <a:xfrm>
              <a:off x="1840507" y="3661801"/>
              <a:ext cx="59693" cy="60473"/>
            </a:xfrm>
            <a:custGeom>
              <a:rect b="b" l="l" r="r" t="t"/>
              <a:pathLst>
                <a:path extrusionOk="0" h="1859" w="1835">
                  <a:moveTo>
                    <a:pt x="287" y="1"/>
                  </a:moveTo>
                  <a:cubicBezTo>
                    <a:pt x="144" y="1"/>
                    <a:pt x="1" y="120"/>
                    <a:pt x="1" y="310"/>
                  </a:cubicBezTo>
                  <a:lnTo>
                    <a:pt x="1" y="1549"/>
                  </a:lnTo>
                  <a:cubicBezTo>
                    <a:pt x="1" y="1715"/>
                    <a:pt x="120" y="1858"/>
                    <a:pt x="287" y="1858"/>
                  </a:cubicBezTo>
                  <a:lnTo>
                    <a:pt x="1549" y="1858"/>
                  </a:lnTo>
                  <a:cubicBezTo>
                    <a:pt x="1692" y="1858"/>
                    <a:pt x="1835" y="1715"/>
                    <a:pt x="1835" y="1549"/>
                  </a:cubicBezTo>
                  <a:lnTo>
                    <a:pt x="1835" y="310"/>
                  </a:lnTo>
                  <a:cubicBezTo>
                    <a:pt x="1835" y="167"/>
                    <a:pt x="1716" y="1"/>
                    <a:pt x="1549"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1" name="Google Shape;29351;p153"/>
            <p:cNvSpPr/>
            <p:nvPr/>
          </p:nvSpPr>
          <p:spPr>
            <a:xfrm>
              <a:off x="1921865" y="3661801"/>
              <a:ext cx="120101" cy="60473"/>
            </a:xfrm>
            <a:custGeom>
              <a:rect b="b" l="l" r="r" t="t"/>
              <a:pathLst>
                <a:path extrusionOk="0" h="1859" w="3692">
                  <a:moveTo>
                    <a:pt x="286" y="1"/>
                  </a:moveTo>
                  <a:cubicBezTo>
                    <a:pt x="143" y="1"/>
                    <a:pt x="0" y="120"/>
                    <a:pt x="0" y="310"/>
                  </a:cubicBezTo>
                  <a:lnTo>
                    <a:pt x="0" y="1549"/>
                  </a:lnTo>
                  <a:cubicBezTo>
                    <a:pt x="0" y="1715"/>
                    <a:pt x="119" y="1858"/>
                    <a:pt x="286" y="1858"/>
                  </a:cubicBezTo>
                  <a:lnTo>
                    <a:pt x="3382" y="1858"/>
                  </a:lnTo>
                  <a:cubicBezTo>
                    <a:pt x="3549" y="1858"/>
                    <a:pt x="3692" y="1715"/>
                    <a:pt x="3692" y="1549"/>
                  </a:cubicBezTo>
                  <a:lnTo>
                    <a:pt x="3692" y="310"/>
                  </a:lnTo>
                  <a:cubicBezTo>
                    <a:pt x="3692" y="167"/>
                    <a:pt x="3573" y="1"/>
                    <a:pt x="3382"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2" name="Google Shape;29352;p153"/>
            <p:cNvSpPr/>
            <p:nvPr/>
          </p:nvSpPr>
          <p:spPr>
            <a:xfrm>
              <a:off x="1981525" y="3661021"/>
              <a:ext cx="60441" cy="61254"/>
            </a:xfrm>
            <a:custGeom>
              <a:rect b="b" l="l" r="r" t="t"/>
              <a:pathLst>
                <a:path extrusionOk="0" h="1883" w="1858">
                  <a:moveTo>
                    <a:pt x="0" y="1"/>
                  </a:moveTo>
                  <a:lnTo>
                    <a:pt x="0" y="1882"/>
                  </a:lnTo>
                  <a:lnTo>
                    <a:pt x="1548" y="1882"/>
                  </a:lnTo>
                  <a:cubicBezTo>
                    <a:pt x="1739" y="1882"/>
                    <a:pt x="1858" y="1739"/>
                    <a:pt x="1858" y="1573"/>
                  </a:cubicBezTo>
                  <a:lnTo>
                    <a:pt x="1858" y="334"/>
                  </a:lnTo>
                  <a:cubicBezTo>
                    <a:pt x="1858" y="144"/>
                    <a:pt x="1715" y="1"/>
                    <a:pt x="154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53" name="Google Shape;29353;p153"/>
          <p:cNvGrpSpPr/>
          <p:nvPr/>
        </p:nvGrpSpPr>
        <p:grpSpPr>
          <a:xfrm>
            <a:off x="1001526" y="3459012"/>
            <a:ext cx="354089" cy="323901"/>
            <a:chOff x="1001526" y="3611412"/>
            <a:chExt cx="354089" cy="323901"/>
          </a:xfrm>
        </p:grpSpPr>
        <p:sp>
          <p:nvSpPr>
            <p:cNvPr id="29354" name="Google Shape;29354;p153"/>
            <p:cNvSpPr/>
            <p:nvPr/>
          </p:nvSpPr>
          <p:spPr>
            <a:xfrm>
              <a:off x="1045702" y="3611412"/>
              <a:ext cx="218471" cy="104649"/>
            </a:xfrm>
            <a:custGeom>
              <a:rect b="b" l="l" r="r" t="t"/>
              <a:pathLst>
                <a:path extrusionOk="0" h="3217" w="6716">
                  <a:moveTo>
                    <a:pt x="5836" y="0"/>
                  </a:moveTo>
                  <a:cubicBezTo>
                    <a:pt x="5820" y="0"/>
                    <a:pt x="5803" y="1"/>
                    <a:pt x="5787" y="2"/>
                  </a:cubicBezTo>
                  <a:cubicBezTo>
                    <a:pt x="4858" y="2"/>
                    <a:pt x="4835" y="1264"/>
                    <a:pt x="4573" y="1264"/>
                  </a:cubicBezTo>
                  <a:cubicBezTo>
                    <a:pt x="4263" y="1264"/>
                    <a:pt x="4144" y="2"/>
                    <a:pt x="3358" y="2"/>
                  </a:cubicBezTo>
                  <a:cubicBezTo>
                    <a:pt x="2548" y="2"/>
                    <a:pt x="2429" y="1264"/>
                    <a:pt x="2120" y="1264"/>
                  </a:cubicBezTo>
                  <a:cubicBezTo>
                    <a:pt x="1905" y="1264"/>
                    <a:pt x="1858" y="2"/>
                    <a:pt x="905" y="2"/>
                  </a:cubicBezTo>
                  <a:cubicBezTo>
                    <a:pt x="477" y="2"/>
                    <a:pt x="0" y="311"/>
                    <a:pt x="0" y="930"/>
                  </a:cubicBezTo>
                  <a:lnTo>
                    <a:pt x="0" y="3217"/>
                  </a:lnTo>
                  <a:lnTo>
                    <a:pt x="619" y="3217"/>
                  </a:lnTo>
                  <a:lnTo>
                    <a:pt x="619" y="930"/>
                  </a:lnTo>
                  <a:cubicBezTo>
                    <a:pt x="619" y="692"/>
                    <a:pt x="762" y="645"/>
                    <a:pt x="905" y="645"/>
                  </a:cubicBezTo>
                  <a:cubicBezTo>
                    <a:pt x="1381" y="645"/>
                    <a:pt x="1262" y="1883"/>
                    <a:pt x="2144" y="1883"/>
                  </a:cubicBezTo>
                  <a:cubicBezTo>
                    <a:pt x="2929" y="1883"/>
                    <a:pt x="3048" y="645"/>
                    <a:pt x="3358" y="645"/>
                  </a:cubicBezTo>
                  <a:cubicBezTo>
                    <a:pt x="3644" y="645"/>
                    <a:pt x="3763" y="1883"/>
                    <a:pt x="4573" y="1883"/>
                  </a:cubicBezTo>
                  <a:cubicBezTo>
                    <a:pt x="5406" y="1883"/>
                    <a:pt x="5358" y="645"/>
                    <a:pt x="5787" y="645"/>
                  </a:cubicBezTo>
                  <a:cubicBezTo>
                    <a:pt x="5906" y="645"/>
                    <a:pt x="6097" y="668"/>
                    <a:pt x="6097" y="930"/>
                  </a:cubicBezTo>
                  <a:lnTo>
                    <a:pt x="6097" y="3193"/>
                  </a:lnTo>
                  <a:lnTo>
                    <a:pt x="6716" y="3193"/>
                  </a:lnTo>
                  <a:lnTo>
                    <a:pt x="6716" y="930"/>
                  </a:lnTo>
                  <a:cubicBezTo>
                    <a:pt x="6716" y="310"/>
                    <a:pt x="6273" y="0"/>
                    <a:pt x="5836"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5" name="Google Shape;29355;p153"/>
            <p:cNvSpPr/>
            <p:nvPr/>
          </p:nvSpPr>
          <p:spPr>
            <a:xfrm>
              <a:off x="1154938" y="3611445"/>
              <a:ext cx="109236" cy="103836"/>
            </a:xfrm>
            <a:custGeom>
              <a:rect b="b" l="l" r="r" t="t"/>
              <a:pathLst>
                <a:path extrusionOk="0" h="3192" w="3358">
                  <a:moveTo>
                    <a:pt x="0" y="1"/>
                  </a:moveTo>
                  <a:lnTo>
                    <a:pt x="0" y="644"/>
                  </a:lnTo>
                  <a:cubicBezTo>
                    <a:pt x="286" y="644"/>
                    <a:pt x="405" y="1882"/>
                    <a:pt x="1215" y="1882"/>
                  </a:cubicBezTo>
                  <a:cubicBezTo>
                    <a:pt x="2048" y="1882"/>
                    <a:pt x="2000" y="644"/>
                    <a:pt x="2429" y="644"/>
                  </a:cubicBezTo>
                  <a:cubicBezTo>
                    <a:pt x="2548" y="644"/>
                    <a:pt x="2739" y="667"/>
                    <a:pt x="2739" y="929"/>
                  </a:cubicBezTo>
                  <a:lnTo>
                    <a:pt x="2739" y="3192"/>
                  </a:lnTo>
                  <a:lnTo>
                    <a:pt x="3358" y="3192"/>
                  </a:lnTo>
                  <a:lnTo>
                    <a:pt x="3358" y="929"/>
                  </a:lnTo>
                  <a:cubicBezTo>
                    <a:pt x="3358" y="286"/>
                    <a:pt x="2882" y="1"/>
                    <a:pt x="2429" y="1"/>
                  </a:cubicBezTo>
                  <a:cubicBezTo>
                    <a:pt x="1524" y="1"/>
                    <a:pt x="1477" y="1263"/>
                    <a:pt x="1215" y="1263"/>
                  </a:cubicBezTo>
                  <a:cubicBezTo>
                    <a:pt x="929" y="1263"/>
                    <a:pt x="810"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6" name="Google Shape;29356;p153"/>
            <p:cNvSpPr/>
            <p:nvPr/>
          </p:nvSpPr>
          <p:spPr>
            <a:xfrm>
              <a:off x="1152596" y="3729203"/>
              <a:ext cx="203020" cy="205329"/>
            </a:xfrm>
            <a:custGeom>
              <a:rect b="b" l="l" r="r" t="t"/>
              <a:pathLst>
                <a:path extrusionOk="0" h="6312" w="6241">
                  <a:moveTo>
                    <a:pt x="1882" y="0"/>
                  </a:moveTo>
                  <a:lnTo>
                    <a:pt x="1882" y="2144"/>
                  </a:lnTo>
                  <a:lnTo>
                    <a:pt x="453" y="4597"/>
                  </a:lnTo>
                  <a:cubicBezTo>
                    <a:pt x="1" y="5359"/>
                    <a:pt x="572" y="6311"/>
                    <a:pt x="1429" y="6311"/>
                  </a:cubicBezTo>
                  <a:lnTo>
                    <a:pt x="4764" y="6311"/>
                  </a:lnTo>
                  <a:cubicBezTo>
                    <a:pt x="5668" y="6311"/>
                    <a:pt x="6240" y="5359"/>
                    <a:pt x="5788" y="4597"/>
                  </a:cubicBezTo>
                  <a:lnTo>
                    <a:pt x="4359" y="2144"/>
                  </a:lnTo>
                  <a:lnTo>
                    <a:pt x="4359"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7" name="Google Shape;29357;p153"/>
            <p:cNvSpPr/>
            <p:nvPr/>
          </p:nvSpPr>
          <p:spPr>
            <a:xfrm>
              <a:off x="1254870" y="3729203"/>
              <a:ext cx="99184" cy="205329"/>
            </a:xfrm>
            <a:custGeom>
              <a:rect b="b" l="l" r="r" t="t"/>
              <a:pathLst>
                <a:path extrusionOk="0" h="6312" w="3049">
                  <a:moveTo>
                    <a:pt x="0" y="0"/>
                  </a:moveTo>
                  <a:lnTo>
                    <a:pt x="0" y="6311"/>
                  </a:lnTo>
                  <a:lnTo>
                    <a:pt x="1643" y="6311"/>
                  </a:lnTo>
                  <a:cubicBezTo>
                    <a:pt x="2524" y="6311"/>
                    <a:pt x="3048" y="5359"/>
                    <a:pt x="2644" y="4597"/>
                  </a:cubicBezTo>
                  <a:cubicBezTo>
                    <a:pt x="1739" y="3049"/>
                    <a:pt x="1215" y="2168"/>
                    <a:pt x="1215" y="2144"/>
                  </a:cubicBezTo>
                  <a:lnTo>
                    <a:pt x="1215"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8" name="Google Shape;29358;p153"/>
            <p:cNvSpPr/>
            <p:nvPr/>
          </p:nvSpPr>
          <p:spPr>
            <a:xfrm>
              <a:off x="1199081" y="3712158"/>
              <a:ext cx="109268" cy="20949"/>
            </a:xfrm>
            <a:custGeom>
              <a:rect b="b" l="l" r="r" t="t"/>
              <a:pathLst>
                <a:path extrusionOk="0" h="644" w="3359">
                  <a:moveTo>
                    <a:pt x="334" y="1"/>
                  </a:moveTo>
                  <a:cubicBezTo>
                    <a:pt x="167" y="1"/>
                    <a:pt x="0" y="167"/>
                    <a:pt x="48" y="358"/>
                  </a:cubicBezTo>
                  <a:cubicBezTo>
                    <a:pt x="72" y="524"/>
                    <a:pt x="215" y="644"/>
                    <a:pt x="358" y="644"/>
                  </a:cubicBezTo>
                  <a:lnTo>
                    <a:pt x="3025" y="644"/>
                  </a:lnTo>
                  <a:cubicBezTo>
                    <a:pt x="3215" y="644"/>
                    <a:pt x="3358" y="453"/>
                    <a:pt x="3311" y="286"/>
                  </a:cubicBezTo>
                  <a:cubicBezTo>
                    <a:pt x="3287" y="120"/>
                    <a:pt x="3144" y="1"/>
                    <a:pt x="2977"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9" name="Google Shape;29359;p153"/>
            <p:cNvSpPr/>
            <p:nvPr/>
          </p:nvSpPr>
          <p:spPr>
            <a:xfrm>
              <a:off x="1254870" y="3712158"/>
              <a:ext cx="53479" cy="20949"/>
            </a:xfrm>
            <a:custGeom>
              <a:rect b="b" l="l" r="r" t="t"/>
              <a:pathLst>
                <a:path extrusionOk="0" h="644" w="1644">
                  <a:moveTo>
                    <a:pt x="0" y="1"/>
                  </a:moveTo>
                  <a:lnTo>
                    <a:pt x="0" y="644"/>
                  </a:lnTo>
                  <a:lnTo>
                    <a:pt x="1310" y="644"/>
                  </a:lnTo>
                  <a:cubicBezTo>
                    <a:pt x="1453" y="644"/>
                    <a:pt x="1596" y="524"/>
                    <a:pt x="1620" y="358"/>
                  </a:cubicBezTo>
                  <a:cubicBezTo>
                    <a:pt x="1643" y="191"/>
                    <a:pt x="1500" y="1"/>
                    <a:pt x="1334"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0" name="Google Shape;29360;p153"/>
            <p:cNvSpPr/>
            <p:nvPr/>
          </p:nvSpPr>
          <p:spPr>
            <a:xfrm>
              <a:off x="1152596" y="3843091"/>
              <a:ext cx="201458" cy="91442"/>
            </a:xfrm>
            <a:custGeom>
              <a:rect b="b" l="l" r="r" t="t"/>
              <a:pathLst>
                <a:path extrusionOk="0" h="2811" w="6193">
                  <a:moveTo>
                    <a:pt x="1072" y="0"/>
                  </a:moveTo>
                  <a:lnTo>
                    <a:pt x="453" y="1096"/>
                  </a:lnTo>
                  <a:cubicBezTo>
                    <a:pt x="1" y="1858"/>
                    <a:pt x="572" y="2810"/>
                    <a:pt x="1429" y="2810"/>
                  </a:cubicBezTo>
                  <a:lnTo>
                    <a:pt x="4764" y="2810"/>
                  </a:lnTo>
                  <a:cubicBezTo>
                    <a:pt x="5645" y="2810"/>
                    <a:pt x="6192" y="1858"/>
                    <a:pt x="5764" y="1096"/>
                  </a:cubicBezTo>
                  <a:lnTo>
                    <a:pt x="5121"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1" name="Google Shape;29361;p153"/>
            <p:cNvSpPr/>
            <p:nvPr/>
          </p:nvSpPr>
          <p:spPr>
            <a:xfrm>
              <a:off x="1254870" y="3843091"/>
              <a:ext cx="100745" cy="91442"/>
            </a:xfrm>
            <a:custGeom>
              <a:rect b="b" l="l" r="r" t="t"/>
              <a:pathLst>
                <a:path extrusionOk="0" h="2811" w="3097">
                  <a:moveTo>
                    <a:pt x="0" y="0"/>
                  </a:moveTo>
                  <a:lnTo>
                    <a:pt x="0" y="2810"/>
                  </a:lnTo>
                  <a:lnTo>
                    <a:pt x="1643" y="2810"/>
                  </a:lnTo>
                  <a:cubicBezTo>
                    <a:pt x="2524" y="2810"/>
                    <a:pt x="3096" y="1858"/>
                    <a:pt x="2667" y="1096"/>
                  </a:cubicBezTo>
                  <a:lnTo>
                    <a:pt x="202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2" name="Google Shape;29362;p153"/>
            <p:cNvSpPr/>
            <p:nvPr/>
          </p:nvSpPr>
          <p:spPr>
            <a:xfrm>
              <a:off x="1014701" y="3729203"/>
              <a:ext cx="81390" cy="206110"/>
            </a:xfrm>
            <a:custGeom>
              <a:rect b="b" l="l" r="r" t="t"/>
              <a:pathLst>
                <a:path extrusionOk="0" h="6336" w="2502">
                  <a:moveTo>
                    <a:pt x="1" y="0"/>
                  </a:moveTo>
                  <a:lnTo>
                    <a:pt x="1" y="5073"/>
                  </a:lnTo>
                  <a:cubicBezTo>
                    <a:pt x="1" y="5764"/>
                    <a:pt x="548" y="6335"/>
                    <a:pt x="1239" y="6335"/>
                  </a:cubicBezTo>
                  <a:cubicBezTo>
                    <a:pt x="1930" y="6335"/>
                    <a:pt x="2501" y="5764"/>
                    <a:pt x="2501" y="5073"/>
                  </a:cubicBezTo>
                  <a:lnTo>
                    <a:pt x="2501"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3" name="Google Shape;29363;p153"/>
            <p:cNvSpPr/>
            <p:nvPr/>
          </p:nvSpPr>
          <p:spPr>
            <a:xfrm>
              <a:off x="1055006" y="3729203"/>
              <a:ext cx="41834" cy="205329"/>
            </a:xfrm>
            <a:custGeom>
              <a:rect b="b" l="l" r="r" t="t"/>
              <a:pathLst>
                <a:path extrusionOk="0" h="6312" w="1286">
                  <a:moveTo>
                    <a:pt x="0" y="0"/>
                  </a:moveTo>
                  <a:lnTo>
                    <a:pt x="0" y="6311"/>
                  </a:lnTo>
                  <a:cubicBezTo>
                    <a:pt x="691" y="6311"/>
                    <a:pt x="1262" y="5740"/>
                    <a:pt x="1262" y="5049"/>
                  </a:cubicBezTo>
                  <a:lnTo>
                    <a:pt x="1286" y="1620"/>
                  </a:lnTo>
                  <a:lnTo>
                    <a:pt x="1262" y="72"/>
                  </a:lnTo>
                  <a:lnTo>
                    <a:pt x="1262"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4" name="Google Shape;29364;p153"/>
            <p:cNvSpPr/>
            <p:nvPr/>
          </p:nvSpPr>
          <p:spPr>
            <a:xfrm>
              <a:off x="1001526" y="3713719"/>
              <a:ext cx="107739" cy="19388"/>
            </a:xfrm>
            <a:custGeom>
              <a:rect b="b" l="l" r="r" t="t"/>
              <a:pathLst>
                <a:path extrusionOk="0" h="596" w="3312">
                  <a:moveTo>
                    <a:pt x="310" y="0"/>
                  </a:moveTo>
                  <a:cubicBezTo>
                    <a:pt x="168" y="0"/>
                    <a:pt x="1" y="119"/>
                    <a:pt x="1" y="286"/>
                  </a:cubicBezTo>
                  <a:cubicBezTo>
                    <a:pt x="1" y="429"/>
                    <a:pt x="120" y="596"/>
                    <a:pt x="310" y="596"/>
                  </a:cubicBezTo>
                  <a:lnTo>
                    <a:pt x="2978" y="596"/>
                  </a:lnTo>
                  <a:cubicBezTo>
                    <a:pt x="3168" y="596"/>
                    <a:pt x="3311" y="429"/>
                    <a:pt x="3287" y="286"/>
                  </a:cubicBezTo>
                  <a:cubicBezTo>
                    <a:pt x="3287" y="143"/>
                    <a:pt x="3168" y="0"/>
                    <a:pt x="2978"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5" name="Google Shape;29365;p153"/>
            <p:cNvSpPr/>
            <p:nvPr/>
          </p:nvSpPr>
          <p:spPr>
            <a:xfrm>
              <a:off x="1055006" y="3711377"/>
              <a:ext cx="53479" cy="20169"/>
            </a:xfrm>
            <a:custGeom>
              <a:rect b="b" l="l" r="r" t="t"/>
              <a:pathLst>
                <a:path extrusionOk="0" h="620" w="1644">
                  <a:moveTo>
                    <a:pt x="0" y="1"/>
                  </a:moveTo>
                  <a:lnTo>
                    <a:pt x="0" y="620"/>
                  </a:lnTo>
                  <a:lnTo>
                    <a:pt x="1334" y="620"/>
                  </a:lnTo>
                  <a:cubicBezTo>
                    <a:pt x="1500" y="620"/>
                    <a:pt x="1643" y="501"/>
                    <a:pt x="1643" y="334"/>
                  </a:cubicBezTo>
                  <a:cubicBezTo>
                    <a:pt x="1643" y="144"/>
                    <a:pt x="1524" y="25"/>
                    <a:pt x="1334"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6" name="Google Shape;29366;p153"/>
            <p:cNvSpPr/>
            <p:nvPr/>
          </p:nvSpPr>
          <p:spPr>
            <a:xfrm>
              <a:off x="1014701" y="3783431"/>
              <a:ext cx="81390" cy="151883"/>
            </a:xfrm>
            <a:custGeom>
              <a:rect b="b" l="l" r="r" t="t"/>
              <a:pathLst>
                <a:path extrusionOk="0" h="4669" w="2502">
                  <a:moveTo>
                    <a:pt x="1" y="0"/>
                  </a:moveTo>
                  <a:lnTo>
                    <a:pt x="1" y="3406"/>
                  </a:lnTo>
                  <a:cubicBezTo>
                    <a:pt x="1" y="4097"/>
                    <a:pt x="548" y="4668"/>
                    <a:pt x="1239" y="4668"/>
                  </a:cubicBezTo>
                  <a:cubicBezTo>
                    <a:pt x="1930" y="4668"/>
                    <a:pt x="2501" y="4097"/>
                    <a:pt x="2501" y="3406"/>
                  </a:cubicBezTo>
                  <a:lnTo>
                    <a:pt x="25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7" name="Google Shape;29367;p153"/>
            <p:cNvSpPr/>
            <p:nvPr/>
          </p:nvSpPr>
          <p:spPr>
            <a:xfrm>
              <a:off x="1055006" y="3783431"/>
              <a:ext cx="41085" cy="151883"/>
            </a:xfrm>
            <a:custGeom>
              <a:rect b="b" l="l" r="r" t="t"/>
              <a:pathLst>
                <a:path extrusionOk="0" h="4669" w="1263">
                  <a:moveTo>
                    <a:pt x="0" y="0"/>
                  </a:moveTo>
                  <a:lnTo>
                    <a:pt x="0" y="4668"/>
                  </a:lnTo>
                  <a:cubicBezTo>
                    <a:pt x="691" y="4668"/>
                    <a:pt x="1262" y="4097"/>
                    <a:pt x="1262" y="3406"/>
                  </a:cubicBezTo>
                  <a:lnTo>
                    <a:pt x="126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8" name="Google Shape;29368;p153"/>
            <p:cNvSpPr/>
            <p:nvPr/>
          </p:nvSpPr>
          <p:spPr>
            <a:xfrm>
              <a:off x="1244786" y="3833527"/>
              <a:ext cx="19388" cy="19648"/>
            </a:xfrm>
            <a:custGeom>
              <a:rect b="b" l="l" r="r" t="t"/>
              <a:pathLst>
                <a:path extrusionOk="0" h="604" w="596">
                  <a:moveTo>
                    <a:pt x="361" y="0"/>
                  </a:moveTo>
                  <a:cubicBezTo>
                    <a:pt x="344" y="0"/>
                    <a:pt x="327" y="3"/>
                    <a:pt x="310" y="8"/>
                  </a:cubicBezTo>
                  <a:cubicBezTo>
                    <a:pt x="143" y="8"/>
                    <a:pt x="1" y="127"/>
                    <a:pt x="1" y="294"/>
                  </a:cubicBezTo>
                  <a:cubicBezTo>
                    <a:pt x="1" y="437"/>
                    <a:pt x="120" y="604"/>
                    <a:pt x="310" y="604"/>
                  </a:cubicBezTo>
                  <a:cubicBezTo>
                    <a:pt x="453" y="604"/>
                    <a:pt x="596" y="485"/>
                    <a:pt x="596" y="294"/>
                  </a:cubicBezTo>
                  <a:cubicBezTo>
                    <a:pt x="596" y="147"/>
                    <a:pt x="485" y="0"/>
                    <a:pt x="361"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9" name="Google Shape;29369;p153"/>
            <p:cNvSpPr/>
            <p:nvPr/>
          </p:nvSpPr>
          <p:spPr>
            <a:xfrm>
              <a:off x="1253308" y="3832226"/>
              <a:ext cx="10865" cy="21047"/>
            </a:xfrm>
            <a:custGeom>
              <a:rect b="b" l="l" r="r" t="t"/>
              <a:pathLst>
                <a:path extrusionOk="0" h="647" w="334">
                  <a:moveTo>
                    <a:pt x="1" y="1"/>
                  </a:moveTo>
                  <a:lnTo>
                    <a:pt x="1" y="644"/>
                  </a:lnTo>
                  <a:cubicBezTo>
                    <a:pt x="14" y="645"/>
                    <a:pt x="28" y="646"/>
                    <a:pt x="42" y="646"/>
                  </a:cubicBezTo>
                  <a:cubicBezTo>
                    <a:pt x="211" y="646"/>
                    <a:pt x="334" y="511"/>
                    <a:pt x="334" y="334"/>
                  </a:cubicBezTo>
                  <a:cubicBezTo>
                    <a:pt x="334" y="167"/>
                    <a:pt x="191" y="1"/>
                    <a:pt x="1" y="1"/>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0" name="Google Shape;29370;p153"/>
            <p:cNvSpPr/>
            <p:nvPr/>
          </p:nvSpPr>
          <p:spPr>
            <a:xfrm>
              <a:off x="1224649" y="3873279"/>
              <a:ext cx="19388" cy="19420"/>
            </a:xfrm>
            <a:custGeom>
              <a:rect b="b" l="l" r="r" t="t"/>
              <a:pathLst>
                <a:path extrusionOk="0" h="597" w="596">
                  <a:moveTo>
                    <a:pt x="286" y="1"/>
                  </a:moveTo>
                  <a:cubicBezTo>
                    <a:pt x="143" y="1"/>
                    <a:pt x="0" y="120"/>
                    <a:pt x="0" y="287"/>
                  </a:cubicBezTo>
                  <a:cubicBezTo>
                    <a:pt x="0" y="453"/>
                    <a:pt x="119" y="596"/>
                    <a:pt x="286" y="596"/>
                  </a:cubicBezTo>
                  <a:cubicBezTo>
                    <a:pt x="453" y="596"/>
                    <a:pt x="596" y="477"/>
                    <a:pt x="596" y="287"/>
                  </a:cubicBezTo>
                  <a:cubicBezTo>
                    <a:pt x="596" y="144"/>
                    <a:pt x="477" y="1"/>
                    <a:pt x="286"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1" name="Google Shape;29371;p153"/>
          <p:cNvGrpSpPr/>
          <p:nvPr/>
        </p:nvGrpSpPr>
        <p:grpSpPr>
          <a:xfrm>
            <a:off x="993003" y="4027637"/>
            <a:ext cx="361050" cy="304709"/>
            <a:chOff x="993003" y="4180037"/>
            <a:chExt cx="361050" cy="304709"/>
          </a:xfrm>
        </p:grpSpPr>
        <p:sp>
          <p:nvSpPr>
            <p:cNvPr id="29372" name="Google Shape;29372;p153"/>
            <p:cNvSpPr/>
            <p:nvPr/>
          </p:nvSpPr>
          <p:spPr>
            <a:xfrm>
              <a:off x="1088316" y="4181891"/>
              <a:ext cx="196026" cy="103576"/>
            </a:xfrm>
            <a:custGeom>
              <a:rect b="b" l="l" r="r" t="t"/>
              <a:pathLst>
                <a:path extrusionOk="0" h="3184" w="6026">
                  <a:moveTo>
                    <a:pt x="2557" y="0"/>
                  </a:moveTo>
                  <a:cubicBezTo>
                    <a:pt x="2308" y="0"/>
                    <a:pt x="1728" y="16"/>
                    <a:pt x="286" y="16"/>
                  </a:cubicBezTo>
                  <a:cubicBezTo>
                    <a:pt x="143" y="16"/>
                    <a:pt x="0" y="135"/>
                    <a:pt x="0" y="302"/>
                  </a:cubicBezTo>
                  <a:lnTo>
                    <a:pt x="0" y="2588"/>
                  </a:lnTo>
                  <a:lnTo>
                    <a:pt x="619" y="2588"/>
                  </a:lnTo>
                  <a:lnTo>
                    <a:pt x="619" y="611"/>
                  </a:lnTo>
                  <a:lnTo>
                    <a:pt x="2548" y="611"/>
                  </a:lnTo>
                  <a:lnTo>
                    <a:pt x="5406" y="2302"/>
                  </a:lnTo>
                  <a:lnTo>
                    <a:pt x="5406" y="3183"/>
                  </a:lnTo>
                  <a:lnTo>
                    <a:pt x="6025" y="3183"/>
                  </a:lnTo>
                  <a:lnTo>
                    <a:pt x="6025" y="2159"/>
                  </a:lnTo>
                  <a:cubicBezTo>
                    <a:pt x="6025" y="2064"/>
                    <a:pt x="5977" y="1945"/>
                    <a:pt x="5882" y="1921"/>
                  </a:cubicBezTo>
                  <a:lnTo>
                    <a:pt x="2786" y="40"/>
                  </a:lnTo>
                  <a:cubicBezTo>
                    <a:pt x="2745" y="9"/>
                    <a:pt x="2744" y="0"/>
                    <a:pt x="2557"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3" name="Google Shape;29373;p153"/>
            <p:cNvSpPr/>
            <p:nvPr/>
          </p:nvSpPr>
          <p:spPr>
            <a:xfrm>
              <a:off x="1172732" y="4180037"/>
              <a:ext cx="111610" cy="105430"/>
            </a:xfrm>
            <a:custGeom>
              <a:rect b="b" l="l" r="r" t="t"/>
              <a:pathLst>
                <a:path extrusionOk="0" h="3241" w="3431">
                  <a:moveTo>
                    <a:pt x="37" y="0"/>
                  </a:moveTo>
                  <a:cubicBezTo>
                    <a:pt x="26" y="0"/>
                    <a:pt x="16" y="1"/>
                    <a:pt x="1" y="1"/>
                  </a:cubicBezTo>
                  <a:lnTo>
                    <a:pt x="1" y="692"/>
                  </a:lnTo>
                  <a:lnTo>
                    <a:pt x="2811" y="2359"/>
                  </a:lnTo>
                  <a:lnTo>
                    <a:pt x="2811" y="3240"/>
                  </a:lnTo>
                  <a:lnTo>
                    <a:pt x="3430" y="3240"/>
                  </a:lnTo>
                  <a:lnTo>
                    <a:pt x="3430" y="2216"/>
                  </a:lnTo>
                  <a:cubicBezTo>
                    <a:pt x="3430" y="2121"/>
                    <a:pt x="3382" y="2002"/>
                    <a:pt x="3287" y="1907"/>
                  </a:cubicBezTo>
                  <a:cubicBezTo>
                    <a:pt x="240" y="95"/>
                    <a:pt x="129" y="0"/>
                    <a:pt x="3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4" name="Google Shape;29374;p153"/>
            <p:cNvSpPr/>
            <p:nvPr/>
          </p:nvSpPr>
          <p:spPr>
            <a:xfrm>
              <a:off x="1057315" y="4262175"/>
              <a:ext cx="82138" cy="20949"/>
            </a:xfrm>
            <a:custGeom>
              <a:rect b="b" l="l" r="r" t="t"/>
              <a:pathLst>
                <a:path extrusionOk="0" h="644" w="2525">
                  <a:moveTo>
                    <a:pt x="310" y="1"/>
                  </a:moveTo>
                  <a:cubicBezTo>
                    <a:pt x="143" y="1"/>
                    <a:pt x="0" y="191"/>
                    <a:pt x="24" y="358"/>
                  </a:cubicBezTo>
                  <a:cubicBezTo>
                    <a:pt x="48" y="525"/>
                    <a:pt x="191" y="644"/>
                    <a:pt x="358" y="644"/>
                  </a:cubicBezTo>
                  <a:lnTo>
                    <a:pt x="2191" y="644"/>
                  </a:lnTo>
                  <a:cubicBezTo>
                    <a:pt x="2382" y="644"/>
                    <a:pt x="2525" y="477"/>
                    <a:pt x="2501" y="287"/>
                  </a:cubicBezTo>
                  <a:cubicBezTo>
                    <a:pt x="2453" y="120"/>
                    <a:pt x="2310" y="1"/>
                    <a:pt x="2168"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5" name="Google Shape;29375;p153"/>
            <p:cNvSpPr/>
            <p:nvPr/>
          </p:nvSpPr>
          <p:spPr>
            <a:xfrm>
              <a:off x="993003" y="4279221"/>
              <a:ext cx="208420" cy="205329"/>
            </a:xfrm>
            <a:custGeom>
              <a:rect b="b" l="l" r="r" t="t"/>
              <a:pathLst>
                <a:path extrusionOk="0" h="6312" w="6407">
                  <a:moveTo>
                    <a:pt x="2263" y="1"/>
                  </a:moveTo>
                  <a:lnTo>
                    <a:pt x="2263" y="1572"/>
                  </a:lnTo>
                  <a:lnTo>
                    <a:pt x="358" y="4906"/>
                  </a:lnTo>
                  <a:cubicBezTo>
                    <a:pt x="1" y="5526"/>
                    <a:pt x="453" y="6311"/>
                    <a:pt x="1168" y="6311"/>
                  </a:cubicBezTo>
                  <a:lnTo>
                    <a:pt x="5240" y="6311"/>
                  </a:lnTo>
                  <a:cubicBezTo>
                    <a:pt x="5954" y="6311"/>
                    <a:pt x="6407" y="5526"/>
                    <a:pt x="6050" y="4906"/>
                  </a:cubicBezTo>
                  <a:lnTo>
                    <a:pt x="4145" y="1572"/>
                  </a:lnTo>
                  <a:lnTo>
                    <a:pt x="4145"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6" name="Google Shape;29376;p153"/>
            <p:cNvSpPr/>
            <p:nvPr/>
          </p:nvSpPr>
          <p:spPr>
            <a:xfrm>
              <a:off x="1174293" y="4409373"/>
              <a:ext cx="26382" cy="72835"/>
            </a:xfrm>
            <a:custGeom>
              <a:rect b="b" l="l" r="r" t="t"/>
              <a:pathLst>
                <a:path extrusionOk="0" h="2239" w="811">
                  <a:moveTo>
                    <a:pt x="0" y="0"/>
                  </a:moveTo>
                  <a:lnTo>
                    <a:pt x="0" y="2239"/>
                  </a:lnTo>
                  <a:cubicBezTo>
                    <a:pt x="501" y="2072"/>
                    <a:pt x="810" y="1429"/>
                    <a:pt x="501" y="905"/>
                  </a:cubicBezTo>
                  <a:lnTo>
                    <a:pt x="0"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7" name="Google Shape;29377;p153"/>
            <p:cNvSpPr/>
            <p:nvPr/>
          </p:nvSpPr>
          <p:spPr>
            <a:xfrm>
              <a:off x="993784" y="4398801"/>
              <a:ext cx="208420" cy="85749"/>
            </a:xfrm>
            <a:custGeom>
              <a:rect b="b" l="l" r="r" t="t"/>
              <a:pathLst>
                <a:path extrusionOk="0" h="2636" w="6407">
                  <a:moveTo>
                    <a:pt x="4919" y="0"/>
                  </a:moveTo>
                  <a:cubicBezTo>
                    <a:pt x="3656" y="0"/>
                    <a:pt x="3534" y="492"/>
                    <a:pt x="2192" y="492"/>
                  </a:cubicBezTo>
                  <a:cubicBezTo>
                    <a:pt x="1549" y="492"/>
                    <a:pt x="1239" y="397"/>
                    <a:pt x="906" y="278"/>
                  </a:cubicBezTo>
                  <a:lnTo>
                    <a:pt x="358" y="1230"/>
                  </a:lnTo>
                  <a:cubicBezTo>
                    <a:pt x="1" y="1850"/>
                    <a:pt x="453" y="2635"/>
                    <a:pt x="1168" y="2635"/>
                  </a:cubicBezTo>
                  <a:lnTo>
                    <a:pt x="5240" y="2635"/>
                  </a:lnTo>
                  <a:cubicBezTo>
                    <a:pt x="5954" y="2635"/>
                    <a:pt x="6407" y="1850"/>
                    <a:pt x="6050" y="1230"/>
                  </a:cubicBezTo>
                  <a:lnTo>
                    <a:pt x="5335" y="16"/>
                  </a:lnTo>
                  <a:cubicBezTo>
                    <a:pt x="5184" y="5"/>
                    <a:pt x="5046" y="0"/>
                    <a:pt x="491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8" name="Google Shape;29378;p153"/>
            <p:cNvSpPr/>
            <p:nvPr/>
          </p:nvSpPr>
          <p:spPr>
            <a:xfrm>
              <a:off x="1174293" y="4409373"/>
              <a:ext cx="26382" cy="72835"/>
            </a:xfrm>
            <a:custGeom>
              <a:rect b="b" l="l" r="r" t="t"/>
              <a:pathLst>
                <a:path extrusionOk="0" h="2239" w="811">
                  <a:moveTo>
                    <a:pt x="0" y="0"/>
                  </a:moveTo>
                  <a:lnTo>
                    <a:pt x="0" y="2239"/>
                  </a:lnTo>
                  <a:cubicBezTo>
                    <a:pt x="501" y="2072"/>
                    <a:pt x="810" y="1429"/>
                    <a:pt x="501" y="905"/>
                  </a:cubicBez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9" name="Google Shape;29379;p153"/>
            <p:cNvSpPr/>
            <p:nvPr/>
          </p:nvSpPr>
          <p:spPr>
            <a:xfrm>
              <a:off x="1204513" y="4300137"/>
              <a:ext cx="149540" cy="184608"/>
            </a:xfrm>
            <a:custGeom>
              <a:rect b="b" l="l" r="r" t="t"/>
              <a:pathLst>
                <a:path extrusionOk="0" h="5675" w="4597">
                  <a:moveTo>
                    <a:pt x="1215" y="1"/>
                  </a:moveTo>
                  <a:lnTo>
                    <a:pt x="1215" y="1549"/>
                  </a:lnTo>
                  <a:cubicBezTo>
                    <a:pt x="476" y="1906"/>
                    <a:pt x="0" y="2692"/>
                    <a:pt x="0" y="3525"/>
                  </a:cubicBezTo>
                  <a:cubicBezTo>
                    <a:pt x="0" y="4715"/>
                    <a:pt x="972" y="5675"/>
                    <a:pt x="2170" y="5675"/>
                  </a:cubicBezTo>
                  <a:cubicBezTo>
                    <a:pt x="2362" y="5675"/>
                    <a:pt x="2561" y="5650"/>
                    <a:pt x="2763" y="5597"/>
                  </a:cubicBezTo>
                  <a:cubicBezTo>
                    <a:pt x="3453" y="5430"/>
                    <a:pt x="3977" y="4906"/>
                    <a:pt x="4215" y="4263"/>
                  </a:cubicBezTo>
                  <a:cubicBezTo>
                    <a:pt x="4596" y="3097"/>
                    <a:pt x="4072" y="1977"/>
                    <a:pt x="3096" y="1525"/>
                  </a:cubicBezTo>
                  <a:lnTo>
                    <a:pt x="3096"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0" name="Google Shape;29380;p153"/>
            <p:cNvSpPr/>
            <p:nvPr/>
          </p:nvSpPr>
          <p:spPr>
            <a:xfrm>
              <a:off x="1233172" y="4283092"/>
              <a:ext cx="82138" cy="20169"/>
            </a:xfrm>
            <a:custGeom>
              <a:rect b="b" l="l" r="r" t="t"/>
              <a:pathLst>
                <a:path extrusionOk="0" h="620" w="2525">
                  <a:moveTo>
                    <a:pt x="334" y="1"/>
                  </a:moveTo>
                  <a:cubicBezTo>
                    <a:pt x="143" y="1"/>
                    <a:pt x="0" y="167"/>
                    <a:pt x="24" y="358"/>
                  </a:cubicBezTo>
                  <a:cubicBezTo>
                    <a:pt x="72" y="501"/>
                    <a:pt x="215" y="620"/>
                    <a:pt x="358" y="620"/>
                  </a:cubicBezTo>
                  <a:lnTo>
                    <a:pt x="2215" y="620"/>
                  </a:lnTo>
                  <a:cubicBezTo>
                    <a:pt x="2382" y="620"/>
                    <a:pt x="2525" y="477"/>
                    <a:pt x="2501" y="263"/>
                  </a:cubicBezTo>
                  <a:cubicBezTo>
                    <a:pt x="2477" y="120"/>
                    <a:pt x="2334" y="1"/>
                    <a:pt x="2167"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1" name="Google Shape;29381;p153"/>
            <p:cNvSpPr/>
            <p:nvPr/>
          </p:nvSpPr>
          <p:spPr>
            <a:xfrm>
              <a:off x="1208384" y="4434161"/>
              <a:ext cx="135585" cy="50389"/>
            </a:xfrm>
            <a:custGeom>
              <a:rect b="b" l="l" r="r" t="t"/>
              <a:pathLst>
                <a:path extrusionOk="0" h="1549" w="4168">
                  <a:moveTo>
                    <a:pt x="0" y="1"/>
                  </a:moveTo>
                  <a:cubicBezTo>
                    <a:pt x="262" y="882"/>
                    <a:pt x="1096" y="1548"/>
                    <a:pt x="2072" y="1548"/>
                  </a:cubicBezTo>
                  <a:cubicBezTo>
                    <a:pt x="3049" y="1548"/>
                    <a:pt x="3882" y="882"/>
                    <a:pt x="416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82" name="Google Shape;29382;p153"/>
          <p:cNvGrpSpPr/>
          <p:nvPr/>
        </p:nvGrpSpPr>
        <p:grpSpPr>
          <a:xfrm>
            <a:off x="1770796" y="4007533"/>
            <a:ext cx="321527" cy="345534"/>
            <a:chOff x="1770796" y="4159933"/>
            <a:chExt cx="321527" cy="345534"/>
          </a:xfrm>
        </p:grpSpPr>
        <p:sp>
          <p:nvSpPr>
            <p:cNvPr id="29383" name="Google Shape;29383;p153"/>
            <p:cNvSpPr/>
            <p:nvPr/>
          </p:nvSpPr>
          <p:spPr>
            <a:xfrm>
              <a:off x="1869199" y="4159933"/>
              <a:ext cx="123191" cy="20169"/>
            </a:xfrm>
            <a:custGeom>
              <a:rect b="b" l="l" r="r" t="t"/>
              <a:pathLst>
                <a:path extrusionOk="0" h="620" w="3787">
                  <a:moveTo>
                    <a:pt x="333" y="0"/>
                  </a:moveTo>
                  <a:cubicBezTo>
                    <a:pt x="167" y="0"/>
                    <a:pt x="0" y="167"/>
                    <a:pt x="48" y="357"/>
                  </a:cubicBezTo>
                  <a:cubicBezTo>
                    <a:pt x="71" y="500"/>
                    <a:pt x="214" y="619"/>
                    <a:pt x="357" y="619"/>
                  </a:cubicBezTo>
                  <a:lnTo>
                    <a:pt x="3453" y="619"/>
                  </a:lnTo>
                  <a:cubicBezTo>
                    <a:pt x="3644" y="619"/>
                    <a:pt x="3787" y="477"/>
                    <a:pt x="3763" y="262"/>
                  </a:cubicBezTo>
                  <a:cubicBezTo>
                    <a:pt x="3739" y="119"/>
                    <a:pt x="3572" y="0"/>
                    <a:pt x="3429"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4" name="Google Shape;29384;p153"/>
            <p:cNvSpPr/>
            <p:nvPr/>
          </p:nvSpPr>
          <p:spPr>
            <a:xfrm>
              <a:off x="1930388" y="4159933"/>
              <a:ext cx="61221" cy="20169"/>
            </a:xfrm>
            <a:custGeom>
              <a:rect b="b" l="l" r="r" t="t"/>
              <a:pathLst>
                <a:path extrusionOk="0" h="620" w="1882">
                  <a:moveTo>
                    <a:pt x="0" y="0"/>
                  </a:moveTo>
                  <a:lnTo>
                    <a:pt x="0" y="619"/>
                  </a:lnTo>
                  <a:lnTo>
                    <a:pt x="1548" y="619"/>
                  </a:lnTo>
                  <a:cubicBezTo>
                    <a:pt x="1691" y="619"/>
                    <a:pt x="1858" y="524"/>
                    <a:pt x="1858" y="357"/>
                  </a:cubicBezTo>
                  <a:cubicBezTo>
                    <a:pt x="1882" y="143"/>
                    <a:pt x="1739" y="0"/>
                    <a:pt x="1548"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5" name="Google Shape;29385;p153"/>
            <p:cNvSpPr/>
            <p:nvPr/>
          </p:nvSpPr>
          <p:spPr>
            <a:xfrm>
              <a:off x="1771576" y="4176979"/>
              <a:ext cx="319965" cy="328488"/>
            </a:xfrm>
            <a:custGeom>
              <a:rect b="b" l="l" r="r" t="t"/>
              <a:pathLst>
                <a:path extrusionOk="0" h="10098" w="9836">
                  <a:moveTo>
                    <a:pt x="3358" y="0"/>
                  </a:moveTo>
                  <a:lnTo>
                    <a:pt x="3358" y="3501"/>
                  </a:lnTo>
                  <a:lnTo>
                    <a:pt x="453" y="8383"/>
                  </a:lnTo>
                  <a:cubicBezTo>
                    <a:pt x="0" y="9145"/>
                    <a:pt x="548" y="10097"/>
                    <a:pt x="1429" y="10097"/>
                  </a:cubicBezTo>
                  <a:lnTo>
                    <a:pt x="8455" y="10097"/>
                  </a:lnTo>
                  <a:cubicBezTo>
                    <a:pt x="9288" y="10097"/>
                    <a:pt x="9836" y="9121"/>
                    <a:pt x="9383" y="8383"/>
                  </a:cubicBezTo>
                  <a:lnTo>
                    <a:pt x="6454" y="3501"/>
                  </a:lnTo>
                  <a:lnTo>
                    <a:pt x="6454"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6" name="Google Shape;29386;p153"/>
            <p:cNvSpPr/>
            <p:nvPr/>
          </p:nvSpPr>
          <p:spPr>
            <a:xfrm>
              <a:off x="1931169" y="4176979"/>
              <a:ext cx="160373" cy="328488"/>
            </a:xfrm>
            <a:custGeom>
              <a:rect b="b" l="l" r="r" t="t"/>
              <a:pathLst>
                <a:path extrusionOk="0" h="10098" w="4930">
                  <a:moveTo>
                    <a:pt x="0" y="0"/>
                  </a:moveTo>
                  <a:lnTo>
                    <a:pt x="0" y="10097"/>
                  </a:lnTo>
                  <a:lnTo>
                    <a:pt x="3525" y="10097"/>
                  </a:lnTo>
                  <a:cubicBezTo>
                    <a:pt x="4382" y="10097"/>
                    <a:pt x="4930" y="9121"/>
                    <a:pt x="4477" y="8383"/>
                  </a:cubicBezTo>
                  <a:cubicBezTo>
                    <a:pt x="2382" y="4882"/>
                    <a:pt x="3025" y="5954"/>
                    <a:pt x="1548" y="3501"/>
                  </a:cubicBezTo>
                  <a:lnTo>
                    <a:pt x="1548"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7" name="Google Shape;29387;p153"/>
            <p:cNvSpPr/>
            <p:nvPr/>
          </p:nvSpPr>
          <p:spPr>
            <a:xfrm>
              <a:off x="1770796" y="4353584"/>
              <a:ext cx="321527" cy="151883"/>
            </a:xfrm>
            <a:custGeom>
              <a:rect b="b" l="l" r="r" t="t"/>
              <a:pathLst>
                <a:path extrusionOk="0" h="4669" w="9884">
                  <a:moveTo>
                    <a:pt x="2192" y="1"/>
                  </a:moveTo>
                  <a:lnTo>
                    <a:pt x="429" y="2954"/>
                  </a:lnTo>
                  <a:cubicBezTo>
                    <a:pt x="1" y="3692"/>
                    <a:pt x="525" y="4668"/>
                    <a:pt x="1429" y="4668"/>
                  </a:cubicBezTo>
                  <a:lnTo>
                    <a:pt x="8455" y="4668"/>
                  </a:lnTo>
                  <a:cubicBezTo>
                    <a:pt x="9336" y="4668"/>
                    <a:pt x="9884" y="3716"/>
                    <a:pt x="9431" y="2954"/>
                  </a:cubicBezTo>
                  <a:lnTo>
                    <a:pt x="7645" y="1"/>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8" name="Google Shape;29388;p153"/>
            <p:cNvSpPr/>
            <p:nvPr/>
          </p:nvSpPr>
          <p:spPr>
            <a:xfrm>
              <a:off x="1930388" y="4354365"/>
              <a:ext cx="161154" cy="151102"/>
            </a:xfrm>
            <a:custGeom>
              <a:rect b="b" l="l" r="r" t="t"/>
              <a:pathLst>
                <a:path extrusionOk="0" h="4645" w="4954">
                  <a:moveTo>
                    <a:pt x="0" y="1"/>
                  </a:moveTo>
                  <a:lnTo>
                    <a:pt x="0" y="4644"/>
                  </a:lnTo>
                  <a:lnTo>
                    <a:pt x="3525" y="4644"/>
                  </a:lnTo>
                  <a:cubicBezTo>
                    <a:pt x="4406" y="4644"/>
                    <a:pt x="4954" y="3668"/>
                    <a:pt x="4454" y="2954"/>
                  </a:cubicBezTo>
                  <a:lnTo>
                    <a:pt x="271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9" name="Google Shape;29389;p153"/>
            <p:cNvSpPr/>
            <p:nvPr/>
          </p:nvSpPr>
          <p:spPr>
            <a:xfrm>
              <a:off x="1942001" y="4444245"/>
              <a:ext cx="19388" cy="19388"/>
            </a:xfrm>
            <a:custGeom>
              <a:rect b="b" l="l" r="r" t="t"/>
              <a:pathLst>
                <a:path extrusionOk="0" h="596" w="596">
                  <a:moveTo>
                    <a:pt x="310" y="0"/>
                  </a:moveTo>
                  <a:cubicBezTo>
                    <a:pt x="143" y="0"/>
                    <a:pt x="1" y="167"/>
                    <a:pt x="1" y="310"/>
                  </a:cubicBezTo>
                  <a:cubicBezTo>
                    <a:pt x="1" y="453"/>
                    <a:pt x="143" y="595"/>
                    <a:pt x="310" y="595"/>
                  </a:cubicBezTo>
                  <a:cubicBezTo>
                    <a:pt x="453" y="595"/>
                    <a:pt x="596" y="476"/>
                    <a:pt x="596" y="310"/>
                  </a:cubicBezTo>
                  <a:cubicBezTo>
                    <a:pt x="596" y="167"/>
                    <a:pt x="453" y="0"/>
                    <a:pt x="310" y="0"/>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0" name="Google Shape;29390;p153"/>
            <p:cNvSpPr/>
            <p:nvPr/>
          </p:nvSpPr>
          <p:spPr>
            <a:xfrm>
              <a:off x="1962137" y="4384585"/>
              <a:ext cx="19420" cy="19388"/>
            </a:xfrm>
            <a:custGeom>
              <a:rect b="b" l="l" r="r" t="t"/>
              <a:pathLst>
                <a:path extrusionOk="0" h="596" w="597">
                  <a:moveTo>
                    <a:pt x="310" y="0"/>
                  </a:moveTo>
                  <a:cubicBezTo>
                    <a:pt x="167" y="0"/>
                    <a:pt x="1" y="119"/>
                    <a:pt x="1" y="286"/>
                  </a:cubicBezTo>
                  <a:cubicBezTo>
                    <a:pt x="1" y="453"/>
                    <a:pt x="167" y="596"/>
                    <a:pt x="310" y="596"/>
                  </a:cubicBezTo>
                  <a:cubicBezTo>
                    <a:pt x="453" y="596"/>
                    <a:pt x="596" y="477"/>
                    <a:pt x="596" y="286"/>
                  </a:cubicBezTo>
                  <a:cubicBezTo>
                    <a:pt x="596" y="119"/>
                    <a:pt x="453" y="0"/>
                    <a:pt x="310" y="0"/>
                  </a:cubicBezTo>
                  <a:close/>
                </a:path>
              </a:pathLst>
            </a:custGeom>
            <a:solidFill>
              <a:srgbClr val="7E8F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1" name="Google Shape;29391;p153"/>
            <p:cNvSpPr/>
            <p:nvPr/>
          </p:nvSpPr>
          <p:spPr>
            <a:xfrm>
              <a:off x="1869199" y="4384585"/>
              <a:ext cx="60441" cy="59693"/>
            </a:xfrm>
            <a:custGeom>
              <a:rect b="b" l="l" r="r" t="t"/>
              <a:pathLst>
                <a:path extrusionOk="0" h="1835" w="1858">
                  <a:moveTo>
                    <a:pt x="929" y="0"/>
                  </a:moveTo>
                  <a:cubicBezTo>
                    <a:pt x="429" y="0"/>
                    <a:pt x="0" y="405"/>
                    <a:pt x="0" y="929"/>
                  </a:cubicBezTo>
                  <a:cubicBezTo>
                    <a:pt x="0" y="1429"/>
                    <a:pt x="429" y="1834"/>
                    <a:pt x="929" y="1834"/>
                  </a:cubicBezTo>
                  <a:cubicBezTo>
                    <a:pt x="1477" y="1834"/>
                    <a:pt x="1858" y="1429"/>
                    <a:pt x="1858" y="929"/>
                  </a:cubicBezTo>
                  <a:cubicBezTo>
                    <a:pt x="1858" y="405"/>
                    <a:pt x="1429" y="0"/>
                    <a:pt x="929"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92" name="Google Shape;29392;p153"/>
          <p:cNvGrpSpPr/>
          <p:nvPr/>
        </p:nvGrpSpPr>
        <p:grpSpPr>
          <a:xfrm>
            <a:off x="2529981" y="4007533"/>
            <a:ext cx="309913" cy="345534"/>
            <a:chOff x="2529981" y="4159933"/>
            <a:chExt cx="309913" cy="345534"/>
          </a:xfrm>
        </p:grpSpPr>
        <p:sp>
          <p:nvSpPr>
            <p:cNvPr id="29393" name="Google Shape;29393;p153"/>
            <p:cNvSpPr/>
            <p:nvPr/>
          </p:nvSpPr>
          <p:spPr>
            <a:xfrm>
              <a:off x="2529981" y="4159933"/>
              <a:ext cx="306042" cy="101494"/>
            </a:xfrm>
            <a:custGeom>
              <a:rect b="b" l="l" r="r" t="t"/>
              <a:pathLst>
                <a:path extrusionOk="0" h="3120" w="9408">
                  <a:moveTo>
                    <a:pt x="310" y="0"/>
                  </a:moveTo>
                  <a:cubicBezTo>
                    <a:pt x="144" y="0"/>
                    <a:pt x="1" y="167"/>
                    <a:pt x="25" y="357"/>
                  </a:cubicBezTo>
                  <a:cubicBezTo>
                    <a:pt x="48" y="500"/>
                    <a:pt x="215" y="619"/>
                    <a:pt x="358" y="619"/>
                  </a:cubicBezTo>
                  <a:lnTo>
                    <a:pt x="763" y="619"/>
                  </a:lnTo>
                  <a:lnTo>
                    <a:pt x="763" y="2501"/>
                  </a:lnTo>
                  <a:lnTo>
                    <a:pt x="358" y="2501"/>
                  </a:lnTo>
                  <a:cubicBezTo>
                    <a:pt x="167" y="2501"/>
                    <a:pt x="25" y="2667"/>
                    <a:pt x="48" y="2858"/>
                  </a:cubicBezTo>
                  <a:cubicBezTo>
                    <a:pt x="96" y="3001"/>
                    <a:pt x="239" y="3120"/>
                    <a:pt x="382" y="3120"/>
                  </a:cubicBezTo>
                  <a:lnTo>
                    <a:pt x="7836" y="3120"/>
                  </a:lnTo>
                  <a:cubicBezTo>
                    <a:pt x="8693" y="3120"/>
                    <a:pt x="9408" y="2382"/>
                    <a:pt x="9336" y="1477"/>
                  </a:cubicBezTo>
                  <a:cubicBezTo>
                    <a:pt x="9312" y="643"/>
                    <a:pt x="8598" y="0"/>
                    <a:pt x="7764" y="0"/>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4" name="Google Shape;29394;p153"/>
            <p:cNvSpPr/>
            <p:nvPr/>
          </p:nvSpPr>
          <p:spPr>
            <a:xfrm>
              <a:off x="2684140" y="4160714"/>
              <a:ext cx="151883" cy="100713"/>
            </a:xfrm>
            <a:custGeom>
              <a:rect b="b" l="l" r="r" t="t"/>
              <a:pathLst>
                <a:path extrusionOk="0" h="3096" w="4669">
                  <a:moveTo>
                    <a:pt x="1" y="0"/>
                  </a:moveTo>
                  <a:lnTo>
                    <a:pt x="1" y="3096"/>
                  </a:lnTo>
                  <a:lnTo>
                    <a:pt x="3073" y="3096"/>
                  </a:lnTo>
                  <a:cubicBezTo>
                    <a:pt x="3954" y="3096"/>
                    <a:pt x="4669" y="2381"/>
                    <a:pt x="4621" y="1500"/>
                  </a:cubicBezTo>
                  <a:cubicBezTo>
                    <a:pt x="4597" y="667"/>
                    <a:pt x="3883" y="0"/>
                    <a:pt x="304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5" name="Google Shape;29395;p153"/>
            <p:cNvSpPr/>
            <p:nvPr/>
          </p:nvSpPr>
          <p:spPr>
            <a:xfrm>
              <a:off x="2529981" y="4403941"/>
              <a:ext cx="309913" cy="101526"/>
            </a:xfrm>
            <a:custGeom>
              <a:rect b="b" l="l" r="r" t="t"/>
              <a:pathLst>
                <a:path extrusionOk="0" h="3121" w="9527">
                  <a:moveTo>
                    <a:pt x="310" y="1"/>
                  </a:moveTo>
                  <a:cubicBezTo>
                    <a:pt x="144" y="1"/>
                    <a:pt x="1" y="144"/>
                    <a:pt x="25" y="358"/>
                  </a:cubicBezTo>
                  <a:cubicBezTo>
                    <a:pt x="48" y="501"/>
                    <a:pt x="191" y="620"/>
                    <a:pt x="358" y="620"/>
                  </a:cubicBezTo>
                  <a:lnTo>
                    <a:pt x="763" y="620"/>
                  </a:lnTo>
                  <a:lnTo>
                    <a:pt x="763" y="2501"/>
                  </a:lnTo>
                  <a:lnTo>
                    <a:pt x="358" y="2501"/>
                  </a:lnTo>
                  <a:cubicBezTo>
                    <a:pt x="167" y="2501"/>
                    <a:pt x="25" y="2668"/>
                    <a:pt x="48" y="2858"/>
                  </a:cubicBezTo>
                  <a:cubicBezTo>
                    <a:pt x="72" y="3001"/>
                    <a:pt x="239" y="3120"/>
                    <a:pt x="382" y="3120"/>
                  </a:cubicBezTo>
                  <a:lnTo>
                    <a:pt x="7860" y="3120"/>
                  </a:lnTo>
                  <a:cubicBezTo>
                    <a:pt x="8788" y="3120"/>
                    <a:pt x="9527" y="2311"/>
                    <a:pt x="9336" y="1358"/>
                  </a:cubicBezTo>
                  <a:cubicBezTo>
                    <a:pt x="9241" y="596"/>
                    <a:pt x="8598" y="1"/>
                    <a:pt x="778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6" name="Google Shape;29396;p153"/>
            <p:cNvSpPr/>
            <p:nvPr/>
          </p:nvSpPr>
          <p:spPr>
            <a:xfrm>
              <a:off x="2684140" y="4403941"/>
              <a:ext cx="151883" cy="100745"/>
            </a:xfrm>
            <a:custGeom>
              <a:rect b="b" l="l" r="r" t="t"/>
              <a:pathLst>
                <a:path extrusionOk="0" h="3097" w="4669">
                  <a:moveTo>
                    <a:pt x="1" y="1"/>
                  </a:moveTo>
                  <a:lnTo>
                    <a:pt x="1" y="3097"/>
                  </a:lnTo>
                  <a:lnTo>
                    <a:pt x="3097" y="3097"/>
                  </a:lnTo>
                  <a:cubicBezTo>
                    <a:pt x="3954" y="3097"/>
                    <a:pt x="4669" y="2382"/>
                    <a:pt x="4645" y="1477"/>
                  </a:cubicBezTo>
                  <a:cubicBezTo>
                    <a:pt x="4597" y="644"/>
                    <a:pt x="3906"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7" name="Google Shape;29397;p153"/>
            <p:cNvSpPr/>
            <p:nvPr/>
          </p:nvSpPr>
          <p:spPr>
            <a:xfrm>
              <a:off x="2553240" y="4424077"/>
              <a:ext cx="263428" cy="61254"/>
            </a:xfrm>
            <a:custGeom>
              <a:rect b="b" l="l" r="r" t="t"/>
              <a:pathLst>
                <a:path extrusionOk="0" h="1883" w="8098">
                  <a:moveTo>
                    <a:pt x="0" y="1"/>
                  </a:moveTo>
                  <a:lnTo>
                    <a:pt x="0" y="1882"/>
                  </a:lnTo>
                  <a:lnTo>
                    <a:pt x="7097" y="1882"/>
                  </a:lnTo>
                  <a:cubicBezTo>
                    <a:pt x="7597" y="1882"/>
                    <a:pt x="8026" y="1501"/>
                    <a:pt x="8050" y="977"/>
                  </a:cubicBezTo>
                  <a:cubicBezTo>
                    <a:pt x="8097" y="453"/>
                    <a:pt x="7668" y="1"/>
                    <a:pt x="7145"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8" name="Google Shape;29398;p153"/>
            <p:cNvSpPr/>
            <p:nvPr/>
          </p:nvSpPr>
          <p:spPr>
            <a:xfrm>
              <a:off x="2684140" y="4424077"/>
              <a:ext cx="131747" cy="61254"/>
            </a:xfrm>
            <a:custGeom>
              <a:rect b="b" l="l" r="r" t="t"/>
              <a:pathLst>
                <a:path extrusionOk="0" h="1883" w="4050">
                  <a:moveTo>
                    <a:pt x="1" y="1"/>
                  </a:moveTo>
                  <a:lnTo>
                    <a:pt x="1" y="1882"/>
                  </a:lnTo>
                  <a:lnTo>
                    <a:pt x="3097" y="1882"/>
                  </a:lnTo>
                  <a:cubicBezTo>
                    <a:pt x="3573" y="1882"/>
                    <a:pt x="4002" y="1454"/>
                    <a:pt x="4002" y="977"/>
                  </a:cubicBezTo>
                  <a:cubicBezTo>
                    <a:pt x="4049" y="453"/>
                    <a:pt x="3621" y="1"/>
                    <a:pt x="3097"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9" name="Google Shape;29399;p153"/>
            <p:cNvSpPr/>
            <p:nvPr/>
          </p:nvSpPr>
          <p:spPr>
            <a:xfrm>
              <a:off x="2530761" y="4283092"/>
              <a:ext cx="305262" cy="100745"/>
            </a:xfrm>
            <a:custGeom>
              <a:rect b="b" l="l" r="r" t="t"/>
              <a:pathLst>
                <a:path extrusionOk="0" h="3097" w="9384">
                  <a:moveTo>
                    <a:pt x="1572" y="1"/>
                  </a:moveTo>
                  <a:cubicBezTo>
                    <a:pt x="715" y="1"/>
                    <a:pt x="1" y="715"/>
                    <a:pt x="24" y="1596"/>
                  </a:cubicBezTo>
                  <a:cubicBezTo>
                    <a:pt x="72" y="2430"/>
                    <a:pt x="786" y="3097"/>
                    <a:pt x="1620" y="3097"/>
                  </a:cubicBezTo>
                  <a:lnTo>
                    <a:pt x="9050" y="3097"/>
                  </a:lnTo>
                  <a:cubicBezTo>
                    <a:pt x="9217" y="3097"/>
                    <a:pt x="9384" y="2906"/>
                    <a:pt x="9384" y="2763"/>
                  </a:cubicBezTo>
                  <a:cubicBezTo>
                    <a:pt x="9360" y="2620"/>
                    <a:pt x="9193" y="2501"/>
                    <a:pt x="9050" y="2501"/>
                  </a:cubicBezTo>
                  <a:lnTo>
                    <a:pt x="8645" y="2501"/>
                  </a:lnTo>
                  <a:lnTo>
                    <a:pt x="8645" y="620"/>
                  </a:lnTo>
                  <a:lnTo>
                    <a:pt x="9050" y="620"/>
                  </a:lnTo>
                  <a:cubicBezTo>
                    <a:pt x="9241" y="620"/>
                    <a:pt x="9384" y="429"/>
                    <a:pt x="9360" y="263"/>
                  </a:cubicBezTo>
                  <a:cubicBezTo>
                    <a:pt x="9312" y="120"/>
                    <a:pt x="9169" y="1"/>
                    <a:pt x="9026" y="1"/>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0" name="Google Shape;29400;p153"/>
            <p:cNvSpPr/>
            <p:nvPr/>
          </p:nvSpPr>
          <p:spPr>
            <a:xfrm>
              <a:off x="2684921" y="4281563"/>
              <a:ext cx="151883" cy="100713"/>
            </a:xfrm>
            <a:custGeom>
              <a:rect b="b" l="l" r="r" t="t"/>
              <a:pathLst>
                <a:path extrusionOk="0" h="3096" w="4669">
                  <a:moveTo>
                    <a:pt x="1" y="0"/>
                  </a:moveTo>
                  <a:lnTo>
                    <a:pt x="1" y="3096"/>
                  </a:lnTo>
                  <a:lnTo>
                    <a:pt x="4335" y="3096"/>
                  </a:lnTo>
                  <a:cubicBezTo>
                    <a:pt x="4502" y="3096"/>
                    <a:pt x="4645" y="2977"/>
                    <a:pt x="4668" y="2834"/>
                  </a:cubicBezTo>
                  <a:cubicBezTo>
                    <a:pt x="4645" y="2667"/>
                    <a:pt x="4478" y="2501"/>
                    <a:pt x="4311" y="2501"/>
                  </a:cubicBezTo>
                  <a:lnTo>
                    <a:pt x="3906" y="2501"/>
                  </a:lnTo>
                  <a:lnTo>
                    <a:pt x="3906" y="643"/>
                  </a:lnTo>
                  <a:lnTo>
                    <a:pt x="4311" y="643"/>
                  </a:lnTo>
                  <a:cubicBezTo>
                    <a:pt x="4454" y="643"/>
                    <a:pt x="4621" y="524"/>
                    <a:pt x="4645" y="357"/>
                  </a:cubicBezTo>
                  <a:cubicBezTo>
                    <a:pt x="4668" y="191"/>
                    <a:pt x="4525" y="0"/>
                    <a:pt x="4335"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1" name="Google Shape;29401;p153"/>
            <p:cNvSpPr/>
            <p:nvPr/>
          </p:nvSpPr>
          <p:spPr>
            <a:xfrm>
              <a:off x="2552459" y="4302480"/>
              <a:ext cx="262647" cy="60441"/>
            </a:xfrm>
            <a:custGeom>
              <a:rect b="b" l="l" r="r" t="t"/>
              <a:pathLst>
                <a:path extrusionOk="0" h="1858" w="8074">
                  <a:moveTo>
                    <a:pt x="953" y="0"/>
                  </a:moveTo>
                  <a:cubicBezTo>
                    <a:pt x="405" y="0"/>
                    <a:pt x="0" y="429"/>
                    <a:pt x="24" y="976"/>
                  </a:cubicBezTo>
                  <a:cubicBezTo>
                    <a:pt x="48" y="1453"/>
                    <a:pt x="477" y="1858"/>
                    <a:pt x="977" y="1858"/>
                  </a:cubicBezTo>
                  <a:lnTo>
                    <a:pt x="8074" y="1858"/>
                  </a:lnTo>
                  <a:lnTo>
                    <a:pt x="8074"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2" name="Google Shape;29402;p153"/>
            <p:cNvSpPr/>
            <p:nvPr/>
          </p:nvSpPr>
          <p:spPr>
            <a:xfrm>
              <a:off x="2684140" y="4302480"/>
              <a:ext cx="131747" cy="60441"/>
            </a:xfrm>
            <a:custGeom>
              <a:rect b="b" l="l" r="r" t="t"/>
              <a:pathLst>
                <a:path extrusionOk="0" h="1858" w="4050">
                  <a:moveTo>
                    <a:pt x="1" y="0"/>
                  </a:moveTo>
                  <a:lnTo>
                    <a:pt x="1" y="1858"/>
                  </a:lnTo>
                  <a:lnTo>
                    <a:pt x="4049" y="1858"/>
                  </a:lnTo>
                  <a:lnTo>
                    <a:pt x="4049" y="0"/>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3" name="Google Shape;29403;p153"/>
            <p:cNvSpPr/>
            <p:nvPr/>
          </p:nvSpPr>
          <p:spPr>
            <a:xfrm>
              <a:off x="2592731" y="4342752"/>
              <a:ext cx="81260" cy="101266"/>
            </a:xfrm>
            <a:custGeom>
              <a:rect b="b" l="l" r="r" t="t"/>
              <a:pathLst>
                <a:path extrusionOk="0" h="3113" w="2498">
                  <a:moveTo>
                    <a:pt x="310" y="0"/>
                  </a:moveTo>
                  <a:cubicBezTo>
                    <a:pt x="144" y="0"/>
                    <a:pt x="1" y="119"/>
                    <a:pt x="1" y="310"/>
                  </a:cubicBezTo>
                  <a:lnTo>
                    <a:pt x="1" y="2763"/>
                  </a:lnTo>
                  <a:cubicBezTo>
                    <a:pt x="1" y="2949"/>
                    <a:pt x="163" y="3082"/>
                    <a:pt x="346" y="3082"/>
                  </a:cubicBezTo>
                  <a:cubicBezTo>
                    <a:pt x="374" y="3082"/>
                    <a:pt x="401" y="3079"/>
                    <a:pt x="429" y="3072"/>
                  </a:cubicBezTo>
                  <a:lnTo>
                    <a:pt x="1263" y="2811"/>
                  </a:lnTo>
                  <a:lnTo>
                    <a:pt x="2096" y="3096"/>
                  </a:lnTo>
                  <a:cubicBezTo>
                    <a:pt x="2127" y="3108"/>
                    <a:pt x="2158" y="3113"/>
                    <a:pt x="2188" y="3113"/>
                  </a:cubicBezTo>
                  <a:cubicBezTo>
                    <a:pt x="2349" y="3113"/>
                    <a:pt x="2497" y="2963"/>
                    <a:pt x="2477" y="2763"/>
                  </a:cubicBezTo>
                  <a:lnTo>
                    <a:pt x="2477" y="310"/>
                  </a:lnTo>
                  <a:cubicBezTo>
                    <a:pt x="2477" y="143"/>
                    <a:pt x="2358" y="0"/>
                    <a:pt x="2168"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4" name="Google Shape;29404;p153"/>
            <p:cNvSpPr/>
            <p:nvPr/>
          </p:nvSpPr>
          <p:spPr>
            <a:xfrm>
              <a:off x="2551678" y="4180069"/>
              <a:ext cx="264209" cy="61221"/>
            </a:xfrm>
            <a:custGeom>
              <a:rect b="b" l="l" r="r" t="t"/>
              <a:pathLst>
                <a:path extrusionOk="0" h="1882" w="8122">
                  <a:moveTo>
                    <a:pt x="1" y="0"/>
                  </a:moveTo>
                  <a:lnTo>
                    <a:pt x="1" y="1882"/>
                  </a:lnTo>
                  <a:lnTo>
                    <a:pt x="7121" y="1882"/>
                  </a:lnTo>
                  <a:cubicBezTo>
                    <a:pt x="7597" y="1882"/>
                    <a:pt x="8050" y="1501"/>
                    <a:pt x="8074" y="977"/>
                  </a:cubicBezTo>
                  <a:cubicBezTo>
                    <a:pt x="8121" y="453"/>
                    <a:pt x="7693" y="0"/>
                    <a:pt x="7145"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5" name="Google Shape;29405;p153"/>
            <p:cNvSpPr/>
            <p:nvPr/>
          </p:nvSpPr>
          <p:spPr>
            <a:xfrm>
              <a:off x="2684140" y="4180069"/>
              <a:ext cx="130966" cy="61221"/>
            </a:xfrm>
            <a:custGeom>
              <a:rect b="b" l="l" r="r" t="t"/>
              <a:pathLst>
                <a:path extrusionOk="0" h="1882" w="4026">
                  <a:moveTo>
                    <a:pt x="1" y="0"/>
                  </a:moveTo>
                  <a:lnTo>
                    <a:pt x="1" y="1882"/>
                  </a:lnTo>
                  <a:lnTo>
                    <a:pt x="3049" y="1882"/>
                  </a:lnTo>
                  <a:cubicBezTo>
                    <a:pt x="3525" y="1882"/>
                    <a:pt x="3978" y="1501"/>
                    <a:pt x="4002" y="977"/>
                  </a:cubicBezTo>
                  <a:cubicBezTo>
                    <a:pt x="4026" y="453"/>
                    <a:pt x="3621" y="0"/>
                    <a:pt x="3073"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6" name="Google Shape;29406;p153"/>
            <p:cNvSpPr/>
            <p:nvPr/>
          </p:nvSpPr>
          <p:spPr>
            <a:xfrm>
              <a:off x="2693444" y="4221903"/>
              <a:ext cx="81292" cy="100257"/>
            </a:xfrm>
            <a:custGeom>
              <a:rect b="b" l="l" r="r" t="t"/>
              <a:pathLst>
                <a:path extrusionOk="0" h="3082" w="2499">
                  <a:moveTo>
                    <a:pt x="310" y="0"/>
                  </a:moveTo>
                  <a:cubicBezTo>
                    <a:pt x="144" y="0"/>
                    <a:pt x="1" y="119"/>
                    <a:pt x="1" y="286"/>
                  </a:cubicBezTo>
                  <a:lnTo>
                    <a:pt x="1" y="2763"/>
                  </a:lnTo>
                  <a:cubicBezTo>
                    <a:pt x="1" y="2949"/>
                    <a:pt x="163" y="3082"/>
                    <a:pt x="330" y="3082"/>
                  </a:cubicBezTo>
                  <a:cubicBezTo>
                    <a:pt x="355" y="3082"/>
                    <a:pt x="381" y="3079"/>
                    <a:pt x="405" y="3072"/>
                  </a:cubicBezTo>
                  <a:lnTo>
                    <a:pt x="1239" y="2787"/>
                  </a:lnTo>
                  <a:lnTo>
                    <a:pt x="2096" y="3072"/>
                  </a:lnTo>
                  <a:cubicBezTo>
                    <a:pt x="2121" y="3079"/>
                    <a:pt x="2146" y="3082"/>
                    <a:pt x="2171" y="3082"/>
                  </a:cubicBezTo>
                  <a:cubicBezTo>
                    <a:pt x="2339" y="3082"/>
                    <a:pt x="2498" y="2949"/>
                    <a:pt x="2477" y="2763"/>
                  </a:cubicBezTo>
                  <a:lnTo>
                    <a:pt x="2477" y="286"/>
                  </a:lnTo>
                  <a:cubicBezTo>
                    <a:pt x="2477" y="143"/>
                    <a:pt x="2358" y="0"/>
                    <a:pt x="2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7" name="Google Shape;29407;p153"/>
          <p:cNvGrpSpPr/>
          <p:nvPr/>
        </p:nvGrpSpPr>
        <p:grpSpPr>
          <a:xfrm>
            <a:off x="3262849" y="4008314"/>
            <a:ext cx="344753" cy="344753"/>
            <a:chOff x="3262849" y="4160714"/>
            <a:chExt cx="344753" cy="344753"/>
          </a:xfrm>
        </p:grpSpPr>
        <p:sp>
          <p:nvSpPr>
            <p:cNvPr id="29408" name="Google Shape;29408;p153"/>
            <p:cNvSpPr/>
            <p:nvPr/>
          </p:nvSpPr>
          <p:spPr>
            <a:xfrm>
              <a:off x="3262849" y="4160714"/>
              <a:ext cx="344753" cy="344753"/>
            </a:xfrm>
            <a:custGeom>
              <a:rect b="b" l="l" r="r" t="t"/>
              <a:pathLst>
                <a:path extrusionOk="0" h="10598" w="10598">
                  <a:moveTo>
                    <a:pt x="5311" y="0"/>
                  </a:moveTo>
                  <a:cubicBezTo>
                    <a:pt x="2382" y="0"/>
                    <a:pt x="0" y="2381"/>
                    <a:pt x="0" y="5311"/>
                  </a:cubicBezTo>
                  <a:cubicBezTo>
                    <a:pt x="0" y="8216"/>
                    <a:pt x="2382" y="10597"/>
                    <a:pt x="5311" y="10597"/>
                  </a:cubicBezTo>
                  <a:cubicBezTo>
                    <a:pt x="8216" y="10597"/>
                    <a:pt x="10598" y="8216"/>
                    <a:pt x="10598" y="5311"/>
                  </a:cubicBezTo>
                  <a:cubicBezTo>
                    <a:pt x="10598" y="2358"/>
                    <a:pt x="8216" y="0"/>
                    <a:pt x="5311"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9" name="Google Shape;29409;p153"/>
            <p:cNvSpPr/>
            <p:nvPr/>
          </p:nvSpPr>
          <p:spPr>
            <a:xfrm>
              <a:off x="3435583" y="4160714"/>
              <a:ext cx="172019" cy="344753"/>
            </a:xfrm>
            <a:custGeom>
              <a:rect b="b" l="l" r="r" t="t"/>
              <a:pathLst>
                <a:path extrusionOk="0" h="10598" w="5288">
                  <a:moveTo>
                    <a:pt x="1" y="0"/>
                  </a:moveTo>
                  <a:lnTo>
                    <a:pt x="1" y="10597"/>
                  </a:lnTo>
                  <a:cubicBezTo>
                    <a:pt x="2906" y="10597"/>
                    <a:pt x="5288" y="8216"/>
                    <a:pt x="5288" y="5311"/>
                  </a:cubicBezTo>
                  <a:cubicBezTo>
                    <a:pt x="5288" y="2358"/>
                    <a:pt x="2906"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0" name="Google Shape;29410;p153"/>
            <p:cNvSpPr/>
            <p:nvPr/>
          </p:nvSpPr>
          <p:spPr>
            <a:xfrm>
              <a:off x="3282985" y="4180850"/>
              <a:ext cx="304481" cy="304481"/>
            </a:xfrm>
            <a:custGeom>
              <a:rect b="b" l="l" r="r" t="t"/>
              <a:pathLst>
                <a:path extrusionOk="0" h="9360" w="9360">
                  <a:moveTo>
                    <a:pt x="4692" y="0"/>
                  </a:moveTo>
                  <a:cubicBezTo>
                    <a:pt x="2096" y="0"/>
                    <a:pt x="0" y="2096"/>
                    <a:pt x="0" y="4692"/>
                  </a:cubicBezTo>
                  <a:cubicBezTo>
                    <a:pt x="0" y="7264"/>
                    <a:pt x="2096" y="9359"/>
                    <a:pt x="4692" y="9359"/>
                  </a:cubicBezTo>
                  <a:cubicBezTo>
                    <a:pt x="7264" y="9359"/>
                    <a:pt x="9360" y="7264"/>
                    <a:pt x="9360" y="4692"/>
                  </a:cubicBezTo>
                  <a:cubicBezTo>
                    <a:pt x="9360" y="2096"/>
                    <a:pt x="7264" y="0"/>
                    <a:pt x="4692"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1" name="Google Shape;29411;p153"/>
            <p:cNvSpPr/>
            <p:nvPr/>
          </p:nvSpPr>
          <p:spPr>
            <a:xfrm>
              <a:off x="3435583" y="4180850"/>
              <a:ext cx="151883" cy="304481"/>
            </a:xfrm>
            <a:custGeom>
              <a:rect b="b" l="l" r="r" t="t"/>
              <a:pathLst>
                <a:path extrusionOk="0" h="9360" w="4669">
                  <a:moveTo>
                    <a:pt x="44" y="0"/>
                  </a:moveTo>
                  <a:cubicBezTo>
                    <a:pt x="30" y="0"/>
                    <a:pt x="15" y="0"/>
                    <a:pt x="1" y="0"/>
                  </a:cubicBezTo>
                  <a:lnTo>
                    <a:pt x="1" y="9359"/>
                  </a:lnTo>
                  <a:cubicBezTo>
                    <a:pt x="2573" y="9359"/>
                    <a:pt x="4669" y="7264"/>
                    <a:pt x="4669" y="4692"/>
                  </a:cubicBezTo>
                  <a:cubicBezTo>
                    <a:pt x="4669" y="2110"/>
                    <a:pt x="2596" y="0"/>
                    <a:pt x="4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2" name="Google Shape;29412;p153"/>
            <p:cNvSpPr/>
            <p:nvPr/>
          </p:nvSpPr>
          <p:spPr>
            <a:xfrm>
              <a:off x="3355039" y="4363669"/>
              <a:ext cx="59660" cy="60441"/>
            </a:xfrm>
            <a:custGeom>
              <a:rect b="b" l="l" r="r" t="t"/>
              <a:pathLst>
                <a:path extrusionOk="0" h="1858" w="1834">
                  <a:moveTo>
                    <a:pt x="929" y="0"/>
                  </a:moveTo>
                  <a:cubicBezTo>
                    <a:pt x="405" y="0"/>
                    <a:pt x="0" y="429"/>
                    <a:pt x="0" y="929"/>
                  </a:cubicBezTo>
                  <a:cubicBezTo>
                    <a:pt x="0" y="1453"/>
                    <a:pt x="405" y="1858"/>
                    <a:pt x="929" y="1858"/>
                  </a:cubicBezTo>
                  <a:cubicBezTo>
                    <a:pt x="1429" y="1858"/>
                    <a:pt x="1834" y="1453"/>
                    <a:pt x="1834" y="929"/>
                  </a:cubicBezTo>
                  <a:cubicBezTo>
                    <a:pt x="1834" y="429"/>
                    <a:pt x="1429" y="0"/>
                    <a:pt x="92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3" name="Google Shape;29413;p153"/>
            <p:cNvSpPr/>
            <p:nvPr/>
          </p:nvSpPr>
          <p:spPr>
            <a:xfrm>
              <a:off x="3375175" y="4384585"/>
              <a:ext cx="19388" cy="19388"/>
            </a:xfrm>
            <a:custGeom>
              <a:rect b="b" l="l" r="r" t="t"/>
              <a:pathLst>
                <a:path extrusionOk="0" h="596" w="596">
                  <a:moveTo>
                    <a:pt x="310" y="0"/>
                  </a:moveTo>
                  <a:cubicBezTo>
                    <a:pt x="119" y="0"/>
                    <a:pt x="0" y="143"/>
                    <a:pt x="0" y="286"/>
                  </a:cubicBezTo>
                  <a:cubicBezTo>
                    <a:pt x="0" y="477"/>
                    <a:pt x="143" y="596"/>
                    <a:pt x="310" y="596"/>
                  </a:cubicBezTo>
                  <a:cubicBezTo>
                    <a:pt x="477" y="596"/>
                    <a:pt x="596" y="453"/>
                    <a:pt x="596" y="286"/>
                  </a:cubicBezTo>
                  <a:cubicBezTo>
                    <a:pt x="596" y="119"/>
                    <a:pt x="453" y="0"/>
                    <a:pt x="31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4" name="Google Shape;29414;p153"/>
            <p:cNvSpPr/>
            <p:nvPr/>
          </p:nvSpPr>
          <p:spPr>
            <a:xfrm>
              <a:off x="3472017" y="4355048"/>
              <a:ext cx="58131" cy="68378"/>
            </a:xfrm>
            <a:custGeom>
              <a:rect b="b" l="l" r="r" t="t"/>
              <a:pathLst>
                <a:path extrusionOk="0" h="2102" w="1787">
                  <a:moveTo>
                    <a:pt x="381" y="0"/>
                  </a:moveTo>
                  <a:cubicBezTo>
                    <a:pt x="215" y="0"/>
                    <a:pt x="93" y="113"/>
                    <a:pt x="72" y="265"/>
                  </a:cubicBezTo>
                  <a:cubicBezTo>
                    <a:pt x="24" y="456"/>
                    <a:pt x="0" y="718"/>
                    <a:pt x="215" y="1027"/>
                  </a:cubicBezTo>
                  <a:cubicBezTo>
                    <a:pt x="429" y="1289"/>
                    <a:pt x="667" y="1313"/>
                    <a:pt x="834" y="1337"/>
                  </a:cubicBezTo>
                  <a:cubicBezTo>
                    <a:pt x="953" y="1385"/>
                    <a:pt x="977" y="1385"/>
                    <a:pt x="1048" y="1432"/>
                  </a:cubicBezTo>
                  <a:cubicBezTo>
                    <a:pt x="1096" y="1528"/>
                    <a:pt x="1096" y="1575"/>
                    <a:pt x="1072" y="1766"/>
                  </a:cubicBezTo>
                  <a:cubicBezTo>
                    <a:pt x="1048" y="1909"/>
                    <a:pt x="1167" y="2051"/>
                    <a:pt x="1334" y="2099"/>
                  </a:cubicBezTo>
                  <a:cubicBezTo>
                    <a:pt x="1346" y="2101"/>
                    <a:pt x="1358" y="2102"/>
                    <a:pt x="1371" y="2102"/>
                  </a:cubicBezTo>
                  <a:cubicBezTo>
                    <a:pt x="1524" y="2102"/>
                    <a:pt x="1669" y="1968"/>
                    <a:pt x="1691" y="1813"/>
                  </a:cubicBezTo>
                  <a:cubicBezTo>
                    <a:pt x="1691" y="1670"/>
                    <a:pt x="1786" y="1385"/>
                    <a:pt x="1548" y="1075"/>
                  </a:cubicBezTo>
                  <a:cubicBezTo>
                    <a:pt x="1334" y="813"/>
                    <a:pt x="1096" y="789"/>
                    <a:pt x="929" y="742"/>
                  </a:cubicBezTo>
                  <a:cubicBezTo>
                    <a:pt x="810" y="718"/>
                    <a:pt x="786" y="718"/>
                    <a:pt x="715" y="670"/>
                  </a:cubicBezTo>
                  <a:cubicBezTo>
                    <a:pt x="643" y="575"/>
                    <a:pt x="643" y="551"/>
                    <a:pt x="691" y="361"/>
                  </a:cubicBezTo>
                  <a:cubicBezTo>
                    <a:pt x="715" y="194"/>
                    <a:pt x="596" y="27"/>
                    <a:pt x="429" y="3"/>
                  </a:cubicBezTo>
                  <a:cubicBezTo>
                    <a:pt x="413" y="1"/>
                    <a:pt x="397" y="0"/>
                    <a:pt x="38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5" name="Google Shape;29415;p153"/>
            <p:cNvSpPr/>
            <p:nvPr/>
          </p:nvSpPr>
          <p:spPr>
            <a:xfrm>
              <a:off x="3313206" y="4302089"/>
              <a:ext cx="62002" cy="35750"/>
            </a:xfrm>
            <a:custGeom>
              <a:rect b="b" l="l" r="r" t="t"/>
              <a:pathLst>
                <a:path extrusionOk="0" h="1099" w="1906">
                  <a:moveTo>
                    <a:pt x="1314" y="0"/>
                  </a:moveTo>
                  <a:cubicBezTo>
                    <a:pt x="1250" y="0"/>
                    <a:pt x="1178" y="11"/>
                    <a:pt x="1096" y="36"/>
                  </a:cubicBezTo>
                  <a:cubicBezTo>
                    <a:pt x="834" y="84"/>
                    <a:pt x="738" y="274"/>
                    <a:pt x="691" y="393"/>
                  </a:cubicBezTo>
                  <a:cubicBezTo>
                    <a:pt x="653" y="456"/>
                    <a:pt x="635" y="486"/>
                    <a:pt x="606" y="486"/>
                  </a:cubicBezTo>
                  <a:cubicBezTo>
                    <a:pt x="580" y="486"/>
                    <a:pt x="544" y="462"/>
                    <a:pt x="477" y="417"/>
                  </a:cubicBezTo>
                  <a:cubicBezTo>
                    <a:pt x="441" y="405"/>
                    <a:pt x="402" y="399"/>
                    <a:pt x="363" y="399"/>
                  </a:cubicBezTo>
                  <a:cubicBezTo>
                    <a:pt x="246" y="399"/>
                    <a:pt x="125" y="453"/>
                    <a:pt x="72" y="560"/>
                  </a:cubicBezTo>
                  <a:cubicBezTo>
                    <a:pt x="0" y="727"/>
                    <a:pt x="72" y="893"/>
                    <a:pt x="215" y="988"/>
                  </a:cubicBezTo>
                  <a:cubicBezTo>
                    <a:pt x="304" y="1048"/>
                    <a:pt x="412" y="1098"/>
                    <a:pt x="545" y="1098"/>
                  </a:cubicBezTo>
                  <a:cubicBezTo>
                    <a:pt x="624" y="1098"/>
                    <a:pt x="712" y="1081"/>
                    <a:pt x="810" y="1036"/>
                  </a:cubicBezTo>
                  <a:cubicBezTo>
                    <a:pt x="1072" y="988"/>
                    <a:pt x="1167" y="798"/>
                    <a:pt x="1215" y="679"/>
                  </a:cubicBezTo>
                  <a:cubicBezTo>
                    <a:pt x="1248" y="623"/>
                    <a:pt x="1266" y="604"/>
                    <a:pt x="1287" y="604"/>
                  </a:cubicBezTo>
                  <a:cubicBezTo>
                    <a:pt x="1312" y="604"/>
                    <a:pt x="1342" y="630"/>
                    <a:pt x="1405" y="655"/>
                  </a:cubicBezTo>
                  <a:cubicBezTo>
                    <a:pt x="1450" y="685"/>
                    <a:pt x="1497" y="698"/>
                    <a:pt x="1544" y="698"/>
                  </a:cubicBezTo>
                  <a:cubicBezTo>
                    <a:pt x="1646" y="698"/>
                    <a:pt x="1745" y="634"/>
                    <a:pt x="1810" y="536"/>
                  </a:cubicBezTo>
                  <a:cubicBezTo>
                    <a:pt x="1905" y="393"/>
                    <a:pt x="1834" y="203"/>
                    <a:pt x="1691" y="131"/>
                  </a:cubicBezTo>
                  <a:cubicBezTo>
                    <a:pt x="1604" y="79"/>
                    <a:pt x="1490" y="0"/>
                    <a:pt x="13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6" name="Google Shape;29416;p153"/>
            <p:cNvSpPr/>
            <p:nvPr/>
          </p:nvSpPr>
          <p:spPr>
            <a:xfrm>
              <a:off x="3355039" y="4252806"/>
              <a:ext cx="19388" cy="19485"/>
            </a:xfrm>
            <a:custGeom>
              <a:rect b="b" l="l" r="r" t="t"/>
              <a:pathLst>
                <a:path extrusionOk="0" h="599" w="596">
                  <a:moveTo>
                    <a:pt x="322" y="0"/>
                  </a:moveTo>
                  <a:cubicBezTo>
                    <a:pt x="310" y="0"/>
                    <a:pt x="298" y="1"/>
                    <a:pt x="286" y="3"/>
                  </a:cubicBezTo>
                  <a:cubicBezTo>
                    <a:pt x="143" y="3"/>
                    <a:pt x="0" y="146"/>
                    <a:pt x="0" y="289"/>
                  </a:cubicBezTo>
                  <a:cubicBezTo>
                    <a:pt x="0" y="455"/>
                    <a:pt x="119" y="598"/>
                    <a:pt x="286" y="598"/>
                  </a:cubicBezTo>
                  <a:cubicBezTo>
                    <a:pt x="453" y="598"/>
                    <a:pt x="596" y="479"/>
                    <a:pt x="596" y="289"/>
                  </a:cubicBezTo>
                  <a:cubicBezTo>
                    <a:pt x="596" y="134"/>
                    <a:pt x="473" y="0"/>
                    <a:pt x="32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7" name="Google Shape;29417;p153"/>
            <p:cNvSpPr/>
            <p:nvPr/>
          </p:nvSpPr>
          <p:spPr>
            <a:xfrm>
              <a:off x="3414667" y="4333448"/>
              <a:ext cx="19420" cy="19388"/>
            </a:xfrm>
            <a:custGeom>
              <a:rect b="b" l="l" r="r" t="t"/>
              <a:pathLst>
                <a:path extrusionOk="0" h="596" w="597">
                  <a:moveTo>
                    <a:pt x="311" y="1"/>
                  </a:moveTo>
                  <a:cubicBezTo>
                    <a:pt x="168" y="1"/>
                    <a:pt x="1" y="144"/>
                    <a:pt x="1" y="286"/>
                  </a:cubicBezTo>
                  <a:cubicBezTo>
                    <a:pt x="1" y="429"/>
                    <a:pt x="120" y="596"/>
                    <a:pt x="311" y="596"/>
                  </a:cubicBezTo>
                  <a:cubicBezTo>
                    <a:pt x="453" y="596"/>
                    <a:pt x="596" y="477"/>
                    <a:pt x="596" y="286"/>
                  </a:cubicBezTo>
                  <a:cubicBezTo>
                    <a:pt x="596" y="120"/>
                    <a:pt x="453" y="1"/>
                    <a:pt x="31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8" name="Google Shape;29418;p153"/>
            <p:cNvSpPr/>
            <p:nvPr/>
          </p:nvSpPr>
          <p:spPr>
            <a:xfrm>
              <a:off x="3526245" y="4312531"/>
              <a:ext cx="19388" cy="19420"/>
            </a:xfrm>
            <a:custGeom>
              <a:rect b="b" l="l" r="r" t="t"/>
              <a:pathLst>
                <a:path extrusionOk="0" h="597" w="596">
                  <a:moveTo>
                    <a:pt x="310" y="1"/>
                  </a:moveTo>
                  <a:cubicBezTo>
                    <a:pt x="143" y="1"/>
                    <a:pt x="0" y="167"/>
                    <a:pt x="0" y="310"/>
                  </a:cubicBezTo>
                  <a:cubicBezTo>
                    <a:pt x="0" y="453"/>
                    <a:pt x="143" y="596"/>
                    <a:pt x="310" y="596"/>
                  </a:cubicBezTo>
                  <a:cubicBezTo>
                    <a:pt x="453" y="596"/>
                    <a:pt x="596" y="477"/>
                    <a:pt x="596" y="310"/>
                  </a:cubicBezTo>
                  <a:cubicBezTo>
                    <a:pt x="596" y="120"/>
                    <a:pt x="45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9" name="Google Shape;29419;p153"/>
            <p:cNvSpPr/>
            <p:nvPr/>
          </p:nvSpPr>
          <p:spPr>
            <a:xfrm>
              <a:off x="3437145" y="4434161"/>
              <a:ext cx="19388" cy="19388"/>
            </a:xfrm>
            <a:custGeom>
              <a:rect b="b" l="l" r="r" t="t"/>
              <a:pathLst>
                <a:path extrusionOk="0" h="596" w="596">
                  <a:moveTo>
                    <a:pt x="310" y="1"/>
                  </a:moveTo>
                  <a:cubicBezTo>
                    <a:pt x="143" y="1"/>
                    <a:pt x="1" y="143"/>
                    <a:pt x="1" y="286"/>
                  </a:cubicBezTo>
                  <a:cubicBezTo>
                    <a:pt x="1" y="429"/>
                    <a:pt x="143" y="596"/>
                    <a:pt x="310" y="596"/>
                  </a:cubicBezTo>
                  <a:cubicBezTo>
                    <a:pt x="453" y="596"/>
                    <a:pt x="596" y="477"/>
                    <a:pt x="596" y="286"/>
                  </a:cubicBezTo>
                  <a:cubicBezTo>
                    <a:pt x="596" y="143"/>
                    <a:pt x="45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0" name="Google Shape;29420;p153"/>
            <p:cNvSpPr/>
            <p:nvPr/>
          </p:nvSpPr>
          <p:spPr>
            <a:xfrm>
              <a:off x="3444887" y="4242039"/>
              <a:ext cx="41085" cy="41085"/>
            </a:xfrm>
            <a:custGeom>
              <a:rect b="b" l="l" r="r" t="t"/>
              <a:pathLst>
                <a:path extrusionOk="0" h="1263" w="1263">
                  <a:moveTo>
                    <a:pt x="620" y="1"/>
                  </a:moveTo>
                  <a:cubicBezTo>
                    <a:pt x="263" y="1"/>
                    <a:pt x="1" y="263"/>
                    <a:pt x="1" y="620"/>
                  </a:cubicBezTo>
                  <a:cubicBezTo>
                    <a:pt x="1" y="977"/>
                    <a:pt x="263" y="1263"/>
                    <a:pt x="620" y="1263"/>
                  </a:cubicBezTo>
                  <a:cubicBezTo>
                    <a:pt x="977" y="1263"/>
                    <a:pt x="1263" y="977"/>
                    <a:pt x="1263" y="620"/>
                  </a:cubicBezTo>
                  <a:cubicBezTo>
                    <a:pt x="1263" y="263"/>
                    <a:pt x="953" y="1"/>
                    <a:pt x="6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1" name="Google Shape;29421;p153"/>
            <p:cNvSpPr/>
            <p:nvPr/>
          </p:nvSpPr>
          <p:spPr>
            <a:xfrm>
              <a:off x="3413918" y="4210290"/>
              <a:ext cx="103055" cy="102274"/>
            </a:xfrm>
            <a:custGeom>
              <a:rect b="b" l="l" r="r" t="t"/>
              <a:pathLst>
                <a:path extrusionOk="0" h="3144" w="3168">
                  <a:moveTo>
                    <a:pt x="1572" y="953"/>
                  </a:moveTo>
                  <a:cubicBezTo>
                    <a:pt x="1929" y="953"/>
                    <a:pt x="2215" y="1215"/>
                    <a:pt x="2215" y="1572"/>
                  </a:cubicBezTo>
                  <a:cubicBezTo>
                    <a:pt x="2215" y="1929"/>
                    <a:pt x="1905" y="2191"/>
                    <a:pt x="1572" y="2191"/>
                  </a:cubicBezTo>
                  <a:cubicBezTo>
                    <a:pt x="1215" y="2191"/>
                    <a:pt x="953" y="1929"/>
                    <a:pt x="953" y="1572"/>
                  </a:cubicBezTo>
                  <a:cubicBezTo>
                    <a:pt x="953" y="1215"/>
                    <a:pt x="1215" y="953"/>
                    <a:pt x="1572" y="953"/>
                  </a:cubicBezTo>
                  <a:close/>
                  <a:moveTo>
                    <a:pt x="1572" y="0"/>
                  </a:moveTo>
                  <a:cubicBezTo>
                    <a:pt x="1405" y="0"/>
                    <a:pt x="1286" y="143"/>
                    <a:pt x="1286" y="286"/>
                  </a:cubicBezTo>
                  <a:lnTo>
                    <a:pt x="1286" y="381"/>
                  </a:lnTo>
                  <a:cubicBezTo>
                    <a:pt x="1167" y="405"/>
                    <a:pt x="1072" y="476"/>
                    <a:pt x="953" y="500"/>
                  </a:cubicBezTo>
                  <a:lnTo>
                    <a:pt x="905" y="453"/>
                  </a:lnTo>
                  <a:cubicBezTo>
                    <a:pt x="846" y="393"/>
                    <a:pt x="762" y="363"/>
                    <a:pt x="679" y="363"/>
                  </a:cubicBezTo>
                  <a:cubicBezTo>
                    <a:pt x="595" y="363"/>
                    <a:pt x="512" y="393"/>
                    <a:pt x="453" y="453"/>
                  </a:cubicBezTo>
                  <a:cubicBezTo>
                    <a:pt x="334" y="548"/>
                    <a:pt x="334" y="762"/>
                    <a:pt x="453" y="881"/>
                  </a:cubicBezTo>
                  <a:lnTo>
                    <a:pt x="500" y="953"/>
                  </a:lnTo>
                  <a:cubicBezTo>
                    <a:pt x="453" y="1048"/>
                    <a:pt x="405" y="1143"/>
                    <a:pt x="381" y="1286"/>
                  </a:cubicBezTo>
                  <a:lnTo>
                    <a:pt x="310" y="1286"/>
                  </a:lnTo>
                  <a:cubicBezTo>
                    <a:pt x="119" y="1286"/>
                    <a:pt x="0" y="1429"/>
                    <a:pt x="0" y="1572"/>
                  </a:cubicBezTo>
                  <a:cubicBezTo>
                    <a:pt x="0" y="1715"/>
                    <a:pt x="143" y="1882"/>
                    <a:pt x="310" y="1882"/>
                  </a:cubicBezTo>
                  <a:lnTo>
                    <a:pt x="381" y="1882"/>
                  </a:lnTo>
                  <a:cubicBezTo>
                    <a:pt x="429" y="2001"/>
                    <a:pt x="476" y="2072"/>
                    <a:pt x="500" y="2191"/>
                  </a:cubicBezTo>
                  <a:lnTo>
                    <a:pt x="453" y="2263"/>
                  </a:lnTo>
                  <a:cubicBezTo>
                    <a:pt x="334" y="2382"/>
                    <a:pt x="334" y="2596"/>
                    <a:pt x="453" y="2715"/>
                  </a:cubicBezTo>
                  <a:cubicBezTo>
                    <a:pt x="512" y="2775"/>
                    <a:pt x="595" y="2804"/>
                    <a:pt x="679" y="2804"/>
                  </a:cubicBezTo>
                  <a:cubicBezTo>
                    <a:pt x="762" y="2804"/>
                    <a:pt x="846" y="2775"/>
                    <a:pt x="905" y="2715"/>
                  </a:cubicBezTo>
                  <a:lnTo>
                    <a:pt x="953" y="2644"/>
                  </a:lnTo>
                  <a:cubicBezTo>
                    <a:pt x="1048" y="2715"/>
                    <a:pt x="1167" y="2739"/>
                    <a:pt x="1286" y="2763"/>
                  </a:cubicBezTo>
                  <a:lnTo>
                    <a:pt x="1286" y="2858"/>
                  </a:lnTo>
                  <a:cubicBezTo>
                    <a:pt x="1286" y="3025"/>
                    <a:pt x="1429" y="3144"/>
                    <a:pt x="1572" y="3144"/>
                  </a:cubicBezTo>
                  <a:cubicBezTo>
                    <a:pt x="1762" y="3144"/>
                    <a:pt x="1881" y="3001"/>
                    <a:pt x="1881" y="2858"/>
                  </a:cubicBezTo>
                  <a:lnTo>
                    <a:pt x="1881" y="2763"/>
                  </a:lnTo>
                  <a:cubicBezTo>
                    <a:pt x="2001" y="2739"/>
                    <a:pt x="2096" y="2667"/>
                    <a:pt x="2215" y="2644"/>
                  </a:cubicBezTo>
                  <a:lnTo>
                    <a:pt x="2262" y="2715"/>
                  </a:lnTo>
                  <a:cubicBezTo>
                    <a:pt x="2322" y="2775"/>
                    <a:pt x="2405" y="2804"/>
                    <a:pt x="2489" y="2804"/>
                  </a:cubicBezTo>
                  <a:cubicBezTo>
                    <a:pt x="2572" y="2804"/>
                    <a:pt x="2655" y="2775"/>
                    <a:pt x="2715" y="2715"/>
                  </a:cubicBezTo>
                  <a:cubicBezTo>
                    <a:pt x="2834" y="2596"/>
                    <a:pt x="2834" y="2382"/>
                    <a:pt x="2715" y="2263"/>
                  </a:cubicBezTo>
                  <a:lnTo>
                    <a:pt x="2644" y="2191"/>
                  </a:lnTo>
                  <a:cubicBezTo>
                    <a:pt x="2715" y="2120"/>
                    <a:pt x="2739" y="2001"/>
                    <a:pt x="2763" y="1882"/>
                  </a:cubicBezTo>
                  <a:lnTo>
                    <a:pt x="2858" y="1882"/>
                  </a:lnTo>
                  <a:cubicBezTo>
                    <a:pt x="3048" y="1882"/>
                    <a:pt x="3167" y="1715"/>
                    <a:pt x="3167" y="1572"/>
                  </a:cubicBezTo>
                  <a:cubicBezTo>
                    <a:pt x="3167" y="1429"/>
                    <a:pt x="3048" y="1286"/>
                    <a:pt x="2858" y="1286"/>
                  </a:cubicBezTo>
                  <a:lnTo>
                    <a:pt x="2763" y="1286"/>
                  </a:lnTo>
                  <a:cubicBezTo>
                    <a:pt x="2739" y="1167"/>
                    <a:pt x="2691" y="1072"/>
                    <a:pt x="2644" y="953"/>
                  </a:cubicBezTo>
                  <a:lnTo>
                    <a:pt x="2715" y="881"/>
                  </a:lnTo>
                  <a:cubicBezTo>
                    <a:pt x="2834" y="762"/>
                    <a:pt x="2834" y="548"/>
                    <a:pt x="2715" y="453"/>
                  </a:cubicBezTo>
                  <a:cubicBezTo>
                    <a:pt x="2655" y="393"/>
                    <a:pt x="2572" y="363"/>
                    <a:pt x="2489" y="363"/>
                  </a:cubicBezTo>
                  <a:cubicBezTo>
                    <a:pt x="2405" y="363"/>
                    <a:pt x="2322" y="393"/>
                    <a:pt x="2262" y="453"/>
                  </a:cubicBezTo>
                  <a:lnTo>
                    <a:pt x="2215" y="500"/>
                  </a:lnTo>
                  <a:cubicBezTo>
                    <a:pt x="2120" y="453"/>
                    <a:pt x="2001" y="405"/>
                    <a:pt x="1881" y="381"/>
                  </a:cubicBezTo>
                  <a:lnTo>
                    <a:pt x="1881" y="286"/>
                  </a:lnTo>
                  <a:cubicBezTo>
                    <a:pt x="1881" y="119"/>
                    <a:pt x="1739" y="0"/>
                    <a:pt x="157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2" name="Google Shape;29422;p153"/>
            <p:cNvSpPr/>
            <p:nvPr/>
          </p:nvSpPr>
          <p:spPr>
            <a:xfrm>
              <a:off x="3433274" y="4209151"/>
              <a:ext cx="88351" cy="104551"/>
            </a:xfrm>
            <a:custGeom>
              <a:rect b="b" l="l" r="r" t="t"/>
              <a:pathLst>
                <a:path extrusionOk="0" h="3214" w="2716">
                  <a:moveTo>
                    <a:pt x="977" y="988"/>
                  </a:moveTo>
                  <a:cubicBezTo>
                    <a:pt x="1334" y="988"/>
                    <a:pt x="1620" y="1250"/>
                    <a:pt x="1620" y="1607"/>
                  </a:cubicBezTo>
                  <a:cubicBezTo>
                    <a:pt x="1620" y="1964"/>
                    <a:pt x="1310" y="2226"/>
                    <a:pt x="977" y="2226"/>
                  </a:cubicBezTo>
                  <a:cubicBezTo>
                    <a:pt x="643" y="2226"/>
                    <a:pt x="358" y="1964"/>
                    <a:pt x="358" y="1607"/>
                  </a:cubicBezTo>
                  <a:cubicBezTo>
                    <a:pt x="358" y="1250"/>
                    <a:pt x="620" y="988"/>
                    <a:pt x="977" y="988"/>
                  </a:cubicBezTo>
                  <a:close/>
                  <a:moveTo>
                    <a:pt x="958" y="1"/>
                  </a:moveTo>
                  <a:cubicBezTo>
                    <a:pt x="784" y="1"/>
                    <a:pt x="643" y="137"/>
                    <a:pt x="643" y="321"/>
                  </a:cubicBezTo>
                  <a:lnTo>
                    <a:pt x="643" y="416"/>
                  </a:lnTo>
                  <a:cubicBezTo>
                    <a:pt x="548" y="440"/>
                    <a:pt x="453" y="488"/>
                    <a:pt x="334" y="535"/>
                  </a:cubicBezTo>
                  <a:cubicBezTo>
                    <a:pt x="272" y="494"/>
                    <a:pt x="193" y="383"/>
                    <a:pt x="66" y="383"/>
                  </a:cubicBezTo>
                  <a:cubicBezTo>
                    <a:pt x="46" y="383"/>
                    <a:pt x="24" y="386"/>
                    <a:pt x="0" y="392"/>
                  </a:cubicBezTo>
                  <a:lnTo>
                    <a:pt x="0" y="2821"/>
                  </a:lnTo>
                  <a:cubicBezTo>
                    <a:pt x="24" y="2828"/>
                    <a:pt x="46" y="2831"/>
                    <a:pt x="66" y="2831"/>
                  </a:cubicBezTo>
                  <a:cubicBezTo>
                    <a:pt x="193" y="2831"/>
                    <a:pt x="272" y="2720"/>
                    <a:pt x="334" y="2679"/>
                  </a:cubicBezTo>
                  <a:cubicBezTo>
                    <a:pt x="405" y="2726"/>
                    <a:pt x="524" y="2774"/>
                    <a:pt x="643" y="2798"/>
                  </a:cubicBezTo>
                  <a:lnTo>
                    <a:pt x="643" y="2941"/>
                  </a:lnTo>
                  <a:cubicBezTo>
                    <a:pt x="643" y="3012"/>
                    <a:pt x="691" y="3060"/>
                    <a:pt x="739" y="3131"/>
                  </a:cubicBezTo>
                  <a:cubicBezTo>
                    <a:pt x="817" y="3188"/>
                    <a:pt x="898" y="3213"/>
                    <a:pt x="972" y="3213"/>
                  </a:cubicBezTo>
                  <a:cubicBezTo>
                    <a:pt x="1146" y="3213"/>
                    <a:pt x="1286" y="3076"/>
                    <a:pt x="1286" y="2893"/>
                  </a:cubicBezTo>
                  <a:lnTo>
                    <a:pt x="1286" y="2798"/>
                  </a:lnTo>
                  <a:cubicBezTo>
                    <a:pt x="1406" y="2774"/>
                    <a:pt x="1501" y="2702"/>
                    <a:pt x="1620" y="2679"/>
                  </a:cubicBezTo>
                  <a:lnTo>
                    <a:pt x="1667" y="2726"/>
                  </a:lnTo>
                  <a:cubicBezTo>
                    <a:pt x="1727" y="2786"/>
                    <a:pt x="1810" y="2815"/>
                    <a:pt x="1894" y="2815"/>
                  </a:cubicBezTo>
                  <a:cubicBezTo>
                    <a:pt x="1977" y="2815"/>
                    <a:pt x="2060" y="2786"/>
                    <a:pt x="2120" y="2726"/>
                  </a:cubicBezTo>
                  <a:cubicBezTo>
                    <a:pt x="2239" y="2631"/>
                    <a:pt x="2239" y="2417"/>
                    <a:pt x="2120" y="2298"/>
                  </a:cubicBezTo>
                  <a:lnTo>
                    <a:pt x="2049" y="2226"/>
                  </a:lnTo>
                  <a:cubicBezTo>
                    <a:pt x="2120" y="2131"/>
                    <a:pt x="2144" y="2036"/>
                    <a:pt x="2168" y="1893"/>
                  </a:cubicBezTo>
                  <a:lnTo>
                    <a:pt x="2334" y="1893"/>
                  </a:lnTo>
                  <a:cubicBezTo>
                    <a:pt x="2382" y="1893"/>
                    <a:pt x="2430" y="1869"/>
                    <a:pt x="2501" y="1821"/>
                  </a:cubicBezTo>
                  <a:cubicBezTo>
                    <a:pt x="2715" y="1607"/>
                    <a:pt x="2525" y="1321"/>
                    <a:pt x="2263" y="1321"/>
                  </a:cubicBezTo>
                  <a:lnTo>
                    <a:pt x="2168" y="1321"/>
                  </a:lnTo>
                  <a:cubicBezTo>
                    <a:pt x="2144" y="1202"/>
                    <a:pt x="2096" y="1107"/>
                    <a:pt x="2049" y="988"/>
                  </a:cubicBezTo>
                  <a:lnTo>
                    <a:pt x="2120" y="916"/>
                  </a:lnTo>
                  <a:cubicBezTo>
                    <a:pt x="2239" y="797"/>
                    <a:pt x="2239" y="583"/>
                    <a:pt x="2120" y="488"/>
                  </a:cubicBezTo>
                  <a:cubicBezTo>
                    <a:pt x="2060" y="428"/>
                    <a:pt x="1977" y="398"/>
                    <a:pt x="1894" y="398"/>
                  </a:cubicBezTo>
                  <a:cubicBezTo>
                    <a:pt x="1810" y="398"/>
                    <a:pt x="1727" y="428"/>
                    <a:pt x="1667" y="488"/>
                  </a:cubicBezTo>
                  <a:lnTo>
                    <a:pt x="1620" y="535"/>
                  </a:lnTo>
                  <a:cubicBezTo>
                    <a:pt x="1525" y="488"/>
                    <a:pt x="1406" y="440"/>
                    <a:pt x="1286" y="416"/>
                  </a:cubicBezTo>
                  <a:lnTo>
                    <a:pt x="1286" y="273"/>
                  </a:lnTo>
                  <a:cubicBezTo>
                    <a:pt x="1286" y="202"/>
                    <a:pt x="1239" y="154"/>
                    <a:pt x="1191" y="83"/>
                  </a:cubicBezTo>
                  <a:cubicBezTo>
                    <a:pt x="1113" y="26"/>
                    <a:pt x="1032"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23" name="Google Shape;29423;p153"/>
          <p:cNvGrpSpPr/>
          <p:nvPr/>
        </p:nvGrpSpPr>
        <p:grpSpPr>
          <a:xfrm>
            <a:off x="4001898" y="4008314"/>
            <a:ext cx="356366" cy="344753"/>
            <a:chOff x="4001898" y="4160714"/>
            <a:chExt cx="356366" cy="344753"/>
          </a:xfrm>
        </p:grpSpPr>
        <p:sp>
          <p:nvSpPr>
            <p:cNvPr id="29424" name="Google Shape;29424;p153"/>
            <p:cNvSpPr/>
            <p:nvPr/>
          </p:nvSpPr>
          <p:spPr>
            <a:xfrm>
              <a:off x="4001898" y="4164292"/>
              <a:ext cx="354057" cy="336686"/>
            </a:xfrm>
            <a:custGeom>
              <a:rect b="b" l="l" r="r" t="t"/>
              <a:pathLst>
                <a:path extrusionOk="0" h="10350" w="10884">
                  <a:moveTo>
                    <a:pt x="5642" y="0"/>
                  </a:moveTo>
                  <a:cubicBezTo>
                    <a:pt x="5540" y="0"/>
                    <a:pt x="5438" y="3"/>
                    <a:pt x="5335" y="9"/>
                  </a:cubicBezTo>
                  <a:cubicBezTo>
                    <a:pt x="3977" y="104"/>
                    <a:pt x="2715" y="700"/>
                    <a:pt x="1786" y="1748"/>
                  </a:cubicBezTo>
                  <a:cubicBezTo>
                    <a:pt x="0" y="3772"/>
                    <a:pt x="48" y="6868"/>
                    <a:pt x="2001" y="8820"/>
                  </a:cubicBezTo>
                  <a:cubicBezTo>
                    <a:pt x="3011" y="9843"/>
                    <a:pt x="4327" y="10349"/>
                    <a:pt x="5642" y="10349"/>
                  </a:cubicBezTo>
                  <a:cubicBezTo>
                    <a:pt x="6870" y="10349"/>
                    <a:pt x="8097" y="9908"/>
                    <a:pt x="9074" y="9035"/>
                  </a:cubicBezTo>
                  <a:cubicBezTo>
                    <a:pt x="10264" y="7987"/>
                    <a:pt x="10884" y="6463"/>
                    <a:pt x="10812" y="4867"/>
                  </a:cubicBezTo>
                  <a:cubicBezTo>
                    <a:pt x="10628" y="2157"/>
                    <a:pt x="8406" y="0"/>
                    <a:pt x="5642"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5" name="Google Shape;29425;p153"/>
            <p:cNvSpPr/>
            <p:nvPr/>
          </p:nvSpPr>
          <p:spPr>
            <a:xfrm>
              <a:off x="4066958" y="4214161"/>
              <a:ext cx="287435" cy="287435"/>
            </a:xfrm>
            <a:custGeom>
              <a:rect b="b" l="l" r="r" t="t"/>
              <a:pathLst>
                <a:path extrusionOk="0" h="8836" w="8836">
                  <a:moveTo>
                    <a:pt x="7312" y="0"/>
                  </a:moveTo>
                  <a:lnTo>
                    <a:pt x="1" y="7311"/>
                  </a:lnTo>
                  <a:cubicBezTo>
                    <a:pt x="906" y="8240"/>
                    <a:pt x="2215" y="8835"/>
                    <a:pt x="3644" y="8835"/>
                  </a:cubicBezTo>
                  <a:cubicBezTo>
                    <a:pt x="6502" y="8835"/>
                    <a:pt x="8836" y="6525"/>
                    <a:pt x="8836" y="3668"/>
                  </a:cubicBezTo>
                  <a:cubicBezTo>
                    <a:pt x="8836" y="2239"/>
                    <a:pt x="8241" y="929"/>
                    <a:pt x="7312"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6" name="Google Shape;29426;p153"/>
            <p:cNvSpPr/>
            <p:nvPr/>
          </p:nvSpPr>
          <p:spPr>
            <a:xfrm>
              <a:off x="4176194" y="4164585"/>
              <a:ext cx="20169" cy="57415"/>
            </a:xfrm>
            <a:custGeom>
              <a:rect b="b" l="l" r="r" t="t"/>
              <a:pathLst>
                <a:path extrusionOk="0" h="1765" w="620">
                  <a:moveTo>
                    <a:pt x="620" y="0"/>
                  </a:moveTo>
                  <a:cubicBezTo>
                    <a:pt x="405" y="0"/>
                    <a:pt x="215" y="0"/>
                    <a:pt x="1" y="24"/>
                  </a:cubicBezTo>
                  <a:lnTo>
                    <a:pt x="1" y="1453"/>
                  </a:lnTo>
                  <a:cubicBezTo>
                    <a:pt x="1" y="1629"/>
                    <a:pt x="144" y="1765"/>
                    <a:pt x="316" y="1765"/>
                  </a:cubicBezTo>
                  <a:cubicBezTo>
                    <a:pt x="330" y="1765"/>
                    <a:pt x="344" y="1764"/>
                    <a:pt x="358" y="1762"/>
                  </a:cubicBezTo>
                  <a:cubicBezTo>
                    <a:pt x="501" y="1739"/>
                    <a:pt x="620" y="1572"/>
                    <a:pt x="620" y="1429"/>
                  </a:cubicBezTo>
                  <a:lnTo>
                    <a:pt x="620"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7" name="Google Shape;29427;p153"/>
            <p:cNvSpPr/>
            <p:nvPr/>
          </p:nvSpPr>
          <p:spPr>
            <a:xfrm>
              <a:off x="4018163" y="4322616"/>
              <a:ext cx="57350" cy="20169"/>
            </a:xfrm>
            <a:custGeom>
              <a:rect b="b" l="l" r="r" t="t"/>
              <a:pathLst>
                <a:path extrusionOk="0" h="620" w="1763">
                  <a:moveTo>
                    <a:pt x="0" y="0"/>
                  </a:moveTo>
                  <a:lnTo>
                    <a:pt x="0" y="619"/>
                  </a:lnTo>
                  <a:lnTo>
                    <a:pt x="1429" y="619"/>
                  </a:lnTo>
                  <a:cubicBezTo>
                    <a:pt x="1572" y="619"/>
                    <a:pt x="1739" y="500"/>
                    <a:pt x="1739" y="357"/>
                  </a:cubicBezTo>
                  <a:cubicBezTo>
                    <a:pt x="1763" y="143"/>
                    <a:pt x="1620" y="0"/>
                    <a:pt x="1429" y="0"/>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8" name="Google Shape;29428;p153"/>
            <p:cNvSpPr/>
            <p:nvPr/>
          </p:nvSpPr>
          <p:spPr>
            <a:xfrm>
              <a:off x="4176194" y="4444148"/>
              <a:ext cx="20169" cy="56667"/>
            </a:xfrm>
            <a:custGeom>
              <a:rect b="b" l="l" r="r" t="t"/>
              <a:pathLst>
                <a:path extrusionOk="0" h="1742" w="620">
                  <a:moveTo>
                    <a:pt x="312" y="1"/>
                  </a:moveTo>
                  <a:cubicBezTo>
                    <a:pt x="123" y="1"/>
                    <a:pt x="1" y="136"/>
                    <a:pt x="1" y="313"/>
                  </a:cubicBezTo>
                  <a:lnTo>
                    <a:pt x="1" y="1742"/>
                  </a:lnTo>
                  <a:lnTo>
                    <a:pt x="620" y="1742"/>
                  </a:lnTo>
                  <a:lnTo>
                    <a:pt x="620" y="313"/>
                  </a:lnTo>
                  <a:cubicBezTo>
                    <a:pt x="620" y="170"/>
                    <a:pt x="501" y="3"/>
                    <a:pt x="358" y="3"/>
                  </a:cubicBezTo>
                  <a:cubicBezTo>
                    <a:pt x="342" y="1"/>
                    <a:pt x="327" y="1"/>
                    <a:pt x="312"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9" name="Google Shape;29429;p153"/>
            <p:cNvSpPr/>
            <p:nvPr/>
          </p:nvSpPr>
          <p:spPr>
            <a:xfrm>
              <a:off x="4295481" y="4322616"/>
              <a:ext cx="58912" cy="20169"/>
            </a:xfrm>
            <a:custGeom>
              <a:rect b="b" l="l" r="r" t="t"/>
              <a:pathLst>
                <a:path extrusionOk="0" h="620" w="1811">
                  <a:moveTo>
                    <a:pt x="311" y="0"/>
                  </a:moveTo>
                  <a:cubicBezTo>
                    <a:pt x="144" y="0"/>
                    <a:pt x="1" y="167"/>
                    <a:pt x="25" y="357"/>
                  </a:cubicBezTo>
                  <a:cubicBezTo>
                    <a:pt x="49" y="500"/>
                    <a:pt x="192" y="619"/>
                    <a:pt x="358" y="619"/>
                  </a:cubicBezTo>
                  <a:lnTo>
                    <a:pt x="1787" y="619"/>
                  </a:lnTo>
                  <a:cubicBezTo>
                    <a:pt x="1811" y="405"/>
                    <a:pt x="1811" y="215"/>
                    <a:pt x="1739"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0" name="Google Shape;29430;p153"/>
            <p:cNvSpPr/>
            <p:nvPr/>
          </p:nvSpPr>
          <p:spPr>
            <a:xfrm>
              <a:off x="4274597" y="4206419"/>
              <a:ext cx="37214" cy="35458"/>
            </a:xfrm>
            <a:custGeom>
              <a:rect b="b" l="l" r="r" t="t"/>
              <a:pathLst>
                <a:path extrusionOk="0" h="1090" w="1144">
                  <a:moveTo>
                    <a:pt x="691" y="0"/>
                  </a:moveTo>
                  <a:lnTo>
                    <a:pt x="119" y="572"/>
                  </a:lnTo>
                  <a:cubicBezTo>
                    <a:pt x="0" y="667"/>
                    <a:pt x="0" y="881"/>
                    <a:pt x="119" y="1000"/>
                  </a:cubicBezTo>
                  <a:cubicBezTo>
                    <a:pt x="179" y="1060"/>
                    <a:pt x="262" y="1090"/>
                    <a:pt x="345" y="1090"/>
                  </a:cubicBezTo>
                  <a:cubicBezTo>
                    <a:pt x="429" y="1090"/>
                    <a:pt x="512" y="1060"/>
                    <a:pt x="572" y="1000"/>
                  </a:cubicBezTo>
                  <a:lnTo>
                    <a:pt x="1143" y="453"/>
                  </a:lnTo>
                  <a:lnTo>
                    <a:pt x="69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1" name="Google Shape;29431;p153"/>
            <p:cNvSpPr/>
            <p:nvPr/>
          </p:nvSpPr>
          <p:spPr>
            <a:xfrm>
              <a:off x="4274597" y="4206419"/>
              <a:ext cx="37214" cy="35458"/>
            </a:xfrm>
            <a:custGeom>
              <a:rect b="b" l="l" r="r" t="t"/>
              <a:pathLst>
                <a:path extrusionOk="0" h="1090" w="1144">
                  <a:moveTo>
                    <a:pt x="691" y="0"/>
                  </a:moveTo>
                  <a:lnTo>
                    <a:pt x="119" y="572"/>
                  </a:lnTo>
                  <a:cubicBezTo>
                    <a:pt x="0" y="667"/>
                    <a:pt x="0" y="881"/>
                    <a:pt x="119" y="1000"/>
                  </a:cubicBezTo>
                  <a:cubicBezTo>
                    <a:pt x="179" y="1060"/>
                    <a:pt x="262" y="1090"/>
                    <a:pt x="345" y="1090"/>
                  </a:cubicBezTo>
                  <a:cubicBezTo>
                    <a:pt x="429" y="1090"/>
                    <a:pt x="512" y="1060"/>
                    <a:pt x="572" y="1000"/>
                  </a:cubicBezTo>
                  <a:lnTo>
                    <a:pt x="1143" y="453"/>
                  </a:lnTo>
                  <a:lnTo>
                    <a:pt x="691"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2" name="Google Shape;29432;p153"/>
            <p:cNvSpPr/>
            <p:nvPr/>
          </p:nvSpPr>
          <p:spPr>
            <a:xfrm>
              <a:off x="4278468" y="4213380"/>
              <a:ext cx="33343" cy="28496"/>
            </a:xfrm>
            <a:custGeom>
              <a:rect b="b" l="l" r="r" t="t"/>
              <a:pathLst>
                <a:path extrusionOk="0" h="876" w="1025">
                  <a:moveTo>
                    <a:pt x="810" y="0"/>
                  </a:moveTo>
                  <a:lnTo>
                    <a:pt x="0" y="786"/>
                  </a:lnTo>
                  <a:cubicBezTo>
                    <a:pt x="60" y="846"/>
                    <a:pt x="143" y="876"/>
                    <a:pt x="226" y="876"/>
                  </a:cubicBezTo>
                  <a:cubicBezTo>
                    <a:pt x="310" y="876"/>
                    <a:pt x="393" y="846"/>
                    <a:pt x="453" y="786"/>
                  </a:cubicBezTo>
                  <a:lnTo>
                    <a:pt x="1024" y="239"/>
                  </a:lnTo>
                  <a:cubicBezTo>
                    <a:pt x="953" y="167"/>
                    <a:pt x="881" y="72"/>
                    <a:pt x="81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3" name="Google Shape;29433;p153"/>
            <p:cNvSpPr/>
            <p:nvPr/>
          </p:nvSpPr>
          <p:spPr>
            <a:xfrm>
              <a:off x="4059997" y="4207167"/>
              <a:ext cx="39524" cy="35685"/>
            </a:xfrm>
            <a:custGeom>
              <a:rect b="b" l="l" r="r" t="t"/>
              <a:pathLst>
                <a:path extrusionOk="0" h="1097" w="1215">
                  <a:moveTo>
                    <a:pt x="453" y="1"/>
                  </a:moveTo>
                  <a:cubicBezTo>
                    <a:pt x="262" y="144"/>
                    <a:pt x="119" y="311"/>
                    <a:pt x="0" y="453"/>
                  </a:cubicBezTo>
                  <a:cubicBezTo>
                    <a:pt x="620" y="1049"/>
                    <a:pt x="620" y="1096"/>
                    <a:pt x="810" y="1096"/>
                  </a:cubicBezTo>
                  <a:cubicBezTo>
                    <a:pt x="1072" y="1096"/>
                    <a:pt x="1215" y="787"/>
                    <a:pt x="1001" y="572"/>
                  </a:cubicBezTo>
                  <a:lnTo>
                    <a:pt x="453" y="1"/>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4" name="Google Shape;29434;p153"/>
            <p:cNvSpPr/>
            <p:nvPr/>
          </p:nvSpPr>
          <p:spPr>
            <a:xfrm>
              <a:off x="4059997" y="4421962"/>
              <a:ext cx="36434" cy="36238"/>
            </a:xfrm>
            <a:custGeom>
              <a:rect b="b" l="l" r="r" t="t"/>
              <a:pathLst>
                <a:path extrusionOk="0" h="1114" w="1120">
                  <a:moveTo>
                    <a:pt x="786" y="0"/>
                  </a:moveTo>
                  <a:cubicBezTo>
                    <a:pt x="709" y="0"/>
                    <a:pt x="631" y="30"/>
                    <a:pt x="572" y="90"/>
                  </a:cubicBezTo>
                  <a:lnTo>
                    <a:pt x="0" y="661"/>
                  </a:lnTo>
                  <a:lnTo>
                    <a:pt x="453" y="1114"/>
                  </a:lnTo>
                  <a:lnTo>
                    <a:pt x="1001" y="542"/>
                  </a:lnTo>
                  <a:cubicBezTo>
                    <a:pt x="1120" y="423"/>
                    <a:pt x="1120" y="256"/>
                    <a:pt x="1001" y="90"/>
                  </a:cubicBezTo>
                  <a:cubicBezTo>
                    <a:pt x="941" y="30"/>
                    <a:pt x="864" y="0"/>
                    <a:pt x="78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5" name="Google Shape;29435;p153"/>
            <p:cNvSpPr/>
            <p:nvPr/>
          </p:nvSpPr>
          <p:spPr>
            <a:xfrm>
              <a:off x="4059997" y="4421962"/>
              <a:ext cx="36434" cy="36238"/>
            </a:xfrm>
            <a:custGeom>
              <a:rect b="b" l="l" r="r" t="t"/>
              <a:pathLst>
                <a:path extrusionOk="0" h="1114" w="1120">
                  <a:moveTo>
                    <a:pt x="786" y="0"/>
                  </a:moveTo>
                  <a:cubicBezTo>
                    <a:pt x="709" y="0"/>
                    <a:pt x="631" y="30"/>
                    <a:pt x="572" y="90"/>
                  </a:cubicBezTo>
                  <a:lnTo>
                    <a:pt x="0" y="661"/>
                  </a:lnTo>
                  <a:lnTo>
                    <a:pt x="453" y="1114"/>
                  </a:lnTo>
                  <a:lnTo>
                    <a:pt x="1001" y="542"/>
                  </a:lnTo>
                  <a:cubicBezTo>
                    <a:pt x="1120" y="423"/>
                    <a:pt x="1120" y="256"/>
                    <a:pt x="1001" y="90"/>
                  </a:cubicBezTo>
                  <a:cubicBezTo>
                    <a:pt x="941" y="30"/>
                    <a:pt x="864" y="0"/>
                    <a:pt x="786" y="0"/>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6" name="Google Shape;29436;p153"/>
            <p:cNvSpPr/>
            <p:nvPr/>
          </p:nvSpPr>
          <p:spPr>
            <a:xfrm>
              <a:off x="4066958" y="4424858"/>
              <a:ext cx="29472" cy="33343"/>
            </a:xfrm>
            <a:custGeom>
              <a:rect b="b" l="l" r="r" t="t"/>
              <a:pathLst>
                <a:path extrusionOk="0" h="1025" w="906">
                  <a:moveTo>
                    <a:pt x="787" y="1"/>
                  </a:moveTo>
                  <a:lnTo>
                    <a:pt x="1" y="810"/>
                  </a:lnTo>
                  <a:cubicBezTo>
                    <a:pt x="72" y="882"/>
                    <a:pt x="144" y="953"/>
                    <a:pt x="239" y="1025"/>
                  </a:cubicBezTo>
                  <a:lnTo>
                    <a:pt x="787" y="453"/>
                  </a:lnTo>
                  <a:cubicBezTo>
                    <a:pt x="906" y="334"/>
                    <a:pt x="906" y="167"/>
                    <a:pt x="787"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7" name="Google Shape;29437;p153"/>
            <p:cNvSpPr/>
            <p:nvPr/>
          </p:nvSpPr>
          <p:spPr>
            <a:xfrm>
              <a:off x="4274597" y="4423524"/>
              <a:ext cx="37214" cy="35458"/>
            </a:xfrm>
            <a:custGeom>
              <a:rect b="b" l="l" r="r" t="t"/>
              <a:pathLst>
                <a:path extrusionOk="0" h="1090" w="1144">
                  <a:moveTo>
                    <a:pt x="345" y="0"/>
                  </a:moveTo>
                  <a:cubicBezTo>
                    <a:pt x="262" y="0"/>
                    <a:pt x="179" y="30"/>
                    <a:pt x="119" y="89"/>
                  </a:cubicBezTo>
                  <a:cubicBezTo>
                    <a:pt x="0" y="208"/>
                    <a:pt x="0" y="399"/>
                    <a:pt x="119" y="518"/>
                  </a:cubicBezTo>
                  <a:lnTo>
                    <a:pt x="691" y="1090"/>
                  </a:lnTo>
                  <a:lnTo>
                    <a:pt x="1143" y="637"/>
                  </a:lnTo>
                  <a:lnTo>
                    <a:pt x="572" y="89"/>
                  </a:lnTo>
                  <a:cubicBezTo>
                    <a:pt x="512" y="30"/>
                    <a:pt x="429" y="0"/>
                    <a:pt x="345"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8" name="Google Shape;29438;p153"/>
            <p:cNvSpPr/>
            <p:nvPr/>
          </p:nvSpPr>
          <p:spPr>
            <a:xfrm>
              <a:off x="4013511" y="4160714"/>
              <a:ext cx="344753" cy="344753"/>
            </a:xfrm>
            <a:custGeom>
              <a:rect b="b" l="l" r="r" t="t"/>
              <a:pathLst>
                <a:path extrusionOk="0" h="10598" w="10598">
                  <a:moveTo>
                    <a:pt x="5287" y="619"/>
                  </a:moveTo>
                  <a:cubicBezTo>
                    <a:pt x="7883" y="619"/>
                    <a:pt x="9979" y="2715"/>
                    <a:pt x="9979" y="5311"/>
                  </a:cubicBezTo>
                  <a:cubicBezTo>
                    <a:pt x="9979" y="7859"/>
                    <a:pt x="7883" y="9978"/>
                    <a:pt x="5287" y="9978"/>
                  </a:cubicBezTo>
                  <a:cubicBezTo>
                    <a:pt x="2715" y="9978"/>
                    <a:pt x="620" y="7859"/>
                    <a:pt x="620" y="5311"/>
                  </a:cubicBezTo>
                  <a:cubicBezTo>
                    <a:pt x="620" y="2715"/>
                    <a:pt x="2715" y="619"/>
                    <a:pt x="5287" y="619"/>
                  </a:cubicBezTo>
                  <a:close/>
                  <a:moveTo>
                    <a:pt x="5287" y="0"/>
                  </a:moveTo>
                  <a:cubicBezTo>
                    <a:pt x="2382" y="0"/>
                    <a:pt x="1" y="2358"/>
                    <a:pt x="1" y="5311"/>
                  </a:cubicBezTo>
                  <a:cubicBezTo>
                    <a:pt x="1" y="8216"/>
                    <a:pt x="2358" y="10597"/>
                    <a:pt x="5287" y="10597"/>
                  </a:cubicBezTo>
                  <a:cubicBezTo>
                    <a:pt x="8193" y="10597"/>
                    <a:pt x="10598" y="8240"/>
                    <a:pt x="10598" y="5311"/>
                  </a:cubicBezTo>
                  <a:cubicBezTo>
                    <a:pt x="10598" y="2381"/>
                    <a:pt x="8240" y="0"/>
                    <a:pt x="5287" y="0"/>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9" name="Google Shape;29439;p153"/>
            <p:cNvSpPr/>
            <p:nvPr/>
          </p:nvSpPr>
          <p:spPr>
            <a:xfrm>
              <a:off x="4103034" y="4252188"/>
              <a:ext cx="165675" cy="161739"/>
            </a:xfrm>
            <a:custGeom>
              <a:rect b="b" l="l" r="r" t="t"/>
              <a:pathLst>
                <a:path extrusionOk="0" h="4972" w="5093">
                  <a:moveTo>
                    <a:pt x="4717" y="1"/>
                  </a:moveTo>
                  <a:cubicBezTo>
                    <a:pt x="4681" y="1"/>
                    <a:pt x="4644" y="7"/>
                    <a:pt x="4607" y="22"/>
                  </a:cubicBezTo>
                  <a:lnTo>
                    <a:pt x="1511" y="1260"/>
                  </a:lnTo>
                  <a:cubicBezTo>
                    <a:pt x="1416" y="1308"/>
                    <a:pt x="1345" y="1356"/>
                    <a:pt x="1321" y="1451"/>
                  </a:cubicBezTo>
                  <a:lnTo>
                    <a:pt x="82" y="4547"/>
                  </a:lnTo>
                  <a:cubicBezTo>
                    <a:pt x="1" y="4750"/>
                    <a:pt x="163" y="4972"/>
                    <a:pt x="376" y="4972"/>
                  </a:cubicBezTo>
                  <a:cubicBezTo>
                    <a:pt x="412" y="4972"/>
                    <a:pt x="449" y="4965"/>
                    <a:pt x="487" y="4952"/>
                  </a:cubicBezTo>
                  <a:lnTo>
                    <a:pt x="3583" y="3713"/>
                  </a:lnTo>
                  <a:cubicBezTo>
                    <a:pt x="3678" y="3689"/>
                    <a:pt x="3726" y="3618"/>
                    <a:pt x="3774" y="3523"/>
                  </a:cubicBezTo>
                  <a:lnTo>
                    <a:pt x="5012" y="427"/>
                  </a:lnTo>
                  <a:cubicBezTo>
                    <a:pt x="5093" y="205"/>
                    <a:pt x="4917" y="1"/>
                    <a:pt x="471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0" name="Google Shape;29440;p153"/>
            <p:cNvSpPr/>
            <p:nvPr/>
          </p:nvSpPr>
          <p:spPr>
            <a:xfrm>
              <a:off x="4107263" y="4254433"/>
              <a:ext cx="159592" cy="159234"/>
            </a:xfrm>
            <a:custGeom>
              <a:rect b="b" l="l" r="r" t="t"/>
              <a:pathLst>
                <a:path extrusionOk="0" h="4895" w="4906">
                  <a:moveTo>
                    <a:pt x="1215" y="1310"/>
                  </a:moveTo>
                  <a:lnTo>
                    <a:pt x="1215" y="1310"/>
                  </a:lnTo>
                  <a:cubicBezTo>
                    <a:pt x="1191" y="1358"/>
                    <a:pt x="1191" y="1358"/>
                    <a:pt x="1143" y="1501"/>
                  </a:cubicBezTo>
                  <a:cubicBezTo>
                    <a:pt x="1191" y="1382"/>
                    <a:pt x="1191" y="1358"/>
                    <a:pt x="1215" y="1310"/>
                  </a:cubicBezTo>
                  <a:close/>
                  <a:moveTo>
                    <a:pt x="4787" y="1"/>
                  </a:moveTo>
                  <a:lnTo>
                    <a:pt x="0" y="4811"/>
                  </a:lnTo>
                  <a:cubicBezTo>
                    <a:pt x="62" y="4858"/>
                    <a:pt x="134" y="4894"/>
                    <a:pt x="210" y="4894"/>
                  </a:cubicBezTo>
                  <a:cubicBezTo>
                    <a:pt x="250" y="4894"/>
                    <a:pt x="292" y="4884"/>
                    <a:pt x="333" y="4859"/>
                  </a:cubicBezTo>
                  <a:cubicBezTo>
                    <a:pt x="3644" y="3549"/>
                    <a:pt x="3453" y="3620"/>
                    <a:pt x="3477" y="3573"/>
                  </a:cubicBezTo>
                  <a:cubicBezTo>
                    <a:pt x="3596" y="3501"/>
                    <a:pt x="3477" y="3692"/>
                    <a:pt x="4858" y="334"/>
                  </a:cubicBezTo>
                  <a:cubicBezTo>
                    <a:pt x="4906" y="215"/>
                    <a:pt x="4882" y="96"/>
                    <a:pt x="4787"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1" name="Google Shape;29441;p153"/>
            <p:cNvSpPr/>
            <p:nvPr/>
          </p:nvSpPr>
          <p:spPr>
            <a:xfrm>
              <a:off x="4103034" y="4290834"/>
              <a:ext cx="124330" cy="123094"/>
            </a:xfrm>
            <a:custGeom>
              <a:rect b="b" l="l" r="r" t="t"/>
              <a:pathLst>
                <a:path extrusionOk="0" h="3784" w="3822">
                  <a:moveTo>
                    <a:pt x="1416" y="168"/>
                  </a:moveTo>
                  <a:cubicBezTo>
                    <a:pt x="1321" y="191"/>
                    <a:pt x="1416" y="1"/>
                    <a:pt x="82" y="3359"/>
                  </a:cubicBezTo>
                  <a:cubicBezTo>
                    <a:pt x="1" y="3562"/>
                    <a:pt x="163" y="3784"/>
                    <a:pt x="376" y="3784"/>
                  </a:cubicBezTo>
                  <a:cubicBezTo>
                    <a:pt x="412" y="3784"/>
                    <a:pt x="449" y="3777"/>
                    <a:pt x="487" y="3764"/>
                  </a:cubicBezTo>
                  <a:cubicBezTo>
                    <a:pt x="3821" y="2430"/>
                    <a:pt x="3655" y="2525"/>
                    <a:pt x="3702" y="2454"/>
                  </a:cubicBezTo>
                  <a:lnTo>
                    <a:pt x="1416" y="168"/>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2" name="Google Shape;29442;p153"/>
            <p:cNvSpPr/>
            <p:nvPr/>
          </p:nvSpPr>
          <p:spPr>
            <a:xfrm>
              <a:off x="4146754" y="4295486"/>
              <a:ext cx="1594" cy="1594"/>
            </a:xfrm>
            <a:custGeom>
              <a:rect b="b" l="l" r="r" t="t"/>
              <a:pathLst>
                <a:path extrusionOk="0" h="49" w="49">
                  <a:moveTo>
                    <a:pt x="48" y="1"/>
                  </a:moveTo>
                  <a:lnTo>
                    <a:pt x="48" y="1"/>
                  </a:lnTo>
                  <a:cubicBezTo>
                    <a:pt x="48" y="1"/>
                    <a:pt x="1" y="25"/>
                    <a:pt x="1" y="48"/>
                  </a:cubicBezTo>
                  <a:lnTo>
                    <a:pt x="48" y="1"/>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3" name="Google Shape;29443;p153"/>
            <p:cNvSpPr/>
            <p:nvPr/>
          </p:nvSpPr>
          <p:spPr>
            <a:xfrm>
              <a:off x="4108011" y="4333448"/>
              <a:ext cx="120133" cy="79861"/>
            </a:xfrm>
            <a:custGeom>
              <a:rect b="b" l="l" r="r" t="t"/>
              <a:pathLst>
                <a:path extrusionOk="0" h="2455" w="3693">
                  <a:moveTo>
                    <a:pt x="2382" y="1"/>
                  </a:moveTo>
                  <a:lnTo>
                    <a:pt x="1" y="2382"/>
                  </a:lnTo>
                  <a:cubicBezTo>
                    <a:pt x="62" y="2428"/>
                    <a:pt x="134" y="2454"/>
                    <a:pt x="209" y="2454"/>
                  </a:cubicBezTo>
                  <a:cubicBezTo>
                    <a:pt x="250" y="2454"/>
                    <a:pt x="292" y="2447"/>
                    <a:pt x="334" y="2430"/>
                  </a:cubicBezTo>
                  <a:cubicBezTo>
                    <a:pt x="3692" y="1096"/>
                    <a:pt x="3502" y="1191"/>
                    <a:pt x="3549" y="1120"/>
                  </a:cubicBezTo>
                  <a:lnTo>
                    <a:pt x="23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4" name="Google Shape;29444;p153"/>
            <p:cNvSpPr/>
            <p:nvPr/>
          </p:nvSpPr>
          <p:spPr>
            <a:xfrm>
              <a:off x="4063868" y="4211038"/>
              <a:ext cx="294396" cy="294429"/>
            </a:xfrm>
            <a:custGeom>
              <a:rect b="b" l="l" r="r" t="t"/>
              <a:pathLst>
                <a:path extrusionOk="0" h="9051" w="9050">
                  <a:moveTo>
                    <a:pt x="7502" y="1"/>
                  </a:moveTo>
                  <a:lnTo>
                    <a:pt x="7050" y="453"/>
                  </a:lnTo>
                  <a:cubicBezTo>
                    <a:pt x="7883" y="1287"/>
                    <a:pt x="8431" y="2478"/>
                    <a:pt x="8431" y="3764"/>
                  </a:cubicBezTo>
                  <a:cubicBezTo>
                    <a:pt x="8431" y="6336"/>
                    <a:pt x="6335" y="8431"/>
                    <a:pt x="3739" y="8431"/>
                  </a:cubicBezTo>
                  <a:cubicBezTo>
                    <a:pt x="2477" y="8431"/>
                    <a:pt x="1286" y="7884"/>
                    <a:pt x="453" y="7050"/>
                  </a:cubicBezTo>
                  <a:lnTo>
                    <a:pt x="0" y="7503"/>
                  </a:lnTo>
                  <a:cubicBezTo>
                    <a:pt x="953" y="8455"/>
                    <a:pt x="2287" y="9050"/>
                    <a:pt x="3739" y="9050"/>
                  </a:cubicBezTo>
                  <a:cubicBezTo>
                    <a:pt x="6645" y="9050"/>
                    <a:pt x="9050" y="6693"/>
                    <a:pt x="9050" y="3764"/>
                  </a:cubicBezTo>
                  <a:cubicBezTo>
                    <a:pt x="9050" y="2287"/>
                    <a:pt x="8455" y="954"/>
                    <a:pt x="7502"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5" name="Google Shape;29445;p153"/>
          <p:cNvGrpSpPr/>
          <p:nvPr/>
        </p:nvGrpSpPr>
        <p:grpSpPr>
          <a:xfrm>
            <a:off x="4765735" y="4008314"/>
            <a:ext cx="344753" cy="344753"/>
            <a:chOff x="4765735" y="4160714"/>
            <a:chExt cx="344753" cy="344753"/>
          </a:xfrm>
        </p:grpSpPr>
        <p:sp>
          <p:nvSpPr>
            <p:cNvPr id="29446" name="Google Shape;29446;p153"/>
            <p:cNvSpPr/>
            <p:nvPr/>
          </p:nvSpPr>
          <p:spPr>
            <a:xfrm>
              <a:off x="4766516" y="4200661"/>
              <a:ext cx="87571" cy="137472"/>
            </a:xfrm>
            <a:custGeom>
              <a:rect b="b" l="l" r="r" t="t"/>
              <a:pathLst>
                <a:path extrusionOk="0" h="4226" w="2692">
                  <a:moveTo>
                    <a:pt x="2112" y="0"/>
                  </a:moveTo>
                  <a:cubicBezTo>
                    <a:pt x="992" y="0"/>
                    <a:pt x="0" y="905"/>
                    <a:pt x="0" y="2106"/>
                  </a:cubicBezTo>
                  <a:cubicBezTo>
                    <a:pt x="0" y="3273"/>
                    <a:pt x="929" y="4202"/>
                    <a:pt x="2072" y="4226"/>
                  </a:cubicBezTo>
                  <a:cubicBezTo>
                    <a:pt x="1905" y="3749"/>
                    <a:pt x="1953" y="3511"/>
                    <a:pt x="1953" y="2178"/>
                  </a:cubicBezTo>
                  <a:cubicBezTo>
                    <a:pt x="1953" y="1392"/>
                    <a:pt x="2215" y="653"/>
                    <a:pt x="2691" y="82"/>
                  </a:cubicBezTo>
                  <a:cubicBezTo>
                    <a:pt x="2497" y="26"/>
                    <a:pt x="2303" y="0"/>
                    <a:pt x="2112"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7" name="Google Shape;29447;p153"/>
            <p:cNvSpPr/>
            <p:nvPr/>
          </p:nvSpPr>
          <p:spPr>
            <a:xfrm>
              <a:off x="5018266" y="4195586"/>
              <a:ext cx="92223" cy="137895"/>
            </a:xfrm>
            <a:custGeom>
              <a:rect b="b" l="l" r="r" t="t"/>
              <a:pathLst>
                <a:path extrusionOk="0" h="4239" w="2835">
                  <a:moveTo>
                    <a:pt x="681" y="1"/>
                  </a:moveTo>
                  <a:cubicBezTo>
                    <a:pt x="456" y="1"/>
                    <a:pt x="226" y="38"/>
                    <a:pt x="1" y="119"/>
                  </a:cubicBezTo>
                  <a:cubicBezTo>
                    <a:pt x="549" y="714"/>
                    <a:pt x="858" y="1500"/>
                    <a:pt x="858" y="2357"/>
                  </a:cubicBezTo>
                  <a:cubicBezTo>
                    <a:pt x="858" y="3667"/>
                    <a:pt x="906" y="3810"/>
                    <a:pt x="811" y="4239"/>
                  </a:cubicBezTo>
                  <a:cubicBezTo>
                    <a:pt x="1906" y="4167"/>
                    <a:pt x="2835" y="3286"/>
                    <a:pt x="2835" y="2119"/>
                  </a:cubicBezTo>
                  <a:cubicBezTo>
                    <a:pt x="2815" y="912"/>
                    <a:pt x="1792" y="1"/>
                    <a:pt x="681"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8" name="Google Shape;29448;p153"/>
            <p:cNvSpPr/>
            <p:nvPr/>
          </p:nvSpPr>
          <p:spPr>
            <a:xfrm>
              <a:off x="4765735" y="4383805"/>
              <a:ext cx="344753" cy="121662"/>
            </a:xfrm>
            <a:custGeom>
              <a:rect b="b" l="l" r="r" t="t"/>
              <a:pathLst>
                <a:path extrusionOk="0" h="3740" w="10598">
                  <a:moveTo>
                    <a:pt x="2811" y="1"/>
                  </a:moveTo>
                  <a:cubicBezTo>
                    <a:pt x="1263" y="1"/>
                    <a:pt x="0" y="1239"/>
                    <a:pt x="0" y="2787"/>
                  </a:cubicBezTo>
                  <a:lnTo>
                    <a:pt x="0" y="3454"/>
                  </a:lnTo>
                  <a:cubicBezTo>
                    <a:pt x="0" y="3597"/>
                    <a:pt x="119" y="3739"/>
                    <a:pt x="310" y="3739"/>
                  </a:cubicBezTo>
                  <a:lnTo>
                    <a:pt x="10264" y="3739"/>
                  </a:lnTo>
                  <a:cubicBezTo>
                    <a:pt x="10455" y="3739"/>
                    <a:pt x="10598" y="3597"/>
                    <a:pt x="10598" y="3454"/>
                  </a:cubicBezTo>
                  <a:lnTo>
                    <a:pt x="10598" y="2787"/>
                  </a:lnTo>
                  <a:cubicBezTo>
                    <a:pt x="10598" y="1239"/>
                    <a:pt x="9359" y="1"/>
                    <a:pt x="7812"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9" name="Google Shape;29449;p153"/>
            <p:cNvSpPr/>
            <p:nvPr/>
          </p:nvSpPr>
          <p:spPr>
            <a:xfrm>
              <a:off x="4938502" y="4383805"/>
              <a:ext cx="171986" cy="121662"/>
            </a:xfrm>
            <a:custGeom>
              <a:rect b="b" l="l" r="r" t="t"/>
              <a:pathLst>
                <a:path extrusionOk="0" h="3740" w="5287">
                  <a:moveTo>
                    <a:pt x="0" y="1"/>
                  </a:moveTo>
                  <a:lnTo>
                    <a:pt x="0" y="3739"/>
                  </a:lnTo>
                  <a:lnTo>
                    <a:pt x="4977" y="3739"/>
                  </a:lnTo>
                  <a:cubicBezTo>
                    <a:pt x="5168" y="3739"/>
                    <a:pt x="5287" y="3597"/>
                    <a:pt x="5287" y="3454"/>
                  </a:cubicBezTo>
                  <a:lnTo>
                    <a:pt x="5287" y="2787"/>
                  </a:lnTo>
                  <a:cubicBezTo>
                    <a:pt x="5287" y="1263"/>
                    <a:pt x="4096" y="48"/>
                    <a:pt x="2596"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0" name="Google Shape;29450;p153"/>
            <p:cNvSpPr/>
            <p:nvPr/>
          </p:nvSpPr>
          <p:spPr>
            <a:xfrm>
              <a:off x="4857925" y="4383805"/>
              <a:ext cx="158844" cy="120881"/>
            </a:xfrm>
            <a:custGeom>
              <a:rect b="b" l="l" r="r" t="t"/>
              <a:pathLst>
                <a:path extrusionOk="0" h="3716" w="4883">
                  <a:moveTo>
                    <a:pt x="0" y="1"/>
                  </a:moveTo>
                  <a:lnTo>
                    <a:pt x="2191" y="3573"/>
                  </a:lnTo>
                  <a:cubicBezTo>
                    <a:pt x="2251" y="3668"/>
                    <a:pt x="2358" y="3716"/>
                    <a:pt x="2465" y="3716"/>
                  </a:cubicBezTo>
                  <a:cubicBezTo>
                    <a:pt x="2572" y="3716"/>
                    <a:pt x="2679" y="3668"/>
                    <a:pt x="2739" y="3573"/>
                  </a:cubicBezTo>
                  <a:lnTo>
                    <a:pt x="4882" y="1"/>
                  </a:ln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1" name="Google Shape;29451;p153"/>
            <p:cNvSpPr/>
            <p:nvPr/>
          </p:nvSpPr>
          <p:spPr>
            <a:xfrm>
              <a:off x="4938502" y="4383805"/>
              <a:ext cx="72054" cy="120881"/>
            </a:xfrm>
            <a:custGeom>
              <a:rect b="b" l="l" r="r" t="t"/>
              <a:pathLst>
                <a:path extrusionOk="0" h="3716" w="2215">
                  <a:moveTo>
                    <a:pt x="0" y="1"/>
                  </a:moveTo>
                  <a:lnTo>
                    <a:pt x="0" y="3716"/>
                  </a:lnTo>
                  <a:cubicBezTo>
                    <a:pt x="119" y="3716"/>
                    <a:pt x="191" y="3644"/>
                    <a:pt x="262" y="3573"/>
                  </a:cubicBezTo>
                  <a:cubicBezTo>
                    <a:pt x="310" y="3477"/>
                    <a:pt x="2048" y="525"/>
                    <a:pt x="2096" y="429"/>
                  </a:cubicBezTo>
                  <a:cubicBezTo>
                    <a:pt x="2215" y="263"/>
                    <a:pt x="2072" y="1"/>
                    <a:pt x="18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2" name="Google Shape;29452;p153"/>
            <p:cNvSpPr/>
            <p:nvPr/>
          </p:nvSpPr>
          <p:spPr>
            <a:xfrm>
              <a:off x="4826143" y="4160714"/>
              <a:ext cx="222375" cy="263395"/>
            </a:xfrm>
            <a:custGeom>
              <a:rect b="b" l="l" r="r" t="t"/>
              <a:pathLst>
                <a:path extrusionOk="0" h="8097" w="6836">
                  <a:moveTo>
                    <a:pt x="3454" y="0"/>
                  </a:moveTo>
                  <a:cubicBezTo>
                    <a:pt x="1477" y="0"/>
                    <a:pt x="1" y="1572"/>
                    <a:pt x="1" y="3429"/>
                  </a:cubicBezTo>
                  <a:lnTo>
                    <a:pt x="1" y="4668"/>
                  </a:lnTo>
                  <a:cubicBezTo>
                    <a:pt x="1" y="6573"/>
                    <a:pt x="1501" y="8097"/>
                    <a:pt x="3406" y="8097"/>
                  </a:cubicBezTo>
                  <a:cubicBezTo>
                    <a:pt x="5288" y="8097"/>
                    <a:pt x="6812" y="6549"/>
                    <a:pt x="6836" y="4668"/>
                  </a:cubicBezTo>
                  <a:lnTo>
                    <a:pt x="6836" y="3453"/>
                  </a:lnTo>
                  <a:cubicBezTo>
                    <a:pt x="6836" y="1572"/>
                    <a:pt x="5312" y="0"/>
                    <a:pt x="3454"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3" name="Google Shape;29453;p153"/>
            <p:cNvSpPr/>
            <p:nvPr/>
          </p:nvSpPr>
          <p:spPr>
            <a:xfrm>
              <a:off x="4938502" y="4160714"/>
              <a:ext cx="110797" cy="262647"/>
            </a:xfrm>
            <a:custGeom>
              <a:rect b="b" l="l" r="r" t="t"/>
              <a:pathLst>
                <a:path extrusionOk="0" h="8074" w="3406">
                  <a:moveTo>
                    <a:pt x="0" y="0"/>
                  </a:moveTo>
                  <a:lnTo>
                    <a:pt x="0" y="8073"/>
                  </a:lnTo>
                  <a:cubicBezTo>
                    <a:pt x="1858" y="8073"/>
                    <a:pt x="3382" y="6525"/>
                    <a:pt x="3405" y="4644"/>
                  </a:cubicBezTo>
                  <a:lnTo>
                    <a:pt x="3405" y="3406"/>
                  </a:lnTo>
                  <a:cubicBezTo>
                    <a:pt x="3405" y="1524"/>
                    <a:pt x="1858" y="0"/>
                    <a:pt x="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4" name="Google Shape;29454;p153"/>
            <p:cNvSpPr/>
            <p:nvPr/>
          </p:nvSpPr>
          <p:spPr>
            <a:xfrm>
              <a:off x="4812221" y="4283092"/>
              <a:ext cx="251034" cy="20169"/>
            </a:xfrm>
            <a:custGeom>
              <a:rect b="b" l="l" r="r" t="t"/>
              <a:pathLst>
                <a:path extrusionOk="0" h="620" w="7717">
                  <a:moveTo>
                    <a:pt x="286" y="1"/>
                  </a:moveTo>
                  <a:cubicBezTo>
                    <a:pt x="119" y="1"/>
                    <a:pt x="0" y="144"/>
                    <a:pt x="0" y="310"/>
                  </a:cubicBezTo>
                  <a:cubicBezTo>
                    <a:pt x="24" y="501"/>
                    <a:pt x="143" y="620"/>
                    <a:pt x="334" y="620"/>
                  </a:cubicBezTo>
                  <a:lnTo>
                    <a:pt x="7383" y="620"/>
                  </a:lnTo>
                  <a:cubicBezTo>
                    <a:pt x="7573" y="620"/>
                    <a:pt x="7669" y="501"/>
                    <a:pt x="7716" y="358"/>
                  </a:cubicBezTo>
                  <a:cubicBezTo>
                    <a:pt x="7716" y="144"/>
                    <a:pt x="7573" y="1"/>
                    <a:pt x="7359"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5" name="Google Shape;29455;p153"/>
            <p:cNvSpPr/>
            <p:nvPr/>
          </p:nvSpPr>
          <p:spPr>
            <a:xfrm>
              <a:off x="4938502" y="4283092"/>
              <a:ext cx="124753" cy="20169"/>
            </a:xfrm>
            <a:custGeom>
              <a:rect b="b" l="l" r="r" t="t"/>
              <a:pathLst>
                <a:path extrusionOk="0" h="620" w="3835">
                  <a:moveTo>
                    <a:pt x="0" y="1"/>
                  </a:moveTo>
                  <a:lnTo>
                    <a:pt x="0" y="620"/>
                  </a:lnTo>
                  <a:lnTo>
                    <a:pt x="3501" y="620"/>
                  </a:lnTo>
                  <a:cubicBezTo>
                    <a:pt x="3644" y="620"/>
                    <a:pt x="3787" y="501"/>
                    <a:pt x="3787" y="358"/>
                  </a:cubicBezTo>
                  <a:cubicBezTo>
                    <a:pt x="3834" y="144"/>
                    <a:pt x="3691" y="1"/>
                    <a:pt x="350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6" name="Google Shape;29456;p153"/>
            <p:cNvSpPr/>
            <p:nvPr/>
          </p:nvSpPr>
          <p:spPr>
            <a:xfrm>
              <a:off x="4905939" y="4342752"/>
              <a:ext cx="62002" cy="20169"/>
            </a:xfrm>
            <a:custGeom>
              <a:rect b="b" l="l" r="r" t="t"/>
              <a:pathLst>
                <a:path extrusionOk="0" h="620" w="1906">
                  <a:moveTo>
                    <a:pt x="334" y="0"/>
                  </a:moveTo>
                  <a:cubicBezTo>
                    <a:pt x="144" y="0"/>
                    <a:pt x="1" y="191"/>
                    <a:pt x="25" y="358"/>
                  </a:cubicBezTo>
                  <a:cubicBezTo>
                    <a:pt x="72" y="501"/>
                    <a:pt x="215" y="620"/>
                    <a:pt x="358" y="620"/>
                  </a:cubicBezTo>
                  <a:lnTo>
                    <a:pt x="1596" y="620"/>
                  </a:lnTo>
                  <a:cubicBezTo>
                    <a:pt x="1787" y="620"/>
                    <a:pt x="1906" y="477"/>
                    <a:pt x="1882" y="262"/>
                  </a:cubicBezTo>
                  <a:cubicBezTo>
                    <a:pt x="1858" y="119"/>
                    <a:pt x="1715" y="0"/>
                    <a:pt x="154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7" name="Google Shape;29457;p153"/>
            <p:cNvSpPr/>
            <p:nvPr/>
          </p:nvSpPr>
          <p:spPr>
            <a:xfrm>
              <a:off x="4938502" y="4342752"/>
              <a:ext cx="31001" cy="20169"/>
            </a:xfrm>
            <a:custGeom>
              <a:rect b="b" l="l" r="r" t="t"/>
              <a:pathLst>
                <a:path extrusionOk="0" h="620" w="953">
                  <a:moveTo>
                    <a:pt x="0" y="0"/>
                  </a:moveTo>
                  <a:lnTo>
                    <a:pt x="0" y="620"/>
                  </a:lnTo>
                  <a:lnTo>
                    <a:pt x="595" y="620"/>
                  </a:lnTo>
                  <a:cubicBezTo>
                    <a:pt x="738" y="620"/>
                    <a:pt x="881" y="501"/>
                    <a:pt x="905" y="358"/>
                  </a:cubicBezTo>
                  <a:cubicBezTo>
                    <a:pt x="953" y="143"/>
                    <a:pt x="786" y="0"/>
                    <a:pt x="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8" name="Google Shape;29458;p153"/>
            <p:cNvSpPr/>
            <p:nvPr/>
          </p:nvSpPr>
          <p:spPr>
            <a:xfrm>
              <a:off x="4866448" y="4261394"/>
              <a:ext cx="62002" cy="62035"/>
            </a:xfrm>
            <a:custGeom>
              <a:rect b="b" l="l" r="r" t="t"/>
              <a:pathLst>
                <a:path extrusionOk="0" h="1907" w="1906">
                  <a:moveTo>
                    <a:pt x="953" y="1"/>
                  </a:moveTo>
                  <a:cubicBezTo>
                    <a:pt x="405" y="1"/>
                    <a:pt x="0" y="430"/>
                    <a:pt x="0" y="953"/>
                  </a:cubicBezTo>
                  <a:cubicBezTo>
                    <a:pt x="0" y="1501"/>
                    <a:pt x="405" y="1906"/>
                    <a:pt x="953" y="1906"/>
                  </a:cubicBezTo>
                  <a:cubicBezTo>
                    <a:pt x="1501" y="1906"/>
                    <a:pt x="1905" y="1501"/>
                    <a:pt x="1905" y="953"/>
                  </a:cubicBezTo>
                  <a:cubicBezTo>
                    <a:pt x="1905" y="430"/>
                    <a:pt x="1477" y="1"/>
                    <a:pt x="953"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9" name="Google Shape;29459;p153"/>
            <p:cNvSpPr/>
            <p:nvPr/>
          </p:nvSpPr>
          <p:spPr>
            <a:xfrm>
              <a:off x="4946992" y="4261394"/>
              <a:ext cx="62035" cy="62035"/>
            </a:xfrm>
            <a:custGeom>
              <a:rect b="b" l="l" r="r" t="t"/>
              <a:pathLst>
                <a:path extrusionOk="0" h="1907" w="1907">
                  <a:moveTo>
                    <a:pt x="954" y="1"/>
                  </a:moveTo>
                  <a:cubicBezTo>
                    <a:pt x="406" y="1"/>
                    <a:pt x="1" y="430"/>
                    <a:pt x="1" y="953"/>
                  </a:cubicBezTo>
                  <a:cubicBezTo>
                    <a:pt x="1" y="1501"/>
                    <a:pt x="406" y="1906"/>
                    <a:pt x="954" y="1906"/>
                  </a:cubicBezTo>
                  <a:cubicBezTo>
                    <a:pt x="1477" y="1906"/>
                    <a:pt x="1906" y="1501"/>
                    <a:pt x="1906" y="953"/>
                  </a:cubicBezTo>
                  <a:cubicBezTo>
                    <a:pt x="1906" y="430"/>
                    <a:pt x="1477" y="1"/>
                    <a:pt x="95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0" name="Google Shape;29460;p153"/>
            <p:cNvSpPr/>
            <p:nvPr/>
          </p:nvSpPr>
          <p:spPr>
            <a:xfrm>
              <a:off x="4886584" y="4281563"/>
              <a:ext cx="22511" cy="21698"/>
            </a:xfrm>
            <a:custGeom>
              <a:rect b="b" l="l" r="r" t="t"/>
              <a:pathLst>
                <a:path extrusionOk="0" h="667" w="692">
                  <a:moveTo>
                    <a:pt x="334" y="0"/>
                  </a:moveTo>
                  <a:cubicBezTo>
                    <a:pt x="143" y="0"/>
                    <a:pt x="0" y="167"/>
                    <a:pt x="0" y="333"/>
                  </a:cubicBezTo>
                  <a:cubicBezTo>
                    <a:pt x="0" y="524"/>
                    <a:pt x="143" y="667"/>
                    <a:pt x="334" y="667"/>
                  </a:cubicBezTo>
                  <a:cubicBezTo>
                    <a:pt x="524" y="667"/>
                    <a:pt x="667" y="524"/>
                    <a:pt x="667" y="333"/>
                  </a:cubicBezTo>
                  <a:cubicBezTo>
                    <a:pt x="691" y="167"/>
                    <a:pt x="548" y="0"/>
                    <a:pt x="334"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1" name="Google Shape;29461;p153"/>
            <p:cNvSpPr/>
            <p:nvPr/>
          </p:nvSpPr>
          <p:spPr>
            <a:xfrm>
              <a:off x="4967161" y="4281563"/>
              <a:ext cx="21698" cy="21698"/>
            </a:xfrm>
            <a:custGeom>
              <a:rect b="b" l="l" r="r" t="t"/>
              <a:pathLst>
                <a:path extrusionOk="0" h="667" w="667">
                  <a:moveTo>
                    <a:pt x="334" y="0"/>
                  </a:moveTo>
                  <a:cubicBezTo>
                    <a:pt x="143" y="0"/>
                    <a:pt x="0" y="167"/>
                    <a:pt x="0" y="333"/>
                  </a:cubicBezTo>
                  <a:cubicBezTo>
                    <a:pt x="0" y="524"/>
                    <a:pt x="143" y="667"/>
                    <a:pt x="334" y="667"/>
                  </a:cubicBezTo>
                  <a:cubicBezTo>
                    <a:pt x="500" y="667"/>
                    <a:pt x="667" y="524"/>
                    <a:pt x="667" y="333"/>
                  </a:cubicBezTo>
                  <a:cubicBezTo>
                    <a:pt x="667" y="167"/>
                    <a:pt x="500" y="0"/>
                    <a:pt x="334" y="0"/>
                  </a:cubicBezTo>
                  <a:close/>
                </a:path>
              </a:pathLst>
            </a:custGeom>
            <a:solidFill>
              <a:srgbClr val="B3BC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2" name="Google Shape;29462;p153"/>
          <p:cNvGrpSpPr/>
          <p:nvPr/>
        </p:nvGrpSpPr>
        <p:grpSpPr>
          <a:xfrm>
            <a:off x="5517178" y="4007533"/>
            <a:ext cx="344005" cy="344753"/>
            <a:chOff x="5517178" y="4159933"/>
            <a:chExt cx="344005" cy="344753"/>
          </a:xfrm>
        </p:grpSpPr>
        <p:sp>
          <p:nvSpPr>
            <p:cNvPr id="29463" name="Google Shape;29463;p153"/>
            <p:cNvSpPr/>
            <p:nvPr/>
          </p:nvSpPr>
          <p:spPr>
            <a:xfrm>
              <a:off x="5679080" y="4419458"/>
              <a:ext cx="20169" cy="30220"/>
            </a:xfrm>
            <a:custGeom>
              <a:rect b="b" l="l" r="r" t="t"/>
              <a:pathLst>
                <a:path extrusionOk="0" h="929" w="620">
                  <a:moveTo>
                    <a:pt x="1" y="0"/>
                  </a:moveTo>
                  <a:lnTo>
                    <a:pt x="1" y="929"/>
                  </a:lnTo>
                  <a:cubicBezTo>
                    <a:pt x="108" y="881"/>
                    <a:pt x="209" y="857"/>
                    <a:pt x="310" y="857"/>
                  </a:cubicBezTo>
                  <a:cubicBezTo>
                    <a:pt x="411" y="857"/>
                    <a:pt x="513" y="881"/>
                    <a:pt x="620" y="929"/>
                  </a:cubicBezTo>
                  <a:lnTo>
                    <a:pt x="620" y="0"/>
                  </a:lnTo>
                  <a:cubicBezTo>
                    <a:pt x="513" y="12"/>
                    <a:pt x="411" y="18"/>
                    <a:pt x="310" y="18"/>
                  </a:cubicBezTo>
                  <a:cubicBezTo>
                    <a:pt x="209" y="18"/>
                    <a:pt x="108" y="12"/>
                    <a:pt x="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4" name="Google Shape;29464;p153"/>
            <p:cNvSpPr/>
            <p:nvPr/>
          </p:nvSpPr>
          <p:spPr>
            <a:xfrm>
              <a:off x="5689945" y="4419458"/>
              <a:ext cx="9304" cy="30220"/>
            </a:xfrm>
            <a:custGeom>
              <a:rect b="b" l="l" r="r" t="t"/>
              <a:pathLst>
                <a:path extrusionOk="0" h="929" w="286">
                  <a:moveTo>
                    <a:pt x="0" y="0"/>
                  </a:moveTo>
                  <a:lnTo>
                    <a:pt x="0" y="857"/>
                  </a:lnTo>
                  <a:cubicBezTo>
                    <a:pt x="72" y="857"/>
                    <a:pt x="191" y="881"/>
                    <a:pt x="286" y="929"/>
                  </a:cubicBezTo>
                  <a:lnTo>
                    <a:pt x="286" y="0"/>
                  </a:lnTo>
                  <a:cubicBezTo>
                    <a:pt x="238" y="12"/>
                    <a:pt x="185" y="18"/>
                    <a:pt x="134" y="18"/>
                  </a:cubicBezTo>
                  <a:cubicBezTo>
                    <a:pt x="83" y="18"/>
                    <a:pt x="36" y="12"/>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5" name="Google Shape;29465;p153"/>
            <p:cNvSpPr/>
            <p:nvPr/>
          </p:nvSpPr>
          <p:spPr>
            <a:xfrm>
              <a:off x="5742611" y="4386147"/>
              <a:ext cx="35653" cy="36434"/>
            </a:xfrm>
            <a:custGeom>
              <a:rect b="b" l="l" r="r" t="t"/>
              <a:pathLst>
                <a:path extrusionOk="0" h="1120" w="1096">
                  <a:moveTo>
                    <a:pt x="453" y="0"/>
                  </a:moveTo>
                  <a:cubicBezTo>
                    <a:pt x="310" y="191"/>
                    <a:pt x="143" y="333"/>
                    <a:pt x="0" y="453"/>
                  </a:cubicBezTo>
                  <a:lnTo>
                    <a:pt x="667" y="1119"/>
                  </a:lnTo>
                  <a:cubicBezTo>
                    <a:pt x="739" y="905"/>
                    <a:pt x="905" y="762"/>
                    <a:pt x="1096" y="667"/>
                  </a:cubicBezTo>
                  <a:lnTo>
                    <a:pt x="4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6" name="Google Shape;29466;p153"/>
            <p:cNvSpPr/>
            <p:nvPr/>
          </p:nvSpPr>
          <p:spPr>
            <a:xfrm>
              <a:off x="5775922" y="4322616"/>
              <a:ext cx="30253" cy="20169"/>
            </a:xfrm>
            <a:custGeom>
              <a:rect b="b" l="l" r="r" t="t"/>
              <a:pathLst>
                <a:path extrusionOk="0" h="620" w="930">
                  <a:moveTo>
                    <a:pt x="0" y="0"/>
                  </a:moveTo>
                  <a:cubicBezTo>
                    <a:pt x="24" y="215"/>
                    <a:pt x="24" y="405"/>
                    <a:pt x="0" y="619"/>
                  </a:cubicBezTo>
                  <a:lnTo>
                    <a:pt x="929" y="619"/>
                  </a:lnTo>
                  <a:cubicBezTo>
                    <a:pt x="858" y="405"/>
                    <a:pt x="858" y="215"/>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7" name="Google Shape;29467;p153"/>
            <p:cNvSpPr/>
            <p:nvPr/>
          </p:nvSpPr>
          <p:spPr>
            <a:xfrm>
              <a:off x="5742611" y="4242820"/>
              <a:ext cx="35653" cy="36434"/>
            </a:xfrm>
            <a:custGeom>
              <a:rect b="b" l="l" r="r" t="t"/>
              <a:pathLst>
                <a:path extrusionOk="0" h="1120" w="1096">
                  <a:moveTo>
                    <a:pt x="667" y="0"/>
                  </a:moveTo>
                  <a:lnTo>
                    <a:pt x="0" y="667"/>
                  </a:lnTo>
                  <a:cubicBezTo>
                    <a:pt x="191" y="810"/>
                    <a:pt x="334" y="953"/>
                    <a:pt x="453" y="1120"/>
                  </a:cubicBezTo>
                  <a:lnTo>
                    <a:pt x="1096" y="453"/>
                  </a:lnTo>
                  <a:cubicBezTo>
                    <a:pt x="905" y="358"/>
                    <a:pt x="763" y="215"/>
                    <a:pt x="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8" name="Google Shape;29468;p153"/>
            <p:cNvSpPr/>
            <p:nvPr/>
          </p:nvSpPr>
          <p:spPr>
            <a:xfrm>
              <a:off x="5679080" y="4215690"/>
              <a:ext cx="20169" cy="30253"/>
            </a:xfrm>
            <a:custGeom>
              <a:rect b="b" l="l" r="r" t="t"/>
              <a:pathLst>
                <a:path extrusionOk="0" h="930" w="620">
                  <a:moveTo>
                    <a:pt x="1" y="1"/>
                  </a:moveTo>
                  <a:lnTo>
                    <a:pt x="1" y="930"/>
                  </a:lnTo>
                  <a:cubicBezTo>
                    <a:pt x="108" y="918"/>
                    <a:pt x="209" y="912"/>
                    <a:pt x="310" y="912"/>
                  </a:cubicBezTo>
                  <a:cubicBezTo>
                    <a:pt x="411" y="912"/>
                    <a:pt x="513" y="918"/>
                    <a:pt x="620" y="930"/>
                  </a:cubicBezTo>
                  <a:lnTo>
                    <a:pt x="620" y="1"/>
                  </a:lnTo>
                  <a:cubicBezTo>
                    <a:pt x="513" y="37"/>
                    <a:pt x="411" y="54"/>
                    <a:pt x="310" y="54"/>
                  </a:cubicBezTo>
                  <a:cubicBezTo>
                    <a:pt x="209" y="54"/>
                    <a:pt x="108" y="37"/>
                    <a:pt x="1"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9" name="Google Shape;29469;p153"/>
            <p:cNvSpPr/>
            <p:nvPr/>
          </p:nvSpPr>
          <p:spPr>
            <a:xfrm>
              <a:off x="5689945" y="4215690"/>
              <a:ext cx="9304" cy="30253"/>
            </a:xfrm>
            <a:custGeom>
              <a:rect b="b" l="l" r="r" t="t"/>
              <a:pathLst>
                <a:path extrusionOk="0" h="930" w="286">
                  <a:moveTo>
                    <a:pt x="286" y="1"/>
                  </a:moveTo>
                  <a:cubicBezTo>
                    <a:pt x="216" y="36"/>
                    <a:pt x="134" y="58"/>
                    <a:pt x="66" y="58"/>
                  </a:cubicBezTo>
                  <a:cubicBezTo>
                    <a:pt x="42" y="58"/>
                    <a:pt x="19" y="55"/>
                    <a:pt x="0" y="49"/>
                  </a:cubicBezTo>
                  <a:lnTo>
                    <a:pt x="0" y="906"/>
                  </a:lnTo>
                  <a:cubicBezTo>
                    <a:pt x="72" y="906"/>
                    <a:pt x="191" y="930"/>
                    <a:pt x="286" y="930"/>
                  </a:cubicBezTo>
                  <a:lnTo>
                    <a:pt x="28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0" name="Google Shape;29470;p153"/>
            <p:cNvSpPr/>
            <p:nvPr/>
          </p:nvSpPr>
          <p:spPr>
            <a:xfrm>
              <a:off x="5598503" y="4242820"/>
              <a:ext cx="35685" cy="36434"/>
            </a:xfrm>
            <a:custGeom>
              <a:rect b="b" l="l" r="r" t="t"/>
              <a:pathLst>
                <a:path extrusionOk="0" h="1120" w="1097">
                  <a:moveTo>
                    <a:pt x="453" y="0"/>
                  </a:moveTo>
                  <a:cubicBezTo>
                    <a:pt x="358" y="215"/>
                    <a:pt x="215" y="358"/>
                    <a:pt x="1" y="453"/>
                  </a:cubicBezTo>
                  <a:lnTo>
                    <a:pt x="668" y="1120"/>
                  </a:lnTo>
                  <a:cubicBezTo>
                    <a:pt x="811" y="929"/>
                    <a:pt x="954" y="786"/>
                    <a:pt x="1096" y="667"/>
                  </a:cubicBezTo>
                  <a:lnTo>
                    <a:pt x="453"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1" name="Google Shape;29471;p153"/>
            <p:cNvSpPr/>
            <p:nvPr/>
          </p:nvSpPr>
          <p:spPr>
            <a:xfrm>
              <a:off x="5572186" y="4322616"/>
              <a:ext cx="30253" cy="20169"/>
            </a:xfrm>
            <a:custGeom>
              <a:rect b="b" l="l" r="r" t="t"/>
              <a:pathLst>
                <a:path extrusionOk="0" h="620" w="930">
                  <a:moveTo>
                    <a:pt x="0" y="0"/>
                  </a:moveTo>
                  <a:cubicBezTo>
                    <a:pt x="96" y="215"/>
                    <a:pt x="96" y="405"/>
                    <a:pt x="0" y="619"/>
                  </a:cubicBezTo>
                  <a:lnTo>
                    <a:pt x="929" y="619"/>
                  </a:lnTo>
                  <a:cubicBezTo>
                    <a:pt x="905" y="405"/>
                    <a:pt x="905" y="215"/>
                    <a:pt x="92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2" name="Google Shape;29472;p153"/>
            <p:cNvSpPr/>
            <p:nvPr/>
          </p:nvSpPr>
          <p:spPr>
            <a:xfrm>
              <a:off x="5598503" y="4386147"/>
              <a:ext cx="35685" cy="36434"/>
            </a:xfrm>
            <a:custGeom>
              <a:rect b="b" l="l" r="r" t="t"/>
              <a:pathLst>
                <a:path extrusionOk="0" h="1120" w="1097">
                  <a:moveTo>
                    <a:pt x="668" y="0"/>
                  </a:moveTo>
                  <a:lnTo>
                    <a:pt x="1" y="667"/>
                  </a:lnTo>
                  <a:cubicBezTo>
                    <a:pt x="215" y="762"/>
                    <a:pt x="358" y="929"/>
                    <a:pt x="453" y="1119"/>
                  </a:cubicBezTo>
                  <a:lnTo>
                    <a:pt x="1096" y="453"/>
                  </a:lnTo>
                  <a:cubicBezTo>
                    <a:pt x="954" y="333"/>
                    <a:pt x="811" y="191"/>
                    <a:pt x="668"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3" name="Google Shape;29473;p153"/>
            <p:cNvSpPr/>
            <p:nvPr/>
          </p:nvSpPr>
          <p:spPr>
            <a:xfrm>
              <a:off x="5598503" y="4241258"/>
              <a:ext cx="182103" cy="182103"/>
            </a:xfrm>
            <a:custGeom>
              <a:rect b="b" l="l" r="r" t="t"/>
              <a:pathLst>
                <a:path extrusionOk="0" h="5598" w="5598">
                  <a:moveTo>
                    <a:pt x="2811" y="1"/>
                  </a:moveTo>
                  <a:cubicBezTo>
                    <a:pt x="1263" y="1"/>
                    <a:pt x="1" y="1239"/>
                    <a:pt x="1" y="2787"/>
                  </a:cubicBezTo>
                  <a:cubicBezTo>
                    <a:pt x="1" y="4335"/>
                    <a:pt x="1263" y="5597"/>
                    <a:pt x="2811" y="5597"/>
                  </a:cubicBezTo>
                  <a:cubicBezTo>
                    <a:pt x="4311" y="5597"/>
                    <a:pt x="5574" y="4335"/>
                    <a:pt x="5597" y="2787"/>
                  </a:cubicBezTo>
                  <a:cubicBezTo>
                    <a:pt x="5597" y="1239"/>
                    <a:pt x="4335" y="1"/>
                    <a:pt x="2811"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4" name="Google Shape;29474;p153"/>
            <p:cNvSpPr/>
            <p:nvPr/>
          </p:nvSpPr>
          <p:spPr>
            <a:xfrm>
              <a:off x="5689945" y="4242039"/>
              <a:ext cx="89880" cy="182070"/>
            </a:xfrm>
            <a:custGeom>
              <a:rect b="b" l="l" r="r" t="t"/>
              <a:pathLst>
                <a:path extrusionOk="0" h="5597" w="2763">
                  <a:moveTo>
                    <a:pt x="0" y="1"/>
                  </a:moveTo>
                  <a:lnTo>
                    <a:pt x="0" y="5597"/>
                  </a:lnTo>
                  <a:cubicBezTo>
                    <a:pt x="72" y="5597"/>
                    <a:pt x="191" y="5573"/>
                    <a:pt x="286" y="5573"/>
                  </a:cubicBezTo>
                  <a:cubicBezTo>
                    <a:pt x="1643" y="5430"/>
                    <a:pt x="2763" y="4240"/>
                    <a:pt x="2763" y="2811"/>
                  </a:cubicBezTo>
                  <a:cubicBezTo>
                    <a:pt x="2763" y="1334"/>
                    <a:pt x="1691" y="191"/>
                    <a:pt x="286" y="24"/>
                  </a:cubicBezTo>
                  <a:cubicBezTo>
                    <a:pt x="191" y="1"/>
                    <a:pt x="119"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5" name="Google Shape;29475;p153"/>
            <p:cNvSpPr/>
            <p:nvPr/>
          </p:nvSpPr>
          <p:spPr>
            <a:xfrm>
              <a:off x="5618672" y="4262175"/>
              <a:ext cx="141798" cy="141798"/>
            </a:xfrm>
            <a:custGeom>
              <a:rect b="b" l="l" r="r" t="t"/>
              <a:pathLst>
                <a:path extrusionOk="0" h="4359" w="4359">
                  <a:moveTo>
                    <a:pt x="2191" y="1"/>
                  </a:moveTo>
                  <a:cubicBezTo>
                    <a:pt x="1000" y="1"/>
                    <a:pt x="0" y="1001"/>
                    <a:pt x="0" y="2192"/>
                  </a:cubicBezTo>
                  <a:cubicBezTo>
                    <a:pt x="0" y="3382"/>
                    <a:pt x="1000" y="4359"/>
                    <a:pt x="2191" y="4359"/>
                  </a:cubicBezTo>
                  <a:cubicBezTo>
                    <a:pt x="3382" y="4359"/>
                    <a:pt x="4358" y="3382"/>
                    <a:pt x="4358" y="2192"/>
                  </a:cubicBezTo>
                  <a:cubicBezTo>
                    <a:pt x="4358" y="953"/>
                    <a:pt x="3382" y="1"/>
                    <a:pt x="219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6" name="Google Shape;29476;p153"/>
            <p:cNvSpPr/>
            <p:nvPr/>
          </p:nvSpPr>
          <p:spPr>
            <a:xfrm>
              <a:off x="5689945" y="4262175"/>
              <a:ext cx="70525" cy="141798"/>
            </a:xfrm>
            <a:custGeom>
              <a:rect b="b" l="l" r="r" t="t"/>
              <a:pathLst>
                <a:path extrusionOk="0" h="4359" w="2168">
                  <a:moveTo>
                    <a:pt x="0" y="1"/>
                  </a:moveTo>
                  <a:lnTo>
                    <a:pt x="0" y="4359"/>
                  </a:lnTo>
                  <a:cubicBezTo>
                    <a:pt x="1191" y="4359"/>
                    <a:pt x="2167" y="3382"/>
                    <a:pt x="2167" y="2192"/>
                  </a:cubicBezTo>
                  <a:cubicBezTo>
                    <a:pt x="2167" y="953"/>
                    <a:pt x="1191"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7" name="Google Shape;29477;p153"/>
            <p:cNvSpPr/>
            <p:nvPr/>
          </p:nvSpPr>
          <p:spPr>
            <a:xfrm>
              <a:off x="5671338" y="4282116"/>
              <a:ext cx="36434" cy="101168"/>
            </a:xfrm>
            <a:custGeom>
              <a:rect b="b" l="l" r="r" t="t"/>
              <a:pathLst>
                <a:path extrusionOk="0" h="3110" w="1120">
                  <a:moveTo>
                    <a:pt x="766" y="0"/>
                  </a:moveTo>
                  <a:cubicBezTo>
                    <a:pt x="677" y="0"/>
                    <a:pt x="590" y="37"/>
                    <a:pt x="524" y="102"/>
                  </a:cubicBezTo>
                  <a:lnTo>
                    <a:pt x="120" y="626"/>
                  </a:lnTo>
                  <a:cubicBezTo>
                    <a:pt x="24" y="745"/>
                    <a:pt x="24" y="888"/>
                    <a:pt x="120" y="1007"/>
                  </a:cubicBezTo>
                  <a:lnTo>
                    <a:pt x="358" y="1293"/>
                  </a:lnTo>
                  <a:lnTo>
                    <a:pt x="120" y="1602"/>
                  </a:lnTo>
                  <a:cubicBezTo>
                    <a:pt x="24" y="1722"/>
                    <a:pt x="24" y="1864"/>
                    <a:pt x="120" y="1983"/>
                  </a:cubicBezTo>
                  <a:lnTo>
                    <a:pt x="358" y="2293"/>
                  </a:lnTo>
                  <a:lnTo>
                    <a:pt x="120" y="2579"/>
                  </a:lnTo>
                  <a:cubicBezTo>
                    <a:pt x="1" y="2722"/>
                    <a:pt x="24" y="2912"/>
                    <a:pt x="143" y="3031"/>
                  </a:cubicBezTo>
                  <a:cubicBezTo>
                    <a:pt x="197" y="3085"/>
                    <a:pt x="270" y="3110"/>
                    <a:pt x="345" y="3110"/>
                  </a:cubicBezTo>
                  <a:cubicBezTo>
                    <a:pt x="436" y="3110"/>
                    <a:pt x="530" y="3073"/>
                    <a:pt x="596" y="3008"/>
                  </a:cubicBezTo>
                  <a:lnTo>
                    <a:pt x="1001" y="2484"/>
                  </a:lnTo>
                  <a:cubicBezTo>
                    <a:pt x="1096" y="2365"/>
                    <a:pt x="1096" y="2222"/>
                    <a:pt x="1001" y="2103"/>
                  </a:cubicBezTo>
                  <a:lnTo>
                    <a:pt x="763" y="1817"/>
                  </a:lnTo>
                  <a:lnTo>
                    <a:pt x="1001" y="1507"/>
                  </a:lnTo>
                  <a:cubicBezTo>
                    <a:pt x="1096" y="1388"/>
                    <a:pt x="1096" y="1245"/>
                    <a:pt x="1001" y="1126"/>
                  </a:cubicBezTo>
                  <a:lnTo>
                    <a:pt x="763" y="817"/>
                  </a:lnTo>
                  <a:lnTo>
                    <a:pt x="1001" y="531"/>
                  </a:lnTo>
                  <a:cubicBezTo>
                    <a:pt x="1120" y="388"/>
                    <a:pt x="1096" y="197"/>
                    <a:pt x="977" y="78"/>
                  </a:cubicBezTo>
                  <a:cubicBezTo>
                    <a:pt x="913" y="25"/>
                    <a:pt x="839" y="0"/>
                    <a:pt x="766"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8" name="Google Shape;29478;p153"/>
            <p:cNvSpPr/>
            <p:nvPr/>
          </p:nvSpPr>
          <p:spPr>
            <a:xfrm>
              <a:off x="5688384" y="4282018"/>
              <a:ext cx="18607" cy="98729"/>
            </a:xfrm>
            <a:custGeom>
              <a:rect b="b" l="l" r="r" t="t"/>
              <a:pathLst>
                <a:path extrusionOk="0" h="3035" w="572">
                  <a:moveTo>
                    <a:pt x="228" y="1"/>
                  </a:moveTo>
                  <a:cubicBezTo>
                    <a:pt x="146" y="1"/>
                    <a:pt x="63" y="31"/>
                    <a:pt x="0" y="81"/>
                  </a:cubicBezTo>
                  <a:lnTo>
                    <a:pt x="0" y="3034"/>
                  </a:lnTo>
                  <a:lnTo>
                    <a:pt x="48" y="3011"/>
                  </a:lnTo>
                  <a:lnTo>
                    <a:pt x="453" y="2487"/>
                  </a:lnTo>
                  <a:cubicBezTo>
                    <a:pt x="548" y="2368"/>
                    <a:pt x="548" y="2225"/>
                    <a:pt x="453" y="2106"/>
                  </a:cubicBezTo>
                  <a:lnTo>
                    <a:pt x="215" y="1820"/>
                  </a:lnTo>
                  <a:lnTo>
                    <a:pt x="453" y="1510"/>
                  </a:lnTo>
                  <a:cubicBezTo>
                    <a:pt x="572" y="1391"/>
                    <a:pt x="572" y="1224"/>
                    <a:pt x="453" y="1129"/>
                  </a:cubicBezTo>
                  <a:lnTo>
                    <a:pt x="215" y="820"/>
                  </a:lnTo>
                  <a:lnTo>
                    <a:pt x="453" y="534"/>
                  </a:lnTo>
                  <a:cubicBezTo>
                    <a:pt x="572" y="391"/>
                    <a:pt x="548" y="200"/>
                    <a:pt x="429" y="81"/>
                  </a:cubicBezTo>
                  <a:cubicBezTo>
                    <a:pt x="373" y="25"/>
                    <a:pt x="301" y="1"/>
                    <a:pt x="2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9" name="Google Shape;29479;p153"/>
            <p:cNvSpPr/>
            <p:nvPr/>
          </p:nvSpPr>
          <p:spPr>
            <a:xfrm>
              <a:off x="5659725" y="4160714"/>
              <a:ext cx="59693" cy="60441"/>
            </a:xfrm>
            <a:custGeom>
              <a:rect b="b" l="l" r="r" t="t"/>
              <a:pathLst>
                <a:path extrusionOk="0" h="1858" w="1835">
                  <a:moveTo>
                    <a:pt x="929" y="0"/>
                  </a:moveTo>
                  <a:cubicBezTo>
                    <a:pt x="405" y="0"/>
                    <a:pt x="0" y="429"/>
                    <a:pt x="0" y="929"/>
                  </a:cubicBezTo>
                  <a:cubicBezTo>
                    <a:pt x="0" y="1429"/>
                    <a:pt x="405" y="1858"/>
                    <a:pt x="929" y="1858"/>
                  </a:cubicBezTo>
                  <a:cubicBezTo>
                    <a:pt x="1429" y="1858"/>
                    <a:pt x="1834" y="1429"/>
                    <a:pt x="1834" y="929"/>
                  </a:cubicBezTo>
                  <a:cubicBezTo>
                    <a:pt x="1834" y="429"/>
                    <a:pt x="1429" y="0"/>
                    <a:pt x="92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0" name="Google Shape;29480;p153"/>
            <p:cNvSpPr/>
            <p:nvPr/>
          </p:nvSpPr>
          <p:spPr>
            <a:xfrm>
              <a:off x="5689945" y="4159933"/>
              <a:ext cx="29472" cy="60441"/>
            </a:xfrm>
            <a:custGeom>
              <a:rect b="b" l="l" r="r" t="t"/>
              <a:pathLst>
                <a:path extrusionOk="0" h="1858" w="906">
                  <a:moveTo>
                    <a:pt x="0" y="0"/>
                  </a:moveTo>
                  <a:lnTo>
                    <a:pt x="0" y="1858"/>
                  </a:lnTo>
                  <a:cubicBezTo>
                    <a:pt x="72" y="1858"/>
                    <a:pt x="191" y="1834"/>
                    <a:pt x="286" y="1810"/>
                  </a:cubicBezTo>
                  <a:cubicBezTo>
                    <a:pt x="643" y="1691"/>
                    <a:pt x="905" y="1358"/>
                    <a:pt x="905" y="953"/>
                  </a:cubicBezTo>
                  <a:cubicBezTo>
                    <a:pt x="905" y="453"/>
                    <a:pt x="500" y="24"/>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1" name="Google Shape;29481;p153"/>
            <p:cNvSpPr/>
            <p:nvPr/>
          </p:nvSpPr>
          <p:spPr>
            <a:xfrm>
              <a:off x="5679861" y="4180850"/>
              <a:ext cx="19388" cy="19388"/>
            </a:xfrm>
            <a:custGeom>
              <a:rect b="b" l="l" r="r" t="t"/>
              <a:pathLst>
                <a:path extrusionOk="0" h="596" w="596">
                  <a:moveTo>
                    <a:pt x="310" y="0"/>
                  </a:moveTo>
                  <a:cubicBezTo>
                    <a:pt x="143" y="0"/>
                    <a:pt x="0" y="119"/>
                    <a:pt x="0" y="310"/>
                  </a:cubicBezTo>
                  <a:cubicBezTo>
                    <a:pt x="0" y="453"/>
                    <a:pt x="120" y="596"/>
                    <a:pt x="310" y="596"/>
                  </a:cubicBezTo>
                  <a:cubicBezTo>
                    <a:pt x="453" y="596"/>
                    <a:pt x="596" y="477"/>
                    <a:pt x="596" y="310"/>
                  </a:cubicBezTo>
                  <a:cubicBezTo>
                    <a:pt x="596" y="167"/>
                    <a:pt x="477" y="0"/>
                    <a:pt x="31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2" name="Google Shape;29482;p153"/>
            <p:cNvSpPr/>
            <p:nvPr/>
          </p:nvSpPr>
          <p:spPr>
            <a:xfrm>
              <a:off x="5689945" y="4180069"/>
              <a:ext cx="9304" cy="20169"/>
            </a:xfrm>
            <a:custGeom>
              <a:rect b="b" l="l" r="r" t="t"/>
              <a:pathLst>
                <a:path extrusionOk="0" h="620" w="286">
                  <a:moveTo>
                    <a:pt x="0" y="0"/>
                  </a:moveTo>
                  <a:lnTo>
                    <a:pt x="0" y="620"/>
                  </a:lnTo>
                  <a:cubicBezTo>
                    <a:pt x="143" y="620"/>
                    <a:pt x="286" y="501"/>
                    <a:pt x="286" y="334"/>
                  </a:cubicBezTo>
                  <a:cubicBezTo>
                    <a:pt x="286" y="143"/>
                    <a:pt x="143" y="0"/>
                    <a:pt x="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3" name="Google Shape;29483;p153"/>
            <p:cNvSpPr/>
            <p:nvPr/>
          </p:nvSpPr>
          <p:spPr>
            <a:xfrm>
              <a:off x="5548179" y="4202352"/>
              <a:ext cx="80935" cy="59920"/>
            </a:xfrm>
            <a:custGeom>
              <a:rect b="b" l="l" r="r" t="t"/>
              <a:pathLst>
                <a:path extrusionOk="0" h="1842" w="2488">
                  <a:moveTo>
                    <a:pt x="1250" y="0"/>
                  </a:moveTo>
                  <a:cubicBezTo>
                    <a:pt x="1012" y="0"/>
                    <a:pt x="774" y="89"/>
                    <a:pt x="595" y="268"/>
                  </a:cubicBezTo>
                  <a:cubicBezTo>
                    <a:pt x="0" y="863"/>
                    <a:pt x="429" y="1840"/>
                    <a:pt x="1262" y="1840"/>
                  </a:cubicBezTo>
                  <a:cubicBezTo>
                    <a:pt x="1281" y="1841"/>
                    <a:pt x="1300" y="1841"/>
                    <a:pt x="1318" y="1841"/>
                  </a:cubicBezTo>
                  <a:cubicBezTo>
                    <a:pt x="2113" y="1841"/>
                    <a:pt x="2487" y="850"/>
                    <a:pt x="1905" y="268"/>
                  </a:cubicBezTo>
                  <a:cubicBezTo>
                    <a:pt x="1727" y="89"/>
                    <a:pt x="1488" y="0"/>
                    <a:pt x="1250"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4" name="Google Shape;29484;p153"/>
            <p:cNvSpPr/>
            <p:nvPr/>
          </p:nvSpPr>
          <p:spPr>
            <a:xfrm>
              <a:off x="5579148" y="4223367"/>
              <a:ext cx="23291" cy="19485"/>
            </a:xfrm>
            <a:custGeom>
              <a:rect b="b" l="l" r="r" t="t"/>
              <a:pathLst>
                <a:path extrusionOk="0" h="599" w="716">
                  <a:moveTo>
                    <a:pt x="321" y="0"/>
                  </a:moveTo>
                  <a:cubicBezTo>
                    <a:pt x="155" y="0"/>
                    <a:pt x="1" y="134"/>
                    <a:pt x="1" y="313"/>
                  </a:cubicBezTo>
                  <a:cubicBezTo>
                    <a:pt x="1" y="455"/>
                    <a:pt x="120" y="598"/>
                    <a:pt x="310" y="598"/>
                  </a:cubicBezTo>
                  <a:cubicBezTo>
                    <a:pt x="596" y="598"/>
                    <a:pt x="715" y="289"/>
                    <a:pt x="548" y="98"/>
                  </a:cubicBezTo>
                  <a:cubicBezTo>
                    <a:pt x="480" y="30"/>
                    <a:pt x="399" y="0"/>
                    <a:pt x="32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5" name="Google Shape;29485;p153"/>
            <p:cNvSpPr/>
            <p:nvPr/>
          </p:nvSpPr>
          <p:spPr>
            <a:xfrm>
              <a:off x="5517178" y="4303228"/>
              <a:ext cx="60441" cy="59693"/>
            </a:xfrm>
            <a:custGeom>
              <a:rect b="b" l="l" r="r" t="t"/>
              <a:pathLst>
                <a:path extrusionOk="0" h="1835" w="1858">
                  <a:moveTo>
                    <a:pt x="929" y="1"/>
                  </a:moveTo>
                  <a:cubicBezTo>
                    <a:pt x="405" y="1"/>
                    <a:pt x="0" y="406"/>
                    <a:pt x="0" y="930"/>
                  </a:cubicBezTo>
                  <a:cubicBezTo>
                    <a:pt x="0" y="1430"/>
                    <a:pt x="405" y="1835"/>
                    <a:pt x="929" y="1835"/>
                  </a:cubicBezTo>
                  <a:cubicBezTo>
                    <a:pt x="1429" y="1835"/>
                    <a:pt x="1858" y="1430"/>
                    <a:pt x="1858" y="930"/>
                  </a:cubicBezTo>
                  <a:cubicBezTo>
                    <a:pt x="1858" y="406"/>
                    <a:pt x="1429" y="1"/>
                    <a:pt x="929"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6" name="Google Shape;29486;p153"/>
            <p:cNvSpPr/>
            <p:nvPr/>
          </p:nvSpPr>
          <p:spPr>
            <a:xfrm>
              <a:off x="5537314" y="4323396"/>
              <a:ext cx="19388" cy="19388"/>
            </a:xfrm>
            <a:custGeom>
              <a:rect b="b" l="l" r="r" t="t"/>
              <a:pathLst>
                <a:path extrusionOk="0" h="596" w="596">
                  <a:moveTo>
                    <a:pt x="310" y="0"/>
                  </a:moveTo>
                  <a:cubicBezTo>
                    <a:pt x="167" y="0"/>
                    <a:pt x="1" y="119"/>
                    <a:pt x="1" y="310"/>
                  </a:cubicBezTo>
                  <a:cubicBezTo>
                    <a:pt x="1" y="453"/>
                    <a:pt x="120" y="595"/>
                    <a:pt x="310" y="595"/>
                  </a:cubicBezTo>
                  <a:cubicBezTo>
                    <a:pt x="477" y="595"/>
                    <a:pt x="596" y="453"/>
                    <a:pt x="596" y="310"/>
                  </a:cubicBezTo>
                  <a:cubicBezTo>
                    <a:pt x="596" y="143"/>
                    <a:pt x="477" y="0"/>
                    <a:pt x="31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7" name="Google Shape;29487;p153"/>
            <p:cNvSpPr/>
            <p:nvPr/>
          </p:nvSpPr>
          <p:spPr>
            <a:xfrm>
              <a:off x="5555921" y="4402965"/>
              <a:ext cx="65873" cy="60083"/>
            </a:xfrm>
            <a:custGeom>
              <a:rect b="b" l="l" r="r" t="t"/>
              <a:pathLst>
                <a:path extrusionOk="0" h="1847" w="2025">
                  <a:moveTo>
                    <a:pt x="1012" y="1"/>
                  </a:moveTo>
                  <a:cubicBezTo>
                    <a:pt x="774" y="1"/>
                    <a:pt x="536" y="90"/>
                    <a:pt x="357" y="269"/>
                  </a:cubicBezTo>
                  <a:cubicBezTo>
                    <a:pt x="0" y="626"/>
                    <a:pt x="0" y="1221"/>
                    <a:pt x="357" y="1579"/>
                  </a:cubicBezTo>
                  <a:cubicBezTo>
                    <a:pt x="536" y="1757"/>
                    <a:pt x="774" y="1847"/>
                    <a:pt x="1012" y="1847"/>
                  </a:cubicBezTo>
                  <a:cubicBezTo>
                    <a:pt x="1250" y="1847"/>
                    <a:pt x="1489" y="1757"/>
                    <a:pt x="1667" y="1579"/>
                  </a:cubicBezTo>
                  <a:cubicBezTo>
                    <a:pt x="2024" y="1221"/>
                    <a:pt x="2024" y="626"/>
                    <a:pt x="1667" y="269"/>
                  </a:cubicBezTo>
                  <a:cubicBezTo>
                    <a:pt x="1489" y="90"/>
                    <a:pt x="1250" y="1"/>
                    <a:pt x="1012"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8" name="Google Shape;29488;p153"/>
            <p:cNvSpPr/>
            <p:nvPr/>
          </p:nvSpPr>
          <p:spPr>
            <a:xfrm>
              <a:off x="5578367" y="4421962"/>
              <a:ext cx="22511" cy="20559"/>
            </a:xfrm>
            <a:custGeom>
              <a:rect b="b" l="l" r="r" t="t"/>
              <a:pathLst>
                <a:path extrusionOk="0" h="632" w="692">
                  <a:moveTo>
                    <a:pt x="346" y="0"/>
                  </a:moveTo>
                  <a:cubicBezTo>
                    <a:pt x="263" y="0"/>
                    <a:pt x="179" y="30"/>
                    <a:pt x="120" y="90"/>
                  </a:cubicBezTo>
                  <a:cubicBezTo>
                    <a:pt x="1" y="209"/>
                    <a:pt x="1" y="423"/>
                    <a:pt x="120" y="542"/>
                  </a:cubicBezTo>
                  <a:cubicBezTo>
                    <a:pt x="179" y="602"/>
                    <a:pt x="263" y="632"/>
                    <a:pt x="346" y="632"/>
                  </a:cubicBezTo>
                  <a:cubicBezTo>
                    <a:pt x="429" y="632"/>
                    <a:pt x="513" y="602"/>
                    <a:pt x="572" y="542"/>
                  </a:cubicBezTo>
                  <a:cubicBezTo>
                    <a:pt x="691" y="423"/>
                    <a:pt x="691" y="256"/>
                    <a:pt x="572" y="90"/>
                  </a:cubicBezTo>
                  <a:cubicBezTo>
                    <a:pt x="513" y="30"/>
                    <a:pt x="429" y="0"/>
                    <a:pt x="3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9" name="Google Shape;29489;p153"/>
            <p:cNvSpPr/>
            <p:nvPr/>
          </p:nvSpPr>
          <p:spPr>
            <a:xfrm>
              <a:off x="5659725" y="4444245"/>
              <a:ext cx="59693" cy="60441"/>
            </a:xfrm>
            <a:custGeom>
              <a:rect b="b" l="l" r="r" t="t"/>
              <a:pathLst>
                <a:path extrusionOk="0" h="1858" w="1835">
                  <a:moveTo>
                    <a:pt x="929" y="0"/>
                  </a:moveTo>
                  <a:cubicBezTo>
                    <a:pt x="405" y="0"/>
                    <a:pt x="0" y="429"/>
                    <a:pt x="0" y="929"/>
                  </a:cubicBezTo>
                  <a:cubicBezTo>
                    <a:pt x="0" y="1429"/>
                    <a:pt x="405" y="1858"/>
                    <a:pt x="929" y="1858"/>
                  </a:cubicBezTo>
                  <a:cubicBezTo>
                    <a:pt x="1429" y="1858"/>
                    <a:pt x="1834" y="1429"/>
                    <a:pt x="1834" y="929"/>
                  </a:cubicBezTo>
                  <a:cubicBezTo>
                    <a:pt x="1834" y="429"/>
                    <a:pt x="1429" y="0"/>
                    <a:pt x="92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0" name="Google Shape;29490;p153"/>
            <p:cNvSpPr/>
            <p:nvPr/>
          </p:nvSpPr>
          <p:spPr>
            <a:xfrm>
              <a:off x="5689945" y="4443465"/>
              <a:ext cx="29472" cy="61221"/>
            </a:xfrm>
            <a:custGeom>
              <a:rect b="b" l="l" r="r" t="t"/>
              <a:pathLst>
                <a:path extrusionOk="0" h="1882" w="906">
                  <a:moveTo>
                    <a:pt x="0" y="0"/>
                  </a:moveTo>
                  <a:lnTo>
                    <a:pt x="0" y="1882"/>
                  </a:lnTo>
                  <a:cubicBezTo>
                    <a:pt x="500" y="1882"/>
                    <a:pt x="905" y="1453"/>
                    <a:pt x="905" y="953"/>
                  </a:cubicBezTo>
                  <a:cubicBezTo>
                    <a:pt x="905" y="572"/>
                    <a:pt x="643" y="215"/>
                    <a:pt x="286" y="72"/>
                  </a:cubicBezTo>
                  <a:cubicBezTo>
                    <a:pt x="191" y="24"/>
                    <a:pt x="119"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1" name="Google Shape;29491;p153"/>
            <p:cNvSpPr/>
            <p:nvPr/>
          </p:nvSpPr>
          <p:spPr>
            <a:xfrm>
              <a:off x="5679861" y="4465910"/>
              <a:ext cx="19388" cy="19420"/>
            </a:xfrm>
            <a:custGeom>
              <a:rect b="b" l="l" r="r" t="t"/>
              <a:pathLst>
                <a:path extrusionOk="0" h="597" w="596">
                  <a:moveTo>
                    <a:pt x="310" y="1"/>
                  </a:moveTo>
                  <a:cubicBezTo>
                    <a:pt x="143" y="1"/>
                    <a:pt x="0" y="120"/>
                    <a:pt x="0" y="287"/>
                  </a:cubicBezTo>
                  <a:cubicBezTo>
                    <a:pt x="0" y="453"/>
                    <a:pt x="120" y="596"/>
                    <a:pt x="310" y="596"/>
                  </a:cubicBezTo>
                  <a:cubicBezTo>
                    <a:pt x="453" y="596"/>
                    <a:pt x="596" y="453"/>
                    <a:pt x="596" y="287"/>
                  </a:cubicBezTo>
                  <a:cubicBezTo>
                    <a:pt x="596" y="144"/>
                    <a:pt x="477" y="1"/>
                    <a:pt x="31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2" name="Google Shape;29492;p153"/>
            <p:cNvSpPr/>
            <p:nvPr/>
          </p:nvSpPr>
          <p:spPr>
            <a:xfrm>
              <a:off x="5689945" y="4463601"/>
              <a:ext cx="9304" cy="20949"/>
            </a:xfrm>
            <a:custGeom>
              <a:rect b="b" l="l" r="r" t="t"/>
              <a:pathLst>
                <a:path extrusionOk="0" h="644" w="286">
                  <a:moveTo>
                    <a:pt x="0" y="0"/>
                  </a:moveTo>
                  <a:lnTo>
                    <a:pt x="0" y="643"/>
                  </a:lnTo>
                  <a:cubicBezTo>
                    <a:pt x="143" y="643"/>
                    <a:pt x="286" y="524"/>
                    <a:pt x="286" y="334"/>
                  </a:cubicBezTo>
                  <a:cubicBezTo>
                    <a:pt x="286" y="191"/>
                    <a:pt x="143" y="48"/>
                    <a:pt x="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3" name="Google Shape;29493;p153"/>
            <p:cNvSpPr/>
            <p:nvPr/>
          </p:nvSpPr>
          <p:spPr>
            <a:xfrm>
              <a:off x="5756566" y="4402965"/>
              <a:ext cx="65873" cy="60083"/>
            </a:xfrm>
            <a:custGeom>
              <a:rect b="b" l="l" r="r" t="t"/>
              <a:pathLst>
                <a:path extrusionOk="0" h="1847" w="2025">
                  <a:moveTo>
                    <a:pt x="1012" y="1"/>
                  </a:moveTo>
                  <a:cubicBezTo>
                    <a:pt x="774" y="1"/>
                    <a:pt x="536" y="90"/>
                    <a:pt x="357" y="269"/>
                  </a:cubicBezTo>
                  <a:cubicBezTo>
                    <a:pt x="0" y="626"/>
                    <a:pt x="0" y="1221"/>
                    <a:pt x="357" y="1579"/>
                  </a:cubicBezTo>
                  <a:cubicBezTo>
                    <a:pt x="536" y="1757"/>
                    <a:pt x="774" y="1847"/>
                    <a:pt x="1012" y="1847"/>
                  </a:cubicBezTo>
                  <a:cubicBezTo>
                    <a:pt x="1250" y="1847"/>
                    <a:pt x="1489" y="1757"/>
                    <a:pt x="1667" y="1579"/>
                  </a:cubicBezTo>
                  <a:cubicBezTo>
                    <a:pt x="2024" y="1221"/>
                    <a:pt x="2024" y="626"/>
                    <a:pt x="1667" y="269"/>
                  </a:cubicBezTo>
                  <a:cubicBezTo>
                    <a:pt x="1489" y="90"/>
                    <a:pt x="1250" y="1"/>
                    <a:pt x="10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4" name="Google Shape;29494;p153"/>
            <p:cNvSpPr/>
            <p:nvPr/>
          </p:nvSpPr>
          <p:spPr>
            <a:xfrm>
              <a:off x="5777483" y="4421962"/>
              <a:ext cx="22478" cy="20559"/>
            </a:xfrm>
            <a:custGeom>
              <a:rect b="b" l="l" r="r" t="t"/>
              <a:pathLst>
                <a:path extrusionOk="0" h="632" w="691">
                  <a:moveTo>
                    <a:pt x="345" y="0"/>
                  </a:moveTo>
                  <a:cubicBezTo>
                    <a:pt x="262" y="0"/>
                    <a:pt x="179" y="30"/>
                    <a:pt x="119" y="90"/>
                  </a:cubicBezTo>
                  <a:cubicBezTo>
                    <a:pt x="0" y="209"/>
                    <a:pt x="0" y="423"/>
                    <a:pt x="119" y="542"/>
                  </a:cubicBezTo>
                  <a:cubicBezTo>
                    <a:pt x="179" y="602"/>
                    <a:pt x="262" y="632"/>
                    <a:pt x="345" y="632"/>
                  </a:cubicBezTo>
                  <a:cubicBezTo>
                    <a:pt x="429" y="632"/>
                    <a:pt x="512" y="602"/>
                    <a:pt x="572" y="542"/>
                  </a:cubicBezTo>
                  <a:cubicBezTo>
                    <a:pt x="691" y="423"/>
                    <a:pt x="691" y="256"/>
                    <a:pt x="572" y="90"/>
                  </a:cubicBezTo>
                  <a:cubicBezTo>
                    <a:pt x="512" y="30"/>
                    <a:pt x="429" y="0"/>
                    <a:pt x="34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5" name="Google Shape;29495;p153"/>
            <p:cNvSpPr/>
            <p:nvPr/>
          </p:nvSpPr>
          <p:spPr>
            <a:xfrm>
              <a:off x="5800710" y="4302480"/>
              <a:ext cx="60473" cy="59660"/>
            </a:xfrm>
            <a:custGeom>
              <a:rect b="b" l="l" r="r" t="t"/>
              <a:pathLst>
                <a:path extrusionOk="0" h="1834" w="1859">
                  <a:moveTo>
                    <a:pt x="929" y="0"/>
                  </a:moveTo>
                  <a:cubicBezTo>
                    <a:pt x="429" y="0"/>
                    <a:pt x="1" y="405"/>
                    <a:pt x="1" y="905"/>
                  </a:cubicBezTo>
                  <a:cubicBezTo>
                    <a:pt x="1" y="1429"/>
                    <a:pt x="429" y="1834"/>
                    <a:pt x="929" y="1834"/>
                  </a:cubicBezTo>
                  <a:cubicBezTo>
                    <a:pt x="1429" y="1834"/>
                    <a:pt x="1858" y="1429"/>
                    <a:pt x="1858" y="905"/>
                  </a:cubicBezTo>
                  <a:cubicBezTo>
                    <a:pt x="1858" y="405"/>
                    <a:pt x="1429"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6" name="Google Shape;29496;p153"/>
            <p:cNvSpPr/>
            <p:nvPr/>
          </p:nvSpPr>
          <p:spPr>
            <a:xfrm>
              <a:off x="5821626" y="4323396"/>
              <a:ext cx="20169" cy="19388"/>
            </a:xfrm>
            <a:custGeom>
              <a:rect b="b" l="l" r="r" t="t"/>
              <a:pathLst>
                <a:path extrusionOk="0" h="596" w="620">
                  <a:moveTo>
                    <a:pt x="286" y="0"/>
                  </a:moveTo>
                  <a:cubicBezTo>
                    <a:pt x="143" y="0"/>
                    <a:pt x="1" y="119"/>
                    <a:pt x="1" y="310"/>
                  </a:cubicBezTo>
                  <a:cubicBezTo>
                    <a:pt x="1" y="453"/>
                    <a:pt x="120" y="595"/>
                    <a:pt x="286" y="595"/>
                  </a:cubicBezTo>
                  <a:cubicBezTo>
                    <a:pt x="453" y="595"/>
                    <a:pt x="620" y="453"/>
                    <a:pt x="596" y="310"/>
                  </a:cubicBezTo>
                  <a:cubicBezTo>
                    <a:pt x="596" y="143"/>
                    <a:pt x="429" y="0"/>
                    <a:pt x="28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7" name="Google Shape;29497;p153"/>
            <p:cNvSpPr/>
            <p:nvPr/>
          </p:nvSpPr>
          <p:spPr>
            <a:xfrm>
              <a:off x="5756566" y="4202352"/>
              <a:ext cx="65873" cy="60636"/>
            </a:xfrm>
            <a:custGeom>
              <a:rect b="b" l="l" r="r" t="t"/>
              <a:pathLst>
                <a:path extrusionOk="0" h="1864" w="2025">
                  <a:moveTo>
                    <a:pt x="1012" y="0"/>
                  </a:moveTo>
                  <a:cubicBezTo>
                    <a:pt x="774" y="0"/>
                    <a:pt x="536" y="89"/>
                    <a:pt x="357" y="268"/>
                  </a:cubicBezTo>
                  <a:cubicBezTo>
                    <a:pt x="0" y="625"/>
                    <a:pt x="0" y="1221"/>
                    <a:pt x="357" y="1578"/>
                  </a:cubicBezTo>
                  <a:cubicBezTo>
                    <a:pt x="536" y="1768"/>
                    <a:pt x="774" y="1864"/>
                    <a:pt x="1012" y="1864"/>
                  </a:cubicBezTo>
                  <a:cubicBezTo>
                    <a:pt x="1250" y="1864"/>
                    <a:pt x="1489" y="1768"/>
                    <a:pt x="1667" y="1578"/>
                  </a:cubicBezTo>
                  <a:cubicBezTo>
                    <a:pt x="2024" y="1221"/>
                    <a:pt x="2024" y="625"/>
                    <a:pt x="1667" y="268"/>
                  </a:cubicBezTo>
                  <a:cubicBezTo>
                    <a:pt x="1489" y="89"/>
                    <a:pt x="1250" y="0"/>
                    <a:pt x="10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8" name="Google Shape;29498;p153"/>
            <p:cNvSpPr/>
            <p:nvPr/>
          </p:nvSpPr>
          <p:spPr>
            <a:xfrm>
              <a:off x="5775922" y="4222684"/>
              <a:ext cx="23259" cy="19681"/>
            </a:xfrm>
            <a:custGeom>
              <a:rect b="b" l="l" r="r" t="t"/>
              <a:pathLst>
                <a:path extrusionOk="0" h="605" w="715">
                  <a:moveTo>
                    <a:pt x="405" y="0"/>
                  </a:moveTo>
                  <a:cubicBezTo>
                    <a:pt x="143" y="0"/>
                    <a:pt x="0" y="334"/>
                    <a:pt x="167" y="500"/>
                  </a:cubicBezTo>
                  <a:cubicBezTo>
                    <a:pt x="240" y="573"/>
                    <a:pt x="326" y="604"/>
                    <a:pt x="408" y="604"/>
                  </a:cubicBezTo>
                  <a:cubicBezTo>
                    <a:pt x="569" y="604"/>
                    <a:pt x="715" y="483"/>
                    <a:pt x="715" y="310"/>
                  </a:cubicBezTo>
                  <a:cubicBezTo>
                    <a:pt x="715" y="143"/>
                    <a:pt x="596" y="0"/>
                    <a:pt x="40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99" name="Google Shape;29499;p153"/>
          <p:cNvGrpSpPr/>
          <p:nvPr/>
        </p:nvGrpSpPr>
        <p:grpSpPr>
          <a:xfrm>
            <a:off x="6279454" y="4007533"/>
            <a:ext cx="345566" cy="345046"/>
            <a:chOff x="6279454" y="4159933"/>
            <a:chExt cx="345566" cy="345046"/>
          </a:xfrm>
        </p:grpSpPr>
        <p:sp>
          <p:nvSpPr>
            <p:cNvPr id="29500" name="Google Shape;29500;p153"/>
            <p:cNvSpPr/>
            <p:nvPr/>
          </p:nvSpPr>
          <p:spPr>
            <a:xfrm>
              <a:off x="6401083" y="4159933"/>
              <a:ext cx="100745" cy="20169"/>
            </a:xfrm>
            <a:custGeom>
              <a:rect b="b" l="l" r="r" t="t"/>
              <a:pathLst>
                <a:path extrusionOk="0" h="620" w="3097">
                  <a:moveTo>
                    <a:pt x="334" y="0"/>
                  </a:moveTo>
                  <a:cubicBezTo>
                    <a:pt x="144" y="0"/>
                    <a:pt x="1" y="167"/>
                    <a:pt x="48" y="357"/>
                  </a:cubicBezTo>
                  <a:cubicBezTo>
                    <a:pt x="72" y="500"/>
                    <a:pt x="215" y="619"/>
                    <a:pt x="358" y="619"/>
                  </a:cubicBezTo>
                  <a:lnTo>
                    <a:pt x="2787" y="619"/>
                  </a:lnTo>
                  <a:cubicBezTo>
                    <a:pt x="2954" y="619"/>
                    <a:pt x="3097" y="477"/>
                    <a:pt x="3073" y="262"/>
                  </a:cubicBezTo>
                  <a:cubicBezTo>
                    <a:pt x="3049" y="119"/>
                    <a:pt x="2906" y="0"/>
                    <a:pt x="2739"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1" name="Google Shape;29501;p153"/>
            <p:cNvSpPr/>
            <p:nvPr/>
          </p:nvSpPr>
          <p:spPr>
            <a:xfrm>
              <a:off x="6451440" y="4159933"/>
              <a:ext cx="49608" cy="20169"/>
            </a:xfrm>
            <a:custGeom>
              <a:rect b="b" l="l" r="r" t="t"/>
              <a:pathLst>
                <a:path extrusionOk="0" h="620" w="1525">
                  <a:moveTo>
                    <a:pt x="1" y="0"/>
                  </a:moveTo>
                  <a:lnTo>
                    <a:pt x="1" y="619"/>
                  </a:lnTo>
                  <a:lnTo>
                    <a:pt x="1239" y="619"/>
                  </a:lnTo>
                  <a:cubicBezTo>
                    <a:pt x="1382" y="619"/>
                    <a:pt x="1525" y="500"/>
                    <a:pt x="1525" y="334"/>
                  </a:cubicBezTo>
                  <a:cubicBezTo>
                    <a:pt x="1525" y="143"/>
                    <a:pt x="1406" y="24"/>
                    <a:pt x="1239"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2" name="Google Shape;29502;p153"/>
            <p:cNvSpPr/>
            <p:nvPr/>
          </p:nvSpPr>
          <p:spPr>
            <a:xfrm>
              <a:off x="6336804" y="4176979"/>
              <a:ext cx="229337" cy="210729"/>
            </a:xfrm>
            <a:custGeom>
              <a:rect b="b" l="l" r="r" t="t"/>
              <a:pathLst>
                <a:path extrusionOk="0" h="6478" w="7050">
                  <a:moveTo>
                    <a:pt x="2286" y="0"/>
                  </a:moveTo>
                  <a:lnTo>
                    <a:pt x="2286" y="1548"/>
                  </a:lnTo>
                  <a:lnTo>
                    <a:pt x="238" y="5215"/>
                  </a:lnTo>
                  <a:cubicBezTo>
                    <a:pt x="0" y="5644"/>
                    <a:pt x="48" y="6120"/>
                    <a:pt x="286" y="6478"/>
                  </a:cubicBezTo>
                  <a:lnTo>
                    <a:pt x="6716" y="6478"/>
                  </a:lnTo>
                  <a:cubicBezTo>
                    <a:pt x="6978" y="6120"/>
                    <a:pt x="7049" y="5644"/>
                    <a:pt x="6811" y="5215"/>
                  </a:cubicBezTo>
                  <a:lnTo>
                    <a:pt x="4763" y="1548"/>
                  </a:lnTo>
                  <a:lnTo>
                    <a:pt x="4763"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3" name="Google Shape;29503;p153"/>
            <p:cNvSpPr/>
            <p:nvPr/>
          </p:nvSpPr>
          <p:spPr>
            <a:xfrm>
              <a:off x="6451440" y="4178508"/>
              <a:ext cx="112359" cy="209981"/>
            </a:xfrm>
            <a:custGeom>
              <a:rect b="b" l="l" r="r" t="t"/>
              <a:pathLst>
                <a:path extrusionOk="0" h="6455" w="3454">
                  <a:moveTo>
                    <a:pt x="1" y="1"/>
                  </a:moveTo>
                  <a:lnTo>
                    <a:pt x="1" y="6454"/>
                  </a:lnTo>
                  <a:lnTo>
                    <a:pt x="3216" y="6454"/>
                  </a:lnTo>
                  <a:cubicBezTo>
                    <a:pt x="3406" y="6193"/>
                    <a:pt x="3454" y="5883"/>
                    <a:pt x="3430" y="5621"/>
                  </a:cubicBezTo>
                  <a:cubicBezTo>
                    <a:pt x="3430" y="5621"/>
                    <a:pt x="3406" y="5407"/>
                    <a:pt x="3287" y="5192"/>
                  </a:cubicBezTo>
                  <a:cubicBezTo>
                    <a:pt x="3216" y="5073"/>
                    <a:pt x="1311" y="1668"/>
                    <a:pt x="1239" y="1549"/>
                  </a:cubicBezTo>
                  <a:lnTo>
                    <a:pt x="1239"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4" name="Google Shape;29504;p153"/>
            <p:cNvSpPr/>
            <p:nvPr/>
          </p:nvSpPr>
          <p:spPr>
            <a:xfrm>
              <a:off x="6338333" y="4272259"/>
              <a:ext cx="227808" cy="115449"/>
            </a:xfrm>
            <a:custGeom>
              <a:rect b="b" l="l" r="r" t="t"/>
              <a:pathLst>
                <a:path extrusionOk="0" h="3549" w="7003">
                  <a:moveTo>
                    <a:pt x="1477" y="0"/>
                  </a:moveTo>
                  <a:lnTo>
                    <a:pt x="215" y="2286"/>
                  </a:lnTo>
                  <a:cubicBezTo>
                    <a:pt x="1" y="2715"/>
                    <a:pt x="25" y="3144"/>
                    <a:pt x="263" y="3549"/>
                  </a:cubicBezTo>
                  <a:lnTo>
                    <a:pt x="6693" y="3549"/>
                  </a:lnTo>
                  <a:cubicBezTo>
                    <a:pt x="6978" y="3191"/>
                    <a:pt x="7002" y="2715"/>
                    <a:pt x="6764" y="2286"/>
                  </a:cubicBezTo>
                  <a:lnTo>
                    <a:pt x="5478"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5" name="Google Shape;29505;p153"/>
            <p:cNvSpPr/>
            <p:nvPr/>
          </p:nvSpPr>
          <p:spPr>
            <a:xfrm>
              <a:off x="6451440" y="4272259"/>
              <a:ext cx="112359" cy="115449"/>
            </a:xfrm>
            <a:custGeom>
              <a:rect b="b" l="l" r="r" t="t"/>
              <a:pathLst>
                <a:path extrusionOk="0" h="3549" w="3454">
                  <a:moveTo>
                    <a:pt x="1" y="0"/>
                  </a:moveTo>
                  <a:lnTo>
                    <a:pt x="1" y="3549"/>
                  </a:lnTo>
                  <a:lnTo>
                    <a:pt x="3216" y="3549"/>
                  </a:lnTo>
                  <a:cubicBezTo>
                    <a:pt x="3406" y="3311"/>
                    <a:pt x="3454" y="3001"/>
                    <a:pt x="3430" y="2715"/>
                  </a:cubicBezTo>
                  <a:cubicBezTo>
                    <a:pt x="3430" y="2715"/>
                    <a:pt x="3406" y="2525"/>
                    <a:pt x="3287" y="2286"/>
                  </a:cubicBezTo>
                  <a:lnTo>
                    <a:pt x="200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6" name="Google Shape;29506;p153"/>
            <p:cNvSpPr/>
            <p:nvPr/>
          </p:nvSpPr>
          <p:spPr>
            <a:xfrm>
              <a:off x="6422781" y="4303943"/>
              <a:ext cx="19388" cy="19485"/>
            </a:xfrm>
            <a:custGeom>
              <a:rect b="b" l="l" r="r" t="t"/>
              <a:pathLst>
                <a:path extrusionOk="0" h="599" w="596">
                  <a:moveTo>
                    <a:pt x="323" y="0"/>
                  </a:moveTo>
                  <a:cubicBezTo>
                    <a:pt x="311" y="0"/>
                    <a:pt x="299" y="1"/>
                    <a:pt x="286" y="3"/>
                  </a:cubicBezTo>
                  <a:cubicBezTo>
                    <a:pt x="143" y="3"/>
                    <a:pt x="1" y="146"/>
                    <a:pt x="1" y="312"/>
                  </a:cubicBezTo>
                  <a:cubicBezTo>
                    <a:pt x="1" y="455"/>
                    <a:pt x="120" y="598"/>
                    <a:pt x="286" y="598"/>
                  </a:cubicBezTo>
                  <a:cubicBezTo>
                    <a:pt x="453" y="598"/>
                    <a:pt x="596" y="479"/>
                    <a:pt x="596" y="312"/>
                  </a:cubicBezTo>
                  <a:cubicBezTo>
                    <a:pt x="596" y="136"/>
                    <a:pt x="473" y="0"/>
                    <a:pt x="323"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7" name="Google Shape;29507;p153"/>
            <p:cNvSpPr/>
            <p:nvPr/>
          </p:nvSpPr>
          <p:spPr>
            <a:xfrm>
              <a:off x="6279454" y="4384585"/>
              <a:ext cx="345566" cy="100745"/>
            </a:xfrm>
            <a:custGeom>
              <a:rect b="b" l="l" r="r" t="t"/>
              <a:pathLst>
                <a:path extrusionOk="0" h="3097" w="10623">
                  <a:moveTo>
                    <a:pt x="1573" y="0"/>
                  </a:moveTo>
                  <a:cubicBezTo>
                    <a:pt x="715" y="0"/>
                    <a:pt x="1" y="715"/>
                    <a:pt x="25" y="1596"/>
                  </a:cubicBezTo>
                  <a:cubicBezTo>
                    <a:pt x="49" y="2429"/>
                    <a:pt x="763" y="3096"/>
                    <a:pt x="1596" y="3096"/>
                  </a:cubicBezTo>
                  <a:lnTo>
                    <a:pt x="10265" y="3096"/>
                  </a:lnTo>
                  <a:cubicBezTo>
                    <a:pt x="10455" y="3096"/>
                    <a:pt x="10598" y="2906"/>
                    <a:pt x="10598" y="2763"/>
                  </a:cubicBezTo>
                  <a:cubicBezTo>
                    <a:pt x="10575" y="2620"/>
                    <a:pt x="10408" y="2501"/>
                    <a:pt x="10265" y="2501"/>
                  </a:cubicBezTo>
                  <a:lnTo>
                    <a:pt x="9908" y="2501"/>
                  </a:lnTo>
                  <a:lnTo>
                    <a:pt x="9908" y="620"/>
                  </a:lnTo>
                  <a:lnTo>
                    <a:pt x="10289" y="620"/>
                  </a:lnTo>
                  <a:cubicBezTo>
                    <a:pt x="10479" y="620"/>
                    <a:pt x="10622" y="453"/>
                    <a:pt x="10598" y="262"/>
                  </a:cubicBezTo>
                  <a:cubicBezTo>
                    <a:pt x="10575" y="119"/>
                    <a:pt x="10408" y="0"/>
                    <a:pt x="10265" y="0"/>
                  </a:cubicBez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8" name="Google Shape;29508;p153"/>
            <p:cNvSpPr/>
            <p:nvPr/>
          </p:nvSpPr>
          <p:spPr>
            <a:xfrm>
              <a:off x="6451440" y="4384585"/>
              <a:ext cx="173580" cy="100745"/>
            </a:xfrm>
            <a:custGeom>
              <a:rect b="b" l="l" r="r" t="t"/>
              <a:pathLst>
                <a:path extrusionOk="0" h="3097" w="5336">
                  <a:moveTo>
                    <a:pt x="1" y="0"/>
                  </a:moveTo>
                  <a:lnTo>
                    <a:pt x="1" y="3096"/>
                  </a:lnTo>
                  <a:lnTo>
                    <a:pt x="4978" y="3096"/>
                  </a:lnTo>
                  <a:cubicBezTo>
                    <a:pt x="5168" y="3096"/>
                    <a:pt x="5311" y="2906"/>
                    <a:pt x="5288" y="2739"/>
                  </a:cubicBezTo>
                  <a:cubicBezTo>
                    <a:pt x="5288" y="2609"/>
                    <a:pt x="5148" y="2498"/>
                    <a:pt x="5015" y="2498"/>
                  </a:cubicBezTo>
                  <a:cubicBezTo>
                    <a:pt x="5003" y="2498"/>
                    <a:pt x="4990" y="2499"/>
                    <a:pt x="4978" y="2501"/>
                  </a:cubicBezTo>
                  <a:lnTo>
                    <a:pt x="4621" y="2501"/>
                  </a:lnTo>
                  <a:lnTo>
                    <a:pt x="4621" y="620"/>
                  </a:lnTo>
                  <a:lnTo>
                    <a:pt x="5002" y="620"/>
                  </a:lnTo>
                  <a:cubicBezTo>
                    <a:pt x="5192" y="620"/>
                    <a:pt x="5335" y="453"/>
                    <a:pt x="5311" y="262"/>
                  </a:cubicBezTo>
                  <a:cubicBezTo>
                    <a:pt x="5288" y="119"/>
                    <a:pt x="5121" y="0"/>
                    <a:pt x="4978"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9" name="Google Shape;29509;p153"/>
            <p:cNvSpPr/>
            <p:nvPr/>
          </p:nvSpPr>
          <p:spPr>
            <a:xfrm>
              <a:off x="6299622" y="4403941"/>
              <a:ext cx="304481" cy="61254"/>
            </a:xfrm>
            <a:custGeom>
              <a:rect b="b" l="l" r="r" t="t"/>
              <a:pathLst>
                <a:path extrusionOk="0" h="1883" w="9360">
                  <a:moveTo>
                    <a:pt x="953" y="1"/>
                  </a:moveTo>
                  <a:cubicBezTo>
                    <a:pt x="429" y="1"/>
                    <a:pt x="0" y="453"/>
                    <a:pt x="24" y="977"/>
                  </a:cubicBezTo>
                  <a:cubicBezTo>
                    <a:pt x="72" y="1453"/>
                    <a:pt x="476" y="1882"/>
                    <a:pt x="976" y="1882"/>
                  </a:cubicBezTo>
                  <a:lnTo>
                    <a:pt x="9359" y="1882"/>
                  </a:lnTo>
                  <a:lnTo>
                    <a:pt x="9359" y="1"/>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0" name="Google Shape;29510;p153"/>
            <p:cNvSpPr/>
            <p:nvPr/>
          </p:nvSpPr>
          <p:spPr>
            <a:xfrm>
              <a:off x="6453001" y="4403941"/>
              <a:ext cx="151102" cy="61254"/>
            </a:xfrm>
            <a:custGeom>
              <a:rect b="b" l="l" r="r" t="t"/>
              <a:pathLst>
                <a:path extrusionOk="0" h="1883" w="4645">
                  <a:moveTo>
                    <a:pt x="0" y="1"/>
                  </a:moveTo>
                  <a:lnTo>
                    <a:pt x="0" y="1882"/>
                  </a:lnTo>
                  <a:lnTo>
                    <a:pt x="4644" y="1882"/>
                  </a:lnTo>
                  <a:lnTo>
                    <a:pt x="4644" y="1"/>
                  </a:ln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1" name="Google Shape;29511;p153"/>
            <p:cNvSpPr/>
            <p:nvPr/>
          </p:nvSpPr>
          <p:spPr>
            <a:xfrm>
              <a:off x="6463053" y="4323396"/>
              <a:ext cx="19420" cy="19388"/>
            </a:xfrm>
            <a:custGeom>
              <a:rect b="b" l="l" r="r" t="t"/>
              <a:pathLst>
                <a:path extrusionOk="0" h="596" w="597">
                  <a:moveTo>
                    <a:pt x="311" y="0"/>
                  </a:moveTo>
                  <a:cubicBezTo>
                    <a:pt x="168" y="0"/>
                    <a:pt x="1" y="143"/>
                    <a:pt x="1" y="310"/>
                  </a:cubicBezTo>
                  <a:cubicBezTo>
                    <a:pt x="1" y="453"/>
                    <a:pt x="120" y="595"/>
                    <a:pt x="311" y="595"/>
                  </a:cubicBezTo>
                  <a:cubicBezTo>
                    <a:pt x="453" y="595"/>
                    <a:pt x="596" y="476"/>
                    <a:pt x="596" y="310"/>
                  </a:cubicBezTo>
                  <a:cubicBezTo>
                    <a:pt x="596" y="143"/>
                    <a:pt x="453"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2" name="Google Shape;29512;p153"/>
            <p:cNvSpPr/>
            <p:nvPr/>
          </p:nvSpPr>
          <p:spPr>
            <a:xfrm>
              <a:off x="6340675" y="4424077"/>
              <a:ext cx="81162" cy="80902"/>
            </a:xfrm>
            <a:custGeom>
              <a:rect b="b" l="l" r="r" t="t"/>
              <a:pathLst>
                <a:path extrusionOk="0" h="2487" w="2495">
                  <a:moveTo>
                    <a:pt x="286" y="1"/>
                  </a:moveTo>
                  <a:cubicBezTo>
                    <a:pt x="143" y="1"/>
                    <a:pt x="0" y="120"/>
                    <a:pt x="0" y="311"/>
                  </a:cubicBezTo>
                  <a:lnTo>
                    <a:pt x="0" y="2168"/>
                  </a:lnTo>
                  <a:cubicBezTo>
                    <a:pt x="0" y="2354"/>
                    <a:pt x="144" y="2487"/>
                    <a:pt x="323" y="2487"/>
                  </a:cubicBezTo>
                  <a:cubicBezTo>
                    <a:pt x="350" y="2487"/>
                    <a:pt x="377" y="2484"/>
                    <a:pt x="405" y="2478"/>
                  </a:cubicBezTo>
                  <a:lnTo>
                    <a:pt x="1239" y="2216"/>
                  </a:lnTo>
                  <a:lnTo>
                    <a:pt x="2072" y="2478"/>
                  </a:lnTo>
                  <a:cubicBezTo>
                    <a:pt x="2100" y="2484"/>
                    <a:pt x="2128" y="2487"/>
                    <a:pt x="2155" y="2487"/>
                  </a:cubicBezTo>
                  <a:cubicBezTo>
                    <a:pt x="2338" y="2487"/>
                    <a:pt x="2495" y="2354"/>
                    <a:pt x="2453" y="2168"/>
                  </a:cubicBezTo>
                  <a:lnTo>
                    <a:pt x="2453" y="311"/>
                  </a:lnTo>
                  <a:cubicBezTo>
                    <a:pt x="2453" y="144"/>
                    <a:pt x="2334" y="1"/>
                    <a:pt x="2167"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13" name="Google Shape;29513;p153"/>
          <p:cNvGrpSpPr/>
          <p:nvPr/>
        </p:nvGrpSpPr>
        <p:grpSpPr>
          <a:xfrm>
            <a:off x="7076601" y="4008314"/>
            <a:ext cx="261899" cy="344753"/>
            <a:chOff x="7076601" y="4160714"/>
            <a:chExt cx="261899" cy="344753"/>
          </a:xfrm>
        </p:grpSpPr>
        <p:sp>
          <p:nvSpPr>
            <p:cNvPr id="29514" name="Google Shape;29514;p153"/>
            <p:cNvSpPr/>
            <p:nvPr/>
          </p:nvSpPr>
          <p:spPr>
            <a:xfrm>
              <a:off x="7076601" y="4238949"/>
              <a:ext cx="261899" cy="265738"/>
            </a:xfrm>
            <a:custGeom>
              <a:rect b="b" l="l" r="r" t="t"/>
              <a:pathLst>
                <a:path extrusionOk="0" h="8169" w="8051">
                  <a:moveTo>
                    <a:pt x="1216" y="0"/>
                  </a:moveTo>
                  <a:lnTo>
                    <a:pt x="1216" y="1310"/>
                  </a:lnTo>
                  <a:cubicBezTo>
                    <a:pt x="1216" y="1477"/>
                    <a:pt x="1144" y="1596"/>
                    <a:pt x="1073" y="1667"/>
                  </a:cubicBezTo>
                  <a:lnTo>
                    <a:pt x="311" y="2429"/>
                  </a:lnTo>
                  <a:cubicBezTo>
                    <a:pt x="120" y="2620"/>
                    <a:pt x="1" y="2929"/>
                    <a:pt x="1" y="3215"/>
                  </a:cubicBezTo>
                  <a:lnTo>
                    <a:pt x="1" y="7026"/>
                  </a:lnTo>
                  <a:cubicBezTo>
                    <a:pt x="1" y="7669"/>
                    <a:pt x="501" y="8169"/>
                    <a:pt x="1120" y="8169"/>
                  </a:cubicBezTo>
                  <a:lnTo>
                    <a:pt x="6931" y="8169"/>
                  </a:lnTo>
                  <a:cubicBezTo>
                    <a:pt x="7550" y="8169"/>
                    <a:pt x="8050" y="7669"/>
                    <a:pt x="8050" y="7026"/>
                  </a:cubicBezTo>
                  <a:lnTo>
                    <a:pt x="8050" y="3215"/>
                  </a:lnTo>
                  <a:cubicBezTo>
                    <a:pt x="8026" y="2929"/>
                    <a:pt x="7907" y="2620"/>
                    <a:pt x="7693" y="2429"/>
                  </a:cubicBezTo>
                  <a:lnTo>
                    <a:pt x="6955" y="1667"/>
                  </a:lnTo>
                  <a:cubicBezTo>
                    <a:pt x="6860" y="1596"/>
                    <a:pt x="6812" y="1429"/>
                    <a:pt x="6812" y="1310"/>
                  </a:cubicBezTo>
                  <a:lnTo>
                    <a:pt x="6812" y="0"/>
                  </a:ln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5" name="Google Shape;29515;p153"/>
            <p:cNvSpPr/>
            <p:nvPr/>
          </p:nvSpPr>
          <p:spPr>
            <a:xfrm>
              <a:off x="7206754" y="4238949"/>
              <a:ext cx="130966" cy="266518"/>
            </a:xfrm>
            <a:custGeom>
              <a:rect b="b" l="l" r="r" t="t"/>
              <a:pathLst>
                <a:path extrusionOk="0" h="8193" w="4026">
                  <a:moveTo>
                    <a:pt x="1" y="0"/>
                  </a:moveTo>
                  <a:lnTo>
                    <a:pt x="1" y="8192"/>
                  </a:lnTo>
                  <a:lnTo>
                    <a:pt x="2906" y="8192"/>
                  </a:lnTo>
                  <a:cubicBezTo>
                    <a:pt x="3525" y="8192"/>
                    <a:pt x="4025" y="7692"/>
                    <a:pt x="4025" y="7073"/>
                  </a:cubicBezTo>
                  <a:lnTo>
                    <a:pt x="4025" y="3263"/>
                  </a:lnTo>
                  <a:cubicBezTo>
                    <a:pt x="4025" y="2929"/>
                    <a:pt x="3906" y="2620"/>
                    <a:pt x="3692" y="2429"/>
                  </a:cubicBezTo>
                  <a:lnTo>
                    <a:pt x="2954" y="1667"/>
                  </a:lnTo>
                  <a:cubicBezTo>
                    <a:pt x="2859" y="1596"/>
                    <a:pt x="2811" y="1429"/>
                    <a:pt x="2811" y="1310"/>
                  </a:cubicBezTo>
                  <a:lnTo>
                    <a:pt x="281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6" name="Google Shape;29516;p153"/>
            <p:cNvSpPr/>
            <p:nvPr/>
          </p:nvSpPr>
          <p:spPr>
            <a:xfrm>
              <a:off x="7136261" y="4324145"/>
              <a:ext cx="139489" cy="139489"/>
            </a:xfrm>
            <a:custGeom>
              <a:rect b="b" l="l" r="r" t="t"/>
              <a:pathLst>
                <a:path extrusionOk="0" h="4288" w="4288">
                  <a:moveTo>
                    <a:pt x="1525" y="1"/>
                  </a:moveTo>
                  <a:cubicBezTo>
                    <a:pt x="1382" y="1"/>
                    <a:pt x="1215" y="120"/>
                    <a:pt x="1215" y="310"/>
                  </a:cubicBezTo>
                  <a:lnTo>
                    <a:pt x="1215" y="1239"/>
                  </a:lnTo>
                  <a:lnTo>
                    <a:pt x="310" y="1239"/>
                  </a:lnTo>
                  <a:cubicBezTo>
                    <a:pt x="144" y="1239"/>
                    <a:pt x="1" y="1358"/>
                    <a:pt x="1" y="1525"/>
                  </a:cubicBezTo>
                  <a:lnTo>
                    <a:pt x="1" y="2787"/>
                  </a:lnTo>
                  <a:cubicBezTo>
                    <a:pt x="1" y="2930"/>
                    <a:pt x="120" y="3073"/>
                    <a:pt x="310" y="3073"/>
                  </a:cubicBezTo>
                  <a:lnTo>
                    <a:pt x="1215" y="3073"/>
                  </a:lnTo>
                  <a:lnTo>
                    <a:pt x="1215" y="4002"/>
                  </a:lnTo>
                  <a:cubicBezTo>
                    <a:pt x="1215" y="4145"/>
                    <a:pt x="1334" y="4287"/>
                    <a:pt x="1525" y="4287"/>
                  </a:cubicBezTo>
                  <a:lnTo>
                    <a:pt x="2763" y="4287"/>
                  </a:lnTo>
                  <a:cubicBezTo>
                    <a:pt x="2954" y="4287"/>
                    <a:pt x="3073" y="4168"/>
                    <a:pt x="3073" y="4002"/>
                  </a:cubicBezTo>
                  <a:lnTo>
                    <a:pt x="3073" y="3073"/>
                  </a:lnTo>
                  <a:lnTo>
                    <a:pt x="4002" y="3073"/>
                  </a:lnTo>
                  <a:cubicBezTo>
                    <a:pt x="4144" y="3073"/>
                    <a:pt x="4287" y="2954"/>
                    <a:pt x="4287" y="2787"/>
                  </a:cubicBezTo>
                  <a:lnTo>
                    <a:pt x="4287" y="1525"/>
                  </a:lnTo>
                  <a:cubicBezTo>
                    <a:pt x="4287" y="1382"/>
                    <a:pt x="4168" y="1239"/>
                    <a:pt x="4002" y="1239"/>
                  </a:cubicBezTo>
                  <a:lnTo>
                    <a:pt x="3073" y="1239"/>
                  </a:lnTo>
                  <a:lnTo>
                    <a:pt x="3073" y="310"/>
                  </a:lnTo>
                  <a:cubicBezTo>
                    <a:pt x="3073" y="168"/>
                    <a:pt x="2954" y="1"/>
                    <a:pt x="2763" y="1"/>
                  </a:cubicBezTo>
                  <a:close/>
                </a:path>
              </a:pathLst>
            </a:custGeom>
            <a:solidFill>
              <a:srgbClr val="AE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7" name="Google Shape;29517;p153"/>
            <p:cNvSpPr/>
            <p:nvPr/>
          </p:nvSpPr>
          <p:spPr>
            <a:xfrm>
              <a:off x="7094428" y="4161462"/>
              <a:ext cx="223156" cy="80609"/>
            </a:xfrm>
            <a:custGeom>
              <a:rect b="b" l="l" r="r" t="t"/>
              <a:pathLst>
                <a:path extrusionOk="0" h="2478" w="6860">
                  <a:moveTo>
                    <a:pt x="715" y="1"/>
                  </a:moveTo>
                  <a:cubicBezTo>
                    <a:pt x="334" y="1"/>
                    <a:pt x="1" y="334"/>
                    <a:pt x="1" y="715"/>
                  </a:cubicBezTo>
                  <a:lnTo>
                    <a:pt x="1" y="2192"/>
                  </a:lnTo>
                  <a:cubicBezTo>
                    <a:pt x="1" y="2335"/>
                    <a:pt x="120" y="2478"/>
                    <a:pt x="310" y="2478"/>
                  </a:cubicBezTo>
                  <a:lnTo>
                    <a:pt x="6526" y="2478"/>
                  </a:lnTo>
                  <a:cubicBezTo>
                    <a:pt x="6716" y="2478"/>
                    <a:pt x="6859" y="2335"/>
                    <a:pt x="6835" y="2192"/>
                  </a:cubicBezTo>
                  <a:lnTo>
                    <a:pt x="6835" y="715"/>
                  </a:lnTo>
                  <a:cubicBezTo>
                    <a:pt x="6835" y="334"/>
                    <a:pt x="6502" y="1"/>
                    <a:pt x="612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8" name="Google Shape;29518;p153"/>
            <p:cNvSpPr/>
            <p:nvPr/>
          </p:nvSpPr>
          <p:spPr>
            <a:xfrm>
              <a:off x="7206754" y="4323396"/>
              <a:ext cx="69777" cy="141798"/>
            </a:xfrm>
            <a:custGeom>
              <a:rect b="b" l="l" r="r" t="t"/>
              <a:pathLst>
                <a:path extrusionOk="0" h="4359" w="2145">
                  <a:moveTo>
                    <a:pt x="1" y="0"/>
                  </a:moveTo>
                  <a:lnTo>
                    <a:pt x="1" y="4358"/>
                  </a:lnTo>
                  <a:lnTo>
                    <a:pt x="644" y="4358"/>
                  </a:lnTo>
                  <a:cubicBezTo>
                    <a:pt x="811" y="4358"/>
                    <a:pt x="930" y="4191"/>
                    <a:pt x="930" y="4049"/>
                  </a:cubicBezTo>
                  <a:lnTo>
                    <a:pt x="930" y="3120"/>
                  </a:lnTo>
                  <a:lnTo>
                    <a:pt x="1858" y="3120"/>
                  </a:lnTo>
                  <a:cubicBezTo>
                    <a:pt x="2025" y="3120"/>
                    <a:pt x="2144" y="2977"/>
                    <a:pt x="2144" y="2834"/>
                  </a:cubicBezTo>
                  <a:lnTo>
                    <a:pt x="2144" y="1572"/>
                  </a:lnTo>
                  <a:cubicBezTo>
                    <a:pt x="2144" y="1381"/>
                    <a:pt x="2001" y="1215"/>
                    <a:pt x="1858" y="1215"/>
                  </a:cubicBezTo>
                  <a:lnTo>
                    <a:pt x="930" y="1215"/>
                  </a:lnTo>
                  <a:lnTo>
                    <a:pt x="930" y="310"/>
                  </a:lnTo>
                  <a:cubicBezTo>
                    <a:pt x="930" y="119"/>
                    <a:pt x="787" y="0"/>
                    <a:pt x="64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9" name="Google Shape;29519;p153"/>
            <p:cNvSpPr/>
            <p:nvPr/>
          </p:nvSpPr>
          <p:spPr>
            <a:xfrm>
              <a:off x="7206754" y="4160714"/>
              <a:ext cx="110830" cy="81358"/>
            </a:xfrm>
            <a:custGeom>
              <a:rect b="b" l="l" r="r" t="t"/>
              <a:pathLst>
                <a:path extrusionOk="0" h="2501" w="3407">
                  <a:moveTo>
                    <a:pt x="1" y="0"/>
                  </a:moveTo>
                  <a:lnTo>
                    <a:pt x="1" y="2501"/>
                  </a:lnTo>
                  <a:lnTo>
                    <a:pt x="3097" y="2501"/>
                  </a:lnTo>
                  <a:cubicBezTo>
                    <a:pt x="3287" y="2501"/>
                    <a:pt x="3406" y="2358"/>
                    <a:pt x="3406" y="2215"/>
                  </a:cubicBezTo>
                  <a:lnTo>
                    <a:pt x="3406" y="738"/>
                  </a:lnTo>
                  <a:cubicBezTo>
                    <a:pt x="3406" y="333"/>
                    <a:pt x="3073" y="0"/>
                    <a:pt x="269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0" name="Google Shape;29520;p153"/>
          <p:cNvGrpSpPr/>
          <p:nvPr/>
        </p:nvGrpSpPr>
        <p:grpSpPr>
          <a:xfrm>
            <a:off x="7786991" y="4028450"/>
            <a:ext cx="344785" cy="303700"/>
            <a:chOff x="7786991" y="4180850"/>
            <a:chExt cx="344785" cy="303700"/>
          </a:xfrm>
        </p:grpSpPr>
        <p:sp>
          <p:nvSpPr>
            <p:cNvPr id="29521" name="Google Shape;29521;p153"/>
            <p:cNvSpPr/>
            <p:nvPr/>
          </p:nvSpPr>
          <p:spPr>
            <a:xfrm>
              <a:off x="7960539" y="4229645"/>
              <a:ext cx="57350" cy="85261"/>
            </a:xfrm>
            <a:custGeom>
              <a:rect b="b" l="l" r="r" t="t"/>
              <a:pathLst>
                <a:path extrusionOk="0" h="2621" w="1763">
                  <a:moveTo>
                    <a:pt x="1191" y="1"/>
                  </a:moveTo>
                  <a:lnTo>
                    <a:pt x="0" y="2358"/>
                  </a:lnTo>
                  <a:cubicBezTo>
                    <a:pt x="238" y="2358"/>
                    <a:pt x="405" y="2477"/>
                    <a:pt x="572" y="2620"/>
                  </a:cubicBezTo>
                  <a:lnTo>
                    <a:pt x="1763" y="262"/>
                  </a:lnTo>
                  <a:cubicBezTo>
                    <a:pt x="1548" y="239"/>
                    <a:pt x="1334" y="143"/>
                    <a:pt x="119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2" name="Google Shape;29522;p153"/>
            <p:cNvSpPr/>
            <p:nvPr/>
          </p:nvSpPr>
          <p:spPr>
            <a:xfrm>
              <a:off x="7821864" y="4226555"/>
              <a:ext cx="70525" cy="91442"/>
            </a:xfrm>
            <a:custGeom>
              <a:rect b="b" l="l" r="r" t="t"/>
              <a:pathLst>
                <a:path extrusionOk="0" h="2811" w="2168">
                  <a:moveTo>
                    <a:pt x="1644" y="0"/>
                  </a:moveTo>
                  <a:lnTo>
                    <a:pt x="1" y="2477"/>
                  </a:lnTo>
                  <a:cubicBezTo>
                    <a:pt x="239" y="2501"/>
                    <a:pt x="429" y="2620"/>
                    <a:pt x="548" y="2810"/>
                  </a:cubicBezTo>
                  <a:lnTo>
                    <a:pt x="2168" y="334"/>
                  </a:lnTo>
                  <a:cubicBezTo>
                    <a:pt x="1977" y="310"/>
                    <a:pt x="1787" y="191"/>
                    <a:pt x="1644"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3" name="Google Shape;29523;p153"/>
            <p:cNvSpPr/>
            <p:nvPr/>
          </p:nvSpPr>
          <p:spPr>
            <a:xfrm>
              <a:off x="7822644" y="4348932"/>
              <a:ext cx="69744" cy="90694"/>
            </a:xfrm>
            <a:custGeom>
              <a:rect b="b" l="l" r="r" t="t"/>
              <a:pathLst>
                <a:path extrusionOk="0" h="2788" w="2144">
                  <a:moveTo>
                    <a:pt x="524" y="1"/>
                  </a:moveTo>
                  <a:cubicBezTo>
                    <a:pt x="405" y="168"/>
                    <a:pt x="215" y="287"/>
                    <a:pt x="0" y="358"/>
                  </a:cubicBezTo>
                  <a:lnTo>
                    <a:pt x="1644" y="2787"/>
                  </a:lnTo>
                  <a:cubicBezTo>
                    <a:pt x="1763" y="2621"/>
                    <a:pt x="1953" y="2454"/>
                    <a:pt x="2144" y="2430"/>
                  </a:cubicBezTo>
                  <a:lnTo>
                    <a:pt x="524" y="1"/>
                  </a:ln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4" name="Google Shape;29524;p153"/>
            <p:cNvSpPr/>
            <p:nvPr/>
          </p:nvSpPr>
          <p:spPr>
            <a:xfrm>
              <a:off x="8025599" y="4346623"/>
              <a:ext cx="69777" cy="92223"/>
            </a:xfrm>
            <a:custGeom>
              <a:rect b="b" l="l" r="r" t="t"/>
              <a:pathLst>
                <a:path extrusionOk="0" h="2835" w="2145">
                  <a:moveTo>
                    <a:pt x="1620" y="0"/>
                  </a:moveTo>
                  <a:lnTo>
                    <a:pt x="1" y="2477"/>
                  </a:lnTo>
                  <a:cubicBezTo>
                    <a:pt x="191" y="2525"/>
                    <a:pt x="382" y="2644"/>
                    <a:pt x="501" y="2834"/>
                  </a:cubicBezTo>
                  <a:lnTo>
                    <a:pt x="2144" y="358"/>
                  </a:lnTo>
                  <a:cubicBezTo>
                    <a:pt x="1930" y="334"/>
                    <a:pt x="1739" y="191"/>
                    <a:pt x="162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5" name="Google Shape;29525;p153"/>
            <p:cNvSpPr/>
            <p:nvPr/>
          </p:nvSpPr>
          <p:spPr>
            <a:xfrm>
              <a:off x="8025599" y="4225774"/>
              <a:ext cx="69777" cy="92223"/>
            </a:xfrm>
            <a:custGeom>
              <a:rect b="b" l="l" r="r" t="t"/>
              <a:pathLst>
                <a:path extrusionOk="0" h="2835" w="2145">
                  <a:moveTo>
                    <a:pt x="501" y="0"/>
                  </a:moveTo>
                  <a:cubicBezTo>
                    <a:pt x="382" y="167"/>
                    <a:pt x="191" y="334"/>
                    <a:pt x="1" y="358"/>
                  </a:cubicBezTo>
                  <a:lnTo>
                    <a:pt x="1620" y="2834"/>
                  </a:lnTo>
                  <a:cubicBezTo>
                    <a:pt x="1739" y="2644"/>
                    <a:pt x="1930" y="2525"/>
                    <a:pt x="2144" y="2477"/>
                  </a:cubicBezTo>
                  <a:lnTo>
                    <a:pt x="50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6" name="Google Shape;29526;p153"/>
            <p:cNvSpPr/>
            <p:nvPr/>
          </p:nvSpPr>
          <p:spPr>
            <a:xfrm>
              <a:off x="7923357" y="4201767"/>
              <a:ext cx="72054" cy="20169"/>
            </a:xfrm>
            <a:custGeom>
              <a:rect b="b" l="l" r="r" t="t"/>
              <a:pathLst>
                <a:path extrusionOk="0" h="620" w="2215">
                  <a:moveTo>
                    <a:pt x="0" y="0"/>
                  </a:moveTo>
                  <a:cubicBezTo>
                    <a:pt x="95" y="191"/>
                    <a:pt x="95" y="405"/>
                    <a:pt x="0" y="619"/>
                  </a:cubicBezTo>
                  <a:lnTo>
                    <a:pt x="2215" y="619"/>
                  </a:lnTo>
                  <a:cubicBezTo>
                    <a:pt x="2120" y="405"/>
                    <a:pt x="2120" y="167"/>
                    <a:pt x="2215"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7" name="Google Shape;29527;p153"/>
            <p:cNvSpPr/>
            <p:nvPr/>
          </p:nvSpPr>
          <p:spPr>
            <a:xfrm>
              <a:off x="7959758" y="4201767"/>
              <a:ext cx="35653" cy="20169"/>
            </a:xfrm>
            <a:custGeom>
              <a:rect b="b" l="l" r="r" t="t"/>
              <a:pathLst>
                <a:path extrusionOk="0" h="620" w="1096">
                  <a:moveTo>
                    <a:pt x="1" y="0"/>
                  </a:moveTo>
                  <a:lnTo>
                    <a:pt x="1" y="619"/>
                  </a:lnTo>
                  <a:lnTo>
                    <a:pt x="1096" y="619"/>
                  </a:lnTo>
                  <a:cubicBezTo>
                    <a:pt x="1001" y="405"/>
                    <a:pt x="1001" y="167"/>
                    <a:pt x="109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8" name="Google Shape;29528;p153"/>
            <p:cNvSpPr/>
            <p:nvPr/>
          </p:nvSpPr>
          <p:spPr>
            <a:xfrm>
              <a:off x="7923357" y="4444245"/>
              <a:ext cx="72054" cy="20949"/>
            </a:xfrm>
            <a:custGeom>
              <a:rect b="b" l="l" r="r" t="t"/>
              <a:pathLst>
                <a:path extrusionOk="0" h="644" w="2215">
                  <a:moveTo>
                    <a:pt x="0" y="0"/>
                  </a:moveTo>
                  <a:cubicBezTo>
                    <a:pt x="95" y="214"/>
                    <a:pt x="95" y="429"/>
                    <a:pt x="0" y="643"/>
                  </a:cubicBezTo>
                  <a:lnTo>
                    <a:pt x="2215" y="643"/>
                  </a:lnTo>
                  <a:cubicBezTo>
                    <a:pt x="2120" y="429"/>
                    <a:pt x="2120" y="191"/>
                    <a:pt x="2215"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9" name="Google Shape;29529;p153"/>
            <p:cNvSpPr/>
            <p:nvPr/>
          </p:nvSpPr>
          <p:spPr>
            <a:xfrm>
              <a:off x="7959758" y="4444245"/>
              <a:ext cx="35653" cy="20949"/>
            </a:xfrm>
            <a:custGeom>
              <a:rect b="b" l="l" r="r" t="t"/>
              <a:pathLst>
                <a:path extrusionOk="0" h="644" w="1096">
                  <a:moveTo>
                    <a:pt x="1" y="0"/>
                  </a:moveTo>
                  <a:lnTo>
                    <a:pt x="1" y="643"/>
                  </a:lnTo>
                  <a:lnTo>
                    <a:pt x="1096" y="643"/>
                  </a:lnTo>
                  <a:cubicBezTo>
                    <a:pt x="1001" y="429"/>
                    <a:pt x="1001" y="191"/>
                    <a:pt x="109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0" name="Google Shape;29530;p153"/>
            <p:cNvSpPr/>
            <p:nvPr/>
          </p:nvSpPr>
          <p:spPr>
            <a:xfrm>
              <a:off x="7842000" y="4322616"/>
              <a:ext cx="92223" cy="20169"/>
            </a:xfrm>
            <a:custGeom>
              <a:rect b="b" l="l" r="r" t="t"/>
              <a:pathLst>
                <a:path extrusionOk="0" h="620" w="2835">
                  <a:moveTo>
                    <a:pt x="1" y="0"/>
                  </a:moveTo>
                  <a:cubicBezTo>
                    <a:pt x="96" y="215"/>
                    <a:pt x="96" y="405"/>
                    <a:pt x="1" y="619"/>
                  </a:cubicBezTo>
                  <a:lnTo>
                    <a:pt x="2811" y="619"/>
                  </a:lnTo>
                  <a:cubicBezTo>
                    <a:pt x="2739" y="405"/>
                    <a:pt x="2739" y="215"/>
                    <a:pt x="2835"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1" name="Google Shape;29531;p153"/>
            <p:cNvSpPr/>
            <p:nvPr/>
          </p:nvSpPr>
          <p:spPr>
            <a:xfrm>
              <a:off x="7983765" y="4322616"/>
              <a:ext cx="93003" cy="20169"/>
            </a:xfrm>
            <a:custGeom>
              <a:rect b="b" l="l" r="r" t="t"/>
              <a:pathLst>
                <a:path extrusionOk="0" h="620" w="2859">
                  <a:moveTo>
                    <a:pt x="1" y="0"/>
                  </a:moveTo>
                  <a:cubicBezTo>
                    <a:pt x="96" y="215"/>
                    <a:pt x="96" y="405"/>
                    <a:pt x="1" y="619"/>
                  </a:cubicBezTo>
                  <a:lnTo>
                    <a:pt x="2858" y="619"/>
                  </a:lnTo>
                  <a:cubicBezTo>
                    <a:pt x="2763" y="405"/>
                    <a:pt x="2763" y="167"/>
                    <a:pt x="285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2" name="Google Shape;29532;p153"/>
            <p:cNvSpPr/>
            <p:nvPr/>
          </p:nvSpPr>
          <p:spPr>
            <a:xfrm>
              <a:off x="7899318" y="4229645"/>
              <a:ext cx="57383" cy="85261"/>
            </a:xfrm>
            <a:custGeom>
              <a:rect b="b" l="l" r="r" t="t"/>
              <a:pathLst>
                <a:path extrusionOk="0" h="2621" w="1764">
                  <a:moveTo>
                    <a:pt x="573" y="1"/>
                  </a:moveTo>
                  <a:cubicBezTo>
                    <a:pt x="430" y="143"/>
                    <a:pt x="215" y="239"/>
                    <a:pt x="1" y="262"/>
                  </a:cubicBezTo>
                  <a:lnTo>
                    <a:pt x="1192" y="2620"/>
                  </a:lnTo>
                  <a:cubicBezTo>
                    <a:pt x="1335" y="2477"/>
                    <a:pt x="1549" y="2382"/>
                    <a:pt x="1763" y="2358"/>
                  </a:cubicBezTo>
                  <a:lnTo>
                    <a:pt x="573" y="1"/>
                  </a:ln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3" name="Google Shape;29533;p153"/>
            <p:cNvSpPr/>
            <p:nvPr/>
          </p:nvSpPr>
          <p:spPr>
            <a:xfrm>
              <a:off x="7899318" y="4350494"/>
              <a:ext cx="57383" cy="85261"/>
            </a:xfrm>
            <a:custGeom>
              <a:rect b="b" l="l" r="r" t="t"/>
              <a:pathLst>
                <a:path extrusionOk="0" h="2621" w="1764">
                  <a:moveTo>
                    <a:pt x="1192" y="1"/>
                  </a:moveTo>
                  <a:lnTo>
                    <a:pt x="1" y="2358"/>
                  </a:lnTo>
                  <a:cubicBezTo>
                    <a:pt x="239" y="2358"/>
                    <a:pt x="430" y="2477"/>
                    <a:pt x="573" y="2620"/>
                  </a:cubicBezTo>
                  <a:lnTo>
                    <a:pt x="1763" y="263"/>
                  </a:lnTo>
                  <a:cubicBezTo>
                    <a:pt x="1549" y="263"/>
                    <a:pt x="1335" y="143"/>
                    <a:pt x="1192"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4" name="Google Shape;29534;p153"/>
            <p:cNvSpPr/>
            <p:nvPr/>
          </p:nvSpPr>
          <p:spPr>
            <a:xfrm>
              <a:off x="7960539" y="4350494"/>
              <a:ext cx="57350" cy="85261"/>
            </a:xfrm>
            <a:custGeom>
              <a:rect b="b" l="l" r="r" t="t"/>
              <a:pathLst>
                <a:path extrusionOk="0" h="2621" w="1763">
                  <a:moveTo>
                    <a:pt x="572" y="1"/>
                  </a:moveTo>
                  <a:cubicBezTo>
                    <a:pt x="405" y="143"/>
                    <a:pt x="215" y="239"/>
                    <a:pt x="0" y="263"/>
                  </a:cubicBezTo>
                  <a:lnTo>
                    <a:pt x="1191" y="2620"/>
                  </a:lnTo>
                  <a:cubicBezTo>
                    <a:pt x="1334" y="2477"/>
                    <a:pt x="1548" y="2382"/>
                    <a:pt x="1763" y="2358"/>
                  </a:cubicBezTo>
                  <a:lnTo>
                    <a:pt x="572"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5" name="Google Shape;29535;p153"/>
            <p:cNvSpPr/>
            <p:nvPr/>
          </p:nvSpPr>
          <p:spPr>
            <a:xfrm>
              <a:off x="7786991" y="4303228"/>
              <a:ext cx="60473" cy="59693"/>
            </a:xfrm>
            <a:custGeom>
              <a:rect b="b" l="l" r="r" t="t"/>
              <a:pathLst>
                <a:path extrusionOk="0" h="1835" w="1859">
                  <a:moveTo>
                    <a:pt x="930" y="1"/>
                  </a:moveTo>
                  <a:cubicBezTo>
                    <a:pt x="406" y="1"/>
                    <a:pt x="1" y="406"/>
                    <a:pt x="1" y="930"/>
                  </a:cubicBezTo>
                  <a:cubicBezTo>
                    <a:pt x="1" y="1430"/>
                    <a:pt x="406" y="1835"/>
                    <a:pt x="930" y="1835"/>
                  </a:cubicBezTo>
                  <a:cubicBezTo>
                    <a:pt x="1430" y="1835"/>
                    <a:pt x="1858" y="1430"/>
                    <a:pt x="1858" y="930"/>
                  </a:cubicBezTo>
                  <a:cubicBezTo>
                    <a:pt x="1858" y="406"/>
                    <a:pt x="1430" y="1"/>
                    <a:pt x="930"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6" name="Google Shape;29536;p153"/>
            <p:cNvSpPr/>
            <p:nvPr/>
          </p:nvSpPr>
          <p:spPr>
            <a:xfrm>
              <a:off x="7868349" y="4180850"/>
              <a:ext cx="60441" cy="60441"/>
            </a:xfrm>
            <a:custGeom>
              <a:rect b="b" l="l" r="r" t="t"/>
              <a:pathLst>
                <a:path extrusionOk="0" h="1858" w="1858">
                  <a:moveTo>
                    <a:pt x="929" y="0"/>
                  </a:moveTo>
                  <a:cubicBezTo>
                    <a:pt x="429" y="0"/>
                    <a:pt x="0" y="429"/>
                    <a:pt x="0" y="929"/>
                  </a:cubicBezTo>
                  <a:cubicBezTo>
                    <a:pt x="0" y="1429"/>
                    <a:pt x="429" y="1858"/>
                    <a:pt x="929" y="1858"/>
                  </a:cubicBezTo>
                  <a:cubicBezTo>
                    <a:pt x="1429" y="1858"/>
                    <a:pt x="1858" y="1429"/>
                    <a:pt x="1858" y="929"/>
                  </a:cubicBezTo>
                  <a:cubicBezTo>
                    <a:pt x="1858" y="429"/>
                    <a:pt x="1429" y="0"/>
                    <a:pt x="9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7" name="Google Shape;29537;p153"/>
            <p:cNvSpPr/>
            <p:nvPr/>
          </p:nvSpPr>
          <p:spPr>
            <a:xfrm>
              <a:off x="7868349" y="4424077"/>
              <a:ext cx="60441" cy="60473"/>
            </a:xfrm>
            <a:custGeom>
              <a:rect b="b" l="l" r="r" t="t"/>
              <a:pathLst>
                <a:path extrusionOk="0" h="1859" w="1858">
                  <a:moveTo>
                    <a:pt x="929" y="1"/>
                  </a:moveTo>
                  <a:cubicBezTo>
                    <a:pt x="429" y="1"/>
                    <a:pt x="0" y="430"/>
                    <a:pt x="0" y="930"/>
                  </a:cubicBezTo>
                  <a:cubicBezTo>
                    <a:pt x="0" y="1430"/>
                    <a:pt x="429" y="1858"/>
                    <a:pt x="929" y="1858"/>
                  </a:cubicBezTo>
                  <a:cubicBezTo>
                    <a:pt x="1429" y="1858"/>
                    <a:pt x="1858" y="1430"/>
                    <a:pt x="1858" y="930"/>
                  </a:cubicBezTo>
                  <a:cubicBezTo>
                    <a:pt x="1858" y="430"/>
                    <a:pt x="1429" y="1"/>
                    <a:pt x="92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8" name="Google Shape;29538;p153"/>
            <p:cNvSpPr/>
            <p:nvPr/>
          </p:nvSpPr>
          <p:spPr>
            <a:xfrm>
              <a:off x="8072084" y="4302480"/>
              <a:ext cx="59693" cy="59660"/>
            </a:xfrm>
            <a:custGeom>
              <a:rect b="b" l="l" r="r" t="t"/>
              <a:pathLst>
                <a:path extrusionOk="0" h="1834" w="1835">
                  <a:moveTo>
                    <a:pt x="906" y="0"/>
                  </a:moveTo>
                  <a:cubicBezTo>
                    <a:pt x="405" y="0"/>
                    <a:pt x="1" y="405"/>
                    <a:pt x="1" y="905"/>
                  </a:cubicBezTo>
                  <a:cubicBezTo>
                    <a:pt x="1" y="1429"/>
                    <a:pt x="405" y="1834"/>
                    <a:pt x="906" y="1834"/>
                  </a:cubicBezTo>
                  <a:cubicBezTo>
                    <a:pt x="1429" y="1834"/>
                    <a:pt x="1834" y="1429"/>
                    <a:pt x="1834" y="905"/>
                  </a:cubicBezTo>
                  <a:cubicBezTo>
                    <a:pt x="1834" y="405"/>
                    <a:pt x="1429" y="0"/>
                    <a:pt x="90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9" name="Google Shape;29539;p153"/>
            <p:cNvSpPr/>
            <p:nvPr/>
          </p:nvSpPr>
          <p:spPr>
            <a:xfrm>
              <a:off x="7989198" y="4424077"/>
              <a:ext cx="60441" cy="60473"/>
            </a:xfrm>
            <a:custGeom>
              <a:rect b="b" l="l" r="r" t="t"/>
              <a:pathLst>
                <a:path extrusionOk="0" h="1859" w="1858">
                  <a:moveTo>
                    <a:pt x="929" y="1"/>
                  </a:moveTo>
                  <a:cubicBezTo>
                    <a:pt x="429" y="1"/>
                    <a:pt x="0" y="430"/>
                    <a:pt x="0" y="930"/>
                  </a:cubicBezTo>
                  <a:cubicBezTo>
                    <a:pt x="0" y="1430"/>
                    <a:pt x="429" y="1858"/>
                    <a:pt x="929" y="1858"/>
                  </a:cubicBezTo>
                  <a:cubicBezTo>
                    <a:pt x="1429" y="1858"/>
                    <a:pt x="1858" y="1430"/>
                    <a:pt x="1858" y="930"/>
                  </a:cubicBezTo>
                  <a:cubicBezTo>
                    <a:pt x="1858" y="430"/>
                    <a:pt x="1477" y="1"/>
                    <a:pt x="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0" name="Google Shape;29540;p153"/>
            <p:cNvSpPr/>
            <p:nvPr/>
          </p:nvSpPr>
          <p:spPr>
            <a:xfrm>
              <a:off x="7989198" y="4180850"/>
              <a:ext cx="61221" cy="60441"/>
            </a:xfrm>
            <a:custGeom>
              <a:rect b="b" l="l" r="r" t="t"/>
              <a:pathLst>
                <a:path extrusionOk="0" h="1858" w="1882">
                  <a:moveTo>
                    <a:pt x="929" y="0"/>
                  </a:moveTo>
                  <a:cubicBezTo>
                    <a:pt x="429" y="0"/>
                    <a:pt x="0" y="429"/>
                    <a:pt x="0" y="929"/>
                  </a:cubicBezTo>
                  <a:cubicBezTo>
                    <a:pt x="0" y="1429"/>
                    <a:pt x="429" y="1858"/>
                    <a:pt x="929" y="1858"/>
                  </a:cubicBezTo>
                  <a:cubicBezTo>
                    <a:pt x="1429" y="1858"/>
                    <a:pt x="1858" y="1429"/>
                    <a:pt x="1858" y="929"/>
                  </a:cubicBezTo>
                  <a:cubicBezTo>
                    <a:pt x="1882" y="429"/>
                    <a:pt x="1477"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1" name="Google Shape;29541;p153"/>
            <p:cNvSpPr/>
            <p:nvPr/>
          </p:nvSpPr>
          <p:spPr>
            <a:xfrm>
              <a:off x="7928757" y="4303228"/>
              <a:ext cx="59693" cy="59693"/>
            </a:xfrm>
            <a:custGeom>
              <a:rect b="b" l="l" r="r" t="t"/>
              <a:pathLst>
                <a:path extrusionOk="0" h="1835" w="1835">
                  <a:moveTo>
                    <a:pt x="906" y="1"/>
                  </a:moveTo>
                  <a:cubicBezTo>
                    <a:pt x="406" y="1"/>
                    <a:pt x="1" y="406"/>
                    <a:pt x="1" y="930"/>
                  </a:cubicBezTo>
                  <a:cubicBezTo>
                    <a:pt x="1" y="1430"/>
                    <a:pt x="406" y="1835"/>
                    <a:pt x="906" y="1835"/>
                  </a:cubicBezTo>
                  <a:cubicBezTo>
                    <a:pt x="1430" y="1835"/>
                    <a:pt x="1835" y="1430"/>
                    <a:pt x="1835" y="930"/>
                  </a:cubicBezTo>
                  <a:cubicBezTo>
                    <a:pt x="1835" y="406"/>
                    <a:pt x="1430" y="1"/>
                    <a:pt x="90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2" name="Google Shape;29542;p153"/>
            <p:cNvSpPr/>
            <p:nvPr/>
          </p:nvSpPr>
          <p:spPr>
            <a:xfrm>
              <a:off x="7958197" y="4302480"/>
              <a:ext cx="30253" cy="60441"/>
            </a:xfrm>
            <a:custGeom>
              <a:rect b="b" l="l" r="r" t="t"/>
              <a:pathLst>
                <a:path extrusionOk="0" h="1858" w="930">
                  <a:moveTo>
                    <a:pt x="1" y="0"/>
                  </a:moveTo>
                  <a:lnTo>
                    <a:pt x="1" y="1858"/>
                  </a:lnTo>
                  <a:cubicBezTo>
                    <a:pt x="525" y="1858"/>
                    <a:pt x="930" y="1453"/>
                    <a:pt x="930" y="953"/>
                  </a:cubicBezTo>
                  <a:cubicBezTo>
                    <a:pt x="930" y="405"/>
                    <a:pt x="525"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3" name="Google Shape;29543;p153"/>
            <p:cNvSpPr/>
            <p:nvPr/>
          </p:nvSpPr>
          <p:spPr>
            <a:xfrm>
              <a:off x="7948926" y="4323396"/>
              <a:ext cx="19388" cy="19388"/>
            </a:xfrm>
            <a:custGeom>
              <a:rect b="b" l="l" r="r" t="t"/>
              <a:pathLst>
                <a:path extrusionOk="0" h="596" w="596">
                  <a:moveTo>
                    <a:pt x="286" y="0"/>
                  </a:moveTo>
                  <a:cubicBezTo>
                    <a:pt x="143" y="0"/>
                    <a:pt x="0" y="119"/>
                    <a:pt x="0" y="310"/>
                  </a:cubicBezTo>
                  <a:cubicBezTo>
                    <a:pt x="0" y="453"/>
                    <a:pt x="119" y="595"/>
                    <a:pt x="286" y="595"/>
                  </a:cubicBezTo>
                  <a:cubicBezTo>
                    <a:pt x="453" y="595"/>
                    <a:pt x="595" y="476"/>
                    <a:pt x="595" y="310"/>
                  </a:cubicBezTo>
                  <a:cubicBezTo>
                    <a:pt x="595" y="143"/>
                    <a:pt x="476" y="0"/>
                    <a:pt x="286"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4" name="Google Shape;29544;p153"/>
            <p:cNvSpPr/>
            <p:nvPr/>
          </p:nvSpPr>
          <p:spPr>
            <a:xfrm>
              <a:off x="7959758" y="4322616"/>
              <a:ext cx="9336" cy="20169"/>
            </a:xfrm>
            <a:custGeom>
              <a:rect b="b" l="l" r="r" t="t"/>
              <a:pathLst>
                <a:path extrusionOk="0" h="620" w="287">
                  <a:moveTo>
                    <a:pt x="1" y="0"/>
                  </a:moveTo>
                  <a:lnTo>
                    <a:pt x="1" y="619"/>
                  </a:lnTo>
                  <a:cubicBezTo>
                    <a:pt x="143" y="619"/>
                    <a:pt x="286" y="500"/>
                    <a:pt x="286" y="334"/>
                  </a:cubicBezTo>
                  <a:cubicBezTo>
                    <a:pt x="286" y="143"/>
                    <a:pt x="143" y="0"/>
                    <a:pt x="1"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5" name="Google Shape;29545;p153"/>
            <p:cNvSpPr/>
            <p:nvPr/>
          </p:nvSpPr>
          <p:spPr>
            <a:xfrm>
              <a:off x="8010115" y="4201767"/>
              <a:ext cx="19388" cy="19388"/>
            </a:xfrm>
            <a:custGeom>
              <a:rect b="b" l="l" r="r" t="t"/>
              <a:pathLst>
                <a:path extrusionOk="0" h="596" w="596">
                  <a:moveTo>
                    <a:pt x="286" y="0"/>
                  </a:moveTo>
                  <a:cubicBezTo>
                    <a:pt x="143" y="0"/>
                    <a:pt x="0" y="119"/>
                    <a:pt x="0" y="286"/>
                  </a:cubicBezTo>
                  <a:cubicBezTo>
                    <a:pt x="0" y="429"/>
                    <a:pt x="120" y="596"/>
                    <a:pt x="286" y="596"/>
                  </a:cubicBezTo>
                  <a:cubicBezTo>
                    <a:pt x="429" y="596"/>
                    <a:pt x="596" y="477"/>
                    <a:pt x="596" y="286"/>
                  </a:cubicBezTo>
                  <a:cubicBezTo>
                    <a:pt x="596" y="143"/>
                    <a:pt x="477" y="0"/>
                    <a:pt x="286"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6" name="Google Shape;29546;p153"/>
            <p:cNvSpPr/>
            <p:nvPr/>
          </p:nvSpPr>
          <p:spPr>
            <a:xfrm>
              <a:off x="7887704" y="4201767"/>
              <a:ext cx="20169" cy="19388"/>
            </a:xfrm>
            <a:custGeom>
              <a:rect b="b" l="l" r="r" t="t"/>
              <a:pathLst>
                <a:path extrusionOk="0" h="596" w="620">
                  <a:moveTo>
                    <a:pt x="334" y="0"/>
                  </a:moveTo>
                  <a:cubicBezTo>
                    <a:pt x="144" y="0"/>
                    <a:pt x="1" y="119"/>
                    <a:pt x="25" y="286"/>
                  </a:cubicBezTo>
                  <a:cubicBezTo>
                    <a:pt x="25" y="429"/>
                    <a:pt x="191" y="596"/>
                    <a:pt x="334" y="596"/>
                  </a:cubicBezTo>
                  <a:cubicBezTo>
                    <a:pt x="477" y="596"/>
                    <a:pt x="620" y="477"/>
                    <a:pt x="620" y="286"/>
                  </a:cubicBezTo>
                  <a:cubicBezTo>
                    <a:pt x="620" y="143"/>
                    <a:pt x="501" y="0"/>
                    <a:pt x="334"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7" name="Google Shape;29547;p153"/>
            <p:cNvSpPr/>
            <p:nvPr/>
          </p:nvSpPr>
          <p:spPr>
            <a:xfrm>
              <a:off x="7807160" y="4323396"/>
              <a:ext cx="19388" cy="19388"/>
            </a:xfrm>
            <a:custGeom>
              <a:rect b="b" l="l" r="r" t="t"/>
              <a:pathLst>
                <a:path extrusionOk="0" h="596" w="596">
                  <a:moveTo>
                    <a:pt x="310" y="0"/>
                  </a:moveTo>
                  <a:cubicBezTo>
                    <a:pt x="167" y="0"/>
                    <a:pt x="0" y="119"/>
                    <a:pt x="0" y="310"/>
                  </a:cubicBezTo>
                  <a:cubicBezTo>
                    <a:pt x="0" y="476"/>
                    <a:pt x="167" y="595"/>
                    <a:pt x="310" y="595"/>
                  </a:cubicBezTo>
                  <a:cubicBezTo>
                    <a:pt x="453" y="595"/>
                    <a:pt x="595" y="476"/>
                    <a:pt x="595" y="310"/>
                  </a:cubicBezTo>
                  <a:cubicBezTo>
                    <a:pt x="595" y="143"/>
                    <a:pt x="453" y="0"/>
                    <a:pt x="310" y="0"/>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8" name="Google Shape;29548;p153"/>
            <p:cNvSpPr/>
            <p:nvPr/>
          </p:nvSpPr>
          <p:spPr>
            <a:xfrm>
              <a:off x="7888485" y="4445774"/>
              <a:ext cx="19388" cy="19420"/>
            </a:xfrm>
            <a:custGeom>
              <a:rect b="b" l="l" r="r" t="t"/>
              <a:pathLst>
                <a:path extrusionOk="0" h="597" w="596">
                  <a:moveTo>
                    <a:pt x="310" y="1"/>
                  </a:moveTo>
                  <a:cubicBezTo>
                    <a:pt x="167" y="1"/>
                    <a:pt x="1" y="120"/>
                    <a:pt x="1" y="287"/>
                  </a:cubicBezTo>
                  <a:cubicBezTo>
                    <a:pt x="1" y="429"/>
                    <a:pt x="120" y="596"/>
                    <a:pt x="310" y="596"/>
                  </a:cubicBezTo>
                  <a:cubicBezTo>
                    <a:pt x="453" y="596"/>
                    <a:pt x="596" y="429"/>
                    <a:pt x="596" y="287"/>
                  </a:cubicBezTo>
                  <a:cubicBezTo>
                    <a:pt x="596" y="144"/>
                    <a:pt x="453" y="1"/>
                    <a:pt x="310" y="1"/>
                  </a:cubicBezTo>
                  <a:close/>
                </a:path>
              </a:pathLst>
            </a:custGeom>
            <a:solidFill>
              <a:srgbClr val="F1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9" name="Google Shape;29549;p153"/>
            <p:cNvSpPr/>
            <p:nvPr/>
          </p:nvSpPr>
          <p:spPr>
            <a:xfrm>
              <a:off x="8010115" y="4445774"/>
              <a:ext cx="20169" cy="19420"/>
            </a:xfrm>
            <a:custGeom>
              <a:rect b="b" l="l" r="r" t="t"/>
              <a:pathLst>
                <a:path extrusionOk="0" h="597" w="620">
                  <a:moveTo>
                    <a:pt x="286" y="1"/>
                  </a:moveTo>
                  <a:cubicBezTo>
                    <a:pt x="143" y="1"/>
                    <a:pt x="0" y="120"/>
                    <a:pt x="0" y="287"/>
                  </a:cubicBezTo>
                  <a:cubicBezTo>
                    <a:pt x="0" y="429"/>
                    <a:pt x="120" y="596"/>
                    <a:pt x="286" y="596"/>
                  </a:cubicBezTo>
                  <a:cubicBezTo>
                    <a:pt x="477" y="596"/>
                    <a:pt x="620" y="429"/>
                    <a:pt x="596" y="287"/>
                  </a:cubicBezTo>
                  <a:cubicBezTo>
                    <a:pt x="596" y="144"/>
                    <a:pt x="477" y="1"/>
                    <a:pt x="286" y="1"/>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0" name="Google Shape;29550;p153"/>
            <p:cNvSpPr/>
            <p:nvPr/>
          </p:nvSpPr>
          <p:spPr>
            <a:xfrm>
              <a:off x="8092220" y="4323396"/>
              <a:ext cx="19420" cy="19388"/>
            </a:xfrm>
            <a:custGeom>
              <a:rect b="b" l="l" r="r" t="t"/>
              <a:pathLst>
                <a:path extrusionOk="0" h="596" w="597">
                  <a:moveTo>
                    <a:pt x="287" y="0"/>
                  </a:moveTo>
                  <a:cubicBezTo>
                    <a:pt x="144" y="0"/>
                    <a:pt x="1" y="119"/>
                    <a:pt x="1" y="310"/>
                  </a:cubicBezTo>
                  <a:cubicBezTo>
                    <a:pt x="1" y="453"/>
                    <a:pt x="120" y="595"/>
                    <a:pt x="287" y="595"/>
                  </a:cubicBezTo>
                  <a:cubicBezTo>
                    <a:pt x="453" y="595"/>
                    <a:pt x="596" y="453"/>
                    <a:pt x="596" y="310"/>
                  </a:cubicBezTo>
                  <a:cubicBezTo>
                    <a:pt x="596" y="143"/>
                    <a:pt x="453" y="0"/>
                    <a:pt x="287" y="0"/>
                  </a:cubicBezTo>
                  <a:close/>
                </a:path>
              </a:pathLst>
            </a:custGeom>
            <a:solidFill>
              <a:srgbClr val="E6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51" name="Google Shape;29551;p153"/>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sp>
        <p:nvSpPr>
          <p:cNvPr id="29552" name="Google Shape;29552;p15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56" name="Shape 29556"/>
        <p:cNvGrpSpPr/>
        <p:nvPr/>
      </p:nvGrpSpPr>
      <p:grpSpPr>
        <a:xfrm>
          <a:off x="0" y="0"/>
          <a:ext cx="0" cy="0"/>
          <a:chOff x="0" y="0"/>
          <a:chExt cx="0" cy="0"/>
        </a:xfrm>
      </p:grpSpPr>
      <p:grpSp>
        <p:nvGrpSpPr>
          <p:cNvPr id="29557" name="Google Shape;29557;p154"/>
          <p:cNvGrpSpPr/>
          <p:nvPr/>
        </p:nvGrpSpPr>
        <p:grpSpPr>
          <a:xfrm>
            <a:off x="1031157" y="1768676"/>
            <a:ext cx="346749" cy="347520"/>
            <a:chOff x="1031157" y="1921076"/>
            <a:chExt cx="346749" cy="347520"/>
          </a:xfrm>
        </p:grpSpPr>
        <p:sp>
          <p:nvSpPr>
            <p:cNvPr id="29558" name="Google Shape;29558;p154"/>
            <p:cNvSpPr/>
            <p:nvPr/>
          </p:nvSpPr>
          <p:spPr>
            <a:xfrm>
              <a:off x="1072765" y="1970384"/>
              <a:ext cx="107904" cy="50118"/>
            </a:xfrm>
            <a:custGeom>
              <a:rect b="b" l="l" r="r" t="t"/>
              <a:pathLst>
                <a:path extrusionOk="0" h="1549" w="3335">
                  <a:moveTo>
                    <a:pt x="881" y="1"/>
                  </a:moveTo>
                  <a:cubicBezTo>
                    <a:pt x="738" y="48"/>
                    <a:pt x="596" y="167"/>
                    <a:pt x="477" y="286"/>
                  </a:cubicBezTo>
                  <a:cubicBezTo>
                    <a:pt x="143" y="644"/>
                    <a:pt x="0" y="1096"/>
                    <a:pt x="0" y="1549"/>
                  </a:cubicBezTo>
                  <a:lnTo>
                    <a:pt x="3287" y="1549"/>
                  </a:lnTo>
                  <a:cubicBezTo>
                    <a:pt x="3334" y="1096"/>
                    <a:pt x="3144" y="620"/>
                    <a:pt x="2810" y="286"/>
                  </a:cubicBezTo>
                  <a:cubicBezTo>
                    <a:pt x="2691" y="167"/>
                    <a:pt x="2548" y="72"/>
                    <a:pt x="2405"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9" name="Google Shape;29559;p154"/>
            <p:cNvSpPr/>
            <p:nvPr/>
          </p:nvSpPr>
          <p:spPr>
            <a:xfrm>
              <a:off x="1127476" y="1970384"/>
              <a:ext cx="53968" cy="50118"/>
            </a:xfrm>
            <a:custGeom>
              <a:rect b="b" l="l" r="r" t="t"/>
              <a:pathLst>
                <a:path extrusionOk="0" h="1549" w="1668">
                  <a:moveTo>
                    <a:pt x="0" y="1"/>
                  </a:moveTo>
                  <a:lnTo>
                    <a:pt x="0" y="1549"/>
                  </a:lnTo>
                  <a:lnTo>
                    <a:pt x="1667" y="1549"/>
                  </a:lnTo>
                  <a:cubicBezTo>
                    <a:pt x="1667" y="1096"/>
                    <a:pt x="1524" y="644"/>
                    <a:pt x="1191" y="286"/>
                  </a:cubicBezTo>
                  <a:cubicBezTo>
                    <a:pt x="1048" y="167"/>
                    <a:pt x="881" y="72"/>
                    <a:pt x="73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0" name="Google Shape;29560;p154"/>
            <p:cNvSpPr/>
            <p:nvPr/>
          </p:nvSpPr>
          <p:spPr>
            <a:xfrm>
              <a:off x="1226870" y="2169169"/>
              <a:ext cx="107127" cy="50118"/>
            </a:xfrm>
            <a:custGeom>
              <a:rect b="b" l="l" r="r" t="t"/>
              <a:pathLst>
                <a:path extrusionOk="0" h="1549" w="3311">
                  <a:moveTo>
                    <a:pt x="0" y="1"/>
                  </a:moveTo>
                  <a:cubicBezTo>
                    <a:pt x="0" y="453"/>
                    <a:pt x="143" y="906"/>
                    <a:pt x="476" y="1263"/>
                  </a:cubicBezTo>
                  <a:cubicBezTo>
                    <a:pt x="595" y="1382"/>
                    <a:pt x="738" y="1501"/>
                    <a:pt x="881" y="1549"/>
                  </a:cubicBezTo>
                  <a:lnTo>
                    <a:pt x="2405" y="1549"/>
                  </a:lnTo>
                  <a:cubicBezTo>
                    <a:pt x="2548" y="1453"/>
                    <a:pt x="2691" y="1382"/>
                    <a:pt x="2810" y="1263"/>
                  </a:cubicBezTo>
                  <a:cubicBezTo>
                    <a:pt x="3144" y="929"/>
                    <a:pt x="3310" y="453"/>
                    <a:pt x="328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1" name="Google Shape;29561;p154"/>
            <p:cNvSpPr/>
            <p:nvPr/>
          </p:nvSpPr>
          <p:spPr>
            <a:xfrm>
              <a:off x="1281549" y="2169169"/>
              <a:ext cx="53968" cy="50118"/>
            </a:xfrm>
            <a:custGeom>
              <a:rect b="b" l="l" r="r" t="t"/>
              <a:pathLst>
                <a:path extrusionOk="0" h="1549" w="1668">
                  <a:moveTo>
                    <a:pt x="1" y="1"/>
                  </a:moveTo>
                  <a:lnTo>
                    <a:pt x="1" y="1549"/>
                  </a:lnTo>
                  <a:lnTo>
                    <a:pt x="739" y="1549"/>
                  </a:lnTo>
                  <a:cubicBezTo>
                    <a:pt x="882" y="1477"/>
                    <a:pt x="1025" y="1382"/>
                    <a:pt x="1192" y="1263"/>
                  </a:cubicBezTo>
                  <a:cubicBezTo>
                    <a:pt x="1501" y="906"/>
                    <a:pt x="1668" y="453"/>
                    <a:pt x="166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2" name="Google Shape;29562;p154"/>
            <p:cNvSpPr/>
            <p:nvPr/>
          </p:nvSpPr>
          <p:spPr>
            <a:xfrm>
              <a:off x="1072765" y="2169169"/>
              <a:ext cx="107904" cy="50118"/>
            </a:xfrm>
            <a:custGeom>
              <a:rect b="b" l="l" r="r" t="t"/>
              <a:pathLst>
                <a:path extrusionOk="0" h="1549" w="3335">
                  <a:moveTo>
                    <a:pt x="0" y="1"/>
                  </a:moveTo>
                  <a:cubicBezTo>
                    <a:pt x="0" y="453"/>
                    <a:pt x="143" y="906"/>
                    <a:pt x="477" y="1263"/>
                  </a:cubicBezTo>
                  <a:cubicBezTo>
                    <a:pt x="596" y="1382"/>
                    <a:pt x="738" y="1501"/>
                    <a:pt x="881" y="1549"/>
                  </a:cubicBezTo>
                  <a:lnTo>
                    <a:pt x="2405" y="1549"/>
                  </a:lnTo>
                  <a:cubicBezTo>
                    <a:pt x="2548" y="1453"/>
                    <a:pt x="2691" y="1382"/>
                    <a:pt x="2810" y="1263"/>
                  </a:cubicBezTo>
                  <a:cubicBezTo>
                    <a:pt x="3144" y="929"/>
                    <a:pt x="3334" y="453"/>
                    <a:pt x="3287"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3" name="Google Shape;29563;p154"/>
            <p:cNvSpPr/>
            <p:nvPr/>
          </p:nvSpPr>
          <p:spPr>
            <a:xfrm>
              <a:off x="1127476" y="2169169"/>
              <a:ext cx="53968" cy="50118"/>
            </a:xfrm>
            <a:custGeom>
              <a:rect b="b" l="l" r="r" t="t"/>
              <a:pathLst>
                <a:path extrusionOk="0" h="1549" w="1668">
                  <a:moveTo>
                    <a:pt x="0" y="1"/>
                  </a:moveTo>
                  <a:lnTo>
                    <a:pt x="0" y="1549"/>
                  </a:lnTo>
                  <a:lnTo>
                    <a:pt x="738" y="1549"/>
                  </a:lnTo>
                  <a:cubicBezTo>
                    <a:pt x="881" y="1477"/>
                    <a:pt x="1048" y="1382"/>
                    <a:pt x="1191" y="1263"/>
                  </a:cubicBezTo>
                  <a:cubicBezTo>
                    <a:pt x="1524" y="906"/>
                    <a:pt x="1667" y="453"/>
                    <a:pt x="166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4" name="Google Shape;29564;p154"/>
            <p:cNvSpPr/>
            <p:nvPr/>
          </p:nvSpPr>
          <p:spPr>
            <a:xfrm>
              <a:off x="1226870" y="1970384"/>
              <a:ext cx="107127" cy="50118"/>
            </a:xfrm>
            <a:custGeom>
              <a:rect b="b" l="l" r="r" t="t"/>
              <a:pathLst>
                <a:path extrusionOk="0" h="1549" w="3311">
                  <a:moveTo>
                    <a:pt x="881" y="1"/>
                  </a:moveTo>
                  <a:cubicBezTo>
                    <a:pt x="738" y="48"/>
                    <a:pt x="595" y="167"/>
                    <a:pt x="476" y="286"/>
                  </a:cubicBezTo>
                  <a:cubicBezTo>
                    <a:pt x="143" y="644"/>
                    <a:pt x="0" y="1096"/>
                    <a:pt x="0" y="1549"/>
                  </a:cubicBezTo>
                  <a:lnTo>
                    <a:pt x="3287" y="1549"/>
                  </a:lnTo>
                  <a:cubicBezTo>
                    <a:pt x="3310" y="1096"/>
                    <a:pt x="3144" y="620"/>
                    <a:pt x="2810" y="286"/>
                  </a:cubicBezTo>
                  <a:cubicBezTo>
                    <a:pt x="2691" y="167"/>
                    <a:pt x="2548" y="72"/>
                    <a:pt x="24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5" name="Google Shape;29565;p154"/>
            <p:cNvSpPr/>
            <p:nvPr/>
          </p:nvSpPr>
          <p:spPr>
            <a:xfrm>
              <a:off x="1281549" y="1970384"/>
              <a:ext cx="53968" cy="50118"/>
            </a:xfrm>
            <a:custGeom>
              <a:rect b="b" l="l" r="r" t="t"/>
              <a:pathLst>
                <a:path extrusionOk="0" h="1549" w="1668">
                  <a:moveTo>
                    <a:pt x="1" y="1"/>
                  </a:moveTo>
                  <a:lnTo>
                    <a:pt x="1" y="1549"/>
                  </a:lnTo>
                  <a:lnTo>
                    <a:pt x="1668" y="1549"/>
                  </a:lnTo>
                  <a:cubicBezTo>
                    <a:pt x="1668" y="1096"/>
                    <a:pt x="1501" y="644"/>
                    <a:pt x="1192" y="286"/>
                  </a:cubicBezTo>
                  <a:cubicBezTo>
                    <a:pt x="1025" y="167"/>
                    <a:pt x="882" y="72"/>
                    <a:pt x="739"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6" name="Google Shape;29566;p154"/>
            <p:cNvSpPr/>
            <p:nvPr/>
          </p:nvSpPr>
          <p:spPr>
            <a:xfrm>
              <a:off x="1031157" y="2009695"/>
              <a:ext cx="346749" cy="169540"/>
            </a:xfrm>
            <a:custGeom>
              <a:rect b="b" l="l" r="r" t="t"/>
              <a:pathLst>
                <a:path extrusionOk="0" h="5240" w="10717">
                  <a:moveTo>
                    <a:pt x="334" y="0"/>
                  </a:moveTo>
                  <a:cubicBezTo>
                    <a:pt x="143" y="0"/>
                    <a:pt x="0" y="143"/>
                    <a:pt x="0" y="334"/>
                  </a:cubicBezTo>
                  <a:lnTo>
                    <a:pt x="0" y="4906"/>
                  </a:lnTo>
                  <a:cubicBezTo>
                    <a:pt x="0" y="5096"/>
                    <a:pt x="143" y="5239"/>
                    <a:pt x="334" y="5239"/>
                  </a:cubicBezTo>
                  <a:lnTo>
                    <a:pt x="10383" y="5239"/>
                  </a:lnTo>
                  <a:cubicBezTo>
                    <a:pt x="10550" y="5239"/>
                    <a:pt x="10693" y="5120"/>
                    <a:pt x="10717" y="4906"/>
                  </a:cubicBezTo>
                  <a:lnTo>
                    <a:pt x="10717" y="334"/>
                  </a:lnTo>
                  <a:cubicBezTo>
                    <a:pt x="10717" y="143"/>
                    <a:pt x="10550" y="0"/>
                    <a:pt x="10383"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7" name="Google Shape;29567;p154"/>
            <p:cNvSpPr/>
            <p:nvPr/>
          </p:nvSpPr>
          <p:spPr>
            <a:xfrm>
              <a:off x="1204513" y="2010439"/>
              <a:ext cx="173390" cy="169573"/>
            </a:xfrm>
            <a:custGeom>
              <a:rect b="b" l="l" r="r" t="t"/>
              <a:pathLst>
                <a:path extrusionOk="0" h="5241" w="5359">
                  <a:moveTo>
                    <a:pt x="1" y="1"/>
                  </a:moveTo>
                  <a:lnTo>
                    <a:pt x="1" y="5240"/>
                  </a:lnTo>
                  <a:lnTo>
                    <a:pt x="5025" y="5240"/>
                  </a:lnTo>
                  <a:cubicBezTo>
                    <a:pt x="5192" y="5240"/>
                    <a:pt x="5359" y="5097"/>
                    <a:pt x="5359" y="4907"/>
                  </a:cubicBezTo>
                  <a:lnTo>
                    <a:pt x="5359" y="334"/>
                  </a:lnTo>
                  <a:cubicBezTo>
                    <a:pt x="5335" y="120"/>
                    <a:pt x="5192" y="1"/>
                    <a:pt x="5025" y="1"/>
                  </a:cubicBez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8" name="Google Shape;29568;p154"/>
            <p:cNvSpPr/>
            <p:nvPr/>
          </p:nvSpPr>
          <p:spPr>
            <a:xfrm>
              <a:off x="1092792" y="2053599"/>
              <a:ext cx="68593" cy="82473"/>
            </a:xfrm>
            <a:custGeom>
              <a:rect b="b" l="l" r="r" t="t"/>
              <a:pathLst>
                <a:path extrusionOk="0" h="2549" w="2120">
                  <a:moveTo>
                    <a:pt x="310" y="1"/>
                  </a:moveTo>
                  <a:cubicBezTo>
                    <a:pt x="143" y="1"/>
                    <a:pt x="0" y="167"/>
                    <a:pt x="0" y="334"/>
                  </a:cubicBezTo>
                  <a:lnTo>
                    <a:pt x="0" y="2215"/>
                  </a:lnTo>
                  <a:cubicBezTo>
                    <a:pt x="0" y="2382"/>
                    <a:pt x="143" y="2549"/>
                    <a:pt x="310" y="2549"/>
                  </a:cubicBezTo>
                  <a:lnTo>
                    <a:pt x="1786" y="2549"/>
                  </a:lnTo>
                  <a:cubicBezTo>
                    <a:pt x="1953" y="2549"/>
                    <a:pt x="2120" y="2382"/>
                    <a:pt x="2096" y="2215"/>
                  </a:cubicBezTo>
                  <a:lnTo>
                    <a:pt x="2096" y="334"/>
                  </a:lnTo>
                  <a:cubicBezTo>
                    <a:pt x="2096" y="167"/>
                    <a:pt x="1953" y="1"/>
                    <a:pt x="1786"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9" name="Google Shape;29569;p154"/>
            <p:cNvSpPr/>
            <p:nvPr/>
          </p:nvSpPr>
          <p:spPr>
            <a:xfrm>
              <a:off x="1246897" y="2053599"/>
              <a:ext cx="67816" cy="82473"/>
            </a:xfrm>
            <a:custGeom>
              <a:rect b="b" l="l" r="r" t="t"/>
              <a:pathLst>
                <a:path extrusionOk="0" h="2549" w="2096">
                  <a:moveTo>
                    <a:pt x="310" y="1"/>
                  </a:moveTo>
                  <a:cubicBezTo>
                    <a:pt x="143" y="1"/>
                    <a:pt x="0" y="167"/>
                    <a:pt x="0" y="334"/>
                  </a:cubicBezTo>
                  <a:lnTo>
                    <a:pt x="0" y="2215"/>
                  </a:lnTo>
                  <a:cubicBezTo>
                    <a:pt x="0" y="2382"/>
                    <a:pt x="143" y="2549"/>
                    <a:pt x="310" y="2549"/>
                  </a:cubicBezTo>
                  <a:lnTo>
                    <a:pt x="1786" y="2549"/>
                  </a:lnTo>
                  <a:cubicBezTo>
                    <a:pt x="1953" y="2549"/>
                    <a:pt x="2096" y="2382"/>
                    <a:pt x="2096" y="2215"/>
                  </a:cubicBezTo>
                  <a:lnTo>
                    <a:pt x="2096" y="334"/>
                  </a:lnTo>
                  <a:cubicBezTo>
                    <a:pt x="2096" y="167"/>
                    <a:pt x="1953" y="1"/>
                    <a:pt x="1786"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0" name="Google Shape;29570;p154"/>
            <p:cNvSpPr/>
            <p:nvPr/>
          </p:nvSpPr>
          <p:spPr>
            <a:xfrm>
              <a:off x="1136697" y="2159172"/>
              <a:ext cx="53968" cy="73996"/>
            </a:xfrm>
            <a:custGeom>
              <a:rect b="b" l="l" r="r" t="t"/>
              <a:pathLst>
                <a:path extrusionOk="0" h="2287" w="1668">
                  <a:moveTo>
                    <a:pt x="1358" y="0"/>
                  </a:moveTo>
                  <a:cubicBezTo>
                    <a:pt x="1168" y="0"/>
                    <a:pt x="1049" y="143"/>
                    <a:pt x="1049" y="310"/>
                  </a:cubicBezTo>
                  <a:cubicBezTo>
                    <a:pt x="1049" y="715"/>
                    <a:pt x="906" y="1096"/>
                    <a:pt x="596" y="1358"/>
                  </a:cubicBezTo>
                  <a:cubicBezTo>
                    <a:pt x="525" y="1453"/>
                    <a:pt x="406" y="1500"/>
                    <a:pt x="287" y="1572"/>
                  </a:cubicBezTo>
                  <a:lnTo>
                    <a:pt x="1" y="1715"/>
                  </a:lnTo>
                  <a:lnTo>
                    <a:pt x="310" y="2286"/>
                  </a:lnTo>
                  <a:lnTo>
                    <a:pt x="572" y="2143"/>
                  </a:lnTo>
                  <a:cubicBezTo>
                    <a:pt x="763" y="2048"/>
                    <a:pt x="930" y="1929"/>
                    <a:pt x="1072" y="1786"/>
                  </a:cubicBezTo>
                  <a:cubicBezTo>
                    <a:pt x="1477" y="1381"/>
                    <a:pt x="1668" y="857"/>
                    <a:pt x="1644" y="310"/>
                  </a:cubicBezTo>
                  <a:cubicBezTo>
                    <a:pt x="1668" y="143"/>
                    <a:pt x="1525" y="0"/>
                    <a:pt x="1358"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1" name="Google Shape;29571;p154"/>
            <p:cNvSpPr/>
            <p:nvPr/>
          </p:nvSpPr>
          <p:spPr>
            <a:xfrm>
              <a:off x="1061958" y="2159172"/>
              <a:ext cx="53968" cy="73219"/>
            </a:xfrm>
            <a:custGeom>
              <a:rect b="b" l="l" r="r" t="t"/>
              <a:pathLst>
                <a:path extrusionOk="0" h="2263" w="1668">
                  <a:moveTo>
                    <a:pt x="358" y="0"/>
                  </a:moveTo>
                  <a:cubicBezTo>
                    <a:pt x="168" y="0"/>
                    <a:pt x="25" y="119"/>
                    <a:pt x="25" y="286"/>
                  </a:cubicBezTo>
                  <a:cubicBezTo>
                    <a:pt x="1" y="834"/>
                    <a:pt x="239" y="1358"/>
                    <a:pt x="596" y="1739"/>
                  </a:cubicBezTo>
                  <a:cubicBezTo>
                    <a:pt x="739" y="1905"/>
                    <a:pt x="930" y="2024"/>
                    <a:pt x="1096" y="2096"/>
                  </a:cubicBezTo>
                  <a:lnTo>
                    <a:pt x="1358" y="2262"/>
                  </a:lnTo>
                  <a:lnTo>
                    <a:pt x="1668" y="1691"/>
                  </a:lnTo>
                  <a:lnTo>
                    <a:pt x="1406" y="1548"/>
                  </a:lnTo>
                  <a:cubicBezTo>
                    <a:pt x="1287" y="1477"/>
                    <a:pt x="1192" y="1405"/>
                    <a:pt x="1072" y="1334"/>
                  </a:cubicBezTo>
                  <a:cubicBezTo>
                    <a:pt x="763" y="1072"/>
                    <a:pt x="620" y="667"/>
                    <a:pt x="620" y="286"/>
                  </a:cubicBezTo>
                  <a:cubicBezTo>
                    <a:pt x="644" y="167"/>
                    <a:pt x="501" y="24"/>
                    <a:pt x="358"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2" name="Google Shape;29572;p154"/>
            <p:cNvSpPr/>
            <p:nvPr/>
          </p:nvSpPr>
          <p:spPr>
            <a:xfrm>
              <a:off x="1088942" y="2193823"/>
              <a:ext cx="74772" cy="74772"/>
            </a:xfrm>
            <a:custGeom>
              <a:rect b="b" l="l" r="r" t="t"/>
              <a:pathLst>
                <a:path extrusionOk="0" h="2311" w="2311">
                  <a:moveTo>
                    <a:pt x="1167" y="1"/>
                  </a:moveTo>
                  <a:cubicBezTo>
                    <a:pt x="500" y="1"/>
                    <a:pt x="0" y="525"/>
                    <a:pt x="0" y="1144"/>
                  </a:cubicBezTo>
                  <a:cubicBezTo>
                    <a:pt x="0" y="1811"/>
                    <a:pt x="524" y="2311"/>
                    <a:pt x="1167" y="2311"/>
                  </a:cubicBezTo>
                  <a:cubicBezTo>
                    <a:pt x="1810" y="2311"/>
                    <a:pt x="2310" y="1787"/>
                    <a:pt x="2310" y="1144"/>
                  </a:cubicBezTo>
                  <a:cubicBezTo>
                    <a:pt x="2310" y="525"/>
                    <a:pt x="1810" y="1"/>
                    <a:pt x="1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3" name="Google Shape;29573;p154"/>
            <p:cNvSpPr/>
            <p:nvPr/>
          </p:nvSpPr>
          <p:spPr>
            <a:xfrm>
              <a:off x="1126700" y="2194568"/>
              <a:ext cx="37014" cy="74028"/>
            </a:xfrm>
            <a:custGeom>
              <a:rect b="b" l="l" r="r" t="t"/>
              <a:pathLst>
                <a:path extrusionOk="0" h="2288" w="1144">
                  <a:moveTo>
                    <a:pt x="42" y="1"/>
                  </a:moveTo>
                  <a:cubicBezTo>
                    <a:pt x="28" y="1"/>
                    <a:pt x="14" y="1"/>
                    <a:pt x="0" y="2"/>
                  </a:cubicBezTo>
                  <a:lnTo>
                    <a:pt x="0" y="2288"/>
                  </a:lnTo>
                  <a:cubicBezTo>
                    <a:pt x="643" y="2288"/>
                    <a:pt x="1143" y="1764"/>
                    <a:pt x="1143" y="1121"/>
                  </a:cubicBezTo>
                  <a:cubicBezTo>
                    <a:pt x="1143" y="515"/>
                    <a:pt x="665" y="1"/>
                    <a:pt x="42"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4" name="Google Shape;29574;p154"/>
            <p:cNvSpPr/>
            <p:nvPr/>
          </p:nvSpPr>
          <p:spPr>
            <a:xfrm>
              <a:off x="1290802" y="2159172"/>
              <a:ext cx="53968" cy="73996"/>
            </a:xfrm>
            <a:custGeom>
              <a:rect b="b" l="l" r="r" t="t"/>
              <a:pathLst>
                <a:path extrusionOk="0" h="2287" w="1668">
                  <a:moveTo>
                    <a:pt x="1334" y="0"/>
                  </a:moveTo>
                  <a:cubicBezTo>
                    <a:pt x="1168" y="0"/>
                    <a:pt x="1049" y="143"/>
                    <a:pt x="1049" y="310"/>
                  </a:cubicBezTo>
                  <a:cubicBezTo>
                    <a:pt x="1049" y="715"/>
                    <a:pt x="906" y="1096"/>
                    <a:pt x="596" y="1358"/>
                  </a:cubicBezTo>
                  <a:cubicBezTo>
                    <a:pt x="501" y="1453"/>
                    <a:pt x="406" y="1500"/>
                    <a:pt x="287" y="1572"/>
                  </a:cubicBezTo>
                  <a:lnTo>
                    <a:pt x="1" y="1715"/>
                  </a:lnTo>
                  <a:lnTo>
                    <a:pt x="310" y="2286"/>
                  </a:lnTo>
                  <a:lnTo>
                    <a:pt x="572" y="2143"/>
                  </a:lnTo>
                  <a:cubicBezTo>
                    <a:pt x="739" y="2048"/>
                    <a:pt x="929" y="1929"/>
                    <a:pt x="1072" y="1786"/>
                  </a:cubicBezTo>
                  <a:cubicBezTo>
                    <a:pt x="1477" y="1381"/>
                    <a:pt x="1668" y="857"/>
                    <a:pt x="1644" y="310"/>
                  </a:cubicBezTo>
                  <a:cubicBezTo>
                    <a:pt x="1668" y="143"/>
                    <a:pt x="1525" y="0"/>
                    <a:pt x="133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5" name="Google Shape;29575;p154"/>
            <p:cNvSpPr/>
            <p:nvPr/>
          </p:nvSpPr>
          <p:spPr>
            <a:xfrm>
              <a:off x="1216063" y="2159172"/>
              <a:ext cx="53968" cy="73219"/>
            </a:xfrm>
            <a:custGeom>
              <a:rect b="b" l="l" r="r" t="t"/>
              <a:pathLst>
                <a:path extrusionOk="0" h="2263" w="1668">
                  <a:moveTo>
                    <a:pt x="358" y="0"/>
                  </a:moveTo>
                  <a:cubicBezTo>
                    <a:pt x="167" y="0"/>
                    <a:pt x="25" y="119"/>
                    <a:pt x="25" y="286"/>
                  </a:cubicBezTo>
                  <a:cubicBezTo>
                    <a:pt x="1" y="834"/>
                    <a:pt x="239" y="1358"/>
                    <a:pt x="596" y="1739"/>
                  </a:cubicBezTo>
                  <a:cubicBezTo>
                    <a:pt x="739" y="1905"/>
                    <a:pt x="929" y="2024"/>
                    <a:pt x="1096" y="2096"/>
                  </a:cubicBezTo>
                  <a:lnTo>
                    <a:pt x="1358" y="2262"/>
                  </a:lnTo>
                  <a:lnTo>
                    <a:pt x="1668" y="1691"/>
                  </a:lnTo>
                  <a:lnTo>
                    <a:pt x="1406" y="1548"/>
                  </a:lnTo>
                  <a:cubicBezTo>
                    <a:pt x="1263" y="1477"/>
                    <a:pt x="1191" y="1405"/>
                    <a:pt x="1072" y="1334"/>
                  </a:cubicBezTo>
                  <a:cubicBezTo>
                    <a:pt x="763" y="1072"/>
                    <a:pt x="620" y="667"/>
                    <a:pt x="620" y="286"/>
                  </a:cubicBezTo>
                  <a:cubicBezTo>
                    <a:pt x="644" y="167"/>
                    <a:pt x="501" y="24"/>
                    <a:pt x="358"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6" name="Google Shape;29576;p154"/>
            <p:cNvSpPr/>
            <p:nvPr/>
          </p:nvSpPr>
          <p:spPr>
            <a:xfrm>
              <a:off x="1243047" y="2193823"/>
              <a:ext cx="74772" cy="74772"/>
            </a:xfrm>
            <a:custGeom>
              <a:rect b="b" l="l" r="r" t="t"/>
              <a:pathLst>
                <a:path extrusionOk="0" h="2311" w="2311">
                  <a:moveTo>
                    <a:pt x="1167" y="1"/>
                  </a:moveTo>
                  <a:cubicBezTo>
                    <a:pt x="500" y="1"/>
                    <a:pt x="0" y="525"/>
                    <a:pt x="0" y="1144"/>
                  </a:cubicBezTo>
                  <a:cubicBezTo>
                    <a:pt x="0" y="1811"/>
                    <a:pt x="524" y="2311"/>
                    <a:pt x="1167" y="2311"/>
                  </a:cubicBezTo>
                  <a:cubicBezTo>
                    <a:pt x="1810" y="2311"/>
                    <a:pt x="2310" y="1787"/>
                    <a:pt x="2310" y="1144"/>
                  </a:cubicBezTo>
                  <a:cubicBezTo>
                    <a:pt x="2310" y="525"/>
                    <a:pt x="1810" y="1"/>
                    <a:pt x="1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7" name="Google Shape;29577;p154"/>
            <p:cNvSpPr/>
            <p:nvPr/>
          </p:nvSpPr>
          <p:spPr>
            <a:xfrm>
              <a:off x="1280805" y="2194568"/>
              <a:ext cx="37014" cy="74028"/>
            </a:xfrm>
            <a:custGeom>
              <a:rect b="b" l="l" r="r" t="t"/>
              <a:pathLst>
                <a:path extrusionOk="0" h="2288" w="1144">
                  <a:moveTo>
                    <a:pt x="42" y="1"/>
                  </a:moveTo>
                  <a:cubicBezTo>
                    <a:pt x="28" y="1"/>
                    <a:pt x="14" y="1"/>
                    <a:pt x="0" y="2"/>
                  </a:cubicBezTo>
                  <a:lnTo>
                    <a:pt x="0" y="2288"/>
                  </a:lnTo>
                  <a:cubicBezTo>
                    <a:pt x="643" y="2288"/>
                    <a:pt x="1143" y="1764"/>
                    <a:pt x="1143" y="1121"/>
                  </a:cubicBezTo>
                  <a:cubicBezTo>
                    <a:pt x="1143" y="515"/>
                    <a:pt x="665" y="1"/>
                    <a:pt x="42"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8" name="Google Shape;29578;p154"/>
            <p:cNvSpPr/>
            <p:nvPr/>
          </p:nvSpPr>
          <p:spPr>
            <a:xfrm>
              <a:off x="1290802" y="1956504"/>
              <a:ext cx="53968" cy="74028"/>
            </a:xfrm>
            <a:custGeom>
              <a:rect b="b" l="l" r="r" t="t"/>
              <a:pathLst>
                <a:path extrusionOk="0" h="2288" w="1668">
                  <a:moveTo>
                    <a:pt x="310" y="1"/>
                  </a:moveTo>
                  <a:lnTo>
                    <a:pt x="1" y="572"/>
                  </a:lnTo>
                  <a:lnTo>
                    <a:pt x="287" y="715"/>
                  </a:lnTo>
                  <a:cubicBezTo>
                    <a:pt x="406" y="787"/>
                    <a:pt x="501" y="834"/>
                    <a:pt x="596" y="930"/>
                  </a:cubicBezTo>
                  <a:cubicBezTo>
                    <a:pt x="906" y="1192"/>
                    <a:pt x="1049" y="1573"/>
                    <a:pt x="1049" y="1978"/>
                  </a:cubicBezTo>
                  <a:cubicBezTo>
                    <a:pt x="1049" y="2144"/>
                    <a:pt x="1168" y="2287"/>
                    <a:pt x="1334" y="2287"/>
                  </a:cubicBezTo>
                  <a:cubicBezTo>
                    <a:pt x="1525" y="2287"/>
                    <a:pt x="1668" y="2168"/>
                    <a:pt x="1644" y="1978"/>
                  </a:cubicBezTo>
                  <a:cubicBezTo>
                    <a:pt x="1668" y="1430"/>
                    <a:pt x="1477" y="906"/>
                    <a:pt x="1072" y="501"/>
                  </a:cubicBezTo>
                  <a:cubicBezTo>
                    <a:pt x="929" y="358"/>
                    <a:pt x="739" y="239"/>
                    <a:pt x="572" y="144"/>
                  </a:cubicBezTo>
                  <a:lnTo>
                    <a:pt x="310"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9" name="Google Shape;29579;p154"/>
            <p:cNvSpPr/>
            <p:nvPr/>
          </p:nvSpPr>
          <p:spPr>
            <a:xfrm>
              <a:off x="1216063" y="1957280"/>
              <a:ext cx="53968" cy="73252"/>
            </a:xfrm>
            <a:custGeom>
              <a:rect b="b" l="l" r="r" t="t"/>
              <a:pathLst>
                <a:path extrusionOk="0" h="2264" w="1668">
                  <a:moveTo>
                    <a:pt x="1358" y="1"/>
                  </a:moveTo>
                  <a:lnTo>
                    <a:pt x="1096" y="167"/>
                  </a:lnTo>
                  <a:cubicBezTo>
                    <a:pt x="929" y="239"/>
                    <a:pt x="739" y="358"/>
                    <a:pt x="596" y="525"/>
                  </a:cubicBezTo>
                  <a:cubicBezTo>
                    <a:pt x="239" y="906"/>
                    <a:pt x="1" y="1430"/>
                    <a:pt x="25" y="1977"/>
                  </a:cubicBezTo>
                  <a:cubicBezTo>
                    <a:pt x="25" y="2144"/>
                    <a:pt x="167" y="2263"/>
                    <a:pt x="358" y="2263"/>
                  </a:cubicBezTo>
                  <a:cubicBezTo>
                    <a:pt x="501" y="2263"/>
                    <a:pt x="644" y="2120"/>
                    <a:pt x="620" y="1977"/>
                  </a:cubicBezTo>
                  <a:cubicBezTo>
                    <a:pt x="620" y="1596"/>
                    <a:pt x="763" y="1191"/>
                    <a:pt x="1072" y="929"/>
                  </a:cubicBezTo>
                  <a:cubicBezTo>
                    <a:pt x="1191" y="834"/>
                    <a:pt x="1263" y="787"/>
                    <a:pt x="1406" y="715"/>
                  </a:cubicBezTo>
                  <a:lnTo>
                    <a:pt x="1668" y="572"/>
                  </a:lnTo>
                  <a:lnTo>
                    <a:pt x="1358"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0" name="Google Shape;29580;p154"/>
            <p:cNvSpPr/>
            <p:nvPr/>
          </p:nvSpPr>
          <p:spPr>
            <a:xfrm>
              <a:off x="1243047" y="1921076"/>
              <a:ext cx="74772" cy="74772"/>
            </a:xfrm>
            <a:custGeom>
              <a:rect b="b" l="l" r="r" t="t"/>
              <a:pathLst>
                <a:path extrusionOk="0" h="2311" w="2311">
                  <a:moveTo>
                    <a:pt x="1167" y="0"/>
                  </a:moveTo>
                  <a:cubicBezTo>
                    <a:pt x="500" y="0"/>
                    <a:pt x="0" y="501"/>
                    <a:pt x="0" y="1167"/>
                  </a:cubicBezTo>
                  <a:cubicBezTo>
                    <a:pt x="0" y="1810"/>
                    <a:pt x="524" y="2310"/>
                    <a:pt x="1167" y="2310"/>
                  </a:cubicBezTo>
                  <a:cubicBezTo>
                    <a:pt x="1810" y="2310"/>
                    <a:pt x="2310" y="1810"/>
                    <a:pt x="2310" y="1167"/>
                  </a:cubicBezTo>
                  <a:cubicBezTo>
                    <a:pt x="2310" y="501"/>
                    <a:pt x="1786" y="0"/>
                    <a:pt x="1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1" name="Google Shape;29581;p154"/>
            <p:cNvSpPr/>
            <p:nvPr/>
          </p:nvSpPr>
          <p:spPr>
            <a:xfrm>
              <a:off x="1280805" y="1921852"/>
              <a:ext cx="37014" cy="73996"/>
            </a:xfrm>
            <a:custGeom>
              <a:rect b="b" l="l" r="r" t="t"/>
              <a:pathLst>
                <a:path extrusionOk="0" h="2287" w="1144">
                  <a:moveTo>
                    <a:pt x="0" y="0"/>
                  </a:moveTo>
                  <a:lnTo>
                    <a:pt x="0" y="2286"/>
                  </a:lnTo>
                  <a:cubicBezTo>
                    <a:pt x="643" y="2286"/>
                    <a:pt x="1143" y="1786"/>
                    <a:pt x="1143" y="1167"/>
                  </a:cubicBezTo>
                  <a:cubicBezTo>
                    <a:pt x="1143" y="548"/>
                    <a:pt x="643"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2" name="Google Shape;29582;p154"/>
            <p:cNvSpPr/>
            <p:nvPr/>
          </p:nvSpPr>
          <p:spPr>
            <a:xfrm>
              <a:off x="1136697" y="1956504"/>
              <a:ext cx="53968" cy="74028"/>
            </a:xfrm>
            <a:custGeom>
              <a:rect b="b" l="l" r="r" t="t"/>
              <a:pathLst>
                <a:path extrusionOk="0" h="2288" w="1668">
                  <a:moveTo>
                    <a:pt x="310" y="1"/>
                  </a:moveTo>
                  <a:lnTo>
                    <a:pt x="1" y="572"/>
                  </a:lnTo>
                  <a:lnTo>
                    <a:pt x="287" y="715"/>
                  </a:lnTo>
                  <a:cubicBezTo>
                    <a:pt x="406" y="787"/>
                    <a:pt x="525" y="834"/>
                    <a:pt x="596" y="930"/>
                  </a:cubicBezTo>
                  <a:cubicBezTo>
                    <a:pt x="906" y="1192"/>
                    <a:pt x="1049" y="1573"/>
                    <a:pt x="1049" y="1978"/>
                  </a:cubicBezTo>
                  <a:cubicBezTo>
                    <a:pt x="1049" y="2144"/>
                    <a:pt x="1168" y="2287"/>
                    <a:pt x="1358" y="2287"/>
                  </a:cubicBezTo>
                  <a:cubicBezTo>
                    <a:pt x="1525" y="2287"/>
                    <a:pt x="1668" y="2168"/>
                    <a:pt x="1644" y="1978"/>
                  </a:cubicBezTo>
                  <a:cubicBezTo>
                    <a:pt x="1668" y="1430"/>
                    <a:pt x="1477" y="906"/>
                    <a:pt x="1072" y="501"/>
                  </a:cubicBezTo>
                  <a:cubicBezTo>
                    <a:pt x="930" y="358"/>
                    <a:pt x="763" y="239"/>
                    <a:pt x="572" y="144"/>
                  </a:cubicBezTo>
                  <a:lnTo>
                    <a:pt x="310" y="1"/>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3" name="Google Shape;29583;p154"/>
            <p:cNvSpPr/>
            <p:nvPr/>
          </p:nvSpPr>
          <p:spPr>
            <a:xfrm>
              <a:off x="1061958" y="1957280"/>
              <a:ext cx="53968" cy="73252"/>
            </a:xfrm>
            <a:custGeom>
              <a:rect b="b" l="l" r="r" t="t"/>
              <a:pathLst>
                <a:path extrusionOk="0" h="2264" w="1668">
                  <a:moveTo>
                    <a:pt x="1358" y="1"/>
                  </a:moveTo>
                  <a:lnTo>
                    <a:pt x="1096" y="167"/>
                  </a:lnTo>
                  <a:cubicBezTo>
                    <a:pt x="930" y="239"/>
                    <a:pt x="739" y="358"/>
                    <a:pt x="596" y="525"/>
                  </a:cubicBezTo>
                  <a:cubicBezTo>
                    <a:pt x="239" y="906"/>
                    <a:pt x="1" y="1430"/>
                    <a:pt x="25" y="1977"/>
                  </a:cubicBezTo>
                  <a:cubicBezTo>
                    <a:pt x="25" y="2144"/>
                    <a:pt x="168" y="2263"/>
                    <a:pt x="358" y="2263"/>
                  </a:cubicBezTo>
                  <a:cubicBezTo>
                    <a:pt x="501" y="2263"/>
                    <a:pt x="644" y="2120"/>
                    <a:pt x="620" y="1977"/>
                  </a:cubicBezTo>
                  <a:cubicBezTo>
                    <a:pt x="620" y="1596"/>
                    <a:pt x="763" y="1191"/>
                    <a:pt x="1072" y="929"/>
                  </a:cubicBezTo>
                  <a:cubicBezTo>
                    <a:pt x="1192" y="834"/>
                    <a:pt x="1287" y="787"/>
                    <a:pt x="1406" y="715"/>
                  </a:cubicBezTo>
                  <a:lnTo>
                    <a:pt x="1668" y="572"/>
                  </a:lnTo>
                  <a:lnTo>
                    <a:pt x="1358" y="1"/>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4" name="Google Shape;29584;p154"/>
            <p:cNvSpPr/>
            <p:nvPr/>
          </p:nvSpPr>
          <p:spPr>
            <a:xfrm>
              <a:off x="1088942" y="1921076"/>
              <a:ext cx="74772" cy="74772"/>
            </a:xfrm>
            <a:custGeom>
              <a:rect b="b" l="l" r="r" t="t"/>
              <a:pathLst>
                <a:path extrusionOk="0" h="2311" w="2311">
                  <a:moveTo>
                    <a:pt x="1167" y="0"/>
                  </a:moveTo>
                  <a:cubicBezTo>
                    <a:pt x="500" y="0"/>
                    <a:pt x="0" y="501"/>
                    <a:pt x="0" y="1167"/>
                  </a:cubicBezTo>
                  <a:cubicBezTo>
                    <a:pt x="0" y="1810"/>
                    <a:pt x="524" y="2310"/>
                    <a:pt x="1167" y="2310"/>
                  </a:cubicBezTo>
                  <a:cubicBezTo>
                    <a:pt x="1810" y="2310"/>
                    <a:pt x="2310" y="1810"/>
                    <a:pt x="2310" y="1167"/>
                  </a:cubicBezTo>
                  <a:cubicBezTo>
                    <a:pt x="2310" y="501"/>
                    <a:pt x="1786" y="0"/>
                    <a:pt x="1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5" name="Google Shape;29585;p154"/>
            <p:cNvSpPr/>
            <p:nvPr/>
          </p:nvSpPr>
          <p:spPr>
            <a:xfrm>
              <a:off x="1126700" y="1921852"/>
              <a:ext cx="37014" cy="73996"/>
            </a:xfrm>
            <a:custGeom>
              <a:rect b="b" l="l" r="r" t="t"/>
              <a:pathLst>
                <a:path extrusionOk="0" h="2287" w="1144">
                  <a:moveTo>
                    <a:pt x="0" y="0"/>
                  </a:moveTo>
                  <a:lnTo>
                    <a:pt x="0" y="2286"/>
                  </a:lnTo>
                  <a:cubicBezTo>
                    <a:pt x="643" y="2286"/>
                    <a:pt x="1143" y="1786"/>
                    <a:pt x="1143" y="1167"/>
                  </a:cubicBezTo>
                  <a:cubicBezTo>
                    <a:pt x="1143" y="548"/>
                    <a:pt x="643"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6" name="Google Shape;29586;p154"/>
          <p:cNvGrpSpPr/>
          <p:nvPr/>
        </p:nvGrpSpPr>
        <p:grpSpPr>
          <a:xfrm>
            <a:off x="1774698" y="1778706"/>
            <a:ext cx="346749" cy="346749"/>
            <a:chOff x="1774698" y="1931106"/>
            <a:chExt cx="346749" cy="346749"/>
          </a:xfrm>
        </p:grpSpPr>
        <p:sp>
          <p:nvSpPr>
            <p:cNvPr id="29587" name="Google Shape;29587;p154"/>
            <p:cNvSpPr/>
            <p:nvPr/>
          </p:nvSpPr>
          <p:spPr>
            <a:xfrm>
              <a:off x="1884089" y="2115235"/>
              <a:ext cx="129485" cy="71699"/>
            </a:xfrm>
            <a:custGeom>
              <a:rect b="b" l="l" r="r" t="t"/>
              <a:pathLst>
                <a:path extrusionOk="0" h="2216" w="4002">
                  <a:moveTo>
                    <a:pt x="2001" y="1"/>
                  </a:moveTo>
                  <a:cubicBezTo>
                    <a:pt x="906" y="1"/>
                    <a:pt x="1" y="906"/>
                    <a:pt x="1" y="2001"/>
                  </a:cubicBezTo>
                  <a:lnTo>
                    <a:pt x="1" y="2215"/>
                  </a:lnTo>
                  <a:lnTo>
                    <a:pt x="4002" y="2215"/>
                  </a:lnTo>
                  <a:lnTo>
                    <a:pt x="4002" y="2001"/>
                  </a:lnTo>
                  <a:cubicBezTo>
                    <a:pt x="4002" y="906"/>
                    <a:pt x="3097" y="1"/>
                    <a:pt x="2001"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8" name="Google Shape;29588;p154"/>
            <p:cNvSpPr/>
            <p:nvPr/>
          </p:nvSpPr>
          <p:spPr>
            <a:xfrm>
              <a:off x="1948054" y="2115235"/>
              <a:ext cx="64742" cy="71699"/>
            </a:xfrm>
            <a:custGeom>
              <a:rect b="b" l="l" r="r" t="t"/>
              <a:pathLst>
                <a:path extrusionOk="0" h="2216" w="2001">
                  <a:moveTo>
                    <a:pt x="0" y="1"/>
                  </a:moveTo>
                  <a:lnTo>
                    <a:pt x="0" y="2215"/>
                  </a:lnTo>
                  <a:lnTo>
                    <a:pt x="2001" y="2215"/>
                  </a:lnTo>
                  <a:lnTo>
                    <a:pt x="2001" y="2001"/>
                  </a:lnTo>
                  <a:cubicBezTo>
                    <a:pt x="2001" y="906"/>
                    <a:pt x="1096" y="1"/>
                    <a:pt x="0"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9" name="Google Shape;29589;p154"/>
            <p:cNvSpPr/>
            <p:nvPr/>
          </p:nvSpPr>
          <p:spPr>
            <a:xfrm>
              <a:off x="1907222" y="2055152"/>
              <a:ext cx="80920" cy="80920"/>
            </a:xfrm>
            <a:custGeom>
              <a:rect b="b" l="l" r="r" t="t"/>
              <a:pathLst>
                <a:path extrusionOk="0" h="2501" w="2501">
                  <a:moveTo>
                    <a:pt x="1262" y="0"/>
                  </a:moveTo>
                  <a:cubicBezTo>
                    <a:pt x="572" y="0"/>
                    <a:pt x="0" y="548"/>
                    <a:pt x="0" y="1238"/>
                  </a:cubicBezTo>
                  <a:cubicBezTo>
                    <a:pt x="0" y="1929"/>
                    <a:pt x="572" y="2501"/>
                    <a:pt x="1262" y="2501"/>
                  </a:cubicBezTo>
                  <a:cubicBezTo>
                    <a:pt x="1977" y="2501"/>
                    <a:pt x="2501" y="1929"/>
                    <a:pt x="2501" y="1238"/>
                  </a:cubicBezTo>
                  <a:cubicBezTo>
                    <a:pt x="2501" y="548"/>
                    <a:pt x="1953" y="0"/>
                    <a:pt x="126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0" name="Google Shape;29590;p154"/>
            <p:cNvSpPr/>
            <p:nvPr/>
          </p:nvSpPr>
          <p:spPr>
            <a:xfrm>
              <a:off x="1948830" y="2055152"/>
              <a:ext cx="40864" cy="80920"/>
            </a:xfrm>
            <a:custGeom>
              <a:rect b="b" l="l" r="r" t="t"/>
              <a:pathLst>
                <a:path extrusionOk="0" h="2501" w="1263">
                  <a:moveTo>
                    <a:pt x="0" y="0"/>
                  </a:moveTo>
                  <a:lnTo>
                    <a:pt x="0" y="2501"/>
                  </a:lnTo>
                  <a:cubicBezTo>
                    <a:pt x="691" y="2501"/>
                    <a:pt x="1262" y="1929"/>
                    <a:pt x="1262" y="1238"/>
                  </a:cubicBezTo>
                  <a:cubicBezTo>
                    <a:pt x="1262" y="548"/>
                    <a:pt x="691"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1" name="Google Shape;29591;p154"/>
            <p:cNvSpPr/>
            <p:nvPr/>
          </p:nvSpPr>
          <p:spPr>
            <a:xfrm>
              <a:off x="1774698" y="1931106"/>
              <a:ext cx="346749" cy="346749"/>
            </a:xfrm>
            <a:custGeom>
              <a:rect b="b" l="l" r="r" t="t"/>
              <a:pathLst>
                <a:path extrusionOk="0" h="10717" w="10717">
                  <a:moveTo>
                    <a:pt x="10098" y="5263"/>
                  </a:moveTo>
                  <a:lnTo>
                    <a:pt x="10098" y="10097"/>
                  </a:lnTo>
                  <a:lnTo>
                    <a:pt x="7549" y="10097"/>
                  </a:lnTo>
                  <a:lnTo>
                    <a:pt x="7549" y="9478"/>
                  </a:lnTo>
                  <a:lnTo>
                    <a:pt x="9145" y="9478"/>
                  </a:lnTo>
                  <a:cubicBezTo>
                    <a:pt x="9312" y="9478"/>
                    <a:pt x="9455" y="9335"/>
                    <a:pt x="9455" y="9145"/>
                  </a:cubicBezTo>
                  <a:lnTo>
                    <a:pt x="9455" y="5263"/>
                  </a:lnTo>
                  <a:close/>
                  <a:moveTo>
                    <a:pt x="334" y="0"/>
                  </a:moveTo>
                  <a:cubicBezTo>
                    <a:pt x="143" y="0"/>
                    <a:pt x="0" y="167"/>
                    <a:pt x="0" y="333"/>
                  </a:cubicBezTo>
                  <a:lnTo>
                    <a:pt x="0" y="10407"/>
                  </a:lnTo>
                  <a:cubicBezTo>
                    <a:pt x="0" y="10574"/>
                    <a:pt x="143" y="10716"/>
                    <a:pt x="334" y="10716"/>
                  </a:cubicBezTo>
                  <a:lnTo>
                    <a:pt x="10383" y="10716"/>
                  </a:lnTo>
                  <a:cubicBezTo>
                    <a:pt x="10574" y="10716"/>
                    <a:pt x="10717" y="10574"/>
                    <a:pt x="10717" y="10407"/>
                  </a:cubicBezTo>
                  <a:lnTo>
                    <a:pt x="10717" y="333"/>
                  </a:lnTo>
                  <a:cubicBezTo>
                    <a:pt x="10717" y="167"/>
                    <a:pt x="10574" y="24"/>
                    <a:pt x="10407" y="24"/>
                  </a:cubicBezTo>
                  <a:lnTo>
                    <a:pt x="6001" y="24"/>
                  </a:lnTo>
                  <a:cubicBezTo>
                    <a:pt x="5835" y="24"/>
                    <a:pt x="5692" y="167"/>
                    <a:pt x="5692" y="333"/>
                  </a:cubicBezTo>
                  <a:cubicBezTo>
                    <a:pt x="5692" y="524"/>
                    <a:pt x="5835" y="667"/>
                    <a:pt x="6001" y="667"/>
                  </a:cubicBezTo>
                  <a:lnTo>
                    <a:pt x="10121" y="667"/>
                  </a:lnTo>
                  <a:lnTo>
                    <a:pt x="10121" y="4668"/>
                  </a:lnTo>
                  <a:lnTo>
                    <a:pt x="9502" y="4668"/>
                  </a:lnTo>
                  <a:lnTo>
                    <a:pt x="9502" y="4120"/>
                  </a:lnTo>
                  <a:cubicBezTo>
                    <a:pt x="9502" y="3953"/>
                    <a:pt x="9336" y="3787"/>
                    <a:pt x="9169" y="3787"/>
                  </a:cubicBezTo>
                  <a:cubicBezTo>
                    <a:pt x="8978" y="3787"/>
                    <a:pt x="8835" y="3953"/>
                    <a:pt x="8835" y="4120"/>
                  </a:cubicBezTo>
                  <a:lnTo>
                    <a:pt x="8835" y="6525"/>
                  </a:lnTo>
                  <a:lnTo>
                    <a:pt x="8216" y="6525"/>
                  </a:lnTo>
                  <a:lnTo>
                    <a:pt x="8216" y="6001"/>
                  </a:lnTo>
                  <a:cubicBezTo>
                    <a:pt x="8216" y="5811"/>
                    <a:pt x="8073" y="5668"/>
                    <a:pt x="7883" y="5668"/>
                  </a:cubicBezTo>
                  <a:cubicBezTo>
                    <a:pt x="7716" y="5668"/>
                    <a:pt x="7549" y="5811"/>
                    <a:pt x="7549" y="6001"/>
                  </a:cubicBezTo>
                  <a:lnTo>
                    <a:pt x="7549" y="7573"/>
                  </a:lnTo>
                  <a:lnTo>
                    <a:pt x="3120" y="7573"/>
                  </a:lnTo>
                  <a:lnTo>
                    <a:pt x="3120" y="4953"/>
                  </a:lnTo>
                  <a:cubicBezTo>
                    <a:pt x="3120" y="4763"/>
                    <a:pt x="2977" y="4620"/>
                    <a:pt x="2787" y="4620"/>
                  </a:cubicBezTo>
                  <a:cubicBezTo>
                    <a:pt x="2620" y="4620"/>
                    <a:pt x="2477" y="4763"/>
                    <a:pt x="2477" y="4953"/>
                  </a:cubicBezTo>
                  <a:lnTo>
                    <a:pt x="2477" y="7906"/>
                  </a:lnTo>
                  <a:cubicBezTo>
                    <a:pt x="2477" y="8073"/>
                    <a:pt x="2620" y="8216"/>
                    <a:pt x="2787" y="8216"/>
                  </a:cubicBezTo>
                  <a:lnTo>
                    <a:pt x="7859" y="8216"/>
                  </a:lnTo>
                  <a:cubicBezTo>
                    <a:pt x="8026" y="8216"/>
                    <a:pt x="8192" y="8073"/>
                    <a:pt x="8192" y="7906"/>
                  </a:cubicBezTo>
                  <a:lnTo>
                    <a:pt x="8192" y="7168"/>
                  </a:lnTo>
                  <a:lnTo>
                    <a:pt x="8812" y="7168"/>
                  </a:lnTo>
                  <a:lnTo>
                    <a:pt x="8812" y="8859"/>
                  </a:lnTo>
                  <a:lnTo>
                    <a:pt x="4073" y="8859"/>
                  </a:lnTo>
                  <a:cubicBezTo>
                    <a:pt x="3906" y="8859"/>
                    <a:pt x="3739" y="9002"/>
                    <a:pt x="3739" y="9192"/>
                  </a:cubicBezTo>
                  <a:cubicBezTo>
                    <a:pt x="3739" y="9359"/>
                    <a:pt x="3906" y="9502"/>
                    <a:pt x="4073" y="9502"/>
                  </a:cubicBezTo>
                  <a:lnTo>
                    <a:pt x="6906" y="9502"/>
                  </a:lnTo>
                  <a:lnTo>
                    <a:pt x="6906" y="10121"/>
                  </a:lnTo>
                  <a:lnTo>
                    <a:pt x="619" y="10121"/>
                  </a:lnTo>
                  <a:lnTo>
                    <a:pt x="619" y="3239"/>
                  </a:lnTo>
                  <a:lnTo>
                    <a:pt x="1239" y="3239"/>
                  </a:lnTo>
                  <a:lnTo>
                    <a:pt x="1239" y="9216"/>
                  </a:lnTo>
                  <a:cubicBezTo>
                    <a:pt x="1239" y="9383"/>
                    <a:pt x="1405" y="9526"/>
                    <a:pt x="1572" y="9526"/>
                  </a:cubicBezTo>
                  <a:lnTo>
                    <a:pt x="2858" y="9526"/>
                  </a:lnTo>
                  <a:cubicBezTo>
                    <a:pt x="3025" y="9526"/>
                    <a:pt x="3191" y="9383"/>
                    <a:pt x="3191" y="9216"/>
                  </a:cubicBezTo>
                  <a:cubicBezTo>
                    <a:pt x="3191" y="9026"/>
                    <a:pt x="3025" y="8883"/>
                    <a:pt x="2858" y="8883"/>
                  </a:cubicBezTo>
                  <a:lnTo>
                    <a:pt x="1905" y="8883"/>
                  </a:lnTo>
                  <a:lnTo>
                    <a:pt x="1905" y="1953"/>
                  </a:lnTo>
                  <a:lnTo>
                    <a:pt x="5049" y="1953"/>
                  </a:lnTo>
                  <a:lnTo>
                    <a:pt x="5049" y="2572"/>
                  </a:lnTo>
                  <a:lnTo>
                    <a:pt x="2858" y="2572"/>
                  </a:lnTo>
                  <a:cubicBezTo>
                    <a:pt x="2667" y="2572"/>
                    <a:pt x="2525" y="2715"/>
                    <a:pt x="2525" y="2905"/>
                  </a:cubicBezTo>
                  <a:lnTo>
                    <a:pt x="2525" y="3763"/>
                  </a:lnTo>
                  <a:cubicBezTo>
                    <a:pt x="2525" y="3929"/>
                    <a:pt x="2667" y="4096"/>
                    <a:pt x="2858" y="4096"/>
                  </a:cubicBezTo>
                  <a:cubicBezTo>
                    <a:pt x="3025" y="4096"/>
                    <a:pt x="3191" y="3929"/>
                    <a:pt x="3191" y="3763"/>
                  </a:cubicBezTo>
                  <a:lnTo>
                    <a:pt x="3191" y="3215"/>
                  </a:lnTo>
                  <a:lnTo>
                    <a:pt x="7621" y="3215"/>
                  </a:lnTo>
                  <a:lnTo>
                    <a:pt x="7621" y="4811"/>
                  </a:lnTo>
                  <a:cubicBezTo>
                    <a:pt x="7621" y="4977"/>
                    <a:pt x="7764" y="5120"/>
                    <a:pt x="7954" y="5120"/>
                  </a:cubicBezTo>
                  <a:cubicBezTo>
                    <a:pt x="8121" y="5120"/>
                    <a:pt x="8264" y="4977"/>
                    <a:pt x="8264" y="4811"/>
                  </a:cubicBezTo>
                  <a:lnTo>
                    <a:pt x="8264" y="2905"/>
                  </a:lnTo>
                  <a:cubicBezTo>
                    <a:pt x="8264" y="2715"/>
                    <a:pt x="8121" y="2572"/>
                    <a:pt x="7954" y="2572"/>
                  </a:cubicBezTo>
                  <a:lnTo>
                    <a:pt x="5692" y="2572"/>
                  </a:lnTo>
                  <a:lnTo>
                    <a:pt x="5692" y="1953"/>
                  </a:lnTo>
                  <a:lnTo>
                    <a:pt x="8835" y="1953"/>
                  </a:lnTo>
                  <a:lnTo>
                    <a:pt x="8835" y="2905"/>
                  </a:lnTo>
                  <a:cubicBezTo>
                    <a:pt x="8835" y="3072"/>
                    <a:pt x="8978" y="3215"/>
                    <a:pt x="9169" y="3215"/>
                  </a:cubicBezTo>
                  <a:cubicBezTo>
                    <a:pt x="9336" y="3215"/>
                    <a:pt x="9502" y="3072"/>
                    <a:pt x="9502" y="2905"/>
                  </a:cubicBezTo>
                  <a:lnTo>
                    <a:pt x="9502" y="1619"/>
                  </a:lnTo>
                  <a:cubicBezTo>
                    <a:pt x="9502" y="1429"/>
                    <a:pt x="9336" y="1286"/>
                    <a:pt x="9169" y="1286"/>
                  </a:cubicBezTo>
                  <a:lnTo>
                    <a:pt x="1596" y="1286"/>
                  </a:lnTo>
                  <a:cubicBezTo>
                    <a:pt x="1429" y="1286"/>
                    <a:pt x="1286" y="1429"/>
                    <a:pt x="1286" y="1619"/>
                  </a:cubicBezTo>
                  <a:lnTo>
                    <a:pt x="1286" y="2572"/>
                  </a:lnTo>
                  <a:lnTo>
                    <a:pt x="643" y="2572"/>
                  </a:lnTo>
                  <a:lnTo>
                    <a:pt x="643" y="667"/>
                  </a:lnTo>
                  <a:lnTo>
                    <a:pt x="4763" y="667"/>
                  </a:lnTo>
                  <a:cubicBezTo>
                    <a:pt x="4930" y="667"/>
                    <a:pt x="5097" y="524"/>
                    <a:pt x="5097" y="333"/>
                  </a:cubicBezTo>
                  <a:cubicBezTo>
                    <a:pt x="5097" y="167"/>
                    <a:pt x="4930" y="0"/>
                    <a:pt x="47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2" name="Google Shape;29592;p154"/>
            <p:cNvSpPr/>
            <p:nvPr/>
          </p:nvSpPr>
          <p:spPr>
            <a:xfrm>
              <a:off x="1948830" y="1971160"/>
              <a:ext cx="133335" cy="122528"/>
            </a:xfrm>
            <a:custGeom>
              <a:rect b="b" l="l" r="r" t="t"/>
              <a:pathLst>
                <a:path extrusionOk="0" h="3787" w="4121">
                  <a:moveTo>
                    <a:pt x="0" y="0"/>
                  </a:moveTo>
                  <a:lnTo>
                    <a:pt x="0" y="1882"/>
                  </a:lnTo>
                  <a:lnTo>
                    <a:pt x="2215" y="1882"/>
                  </a:lnTo>
                  <a:lnTo>
                    <a:pt x="2215" y="3453"/>
                  </a:lnTo>
                  <a:cubicBezTo>
                    <a:pt x="2215" y="3620"/>
                    <a:pt x="2358" y="3787"/>
                    <a:pt x="2525" y="3787"/>
                  </a:cubicBezTo>
                  <a:cubicBezTo>
                    <a:pt x="2715" y="3787"/>
                    <a:pt x="2858" y="3620"/>
                    <a:pt x="2858" y="3453"/>
                  </a:cubicBezTo>
                  <a:lnTo>
                    <a:pt x="2858" y="1548"/>
                  </a:lnTo>
                  <a:cubicBezTo>
                    <a:pt x="2858" y="1358"/>
                    <a:pt x="2715" y="1215"/>
                    <a:pt x="2525" y="1215"/>
                  </a:cubicBezTo>
                  <a:lnTo>
                    <a:pt x="310" y="1215"/>
                  </a:lnTo>
                  <a:lnTo>
                    <a:pt x="310" y="596"/>
                  </a:lnTo>
                  <a:lnTo>
                    <a:pt x="3453" y="596"/>
                  </a:lnTo>
                  <a:lnTo>
                    <a:pt x="3453" y="1548"/>
                  </a:lnTo>
                  <a:cubicBezTo>
                    <a:pt x="3453" y="1810"/>
                    <a:pt x="3596" y="1929"/>
                    <a:pt x="3787" y="1929"/>
                  </a:cubicBezTo>
                  <a:cubicBezTo>
                    <a:pt x="3954" y="1929"/>
                    <a:pt x="4120" y="1786"/>
                    <a:pt x="4120" y="1596"/>
                  </a:cubicBezTo>
                  <a:lnTo>
                    <a:pt x="4120" y="334"/>
                  </a:lnTo>
                  <a:cubicBezTo>
                    <a:pt x="4120" y="143"/>
                    <a:pt x="3954" y="0"/>
                    <a:pt x="3787"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3" name="Google Shape;29593;p154"/>
            <p:cNvSpPr/>
            <p:nvPr/>
          </p:nvSpPr>
          <p:spPr>
            <a:xfrm>
              <a:off x="1948054" y="1931850"/>
              <a:ext cx="173390" cy="346004"/>
            </a:xfrm>
            <a:custGeom>
              <a:rect b="b" l="l" r="r" t="t"/>
              <a:pathLst>
                <a:path extrusionOk="0" h="10694" w="5359">
                  <a:moveTo>
                    <a:pt x="4740" y="5240"/>
                  </a:moveTo>
                  <a:lnTo>
                    <a:pt x="4740" y="10074"/>
                  </a:lnTo>
                  <a:lnTo>
                    <a:pt x="2191" y="10074"/>
                  </a:lnTo>
                  <a:lnTo>
                    <a:pt x="2191" y="9455"/>
                  </a:lnTo>
                  <a:lnTo>
                    <a:pt x="3787" y="9455"/>
                  </a:lnTo>
                  <a:cubicBezTo>
                    <a:pt x="3954" y="9455"/>
                    <a:pt x="4097" y="9312"/>
                    <a:pt x="4097" y="9122"/>
                  </a:cubicBezTo>
                  <a:lnTo>
                    <a:pt x="4097" y="5240"/>
                  </a:lnTo>
                  <a:close/>
                  <a:moveTo>
                    <a:pt x="643" y="1"/>
                  </a:moveTo>
                  <a:cubicBezTo>
                    <a:pt x="477" y="1"/>
                    <a:pt x="334" y="144"/>
                    <a:pt x="334" y="310"/>
                  </a:cubicBezTo>
                  <a:cubicBezTo>
                    <a:pt x="334" y="501"/>
                    <a:pt x="477" y="644"/>
                    <a:pt x="643" y="644"/>
                  </a:cubicBezTo>
                  <a:lnTo>
                    <a:pt x="4763" y="644"/>
                  </a:lnTo>
                  <a:lnTo>
                    <a:pt x="4763" y="4645"/>
                  </a:lnTo>
                  <a:lnTo>
                    <a:pt x="4144" y="4645"/>
                  </a:lnTo>
                  <a:lnTo>
                    <a:pt x="4144" y="4097"/>
                  </a:lnTo>
                  <a:cubicBezTo>
                    <a:pt x="4144" y="3930"/>
                    <a:pt x="3978" y="3764"/>
                    <a:pt x="3811" y="3764"/>
                  </a:cubicBezTo>
                  <a:cubicBezTo>
                    <a:pt x="3620" y="3764"/>
                    <a:pt x="3477" y="3930"/>
                    <a:pt x="3477" y="4097"/>
                  </a:cubicBezTo>
                  <a:lnTo>
                    <a:pt x="3477" y="6502"/>
                  </a:lnTo>
                  <a:lnTo>
                    <a:pt x="2858" y="6502"/>
                  </a:lnTo>
                  <a:lnTo>
                    <a:pt x="2858" y="5978"/>
                  </a:lnTo>
                  <a:cubicBezTo>
                    <a:pt x="2858" y="5788"/>
                    <a:pt x="2715" y="5645"/>
                    <a:pt x="2525" y="5645"/>
                  </a:cubicBezTo>
                  <a:cubicBezTo>
                    <a:pt x="2358" y="5645"/>
                    <a:pt x="2191" y="5788"/>
                    <a:pt x="2191" y="5978"/>
                  </a:cubicBezTo>
                  <a:lnTo>
                    <a:pt x="2191" y="7550"/>
                  </a:lnTo>
                  <a:lnTo>
                    <a:pt x="0" y="7550"/>
                  </a:lnTo>
                  <a:lnTo>
                    <a:pt x="0" y="8169"/>
                  </a:lnTo>
                  <a:lnTo>
                    <a:pt x="2525" y="8169"/>
                  </a:lnTo>
                  <a:cubicBezTo>
                    <a:pt x="2715" y="8169"/>
                    <a:pt x="2858" y="8026"/>
                    <a:pt x="2858" y="7836"/>
                  </a:cubicBezTo>
                  <a:lnTo>
                    <a:pt x="2858" y="7145"/>
                  </a:lnTo>
                  <a:lnTo>
                    <a:pt x="3477" y="7145"/>
                  </a:lnTo>
                  <a:lnTo>
                    <a:pt x="3477" y="8836"/>
                  </a:lnTo>
                  <a:lnTo>
                    <a:pt x="0" y="8836"/>
                  </a:lnTo>
                  <a:lnTo>
                    <a:pt x="0" y="9455"/>
                  </a:lnTo>
                  <a:lnTo>
                    <a:pt x="1572" y="9455"/>
                  </a:lnTo>
                  <a:lnTo>
                    <a:pt x="1572" y="10074"/>
                  </a:lnTo>
                  <a:lnTo>
                    <a:pt x="0" y="10074"/>
                  </a:lnTo>
                  <a:lnTo>
                    <a:pt x="0" y="10693"/>
                  </a:lnTo>
                  <a:lnTo>
                    <a:pt x="5025" y="10693"/>
                  </a:lnTo>
                  <a:cubicBezTo>
                    <a:pt x="5216" y="10693"/>
                    <a:pt x="5359" y="10551"/>
                    <a:pt x="5359" y="10384"/>
                  </a:cubicBezTo>
                  <a:lnTo>
                    <a:pt x="5359" y="310"/>
                  </a:lnTo>
                  <a:cubicBezTo>
                    <a:pt x="5359" y="144"/>
                    <a:pt x="5216" y="1"/>
                    <a:pt x="5049"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94" name="Google Shape;29594;p154"/>
          <p:cNvGrpSpPr/>
          <p:nvPr/>
        </p:nvGrpSpPr>
        <p:grpSpPr>
          <a:xfrm>
            <a:off x="2529790" y="1779450"/>
            <a:ext cx="346745" cy="346776"/>
            <a:chOff x="2529790" y="1931850"/>
            <a:chExt cx="346745" cy="346776"/>
          </a:xfrm>
        </p:grpSpPr>
        <p:sp>
          <p:nvSpPr>
            <p:cNvPr id="29595" name="Google Shape;29595;p154"/>
            <p:cNvSpPr/>
            <p:nvPr/>
          </p:nvSpPr>
          <p:spPr>
            <a:xfrm>
              <a:off x="2587575" y="2114652"/>
              <a:ext cx="107904" cy="106189"/>
            </a:xfrm>
            <a:custGeom>
              <a:rect b="b" l="l" r="r" t="t"/>
              <a:pathLst>
                <a:path extrusionOk="0" h="3282" w="3335">
                  <a:moveTo>
                    <a:pt x="2989" y="1"/>
                  </a:moveTo>
                  <a:cubicBezTo>
                    <a:pt x="2906" y="1"/>
                    <a:pt x="2823" y="31"/>
                    <a:pt x="2763" y="90"/>
                  </a:cubicBezTo>
                  <a:lnTo>
                    <a:pt x="120" y="2734"/>
                  </a:lnTo>
                  <a:cubicBezTo>
                    <a:pt x="1" y="2853"/>
                    <a:pt x="1" y="3067"/>
                    <a:pt x="120" y="3186"/>
                  </a:cubicBezTo>
                  <a:cubicBezTo>
                    <a:pt x="167" y="3234"/>
                    <a:pt x="239" y="3281"/>
                    <a:pt x="310" y="3281"/>
                  </a:cubicBezTo>
                  <a:cubicBezTo>
                    <a:pt x="382" y="3281"/>
                    <a:pt x="477" y="3234"/>
                    <a:pt x="572" y="3186"/>
                  </a:cubicBezTo>
                  <a:lnTo>
                    <a:pt x="3215" y="543"/>
                  </a:lnTo>
                  <a:cubicBezTo>
                    <a:pt x="3335" y="400"/>
                    <a:pt x="3335" y="209"/>
                    <a:pt x="3215" y="90"/>
                  </a:cubicBezTo>
                  <a:cubicBezTo>
                    <a:pt x="3156" y="31"/>
                    <a:pt x="3073" y="1"/>
                    <a:pt x="298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6" name="Google Shape;29596;p154"/>
            <p:cNvSpPr/>
            <p:nvPr/>
          </p:nvSpPr>
          <p:spPr>
            <a:xfrm>
              <a:off x="2589872" y="2117564"/>
              <a:ext cx="104054" cy="103277"/>
            </a:xfrm>
            <a:custGeom>
              <a:rect b="b" l="l" r="r" t="t"/>
              <a:pathLst>
                <a:path extrusionOk="0" h="3192" w="3216">
                  <a:moveTo>
                    <a:pt x="3097" y="0"/>
                  </a:moveTo>
                  <a:lnTo>
                    <a:pt x="1" y="3096"/>
                  </a:lnTo>
                  <a:cubicBezTo>
                    <a:pt x="72" y="3144"/>
                    <a:pt x="168" y="3191"/>
                    <a:pt x="239" y="3191"/>
                  </a:cubicBezTo>
                  <a:cubicBezTo>
                    <a:pt x="334" y="3191"/>
                    <a:pt x="406" y="3144"/>
                    <a:pt x="453" y="3096"/>
                  </a:cubicBezTo>
                  <a:lnTo>
                    <a:pt x="3097" y="453"/>
                  </a:lnTo>
                  <a:cubicBezTo>
                    <a:pt x="3216" y="310"/>
                    <a:pt x="3216" y="119"/>
                    <a:pt x="3097"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7" name="Google Shape;29597;p154"/>
            <p:cNvSpPr/>
            <p:nvPr/>
          </p:nvSpPr>
          <p:spPr>
            <a:xfrm>
              <a:off x="2772482" y="2160595"/>
              <a:ext cx="64775" cy="30964"/>
            </a:xfrm>
            <a:custGeom>
              <a:rect b="b" l="l" r="r" t="t"/>
              <a:pathLst>
                <a:path extrusionOk="0" h="957" w="2002">
                  <a:moveTo>
                    <a:pt x="354" y="0"/>
                  </a:moveTo>
                  <a:cubicBezTo>
                    <a:pt x="202" y="0"/>
                    <a:pt x="46" y="92"/>
                    <a:pt x="25" y="242"/>
                  </a:cubicBezTo>
                  <a:cubicBezTo>
                    <a:pt x="1" y="432"/>
                    <a:pt x="96" y="599"/>
                    <a:pt x="263" y="623"/>
                  </a:cubicBezTo>
                  <a:lnTo>
                    <a:pt x="1573" y="956"/>
                  </a:lnTo>
                  <a:lnTo>
                    <a:pt x="1668" y="956"/>
                  </a:lnTo>
                  <a:cubicBezTo>
                    <a:pt x="1787" y="956"/>
                    <a:pt x="1930" y="861"/>
                    <a:pt x="1954" y="718"/>
                  </a:cubicBezTo>
                  <a:cubicBezTo>
                    <a:pt x="2001" y="528"/>
                    <a:pt x="1906" y="361"/>
                    <a:pt x="1716" y="337"/>
                  </a:cubicBezTo>
                  <a:lnTo>
                    <a:pt x="406" y="4"/>
                  </a:lnTo>
                  <a:cubicBezTo>
                    <a:pt x="389" y="1"/>
                    <a:pt x="372" y="0"/>
                    <a:pt x="35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8" name="Google Shape;29598;p154"/>
            <p:cNvSpPr/>
            <p:nvPr/>
          </p:nvSpPr>
          <p:spPr>
            <a:xfrm>
              <a:off x="2758634" y="2175187"/>
              <a:ext cx="33164" cy="62607"/>
            </a:xfrm>
            <a:custGeom>
              <a:rect b="b" l="l" r="r" t="t"/>
              <a:pathLst>
                <a:path extrusionOk="0" h="1935" w="1025">
                  <a:moveTo>
                    <a:pt x="346" y="1"/>
                  </a:moveTo>
                  <a:cubicBezTo>
                    <a:pt x="327" y="1"/>
                    <a:pt x="307" y="2"/>
                    <a:pt x="286" y="5"/>
                  </a:cubicBezTo>
                  <a:cubicBezTo>
                    <a:pt x="96" y="53"/>
                    <a:pt x="0" y="220"/>
                    <a:pt x="48" y="386"/>
                  </a:cubicBezTo>
                  <a:lnTo>
                    <a:pt x="358" y="1696"/>
                  </a:lnTo>
                  <a:cubicBezTo>
                    <a:pt x="405" y="1839"/>
                    <a:pt x="524" y="1934"/>
                    <a:pt x="667" y="1934"/>
                  </a:cubicBezTo>
                  <a:lnTo>
                    <a:pt x="762" y="1934"/>
                  </a:lnTo>
                  <a:cubicBezTo>
                    <a:pt x="929" y="1887"/>
                    <a:pt x="1024" y="1720"/>
                    <a:pt x="1001" y="1553"/>
                  </a:cubicBezTo>
                  <a:lnTo>
                    <a:pt x="667" y="243"/>
                  </a:lnTo>
                  <a:cubicBezTo>
                    <a:pt x="604" y="76"/>
                    <a:pt x="487" y="1"/>
                    <a:pt x="346"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9" name="Google Shape;29599;p154"/>
            <p:cNvSpPr/>
            <p:nvPr/>
          </p:nvSpPr>
          <p:spPr>
            <a:xfrm>
              <a:off x="2615303" y="1970772"/>
              <a:ext cx="33164" cy="62833"/>
            </a:xfrm>
            <a:custGeom>
              <a:rect b="b" l="l" r="r" t="t"/>
              <a:pathLst>
                <a:path extrusionOk="0" h="1942" w="1025">
                  <a:moveTo>
                    <a:pt x="356" y="0"/>
                  </a:moveTo>
                  <a:cubicBezTo>
                    <a:pt x="327" y="0"/>
                    <a:pt x="295" y="4"/>
                    <a:pt x="263" y="12"/>
                  </a:cubicBezTo>
                  <a:cubicBezTo>
                    <a:pt x="96" y="60"/>
                    <a:pt x="1" y="227"/>
                    <a:pt x="25" y="393"/>
                  </a:cubicBezTo>
                  <a:lnTo>
                    <a:pt x="358" y="1703"/>
                  </a:lnTo>
                  <a:cubicBezTo>
                    <a:pt x="382" y="1846"/>
                    <a:pt x="501" y="1941"/>
                    <a:pt x="644" y="1941"/>
                  </a:cubicBezTo>
                  <a:lnTo>
                    <a:pt x="739" y="1941"/>
                  </a:lnTo>
                  <a:cubicBezTo>
                    <a:pt x="930" y="1870"/>
                    <a:pt x="1025" y="1727"/>
                    <a:pt x="977" y="1560"/>
                  </a:cubicBezTo>
                  <a:lnTo>
                    <a:pt x="644" y="251"/>
                  </a:lnTo>
                  <a:cubicBezTo>
                    <a:pt x="604" y="93"/>
                    <a:pt x="500" y="0"/>
                    <a:pt x="35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0" name="Google Shape;29600;p154"/>
            <p:cNvSpPr/>
            <p:nvPr/>
          </p:nvSpPr>
          <p:spPr>
            <a:xfrm>
              <a:off x="2568324" y="2018042"/>
              <a:ext cx="63966" cy="30964"/>
            </a:xfrm>
            <a:custGeom>
              <a:rect b="b" l="l" r="r" t="t"/>
              <a:pathLst>
                <a:path extrusionOk="0" h="957" w="1977">
                  <a:moveTo>
                    <a:pt x="353" y="0"/>
                  </a:moveTo>
                  <a:cubicBezTo>
                    <a:pt x="201" y="0"/>
                    <a:pt x="45" y="93"/>
                    <a:pt x="24" y="242"/>
                  </a:cubicBezTo>
                  <a:cubicBezTo>
                    <a:pt x="0" y="433"/>
                    <a:pt x="72" y="599"/>
                    <a:pt x="262" y="623"/>
                  </a:cubicBezTo>
                  <a:lnTo>
                    <a:pt x="1572" y="957"/>
                  </a:lnTo>
                  <a:lnTo>
                    <a:pt x="1667" y="957"/>
                  </a:lnTo>
                  <a:cubicBezTo>
                    <a:pt x="1786" y="957"/>
                    <a:pt x="1929" y="838"/>
                    <a:pt x="1953" y="718"/>
                  </a:cubicBezTo>
                  <a:cubicBezTo>
                    <a:pt x="1977" y="528"/>
                    <a:pt x="1905" y="361"/>
                    <a:pt x="1715" y="337"/>
                  </a:cubicBezTo>
                  <a:lnTo>
                    <a:pt x="405" y="4"/>
                  </a:lnTo>
                  <a:cubicBezTo>
                    <a:pt x="388" y="2"/>
                    <a:pt x="371" y="0"/>
                    <a:pt x="3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1" name="Google Shape;29601;p154"/>
            <p:cNvSpPr/>
            <p:nvPr/>
          </p:nvSpPr>
          <p:spPr>
            <a:xfrm>
              <a:off x="2717802" y="2062918"/>
              <a:ext cx="114051" cy="44650"/>
            </a:xfrm>
            <a:custGeom>
              <a:rect b="b" l="l" r="r" t="t"/>
              <a:pathLst>
                <a:path extrusionOk="0" h="1380" w="3525">
                  <a:moveTo>
                    <a:pt x="3196" y="1"/>
                  </a:moveTo>
                  <a:cubicBezTo>
                    <a:pt x="3164" y="1"/>
                    <a:pt x="3130" y="7"/>
                    <a:pt x="3096" y="22"/>
                  </a:cubicBezTo>
                  <a:lnTo>
                    <a:pt x="262" y="760"/>
                  </a:lnTo>
                  <a:cubicBezTo>
                    <a:pt x="119" y="832"/>
                    <a:pt x="0" y="975"/>
                    <a:pt x="48" y="1141"/>
                  </a:cubicBezTo>
                  <a:cubicBezTo>
                    <a:pt x="72" y="1308"/>
                    <a:pt x="191" y="1380"/>
                    <a:pt x="357" y="1380"/>
                  </a:cubicBezTo>
                  <a:cubicBezTo>
                    <a:pt x="381" y="1380"/>
                    <a:pt x="405" y="1380"/>
                    <a:pt x="429" y="1356"/>
                  </a:cubicBezTo>
                  <a:lnTo>
                    <a:pt x="3263" y="617"/>
                  </a:lnTo>
                  <a:cubicBezTo>
                    <a:pt x="3406" y="546"/>
                    <a:pt x="3525" y="403"/>
                    <a:pt x="3477" y="213"/>
                  </a:cubicBezTo>
                  <a:cubicBezTo>
                    <a:pt x="3420" y="99"/>
                    <a:pt x="3319" y="1"/>
                    <a:pt x="3196"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2" name="Google Shape;29602;p154"/>
            <p:cNvSpPr/>
            <p:nvPr/>
          </p:nvSpPr>
          <p:spPr>
            <a:xfrm>
              <a:off x="2573695" y="2101452"/>
              <a:ext cx="114860" cy="44650"/>
            </a:xfrm>
            <a:custGeom>
              <a:rect b="b" l="l" r="r" t="t"/>
              <a:pathLst>
                <a:path extrusionOk="0" h="1380" w="3550">
                  <a:moveTo>
                    <a:pt x="3208" y="0"/>
                  </a:moveTo>
                  <a:cubicBezTo>
                    <a:pt x="3173" y="0"/>
                    <a:pt x="3136" y="7"/>
                    <a:pt x="3097" y="22"/>
                  </a:cubicBezTo>
                  <a:lnTo>
                    <a:pt x="287" y="760"/>
                  </a:lnTo>
                  <a:cubicBezTo>
                    <a:pt x="120" y="832"/>
                    <a:pt x="1" y="974"/>
                    <a:pt x="72" y="1141"/>
                  </a:cubicBezTo>
                  <a:cubicBezTo>
                    <a:pt x="96" y="1308"/>
                    <a:pt x="215" y="1379"/>
                    <a:pt x="358" y="1379"/>
                  </a:cubicBezTo>
                  <a:cubicBezTo>
                    <a:pt x="406" y="1379"/>
                    <a:pt x="430" y="1379"/>
                    <a:pt x="453" y="1355"/>
                  </a:cubicBezTo>
                  <a:lnTo>
                    <a:pt x="3287" y="617"/>
                  </a:lnTo>
                  <a:cubicBezTo>
                    <a:pt x="3430" y="546"/>
                    <a:pt x="3549" y="403"/>
                    <a:pt x="3502" y="212"/>
                  </a:cubicBezTo>
                  <a:cubicBezTo>
                    <a:pt x="3445" y="99"/>
                    <a:pt x="3343" y="0"/>
                    <a:pt x="3208"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3" name="Google Shape;29603;p154"/>
            <p:cNvSpPr/>
            <p:nvPr/>
          </p:nvSpPr>
          <p:spPr>
            <a:xfrm>
              <a:off x="2698519" y="1978084"/>
              <a:ext cx="47044" cy="111754"/>
            </a:xfrm>
            <a:custGeom>
              <a:rect b="b" l="l" r="r" t="t"/>
              <a:pathLst>
                <a:path extrusionOk="0" h="3454" w="1454">
                  <a:moveTo>
                    <a:pt x="1070" y="1"/>
                  </a:moveTo>
                  <a:cubicBezTo>
                    <a:pt x="940" y="1"/>
                    <a:pt x="842" y="91"/>
                    <a:pt x="787" y="239"/>
                  </a:cubicBezTo>
                  <a:lnTo>
                    <a:pt x="48" y="3049"/>
                  </a:lnTo>
                  <a:cubicBezTo>
                    <a:pt x="1" y="3239"/>
                    <a:pt x="72" y="3382"/>
                    <a:pt x="263" y="3454"/>
                  </a:cubicBezTo>
                  <a:lnTo>
                    <a:pt x="358" y="3454"/>
                  </a:lnTo>
                  <a:cubicBezTo>
                    <a:pt x="501" y="3454"/>
                    <a:pt x="620" y="3335"/>
                    <a:pt x="644" y="3239"/>
                  </a:cubicBezTo>
                  <a:lnTo>
                    <a:pt x="1382" y="406"/>
                  </a:lnTo>
                  <a:cubicBezTo>
                    <a:pt x="1453" y="239"/>
                    <a:pt x="1358" y="72"/>
                    <a:pt x="1192" y="25"/>
                  </a:cubicBezTo>
                  <a:cubicBezTo>
                    <a:pt x="1149" y="8"/>
                    <a:pt x="1108" y="1"/>
                    <a:pt x="107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4" name="Google Shape;29604;p154"/>
            <p:cNvSpPr/>
            <p:nvPr/>
          </p:nvSpPr>
          <p:spPr>
            <a:xfrm>
              <a:off x="2660017" y="2121705"/>
              <a:ext cx="47012" cy="111463"/>
            </a:xfrm>
            <a:custGeom>
              <a:rect b="b" l="l" r="r" t="t"/>
              <a:pathLst>
                <a:path extrusionOk="0" h="3445" w="1453">
                  <a:moveTo>
                    <a:pt x="1082" y="1"/>
                  </a:moveTo>
                  <a:cubicBezTo>
                    <a:pt x="946" y="1"/>
                    <a:pt x="843" y="77"/>
                    <a:pt x="786" y="229"/>
                  </a:cubicBezTo>
                  <a:lnTo>
                    <a:pt x="48" y="3063"/>
                  </a:lnTo>
                  <a:cubicBezTo>
                    <a:pt x="0" y="3230"/>
                    <a:pt x="72" y="3373"/>
                    <a:pt x="262" y="3444"/>
                  </a:cubicBezTo>
                  <a:lnTo>
                    <a:pt x="357" y="3444"/>
                  </a:lnTo>
                  <a:cubicBezTo>
                    <a:pt x="500" y="3444"/>
                    <a:pt x="619" y="3349"/>
                    <a:pt x="643" y="3230"/>
                  </a:cubicBezTo>
                  <a:lnTo>
                    <a:pt x="1381" y="396"/>
                  </a:lnTo>
                  <a:cubicBezTo>
                    <a:pt x="1453" y="229"/>
                    <a:pt x="1357" y="86"/>
                    <a:pt x="1191" y="15"/>
                  </a:cubicBezTo>
                  <a:cubicBezTo>
                    <a:pt x="1153" y="5"/>
                    <a:pt x="1116" y="1"/>
                    <a:pt x="1082"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5" name="Google Shape;29605;p154"/>
            <p:cNvSpPr/>
            <p:nvPr/>
          </p:nvSpPr>
          <p:spPr>
            <a:xfrm>
              <a:off x="2711623" y="2114652"/>
              <a:ext cx="50118" cy="48403"/>
            </a:xfrm>
            <a:custGeom>
              <a:rect b="b" l="l" r="r" t="t"/>
              <a:pathLst>
                <a:path extrusionOk="0" h="1496" w="1549">
                  <a:moveTo>
                    <a:pt x="346" y="1"/>
                  </a:moveTo>
                  <a:cubicBezTo>
                    <a:pt x="263" y="1"/>
                    <a:pt x="179" y="31"/>
                    <a:pt x="120" y="90"/>
                  </a:cubicBezTo>
                  <a:cubicBezTo>
                    <a:pt x="1" y="209"/>
                    <a:pt x="1" y="400"/>
                    <a:pt x="120" y="543"/>
                  </a:cubicBezTo>
                  <a:lnTo>
                    <a:pt x="977" y="1400"/>
                  </a:lnTo>
                  <a:cubicBezTo>
                    <a:pt x="1048" y="1448"/>
                    <a:pt x="1096" y="1495"/>
                    <a:pt x="1191" y="1495"/>
                  </a:cubicBezTo>
                  <a:cubicBezTo>
                    <a:pt x="1239" y="1495"/>
                    <a:pt x="1334" y="1448"/>
                    <a:pt x="1430" y="1400"/>
                  </a:cubicBezTo>
                  <a:cubicBezTo>
                    <a:pt x="1549" y="1281"/>
                    <a:pt x="1549" y="1066"/>
                    <a:pt x="1430" y="947"/>
                  </a:cubicBezTo>
                  <a:lnTo>
                    <a:pt x="572" y="90"/>
                  </a:lnTo>
                  <a:cubicBezTo>
                    <a:pt x="513" y="31"/>
                    <a:pt x="429" y="1"/>
                    <a:pt x="346"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6" name="Google Shape;29606;p154"/>
            <p:cNvSpPr/>
            <p:nvPr/>
          </p:nvSpPr>
          <p:spPr>
            <a:xfrm>
              <a:off x="2645360" y="2047614"/>
              <a:ext cx="50118" cy="48403"/>
            </a:xfrm>
            <a:custGeom>
              <a:rect b="b" l="l" r="r" t="t"/>
              <a:pathLst>
                <a:path extrusionOk="0" h="1496" w="1549">
                  <a:moveTo>
                    <a:pt x="346" y="1"/>
                  </a:moveTo>
                  <a:cubicBezTo>
                    <a:pt x="263" y="1"/>
                    <a:pt x="179" y="31"/>
                    <a:pt x="120" y="90"/>
                  </a:cubicBezTo>
                  <a:cubicBezTo>
                    <a:pt x="1" y="233"/>
                    <a:pt x="1" y="424"/>
                    <a:pt x="120" y="543"/>
                  </a:cubicBezTo>
                  <a:lnTo>
                    <a:pt x="977" y="1424"/>
                  </a:lnTo>
                  <a:cubicBezTo>
                    <a:pt x="1048" y="1471"/>
                    <a:pt x="1096" y="1495"/>
                    <a:pt x="1191" y="1495"/>
                  </a:cubicBezTo>
                  <a:cubicBezTo>
                    <a:pt x="1287" y="1495"/>
                    <a:pt x="1334" y="1471"/>
                    <a:pt x="1429" y="1424"/>
                  </a:cubicBezTo>
                  <a:cubicBezTo>
                    <a:pt x="1549" y="1281"/>
                    <a:pt x="1549" y="1090"/>
                    <a:pt x="1429" y="971"/>
                  </a:cubicBezTo>
                  <a:lnTo>
                    <a:pt x="572" y="90"/>
                  </a:lnTo>
                  <a:cubicBezTo>
                    <a:pt x="513" y="31"/>
                    <a:pt x="429" y="1"/>
                    <a:pt x="346"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7" name="Google Shape;29607;p154"/>
            <p:cNvSpPr/>
            <p:nvPr/>
          </p:nvSpPr>
          <p:spPr>
            <a:xfrm>
              <a:off x="2711623" y="1989829"/>
              <a:ext cx="107904" cy="106189"/>
            </a:xfrm>
            <a:custGeom>
              <a:rect b="b" l="l" r="r" t="t"/>
              <a:pathLst>
                <a:path extrusionOk="0" h="3282" w="3335">
                  <a:moveTo>
                    <a:pt x="2989" y="1"/>
                  </a:moveTo>
                  <a:cubicBezTo>
                    <a:pt x="2906" y="1"/>
                    <a:pt x="2823" y="31"/>
                    <a:pt x="2763" y="90"/>
                  </a:cubicBezTo>
                  <a:lnTo>
                    <a:pt x="120" y="2757"/>
                  </a:lnTo>
                  <a:cubicBezTo>
                    <a:pt x="1" y="2876"/>
                    <a:pt x="1" y="3067"/>
                    <a:pt x="120" y="3210"/>
                  </a:cubicBezTo>
                  <a:cubicBezTo>
                    <a:pt x="191" y="3257"/>
                    <a:pt x="239" y="3281"/>
                    <a:pt x="334" y="3281"/>
                  </a:cubicBezTo>
                  <a:cubicBezTo>
                    <a:pt x="382" y="3281"/>
                    <a:pt x="477" y="3257"/>
                    <a:pt x="572" y="3210"/>
                  </a:cubicBezTo>
                  <a:lnTo>
                    <a:pt x="3216" y="543"/>
                  </a:lnTo>
                  <a:cubicBezTo>
                    <a:pt x="3335" y="424"/>
                    <a:pt x="3335" y="233"/>
                    <a:pt x="3216" y="90"/>
                  </a:cubicBezTo>
                  <a:cubicBezTo>
                    <a:pt x="3156" y="31"/>
                    <a:pt x="3073" y="1"/>
                    <a:pt x="298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8" name="Google Shape;29608;p154"/>
            <p:cNvSpPr/>
            <p:nvPr/>
          </p:nvSpPr>
          <p:spPr>
            <a:xfrm>
              <a:off x="2714696" y="1992741"/>
              <a:ext cx="104054" cy="103277"/>
            </a:xfrm>
            <a:custGeom>
              <a:rect b="b" l="l" r="r" t="t"/>
              <a:pathLst>
                <a:path extrusionOk="0" h="3192" w="3216">
                  <a:moveTo>
                    <a:pt x="3097" y="0"/>
                  </a:moveTo>
                  <a:lnTo>
                    <a:pt x="1" y="3120"/>
                  </a:lnTo>
                  <a:cubicBezTo>
                    <a:pt x="49" y="3167"/>
                    <a:pt x="144" y="3191"/>
                    <a:pt x="239" y="3191"/>
                  </a:cubicBezTo>
                  <a:cubicBezTo>
                    <a:pt x="334" y="3191"/>
                    <a:pt x="382" y="3167"/>
                    <a:pt x="453" y="3120"/>
                  </a:cubicBezTo>
                  <a:lnTo>
                    <a:pt x="3097" y="453"/>
                  </a:lnTo>
                  <a:cubicBezTo>
                    <a:pt x="3216" y="334"/>
                    <a:pt x="3216" y="143"/>
                    <a:pt x="3097"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9" name="Google Shape;29609;p154"/>
            <p:cNvSpPr/>
            <p:nvPr/>
          </p:nvSpPr>
          <p:spPr>
            <a:xfrm>
              <a:off x="2530566" y="2111643"/>
              <a:ext cx="65519" cy="60633"/>
            </a:xfrm>
            <a:custGeom>
              <a:rect b="b" l="l" r="r" t="t"/>
              <a:pathLst>
                <a:path extrusionOk="0" h="1874" w="2025">
                  <a:moveTo>
                    <a:pt x="1084" y="0"/>
                  </a:moveTo>
                  <a:cubicBezTo>
                    <a:pt x="992" y="0"/>
                    <a:pt x="899" y="13"/>
                    <a:pt x="810" y="40"/>
                  </a:cubicBezTo>
                  <a:cubicBezTo>
                    <a:pt x="334" y="183"/>
                    <a:pt x="0" y="683"/>
                    <a:pt x="143" y="1183"/>
                  </a:cubicBezTo>
                  <a:cubicBezTo>
                    <a:pt x="215" y="1421"/>
                    <a:pt x="381" y="1636"/>
                    <a:pt x="596" y="1755"/>
                  </a:cubicBezTo>
                  <a:cubicBezTo>
                    <a:pt x="738" y="1850"/>
                    <a:pt x="929" y="1874"/>
                    <a:pt x="1072" y="1874"/>
                  </a:cubicBezTo>
                  <a:cubicBezTo>
                    <a:pt x="1167" y="1874"/>
                    <a:pt x="1262" y="1874"/>
                    <a:pt x="1310" y="1850"/>
                  </a:cubicBezTo>
                  <a:cubicBezTo>
                    <a:pt x="1548" y="1779"/>
                    <a:pt x="1763" y="1612"/>
                    <a:pt x="1882" y="1398"/>
                  </a:cubicBezTo>
                  <a:cubicBezTo>
                    <a:pt x="2001" y="1183"/>
                    <a:pt x="2024" y="921"/>
                    <a:pt x="1953" y="683"/>
                  </a:cubicBezTo>
                  <a:cubicBezTo>
                    <a:pt x="1905" y="445"/>
                    <a:pt x="1715" y="231"/>
                    <a:pt x="1524" y="112"/>
                  </a:cubicBezTo>
                  <a:cubicBezTo>
                    <a:pt x="1390" y="37"/>
                    <a:pt x="1238" y="0"/>
                    <a:pt x="108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0" name="Google Shape;29610;p154"/>
            <p:cNvSpPr/>
            <p:nvPr/>
          </p:nvSpPr>
          <p:spPr>
            <a:xfrm>
              <a:off x="2665388" y="2067480"/>
              <a:ext cx="75549" cy="74772"/>
            </a:xfrm>
            <a:custGeom>
              <a:rect b="b" l="l" r="r" t="t"/>
              <a:pathLst>
                <a:path extrusionOk="0" h="2311" w="2335">
                  <a:moveTo>
                    <a:pt x="1168" y="0"/>
                  </a:moveTo>
                  <a:cubicBezTo>
                    <a:pt x="501" y="0"/>
                    <a:pt x="1" y="500"/>
                    <a:pt x="1" y="1167"/>
                  </a:cubicBezTo>
                  <a:cubicBezTo>
                    <a:pt x="1" y="1810"/>
                    <a:pt x="549" y="2310"/>
                    <a:pt x="1168" y="2310"/>
                  </a:cubicBezTo>
                  <a:cubicBezTo>
                    <a:pt x="1787" y="2310"/>
                    <a:pt x="2335" y="1810"/>
                    <a:pt x="2335" y="1167"/>
                  </a:cubicBezTo>
                  <a:cubicBezTo>
                    <a:pt x="2335" y="500"/>
                    <a:pt x="1787" y="0"/>
                    <a:pt x="1168"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1" name="Google Shape;29611;p154"/>
            <p:cNvSpPr/>
            <p:nvPr/>
          </p:nvSpPr>
          <p:spPr>
            <a:xfrm>
              <a:off x="2676938" y="2079030"/>
              <a:ext cx="63998" cy="63222"/>
            </a:xfrm>
            <a:custGeom>
              <a:rect b="b" l="l" r="r" t="t"/>
              <a:pathLst>
                <a:path extrusionOk="0" h="1954" w="1978">
                  <a:moveTo>
                    <a:pt x="1644" y="0"/>
                  </a:moveTo>
                  <a:lnTo>
                    <a:pt x="1" y="1644"/>
                  </a:lnTo>
                  <a:cubicBezTo>
                    <a:pt x="192" y="1810"/>
                    <a:pt x="477" y="1953"/>
                    <a:pt x="811" y="1953"/>
                  </a:cubicBezTo>
                  <a:cubicBezTo>
                    <a:pt x="1430" y="1953"/>
                    <a:pt x="1978" y="1453"/>
                    <a:pt x="1978" y="810"/>
                  </a:cubicBezTo>
                  <a:cubicBezTo>
                    <a:pt x="1978" y="477"/>
                    <a:pt x="1859" y="215"/>
                    <a:pt x="1644"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2" name="Google Shape;29612;p154"/>
            <p:cNvSpPr/>
            <p:nvPr/>
          </p:nvSpPr>
          <p:spPr>
            <a:xfrm>
              <a:off x="2733980" y="2136038"/>
              <a:ext cx="61669" cy="61669"/>
            </a:xfrm>
            <a:custGeom>
              <a:rect b="b" l="l" r="r" t="t"/>
              <a:pathLst>
                <a:path extrusionOk="0" h="1906" w="1906">
                  <a:moveTo>
                    <a:pt x="953" y="1"/>
                  </a:moveTo>
                  <a:cubicBezTo>
                    <a:pt x="405" y="1"/>
                    <a:pt x="0" y="405"/>
                    <a:pt x="0" y="953"/>
                  </a:cubicBezTo>
                  <a:cubicBezTo>
                    <a:pt x="0" y="1477"/>
                    <a:pt x="453" y="1906"/>
                    <a:pt x="953" y="1906"/>
                  </a:cubicBezTo>
                  <a:cubicBezTo>
                    <a:pt x="1453" y="1906"/>
                    <a:pt x="1905" y="1477"/>
                    <a:pt x="1905" y="953"/>
                  </a:cubicBezTo>
                  <a:cubicBezTo>
                    <a:pt x="1905" y="405"/>
                    <a:pt x="1453" y="1"/>
                    <a:pt x="95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3" name="Google Shape;29613;p154"/>
            <p:cNvSpPr/>
            <p:nvPr/>
          </p:nvSpPr>
          <p:spPr>
            <a:xfrm>
              <a:off x="2553667" y="2195376"/>
              <a:ext cx="59371" cy="60116"/>
            </a:xfrm>
            <a:custGeom>
              <a:rect b="b" l="l" r="r" t="t"/>
              <a:pathLst>
                <a:path extrusionOk="0" h="1858" w="1835">
                  <a:moveTo>
                    <a:pt x="929" y="0"/>
                  </a:moveTo>
                  <a:cubicBezTo>
                    <a:pt x="691" y="0"/>
                    <a:pt x="453" y="96"/>
                    <a:pt x="263" y="262"/>
                  </a:cubicBezTo>
                  <a:cubicBezTo>
                    <a:pt x="96" y="453"/>
                    <a:pt x="1" y="691"/>
                    <a:pt x="1" y="929"/>
                  </a:cubicBezTo>
                  <a:cubicBezTo>
                    <a:pt x="1" y="1167"/>
                    <a:pt x="96" y="1405"/>
                    <a:pt x="263" y="1572"/>
                  </a:cubicBezTo>
                  <a:cubicBezTo>
                    <a:pt x="453" y="1763"/>
                    <a:pt x="691" y="1858"/>
                    <a:pt x="929" y="1858"/>
                  </a:cubicBezTo>
                  <a:cubicBezTo>
                    <a:pt x="1168" y="1858"/>
                    <a:pt x="1406" y="1763"/>
                    <a:pt x="1572" y="1572"/>
                  </a:cubicBezTo>
                  <a:cubicBezTo>
                    <a:pt x="1763" y="1405"/>
                    <a:pt x="1834" y="1167"/>
                    <a:pt x="1834" y="929"/>
                  </a:cubicBezTo>
                  <a:cubicBezTo>
                    <a:pt x="1834" y="691"/>
                    <a:pt x="1763" y="453"/>
                    <a:pt x="1572" y="262"/>
                  </a:cubicBezTo>
                  <a:cubicBezTo>
                    <a:pt x="1406" y="96"/>
                    <a:pt x="1168" y="0"/>
                    <a:pt x="929"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4" name="Google Shape;29614;p154"/>
            <p:cNvSpPr/>
            <p:nvPr/>
          </p:nvSpPr>
          <p:spPr>
            <a:xfrm>
              <a:off x="2561368" y="2203853"/>
              <a:ext cx="51671" cy="51639"/>
            </a:xfrm>
            <a:custGeom>
              <a:rect b="b" l="l" r="r" t="t"/>
              <a:pathLst>
                <a:path extrusionOk="0" h="1596" w="1597">
                  <a:moveTo>
                    <a:pt x="1334" y="0"/>
                  </a:moveTo>
                  <a:lnTo>
                    <a:pt x="1" y="1358"/>
                  </a:lnTo>
                  <a:cubicBezTo>
                    <a:pt x="191" y="1501"/>
                    <a:pt x="429" y="1596"/>
                    <a:pt x="691" y="1596"/>
                  </a:cubicBezTo>
                  <a:cubicBezTo>
                    <a:pt x="930" y="1596"/>
                    <a:pt x="1168" y="1501"/>
                    <a:pt x="1334" y="1310"/>
                  </a:cubicBezTo>
                  <a:cubicBezTo>
                    <a:pt x="1525" y="1143"/>
                    <a:pt x="1596" y="905"/>
                    <a:pt x="1596" y="667"/>
                  </a:cubicBezTo>
                  <a:cubicBezTo>
                    <a:pt x="1596" y="429"/>
                    <a:pt x="1525" y="191"/>
                    <a:pt x="1334"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5" name="Google Shape;29615;p154"/>
            <p:cNvSpPr/>
            <p:nvPr/>
          </p:nvSpPr>
          <p:spPr>
            <a:xfrm>
              <a:off x="2635363" y="2211780"/>
              <a:ext cx="62413" cy="60666"/>
            </a:xfrm>
            <a:custGeom>
              <a:rect b="b" l="l" r="r" t="t"/>
              <a:pathLst>
                <a:path extrusionOk="0" h="1875" w="1929">
                  <a:moveTo>
                    <a:pt x="952" y="1"/>
                  </a:moveTo>
                  <a:cubicBezTo>
                    <a:pt x="799" y="1"/>
                    <a:pt x="643" y="38"/>
                    <a:pt x="524" y="113"/>
                  </a:cubicBezTo>
                  <a:cubicBezTo>
                    <a:pt x="286" y="232"/>
                    <a:pt x="119" y="446"/>
                    <a:pt x="71" y="684"/>
                  </a:cubicBezTo>
                  <a:cubicBezTo>
                    <a:pt x="0" y="922"/>
                    <a:pt x="48" y="1184"/>
                    <a:pt x="167" y="1399"/>
                  </a:cubicBezTo>
                  <a:cubicBezTo>
                    <a:pt x="286" y="1637"/>
                    <a:pt x="476" y="1780"/>
                    <a:pt x="714" y="1851"/>
                  </a:cubicBezTo>
                  <a:cubicBezTo>
                    <a:pt x="810" y="1875"/>
                    <a:pt x="881" y="1875"/>
                    <a:pt x="953" y="1875"/>
                  </a:cubicBezTo>
                  <a:cubicBezTo>
                    <a:pt x="1381" y="1875"/>
                    <a:pt x="1738" y="1613"/>
                    <a:pt x="1881" y="1184"/>
                  </a:cubicBezTo>
                  <a:cubicBezTo>
                    <a:pt x="1929" y="946"/>
                    <a:pt x="1905" y="684"/>
                    <a:pt x="1786" y="470"/>
                  </a:cubicBezTo>
                  <a:cubicBezTo>
                    <a:pt x="1667" y="232"/>
                    <a:pt x="1477" y="89"/>
                    <a:pt x="1215" y="41"/>
                  </a:cubicBezTo>
                  <a:cubicBezTo>
                    <a:pt x="1134" y="14"/>
                    <a:pt x="1044" y="1"/>
                    <a:pt x="95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6" name="Google Shape;29616;p154"/>
            <p:cNvSpPr/>
            <p:nvPr/>
          </p:nvSpPr>
          <p:spPr>
            <a:xfrm>
              <a:off x="2754007" y="2216957"/>
              <a:ext cx="61669" cy="61669"/>
            </a:xfrm>
            <a:custGeom>
              <a:rect b="b" l="l" r="r" t="t"/>
              <a:pathLst>
                <a:path extrusionOk="0" h="1906" w="1906">
                  <a:moveTo>
                    <a:pt x="953" y="0"/>
                  </a:moveTo>
                  <a:cubicBezTo>
                    <a:pt x="429" y="0"/>
                    <a:pt x="0" y="405"/>
                    <a:pt x="0" y="953"/>
                  </a:cubicBezTo>
                  <a:cubicBezTo>
                    <a:pt x="0" y="1477"/>
                    <a:pt x="453" y="1905"/>
                    <a:pt x="953" y="1905"/>
                  </a:cubicBezTo>
                  <a:cubicBezTo>
                    <a:pt x="1453" y="1905"/>
                    <a:pt x="1906" y="1477"/>
                    <a:pt x="1906" y="953"/>
                  </a:cubicBezTo>
                  <a:cubicBezTo>
                    <a:pt x="1906" y="405"/>
                    <a:pt x="1453" y="0"/>
                    <a:pt x="953"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7" name="Google Shape;29617;p154"/>
            <p:cNvSpPr/>
            <p:nvPr/>
          </p:nvSpPr>
          <p:spPr>
            <a:xfrm>
              <a:off x="2814866" y="2156066"/>
              <a:ext cx="61669" cy="61669"/>
            </a:xfrm>
            <a:custGeom>
              <a:rect b="b" l="l" r="r" t="t"/>
              <a:pathLst>
                <a:path extrusionOk="0" h="1906" w="1906">
                  <a:moveTo>
                    <a:pt x="953" y="1"/>
                  </a:moveTo>
                  <a:cubicBezTo>
                    <a:pt x="406" y="1"/>
                    <a:pt x="1" y="406"/>
                    <a:pt x="1" y="953"/>
                  </a:cubicBezTo>
                  <a:cubicBezTo>
                    <a:pt x="1" y="1477"/>
                    <a:pt x="453" y="1906"/>
                    <a:pt x="953" y="1906"/>
                  </a:cubicBezTo>
                  <a:cubicBezTo>
                    <a:pt x="1453" y="1906"/>
                    <a:pt x="1906" y="1477"/>
                    <a:pt x="1906" y="953"/>
                  </a:cubicBezTo>
                  <a:cubicBezTo>
                    <a:pt x="1906" y="406"/>
                    <a:pt x="1477" y="1"/>
                    <a:pt x="95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8" name="Google Shape;29618;p154"/>
            <p:cNvSpPr/>
            <p:nvPr/>
          </p:nvSpPr>
          <p:spPr>
            <a:xfrm>
              <a:off x="2807942" y="2038425"/>
              <a:ext cx="65519" cy="60666"/>
            </a:xfrm>
            <a:custGeom>
              <a:rect b="b" l="l" r="r" t="t"/>
              <a:pathLst>
                <a:path extrusionOk="0" h="1875" w="2025">
                  <a:moveTo>
                    <a:pt x="989" y="1"/>
                  </a:moveTo>
                  <a:cubicBezTo>
                    <a:pt x="897" y="1"/>
                    <a:pt x="804" y="14"/>
                    <a:pt x="715" y="41"/>
                  </a:cubicBezTo>
                  <a:cubicBezTo>
                    <a:pt x="477" y="88"/>
                    <a:pt x="262" y="279"/>
                    <a:pt x="143" y="470"/>
                  </a:cubicBezTo>
                  <a:cubicBezTo>
                    <a:pt x="24" y="684"/>
                    <a:pt x="0" y="946"/>
                    <a:pt x="48" y="1184"/>
                  </a:cubicBezTo>
                  <a:cubicBezTo>
                    <a:pt x="191" y="1613"/>
                    <a:pt x="572" y="1875"/>
                    <a:pt x="977" y="1875"/>
                  </a:cubicBezTo>
                  <a:cubicBezTo>
                    <a:pt x="1072" y="1875"/>
                    <a:pt x="1167" y="1851"/>
                    <a:pt x="1215" y="1851"/>
                  </a:cubicBezTo>
                  <a:cubicBezTo>
                    <a:pt x="1691" y="1708"/>
                    <a:pt x="2025" y="1184"/>
                    <a:pt x="1882" y="684"/>
                  </a:cubicBezTo>
                  <a:cubicBezTo>
                    <a:pt x="1810" y="446"/>
                    <a:pt x="1644" y="231"/>
                    <a:pt x="1429" y="112"/>
                  </a:cubicBezTo>
                  <a:cubicBezTo>
                    <a:pt x="1295" y="38"/>
                    <a:pt x="1143" y="1"/>
                    <a:pt x="989"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9" name="Google Shape;29619;p154"/>
            <p:cNvSpPr/>
            <p:nvPr/>
          </p:nvSpPr>
          <p:spPr>
            <a:xfrm>
              <a:off x="2792541" y="1956310"/>
              <a:ext cx="60892" cy="60342"/>
            </a:xfrm>
            <a:custGeom>
              <a:rect b="b" l="l" r="r" t="t"/>
              <a:pathLst>
                <a:path extrusionOk="0" h="1865" w="1882">
                  <a:moveTo>
                    <a:pt x="923" y="1"/>
                  </a:moveTo>
                  <a:cubicBezTo>
                    <a:pt x="679" y="1"/>
                    <a:pt x="441" y="90"/>
                    <a:pt x="262" y="269"/>
                  </a:cubicBezTo>
                  <a:cubicBezTo>
                    <a:pt x="95" y="459"/>
                    <a:pt x="0" y="698"/>
                    <a:pt x="0" y="936"/>
                  </a:cubicBezTo>
                  <a:cubicBezTo>
                    <a:pt x="0" y="1174"/>
                    <a:pt x="95" y="1412"/>
                    <a:pt x="262" y="1579"/>
                  </a:cubicBezTo>
                  <a:cubicBezTo>
                    <a:pt x="453" y="1769"/>
                    <a:pt x="691" y="1864"/>
                    <a:pt x="929" y="1864"/>
                  </a:cubicBezTo>
                  <a:cubicBezTo>
                    <a:pt x="1167" y="1864"/>
                    <a:pt x="1405" y="1745"/>
                    <a:pt x="1620" y="1579"/>
                  </a:cubicBezTo>
                  <a:cubicBezTo>
                    <a:pt x="1786" y="1412"/>
                    <a:pt x="1882" y="1174"/>
                    <a:pt x="1882" y="936"/>
                  </a:cubicBezTo>
                  <a:cubicBezTo>
                    <a:pt x="1882" y="698"/>
                    <a:pt x="1786" y="459"/>
                    <a:pt x="1620" y="269"/>
                  </a:cubicBezTo>
                  <a:cubicBezTo>
                    <a:pt x="1417" y="90"/>
                    <a:pt x="1167" y="1"/>
                    <a:pt x="923"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0" name="Google Shape;29620;p154"/>
            <p:cNvSpPr/>
            <p:nvPr/>
          </p:nvSpPr>
          <p:spPr>
            <a:xfrm>
              <a:off x="2800242" y="1964981"/>
              <a:ext cx="51639" cy="51671"/>
            </a:xfrm>
            <a:custGeom>
              <a:rect b="b" l="l" r="r" t="t"/>
              <a:pathLst>
                <a:path extrusionOk="0" h="1597" w="1596">
                  <a:moveTo>
                    <a:pt x="1334" y="1"/>
                  </a:moveTo>
                  <a:lnTo>
                    <a:pt x="0" y="1358"/>
                  </a:lnTo>
                  <a:cubicBezTo>
                    <a:pt x="215" y="1477"/>
                    <a:pt x="453" y="1596"/>
                    <a:pt x="691" y="1596"/>
                  </a:cubicBezTo>
                  <a:cubicBezTo>
                    <a:pt x="929" y="1596"/>
                    <a:pt x="1167" y="1501"/>
                    <a:pt x="1334" y="1311"/>
                  </a:cubicBezTo>
                  <a:cubicBezTo>
                    <a:pt x="1524" y="1144"/>
                    <a:pt x="1596" y="906"/>
                    <a:pt x="1596" y="668"/>
                  </a:cubicBezTo>
                  <a:cubicBezTo>
                    <a:pt x="1596" y="430"/>
                    <a:pt x="1524" y="191"/>
                    <a:pt x="1334"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1" name="Google Shape;29621;p154"/>
            <p:cNvSpPr/>
            <p:nvPr/>
          </p:nvSpPr>
          <p:spPr>
            <a:xfrm>
              <a:off x="2708549" y="1937285"/>
              <a:ext cx="62445" cy="60860"/>
            </a:xfrm>
            <a:custGeom>
              <a:rect b="b" l="l" r="r" t="t"/>
              <a:pathLst>
                <a:path extrusionOk="0" h="1881" w="1930">
                  <a:moveTo>
                    <a:pt x="1003" y="0"/>
                  </a:moveTo>
                  <a:cubicBezTo>
                    <a:pt x="829" y="0"/>
                    <a:pt x="654" y="37"/>
                    <a:pt x="524" y="119"/>
                  </a:cubicBezTo>
                  <a:cubicBezTo>
                    <a:pt x="286" y="238"/>
                    <a:pt x="119" y="452"/>
                    <a:pt x="72" y="690"/>
                  </a:cubicBezTo>
                  <a:cubicBezTo>
                    <a:pt x="0" y="928"/>
                    <a:pt x="48" y="1190"/>
                    <a:pt x="167" y="1405"/>
                  </a:cubicBezTo>
                  <a:cubicBezTo>
                    <a:pt x="286" y="1643"/>
                    <a:pt x="477" y="1786"/>
                    <a:pt x="715" y="1857"/>
                  </a:cubicBezTo>
                  <a:cubicBezTo>
                    <a:pt x="786" y="1881"/>
                    <a:pt x="882" y="1881"/>
                    <a:pt x="953" y="1881"/>
                  </a:cubicBezTo>
                  <a:cubicBezTo>
                    <a:pt x="1120" y="1881"/>
                    <a:pt x="1286" y="1857"/>
                    <a:pt x="1429" y="1762"/>
                  </a:cubicBezTo>
                  <a:cubicBezTo>
                    <a:pt x="1667" y="1643"/>
                    <a:pt x="1834" y="1428"/>
                    <a:pt x="1882" y="1190"/>
                  </a:cubicBezTo>
                  <a:cubicBezTo>
                    <a:pt x="1929" y="952"/>
                    <a:pt x="1906" y="690"/>
                    <a:pt x="1786" y="476"/>
                  </a:cubicBezTo>
                  <a:cubicBezTo>
                    <a:pt x="1667" y="238"/>
                    <a:pt x="1477" y="95"/>
                    <a:pt x="1239" y="23"/>
                  </a:cubicBezTo>
                  <a:cubicBezTo>
                    <a:pt x="1163" y="8"/>
                    <a:pt x="1083" y="0"/>
                    <a:pt x="100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2" name="Google Shape;29622;p154"/>
            <p:cNvSpPr/>
            <p:nvPr/>
          </p:nvSpPr>
          <p:spPr>
            <a:xfrm>
              <a:off x="2590649" y="1931850"/>
              <a:ext cx="61669" cy="61669"/>
            </a:xfrm>
            <a:custGeom>
              <a:rect b="b" l="l" r="r" t="t"/>
              <a:pathLst>
                <a:path extrusionOk="0" h="1906" w="1906">
                  <a:moveTo>
                    <a:pt x="953" y="1"/>
                  </a:moveTo>
                  <a:cubicBezTo>
                    <a:pt x="406" y="1"/>
                    <a:pt x="1" y="406"/>
                    <a:pt x="1" y="953"/>
                  </a:cubicBezTo>
                  <a:cubicBezTo>
                    <a:pt x="1" y="1477"/>
                    <a:pt x="429" y="1906"/>
                    <a:pt x="953" y="1906"/>
                  </a:cubicBezTo>
                  <a:cubicBezTo>
                    <a:pt x="1453" y="1906"/>
                    <a:pt x="1906" y="1477"/>
                    <a:pt x="1906" y="953"/>
                  </a:cubicBezTo>
                  <a:cubicBezTo>
                    <a:pt x="1906" y="406"/>
                    <a:pt x="1477" y="1"/>
                    <a:pt x="953"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3" name="Google Shape;29623;p154"/>
            <p:cNvSpPr/>
            <p:nvPr/>
          </p:nvSpPr>
          <p:spPr>
            <a:xfrm>
              <a:off x="2610676" y="2012768"/>
              <a:ext cx="61701" cy="61669"/>
            </a:xfrm>
            <a:custGeom>
              <a:rect b="b" l="l" r="r" t="t"/>
              <a:pathLst>
                <a:path extrusionOk="0" h="1906" w="1907">
                  <a:moveTo>
                    <a:pt x="954" y="0"/>
                  </a:moveTo>
                  <a:cubicBezTo>
                    <a:pt x="406" y="0"/>
                    <a:pt x="1" y="429"/>
                    <a:pt x="1" y="953"/>
                  </a:cubicBezTo>
                  <a:cubicBezTo>
                    <a:pt x="1" y="1477"/>
                    <a:pt x="453" y="1906"/>
                    <a:pt x="954" y="1906"/>
                  </a:cubicBezTo>
                  <a:cubicBezTo>
                    <a:pt x="1454" y="1906"/>
                    <a:pt x="1882" y="1477"/>
                    <a:pt x="1906" y="953"/>
                  </a:cubicBezTo>
                  <a:cubicBezTo>
                    <a:pt x="1906" y="405"/>
                    <a:pt x="1477" y="0"/>
                    <a:pt x="954"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4" name="Google Shape;29624;p154"/>
            <p:cNvSpPr/>
            <p:nvPr/>
          </p:nvSpPr>
          <p:spPr>
            <a:xfrm>
              <a:off x="2529790" y="1991964"/>
              <a:ext cx="61669" cy="61669"/>
            </a:xfrm>
            <a:custGeom>
              <a:rect b="b" l="l" r="r" t="t"/>
              <a:pathLst>
                <a:path extrusionOk="0" h="1906" w="1906">
                  <a:moveTo>
                    <a:pt x="953" y="0"/>
                  </a:moveTo>
                  <a:cubicBezTo>
                    <a:pt x="405" y="0"/>
                    <a:pt x="0" y="453"/>
                    <a:pt x="0" y="953"/>
                  </a:cubicBezTo>
                  <a:cubicBezTo>
                    <a:pt x="0" y="1501"/>
                    <a:pt x="453" y="1906"/>
                    <a:pt x="953" y="1906"/>
                  </a:cubicBezTo>
                  <a:cubicBezTo>
                    <a:pt x="1453" y="1906"/>
                    <a:pt x="1882" y="1501"/>
                    <a:pt x="1906" y="953"/>
                  </a:cubicBezTo>
                  <a:cubicBezTo>
                    <a:pt x="1906" y="429"/>
                    <a:pt x="1453" y="0"/>
                    <a:pt x="953"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5" name="Google Shape;29625;p154"/>
          <p:cNvGrpSpPr/>
          <p:nvPr/>
        </p:nvGrpSpPr>
        <p:grpSpPr>
          <a:xfrm>
            <a:off x="3294911" y="1777929"/>
            <a:ext cx="293586" cy="349074"/>
            <a:chOff x="3294911" y="1930329"/>
            <a:chExt cx="293586" cy="349074"/>
          </a:xfrm>
        </p:grpSpPr>
        <p:sp>
          <p:nvSpPr>
            <p:cNvPr id="29626" name="Google Shape;29626;p154"/>
            <p:cNvSpPr/>
            <p:nvPr/>
          </p:nvSpPr>
          <p:spPr>
            <a:xfrm>
              <a:off x="3296432" y="2136815"/>
              <a:ext cx="290516" cy="142588"/>
            </a:xfrm>
            <a:custGeom>
              <a:rect b="b" l="l" r="r" t="t"/>
              <a:pathLst>
                <a:path extrusionOk="0" h="4407" w="8979">
                  <a:moveTo>
                    <a:pt x="4502" y="0"/>
                  </a:moveTo>
                  <a:lnTo>
                    <a:pt x="2906" y="643"/>
                  </a:lnTo>
                  <a:lnTo>
                    <a:pt x="1596" y="1048"/>
                  </a:lnTo>
                  <a:cubicBezTo>
                    <a:pt x="1120" y="1191"/>
                    <a:pt x="715" y="1453"/>
                    <a:pt x="406" y="1882"/>
                  </a:cubicBezTo>
                  <a:cubicBezTo>
                    <a:pt x="144" y="2263"/>
                    <a:pt x="1" y="2715"/>
                    <a:pt x="1" y="3192"/>
                  </a:cubicBezTo>
                  <a:lnTo>
                    <a:pt x="1" y="4073"/>
                  </a:lnTo>
                  <a:cubicBezTo>
                    <a:pt x="1" y="4263"/>
                    <a:pt x="144" y="4406"/>
                    <a:pt x="334" y="4406"/>
                  </a:cubicBezTo>
                  <a:lnTo>
                    <a:pt x="8669" y="4406"/>
                  </a:lnTo>
                  <a:cubicBezTo>
                    <a:pt x="8836" y="4406"/>
                    <a:pt x="8979" y="4263"/>
                    <a:pt x="8979" y="4073"/>
                  </a:cubicBezTo>
                  <a:lnTo>
                    <a:pt x="8979" y="3144"/>
                  </a:lnTo>
                  <a:cubicBezTo>
                    <a:pt x="8979" y="2644"/>
                    <a:pt x="8836" y="2191"/>
                    <a:pt x="8550" y="1810"/>
                  </a:cubicBezTo>
                  <a:cubicBezTo>
                    <a:pt x="8241" y="1429"/>
                    <a:pt x="7860" y="1167"/>
                    <a:pt x="7383" y="1048"/>
                  </a:cubicBezTo>
                  <a:lnTo>
                    <a:pt x="6074" y="643"/>
                  </a:lnTo>
                  <a:lnTo>
                    <a:pt x="450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7" name="Google Shape;29627;p154"/>
            <p:cNvSpPr/>
            <p:nvPr/>
          </p:nvSpPr>
          <p:spPr>
            <a:xfrm>
              <a:off x="3442060" y="2155322"/>
              <a:ext cx="144886" cy="123305"/>
            </a:xfrm>
            <a:custGeom>
              <a:rect b="b" l="l" r="r" t="t"/>
              <a:pathLst>
                <a:path extrusionOk="0" h="3811" w="4478">
                  <a:moveTo>
                    <a:pt x="1" y="0"/>
                  </a:moveTo>
                  <a:lnTo>
                    <a:pt x="1" y="3810"/>
                  </a:lnTo>
                  <a:lnTo>
                    <a:pt x="4168" y="3810"/>
                  </a:lnTo>
                  <a:cubicBezTo>
                    <a:pt x="4335" y="3810"/>
                    <a:pt x="4478" y="3644"/>
                    <a:pt x="4478" y="3477"/>
                  </a:cubicBezTo>
                  <a:lnTo>
                    <a:pt x="4478" y="2548"/>
                  </a:lnTo>
                  <a:cubicBezTo>
                    <a:pt x="4478" y="2072"/>
                    <a:pt x="4335" y="1619"/>
                    <a:pt x="4049" y="1238"/>
                  </a:cubicBezTo>
                  <a:cubicBezTo>
                    <a:pt x="3740" y="857"/>
                    <a:pt x="3359" y="595"/>
                    <a:pt x="2882" y="476"/>
                  </a:cubicBezTo>
                  <a:lnTo>
                    <a:pt x="1573" y="71"/>
                  </a:lnTo>
                  <a:lnTo>
                    <a:pt x="1"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8" name="Google Shape;29628;p154"/>
            <p:cNvSpPr/>
            <p:nvPr/>
          </p:nvSpPr>
          <p:spPr>
            <a:xfrm>
              <a:off x="3399676" y="2195376"/>
              <a:ext cx="85579" cy="83249"/>
            </a:xfrm>
            <a:custGeom>
              <a:rect b="b" l="l" r="r" t="t"/>
              <a:pathLst>
                <a:path extrusionOk="0" h="2573" w="2645">
                  <a:moveTo>
                    <a:pt x="549" y="0"/>
                  </a:moveTo>
                  <a:lnTo>
                    <a:pt x="1" y="2572"/>
                  </a:lnTo>
                  <a:lnTo>
                    <a:pt x="2644" y="2572"/>
                  </a:lnTo>
                  <a:lnTo>
                    <a:pt x="2097"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9" name="Google Shape;29629;p154"/>
            <p:cNvSpPr/>
            <p:nvPr/>
          </p:nvSpPr>
          <p:spPr>
            <a:xfrm>
              <a:off x="3442060" y="2195376"/>
              <a:ext cx="43194" cy="83249"/>
            </a:xfrm>
            <a:custGeom>
              <a:rect b="b" l="l" r="r" t="t"/>
              <a:pathLst>
                <a:path extrusionOk="0" h="2573" w="1335">
                  <a:moveTo>
                    <a:pt x="1" y="0"/>
                  </a:moveTo>
                  <a:lnTo>
                    <a:pt x="1" y="2572"/>
                  </a:lnTo>
                  <a:lnTo>
                    <a:pt x="1334" y="2572"/>
                  </a:lnTo>
                  <a:lnTo>
                    <a:pt x="76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0" name="Google Shape;29630;p154"/>
            <p:cNvSpPr/>
            <p:nvPr/>
          </p:nvSpPr>
          <p:spPr>
            <a:xfrm>
              <a:off x="3390455" y="2156842"/>
              <a:ext cx="103277" cy="49341"/>
            </a:xfrm>
            <a:custGeom>
              <a:rect b="b" l="l" r="r" t="t"/>
              <a:pathLst>
                <a:path extrusionOk="0" h="1525" w="3192">
                  <a:moveTo>
                    <a:pt x="0" y="1"/>
                  </a:moveTo>
                  <a:lnTo>
                    <a:pt x="762" y="1525"/>
                  </a:lnTo>
                  <a:lnTo>
                    <a:pt x="2453" y="1525"/>
                  </a:lnTo>
                  <a:lnTo>
                    <a:pt x="3191" y="1"/>
                  </a:ln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1" name="Google Shape;29631;p154"/>
            <p:cNvSpPr/>
            <p:nvPr/>
          </p:nvSpPr>
          <p:spPr>
            <a:xfrm>
              <a:off x="3442060" y="2155322"/>
              <a:ext cx="50894" cy="50862"/>
            </a:xfrm>
            <a:custGeom>
              <a:rect b="b" l="l" r="r" t="t"/>
              <a:pathLst>
                <a:path extrusionOk="0" h="1572" w="1573">
                  <a:moveTo>
                    <a:pt x="1" y="0"/>
                  </a:moveTo>
                  <a:lnTo>
                    <a:pt x="1" y="1572"/>
                  </a:lnTo>
                  <a:lnTo>
                    <a:pt x="834" y="1572"/>
                  </a:lnTo>
                  <a:lnTo>
                    <a:pt x="1573" y="71"/>
                  </a:lnTo>
                  <a:lnTo>
                    <a:pt x="1"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2" name="Google Shape;29632;p154"/>
            <p:cNvSpPr/>
            <p:nvPr/>
          </p:nvSpPr>
          <p:spPr>
            <a:xfrm>
              <a:off x="3354217" y="1992838"/>
              <a:ext cx="171093" cy="164816"/>
            </a:xfrm>
            <a:custGeom>
              <a:rect b="b" l="l" r="r" t="t"/>
              <a:pathLst>
                <a:path extrusionOk="0" h="5094" w="5288">
                  <a:moveTo>
                    <a:pt x="2703" y="0"/>
                  </a:moveTo>
                  <a:cubicBezTo>
                    <a:pt x="2597" y="0"/>
                    <a:pt x="2489" y="7"/>
                    <a:pt x="2382" y="21"/>
                  </a:cubicBezTo>
                  <a:cubicBezTo>
                    <a:pt x="1192" y="140"/>
                    <a:pt x="215" y="1116"/>
                    <a:pt x="96" y="2307"/>
                  </a:cubicBezTo>
                  <a:cubicBezTo>
                    <a:pt x="1" y="3045"/>
                    <a:pt x="239" y="3760"/>
                    <a:pt x="715" y="4331"/>
                  </a:cubicBezTo>
                  <a:cubicBezTo>
                    <a:pt x="930" y="4570"/>
                    <a:pt x="1049" y="4808"/>
                    <a:pt x="1096" y="5093"/>
                  </a:cubicBezTo>
                  <a:lnTo>
                    <a:pt x="4288" y="5070"/>
                  </a:lnTo>
                  <a:cubicBezTo>
                    <a:pt x="4311" y="4808"/>
                    <a:pt x="4454" y="4546"/>
                    <a:pt x="4645" y="4331"/>
                  </a:cubicBezTo>
                  <a:cubicBezTo>
                    <a:pt x="5050" y="3855"/>
                    <a:pt x="5288" y="3236"/>
                    <a:pt x="5288" y="2593"/>
                  </a:cubicBezTo>
                  <a:cubicBezTo>
                    <a:pt x="5288" y="1855"/>
                    <a:pt x="4978" y="1140"/>
                    <a:pt x="4430" y="664"/>
                  </a:cubicBezTo>
                  <a:cubicBezTo>
                    <a:pt x="3942" y="236"/>
                    <a:pt x="3331" y="0"/>
                    <a:pt x="270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3" name="Google Shape;29633;p154"/>
            <p:cNvSpPr/>
            <p:nvPr/>
          </p:nvSpPr>
          <p:spPr>
            <a:xfrm>
              <a:off x="3354217" y="1992838"/>
              <a:ext cx="171093" cy="164816"/>
            </a:xfrm>
            <a:custGeom>
              <a:rect b="b" l="l" r="r" t="t"/>
              <a:pathLst>
                <a:path extrusionOk="0" h="5094" w="5288">
                  <a:moveTo>
                    <a:pt x="2703" y="0"/>
                  </a:moveTo>
                  <a:cubicBezTo>
                    <a:pt x="2597" y="0"/>
                    <a:pt x="2489" y="7"/>
                    <a:pt x="2382" y="21"/>
                  </a:cubicBezTo>
                  <a:cubicBezTo>
                    <a:pt x="1192" y="140"/>
                    <a:pt x="215" y="1116"/>
                    <a:pt x="96" y="2307"/>
                  </a:cubicBezTo>
                  <a:cubicBezTo>
                    <a:pt x="1" y="3045"/>
                    <a:pt x="239" y="3760"/>
                    <a:pt x="715" y="4331"/>
                  </a:cubicBezTo>
                  <a:cubicBezTo>
                    <a:pt x="930" y="4570"/>
                    <a:pt x="1049" y="4808"/>
                    <a:pt x="1096" y="5093"/>
                  </a:cubicBezTo>
                  <a:lnTo>
                    <a:pt x="4288" y="5070"/>
                  </a:lnTo>
                  <a:cubicBezTo>
                    <a:pt x="4311" y="4808"/>
                    <a:pt x="4454" y="4546"/>
                    <a:pt x="4645" y="4331"/>
                  </a:cubicBezTo>
                  <a:cubicBezTo>
                    <a:pt x="5050" y="3855"/>
                    <a:pt x="5288" y="3236"/>
                    <a:pt x="5288" y="2593"/>
                  </a:cubicBezTo>
                  <a:cubicBezTo>
                    <a:pt x="5288" y="1855"/>
                    <a:pt x="4978" y="1140"/>
                    <a:pt x="4430" y="664"/>
                  </a:cubicBezTo>
                  <a:cubicBezTo>
                    <a:pt x="3942" y="236"/>
                    <a:pt x="3331" y="0"/>
                    <a:pt x="270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4" name="Google Shape;29634;p154"/>
            <p:cNvSpPr/>
            <p:nvPr/>
          </p:nvSpPr>
          <p:spPr>
            <a:xfrm>
              <a:off x="3354217" y="1992838"/>
              <a:ext cx="171093" cy="164816"/>
            </a:xfrm>
            <a:custGeom>
              <a:rect b="b" l="l" r="r" t="t"/>
              <a:pathLst>
                <a:path extrusionOk="0" h="5094" w="5288">
                  <a:moveTo>
                    <a:pt x="2703" y="0"/>
                  </a:moveTo>
                  <a:cubicBezTo>
                    <a:pt x="2597" y="0"/>
                    <a:pt x="2489" y="7"/>
                    <a:pt x="2382" y="21"/>
                  </a:cubicBezTo>
                  <a:cubicBezTo>
                    <a:pt x="1192" y="140"/>
                    <a:pt x="215" y="1116"/>
                    <a:pt x="96" y="2307"/>
                  </a:cubicBezTo>
                  <a:cubicBezTo>
                    <a:pt x="1" y="3045"/>
                    <a:pt x="239" y="3760"/>
                    <a:pt x="715" y="4331"/>
                  </a:cubicBezTo>
                  <a:cubicBezTo>
                    <a:pt x="930" y="4570"/>
                    <a:pt x="1049" y="4808"/>
                    <a:pt x="1096" y="5093"/>
                  </a:cubicBezTo>
                  <a:lnTo>
                    <a:pt x="4288" y="5070"/>
                  </a:lnTo>
                  <a:cubicBezTo>
                    <a:pt x="4311" y="4808"/>
                    <a:pt x="4454" y="4546"/>
                    <a:pt x="4645" y="4331"/>
                  </a:cubicBezTo>
                  <a:cubicBezTo>
                    <a:pt x="5050" y="3855"/>
                    <a:pt x="5288" y="3236"/>
                    <a:pt x="5288" y="2593"/>
                  </a:cubicBezTo>
                  <a:cubicBezTo>
                    <a:pt x="5288" y="1855"/>
                    <a:pt x="4978" y="1140"/>
                    <a:pt x="4430" y="664"/>
                  </a:cubicBezTo>
                  <a:cubicBezTo>
                    <a:pt x="3942" y="236"/>
                    <a:pt x="3331" y="0"/>
                    <a:pt x="270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5" name="Google Shape;29635;p154"/>
            <p:cNvSpPr/>
            <p:nvPr/>
          </p:nvSpPr>
          <p:spPr>
            <a:xfrm>
              <a:off x="3442060" y="1991964"/>
              <a:ext cx="84802" cy="164913"/>
            </a:xfrm>
            <a:custGeom>
              <a:rect b="b" l="l" r="r" t="t"/>
              <a:pathLst>
                <a:path extrusionOk="0" h="5097" w="2621">
                  <a:moveTo>
                    <a:pt x="1" y="0"/>
                  </a:moveTo>
                  <a:lnTo>
                    <a:pt x="1" y="5097"/>
                  </a:lnTo>
                  <a:lnTo>
                    <a:pt x="1573" y="5097"/>
                  </a:lnTo>
                  <a:cubicBezTo>
                    <a:pt x="1596" y="4835"/>
                    <a:pt x="1739" y="4573"/>
                    <a:pt x="1930" y="4358"/>
                  </a:cubicBezTo>
                  <a:cubicBezTo>
                    <a:pt x="2335" y="3882"/>
                    <a:pt x="2573" y="3263"/>
                    <a:pt x="2573" y="2620"/>
                  </a:cubicBezTo>
                  <a:cubicBezTo>
                    <a:pt x="2620" y="1882"/>
                    <a:pt x="2287" y="1167"/>
                    <a:pt x="1739" y="667"/>
                  </a:cubicBezTo>
                  <a:cubicBezTo>
                    <a:pt x="1263" y="239"/>
                    <a:pt x="644" y="0"/>
                    <a:pt x="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6" name="Google Shape;29636;p154"/>
            <p:cNvSpPr/>
            <p:nvPr/>
          </p:nvSpPr>
          <p:spPr>
            <a:xfrm>
              <a:off x="3409706" y="2066121"/>
              <a:ext cx="63222" cy="90756"/>
            </a:xfrm>
            <a:custGeom>
              <a:rect b="b" l="l" r="r" t="t"/>
              <a:pathLst>
                <a:path extrusionOk="0" h="2805" w="1954">
                  <a:moveTo>
                    <a:pt x="1620" y="1"/>
                  </a:moveTo>
                  <a:cubicBezTo>
                    <a:pt x="1543" y="1"/>
                    <a:pt x="1465" y="30"/>
                    <a:pt x="1406" y="90"/>
                  </a:cubicBezTo>
                  <a:lnTo>
                    <a:pt x="1001" y="518"/>
                  </a:lnTo>
                  <a:lnTo>
                    <a:pt x="572" y="90"/>
                  </a:lnTo>
                  <a:cubicBezTo>
                    <a:pt x="518" y="35"/>
                    <a:pt x="438" y="6"/>
                    <a:pt x="356" y="6"/>
                  </a:cubicBezTo>
                  <a:cubicBezTo>
                    <a:pt x="260" y="6"/>
                    <a:pt x="160" y="47"/>
                    <a:pt x="96" y="137"/>
                  </a:cubicBezTo>
                  <a:cubicBezTo>
                    <a:pt x="1" y="257"/>
                    <a:pt x="1" y="423"/>
                    <a:pt x="120" y="542"/>
                  </a:cubicBezTo>
                  <a:lnTo>
                    <a:pt x="667" y="1090"/>
                  </a:lnTo>
                  <a:lnTo>
                    <a:pt x="667" y="2805"/>
                  </a:lnTo>
                  <a:lnTo>
                    <a:pt x="1287" y="2805"/>
                  </a:lnTo>
                  <a:lnTo>
                    <a:pt x="1287" y="1090"/>
                  </a:lnTo>
                  <a:lnTo>
                    <a:pt x="1834" y="542"/>
                  </a:lnTo>
                  <a:cubicBezTo>
                    <a:pt x="1953" y="423"/>
                    <a:pt x="1953" y="209"/>
                    <a:pt x="1834" y="90"/>
                  </a:cubicBezTo>
                  <a:cubicBezTo>
                    <a:pt x="1775" y="30"/>
                    <a:pt x="1697" y="1"/>
                    <a:pt x="162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7" name="Google Shape;29637;p154"/>
            <p:cNvSpPr/>
            <p:nvPr/>
          </p:nvSpPr>
          <p:spPr>
            <a:xfrm>
              <a:off x="3442060" y="2066218"/>
              <a:ext cx="31643" cy="90659"/>
            </a:xfrm>
            <a:custGeom>
              <a:rect b="b" l="l" r="r" t="t"/>
              <a:pathLst>
                <a:path extrusionOk="0" h="2802" w="978">
                  <a:moveTo>
                    <a:pt x="641" y="0"/>
                  </a:moveTo>
                  <a:cubicBezTo>
                    <a:pt x="558" y="0"/>
                    <a:pt x="474" y="30"/>
                    <a:pt x="406" y="87"/>
                  </a:cubicBezTo>
                  <a:lnTo>
                    <a:pt x="1" y="515"/>
                  </a:lnTo>
                  <a:lnTo>
                    <a:pt x="1" y="2802"/>
                  </a:lnTo>
                  <a:lnTo>
                    <a:pt x="310" y="2802"/>
                  </a:lnTo>
                  <a:lnTo>
                    <a:pt x="310" y="1087"/>
                  </a:lnTo>
                  <a:lnTo>
                    <a:pt x="858" y="539"/>
                  </a:lnTo>
                  <a:cubicBezTo>
                    <a:pt x="977" y="420"/>
                    <a:pt x="977" y="254"/>
                    <a:pt x="882" y="111"/>
                  </a:cubicBezTo>
                  <a:cubicBezTo>
                    <a:pt x="820" y="36"/>
                    <a:pt x="731" y="0"/>
                    <a:pt x="64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8" name="Google Shape;29638;p154"/>
            <p:cNvSpPr/>
            <p:nvPr/>
          </p:nvSpPr>
          <p:spPr>
            <a:xfrm>
              <a:off x="3431286" y="1930329"/>
              <a:ext cx="20837" cy="41641"/>
            </a:xfrm>
            <a:custGeom>
              <a:rect b="b" l="l" r="r" t="t"/>
              <a:pathLst>
                <a:path extrusionOk="0" h="1287" w="644">
                  <a:moveTo>
                    <a:pt x="334" y="0"/>
                  </a:moveTo>
                  <a:cubicBezTo>
                    <a:pt x="143" y="0"/>
                    <a:pt x="0" y="167"/>
                    <a:pt x="0" y="334"/>
                  </a:cubicBezTo>
                  <a:lnTo>
                    <a:pt x="0" y="953"/>
                  </a:lnTo>
                  <a:cubicBezTo>
                    <a:pt x="0" y="1143"/>
                    <a:pt x="143" y="1286"/>
                    <a:pt x="334" y="1286"/>
                  </a:cubicBezTo>
                  <a:cubicBezTo>
                    <a:pt x="500" y="1286"/>
                    <a:pt x="643" y="1167"/>
                    <a:pt x="643" y="953"/>
                  </a:cubicBezTo>
                  <a:lnTo>
                    <a:pt x="643" y="334"/>
                  </a:lnTo>
                  <a:cubicBezTo>
                    <a:pt x="643" y="167"/>
                    <a:pt x="500" y="0"/>
                    <a:pt x="334"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9" name="Google Shape;29639;p154"/>
            <p:cNvSpPr/>
            <p:nvPr/>
          </p:nvSpPr>
          <p:spPr>
            <a:xfrm>
              <a:off x="3545304" y="2067480"/>
              <a:ext cx="43194" cy="20060"/>
            </a:xfrm>
            <a:custGeom>
              <a:rect b="b" l="l" r="r" t="t"/>
              <a:pathLst>
                <a:path extrusionOk="0" h="620" w="1335">
                  <a:moveTo>
                    <a:pt x="334" y="0"/>
                  </a:moveTo>
                  <a:cubicBezTo>
                    <a:pt x="168" y="0"/>
                    <a:pt x="1" y="167"/>
                    <a:pt x="49" y="357"/>
                  </a:cubicBezTo>
                  <a:cubicBezTo>
                    <a:pt x="72" y="500"/>
                    <a:pt x="215" y="619"/>
                    <a:pt x="382" y="619"/>
                  </a:cubicBezTo>
                  <a:lnTo>
                    <a:pt x="977" y="619"/>
                  </a:lnTo>
                  <a:cubicBezTo>
                    <a:pt x="1168" y="619"/>
                    <a:pt x="1335" y="476"/>
                    <a:pt x="1287" y="262"/>
                  </a:cubicBezTo>
                  <a:cubicBezTo>
                    <a:pt x="1263" y="119"/>
                    <a:pt x="1120" y="0"/>
                    <a:pt x="977"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0" name="Google Shape;29640;p154"/>
            <p:cNvSpPr/>
            <p:nvPr/>
          </p:nvSpPr>
          <p:spPr>
            <a:xfrm>
              <a:off x="3294911" y="2067480"/>
              <a:ext cx="43162" cy="20060"/>
            </a:xfrm>
            <a:custGeom>
              <a:rect b="b" l="l" r="r" t="t"/>
              <a:pathLst>
                <a:path extrusionOk="0" h="620" w="1334">
                  <a:moveTo>
                    <a:pt x="334" y="0"/>
                  </a:moveTo>
                  <a:cubicBezTo>
                    <a:pt x="167" y="0"/>
                    <a:pt x="0" y="167"/>
                    <a:pt x="48" y="357"/>
                  </a:cubicBezTo>
                  <a:cubicBezTo>
                    <a:pt x="72" y="500"/>
                    <a:pt x="215" y="619"/>
                    <a:pt x="381" y="619"/>
                  </a:cubicBezTo>
                  <a:lnTo>
                    <a:pt x="1000" y="619"/>
                  </a:lnTo>
                  <a:cubicBezTo>
                    <a:pt x="1167" y="619"/>
                    <a:pt x="1334" y="476"/>
                    <a:pt x="1286" y="262"/>
                  </a:cubicBezTo>
                  <a:cubicBezTo>
                    <a:pt x="1262" y="119"/>
                    <a:pt x="1119" y="0"/>
                    <a:pt x="977"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1" name="Google Shape;29641;p154"/>
            <p:cNvSpPr/>
            <p:nvPr/>
          </p:nvSpPr>
          <p:spPr>
            <a:xfrm>
              <a:off x="3529126" y="1999632"/>
              <a:ext cx="40864" cy="30123"/>
            </a:xfrm>
            <a:custGeom>
              <a:rect b="b" l="l" r="r" t="t"/>
              <a:pathLst>
                <a:path extrusionOk="0" h="931" w="1263">
                  <a:moveTo>
                    <a:pt x="915" y="1"/>
                  </a:moveTo>
                  <a:cubicBezTo>
                    <a:pt x="864" y="1"/>
                    <a:pt x="812" y="16"/>
                    <a:pt x="763" y="49"/>
                  </a:cubicBezTo>
                  <a:lnTo>
                    <a:pt x="215" y="359"/>
                  </a:lnTo>
                  <a:cubicBezTo>
                    <a:pt x="72" y="454"/>
                    <a:pt x="1" y="645"/>
                    <a:pt x="96" y="787"/>
                  </a:cubicBezTo>
                  <a:cubicBezTo>
                    <a:pt x="168" y="883"/>
                    <a:pt x="239" y="930"/>
                    <a:pt x="358" y="930"/>
                  </a:cubicBezTo>
                  <a:cubicBezTo>
                    <a:pt x="429" y="930"/>
                    <a:pt x="477" y="930"/>
                    <a:pt x="525" y="906"/>
                  </a:cubicBezTo>
                  <a:lnTo>
                    <a:pt x="1049" y="573"/>
                  </a:lnTo>
                  <a:cubicBezTo>
                    <a:pt x="1192" y="478"/>
                    <a:pt x="1263" y="311"/>
                    <a:pt x="1168" y="168"/>
                  </a:cubicBezTo>
                  <a:cubicBezTo>
                    <a:pt x="1105" y="59"/>
                    <a:pt x="1012" y="1"/>
                    <a:pt x="915"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2" name="Google Shape;29642;p154"/>
            <p:cNvSpPr/>
            <p:nvPr/>
          </p:nvSpPr>
          <p:spPr>
            <a:xfrm>
              <a:off x="3488295" y="1950486"/>
              <a:ext cx="33164" cy="36885"/>
            </a:xfrm>
            <a:custGeom>
              <a:rect b="b" l="l" r="r" t="t"/>
              <a:pathLst>
                <a:path extrusionOk="0" h="1140" w="1025">
                  <a:moveTo>
                    <a:pt x="679" y="1"/>
                  </a:moveTo>
                  <a:cubicBezTo>
                    <a:pt x="570" y="1"/>
                    <a:pt x="471" y="65"/>
                    <a:pt x="405" y="163"/>
                  </a:cubicBezTo>
                  <a:lnTo>
                    <a:pt x="72" y="687"/>
                  </a:lnTo>
                  <a:cubicBezTo>
                    <a:pt x="1" y="854"/>
                    <a:pt x="48" y="1020"/>
                    <a:pt x="191" y="1116"/>
                  </a:cubicBezTo>
                  <a:cubicBezTo>
                    <a:pt x="239" y="1139"/>
                    <a:pt x="286" y="1139"/>
                    <a:pt x="358" y="1139"/>
                  </a:cubicBezTo>
                  <a:cubicBezTo>
                    <a:pt x="429" y="1139"/>
                    <a:pt x="548" y="1092"/>
                    <a:pt x="620" y="997"/>
                  </a:cubicBezTo>
                  <a:lnTo>
                    <a:pt x="953" y="449"/>
                  </a:lnTo>
                  <a:cubicBezTo>
                    <a:pt x="1025" y="306"/>
                    <a:pt x="977" y="139"/>
                    <a:pt x="834" y="44"/>
                  </a:cubicBezTo>
                  <a:cubicBezTo>
                    <a:pt x="782" y="14"/>
                    <a:pt x="730" y="1"/>
                    <a:pt x="679"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3" name="Google Shape;29643;p154"/>
            <p:cNvSpPr/>
            <p:nvPr/>
          </p:nvSpPr>
          <p:spPr>
            <a:xfrm>
              <a:off x="3361950" y="1950486"/>
              <a:ext cx="33908" cy="36885"/>
            </a:xfrm>
            <a:custGeom>
              <a:rect b="b" l="l" r="r" t="t"/>
              <a:pathLst>
                <a:path extrusionOk="0" h="1140" w="1048">
                  <a:moveTo>
                    <a:pt x="353" y="1"/>
                  </a:moveTo>
                  <a:cubicBezTo>
                    <a:pt x="306" y="1"/>
                    <a:pt x="259" y="14"/>
                    <a:pt x="214" y="44"/>
                  </a:cubicBezTo>
                  <a:cubicBezTo>
                    <a:pt x="48" y="139"/>
                    <a:pt x="0" y="306"/>
                    <a:pt x="95" y="449"/>
                  </a:cubicBezTo>
                  <a:lnTo>
                    <a:pt x="405" y="997"/>
                  </a:lnTo>
                  <a:cubicBezTo>
                    <a:pt x="476" y="1092"/>
                    <a:pt x="572" y="1139"/>
                    <a:pt x="691" y="1139"/>
                  </a:cubicBezTo>
                  <a:cubicBezTo>
                    <a:pt x="738" y="1139"/>
                    <a:pt x="810" y="1139"/>
                    <a:pt x="834" y="1116"/>
                  </a:cubicBezTo>
                  <a:cubicBezTo>
                    <a:pt x="976" y="1020"/>
                    <a:pt x="1048" y="854"/>
                    <a:pt x="953" y="687"/>
                  </a:cubicBezTo>
                  <a:lnTo>
                    <a:pt x="619" y="163"/>
                  </a:lnTo>
                  <a:cubicBezTo>
                    <a:pt x="554" y="65"/>
                    <a:pt x="455" y="1"/>
                    <a:pt x="353"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4" name="Google Shape;29644;p154"/>
            <p:cNvSpPr/>
            <p:nvPr/>
          </p:nvSpPr>
          <p:spPr>
            <a:xfrm>
              <a:off x="3313386" y="1999632"/>
              <a:ext cx="40864" cy="30123"/>
            </a:xfrm>
            <a:custGeom>
              <a:rect b="b" l="l" r="r" t="t"/>
              <a:pathLst>
                <a:path extrusionOk="0" h="931" w="1263">
                  <a:moveTo>
                    <a:pt x="356" y="1"/>
                  </a:moveTo>
                  <a:cubicBezTo>
                    <a:pt x="252" y="1"/>
                    <a:pt x="159" y="59"/>
                    <a:pt x="96" y="168"/>
                  </a:cubicBezTo>
                  <a:cubicBezTo>
                    <a:pt x="1" y="311"/>
                    <a:pt x="72" y="478"/>
                    <a:pt x="215" y="573"/>
                  </a:cubicBezTo>
                  <a:lnTo>
                    <a:pt x="763" y="906"/>
                  </a:lnTo>
                  <a:cubicBezTo>
                    <a:pt x="787" y="930"/>
                    <a:pt x="834" y="930"/>
                    <a:pt x="906" y="930"/>
                  </a:cubicBezTo>
                  <a:cubicBezTo>
                    <a:pt x="1001" y="930"/>
                    <a:pt x="1120" y="883"/>
                    <a:pt x="1168" y="787"/>
                  </a:cubicBezTo>
                  <a:cubicBezTo>
                    <a:pt x="1263" y="645"/>
                    <a:pt x="1191" y="454"/>
                    <a:pt x="1049" y="359"/>
                  </a:cubicBezTo>
                  <a:lnTo>
                    <a:pt x="525" y="49"/>
                  </a:lnTo>
                  <a:cubicBezTo>
                    <a:pt x="467" y="16"/>
                    <a:pt x="410" y="1"/>
                    <a:pt x="356"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5" name="Google Shape;29645;p154"/>
            <p:cNvSpPr/>
            <p:nvPr/>
          </p:nvSpPr>
          <p:spPr>
            <a:xfrm>
              <a:off x="3442060" y="1931850"/>
              <a:ext cx="10062" cy="40120"/>
            </a:xfrm>
            <a:custGeom>
              <a:rect b="b" l="l" r="r" t="t"/>
              <a:pathLst>
                <a:path extrusionOk="0" h="1240" w="311">
                  <a:moveTo>
                    <a:pt x="1" y="1"/>
                  </a:moveTo>
                  <a:lnTo>
                    <a:pt x="1" y="1239"/>
                  </a:lnTo>
                  <a:cubicBezTo>
                    <a:pt x="167" y="1239"/>
                    <a:pt x="310" y="1120"/>
                    <a:pt x="310" y="953"/>
                  </a:cubicBezTo>
                  <a:lnTo>
                    <a:pt x="310" y="310"/>
                  </a:lnTo>
                  <a:cubicBezTo>
                    <a:pt x="310" y="144"/>
                    <a:pt x="167" y="1"/>
                    <a:pt x="1"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46" name="Google Shape;29646;p154"/>
          <p:cNvGrpSpPr/>
          <p:nvPr/>
        </p:nvGrpSpPr>
        <p:grpSpPr>
          <a:xfrm>
            <a:off x="4019946" y="1778868"/>
            <a:ext cx="346781" cy="347361"/>
            <a:chOff x="4019946" y="1931268"/>
            <a:chExt cx="346781" cy="347361"/>
          </a:xfrm>
        </p:grpSpPr>
        <p:sp>
          <p:nvSpPr>
            <p:cNvPr id="29647" name="Google Shape;29647;p154"/>
            <p:cNvSpPr/>
            <p:nvPr/>
          </p:nvSpPr>
          <p:spPr>
            <a:xfrm>
              <a:off x="4202555" y="1931268"/>
              <a:ext cx="104830" cy="103115"/>
            </a:xfrm>
            <a:custGeom>
              <a:rect b="b" l="l" r="r" t="t"/>
              <a:pathLst>
                <a:path extrusionOk="0" h="3187" w="3240">
                  <a:moveTo>
                    <a:pt x="2906" y="1"/>
                  </a:moveTo>
                  <a:cubicBezTo>
                    <a:pt x="2829" y="1"/>
                    <a:pt x="2751" y="31"/>
                    <a:pt x="2692" y="90"/>
                  </a:cubicBezTo>
                  <a:lnTo>
                    <a:pt x="120" y="2662"/>
                  </a:lnTo>
                  <a:cubicBezTo>
                    <a:pt x="1" y="2781"/>
                    <a:pt x="1" y="2972"/>
                    <a:pt x="120" y="3091"/>
                  </a:cubicBezTo>
                  <a:cubicBezTo>
                    <a:pt x="191" y="3162"/>
                    <a:pt x="239" y="3186"/>
                    <a:pt x="334" y="3186"/>
                  </a:cubicBezTo>
                  <a:cubicBezTo>
                    <a:pt x="382" y="3186"/>
                    <a:pt x="477" y="3162"/>
                    <a:pt x="572" y="3091"/>
                  </a:cubicBezTo>
                  <a:lnTo>
                    <a:pt x="3120" y="543"/>
                  </a:lnTo>
                  <a:cubicBezTo>
                    <a:pt x="3239" y="424"/>
                    <a:pt x="3239" y="209"/>
                    <a:pt x="3120" y="90"/>
                  </a:cubicBezTo>
                  <a:cubicBezTo>
                    <a:pt x="3061" y="31"/>
                    <a:pt x="2983" y="1"/>
                    <a:pt x="2906"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8" name="Google Shape;29648;p154"/>
            <p:cNvSpPr/>
            <p:nvPr/>
          </p:nvSpPr>
          <p:spPr>
            <a:xfrm>
              <a:off x="4079284" y="1931268"/>
              <a:ext cx="104830" cy="103115"/>
            </a:xfrm>
            <a:custGeom>
              <a:rect b="b" l="l" r="r" t="t"/>
              <a:pathLst>
                <a:path extrusionOk="0" h="3187" w="3240">
                  <a:moveTo>
                    <a:pt x="346" y="1"/>
                  </a:moveTo>
                  <a:cubicBezTo>
                    <a:pt x="262" y="1"/>
                    <a:pt x="179" y="31"/>
                    <a:pt x="119" y="90"/>
                  </a:cubicBezTo>
                  <a:cubicBezTo>
                    <a:pt x="0" y="209"/>
                    <a:pt x="0" y="424"/>
                    <a:pt x="119" y="543"/>
                  </a:cubicBezTo>
                  <a:lnTo>
                    <a:pt x="2691" y="3091"/>
                  </a:lnTo>
                  <a:cubicBezTo>
                    <a:pt x="2739" y="3162"/>
                    <a:pt x="2810" y="3186"/>
                    <a:pt x="2882" y="3186"/>
                  </a:cubicBezTo>
                  <a:cubicBezTo>
                    <a:pt x="2953" y="3186"/>
                    <a:pt x="3049" y="3162"/>
                    <a:pt x="3120" y="3091"/>
                  </a:cubicBezTo>
                  <a:cubicBezTo>
                    <a:pt x="3239" y="2972"/>
                    <a:pt x="3239" y="2781"/>
                    <a:pt x="3120" y="2662"/>
                  </a:cubicBezTo>
                  <a:lnTo>
                    <a:pt x="572" y="90"/>
                  </a:lnTo>
                  <a:cubicBezTo>
                    <a:pt x="512" y="31"/>
                    <a:pt x="429" y="1"/>
                    <a:pt x="346"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9" name="Google Shape;29649;p154"/>
            <p:cNvSpPr/>
            <p:nvPr/>
          </p:nvSpPr>
          <p:spPr>
            <a:xfrm>
              <a:off x="4079284" y="1931268"/>
              <a:ext cx="104830" cy="103115"/>
            </a:xfrm>
            <a:custGeom>
              <a:rect b="b" l="l" r="r" t="t"/>
              <a:pathLst>
                <a:path extrusionOk="0" h="3187" w="3240">
                  <a:moveTo>
                    <a:pt x="346" y="1"/>
                  </a:moveTo>
                  <a:cubicBezTo>
                    <a:pt x="262" y="1"/>
                    <a:pt x="179" y="31"/>
                    <a:pt x="119" y="90"/>
                  </a:cubicBezTo>
                  <a:cubicBezTo>
                    <a:pt x="0" y="209"/>
                    <a:pt x="0" y="424"/>
                    <a:pt x="119" y="543"/>
                  </a:cubicBezTo>
                  <a:lnTo>
                    <a:pt x="2691" y="3091"/>
                  </a:lnTo>
                  <a:cubicBezTo>
                    <a:pt x="2739" y="3162"/>
                    <a:pt x="2810" y="3186"/>
                    <a:pt x="2882" y="3186"/>
                  </a:cubicBezTo>
                  <a:cubicBezTo>
                    <a:pt x="2953" y="3186"/>
                    <a:pt x="3049" y="3162"/>
                    <a:pt x="3120" y="3091"/>
                  </a:cubicBezTo>
                  <a:cubicBezTo>
                    <a:pt x="3239" y="2972"/>
                    <a:pt x="3239" y="2781"/>
                    <a:pt x="3120" y="2662"/>
                  </a:cubicBezTo>
                  <a:lnTo>
                    <a:pt x="572" y="90"/>
                  </a:lnTo>
                  <a:cubicBezTo>
                    <a:pt x="512" y="31"/>
                    <a:pt x="429" y="1"/>
                    <a:pt x="346"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0" name="Google Shape;29650;p154"/>
            <p:cNvSpPr/>
            <p:nvPr/>
          </p:nvSpPr>
          <p:spPr>
            <a:xfrm>
              <a:off x="4019946" y="2055152"/>
              <a:ext cx="346781" cy="223476"/>
            </a:xfrm>
            <a:custGeom>
              <a:rect b="b" l="l" r="r" t="t"/>
              <a:pathLst>
                <a:path extrusionOk="0" h="6907" w="10718">
                  <a:moveTo>
                    <a:pt x="1144" y="0"/>
                  </a:moveTo>
                  <a:cubicBezTo>
                    <a:pt x="501" y="0"/>
                    <a:pt x="1" y="524"/>
                    <a:pt x="1" y="1143"/>
                  </a:cubicBezTo>
                  <a:lnTo>
                    <a:pt x="1" y="5739"/>
                  </a:lnTo>
                  <a:cubicBezTo>
                    <a:pt x="1" y="6382"/>
                    <a:pt x="525" y="6906"/>
                    <a:pt x="1144" y="6906"/>
                  </a:cubicBezTo>
                  <a:lnTo>
                    <a:pt x="9550" y="6906"/>
                  </a:lnTo>
                  <a:cubicBezTo>
                    <a:pt x="10169" y="6906"/>
                    <a:pt x="10670" y="6382"/>
                    <a:pt x="10717" y="5739"/>
                  </a:cubicBezTo>
                  <a:lnTo>
                    <a:pt x="10717" y="1143"/>
                  </a:lnTo>
                  <a:cubicBezTo>
                    <a:pt x="10717" y="500"/>
                    <a:pt x="10169" y="0"/>
                    <a:pt x="9550"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1" name="Google Shape;29651;p154"/>
            <p:cNvSpPr/>
            <p:nvPr/>
          </p:nvSpPr>
          <p:spPr>
            <a:xfrm>
              <a:off x="4193302" y="2055152"/>
              <a:ext cx="173423" cy="223476"/>
            </a:xfrm>
            <a:custGeom>
              <a:rect b="b" l="l" r="r" t="t"/>
              <a:pathLst>
                <a:path extrusionOk="0" h="6907" w="5360">
                  <a:moveTo>
                    <a:pt x="1" y="0"/>
                  </a:moveTo>
                  <a:lnTo>
                    <a:pt x="1" y="6906"/>
                  </a:lnTo>
                  <a:lnTo>
                    <a:pt x="4192" y="6906"/>
                  </a:lnTo>
                  <a:cubicBezTo>
                    <a:pt x="4811" y="6906"/>
                    <a:pt x="5359" y="6382"/>
                    <a:pt x="5359" y="5739"/>
                  </a:cubicBezTo>
                  <a:lnTo>
                    <a:pt x="5359" y="1143"/>
                  </a:lnTo>
                  <a:cubicBezTo>
                    <a:pt x="5312" y="524"/>
                    <a:pt x="4811" y="0"/>
                    <a:pt x="4192"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2" name="Google Shape;29652;p154"/>
            <p:cNvSpPr/>
            <p:nvPr/>
          </p:nvSpPr>
          <p:spPr>
            <a:xfrm>
              <a:off x="4060777" y="2156842"/>
              <a:ext cx="128708" cy="80952"/>
            </a:xfrm>
            <a:custGeom>
              <a:rect b="b" l="l" r="r" t="t"/>
              <a:pathLst>
                <a:path extrusionOk="0" h="2502" w="3978">
                  <a:moveTo>
                    <a:pt x="1951" y="0"/>
                  </a:moveTo>
                  <a:cubicBezTo>
                    <a:pt x="1936" y="0"/>
                    <a:pt x="1921" y="0"/>
                    <a:pt x="1906" y="1"/>
                  </a:cubicBezTo>
                  <a:cubicBezTo>
                    <a:pt x="834" y="24"/>
                    <a:pt x="1" y="929"/>
                    <a:pt x="1" y="2001"/>
                  </a:cubicBezTo>
                  <a:lnTo>
                    <a:pt x="1" y="2168"/>
                  </a:lnTo>
                  <a:cubicBezTo>
                    <a:pt x="1" y="2358"/>
                    <a:pt x="168" y="2501"/>
                    <a:pt x="334" y="2501"/>
                  </a:cubicBezTo>
                  <a:lnTo>
                    <a:pt x="3668" y="2501"/>
                  </a:lnTo>
                  <a:cubicBezTo>
                    <a:pt x="3811" y="2501"/>
                    <a:pt x="3978" y="2358"/>
                    <a:pt x="3978" y="2215"/>
                  </a:cubicBezTo>
                  <a:lnTo>
                    <a:pt x="3978" y="2001"/>
                  </a:lnTo>
                  <a:cubicBezTo>
                    <a:pt x="3978" y="873"/>
                    <a:pt x="3073" y="0"/>
                    <a:pt x="1951"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3" name="Google Shape;29653;p154"/>
            <p:cNvSpPr/>
            <p:nvPr/>
          </p:nvSpPr>
          <p:spPr>
            <a:xfrm>
              <a:off x="4124742" y="2156842"/>
              <a:ext cx="64742" cy="80952"/>
            </a:xfrm>
            <a:custGeom>
              <a:rect b="b" l="l" r="r" t="t"/>
              <a:pathLst>
                <a:path extrusionOk="0" h="2502" w="2001">
                  <a:moveTo>
                    <a:pt x="0" y="1"/>
                  </a:moveTo>
                  <a:lnTo>
                    <a:pt x="0" y="2501"/>
                  </a:lnTo>
                  <a:lnTo>
                    <a:pt x="1667" y="2501"/>
                  </a:lnTo>
                  <a:cubicBezTo>
                    <a:pt x="1834" y="2501"/>
                    <a:pt x="2001" y="2358"/>
                    <a:pt x="2001" y="2168"/>
                  </a:cubicBezTo>
                  <a:lnTo>
                    <a:pt x="2001" y="1977"/>
                  </a:lnTo>
                  <a:cubicBezTo>
                    <a:pt x="2001" y="906"/>
                    <a:pt x="1096" y="1"/>
                    <a:pt x="0"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4" name="Google Shape;29654;p154"/>
            <p:cNvSpPr/>
            <p:nvPr/>
          </p:nvSpPr>
          <p:spPr>
            <a:xfrm>
              <a:off x="4208735" y="2217701"/>
              <a:ext cx="116381" cy="20092"/>
            </a:xfrm>
            <a:custGeom>
              <a:rect b="b" l="l" r="r" t="t"/>
              <a:pathLst>
                <a:path extrusionOk="0" h="621" w="3597">
                  <a:moveTo>
                    <a:pt x="310" y="1"/>
                  </a:moveTo>
                  <a:cubicBezTo>
                    <a:pt x="143" y="1"/>
                    <a:pt x="0" y="168"/>
                    <a:pt x="24" y="358"/>
                  </a:cubicBezTo>
                  <a:cubicBezTo>
                    <a:pt x="48" y="501"/>
                    <a:pt x="191" y="620"/>
                    <a:pt x="357" y="620"/>
                  </a:cubicBezTo>
                  <a:lnTo>
                    <a:pt x="3263" y="620"/>
                  </a:lnTo>
                  <a:cubicBezTo>
                    <a:pt x="3453" y="620"/>
                    <a:pt x="3596" y="477"/>
                    <a:pt x="3572" y="263"/>
                  </a:cubicBezTo>
                  <a:cubicBezTo>
                    <a:pt x="3525" y="120"/>
                    <a:pt x="3382" y="1"/>
                    <a:pt x="3239"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5" name="Google Shape;29655;p154"/>
            <p:cNvSpPr/>
            <p:nvPr/>
          </p:nvSpPr>
          <p:spPr>
            <a:xfrm>
              <a:off x="4208735" y="2176870"/>
              <a:ext cx="116381" cy="20837"/>
            </a:xfrm>
            <a:custGeom>
              <a:rect b="b" l="l" r="r" t="t"/>
              <a:pathLst>
                <a:path extrusionOk="0" h="644" w="3597">
                  <a:moveTo>
                    <a:pt x="310" y="1"/>
                  </a:moveTo>
                  <a:cubicBezTo>
                    <a:pt x="143" y="1"/>
                    <a:pt x="0" y="191"/>
                    <a:pt x="24" y="358"/>
                  </a:cubicBezTo>
                  <a:cubicBezTo>
                    <a:pt x="48" y="525"/>
                    <a:pt x="191" y="644"/>
                    <a:pt x="357" y="644"/>
                  </a:cubicBezTo>
                  <a:lnTo>
                    <a:pt x="3263" y="644"/>
                  </a:lnTo>
                  <a:cubicBezTo>
                    <a:pt x="3453" y="644"/>
                    <a:pt x="3596" y="453"/>
                    <a:pt x="3572" y="287"/>
                  </a:cubicBezTo>
                  <a:cubicBezTo>
                    <a:pt x="3525" y="120"/>
                    <a:pt x="3382" y="1"/>
                    <a:pt x="3239"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6" name="Google Shape;29656;p154"/>
            <p:cNvSpPr/>
            <p:nvPr/>
          </p:nvSpPr>
          <p:spPr>
            <a:xfrm>
              <a:off x="4208735" y="2136815"/>
              <a:ext cx="116381" cy="20060"/>
            </a:xfrm>
            <a:custGeom>
              <a:rect b="b" l="l" r="r" t="t"/>
              <a:pathLst>
                <a:path extrusionOk="0" h="620" w="3597">
                  <a:moveTo>
                    <a:pt x="310" y="0"/>
                  </a:moveTo>
                  <a:cubicBezTo>
                    <a:pt x="143" y="0"/>
                    <a:pt x="0" y="167"/>
                    <a:pt x="24" y="358"/>
                  </a:cubicBezTo>
                  <a:cubicBezTo>
                    <a:pt x="48" y="501"/>
                    <a:pt x="191" y="620"/>
                    <a:pt x="357" y="620"/>
                  </a:cubicBezTo>
                  <a:lnTo>
                    <a:pt x="3263" y="620"/>
                  </a:lnTo>
                  <a:cubicBezTo>
                    <a:pt x="3453" y="620"/>
                    <a:pt x="3596" y="453"/>
                    <a:pt x="3572" y="262"/>
                  </a:cubicBezTo>
                  <a:cubicBezTo>
                    <a:pt x="3525" y="120"/>
                    <a:pt x="3382" y="0"/>
                    <a:pt x="3239"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7" name="Google Shape;29657;p154"/>
            <p:cNvSpPr/>
            <p:nvPr/>
          </p:nvSpPr>
          <p:spPr>
            <a:xfrm>
              <a:off x="4162500" y="2013545"/>
              <a:ext cx="61669" cy="88620"/>
            </a:xfrm>
            <a:custGeom>
              <a:rect b="b" l="l" r="r" t="t"/>
              <a:pathLst>
                <a:path extrusionOk="0" h="2739" w="1906">
                  <a:moveTo>
                    <a:pt x="310" y="0"/>
                  </a:moveTo>
                  <a:cubicBezTo>
                    <a:pt x="143" y="0"/>
                    <a:pt x="0" y="143"/>
                    <a:pt x="0" y="334"/>
                  </a:cubicBezTo>
                  <a:lnTo>
                    <a:pt x="0" y="2405"/>
                  </a:lnTo>
                  <a:cubicBezTo>
                    <a:pt x="0" y="2596"/>
                    <a:pt x="143" y="2739"/>
                    <a:pt x="310" y="2739"/>
                  </a:cubicBezTo>
                  <a:lnTo>
                    <a:pt x="1572" y="2739"/>
                  </a:lnTo>
                  <a:cubicBezTo>
                    <a:pt x="1739" y="2739"/>
                    <a:pt x="1858" y="2620"/>
                    <a:pt x="1905" y="2405"/>
                  </a:cubicBezTo>
                  <a:lnTo>
                    <a:pt x="1905" y="334"/>
                  </a:lnTo>
                  <a:cubicBezTo>
                    <a:pt x="1905" y="143"/>
                    <a:pt x="1739" y="0"/>
                    <a:pt x="1572"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8" name="Google Shape;29658;p154"/>
            <p:cNvSpPr/>
            <p:nvPr/>
          </p:nvSpPr>
          <p:spPr>
            <a:xfrm>
              <a:off x="4193302" y="2014289"/>
              <a:ext cx="30867" cy="87876"/>
            </a:xfrm>
            <a:custGeom>
              <a:rect b="b" l="l" r="r" t="t"/>
              <a:pathLst>
                <a:path extrusionOk="0" h="2716" w="954">
                  <a:moveTo>
                    <a:pt x="1" y="1"/>
                  </a:moveTo>
                  <a:lnTo>
                    <a:pt x="1" y="2716"/>
                  </a:lnTo>
                  <a:lnTo>
                    <a:pt x="620" y="2716"/>
                  </a:lnTo>
                  <a:cubicBezTo>
                    <a:pt x="787" y="2716"/>
                    <a:pt x="953" y="2573"/>
                    <a:pt x="953" y="2382"/>
                  </a:cubicBezTo>
                  <a:lnTo>
                    <a:pt x="953" y="311"/>
                  </a:lnTo>
                  <a:cubicBezTo>
                    <a:pt x="906" y="144"/>
                    <a:pt x="787" y="1"/>
                    <a:pt x="62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9" name="Google Shape;29659;p154"/>
            <p:cNvSpPr/>
            <p:nvPr/>
          </p:nvSpPr>
          <p:spPr>
            <a:xfrm>
              <a:off x="4083911" y="2095207"/>
              <a:ext cx="80920" cy="80920"/>
            </a:xfrm>
            <a:custGeom>
              <a:rect b="b" l="l" r="r" t="t"/>
              <a:pathLst>
                <a:path extrusionOk="0" h="2501" w="2501">
                  <a:moveTo>
                    <a:pt x="1262" y="0"/>
                  </a:moveTo>
                  <a:cubicBezTo>
                    <a:pt x="572" y="0"/>
                    <a:pt x="0" y="572"/>
                    <a:pt x="0" y="1263"/>
                  </a:cubicBezTo>
                  <a:cubicBezTo>
                    <a:pt x="0" y="1929"/>
                    <a:pt x="572" y="2501"/>
                    <a:pt x="1262" y="2501"/>
                  </a:cubicBezTo>
                  <a:cubicBezTo>
                    <a:pt x="1977" y="2501"/>
                    <a:pt x="2501" y="1929"/>
                    <a:pt x="2501" y="1263"/>
                  </a:cubicBezTo>
                  <a:cubicBezTo>
                    <a:pt x="2501" y="572"/>
                    <a:pt x="1953" y="0"/>
                    <a:pt x="126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0" name="Google Shape;29660;p154"/>
            <p:cNvSpPr/>
            <p:nvPr/>
          </p:nvSpPr>
          <p:spPr>
            <a:xfrm>
              <a:off x="4124742" y="2095207"/>
              <a:ext cx="40088" cy="80920"/>
            </a:xfrm>
            <a:custGeom>
              <a:rect b="b" l="l" r="r" t="t"/>
              <a:pathLst>
                <a:path extrusionOk="0" h="2501" w="1239">
                  <a:moveTo>
                    <a:pt x="0" y="0"/>
                  </a:moveTo>
                  <a:lnTo>
                    <a:pt x="0" y="2501"/>
                  </a:lnTo>
                  <a:cubicBezTo>
                    <a:pt x="691" y="2501"/>
                    <a:pt x="1239" y="1929"/>
                    <a:pt x="1239" y="1263"/>
                  </a:cubicBezTo>
                  <a:cubicBezTo>
                    <a:pt x="1239" y="572"/>
                    <a:pt x="715"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61" name="Google Shape;29661;p154"/>
          <p:cNvGrpSpPr/>
          <p:nvPr/>
        </p:nvGrpSpPr>
        <p:grpSpPr>
          <a:xfrm>
            <a:off x="4781217" y="1779450"/>
            <a:ext cx="319019" cy="346780"/>
            <a:chOff x="4781217" y="1931850"/>
            <a:chExt cx="319019" cy="346780"/>
          </a:xfrm>
        </p:grpSpPr>
        <p:sp>
          <p:nvSpPr>
            <p:cNvPr id="29662" name="Google Shape;29662;p154"/>
            <p:cNvSpPr/>
            <p:nvPr/>
          </p:nvSpPr>
          <p:spPr>
            <a:xfrm>
              <a:off x="4781217" y="2011992"/>
              <a:ext cx="61669" cy="75549"/>
            </a:xfrm>
            <a:custGeom>
              <a:rect b="b" l="l" r="r" t="t"/>
              <a:pathLst>
                <a:path extrusionOk="0" h="2335" w="1906">
                  <a:moveTo>
                    <a:pt x="1167" y="1"/>
                  </a:moveTo>
                  <a:cubicBezTo>
                    <a:pt x="524" y="1"/>
                    <a:pt x="0" y="524"/>
                    <a:pt x="0" y="1167"/>
                  </a:cubicBezTo>
                  <a:cubicBezTo>
                    <a:pt x="0" y="1834"/>
                    <a:pt x="548" y="2334"/>
                    <a:pt x="1167" y="2334"/>
                  </a:cubicBezTo>
                  <a:cubicBezTo>
                    <a:pt x="1358" y="2334"/>
                    <a:pt x="1477" y="2191"/>
                    <a:pt x="1501" y="2072"/>
                  </a:cubicBezTo>
                  <a:cubicBezTo>
                    <a:pt x="1501" y="1882"/>
                    <a:pt x="1358" y="1739"/>
                    <a:pt x="1167" y="1739"/>
                  </a:cubicBezTo>
                  <a:cubicBezTo>
                    <a:pt x="881" y="1739"/>
                    <a:pt x="643" y="1501"/>
                    <a:pt x="643" y="1191"/>
                  </a:cubicBezTo>
                  <a:cubicBezTo>
                    <a:pt x="643" y="905"/>
                    <a:pt x="881" y="667"/>
                    <a:pt x="1167" y="667"/>
                  </a:cubicBezTo>
                  <a:lnTo>
                    <a:pt x="1596" y="667"/>
                  </a:lnTo>
                  <a:cubicBezTo>
                    <a:pt x="1763" y="667"/>
                    <a:pt x="1906" y="524"/>
                    <a:pt x="1906" y="334"/>
                  </a:cubicBezTo>
                  <a:cubicBezTo>
                    <a:pt x="1906" y="167"/>
                    <a:pt x="1763" y="1"/>
                    <a:pt x="1596"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3" name="Google Shape;29663;p154"/>
            <p:cNvSpPr/>
            <p:nvPr/>
          </p:nvSpPr>
          <p:spPr>
            <a:xfrm>
              <a:off x="4820496" y="1931850"/>
              <a:ext cx="238133" cy="305949"/>
            </a:xfrm>
            <a:custGeom>
              <a:rect b="b" l="l" r="r" t="t"/>
              <a:pathLst>
                <a:path extrusionOk="0" h="9456" w="7360">
                  <a:moveTo>
                    <a:pt x="334" y="1"/>
                  </a:moveTo>
                  <a:cubicBezTo>
                    <a:pt x="168" y="1"/>
                    <a:pt x="1" y="144"/>
                    <a:pt x="1" y="310"/>
                  </a:cubicBezTo>
                  <a:lnTo>
                    <a:pt x="1" y="9122"/>
                  </a:lnTo>
                  <a:cubicBezTo>
                    <a:pt x="1" y="9312"/>
                    <a:pt x="168" y="9455"/>
                    <a:pt x="334" y="9455"/>
                  </a:cubicBezTo>
                  <a:lnTo>
                    <a:pt x="7026" y="9455"/>
                  </a:lnTo>
                  <a:cubicBezTo>
                    <a:pt x="7217" y="9455"/>
                    <a:pt x="7360" y="9312"/>
                    <a:pt x="7360" y="9122"/>
                  </a:cubicBezTo>
                  <a:lnTo>
                    <a:pt x="7360" y="310"/>
                  </a:lnTo>
                  <a:cubicBezTo>
                    <a:pt x="7360" y="144"/>
                    <a:pt x="7217" y="1"/>
                    <a:pt x="7026"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4" name="Google Shape;29664;p154"/>
            <p:cNvSpPr/>
            <p:nvPr/>
          </p:nvSpPr>
          <p:spPr>
            <a:xfrm>
              <a:off x="4939949" y="1931850"/>
              <a:ext cx="118678" cy="305172"/>
            </a:xfrm>
            <a:custGeom>
              <a:rect b="b" l="l" r="r" t="t"/>
              <a:pathLst>
                <a:path extrusionOk="0" h="9432" w="3668">
                  <a:moveTo>
                    <a:pt x="0" y="1"/>
                  </a:moveTo>
                  <a:lnTo>
                    <a:pt x="0" y="9431"/>
                  </a:lnTo>
                  <a:lnTo>
                    <a:pt x="3334" y="9431"/>
                  </a:lnTo>
                  <a:cubicBezTo>
                    <a:pt x="3525" y="9431"/>
                    <a:pt x="3668" y="9288"/>
                    <a:pt x="3668" y="9098"/>
                  </a:cubicBezTo>
                  <a:lnTo>
                    <a:pt x="3668" y="287"/>
                  </a:lnTo>
                  <a:cubicBezTo>
                    <a:pt x="3668" y="144"/>
                    <a:pt x="3525" y="1"/>
                    <a:pt x="333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5" name="Google Shape;29665;p154"/>
            <p:cNvSpPr/>
            <p:nvPr/>
          </p:nvSpPr>
          <p:spPr>
            <a:xfrm>
              <a:off x="4862104" y="1971937"/>
              <a:ext cx="238133" cy="306693"/>
            </a:xfrm>
            <a:custGeom>
              <a:rect b="b" l="l" r="r" t="t"/>
              <a:pathLst>
                <a:path extrusionOk="0" h="9479" w="7360">
                  <a:moveTo>
                    <a:pt x="334" y="0"/>
                  </a:moveTo>
                  <a:cubicBezTo>
                    <a:pt x="168" y="0"/>
                    <a:pt x="1" y="143"/>
                    <a:pt x="1" y="334"/>
                  </a:cubicBezTo>
                  <a:lnTo>
                    <a:pt x="1" y="9145"/>
                  </a:lnTo>
                  <a:cubicBezTo>
                    <a:pt x="1" y="9312"/>
                    <a:pt x="168" y="9478"/>
                    <a:pt x="334" y="9478"/>
                  </a:cubicBezTo>
                  <a:lnTo>
                    <a:pt x="7026" y="9478"/>
                  </a:lnTo>
                  <a:cubicBezTo>
                    <a:pt x="7193" y="9478"/>
                    <a:pt x="7336" y="9312"/>
                    <a:pt x="7360" y="9145"/>
                  </a:cubicBezTo>
                  <a:lnTo>
                    <a:pt x="7360" y="334"/>
                  </a:lnTo>
                  <a:cubicBezTo>
                    <a:pt x="7360" y="143"/>
                    <a:pt x="7217" y="0"/>
                    <a:pt x="7026"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6" name="Google Shape;29666;p154"/>
            <p:cNvSpPr/>
            <p:nvPr/>
          </p:nvSpPr>
          <p:spPr>
            <a:xfrm>
              <a:off x="4984631" y="1971937"/>
              <a:ext cx="115604" cy="306693"/>
            </a:xfrm>
            <a:custGeom>
              <a:rect b="b" l="l" r="r" t="t"/>
              <a:pathLst>
                <a:path extrusionOk="0" h="9479" w="3573">
                  <a:moveTo>
                    <a:pt x="0" y="0"/>
                  </a:moveTo>
                  <a:lnTo>
                    <a:pt x="0" y="9478"/>
                  </a:lnTo>
                  <a:lnTo>
                    <a:pt x="3239" y="9478"/>
                  </a:lnTo>
                  <a:cubicBezTo>
                    <a:pt x="3430" y="9478"/>
                    <a:pt x="3573" y="9312"/>
                    <a:pt x="3573" y="9145"/>
                  </a:cubicBezTo>
                  <a:lnTo>
                    <a:pt x="3573" y="334"/>
                  </a:lnTo>
                  <a:cubicBezTo>
                    <a:pt x="3549" y="143"/>
                    <a:pt x="3406" y="0"/>
                    <a:pt x="3239"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7" name="Google Shape;29667;p154"/>
            <p:cNvSpPr/>
            <p:nvPr/>
          </p:nvSpPr>
          <p:spPr>
            <a:xfrm>
              <a:off x="4919889" y="2072850"/>
              <a:ext cx="129485" cy="82505"/>
            </a:xfrm>
            <a:custGeom>
              <a:rect b="b" l="l" r="r" t="t"/>
              <a:pathLst>
                <a:path extrusionOk="0" h="2550" w="4002">
                  <a:moveTo>
                    <a:pt x="2001" y="1"/>
                  </a:moveTo>
                  <a:cubicBezTo>
                    <a:pt x="906" y="1"/>
                    <a:pt x="1" y="906"/>
                    <a:pt x="1" y="2001"/>
                  </a:cubicBezTo>
                  <a:lnTo>
                    <a:pt x="1" y="2216"/>
                  </a:lnTo>
                  <a:cubicBezTo>
                    <a:pt x="1" y="2382"/>
                    <a:pt x="144" y="2549"/>
                    <a:pt x="334" y="2549"/>
                  </a:cubicBezTo>
                  <a:lnTo>
                    <a:pt x="3668" y="2549"/>
                  </a:lnTo>
                  <a:cubicBezTo>
                    <a:pt x="3859" y="2549"/>
                    <a:pt x="3954" y="2382"/>
                    <a:pt x="4002" y="2216"/>
                  </a:cubicBezTo>
                  <a:lnTo>
                    <a:pt x="4002" y="2001"/>
                  </a:lnTo>
                  <a:cubicBezTo>
                    <a:pt x="4002" y="906"/>
                    <a:pt x="3097" y="1"/>
                    <a:pt x="2001"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8" name="Google Shape;29668;p154"/>
            <p:cNvSpPr/>
            <p:nvPr/>
          </p:nvSpPr>
          <p:spPr>
            <a:xfrm>
              <a:off x="4960753" y="2174573"/>
              <a:ext cx="88620" cy="20837"/>
            </a:xfrm>
            <a:custGeom>
              <a:rect b="b" l="l" r="r" t="t"/>
              <a:pathLst>
                <a:path extrusionOk="0" h="644" w="2739">
                  <a:moveTo>
                    <a:pt x="310" y="0"/>
                  </a:moveTo>
                  <a:cubicBezTo>
                    <a:pt x="143" y="0"/>
                    <a:pt x="0" y="143"/>
                    <a:pt x="0" y="310"/>
                  </a:cubicBezTo>
                  <a:cubicBezTo>
                    <a:pt x="0" y="500"/>
                    <a:pt x="143" y="643"/>
                    <a:pt x="310" y="643"/>
                  </a:cubicBezTo>
                  <a:lnTo>
                    <a:pt x="2405" y="643"/>
                  </a:lnTo>
                  <a:cubicBezTo>
                    <a:pt x="2596" y="643"/>
                    <a:pt x="2691" y="500"/>
                    <a:pt x="2739" y="310"/>
                  </a:cubicBezTo>
                  <a:cubicBezTo>
                    <a:pt x="2739" y="143"/>
                    <a:pt x="2596" y="0"/>
                    <a:pt x="2405"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9" name="Google Shape;29669;p154"/>
            <p:cNvSpPr/>
            <p:nvPr/>
          </p:nvSpPr>
          <p:spPr>
            <a:xfrm>
              <a:off x="4984631" y="2175349"/>
              <a:ext cx="64742" cy="20060"/>
            </a:xfrm>
            <a:custGeom>
              <a:rect b="b" l="l" r="r" t="t"/>
              <a:pathLst>
                <a:path extrusionOk="0" h="620" w="2001">
                  <a:moveTo>
                    <a:pt x="0" y="0"/>
                  </a:moveTo>
                  <a:lnTo>
                    <a:pt x="0" y="619"/>
                  </a:lnTo>
                  <a:lnTo>
                    <a:pt x="1667" y="619"/>
                  </a:lnTo>
                  <a:cubicBezTo>
                    <a:pt x="1858" y="619"/>
                    <a:pt x="2001" y="476"/>
                    <a:pt x="2001" y="286"/>
                  </a:cubicBezTo>
                  <a:cubicBezTo>
                    <a:pt x="1953" y="143"/>
                    <a:pt x="1858" y="0"/>
                    <a:pt x="1667"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0" name="Google Shape;29670;p154"/>
            <p:cNvSpPr/>
            <p:nvPr/>
          </p:nvSpPr>
          <p:spPr>
            <a:xfrm>
              <a:off x="4892938" y="2214627"/>
              <a:ext cx="156436" cy="21613"/>
            </a:xfrm>
            <a:custGeom>
              <a:rect b="b" l="l" r="r" t="t"/>
              <a:pathLst>
                <a:path extrusionOk="0" h="668" w="4835">
                  <a:moveTo>
                    <a:pt x="334" y="1"/>
                  </a:moveTo>
                  <a:cubicBezTo>
                    <a:pt x="143" y="1"/>
                    <a:pt x="0" y="144"/>
                    <a:pt x="0" y="334"/>
                  </a:cubicBezTo>
                  <a:cubicBezTo>
                    <a:pt x="0" y="501"/>
                    <a:pt x="143" y="668"/>
                    <a:pt x="334" y="668"/>
                  </a:cubicBezTo>
                  <a:lnTo>
                    <a:pt x="4501" y="668"/>
                  </a:lnTo>
                  <a:cubicBezTo>
                    <a:pt x="4692" y="668"/>
                    <a:pt x="4835" y="501"/>
                    <a:pt x="4835" y="334"/>
                  </a:cubicBezTo>
                  <a:cubicBezTo>
                    <a:pt x="4835" y="144"/>
                    <a:pt x="4692" y="1"/>
                    <a:pt x="4501"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1" name="Google Shape;29671;p154"/>
            <p:cNvSpPr/>
            <p:nvPr/>
          </p:nvSpPr>
          <p:spPr>
            <a:xfrm>
              <a:off x="4984631" y="2215404"/>
              <a:ext cx="64742" cy="20837"/>
            </a:xfrm>
            <a:custGeom>
              <a:rect b="b" l="l" r="r" t="t"/>
              <a:pathLst>
                <a:path extrusionOk="0" h="644" w="2001">
                  <a:moveTo>
                    <a:pt x="0" y="1"/>
                  </a:moveTo>
                  <a:lnTo>
                    <a:pt x="0" y="644"/>
                  </a:lnTo>
                  <a:lnTo>
                    <a:pt x="1667" y="644"/>
                  </a:lnTo>
                  <a:cubicBezTo>
                    <a:pt x="1858" y="644"/>
                    <a:pt x="2001" y="477"/>
                    <a:pt x="2001" y="310"/>
                  </a:cubicBezTo>
                  <a:cubicBezTo>
                    <a:pt x="2001" y="120"/>
                    <a:pt x="1858" y="1"/>
                    <a:pt x="1667"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2" name="Google Shape;29672;p154"/>
            <p:cNvSpPr/>
            <p:nvPr/>
          </p:nvSpPr>
          <p:spPr>
            <a:xfrm>
              <a:off x="4984631" y="2074403"/>
              <a:ext cx="64742" cy="80952"/>
            </a:xfrm>
            <a:custGeom>
              <a:rect b="b" l="l" r="r" t="t"/>
              <a:pathLst>
                <a:path extrusionOk="0" h="2502" w="2001">
                  <a:moveTo>
                    <a:pt x="0" y="1"/>
                  </a:moveTo>
                  <a:lnTo>
                    <a:pt x="0" y="2501"/>
                  </a:lnTo>
                  <a:lnTo>
                    <a:pt x="1667" y="2501"/>
                  </a:lnTo>
                  <a:cubicBezTo>
                    <a:pt x="1858" y="2501"/>
                    <a:pt x="2001" y="2334"/>
                    <a:pt x="2001" y="2168"/>
                  </a:cubicBezTo>
                  <a:lnTo>
                    <a:pt x="2001" y="1953"/>
                  </a:lnTo>
                  <a:cubicBezTo>
                    <a:pt x="1953" y="882"/>
                    <a:pt x="1096" y="1"/>
                    <a:pt x="0"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3" name="Google Shape;29673;p154"/>
            <p:cNvSpPr/>
            <p:nvPr/>
          </p:nvSpPr>
          <p:spPr>
            <a:xfrm>
              <a:off x="4944576" y="2013545"/>
              <a:ext cx="80920" cy="80920"/>
            </a:xfrm>
            <a:custGeom>
              <a:rect b="b" l="l" r="r" t="t"/>
              <a:pathLst>
                <a:path extrusionOk="0" h="2501" w="2501">
                  <a:moveTo>
                    <a:pt x="1238" y="0"/>
                  </a:moveTo>
                  <a:cubicBezTo>
                    <a:pt x="548" y="0"/>
                    <a:pt x="0" y="572"/>
                    <a:pt x="0" y="1239"/>
                  </a:cubicBezTo>
                  <a:cubicBezTo>
                    <a:pt x="0" y="1929"/>
                    <a:pt x="548" y="2501"/>
                    <a:pt x="1238" y="2501"/>
                  </a:cubicBezTo>
                  <a:cubicBezTo>
                    <a:pt x="1929" y="2501"/>
                    <a:pt x="2501" y="1929"/>
                    <a:pt x="2501" y="1239"/>
                  </a:cubicBezTo>
                  <a:cubicBezTo>
                    <a:pt x="2501" y="572"/>
                    <a:pt x="1929" y="0"/>
                    <a:pt x="123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4" name="Google Shape;29674;p154"/>
            <p:cNvSpPr/>
            <p:nvPr/>
          </p:nvSpPr>
          <p:spPr>
            <a:xfrm>
              <a:off x="4984631" y="2013545"/>
              <a:ext cx="40864" cy="80920"/>
            </a:xfrm>
            <a:custGeom>
              <a:rect b="b" l="l" r="r" t="t"/>
              <a:pathLst>
                <a:path extrusionOk="0" h="2501" w="1263">
                  <a:moveTo>
                    <a:pt x="0" y="0"/>
                  </a:moveTo>
                  <a:lnTo>
                    <a:pt x="0" y="2501"/>
                  </a:lnTo>
                  <a:cubicBezTo>
                    <a:pt x="691" y="2501"/>
                    <a:pt x="1263" y="1929"/>
                    <a:pt x="1263" y="1239"/>
                  </a:cubicBezTo>
                  <a:cubicBezTo>
                    <a:pt x="1263" y="572"/>
                    <a:pt x="691"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5" name="Google Shape;29675;p154"/>
            <p:cNvSpPr/>
            <p:nvPr/>
          </p:nvSpPr>
          <p:spPr>
            <a:xfrm>
              <a:off x="4808169" y="2010439"/>
              <a:ext cx="115637" cy="77102"/>
            </a:xfrm>
            <a:custGeom>
              <a:rect b="b" l="l" r="r" t="t"/>
              <a:pathLst>
                <a:path extrusionOk="0" h="2383" w="3574">
                  <a:moveTo>
                    <a:pt x="2001" y="1"/>
                  </a:moveTo>
                  <a:cubicBezTo>
                    <a:pt x="1811" y="1"/>
                    <a:pt x="1668" y="144"/>
                    <a:pt x="1668" y="334"/>
                  </a:cubicBezTo>
                  <a:cubicBezTo>
                    <a:pt x="1668" y="501"/>
                    <a:pt x="1811" y="644"/>
                    <a:pt x="2001" y="644"/>
                  </a:cubicBezTo>
                  <a:lnTo>
                    <a:pt x="2406" y="644"/>
                  </a:lnTo>
                  <a:cubicBezTo>
                    <a:pt x="2716" y="644"/>
                    <a:pt x="2954" y="906"/>
                    <a:pt x="2954" y="1192"/>
                  </a:cubicBezTo>
                  <a:cubicBezTo>
                    <a:pt x="2954" y="1501"/>
                    <a:pt x="2716" y="1739"/>
                    <a:pt x="2430" y="1739"/>
                  </a:cubicBezTo>
                  <a:lnTo>
                    <a:pt x="334" y="1739"/>
                  </a:lnTo>
                  <a:cubicBezTo>
                    <a:pt x="168" y="1739"/>
                    <a:pt x="1" y="1882"/>
                    <a:pt x="1" y="2049"/>
                  </a:cubicBezTo>
                  <a:cubicBezTo>
                    <a:pt x="1" y="2239"/>
                    <a:pt x="168" y="2382"/>
                    <a:pt x="334" y="2382"/>
                  </a:cubicBezTo>
                  <a:lnTo>
                    <a:pt x="2430" y="2382"/>
                  </a:lnTo>
                  <a:cubicBezTo>
                    <a:pt x="3049" y="2382"/>
                    <a:pt x="3573" y="1811"/>
                    <a:pt x="3573" y="1168"/>
                  </a:cubicBezTo>
                  <a:cubicBezTo>
                    <a:pt x="3573" y="501"/>
                    <a:pt x="3049" y="1"/>
                    <a:pt x="2406"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6" name="Google Shape;29676;p154"/>
          <p:cNvGrpSpPr/>
          <p:nvPr/>
        </p:nvGrpSpPr>
        <p:grpSpPr>
          <a:xfrm>
            <a:off x="5520132" y="1777929"/>
            <a:ext cx="347524" cy="348302"/>
            <a:chOff x="5520132" y="1930329"/>
            <a:chExt cx="347524" cy="348302"/>
          </a:xfrm>
        </p:grpSpPr>
        <p:sp>
          <p:nvSpPr>
            <p:cNvPr id="29677" name="Google Shape;29677;p154"/>
            <p:cNvSpPr/>
            <p:nvPr/>
          </p:nvSpPr>
          <p:spPr>
            <a:xfrm>
              <a:off x="5616451" y="1931850"/>
              <a:ext cx="251204" cy="346781"/>
            </a:xfrm>
            <a:custGeom>
              <a:rect b="b" l="l" r="r" t="t"/>
              <a:pathLst>
                <a:path extrusionOk="0" h="10718" w="7764">
                  <a:moveTo>
                    <a:pt x="1167" y="1"/>
                  </a:moveTo>
                  <a:cubicBezTo>
                    <a:pt x="500" y="1"/>
                    <a:pt x="0" y="525"/>
                    <a:pt x="0" y="1144"/>
                  </a:cubicBezTo>
                  <a:lnTo>
                    <a:pt x="0" y="9550"/>
                  </a:lnTo>
                  <a:cubicBezTo>
                    <a:pt x="0" y="10193"/>
                    <a:pt x="548" y="10717"/>
                    <a:pt x="1167" y="10717"/>
                  </a:cubicBezTo>
                  <a:lnTo>
                    <a:pt x="6621" y="10717"/>
                  </a:lnTo>
                  <a:cubicBezTo>
                    <a:pt x="7240" y="10717"/>
                    <a:pt x="7740" y="10193"/>
                    <a:pt x="7764" y="9550"/>
                  </a:cubicBezTo>
                  <a:lnTo>
                    <a:pt x="7764" y="1144"/>
                  </a:lnTo>
                  <a:cubicBezTo>
                    <a:pt x="7764" y="501"/>
                    <a:pt x="7240" y="1"/>
                    <a:pt x="6621"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8" name="Google Shape;29678;p154"/>
            <p:cNvSpPr/>
            <p:nvPr/>
          </p:nvSpPr>
          <p:spPr>
            <a:xfrm>
              <a:off x="5742796" y="1931850"/>
              <a:ext cx="124858" cy="346781"/>
            </a:xfrm>
            <a:custGeom>
              <a:rect b="b" l="l" r="r" t="t"/>
              <a:pathLst>
                <a:path extrusionOk="0" h="10718" w="3859">
                  <a:moveTo>
                    <a:pt x="1" y="1"/>
                  </a:moveTo>
                  <a:lnTo>
                    <a:pt x="1" y="10717"/>
                  </a:lnTo>
                  <a:lnTo>
                    <a:pt x="2716" y="10717"/>
                  </a:lnTo>
                  <a:cubicBezTo>
                    <a:pt x="3335" y="10717"/>
                    <a:pt x="3859" y="10193"/>
                    <a:pt x="3859" y="9550"/>
                  </a:cubicBezTo>
                  <a:lnTo>
                    <a:pt x="3859" y="1144"/>
                  </a:lnTo>
                  <a:cubicBezTo>
                    <a:pt x="3835" y="525"/>
                    <a:pt x="3335" y="1"/>
                    <a:pt x="2716"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9" name="Google Shape;29679;p154"/>
            <p:cNvSpPr/>
            <p:nvPr/>
          </p:nvSpPr>
          <p:spPr>
            <a:xfrm>
              <a:off x="5650359" y="2102131"/>
              <a:ext cx="184165" cy="142588"/>
            </a:xfrm>
            <a:custGeom>
              <a:rect b="b" l="l" r="r" t="t"/>
              <a:pathLst>
                <a:path extrusionOk="0" h="4407" w="5692">
                  <a:moveTo>
                    <a:pt x="333" y="1"/>
                  </a:moveTo>
                  <a:cubicBezTo>
                    <a:pt x="143" y="1"/>
                    <a:pt x="0" y="144"/>
                    <a:pt x="0" y="334"/>
                  </a:cubicBezTo>
                  <a:lnTo>
                    <a:pt x="0" y="4073"/>
                  </a:lnTo>
                  <a:cubicBezTo>
                    <a:pt x="0" y="4240"/>
                    <a:pt x="143" y="4406"/>
                    <a:pt x="333" y="4406"/>
                  </a:cubicBezTo>
                  <a:lnTo>
                    <a:pt x="5358" y="4406"/>
                  </a:lnTo>
                  <a:cubicBezTo>
                    <a:pt x="5525" y="4406"/>
                    <a:pt x="5692" y="4240"/>
                    <a:pt x="5692" y="4073"/>
                  </a:cubicBezTo>
                  <a:lnTo>
                    <a:pt x="5692" y="334"/>
                  </a:lnTo>
                  <a:cubicBezTo>
                    <a:pt x="5644" y="144"/>
                    <a:pt x="5525" y="1"/>
                    <a:pt x="5358"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0" name="Google Shape;29680;p154"/>
            <p:cNvSpPr/>
            <p:nvPr/>
          </p:nvSpPr>
          <p:spPr>
            <a:xfrm>
              <a:off x="5650359" y="1964237"/>
              <a:ext cx="184165" cy="104021"/>
            </a:xfrm>
            <a:custGeom>
              <a:rect b="b" l="l" r="r" t="t"/>
              <a:pathLst>
                <a:path extrusionOk="0" h="3215" w="5692">
                  <a:moveTo>
                    <a:pt x="333" y="0"/>
                  </a:moveTo>
                  <a:cubicBezTo>
                    <a:pt x="143" y="0"/>
                    <a:pt x="0" y="143"/>
                    <a:pt x="0" y="333"/>
                  </a:cubicBezTo>
                  <a:lnTo>
                    <a:pt x="0" y="2882"/>
                  </a:lnTo>
                  <a:cubicBezTo>
                    <a:pt x="0" y="3072"/>
                    <a:pt x="143" y="3215"/>
                    <a:pt x="333" y="3215"/>
                  </a:cubicBezTo>
                  <a:lnTo>
                    <a:pt x="5358" y="3215"/>
                  </a:lnTo>
                  <a:cubicBezTo>
                    <a:pt x="5525" y="3215"/>
                    <a:pt x="5644" y="3072"/>
                    <a:pt x="5692" y="2882"/>
                  </a:cubicBezTo>
                  <a:lnTo>
                    <a:pt x="5692" y="333"/>
                  </a:lnTo>
                  <a:cubicBezTo>
                    <a:pt x="5692" y="143"/>
                    <a:pt x="5525" y="0"/>
                    <a:pt x="5358"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1" name="Google Shape;29681;p154"/>
            <p:cNvSpPr/>
            <p:nvPr/>
          </p:nvSpPr>
          <p:spPr>
            <a:xfrm>
              <a:off x="5742796" y="1964981"/>
              <a:ext cx="91726" cy="103277"/>
            </a:xfrm>
            <a:custGeom>
              <a:rect b="b" l="l" r="r" t="t"/>
              <a:pathLst>
                <a:path extrusionOk="0" h="3192" w="2835">
                  <a:moveTo>
                    <a:pt x="1" y="1"/>
                  </a:moveTo>
                  <a:lnTo>
                    <a:pt x="1" y="3192"/>
                  </a:lnTo>
                  <a:lnTo>
                    <a:pt x="2501" y="3192"/>
                  </a:lnTo>
                  <a:cubicBezTo>
                    <a:pt x="2668" y="3192"/>
                    <a:pt x="2835" y="3049"/>
                    <a:pt x="2835" y="2859"/>
                  </a:cubicBezTo>
                  <a:lnTo>
                    <a:pt x="2835" y="310"/>
                  </a:lnTo>
                  <a:cubicBezTo>
                    <a:pt x="2787" y="168"/>
                    <a:pt x="2668" y="1"/>
                    <a:pt x="2501"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2" name="Google Shape;29682;p154"/>
            <p:cNvSpPr/>
            <p:nvPr/>
          </p:nvSpPr>
          <p:spPr>
            <a:xfrm>
              <a:off x="5650359" y="2102131"/>
              <a:ext cx="46235" cy="47821"/>
            </a:xfrm>
            <a:custGeom>
              <a:rect b="b" l="l" r="r" t="t"/>
              <a:pathLst>
                <a:path extrusionOk="0" h="1478" w="1429">
                  <a:moveTo>
                    <a:pt x="333" y="1"/>
                  </a:moveTo>
                  <a:cubicBezTo>
                    <a:pt x="143" y="1"/>
                    <a:pt x="0" y="144"/>
                    <a:pt x="0" y="334"/>
                  </a:cubicBezTo>
                  <a:lnTo>
                    <a:pt x="0" y="1477"/>
                  </a:lnTo>
                  <a:lnTo>
                    <a:pt x="1429" y="1477"/>
                  </a:lnTo>
                  <a:lnTo>
                    <a:pt x="14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3" name="Google Shape;29683;p154"/>
            <p:cNvSpPr/>
            <p:nvPr/>
          </p:nvSpPr>
          <p:spPr>
            <a:xfrm>
              <a:off x="5741276" y="2149142"/>
              <a:ext cx="46268" cy="47044"/>
            </a:xfrm>
            <a:custGeom>
              <a:rect b="b" l="l" r="r" t="t"/>
              <a:pathLst>
                <a:path extrusionOk="0" h="1454" w="1430">
                  <a:moveTo>
                    <a:pt x="0" y="0"/>
                  </a:moveTo>
                  <a:lnTo>
                    <a:pt x="0" y="1453"/>
                  </a:lnTo>
                  <a:lnTo>
                    <a:pt x="1429" y="1453"/>
                  </a:lnTo>
                  <a:lnTo>
                    <a:pt x="1429"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4" name="Google Shape;29684;p154"/>
            <p:cNvSpPr/>
            <p:nvPr/>
          </p:nvSpPr>
          <p:spPr>
            <a:xfrm>
              <a:off x="5696561" y="2102131"/>
              <a:ext cx="46268" cy="47044"/>
            </a:xfrm>
            <a:custGeom>
              <a:rect b="b" l="l" r="r" t="t"/>
              <a:pathLst>
                <a:path extrusionOk="0" h="1454" w="1430">
                  <a:moveTo>
                    <a:pt x="1" y="1"/>
                  </a:moveTo>
                  <a:lnTo>
                    <a:pt x="1" y="1453"/>
                  </a:lnTo>
                  <a:lnTo>
                    <a:pt x="1430" y="1453"/>
                  </a:lnTo>
                  <a:lnTo>
                    <a:pt x="1430" y="1"/>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5" name="Google Shape;29685;p154"/>
            <p:cNvSpPr/>
            <p:nvPr/>
          </p:nvSpPr>
          <p:spPr>
            <a:xfrm>
              <a:off x="5788254" y="2149142"/>
              <a:ext cx="46268" cy="47044"/>
            </a:xfrm>
            <a:custGeom>
              <a:rect b="b" l="l" r="r" t="t"/>
              <a:pathLst>
                <a:path extrusionOk="0" h="1454" w="1430">
                  <a:moveTo>
                    <a:pt x="1" y="0"/>
                  </a:moveTo>
                  <a:lnTo>
                    <a:pt x="1" y="1453"/>
                  </a:lnTo>
                  <a:lnTo>
                    <a:pt x="1430" y="1453"/>
                  </a:lnTo>
                  <a:lnTo>
                    <a:pt x="1430" y="0"/>
                  </a:ln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6" name="Google Shape;29686;p154"/>
            <p:cNvSpPr/>
            <p:nvPr/>
          </p:nvSpPr>
          <p:spPr>
            <a:xfrm>
              <a:off x="5786734" y="2101387"/>
              <a:ext cx="46268" cy="47012"/>
            </a:xfrm>
            <a:custGeom>
              <a:rect b="b" l="l" r="r" t="t"/>
              <a:pathLst>
                <a:path extrusionOk="0" h="1453" w="1430">
                  <a:moveTo>
                    <a:pt x="0" y="0"/>
                  </a:moveTo>
                  <a:lnTo>
                    <a:pt x="0" y="1453"/>
                  </a:lnTo>
                  <a:lnTo>
                    <a:pt x="1429" y="1453"/>
                  </a:lnTo>
                  <a:lnTo>
                    <a:pt x="1429" y="310"/>
                  </a:lnTo>
                  <a:cubicBezTo>
                    <a:pt x="1429" y="143"/>
                    <a:pt x="1286" y="0"/>
                    <a:pt x="1096"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7" name="Google Shape;29687;p154"/>
            <p:cNvSpPr/>
            <p:nvPr/>
          </p:nvSpPr>
          <p:spPr>
            <a:xfrm>
              <a:off x="5696561" y="2149142"/>
              <a:ext cx="46268" cy="47044"/>
            </a:xfrm>
            <a:custGeom>
              <a:rect b="b" l="l" r="r" t="t"/>
              <a:pathLst>
                <a:path extrusionOk="0" h="1454" w="1430">
                  <a:moveTo>
                    <a:pt x="1" y="0"/>
                  </a:moveTo>
                  <a:lnTo>
                    <a:pt x="1" y="1453"/>
                  </a:lnTo>
                  <a:lnTo>
                    <a:pt x="1430" y="1453"/>
                  </a:lnTo>
                  <a:lnTo>
                    <a:pt x="1430"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8" name="Google Shape;29688;p154"/>
            <p:cNvSpPr/>
            <p:nvPr/>
          </p:nvSpPr>
          <p:spPr>
            <a:xfrm>
              <a:off x="5741276" y="2102131"/>
              <a:ext cx="46268" cy="47044"/>
            </a:xfrm>
            <a:custGeom>
              <a:rect b="b" l="l" r="r" t="t"/>
              <a:pathLst>
                <a:path extrusionOk="0" h="1454" w="1430">
                  <a:moveTo>
                    <a:pt x="0" y="1"/>
                  </a:moveTo>
                  <a:lnTo>
                    <a:pt x="0" y="1453"/>
                  </a:lnTo>
                  <a:lnTo>
                    <a:pt x="1429" y="1453"/>
                  </a:lnTo>
                  <a:lnTo>
                    <a:pt x="1429" y="1"/>
                  </a:ln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9" name="Google Shape;29689;p154"/>
            <p:cNvSpPr/>
            <p:nvPr/>
          </p:nvSpPr>
          <p:spPr>
            <a:xfrm>
              <a:off x="5788254" y="2196153"/>
              <a:ext cx="46268" cy="48565"/>
            </a:xfrm>
            <a:custGeom>
              <a:rect b="b" l="l" r="r" t="t"/>
              <a:pathLst>
                <a:path extrusionOk="0" h="1501" w="1430">
                  <a:moveTo>
                    <a:pt x="1" y="0"/>
                  </a:moveTo>
                  <a:lnTo>
                    <a:pt x="1" y="1500"/>
                  </a:lnTo>
                  <a:lnTo>
                    <a:pt x="1096" y="1500"/>
                  </a:lnTo>
                  <a:cubicBezTo>
                    <a:pt x="1263" y="1500"/>
                    <a:pt x="1430" y="1358"/>
                    <a:pt x="1430" y="1167"/>
                  </a:cubicBezTo>
                  <a:lnTo>
                    <a:pt x="1430"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0" name="Google Shape;29690;p154"/>
            <p:cNvSpPr/>
            <p:nvPr/>
          </p:nvSpPr>
          <p:spPr>
            <a:xfrm>
              <a:off x="5651103" y="2149142"/>
              <a:ext cx="46268" cy="47044"/>
            </a:xfrm>
            <a:custGeom>
              <a:rect b="b" l="l" r="r" t="t"/>
              <a:pathLst>
                <a:path extrusionOk="0" h="1454" w="1430">
                  <a:moveTo>
                    <a:pt x="1" y="0"/>
                  </a:moveTo>
                  <a:lnTo>
                    <a:pt x="1" y="1453"/>
                  </a:lnTo>
                  <a:lnTo>
                    <a:pt x="1430" y="1453"/>
                  </a:lnTo>
                  <a:lnTo>
                    <a:pt x="1430"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1" name="Google Shape;29691;p154"/>
            <p:cNvSpPr/>
            <p:nvPr/>
          </p:nvSpPr>
          <p:spPr>
            <a:xfrm>
              <a:off x="5741276" y="2197674"/>
              <a:ext cx="46268" cy="47044"/>
            </a:xfrm>
            <a:custGeom>
              <a:rect b="b" l="l" r="r" t="t"/>
              <a:pathLst>
                <a:path extrusionOk="0" h="1454" w="1430">
                  <a:moveTo>
                    <a:pt x="0" y="1"/>
                  </a:moveTo>
                  <a:lnTo>
                    <a:pt x="0" y="1453"/>
                  </a:lnTo>
                  <a:lnTo>
                    <a:pt x="1429" y="1453"/>
                  </a:lnTo>
                  <a:lnTo>
                    <a:pt x="1429" y="1"/>
                  </a:ln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2" name="Google Shape;29692;p154"/>
            <p:cNvSpPr/>
            <p:nvPr/>
          </p:nvSpPr>
          <p:spPr>
            <a:xfrm>
              <a:off x="5651103" y="2198450"/>
              <a:ext cx="46268" cy="47044"/>
            </a:xfrm>
            <a:custGeom>
              <a:rect b="b" l="l" r="r" t="t"/>
              <a:pathLst>
                <a:path extrusionOk="0" h="1454" w="1430">
                  <a:moveTo>
                    <a:pt x="1" y="1"/>
                  </a:moveTo>
                  <a:lnTo>
                    <a:pt x="1" y="1120"/>
                  </a:lnTo>
                  <a:cubicBezTo>
                    <a:pt x="1" y="1310"/>
                    <a:pt x="144" y="1453"/>
                    <a:pt x="334" y="1453"/>
                  </a:cubicBezTo>
                  <a:lnTo>
                    <a:pt x="1430" y="1453"/>
                  </a:lnTo>
                  <a:lnTo>
                    <a:pt x="1430"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3" name="Google Shape;29693;p154"/>
            <p:cNvSpPr/>
            <p:nvPr/>
          </p:nvSpPr>
          <p:spPr>
            <a:xfrm>
              <a:off x="5696561" y="2197674"/>
              <a:ext cx="46268" cy="47044"/>
            </a:xfrm>
            <a:custGeom>
              <a:rect b="b" l="l" r="r" t="t"/>
              <a:pathLst>
                <a:path extrusionOk="0" h="1454" w="1430">
                  <a:moveTo>
                    <a:pt x="1" y="1"/>
                  </a:moveTo>
                  <a:lnTo>
                    <a:pt x="1" y="1453"/>
                  </a:lnTo>
                  <a:lnTo>
                    <a:pt x="1430" y="1453"/>
                  </a:lnTo>
                  <a:lnTo>
                    <a:pt x="1430" y="1"/>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4" name="Google Shape;29694;p154"/>
            <p:cNvSpPr/>
            <p:nvPr/>
          </p:nvSpPr>
          <p:spPr>
            <a:xfrm>
              <a:off x="5520132" y="1930329"/>
              <a:ext cx="65519" cy="104054"/>
            </a:xfrm>
            <a:custGeom>
              <a:rect b="b" l="l" r="r" t="t"/>
              <a:pathLst>
                <a:path extrusionOk="0" h="3216" w="2025">
                  <a:moveTo>
                    <a:pt x="1001" y="0"/>
                  </a:moveTo>
                  <a:cubicBezTo>
                    <a:pt x="858" y="0"/>
                    <a:pt x="739" y="95"/>
                    <a:pt x="715" y="238"/>
                  </a:cubicBezTo>
                  <a:lnTo>
                    <a:pt x="24" y="2810"/>
                  </a:lnTo>
                  <a:cubicBezTo>
                    <a:pt x="0" y="2953"/>
                    <a:pt x="72" y="3072"/>
                    <a:pt x="191" y="3168"/>
                  </a:cubicBezTo>
                  <a:cubicBezTo>
                    <a:pt x="239" y="3215"/>
                    <a:pt x="286" y="3215"/>
                    <a:pt x="358" y="3215"/>
                  </a:cubicBezTo>
                  <a:lnTo>
                    <a:pt x="1691" y="3215"/>
                  </a:lnTo>
                  <a:cubicBezTo>
                    <a:pt x="1763" y="3215"/>
                    <a:pt x="1810" y="3215"/>
                    <a:pt x="1834" y="3168"/>
                  </a:cubicBezTo>
                  <a:cubicBezTo>
                    <a:pt x="1953" y="3072"/>
                    <a:pt x="2025" y="2929"/>
                    <a:pt x="2001" y="2810"/>
                  </a:cubicBezTo>
                  <a:lnTo>
                    <a:pt x="1310" y="238"/>
                  </a:lnTo>
                  <a:cubicBezTo>
                    <a:pt x="1286" y="95"/>
                    <a:pt x="1167" y="0"/>
                    <a:pt x="100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5" name="Google Shape;29695;p154"/>
            <p:cNvSpPr/>
            <p:nvPr/>
          </p:nvSpPr>
          <p:spPr>
            <a:xfrm>
              <a:off x="5554039" y="1930329"/>
              <a:ext cx="32387" cy="104054"/>
            </a:xfrm>
            <a:custGeom>
              <a:rect b="b" l="l" r="r" t="t"/>
              <a:pathLst>
                <a:path extrusionOk="0" h="3216" w="1001">
                  <a:moveTo>
                    <a:pt x="0" y="0"/>
                  </a:moveTo>
                  <a:lnTo>
                    <a:pt x="0" y="3191"/>
                  </a:lnTo>
                  <a:lnTo>
                    <a:pt x="643" y="3191"/>
                  </a:lnTo>
                  <a:lnTo>
                    <a:pt x="643" y="3215"/>
                  </a:lnTo>
                  <a:cubicBezTo>
                    <a:pt x="715" y="3215"/>
                    <a:pt x="762" y="3215"/>
                    <a:pt x="834" y="3168"/>
                  </a:cubicBezTo>
                  <a:cubicBezTo>
                    <a:pt x="953" y="3072"/>
                    <a:pt x="1000" y="2953"/>
                    <a:pt x="977" y="2810"/>
                  </a:cubicBezTo>
                  <a:lnTo>
                    <a:pt x="286" y="238"/>
                  </a:lnTo>
                  <a:cubicBezTo>
                    <a:pt x="262" y="95"/>
                    <a:pt x="143"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6" name="Google Shape;29696;p154"/>
            <p:cNvSpPr/>
            <p:nvPr/>
          </p:nvSpPr>
          <p:spPr>
            <a:xfrm>
              <a:off x="5520908" y="2025095"/>
              <a:ext cx="64742" cy="200375"/>
            </a:xfrm>
            <a:custGeom>
              <a:rect b="b" l="l" r="r" t="t"/>
              <a:pathLst>
                <a:path extrusionOk="0" h="6193" w="2001">
                  <a:moveTo>
                    <a:pt x="0" y="0"/>
                  </a:moveTo>
                  <a:lnTo>
                    <a:pt x="0" y="5859"/>
                  </a:lnTo>
                  <a:cubicBezTo>
                    <a:pt x="0" y="6025"/>
                    <a:pt x="119" y="6192"/>
                    <a:pt x="286" y="6192"/>
                  </a:cubicBezTo>
                  <a:lnTo>
                    <a:pt x="1739" y="6192"/>
                  </a:lnTo>
                  <a:cubicBezTo>
                    <a:pt x="1882" y="6192"/>
                    <a:pt x="2001" y="6025"/>
                    <a:pt x="2001" y="5859"/>
                  </a:cubicBezTo>
                  <a:lnTo>
                    <a:pt x="2001"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7" name="Google Shape;29697;p154"/>
            <p:cNvSpPr/>
            <p:nvPr/>
          </p:nvSpPr>
          <p:spPr>
            <a:xfrm>
              <a:off x="5553263" y="2024319"/>
              <a:ext cx="32387" cy="200375"/>
            </a:xfrm>
            <a:custGeom>
              <a:rect b="b" l="l" r="r" t="t"/>
              <a:pathLst>
                <a:path extrusionOk="0" h="6193" w="1001">
                  <a:moveTo>
                    <a:pt x="0" y="1"/>
                  </a:moveTo>
                  <a:lnTo>
                    <a:pt x="0" y="6192"/>
                  </a:lnTo>
                  <a:lnTo>
                    <a:pt x="739" y="6192"/>
                  </a:lnTo>
                  <a:cubicBezTo>
                    <a:pt x="882" y="6192"/>
                    <a:pt x="1001" y="6026"/>
                    <a:pt x="1001" y="5859"/>
                  </a:cubicBezTo>
                  <a:lnTo>
                    <a:pt x="1001" y="1"/>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8" name="Google Shape;29698;p154"/>
            <p:cNvSpPr/>
            <p:nvPr/>
          </p:nvSpPr>
          <p:spPr>
            <a:xfrm>
              <a:off x="5520908" y="2213851"/>
              <a:ext cx="64742" cy="64775"/>
            </a:xfrm>
            <a:custGeom>
              <a:rect b="b" l="l" r="r" t="t"/>
              <a:pathLst>
                <a:path extrusionOk="0" h="2002" w="2001">
                  <a:moveTo>
                    <a:pt x="0" y="1"/>
                  </a:moveTo>
                  <a:lnTo>
                    <a:pt x="0" y="1358"/>
                  </a:lnTo>
                  <a:cubicBezTo>
                    <a:pt x="0" y="1716"/>
                    <a:pt x="262" y="2001"/>
                    <a:pt x="643" y="2001"/>
                  </a:cubicBezTo>
                  <a:lnTo>
                    <a:pt x="1381" y="2001"/>
                  </a:lnTo>
                  <a:cubicBezTo>
                    <a:pt x="1739" y="2001"/>
                    <a:pt x="2001" y="1716"/>
                    <a:pt x="2001" y="1358"/>
                  </a:cubicBezTo>
                  <a:lnTo>
                    <a:pt x="200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9" name="Google Shape;29699;p154"/>
            <p:cNvSpPr/>
            <p:nvPr/>
          </p:nvSpPr>
          <p:spPr>
            <a:xfrm>
              <a:off x="5553263" y="2213851"/>
              <a:ext cx="32387" cy="64775"/>
            </a:xfrm>
            <a:custGeom>
              <a:rect b="b" l="l" r="r" t="t"/>
              <a:pathLst>
                <a:path extrusionOk="0" h="2002" w="1001">
                  <a:moveTo>
                    <a:pt x="0" y="1"/>
                  </a:moveTo>
                  <a:lnTo>
                    <a:pt x="0" y="2001"/>
                  </a:lnTo>
                  <a:lnTo>
                    <a:pt x="381" y="2001"/>
                  </a:lnTo>
                  <a:cubicBezTo>
                    <a:pt x="739" y="2001"/>
                    <a:pt x="1001" y="1716"/>
                    <a:pt x="1001" y="1358"/>
                  </a:cubicBezTo>
                  <a:lnTo>
                    <a:pt x="100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00" name="Google Shape;29700;p154"/>
          <p:cNvGrpSpPr/>
          <p:nvPr/>
        </p:nvGrpSpPr>
        <p:grpSpPr>
          <a:xfrm>
            <a:off x="6267523" y="1778706"/>
            <a:ext cx="349075" cy="347523"/>
            <a:chOff x="6267523" y="1931106"/>
            <a:chExt cx="349075" cy="347523"/>
          </a:xfrm>
        </p:grpSpPr>
        <p:sp>
          <p:nvSpPr>
            <p:cNvPr id="29701" name="Google Shape;29701;p154"/>
            <p:cNvSpPr/>
            <p:nvPr/>
          </p:nvSpPr>
          <p:spPr>
            <a:xfrm>
              <a:off x="6553376" y="2236984"/>
              <a:ext cx="21613" cy="41641"/>
            </a:xfrm>
            <a:custGeom>
              <a:rect b="b" l="l" r="r" t="t"/>
              <a:pathLst>
                <a:path extrusionOk="0" h="1287" w="668">
                  <a:moveTo>
                    <a:pt x="334" y="0"/>
                  </a:moveTo>
                  <a:cubicBezTo>
                    <a:pt x="167" y="0"/>
                    <a:pt x="1" y="143"/>
                    <a:pt x="1" y="334"/>
                  </a:cubicBezTo>
                  <a:lnTo>
                    <a:pt x="1" y="953"/>
                  </a:lnTo>
                  <a:cubicBezTo>
                    <a:pt x="1" y="1120"/>
                    <a:pt x="167" y="1286"/>
                    <a:pt x="334" y="1286"/>
                  </a:cubicBezTo>
                  <a:cubicBezTo>
                    <a:pt x="525" y="1286"/>
                    <a:pt x="667" y="1120"/>
                    <a:pt x="667" y="953"/>
                  </a:cubicBezTo>
                  <a:lnTo>
                    <a:pt x="667" y="334"/>
                  </a:lnTo>
                  <a:cubicBezTo>
                    <a:pt x="667" y="143"/>
                    <a:pt x="525" y="0"/>
                    <a:pt x="33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2" name="Google Shape;29702;p154"/>
            <p:cNvSpPr/>
            <p:nvPr/>
          </p:nvSpPr>
          <p:spPr>
            <a:xfrm>
              <a:off x="6553376" y="2013545"/>
              <a:ext cx="21613" cy="41641"/>
            </a:xfrm>
            <a:custGeom>
              <a:rect b="b" l="l" r="r" t="t"/>
              <a:pathLst>
                <a:path extrusionOk="0" h="1287" w="668">
                  <a:moveTo>
                    <a:pt x="334" y="0"/>
                  </a:moveTo>
                  <a:cubicBezTo>
                    <a:pt x="167" y="0"/>
                    <a:pt x="1" y="143"/>
                    <a:pt x="1" y="334"/>
                  </a:cubicBezTo>
                  <a:lnTo>
                    <a:pt x="1" y="953"/>
                  </a:lnTo>
                  <a:cubicBezTo>
                    <a:pt x="1" y="1119"/>
                    <a:pt x="167" y="1286"/>
                    <a:pt x="334" y="1286"/>
                  </a:cubicBezTo>
                  <a:cubicBezTo>
                    <a:pt x="525" y="1286"/>
                    <a:pt x="667" y="1119"/>
                    <a:pt x="667" y="953"/>
                  </a:cubicBezTo>
                  <a:lnTo>
                    <a:pt x="667" y="334"/>
                  </a:lnTo>
                  <a:cubicBezTo>
                    <a:pt x="667" y="143"/>
                    <a:pt x="525" y="0"/>
                    <a:pt x="33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3" name="Google Shape;29703;p154"/>
            <p:cNvSpPr/>
            <p:nvPr/>
          </p:nvSpPr>
          <p:spPr>
            <a:xfrm>
              <a:off x="6553376" y="2115235"/>
              <a:ext cx="21613" cy="61669"/>
            </a:xfrm>
            <a:custGeom>
              <a:rect b="b" l="l" r="r" t="t"/>
              <a:pathLst>
                <a:path extrusionOk="0" h="1906" w="668">
                  <a:moveTo>
                    <a:pt x="334" y="1"/>
                  </a:moveTo>
                  <a:cubicBezTo>
                    <a:pt x="167" y="1"/>
                    <a:pt x="1" y="167"/>
                    <a:pt x="1" y="334"/>
                  </a:cubicBezTo>
                  <a:lnTo>
                    <a:pt x="1" y="1596"/>
                  </a:lnTo>
                  <a:cubicBezTo>
                    <a:pt x="1" y="1763"/>
                    <a:pt x="167" y="1906"/>
                    <a:pt x="334" y="1906"/>
                  </a:cubicBezTo>
                  <a:cubicBezTo>
                    <a:pt x="525" y="1906"/>
                    <a:pt x="667" y="1763"/>
                    <a:pt x="667" y="1596"/>
                  </a:cubicBezTo>
                  <a:lnTo>
                    <a:pt x="667" y="334"/>
                  </a:lnTo>
                  <a:cubicBezTo>
                    <a:pt x="667" y="167"/>
                    <a:pt x="525" y="1"/>
                    <a:pt x="334"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4" name="Google Shape;29704;p154"/>
            <p:cNvSpPr/>
            <p:nvPr/>
          </p:nvSpPr>
          <p:spPr>
            <a:xfrm>
              <a:off x="6554929" y="2146068"/>
              <a:ext cx="20060" cy="24687"/>
            </a:xfrm>
            <a:custGeom>
              <a:rect b="b" l="l" r="r" t="t"/>
              <a:pathLst>
                <a:path extrusionOk="0" h="763" w="620">
                  <a:moveTo>
                    <a:pt x="0" y="0"/>
                  </a:moveTo>
                  <a:lnTo>
                    <a:pt x="0" y="762"/>
                  </a:lnTo>
                  <a:lnTo>
                    <a:pt x="619" y="762"/>
                  </a:lnTo>
                  <a:lnTo>
                    <a:pt x="61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5" name="Google Shape;29705;p154"/>
            <p:cNvSpPr/>
            <p:nvPr/>
          </p:nvSpPr>
          <p:spPr>
            <a:xfrm>
              <a:off x="6524095" y="2166872"/>
              <a:ext cx="80952" cy="80920"/>
            </a:xfrm>
            <a:custGeom>
              <a:rect b="b" l="l" r="r" t="t"/>
              <a:pathLst>
                <a:path extrusionOk="0" h="2501" w="2502">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6" name="Google Shape;29706;p154"/>
            <p:cNvSpPr/>
            <p:nvPr/>
          </p:nvSpPr>
          <p:spPr>
            <a:xfrm>
              <a:off x="6524095" y="2045123"/>
              <a:ext cx="80952" cy="80952"/>
            </a:xfrm>
            <a:custGeom>
              <a:rect b="b" l="l" r="r" t="t"/>
              <a:pathLst>
                <a:path extrusionOk="0" h="2502" w="2502">
                  <a:moveTo>
                    <a:pt x="1239" y="1"/>
                  </a:moveTo>
                  <a:cubicBezTo>
                    <a:pt x="548" y="1"/>
                    <a:pt x="1" y="572"/>
                    <a:pt x="1" y="1263"/>
                  </a:cubicBezTo>
                  <a:cubicBezTo>
                    <a:pt x="1" y="1930"/>
                    <a:pt x="548" y="2501"/>
                    <a:pt x="1239" y="2501"/>
                  </a:cubicBezTo>
                  <a:cubicBezTo>
                    <a:pt x="1930" y="2501"/>
                    <a:pt x="2501" y="1930"/>
                    <a:pt x="2501" y="1263"/>
                  </a:cubicBezTo>
                  <a:cubicBezTo>
                    <a:pt x="2501" y="572"/>
                    <a:pt x="1930" y="1"/>
                    <a:pt x="1239"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7" name="Google Shape;29707;p154"/>
            <p:cNvSpPr/>
            <p:nvPr/>
          </p:nvSpPr>
          <p:spPr>
            <a:xfrm>
              <a:off x="6513321" y="2156066"/>
              <a:ext cx="101724" cy="101756"/>
            </a:xfrm>
            <a:custGeom>
              <a:rect b="b" l="l" r="r" t="t"/>
              <a:pathLst>
                <a:path extrusionOk="0" h="3145" w="3144">
                  <a:moveTo>
                    <a:pt x="1572" y="644"/>
                  </a:moveTo>
                  <a:cubicBezTo>
                    <a:pt x="2120" y="644"/>
                    <a:pt x="2525" y="1072"/>
                    <a:pt x="2525" y="1596"/>
                  </a:cubicBezTo>
                  <a:cubicBezTo>
                    <a:pt x="2525" y="2144"/>
                    <a:pt x="2120" y="2549"/>
                    <a:pt x="1572" y="2549"/>
                  </a:cubicBezTo>
                  <a:cubicBezTo>
                    <a:pt x="1048" y="2549"/>
                    <a:pt x="619" y="2144"/>
                    <a:pt x="619" y="1596"/>
                  </a:cubicBezTo>
                  <a:cubicBezTo>
                    <a:pt x="619" y="1072"/>
                    <a:pt x="1072" y="644"/>
                    <a:pt x="1572" y="644"/>
                  </a:cubicBezTo>
                  <a:close/>
                  <a:moveTo>
                    <a:pt x="1572" y="1"/>
                  </a:moveTo>
                  <a:cubicBezTo>
                    <a:pt x="715" y="1"/>
                    <a:pt x="0" y="715"/>
                    <a:pt x="0" y="1573"/>
                  </a:cubicBezTo>
                  <a:cubicBezTo>
                    <a:pt x="0" y="2430"/>
                    <a:pt x="715" y="3144"/>
                    <a:pt x="1572" y="3144"/>
                  </a:cubicBezTo>
                  <a:cubicBezTo>
                    <a:pt x="2429" y="3144"/>
                    <a:pt x="3144" y="2430"/>
                    <a:pt x="3144" y="1573"/>
                  </a:cubicBezTo>
                  <a:cubicBezTo>
                    <a:pt x="3144" y="715"/>
                    <a:pt x="2429" y="1"/>
                    <a:pt x="1572"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8" name="Google Shape;29708;p154"/>
            <p:cNvSpPr/>
            <p:nvPr/>
          </p:nvSpPr>
          <p:spPr>
            <a:xfrm>
              <a:off x="6513321" y="2033572"/>
              <a:ext cx="101724" cy="102501"/>
            </a:xfrm>
            <a:custGeom>
              <a:rect b="b" l="l" r="r" t="t"/>
              <a:pathLst>
                <a:path extrusionOk="0" h="3168" w="3144">
                  <a:moveTo>
                    <a:pt x="1572" y="667"/>
                  </a:moveTo>
                  <a:cubicBezTo>
                    <a:pt x="2120" y="667"/>
                    <a:pt x="2525" y="1072"/>
                    <a:pt x="2525" y="1620"/>
                  </a:cubicBezTo>
                  <a:cubicBezTo>
                    <a:pt x="2525" y="2144"/>
                    <a:pt x="2120" y="2572"/>
                    <a:pt x="1572" y="2572"/>
                  </a:cubicBezTo>
                  <a:cubicBezTo>
                    <a:pt x="1048" y="2572"/>
                    <a:pt x="619" y="2120"/>
                    <a:pt x="619" y="1620"/>
                  </a:cubicBezTo>
                  <a:cubicBezTo>
                    <a:pt x="619" y="1072"/>
                    <a:pt x="1072" y="667"/>
                    <a:pt x="1572" y="667"/>
                  </a:cubicBezTo>
                  <a:close/>
                  <a:moveTo>
                    <a:pt x="1572" y="0"/>
                  </a:moveTo>
                  <a:cubicBezTo>
                    <a:pt x="715" y="0"/>
                    <a:pt x="0" y="715"/>
                    <a:pt x="0" y="1572"/>
                  </a:cubicBezTo>
                  <a:cubicBezTo>
                    <a:pt x="0" y="2453"/>
                    <a:pt x="715" y="3168"/>
                    <a:pt x="1572" y="3168"/>
                  </a:cubicBezTo>
                  <a:cubicBezTo>
                    <a:pt x="2429" y="3168"/>
                    <a:pt x="3144" y="2477"/>
                    <a:pt x="3144" y="1572"/>
                  </a:cubicBezTo>
                  <a:cubicBezTo>
                    <a:pt x="3144" y="715"/>
                    <a:pt x="2429" y="0"/>
                    <a:pt x="157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9" name="Google Shape;29709;p154"/>
            <p:cNvSpPr/>
            <p:nvPr/>
          </p:nvSpPr>
          <p:spPr>
            <a:xfrm>
              <a:off x="6267523" y="2026648"/>
              <a:ext cx="211149" cy="251981"/>
            </a:xfrm>
            <a:custGeom>
              <a:rect b="b" l="l" r="r" t="t"/>
              <a:pathLst>
                <a:path extrusionOk="0" h="7788" w="6526">
                  <a:moveTo>
                    <a:pt x="334" y="0"/>
                  </a:moveTo>
                  <a:cubicBezTo>
                    <a:pt x="143" y="0"/>
                    <a:pt x="0" y="167"/>
                    <a:pt x="0" y="333"/>
                  </a:cubicBezTo>
                  <a:lnTo>
                    <a:pt x="0" y="7454"/>
                  </a:lnTo>
                  <a:cubicBezTo>
                    <a:pt x="0" y="7621"/>
                    <a:pt x="143" y="7787"/>
                    <a:pt x="334" y="7787"/>
                  </a:cubicBezTo>
                  <a:lnTo>
                    <a:pt x="6192" y="7787"/>
                  </a:lnTo>
                  <a:cubicBezTo>
                    <a:pt x="6383" y="7787"/>
                    <a:pt x="6526" y="7621"/>
                    <a:pt x="6526" y="7454"/>
                  </a:cubicBezTo>
                  <a:lnTo>
                    <a:pt x="6526" y="333"/>
                  </a:lnTo>
                  <a:cubicBezTo>
                    <a:pt x="6526" y="167"/>
                    <a:pt x="6383" y="0"/>
                    <a:pt x="619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0" name="Google Shape;29710;p154"/>
            <p:cNvSpPr/>
            <p:nvPr/>
          </p:nvSpPr>
          <p:spPr>
            <a:xfrm>
              <a:off x="6373840" y="2028169"/>
              <a:ext cx="104830" cy="250460"/>
            </a:xfrm>
            <a:custGeom>
              <a:rect b="b" l="l" r="r" t="t"/>
              <a:pathLst>
                <a:path extrusionOk="0" h="7741" w="3240">
                  <a:moveTo>
                    <a:pt x="1" y="1"/>
                  </a:moveTo>
                  <a:lnTo>
                    <a:pt x="1" y="7740"/>
                  </a:lnTo>
                  <a:lnTo>
                    <a:pt x="2906" y="7740"/>
                  </a:lnTo>
                  <a:cubicBezTo>
                    <a:pt x="3097" y="7740"/>
                    <a:pt x="3240" y="7574"/>
                    <a:pt x="3240" y="7407"/>
                  </a:cubicBezTo>
                  <a:lnTo>
                    <a:pt x="3240" y="286"/>
                  </a:lnTo>
                  <a:cubicBezTo>
                    <a:pt x="3240" y="144"/>
                    <a:pt x="3097" y="1"/>
                    <a:pt x="2906"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1" name="Google Shape;29711;p154"/>
            <p:cNvSpPr/>
            <p:nvPr/>
          </p:nvSpPr>
          <p:spPr>
            <a:xfrm>
              <a:off x="6390794" y="2084336"/>
              <a:ext cx="54745" cy="108098"/>
            </a:xfrm>
            <a:custGeom>
              <a:rect b="b" l="l" r="r" t="t"/>
              <a:pathLst>
                <a:path extrusionOk="0" h="3341" w="1692">
                  <a:moveTo>
                    <a:pt x="596" y="789"/>
                  </a:moveTo>
                  <a:lnTo>
                    <a:pt x="596" y="1241"/>
                  </a:lnTo>
                  <a:cubicBezTo>
                    <a:pt x="572" y="1194"/>
                    <a:pt x="572" y="1170"/>
                    <a:pt x="549" y="1170"/>
                  </a:cubicBezTo>
                  <a:cubicBezTo>
                    <a:pt x="477" y="1146"/>
                    <a:pt x="477" y="1051"/>
                    <a:pt x="477" y="956"/>
                  </a:cubicBezTo>
                  <a:cubicBezTo>
                    <a:pt x="477" y="908"/>
                    <a:pt x="549" y="813"/>
                    <a:pt x="596" y="789"/>
                  </a:cubicBezTo>
                  <a:close/>
                  <a:moveTo>
                    <a:pt x="1001" y="1837"/>
                  </a:moveTo>
                  <a:cubicBezTo>
                    <a:pt x="1263" y="1956"/>
                    <a:pt x="1263" y="2123"/>
                    <a:pt x="1215" y="2218"/>
                  </a:cubicBezTo>
                  <a:cubicBezTo>
                    <a:pt x="1192" y="2337"/>
                    <a:pt x="1144" y="2456"/>
                    <a:pt x="1001" y="2504"/>
                  </a:cubicBezTo>
                  <a:lnTo>
                    <a:pt x="1001" y="1837"/>
                  </a:lnTo>
                  <a:close/>
                  <a:moveTo>
                    <a:pt x="803" y="0"/>
                  </a:moveTo>
                  <a:cubicBezTo>
                    <a:pt x="695" y="0"/>
                    <a:pt x="596" y="109"/>
                    <a:pt x="596" y="217"/>
                  </a:cubicBezTo>
                  <a:lnTo>
                    <a:pt x="596" y="336"/>
                  </a:lnTo>
                  <a:lnTo>
                    <a:pt x="572" y="336"/>
                  </a:lnTo>
                  <a:cubicBezTo>
                    <a:pt x="334" y="432"/>
                    <a:pt x="120" y="622"/>
                    <a:pt x="96" y="908"/>
                  </a:cubicBezTo>
                  <a:cubicBezTo>
                    <a:pt x="25" y="1146"/>
                    <a:pt x="120" y="1384"/>
                    <a:pt x="310" y="1527"/>
                  </a:cubicBezTo>
                  <a:cubicBezTo>
                    <a:pt x="382" y="1575"/>
                    <a:pt x="477" y="1646"/>
                    <a:pt x="620" y="1694"/>
                  </a:cubicBezTo>
                  <a:lnTo>
                    <a:pt x="620" y="2599"/>
                  </a:lnTo>
                  <a:cubicBezTo>
                    <a:pt x="549" y="2599"/>
                    <a:pt x="477" y="2575"/>
                    <a:pt x="358" y="2480"/>
                  </a:cubicBezTo>
                  <a:cubicBezTo>
                    <a:pt x="314" y="2447"/>
                    <a:pt x="264" y="2429"/>
                    <a:pt x="220" y="2429"/>
                  </a:cubicBezTo>
                  <a:cubicBezTo>
                    <a:pt x="168" y="2429"/>
                    <a:pt x="122" y="2453"/>
                    <a:pt x="96" y="2504"/>
                  </a:cubicBezTo>
                  <a:cubicBezTo>
                    <a:pt x="1" y="2599"/>
                    <a:pt x="25" y="2742"/>
                    <a:pt x="120" y="2837"/>
                  </a:cubicBezTo>
                  <a:cubicBezTo>
                    <a:pt x="334" y="2956"/>
                    <a:pt x="453" y="3004"/>
                    <a:pt x="620" y="3004"/>
                  </a:cubicBezTo>
                  <a:lnTo>
                    <a:pt x="620" y="3123"/>
                  </a:lnTo>
                  <a:cubicBezTo>
                    <a:pt x="620" y="3242"/>
                    <a:pt x="691" y="3337"/>
                    <a:pt x="811" y="3337"/>
                  </a:cubicBezTo>
                  <a:cubicBezTo>
                    <a:pt x="821" y="3339"/>
                    <a:pt x="831" y="3340"/>
                    <a:pt x="842" y="3340"/>
                  </a:cubicBezTo>
                  <a:cubicBezTo>
                    <a:pt x="949" y="3340"/>
                    <a:pt x="1049" y="3231"/>
                    <a:pt x="1049" y="3123"/>
                  </a:cubicBezTo>
                  <a:lnTo>
                    <a:pt x="1049" y="2980"/>
                  </a:lnTo>
                  <a:cubicBezTo>
                    <a:pt x="1406" y="2885"/>
                    <a:pt x="1620" y="2599"/>
                    <a:pt x="1668" y="2289"/>
                  </a:cubicBezTo>
                  <a:cubicBezTo>
                    <a:pt x="1692" y="1908"/>
                    <a:pt x="1501" y="1551"/>
                    <a:pt x="1144" y="1432"/>
                  </a:cubicBezTo>
                  <a:cubicBezTo>
                    <a:pt x="1096" y="1432"/>
                    <a:pt x="1072" y="1408"/>
                    <a:pt x="1025" y="1408"/>
                  </a:cubicBezTo>
                  <a:lnTo>
                    <a:pt x="1025" y="718"/>
                  </a:lnTo>
                  <a:cubicBezTo>
                    <a:pt x="1072" y="741"/>
                    <a:pt x="1096" y="789"/>
                    <a:pt x="1096" y="789"/>
                  </a:cubicBezTo>
                  <a:cubicBezTo>
                    <a:pt x="1147" y="840"/>
                    <a:pt x="1205" y="864"/>
                    <a:pt x="1263" y="864"/>
                  </a:cubicBezTo>
                  <a:cubicBezTo>
                    <a:pt x="1312" y="864"/>
                    <a:pt x="1362" y="846"/>
                    <a:pt x="1406" y="813"/>
                  </a:cubicBezTo>
                  <a:cubicBezTo>
                    <a:pt x="1501" y="718"/>
                    <a:pt x="1501" y="598"/>
                    <a:pt x="1430" y="503"/>
                  </a:cubicBezTo>
                  <a:cubicBezTo>
                    <a:pt x="1382" y="432"/>
                    <a:pt x="1215" y="336"/>
                    <a:pt x="1025" y="313"/>
                  </a:cubicBezTo>
                  <a:lnTo>
                    <a:pt x="1025" y="217"/>
                  </a:lnTo>
                  <a:cubicBezTo>
                    <a:pt x="1025" y="98"/>
                    <a:pt x="953" y="3"/>
                    <a:pt x="834" y="3"/>
                  </a:cubicBezTo>
                  <a:cubicBezTo>
                    <a:pt x="824" y="1"/>
                    <a:pt x="814" y="0"/>
                    <a:pt x="8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2" name="Google Shape;29712;p154"/>
            <p:cNvSpPr/>
            <p:nvPr/>
          </p:nvSpPr>
          <p:spPr>
            <a:xfrm>
              <a:off x="6305281" y="2083657"/>
              <a:ext cx="69369" cy="20060"/>
            </a:xfrm>
            <a:custGeom>
              <a:rect b="b" l="l" r="r" t="t"/>
              <a:pathLst>
                <a:path extrusionOk="0" h="620" w="2144">
                  <a:moveTo>
                    <a:pt x="334" y="0"/>
                  </a:moveTo>
                  <a:cubicBezTo>
                    <a:pt x="143" y="0"/>
                    <a:pt x="0" y="191"/>
                    <a:pt x="24" y="357"/>
                  </a:cubicBezTo>
                  <a:cubicBezTo>
                    <a:pt x="48" y="500"/>
                    <a:pt x="215" y="619"/>
                    <a:pt x="358" y="619"/>
                  </a:cubicBezTo>
                  <a:lnTo>
                    <a:pt x="1810" y="619"/>
                  </a:lnTo>
                  <a:cubicBezTo>
                    <a:pt x="2001" y="619"/>
                    <a:pt x="2144" y="477"/>
                    <a:pt x="2120" y="262"/>
                  </a:cubicBezTo>
                  <a:cubicBezTo>
                    <a:pt x="2072" y="119"/>
                    <a:pt x="1929" y="0"/>
                    <a:pt x="1786"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3" name="Google Shape;29713;p154"/>
            <p:cNvSpPr/>
            <p:nvPr/>
          </p:nvSpPr>
          <p:spPr>
            <a:xfrm>
              <a:off x="6305281" y="2125264"/>
              <a:ext cx="69369" cy="20060"/>
            </a:xfrm>
            <a:custGeom>
              <a:rect b="b" l="l" r="r" t="t"/>
              <a:pathLst>
                <a:path extrusionOk="0" h="620" w="2144">
                  <a:moveTo>
                    <a:pt x="334" y="0"/>
                  </a:moveTo>
                  <a:cubicBezTo>
                    <a:pt x="143" y="0"/>
                    <a:pt x="0" y="167"/>
                    <a:pt x="24" y="357"/>
                  </a:cubicBezTo>
                  <a:cubicBezTo>
                    <a:pt x="48" y="500"/>
                    <a:pt x="215" y="619"/>
                    <a:pt x="358" y="619"/>
                  </a:cubicBezTo>
                  <a:lnTo>
                    <a:pt x="1810" y="619"/>
                  </a:lnTo>
                  <a:cubicBezTo>
                    <a:pt x="2001" y="619"/>
                    <a:pt x="2144" y="453"/>
                    <a:pt x="2120" y="262"/>
                  </a:cubicBezTo>
                  <a:cubicBezTo>
                    <a:pt x="2072" y="119"/>
                    <a:pt x="1929" y="0"/>
                    <a:pt x="1786"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4" name="Google Shape;29714;p154"/>
            <p:cNvSpPr/>
            <p:nvPr/>
          </p:nvSpPr>
          <p:spPr>
            <a:xfrm>
              <a:off x="6305281" y="2165319"/>
              <a:ext cx="69369" cy="20837"/>
            </a:xfrm>
            <a:custGeom>
              <a:rect b="b" l="l" r="r" t="t"/>
              <a:pathLst>
                <a:path extrusionOk="0" h="644" w="2144">
                  <a:moveTo>
                    <a:pt x="334" y="1"/>
                  </a:moveTo>
                  <a:cubicBezTo>
                    <a:pt x="143" y="1"/>
                    <a:pt x="0" y="191"/>
                    <a:pt x="24" y="358"/>
                  </a:cubicBezTo>
                  <a:cubicBezTo>
                    <a:pt x="48" y="525"/>
                    <a:pt x="215" y="644"/>
                    <a:pt x="358" y="644"/>
                  </a:cubicBezTo>
                  <a:lnTo>
                    <a:pt x="1810" y="644"/>
                  </a:lnTo>
                  <a:cubicBezTo>
                    <a:pt x="2001" y="644"/>
                    <a:pt x="2144" y="453"/>
                    <a:pt x="2120" y="286"/>
                  </a:cubicBezTo>
                  <a:cubicBezTo>
                    <a:pt x="2072" y="120"/>
                    <a:pt x="1929" y="1"/>
                    <a:pt x="1786"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5" name="Google Shape;29715;p154"/>
            <p:cNvSpPr/>
            <p:nvPr/>
          </p:nvSpPr>
          <p:spPr>
            <a:xfrm>
              <a:off x="6305281" y="2206150"/>
              <a:ext cx="130261" cy="20060"/>
            </a:xfrm>
            <a:custGeom>
              <a:rect b="b" l="l" r="r" t="t"/>
              <a:pathLst>
                <a:path extrusionOk="0" h="620" w="4026">
                  <a:moveTo>
                    <a:pt x="334" y="1"/>
                  </a:moveTo>
                  <a:cubicBezTo>
                    <a:pt x="143" y="1"/>
                    <a:pt x="0" y="167"/>
                    <a:pt x="24" y="358"/>
                  </a:cubicBezTo>
                  <a:cubicBezTo>
                    <a:pt x="48" y="501"/>
                    <a:pt x="215" y="620"/>
                    <a:pt x="358" y="620"/>
                  </a:cubicBezTo>
                  <a:lnTo>
                    <a:pt x="3692" y="620"/>
                  </a:lnTo>
                  <a:cubicBezTo>
                    <a:pt x="3858" y="620"/>
                    <a:pt x="4025" y="453"/>
                    <a:pt x="3977" y="263"/>
                  </a:cubicBezTo>
                  <a:cubicBezTo>
                    <a:pt x="3954" y="120"/>
                    <a:pt x="3811" y="1"/>
                    <a:pt x="3668"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6" name="Google Shape;29716;p154"/>
            <p:cNvSpPr/>
            <p:nvPr/>
          </p:nvSpPr>
          <p:spPr>
            <a:xfrm>
              <a:off x="6374617" y="2206150"/>
              <a:ext cx="61669" cy="20060"/>
            </a:xfrm>
            <a:custGeom>
              <a:rect b="b" l="l" r="r" t="t"/>
              <a:pathLst>
                <a:path extrusionOk="0" h="620" w="1906">
                  <a:moveTo>
                    <a:pt x="1" y="1"/>
                  </a:moveTo>
                  <a:lnTo>
                    <a:pt x="1" y="620"/>
                  </a:lnTo>
                  <a:lnTo>
                    <a:pt x="1572" y="620"/>
                  </a:lnTo>
                  <a:cubicBezTo>
                    <a:pt x="1763" y="620"/>
                    <a:pt x="1906" y="477"/>
                    <a:pt x="1882" y="263"/>
                  </a:cubicBezTo>
                  <a:cubicBezTo>
                    <a:pt x="1834" y="120"/>
                    <a:pt x="1692" y="1"/>
                    <a:pt x="1549"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7" name="Google Shape;29717;p154"/>
            <p:cNvSpPr/>
            <p:nvPr/>
          </p:nvSpPr>
          <p:spPr>
            <a:xfrm>
              <a:off x="6512545" y="1931979"/>
              <a:ext cx="102501" cy="64516"/>
            </a:xfrm>
            <a:custGeom>
              <a:rect b="b" l="l" r="r" t="t"/>
              <a:pathLst>
                <a:path extrusionOk="0" h="1994" w="3168">
                  <a:moveTo>
                    <a:pt x="298" y="1"/>
                  </a:moveTo>
                  <a:cubicBezTo>
                    <a:pt x="233" y="1"/>
                    <a:pt x="170" y="35"/>
                    <a:pt x="120" y="68"/>
                  </a:cubicBezTo>
                  <a:cubicBezTo>
                    <a:pt x="48" y="140"/>
                    <a:pt x="0" y="235"/>
                    <a:pt x="0" y="306"/>
                  </a:cubicBezTo>
                  <a:lnTo>
                    <a:pt x="0" y="1688"/>
                  </a:lnTo>
                  <a:cubicBezTo>
                    <a:pt x="0" y="1783"/>
                    <a:pt x="48" y="1854"/>
                    <a:pt x="120" y="1926"/>
                  </a:cubicBezTo>
                  <a:cubicBezTo>
                    <a:pt x="153" y="1959"/>
                    <a:pt x="223" y="1993"/>
                    <a:pt x="294" y="1993"/>
                  </a:cubicBezTo>
                  <a:cubicBezTo>
                    <a:pt x="324" y="1993"/>
                    <a:pt x="354" y="1987"/>
                    <a:pt x="382" y="1973"/>
                  </a:cubicBezTo>
                  <a:lnTo>
                    <a:pt x="2930" y="1307"/>
                  </a:lnTo>
                  <a:cubicBezTo>
                    <a:pt x="3096" y="1259"/>
                    <a:pt x="3168" y="1140"/>
                    <a:pt x="3168" y="997"/>
                  </a:cubicBezTo>
                  <a:cubicBezTo>
                    <a:pt x="3168" y="854"/>
                    <a:pt x="3096" y="735"/>
                    <a:pt x="2930" y="711"/>
                  </a:cubicBezTo>
                  <a:lnTo>
                    <a:pt x="382" y="21"/>
                  </a:lnTo>
                  <a:cubicBezTo>
                    <a:pt x="354" y="7"/>
                    <a:pt x="326" y="1"/>
                    <a:pt x="29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8" name="Google Shape;29718;p154"/>
            <p:cNvSpPr/>
            <p:nvPr/>
          </p:nvSpPr>
          <p:spPr>
            <a:xfrm>
              <a:off x="6512545" y="1964981"/>
              <a:ext cx="104054" cy="32549"/>
            </a:xfrm>
            <a:custGeom>
              <a:rect b="b" l="l" r="r" t="t"/>
              <a:pathLst>
                <a:path extrusionOk="0" h="1006" w="3216">
                  <a:moveTo>
                    <a:pt x="24" y="1"/>
                  </a:moveTo>
                  <a:lnTo>
                    <a:pt x="24" y="668"/>
                  </a:lnTo>
                  <a:lnTo>
                    <a:pt x="0" y="668"/>
                  </a:lnTo>
                  <a:cubicBezTo>
                    <a:pt x="0" y="715"/>
                    <a:pt x="0" y="787"/>
                    <a:pt x="48" y="834"/>
                  </a:cubicBezTo>
                  <a:cubicBezTo>
                    <a:pt x="131" y="938"/>
                    <a:pt x="232" y="1006"/>
                    <a:pt x="351" y="1006"/>
                  </a:cubicBezTo>
                  <a:cubicBezTo>
                    <a:pt x="369" y="1006"/>
                    <a:pt x="387" y="1004"/>
                    <a:pt x="405" y="1001"/>
                  </a:cubicBezTo>
                  <a:lnTo>
                    <a:pt x="2977" y="310"/>
                  </a:lnTo>
                  <a:cubicBezTo>
                    <a:pt x="3120" y="263"/>
                    <a:pt x="3215" y="144"/>
                    <a:pt x="321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9" name="Google Shape;29719;p154"/>
            <p:cNvSpPr/>
            <p:nvPr/>
          </p:nvSpPr>
          <p:spPr>
            <a:xfrm>
              <a:off x="6322235" y="1931106"/>
              <a:ext cx="200375" cy="64742"/>
            </a:xfrm>
            <a:custGeom>
              <a:rect b="b" l="l" r="r" t="t"/>
              <a:pathLst>
                <a:path extrusionOk="0" h="2001" w="6193">
                  <a:moveTo>
                    <a:pt x="334" y="0"/>
                  </a:moveTo>
                  <a:cubicBezTo>
                    <a:pt x="143" y="0"/>
                    <a:pt x="0" y="119"/>
                    <a:pt x="0" y="286"/>
                  </a:cubicBezTo>
                  <a:lnTo>
                    <a:pt x="0" y="1738"/>
                  </a:lnTo>
                  <a:cubicBezTo>
                    <a:pt x="0" y="1881"/>
                    <a:pt x="143" y="2000"/>
                    <a:pt x="334" y="2000"/>
                  </a:cubicBezTo>
                  <a:lnTo>
                    <a:pt x="6192" y="2000"/>
                  </a:lnTo>
                  <a:lnTo>
                    <a:pt x="6192"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0" name="Google Shape;29720;p154"/>
            <p:cNvSpPr/>
            <p:nvPr/>
          </p:nvSpPr>
          <p:spPr>
            <a:xfrm>
              <a:off x="6323756" y="1963460"/>
              <a:ext cx="200375" cy="32387"/>
            </a:xfrm>
            <a:custGeom>
              <a:rect b="b" l="l" r="r" t="t"/>
              <a:pathLst>
                <a:path extrusionOk="0" h="1001" w="6193">
                  <a:moveTo>
                    <a:pt x="1" y="0"/>
                  </a:moveTo>
                  <a:lnTo>
                    <a:pt x="1" y="738"/>
                  </a:lnTo>
                  <a:cubicBezTo>
                    <a:pt x="1" y="881"/>
                    <a:pt x="144" y="1000"/>
                    <a:pt x="311" y="1000"/>
                  </a:cubicBezTo>
                  <a:lnTo>
                    <a:pt x="6193" y="1000"/>
                  </a:lnTo>
                  <a:lnTo>
                    <a:pt x="6193" y="0"/>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1" name="Google Shape;29721;p154"/>
            <p:cNvSpPr/>
            <p:nvPr/>
          </p:nvSpPr>
          <p:spPr>
            <a:xfrm>
              <a:off x="6268300" y="1931850"/>
              <a:ext cx="64742" cy="63998"/>
            </a:xfrm>
            <a:custGeom>
              <a:rect b="b" l="l" r="r" t="t"/>
              <a:pathLst>
                <a:path extrusionOk="0" h="1978" w="2001">
                  <a:moveTo>
                    <a:pt x="643" y="1"/>
                  </a:moveTo>
                  <a:cubicBezTo>
                    <a:pt x="286" y="1"/>
                    <a:pt x="0" y="263"/>
                    <a:pt x="0" y="620"/>
                  </a:cubicBezTo>
                  <a:lnTo>
                    <a:pt x="0" y="1358"/>
                  </a:lnTo>
                  <a:cubicBezTo>
                    <a:pt x="0" y="1715"/>
                    <a:pt x="286" y="1977"/>
                    <a:pt x="643" y="1977"/>
                  </a:cubicBezTo>
                  <a:lnTo>
                    <a:pt x="2001" y="1977"/>
                  </a:lnTo>
                  <a:lnTo>
                    <a:pt x="200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2" name="Google Shape;29722;p154"/>
            <p:cNvSpPr/>
            <p:nvPr/>
          </p:nvSpPr>
          <p:spPr>
            <a:xfrm>
              <a:off x="6268300" y="1963460"/>
              <a:ext cx="64742" cy="32387"/>
            </a:xfrm>
            <a:custGeom>
              <a:rect b="b" l="l" r="r" t="t"/>
              <a:pathLst>
                <a:path extrusionOk="0" h="1001" w="2001">
                  <a:moveTo>
                    <a:pt x="0" y="0"/>
                  </a:moveTo>
                  <a:lnTo>
                    <a:pt x="0" y="381"/>
                  </a:lnTo>
                  <a:cubicBezTo>
                    <a:pt x="0" y="738"/>
                    <a:pt x="286" y="1000"/>
                    <a:pt x="643" y="1000"/>
                  </a:cubicBezTo>
                  <a:lnTo>
                    <a:pt x="2001" y="1000"/>
                  </a:lnTo>
                  <a:lnTo>
                    <a:pt x="200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23" name="Google Shape;29723;p154"/>
          <p:cNvGrpSpPr/>
          <p:nvPr/>
        </p:nvGrpSpPr>
        <p:grpSpPr>
          <a:xfrm>
            <a:off x="7017988" y="1777929"/>
            <a:ext cx="348298" cy="348301"/>
            <a:chOff x="7017988" y="1930329"/>
            <a:chExt cx="348298" cy="348301"/>
          </a:xfrm>
        </p:grpSpPr>
        <p:sp>
          <p:nvSpPr>
            <p:cNvPr id="29724" name="Google Shape;29724;p154"/>
            <p:cNvSpPr/>
            <p:nvPr/>
          </p:nvSpPr>
          <p:spPr>
            <a:xfrm>
              <a:off x="7017988" y="1959610"/>
              <a:ext cx="251237" cy="319020"/>
            </a:xfrm>
            <a:custGeom>
              <a:rect b="b" l="l" r="r" t="t"/>
              <a:pathLst>
                <a:path extrusionOk="0" h="9860" w="7765">
                  <a:moveTo>
                    <a:pt x="1168" y="0"/>
                  </a:moveTo>
                  <a:cubicBezTo>
                    <a:pt x="501" y="0"/>
                    <a:pt x="1" y="524"/>
                    <a:pt x="1" y="1167"/>
                  </a:cubicBezTo>
                  <a:lnTo>
                    <a:pt x="1" y="8692"/>
                  </a:lnTo>
                  <a:cubicBezTo>
                    <a:pt x="1" y="9335"/>
                    <a:pt x="525" y="9859"/>
                    <a:pt x="1168" y="9859"/>
                  </a:cubicBezTo>
                  <a:lnTo>
                    <a:pt x="6597" y="9859"/>
                  </a:lnTo>
                  <a:cubicBezTo>
                    <a:pt x="7264" y="9859"/>
                    <a:pt x="7764" y="9335"/>
                    <a:pt x="7764" y="8692"/>
                  </a:cubicBezTo>
                  <a:lnTo>
                    <a:pt x="7764" y="1167"/>
                  </a:lnTo>
                  <a:cubicBezTo>
                    <a:pt x="7764" y="500"/>
                    <a:pt x="7240" y="0"/>
                    <a:pt x="6597"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5" name="Google Shape;29725;p154"/>
            <p:cNvSpPr/>
            <p:nvPr/>
          </p:nvSpPr>
          <p:spPr>
            <a:xfrm>
              <a:off x="7144365" y="1960354"/>
              <a:ext cx="124858" cy="318276"/>
            </a:xfrm>
            <a:custGeom>
              <a:rect b="b" l="l" r="r" t="t"/>
              <a:pathLst>
                <a:path extrusionOk="0" h="9837" w="3859">
                  <a:moveTo>
                    <a:pt x="0" y="1"/>
                  </a:moveTo>
                  <a:lnTo>
                    <a:pt x="0" y="9836"/>
                  </a:lnTo>
                  <a:lnTo>
                    <a:pt x="2691" y="9836"/>
                  </a:lnTo>
                  <a:cubicBezTo>
                    <a:pt x="3334" y="9836"/>
                    <a:pt x="3858" y="9312"/>
                    <a:pt x="3858" y="8669"/>
                  </a:cubicBezTo>
                  <a:lnTo>
                    <a:pt x="3858" y="1144"/>
                  </a:lnTo>
                  <a:cubicBezTo>
                    <a:pt x="3858" y="501"/>
                    <a:pt x="3358" y="1"/>
                    <a:pt x="2691"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6" name="Google Shape;29726;p154"/>
            <p:cNvSpPr/>
            <p:nvPr/>
          </p:nvSpPr>
          <p:spPr>
            <a:xfrm>
              <a:off x="7059596" y="1999665"/>
              <a:ext cx="169540" cy="238133"/>
            </a:xfrm>
            <a:custGeom>
              <a:rect b="b" l="l" r="r" t="t"/>
              <a:pathLst>
                <a:path extrusionOk="0" h="7360" w="5240">
                  <a:moveTo>
                    <a:pt x="310" y="1"/>
                  </a:moveTo>
                  <a:cubicBezTo>
                    <a:pt x="144" y="1"/>
                    <a:pt x="1" y="167"/>
                    <a:pt x="1" y="334"/>
                  </a:cubicBezTo>
                  <a:lnTo>
                    <a:pt x="1" y="7026"/>
                  </a:lnTo>
                  <a:cubicBezTo>
                    <a:pt x="1" y="7216"/>
                    <a:pt x="144" y="7359"/>
                    <a:pt x="310" y="7359"/>
                  </a:cubicBezTo>
                  <a:lnTo>
                    <a:pt x="4907" y="7359"/>
                  </a:lnTo>
                  <a:cubicBezTo>
                    <a:pt x="5073" y="7359"/>
                    <a:pt x="5240" y="7216"/>
                    <a:pt x="5240" y="7026"/>
                  </a:cubicBezTo>
                  <a:lnTo>
                    <a:pt x="5240" y="334"/>
                  </a:lnTo>
                  <a:cubicBezTo>
                    <a:pt x="5240" y="167"/>
                    <a:pt x="5073" y="1"/>
                    <a:pt x="4907"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7" name="Google Shape;29727;p154"/>
            <p:cNvSpPr/>
            <p:nvPr/>
          </p:nvSpPr>
          <p:spPr>
            <a:xfrm>
              <a:off x="7144365" y="2001218"/>
              <a:ext cx="84770" cy="236580"/>
            </a:xfrm>
            <a:custGeom>
              <a:rect b="b" l="l" r="r" t="t"/>
              <a:pathLst>
                <a:path extrusionOk="0" h="7312" w="2620">
                  <a:moveTo>
                    <a:pt x="0" y="0"/>
                  </a:moveTo>
                  <a:lnTo>
                    <a:pt x="0" y="7311"/>
                  </a:lnTo>
                  <a:lnTo>
                    <a:pt x="2287" y="7311"/>
                  </a:lnTo>
                  <a:cubicBezTo>
                    <a:pt x="2453" y="7311"/>
                    <a:pt x="2620" y="7168"/>
                    <a:pt x="2620" y="6978"/>
                  </a:cubicBezTo>
                  <a:lnTo>
                    <a:pt x="2620" y="286"/>
                  </a:lnTo>
                  <a:cubicBezTo>
                    <a:pt x="2620" y="143"/>
                    <a:pt x="2453" y="0"/>
                    <a:pt x="2287"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8" name="Google Shape;29728;p154"/>
            <p:cNvSpPr/>
            <p:nvPr/>
          </p:nvSpPr>
          <p:spPr>
            <a:xfrm>
              <a:off x="7086580" y="1932626"/>
              <a:ext cx="115604" cy="88653"/>
            </a:xfrm>
            <a:custGeom>
              <a:rect b="b" l="l" r="r" t="t"/>
              <a:pathLst>
                <a:path extrusionOk="0" h="2740" w="3573">
                  <a:moveTo>
                    <a:pt x="1143" y="1"/>
                  </a:moveTo>
                  <a:cubicBezTo>
                    <a:pt x="1000" y="1"/>
                    <a:pt x="881" y="96"/>
                    <a:pt x="858" y="239"/>
                  </a:cubicBezTo>
                  <a:lnTo>
                    <a:pt x="667" y="953"/>
                  </a:lnTo>
                  <a:cubicBezTo>
                    <a:pt x="262" y="1168"/>
                    <a:pt x="0" y="1572"/>
                    <a:pt x="0" y="2049"/>
                  </a:cubicBezTo>
                  <a:lnTo>
                    <a:pt x="0" y="2406"/>
                  </a:lnTo>
                  <a:cubicBezTo>
                    <a:pt x="0" y="2596"/>
                    <a:pt x="143" y="2739"/>
                    <a:pt x="310" y="2739"/>
                  </a:cubicBezTo>
                  <a:lnTo>
                    <a:pt x="3239" y="2739"/>
                  </a:lnTo>
                  <a:cubicBezTo>
                    <a:pt x="3406" y="2739"/>
                    <a:pt x="3572" y="2596"/>
                    <a:pt x="3572" y="2430"/>
                  </a:cubicBezTo>
                  <a:lnTo>
                    <a:pt x="3572" y="2049"/>
                  </a:lnTo>
                  <a:cubicBezTo>
                    <a:pt x="3572" y="1572"/>
                    <a:pt x="3287" y="1168"/>
                    <a:pt x="2882" y="953"/>
                  </a:cubicBezTo>
                  <a:lnTo>
                    <a:pt x="2691" y="239"/>
                  </a:lnTo>
                  <a:cubicBezTo>
                    <a:pt x="2668" y="96"/>
                    <a:pt x="2548" y="1"/>
                    <a:pt x="2406"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9" name="Google Shape;29729;p154"/>
            <p:cNvSpPr/>
            <p:nvPr/>
          </p:nvSpPr>
          <p:spPr>
            <a:xfrm>
              <a:off x="7144365" y="1932626"/>
              <a:ext cx="57818" cy="89429"/>
            </a:xfrm>
            <a:custGeom>
              <a:rect b="b" l="l" r="r" t="t"/>
              <a:pathLst>
                <a:path extrusionOk="0" h="2764" w="1787">
                  <a:moveTo>
                    <a:pt x="0" y="1"/>
                  </a:moveTo>
                  <a:lnTo>
                    <a:pt x="0" y="2763"/>
                  </a:lnTo>
                  <a:lnTo>
                    <a:pt x="1453" y="2763"/>
                  </a:lnTo>
                  <a:cubicBezTo>
                    <a:pt x="1620" y="2763"/>
                    <a:pt x="1786" y="2620"/>
                    <a:pt x="1786" y="2430"/>
                  </a:cubicBezTo>
                  <a:lnTo>
                    <a:pt x="1786" y="2049"/>
                  </a:lnTo>
                  <a:cubicBezTo>
                    <a:pt x="1786" y="1572"/>
                    <a:pt x="1501" y="1168"/>
                    <a:pt x="1096" y="953"/>
                  </a:cubicBezTo>
                  <a:lnTo>
                    <a:pt x="905" y="239"/>
                  </a:lnTo>
                  <a:cubicBezTo>
                    <a:pt x="882" y="96"/>
                    <a:pt x="762" y="1"/>
                    <a:pt x="62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0" name="Google Shape;29730;p154"/>
            <p:cNvSpPr/>
            <p:nvPr/>
          </p:nvSpPr>
          <p:spPr>
            <a:xfrm>
              <a:off x="7125859" y="2041272"/>
              <a:ext cx="69401" cy="20060"/>
            </a:xfrm>
            <a:custGeom>
              <a:rect b="b" l="l" r="r" t="t"/>
              <a:pathLst>
                <a:path extrusionOk="0" h="620" w="2145">
                  <a:moveTo>
                    <a:pt x="334" y="0"/>
                  </a:moveTo>
                  <a:cubicBezTo>
                    <a:pt x="144" y="0"/>
                    <a:pt x="1" y="191"/>
                    <a:pt x="25" y="358"/>
                  </a:cubicBezTo>
                  <a:cubicBezTo>
                    <a:pt x="48" y="501"/>
                    <a:pt x="215" y="620"/>
                    <a:pt x="358" y="620"/>
                  </a:cubicBezTo>
                  <a:lnTo>
                    <a:pt x="1811" y="620"/>
                  </a:lnTo>
                  <a:cubicBezTo>
                    <a:pt x="2001" y="620"/>
                    <a:pt x="2144" y="477"/>
                    <a:pt x="2120" y="262"/>
                  </a:cubicBezTo>
                  <a:cubicBezTo>
                    <a:pt x="2073" y="120"/>
                    <a:pt x="1930" y="0"/>
                    <a:pt x="1787"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1" name="Google Shape;29731;p154"/>
            <p:cNvSpPr/>
            <p:nvPr/>
          </p:nvSpPr>
          <p:spPr>
            <a:xfrm>
              <a:off x="7092727" y="2040496"/>
              <a:ext cx="21613" cy="20837"/>
            </a:xfrm>
            <a:custGeom>
              <a:rect b="b" l="l" r="r" t="t"/>
              <a:pathLst>
                <a:path extrusionOk="0" h="644" w="668">
                  <a:moveTo>
                    <a:pt x="334" y="1"/>
                  </a:moveTo>
                  <a:cubicBezTo>
                    <a:pt x="144" y="1"/>
                    <a:pt x="1" y="144"/>
                    <a:pt x="1" y="310"/>
                  </a:cubicBezTo>
                  <a:cubicBezTo>
                    <a:pt x="1" y="501"/>
                    <a:pt x="144" y="644"/>
                    <a:pt x="334" y="644"/>
                  </a:cubicBezTo>
                  <a:cubicBezTo>
                    <a:pt x="525" y="644"/>
                    <a:pt x="668" y="501"/>
                    <a:pt x="668" y="310"/>
                  </a:cubicBezTo>
                  <a:cubicBezTo>
                    <a:pt x="668" y="144"/>
                    <a:pt x="525" y="1"/>
                    <a:pt x="33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2" name="Google Shape;29732;p154"/>
            <p:cNvSpPr/>
            <p:nvPr/>
          </p:nvSpPr>
          <p:spPr>
            <a:xfrm>
              <a:off x="7125859" y="2082104"/>
              <a:ext cx="69401" cy="20060"/>
            </a:xfrm>
            <a:custGeom>
              <a:rect b="b" l="l" r="r" t="t"/>
              <a:pathLst>
                <a:path extrusionOk="0" h="620" w="2145">
                  <a:moveTo>
                    <a:pt x="334" y="1"/>
                  </a:moveTo>
                  <a:cubicBezTo>
                    <a:pt x="144" y="1"/>
                    <a:pt x="1" y="167"/>
                    <a:pt x="25" y="358"/>
                  </a:cubicBezTo>
                  <a:cubicBezTo>
                    <a:pt x="48" y="501"/>
                    <a:pt x="215" y="620"/>
                    <a:pt x="358" y="620"/>
                  </a:cubicBezTo>
                  <a:lnTo>
                    <a:pt x="1811" y="620"/>
                  </a:lnTo>
                  <a:cubicBezTo>
                    <a:pt x="2001" y="620"/>
                    <a:pt x="2144" y="477"/>
                    <a:pt x="2120" y="263"/>
                  </a:cubicBezTo>
                  <a:cubicBezTo>
                    <a:pt x="2073" y="120"/>
                    <a:pt x="1930" y="1"/>
                    <a:pt x="1787"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3" name="Google Shape;29733;p154"/>
            <p:cNvSpPr/>
            <p:nvPr/>
          </p:nvSpPr>
          <p:spPr>
            <a:xfrm>
              <a:off x="7092727" y="2081327"/>
              <a:ext cx="21613" cy="21613"/>
            </a:xfrm>
            <a:custGeom>
              <a:rect b="b" l="l" r="r" t="t"/>
              <a:pathLst>
                <a:path extrusionOk="0" h="668" w="668">
                  <a:moveTo>
                    <a:pt x="334" y="1"/>
                  </a:moveTo>
                  <a:cubicBezTo>
                    <a:pt x="144" y="1"/>
                    <a:pt x="1" y="168"/>
                    <a:pt x="1" y="334"/>
                  </a:cubicBezTo>
                  <a:cubicBezTo>
                    <a:pt x="1" y="525"/>
                    <a:pt x="144" y="668"/>
                    <a:pt x="334" y="668"/>
                  </a:cubicBezTo>
                  <a:cubicBezTo>
                    <a:pt x="525" y="668"/>
                    <a:pt x="668" y="525"/>
                    <a:pt x="668" y="334"/>
                  </a:cubicBezTo>
                  <a:cubicBezTo>
                    <a:pt x="668" y="168"/>
                    <a:pt x="525" y="1"/>
                    <a:pt x="33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4" name="Google Shape;29734;p154"/>
            <p:cNvSpPr/>
            <p:nvPr/>
          </p:nvSpPr>
          <p:spPr>
            <a:xfrm>
              <a:off x="7125859" y="2122158"/>
              <a:ext cx="69401" cy="20092"/>
            </a:xfrm>
            <a:custGeom>
              <a:rect b="b" l="l" r="r" t="t"/>
              <a:pathLst>
                <a:path extrusionOk="0" h="621" w="2145">
                  <a:moveTo>
                    <a:pt x="334" y="1"/>
                  </a:moveTo>
                  <a:cubicBezTo>
                    <a:pt x="144" y="1"/>
                    <a:pt x="1" y="192"/>
                    <a:pt x="25" y="358"/>
                  </a:cubicBezTo>
                  <a:cubicBezTo>
                    <a:pt x="48" y="501"/>
                    <a:pt x="215" y="620"/>
                    <a:pt x="358" y="620"/>
                  </a:cubicBezTo>
                  <a:lnTo>
                    <a:pt x="1811" y="620"/>
                  </a:lnTo>
                  <a:cubicBezTo>
                    <a:pt x="2001" y="620"/>
                    <a:pt x="2144" y="477"/>
                    <a:pt x="2120" y="263"/>
                  </a:cubicBezTo>
                  <a:cubicBezTo>
                    <a:pt x="2073" y="120"/>
                    <a:pt x="1930" y="1"/>
                    <a:pt x="1787"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5" name="Google Shape;29735;p154"/>
            <p:cNvSpPr/>
            <p:nvPr/>
          </p:nvSpPr>
          <p:spPr>
            <a:xfrm>
              <a:off x="7092727" y="2122158"/>
              <a:ext cx="21613" cy="20837"/>
            </a:xfrm>
            <a:custGeom>
              <a:rect b="b" l="l" r="r" t="t"/>
              <a:pathLst>
                <a:path extrusionOk="0" h="644" w="668">
                  <a:moveTo>
                    <a:pt x="334" y="1"/>
                  </a:moveTo>
                  <a:cubicBezTo>
                    <a:pt x="144" y="1"/>
                    <a:pt x="1" y="144"/>
                    <a:pt x="1" y="334"/>
                  </a:cubicBezTo>
                  <a:cubicBezTo>
                    <a:pt x="1" y="501"/>
                    <a:pt x="144" y="644"/>
                    <a:pt x="334" y="644"/>
                  </a:cubicBezTo>
                  <a:cubicBezTo>
                    <a:pt x="525" y="644"/>
                    <a:pt x="668" y="501"/>
                    <a:pt x="668" y="334"/>
                  </a:cubicBezTo>
                  <a:cubicBezTo>
                    <a:pt x="668" y="144"/>
                    <a:pt x="525" y="1"/>
                    <a:pt x="33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6" name="Google Shape;29736;p154"/>
            <p:cNvSpPr/>
            <p:nvPr/>
          </p:nvSpPr>
          <p:spPr>
            <a:xfrm>
              <a:off x="7125859" y="2163766"/>
              <a:ext cx="69401" cy="20092"/>
            </a:xfrm>
            <a:custGeom>
              <a:rect b="b" l="l" r="r" t="t"/>
              <a:pathLst>
                <a:path extrusionOk="0" h="621" w="2145">
                  <a:moveTo>
                    <a:pt x="334" y="1"/>
                  </a:moveTo>
                  <a:cubicBezTo>
                    <a:pt x="144" y="1"/>
                    <a:pt x="1" y="168"/>
                    <a:pt x="25" y="358"/>
                  </a:cubicBezTo>
                  <a:cubicBezTo>
                    <a:pt x="48" y="501"/>
                    <a:pt x="215" y="620"/>
                    <a:pt x="358" y="620"/>
                  </a:cubicBezTo>
                  <a:lnTo>
                    <a:pt x="1811" y="620"/>
                  </a:lnTo>
                  <a:cubicBezTo>
                    <a:pt x="2001" y="620"/>
                    <a:pt x="2144" y="453"/>
                    <a:pt x="2120" y="263"/>
                  </a:cubicBezTo>
                  <a:cubicBezTo>
                    <a:pt x="2073" y="120"/>
                    <a:pt x="1930" y="1"/>
                    <a:pt x="1787"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7" name="Google Shape;29737;p154"/>
            <p:cNvSpPr/>
            <p:nvPr/>
          </p:nvSpPr>
          <p:spPr>
            <a:xfrm>
              <a:off x="7144365" y="2041272"/>
              <a:ext cx="50894" cy="20060"/>
            </a:xfrm>
            <a:custGeom>
              <a:rect b="b" l="l" r="r" t="t"/>
              <a:pathLst>
                <a:path extrusionOk="0" h="620" w="1573">
                  <a:moveTo>
                    <a:pt x="0" y="0"/>
                  </a:moveTo>
                  <a:lnTo>
                    <a:pt x="0" y="620"/>
                  </a:lnTo>
                  <a:lnTo>
                    <a:pt x="1239" y="620"/>
                  </a:lnTo>
                  <a:cubicBezTo>
                    <a:pt x="1429" y="620"/>
                    <a:pt x="1572" y="477"/>
                    <a:pt x="1548" y="262"/>
                  </a:cubicBezTo>
                  <a:cubicBezTo>
                    <a:pt x="1548" y="120"/>
                    <a:pt x="1382" y="0"/>
                    <a:pt x="1239"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8" name="Google Shape;29738;p154"/>
            <p:cNvSpPr/>
            <p:nvPr/>
          </p:nvSpPr>
          <p:spPr>
            <a:xfrm>
              <a:off x="7144365" y="2082104"/>
              <a:ext cx="50894" cy="20060"/>
            </a:xfrm>
            <a:custGeom>
              <a:rect b="b" l="l" r="r" t="t"/>
              <a:pathLst>
                <a:path extrusionOk="0" h="620" w="1573">
                  <a:moveTo>
                    <a:pt x="0" y="1"/>
                  </a:moveTo>
                  <a:lnTo>
                    <a:pt x="0" y="620"/>
                  </a:lnTo>
                  <a:lnTo>
                    <a:pt x="1239" y="620"/>
                  </a:lnTo>
                  <a:cubicBezTo>
                    <a:pt x="1429" y="620"/>
                    <a:pt x="1572" y="477"/>
                    <a:pt x="1548" y="263"/>
                  </a:cubicBezTo>
                  <a:cubicBezTo>
                    <a:pt x="1548" y="120"/>
                    <a:pt x="1382" y="1"/>
                    <a:pt x="1239"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9" name="Google Shape;29739;p154"/>
            <p:cNvSpPr/>
            <p:nvPr/>
          </p:nvSpPr>
          <p:spPr>
            <a:xfrm>
              <a:off x="7144365" y="2122158"/>
              <a:ext cx="50894" cy="20092"/>
            </a:xfrm>
            <a:custGeom>
              <a:rect b="b" l="l" r="r" t="t"/>
              <a:pathLst>
                <a:path extrusionOk="0" h="621" w="1573">
                  <a:moveTo>
                    <a:pt x="0" y="1"/>
                  </a:moveTo>
                  <a:lnTo>
                    <a:pt x="0" y="620"/>
                  </a:lnTo>
                  <a:lnTo>
                    <a:pt x="1239" y="620"/>
                  </a:lnTo>
                  <a:cubicBezTo>
                    <a:pt x="1429" y="620"/>
                    <a:pt x="1572" y="477"/>
                    <a:pt x="1548" y="263"/>
                  </a:cubicBezTo>
                  <a:cubicBezTo>
                    <a:pt x="1548" y="120"/>
                    <a:pt x="1382" y="1"/>
                    <a:pt x="1239"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0" name="Google Shape;29740;p154"/>
            <p:cNvSpPr/>
            <p:nvPr/>
          </p:nvSpPr>
          <p:spPr>
            <a:xfrm>
              <a:off x="7144365" y="2163022"/>
              <a:ext cx="50894" cy="20060"/>
            </a:xfrm>
            <a:custGeom>
              <a:rect b="b" l="l" r="r" t="t"/>
              <a:pathLst>
                <a:path extrusionOk="0" h="620" w="1573">
                  <a:moveTo>
                    <a:pt x="0" y="0"/>
                  </a:moveTo>
                  <a:lnTo>
                    <a:pt x="0" y="619"/>
                  </a:lnTo>
                  <a:lnTo>
                    <a:pt x="1239" y="619"/>
                  </a:lnTo>
                  <a:cubicBezTo>
                    <a:pt x="1429" y="619"/>
                    <a:pt x="1572" y="476"/>
                    <a:pt x="1548" y="262"/>
                  </a:cubicBezTo>
                  <a:cubicBezTo>
                    <a:pt x="1548" y="119"/>
                    <a:pt x="1382" y="0"/>
                    <a:pt x="1239"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1" name="Google Shape;29741;p154"/>
            <p:cNvSpPr/>
            <p:nvPr/>
          </p:nvSpPr>
          <p:spPr>
            <a:xfrm>
              <a:off x="7092727" y="2163022"/>
              <a:ext cx="21613" cy="20837"/>
            </a:xfrm>
            <a:custGeom>
              <a:rect b="b" l="l" r="r" t="t"/>
              <a:pathLst>
                <a:path extrusionOk="0" h="644" w="668">
                  <a:moveTo>
                    <a:pt x="334" y="0"/>
                  </a:moveTo>
                  <a:cubicBezTo>
                    <a:pt x="144" y="0"/>
                    <a:pt x="1" y="143"/>
                    <a:pt x="1" y="310"/>
                  </a:cubicBezTo>
                  <a:cubicBezTo>
                    <a:pt x="1" y="500"/>
                    <a:pt x="144" y="643"/>
                    <a:pt x="334" y="643"/>
                  </a:cubicBezTo>
                  <a:cubicBezTo>
                    <a:pt x="525" y="643"/>
                    <a:pt x="668" y="500"/>
                    <a:pt x="668" y="310"/>
                  </a:cubicBezTo>
                  <a:cubicBezTo>
                    <a:pt x="668" y="143"/>
                    <a:pt x="525" y="0"/>
                    <a:pt x="334"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2" name="Google Shape;29742;p154"/>
            <p:cNvSpPr/>
            <p:nvPr/>
          </p:nvSpPr>
          <p:spPr>
            <a:xfrm>
              <a:off x="7299991" y="1930329"/>
              <a:ext cx="65551" cy="104054"/>
            </a:xfrm>
            <a:custGeom>
              <a:rect b="b" l="l" r="r" t="t"/>
              <a:pathLst>
                <a:path extrusionOk="0" h="3216" w="2026">
                  <a:moveTo>
                    <a:pt x="1001" y="0"/>
                  </a:moveTo>
                  <a:cubicBezTo>
                    <a:pt x="858" y="0"/>
                    <a:pt x="739" y="95"/>
                    <a:pt x="715" y="238"/>
                  </a:cubicBezTo>
                  <a:lnTo>
                    <a:pt x="25" y="2810"/>
                  </a:lnTo>
                  <a:cubicBezTo>
                    <a:pt x="1" y="2953"/>
                    <a:pt x="72" y="3072"/>
                    <a:pt x="191" y="3168"/>
                  </a:cubicBezTo>
                  <a:cubicBezTo>
                    <a:pt x="239" y="3215"/>
                    <a:pt x="287" y="3215"/>
                    <a:pt x="358" y="3215"/>
                  </a:cubicBezTo>
                  <a:lnTo>
                    <a:pt x="1692" y="3215"/>
                  </a:lnTo>
                  <a:cubicBezTo>
                    <a:pt x="1787" y="3215"/>
                    <a:pt x="1906" y="3191"/>
                    <a:pt x="1930" y="3072"/>
                  </a:cubicBezTo>
                  <a:cubicBezTo>
                    <a:pt x="2001" y="3025"/>
                    <a:pt x="2025" y="2906"/>
                    <a:pt x="2001" y="2810"/>
                  </a:cubicBezTo>
                  <a:lnTo>
                    <a:pt x="1311" y="238"/>
                  </a:lnTo>
                  <a:cubicBezTo>
                    <a:pt x="1287" y="95"/>
                    <a:pt x="1168" y="0"/>
                    <a:pt x="1001"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3" name="Google Shape;29743;p154"/>
            <p:cNvSpPr/>
            <p:nvPr/>
          </p:nvSpPr>
          <p:spPr>
            <a:xfrm>
              <a:off x="7333899" y="1930329"/>
              <a:ext cx="32387" cy="104054"/>
            </a:xfrm>
            <a:custGeom>
              <a:rect b="b" l="l" r="r" t="t"/>
              <a:pathLst>
                <a:path extrusionOk="0" h="3216" w="1001">
                  <a:moveTo>
                    <a:pt x="1" y="0"/>
                  </a:moveTo>
                  <a:lnTo>
                    <a:pt x="1" y="3191"/>
                  </a:lnTo>
                  <a:lnTo>
                    <a:pt x="644" y="3191"/>
                  </a:lnTo>
                  <a:lnTo>
                    <a:pt x="644" y="3215"/>
                  </a:lnTo>
                  <a:cubicBezTo>
                    <a:pt x="715" y="3215"/>
                    <a:pt x="763" y="3215"/>
                    <a:pt x="834" y="3168"/>
                  </a:cubicBezTo>
                  <a:cubicBezTo>
                    <a:pt x="953" y="3072"/>
                    <a:pt x="1001" y="2953"/>
                    <a:pt x="977" y="2810"/>
                  </a:cubicBezTo>
                  <a:lnTo>
                    <a:pt x="287" y="238"/>
                  </a:lnTo>
                  <a:cubicBezTo>
                    <a:pt x="263" y="95"/>
                    <a:pt x="144"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4" name="Google Shape;29744;p154"/>
            <p:cNvSpPr/>
            <p:nvPr/>
          </p:nvSpPr>
          <p:spPr>
            <a:xfrm>
              <a:off x="7300768" y="2025095"/>
              <a:ext cx="64775" cy="200375"/>
            </a:xfrm>
            <a:custGeom>
              <a:rect b="b" l="l" r="r" t="t"/>
              <a:pathLst>
                <a:path extrusionOk="0" h="6193" w="2002">
                  <a:moveTo>
                    <a:pt x="1" y="0"/>
                  </a:moveTo>
                  <a:lnTo>
                    <a:pt x="1" y="5859"/>
                  </a:lnTo>
                  <a:cubicBezTo>
                    <a:pt x="1" y="6025"/>
                    <a:pt x="120" y="6192"/>
                    <a:pt x="286" y="6192"/>
                  </a:cubicBezTo>
                  <a:lnTo>
                    <a:pt x="1739" y="6192"/>
                  </a:lnTo>
                  <a:cubicBezTo>
                    <a:pt x="1882" y="6192"/>
                    <a:pt x="2001" y="6025"/>
                    <a:pt x="2001" y="5859"/>
                  </a:cubicBezTo>
                  <a:lnTo>
                    <a:pt x="2001"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5" name="Google Shape;29745;p154"/>
            <p:cNvSpPr/>
            <p:nvPr/>
          </p:nvSpPr>
          <p:spPr>
            <a:xfrm>
              <a:off x="7333122" y="2024319"/>
              <a:ext cx="32420" cy="200375"/>
            </a:xfrm>
            <a:custGeom>
              <a:rect b="b" l="l" r="r" t="t"/>
              <a:pathLst>
                <a:path extrusionOk="0" h="6193" w="1002">
                  <a:moveTo>
                    <a:pt x="1" y="1"/>
                  </a:moveTo>
                  <a:lnTo>
                    <a:pt x="1" y="6192"/>
                  </a:lnTo>
                  <a:lnTo>
                    <a:pt x="739" y="6192"/>
                  </a:lnTo>
                  <a:cubicBezTo>
                    <a:pt x="882" y="6192"/>
                    <a:pt x="1001" y="6026"/>
                    <a:pt x="1001" y="5859"/>
                  </a:cubicBezTo>
                  <a:lnTo>
                    <a:pt x="1001" y="1"/>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6" name="Google Shape;29746;p154"/>
            <p:cNvSpPr/>
            <p:nvPr/>
          </p:nvSpPr>
          <p:spPr>
            <a:xfrm>
              <a:off x="7300768" y="2213851"/>
              <a:ext cx="64775" cy="64775"/>
            </a:xfrm>
            <a:custGeom>
              <a:rect b="b" l="l" r="r" t="t"/>
              <a:pathLst>
                <a:path extrusionOk="0" h="2002" w="2002">
                  <a:moveTo>
                    <a:pt x="1" y="1"/>
                  </a:moveTo>
                  <a:lnTo>
                    <a:pt x="1" y="1358"/>
                  </a:lnTo>
                  <a:cubicBezTo>
                    <a:pt x="1" y="1716"/>
                    <a:pt x="263" y="2001"/>
                    <a:pt x="644" y="2001"/>
                  </a:cubicBezTo>
                  <a:lnTo>
                    <a:pt x="1382" y="2001"/>
                  </a:lnTo>
                  <a:cubicBezTo>
                    <a:pt x="1739" y="2001"/>
                    <a:pt x="2001" y="1716"/>
                    <a:pt x="2001" y="1358"/>
                  </a:cubicBezTo>
                  <a:lnTo>
                    <a:pt x="200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7" name="Google Shape;29747;p154"/>
            <p:cNvSpPr/>
            <p:nvPr/>
          </p:nvSpPr>
          <p:spPr>
            <a:xfrm>
              <a:off x="7333122" y="2213851"/>
              <a:ext cx="32420" cy="64775"/>
            </a:xfrm>
            <a:custGeom>
              <a:rect b="b" l="l" r="r" t="t"/>
              <a:pathLst>
                <a:path extrusionOk="0" h="2002" w="1002">
                  <a:moveTo>
                    <a:pt x="1" y="1"/>
                  </a:moveTo>
                  <a:lnTo>
                    <a:pt x="1" y="2001"/>
                  </a:lnTo>
                  <a:lnTo>
                    <a:pt x="382" y="2001"/>
                  </a:lnTo>
                  <a:cubicBezTo>
                    <a:pt x="739" y="2001"/>
                    <a:pt x="1001" y="1716"/>
                    <a:pt x="1001" y="1358"/>
                  </a:cubicBezTo>
                  <a:lnTo>
                    <a:pt x="100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8" name="Google Shape;29748;p154"/>
          <p:cNvGrpSpPr/>
          <p:nvPr/>
        </p:nvGrpSpPr>
        <p:grpSpPr>
          <a:xfrm>
            <a:off x="7775410" y="1779450"/>
            <a:ext cx="332897" cy="346781"/>
            <a:chOff x="7775410" y="1931850"/>
            <a:chExt cx="332897" cy="346781"/>
          </a:xfrm>
        </p:grpSpPr>
        <p:sp>
          <p:nvSpPr>
            <p:cNvPr id="29749" name="Google Shape;29749;p154"/>
            <p:cNvSpPr/>
            <p:nvPr/>
          </p:nvSpPr>
          <p:spPr>
            <a:xfrm>
              <a:off x="7775410" y="2072850"/>
              <a:ext cx="62445" cy="61701"/>
            </a:xfrm>
            <a:custGeom>
              <a:rect b="b" l="l" r="r" t="t"/>
              <a:pathLst>
                <a:path extrusionOk="0" h="1907" w="1930">
                  <a:moveTo>
                    <a:pt x="977" y="1"/>
                  </a:moveTo>
                  <a:cubicBezTo>
                    <a:pt x="429" y="1"/>
                    <a:pt x="0" y="453"/>
                    <a:pt x="0" y="953"/>
                  </a:cubicBezTo>
                  <a:cubicBezTo>
                    <a:pt x="0" y="1501"/>
                    <a:pt x="453" y="1906"/>
                    <a:pt x="977" y="1906"/>
                  </a:cubicBezTo>
                  <a:lnTo>
                    <a:pt x="1596" y="1906"/>
                  </a:lnTo>
                  <a:cubicBezTo>
                    <a:pt x="1739" y="1906"/>
                    <a:pt x="1882" y="1763"/>
                    <a:pt x="1929" y="1644"/>
                  </a:cubicBezTo>
                  <a:cubicBezTo>
                    <a:pt x="1929" y="1477"/>
                    <a:pt x="1763" y="1311"/>
                    <a:pt x="1596" y="1311"/>
                  </a:cubicBezTo>
                  <a:lnTo>
                    <a:pt x="977" y="1311"/>
                  </a:lnTo>
                  <a:cubicBezTo>
                    <a:pt x="786" y="1311"/>
                    <a:pt x="643" y="1168"/>
                    <a:pt x="643" y="1001"/>
                  </a:cubicBezTo>
                  <a:cubicBezTo>
                    <a:pt x="643" y="811"/>
                    <a:pt x="786" y="668"/>
                    <a:pt x="977" y="668"/>
                  </a:cubicBezTo>
                  <a:lnTo>
                    <a:pt x="1596" y="668"/>
                  </a:lnTo>
                  <a:cubicBezTo>
                    <a:pt x="1763" y="668"/>
                    <a:pt x="1929" y="525"/>
                    <a:pt x="1929" y="334"/>
                  </a:cubicBezTo>
                  <a:cubicBezTo>
                    <a:pt x="1929" y="168"/>
                    <a:pt x="1763" y="1"/>
                    <a:pt x="1596"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0" name="Google Shape;29750;p154"/>
            <p:cNvSpPr/>
            <p:nvPr/>
          </p:nvSpPr>
          <p:spPr>
            <a:xfrm>
              <a:off x="7775410" y="1964981"/>
              <a:ext cx="62445" cy="61701"/>
            </a:xfrm>
            <a:custGeom>
              <a:rect b="b" l="l" r="r" t="t"/>
              <a:pathLst>
                <a:path extrusionOk="0" h="1907" w="1930">
                  <a:moveTo>
                    <a:pt x="977" y="1"/>
                  </a:moveTo>
                  <a:cubicBezTo>
                    <a:pt x="429" y="1"/>
                    <a:pt x="0" y="453"/>
                    <a:pt x="0" y="953"/>
                  </a:cubicBezTo>
                  <a:cubicBezTo>
                    <a:pt x="0" y="1501"/>
                    <a:pt x="453" y="1906"/>
                    <a:pt x="977" y="1906"/>
                  </a:cubicBezTo>
                  <a:lnTo>
                    <a:pt x="1596" y="1906"/>
                  </a:lnTo>
                  <a:cubicBezTo>
                    <a:pt x="1739" y="1906"/>
                    <a:pt x="1882" y="1763"/>
                    <a:pt x="1929" y="1644"/>
                  </a:cubicBezTo>
                  <a:cubicBezTo>
                    <a:pt x="1929" y="1477"/>
                    <a:pt x="1763" y="1311"/>
                    <a:pt x="1596" y="1311"/>
                  </a:cubicBezTo>
                  <a:lnTo>
                    <a:pt x="977" y="1311"/>
                  </a:lnTo>
                  <a:cubicBezTo>
                    <a:pt x="786" y="1311"/>
                    <a:pt x="643" y="1168"/>
                    <a:pt x="643" y="1001"/>
                  </a:cubicBezTo>
                  <a:cubicBezTo>
                    <a:pt x="643" y="811"/>
                    <a:pt x="786" y="668"/>
                    <a:pt x="977" y="668"/>
                  </a:cubicBezTo>
                  <a:lnTo>
                    <a:pt x="1596" y="668"/>
                  </a:lnTo>
                  <a:cubicBezTo>
                    <a:pt x="1763" y="668"/>
                    <a:pt x="1929" y="525"/>
                    <a:pt x="1929" y="334"/>
                  </a:cubicBezTo>
                  <a:cubicBezTo>
                    <a:pt x="1929" y="168"/>
                    <a:pt x="1763" y="1"/>
                    <a:pt x="1596"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1" name="Google Shape;29751;p154"/>
            <p:cNvSpPr/>
            <p:nvPr/>
          </p:nvSpPr>
          <p:spPr>
            <a:xfrm>
              <a:off x="7775410" y="2183049"/>
              <a:ext cx="62445" cy="61669"/>
            </a:xfrm>
            <a:custGeom>
              <a:rect b="b" l="l" r="r" t="t"/>
              <a:pathLst>
                <a:path extrusionOk="0" h="1906" w="1930">
                  <a:moveTo>
                    <a:pt x="977" y="0"/>
                  </a:moveTo>
                  <a:cubicBezTo>
                    <a:pt x="429" y="0"/>
                    <a:pt x="0" y="453"/>
                    <a:pt x="0" y="953"/>
                  </a:cubicBezTo>
                  <a:cubicBezTo>
                    <a:pt x="0" y="1477"/>
                    <a:pt x="453" y="1905"/>
                    <a:pt x="977" y="1905"/>
                  </a:cubicBezTo>
                  <a:lnTo>
                    <a:pt x="1596" y="1905"/>
                  </a:lnTo>
                  <a:cubicBezTo>
                    <a:pt x="1739" y="1905"/>
                    <a:pt x="1882" y="1763"/>
                    <a:pt x="1929" y="1644"/>
                  </a:cubicBezTo>
                  <a:cubicBezTo>
                    <a:pt x="1929" y="1453"/>
                    <a:pt x="1763" y="1310"/>
                    <a:pt x="1596" y="1310"/>
                  </a:cubicBezTo>
                  <a:lnTo>
                    <a:pt x="977" y="1310"/>
                  </a:lnTo>
                  <a:cubicBezTo>
                    <a:pt x="786" y="1310"/>
                    <a:pt x="643" y="1167"/>
                    <a:pt x="643" y="977"/>
                  </a:cubicBezTo>
                  <a:cubicBezTo>
                    <a:pt x="643" y="810"/>
                    <a:pt x="786" y="643"/>
                    <a:pt x="977" y="643"/>
                  </a:cubicBezTo>
                  <a:lnTo>
                    <a:pt x="1596" y="643"/>
                  </a:lnTo>
                  <a:cubicBezTo>
                    <a:pt x="1763" y="643"/>
                    <a:pt x="1929" y="500"/>
                    <a:pt x="1929" y="334"/>
                  </a:cubicBezTo>
                  <a:cubicBezTo>
                    <a:pt x="1929" y="143"/>
                    <a:pt x="1763" y="0"/>
                    <a:pt x="159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2" name="Google Shape;29752;p154"/>
            <p:cNvSpPr/>
            <p:nvPr/>
          </p:nvSpPr>
          <p:spPr>
            <a:xfrm>
              <a:off x="7816241" y="1931850"/>
              <a:ext cx="61669" cy="346781"/>
            </a:xfrm>
            <a:custGeom>
              <a:rect b="b" l="l" r="r" t="t"/>
              <a:pathLst>
                <a:path extrusionOk="0" h="10718" w="1906">
                  <a:moveTo>
                    <a:pt x="1168" y="1"/>
                  </a:moveTo>
                  <a:cubicBezTo>
                    <a:pt x="501" y="1"/>
                    <a:pt x="1" y="525"/>
                    <a:pt x="1" y="1144"/>
                  </a:cubicBezTo>
                  <a:lnTo>
                    <a:pt x="1" y="9550"/>
                  </a:lnTo>
                  <a:cubicBezTo>
                    <a:pt x="1" y="10193"/>
                    <a:pt x="548" y="10717"/>
                    <a:pt x="1168" y="10717"/>
                  </a:cubicBezTo>
                  <a:lnTo>
                    <a:pt x="1572" y="10717"/>
                  </a:lnTo>
                  <a:cubicBezTo>
                    <a:pt x="1763" y="10717"/>
                    <a:pt x="1882" y="10551"/>
                    <a:pt x="1906" y="10384"/>
                  </a:cubicBezTo>
                  <a:lnTo>
                    <a:pt x="1906" y="310"/>
                  </a:lnTo>
                  <a:cubicBezTo>
                    <a:pt x="1906" y="144"/>
                    <a:pt x="1763" y="1"/>
                    <a:pt x="1572"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3" name="Google Shape;29753;p154"/>
            <p:cNvSpPr/>
            <p:nvPr/>
          </p:nvSpPr>
          <p:spPr>
            <a:xfrm>
              <a:off x="8046638" y="1931850"/>
              <a:ext cx="61669" cy="150289"/>
            </a:xfrm>
            <a:custGeom>
              <a:rect b="b" l="l" r="r" t="t"/>
              <a:pathLst>
                <a:path extrusionOk="0" h="4645" w="1906">
                  <a:moveTo>
                    <a:pt x="334" y="1"/>
                  </a:moveTo>
                  <a:cubicBezTo>
                    <a:pt x="143" y="1"/>
                    <a:pt x="0" y="144"/>
                    <a:pt x="0" y="310"/>
                  </a:cubicBezTo>
                  <a:lnTo>
                    <a:pt x="0" y="4311"/>
                  </a:lnTo>
                  <a:cubicBezTo>
                    <a:pt x="0" y="4478"/>
                    <a:pt x="143" y="4645"/>
                    <a:pt x="334" y="4645"/>
                  </a:cubicBezTo>
                  <a:lnTo>
                    <a:pt x="1572" y="4645"/>
                  </a:lnTo>
                  <a:cubicBezTo>
                    <a:pt x="1715" y="4645"/>
                    <a:pt x="1881" y="4478"/>
                    <a:pt x="1905" y="4311"/>
                  </a:cubicBezTo>
                  <a:lnTo>
                    <a:pt x="1905" y="1573"/>
                  </a:lnTo>
                  <a:cubicBezTo>
                    <a:pt x="1905" y="715"/>
                    <a:pt x="1191" y="1"/>
                    <a:pt x="334"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4" name="Google Shape;29754;p154"/>
            <p:cNvSpPr/>
            <p:nvPr/>
          </p:nvSpPr>
          <p:spPr>
            <a:xfrm>
              <a:off x="8046638" y="2012768"/>
              <a:ext cx="61669" cy="150289"/>
            </a:xfrm>
            <a:custGeom>
              <a:rect b="b" l="l" r="r" t="t"/>
              <a:pathLst>
                <a:path extrusionOk="0" h="4645" w="1906">
                  <a:moveTo>
                    <a:pt x="334" y="0"/>
                  </a:moveTo>
                  <a:cubicBezTo>
                    <a:pt x="143" y="0"/>
                    <a:pt x="0" y="143"/>
                    <a:pt x="0" y="310"/>
                  </a:cubicBezTo>
                  <a:lnTo>
                    <a:pt x="0" y="4311"/>
                  </a:lnTo>
                  <a:cubicBezTo>
                    <a:pt x="0" y="4477"/>
                    <a:pt x="143" y="4644"/>
                    <a:pt x="334" y="4644"/>
                  </a:cubicBezTo>
                  <a:lnTo>
                    <a:pt x="1572" y="4644"/>
                  </a:lnTo>
                  <a:cubicBezTo>
                    <a:pt x="1715" y="4644"/>
                    <a:pt x="1881" y="4477"/>
                    <a:pt x="1905" y="4311"/>
                  </a:cubicBezTo>
                  <a:lnTo>
                    <a:pt x="1905" y="1572"/>
                  </a:lnTo>
                  <a:cubicBezTo>
                    <a:pt x="1905" y="715"/>
                    <a:pt x="1191" y="0"/>
                    <a:pt x="334"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5" name="Google Shape;29755;p154"/>
            <p:cNvSpPr/>
            <p:nvPr/>
          </p:nvSpPr>
          <p:spPr>
            <a:xfrm>
              <a:off x="8046638" y="2094431"/>
              <a:ext cx="61669" cy="184197"/>
            </a:xfrm>
            <a:custGeom>
              <a:rect b="b" l="l" r="r" t="t"/>
              <a:pathLst>
                <a:path extrusionOk="0" h="5693" w="1906">
                  <a:moveTo>
                    <a:pt x="334" y="1"/>
                  </a:moveTo>
                  <a:cubicBezTo>
                    <a:pt x="143" y="1"/>
                    <a:pt x="0" y="144"/>
                    <a:pt x="0" y="334"/>
                  </a:cubicBezTo>
                  <a:lnTo>
                    <a:pt x="0" y="5359"/>
                  </a:lnTo>
                  <a:cubicBezTo>
                    <a:pt x="0" y="5526"/>
                    <a:pt x="143" y="5692"/>
                    <a:pt x="334" y="5692"/>
                  </a:cubicBezTo>
                  <a:lnTo>
                    <a:pt x="1572" y="5692"/>
                  </a:lnTo>
                  <a:cubicBezTo>
                    <a:pt x="1715" y="5692"/>
                    <a:pt x="1881" y="5526"/>
                    <a:pt x="1905" y="5359"/>
                  </a:cubicBezTo>
                  <a:lnTo>
                    <a:pt x="1905" y="1572"/>
                  </a:lnTo>
                  <a:cubicBezTo>
                    <a:pt x="1905" y="715"/>
                    <a:pt x="1191" y="1"/>
                    <a:pt x="334"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6" name="Google Shape;29756;p154"/>
            <p:cNvSpPr/>
            <p:nvPr/>
          </p:nvSpPr>
          <p:spPr>
            <a:xfrm>
              <a:off x="8046638" y="2175349"/>
              <a:ext cx="61669" cy="103277"/>
            </a:xfrm>
            <a:custGeom>
              <a:rect b="b" l="l" r="r" t="t"/>
              <a:pathLst>
                <a:path extrusionOk="0" h="3192" w="1906">
                  <a:moveTo>
                    <a:pt x="334" y="0"/>
                  </a:moveTo>
                  <a:cubicBezTo>
                    <a:pt x="143" y="0"/>
                    <a:pt x="0" y="143"/>
                    <a:pt x="0" y="334"/>
                  </a:cubicBezTo>
                  <a:lnTo>
                    <a:pt x="0" y="2858"/>
                  </a:lnTo>
                  <a:cubicBezTo>
                    <a:pt x="0" y="3025"/>
                    <a:pt x="143" y="3191"/>
                    <a:pt x="334" y="3191"/>
                  </a:cubicBezTo>
                  <a:lnTo>
                    <a:pt x="1572" y="3191"/>
                  </a:lnTo>
                  <a:cubicBezTo>
                    <a:pt x="1715" y="3191"/>
                    <a:pt x="1881" y="3025"/>
                    <a:pt x="1905" y="2834"/>
                  </a:cubicBezTo>
                  <a:lnTo>
                    <a:pt x="1905" y="1572"/>
                  </a:lnTo>
                  <a:cubicBezTo>
                    <a:pt x="1905" y="715"/>
                    <a:pt x="1191" y="0"/>
                    <a:pt x="334"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7" name="Google Shape;29757;p154"/>
            <p:cNvSpPr/>
            <p:nvPr/>
          </p:nvSpPr>
          <p:spPr>
            <a:xfrm>
              <a:off x="7867103" y="1931850"/>
              <a:ext cx="190344" cy="346781"/>
            </a:xfrm>
            <a:custGeom>
              <a:rect b="b" l="l" r="r" t="t"/>
              <a:pathLst>
                <a:path extrusionOk="0" h="10718" w="5883">
                  <a:moveTo>
                    <a:pt x="0" y="1"/>
                  </a:moveTo>
                  <a:lnTo>
                    <a:pt x="0" y="10717"/>
                  </a:lnTo>
                  <a:lnTo>
                    <a:pt x="5883" y="10717"/>
                  </a:lnTo>
                  <a:lnTo>
                    <a:pt x="588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8" name="Google Shape;29758;p154"/>
            <p:cNvSpPr/>
            <p:nvPr/>
          </p:nvSpPr>
          <p:spPr>
            <a:xfrm>
              <a:off x="7961869" y="1931850"/>
              <a:ext cx="94024" cy="346781"/>
            </a:xfrm>
            <a:custGeom>
              <a:rect b="b" l="l" r="r" t="t"/>
              <a:pathLst>
                <a:path extrusionOk="0" h="10718" w="2906">
                  <a:moveTo>
                    <a:pt x="1" y="1"/>
                  </a:moveTo>
                  <a:lnTo>
                    <a:pt x="1" y="10717"/>
                  </a:lnTo>
                  <a:lnTo>
                    <a:pt x="2906" y="10717"/>
                  </a:lnTo>
                  <a:lnTo>
                    <a:pt x="2906"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9" name="Google Shape;29759;p154"/>
            <p:cNvSpPr/>
            <p:nvPr/>
          </p:nvSpPr>
          <p:spPr>
            <a:xfrm>
              <a:off x="7897160" y="2153769"/>
              <a:ext cx="129452" cy="21613"/>
            </a:xfrm>
            <a:custGeom>
              <a:rect b="b" l="l" r="r" t="t"/>
              <a:pathLst>
                <a:path extrusionOk="0" h="668" w="4001">
                  <a:moveTo>
                    <a:pt x="334" y="0"/>
                  </a:moveTo>
                  <a:cubicBezTo>
                    <a:pt x="143" y="0"/>
                    <a:pt x="0" y="167"/>
                    <a:pt x="0" y="334"/>
                  </a:cubicBezTo>
                  <a:cubicBezTo>
                    <a:pt x="0" y="524"/>
                    <a:pt x="143" y="667"/>
                    <a:pt x="334" y="667"/>
                  </a:cubicBezTo>
                  <a:lnTo>
                    <a:pt x="3668" y="667"/>
                  </a:lnTo>
                  <a:cubicBezTo>
                    <a:pt x="3834" y="667"/>
                    <a:pt x="4001" y="524"/>
                    <a:pt x="4001" y="334"/>
                  </a:cubicBezTo>
                  <a:cubicBezTo>
                    <a:pt x="4001" y="167"/>
                    <a:pt x="3834" y="0"/>
                    <a:pt x="3668"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0" name="Google Shape;29760;p154"/>
            <p:cNvSpPr/>
            <p:nvPr/>
          </p:nvSpPr>
          <p:spPr>
            <a:xfrm>
              <a:off x="7897160" y="2194600"/>
              <a:ext cx="129452" cy="20837"/>
            </a:xfrm>
            <a:custGeom>
              <a:rect b="b" l="l" r="r" t="t"/>
              <a:pathLst>
                <a:path extrusionOk="0" h="644" w="4001">
                  <a:moveTo>
                    <a:pt x="334" y="1"/>
                  </a:moveTo>
                  <a:cubicBezTo>
                    <a:pt x="143" y="1"/>
                    <a:pt x="0" y="143"/>
                    <a:pt x="0" y="334"/>
                  </a:cubicBezTo>
                  <a:cubicBezTo>
                    <a:pt x="0" y="501"/>
                    <a:pt x="143" y="644"/>
                    <a:pt x="334" y="644"/>
                  </a:cubicBezTo>
                  <a:lnTo>
                    <a:pt x="3668" y="644"/>
                  </a:lnTo>
                  <a:cubicBezTo>
                    <a:pt x="3834" y="644"/>
                    <a:pt x="4001" y="524"/>
                    <a:pt x="4001" y="334"/>
                  </a:cubicBezTo>
                  <a:cubicBezTo>
                    <a:pt x="4001" y="143"/>
                    <a:pt x="3834" y="1"/>
                    <a:pt x="3668"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1" name="Google Shape;29761;p154"/>
            <p:cNvSpPr/>
            <p:nvPr/>
          </p:nvSpPr>
          <p:spPr>
            <a:xfrm>
              <a:off x="7961869" y="2155322"/>
              <a:ext cx="64742" cy="20060"/>
            </a:xfrm>
            <a:custGeom>
              <a:rect b="b" l="l" r="r" t="t"/>
              <a:pathLst>
                <a:path extrusionOk="0" h="620" w="2001">
                  <a:moveTo>
                    <a:pt x="1" y="0"/>
                  </a:moveTo>
                  <a:lnTo>
                    <a:pt x="1" y="619"/>
                  </a:lnTo>
                  <a:lnTo>
                    <a:pt x="1668" y="619"/>
                  </a:lnTo>
                  <a:cubicBezTo>
                    <a:pt x="1834" y="619"/>
                    <a:pt x="2001" y="476"/>
                    <a:pt x="2001" y="286"/>
                  </a:cubicBezTo>
                  <a:cubicBezTo>
                    <a:pt x="2001" y="143"/>
                    <a:pt x="1834" y="0"/>
                    <a:pt x="1668"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2" name="Google Shape;29762;p154"/>
            <p:cNvSpPr/>
            <p:nvPr/>
          </p:nvSpPr>
          <p:spPr>
            <a:xfrm>
              <a:off x="7961869" y="2195376"/>
              <a:ext cx="64742" cy="20060"/>
            </a:xfrm>
            <a:custGeom>
              <a:rect b="b" l="l" r="r" t="t"/>
              <a:pathLst>
                <a:path extrusionOk="0" h="620" w="2001">
                  <a:moveTo>
                    <a:pt x="1" y="0"/>
                  </a:moveTo>
                  <a:lnTo>
                    <a:pt x="1" y="620"/>
                  </a:lnTo>
                  <a:lnTo>
                    <a:pt x="1668" y="620"/>
                  </a:lnTo>
                  <a:cubicBezTo>
                    <a:pt x="1834" y="620"/>
                    <a:pt x="2001" y="477"/>
                    <a:pt x="2001" y="310"/>
                  </a:cubicBezTo>
                  <a:cubicBezTo>
                    <a:pt x="2001" y="143"/>
                    <a:pt x="1834" y="0"/>
                    <a:pt x="1668"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3" name="Google Shape;29763;p154"/>
            <p:cNvSpPr/>
            <p:nvPr/>
          </p:nvSpPr>
          <p:spPr>
            <a:xfrm>
              <a:off x="7897160" y="2052823"/>
              <a:ext cx="129452" cy="81729"/>
            </a:xfrm>
            <a:custGeom>
              <a:rect b="b" l="l" r="r" t="t"/>
              <a:pathLst>
                <a:path extrusionOk="0" h="2526" w="4001">
                  <a:moveTo>
                    <a:pt x="2001" y="1"/>
                  </a:moveTo>
                  <a:cubicBezTo>
                    <a:pt x="881" y="1"/>
                    <a:pt x="0" y="906"/>
                    <a:pt x="0" y="2001"/>
                  </a:cubicBezTo>
                  <a:lnTo>
                    <a:pt x="0" y="2215"/>
                  </a:lnTo>
                  <a:cubicBezTo>
                    <a:pt x="0" y="2382"/>
                    <a:pt x="143" y="2525"/>
                    <a:pt x="334" y="2525"/>
                  </a:cubicBezTo>
                  <a:lnTo>
                    <a:pt x="3668" y="2525"/>
                  </a:lnTo>
                  <a:cubicBezTo>
                    <a:pt x="3834" y="2525"/>
                    <a:pt x="4001" y="2382"/>
                    <a:pt x="4001" y="2215"/>
                  </a:cubicBezTo>
                  <a:lnTo>
                    <a:pt x="4001" y="2001"/>
                  </a:lnTo>
                  <a:cubicBezTo>
                    <a:pt x="4001" y="906"/>
                    <a:pt x="3096" y="1"/>
                    <a:pt x="2001"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4" name="Google Shape;29764;p154"/>
            <p:cNvSpPr/>
            <p:nvPr/>
          </p:nvSpPr>
          <p:spPr>
            <a:xfrm>
              <a:off x="7961869" y="2052823"/>
              <a:ext cx="64742" cy="81729"/>
            </a:xfrm>
            <a:custGeom>
              <a:rect b="b" l="l" r="r" t="t"/>
              <a:pathLst>
                <a:path extrusionOk="0" h="2526" w="2001">
                  <a:moveTo>
                    <a:pt x="1" y="1"/>
                  </a:moveTo>
                  <a:lnTo>
                    <a:pt x="1" y="2501"/>
                  </a:lnTo>
                  <a:lnTo>
                    <a:pt x="1668" y="2501"/>
                  </a:lnTo>
                  <a:lnTo>
                    <a:pt x="1668" y="2525"/>
                  </a:lnTo>
                  <a:cubicBezTo>
                    <a:pt x="1834" y="2525"/>
                    <a:pt x="2001" y="2382"/>
                    <a:pt x="2001" y="2215"/>
                  </a:cubicBezTo>
                  <a:lnTo>
                    <a:pt x="2001" y="2001"/>
                  </a:lnTo>
                  <a:cubicBezTo>
                    <a:pt x="2001" y="906"/>
                    <a:pt x="1096" y="1"/>
                    <a:pt x="1"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5" name="Google Shape;29765;p154"/>
            <p:cNvSpPr/>
            <p:nvPr/>
          </p:nvSpPr>
          <p:spPr>
            <a:xfrm>
              <a:off x="7921038" y="1993485"/>
              <a:ext cx="80920" cy="80952"/>
            </a:xfrm>
            <a:custGeom>
              <a:rect b="b" l="l" r="r" t="t"/>
              <a:pathLst>
                <a:path extrusionOk="0" h="2502" w="2501">
                  <a:moveTo>
                    <a:pt x="1263" y="1"/>
                  </a:moveTo>
                  <a:cubicBezTo>
                    <a:pt x="572" y="1"/>
                    <a:pt x="0" y="549"/>
                    <a:pt x="0" y="1239"/>
                  </a:cubicBezTo>
                  <a:cubicBezTo>
                    <a:pt x="0" y="1930"/>
                    <a:pt x="572" y="2502"/>
                    <a:pt x="1263" y="2502"/>
                  </a:cubicBezTo>
                  <a:cubicBezTo>
                    <a:pt x="1953" y="2502"/>
                    <a:pt x="2501" y="1930"/>
                    <a:pt x="2501" y="1239"/>
                  </a:cubicBezTo>
                  <a:cubicBezTo>
                    <a:pt x="2501" y="549"/>
                    <a:pt x="1953" y="1"/>
                    <a:pt x="126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6" name="Google Shape;29766;p154"/>
            <p:cNvSpPr/>
            <p:nvPr/>
          </p:nvSpPr>
          <p:spPr>
            <a:xfrm>
              <a:off x="7961869" y="1993485"/>
              <a:ext cx="40088" cy="80952"/>
            </a:xfrm>
            <a:custGeom>
              <a:rect b="b" l="l" r="r" t="t"/>
              <a:pathLst>
                <a:path extrusionOk="0" h="2502" w="1239">
                  <a:moveTo>
                    <a:pt x="1" y="1"/>
                  </a:moveTo>
                  <a:lnTo>
                    <a:pt x="1" y="2502"/>
                  </a:lnTo>
                  <a:cubicBezTo>
                    <a:pt x="691" y="2502"/>
                    <a:pt x="1239" y="1930"/>
                    <a:pt x="1239" y="1239"/>
                  </a:cubicBezTo>
                  <a:cubicBezTo>
                    <a:pt x="1239" y="549"/>
                    <a:pt x="691" y="1"/>
                    <a:pt x="1"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7" name="Google Shape;29767;p154"/>
          <p:cNvGrpSpPr/>
          <p:nvPr/>
        </p:nvGrpSpPr>
        <p:grpSpPr>
          <a:xfrm>
            <a:off x="7768486" y="2338210"/>
            <a:ext cx="347525" cy="347393"/>
            <a:chOff x="7768486" y="2490610"/>
            <a:chExt cx="347525" cy="347393"/>
          </a:xfrm>
        </p:grpSpPr>
        <p:sp>
          <p:nvSpPr>
            <p:cNvPr id="29768" name="Google Shape;29768;p154"/>
            <p:cNvSpPr/>
            <p:nvPr/>
          </p:nvSpPr>
          <p:spPr>
            <a:xfrm>
              <a:off x="8011954" y="2490610"/>
              <a:ext cx="103277" cy="64484"/>
            </a:xfrm>
            <a:custGeom>
              <a:rect b="b" l="l" r="r" t="t"/>
              <a:pathLst>
                <a:path extrusionOk="0" h="1993" w="3192">
                  <a:moveTo>
                    <a:pt x="303" y="0"/>
                  </a:moveTo>
                  <a:cubicBezTo>
                    <a:pt x="242" y="0"/>
                    <a:pt x="187" y="34"/>
                    <a:pt x="120" y="68"/>
                  </a:cubicBezTo>
                  <a:cubicBezTo>
                    <a:pt x="48" y="139"/>
                    <a:pt x="0" y="211"/>
                    <a:pt x="0" y="306"/>
                  </a:cubicBezTo>
                  <a:lnTo>
                    <a:pt x="0" y="1687"/>
                  </a:lnTo>
                  <a:cubicBezTo>
                    <a:pt x="0" y="1806"/>
                    <a:pt x="48" y="1878"/>
                    <a:pt x="120" y="1925"/>
                  </a:cubicBezTo>
                  <a:cubicBezTo>
                    <a:pt x="153" y="1959"/>
                    <a:pt x="223" y="1993"/>
                    <a:pt x="294" y="1993"/>
                  </a:cubicBezTo>
                  <a:cubicBezTo>
                    <a:pt x="324" y="1993"/>
                    <a:pt x="354" y="1987"/>
                    <a:pt x="382" y="1973"/>
                  </a:cubicBezTo>
                  <a:lnTo>
                    <a:pt x="2953" y="1282"/>
                  </a:lnTo>
                  <a:cubicBezTo>
                    <a:pt x="3096" y="1258"/>
                    <a:pt x="3192" y="1139"/>
                    <a:pt x="3192" y="996"/>
                  </a:cubicBezTo>
                  <a:cubicBezTo>
                    <a:pt x="3192" y="854"/>
                    <a:pt x="3096" y="735"/>
                    <a:pt x="2953" y="687"/>
                  </a:cubicBezTo>
                  <a:lnTo>
                    <a:pt x="382" y="20"/>
                  </a:lnTo>
                  <a:cubicBezTo>
                    <a:pt x="354" y="6"/>
                    <a:pt x="328" y="0"/>
                    <a:pt x="30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9" name="Google Shape;29769;p154"/>
            <p:cNvSpPr/>
            <p:nvPr/>
          </p:nvSpPr>
          <p:spPr>
            <a:xfrm>
              <a:off x="8011954" y="2523612"/>
              <a:ext cx="104054" cy="32549"/>
            </a:xfrm>
            <a:custGeom>
              <a:rect b="b" l="l" r="r" t="t"/>
              <a:pathLst>
                <a:path extrusionOk="0" h="1006" w="3216">
                  <a:moveTo>
                    <a:pt x="24" y="0"/>
                  </a:moveTo>
                  <a:lnTo>
                    <a:pt x="24" y="667"/>
                  </a:lnTo>
                  <a:lnTo>
                    <a:pt x="0" y="667"/>
                  </a:lnTo>
                  <a:cubicBezTo>
                    <a:pt x="0" y="715"/>
                    <a:pt x="0" y="786"/>
                    <a:pt x="48" y="834"/>
                  </a:cubicBezTo>
                  <a:cubicBezTo>
                    <a:pt x="131" y="937"/>
                    <a:pt x="232" y="1005"/>
                    <a:pt x="351" y="1005"/>
                  </a:cubicBezTo>
                  <a:cubicBezTo>
                    <a:pt x="369" y="1005"/>
                    <a:pt x="387" y="1004"/>
                    <a:pt x="405" y="1000"/>
                  </a:cubicBezTo>
                  <a:lnTo>
                    <a:pt x="2977" y="310"/>
                  </a:lnTo>
                  <a:cubicBezTo>
                    <a:pt x="3120" y="262"/>
                    <a:pt x="3215" y="167"/>
                    <a:pt x="3215"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0" name="Google Shape;29770;p154"/>
            <p:cNvSpPr/>
            <p:nvPr/>
          </p:nvSpPr>
          <p:spPr>
            <a:xfrm>
              <a:off x="7822421" y="2491257"/>
              <a:ext cx="200342" cy="64742"/>
            </a:xfrm>
            <a:custGeom>
              <a:rect b="b" l="l" r="r" t="t"/>
              <a:pathLst>
                <a:path extrusionOk="0" h="2001" w="6192">
                  <a:moveTo>
                    <a:pt x="310" y="0"/>
                  </a:moveTo>
                  <a:cubicBezTo>
                    <a:pt x="143" y="0"/>
                    <a:pt x="0" y="119"/>
                    <a:pt x="0" y="262"/>
                  </a:cubicBezTo>
                  <a:lnTo>
                    <a:pt x="0" y="1715"/>
                  </a:lnTo>
                  <a:cubicBezTo>
                    <a:pt x="0" y="1881"/>
                    <a:pt x="143" y="2000"/>
                    <a:pt x="310" y="2000"/>
                  </a:cubicBezTo>
                  <a:lnTo>
                    <a:pt x="6192" y="2000"/>
                  </a:lnTo>
                  <a:lnTo>
                    <a:pt x="6192"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1" name="Google Shape;29771;p154"/>
            <p:cNvSpPr/>
            <p:nvPr/>
          </p:nvSpPr>
          <p:spPr>
            <a:xfrm>
              <a:off x="7822421" y="2522835"/>
              <a:ext cx="200342" cy="32387"/>
            </a:xfrm>
            <a:custGeom>
              <a:rect b="b" l="l" r="r" t="t"/>
              <a:pathLst>
                <a:path extrusionOk="0" h="1001" w="6192">
                  <a:moveTo>
                    <a:pt x="0" y="0"/>
                  </a:moveTo>
                  <a:lnTo>
                    <a:pt x="0" y="739"/>
                  </a:lnTo>
                  <a:cubicBezTo>
                    <a:pt x="0" y="882"/>
                    <a:pt x="143" y="1001"/>
                    <a:pt x="310" y="1001"/>
                  </a:cubicBezTo>
                  <a:lnTo>
                    <a:pt x="6192" y="1001"/>
                  </a:lnTo>
                  <a:lnTo>
                    <a:pt x="6192" y="0"/>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2" name="Google Shape;29772;p154"/>
            <p:cNvSpPr/>
            <p:nvPr/>
          </p:nvSpPr>
          <p:spPr>
            <a:xfrm>
              <a:off x="7768486" y="2491257"/>
              <a:ext cx="63966" cy="64742"/>
            </a:xfrm>
            <a:custGeom>
              <a:rect b="b" l="l" r="r" t="t"/>
              <a:pathLst>
                <a:path extrusionOk="0" h="2001" w="1977">
                  <a:moveTo>
                    <a:pt x="619" y="0"/>
                  </a:moveTo>
                  <a:cubicBezTo>
                    <a:pt x="262" y="0"/>
                    <a:pt x="0" y="262"/>
                    <a:pt x="0" y="619"/>
                  </a:cubicBezTo>
                  <a:lnTo>
                    <a:pt x="0" y="1357"/>
                  </a:lnTo>
                  <a:cubicBezTo>
                    <a:pt x="0" y="1715"/>
                    <a:pt x="262" y="2000"/>
                    <a:pt x="619" y="2000"/>
                  </a:cubicBezTo>
                  <a:lnTo>
                    <a:pt x="1977" y="2000"/>
                  </a:lnTo>
                  <a:lnTo>
                    <a:pt x="1977"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3" name="Google Shape;29773;p154"/>
            <p:cNvSpPr/>
            <p:nvPr/>
          </p:nvSpPr>
          <p:spPr>
            <a:xfrm>
              <a:off x="7768486" y="2522835"/>
              <a:ext cx="63966" cy="33164"/>
            </a:xfrm>
            <a:custGeom>
              <a:rect b="b" l="l" r="r" t="t"/>
              <a:pathLst>
                <a:path extrusionOk="0" h="1025" w="1977">
                  <a:moveTo>
                    <a:pt x="0" y="0"/>
                  </a:moveTo>
                  <a:lnTo>
                    <a:pt x="0" y="381"/>
                  </a:lnTo>
                  <a:cubicBezTo>
                    <a:pt x="0" y="739"/>
                    <a:pt x="262" y="1024"/>
                    <a:pt x="619" y="1024"/>
                  </a:cubicBezTo>
                  <a:lnTo>
                    <a:pt x="1977" y="1024"/>
                  </a:lnTo>
                  <a:lnTo>
                    <a:pt x="1977"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4" name="Google Shape;29774;p154"/>
            <p:cNvSpPr/>
            <p:nvPr/>
          </p:nvSpPr>
          <p:spPr>
            <a:xfrm>
              <a:off x="7768486" y="2614528"/>
              <a:ext cx="62445" cy="223476"/>
            </a:xfrm>
            <a:custGeom>
              <a:rect b="b" l="l" r="r" t="t"/>
              <a:pathLst>
                <a:path extrusionOk="0" h="6907" w="1930">
                  <a:moveTo>
                    <a:pt x="310" y="0"/>
                  </a:moveTo>
                  <a:cubicBezTo>
                    <a:pt x="143" y="0"/>
                    <a:pt x="0" y="143"/>
                    <a:pt x="0" y="334"/>
                  </a:cubicBezTo>
                  <a:lnTo>
                    <a:pt x="0" y="6573"/>
                  </a:lnTo>
                  <a:cubicBezTo>
                    <a:pt x="0" y="6764"/>
                    <a:pt x="143" y="6907"/>
                    <a:pt x="310" y="6907"/>
                  </a:cubicBezTo>
                  <a:lnTo>
                    <a:pt x="1929" y="6907"/>
                  </a:lnTo>
                  <a:lnTo>
                    <a:pt x="1929" y="0"/>
                  </a:ln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5" name="Google Shape;29775;p154"/>
            <p:cNvSpPr/>
            <p:nvPr/>
          </p:nvSpPr>
          <p:spPr>
            <a:xfrm>
              <a:off x="7810838" y="2614528"/>
              <a:ext cx="305172" cy="223476"/>
            </a:xfrm>
            <a:custGeom>
              <a:rect b="b" l="l" r="r" t="t"/>
              <a:pathLst>
                <a:path extrusionOk="0" h="6907" w="9432">
                  <a:moveTo>
                    <a:pt x="310" y="0"/>
                  </a:moveTo>
                  <a:cubicBezTo>
                    <a:pt x="144" y="0"/>
                    <a:pt x="1" y="143"/>
                    <a:pt x="1" y="334"/>
                  </a:cubicBezTo>
                  <a:lnTo>
                    <a:pt x="1" y="6287"/>
                  </a:lnTo>
                  <a:cubicBezTo>
                    <a:pt x="1" y="6645"/>
                    <a:pt x="263" y="6907"/>
                    <a:pt x="620" y="6907"/>
                  </a:cubicBezTo>
                  <a:lnTo>
                    <a:pt x="9074" y="6907"/>
                  </a:lnTo>
                  <a:cubicBezTo>
                    <a:pt x="9241" y="6907"/>
                    <a:pt x="9408" y="6764"/>
                    <a:pt x="9431" y="6573"/>
                  </a:cubicBezTo>
                  <a:lnTo>
                    <a:pt x="9431" y="334"/>
                  </a:lnTo>
                  <a:cubicBezTo>
                    <a:pt x="9431" y="143"/>
                    <a:pt x="9289" y="0"/>
                    <a:pt x="9098"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6" name="Google Shape;29776;p154"/>
            <p:cNvSpPr/>
            <p:nvPr/>
          </p:nvSpPr>
          <p:spPr>
            <a:xfrm>
              <a:off x="7941842" y="2614528"/>
              <a:ext cx="173390" cy="223476"/>
            </a:xfrm>
            <a:custGeom>
              <a:rect b="b" l="l" r="r" t="t"/>
              <a:pathLst>
                <a:path extrusionOk="0" h="6907" w="5359">
                  <a:moveTo>
                    <a:pt x="0" y="0"/>
                  </a:moveTo>
                  <a:lnTo>
                    <a:pt x="0" y="6907"/>
                  </a:lnTo>
                  <a:lnTo>
                    <a:pt x="5025" y="6907"/>
                  </a:lnTo>
                  <a:cubicBezTo>
                    <a:pt x="5192" y="6907"/>
                    <a:pt x="5359" y="6740"/>
                    <a:pt x="5359" y="6573"/>
                  </a:cubicBezTo>
                  <a:lnTo>
                    <a:pt x="5359" y="334"/>
                  </a:lnTo>
                  <a:cubicBezTo>
                    <a:pt x="5359" y="143"/>
                    <a:pt x="5192" y="0"/>
                    <a:pt x="5025"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7" name="Google Shape;29777;p154"/>
            <p:cNvSpPr/>
            <p:nvPr/>
          </p:nvSpPr>
          <p:spPr>
            <a:xfrm>
              <a:off x="8027355" y="2655779"/>
              <a:ext cx="54745" cy="108357"/>
            </a:xfrm>
            <a:custGeom>
              <a:rect b="b" l="l" r="r" t="t"/>
              <a:pathLst>
                <a:path extrusionOk="0" h="3349" w="1692">
                  <a:moveTo>
                    <a:pt x="596" y="773"/>
                  </a:moveTo>
                  <a:lnTo>
                    <a:pt x="596" y="1226"/>
                  </a:lnTo>
                  <a:cubicBezTo>
                    <a:pt x="572" y="1202"/>
                    <a:pt x="572" y="1154"/>
                    <a:pt x="525" y="1154"/>
                  </a:cubicBezTo>
                  <a:cubicBezTo>
                    <a:pt x="477" y="1131"/>
                    <a:pt x="477" y="1035"/>
                    <a:pt x="477" y="964"/>
                  </a:cubicBezTo>
                  <a:cubicBezTo>
                    <a:pt x="477" y="892"/>
                    <a:pt x="525" y="797"/>
                    <a:pt x="596" y="773"/>
                  </a:cubicBezTo>
                  <a:close/>
                  <a:moveTo>
                    <a:pt x="1001" y="1821"/>
                  </a:moveTo>
                  <a:cubicBezTo>
                    <a:pt x="1215" y="1940"/>
                    <a:pt x="1215" y="2131"/>
                    <a:pt x="1215" y="2202"/>
                  </a:cubicBezTo>
                  <a:cubicBezTo>
                    <a:pt x="1191" y="2321"/>
                    <a:pt x="1120" y="2440"/>
                    <a:pt x="1001" y="2512"/>
                  </a:cubicBezTo>
                  <a:lnTo>
                    <a:pt x="1001" y="1821"/>
                  </a:lnTo>
                  <a:close/>
                  <a:moveTo>
                    <a:pt x="779" y="1"/>
                  </a:moveTo>
                  <a:cubicBezTo>
                    <a:pt x="681" y="1"/>
                    <a:pt x="596" y="101"/>
                    <a:pt x="596" y="202"/>
                  </a:cubicBezTo>
                  <a:lnTo>
                    <a:pt x="596" y="321"/>
                  </a:lnTo>
                  <a:lnTo>
                    <a:pt x="572" y="321"/>
                  </a:lnTo>
                  <a:cubicBezTo>
                    <a:pt x="334" y="416"/>
                    <a:pt x="120" y="631"/>
                    <a:pt x="96" y="892"/>
                  </a:cubicBezTo>
                  <a:cubicBezTo>
                    <a:pt x="25" y="1131"/>
                    <a:pt x="120" y="1369"/>
                    <a:pt x="287" y="1512"/>
                  </a:cubicBezTo>
                  <a:cubicBezTo>
                    <a:pt x="382" y="1583"/>
                    <a:pt x="477" y="1631"/>
                    <a:pt x="620" y="1702"/>
                  </a:cubicBezTo>
                  <a:lnTo>
                    <a:pt x="620" y="2583"/>
                  </a:lnTo>
                  <a:cubicBezTo>
                    <a:pt x="525" y="2583"/>
                    <a:pt x="477" y="2559"/>
                    <a:pt x="358" y="2464"/>
                  </a:cubicBezTo>
                  <a:cubicBezTo>
                    <a:pt x="319" y="2444"/>
                    <a:pt x="275" y="2433"/>
                    <a:pt x="234" y="2433"/>
                  </a:cubicBezTo>
                  <a:cubicBezTo>
                    <a:pt x="176" y="2433"/>
                    <a:pt x="124" y="2456"/>
                    <a:pt x="96" y="2512"/>
                  </a:cubicBezTo>
                  <a:cubicBezTo>
                    <a:pt x="1" y="2583"/>
                    <a:pt x="25" y="2750"/>
                    <a:pt x="120" y="2821"/>
                  </a:cubicBezTo>
                  <a:cubicBezTo>
                    <a:pt x="334" y="2941"/>
                    <a:pt x="453" y="3012"/>
                    <a:pt x="620" y="3012"/>
                  </a:cubicBezTo>
                  <a:lnTo>
                    <a:pt x="620" y="3131"/>
                  </a:lnTo>
                  <a:cubicBezTo>
                    <a:pt x="620" y="3250"/>
                    <a:pt x="691" y="3345"/>
                    <a:pt x="810" y="3345"/>
                  </a:cubicBezTo>
                  <a:cubicBezTo>
                    <a:pt x="821" y="3347"/>
                    <a:pt x="831" y="3348"/>
                    <a:pt x="842" y="3348"/>
                  </a:cubicBezTo>
                  <a:cubicBezTo>
                    <a:pt x="949" y="3348"/>
                    <a:pt x="1049" y="3240"/>
                    <a:pt x="1049" y="3131"/>
                  </a:cubicBezTo>
                  <a:lnTo>
                    <a:pt x="1049" y="2988"/>
                  </a:lnTo>
                  <a:cubicBezTo>
                    <a:pt x="1406" y="2893"/>
                    <a:pt x="1596" y="2583"/>
                    <a:pt x="1668" y="2298"/>
                  </a:cubicBezTo>
                  <a:cubicBezTo>
                    <a:pt x="1692" y="1916"/>
                    <a:pt x="1477" y="1583"/>
                    <a:pt x="1120" y="1440"/>
                  </a:cubicBezTo>
                  <a:cubicBezTo>
                    <a:pt x="1096" y="1440"/>
                    <a:pt x="1072" y="1393"/>
                    <a:pt x="1001" y="1393"/>
                  </a:cubicBezTo>
                  <a:lnTo>
                    <a:pt x="1001" y="702"/>
                  </a:lnTo>
                  <a:cubicBezTo>
                    <a:pt x="1072" y="750"/>
                    <a:pt x="1096" y="773"/>
                    <a:pt x="1096" y="773"/>
                  </a:cubicBezTo>
                  <a:cubicBezTo>
                    <a:pt x="1147" y="824"/>
                    <a:pt x="1205" y="848"/>
                    <a:pt x="1263" y="848"/>
                  </a:cubicBezTo>
                  <a:cubicBezTo>
                    <a:pt x="1312" y="848"/>
                    <a:pt x="1362" y="830"/>
                    <a:pt x="1406" y="797"/>
                  </a:cubicBezTo>
                  <a:cubicBezTo>
                    <a:pt x="1477" y="702"/>
                    <a:pt x="1477" y="607"/>
                    <a:pt x="1430" y="511"/>
                  </a:cubicBezTo>
                  <a:cubicBezTo>
                    <a:pt x="1358" y="416"/>
                    <a:pt x="1215" y="321"/>
                    <a:pt x="1001" y="297"/>
                  </a:cubicBezTo>
                  <a:lnTo>
                    <a:pt x="1001" y="202"/>
                  </a:lnTo>
                  <a:cubicBezTo>
                    <a:pt x="1001" y="83"/>
                    <a:pt x="953" y="11"/>
                    <a:pt x="834" y="11"/>
                  </a:cubicBezTo>
                  <a:cubicBezTo>
                    <a:pt x="816" y="4"/>
                    <a:pt x="797" y="1"/>
                    <a:pt x="7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8" name="Google Shape;29778;p154"/>
            <p:cNvSpPr/>
            <p:nvPr/>
          </p:nvSpPr>
          <p:spPr>
            <a:xfrm>
              <a:off x="7890204" y="2654582"/>
              <a:ext cx="123337" cy="20837"/>
            </a:xfrm>
            <a:custGeom>
              <a:rect b="b" l="l" r="r" t="t"/>
              <a:pathLst>
                <a:path extrusionOk="0" h="644" w="3812">
                  <a:moveTo>
                    <a:pt x="334" y="1"/>
                  </a:moveTo>
                  <a:cubicBezTo>
                    <a:pt x="167" y="1"/>
                    <a:pt x="1" y="191"/>
                    <a:pt x="48" y="358"/>
                  </a:cubicBezTo>
                  <a:cubicBezTo>
                    <a:pt x="72" y="525"/>
                    <a:pt x="215" y="644"/>
                    <a:pt x="358" y="644"/>
                  </a:cubicBezTo>
                  <a:lnTo>
                    <a:pt x="3502" y="644"/>
                  </a:lnTo>
                  <a:cubicBezTo>
                    <a:pt x="3668" y="644"/>
                    <a:pt x="3811" y="477"/>
                    <a:pt x="3787" y="286"/>
                  </a:cubicBezTo>
                  <a:cubicBezTo>
                    <a:pt x="3763" y="120"/>
                    <a:pt x="3621" y="1"/>
                    <a:pt x="345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9" name="Google Shape;29779;p154"/>
            <p:cNvSpPr/>
            <p:nvPr/>
          </p:nvSpPr>
          <p:spPr>
            <a:xfrm>
              <a:off x="7890204" y="2695414"/>
              <a:ext cx="123337" cy="20092"/>
            </a:xfrm>
            <a:custGeom>
              <a:rect b="b" l="l" r="r" t="t"/>
              <a:pathLst>
                <a:path extrusionOk="0" h="621" w="3812">
                  <a:moveTo>
                    <a:pt x="334" y="1"/>
                  </a:moveTo>
                  <a:cubicBezTo>
                    <a:pt x="167" y="1"/>
                    <a:pt x="1" y="168"/>
                    <a:pt x="48" y="358"/>
                  </a:cubicBezTo>
                  <a:cubicBezTo>
                    <a:pt x="72" y="501"/>
                    <a:pt x="215" y="620"/>
                    <a:pt x="358" y="620"/>
                  </a:cubicBezTo>
                  <a:lnTo>
                    <a:pt x="3502" y="620"/>
                  </a:lnTo>
                  <a:cubicBezTo>
                    <a:pt x="3668" y="620"/>
                    <a:pt x="3811" y="477"/>
                    <a:pt x="3787" y="263"/>
                  </a:cubicBezTo>
                  <a:cubicBezTo>
                    <a:pt x="3763" y="120"/>
                    <a:pt x="3621" y="1"/>
                    <a:pt x="345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0" name="Google Shape;29780;p154"/>
            <p:cNvSpPr/>
            <p:nvPr/>
          </p:nvSpPr>
          <p:spPr>
            <a:xfrm>
              <a:off x="7890204" y="2737021"/>
              <a:ext cx="123337" cy="20092"/>
            </a:xfrm>
            <a:custGeom>
              <a:rect b="b" l="l" r="r" t="t"/>
              <a:pathLst>
                <a:path extrusionOk="0" h="621" w="3812">
                  <a:moveTo>
                    <a:pt x="334" y="1"/>
                  </a:moveTo>
                  <a:cubicBezTo>
                    <a:pt x="167" y="1"/>
                    <a:pt x="1" y="168"/>
                    <a:pt x="48" y="358"/>
                  </a:cubicBezTo>
                  <a:cubicBezTo>
                    <a:pt x="72" y="501"/>
                    <a:pt x="215" y="620"/>
                    <a:pt x="358" y="620"/>
                  </a:cubicBezTo>
                  <a:lnTo>
                    <a:pt x="3502" y="620"/>
                  </a:lnTo>
                  <a:cubicBezTo>
                    <a:pt x="3668" y="620"/>
                    <a:pt x="3811" y="430"/>
                    <a:pt x="3787" y="263"/>
                  </a:cubicBezTo>
                  <a:cubicBezTo>
                    <a:pt x="3763" y="120"/>
                    <a:pt x="3621" y="1"/>
                    <a:pt x="345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1" name="Google Shape;29781;p154"/>
            <p:cNvSpPr/>
            <p:nvPr/>
          </p:nvSpPr>
          <p:spPr>
            <a:xfrm>
              <a:off x="7890204" y="2777108"/>
              <a:ext cx="184197" cy="20060"/>
            </a:xfrm>
            <a:custGeom>
              <a:rect b="b" l="l" r="r" t="t"/>
              <a:pathLst>
                <a:path extrusionOk="0" h="620" w="5693">
                  <a:moveTo>
                    <a:pt x="334" y="0"/>
                  </a:moveTo>
                  <a:cubicBezTo>
                    <a:pt x="167" y="0"/>
                    <a:pt x="1" y="167"/>
                    <a:pt x="48" y="357"/>
                  </a:cubicBezTo>
                  <a:cubicBezTo>
                    <a:pt x="72" y="500"/>
                    <a:pt x="215" y="619"/>
                    <a:pt x="358" y="619"/>
                  </a:cubicBezTo>
                  <a:lnTo>
                    <a:pt x="5359" y="619"/>
                  </a:lnTo>
                  <a:cubicBezTo>
                    <a:pt x="5550" y="619"/>
                    <a:pt x="5692" y="453"/>
                    <a:pt x="5669" y="262"/>
                  </a:cubicBezTo>
                  <a:cubicBezTo>
                    <a:pt x="5645" y="119"/>
                    <a:pt x="5478" y="0"/>
                    <a:pt x="5335"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2" name="Google Shape;29782;p154"/>
            <p:cNvSpPr/>
            <p:nvPr/>
          </p:nvSpPr>
          <p:spPr>
            <a:xfrm>
              <a:off x="7941842" y="2654582"/>
              <a:ext cx="71699" cy="20837"/>
            </a:xfrm>
            <a:custGeom>
              <a:rect b="b" l="l" r="r" t="t"/>
              <a:pathLst>
                <a:path extrusionOk="0" h="644" w="2216">
                  <a:moveTo>
                    <a:pt x="0" y="1"/>
                  </a:moveTo>
                  <a:lnTo>
                    <a:pt x="0" y="644"/>
                  </a:lnTo>
                  <a:lnTo>
                    <a:pt x="1906" y="644"/>
                  </a:lnTo>
                  <a:cubicBezTo>
                    <a:pt x="2072" y="644"/>
                    <a:pt x="2215" y="477"/>
                    <a:pt x="2191" y="286"/>
                  </a:cubicBezTo>
                  <a:cubicBezTo>
                    <a:pt x="2191" y="120"/>
                    <a:pt x="2048" y="1"/>
                    <a:pt x="1906"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3" name="Google Shape;29783;p154"/>
            <p:cNvSpPr/>
            <p:nvPr/>
          </p:nvSpPr>
          <p:spPr>
            <a:xfrm>
              <a:off x="7941842" y="2695414"/>
              <a:ext cx="71699" cy="20092"/>
            </a:xfrm>
            <a:custGeom>
              <a:rect b="b" l="l" r="r" t="t"/>
              <a:pathLst>
                <a:path extrusionOk="0" h="621" w="2216">
                  <a:moveTo>
                    <a:pt x="0" y="1"/>
                  </a:moveTo>
                  <a:lnTo>
                    <a:pt x="0" y="620"/>
                  </a:lnTo>
                  <a:lnTo>
                    <a:pt x="1906" y="620"/>
                  </a:lnTo>
                  <a:cubicBezTo>
                    <a:pt x="2072" y="620"/>
                    <a:pt x="2215" y="477"/>
                    <a:pt x="2191" y="263"/>
                  </a:cubicBezTo>
                  <a:cubicBezTo>
                    <a:pt x="2191" y="120"/>
                    <a:pt x="2048" y="1"/>
                    <a:pt x="1906"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4" name="Google Shape;29784;p154"/>
            <p:cNvSpPr/>
            <p:nvPr/>
          </p:nvSpPr>
          <p:spPr>
            <a:xfrm>
              <a:off x="7941842" y="2737021"/>
              <a:ext cx="71699" cy="20092"/>
            </a:xfrm>
            <a:custGeom>
              <a:rect b="b" l="l" r="r" t="t"/>
              <a:pathLst>
                <a:path extrusionOk="0" h="621" w="2216">
                  <a:moveTo>
                    <a:pt x="0" y="1"/>
                  </a:moveTo>
                  <a:lnTo>
                    <a:pt x="0" y="620"/>
                  </a:lnTo>
                  <a:lnTo>
                    <a:pt x="1906" y="620"/>
                  </a:lnTo>
                  <a:cubicBezTo>
                    <a:pt x="2072" y="620"/>
                    <a:pt x="2215" y="477"/>
                    <a:pt x="2191" y="263"/>
                  </a:cubicBezTo>
                  <a:cubicBezTo>
                    <a:pt x="2191" y="120"/>
                    <a:pt x="2048" y="1"/>
                    <a:pt x="1906"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5" name="Google Shape;29785;p154"/>
            <p:cNvSpPr/>
            <p:nvPr/>
          </p:nvSpPr>
          <p:spPr>
            <a:xfrm>
              <a:off x="7941842" y="2777108"/>
              <a:ext cx="132558" cy="20060"/>
            </a:xfrm>
            <a:custGeom>
              <a:rect b="b" l="l" r="r" t="t"/>
              <a:pathLst>
                <a:path extrusionOk="0" h="620" w="4097">
                  <a:moveTo>
                    <a:pt x="0" y="0"/>
                  </a:moveTo>
                  <a:lnTo>
                    <a:pt x="0" y="619"/>
                  </a:lnTo>
                  <a:lnTo>
                    <a:pt x="3763" y="619"/>
                  </a:lnTo>
                  <a:cubicBezTo>
                    <a:pt x="3954" y="619"/>
                    <a:pt x="4096" y="476"/>
                    <a:pt x="4073" y="262"/>
                  </a:cubicBezTo>
                  <a:cubicBezTo>
                    <a:pt x="4073" y="119"/>
                    <a:pt x="3930" y="0"/>
                    <a:pt x="3763"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6" name="Google Shape;29786;p154"/>
            <p:cNvSpPr/>
            <p:nvPr/>
          </p:nvSpPr>
          <p:spPr>
            <a:xfrm>
              <a:off x="7809317" y="2587544"/>
              <a:ext cx="61669" cy="230432"/>
            </a:xfrm>
            <a:custGeom>
              <a:rect b="b" l="l" r="r" t="t"/>
              <a:pathLst>
                <a:path extrusionOk="0" h="7122" w="1906">
                  <a:moveTo>
                    <a:pt x="1167" y="1"/>
                  </a:moveTo>
                  <a:cubicBezTo>
                    <a:pt x="548" y="1"/>
                    <a:pt x="0" y="501"/>
                    <a:pt x="0" y="1168"/>
                  </a:cubicBezTo>
                  <a:lnTo>
                    <a:pt x="0" y="7121"/>
                  </a:lnTo>
                  <a:cubicBezTo>
                    <a:pt x="0" y="6764"/>
                    <a:pt x="286" y="6478"/>
                    <a:pt x="643" y="6478"/>
                  </a:cubicBezTo>
                  <a:lnTo>
                    <a:pt x="1882" y="6478"/>
                  </a:lnTo>
                  <a:lnTo>
                    <a:pt x="1882" y="334"/>
                  </a:lnTo>
                  <a:cubicBezTo>
                    <a:pt x="1905" y="144"/>
                    <a:pt x="1763" y="1"/>
                    <a:pt x="1596"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87" name="Google Shape;29787;p154"/>
          <p:cNvGrpSpPr/>
          <p:nvPr/>
        </p:nvGrpSpPr>
        <p:grpSpPr>
          <a:xfrm>
            <a:off x="7019541" y="2338857"/>
            <a:ext cx="346001" cy="346748"/>
            <a:chOff x="7019541" y="2491257"/>
            <a:chExt cx="346001" cy="346748"/>
          </a:xfrm>
        </p:grpSpPr>
        <p:sp>
          <p:nvSpPr>
            <p:cNvPr id="29788" name="Google Shape;29788;p154"/>
            <p:cNvSpPr/>
            <p:nvPr/>
          </p:nvSpPr>
          <p:spPr>
            <a:xfrm>
              <a:off x="7236835" y="2502031"/>
              <a:ext cx="20060" cy="41641"/>
            </a:xfrm>
            <a:custGeom>
              <a:rect b="b" l="l" r="r" t="t"/>
              <a:pathLst>
                <a:path extrusionOk="0" h="1287" w="620">
                  <a:moveTo>
                    <a:pt x="0" y="0"/>
                  </a:moveTo>
                  <a:lnTo>
                    <a:pt x="0" y="1286"/>
                  </a:lnTo>
                  <a:lnTo>
                    <a:pt x="619" y="1286"/>
                  </a:lnTo>
                  <a:lnTo>
                    <a:pt x="61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9" name="Google Shape;29789;p154"/>
            <p:cNvSpPr/>
            <p:nvPr/>
          </p:nvSpPr>
          <p:spPr>
            <a:xfrm>
              <a:off x="7127412" y="2502031"/>
              <a:ext cx="20837" cy="41641"/>
            </a:xfrm>
            <a:custGeom>
              <a:rect b="b" l="l" r="r" t="t"/>
              <a:pathLst>
                <a:path extrusionOk="0" h="1287" w="644">
                  <a:moveTo>
                    <a:pt x="0" y="0"/>
                  </a:moveTo>
                  <a:lnTo>
                    <a:pt x="0" y="1286"/>
                  </a:lnTo>
                  <a:lnTo>
                    <a:pt x="643" y="1286"/>
                  </a:lnTo>
                  <a:lnTo>
                    <a:pt x="64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0" name="Google Shape;29790;p154"/>
            <p:cNvSpPr/>
            <p:nvPr/>
          </p:nvSpPr>
          <p:spPr>
            <a:xfrm>
              <a:off x="7099684" y="2491257"/>
              <a:ext cx="184941" cy="20060"/>
            </a:xfrm>
            <a:custGeom>
              <a:rect b="b" l="l" r="r" t="t"/>
              <a:pathLst>
                <a:path extrusionOk="0" h="620" w="5716">
                  <a:moveTo>
                    <a:pt x="334" y="0"/>
                  </a:moveTo>
                  <a:cubicBezTo>
                    <a:pt x="143" y="0"/>
                    <a:pt x="0" y="167"/>
                    <a:pt x="24" y="357"/>
                  </a:cubicBezTo>
                  <a:cubicBezTo>
                    <a:pt x="72" y="500"/>
                    <a:pt x="214" y="619"/>
                    <a:pt x="357" y="619"/>
                  </a:cubicBezTo>
                  <a:lnTo>
                    <a:pt x="5358" y="619"/>
                  </a:lnTo>
                  <a:cubicBezTo>
                    <a:pt x="5573" y="619"/>
                    <a:pt x="5716" y="476"/>
                    <a:pt x="5668" y="262"/>
                  </a:cubicBezTo>
                  <a:cubicBezTo>
                    <a:pt x="5620" y="119"/>
                    <a:pt x="5477" y="0"/>
                    <a:pt x="5335"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1" name="Google Shape;29791;p154"/>
            <p:cNvSpPr/>
            <p:nvPr/>
          </p:nvSpPr>
          <p:spPr>
            <a:xfrm>
              <a:off x="7192121" y="2491257"/>
              <a:ext cx="91726" cy="20060"/>
            </a:xfrm>
            <a:custGeom>
              <a:rect b="b" l="l" r="r" t="t"/>
              <a:pathLst>
                <a:path extrusionOk="0" h="620" w="2835">
                  <a:moveTo>
                    <a:pt x="1" y="0"/>
                  </a:moveTo>
                  <a:lnTo>
                    <a:pt x="1" y="619"/>
                  </a:lnTo>
                  <a:lnTo>
                    <a:pt x="2501" y="619"/>
                  </a:lnTo>
                  <a:cubicBezTo>
                    <a:pt x="2692" y="619"/>
                    <a:pt x="2835" y="476"/>
                    <a:pt x="2811" y="262"/>
                  </a:cubicBezTo>
                  <a:cubicBezTo>
                    <a:pt x="2811" y="119"/>
                    <a:pt x="2692" y="0"/>
                    <a:pt x="250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2" name="Google Shape;29792;p154"/>
            <p:cNvSpPr/>
            <p:nvPr/>
          </p:nvSpPr>
          <p:spPr>
            <a:xfrm>
              <a:off x="7019541" y="2614528"/>
              <a:ext cx="102501" cy="223476"/>
            </a:xfrm>
            <a:custGeom>
              <a:rect b="b" l="l" r="r" t="t"/>
              <a:pathLst>
                <a:path extrusionOk="0" h="6907" w="3168">
                  <a:moveTo>
                    <a:pt x="334" y="0"/>
                  </a:moveTo>
                  <a:cubicBezTo>
                    <a:pt x="167" y="0"/>
                    <a:pt x="0" y="143"/>
                    <a:pt x="0" y="334"/>
                  </a:cubicBezTo>
                  <a:lnTo>
                    <a:pt x="0" y="6573"/>
                  </a:lnTo>
                  <a:cubicBezTo>
                    <a:pt x="0" y="6764"/>
                    <a:pt x="167" y="6907"/>
                    <a:pt x="334" y="6907"/>
                  </a:cubicBezTo>
                  <a:lnTo>
                    <a:pt x="2834" y="6907"/>
                  </a:lnTo>
                  <a:cubicBezTo>
                    <a:pt x="3025" y="6907"/>
                    <a:pt x="3144" y="6764"/>
                    <a:pt x="3168" y="6573"/>
                  </a:cubicBezTo>
                  <a:lnTo>
                    <a:pt x="3168" y="334"/>
                  </a:lnTo>
                  <a:cubicBezTo>
                    <a:pt x="3168" y="143"/>
                    <a:pt x="3025" y="0"/>
                    <a:pt x="283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3" name="Google Shape;29793;p154"/>
            <p:cNvSpPr/>
            <p:nvPr/>
          </p:nvSpPr>
          <p:spPr>
            <a:xfrm>
              <a:off x="7060373" y="2654570"/>
              <a:ext cx="20837" cy="21613"/>
            </a:xfrm>
            <a:custGeom>
              <a:rect b="b" l="l" r="r" t="t"/>
              <a:pathLst>
                <a:path extrusionOk="0" h="668" w="644">
                  <a:moveTo>
                    <a:pt x="310" y="1"/>
                  </a:moveTo>
                  <a:cubicBezTo>
                    <a:pt x="143" y="1"/>
                    <a:pt x="1" y="144"/>
                    <a:pt x="1" y="334"/>
                  </a:cubicBezTo>
                  <a:cubicBezTo>
                    <a:pt x="1" y="525"/>
                    <a:pt x="143" y="668"/>
                    <a:pt x="310" y="668"/>
                  </a:cubicBezTo>
                  <a:cubicBezTo>
                    <a:pt x="501" y="668"/>
                    <a:pt x="644" y="525"/>
                    <a:pt x="644" y="334"/>
                  </a:cubicBezTo>
                  <a:cubicBezTo>
                    <a:pt x="644" y="144"/>
                    <a:pt x="501" y="1"/>
                    <a:pt x="31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4" name="Google Shape;29794;p154"/>
            <p:cNvSpPr/>
            <p:nvPr/>
          </p:nvSpPr>
          <p:spPr>
            <a:xfrm>
              <a:off x="7060373" y="2695401"/>
              <a:ext cx="20837" cy="20837"/>
            </a:xfrm>
            <a:custGeom>
              <a:rect b="b" l="l" r="r" t="t"/>
              <a:pathLst>
                <a:path extrusionOk="0" h="644" w="644">
                  <a:moveTo>
                    <a:pt x="310" y="1"/>
                  </a:moveTo>
                  <a:cubicBezTo>
                    <a:pt x="143" y="1"/>
                    <a:pt x="1" y="144"/>
                    <a:pt x="1" y="310"/>
                  </a:cubicBezTo>
                  <a:cubicBezTo>
                    <a:pt x="1" y="501"/>
                    <a:pt x="143" y="644"/>
                    <a:pt x="310" y="644"/>
                  </a:cubicBezTo>
                  <a:cubicBezTo>
                    <a:pt x="501" y="644"/>
                    <a:pt x="644" y="501"/>
                    <a:pt x="644" y="310"/>
                  </a:cubicBezTo>
                  <a:cubicBezTo>
                    <a:pt x="644" y="144"/>
                    <a:pt x="501" y="1"/>
                    <a:pt x="31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5" name="Google Shape;29795;p154"/>
            <p:cNvSpPr/>
            <p:nvPr/>
          </p:nvSpPr>
          <p:spPr>
            <a:xfrm>
              <a:off x="7060373" y="2735488"/>
              <a:ext cx="20837" cy="21613"/>
            </a:xfrm>
            <a:custGeom>
              <a:rect b="b" l="l" r="r" t="t"/>
              <a:pathLst>
                <a:path extrusionOk="0" h="668" w="644">
                  <a:moveTo>
                    <a:pt x="310" y="0"/>
                  </a:moveTo>
                  <a:cubicBezTo>
                    <a:pt x="143" y="0"/>
                    <a:pt x="1" y="143"/>
                    <a:pt x="1" y="334"/>
                  </a:cubicBezTo>
                  <a:cubicBezTo>
                    <a:pt x="1" y="524"/>
                    <a:pt x="143" y="667"/>
                    <a:pt x="310" y="667"/>
                  </a:cubicBezTo>
                  <a:cubicBezTo>
                    <a:pt x="501" y="667"/>
                    <a:pt x="644" y="524"/>
                    <a:pt x="644" y="334"/>
                  </a:cubicBezTo>
                  <a:cubicBezTo>
                    <a:pt x="644" y="143"/>
                    <a:pt x="501" y="0"/>
                    <a:pt x="31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6" name="Google Shape;29796;p154"/>
            <p:cNvSpPr/>
            <p:nvPr/>
          </p:nvSpPr>
          <p:spPr>
            <a:xfrm>
              <a:off x="7060373" y="2777011"/>
              <a:ext cx="20060" cy="60989"/>
            </a:xfrm>
            <a:custGeom>
              <a:rect b="b" l="l" r="r" t="t"/>
              <a:pathLst>
                <a:path extrusionOk="0" h="1885" w="620">
                  <a:moveTo>
                    <a:pt x="304" y="1"/>
                  </a:moveTo>
                  <a:cubicBezTo>
                    <a:pt x="290" y="1"/>
                    <a:pt x="277" y="1"/>
                    <a:pt x="263" y="3"/>
                  </a:cubicBezTo>
                  <a:cubicBezTo>
                    <a:pt x="120" y="27"/>
                    <a:pt x="1" y="194"/>
                    <a:pt x="1" y="337"/>
                  </a:cubicBezTo>
                  <a:lnTo>
                    <a:pt x="1" y="1885"/>
                  </a:lnTo>
                  <a:lnTo>
                    <a:pt x="620" y="1885"/>
                  </a:lnTo>
                  <a:lnTo>
                    <a:pt x="620" y="313"/>
                  </a:lnTo>
                  <a:cubicBezTo>
                    <a:pt x="620" y="136"/>
                    <a:pt x="477" y="1"/>
                    <a:pt x="304"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7" name="Google Shape;29797;p154"/>
            <p:cNvSpPr/>
            <p:nvPr/>
          </p:nvSpPr>
          <p:spPr>
            <a:xfrm>
              <a:off x="7263786" y="2614528"/>
              <a:ext cx="101756" cy="223476"/>
            </a:xfrm>
            <a:custGeom>
              <a:rect b="b" l="l" r="r" t="t"/>
              <a:pathLst>
                <a:path extrusionOk="0" h="6907" w="3145">
                  <a:moveTo>
                    <a:pt x="310" y="0"/>
                  </a:moveTo>
                  <a:cubicBezTo>
                    <a:pt x="144" y="0"/>
                    <a:pt x="1" y="143"/>
                    <a:pt x="1" y="334"/>
                  </a:cubicBezTo>
                  <a:lnTo>
                    <a:pt x="1" y="6573"/>
                  </a:lnTo>
                  <a:cubicBezTo>
                    <a:pt x="1" y="6764"/>
                    <a:pt x="144" y="6907"/>
                    <a:pt x="310" y="6907"/>
                  </a:cubicBezTo>
                  <a:lnTo>
                    <a:pt x="2811" y="6907"/>
                  </a:lnTo>
                  <a:cubicBezTo>
                    <a:pt x="3001" y="6907"/>
                    <a:pt x="3120" y="6764"/>
                    <a:pt x="3144" y="6573"/>
                  </a:cubicBezTo>
                  <a:lnTo>
                    <a:pt x="3144" y="334"/>
                  </a:lnTo>
                  <a:cubicBezTo>
                    <a:pt x="3144" y="143"/>
                    <a:pt x="3001" y="0"/>
                    <a:pt x="281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8" name="Google Shape;29798;p154"/>
            <p:cNvSpPr/>
            <p:nvPr/>
          </p:nvSpPr>
          <p:spPr>
            <a:xfrm>
              <a:off x="7303841" y="2654582"/>
              <a:ext cx="20837" cy="21613"/>
            </a:xfrm>
            <a:custGeom>
              <a:rect b="b" l="l" r="r" t="t"/>
              <a:pathLst>
                <a:path extrusionOk="0" h="668" w="644">
                  <a:moveTo>
                    <a:pt x="334" y="1"/>
                  </a:moveTo>
                  <a:cubicBezTo>
                    <a:pt x="144" y="1"/>
                    <a:pt x="1" y="144"/>
                    <a:pt x="1" y="334"/>
                  </a:cubicBezTo>
                  <a:cubicBezTo>
                    <a:pt x="1" y="525"/>
                    <a:pt x="144" y="668"/>
                    <a:pt x="334" y="668"/>
                  </a:cubicBezTo>
                  <a:cubicBezTo>
                    <a:pt x="501" y="668"/>
                    <a:pt x="644" y="525"/>
                    <a:pt x="644" y="334"/>
                  </a:cubicBezTo>
                  <a:cubicBezTo>
                    <a:pt x="644" y="144"/>
                    <a:pt x="501" y="1"/>
                    <a:pt x="3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9" name="Google Shape;29799;p154"/>
            <p:cNvSpPr/>
            <p:nvPr/>
          </p:nvSpPr>
          <p:spPr>
            <a:xfrm>
              <a:off x="7303841" y="2695414"/>
              <a:ext cx="20837" cy="20837"/>
            </a:xfrm>
            <a:custGeom>
              <a:rect b="b" l="l" r="r" t="t"/>
              <a:pathLst>
                <a:path extrusionOk="0" h="644" w="644">
                  <a:moveTo>
                    <a:pt x="334" y="1"/>
                  </a:moveTo>
                  <a:cubicBezTo>
                    <a:pt x="144" y="1"/>
                    <a:pt x="1" y="144"/>
                    <a:pt x="1" y="310"/>
                  </a:cubicBezTo>
                  <a:cubicBezTo>
                    <a:pt x="1" y="501"/>
                    <a:pt x="144" y="644"/>
                    <a:pt x="334" y="644"/>
                  </a:cubicBezTo>
                  <a:cubicBezTo>
                    <a:pt x="501" y="644"/>
                    <a:pt x="644" y="501"/>
                    <a:pt x="644" y="310"/>
                  </a:cubicBezTo>
                  <a:cubicBezTo>
                    <a:pt x="644" y="144"/>
                    <a:pt x="501" y="1"/>
                    <a:pt x="33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0" name="Google Shape;29800;p154"/>
            <p:cNvSpPr/>
            <p:nvPr/>
          </p:nvSpPr>
          <p:spPr>
            <a:xfrm>
              <a:off x="7303841" y="2735501"/>
              <a:ext cx="20837" cy="21613"/>
            </a:xfrm>
            <a:custGeom>
              <a:rect b="b" l="l" r="r" t="t"/>
              <a:pathLst>
                <a:path extrusionOk="0" h="668" w="644">
                  <a:moveTo>
                    <a:pt x="334" y="0"/>
                  </a:moveTo>
                  <a:cubicBezTo>
                    <a:pt x="144" y="0"/>
                    <a:pt x="1" y="143"/>
                    <a:pt x="1" y="334"/>
                  </a:cubicBezTo>
                  <a:cubicBezTo>
                    <a:pt x="1" y="524"/>
                    <a:pt x="144" y="667"/>
                    <a:pt x="334" y="667"/>
                  </a:cubicBezTo>
                  <a:cubicBezTo>
                    <a:pt x="501" y="667"/>
                    <a:pt x="644" y="524"/>
                    <a:pt x="644" y="334"/>
                  </a:cubicBezTo>
                  <a:cubicBezTo>
                    <a:pt x="644" y="143"/>
                    <a:pt x="501" y="0"/>
                    <a:pt x="334"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1" name="Google Shape;29801;p154"/>
            <p:cNvSpPr/>
            <p:nvPr/>
          </p:nvSpPr>
          <p:spPr>
            <a:xfrm>
              <a:off x="7303841" y="2777011"/>
              <a:ext cx="20092" cy="60989"/>
            </a:xfrm>
            <a:custGeom>
              <a:rect b="b" l="l" r="r" t="t"/>
              <a:pathLst>
                <a:path extrusionOk="0" h="1885" w="621">
                  <a:moveTo>
                    <a:pt x="304" y="1"/>
                  </a:moveTo>
                  <a:cubicBezTo>
                    <a:pt x="291" y="1"/>
                    <a:pt x="277" y="1"/>
                    <a:pt x="263" y="3"/>
                  </a:cubicBezTo>
                  <a:cubicBezTo>
                    <a:pt x="120" y="27"/>
                    <a:pt x="1" y="194"/>
                    <a:pt x="1" y="337"/>
                  </a:cubicBezTo>
                  <a:lnTo>
                    <a:pt x="1" y="1885"/>
                  </a:lnTo>
                  <a:lnTo>
                    <a:pt x="620" y="1885"/>
                  </a:lnTo>
                  <a:lnTo>
                    <a:pt x="620" y="313"/>
                  </a:lnTo>
                  <a:cubicBezTo>
                    <a:pt x="620" y="136"/>
                    <a:pt x="477" y="1"/>
                    <a:pt x="304"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2" name="Google Shape;29802;p154"/>
            <p:cNvSpPr/>
            <p:nvPr/>
          </p:nvSpPr>
          <p:spPr>
            <a:xfrm>
              <a:off x="7100428" y="2533609"/>
              <a:ext cx="184197" cy="304396"/>
            </a:xfrm>
            <a:custGeom>
              <a:rect b="b" l="l" r="r" t="t"/>
              <a:pathLst>
                <a:path extrusionOk="0" h="9408" w="5693">
                  <a:moveTo>
                    <a:pt x="334" y="1"/>
                  </a:moveTo>
                  <a:cubicBezTo>
                    <a:pt x="168" y="1"/>
                    <a:pt x="1" y="144"/>
                    <a:pt x="1" y="334"/>
                  </a:cubicBezTo>
                  <a:lnTo>
                    <a:pt x="1" y="9408"/>
                  </a:lnTo>
                  <a:lnTo>
                    <a:pt x="5693" y="9408"/>
                  </a:lnTo>
                  <a:lnTo>
                    <a:pt x="5693" y="334"/>
                  </a:lnTo>
                  <a:cubicBezTo>
                    <a:pt x="5693" y="144"/>
                    <a:pt x="5550" y="1"/>
                    <a:pt x="5359"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3" name="Google Shape;29803;p154"/>
            <p:cNvSpPr/>
            <p:nvPr/>
          </p:nvSpPr>
          <p:spPr>
            <a:xfrm>
              <a:off x="7192121" y="2533609"/>
              <a:ext cx="91726" cy="304396"/>
            </a:xfrm>
            <a:custGeom>
              <a:rect b="b" l="l" r="r" t="t"/>
              <a:pathLst>
                <a:path extrusionOk="0" h="9408" w="2835">
                  <a:moveTo>
                    <a:pt x="1" y="1"/>
                  </a:moveTo>
                  <a:lnTo>
                    <a:pt x="1" y="9408"/>
                  </a:lnTo>
                  <a:lnTo>
                    <a:pt x="2835" y="9408"/>
                  </a:lnTo>
                  <a:lnTo>
                    <a:pt x="2835" y="334"/>
                  </a:lnTo>
                  <a:cubicBezTo>
                    <a:pt x="2835" y="144"/>
                    <a:pt x="2692" y="1"/>
                    <a:pt x="250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4" name="Google Shape;29804;p154"/>
            <p:cNvSpPr/>
            <p:nvPr/>
          </p:nvSpPr>
          <p:spPr>
            <a:xfrm>
              <a:off x="7148992" y="2735501"/>
              <a:ext cx="88620" cy="102501"/>
            </a:xfrm>
            <a:custGeom>
              <a:rect b="b" l="l" r="r" t="t"/>
              <a:pathLst>
                <a:path extrusionOk="0" h="3168" w="2739">
                  <a:moveTo>
                    <a:pt x="334" y="0"/>
                  </a:moveTo>
                  <a:cubicBezTo>
                    <a:pt x="143" y="0"/>
                    <a:pt x="0" y="167"/>
                    <a:pt x="0" y="334"/>
                  </a:cubicBezTo>
                  <a:lnTo>
                    <a:pt x="0" y="3168"/>
                  </a:lnTo>
                  <a:lnTo>
                    <a:pt x="2739" y="3168"/>
                  </a:lnTo>
                  <a:lnTo>
                    <a:pt x="2739" y="334"/>
                  </a:lnTo>
                  <a:cubicBezTo>
                    <a:pt x="2739" y="167"/>
                    <a:pt x="2596" y="0"/>
                    <a:pt x="240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5" name="Google Shape;29805;p154"/>
            <p:cNvSpPr/>
            <p:nvPr/>
          </p:nvSpPr>
          <p:spPr>
            <a:xfrm>
              <a:off x="7192121" y="2735501"/>
              <a:ext cx="44747" cy="101724"/>
            </a:xfrm>
            <a:custGeom>
              <a:rect b="b" l="l" r="r" t="t"/>
              <a:pathLst>
                <a:path extrusionOk="0" h="3144" w="1383">
                  <a:moveTo>
                    <a:pt x="1" y="0"/>
                  </a:moveTo>
                  <a:lnTo>
                    <a:pt x="1" y="3144"/>
                  </a:lnTo>
                  <a:lnTo>
                    <a:pt x="1382" y="3144"/>
                  </a:lnTo>
                  <a:lnTo>
                    <a:pt x="1382" y="310"/>
                  </a:lnTo>
                  <a:cubicBezTo>
                    <a:pt x="1382" y="167"/>
                    <a:pt x="1215" y="0"/>
                    <a:pt x="1049"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6" name="Google Shape;29806;p154"/>
            <p:cNvSpPr/>
            <p:nvPr/>
          </p:nvSpPr>
          <p:spPr>
            <a:xfrm>
              <a:off x="7181347" y="2573696"/>
              <a:ext cx="21613" cy="21613"/>
            </a:xfrm>
            <a:custGeom>
              <a:rect b="b" l="l" r="r" t="t"/>
              <a:pathLst>
                <a:path extrusionOk="0" h="668" w="668">
                  <a:moveTo>
                    <a:pt x="334" y="0"/>
                  </a:moveTo>
                  <a:cubicBezTo>
                    <a:pt x="143" y="0"/>
                    <a:pt x="0" y="143"/>
                    <a:pt x="0" y="334"/>
                  </a:cubicBezTo>
                  <a:cubicBezTo>
                    <a:pt x="0" y="524"/>
                    <a:pt x="143" y="667"/>
                    <a:pt x="334" y="667"/>
                  </a:cubicBezTo>
                  <a:cubicBezTo>
                    <a:pt x="524" y="667"/>
                    <a:pt x="667" y="524"/>
                    <a:pt x="667" y="334"/>
                  </a:cubicBezTo>
                  <a:cubicBezTo>
                    <a:pt x="667" y="143"/>
                    <a:pt x="524" y="0"/>
                    <a:pt x="334"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7" name="Google Shape;29807;p154"/>
            <p:cNvSpPr/>
            <p:nvPr/>
          </p:nvSpPr>
          <p:spPr>
            <a:xfrm>
              <a:off x="7222178" y="2573696"/>
              <a:ext cx="20837" cy="21613"/>
            </a:xfrm>
            <a:custGeom>
              <a:rect b="b" l="l" r="r" t="t"/>
              <a:pathLst>
                <a:path extrusionOk="0" h="668" w="644">
                  <a:moveTo>
                    <a:pt x="310" y="0"/>
                  </a:moveTo>
                  <a:cubicBezTo>
                    <a:pt x="144" y="0"/>
                    <a:pt x="1" y="143"/>
                    <a:pt x="1" y="334"/>
                  </a:cubicBezTo>
                  <a:cubicBezTo>
                    <a:pt x="1" y="524"/>
                    <a:pt x="144" y="667"/>
                    <a:pt x="310" y="667"/>
                  </a:cubicBezTo>
                  <a:cubicBezTo>
                    <a:pt x="501" y="667"/>
                    <a:pt x="644" y="524"/>
                    <a:pt x="644" y="334"/>
                  </a:cubicBezTo>
                  <a:cubicBezTo>
                    <a:pt x="644" y="143"/>
                    <a:pt x="501" y="0"/>
                    <a:pt x="31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8" name="Google Shape;29808;p154"/>
            <p:cNvSpPr/>
            <p:nvPr/>
          </p:nvSpPr>
          <p:spPr>
            <a:xfrm>
              <a:off x="7141292" y="2573696"/>
              <a:ext cx="20837" cy="21613"/>
            </a:xfrm>
            <a:custGeom>
              <a:rect b="b" l="l" r="r" t="t"/>
              <a:pathLst>
                <a:path extrusionOk="0" h="668" w="644">
                  <a:moveTo>
                    <a:pt x="334" y="0"/>
                  </a:moveTo>
                  <a:cubicBezTo>
                    <a:pt x="143" y="0"/>
                    <a:pt x="0" y="143"/>
                    <a:pt x="0" y="334"/>
                  </a:cubicBezTo>
                  <a:cubicBezTo>
                    <a:pt x="0" y="524"/>
                    <a:pt x="143" y="667"/>
                    <a:pt x="334" y="667"/>
                  </a:cubicBezTo>
                  <a:cubicBezTo>
                    <a:pt x="500" y="667"/>
                    <a:pt x="643" y="524"/>
                    <a:pt x="643" y="334"/>
                  </a:cubicBezTo>
                  <a:cubicBezTo>
                    <a:pt x="643" y="143"/>
                    <a:pt x="500" y="0"/>
                    <a:pt x="334"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9" name="Google Shape;29809;p154"/>
            <p:cNvSpPr/>
            <p:nvPr/>
          </p:nvSpPr>
          <p:spPr>
            <a:xfrm>
              <a:off x="7181347" y="2614528"/>
              <a:ext cx="21613" cy="20837"/>
            </a:xfrm>
            <a:custGeom>
              <a:rect b="b" l="l" r="r" t="t"/>
              <a:pathLst>
                <a:path extrusionOk="0" h="644" w="668">
                  <a:moveTo>
                    <a:pt x="334" y="0"/>
                  </a:moveTo>
                  <a:cubicBezTo>
                    <a:pt x="143" y="0"/>
                    <a:pt x="0" y="143"/>
                    <a:pt x="0" y="334"/>
                  </a:cubicBezTo>
                  <a:cubicBezTo>
                    <a:pt x="0" y="500"/>
                    <a:pt x="143" y="643"/>
                    <a:pt x="334" y="643"/>
                  </a:cubicBezTo>
                  <a:cubicBezTo>
                    <a:pt x="524" y="643"/>
                    <a:pt x="667" y="500"/>
                    <a:pt x="667" y="334"/>
                  </a:cubicBezTo>
                  <a:cubicBezTo>
                    <a:pt x="667" y="143"/>
                    <a:pt x="524" y="0"/>
                    <a:pt x="334"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0" name="Google Shape;29810;p154"/>
            <p:cNvSpPr/>
            <p:nvPr/>
          </p:nvSpPr>
          <p:spPr>
            <a:xfrm>
              <a:off x="7222178" y="2614528"/>
              <a:ext cx="20837" cy="20837"/>
            </a:xfrm>
            <a:custGeom>
              <a:rect b="b" l="l" r="r" t="t"/>
              <a:pathLst>
                <a:path extrusionOk="0" h="644" w="644">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1" name="Google Shape;29811;p154"/>
            <p:cNvSpPr/>
            <p:nvPr/>
          </p:nvSpPr>
          <p:spPr>
            <a:xfrm>
              <a:off x="7141292" y="2614528"/>
              <a:ext cx="20837" cy="20837"/>
            </a:xfrm>
            <a:custGeom>
              <a:rect b="b" l="l" r="r" t="t"/>
              <a:pathLst>
                <a:path extrusionOk="0" h="644" w="644">
                  <a:moveTo>
                    <a:pt x="334" y="0"/>
                  </a:moveTo>
                  <a:cubicBezTo>
                    <a:pt x="143" y="0"/>
                    <a:pt x="0" y="143"/>
                    <a:pt x="0" y="334"/>
                  </a:cubicBezTo>
                  <a:cubicBezTo>
                    <a:pt x="0" y="500"/>
                    <a:pt x="143" y="643"/>
                    <a:pt x="334" y="643"/>
                  </a:cubicBezTo>
                  <a:cubicBezTo>
                    <a:pt x="500" y="643"/>
                    <a:pt x="643" y="500"/>
                    <a:pt x="643" y="334"/>
                  </a:cubicBezTo>
                  <a:cubicBezTo>
                    <a:pt x="643" y="143"/>
                    <a:pt x="500" y="0"/>
                    <a:pt x="334"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2" name="Google Shape;29812;p154"/>
            <p:cNvSpPr/>
            <p:nvPr/>
          </p:nvSpPr>
          <p:spPr>
            <a:xfrm>
              <a:off x="7181347" y="2654582"/>
              <a:ext cx="21613" cy="21613"/>
            </a:xfrm>
            <a:custGeom>
              <a:rect b="b" l="l" r="r" t="t"/>
              <a:pathLst>
                <a:path extrusionOk="0" h="668" w="668">
                  <a:moveTo>
                    <a:pt x="334" y="1"/>
                  </a:moveTo>
                  <a:cubicBezTo>
                    <a:pt x="143" y="1"/>
                    <a:pt x="0" y="144"/>
                    <a:pt x="0" y="334"/>
                  </a:cubicBezTo>
                  <a:cubicBezTo>
                    <a:pt x="0" y="525"/>
                    <a:pt x="143" y="668"/>
                    <a:pt x="334" y="668"/>
                  </a:cubicBezTo>
                  <a:cubicBezTo>
                    <a:pt x="524" y="668"/>
                    <a:pt x="667" y="525"/>
                    <a:pt x="667" y="334"/>
                  </a:cubicBezTo>
                  <a:cubicBezTo>
                    <a:pt x="667" y="144"/>
                    <a:pt x="524" y="1"/>
                    <a:pt x="334"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3" name="Google Shape;29813;p154"/>
            <p:cNvSpPr/>
            <p:nvPr/>
          </p:nvSpPr>
          <p:spPr>
            <a:xfrm>
              <a:off x="7222178" y="2654582"/>
              <a:ext cx="20837" cy="21613"/>
            </a:xfrm>
            <a:custGeom>
              <a:rect b="b" l="l" r="r" t="t"/>
              <a:pathLst>
                <a:path extrusionOk="0" h="668" w="644">
                  <a:moveTo>
                    <a:pt x="310" y="1"/>
                  </a:moveTo>
                  <a:cubicBezTo>
                    <a:pt x="144" y="1"/>
                    <a:pt x="1" y="144"/>
                    <a:pt x="1" y="334"/>
                  </a:cubicBezTo>
                  <a:cubicBezTo>
                    <a:pt x="1" y="525"/>
                    <a:pt x="144" y="668"/>
                    <a:pt x="310" y="668"/>
                  </a:cubicBezTo>
                  <a:cubicBezTo>
                    <a:pt x="501" y="668"/>
                    <a:pt x="644" y="525"/>
                    <a:pt x="644" y="334"/>
                  </a:cubicBezTo>
                  <a:cubicBezTo>
                    <a:pt x="644" y="144"/>
                    <a:pt x="501" y="1"/>
                    <a:pt x="31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4" name="Google Shape;29814;p154"/>
            <p:cNvSpPr/>
            <p:nvPr/>
          </p:nvSpPr>
          <p:spPr>
            <a:xfrm>
              <a:off x="7141292" y="2654582"/>
              <a:ext cx="20837" cy="21613"/>
            </a:xfrm>
            <a:custGeom>
              <a:rect b="b" l="l" r="r" t="t"/>
              <a:pathLst>
                <a:path extrusionOk="0" h="668" w="644">
                  <a:moveTo>
                    <a:pt x="334" y="1"/>
                  </a:moveTo>
                  <a:cubicBezTo>
                    <a:pt x="143" y="1"/>
                    <a:pt x="0" y="144"/>
                    <a:pt x="0" y="334"/>
                  </a:cubicBezTo>
                  <a:cubicBezTo>
                    <a:pt x="0" y="525"/>
                    <a:pt x="143" y="668"/>
                    <a:pt x="334" y="668"/>
                  </a:cubicBezTo>
                  <a:cubicBezTo>
                    <a:pt x="500" y="668"/>
                    <a:pt x="643" y="525"/>
                    <a:pt x="643" y="334"/>
                  </a:cubicBezTo>
                  <a:cubicBezTo>
                    <a:pt x="643" y="144"/>
                    <a:pt x="500" y="1"/>
                    <a:pt x="334"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5" name="Google Shape;29815;p154"/>
            <p:cNvSpPr/>
            <p:nvPr/>
          </p:nvSpPr>
          <p:spPr>
            <a:xfrm>
              <a:off x="7181347" y="2695414"/>
              <a:ext cx="21613" cy="20837"/>
            </a:xfrm>
            <a:custGeom>
              <a:rect b="b" l="l" r="r" t="t"/>
              <a:pathLst>
                <a:path extrusionOk="0" h="644" w="668">
                  <a:moveTo>
                    <a:pt x="334" y="1"/>
                  </a:moveTo>
                  <a:cubicBezTo>
                    <a:pt x="143" y="1"/>
                    <a:pt x="0" y="144"/>
                    <a:pt x="0" y="310"/>
                  </a:cubicBezTo>
                  <a:cubicBezTo>
                    <a:pt x="0" y="501"/>
                    <a:pt x="143" y="644"/>
                    <a:pt x="334" y="644"/>
                  </a:cubicBezTo>
                  <a:cubicBezTo>
                    <a:pt x="524" y="644"/>
                    <a:pt x="667" y="501"/>
                    <a:pt x="667" y="310"/>
                  </a:cubicBezTo>
                  <a:cubicBezTo>
                    <a:pt x="667" y="144"/>
                    <a:pt x="524" y="1"/>
                    <a:pt x="334"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6" name="Google Shape;29816;p154"/>
            <p:cNvSpPr/>
            <p:nvPr/>
          </p:nvSpPr>
          <p:spPr>
            <a:xfrm>
              <a:off x="7222178" y="2695414"/>
              <a:ext cx="20837" cy="20837"/>
            </a:xfrm>
            <a:custGeom>
              <a:rect b="b" l="l" r="r" t="t"/>
              <a:pathLst>
                <a:path extrusionOk="0" h="644" w="644">
                  <a:moveTo>
                    <a:pt x="310" y="1"/>
                  </a:moveTo>
                  <a:cubicBezTo>
                    <a:pt x="144" y="1"/>
                    <a:pt x="1" y="144"/>
                    <a:pt x="1" y="310"/>
                  </a:cubicBezTo>
                  <a:cubicBezTo>
                    <a:pt x="1" y="501"/>
                    <a:pt x="144" y="644"/>
                    <a:pt x="310" y="644"/>
                  </a:cubicBezTo>
                  <a:cubicBezTo>
                    <a:pt x="501" y="644"/>
                    <a:pt x="644" y="501"/>
                    <a:pt x="644" y="310"/>
                  </a:cubicBezTo>
                  <a:cubicBezTo>
                    <a:pt x="644" y="144"/>
                    <a:pt x="501" y="1"/>
                    <a:pt x="31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7" name="Google Shape;29817;p154"/>
            <p:cNvSpPr/>
            <p:nvPr/>
          </p:nvSpPr>
          <p:spPr>
            <a:xfrm>
              <a:off x="7141292" y="2695414"/>
              <a:ext cx="20837" cy="20837"/>
            </a:xfrm>
            <a:custGeom>
              <a:rect b="b" l="l" r="r" t="t"/>
              <a:pathLst>
                <a:path extrusionOk="0" h="644" w="644">
                  <a:moveTo>
                    <a:pt x="334" y="1"/>
                  </a:moveTo>
                  <a:cubicBezTo>
                    <a:pt x="143" y="1"/>
                    <a:pt x="0" y="144"/>
                    <a:pt x="0" y="310"/>
                  </a:cubicBezTo>
                  <a:cubicBezTo>
                    <a:pt x="0" y="501"/>
                    <a:pt x="143" y="644"/>
                    <a:pt x="334" y="644"/>
                  </a:cubicBezTo>
                  <a:cubicBezTo>
                    <a:pt x="500" y="644"/>
                    <a:pt x="643" y="501"/>
                    <a:pt x="643" y="310"/>
                  </a:cubicBezTo>
                  <a:cubicBezTo>
                    <a:pt x="643" y="144"/>
                    <a:pt x="500" y="1"/>
                    <a:pt x="334"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8" name="Google Shape;29818;p154"/>
            <p:cNvSpPr/>
            <p:nvPr/>
          </p:nvSpPr>
          <p:spPr>
            <a:xfrm>
              <a:off x="7169020" y="2756305"/>
              <a:ext cx="47044" cy="80920"/>
            </a:xfrm>
            <a:custGeom>
              <a:rect b="b" l="l" r="r" t="t"/>
              <a:pathLst>
                <a:path extrusionOk="0" h="2501" w="1454">
                  <a:moveTo>
                    <a:pt x="0" y="0"/>
                  </a:moveTo>
                  <a:lnTo>
                    <a:pt x="0" y="2501"/>
                  </a:lnTo>
                  <a:lnTo>
                    <a:pt x="1453" y="2501"/>
                  </a:lnTo>
                  <a:lnTo>
                    <a:pt x="1453"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9" name="Google Shape;29819;p154"/>
            <p:cNvSpPr/>
            <p:nvPr/>
          </p:nvSpPr>
          <p:spPr>
            <a:xfrm>
              <a:off x="7192121" y="2573696"/>
              <a:ext cx="10839" cy="20837"/>
            </a:xfrm>
            <a:custGeom>
              <a:rect b="b" l="l" r="r" t="t"/>
              <a:pathLst>
                <a:path extrusionOk="0" h="644" w="335">
                  <a:moveTo>
                    <a:pt x="1" y="0"/>
                  </a:moveTo>
                  <a:lnTo>
                    <a:pt x="1" y="643"/>
                  </a:lnTo>
                  <a:cubicBezTo>
                    <a:pt x="191" y="643"/>
                    <a:pt x="334" y="500"/>
                    <a:pt x="334" y="334"/>
                  </a:cubicBezTo>
                  <a:cubicBezTo>
                    <a:pt x="334" y="167"/>
                    <a:pt x="19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0" name="Google Shape;29820;p154"/>
            <p:cNvSpPr/>
            <p:nvPr/>
          </p:nvSpPr>
          <p:spPr>
            <a:xfrm>
              <a:off x="7192121" y="2614528"/>
              <a:ext cx="10839" cy="20060"/>
            </a:xfrm>
            <a:custGeom>
              <a:rect b="b" l="l" r="r" t="t"/>
              <a:pathLst>
                <a:path extrusionOk="0" h="620" w="335">
                  <a:moveTo>
                    <a:pt x="1" y="0"/>
                  </a:moveTo>
                  <a:lnTo>
                    <a:pt x="1" y="620"/>
                  </a:lnTo>
                  <a:cubicBezTo>
                    <a:pt x="191" y="620"/>
                    <a:pt x="334" y="500"/>
                    <a:pt x="334" y="334"/>
                  </a:cubicBezTo>
                  <a:cubicBezTo>
                    <a:pt x="334" y="143"/>
                    <a:pt x="19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1" name="Google Shape;29821;p154"/>
            <p:cNvSpPr/>
            <p:nvPr/>
          </p:nvSpPr>
          <p:spPr>
            <a:xfrm>
              <a:off x="7192121" y="2654582"/>
              <a:ext cx="10839" cy="20837"/>
            </a:xfrm>
            <a:custGeom>
              <a:rect b="b" l="l" r="r" t="t"/>
              <a:pathLst>
                <a:path extrusionOk="0" h="644" w="335">
                  <a:moveTo>
                    <a:pt x="1" y="1"/>
                  </a:moveTo>
                  <a:lnTo>
                    <a:pt x="1" y="644"/>
                  </a:lnTo>
                  <a:cubicBezTo>
                    <a:pt x="191" y="644"/>
                    <a:pt x="334" y="525"/>
                    <a:pt x="334" y="334"/>
                  </a:cubicBezTo>
                  <a:cubicBezTo>
                    <a:pt x="334" y="144"/>
                    <a:pt x="191"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2" name="Google Shape;29822;p154"/>
            <p:cNvSpPr/>
            <p:nvPr/>
          </p:nvSpPr>
          <p:spPr>
            <a:xfrm>
              <a:off x="7192121" y="2695414"/>
              <a:ext cx="10839" cy="20157"/>
            </a:xfrm>
            <a:custGeom>
              <a:rect b="b" l="l" r="r" t="t"/>
              <a:pathLst>
                <a:path extrusionOk="0" h="623" w="335">
                  <a:moveTo>
                    <a:pt x="1" y="1"/>
                  </a:moveTo>
                  <a:lnTo>
                    <a:pt x="1" y="620"/>
                  </a:lnTo>
                  <a:cubicBezTo>
                    <a:pt x="15" y="622"/>
                    <a:pt x="29" y="623"/>
                    <a:pt x="42" y="623"/>
                  </a:cubicBezTo>
                  <a:cubicBezTo>
                    <a:pt x="212" y="623"/>
                    <a:pt x="334" y="487"/>
                    <a:pt x="334" y="310"/>
                  </a:cubicBezTo>
                  <a:cubicBezTo>
                    <a:pt x="334" y="144"/>
                    <a:pt x="191" y="1"/>
                    <a:pt x="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3" name="Google Shape;29823;p154"/>
            <p:cNvSpPr/>
            <p:nvPr/>
          </p:nvSpPr>
          <p:spPr>
            <a:xfrm>
              <a:off x="7192121" y="2756305"/>
              <a:ext cx="23943" cy="80920"/>
            </a:xfrm>
            <a:custGeom>
              <a:rect b="b" l="l" r="r" t="t"/>
              <a:pathLst>
                <a:path extrusionOk="0" h="2501" w="740">
                  <a:moveTo>
                    <a:pt x="1" y="0"/>
                  </a:moveTo>
                  <a:lnTo>
                    <a:pt x="1" y="2501"/>
                  </a:lnTo>
                  <a:lnTo>
                    <a:pt x="739" y="2501"/>
                  </a:lnTo>
                  <a:lnTo>
                    <a:pt x="739"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4" name="Google Shape;29824;p154"/>
          <p:cNvGrpSpPr/>
          <p:nvPr/>
        </p:nvGrpSpPr>
        <p:grpSpPr>
          <a:xfrm>
            <a:off x="6268300" y="2351929"/>
            <a:ext cx="346749" cy="319793"/>
            <a:chOff x="6268300" y="2504329"/>
            <a:chExt cx="346749" cy="319793"/>
          </a:xfrm>
        </p:grpSpPr>
        <p:sp>
          <p:nvSpPr>
            <p:cNvPr id="29825" name="Google Shape;29825;p154"/>
            <p:cNvSpPr/>
            <p:nvPr/>
          </p:nvSpPr>
          <p:spPr>
            <a:xfrm>
              <a:off x="6493294" y="2602977"/>
              <a:ext cx="74772" cy="61669"/>
            </a:xfrm>
            <a:custGeom>
              <a:rect b="b" l="l" r="r" t="t"/>
              <a:pathLst>
                <a:path extrusionOk="0" h="1906" w="2311">
                  <a:moveTo>
                    <a:pt x="524" y="0"/>
                  </a:moveTo>
                  <a:cubicBezTo>
                    <a:pt x="381" y="0"/>
                    <a:pt x="262" y="119"/>
                    <a:pt x="238" y="262"/>
                  </a:cubicBezTo>
                  <a:lnTo>
                    <a:pt x="24" y="1524"/>
                  </a:lnTo>
                  <a:cubicBezTo>
                    <a:pt x="0" y="1643"/>
                    <a:pt x="24" y="1715"/>
                    <a:pt x="72" y="1786"/>
                  </a:cubicBezTo>
                  <a:cubicBezTo>
                    <a:pt x="143" y="1881"/>
                    <a:pt x="238" y="1905"/>
                    <a:pt x="310" y="1905"/>
                  </a:cubicBezTo>
                  <a:lnTo>
                    <a:pt x="1977" y="1905"/>
                  </a:lnTo>
                  <a:cubicBezTo>
                    <a:pt x="2072" y="1905"/>
                    <a:pt x="2167" y="1881"/>
                    <a:pt x="2215" y="1786"/>
                  </a:cubicBezTo>
                  <a:cubicBezTo>
                    <a:pt x="2286" y="1691"/>
                    <a:pt x="2310" y="1596"/>
                    <a:pt x="2286" y="1524"/>
                  </a:cubicBezTo>
                  <a:lnTo>
                    <a:pt x="2072" y="262"/>
                  </a:lnTo>
                  <a:cubicBezTo>
                    <a:pt x="2072" y="119"/>
                    <a:pt x="1929" y="0"/>
                    <a:pt x="1786"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6" name="Google Shape;29826;p154"/>
            <p:cNvSpPr/>
            <p:nvPr/>
          </p:nvSpPr>
          <p:spPr>
            <a:xfrm>
              <a:off x="6531796" y="2603721"/>
              <a:ext cx="37014" cy="60924"/>
            </a:xfrm>
            <a:custGeom>
              <a:rect b="b" l="l" r="r" t="t"/>
              <a:pathLst>
                <a:path extrusionOk="0" h="1883" w="1144">
                  <a:moveTo>
                    <a:pt x="1" y="1"/>
                  </a:moveTo>
                  <a:lnTo>
                    <a:pt x="1" y="1882"/>
                  </a:lnTo>
                  <a:lnTo>
                    <a:pt x="811" y="1882"/>
                  </a:lnTo>
                  <a:cubicBezTo>
                    <a:pt x="906" y="1882"/>
                    <a:pt x="1001" y="1858"/>
                    <a:pt x="1049" y="1763"/>
                  </a:cubicBezTo>
                  <a:cubicBezTo>
                    <a:pt x="1120" y="1692"/>
                    <a:pt x="1144" y="1620"/>
                    <a:pt x="1120" y="1501"/>
                  </a:cubicBezTo>
                  <a:lnTo>
                    <a:pt x="906" y="263"/>
                  </a:lnTo>
                  <a:cubicBezTo>
                    <a:pt x="882" y="120"/>
                    <a:pt x="763" y="1"/>
                    <a:pt x="620"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7" name="Google Shape;29827;p154"/>
            <p:cNvSpPr/>
            <p:nvPr/>
          </p:nvSpPr>
          <p:spPr>
            <a:xfrm>
              <a:off x="6445506" y="2504329"/>
              <a:ext cx="169540" cy="115637"/>
            </a:xfrm>
            <a:custGeom>
              <a:rect b="b" l="l" r="r" t="t"/>
              <a:pathLst>
                <a:path extrusionOk="0" h="3574" w="5240">
                  <a:moveTo>
                    <a:pt x="334" y="1"/>
                  </a:moveTo>
                  <a:cubicBezTo>
                    <a:pt x="167" y="1"/>
                    <a:pt x="1" y="144"/>
                    <a:pt x="1" y="334"/>
                  </a:cubicBezTo>
                  <a:lnTo>
                    <a:pt x="1" y="3240"/>
                  </a:lnTo>
                  <a:cubicBezTo>
                    <a:pt x="1" y="3430"/>
                    <a:pt x="167" y="3573"/>
                    <a:pt x="334" y="3573"/>
                  </a:cubicBezTo>
                  <a:lnTo>
                    <a:pt x="4930" y="3573"/>
                  </a:lnTo>
                  <a:cubicBezTo>
                    <a:pt x="5097" y="3573"/>
                    <a:pt x="5240" y="3454"/>
                    <a:pt x="5240" y="3240"/>
                  </a:cubicBezTo>
                  <a:lnTo>
                    <a:pt x="5240" y="334"/>
                  </a:lnTo>
                  <a:cubicBezTo>
                    <a:pt x="5240" y="144"/>
                    <a:pt x="5097" y="1"/>
                    <a:pt x="493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8" name="Google Shape;29828;p154"/>
            <p:cNvSpPr/>
            <p:nvPr/>
          </p:nvSpPr>
          <p:spPr>
            <a:xfrm>
              <a:off x="6530275" y="2505882"/>
              <a:ext cx="84770" cy="114084"/>
            </a:xfrm>
            <a:custGeom>
              <a:rect b="b" l="l" r="r" t="t"/>
              <a:pathLst>
                <a:path extrusionOk="0" h="3526" w="2620">
                  <a:moveTo>
                    <a:pt x="0" y="1"/>
                  </a:moveTo>
                  <a:lnTo>
                    <a:pt x="0" y="3525"/>
                  </a:lnTo>
                  <a:lnTo>
                    <a:pt x="2310" y="3525"/>
                  </a:lnTo>
                  <a:cubicBezTo>
                    <a:pt x="2477" y="3525"/>
                    <a:pt x="2620" y="3382"/>
                    <a:pt x="2620" y="3192"/>
                  </a:cubicBezTo>
                  <a:lnTo>
                    <a:pt x="2620" y="286"/>
                  </a:lnTo>
                  <a:cubicBezTo>
                    <a:pt x="2620" y="143"/>
                    <a:pt x="2477" y="1"/>
                    <a:pt x="2310"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9" name="Google Shape;29829;p154"/>
            <p:cNvSpPr/>
            <p:nvPr/>
          </p:nvSpPr>
          <p:spPr>
            <a:xfrm>
              <a:off x="6466310" y="2525909"/>
              <a:ext cx="127932" cy="73996"/>
            </a:xfrm>
            <a:custGeom>
              <a:rect b="b" l="l" r="r" t="t"/>
              <a:pathLst>
                <a:path extrusionOk="0" h="2287" w="3954">
                  <a:moveTo>
                    <a:pt x="1" y="1"/>
                  </a:moveTo>
                  <a:lnTo>
                    <a:pt x="1" y="2287"/>
                  </a:lnTo>
                  <a:lnTo>
                    <a:pt x="3954" y="2287"/>
                  </a:lnTo>
                  <a:lnTo>
                    <a:pt x="3954" y="1"/>
                  </a:ln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0" name="Google Shape;29830;p154"/>
            <p:cNvSpPr/>
            <p:nvPr/>
          </p:nvSpPr>
          <p:spPr>
            <a:xfrm>
              <a:off x="6530275" y="2525909"/>
              <a:ext cx="64742" cy="73996"/>
            </a:xfrm>
            <a:custGeom>
              <a:rect b="b" l="l" r="r" t="t"/>
              <a:pathLst>
                <a:path extrusionOk="0" h="2287" w="2001">
                  <a:moveTo>
                    <a:pt x="0" y="1"/>
                  </a:moveTo>
                  <a:lnTo>
                    <a:pt x="0" y="2287"/>
                  </a:lnTo>
                  <a:lnTo>
                    <a:pt x="2001" y="2287"/>
                  </a:lnTo>
                  <a:lnTo>
                    <a:pt x="2001" y="1"/>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1" name="Google Shape;29831;p154"/>
            <p:cNvSpPr/>
            <p:nvPr/>
          </p:nvSpPr>
          <p:spPr>
            <a:xfrm>
              <a:off x="6334562" y="2707741"/>
              <a:ext cx="91726" cy="116381"/>
            </a:xfrm>
            <a:custGeom>
              <a:rect b="b" l="l" r="r" t="t"/>
              <a:pathLst>
                <a:path extrusionOk="0" h="3597" w="2835">
                  <a:moveTo>
                    <a:pt x="1405" y="1"/>
                  </a:moveTo>
                  <a:cubicBezTo>
                    <a:pt x="1239" y="1"/>
                    <a:pt x="1072" y="144"/>
                    <a:pt x="1072" y="334"/>
                  </a:cubicBezTo>
                  <a:lnTo>
                    <a:pt x="1072" y="2097"/>
                  </a:lnTo>
                  <a:lnTo>
                    <a:pt x="119" y="3049"/>
                  </a:lnTo>
                  <a:cubicBezTo>
                    <a:pt x="0" y="3168"/>
                    <a:pt x="0" y="3359"/>
                    <a:pt x="119" y="3478"/>
                  </a:cubicBezTo>
                  <a:cubicBezTo>
                    <a:pt x="179" y="3537"/>
                    <a:pt x="262" y="3567"/>
                    <a:pt x="346" y="3567"/>
                  </a:cubicBezTo>
                  <a:cubicBezTo>
                    <a:pt x="429" y="3567"/>
                    <a:pt x="512" y="3537"/>
                    <a:pt x="572" y="3478"/>
                  </a:cubicBezTo>
                  <a:lnTo>
                    <a:pt x="1072" y="2978"/>
                  </a:lnTo>
                  <a:lnTo>
                    <a:pt x="1072" y="3287"/>
                  </a:lnTo>
                  <a:cubicBezTo>
                    <a:pt x="1072" y="3454"/>
                    <a:pt x="1239" y="3597"/>
                    <a:pt x="1405" y="3597"/>
                  </a:cubicBezTo>
                  <a:cubicBezTo>
                    <a:pt x="1596" y="3597"/>
                    <a:pt x="1739" y="3454"/>
                    <a:pt x="1739" y="3287"/>
                  </a:cubicBezTo>
                  <a:lnTo>
                    <a:pt x="1739" y="2978"/>
                  </a:lnTo>
                  <a:lnTo>
                    <a:pt x="2239" y="3478"/>
                  </a:lnTo>
                  <a:cubicBezTo>
                    <a:pt x="2310" y="3549"/>
                    <a:pt x="2406" y="3573"/>
                    <a:pt x="2453" y="3573"/>
                  </a:cubicBezTo>
                  <a:cubicBezTo>
                    <a:pt x="2525" y="3573"/>
                    <a:pt x="2596" y="3549"/>
                    <a:pt x="2668" y="3478"/>
                  </a:cubicBezTo>
                  <a:cubicBezTo>
                    <a:pt x="2834" y="3359"/>
                    <a:pt x="2834" y="3168"/>
                    <a:pt x="2691" y="3049"/>
                  </a:cubicBezTo>
                  <a:lnTo>
                    <a:pt x="1739" y="2097"/>
                  </a:lnTo>
                  <a:lnTo>
                    <a:pt x="1739" y="334"/>
                  </a:lnTo>
                  <a:cubicBezTo>
                    <a:pt x="1739" y="144"/>
                    <a:pt x="1596" y="1"/>
                    <a:pt x="1405"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2" name="Google Shape;29832;p154"/>
            <p:cNvSpPr/>
            <p:nvPr/>
          </p:nvSpPr>
          <p:spPr>
            <a:xfrm>
              <a:off x="6379244" y="2706997"/>
              <a:ext cx="45491" cy="115604"/>
            </a:xfrm>
            <a:custGeom>
              <a:rect b="b" l="l" r="r" t="t"/>
              <a:pathLst>
                <a:path extrusionOk="0" h="3573" w="1406">
                  <a:moveTo>
                    <a:pt x="1" y="0"/>
                  </a:moveTo>
                  <a:lnTo>
                    <a:pt x="1" y="3525"/>
                  </a:lnTo>
                  <a:cubicBezTo>
                    <a:pt x="43" y="3537"/>
                    <a:pt x="82" y="3543"/>
                    <a:pt x="117" y="3543"/>
                  </a:cubicBezTo>
                  <a:cubicBezTo>
                    <a:pt x="278" y="3543"/>
                    <a:pt x="358" y="3419"/>
                    <a:pt x="358" y="3263"/>
                  </a:cubicBezTo>
                  <a:lnTo>
                    <a:pt x="358" y="2977"/>
                  </a:lnTo>
                  <a:lnTo>
                    <a:pt x="858" y="3477"/>
                  </a:lnTo>
                  <a:cubicBezTo>
                    <a:pt x="929" y="3525"/>
                    <a:pt x="1025" y="3572"/>
                    <a:pt x="1072" y="3572"/>
                  </a:cubicBezTo>
                  <a:cubicBezTo>
                    <a:pt x="1144" y="3572"/>
                    <a:pt x="1215" y="3525"/>
                    <a:pt x="1287" y="3477"/>
                  </a:cubicBezTo>
                  <a:cubicBezTo>
                    <a:pt x="1406" y="3358"/>
                    <a:pt x="1406" y="3144"/>
                    <a:pt x="1287" y="3025"/>
                  </a:cubicBezTo>
                  <a:lnTo>
                    <a:pt x="334" y="2072"/>
                  </a:lnTo>
                  <a:lnTo>
                    <a:pt x="334" y="333"/>
                  </a:lnTo>
                  <a:cubicBezTo>
                    <a:pt x="334" y="143"/>
                    <a:pt x="191"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3" name="Google Shape;29833;p154"/>
            <p:cNvSpPr/>
            <p:nvPr/>
          </p:nvSpPr>
          <p:spPr>
            <a:xfrm>
              <a:off x="6289880" y="2680789"/>
              <a:ext cx="20837" cy="142588"/>
            </a:xfrm>
            <a:custGeom>
              <a:rect b="b" l="l" r="r" t="t"/>
              <a:pathLst>
                <a:path extrusionOk="0" h="4407" w="644">
                  <a:moveTo>
                    <a:pt x="334" y="0"/>
                  </a:moveTo>
                  <a:cubicBezTo>
                    <a:pt x="143" y="0"/>
                    <a:pt x="0" y="143"/>
                    <a:pt x="0" y="334"/>
                  </a:cubicBezTo>
                  <a:lnTo>
                    <a:pt x="0" y="4073"/>
                  </a:lnTo>
                  <a:cubicBezTo>
                    <a:pt x="0" y="4263"/>
                    <a:pt x="143" y="4406"/>
                    <a:pt x="334" y="4406"/>
                  </a:cubicBezTo>
                  <a:cubicBezTo>
                    <a:pt x="476" y="4406"/>
                    <a:pt x="619" y="4263"/>
                    <a:pt x="643" y="4073"/>
                  </a:cubicBezTo>
                  <a:lnTo>
                    <a:pt x="643" y="334"/>
                  </a:lnTo>
                  <a:cubicBezTo>
                    <a:pt x="643" y="143"/>
                    <a:pt x="500" y="0"/>
                    <a:pt x="334"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4" name="Google Shape;29834;p154"/>
            <p:cNvSpPr/>
            <p:nvPr/>
          </p:nvSpPr>
          <p:spPr>
            <a:xfrm>
              <a:off x="6462460" y="2681566"/>
              <a:ext cx="121008" cy="100948"/>
            </a:xfrm>
            <a:custGeom>
              <a:rect b="b" l="l" r="r" t="t"/>
              <a:pathLst>
                <a:path extrusionOk="0" h="3120" w="3740">
                  <a:moveTo>
                    <a:pt x="1" y="0"/>
                  </a:moveTo>
                  <a:lnTo>
                    <a:pt x="1" y="3120"/>
                  </a:lnTo>
                  <a:lnTo>
                    <a:pt x="3739" y="3120"/>
                  </a:lnTo>
                  <a:lnTo>
                    <a:pt x="3739" y="0"/>
                  </a:ln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5" name="Google Shape;29835;p154"/>
            <p:cNvSpPr/>
            <p:nvPr/>
          </p:nvSpPr>
          <p:spPr>
            <a:xfrm>
              <a:off x="6574180" y="2680789"/>
              <a:ext cx="20837" cy="142588"/>
            </a:xfrm>
            <a:custGeom>
              <a:rect b="b" l="l" r="r" t="t"/>
              <a:pathLst>
                <a:path extrusionOk="0" h="4407" w="644">
                  <a:moveTo>
                    <a:pt x="310" y="0"/>
                  </a:moveTo>
                  <a:cubicBezTo>
                    <a:pt x="144" y="0"/>
                    <a:pt x="1" y="143"/>
                    <a:pt x="1" y="334"/>
                  </a:cubicBezTo>
                  <a:lnTo>
                    <a:pt x="1" y="4073"/>
                  </a:lnTo>
                  <a:cubicBezTo>
                    <a:pt x="1" y="4263"/>
                    <a:pt x="144" y="4406"/>
                    <a:pt x="310" y="4406"/>
                  </a:cubicBezTo>
                  <a:cubicBezTo>
                    <a:pt x="477" y="4406"/>
                    <a:pt x="620" y="4263"/>
                    <a:pt x="644" y="4073"/>
                  </a:cubicBezTo>
                  <a:lnTo>
                    <a:pt x="644" y="334"/>
                  </a:lnTo>
                  <a:cubicBezTo>
                    <a:pt x="644" y="143"/>
                    <a:pt x="501" y="0"/>
                    <a:pt x="310"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6" name="Google Shape;29836;p154"/>
            <p:cNvSpPr/>
            <p:nvPr/>
          </p:nvSpPr>
          <p:spPr>
            <a:xfrm>
              <a:off x="6451686" y="2680789"/>
              <a:ext cx="20837" cy="142588"/>
            </a:xfrm>
            <a:custGeom>
              <a:rect b="b" l="l" r="r" t="t"/>
              <a:pathLst>
                <a:path extrusionOk="0" h="4407" w="644">
                  <a:moveTo>
                    <a:pt x="334" y="0"/>
                  </a:moveTo>
                  <a:cubicBezTo>
                    <a:pt x="143" y="0"/>
                    <a:pt x="0" y="143"/>
                    <a:pt x="0" y="334"/>
                  </a:cubicBezTo>
                  <a:lnTo>
                    <a:pt x="0" y="4073"/>
                  </a:lnTo>
                  <a:cubicBezTo>
                    <a:pt x="0" y="4263"/>
                    <a:pt x="143" y="4406"/>
                    <a:pt x="334" y="4406"/>
                  </a:cubicBezTo>
                  <a:cubicBezTo>
                    <a:pt x="500" y="4406"/>
                    <a:pt x="643" y="4263"/>
                    <a:pt x="643" y="4073"/>
                  </a:cubicBezTo>
                  <a:lnTo>
                    <a:pt x="643" y="334"/>
                  </a:lnTo>
                  <a:cubicBezTo>
                    <a:pt x="643" y="143"/>
                    <a:pt x="500" y="0"/>
                    <a:pt x="334"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7" name="Google Shape;29837;p154"/>
            <p:cNvSpPr/>
            <p:nvPr/>
          </p:nvSpPr>
          <p:spPr>
            <a:xfrm>
              <a:off x="6498665" y="2720844"/>
              <a:ext cx="48597" cy="21613"/>
            </a:xfrm>
            <a:custGeom>
              <a:rect b="b" l="l" r="r" t="t"/>
              <a:pathLst>
                <a:path extrusionOk="0" h="668" w="1502">
                  <a:moveTo>
                    <a:pt x="334" y="1"/>
                  </a:moveTo>
                  <a:cubicBezTo>
                    <a:pt x="144" y="1"/>
                    <a:pt x="1" y="167"/>
                    <a:pt x="1" y="334"/>
                  </a:cubicBezTo>
                  <a:cubicBezTo>
                    <a:pt x="1" y="525"/>
                    <a:pt x="144" y="668"/>
                    <a:pt x="334" y="668"/>
                  </a:cubicBezTo>
                  <a:lnTo>
                    <a:pt x="1168" y="668"/>
                  </a:lnTo>
                  <a:cubicBezTo>
                    <a:pt x="1334" y="668"/>
                    <a:pt x="1501" y="525"/>
                    <a:pt x="1501" y="334"/>
                  </a:cubicBezTo>
                  <a:cubicBezTo>
                    <a:pt x="1501" y="167"/>
                    <a:pt x="1334" y="1"/>
                    <a:pt x="1168"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8" name="Google Shape;29838;p154"/>
            <p:cNvSpPr/>
            <p:nvPr/>
          </p:nvSpPr>
          <p:spPr>
            <a:xfrm>
              <a:off x="6268300" y="2649956"/>
              <a:ext cx="346749" cy="41641"/>
            </a:xfrm>
            <a:custGeom>
              <a:rect b="b" l="l" r="r" t="t"/>
              <a:pathLst>
                <a:path extrusionOk="0" h="1287" w="10717">
                  <a:moveTo>
                    <a:pt x="334" y="1"/>
                  </a:moveTo>
                  <a:cubicBezTo>
                    <a:pt x="167" y="1"/>
                    <a:pt x="0" y="144"/>
                    <a:pt x="0" y="334"/>
                  </a:cubicBezTo>
                  <a:lnTo>
                    <a:pt x="0" y="953"/>
                  </a:lnTo>
                  <a:cubicBezTo>
                    <a:pt x="0" y="1120"/>
                    <a:pt x="167" y="1287"/>
                    <a:pt x="334" y="1287"/>
                  </a:cubicBezTo>
                  <a:lnTo>
                    <a:pt x="10407" y="1287"/>
                  </a:lnTo>
                  <a:cubicBezTo>
                    <a:pt x="10574" y="1287"/>
                    <a:pt x="10717" y="1120"/>
                    <a:pt x="10717" y="953"/>
                  </a:cubicBezTo>
                  <a:lnTo>
                    <a:pt x="10717" y="334"/>
                  </a:lnTo>
                  <a:cubicBezTo>
                    <a:pt x="10717" y="144"/>
                    <a:pt x="10574" y="1"/>
                    <a:pt x="1040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9" name="Google Shape;29839;p154"/>
            <p:cNvSpPr/>
            <p:nvPr/>
          </p:nvSpPr>
          <p:spPr>
            <a:xfrm>
              <a:off x="6381573" y="2650732"/>
              <a:ext cx="233474" cy="40864"/>
            </a:xfrm>
            <a:custGeom>
              <a:rect b="b" l="l" r="r" t="t"/>
              <a:pathLst>
                <a:path extrusionOk="0" h="1263" w="7216">
                  <a:moveTo>
                    <a:pt x="0" y="1"/>
                  </a:moveTo>
                  <a:lnTo>
                    <a:pt x="0" y="1263"/>
                  </a:lnTo>
                  <a:lnTo>
                    <a:pt x="6906" y="1263"/>
                  </a:lnTo>
                  <a:cubicBezTo>
                    <a:pt x="7073" y="1263"/>
                    <a:pt x="7216" y="1096"/>
                    <a:pt x="7216" y="929"/>
                  </a:cubicBezTo>
                  <a:lnTo>
                    <a:pt x="7216" y="310"/>
                  </a:lnTo>
                  <a:cubicBezTo>
                    <a:pt x="7216" y="167"/>
                    <a:pt x="7073" y="1"/>
                    <a:pt x="6906"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0" name="Google Shape;29840;p154"/>
            <p:cNvSpPr/>
            <p:nvPr/>
          </p:nvSpPr>
          <p:spPr>
            <a:xfrm>
              <a:off x="6323756" y="2586023"/>
              <a:ext cx="115637" cy="143333"/>
            </a:xfrm>
            <a:custGeom>
              <a:rect b="b" l="l" r="r" t="t"/>
              <a:pathLst>
                <a:path extrusionOk="0" h="4430" w="3574">
                  <a:moveTo>
                    <a:pt x="1358" y="0"/>
                  </a:moveTo>
                  <a:cubicBezTo>
                    <a:pt x="596" y="0"/>
                    <a:pt x="1" y="643"/>
                    <a:pt x="1" y="1381"/>
                  </a:cubicBezTo>
                  <a:lnTo>
                    <a:pt x="1" y="4096"/>
                  </a:lnTo>
                  <a:cubicBezTo>
                    <a:pt x="1" y="4263"/>
                    <a:pt x="144" y="4430"/>
                    <a:pt x="311" y="4430"/>
                  </a:cubicBezTo>
                  <a:lnTo>
                    <a:pt x="3240" y="4430"/>
                  </a:lnTo>
                  <a:cubicBezTo>
                    <a:pt x="3406" y="4430"/>
                    <a:pt x="3573" y="4263"/>
                    <a:pt x="3573" y="4096"/>
                  </a:cubicBezTo>
                  <a:lnTo>
                    <a:pt x="3573" y="1381"/>
                  </a:lnTo>
                  <a:cubicBezTo>
                    <a:pt x="3573" y="596"/>
                    <a:pt x="2930" y="0"/>
                    <a:pt x="2192"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1" name="Google Shape;29841;p154"/>
            <p:cNvSpPr/>
            <p:nvPr/>
          </p:nvSpPr>
          <p:spPr>
            <a:xfrm>
              <a:off x="6381573" y="2586800"/>
              <a:ext cx="57818" cy="141035"/>
            </a:xfrm>
            <a:custGeom>
              <a:rect b="b" l="l" r="r" t="t"/>
              <a:pathLst>
                <a:path extrusionOk="0" h="4359" w="1787">
                  <a:moveTo>
                    <a:pt x="0" y="0"/>
                  </a:moveTo>
                  <a:lnTo>
                    <a:pt x="0" y="4358"/>
                  </a:lnTo>
                  <a:lnTo>
                    <a:pt x="1453" y="4358"/>
                  </a:lnTo>
                  <a:cubicBezTo>
                    <a:pt x="1619" y="4358"/>
                    <a:pt x="1786" y="4215"/>
                    <a:pt x="1786" y="4025"/>
                  </a:cubicBezTo>
                  <a:lnTo>
                    <a:pt x="1786" y="1334"/>
                  </a:lnTo>
                  <a:cubicBezTo>
                    <a:pt x="1786" y="619"/>
                    <a:pt x="1143" y="0"/>
                    <a:pt x="405"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2" name="Google Shape;29842;p154"/>
          <p:cNvGrpSpPr/>
          <p:nvPr/>
        </p:nvGrpSpPr>
        <p:grpSpPr>
          <a:xfrm>
            <a:off x="5520908" y="2338081"/>
            <a:ext cx="349077" cy="348297"/>
            <a:chOff x="5520908" y="2490481"/>
            <a:chExt cx="349077" cy="348297"/>
          </a:xfrm>
        </p:grpSpPr>
        <p:sp>
          <p:nvSpPr>
            <p:cNvPr id="29843" name="Google Shape;29843;p154"/>
            <p:cNvSpPr/>
            <p:nvPr/>
          </p:nvSpPr>
          <p:spPr>
            <a:xfrm>
              <a:off x="5732022" y="2544901"/>
              <a:ext cx="20060" cy="75322"/>
            </a:xfrm>
            <a:custGeom>
              <a:rect b="b" l="l" r="r" t="t"/>
              <a:pathLst>
                <a:path extrusionOk="0" h="2328" w="620">
                  <a:moveTo>
                    <a:pt x="329" y="1"/>
                  </a:moveTo>
                  <a:cubicBezTo>
                    <a:pt x="307" y="1"/>
                    <a:pt x="285" y="3"/>
                    <a:pt x="262" y="9"/>
                  </a:cubicBezTo>
                  <a:cubicBezTo>
                    <a:pt x="119" y="33"/>
                    <a:pt x="0" y="176"/>
                    <a:pt x="0" y="342"/>
                  </a:cubicBezTo>
                  <a:lnTo>
                    <a:pt x="0" y="2033"/>
                  </a:lnTo>
                  <a:cubicBezTo>
                    <a:pt x="0" y="2176"/>
                    <a:pt x="119" y="2319"/>
                    <a:pt x="262" y="2319"/>
                  </a:cubicBezTo>
                  <a:cubicBezTo>
                    <a:pt x="288" y="2325"/>
                    <a:pt x="312" y="2327"/>
                    <a:pt x="335" y="2327"/>
                  </a:cubicBezTo>
                  <a:cubicBezTo>
                    <a:pt x="508" y="2327"/>
                    <a:pt x="620" y="2180"/>
                    <a:pt x="620" y="2033"/>
                  </a:cubicBezTo>
                  <a:lnTo>
                    <a:pt x="620" y="295"/>
                  </a:lnTo>
                  <a:cubicBezTo>
                    <a:pt x="620" y="148"/>
                    <a:pt x="490" y="1"/>
                    <a:pt x="329" y="1"/>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4" name="Google Shape;29844;p154"/>
            <p:cNvSpPr/>
            <p:nvPr/>
          </p:nvSpPr>
          <p:spPr>
            <a:xfrm>
              <a:off x="5741276" y="2543639"/>
              <a:ext cx="10807" cy="76584"/>
            </a:xfrm>
            <a:custGeom>
              <a:rect b="b" l="l" r="r" t="t"/>
              <a:pathLst>
                <a:path extrusionOk="0" h="2367" w="334">
                  <a:moveTo>
                    <a:pt x="0" y="0"/>
                  </a:moveTo>
                  <a:lnTo>
                    <a:pt x="0" y="2358"/>
                  </a:lnTo>
                  <a:cubicBezTo>
                    <a:pt x="23" y="2364"/>
                    <a:pt x="45" y="2366"/>
                    <a:pt x="66" y="2366"/>
                  </a:cubicBezTo>
                  <a:cubicBezTo>
                    <a:pt x="222" y="2366"/>
                    <a:pt x="334" y="2219"/>
                    <a:pt x="334" y="2072"/>
                  </a:cubicBezTo>
                  <a:lnTo>
                    <a:pt x="334" y="334"/>
                  </a:lnTo>
                  <a:cubicBezTo>
                    <a:pt x="334" y="167"/>
                    <a:pt x="191" y="0"/>
                    <a:pt x="0" y="0"/>
                  </a:cubicBez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5" name="Google Shape;29845;p154"/>
            <p:cNvSpPr/>
            <p:nvPr/>
          </p:nvSpPr>
          <p:spPr>
            <a:xfrm>
              <a:off x="5731246" y="2490481"/>
              <a:ext cx="101756" cy="74772"/>
            </a:xfrm>
            <a:custGeom>
              <a:rect b="b" l="l" r="r" t="t"/>
              <a:pathLst>
                <a:path extrusionOk="0" h="2311" w="3145">
                  <a:moveTo>
                    <a:pt x="334" y="0"/>
                  </a:moveTo>
                  <a:cubicBezTo>
                    <a:pt x="143" y="0"/>
                    <a:pt x="1" y="143"/>
                    <a:pt x="1" y="310"/>
                  </a:cubicBezTo>
                  <a:lnTo>
                    <a:pt x="1" y="2310"/>
                  </a:lnTo>
                  <a:lnTo>
                    <a:pt x="2835" y="2310"/>
                  </a:lnTo>
                  <a:cubicBezTo>
                    <a:pt x="2977" y="2310"/>
                    <a:pt x="3096" y="2215"/>
                    <a:pt x="3120" y="2072"/>
                  </a:cubicBezTo>
                  <a:cubicBezTo>
                    <a:pt x="3144" y="1977"/>
                    <a:pt x="3120" y="1882"/>
                    <a:pt x="3073" y="1810"/>
                  </a:cubicBezTo>
                  <a:lnTo>
                    <a:pt x="2596" y="1143"/>
                  </a:lnTo>
                  <a:lnTo>
                    <a:pt x="3073" y="500"/>
                  </a:lnTo>
                  <a:cubicBezTo>
                    <a:pt x="3144" y="381"/>
                    <a:pt x="3144" y="215"/>
                    <a:pt x="3073" y="96"/>
                  </a:cubicBezTo>
                  <a:cubicBezTo>
                    <a:pt x="3001" y="24"/>
                    <a:pt x="2906" y="0"/>
                    <a:pt x="2835"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6" name="Google Shape;29846;p154"/>
            <p:cNvSpPr/>
            <p:nvPr/>
          </p:nvSpPr>
          <p:spPr>
            <a:xfrm>
              <a:off x="5742052" y="2490481"/>
              <a:ext cx="90950" cy="74772"/>
            </a:xfrm>
            <a:custGeom>
              <a:rect b="b" l="l" r="r" t="t"/>
              <a:pathLst>
                <a:path extrusionOk="0" h="2311" w="2811">
                  <a:moveTo>
                    <a:pt x="0" y="0"/>
                  </a:moveTo>
                  <a:lnTo>
                    <a:pt x="0" y="2286"/>
                  </a:lnTo>
                  <a:lnTo>
                    <a:pt x="2501" y="2286"/>
                  </a:lnTo>
                  <a:lnTo>
                    <a:pt x="2501" y="2310"/>
                  </a:lnTo>
                  <a:cubicBezTo>
                    <a:pt x="2643" y="2310"/>
                    <a:pt x="2762" y="2215"/>
                    <a:pt x="2786" y="2072"/>
                  </a:cubicBezTo>
                  <a:cubicBezTo>
                    <a:pt x="2810" y="1977"/>
                    <a:pt x="2786" y="1858"/>
                    <a:pt x="2739" y="1810"/>
                  </a:cubicBezTo>
                  <a:lnTo>
                    <a:pt x="2262" y="1143"/>
                  </a:lnTo>
                  <a:lnTo>
                    <a:pt x="2739" y="500"/>
                  </a:lnTo>
                  <a:cubicBezTo>
                    <a:pt x="2810" y="381"/>
                    <a:pt x="2810" y="238"/>
                    <a:pt x="2739" y="119"/>
                  </a:cubicBezTo>
                  <a:cubicBezTo>
                    <a:pt x="2667" y="48"/>
                    <a:pt x="2572" y="0"/>
                    <a:pt x="2501"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7" name="Google Shape;29847;p154"/>
            <p:cNvSpPr/>
            <p:nvPr/>
          </p:nvSpPr>
          <p:spPr>
            <a:xfrm>
              <a:off x="5520908" y="2725471"/>
              <a:ext cx="156436" cy="113307"/>
            </a:xfrm>
            <a:custGeom>
              <a:rect b="b" l="l" r="r" t="t"/>
              <a:pathLst>
                <a:path extrusionOk="0" h="3502" w="4835">
                  <a:moveTo>
                    <a:pt x="4382" y="1"/>
                  </a:moveTo>
                  <a:lnTo>
                    <a:pt x="4120" y="48"/>
                  </a:lnTo>
                  <a:cubicBezTo>
                    <a:pt x="4001" y="72"/>
                    <a:pt x="3930" y="120"/>
                    <a:pt x="3811" y="191"/>
                  </a:cubicBezTo>
                  <a:cubicBezTo>
                    <a:pt x="3644" y="310"/>
                    <a:pt x="3430" y="477"/>
                    <a:pt x="3049" y="477"/>
                  </a:cubicBezTo>
                  <a:cubicBezTo>
                    <a:pt x="2644" y="477"/>
                    <a:pt x="2429" y="310"/>
                    <a:pt x="2263" y="191"/>
                  </a:cubicBezTo>
                  <a:cubicBezTo>
                    <a:pt x="2191" y="144"/>
                    <a:pt x="2096" y="72"/>
                    <a:pt x="1977" y="48"/>
                  </a:cubicBezTo>
                  <a:lnTo>
                    <a:pt x="1548" y="286"/>
                  </a:lnTo>
                  <a:lnTo>
                    <a:pt x="72" y="3025"/>
                  </a:lnTo>
                  <a:cubicBezTo>
                    <a:pt x="0" y="3144"/>
                    <a:pt x="48" y="3335"/>
                    <a:pt x="119" y="3406"/>
                  </a:cubicBezTo>
                  <a:cubicBezTo>
                    <a:pt x="191" y="3478"/>
                    <a:pt x="286" y="3501"/>
                    <a:pt x="334" y="3501"/>
                  </a:cubicBezTo>
                  <a:lnTo>
                    <a:pt x="4501" y="3501"/>
                  </a:lnTo>
                  <a:cubicBezTo>
                    <a:pt x="4692" y="3501"/>
                    <a:pt x="4835" y="3358"/>
                    <a:pt x="4835" y="3168"/>
                  </a:cubicBezTo>
                  <a:lnTo>
                    <a:pt x="4835" y="882"/>
                  </a:lnTo>
                  <a:cubicBezTo>
                    <a:pt x="4835" y="787"/>
                    <a:pt x="4811" y="763"/>
                    <a:pt x="4763" y="715"/>
                  </a:cubicBezTo>
                  <a:lnTo>
                    <a:pt x="4382" y="1"/>
                  </a:ln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8" name="Google Shape;29848;p154"/>
            <p:cNvSpPr/>
            <p:nvPr/>
          </p:nvSpPr>
          <p:spPr>
            <a:xfrm>
              <a:off x="5620302" y="2725471"/>
              <a:ext cx="57042" cy="113307"/>
            </a:xfrm>
            <a:custGeom>
              <a:rect b="b" l="l" r="r" t="t"/>
              <a:pathLst>
                <a:path extrusionOk="0" h="3502" w="1763">
                  <a:moveTo>
                    <a:pt x="1334" y="1"/>
                  </a:moveTo>
                  <a:lnTo>
                    <a:pt x="1072" y="48"/>
                  </a:lnTo>
                  <a:cubicBezTo>
                    <a:pt x="953" y="72"/>
                    <a:pt x="905" y="120"/>
                    <a:pt x="786" y="191"/>
                  </a:cubicBezTo>
                  <a:cubicBezTo>
                    <a:pt x="596" y="310"/>
                    <a:pt x="381" y="477"/>
                    <a:pt x="0" y="477"/>
                  </a:cubicBezTo>
                  <a:lnTo>
                    <a:pt x="0" y="3501"/>
                  </a:lnTo>
                  <a:lnTo>
                    <a:pt x="1429" y="3501"/>
                  </a:lnTo>
                  <a:lnTo>
                    <a:pt x="1429" y="3478"/>
                  </a:lnTo>
                  <a:cubicBezTo>
                    <a:pt x="1620" y="3478"/>
                    <a:pt x="1763" y="3335"/>
                    <a:pt x="1763" y="3144"/>
                  </a:cubicBezTo>
                  <a:lnTo>
                    <a:pt x="1763" y="858"/>
                  </a:lnTo>
                  <a:cubicBezTo>
                    <a:pt x="1763" y="787"/>
                    <a:pt x="1763" y="763"/>
                    <a:pt x="1739" y="715"/>
                  </a:cubicBezTo>
                  <a:lnTo>
                    <a:pt x="1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9" name="Google Shape;29849;p154"/>
            <p:cNvSpPr/>
            <p:nvPr/>
          </p:nvSpPr>
          <p:spPr>
            <a:xfrm>
              <a:off x="5570993" y="2653806"/>
              <a:ext cx="96321" cy="96353"/>
            </a:xfrm>
            <a:custGeom>
              <a:rect b="b" l="l" r="r" t="t"/>
              <a:pathLst>
                <a:path extrusionOk="0" h="2978" w="2977">
                  <a:moveTo>
                    <a:pt x="1501" y="1"/>
                  </a:moveTo>
                  <a:cubicBezTo>
                    <a:pt x="1381" y="1"/>
                    <a:pt x="1286" y="72"/>
                    <a:pt x="1239" y="191"/>
                  </a:cubicBezTo>
                  <a:lnTo>
                    <a:pt x="0" y="2478"/>
                  </a:lnTo>
                  <a:lnTo>
                    <a:pt x="429" y="2573"/>
                  </a:lnTo>
                  <a:cubicBezTo>
                    <a:pt x="548" y="2597"/>
                    <a:pt x="596" y="2620"/>
                    <a:pt x="715" y="2716"/>
                  </a:cubicBezTo>
                  <a:cubicBezTo>
                    <a:pt x="905" y="2835"/>
                    <a:pt x="1096" y="2978"/>
                    <a:pt x="1501" y="2978"/>
                  </a:cubicBezTo>
                  <a:cubicBezTo>
                    <a:pt x="1882" y="2978"/>
                    <a:pt x="2120" y="2835"/>
                    <a:pt x="2263" y="2716"/>
                  </a:cubicBezTo>
                  <a:cubicBezTo>
                    <a:pt x="2358" y="2644"/>
                    <a:pt x="2453" y="2597"/>
                    <a:pt x="2572" y="2573"/>
                  </a:cubicBezTo>
                  <a:lnTo>
                    <a:pt x="2977" y="2478"/>
                  </a:lnTo>
                  <a:lnTo>
                    <a:pt x="1762" y="191"/>
                  </a:lnTo>
                  <a:cubicBezTo>
                    <a:pt x="1691" y="96"/>
                    <a:pt x="1620" y="1"/>
                    <a:pt x="1501"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0" name="Google Shape;29850;p154"/>
            <p:cNvSpPr/>
            <p:nvPr/>
          </p:nvSpPr>
          <p:spPr>
            <a:xfrm>
              <a:off x="5619525" y="2653062"/>
              <a:ext cx="47788" cy="94574"/>
            </a:xfrm>
            <a:custGeom>
              <a:rect b="b" l="l" r="r" t="t"/>
              <a:pathLst>
                <a:path extrusionOk="0" h="2923" w="1477">
                  <a:moveTo>
                    <a:pt x="1" y="0"/>
                  </a:moveTo>
                  <a:lnTo>
                    <a:pt x="1" y="2905"/>
                  </a:lnTo>
                  <a:cubicBezTo>
                    <a:pt x="65" y="2917"/>
                    <a:pt x="125" y="2923"/>
                    <a:pt x="181" y="2923"/>
                  </a:cubicBezTo>
                  <a:cubicBezTo>
                    <a:pt x="459" y="2923"/>
                    <a:pt x="644" y="2794"/>
                    <a:pt x="763" y="2715"/>
                  </a:cubicBezTo>
                  <a:cubicBezTo>
                    <a:pt x="858" y="2643"/>
                    <a:pt x="953" y="2596"/>
                    <a:pt x="1072" y="2548"/>
                  </a:cubicBezTo>
                  <a:lnTo>
                    <a:pt x="1477" y="2477"/>
                  </a:lnTo>
                  <a:lnTo>
                    <a:pt x="262" y="167"/>
                  </a:lnTo>
                  <a:cubicBezTo>
                    <a:pt x="191" y="95"/>
                    <a:pt x="120" y="0"/>
                    <a:pt x="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1" name="Google Shape;29851;p154"/>
            <p:cNvSpPr/>
            <p:nvPr/>
          </p:nvSpPr>
          <p:spPr>
            <a:xfrm>
              <a:off x="5609495" y="2695414"/>
              <a:ext cx="260490" cy="142588"/>
            </a:xfrm>
            <a:custGeom>
              <a:rect b="b" l="l" r="r" t="t"/>
              <a:pathLst>
                <a:path extrusionOk="0" h="4407" w="8051">
                  <a:moveTo>
                    <a:pt x="2692" y="1"/>
                  </a:moveTo>
                  <a:lnTo>
                    <a:pt x="2168" y="287"/>
                  </a:lnTo>
                  <a:lnTo>
                    <a:pt x="1" y="4407"/>
                  </a:lnTo>
                  <a:lnTo>
                    <a:pt x="7622" y="4407"/>
                  </a:lnTo>
                  <a:cubicBezTo>
                    <a:pt x="7907" y="4407"/>
                    <a:pt x="8050" y="4145"/>
                    <a:pt x="7931" y="3930"/>
                  </a:cubicBezTo>
                  <a:lnTo>
                    <a:pt x="6002" y="287"/>
                  </a:lnTo>
                  <a:lnTo>
                    <a:pt x="5478" y="1"/>
                  </a:lnTo>
                  <a:cubicBezTo>
                    <a:pt x="5240" y="1"/>
                    <a:pt x="5121" y="96"/>
                    <a:pt x="4978" y="168"/>
                  </a:cubicBezTo>
                  <a:cubicBezTo>
                    <a:pt x="4764" y="287"/>
                    <a:pt x="4526" y="406"/>
                    <a:pt x="4073" y="406"/>
                  </a:cubicBezTo>
                  <a:cubicBezTo>
                    <a:pt x="3645" y="406"/>
                    <a:pt x="3406" y="263"/>
                    <a:pt x="3192" y="168"/>
                  </a:cubicBezTo>
                  <a:cubicBezTo>
                    <a:pt x="3049" y="96"/>
                    <a:pt x="2930" y="25"/>
                    <a:pt x="2692" y="1"/>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2" name="Google Shape;29852;p154"/>
            <p:cNvSpPr/>
            <p:nvPr/>
          </p:nvSpPr>
          <p:spPr>
            <a:xfrm>
              <a:off x="5740499" y="2696190"/>
              <a:ext cx="128708" cy="141812"/>
            </a:xfrm>
            <a:custGeom>
              <a:rect b="b" l="l" r="r" t="t"/>
              <a:pathLst>
                <a:path extrusionOk="0" h="4383" w="3978">
                  <a:moveTo>
                    <a:pt x="1405" y="1"/>
                  </a:moveTo>
                  <a:cubicBezTo>
                    <a:pt x="1167" y="1"/>
                    <a:pt x="1048" y="96"/>
                    <a:pt x="905" y="191"/>
                  </a:cubicBezTo>
                  <a:cubicBezTo>
                    <a:pt x="691" y="310"/>
                    <a:pt x="453" y="429"/>
                    <a:pt x="0" y="429"/>
                  </a:cubicBezTo>
                  <a:lnTo>
                    <a:pt x="0" y="4383"/>
                  </a:lnTo>
                  <a:lnTo>
                    <a:pt x="3573" y="4383"/>
                  </a:lnTo>
                  <a:cubicBezTo>
                    <a:pt x="3811" y="4383"/>
                    <a:pt x="3977" y="4144"/>
                    <a:pt x="3858" y="3930"/>
                  </a:cubicBezTo>
                  <a:lnTo>
                    <a:pt x="1906" y="310"/>
                  </a:lnTo>
                  <a:lnTo>
                    <a:pt x="1405" y="1"/>
                  </a:ln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3" name="Google Shape;29853;p154"/>
            <p:cNvSpPr/>
            <p:nvPr/>
          </p:nvSpPr>
          <p:spPr>
            <a:xfrm>
              <a:off x="5680384" y="2599321"/>
              <a:ext cx="124081" cy="119261"/>
            </a:xfrm>
            <a:custGeom>
              <a:rect b="b" l="l" r="r" t="t"/>
              <a:pathLst>
                <a:path extrusionOk="0" h="3686" w="3835">
                  <a:moveTo>
                    <a:pt x="1906" y="0"/>
                  </a:moveTo>
                  <a:cubicBezTo>
                    <a:pt x="1793" y="0"/>
                    <a:pt x="1680" y="54"/>
                    <a:pt x="1620" y="161"/>
                  </a:cubicBezTo>
                  <a:lnTo>
                    <a:pt x="1" y="3233"/>
                  </a:lnTo>
                  <a:lnTo>
                    <a:pt x="501" y="3257"/>
                  </a:lnTo>
                  <a:cubicBezTo>
                    <a:pt x="739" y="3280"/>
                    <a:pt x="858" y="3352"/>
                    <a:pt x="1025" y="3447"/>
                  </a:cubicBezTo>
                  <a:cubicBezTo>
                    <a:pt x="1239" y="3566"/>
                    <a:pt x="1477" y="3685"/>
                    <a:pt x="1930" y="3685"/>
                  </a:cubicBezTo>
                  <a:cubicBezTo>
                    <a:pt x="2382" y="3685"/>
                    <a:pt x="2597" y="3542"/>
                    <a:pt x="2811" y="3447"/>
                  </a:cubicBezTo>
                  <a:cubicBezTo>
                    <a:pt x="2978" y="3352"/>
                    <a:pt x="3073" y="3280"/>
                    <a:pt x="3335" y="3257"/>
                  </a:cubicBezTo>
                  <a:lnTo>
                    <a:pt x="3835" y="3233"/>
                  </a:lnTo>
                  <a:lnTo>
                    <a:pt x="2192" y="161"/>
                  </a:lnTo>
                  <a:cubicBezTo>
                    <a:pt x="2132" y="54"/>
                    <a:pt x="2019" y="0"/>
                    <a:pt x="1906"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4" name="Google Shape;29854;p154"/>
            <p:cNvSpPr/>
            <p:nvPr/>
          </p:nvSpPr>
          <p:spPr>
            <a:xfrm>
              <a:off x="5742052" y="2599127"/>
              <a:ext cx="61669" cy="118516"/>
            </a:xfrm>
            <a:custGeom>
              <a:rect b="b" l="l" r="r" t="t"/>
              <a:pathLst>
                <a:path extrusionOk="0" h="3663" w="1906">
                  <a:moveTo>
                    <a:pt x="0" y="0"/>
                  </a:moveTo>
                  <a:lnTo>
                    <a:pt x="0" y="3644"/>
                  </a:lnTo>
                  <a:cubicBezTo>
                    <a:pt x="80" y="3657"/>
                    <a:pt x="153" y="3663"/>
                    <a:pt x="220" y="3663"/>
                  </a:cubicBezTo>
                  <a:cubicBezTo>
                    <a:pt x="516" y="3663"/>
                    <a:pt x="707" y="3550"/>
                    <a:pt x="881" y="3453"/>
                  </a:cubicBezTo>
                  <a:cubicBezTo>
                    <a:pt x="1024" y="3358"/>
                    <a:pt x="1143" y="3286"/>
                    <a:pt x="1381" y="3263"/>
                  </a:cubicBezTo>
                  <a:lnTo>
                    <a:pt x="1905" y="3239"/>
                  </a:lnTo>
                  <a:lnTo>
                    <a:pt x="262" y="167"/>
                  </a:lnTo>
                  <a:cubicBezTo>
                    <a:pt x="191" y="48"/>
                    <a:pt x="71" y="0"/>
                    <a:pt x="0"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5" name="Google Shape;29855;p154"/>
          <p:cNvGrpSpPr/>
          <p:nvPr/>
        </p:nvGrpSpPr>
        <p:grpSpPr>
          <a:xfrm>
            <a:off x="4767337" y="2337304"/>
            <a:ext cx="346778" cy="348297"/>
            <a:chOff x="4767337" y="2489704"/>
            <a:chExt cx="346778" cy="348297"/>
          </a:xfrm>
        </p:grpSpPr>
        <p:sp>
          <p:nvSpPr>
            <p:cNvPr id="29856" name="Google Shape;29856;p154"/>
            <p:cNvSpPr/>
            <p:nvPr/>
          </p:nvSpPr>
          <p:spPr>
            <a:xfrm>
              <a:off x="5051669" y="2489704"/>
              <a:ext cx="62445" cy="21613"/>
            </a:xfrm>
            <a:custGeom>
              <a:rect b="b" l="l" r="r" t="t"/>
              <a:pathLst>
                <a:path extrusionOk="0" h="668" w="1930">
                  <a:moveTo>
                    <a:pt x="334" y="0"/>
                  </a:moveTo>
                  <a:cubicBezTo>
                    <a:pt x="167" y="0"/>
                    <a:pt x="0" y="167"/>
                    <a:pt x="0" y="334"/>
                  </a:cubicBezTo>
                  <a:cubicBezTo>
                    <a:pt x="0" y="524"/>
                    <a:pt x="167" y="667"/>
                    <a:pt x="334" y="667"/>
                  </a:cubicBezTo>
                  <a:lnTo>
                    <a:pt x="1596" y="667"/>
                  </a:lnTo>
                  <a:cubicBezTo>
                    <a:pt x="1763" y="667"/>
                    <a:pt x="1929" y="548"/>
                    <a:pt x="1929" y="334"/>
                  </a:cubicBezTo>
                  <a:cubicBezTo>
                    <a:pt x="1929" y="167"/>
                    <a:pt x="1763" y="0"/>
                    <a:pt x="1596"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7" name="Google Shape;29857;p154"/>
            <p:cNvSpPr/>
            <p:nvPr/>
          </p:nvSpPr>
          <p:spPr>
            <a:xfrm>
              <a:off x="4767337" y="2776332"/>
              <a:ext cx="47821" cy="20837"/>
            </a:xfrm>
            <a:custGeom>
              <a:rect b="b" l="l" r="r" t="t"/>
              <a:pathLst>
                <a:path extrusionOk="0" h="644" w="1478">
                  <a:moveTo>
                    <a:pt x="310" y="0"/>
                  </a:moveTo>
                  <a:cubicBezTo>
                    <a:pt x="144" y="0"/>
                    <a:pt x="1" y="143"/>
                    <a:pt x="1" y="310"/>
                  </a:cubicBezTo>
                  <a:cubicBezTo>
                    <a:pt x="1" y="500"/>
                    <a:pt x="144" y="643"/>
                    <a:pt x="310" y="643"/>
                  </a:cubicBezTo>
                  <a:lnTo>
                    <a:pt x="1144" y="643"/>
                  </a:lnTo>
                  <a:cubicBezTo>
                    <a:pt x="1334" y="643"/>
                    <a:pt x="1477" y="500"/>
                    <a:pt x="1477" y="310"/>
                  </a:cubicBezTo>
                  <a:cubicBezTo>
                    <a:pt x="1477" y="143"/>
                    <a:pt x="1334" y="0"/>
                    <a:pt x="1144"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8" name="Google Shape;29858;p154"/>
            <p:cNvSpPr/>
            <p:nvPr/>
          </p:nvSpPr>
          <p:spPr>
            <a:xfrm>
              <a:off x="4768114" y="2491257"/>
              <a:ext cx="142588" cy="142556"/>
            </a:xfrm>
            <a:custGeom>
              <a:rect b="b" l="l" r="r" t="t"/>
              <a:pathLst>
                <a:path extrusionOk="0" h="4406" w="4407">
                  <a:moveTo>
                    <a:pt x="4073" y="0"/>
                  </a:moveTo>
                  <a:cubicBezTo>
                    <a:pt x="1810" y="0"/>
                    <a:pt x="1" y="1834"/>
                    <a:pt x="1" y="4072"/>
                  </a:cubicBezTo>
                  <a:cubicBezTo>
                    <a:pt x="1" y="4239"/>
                    <a:pt x="143" y="4406"/>
                    <a:pt x="310" y="4406"/>
                  </a:cubicBezTo>
                  <a:lnTo>
                    <a:pt x="4073" y="4406"/>
                  </a:lnTo>
                  <a:cubicBezTo>
                    <a:pt x="4263" y="4406"/>
                    <a:pt x="4406" y="4287"/>
                    <a:pt x="4406" y="4072"/>
                  </a:cubicBezTo>
                  <a:lnTo>
                    <a:pt x="4406" y="333"/>
                  </a:lnTo>
                  <a:cubicBezTo>
                    <a:pt x="4406" y="143"/>
                    <a:pt x="4263" y="0"/>
                    <a:pt x="407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9" name="Google Shape;29859;p154"/>
            <p:cNvSpPr/>
            <p:nvPr/>
          </p:nvSpPr>
          <p:spPr>
            <a:xfrm>
              <a:off x="4768114" y="2586800"/>
              <a:ext cx="142588" cy="47788"/>
            </a:xfrm>
            <a:custGeom>
              <a:rect b="b" l="l" r="r" t="t"/>
              <a:pathLst>
                <a:path extrusionOk="0" h="1477" w="4407">
                  <a:moveTo>
                    <a:pt x="167" y="0"/>
                  </a:moveTo>
                  <a:cubicBezTo>
                    <a:pt x="48" y="381"/>
                    <a:pt x="1" y="738"/>
                    <a:pt x="1" y="1143"/>
                  </a:cubicBezTo>
                  <a:cubicBezTo>
                    <a:pt x="1" y="1334"/>
                    <a:pt x="143" y="1477"/>
                    <a:pt x="334" y="1477"/>
                  </a:cubicBezTo>
                  <a:lnTo>
                    <a:pt x="4073" y="1477"/>
                  </a:lnTo>
                  <a:cubicBezTo>
                    <a:pt x="4263" y="1477"/>
                    <a:pt x="4406" y="1334"/>
                    <a:pt x="4406" y="1143"/>
                  </a:cubicBezTo>
                  <a:lnTo>
                    <a:pt x="4406"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0" name="Google Shape;29860;p154"/>
            <p:cNvSpPr/>
            <p:nvPr/>
          </p:nvSpPr>
          <p:spPr>
            <a:xfrm>
              <a:off x="4773517" y="2539012"/>
              <a:ext cx="137185" cy="47821"/>
            </a:xfrm>
            <a:custGeom>
              <a:rect b="b" l="l" r="r" t="t"/>
              <a:pathLst>
                <a:path extrusionOk="0" h="1478" w="4240">
                  <a:moveTo>
                    <a:pt x="786" y="1"/>
                  </a:moveTo>
                  <a:cubicBezTo>
                    <a:pt x="429" y="429"/>
                    <a:pt x="143" y="929"/>
                    <a:pt x="0" y="1477"/>
                  </a:cubicBezTo>
                  <a:lnTo>
                    <a:pt x="4239" y="1477"/>
                  </a:lnTo>
                  <a:lnTo>
                    <a:pt x="423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1" name="Google Shape;29861;p154"/>
            <p:cNvSpPr/>
            <p:nvPr/>
          </p:nvSpPr>
          <p:spPr>
            <a:xfrm>
              <a:off x="4808169" y="2531312"/>
              <a:ext cx="265117" cy="265085"/>
            </a:xfrm>
            <a:custGeom>
              <a:rect b="b" l="l" r="r" t="t"/>
              <a:pathLst>
                <a:path extrusionOk="0" h="8193" w="8194">
                  <a:moveTo>
                    <a:pt x="4121" y="0"/>
                  </a:moveTo>
                  <a:cubicBezTo>
                    <a:pt x="3930" y="0"/>
                    <a:pt x="3787" y="143"/>
                    <a:pt x="3787" y="334"/>
                  </a:cubicBezTo>
                  <a:lnTo>
                    <a:pt x="3787" y="3787"/>
                  </a:lnTo>
                  <a:lnTo>
                    <a:pt x="334" y="3787"/>
                  </a:lnTo>
                  <a:cubicBezTo>
                    <a:pt x="168" y="3787"/>
                    <a:pt x="1" y="3930"/>
                    <a:pt x="1" y="4120"/>
                  </a:cubicBezTo>
                  <a:cubicBezTo>
                    <a:pt x="1" y="6383"/>
                    <a:pt x="1858" y="8193"/>
                    <a:pt x="4097" y="8193"/>
                  </a:cubicBezTo>
                  <a:cubicBezTo>
                    <a:pt x="6359" y="8193"/>
                    <a:pt x="8169" y="6383"/>
                    <a:pt x="8193" y="4073"/>
                  </a:cubicBezTo>
                  <a:cubicBezTo>
                    <a:pt x="8193" y="1810"/>
                    <a:pt x="6359" y="0"/>
                    <a:pt x="4121"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2" name="Google Shape;29862;p154"/>
            <p:cNvSpPr/>
            <p:nvPr/>
          </p:nvSpPr>
          <p:spPr>
            <a:xfrm>
              <a:off x="4939949" y="2532865"/>
              <a:ext cx="132558" cy="263531"/>
            </a:xfrm>
            <a:custGeom>
              <a:rect b="b" l="l" r="r" t="t"/>
              <a:pathLst>
                <a:path extrusionOk="0" h="8145" w="4097">
                  <a:moveTo>
                    <a:pt x="0" y="0"/>
                  </a:moveTo>
                  <a:lnTo>
                    <a:pt x="0" y="8145"/>
                  </a:lnTo>
                  <a:cubicBezTo>
                    <a:pt x="2286" y="8145"/>
                    <a:pt x="4096" y="6335"/>
                    <a:pt x="4096" y="4072"/>
                  </a:cubicBezTo>
                  <a:cubicBezTo>
                    <a:pt x="4096" y="1834"/>
                    <a:pt x="2263" y="0"/>
                    <a:pt x="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3" name="Google Shape;29863;p154"/>
            <p:cNvSpPr/>
            <p:nvPr/>
          </p:nvSpPr>
          <p:spPr>
            <a:xfrm>
              <a:off x="5015432" y="2531312"/>
              <a:ext cx="98683" cy="57042"/>
            </a:xfrm>
            <a:custGeom>
              <a:rect b="b" l="l" r="r" t="t"/>
              <a:pathLst>
                <a:path extrusionOk="0" h="1763" w="3050">
                  <a:moveTo>
                    <a:pt x="1454" y="0"/>
                  </a:moveTo>
                  <a:cubicBezTo>
                    <a:pt x="1406" y="0"/>
                    <a:pt x="1311" y="24"/>
                    <a:pt x="1239" y="96"/>
                  </a:cubicBezTo>
                  <a:lnTo>
                    <a:pt x="120" y="1215"/>
                  </a:lnTo>
                  <a:cubicBezTo>
                    <a:pt x="1" y="1334"/>
                    <a:pt x="1" y="1548"/>
                    <a:pt x="120" y="1667"/>
                  </a:cubicBezTo>
                  <a:cubicBezTo>
                    <a:pt x="191" y="1739"/>
                    <a:pt x="239" y="1763"/>
                    <a:pt x="334" y="1763"/>
                  </a:cubicBezTo>
                  <a:cubicBezTo>
                    <a:pt x="406" y="1763"/>
                    <a:pt x="501" y="1739"/>
                    <a:pt x="549" y="1715"/>
                  </a:cubicBezTo>
                  <a:lnTo>
                    <a:pt x="1573" y="667"/>
                  </a:lnTo>
                  <a:lnTo>
                    <a:pt x="2716" y="667"/>
                  </a:lnTo>
                  <a:cubicBezTo>
                    <a:pt x="2883" y="667"/>
                    <a:pt x="3049" y="524"/>
                    <a:pt x="3049" y="334"/>
                  </a:cubicBezTo>
                  <a:cubicBezTo>
                    <a:pt x="3049" y="143"/>
                    <a:pt x="2883" y="0"/>
                    <a:pt x="2716"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4" name="Google Shape;29864;p154"/>
            <p:cNvSpPr/>
            <p:nvPr/>
          </p:nvSpPr>
          <p:spPr>
            <a:xfrm>
              <a:off x="4767337" y="2758019"/>
              <a:ext cx="121008" cy="79982"/>
            </a:xfrm>
            <a:custGeom>
              <a:rect b="b" l="l" r="r" t="t"/>
              <a:pathLst>
                <a:path extrusionOk="0" h="2472" w="3740">
                  <a:moveTo>
                    <a:pt x="3394" y="1"/>
                  </a:moveTo>
                  <a:cubicBezTo>
                    <a:pt x="3311" y="1"/>
                    <a:pt x="3228" y="31"/>
                    <a:pt x="3168" y="90"/>
                  </a:cubicBezTo>
                  <a:lnTo>
                    <a:pt x="1453" y="1805"/>
                  </a:lnTo>
                  <a:lnTo>
                    <a:pt x="310" y="1805"/>
                  </a:lnTo>
                  <a:cubicBezTo>
                    <a:pt x="144" y="1805"/>
                    <a:pt x="1" y="1948"/>
                    <a:pt x="1" y="2138"/>
                  </a:cubicBezTo>
                  <a:cubicBezTo>
                    <a:pt x="1" y="2329"/>
                    <a:pt x="144" y="2472"/>
                    <a:pt x="310" y="2472"/>
                  </a:cubicBezTo>
                  <a:lnTo>
                    <a:pt x="1572" y="2472"/>
                  </a:lnTo>
                  <a:cubicBezTo>
                    <a:pt x="1668" y="2472"/>
                    <a:pt x="1715" y="2448"/>
                    <a:pt x="1811" y="2352"/>
                  </a:cubicBezTo>
                  <a:lnTo>
                    <a:pt x="3620" y="519"/>
                  </a:lnTo>
                  <a:cubicBezTo>
                    <a:pt x="3740" y="424"/>
                    <a:pt x="3740" y="209"/>
                    <a:pt x="3620" y="90"/>
                  </a:cubicBezTo>
                  <a:cubicBezTo>
                    <a:pt x="3561" y="31"/>
                    <a:pt x="3478" y="1"/>
                    <a:pt x="339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5" name="Google Shape;29865;p154"/>
          <p:cNvGrpSpPr/>
          <p:nvPr/>
        </p:nvGrpSpPr>
        <p:grpSpPr>
          <a:xfrm>
            <a:off x="4018425" y="2337304"/>
            <a:ext cx="349043" cy="348297"/>
            <a:chOff x="4018425" y="2489704"/>
            <a:chExt cx="349043" cy="348297"/>
          </a:xfrm>
        </p:grpSpPr>
        <p:sp>
          <p:nvSpPr>
            <p:cNvPr id="29866" name="Google Shape;29866;p154"/>
            <p:cNvSpPr/>
            <p:nvPr/>
          </p:nvSpPr>
          <p:spPr>
            <a:xfrm>
              <a:off x="4019169" y="2560593"/>
              <a:ext cx="347557" cy="208852"/>
            </a:xfrm>
            <a:custGeom>
              <a:rect b="b" l="l" r="r" t="t"/>
              <a:pathLst>
                <a:path extrusionOk="0" h="6455" w="10742">
                  <a:moveTo>
                    <a:pt x="5383" y="0"/>
                  </a:moveTo>
                  <a:cubicBezTo>
                    <a:pt x="4692" y="0"/>
                    <a:pt x="4002" y="143"/>
                    <a:pt x="3287" y="477"/>
                  </a:cubicBezTo>
                  <a:cubicBezTo>
                    <a:pt x="2716" y="715"/>
                    <a:pt x="2168" y="1072"/>
                    <a:pt x="1620" y="1501"/>
                  </a:cubicBezTo>
                  <a:cubicBezTo>
                    <a:pt x="691" y="2263"/>
                    <a:pt x="144" y="3001"/>
                    <a:pt x="96" y="3025"/>
                  </a:cubicBezTo>
                  <a:cubicBezTo>
                    <a:pt x="1" y="3144"/>
                    <a:pt x="1" y="3287"/>
                    <a:pt x="96" y="3406"/>
                  </a:cubicBezTo>
                  <a:cubicBezTo>
                    <a:pt x="96" y="3453"/>
                    <a:pt x="691" y="4192"/>
                    <a:pt x="1620" y="4930"/>
                  </a:cubicBezTo>
                  <a:cubicBezTo>
                    <a:pt x="2168" y="5382"/>
                    <a:pt x="2716" y="5716"/>
                    <a:pt x="3287" y="5978"/>
                  </a:cubicBezTo>
                  <a:cubicBezTo>
                    <a:pt x="4002" y="6311"/>
                    <a:pt x="4692" y="6454"/>
                    <a:pt x="5383" y="6454"/>
                  </a:cubicBezTo>
                  <a:cubicBezTo>
                    <a:pt x="6050" y="6454"/>
                    <a:pt x="6740" y="6264"/>
                    <a:pt x="7455" y="5978"/>
                  </a:cubicBezTo>
                  <a:cubicBezTo>
                    <a:pt x="8026" y="5740"/>
                    <a:pt x="8598" y="5382"/>
                    <a:pt x="9122" y="4930"/>
                  </a:cubicBezTo>
                  <a:cubicBezTo>
                    <a:pt x="10051" y="4192"/>
                    <a:pt x="10622" y="3453"/>
                    <a:pt x="10646" y="3406"/>
                  </a:cubicBezTo>
                  <a:cubicBezTo>
                    <a:pt x="10741" y="3287"/>
                    <a:pt x="10741" y="3144"/>
                    <a:pt x="10646" y="3025"/>
                  </a:cubicBezTo>
                  <a:cubicBezTo>
                    <a:pt x="10646" y="3001"/>
                    <a:pt x="10051" y="2263"/>
                    <a:pt x="9122" y="1501"/>
                  </a:cubicBezTo>
                  <a:cubicBezTo>
                    <a:pt x="8598" y="1072"/>
                    <a:pt x="8026" y="739"/>
                    <a:pt x="7455" y="477"/>
                  </a:cubicBezTo>
                  <a:cubicBezTo>
                    <a:pt x="6740" y="143"/>
                    <a:pt x="6050" y="0"/>
                    <a:pt x="538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7" name="Google Shape;29867;p154"/>
            <p:cNvSpPr/>
            <p:nvPr/>
          </p:nvSpPr>
          <p:spPr>
            <a:xfrm>
              <a:off x="4193302" y="2560593"/>
              <a:ext cx="173423" cy="208852"/>
            </a:xfrm>
            <a:custGeom>
              <a:rect b="b" l="l" r="r" t="t"/>
              <a:pathLst>
                <a:path extrusionOk="0" h="6455" w="5360">
                  <a:moveTo>
                    <a:pt x="1" y="0"/>
                  </a:moveTo>
                  <a:lnTo>
                    <a:pt x="1" y="6454"/>
                  </a:lnTo>
                  <a:cubicBezTo>
                    <a:pt x="668" y="6454"/>
                    <a:pt x="1358" y="6264"/>
                    <a:pt x="2073" y="5978"/>
                  </a:cubicBezTo>
                  <a:cubicBezTo>
                    <a:pt x="2644" y="5716"/>
                    <a:pt x="3216" y="5382"/>
                    <a:pt x="3740" y="4930"/>
                  </a:cubicBezTo>
                  <a:cubicBezTo>
                    <a:pt x="4669" y="4192"/>
                    <a:pt x="5264" y="3453"/>
                    <a:pt x="5264" y="3406"/>
                  </a:cubicBezTo>
                  <a:cubicBezTo>
                    <a:pt x="5359" y="3287"/>
                    <a:pt x="5359" y="3144"/>
                    <a:pt x="5264" y="3025"/>
                  </a:cubicBezTo>
                  <a:cubicBezTo>
                    <a:pt x="5240" y="3001"/>
                    <a:pt x="4669" y="2263"/>
                    <a:pt x="3740" y="1501"/>
                  </a:cubicBezTo>
                  <a:cubicBezTo>
                    <a:pt x="3216" y="1072"/>
                    <a:pt x="2644" y="715"/>
                    <a:pt x="2073" y="477"/>
                  </a:cubicBezTo>
                  <a:cubicBezTo>
                    <a:pt x="1358" y="143"/>
                    <a:pt x="668" y="0"/>
                    <a:pt x="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8" name="Google Shape;29868;p154"/>
            <p:cNvSpPr/>
            <p:nvPr/>
          </p:nvSpPr>
          <p:spPr>
            <a:xfrm>
              <a:off x="4087761" y="2559816"/>
              <a:ext cx="210372" cy="209628"/>
            </a:xfrm>
            <a:custGeom>
              <a:rect b="b" l="l" r="r" t="t"/>
              <a:pathLst>
                <a:path extrusionOk="0" h="6479" w="6502">
                  <a:moveTo>
                    <a:pt x="3263" y="1"/>
                  </a:moveTo>
                  <a:cubicBezTo>
                    <a:pt x="1477" y="1"/>
                    <a:pt x="0" y="1453"/>
                    <a:pt x="0" y="3239"/>
                  </a:cubicBezTo>
                  <a:cubicBezTo>
                    <a:pt x="0" y="5025"/>
                    <a:pt x="1477" y="6478"/>
                    <a:pt x="3263" y="6478"/>
                  </a:cubicBezTo>
                  <a:cubicBezTo>
                    <a:pt x="5049" y="6478"/>
                    <a:pt x="6502" y="5025"/>
                    <a:pt x="6502" y="3239"/>
                  </a:cubicBezTo>
                  <a:cubicBezTo>
                    <a:pt x="6502" y="1453"/>
                    <a:pt x="5049" y="1"/>
                    <a:pt x="3263"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9" name="Google Shape;29869;p154"/>
            <p:cNvSpPr/>
            <p:nvPr/>
          </p:nvSpPr>
          <p:spPr>
            <a:xfrm>
              <a:off x="4193302" y="2559816"/>
              <a:ext cx="104830" cy="209628"/>
            </a:xfrm>
            <a:custGeom>
              <a:rect b="b" l="l" r="r" t="t"/>
              <a:pathLst>
                <a:path extrusionOk="0" h="6479" w="3240">
                  <a:moveTo>
                    <a:pt x="1" y="1"/>
                  </a:moveTo>
                  <a:lnTo>
                    <a:pt x="1" y="6478"/>
                  </a:lnTo>
                  <a:cubicBezTo>
                    <a:pt x="1787" y="6478"/>
                    <a:pt x="3240" y="5025"/>
                    <a:pt x="3240" y="3239"/>
                  </a:cubicBezTo>
                  <a:cubicBezTo>
                    <a:pt x="3240" y="1453"/>
                    <a:pt x="1787"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0" name="Google Shape;29870;p154"/>
            <p:cNvSpPr/>
            <p:nvPr/>
          </p:nvSpPr>
          <p:spPr>
            <a:xfrm>
              <a:off x="4159426" y="2630705"/>
              <a:ext cx="67040" cy="67848"/>
            </a:xfrm>
            <a:custGeom>
              <a:rect b="b" l="l" r="r" t="t"/>
              <a:pathLst>
                <a:path extrusionOk="0" h="2097" w="2072">
                  <a:moveTo>
                    <a:pt x="1048" y="0"/>
                  </a:moveTo>
                  <a:cubicBezTo>
                    <a:pt x="476" y="0"/>
                    <a:pt x="0" y="477"/>
                    <a:pt x="0" y="1048"/>
                  </a:cubicBezTo>
                  <a:cubicBezTo>
                    <a:pt x="0" y="1620"/>
                    <a:pt x="476" y="2096"/>
                    <a:pt x="1048" y="2096"/>
                  </a:cubicBezTo>
                  <a:cubicBezTo>
                    <a:pt x="1596" y="2096"/>
                    <a:pt x="2072" y="1620"/>
                    <a:pt x="2072" y="1048"/>
                  </a:cubicBezTo>
                  <a:cubicBezTo>
                    <a:pt x="2072" y="477"/>
                    <a:pt x="1596" y="0"/>
                    <a:pt x="104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1" name="Google Shape;29871;p154"/>
            <p:cNvSpPr/>
            <p:nvPr/>
          </p:nvSpPr>
          <p:spPr>
            <a:xfrm>
              <a:off x="4193302" y="2630705"/>
              <a:ext cx="33164" cy="67848"/>
            </a:xfrm>
            <a:custGeom>
              <a:rect b="b" l="l" r="r" t="t"/>
              <a:pathLst>
                <a:path extrusionOk="0" h="2097" w="1025">
                  <a:moveTo>
                    <a:pt x="1" y="0"/>
                  </a:moveTo>
                  <a:lnTo>
                    <a:pt x="1" y="2096"/>
                  </a:lnTo>
                  <a:cubicBezTo>
                    <a:pt x="549" y="2096"/>
                    <a:pt x="1025" y="1620"/>
                    <a:pt x="1025" y="1048"/>
                  </a:cubicBezTo>
                  <a:cubicBezTo>
                    <a:pt x="1025" y="477"/>
                    <a:pt x="54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2" name="Google Shape;29872;p154"/>
            <p:cNvSpPr/>
            <p:nvPr/>
          </p:nvSpPr>
          <p:spPr>
            <a:xfrm>
              <a:off x="4018425" y="2491257"/>
              <a:ext cx="88620" cy="88620"/>
            </a:xfrm>
            <a:custGeom>
              <a:rect b="b" l="l" r="r" t="t"/>
              <a:pathLst>
                <a:path extrusionOk="0" h="2739" w="2739">
                  <a:moveTo>
                    <a:pt x="333" y="0"/>
                  </a:moveTo>
                  <a:cubicBezTo>
                    <a:pt x="167" y="0"/>
                    <a:pt x="0" y="143"/>
                    <a:pt x="0" y="333"/>
                  </a:cubicBezTo>
                  <a:lnTo>
                    <a:pt x="0" y="2405"/>
                  </a:lnTo>
                  <a:cubicBezTo>
                    <a:pt x="0" y="2596"/>
                    <a:pt x="167" y="2739"/>
                    <a:pt x="333" y="2739"/>
                  </a:cubicBezTo>
                  <a:cubicBezTo>
                    <a:pt x="524" y="2739"/>
                    <a:pt x="667" y="2596"/>
                    <a:pt x="643" y="2429"/>
                  </a:cubicBezTo>
                  <a:lnTo>
                    <a:pt x="643" y="643"/>
                  </a:lnTo>
                  <a:lnTo>
                    <a:pt x="2429" y="643"/>
                  </a:lnTo>
                  <a:cubicBezTo>
                    <a:pt x="2596" y="643"/>
                    <a:pt x="2739" y="500"/>
                    <a:pt x="2739" y="333"/>
                  </a:cubicBezTo>
                  <a:cubicBezTo>
                    <a:pt x="2739" y="143"/>
                    <a:pt x="2596" y="0"/>
                    <a:pt x="2429"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3" name="Google Shape;29873;p154"/>
            <p:cNvSpPr/>
            <p:nvPr/>
          </p:nvSpPr>
          <p:spPr>
            <a:xfrm>
              <a:off x="4276518" y="2489704"/>
              <a:ext cx="88653" cy="90173"/>
            </a:xfrm>
            <a:custGeom>
              <a:rect b="b" l="l" r="r" t="t"/>
              <a:pathLst>
                <a:path extrusionOk="0" h="2787" w="2740">
                  <a:moveTo>
                    <a:pt x="334" y="0"/>
                  </a:moveTo>
                  <a:cubicBezTo>
                    <a:pt x="144" y="0"/>
                    <a:pt x="1" y="167"/>
                    <a:pt x="1" y="334"/>
                  </a:cubicBezTo>
                  <a:cubicBezTo>
                    <a:pt x="1" y="524"/>
                    <a:pt x="144" y="667"/>
                    <a:pt x="334" y="667"/>
                  </a:cubicBezTo>
                  <a:lnTo>
                    <a:pt x="2120" y="667"/>
                  </a:lnTo>
                  <a:lnTo>
                    <a:pt x="2120" y="2453"/>
                  </a:lnTo>
                  <a:cubicBezTo>
                    <a:pt x="2120" y="2644"/>
                    <a:pt x="2263" y="2787"/>
                    <a:pt x="2454" y="2787"/>
                  </a:cubicBezTo>
                  <a:cubicBezTo>
                    <a:pt x="2620" y="2787"/>
                    <a:pt x="2740" y="2644"/>
                    <a:pt x="2740" y="2430"/>
                  </a:cubicBezTo>
                  <a:lnTo>
                    <a:pt x="2740" y="334"/>
                  </a:lnTo>
                  <a:cubicBezTo>
                    <a:pt x="2740" y="167"/>
                    <a:pt x="2597" y="0"/>
                    <a:pt x="240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4" name="Google Shape;29874;p154"/>
            <p:cNvSpPr/>
            <p:nvPr/>
          </p:nvSpPr>
          <p:spPr>
            <a:xfrm>
              <a:off x="4019946" y="2749348"/>
              <a:ext cx="89429" cy="88653"/>
            </a:xfrm>
            <a:custGeom>
              <a:rect b="b" l="l" r="r" t="t"/>
              <a:pathLst>
                <a:path extrusionOk="0" h="2740" w="2764">
                  <a:moveTo>
                    <a:pt x="310" y="1"/>
                  </a:moveTo>
                  <a:cubicBezTo>
                    <a:pt x="144" y="1"/>
                    <a:pt x="1" y="144"/>
                    <a:pt x="1" y="334"/>
                  </a:cubicBezTo>
                  <a:lnTo>
                    <a:pt x="1" y="2406"/>
                  </a:lnTo>
                  <a:cubicBezTo>
                    <a:pt x="1" y="2597"/>
                    <a:pt x="144" y="2740"/>
                    <a:pt x="310" y="2740"/>
                  </a:cubicBezTo>
                  <a:lnTo>
                    <a:pt x="2406" y="2740"/>
                  </a:lnTo>
                  <a:cubicBezTo>
                    <a:pt x="2549" y="2740"/>
                    <a:pt x="2692" y="2597"/>
                    <a:pt x="2763" y="2430"/>
                  </a:cubicBezTo>
                  <a:cubicBezTo>
                    <a:pt x="2763" y="2263"/>
                    <a:pt x="2620" y="2120"/>
                    <a:pt x="2430" y="2120"/>
                  </a:cubicBezTo>
                  <a:lnTo>
                    <a:pt x="644" y="2120"/>
                  </a:lnTo>
                  <a:lnTo>
                    <a:pt x="644" y="334"/>
                  </a:lnTo>
                  <a:cubicBezTo>
                    <a:pt x="644" y="144"/>
                    <a:pt x="501" y="1"/>
                    <a:pt x="310"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5" name="Google Shape;29875;p154"/>
            <p:cNvSpPr/>
            <p:nvPr/>
          </p:nvSpPr>
          <p:spPr>
            <a:xfrm>
              <a:off x="4277294" y="2747828"/>
              <a:ext cx="90173" cy="90173"/>
            </a:xfrm>
            <a:custGeom>
              <a:rect b="b" l="l" r="r" t="t"/>
              <a:pathLst>
                <a:path extrusionOk="0" h="2787" w="2787">
                  <a:moveTo>
                    <a:pt x="2454" y="0"/>
                  </a:moveTo>
                  <a:cubicBezTo>
                    <a:pt x="2287" y="0"/>
                    <a:pt x="2120" y="167"/>
                    <a:pt x="2120" y="334"/>
                  </a:cubicBezTo>
                  <a:lnTo>
                    <a:pt x="2120" y="2120"/>
                  </a:lnTo>
                  <a:lnTo>
                    <a:pt x="334" y="2120"/>
                  </a:lnTo>
                  <a:cubicBezTo>
                    <a:pt x="167" y="2120"/>
                    <a:pt x="1" y="2263"/>
                    <a:pt x="1" y="2453"/>
                  </a:cubicBezTo>
                  <a:cubicBezTo>
                    <a:pt x="1" y="2644"/>
                    <a:pt x="167" y="2787"/>
                    <a:pt x="334" y="2787"/>
                  </a:cubicBezTo>
                  <a:lnTo>
                    <a:pt x="2430" y="2787"/>
                  </a:lnTo>
                  <a:cubicBezTo>
                    <a:pt x="2596" y="2787"/>
                    <a:pt x="2716" y="2644"/>
                    <a:pt x="2787" y="2429"/>
                  </a:cubicBezTo>
                  <a:lnTo>
                    <a:pt x="2787" y="334"/>
                  </a:lnTo>
                  <a:cubicBezTo>
                    <a:pt x="2787" y="167"/>
                    <a:pt x="2644" y="0"/>
                    <a:pt x="2454"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76" name="Google Shape;29876;p154"/>
          <p:cNvGrpSpPr/>
          <p:nvPr/>
        </p:nvGrpSpPr>
        <p:grpSpPr>
          <a:xfrm>
            <a:off x="3296432" y="2338857"/>
            <a:ext cx="290516" cy="346748"/>
            <a:chOff x="3296432" y="2491257"/>
            <a:chExt cx="290516" cy="346748"/>
          </a:xfrm>
        </p:grpSpPr>
        <p:sp>
          <p:nvSpPr>
            <p:cNvPr id="29877" name="Google Shape;29877;p154"/>
            <p:cNvSpPr/>
            <p:nvPr/>
          </p:nvSpPr>
          <p:spPr>
            <a:xfrm>
              <a:off x="3296432" y="2531312"/>
              <a:ext cx="290516" cy="306693"/>
            </a:xfrm>
            <a:custGeom>
              <a:rect b="b" l="l" r="r" t="t"/>
              <a:pathLst>
                <a:path extrusionOk="0" h="9479" w="8979">
                  <a:moveTo>
                    <a:pt x="334" y="0"/>
                  </a:moveTo>
                  <a:cubicBezTo>
                    <a:pt x="144" y="0"/>
                    <a:pt x="1" y="143"/>
                    <a:pt x="1" y="334"/>
                  </a:cubicBezTo>
                  <a:lnTo>
                    <a:pt x="1" y="9145"/>
                  </a:lnTo>
                  <a:cubicBezTo>
                    <a:pt x="1" y="9336"/>
                    <a:pt x="144" y="9479"/>
                    <a:pt x="334" y="9479"/>
                  </a:cubicBezTo>
                  <a:lnTo>
                    <a:pt x="8669" y="9479"/>
                  </a:lnTo>
                  <a:cubicBezTo>
                    <a:pt x="8836" y="9479"/>
                    <a:pt x="8979" y="9336"/>
                    <a:pt x="8979" y="9145"/>
                  </a:cubicBezTo>
                  <a:lnTo>
                    <a:pt x="8979" y="334"/>
                  </a:lnTo>
                  <a:cubicBezTo>
                    <a:pt x="8979" y="143"/>
                    <a:pt x="8836" y="0"/>
                    <a:pt x="8669"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8" name="Google Shape;29878;p154"/>
            <p:cNvSpPr/>
            <p:nvPr/>
          </p:nvSpPr>
          <p:spPr>
            <a:xfrm>
              <a:off x="3442060" y="2531312"/>
              <a:ext cx="144886" cy="305917"/>
            </a:xfrm>
            <a:custGeom>
              <a:rect b="b" l="l" r="r" t="t"/>
              <a:pathLst>
                <a:path extrusionOk="0" h="9455" w="4478">
                  <a:moveTo>
                    <a:pt x="1" y="0"/>
                  </a:moveTo>
                  <a:lnTo>
                    <a:pt x="1" y="9455"/>
                  </a:lnTo>
                  <a:lnTo>
                    <a:pt x="4168" y="9455"/>
                  </a:lnTo>
                  <a:cubicBezTo>
                    <a:pt x="4335" y="9455"/>
                    <a:pt x="4478" y="9288"/>
                    <a:pt x="4478" y="9121"/>
                  </a:cubicBezTo>
                  <a:lnTo>
                    <a:pt x="4478" y="310"/>
                  </a:lnTo>
                  <a:cubicBezTo>
                    <a:pt x="4478" y="167"/>
                    <a:pt x="4335" y="0"/>
                    <a:pt x="416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9" name="Google Shape;29879;p154"/>
            <p:cNvSpPr/>
            <p:nvPr/>
          </p:nvSpPr>
          <p:spPr>
            <a:xfrm>
              <a:off x="3389678" y="2612975"/>
              <a:ext cx="102501" cy="224867"/>
            </a:xfrm>
            <a:custGeom>
              <a:rect b="b" l="l" r="r" t="t"/>
              <a:pathLst>
                <a:path extrusionOk="0" h="6950" w="3168">
                  <a:moveTo>
                    <a:pt x="1072" y="1"/>
                  </a:moveTo>
                  <a:cubicBezTo>
                    <a:pt x="929" y="1"/>
                    <a:pt x="810" y="120"/>
                    <a:pt x="786" y="287"/>
                  </a:cubicBezTo>
                  <a:lnTo>
                    <a:pt x="24" y="5073"/>
                  </a:lnTo>
                  <a:cubicBezTo>
                    <a:pt x="0" y="5168"/>
                    <a:pt x="24" y="5240"/>
                    <a:pt x="96" y="5311"/>
                  </a:cubicBezTo>
                  <a:lnTo>
                    <a:pt x="1334" y="6835"/>
                  </a:lnTo>
                  <a:cubicBezTo>
                    <a:pt x="1404" y="6905"/>
                    <a:pt x="1499" y="6949"/>
                    <a:pt x="1592" y="6949"/>
                  </a:cubicBezTo>
                  <a:cubicBezTo>
                    <a:pt x="1626" y="6949"/>
                    <a:pt x="1659" y="6943"/>
                    <a:pt x="1691" y="6931"/>
                  </a:cubicBezTo>
                  <a:cubicBezTo>
                    <a:pt x="1763" y="6931"/>
                    <a:pt x="1810" y="6859"/>
                    <a:pt x="1858" y="6835"/>
                  </a:cubicBezTo>
                  <a:lnTo>
                    <a:pt x="3096" y="5311"/>
                  </a:lnTo>
                  <a:cubicBezTo>
                    <a:pt x="3168" y="5240"/>
                    <a:pt x="3168" y="5168"/>
                    <a:pt x="3168" y="5073"/>
                  </a:cubicBezTo>
                  <a:lnTo>
                    <a:pt x="2406" y="287"/>
                  </a:lnTo>
                  <a:cubicBezTo>
                    <a:pt x="2406" y="120"/>
                    <a:pt x="2263" y="1"/>
                    <a:pt x="2120"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0" name="Google Shape;29880;p154"/>
            <p:cNvSpPr/>
            <p:nvPr/>
          </p:nvSpPr>
          <p:spPr>
            <a:xfrm>
              <a:off x="3442060" y="2613751"/>
              <a:ext cx="50894" cy="224253"/>
            </a:xfrm>
            <a:custGeom>
              <a:rect b="b" l="l" r="r" t="t"/>
              <a:pathLst>
                <a:path extrusionOk="0" h="6931" w="1573">
                  <a:moveTo>
                    <a:pt x="1" y="1"/>
                  </a:moveTo>
                  <a:lnTo>
                    <a:pt x="1" y="6931"/>
                  </a:lnTo>
                  <a:cubicBezTo>
                    <a:pt x="72" y="6931"/>
                    <a:pt x="167" y="6907"/>
                    <a:pt x="239" y="6811"/>
                  </a:cubicBezTo>
                  <a:lnTo>
                    <a:pt x="1477" y="5287"/>
                  </a:lnTo>
                  <a:cubicBezTo>
                    <a:pt x="1549" y="5240"/>
                    <a:pt x="1573" y="5144"/>
                    <a:pt x="1549" y="5049"/>
                  </a:cubicBezTo>
                  <a:lnTo>
                    <a:pt x="834" y="263"/>
                  </a:lnTo>
                  <a:cubicBezTo>
                    <a:pt x="787" y="120"/>
                    <a:pt x="668" y="1"/>
                    <a:pt x="525"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1" name="Google Shape;29881;p154"/>
            <p:cNvSpPr/>
            <p:nvPr/>
          </p:nvSpPr>
          <p:spPr>
            <a:xfrm>
              <a:off x="3443613" y="2700817"/>
              <a:ext cx="62445" cy="20837"/>
            </a:xfrm>
            <a:custGeom>
              <a:rect b="b" l="l" r="r" t="t"/>
              <a:pathLst>
                <a:path extrusionOk="0" h="644" w="1930">
                  <a:moveTo>
                    <a:pt x="334" y="1"/>
                  </a:moveTo>
                  <a:cubicBezTo>
                    <a:pt x="143" y="1"/>
                    <a:pt x="0" y="191"/>
                    <a:pt x="24" y="358"/>
                  </a:cubicBezTo>
                  <a:cubicBezTo>
                    <a:pt x="72" y="524"/>
                    <a:pt x="215" y="644"/>
                    <a:pt x="358" y="644"/>
                  </a:cubicBezTo>
                  <a:lnTo>
                    <a:pt x="1620" y="644"/>
                  </a:lnTo>
                  <a:cubicBezTo>
                    <a:pt x="1786" y="644"/>
                    <a:pt x="1929" y="477"/>
                    <a:pt x="1906" y="286"/>
                  </a:cubicBezTo>
                  <a:cubicBezTo>
                    <a:pt x="1882" y="120"/>
                    <a:pt x="1739" y="1"/>
                    <a:pt x="157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2" name="Google Shape;29882;p154"/>
            <p:cNvSpPr/>
            <p:nvPr/>
          </p:nvSpPr>
          <p:spPr>
            <a:xfrm>
              <a:off x="3403558" y="2572920"/>
              <a:ext cx="77846" cy="52415"/>
            </a:xfrm>
            <a:custGeom>
              <a:rect b="b" l="l" r="r" t="t"/>
              <a:pathLst>
                <a:path extrusionOk="0" h="1620" w="2406">
                  <a:moveTo>
                    <a:pt x="310" y="0"/>
                  </a:moveTo>
                  <a:cubicBezTo>
                    <a:pt x="143" y="0"/>
                    <a:pt x="0" y="143"/>
                    <a:pt x="0" y="334"/>
                  </a:cubicBezTo>
                  <a:lnTo>
                    <a:pt x="0" y="834"/>
                  </a:lnTo>
                  <a:cubicBezTo>
                    <a:pt x="0" y="905"/>
                    <a:pt x="0" y="929"/>
                    <a:pt x="24" y="953"/>
                  </a:cubicBezTo>
                  <a:lnTo>
                    <a:pt x="357" y="1620"/>
                  </a:lnTo>
                  <a:lnTo>
                    <a:pt x="2048" y="1620"/>
                  </a:lnTo>
                  <a:lnTo>
                    <a:pt x="2381" y="953"/>
                  </a:lnTo>
                  <a:cubicBezTo>
                    <a:pt x="2405" y="929"/>
                    <a:pt x="2405" y="858"/>
                    <a:pt x="2405" y="834"/>
                  </a:cubicBezTo>
                  <a:lnTo>
                    <a:pt x="2405" y="334"/>
                  </a:lnTo>
                  <a:cubicBezTo>
                    <a:pt x="2405" y="143"/>
                    <a:pt x="2262" y="0"/>
                    <a:pt x="2072"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3" name="Google Shape;29883;p154"/>
            <p:cNvSpPr/>
            <p:nvPr/>
          </p:nvSpPr>
          <p:spPr>
            <a:xfrm>
              <a:off x="3442060" y="2572920"/>
              <a:ext cx="38567" cy="52415"/>
            </a:xfrm>
            <a:custGeom>
              <a:rect b="b" l="l" r="r" t="t"/>
              <a:pathLst>
                <a:path extrusionOk="0" h="1620" w="1192">
                  <a:moveTo>
                    <a:pt x="1" y="0"/>
                  </a:moveTo>
                  <a:lnTo>
                    <a:pt x="1" y="1620"/>
                  </a:lnTo>
                  <a:lnTo>
                    <a:pt x="834" y="1620"/>
                  </a:lnTo>
                  <a:lnTo>
                    <a:pt x="1144" y="953"/>
                  </a:lnTo>
                  <a:cubicBezTo>
                    <a:pt x="1191" y="929"/>
                    <a:pt x="1191" y="858"/>
                    <a:pt x="1191" y="834"/>
                  </a:cubicBezTo>
                  <a:lnTo>
                    <a:pt x="1191" y="334"/>
                  </a:lnTo>
                  <a:cubicBezTo>
                    <a:pt x="1191" y="119"/>
                    <a:pt x="1025" y="0"/>
                    <a:pt x="88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4" name="Google Shape;29884;p154"/>
            <p:cNvSpPr/>
            <p:nvPr/>
          </p:nvSpPr>
          <p:spPr>
            <a:xfrm>
              <a:off x="3363471" y="2492002"/>
              <a:ext cx="156469" cy="100980"/>
            </a:xfrm>
            <a:custGeom>
              <a:rect b="b" l="l" r="r" t="t"/>
              <a:pathLst>
                <a:path extrusionOk="0" h="3121" w="4836">
                  <a:moveTo>
                    <a:pt x="334" y="1"/>
                  </a:moveTo>
                  <a:cubicBezTo>
                    <a:pt x="239" y="1"/>
                    <a:pt x="167" y="72"/>
                    <a:pt x="96" y="120"/>
                  </a:cubicBezTo>
                  <a:cubicBezTo>
                    <a:pt x="1" y="239"/>
                    <a:pt x="1" y="382"/>
                    <a:pt x="96" y="501"/>
                  </a:cubicBezTo>
                  <a:lnTo>
                    <a:pt x="2192" y="3001"/>
                  </a:lnTo>
                  <a:cubicBezTo>
                    <a:pt x="2239" y="3097"/>
                    <a:pt x="2335" y="3121"/>
                    <a:pt x="2430" y="3121"/>
                  </a:cubicBezTo>
                  <a:cubicBezTo>
                    <a:pt x="2501" y="3121"/>
                    <a:pt x="2596" y="3073"/>
                    <a:pt x="2668" y="3001"/>
                  </a:cubicBezTo>
                  <a:lnTo>
                    <a:pt x="4740" y="501"/>
                  </a:lnTo>
                  <a:cubicBezTo>
                    <a:pt x="4835" y="430"/>
                    <a:pt x="4835" y="239"/>
                    <a:pt x="4740" y="120"/>
                  </a:cubicBezTo>
                  <a:cubicBezTo>
                    <a:pt x="4692" y="25"/>
                    <a:pt x="4597" y="1"/>
                    <a:pt x="4502" y="1"/>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5" name="Google Shape;29885;p154"/>
            <p:cNvSpPr/>
            <p:nvPr/>
          </p:nvSpPr>
          <p:spPr>
            <a:xfrm>
              <a:off x="3442060" y="2491257"/>
              <a:ext cx="77878" cy="100948"/>
            </a:xfrm>
            <a:custGeom>
              <a:rect b="b" l="l" r="r" t="t"/>
              <a:pathLst>
                <a:path extrusionOk="0" h="3120" w="2407">
                  <a:moveTo>
                    <a:pt x="1" y="0"/>
                  </a:moveTo>
                  <a:lnTo>
                    <a:pt x="1" y="3120"/>
                  </a:lnTo>
                  <a:cubicBezTo>
                    <a:pt x="72" y="3120"/>
                    <a:pt x="167" y="3096"/>
                    <a:pt x="239" y="3001"/>
                  </a:cubicBezTo>
                  <a:lnTo>
                    <a:pt x="2311" y="500"/>
                  </a:lnTo>
                  <a:cubicBezTo>
                    <a:pt x="2406" y="381"/>
                    <a:pt x="2406" y="238"/>
                    <a:pt x="2311" y="119"/>
                  </a:cubicBezTo>
                  <a:cubicBezTo>
                    <a:pt x="2263" y="48"/>
                    <a:pt x="2168" y="0"/>
                    <a:pt x="2073"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6" name="Google Shape;29886;p154"/>
            <p:cNvSpPr/>
            <p:nvPr/>
          </p:nvSpPr>
          <p:spPr>
            <a:xfrm>
              <a:off x="3341890" y="2496628"/>
              <a:ext cx="198077" cy="122852"/>
            </a:xfrm>
            <a:custGeom>
              <a:rect b="b" l="l" r="r" t="t"/>
              <a:pathLst>
                <a:path extrusionOk="0" h="3797" w="6122">
                  <a:moveTo>
                    <a:pt x="668" y="1"/>
                  </a:moveTo>
                  <a:lnTo>
                    <a:pt x="49" y="1263"/>
                  </a:lnTo>
                  <a:cubicBezTo>
                    <a:pt x="1" y="1358"/>
                    <a:pt x="25" y="1453"/>
                    <a:pt x="49" y="1549"/>
                  </a:cubicBezTo>
                  <a:lnTo>
                    <a:pt x="1287" y="3644"/>
                  </a:lnTo>
                  <a:cubicBezTo>
                    <a:pt x="1353" y="3743"/>
                    <a:pt x="1464" y="3796"/>
                    <a:pt x="1573" y="3796"/>
                  </a:cubicBezTo>
                  <a:cubicBezTo>
                    <a:pt x="1622" y="3796"/>
                    <a:pt x="1671" y="3786"/>
                    <a:pt x="1716" y="3763"/>
                  </a:cubicBezTo>
                  <a:lnTo>
                    <a:pt x="3025" y="3001"/>
                  </a:lnTo>
                  <a:lnTo>
                    <a:pt x="4335" y="3763"/>
                  </a:lnTo>
                  <a:cubicBezTo>
                    <a:pt x="4379" y="3786"/>
                    <a:pt x="4428" y="3796"/>
                    <a:pt x="4477" y="3796"/>
                  </a:cubicBezTo>
                  <a:cubicBezTo>
                    <a:pt x="4585" y="3796"/>
                    <a:pt x="4691" y="3743"/>
                    <a:pt x="4740" y="3644"/>
                  </a:cubicBezTo>
                  <a:lnTo>
                    <a:pt x="6002" y="1549"/>
                  </a:lnTo>
                  <a:cubicBezTo>
                    <a:pt x="6121" y="1477"/>
                    <a:pt x="6121" y="1358"/>
                    <a:pt x="6074" y="1263"/>
                  </a:cubicBezTo>
                  <a:lnTo>
                    <a:pt x="5431" y="1"/>
                  </a:lnTo>
                  <a:lnTo>
                    <a:pt x="3049" y="2739"/>
                  </a:lnTo>
                  <a:lnTo>
                    <a:pt x="668" y="1"/>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7" name="Google Shape;29887;p154"/>
            <p:cNvSpPr/>
            <p:nvPr/>
          </p:nvSpPr>
          <p:spPr>
            <a:xfrm>
              <a:off x="3440539" y="2496628"/>
              <a:ext cx="99427" cy="123175"/>
            </a:xfrm>
            <a:custGeom>
              <a:rect b="b" l="l" r="r" t="t"/>
              <a:pathLst>
                <a:path extrusionOk="0" h="3807" w="3073">
                  <a:moveTo>
                    <a:pt x="2382" y="1"/>
                  </a:moveTo>
                  <a:lnTo>
                    <a:pt x="0" y="2739"/>
                  </a:lnTo>
                  <a:lnTo>
                    <a:pt x="0" y="3025"/>
                  </a:lnTo>
                  <a:lnTo>
                    <a:pt x="1358" y="3763"/>
                  </a:lnTo>
                  <a:cubicBezTo>
                    <a:pt x="1402" y="3793"/>
                    <a:pt x="1450" y="3807"/>
                    <a:pt x="1496" y="3807"/>
                  </a:cubicBezTo>
                  <a:cubicBezTo>
                    <a:pt x="1598" y="3807"/>
                    <a:pt x="1697" y="3742"/>
                    <a:pt x="1762" y="3644"/>
                  </a:cubicBezTo>
                  <a:lnTo>
                    <a:pt x="3001" y="1549"/>
                  </a:lnTo>
                  <a:cubicBezTo>
                    <a:pt x="3072" y="1477"/>
                    <a:pt x="3072" y="1358"/>
                    <a:pt x="3001" y="1263"/>
                  </a:cubicBezTo>
                  <a:lnTo>
                    <a:pt x="2382"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8" name="Google Shape;29888;p154"/>
          <p:cNvGrpSpPr/>
          <p:nvPr/>
        </p:nvGrpSpPr>
        <p:grpSpPr>
          <a:xfrm>
            <a:off x="2530566" y="2341155"/>
            <a:ext cx="345226" cy="346004"/>
            <a:chOff x="2530566" y="2493555"/>
            <a:chExt cx="345226" cy="346004"/>
          </a:xfrm>
        </p:grpSpPr>
        <p:sp>
          <p:nvSpPr>
            <p:cNvPr id="29889" name="Google Shape;29889;p154"/>
            <p:cNvSpPr/>
            <p:nvPr/>
          </p:nvSpPr>
          <p:spPr>
            <a:xfrm>
              <a:off x="2530566" y="2493555"/>
              <a:ext cx="344451" cy="344451"/>
            </a:xfrm>
            <a:custGeom>
              <a:rect b="b" l="l" r="r" t="t"/>
              <a:pathLst>
                <a:path extrusionOk="0" h="10646" w="10646">
                  <a:moveTo>
                    <a:pt x="5335" y="1"/>
                  </a:moveTo>
                  <a:cubicBezTo>
                    <a:pt x="5239" y="1"/>
                    <a:pt x="5144" y="48"/>
                    <a:pt x="5097" y="120"/>
                  </a:cubicBezTo>
                  <a:lnTo>
                    <a:pt x="3834" y="1787"/>
                  </a:lnTo>
                  <a:cubicBezTo>
                    <a:pt x="3739" y="1929"/>
                    <a:pt x="3739" y="2072"/>
                    <a:pt x="3834" y="2191"/>
                  </a:cubicBezTo>
                  <a:cubicBezTo>
                    <a:pt x="3906" y="2263"/>
                    <a:pt x="3977" y="2311"/>
                    <a:pt x="4073" y="2311"/>
                  </a:cubicBezTo>
                  <a:lnTo>
                    <a:pt x="4382" y="2311"/>
                  </a:lnTo>
                  <a:lnTo>
                    <a:pt x="4382" y="3049"/>
                  </a:lnTo>
                  <a:cubicBezTo>
                    <a:pt x="3739" y="2596"/>
                    <a:pt x="3025" y="2358"/>
                    <a:pt x="2286" y="2311"/>
                  </a:cubicBezTo>
                  <a:lnTo>
                    <a:pt x="2286" y="1953"/>
                  </a:lnTo>
                  <a:cubicBezTo>
                    <a:pt x="2286" y="1929"/>
                    <a:pt x="2286" y="1858"/>
                    <a:pt x="2263" y="1834"/>
                  </a:cubicBezTo>
                  <a:cubicBezTo>
                    <a:pt x="2192" y="1721"/>
                    <a:pt x="2087" y="1666"/>
                    <a:pt x="1983" y="1666"/>
                  </a:cubicBezTo>
                  <a:cubicBezTo>
                    <a:pt x="1913" y="1666"/>
                    <a:pt x="1844" y="1691"/>
                    <a:pt x="1786" y="1739"/>
                  </a:cubicBezTo>
                  <a:lnTo>
                    <a:pt x="119" y="2977"/>
                  </a:lnTo>
                  <a:cubicBezTo>
                    <a:pt x="48" y="3049"/>
                    <a:pt x="0" y="3144"/>
                    <a:pt x="0" y="3239"/>
                  </a:cubicBezTo>
                  <a:cubicBezTo>
                    <a:pt x="0" y="3311"/>
                    <a:pt x="24" y="3406"/>
                    <a:pt x="119" y="3477"/>
                  </a:cubicBezTo>
                  <a:lnTo>
                    <a:pt x="1786" y="4716"/>
                  </a:lnTo>
                  <a:cubicBezTo>
                    <a:pt x="1840" y="4751"/>
                    <a:pt x="1903" y="4770"/>
                    <a:pt x="1967" y="4770"/>
                  </a:cubicBezTo>
                  <a:cubicBezTo>
                    <a:pt x="2076" y="4770"/>
                    <a:pt x="2188" y="4716"/>
                    <a:pt x="2263" y="4597"/>
                  </a:cubicBezTo>
                  <a:cubicBezTo>
                    <a:pt x="2286" y="4573"/>
                    <a:pt x="2286" y="4501"/>
                    <a:pt x="2286" y="4478"/>
                  </a:cubicBezTo>
                  <a:lnTo>
                    <a:pt x="2286" y="4144"/>
                  </a:lnTo>
                  <a:cubicBezTo>
                    <a:pt x="3453" y="4311"/>
                    <a:pt x="4382" y="5311"/>
                    <a:pt x="4382" y="6526"/>
                  </a:cubicBezTo>
                  <a:lnTo>
                    <a:pt x="4382" y="10407"/>
                  </a:lnTo>
                  <a:cubicBezTo>
                    <a:pt x="4382" y="10526"/>
                    <a:pt x="4501" y="10646"/>
                    <a:pt x="4620" y="10646"/>
                  </a:cubicBezTo>
                  <a:lnTo>
                    <a:pt x="5954" y="10646"/>
                  </a:lnTo>
                  <a:cubicBezTo>
                    <a:pt x="6144" y="10646"/>
                    <a:pt x="6240" y="10503"/>
                    <a:pt x="6287" y="10384"/>
                  </a:cubicBezTo>
                  <a:lnTo>
                    <a:pt x="6287" y="8645"/>
                  </a:lnTo>
                  <a:cubicBezTo>
                    <a:pt x="6287" y="7431"/>
                    <a:pt x="7168" y="6407"/>
                    <a:pt x="8359" y="6264"/>
                  </a:cubicBezTo>
                  <a:lnTo>
                    <a:pt x="8359" y="6549"/>
                  </a:lnTo>
                  <a:cubicBezTo>
                    <a:pt x="8359" y="6669"/>
                    <a:pt x="8431" y="6764"/>
                    <a:pt x="8550" y="6835"/>
                  </a:cubicBezTo>
                  <a:cubicBezTo>
                    <a:pt x="8592" y="6852"/>
                    <a:pt x="8634" y="6860"/>
                    <a:pt x="8674" y="6860"/>
                  </a:cubicBezTo>
                  <a:cubicBezTo>
                    <a:pt x="8747" y="6860"/>
                    <a:pt x="8813" y="6834"/>
                    <a:pt x="8859" y="6788"/>
                  </a:cubicBezTo>
                  <a:lnTo>
                    <a:pt x="10526" y="5549"/>
                  </a:lnTo>
                  <a:cubicBezTo>
                    <a:pt x="10598" y="5478"/>
                    <a:pt x="10645" y="5406"/>
                    <a:pt x="10645" y="5311"/>
                  </a:cubicBezTo>
                  <a:cubicBezTo>
                    <a:pt x="10645" y="5216"/>
                    <a:pt x="10621" y="5121"/>
                    <a:pt x="10526" y="5073"/>
                  </a:cubicBezTo>
                  <a:lnTo>
                    <a:pt x="8859" y="3811"/>
                  </a:lnTo>
                  <a:cubicBezTo>
                    <a:pt x="8800" y="3775"/>
                    <a:pt x="8734" y="3757"/>
                    <a:pt x="8669" y="3757"/>
                  </a:cubicBezTo>
                  <a:cubicBezTo>
                    <a:pt x="8603" y="3757"/>
                    <a:pt x="8538" y="3775"/>
                    <a:pt x="8478" y="3811"/>
                  </a:cubicBezTo>
                  <a:cubicBezTo>
                    <a:pt x="8383" y="3882"/>
                    <a:pt x="8359" y="3978"/>
                    <a:pt x="8359" y="4049"/>
                  </a:cubicBezTo>
                  <a:lnTo>
                    <a:pt x="8359" y="4382"/>
                  </a:lnTo>
                  <a:cubicBezTo>
                    <a:pt x="7621" y="4454"/>
                    <a:pt x="6906" y="4716"/>
                    <a:pt x="6287" y="5121"/>
                  </a:cubicBezTo>
                  <a:lnTo>
                    <a:pt x="6287" y="2311"/>
                  </a:lnTo>
                  <a:lnTo>
                    <a:pt x="6573" y="2311"/>
                  </a:lnTo>
                  <a:cubicBezTo>
                    <a:pt x="6668" y="2311"/>
                    <a:pt x="6764" y="2239"/>
                    <a:pt x="6811" y="2191"/>
                  </a:cubicBezTo>
                  <a:cubicBezTo>
                    <a:pt x="6906" y="2072"/>
                    <a:pt x="6906" y="1906"/>
                    <a:pt x="6811" y="1787"/>
                  </a:cubicBezTo>
                  <a:lnTo>
                    <a:pt x="5573" y="120"/>
                  </a:lnTo>
                  <a:cubicBezTo>
                    <a:pt x="5501" y="72"/>
                    <a:pt x="5406" y="1"/>
                    <a:pt x="5335"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0" name="Google Shape;29890;p154"/>
            <p:cNvSpPr/>
            <p:nvPr/>
          </p:nvSpPr>
          <p:spPr>
            <a:xfrm>
              <a:off x="2703146" y="2493555"/>
              <a:ext cx="172646" cy="346004"/>
            </a:xfrm>
            <a:custGeom>
              <a:rect b="b" l="l" r="r" t="t"/>
              <a:pathLst>
                <a:path extrusionOk="0" h="10694" w="5336">
                  <a:moveTo>
                    <a:pt x="1" y="1"/>
                  </a:moveTo>
                  <a:lnTo>
                    <a:pt x="1" y="10693"/>
                  </a:lnTo>
                  <a:lnTo>
                    <a:pt x="620" y="10693"/>
                  </a:lnTo>
                  <a:lnTo>
                    <a:pt x="620" y="10646"/>
                  </a:lnTo>
                  <a:cubicBezTo>
                    <a:pt x="810" y="10646"/>
                    <a:pt x="953" y="10503"/>
                    <a:pt x="953" y="10312"/>
                  </a:cubicBezTo>
                  <a:lnTo>
                    <a:pt x="953" y="8621"/>
                  </a:lnTo>
                  <a:cubicBezTo>
                    <a:pt x="953" y="7407"/>
                    <a:pt x="1882" y="6383"/>
                    <a:pt x="3025" y="6240"/>
                  </a:cubicBezTo>
                  <a:lnTo>
                    <a:pt x="3025" y="6573"/>
                  </a:lnTo>
                  <a:cubicBezTo>
                    <a:pt x="3025" y="6621"/>
                    <a:pt x="3025" y="6645"/>
                    <a:pt x="3073" y="6692"/>
                  </a:cubicBezTo>
                  <a:cubicBezTo>
                    <a:pt x="3142" y="6790"/>
                    <a:pt x="3236" y="6838"/>
                    <a:pt x="3335" y="6838"/>
                  </a:cubicBezTo>
                  <a:cubicBezTo>
                    <a:pt x="3406" y="6838"/>
                    <a:pt x="3480" y="6813"/>
                    <a:pt x="3549" y="6764"/>
                  </a:cubicBezTo>
                  <a:lnTo>
                    <a:pt x="5216" y="5525"/>
                  </a:lnTo>
                  <a:cubicBezTo>
                    <a:pt x="5287" y="5454"/>
                    <a:pt x="5335" y="5383"/>
                    <a:pt x="5335" y="5287"/>
                  </a:cubicBezTo>
                  <a:cubicBezTo>
                    <a:pt x="5335" y="5192"/>
                    <a:pt x="5264" y="5097"/>
                    <a:pt x="5216" y="5049"/>
                  </a:cubicBezTo>
                  <a:lnTo>
                    <a:pt x="3549" y="3787"/>
                  </a:lnTo>
                  <a:cubicBezTo>
                    <a:pt x="3488" y="3743"/>
                    <a:pt x="3424" y="3722"/>
                    <a:pt x="3361" y="3722"/>
                  </a:cubicBezTo>
                  <a:cubicBezTo>
                    <a:pt x="3252" y="3722"/>
                    <a:pt x="3148" y="3785"/>
                    <a:pt x="3073" y="3906"/>
                  </a:cubicBezTo>
                  <a:cubicBezTo>
                    <a:pt x="3025" y="3954"/>
                    <a:pt x="3025" y="4001"/>
                    <a:pt x="3025" y="4025"/>
                  </a:cubicBezTo>
                  <a:lnTo>
                    <a:pt x="3025" y="4382"/>
                  </a:lnTo>
                  <a:cubicBezTo>
                    <a:pt x="2287" y="4454"/>
                    <a:pt x="1572" y="4692"/>
                    <a:pt x="953" y="5121"/>
                  </a:cubicBezTo>
                  <a:lnTo>
                    <a:pt x="953" y="2311"/>
                  </a:lnTo>
                  <a:lnTo>
                    <a:pt x="1239" y="2311"/>
                  </a:lnTo>
                  <a:cubicBezTo>
                    <a:pt x="1334" y="2311"/>
                    <a:pt x="1430" y="2263"/>
                    <a:pt x="1477" y="2191"/>
                  </a:cubicBezTo>
                  <a:cubicBezTo>
                    <a:pt x="1572" y="2072"/>
                    <a:pt x="1572" y="1929"/>
                    <a:pt x="1477" y="1787"/>
                  </a:cubicBezTo>
                  <a:lnTo>
                    <a:pt x="239" y="120"/>
                  </a:lnTo>
                  <a:cubicBezTo>
                    <a:pt x="167" y="48"/>
                    <a:pt x="96"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1" name="Google Shape;29891;p154"/>
            <p:cNvSpPr/>
            <p:nvPr/>
          </p:nvSpPr>
          <p:spPr>
            <a:xfrm>
              <a:off x="2576024" y="2726247"/>
              <a:ext cx="76293" cy="20060"/>
            </a:xfrm>
            <a:custGeom>
              <a:rect b="b" l="l" r="r" t="t"/>
              <a:pathLst>
                <a:path extrusionOk="0" h="620" w="2358">
                  <a:moveTo>
                    <a:pt x="310" y="0"/>
                  </a:moveTo>
                  <a:cubicBezTo>
                    <a:pt x="143" y="0"/>
                    <a:pt x="0" y="167"/>
                    <a:pt x="24" y="358"/>
                  </a:cubicBezTo>
                  <a:cubicBezTo>
                    <a:pt x="48" y="501"/>
                    <a:pt x="191" y="620"/>
                    <a:pt x="358" y="620"/>
                  </a:cubicBezTo>
                  <a:lnTo>
                    <a:pt x="2025" y="620"/>
                  </a:lnTo>
                  <a:cubicBezTo>
                    <a:pt x="2191" y="620"/>
                    <a:pt x="2358" y="477"/>
                    <a:pt x="2310" y="262"/>
                  </a:cubicBezTo>
                  <a:cubicBezTo>
                    <a:pt x="2286" y="120"/>
                    <a:pt x="2144" y="0"/>
                    <a:pt x="1977"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2" name="Google Shape;29892;p154"/>
            <p:cNvSpPr/>
            <p:nvPr/>
          </p:nvSpPr>
          <p:spPr>
            <a:xfrm>
              <a:off x="2539043" y="2726247"/>
              <a:ext cx="21581" cy="20837"/>
            </a:xfrm>
            <a:custGeom>
              <a:rect b="b" l="l" r="r" t="t"/>
              <a:pathLst>
                <a:path extrusionOk="0" h="644" w="667">
                  <a:moveTo>
                    <a:pt x="334" y="0"/>
                  </a:moveTo>
                  <a:cubicBezTo>
                    <a:pt x="143" y="0"/>
                    <a:pt x="0" y="143"/>
                    <a:pt x="0" y="334"/>
                  </a:cubicBezTo>
                  <a:cubicBezTo>
                    <a:pt x="0" y="501"/>
                    <a:pt x="143" y="643"/>
                    <a:pt x="334" y="643"/>
                  </a:cubicBezTo>
                  <a:cubicBezTo>
                    <a:pt x="524" y="643"/>
                    <a:pt x="667" y="501"/>
                    <a:pt x="667" y="334"/>
                  </a:cubicBezTo>
                  <a:cubicBezTo>
                    <a:pt x="667" y="143"/>
                    <a:pt x="524" y="0"/>
                    <a:pt x="334"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3" name="Google Shape;29893;p154"/>
            <p:cNvSpPr/>
            <p:nvPr/>
          </p:nvSpPr>
          <p:spPr>
            <a:xfrm>
              <a:off x="2576024" y="2726247"/>
              <a:ext cx="76293" cy="20060"/>
            </a:xfrm>
            <a:custGeom>
              <a:rect b="b" l="l" r="r" t="t"/>
              <a:pathLst>
                <a:path extrusionOk="0" h="620" w="2358">
                  <a:moveTo>
                    <a:pt x="310" y="0"/>
                  </a:moveTo>
                  <a:cubicBezTo>
                    <a:pt x="143" y="0"/>
                    <a:pt x="0" y="167"/>
                    <a:pt x="24" y="358"/>
                  </a:cubicBezTo>
                  <a:cubicBezTo>
                    <a:pt x="48" y="501"/>
                    <a:pt x="191" y="620"/>
                    <a:pt x="358" y="620"/>
                  </a:cubicBezTo>
                  <a:lnTo>
                    <a:pt x="2025" y="620"/>
                  </a:lnTo>
                  <a:cubicBezTo>
                    <a:pt x="2191" y="620"/>
                    <a:pt x="2358" y="477"/>
                    <a:pt x="2310" y="262"/>
                  </a:cubicBezTo>
                  <a:cubicBezTo>
                    <a:pt x="2286" y="120"/>
                    <a:pt x="2144" y="0"/>
                    <a:pt x="1977"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4" name="Google Shape;29894;p154"/>
            <p:cNvSpPr/>
            <p:nvPr/>
          </p:nvSpPr>
          <p:spPr>
            <a:xfrm>
              <a:off x="2539043" y="2726247"/>
              <a:ext cx="21581" cy="20837"/>
            </a:xfrm>
            <a:custGeom>
              <a:rect b="b" l="l" r="r" t="t"/>
              <a:pathLst>
                <a:path extrusionOk="0" h="644" w="667">
                  <a:moveTo>
                    <a:pt x="334" y="0"/>
                  </a:moveTo>
                  <a:cubicBezTo>
                    <a:pt x="143" y="0"/>
                    <a:pt x="0" y="143"/>
                    <a:pt x="0" y="334"/>
                  </a:cubicBezTo>
                  <a:cubicBezTo>
                    <a:pt x="0" y="501"/>
                    <a:pt x="143" y="643"/>
                    <a:pt x="334" y="643"/>
                  </a:cubicBezTo>
                  <a:cubicBezTo>
                    <a:pt x="524" y="643"/>
                    <a:pt x="667" y="501"/>
                    <a:pt x="667" y="334"/>
                  </a:cubicBezTo>
                  <a:cubicBezTo>
                    <a:pt x="667" y="143"/>
                    <a:pt x="524" y="0"/>
                    <a:pt x="334"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5" name="Google Shape;29895;p154"/>
            <p:cNvSpPr/>
            <p:nvPr/>
          </p:nvSpPr>
          <p:spPr>
            <a:xfrm>
              <a:off x="2576024" y="2685416"/>
              <a:ext cx="76293" cy="20060"/>
            </a:xfrm>
            <a:custGeom>
              <a:rect b="b" l="l" r="r" t="t"/>
              <a:pathLst>
                <a:path extrusionOk="0" h="620" w="2358">
                  <a:moveTo>
                    <a:pt x="310" y="0"/>
                  </a:moveTo>
                  <a:cubicBezTo>
                    <a:pt x="143" y="0"/>
                    <a:pt x="0" y="191"/>
                    <a:pt x="24" y="358"/>
                  </a:cubicBezTo>
                  <a:cubicBezTo>
                    <a:pt x="48" y="524"/>
                    <a:pt x="191" y="619"/>
                    <a:pt x="358" y="619"/>
                  </a:cubicBezTo>
                  <a:lnTo>
                    <a:pt x="2025" y="619"/>
                  </a:lnTo>
                  <a:cubicBezTo>
                    <a:pt x="2191" y="619"/>
                    <a:pt x="2358" y="453"/>
                    <a:pt x="2310" y="286"/>
                  </a:cubicBezTo>
                  <a:cubicBezTo>
                    <a:pt x="2286" y="119"/>
                    <a:pt x="2144" y="0"/>
                    <a:pt x="1977"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6" name="Google Shape;29896;p154"/>
            <p:cNvSpPr/>
            <p:nvPr/>
          </p:nvSpPr>
          <p:spPr>
            <a:xfrm>
              <a:off x="2539043" y="2685416"/>
              <a:ext cx="21581" cy="21613"/>
            </a:xfrm>
            <a:custGeom>
              <a:rect b="b" l="l" r="r" t="t"/>
              <a:pathLst>
                <a:path extrusionOk="0" h="668" w="667">
                  <a:moveTo>
                    <a:pt x="334" y="0"/>
                  </a:moveTo>
                  <a:cubicBezTo>
                    <a:pt x="143" y="0"/>
                    <a:pt x="0" y="143"/>
                    <a:pt x="0" y="334"/>
                  </a:cubicBezTo>
                  <a:cubicBezTo>
                    <a:pt x="0" y="524"/>
                    <a:pt x="143" y="667"/>
                    <a:pt x="334" y="667"/>
                  </a:cubicBezTo>
                  <a:cubicBezTo>
                    <a:pt x="524" y="667"/>
                    <a:pt x="667" y="524"/>
                    <a:pt x="667" y="334"/>
                  </a:cubicBezTo>
                  <a:cubicBezTo>
                    <a:pt x="667" y="143"/>
                    <a:pt x="524" y="0"/>
                    <a:pt x="334"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7" name="Google Shape;29897;p154"/>
            <p:cNvSpPr/>
            <p:nvPr/>
          </p:nvSpPr>
          <p:spPr>
            <a:xfrm>
              <a:off x="2576024" y="2766302"/>
              <a:ext cx="76293" cy="20837"/>
            </a:xfrm>
            <a:custGeom>
              <a:rect b="b" l="l" r="r" t="t"/>
              <a:pathLst>
                <a:path extrusionOk="0" h="644" w="2358">
                  <a:moveTo>
                    <a:pt x="310" y="1"/>
                  </a:moveTo>
                  <a:cubicBezTo>
                    <a:pt x="143" y="1"/>
                    <a:pt x="0" y="191"/>
                    <a:pt x="24" y="358"/>
                  </a:cubicBezTo>
                  <a:cubicBezTo>
                    <a:pt x="48" y="525"/>
                    <a:pt x="191" y="644"/>
                    <a:pt x="358" y="644"/>
                  </a:cubicBezTo>
                  <a:lnTo>
                    <a:pt x="2025" y="644"/>
                  </a:lnTo>
                  <a:cubicBezTo>
                    <a:pt x="2191" y="644"/>
                    <a:pt x="2358" y="477"/>
                    <a:pt x="2310" y="287"/>
                  </a:cubicBezTo>
                  <a:cubicBezTo>
                    <a:pt x="2286" y="120"/>
                    <a:pt x="2144" y="1"/>
                    <a:pt x="1977"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8" name="Google Shape;29898;p154"/>
            <p:cNvSpPr/>
            <p:nvPr/>
          </p:nvSpPr>
          <p:spPr>
            <a:xfrm>
              <a:off x="2539043" y="2766302"/>
              <a:ext cx="21581" cy="21613"/>
            </a:xfrm>
            <a:custGeom>
              <a:rect b="b" l="l" r="r" t="t"/>
              <a:pathLst>
                <a:path extrusionOk="0" h="668" w="667">
                  <a:moveTo>
                    <a:pt x="334" y="1"/>
                  </a:moveTo>
                  <a:cubicBezTo>
                    <a:pt x="143" y="1"/>
                    <a:pt x="0" y="144"/>
                    <a:pt x="0" y="334"/>
                  </a:cubicBezTo>
                  <a:cubicBezTo>
                    <a:pt x="0" y="525"/>
                    <a:pt x="143" y="668"/>
                    <a:pt x="334" y="668"/>
                  </a:cubicBezTo>
                  <a:cubicBezTo>
                    <a:pt x="524" y="668"/>
                    <a:pt x="667" y="525"/>
                    <a:pt x="667" y="334"/>
                  </a:cubicBezTo>
                  <a:cubicBezTo>
                    <a:pt x="667" y="144"/>
                    <a:pt x="524" y="1"/>
                    <a:pt x="33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9" name="Google Shape;29899;p154"/>
            <p:cNvSpPr/>
            <p:nvPr/>
          </p:nvSpPr>
          <p:spPr>
            <a:xfrm>
              <a:off x="2576024" y="2807133"/>
              <a:ext cx="76293" cy="20092"/>
            </a:xfrm>
            <a:custGeom>
              <a:rect b="b" l="l" r="r" t="t"/>
              <a:pathLst>
                <a:path extrusionOk="0" h="621" w="2358">
                  <a:moveTo>
                    <a:pt x="310" y="1"/>
                  </a:moveTo>
                  <a:cubicBezTo>
                    <a:pt x="143" y="1"/>
                    <a:pt x="0" y="168"/>
                    <a:pt x="24" y="358"/>
                  </a:cubicBezTo>
                  <a:cubicBezTo>
                    <a:pt x="48" y="501"/>
                    <a:pt x="191" y="620"/>
                    <a:pt x="358" y="620"/>
                  </a:cubicBezTo>
                  <a:lnTo>
                    <a:pt x="2025" y="620"/>
                  </a:lnTo>
                  <a:cubicBezTo>
                    <a:pt x="2191" y="620"/>
                    <a:pt x="2358" y="477"/>
                    <a:pt x="2310" y="263"/>
                  </a:cubicBezTo>
                  <a:cubicBezTo>
                    <a:pt x="2286" y="120"/>
                    <a:pt x="2144" y="1"/>
                    <a:pt x="1977"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0" name="Google Shape;29900;p154"/>
            <p:cNvSpPr/>
            <p:nvPr/>
          </p:nvSpPr>
          <p:spPr>
            <a:xfrm>
              <a:off x="2539043" y="2807133"/>
              <a:ext cx="21581" cy="20837"/>
            </a:xfrm>
            <a:custGeom>
              <a:rect b="b" l="l" r="r" t="t"/>
              <a:pathLst>
                <a:path extrusionOk="0" h="644" w="667">
                  <a:moveTo>
                    <a:pt x="334" y="1"/>
                  </a:moveTo>
                  <a:cubicBezTo>
                    <a:pt x="143" y="1"/>
                    <a:pt x="0" y="144"/>
                    <a:pt x="0" y="334"/>
                  </a:cubicBezTo>
                  <a:cubicBezTo>
                    <a:pt x="0" y="501"/>
                    <a:pt x="143" y="644"/>
                    <a:pt x="334" y="644"/>
                  </a:cubicBezTo>
                  <a:cubicBezTo>
                    <a:pt x="524" y="644"/>
                    <a:pt x="667" y="501"/>
                    <a:pt x="667" y="334"/>
                  </a:cubicBezTo>
                  <a:cubicBezTo>
                    <a:pt x="667" y="144"/>
                    <a:pt x="524" y="1"/>
                    <a:pt x="334"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01" name="Google Shape;29901;p154"/>
          <p:cNvGrpSpPr/>
          <p:nvPr/>
        </p:nvGrpSpPr>
        <p:grpSpPr>
          <a:xfrm>
            <a:off x="1771592" y="2338857"/>
            <a:ext cx="349853" cy="346745"/>
            <a:chOff x="1771592" y="2491257"/>
            <a:chExt cx="349853" cy="346745"/>
          </a:xfrm>
        </p:grpSpPr>
        <p:sp>
          <p:nvSpPr>
            <p:cNvPr id="29902" name="Google Shape;29902;p154"/>
            <p:cNvSpPr/>
            <p:nvPr/>
          </p:nvSpPr>
          <p:spPr>
            <a:xfrm>
              <a:off x="1855584" y="2648435"/>
              <a:ext cx="109457" cy="109425"/>
            </a:xfrm>
            <a:custGeom>
              <a:rect b="b" l="l" r="r" t="t"/>
              <a:pathLst>
                <a:path extrusionOk="0" h="3382" w="3383">
                  <a:moveTo>
                    <a:pt x="2358" y="0"/>
                  </a:moveTo>
                  <a:lnTo>
                    <a:pt x="1" y="2334"/>
                  </a:lnTo>
                  <a:lnTo>
                    <a:pt x="1049" y="3382"/>
                  </a:lnTo>
                  <a:lnTo>
                    <a:pt x="3382" y="1024"/>
                  </a:lnTo>
                  <a:lnTo>
                    <a:pt x="235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3" name="Google Shape;29903;p154"/>
            <p:cNvSpPr/>
            <p:nvPr/>
          </p:nvSpPr>
          <p:spPr>
            <a:xfrm>
              <a:off x="1871762" y="2664612"/>
              <a:ext cx="93279" cy="92503"/>
            </a:xfrm>
            <a:custGeom>
              <a:rect b="b" l="l" r="r" t="t"/>
              <a:pathLst>
                <a:path extrusionOk="0" h="2859" w="2883">
                  <a:moveTo>
                    <a:pt x="2382" y="0"/>
                  </a:moveTo>
                  <a:lnTo>
                    <a:pt x="1" y="2358"/>
                  </a:lnTo>
                  <a:cubicBezTo>
                    <a:pt x="263" y="2620"/>
                    <a:pt x="549" y="2858"/>
                    <a:pt x="549" y="2858"/>
                  </a:cubicBezTo>
                  <a:lnTo>
                    <a:pt x="2882" y="500"/>
                  </a:lnTo>
                  <a:lnTo>
                    <a:pt x="2382"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4" name="Google Shape;29904;p154"/>
            <p:cNvSpPr/>
            <p:nvPr/>
          </p:nvSpPr>
          <p:spPr>
            <a:xfrm>
              <a:off x="1897969" y="2491257"/>
              <a:ext cx="223476" cy="223476"/>
            </a:xfrm>
            <a:custGeom>
              <a:rect b="b" l="l" r="r" t="t"/>
              <a:pathLst>
                <a:path extrusionOk="0" h="6907" w="6907">
                  <a:moveTo>
                    <a:pt x="3454" y="0"/>
                  </a:moveTo>
                  <a:cubicBezTo>
                    <a:pt x="1548" y="0"/>
                    <a:pt x="1" y="1548"/>
                    <a:pt x="1" y="3453"/>
                  </a:cubicBezTo>
                  <a:cubicBezTo>
                    <a:pt x="1" y="5358"/>
                    <a:pt x="1548" y="6906"/>
                    <a:pt x="3454" y="6906"/>
                  </a:cubicBezTo>
                  <a:cubicBezTo>
                    <a:pt x="5359" y="6906"/>
                    <a:pt x="6907" y="5358"/>
                    <a:pt x="6907" y="3453"/>
                  </a:cubicBezTo>
                  <a:cubicBezTo>
                    <a:pt x="6907" y="1548"/>
                    <a:pt x="5359" y="0"/>
                    <a:pt x="3454"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5" name="Google Shape;29905;p154"/>
            <p:cNvSpPr/>
            <p:nvPr/>
          </p:nvSpPr>
          <p:spPr>
            <a:xfrm>
              <a:off x="1930324" y="2523612"/>
              <a:ext cx="191121" cy="191121"/>
            </a:xfrm>
            <a:custGeom>
              <a:rect b="b" l="l" r="r" t="t"/>
              <a:pathLst>
                <a:path extrusionOk="0" h="5907" w="5907">
                  <a:moveTo>
                    <a:pt x="4883" y="0"/>
                  </a:moveTo>
                  <a:lnTo>
                    <a:pt x="1" y="4882"/>
                  </a:lnTo>
                  <a:cubicBezTo>
                    <a:pt x="644" y="5525"/>
                    <a:pt x="1501" y="5906"/>
                    <a:pt x="2454" y="5906"/>
                  </a:cubicBezTo>
                  <a:cubicBezTo>
                    <a:pt x="4359" y="5906"/>
                    <a:pt x="5907" y="4358"/>
                    <a:pt x="5907" y="2453"/>
                  </a:cubicBezTo>
                  <a:cubicBezTo>
                    <a:pt x="5907" y="1501"/>
                    <a:pt x="5526" y="619"/>
                    <a:pt x="4883"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6" name="Google Shape;29906;p154"/>
            <p:cNvSpPr/>
            <p:nvPr/>
          </p:nvSpPr>
          <p:spPr>
            <a:xfrm>
              <a:off x="1917996" y="2511285"/>
              <a:ext cx="183420" cy="183420"/>
            </a:xfrm>
            <a:custGeom>
              <a:rect b="b" l="l" r="r" t="t"/>
              <a:pathLst>
                <a:path extrusionOk="0" h="5669" w="5669">
                  <a:moveTo>
                    <a:pt x="2835" y="0"/>
                  </a:moveTo>
                  <a:cubicBezTo>
                    <a:pt x="1263" y="0"/>
                    <a:pt x="1" y="1262"/>
                    <a:pt x="1" y="2834"/>
                  </a:cubicBezTo>
                  <a:cubicBezTo>
                    <a:pt x="1" y="4382"/>
                    <a:pt x="1263" y="5668"/>
                    <a:pt x="2835" y="5668"/>
                  </a:cubicBezTo>
                  <a:cubicBezTo>
                    <a:pt x="4383" y="5668"/>
                    <a:pt x="5669" y="4382"/>
                    <a:pt x="5669" y="2834"/>
                  </a:cubicBezTo>
                  <a:cubicBezTo>
                    <a:pt x="5669" y="1262"/>
                    <a:pt x="4383" y="0"/>
                    <a:pt x="2835"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7" name="Google Shape;29907;p154"/>
            <p:cNvSpPr/>
            <p:nvPr/>
          </p:nvSpPr>
          <p:spPr>
            <a:xfrm>
              <a:off x="1944980" y="2538236"/>
              <a:ext cx="156436" cy="156469"/>
            </a:xfrm>
            <a:custGeom>
              <a:rect b="b" l="l" r="r" t="t"/>
              <a:pathLst>
                <a:path extrusionOk="0" h="4836" w="4835">
                  <a:moveTo>
                    <a:pt x="4001" y="1"/>
                  </a:moveTo>
                  <a:lnTo>
                    <a:pt x="0" y="3978"/>
                  </a:lnTo>
                  <a:cubicBezTo>
                    <a:pt x="548" y="4502"/>
                    <a:pt x="1215" y="4835"/>
                    <a:pt x="2001" y="4835"/>
                  </a:cubicBezTo>
                  <a:cubicBezTo>
                    <a:pt x="3549" y="4835"/>
                    <a:pt x="4835" y="3549"/>
                    <a:pt x="4835" y="2001"/>
                  </a:cubicBezTo>
                  <a:cubicBezTo>
                    <a:pt x="4835" y="1215"/>
                    <a:pt x="4501" y="501"/>
                    <a:pt x="4001"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8" name="Google Shape;29908;p154"/>
            <p:cNvSpPr/>
            <p:nvPr/>
          </p:nvSpPr>
          <p:spPr>
            <a:xfrm>
              <a:off x="1771592" y="2705638"/>
              <a:ext cx="137185" cy="132364"/>
            </a:xfrm>
            <a:custGeom>
              <a:rect b="b" l="l" r="r" t="t"/>
              <a:pathLst>
                <a:path extrusionOk="0" h="4091" w="4240">
                  <a:moveTo>
                    <a:pt x="2760" y="0"/>
                  </a:moveTo>
                  <a:cubicBezTo>
                    <a:pt x="2627" y="0"/>
                    <a:pt x="2490" y="54"/>
                    <a:pt x="2382" y="161"/>
                  </a:cubicBezTo>
                  <a:lnTo>
                    <a:pt x="453" y="2090"/>
                  </a:lnTo>
                  <a:cubicBezTo>
                    <a:pt x="1" y="2543"/>
                    <a:pt x="1" y="3281"/>
                    <a:pt x="453" y="3733"/>
                  </a:cubicBezTo>
                  <a:cubicBezTo>
                    <a:pt x="680" y="3971"/>
                    <a:pt x="977" y="4091"/>
                    <a:pt x="1275" y="4091"/>
                  </a:cubicBezTo>
                  <a:cubicBezTo>
                    <a:pt x="1573" y="4091"/>
                    <a:pt x="1870" y="3971"/>
                    <a:pt x="2097" y="3733"/>
                  </a:cubicBezTo>
                  <a:lnTo>
                    <a:pt x="4026" y="1781"/>
                  </a:lnTo>
                  <a:cubicBezTo>
                    <a:pt x="4240" y="1590"/>
                    <a:pt x="4240" y="1257"/>
                    <a:pt x="4026" y="1042"/>
                  </a:cubicBezTo>
                  <a:lnTo>
                    <a:pt x="3121" y="161"/>
                  </a:lnTo>
                  <a:cubicBezTo>
                    <a:pt x="3025" y="54"/>
                    <a:pt x="2894" y="0"/>
                    <a:pt x="2760"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9" name="Google Shape;29909;p154"/>
            <p:cNvSpPr/>
            <p:nvPr/>
          </p:nvSpPr>
          <p:spPr>
            <a:xfrm>
              <a:off x="1786248" y="2724694"/>
              <a:ext cx="122528" cy="112142"/>
            </a:xfrm>
            <a:custGeom>
              <a:rect b="b" l="l" r="r" t="t"/>
              <a:pathLst>
                <a:path extrusionOk="0" h="3466" w="3787">
                  <a:moveTo>
                    <a:pt x="3120" y="1"/>
                  </a:moveTo>
                  <a:lnTo>
                    <a:pt x="0" y="3144"/>
                  </a:lnTo>
                  <a:cubicBezTo>
                    <a:pt x="227" y="3359"/>
                    <a:pt x="524" y="3466"/>
                    <a:pt x="822" y="3466"/>
                  </a:cubicBezTo>
                  <a:cubicBezTo>
                    <a:pt x="1120" y="3466"/>
                    <a:pt x="1417" y="3359"/>
                    <a:pt x="1644" y="3144"/>
                  </a:cubicBezTo>
                  <a:lnTo>
                    <a:pt x="3573" y="1192"/>
                  </a:lnTo>
                  <a:cubicBezTo>
                    <a:pt x="3787" y="1001"/>
                    <a:pt x="3787" y="668"/>
                    <a:pt x="3573" y="453"/>
                  </a:cubicBezTo>
                  <a:lnTo>
                    <a:pt x="3120" y="1"/>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0" name="Google Shape;29910;p154"/>
            <p:cNvSpPr/>
            <p:nvPr/>
          </p:nvSpPr>
          <p:spPr>
            <a:xfrm>
              <a:off x="1971932" y="2566190"/>
              <a:ext cx="76325" cy="74578"/>
            </a:xfrm>
            <a:custGeom>
              <a:rect b="b" l="l" r="r" t="t"/>
              <a:pathLst>
                <a:path extrusionOk="0" h="2305" w="2359">
                  <a:moveTo>
                    <a:pt x="2013" y="0"/>
                  </a:moveTo>
                  <a:cubicBezTo>
                    <a:pt x="1930" y="0"/>
                    <a:pt x="1846" y="30"/>
                    <a:pt x="1787" y="89"/>
                  </a:cubicBezTo>
                  <a:lnTo>
                    <a:pt x="120" y="1756"/>
                  </a:lnTo>
                  <a:cubicBezTo>
                    <a:pt x="1" y="1875"/>
                    <a:pt x="1" y="2090"/>
                    <a:pt x="120" y="2209"/>
                  </a:cubicBezTo>
                  <a:cubicBezTo>
                    <a:pt x="191" y="2256"/>
                    <a:pt x="239" y="2304"/>
                    <a:pt x="334" y="2304"/>
                  </a:cubicBezTo>
                  <a:cubicBezTo>
                    <a:pt x="429" y="2304"/>
                    <a:pt x="501" y="2256"/>
                    <a:pt x="572" y="2209"/>
                  </a:cubicBezTo>
                  <a:lnTo>
                    <a:pt x="2239" y="542"/>
                  </a:lnTo>
                  <a:cubicBezTo>
                    <a:pt x="2358" y="423"/>
                    <a:pt x="2358" y="208"/>
                    <a:pt x="2239" y="89"/>
                  </a:cubicBezTo>
                  <a:cubicBezTo>
                    <a:pt x="2180" y="30"/>
                    <a:pt x="2096" y="0"/>
                    <a:pt x="2013"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1" name="Google Shape;29911;p154"/>
            <p:cNvSpPr/>
            <p:nvPr/>
          </p:nvSpPr>
          <p:spPr>
            <a:xfrm>
              <a:off x="2022793" y="2616081"/>
              <a:ext cx="21613" cy="21581"/>
            </a:xfrm>
            <a:custGeom>
              <a:rect b="b" l="l" r="r" t="t"/>
              <a:pathLst>
                <a:path extrusionOk="0" h="667" w="668">
                  <a:moveTo>
                    <a:pt x="334" y="0"/>
                  </a:moveTo>
                  <a:cubicBezTo>
                    <a:pt x="143" y="0"/>
                    <a:pt x="0" y="143"/>
                    <a:pt x="0" y="333"/>
                  </a:cubicBezTo>
                  <a:cubicBezTo>
                    <a:pt x="0" y="524"/>
                    <a:pt x="143" y="667"/>
                    <a:pt x="334" y="667"/>
                  </a:cubicBezTo>
                  <a:cubicBezTo>
                    <a:pt x="524" y="667"/>
                    <a:pt x="667" y="524"/>
                    <a:pt x="667" y="333"/>
                  </a:cubicBezTo>
                  <a:cubicBezTo>
                    <a:pt x="667" y="143"/>
                    <a:pt x="524" y="0"/>
                    <a:pt x="334"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2" name="Google Shape;29912;p154"/>
            <p:cNvSpPr/>
            <p:nvPr/>
          </p:nvSpPr>
          <p:spPr>
            <a:xfrm>
              <a:off x="1975782" y="2569070"/>
              <a:ext cx="20837" cy="20837"/>
            </a:xfrm>
            <a:custGeom>
              <a:rect b="b" l="l" r="r" t="t"/>
              <a:pathLst>
                <a:path extrusionOk="0" h="644" w="644">
                  <a:moveTo>
                    <a:pt x="334" y="0"/>
                  </a:moveTo>
                  <a:cubicBezTo>
                    <a:pt x="144" y="0"/>
                    <a:pt x="1" y="143"/>
                    <a:pt x="1" y="334"/>
                  </a:cubicBezTo>
                  <a:cubicBezTo>
                    <a:pt x="1" y="500"/>
                    <a:pt x="144" y="643"/>
                    <a:pt x="334" y="643"/>
                  </a:cubicBezTo>
                  <a:cubicBezTo>
                    <a:pt x="501" y="643"/>
                    <a:pt x="644" y="500"/>
                    <a:pt x="644" y="334"/>
                  </a:cubicBezTo>
                  <a:cubicBezTo>
                    <a:pt x="644" y="143"/>
                    <a:pt x="501" y="0"/>
                    <a:pt x="334"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3" name="Google Shape;29913;p154"/>
            <p:cNvSpPr/>
            <p:nvPr/>
          </p:nvSpPr>
          <p:spPr>
            <a:xfrm>
              <a:off x="1975005" y="2569070"/>
              <a:ext cx="72475" cy="71699"/>
            </a:xfrm>
            <a:custGeom>
              <a:rect b="b" l="l" r="r" t="t"/>
              <a:pathLst>
                <a:path extrusionOk="0" h="2216" w="2240">
                  <a:moveTo>
                    <a:pt x="2120" y="0"/>
                  </a:moveTo>
                  <a:lnTo>
                    <a:pt x="1" y="2120"/>
                  </a:lnTo>
                  <a:cubicBezTo>
                    <a:pt x="96" y="2167"/>
                    <a:pt x="168" y="2215"/>
                    <a:pt x="239" y="2215"/>
                  </a:cubicBezTo>
                  <a:cubicBezTo>
                    <a:pt x="334" y="2215"/>
                    <a:pt x="382" y="2167"/>
                    <a:pt x="453" y="2120"/>
                  </a:cubicBezTo>
                  <a:lnTo>
                    <a:pt x="2120" y="453"/>
                  </a:lnTo>
                  <a:cubicBezTo>
                    <a:pt x="2240" y="334"/>
                    <a:pt x="2240" y="119"/>
                    <a:pt x="2120"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4" name="Google Shape;29914;p154"/>
          <p:cNvGrpSpPr/>
          <p:nvPr/>
        </p:nvGrpSpPr>
        <p:grpSpPr>
          <a:xfrm>
            <a:off x="1028827" y="2341931"/>
            <a:ext cx="349076" cy="346749"/>
            <a:chOff x="1028827" y="2494331"/>
            <a:chExt cx="349076" cy="346749"/>
          </a:xfrm>
        </p:grpSpPr>
        <p:sp>
          <p:nvSpPr>
            <p:cNvPr id="29915" name="Google Shape;29915;p154"/>
            <p:cNvSpPr/>
            <p:nvPr/>
          </p:nvSpPr>
          <p:spPr>
            <a:xfrm>
              <a:off x="1193739" y="2527365"/>
              <a:ext cx="20060" cy="40282"/>
            </a:xfrm>
            <a:custGeom>
              <a:rect b="b" l="l" r="r" t="t"/>
              <a:pathLst>
                <a:path extrusionOk="0" h="1245" w="620">
                  <a:moveTo>
                    <a:pt x="304" y="1"/>
                  </a:moveTo>
                  <a:cubicBezTo>
                    <a:pt x="290" y="1"/>
                    <a:pt x="276" y="2"/>
                    <a:pt x="262" y="3"/>
                  </a:cubicBezTo>
                  <a:cubicBezTo>
                    <a:pt x="119" y="51"/>
                    <a:pt x="0" y="194"/>
                    <a:pt x="0" y="337"/>
                  </a:cubicBezTo>
                  <a:lnTo>
                    <a:pt x="0" y="932"/>
                  </a:lnTo>
                  <a:cubicBezTo>
                    <a:pt x="0" y="1123"/>
                    <a:pt x="119" y="1242"/>
                    <a:pt x="262" y="1242"/>
                  </a:cubicBezTo>
                  <a:cubicBezTo>
                    <a:pt x="278" y="1243"/>
                    <a:pt x="293" y="1244"/>
                    <a:pt x="308" y="1244"/>
                  </a:cubicBezTo>
                  <a:cubicBezTo>
                    <a:pt x="497" y="1244"/>
                    <a:pt x="619" y="1109"/>
                    <a:pt x="619" y="932"/>
                  </a:cubicBezTo>
                  <a:lnTo>
                    <a:pt x="619" y="313"/>
                  </a:lnTo>
                  <a:cubicBezTo>
                    <a:pt x="619" y="136"/>
                    <a:pt x="476" y="1"/>
                    <a:pt x="30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6" name="Google Shape;29916;p154"/>
            <p:cNvSpPr/>
            <p:nvPr/>
          </p:nvSpPr>
          <p:spPr>
            <a:xfrm>
              <a:off x="1193739" y="2527365"/>
              <a:ext cx="20060" cy="40282"/>
            </a:xfrm>
            <a:custGeom>
              <a:rect b="b" l="l" r="r" t="t"/>
              <a:pathLst>
                <a:path extrusionOk="0" h="1245" w="620">
                  <a:moveTo>
                    <a:pt x="304" y="1"/>
                  </a:moveTo>
                  <a:cubicBezTo>
                    <a:pt x="290" y="1"/>
                    <a:pt x="276" y="2"/>
                    <a:pt x="262" y="3"/>
                  </a:cubicBezTo>
                  <a:cubicBezTo>
                    <a:pt x="119" y="51"/>
                    <a:pt x="0" y="194"/>
                    <a:pt x="0" y="337"/>
                  </a:cubicBezTo>
                  <a:lnTo>
                    <a:pt x="0" y="932"/>
                  </a:lnTo>
                  <a:cubicBezTo>
                    <a:pt x="0" y="1123"/>
                    <a:pt x="119" y="1242"/>
                    <a:pt x="262" y="1242"/>
                  </a:cubicBezTo>
                  <a:cubicBezTo>
                    <a:pt x="278" y="1243"/>
                    <a:pt x="293" y="1244"/>
                    <a:pt x="308" y="1244"/>
                  </a:cubicBezTo>
                  <a:cubicBezTo>
                    <a:pt x="497" y="1244"/>
                    <a:pt x="619" y="1109"/>
                    <a:pt x="619" y="932"/>
                  </a:cubicBezTo>
                  <a:lnTo>
                    <a:pt x="619" y="313"/>
                  </a:lnTo>
                  <a:cubicBezTo>
                    <a:pt x="619" y="136"/>
                    <a:pt x="476" y="1"/>
                    <a:pt x="30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7" name="Google Shape;29917;p154"/>
            <p:cNvSpPr/>
            <p:nvPr/>
          </p:nvSpPr>
          <p:spPr>
            <a:xfrm>
              <a:off x="1127476" y="2545645"/>
              <a:ext cx="33908" cy="37338"/>
            </a:xfrm>
            <a:custGeom>
              <a:rect b="b" l="l" r="r" t="t"/>
              <a:pathLst>
                <a:path extrusionOk="0" h="1154" w="1048">
                  <a:moveTo>
                    <a:pt x="351" y="1"/>
                  </a:moveTo>
                  <a:cubicBezTo>
                    <a:pt x="305" y="1"/>
                    <a:pt x="259" y="12"/>
                    <a:pt x="214" y="34"/>
                  </a:cubicBezTo>
                  <a:cubicBezTo>
                    <a:pt x="48" y="129"/>
                    <a:pt x="0" y="319"/>
                    <a:pt x="95" y="462"/>
                  </a:cubicBezTo>
                  <a:lnTo>
                    <a:pt x="405" y="986"/>
                  </a:lnTo>
                  <a:cubicBezTo>
                    <a:pt x="467" y="1096"/>
                    <a:pt x="571" y="1154"/>
                    <a:pt x="675" y="1154"/>
                  </a:cubicBezTo>
                  <a:cubicBezTo>
                    <a:pt x="730" y="1154"/>
                    <a:pt x="785" y="1138"/>
                    <a:pt x="834" y="1105"/>
                  </a:cubicBezTo>
                  <a:cubicBezTo>
                    <a:pt x="976" y="1034"/>
                    <a:pt x="1048" y="820"/>
                    <a:pt x="953" y="701"/>
                  </a:cubicBezTo>
                  <a:lnTo>
                    <a:pt x="619" y="153"/>
                  </a:lnTo>
                  <a:cubicBezTo>
                    <a:pt x="553" y="54"/>
                    <a:pt x="454" y="1"/>
                    <a:pt x="35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8" name="Google Shape;29918;p154"/>
            <p:cNvSpPr/>
            <p:nvPr/>
          </p:nvSpPr>
          <p:spPr>
            <a:xfrm>
              <a:off x="1081242" y="2591556"/>
              <a:ext cx="40088" cy="30770"/>
            </a:xfrm>
            <a:custGeom>
              <a:rect b="b" l="l" r="r" t="t"/>
              <a:pathLst>
                <a:path extrusionOk="0" h="951" w="1239">
                  <a:moveTo>
                    <a:pt x="356" y="0"/>
                  </a:moveTo>
                  <a:cubicBezTo>
                    <a:pt x="247" y="0"/>
                    <a:pt x="137" y="65"/>
                    <a:pt x="72" y="163"/>
                  </a:cubicBezTo>
                  <a:cubicBezTo>
                    <a:pt x="0" y="306"/>
                    <a:pt x="48" y="496"/>
                    <a:pt x="215" y="591"/>
                  </a:cubicBezTo>
                  <a:lnTo>
                    <a:pt x="738" y="901"/>
                  </a:lnTo>
                  <a:cubicBezTo>
                    <a:pt x="789" y="935"/>
                    <a:pt x="846" y="950"/>
                    <a:pt x="902" y="950"/>
                  </a:cubicBezTo>
                  <a:cubicBezTo>
                    <a:pt x="1004" y="950"/>
                    <a:pt x="1106" y="898"/>
                    <a:pt x="1167" y="806"/>
                  </a:cubicBezTo>
                  <a:cubicBezTo>
                    <a:pt x="1239" y="639"/>
                    <a:pt x="1191" y="472"/>
                    <a:pt x="1048" y="377"/>
                  </a:cubicBezTo>
                  <a:lnTo>
                    <a:pt x="500" y="44"/>
                  </a:lnTo>
                  <a:cubicBezTo>
                    <a:pt x="455" y="14"/>
                    <a:pt x="406" y="0"/>
                    <a:pt x="35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9" name="Google Shape;29919;p154"/>
            <p:cNvSpPr/>
            <p:nvPr/>
          </p:nvSpPr>
          <p:spPr>
            <a:xfrm>
              <a:off x="1063511" y="2656912"/>
              <a:ext cx="41641" cy="20837"/>
            </a:xfrm>
            <a:custGeom>
              <a:rect b="b" l="l" r="r" t="t"/>
              <a:pathLst>
                <a:path extrusionOk="0" h="644" w="1287">
                  <a:moveTo>
                    <a:pt x="334" y="0"/>
                  </a:moveTo>
                  <a:cubicBezTo>
                    <a:pt x="167" y="0"/>
                    <a:pt x="0" y="143"/>
                    <a:pt x="0" y="310"/>
                  </a:cubicBezTo>
                  <a:cubicBezTo>
                    <a:pt x="0" y="500"/>
                    <a:pt x="167" y="643"/>
                    <a:pt x="334" y="643"/>
                  </a:cubicBezTo>
                  <a:lnTo>
                    <a:pt x="953" y="643"/>
                  </a:lnTo>
                  <a:cubicBezTo>
                    <a:pt x="1144" y="643"/>
                    <a:pt x="1286" y="500"/>
                    <a:pt x="1286" y="310"/>
                  </a:cubicBezTo>
                  <a:cubicBezTo>
                    <a:pt x="1286" y="143"/>
                    <a:pt x="1144"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0" name="Google Shape;29920;p154"/>
            <p:cNvSpPr/>
            <p:nvPr/>
          </p:nvSpPr>
          <p:spPr>
            <a:xfrm>
              <a:off x="1081242" y="2711300"/>
              <a:ext cx="40088" cy="30673"/>
            </a:xfrm>
            <a:custGeom>
              <a:rect b="b" l="l" r="r" t="t"/>
              <a:pathLst>
                <a:path extrusionOk="0" h="948" w="1239">
                  <a:moveTo>
                    <a:pt x="870" y="1"/>
                  </a:moveTo>
                  <a:cubicBezTo>
                    <a:pt x="821" y="1"/>
                    <a:pt x="775" y="12"/>
                    <a:pt x="738" y="34"/>
                  </a:cubicBezTo>
                  <a:lnTo>
                    <a:pt x="215" y="367"/>
                  </a:lnTo>
                  <a:cubicBezTo>
                    <a:pt x="48" y="462"/>
                    <a:pt x="0" y="629"/>
                    <a:pt x="72" y="796"/>
                  </a:cubicBezTo>
                  <a:cubicBezTo>
                    <a:pt x="137" y="895"/>
                    <a:pt x="249" y="948"/>
                    <a:pt x="358" y="948"/>
                  </a:cubicBezTo>
                  <a:cubicBezTo>
                    <a:pt x="407" y="948"/>
                    <a:pt x="456" y="937"/>
                    <a:pt x="500" y="915"/>
                  </a:cubicBezTo>
                  <a:lnTo>
                    <a:pt x="1048" y="582"/>
                  </a:lnTo>
                  <a:cubicBezTo>
                    <a:pt x="1191" y="486"/>
                    <a:pt x="1239" y="320"/>
                    <a:pt x="1167" y="153"/>
                  </a:cubicBezTo>
                  <a:cubicBezTo>
                    <a:pt x="1101" y="54"/>
                    <a:pt x="979" y="1"/>
                    <a:pt x="87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1" name="Google Shape;29921;p154"/>
            <p:cNvSpPr/>
            <p:nvPr/>
          </p:nvSpPr>
          <p:spPr>
            <a:xfrm>
              <a:off x="1127476" y="2750837"/>
              <a:ext cx="33908" cy="37111"/>
            </a:xfrm>
            <a:custGeom>
              <a:rect b="b" l="l" r="r" t="t"/>
              <a:pathLst>
                <a:path extrusionOk="0" h="1147" w="1048">
                  <a:moveTo>
                    <a:pt x="670" y="1"/>
                  </a:moveTo>
                  <a:cubicBezTo>
                    <a:pt x="568" y="1"/>
                    <a:pt x="466" y="53"/>
                    <a:pt x="405" y="145"/>
                  </a:cubicBezTo>
                  <a:lnTo>
                    <a:pt x="95" y="693"/>
                  </a:lnTo>
                  <a:cubicBezTo>
                    <a:pt x="0" y="836"/>
                    <a:pt x="48" y="1027"/>
                    <a:pt x="214" y="1098"/>
                  </a:cubicBezTo>
                  <a:cubicBezTo>
                    <a:pt x="263" y="1131"/>
                    <a:pt x="315" y="1147"/>
                    <a:pt x="366" y="1147"/>
                  </a:cubicBezTo>
                  <a:cubicBezTo>
                    <a:pt x="463" y="1147"/>
                    <a:pt x="557" y="1088"/>
                    <a:pt x="619" y="979"/>
                  </a:cubicBezTo>
                  <a:lnTo>
                    <a:pt x="953" y="455"/>
                  </a:lnTo>
                  <a:cubicBezTo>
                    <a:pt x="1048" y="312"/>
                    <a:pt x="976" y="122"/>
                    <a:pt x="834" y="50"/>
                  </a:cubicBezTo>
                  <a:cubicBezTo>
                    <a:pt x="783" y="16"/>
                    <a:pt x="726" y="1"/>
                    <a:pt x="67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2" name="Google Shape;29922;p154"/>
            <p:cNvSpPr/>
            <p:nvPr/>
          </p:nvSpPr>
          <p:spPr>
            <a:xfrm>
              <a:off x="1193739" y="2767499"/>
              <a:ext cx="20060" cy="39764"/>
            </a:xfrm>
            <a:custGeom>
              <a:rect b="b" l="l" r="r" t="t"/>
              <a:pathLst>
                <a:path extrusionOk="0" h="1229" w="620">
                  <a:moveTo>
                    <a:pt x="419" y="1"/>
                  </a:moveTo>
                  <a:cubicBezTo>
                    <a:pt x="399" y="1"/>
                    <a:pt x="379" y="4"/>
                    <a:pt x="357" y="11"/>
                  </a:cubicBezTo>
                  <a:cubicBezTo>
                    <a:pt x="332" y="6"/>
                    <a:pt x="308" y="3"/>
                    <a:pt x="285" y="3"/>
                  </a:cubicBezTo>
                  <a:cubicBezTo>
                    <a:pt x="111" y="3"/>
                    <a:pt x="0" y="150"/>
                    <a:pt x="0" y="297"/>
                  </a:cubicBezTo>
                  <a:lnTo>
                    <a:pt x="0" y="916"/>
                  </a:lnTo>
                  <a:cubicBezTo>
                    <a:pt x="0" y="1093"/>
                    <a:pt x="143" y="1229"/>
                    <a:pt x="316" y="1229"/>
                  </a:cubicBezTo>
                  <a:cubicBezTo>
                    <a:pt x="330" y="1229"/>
                    <a:pt x="343" y="1228"/>
                    <a:pt x="357" y="1226"/>
                  </a:cubicBezTo>
                  <a:cubicBezTo>
                    <a:pt x="500" y="1202"/>
                    <a:pt x="619" y="1035"/>
                    <a:pt x="619" y="893"/>
                  </a:cubicBezTo>
                  <a:lnTo>
                    <a:pt x="619" y="273"/>
                  </a:lnTo>
                  <a:cubicBezTo>
                    <a:pt x="619" y="111"/>
                    <a:pt x="533" y="1"/>
                    <a:pt x="41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3" name="Google Shape;29923;p154"/>
            <p:cNvSpPr/>
            <p:nvPr/>
          </p:nvSpPr>
          <p:spPr>
            <a:xfrm>
              <a:off x="1246897" y="2750837"/>
              <a:ext cx="33940" cy="37111"/>
            </a:xfrm>
            <a:custGeom>
              <a:rect b="b" l="l" r="r" t="t"/>
              <a:pathLst>
                <a:path extrusionOk="0" h="1147" w="1049">
                  <a:moveTo>
                    <a:pt x="371" y="1"/>
                  </a:moveTo>
                  <a:cubicBezTo>
                    <a:pt x="319" y="1"/>
                    <a:pt x="265" y="16"/>
                    <a:pt x="215" y="50"/>
                  </a:cubicBezTo>
                  <a:cubicBezTo>
                    <a:pt x="48" y="122"/>
                    <a:pt x="0" y="336"/>
                    <a:pt x="96" y="455"/>
                  </a:cubicBezTo>
                  <a:lnTo>
                    <a:pt x="405" y="979"/>
                  </a:lnTo>
                  <a:cubicBezTo>
                    <a:pt x="468" y="1088"/>
                    <a:pt x="571" y="1147"/>
                    <a:pt x="676" y="1147"/>
                  </a:cubicBezTo>
                  <a:cubicBezTo>
                    <a:pt x="730" y="1147"/>
                    <a:pt x="785" y="1131"/>
                    <a:pt x="834" y="1098"/>
                  </a:cubicBezTo>
                  <a:cubicBezTo>
                    <a:pt x="977" y="1027"/>
                    <a:pt x="1048" y="836"/>
                    <a:pt x="953" y="693"/>
                  </a:cubicBezTo>
                  <a:lnTo>
                    <a:pt x="619" y="145"/>
                  </a:lnTo>
                  <a:cubicBezTo>
                    <a:pt x="558" y="53"/>
                    <a:pt x="467" y="1"/>
                    <a:pt x="37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4" name="Google Shape;29924;p154"/>
            <p:cNvSpPr/>
            <p:nvPr/>
          </p:nvSpPr>
          <p:spPr>
            <a:xfrm>
              <a:off x="1286176" y="2711300"/>
              <a:ext cx="40897" cy="30673"/>
            </a:xfrm>
            <a:custGeom>
              <a:rect b="b" l="l" r="r" t="t"/>
              <a:pathLst>
                <a:path extrusionOk="0" h="948" w="1264">
                  <a:moveTo>
                    <a:pt x="364" y="1"/>
                  </a:moveTo>
                  <a:cubicBezTo>
                    <a:pt x="262" y="1"/>
                    <a:pt x="162" y="54"/>
                    <a:pt x="96" y="153"/>
                  </a:cubicBezTo>
                  <a:cubicBezTo>
                    <a:pt x="1" y="320"/>
                    <a:pt x="72" y="486"/>
                    <a:pt x="215" y="582"/>
                  </a:cubicBezTo>
                  <a:lnTo>
                    <a:pt x="739" y="915"/>
                  </a:lnTo>
                  <a:cubicBezTo>
                    <a:pt x="791" y="937"/>
                    <a:pt x="842" y="948"/>
                    <a:pt x="892" y="948"/>
                  </a:cubicBezTo>
                  <a:cubicBezTo>
                    <a:pt x="1002" y="948"/>
                    <a:pt x="1102" y="895"/>
                    <a:pt x="1168" y="796"/>
                  </a:cubicBezTo>
                  <a:cubicBezTo>
                    <a:pt x="1263" y="629"/>
                    <a:pt x="1192" y="462"/>
                    <a:pt x="1049" y="367"/>
                  </a:cubicBezTo>
                  <a:lnTo>
                    <a:pt x="501" y="34"/>
                  </a:lnTo>
                  <a:cubicBezTo>
                    <a:pt x="457" y="12"/>
                    <a:pt x="410" y="1"/>
                    <a:pt x="364"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5" name="Google Shape;29925;p154"/>
            <p:cNvSpPr/>
            <p:nvPr/>
          </p:nvSpPr>
          <p:spPr>
            <a:xfrm>
              <a:off x="1302353" y="2656912"/>
              <a:ext cx="30867" cy="20837"/>
            </a:xfrm>
            <a:custGeom>
              <a:rect b="b" l="l" r="r" t="t"/>
              <a:pathLst>
                <a:path extrusionOk="0" h="644" w="954">
                  <a:moveTo>
                    <a:pt x="334" y="0"/>
                  </a:moveTo>
                  <a:cubicBezTo>
                    <a:pt x="168" y="0"/>
                    <a:pt x="1" y="143"/>
                    <a:pt x="1" y="334"/>
                  </a:cubicBezTo>
                  <a:cubicBezTo>
                    <a:pt x="1" y="500"/>
                    <a:pt x="168" y="643"/>
                    <a:pt x="334" y="643"/>
                  </a:cubicBezTo>
                  <a:lnTo>
                    <a:pt x="954" y="643"/>
                  </a:lnTo>
                  <a:lnTo>
                    <a:pt x="811" y="24"/>
                  </a:lnTo>
                  <a:lnTo>
                    <a:pt x="334" y="24"/>
                  </a:lnTo>
                  <a:lnTo>
                    <a:pt x="33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6" name="Google Shape;29926;p154"/>
            <p:cNvSpPr/>
            <p:nvPr/>
          </p:nvSpPr>
          <p:spPr>
            <a:xfrm>
              <a:off x="1203736" y="2526685"/>
              <a:ext cx="10062" cy="40411"/>
            </a:xfrm>
            <a:custGeom>
              <a:rect b="b" l="l" r="r" t="t"/>
              <a:pathLst>
                <a:path extrusionOk="0" h="1249" w="311">
                  <a:moveTo>
                    <a:pt x="1" y="1"/>
                  </a:moveTo>
                  <a:lnTo>
                    <a:pt x="1" y="1239"/>
                  </a:lnTo>
                  <a:cubicBezTo>
                    <a:pt x="26" y="1245"/>
                    <a:pt x="50" y="1248"/>
                    <a:pt x="72" y="1248"/>
                  </a:cubicBezTo>
                  <a:cubicBezTo>
                    <a:pt x="220" y="1248"/>
                    <a:pt x="310" y="1119"/>
                    <a:pt x="310" y="953"/>
                  </a:cubicBezTo>
                  <a:lnTo>
                    <a:pt x="310" y="334"/>
                  </a:lnTo>
                  <a:cubicBezTo>
                    <a:pt x="310" y="143"/>
                    <a:pt x="167"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7" name="Google Shape;29927;p154"/>
            <p:cNvSpPr/>
            <p:nvPr/>
          </p:nvSpPr>
          <p:spPr>
            <a:xfrm>
              <a:off x="1203736" y="2765526"/>
              <a:ext cx="10062" cy="40185"/>
            </a:xfrm>
            <a:custGeom>
              <a:rect b="b" l="l" r="r" t="t"/>
              <a:pathLst>
                <a:path extrusionOk="0" h="1242" w="311">
                  <a:moveTo>
                    <a:pt x="1" y="1"/>
                  </a:moveTo>
                  <a:lnTo>
                    <a:pt x="1" y="1239"/>
                  </a:lnTo>
                  <a:cubicBezTo>
                    <a:pt x="13" y="1241"/>
                    <a:pt x="25" y="1242"/>
                    <a:pt x="37" y="1242"/>
                  </a:cubicBezTo>
                  <a:cubicBezTo>
                    <a:pt x="206" y="1242"/>
                    <a:pt x="310" y="1087"/>
                    <a:pt x="310" y="954"/>
                  </a:cubicBezTo>
                  <a:lnTo>
                    <a:pt x="310" y="334"/>
                  </a:lnTo>
                  <a:cubicBezTo>
                    <a:pt x="310" y="144"/>
                    <a:pt x="167"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8" name="Google Shape;29928;p154"/>
            <p:cNvSpPr/>
            <p:nvPr/>
          </p:nvSpPr>
          <p:spPr>
            <a:xfrm>
              <a:off x="1209139" y="2666877"/>
              <a:ext cx="64742" cy="44003"/>
            </a:xfrm>
            <a:custGeom>
              <a:rect b="b" l="l" r="r" t="t"/>
              <a:pathLst>
                <a:path extrusionOk="0" h="1360" w="2001">
                  <a:moveTo>
                    <a:pt x="343" y="1"/>
                  </a:moveTo>
                  <a:cubicBezTo>
                    <a:pt x="241" y="1"/>
                    <a:pt x="143" y="59"/>
                    <a:pt x="96" y="168"/>
                  </a:cubicBezTo>
                  <a:cubicBezTo>
                    <a:pt x="0" y="311"/>
                    <a:pt x="48" y="478"/>
                    <a:pt x="215" y="573"/>
                  </a:cubicBezTo>
                  <a:lnTo>
                    <a:pt x="1477" y="1312"/>
                  </a:lnTo>
                  <a:cubicBezTo>
                    <a:pt x="1525" y="1359"/>
                    <a:pt x="1572" y="1359"/>
                    <a:pt x="1644" y="1359"/>
                  </a:cubicBezTo>
                  <a:cubicBezTo>
                    <a:pt x="1763" y="1359"/>
                    <a:pt x="1882" y="1288"/>
                    <a:pt x="1906" y="1192"/>
                  </a:cubicBezTo>
                  <a:cubicBezTo>
                    <a:pt x="2001" y="1050"/>
                    <a:pt x="1929" y="883"/>
                    <a:pt x="1786" y="788"/>
                  </a:cubicBezTo>
                  <a:lnTo>
                    <a:pt x="500" y="49"/>
                  </a:lnTo>
                  <a:cubicBezTo>
                    <a:pt x="451" y="17"/>
                    <a:pt x="397" y="1"/>
                    <a:pt x="343"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9" name="Google Shape;29929;p154"/>
            <p:cNvSpPr/>
            <p:nvPr/>
          </p:nvSpPr>
          <p:spPr>
            <a:xfrm>
              <a:off x="1155204" y="2592915"/>
              <a:ext cx="50118" cy="67104"/>
            </a:xfrm>
            <a:custGeom>
              <a:rect b="b" l="l" r="r" t="t"/>
              <a:pathLst>
                <a:path extrusionOk="0" h="2074" w="1549">
                  <a:moveTo>
                    <a:pt x="372" y="1"/>
                  </a:moveTo>
                  <a:cubicBezTo>
                    <a:pt x="318" y="1"/>
                    <a:pt x="264" y="17"/>
                    <a:pt x="215" y="49"/>
                  </a:cubicBezTo>
                  <a:cubicBezTo>
                    <a:pt x="72" y="121"/>
                    <a:pt x="0" y="311"/>
                    <a:pt x="96" y="454"/>
                  </a:cubicBezTo>
                  <a:lnTo>
                    <a:pt x="929" y="1907"/>
                  </a:lnTo>
                  <a:cubicBezTo>
                    <a:pt x="977" y="2002"/>
                    <a:pt x="1072" y="2073"/>
                    <a:pt x="1191" y="2073"/>
                  </a:cubicBezTo>
                  <a:cubicBezTo>
                    <a:pt x="1263" y="2073"/>
                    <a:pt x="1310" y="2026"/>
                    <a:pt x="1334" y="2026"/>
                  </a:cubicBezTo>
                  <a:cubicBezTo>
                    <a:pt x="1501" y="1954"/>
                    <a:pt x="1548" y="1764"/>
                    <a:pt x="1453" y="1621"/>
                  </a:cubicBezTo>
                  <a:lnTo>
                    <a:pt x="620" y="168"/>
                  </a:lnTo>
                  <a:cubicBezTo>
                    <a:pt x="573" y="59"/>
                    <a:pt x="474" y="1"/>
                    <a:pt x="372"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0" name="Google Shape;29930;p154"/>
            <p:cNvSpPr/>
            <p:nvPr/>
          </p:nvSpPr>
          <p:spPr>
            <a:xfrm>
              <a:off x="1179082" y="2642255"/>
              <a:ext cx="50118" cy="50118"/>
            </a:xfrm>
            <a:custGeom>
              <a:rect b="b" l="l" r="r" t="t"/>
              <a:pathLst>
                <a:path extrusionOk="0" h="1549" w="1549">
                  <a:moveTo>
                    <a:pt x="787" y="1"/>
                  </a:moveTo>
                  <a:cubicBezTo>
                    <a:pt x="358" y="1"/>
                    <a:pt x="1" y="334"/>
                    <a:pt x="1" y="763"/>
                  </a:cubicBezTo>
                  <a:cubicBezTo>
                    <a:pt x="1" y="1191"/>
                    <a:pt x="334" y="1549"/>
                    <a:pt x="787" y="1549"/>
                  </a:cubicBezTo>
                  <a:cubicBezTo>
                    <a:pt x="1191" y="1549"/>
                    <a:pt x="1549" y="1191"/>
                    <a:pt x="1549" y="763"/>
                  </a:cubicBezTo>
                  <a:cubicBezTo>
                    <a:pt x="1549" y="358"/>
                    <a:pt x="1215" y="1"/>
                    <a:pt x="78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1" name="Google Shape;29931;p154"/>
            <p:cNvSpPr/>
            <p:nvPr/>
          </p:nvSpPr>
          <p:spPr>
            <a:xfrm>
              <a:off x="1204513" y="2642255"/>
              <a:ext cx="24687" cy="50894"/>
            </a:xfrm>
            <a:custGeom>
              <a:rect b="b" l="l" r="r" t="t"/>
              <a:pathLst>
                <a:path extrusionOk="0" h="1573" w="763">
                  <a:moveTo>
                    <a:pt x="1" y="1"/>
                  </a:moveTo>
                  <a:lnTo>
                    <a:pt x="1" y="1572"/>
                  </a:lnTo>
                  <a:cubicBezTo>
                    <a:pt x="405" y="1549"/>
                    <a:pt x="763" y="1191"/>
                    <a:pt x="763" y="763"/>
                  </a:cubicBezTo>
                  <a:cubicBezTo>
                    <a:pt x="763" y="334"/>
                    <a:pt x="405"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2" name="Google Shape;29932;p154"/>
            <p:cNvSpPr/>
            <p:nvPr/>
          </p:nvSpPr>
          <p:spPr>
            <a:xfrm>
              <a:off x="1028827" y="2494331"/>
              <a:ext cx="346781" cy="346749"/>
            </a:xfrm>
            <a:custGeom>
              <a:rect b="b" l="l" r="r" t="t"/>
              <a:pathLst>
                <a:path extrusionOk="0" h="10717" w="10718">
                  <a:moveTo>
                    <a:pt x="5359" y="0"/>
                  </a:moveTo>
                  <a:cubicBezTo>
                    <a:pt x="3930" y="0"/>
                    <a:pt x="2597" y="548"/>
                    <a:pt x="1596" y="1572"/>
                  </a:cubicBezTo>
                  <a:cubicBezTo>
                    <a:pt x="572" y="2572"/>
                    <a:pt x="1" y="3930"/>
                    <a:pt x="1" y="5359"/>
                  </a:cubicBezTo>
                  <a:cubicBezTo>
                    <a:pt x="1" y="6787"/>
                    <a:pt x="572" y="8121"/>
                    <a:pt x="1596" y="9121"/>
                  </a:cubicBezTo>
                  <a:cubicBezTo>
                    <a:pt x="2597" y="10145"/>
                    <a:pt x="3930" y="10717"/>
                    <a:pt x="5359" y="10717"/>
                  </a:cubicBezTo>
                  <a:cubicBezTo>
                    <a:pt x="6788" y="10717"/>
                    <a:pt x="8145" y="10145"/>
                    <a:pt x="9146" y="9121"/>
                  </a:cubicBezTo>
                  <a:cubicBezTo>
                    <a:pt x="10170" y="8121"/>
                    <a:pt x="10717" y="6787"/>
                    <a:pt x="10717" y="5359"/>
                  </a:cubicBezTo>
                  <a:cubicBezTo>
                    <a:pt x="10717" y="5168"/>
                    <a:pt x="10574" y="5049"/>
                    <a:pt x="10408" y="5049"/>
                  </a:cubicBezTo>
                  <a:lnTo>
                    <a:pt x="9217" y="5049"/>
                  </a:lnTo>
                  <a:lnTo>
                    <a:pt x="9217" y="5335"/>
                  </a:lnTo>
                  <a:lnTo>
                    <a:pt x="9241" y="5335"/>
                  </a:lnTo>
                  <a:cubicBezTo>
                    <a:pt x="9241" y="7454"/>
                    <a:pt x="7502" y="9193"/>
                    <a:pt x="5407" y="9193"/>
                  </a:cubicBezTo>
                  <a:cubicBezTo>
                    <a:pt x="3287" y="9193"/>
                    <a:pt x="1596" y="7454"/>
                    <a:pt x="1549" y="5335"/>
                  </a:cubicBezTo>
                  <a:cubicBezTo>
                    <a:pt x="1549" y="3239"/>
                    <a:pt x="3287" y="1501"/>
                    <a:pt x="5407" y="1501"/>
                  </a:cubicBezTo>
                  <a:cubicBezTo>
                    <a:pt x="6073" y="1501"/>
                    <a:pt x="6740" y="1691"/>
                    <a:pt x="7312" y="2025"/>
                  </a:cubicBezTo>
                  <a:lnTo>
                    <a:pt x="7121" y="2191"/>
                  </a:lnTo>
                  <a:cubicBezTo>
                    <a:pt x="7074" y="2263"/>
                    <a:pt x="7026" y="2334"/>
                    <a:pt x="7026" y="2429"/>
                  </a:cubicBezTo>
                  <a:cubicBezTo>
                    <a:pt x="7026" y="2572"/>
                    <a:pt x="7145" y="2691"/>
                    <a:pt x="7312" y="2739"/>
                  </a:cubicBezTo>
                  <a:lnTo>
                    <a:pt x="9026" y="2906"/>
                  </a:lnTo>
                  <a:cubicBezTo>
                    <a:pt x="9122" y="2906"/>
                    <a:pt x="9217" y="2882"/>
                    <a:pt x="9288" y="2810"/>
                  </a:cubicBezTo>
                  <a:cubicBezTo>
                    <a:pt x="9360" y="2763"/>
                    <a:pt x="9384" y="2668"/>
                    <a:pt x="9384" y="2548"/>
                  </a:cubicBezTo>
                  <a:lnTo>
                    <a:pt x="9217" y="834"/>
                  </a:lnTo>
                  <a:cubicBezTo>
                    <a:pt x="9217" y="715"/>
                    <a:pt x="9122" y="620"/>
                    <a:pt x="9003" y="548"/>
                  </a:cubicBezTo>
                  <a:cubicBezTo>
                    <a:pt x="8973" y="542"/>
                    <a:pt x="8943" y="539"/>
                    <a:pt x="8914" y="539"/>
                  </a:cubicBezTo>
                  <a:cubicBezTo>
                    <a:pt x="8826" y="539"/>
                    <a:pt x="8741" y="566"/>
                    <a:pt x="8669" y="620"/>
                  </a:cubicBezTo>
                  <a:lnTo>
                    <a:pt x="8384" y="905"/>
                  </a:lnTo>
                  <a:cubicBezTo>
                    <a:pt x="7479" y="310"/>
                    <a:pt x="6431" y="0"/>
                    <a:pt x="5359"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3" name="Google Shape;29933;p154"/>
            <p:cNvSpPr/>
            <p:nvPr/>
          </p:nvSpPr>
          <p:spPr>
            <a:xfrm>
              <a:off x="1203736" y="2494331"/>
              <a:ext cx="129485" cy="94024"/>
            </a:xfrm>
            <a:custGeom>
              <a:rect b="b" l="l" r="r" t="t"/>
              <a:pathLst>
                <a:path extrusionOk="0" h="2906" w="4002">
                  <a:moveTo>
                    <a:pt x="1" y="0"/>
                  </a:moveTo>
                  <a:lnTo>
                    <a:pt x="1" y="1501"/>
                  </a:lnTo>
                  <a:cubicBezTo>
                    <a:pt x="715" y="1501"/>
                    <a:pt x="1358" y="1691"/>
                    <a:pt x="1930" y="2025"/>
                  </a:cubicBezTo>
                  <a:lnTo>
                    <a:pt x="1739" y="2191"/>
                  </a:lnTo>
                  <a:cubicBezTo>
                    <a:pt x="1692" y="2263"/>
                    <a:pt x="1644" y="2334"/>
                    <a:pt x="1644" y="2429"/>
                  </a:cubicBezTo>
                  <a:cubicBezTo>
                    <a:pt x="1644" y="2572"/>
                    <a:pt x="1787" y="2691"/>
                    <a:pt x="1930" y="2739"/>
                  </a:cubicBezTo>
                  <a:lnTo>
                    <a:pt x="3644" y="2906"/>
                  </a:lnTo>
                  <a:cubicBezTo>
                    <a:pt x="3740" y="2906"/>
                    <a:pt x="3835" y="2882"/>
                    <a:pt x="3930" y="2810"/>
                  </a:cubicBezTo>
                  <a:cubicBezTo>
                    <a:pt x="3978" y="2763"/>
                    <a:pt x="4002" y="2668"/>
                    <a:pt x="4002" y="2548"/>
                  </a:cubicBezTo>
                  <a:lnTo>
                    <a:pt x="3835" y="834"/>
                  </a:lnTo>
                  <a:cubicBezTo>
                    <a:pt x="3835" y="715"/>
                    <a:pt x="3740" y="620"/>
                    <a:pt x="3620" y="548"/>
                  </a:cubicBezTo>
                  <a:cubicBezTo>
                    <a:pt x="3591" y="542"/>
                    <a:pt x="3561" y="539"/>
                    <a:pt x="3532" y="539"/>
                  </a:cubicBezTo>
                  <a:cubicBezTo>
                    <a:pt x="3443" y="539"/>
                    <a:pt x="3359" y="566"/>
                    <a:pt x="3287" y="620"/>
                  </a:cubicBezTo>
                  <a:lnTo>
                    <a:pt x="3001" y="905"/>
                  </a:lnTo>
                  <a:cubicBezTo>
                    <a:pt x="2096" y="310"/>
                    <a:pt x="1072"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4" name="Google Shape;29934;p154"/>
            <p:cNvSpPr/>
            <p:nvPr/>
          </p:nvSpPr>
          <p:spPr>
            <a:xfrm>
              <a:off x="1204513" y="2656912"/>
              <a:ext cx="173390" cy="184165"/>
            </a:xfrm>
            <a:custGeom>
              <a:rect b="b" l="l" r="r" t="t"/>
              <a:pathLst>
                <a:path extrusionOk="0" h="5692" w="5359">
                  <a:moveTo>
                    <a:pt x="3835" y="0"/>
                  </a:moveTo>
                  <a:lnTo>
                    <a:pt x="3835" y="334"/>
                  </a:lnTo>
                  <a:cubicBezTo>
                    <a:pt x="3835" y="2429"/>
                    <a:pt x="2096" y="4168"/>
                    <a:pt x="1" y="4168"/>
                  </a:cubicBezTo>
                  <a:lnTo>
                    <a:pt x="1" y="5692"/>
                  </a:lnTo>
                  <a:cubicBezTo>
                    <a:pt x="1429" y="5692"/>
                    <a:pt x="2763" y="5120"/>
                    <a:pt x="3763" y="4096"/>
                  </a:cubicBezTo>
                  <a:cubicBezTo>
                    <a:pt x="4787" y="3096"/>
                    <a:pt x="5359" y="1762"/>
                    <a:pt x="5359" y="334"/>
                  </a:cubicBezTo>
                  <a:cubicBezTo>
                    <a:pt x="5335" y="143"/>
                    <a:pt x="5192" y="0"/>
                    <a:pt x="5025"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5" name="Google Shape;29935;p154"/>
          <p:cNvGrpSpPr/>
          <p:nvPr/>
        </p:nvGrpSpPr>
        <p:grpSpPr>
          <a:xfrm>
            <a:off x="1030335" y="2908136"/>
            <a:ext cx="346731" cy="347507"/>
            <a:chOff x="1054614" y="3128406"/>
            <a:chExt cx="319420" cy="320136"/>
          </a:xfrm>
        </p:grpSpPr>
        <p:sp>
          <p:nvSpPr>
            <p:cNvPr id="29936" name="Google Shape;29936;p154"/>
            <p:cNvSpPr/>
            <p:nvPr/>
          </p:nvSpPr>
          <p:spPr>
            <a:xfrm>
              <a:off x="1169602" y="3176690"/>
              <a:ext cx="18479" cy="38359"/>
            </a:xfrm>
            <a:custGeom>
              <a:rect b="b" l="l" r="r" t="t"/>
              <a:pathLst>
                <a:path extrusionOk="0" h="1287" w="620">
                  <a:moveTo>
                    <a:pt x="0" y="0"/>
                  </a:moveTo>
                  <a:lnTo>
                    <a:pt x="0" y="1286"/>
                  </a:lnTo>
                  <a:lnTo>
                    <a:pt x="620" y="1286"/>
                  </a:lnTo>
                  <a:lnTo>
                    <a:pt x="62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7" name="Google Shape;29937;p154"/>
            <p:cNvSpPr/>
            <p:nvPr/>
          </p:nvSpPr>
          <p:spPr>
            <a:xfrm>
              <a:off x="1179527" y="3176690"/>
              <a:ext cx="9985" cy="38359"/>
            </a:xfrm>
            <a:custGeom>
              <a:rect b="b" l="l" r="r" t="t"/>
              <a:pathLst>
                <a:path extrusionOk="0" h="1287" w="335">
                  <a:moveTo>
                    <a:pt x="1" y="0"/>
                  </a:moveTo>
                  <a:lnTo>
                    <a:pt x="1" y="1286"/>
                  </a:lnTo>
                  <a:lnTo>
                    <a:pt x="334" y="1286"/>
                  </a:lnTo>
                  <a:lnTo>
                    <a:pt x="33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8" name="Google Shape;29938;p154"/>
            <p:cNvSpPr/>
            <p:nvPr/>
          </p:nvSpPr>
          <p:spPr>
            <a:xfrm>
              <a:off x="1251923" y="3214304"/>
              <a:ext cx="40505" cy="40475"/>
            </a:xfrm>
            <a:custGeom>
              <a:rect b="b" l="l" r="r" t="t"/>
              <a:pathLst>
                <a:path extrusionOk="0" h="1358" w="1359">
                  <a:moveTo>
                    <a:pt x="906" y="0"/>
                  </a:moveTo>
                  <a:lnTo>
                    <a:pt x="1" y="905"/>
                  </a:lnTo>
                  <a:lnTo>
                    <a:pt x="453" y="1358"/>
                  </a:lnTo>
                  <a:lnTo>
                    <a:pt x="1358" y="453"/>
                  </a:lnTo>
                  <a:lnTo>
                    <a:pt x="90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9" name="Google Shape;29939;p154"/>
            <p:cNvSpPr/>
            <p:nvPr/>
          </p:nvSpPr>
          <p:spPr>
            <a:xfrm>
              <a:off x="1066685" y="3214304"/>
              <a:ext cx="39760" cy="40475"/>
            </a:xfrm>
            <a:custGeom>
              <a:rect b="b" l="l" r="r" t="t"/>
              <a:pathLst>
                <a:path extrusionOk="0" h="1358" w="1334">
                  <a:moveTo>
                    <a:pt x="453" y="0"/>
                  </a:moveTo>
                  <a:lnTo>
                    <a:pt x="0" y="453"/>
                  </a:lnTo>
                  <a:lnTo>
                    <a:pt x="905" y="1358"/>
                  </a:lnTo>
                  <a:lnTo>
                    <a:pt x="1334" y="905"/>
                  </a:lnTo>
                  <a:lnTo>
                    <a:pt x="45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0" name="Google Shape;29940;p154"/>
            <p:cNvSpPr/>
            <p:nvPr/>
          </p:nvSpPr>
          <p:spPr>
            <a:xfrm>
              <a:off x="1067400" y="3215019"/>
              <a:ext cx="223597" cy="223597"/>
            </a:xfrm>
            <a:custGeom>
              <a:rect b="b" l="l" r="r" t="t"/>
              <a:pathLst>
                <a:path extrusionOk="0" h="7502" w="7502">
                  <a:moveTo>
                    <a:pt x="3763" y="0"/>
                  </a:moveTo>
                  <a:cubicBezTo>
                    <a:pt x="1691" y="0"/>
                    <a:pt x="0" y="1691"/>
                    <a:pt x="0" y="3763"/>
                  </a:cubicBezTo>
                  <a:cubicBezTo>
                    <a:pt x="0" y="5835"/>
                    <a:pt x="1691" y="7502"/>
                    <a:pt x="3763" y="7502"/>
                  </a:cubicBezTo>
                  <a:cubicBezTo>
                    <a:pt x="5835" y="7502"/>
                    <a:pt x="7502" y="5835"/>
                    <a:pt x="7502" y="3763"/>
                  </a:cubicBezTo>
                  <a:cubicBezTo>
                    <a:pt x="7502" y="1691"/>
                    <a:pt x="5835" y="0"/>
                    <a:pt x="37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1" name="Google Shape;29941;p154"/>
            <p:cNvSpPr/>
            <p:nvPr/>
          </p:nvSpPr>
          <p:spPr>
            <a:xfrm>
              <a:off x="1179527" y="3214304"/>
              <a:ext cx="111471" cy="225028"/>
            </a:xfrm>
            <a:custGeom>
              <a:rect b="b" l="l" r="r" t="t"/>
              <a:pathLst>
                <a:path extrusionOk="0" h="7550" w="3740">
                  <a:moveTo>
                    <a:pt x="1" y="0"/>
                  </a:moveTo>
                  <a:lnTo>
                    <a:pt x="1" y="7549"/>
                  </a:lnTo>
                  <a:cubicBezTo>
                    <a:pt x="2073" y="7549"/>
                    <a:pt x="3740" y="5835"/>
                    <a:pt x="3740" y="3787"/>
                  </a:cubicBezTo>
                  <a:cubicBezTo>
                    <a:pt x="3740" y="1715"/>
                    <a:pt x="2049" y="48"/>
                    <a:pt x="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2" name="Google Shape;29942;p154"/>
            <p:cNvSpPr/>
            <p:nvPr/>
          </p:nvSpPr>
          <p:spPr>
            <a:xfrm>
              <a:off x="1066685" y="3317220"/>
              <a:ext cx="29119" cy="19194"/>
            </a:xfrm>
            <a:custGeom>
              <a:rect b="b" l="l" r="r" t="t"/>
              <a:pathLst>
                <a:path extrusionOk="0" h="644" w="977">
                  <a:moveTo>
                    <a:pt x="0" y="0"/>
                  </a:moveTo>
                  <a:lnTo>
                    <a:pt x="0" y="643"/>
                  </a:lnTo>
                  <a:lnTo>
                    <a:pt x="643" y="643"/>
                  </a:lnTo>
                  <a:cubicBezTo>
                    <a:pt x="834" y="643"/>
                    <a:pt x="977" y="453"/>
                    <a:pt x="953" y="286"/>
                  </a:cubicBezTo>
                  <a:cubicBezTo>
                    <a:pt x="929" y="119"/>
                    <a:pt x="786" y="0"/>
                    <a:pt x="619"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3" name="Google Shape;29943;p154"/>
            <p:cNvSpPr/>
            <p:nvPr/>
          </p:nvSpPr>
          <p:spPr>
            <a:xfrm>
              <a:off x="1250522" y="3263273"/>
              <a:ext cx="30550" cy="27003"/>
            </a:xfrm>
            <a:custGeom>
              <a:rect b="b" l="l" r="r" t="t"/>
              <a:pathLst>
                <a:path extrusionOk="0" h="906" w="1025">
                  <a:moveTo>
                    <a:pt x="738" y="0"/>
                  </a:moveTo>
                  <a:lnTo>
                    <a:pt x="191" y="334"/>
                  </a:lnTo>
                  <a:cubicBezTo>
                    <a:pt x="48" y="429"/>
                    <a:pt x="0" y="596"/>
                    <a:pt x="72" y="739"/>
                  </a:cubicBezTo>
                  <a:cubicBezTo>
                    <a:pt x="143" y="834"/>
                    <a:pt x="238" y="905"/>
                    <a:pt x="357" y="905"/>
                  </a:cubicBezTo>
                  <a:cubicBezTo>
                    <a:pt x="405" y="905"/>
                    <a:pt x="429" y="905"/>
                    <a:pt x="500" y="858"/>
                  </a:cubicBezTo>
                  <a:lnTo>
                    <a:pt x="1024" y="548"/>
                  </a:lnTo>
                  <a:lnTo>
                    <a:pt x="73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4" name="Google Shape;29944;p154"/>
            <p:cNvSpPr/>
            <p:nvPr/>
          </p:nvSpPr>
          <p:spPr>
            <a:xfrm>
              <a:off x="1077325" y="3364193"/>
              <a:ext cx="31265" cy="26854"/>
            </a:xfrm>
            <a:custGeom>
              <a:rect b="b" l="l" r="r" t="t"/>
              <a:pathLst>
                <a:path extrusionOk="0" h="901" w="1049">
                  <a:moveTo>
                    <a:pt x="687" y="0"/>
                  </a:moveTo>
                  <a:cubicBezTo>
                    <a:pt x="640" y="0"/>
                    <a:pt x="593" y="14"/>
                    <a:pt x="548" y="44"/>
                  </a:cubicBezTo>
                  <a:lnTo>
                    <a:pt x="0" y="377"/>
                  </a:lnTo>
                  <a:lnTo>
                    <a:pt x="310" y="901"/>
                  </a:lnTo>
                  <a:lnTo>
                    <a:pt x="834" y="568"/>
                  </a:lnTo>
                  <a:cubicBezTo>
                    <a:pt x="977" y="496"/>
                    <a:pt x="1048" y="306"/>
                    <a:pt x="953" y="163"/>
                  </a:cubicBezTo>
                  <a:cubicBezTo>
                    <a:pt x="888" y="65"/>
                    <a:pt x="789" y="0"/>
                    <a:pt x="687"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5" name="Google Shape;29945;p154"/>
            <p:cNvSpPr/>
            <p:nvPr/>
          </p:nvSpPr>
          <p:spPr>
            <a:xfrm>
              <a:off x="1215024" y="3226375"/>
              <a:ext cx="28434" cy="29119"/>
            </a:xfrm>
            <a:custGeom>
              <a:rect b="b" l="l" r="r" t="t"/>
              <a:pathLst>
                <a:path extrusionOk="0" h="977" w="954">
                  <a:moveTo>
                    <a:pt x="405" y="0"/>
                  </a:moveTo>
                  <a:lnTo>
                    <a:pt x="96" y="524"/>
                  </a:lnTo>
                  <a:cubicBezTo>
                    <a:pt x="1" y="667"/>
                    <a:pt x="48" y="857"/>
                    <a:pt x="215" y="953"/>
                  </a:cubicBezTo>
                  <a:cubicBezTo>
                    <a:pt x="239" y="976"/>
                    <a:pt x="286" y="976"/>
                    <a:pt x="358" y="976"/>
                  </a:cubicBezTo>
                  <a:cubicBezTo>
                    <a:pt x="477" y="976"/>
                    <a:pt x="572" y="905"/>
                    <a:pt x="620" y="834"/>
                  </a:cubicBezTo>
                  <a:lnTo>
                    <a:pt x="953" y="286"/>
                  </a:lnTo>
                  <a:lnTo>
                    <a:pt x="4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6" name="Google Shape;29946;p154"/>
            <p:cNvSpPr/>
            <p:nvPr/>
          </p:nvSpPr>
          <p:spPr>
            <a:xfrm>
              <a:off x="1115655" y="3398827"/>
              <a:ext cx="28434" cy="29865"/>
            </a:xfrm>
            <a:custGeom>
              <a:rect b="b" l="l" r="r" t="t"/>
              <a:pathLst>
                <a:path extrusionOk="0" h="1002" w="954">
                  <a:moveTo>
                    <a:pt x="582" y="0"/>
                  </a:moveTo>
                  <a:cubicBezTo>
                    <a:pt x="479" y="0"/>
                    <a:pt x="381" y="58"/>
                    <a:pt x="334" y="168"/>
                  </a:cubicBezTo>
                  <a:lnTo>
                    <a:pt x="0" y="692"/>
                  </a:lnTo>
                  <a:lnTo>
                    <a:pt x="524" y="1001"/>
                  </a:lnTo>
                  <a:lnTo>
                    <a:pt x="858" y="453"/>
                  </a:lnTo>
                  <a:cubicBezTo>
                    <a:pt x="953" y="311"/>
                    <a:pt x="882" y="120"/>
                    <a:pt x="739" y="49"/>
                  </a:cubicBezTo>
                  <a:cubicBezTo>
                    <a:pt x="690" y="16"/>
                    <a:pt x="635" y="0"/>
                    <a:pt x="58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7" name="Google Shape;29947;p154"/>
            <p:cNvSpPr/>
            <p:nvPr/>
          </p:nvSpPr>
          <p:spPr>
            <a:xfrm>
              <a:off x="1169602" y="3215705"/>
              <a:ext cx="18479" cy="27272"/>
            </a:xfrm>
            <a:custGeom>
              <a:rect b="b" l="l" r="r" t="t"/>
              <a:pathLst>
                <a:path extrusionOk="0" h="915" w="620">
                  <a:moveTo>
                    <a:pt x="0" y="1"/>
                  </a:moveTo>
                  <a:lnTo>
                    <a:pt x="0" y="620"/>
                  </a:lnTo>
                  <a:cubicBezTo>
                    <a:pt x="0" y="767"/>
                    <a:pt x="149" y="914"/>
                    <a:pt x="298" y="914"/>
                  </a:cubicBezTo>
                  <a:cubicBezTo>
                    <a:pt x="318" y="914"/>
                    <a:pt x="338" y="911"/>
                    <a:pt x="358" y="906"/>
                  </a:cubicBezTo>
                  <a:cubicBezTo>
                    <a:pt x="500" y="882"/>
                    <a:pt x="620" y="739"/>
                    <a:pt x="620" y="596"/>
                  </a:cubicBezTo>
                  <a:lnTo>
                    <a:pt x="620"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8" name="Google Shape;29948;p154"/>
            <p:cNvSpPr/>
            <p:nvPr/>
          </p:nvSpPr>
          <p:spPr>
            <a:xfrm>
              <a:off x="1169602" y="3410123"/>
              <a:ext cx="18479" cy="27778"/>
            </a:xfrm>
            <a:custGeom>
              <a:rect b="b" l="l" r="r" t="t"/>
              <a:pathLst>
                <a:path extrusionOk="0" h="932" w="620">
                  <a:moveTo>
                    <a:pt x="304" y="0"/>
                  </a:moveTo>
                  <a:cubicBezTo>
                    <a:pt x="290" y="0"/>
                    <a:pt x="276" y="1"/>
                    <a:pt x="262" y="3"/>
                  </a:cubicBezTo>
                  <a:cubicBezTo>
                    <a:pt x="119" y="51"/>
                    <a:pt x="0" y="193"/>
                    <a:pt x="0" y="336"/>
                  </a:cubicBezTo>
                  <a:lnTo>
                    <a:pt x="0" y="932"/>
                  </a:lnTo>
                  <a:lnTo>
                    <a:pt x="620" y="932"/>
                  </a:lnTo>
                  <a:lnTo>
                    <a:pt x="620" y="313"/>
                  </a:lnTo>
                  <a:cubicBezTo>
                    <a:pt x="620" y="136"/>
                    <a:pt x="476" y="0"/>
                    <a:pt x="304"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9" name="Google Shape;29949;p154"/>
            <p:cNvSpPr/>
            <p:nvPr/>
          </p:nvSpPr>
          <p:spPr>
            <a:xfrm>
              <a:off x="1115655" y="3224944"/>
              <a:ext cx="28434" cy="29835"/>
            </a:xfrm>
            <a:custGeom>
              <a:rect b="b" l="l" r="r" t="t"/>
              <a:pathLst>
                <a:path extrusionOk="0" h="1001" w="954">
                  <a:moveTo>
                    <a:pt x="524" y="0"/>
                  </a:moveTo>
                  <a:lnTo>
                    <a:pt x="0" y="310"/>
                  </a:lnTo>
                  <a:lnTo>
                    <a:pt x="310" y="834"/>
                  </a:lnTo>
                  <a:cubicBezTo>
                    <a:pt x="382" y="929"/>
                    <a:pt x="477" y="1001"/>
                    <a:pt x="596" y="1001"/>
                  </a:cubicBezTo>
                  <a:cubicBezTo>
                    <a:pt x="643" y="1001"/>
                    <a:pt x="667" y="1001"/>
                    <a:pt x="739" y="953"/>
                  </a:cubicBezTo>
                  <a:cubicBezTo>
                    <a:pt x="882" y="882"/>
                    <a:pt x="953" y="691"/>
                    <a:pt x="858" y="548"/>
                  </a:cubicBezTo>
                  <a:lnTo>
                    <a:pt x="524"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0" name="Google Shape;29950;p154"/>
            <p:cNvSpPr/>
            <p:nvPr/>
          </p:nvSpPr>
          <p:spPr>
            <a:xfrm>
              <a:off x="1215024" y="3398827"/>
              <a:ext cx="28434" cy="29865"/>
            </a:xfrm>
            <a:custGeom>
              <a:rect b="b" l="l" r="r" t="t"/>
              <a:pathLst>
                <a:path extrusionOk="0" h="1002" w="954">
                  <a:moveTo>
                    <a:pt x="366" y="0"/>
                  </a:moveTo>
                  <a:cubicBezTo>
                    <a:pt x="316" y="0"/>
                    <a:pt x="264" y="16"/>
                    <a:pt x="215" y="49"/>
                  </a:cubicBezTo>
                  <a:cubicBezTo>
                    <a:pt x="48" y="120"/>
                    <a:pt x="1" y="311"/>
                    <a:pt x="96" y="453"/>
                  </a:cubicBezTo>
                  <a:lnTo>
                    <a:pt x="405" y="1001"/>
                  </a:lnTo>
                  <a:lnTo>
                    <a:pt x="953" y="692"/>
                  </a:lnTo>
                  <a:lnTo>
                    <a:pt x="620" y="168"/>
                  </a:lnTo>
                  <a:cubicBezTo>
                    <a:pt x="557" y="58"/>
                    <a:pt x="464" y="0"/>
                    <a:pt x="366"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1" name="Google Shape;29951;p154"/>
            <p:cNvSpPr/>
            <p:nvPr/>
          </p:nvSpPr>
          <p:spPr>
            <a:xfrm>
              <a:off x="1078041" y="3262558"/>
              <a:ext cx="31265" cy="26288"/>
            </a:xfrm>
            <a:custGeom>
              <a:rect b="b" l="l" r="r" t="t"/>
              <a:pathLst>
                <a:path extrusionOk="0" h="882" w="1049">
                  <a:moveTo>
                    <a:pt x="310" y="1"/>
                  </a:moveTo>
                  <a:lnTo>
                    <a:pt x="0" y="525"/>
                  </a:lnTo>
                  <a:lnTo>
                    <a:pt x="548" y="858"/>
                  </a:lnTo>
                  <a:cubicBezTo>
                    <a:pt x="572" y="882"/>
                    <a:pt x="643" y="882"/>
                    <a:pt x="691" y="882"/>
                  </a:cubicBezTo>
                  <a:cubicBezTo>
                    <a:pt x="810" y="882"/>
                    <a:pt x="905" y="834"/>
                    <a:pt x="953" y="739"/>
                  </a:cubicBezTo>
                  <a:cubicBezTo>
                    <a:pt x="1048" y="596"/>
                    <a:pt x="1001" y="405"/>
                    <a:pt x="834" y="334"/>
                  </a:cubicBezTo>
                  <a:lnTo>
                    <a:pt x="310"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2" name="Google Shape;29952;p154"/>
            <p:cNvSpPr/>
            <p:nvPr/>
          </p:nvSpPr>
          <p:spPr>
            <a:xfrm>
              <a:off x="1140482" y="3333971"/>
              <a:ext cx="39790" cy="50698"/>
            </a:xfrm>
            <a:custGeom>
              <a:rect b="b" l="l" r="r" t="t"/>
              <a:pathLst>
                <a:path extrusionOk="0" h="1701" w="1335">
                  <a:moveTo>
                    <a:pt x="979" y="1"/>
                  </a:moveTo>
                  <a:cubicBezTo>
                    <a:pt x="871" y="1"/>
                    <a:pt x="765" y="54"/>
                    <a:pt x="715" y="153"/>
                  </a:cubicBezTo>
                  <a:lnTo>
                    <a:pt x="96" y="1272"/>
                  </a:lnTo>
                  <a:cubicBezTo>
                    <a:pt x="1" y="1415"/>
                    <a:pt x="49" y="1582"/>
                    <a:pt x="215" y="1677"/>
                  </a:cubicBezTo>
                  <a:cubicBezTo>
                    <a:pt x="239" y="1701"/>
                    <a:pt x="287" y="1701"/>
                    <a:pt x="358" y="1701"/>
                  </a:cubicBezTo>
                  <a:cubicBezTo>
                    <a:pt x="477" y="1701"/>
                    <a:pt x="596" y="1653"/>
                    <a:pt x="620" y="1558"/>
                  </a:cubicBezTo>
                  <a:lnTo>
                    <a:pt x="1239" y="462"/>
                  </a:lnTo>
                  <a:cubicBezTo>
                    <a:pt x="1335" y="319"/>
                    <a:pt x="1287" y="129"/>
                    <a:pt x="1120" y="34"/>
                  </a:cubicBezTo>
                  <a:cubicBezTo>
                    <a:pt x="1076" y="12"/>
                    <a:pt x="1027" y="1"/>
                    <a:pt x="97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3" name="Google Shape;29953;p154"/>
            <p:cNvSpPr/>
            <p:nvPr/>
          </p:nvSpPr>
          <p:spPr>
            <a:xfrm>
              <a:off x="1136935" y="3263959"/>
              <a:ext cx="43336" cy="56123"/>
            </a:xfrm>
            <a:custGeom>
              <a:rect b="b" l="l" r="r" t="t"/>
              <a:pathLst>
                <a:path extrusionOk="0" h="1883" w="1454">
                  <a:moveTo>
                    <a:pt x="367" y="0"/>
                  </a:moveTo>
                  <a:cubicBezTo>
                    <a:pt x="316" y="0"/>
                    <a:pt x="264" y="16"/>
                    <a:pt x="215" y="49"/>
                  </a:cubicBezTo>
                  <a:cubicBezTo>
                    <a:pt x="49" y="120"/>
                    <a:pt x="1" y="311"/>
                    <a:pt x="72" y="454"/>
                  </a:cubicBezTo>
                  <a:lnTo>
                    <a:pt x="834" y="1740"/>
                  </a:lnTo>
                  <a:cubicBezTo>
                    <a:pt x="882" y="1835"/>
                    <a:pt x="977" y="1883"/>
                    <a:pt x="1096" y="1883"/>
                  </a:cubicBezTo>
                  <a:cubicBezTo>
                    <a:pt x="1168" y="1883"/>
                    <a:pt x="1215" y="1883"/>
                    <a:pt x="1239" y="1859"/>
                  </a:cubicBezTo>
                  <a:cubicBezTo>
                    <a:pt x="1406" y="1763"/>
                    <a:pt x="1454" y="1597"/>
                    <a:pt x="1358" y="1430"/>
                  </a:cubicBezTo>
                  <a:lnTo>
                    <a:pt x="620" y="168"/>
                  </a:lnTo>
                  <a:cubicBezTo>
                    <a:pt x="558" y="58"/>
                    <a:pt x="464" y="0"/>
                    <a:pt x="367"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4" name="Google Shape;29954;p154"/>
            <p:cNvSpPr/>
            <p:nvPr/>
          </p:nvSpPr>
          <p:spPr>
            <a:xfrm>
              <a:off x="1156100" y="3303719"/>
              <a:ext cx="46168" cy="46883"/>
            </a:xfrm>
            <a:custGeom>
              <a:rect b="b" l="l" r="r" t="t"/>
              <a:pathLst>
                <a:path extrusionOk="0" h="1573" w="1549">
                  <a:moveTo>
                    <a:pt x="787" y="1"/>
                  </a:moveTo>
                  <a:cubicBezTo>
                    <a:pt x="358" y="1"/>
                    <a:pt x="1" y="334"/>
                    <a:pt x="1" y="787"/>
                  </a:cubicBezTo>
                  <a:cubicBezTo>
                    <a:pt x="1" y="1215"/>
                    <a:pt x="334" y="1573"/>
                    <a:pt x="787" y="1573"/>
                  </a:cubicBezTo>
                  <a:cubicBezTo>
                    <a:pt x="1192" y="1573"/>
                    <a:pt x="1549" y="1215"/>
                    <a:pt x="1549" y="787"/>
                  </a:cubicBezTo>
                  <a:cubicBezTo>
                    <a:pt x="1549" y="358"/>
                    <a:pt x="1239" y="1"/>
                    <a:pt x="78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5" name="Google Shape;29955;p154"/>
            <p:cNvSpPr/>
            <p:nvPr/>
          </p:nvSpPr>
          <p:spPr>
            <a:xfrm>
              <a:off x="1266140" y="3203127"/>
              <a:ext cx="39045" cy="37465"/>
            </a:xfrm>
            <a:custGeom>
              <a:rect b="b" l="l" r="r" t="t"/>
              <a:pathLst>
                <a:path extrusionOk="0" h="1257" w="1310">
                  <a:moveTo>
                    <a:pt x="345" y="0"/>
                  </a:moveTo>
                  <a:cubicBezTo>
                    <a:pt x="262" y="0"/>
                    <a:pt x="179" y="30"/>
                    <a:pt x="119" y="89"/>
                  </a:cubicBezTo>
                  <a:cubicBezTo>
                    <a:pt x="0" y="209"/>
                    <a:pt x="0" y="423"/>
                    <a:pt x="119" y="542"/>
                  </a:cubicBezTo>
                  <a:lnTo>
                    <a:pt x="762" y="1161"/>
                  </a:lnTo>
                  <a:cubicBezTo>
                    <a:pt x="810" y="1209"/>
                    <a:pt x="857" y="1256"/>
                    <a:pt x="953" y="1256"/>
                  </a:cubicBezTo>
                  <a:cubicBezTo>
                    <a:pt x="1024" y="1256"/>
                    <a:pt x="1096" y="1209"/>
                    <a:pt x="1191" y="1161"/>
                  </a:cubicBezTo>
                  <a:cubicBezTo>
                    <a:pt x="1310" y="1042"/>
                    <a:pt x="1310" y="828"/>
                    <a:pt x="1191" y="709"/>
                  </a:cubicBezTo>
                  <a:lnTo>
                    <a:pt x="572" y="89"/>
                  </a:lnTo>
                  <a:cubicBezTo>
                    <a:pt x="512" y="30"/>
                    <a:pt x="429" y="0"/>
                    <a:pt x="345"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6" name="Google Shape;29956;p154"/>
            <p:cNvSpPr/>
            <p:nvPr/>
          </p:nvSpPr>
          <p:spPr>
            <a:xfrm>
              <a:off x="1054614" y="3203127"/>
              <a:ext cx="39074" cy="37465"/>
            </a:xfrm>
            <a:custGeom>
              <a:rect b="b" l="l" r="r" t="t"/>
              <a:pathLst>
                <a:path extrusionOk="0" h="1257" w="1311">
                  <a:moveTo>
                    <a:pt x="956" y="0"/>
                  </a:moveTo>
                  <a:cubicBezTo>
                    <a:pt x="876" y="0"/>
                    <a:pt x="798" y="30"/>
                    <a:pt x="739" y="89"/>
                  </a:cubicBezTo>
                  <a:lnTo>
                    <a:pt x="120" y="709"/>
                  </a:lnTo>
                  <a:cubicBezTo>
                    <a:pt x="0" y="828"/>
                    <a:pt x="0" y="1042"/>
                    <a:pt x="120" y="1161"/>
                  </a:cubicBezTo>
                  <a:cubicBezTo>
                    <a:pt x="167" y="1209"/>
                    <a:pt x="239" y="1256"/>
                    <a:pt x="310" y="1256"/>
                  </a:cubicBezTo>
                  <a:cubicBezTo>
                    <a:pt x="405" y="1256"/>
                    <a:pt x="501" y="1209"/>
                    <a:pt x="548" y="1161"/>
                  </a:cubicBezTo>
                  <a:lnTo>
                    <a:pt x="1191" y="542"/>
                  </a:lnTo>
                  <a:cubicBezTo>
                    <a:pt x="1310" y="423"/>
                    <a:pt x="1310" y="209"/>
                    <a:pt x="1191" y="89"/>
                  </a:cubicBezTo>
                  <a:cubicBezTo>
                    <a:pt x="1120" y="30"/>
                    <a:pt x="1036" y="0"/>
                    <a:pt x="956"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7" name="Google Shape;29957;p154"/>
            <p:cNvSpPr/>
            <p:nvPr/>
          </p:nvSpPr>
          <p:spPr>
            <a:xfrm>
              <a:off x="1179527" y="3214304"/>
              <a:ext cx="9985" cy="28404"/>
            </a:xfrm>
            <a:custGeom>
              <a:rect b="b" l="l" r="r" t="t"/>
              <a:pathLst>
                <a:path extrusionOk="0" h="953" w="335">
                  <a:moveTo>
                    <a:pt x="1" y="0"/>
                  </a:moveTo>
                  <a:lnTo>
                    <a:pt x="1" y="953"/>
                  </a:lnTo>
                  <a:cubicBezTo>
                    <a:pt x="167" y="953"/>
                    <a:pt x="334" y="810"/>
                    <a:pt x="334" y="619"/>
                  </a:cubicBezTo>
                  <a:lnTo>
                    <a:pt x="33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8" name="Google Shape;29958;p154"/>
            <p:cNvSpPr/>
            <p:nvPr/>
          </p:nvSpPr>
          <p:spPr>
            <a:xfrm>
              <a:off x="1179527" y="3411613"/>
              <a:ext cx="9985" cy="28434"/>
            </a:xfrm>
            <a:custGeom>
              <a:rect b="b" l="l" r="r" t="t"/>
              <a:pathLst>
                <a:path extrusionOk="0" h="954" w="335">
                  <a:moveTo>
                    <a:pt x="1" y="1"/>
                  </a:moveTo>
                  <a:lnTo>
                    <a:pt x="1" y="953"/>
                  </a:lnTo>
                  <a:lnTo>
                    <a:pt x="334" y="953"/>
                  </a:lnTo>
                  <a:lnTo>
                    <a:pt x="334" y="310"/>
                  </a:lnTo>
                  <a:cubicBezTo>
                    <a:pt x="287" y="120"/>
                    <a:pt x="167"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9" name="Google Shape;29959;p154"/>
            <p:cNvSpPr/>
            <p:nvPr/>
          </p:nvSpPr>
          <p:spPr>
            <a:xfrm>
              <a:off x="1179527" y="3303033"/>
              <a:ext cx="22741" cy="47569"/>
            </a:xfrm>
            <a:custGeom>
              <a:rect b="b" l="l" r="r" t="t"/>
              <a:pathLst>
                <a:path extrusionOk="0" h="1596" w="763">
                  <a:moveTo>
                    <a:pt x="1" y="0"/>
                  </a:moveTo>
                  <a:lnTo>
                    <a:pt x="1" y="1596"/>
                  </a:lnTo>
                  <a:cubicBezTo>
                    <a:pt x="453" y="1596"/>
                    <a:pt x="763" y="1238"/>
                    <a:pt x="763" y="810"/>
                  </a:cubicBezTo>
                  <a:cubicBezTo>
                    <a:pt x="763" y="357"/>
                    <a:pt x="406" y="0"/>
                    <a:pt x="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0" name="Google Shape;29960;p154"/>
            <p:cNvSpPr/>
            <p:nvPr/>
          </p:nvSpPr>
          <p:spPr>
            <a:xfrm>
              <a:off x="1058161" y="3205780"/>
              <a:ext cx="242792" cy="242762"/>
            </a:xfrm>
            <a:custGeom>
              <a:rect b="b" l="l" r="r" t="t"/>
              <a:pathLst>
                <a:path extrusionOk="0" h="8145" w="8146">
                  <a:moveTo>
                    <a:pt x="4073" y="620"/>
                  </a:moveTo>
                  <a:cubicBezTo>
                    <a:pt x="5978" y="620"/>
                    <a:pt x="7478" y="2168"/>
                    <a:pt x="7526" y="4073"/>
                  </a:cubicBezTo>
                  <a:cubicBezTo>
                    <a:pt x="7526" y="5978"/>
                    <a:pt x="5978" y="7526"/>
                    <a:pt x="4073" y="7526"/>
                  </a:cubicBezTo>
                  <a:cubicBezTo>
                    <a:pt x="2168" y="7526"/>
                    <a:pt x="620" y="5978"/>
                    <a:pt x="620" y="4073"/>
                  </a:cubicBezTo>
                  <a:cubicBezTo>
                    <a:pt x="620" y="2168"/>
                    <a:pt x="2168" y="620"/>
                    <a:pt x="4073" y="620"/>
                  </a:cubicBezTo>
                  <a:close/>
                  <a:moveTo>
                    <a:pt x="4073" y="0"/>
                  </a:moveTo>
                  <a:cubicBezTo>
                    <a:pt x="1810" y="0"/>
                    <a:pt x="1" y="1834"/>
                    <a:pt x="1" y="4073"/>
                  </a:cubicBezTo>
                  <a:cubicBezTo>
                    <a:pt x="1" y="6335"/>
                    <a:pt x="1834" y="8145"/>
                    <a:pt x="4073" y="8145"/>
                  </a:cubicBezTo>
                  <a:cubicBezTo>
                    <a:pt x="6288" y="8145"/>
                    <a:pt x="8145" y="6311"/>
                    <a:pt x="8145" y="4073"/>
                  </a:cubicBezTo>
                  <a:cubicBezTo>
                    <a:pt x="8145" y="1810"/>
                    <a:pt x="6288" y="0"/>
                    <a:pt x="4073"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1" name="Google Shape;29961;p154"/>
            <p:cNvSpPr/>
            <p:nvPr/>
          </p:nvSpPr>
          <p:spPr>
            <a:xfrm>
              <a:off x="1179527" y="3205780"/>
              <a:ext cx="121426" cy="242762"/>
            </a:xfrm>
            <a:custGeom>
              <a:rect b="b" l="l" r="r" t="t"/>
              <a:pathLst>
                <a:path extrusionOk="0" h="8145" w="4074">
                  <a:moveTo>
                    <a:pt x="1" y="0"/>
                  </a:moveTo>
                  <a:lnTo>
                    <a:pt x="1" y="620"/>
                  </a:lnTo>
                  <a:cubicBezTo>
                    <a:pt x="1906" y="620"/>
                    <a:pt x="3454" y="2168"/>
                    <a:pt x="3454" y="4073"/>
                  </a:cubicBezTo>
                  <a:cubicBezTo>
                    <a:pt x="3454" y="5978"/>
                    <a:pt x="1906" y="7526"/>
                    <a:pt x="1" y="7526"/>
                  </a:cubicBezTo>
                  <a:lnTo>
                    <a:pt x="1" y="8145"/>
                  </a:lnTo>
                  <a:cubicBezTo>
                    <a:pt x="2239" y="8145"/>
                    <a:pt x="4073" y="6311"/>
                    <a:pt x="4073" y="4073"/>
                  </a:cubicBezTo>
                  <a:cubicBezTo>
                    <a:pt x="4049" y="1810"/>
                    <a:pt x="2216"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2" name="Google Shape;29962;p154"/>
            <p:cNvSpPr/>
            <p:nvPr/>
          </p:nvSpPr>
          <p:spPr>
            <a:xfrm>
              <a:off x="1151152" y="3128406"/>
              <a:ext cx="56808" cy="56808"/>
            </a:xfrm>
            <a:custGeom>
              <a:rect b="b" l="l" r="r" t="t"/>
              <a:pathLst>
                <a:path extrusionOk="0" h="1906" w="1906">
                  <a:moveTo>
                    <a:pt x="953" y="667"/>
                  </a:moveTo>
                  <a:cubicBezTo>
                    <a:pt x="1119" y="667"/>
                    <a:pt x="1239" y="810"/>
                    <a:pt x="1286" y="977"/>
                  </a:cubicBezTo>
                  <a:cubicBezTo>
                    <a:pt x="1286" y="1168"/>
                    <a:pt x="1119" y="1310"/>
                    <a:pt x="953" y="1310"/>
                  </a:cubicBezTo>
                  <a:cubicBezTo>
                    <a:pt x="762" y="1310"/>
                    <a:pt x="619" y="1168"/>
                    <a:pt x="619" y="977"/>
                  </a:cubicBezTo>
                  <a:cubicBezTo>
                    <a:pt x="619" y="810"/>
                    <a:pt x="762" y="667"/>
                    <a:pt x="953" y="667"/>
                  </a:cubicBezTo>
                  <a:close/>
                  <a:moveTo>
                    <a:pt x="953" y="1"/>
                  </a:moveTo>
                  <a:cubicBezTo>
                    <a:pt x="405" y="1"/>
                    <a:pt x="0" y="453"/>
                    <a:pt x="0" y="953"/>
                  </a:cubicBezTo>
                  <a:cubicBezTo>
                    <a:pt x="0" y="1501"/>
                    <a:pt x="453" y="1906"/>
                    <a:pt x="953" y="1906"/>
                  </a:cubicBezTo>
                  <a:cubicBezTo>
                    <a:pt x="1453" y="1906"/>
                    <a:pt x="1905" y="1501"/>
                    <a:pt x="1905" y="953"/>
                  </a:cubicBezTo>
                  <a:cubicBezTo>
                    <a:pt x="1905" y="429"/>
                    <a:pt x="1453" y="1"/>
                    <a:pt x="953"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3" name="Google Shape;29963;p154"/>
            <p:cNvSpPr/>
            <p:nvPr/>
          </p:nvSpPr>
          <p:spPr>
            <a:xfrm>
              <a:off x="1179527" y="3129121"/>
              <a:ext cx="28434" cy="56808"/>
            </a:xfrm>
            <a:custGeom>
              <a:rect b="b" l="l" r="r" t="t"/>
              <a:pathLst>
                <a:path extrusionOk="0" h="1906" w="954">
                  <a:moveTo>
                    <a:pt x="1" y="0"/>
                  </a:moveTo>
                  <a:lnTo>
                    <a:pt x="1" y="643"/>
                  </a:lnTo>
                  <a:cubicBezTo>
                    <a:pt x="167" y="643"/>
                    <a:pt x="334" y="786"/>
                    <a:pt x="334" y="953"/>
                  </a:cubicBezTo>
                  <a:cubicBezTo>
                    <a:pt x="334" y="1144"/>
                    <a:pt x="167" y="1286"/>
                    <a:pt x="1" y="1286"/>
                  </a:cubicBezTo>
                  <a:lnTo>
                    <a:pt x="1" y="1906"/>
                  </a:lnTo>
                  <a:cubicBezTo>
                    <a:pt x="501" y="1906"/>
                    <a:pt x="953" y="1501"/>
                    <a:pt x="953" y="953"/>
                  </a:cubicBezTo>
                  <a:cubicBezTo>
                    <a:pt x="930" y="429"/>
                    <a:pt x="501"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4" name="Google Shape;29964;p154"/>
            <p:cNvSpPr/>
            <p:nvPr/>
          </p:nvSpPr>
          <p:spPr>
            <a:xfrm>
              <a:off x="1229927" y="3305149"/>
              <a:ext cx="144107" cy="143392"/>
            </a:xfrm>
            <a:custGeom>
              <a:rect b="b" l="l" r="r" t="t"/>
              <a:pathLst>
                <a:path extrusionOk="0" h="4811" w="4835">
                  <a:moveTo>
                    <a:pt x="2406" y="0"/>
                  </a:moveTo>
                  <a:cubicBezTo>
                    <a:pt x="1072" y="0"/>
                    <a:pt x="1" y="1072"/>
                    <a:pt x="1" y="2406"/>
                  </a:cubicBezTo>
                  <a:cubicBezTo>
                    <a:pt x="1" y="3739"/>
                    <a:pt x="1072" y="4811"/>
                    <a:pt x="2406" y="4811"/>
                  </a:cubicBezTo>
                  <a:cubicBezTo>
                    <a:pt x="3739" y="4811"/>
                    <a:pt x="4835" y="3739"/>
                    <a:pt x="4835" y="2406"/>
                  </a:cubicBezTo>
                  <a:cubicBezTo>
                    <a:pt x="4835" y="1072"/>
                    <a:pt x="3739" y="0"/>
                    <a:pt x="2406"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5" name="Google Shape;29965;p154"/>
            <p:cNvSpPr/>
            <p:nvPr/>
          </p:nvSpPr>
          <p:spPr>
            <a:xfrm>
              <a:off x="1301608" y="3305149"/>
              <a:ext cx="72426" cy="142706"/>
            </a:xfrm>
            <a:custGeom>
              <a:rect b="b" l="l" r="r" t="t"/>
              <a:pathLst>
                <a:path extrusionOk="0" h="4788" w="2430">
                  <a:moveTo>
                    <a:pt x="1" y="0"/>
                  </a:moveTo>
                  <a:lnTo>
                    <a:pt x="1" y="4787"/>
                  </a:lnTo>
                  <a:cubicBezTo>
                    <a:pt x="15" y="4787"/>
                    <a:pt x="30" y="4788"/>
                    <a:pt x="44" y="4788"/>
                  </a:cubicBezTo>
                  <a:cubicBezTo>
                    <a:pt x="1381" y="4788"/>
                    <a:pt x="2430" y="3701"/>
                    <a:pt x="2430" y="2406"/>
                  </a:cubicBezTo>
                  <a:cubicBezTo>
                    <a:pt x="2430" y="1072"/>
                    <a:pt x="1358"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6" name="Google Shape;29966;p154"/>
            <p:cNvSpPr/>
            <p:nvPr/>
          </p:nvSpPr>
          <p:spPr>
            <a:xfrm>
              <a:off x="1248376" y="3323599"/>
              <a:ext cx="106493" cy="106493"/>
            </a:xfrm>
            <a:custGeom>
              <a:rect b="b" l="l" r="r" t="t"/>
              <a:pathLst>
                <a:path extrusionOk="0" h="3573" w="3573">
                  <a:moveTo>
                    <a:pt x="1787" y="1"/>
                  </a:moveTo>
                  <a:cubicBezTo>
                    <a:pt x="810" y="1"/>
                    <a:pt x="1" y="810"/>
                    <a:pt x="1" y="1787"/>
                  </a:cubicBezTo>
                  <a:cubicBezTo>
                    <a:pt x="1" y="2763"/>
                    <a:pt x="810" y="3573"/>
                    <a:pt x="1787" y="3573"/>
                  </a:cubicBezTo>
                  <a:cubicBezTo>
                    <a:pt x="2787" y="3573"/>
                    <a:pt x="3573" y="2763"/>
                    <a:pt x="3573" y="1787"/>
                  </a:cubicBezTo>
                  <a:cubicBezTo>
                    <a:pt x="3573" y="810"/>
                    <a:pt x="2787" y="1"/>
                    <a:pt x="178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7" name="Google Shape;29967;p154"/>
            <p:cNvSpPr/>
            <p:nvPr/>
          </p:nvSpPr>
          <p:spPr>
            <a:xfrm>
              <a:off x="1301608" y="3323599"/>
              <a:ext cx="53262" cy="106493"/>
            </a:xfrm>
            <a:custGeom>
              <a:rect b="b" l="l" r="r" t="t"/>
              <a:pathLst>
                <a:path extrusionOk="0" h="3573" w="1787">
                  <a:moveTo>
                    <a:pt x="1" y="1"/>
                  </a:moveTo>
                  <a:lnTo>
                    <a:pt x="1" y="3573"/>
                  </a:lnTo>
                  <a:cubicBezTo>
                    <a:pt x="1025" y="3573"/>
                    <a:pt x="1787" y="2763"/>
                    <a:pt x="1787" y="1787"/>
                  </a:cubicBezTo>
                  <a:cubicBezTo>
                    <a:pt x="1787" y="810"/>
                    <a:pt x="1001"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8" name="Google Shape;29968;p154"/>
            <p:cNvSpPr/>
            <p:nvPr/>
          </p:nvSpPr>
          <p:spPr>
            <a:xfrm>
              <a:off x="1284589" y="3335640"/>
              <a:ext cx="40475" cy="83096"/>
            </a:xfrm>
            <a:custGeom>
              <a:rect b="b" l="l" r="r" t="t"/>
              <a:pathLst>
                <a:path extrusionOk="0" h="2788" w="1358">
                  <a:moveTo>
                    <a:pt x="429" y="573"/>
                  </a:moveTo>
                  <a:lnTo>
                    <a:pt x="429" y="1025"/>
                  </a:lnTo>
                  <a:cubicBezTo>
                    <a:pt x="405" y="1025"/>
                    <a:pt x="381" y="1002"/>
                    <a:pt x="334" y="1002"/>
                  </a:cubicBezTo>
                  <a:cubicBezTo>
                    <a:pt x="286" y="978"/>
                    <a:pt x="286" y="883"/>
                    <a:pt x="286" y="787"/>
                  </a:cubicBezTo>
                  <a:cubicBezTo>
                    <a:pt x="286" y="740"/>
                    <a:pt x="334" y="644"/>
                    <a:pt x="429" y="573"/>
                  </a:cubicBezTo>
                  <a:close/>
                  <a:moveTo>
                    <a:pt x="762" y="1502"/>
                  </a:moveTo>
                  <a:cubicBezTo>
                    <a:pt x="1001" y="1597"/>
                    <a:pt x="977" y="1811"/>
                    <a:pt x="977" y="1859"/>
                  </a:cubicBezTo>
                  <a:cubicBezTo>
                    <a:pt x="929" y="1978"/>
                    <a:pt x="881" y="2097"/>
                    <a:pt x="762" y="2169"/>
                  </a:cubicBezTo>
                  <a:lnTo>
                    <a:pt x="762" y="1502"/>
                  </a:lnTo>
                  <a:close/>
                  <a:moveTo>
                    <a:pt x="607" y="1"/>
                  </a:moveTo>
                  <a:cubicBezTo>
                    <a:pt x="522" y="1"/>
                    <a:pt x="453" y="78"/>
                    <a:pt x="453" y="168"/>
                  </a:cubicBezTo>
                  <a:lnTo>
                    <a:pt x="453" y="311"/>
                  </a:lnTo>
                  <a:lnTo>
                    <a:pt x="429" y="311"/>
                  </a:lnTo>
                  <a:cubicBezTo>
                    <a:pt x="215" y="383"/>
                    <a:pt x="72" y="549"/>
                    <a:pt x="48" y="764"/>
                  </a:cubicBezTo>
                  <a:cubicBezTo>
                    <a:pt x="0" y="978"/>
                    <a:pt x="72" y="1145"/>
                    <a:pt x="215" y="1264"/>
                  </a:cubicBezTo>
                  <a:cubicBezTo>
                    <a:pt x="286" y="1311"/>
                    <a:pt x="524" y="1407"/>
                    <a:pt x="524" y="1407"/>
                  </a:cubicBezTo>
                  <a:lnTo>
                    <a:pt x="524" y="2216"/>
                  </a:lnTo>
                  <a:cubicBezTo>
                    <a:pt x="429" y="2216"/>
                    <a:pt x="358" y="2192"/>
                    <a:pt x="286" y="2121"/>
                  </a:cubicBezTo>
                  <a:cubicBezTo>
                    <a:pt x="260" y="2112"/>
                    <a:pt x="231" y="2107"/>
                    <a:pt x="202" y="2107"/>
                  </a:cubicBezTo>
                  <a:cubicBezTo>
                    <a:pt x="151" y="2107"/>
                    <a:pt x="102" y="2123"/>
                    <a:pt x="72" y="2169"/>
                  </a:cubicBezTo>
                  <a:cubicBezTo>
                    <a:pt x="0" y="2216"/>
                    <a:pt x="48" y="2311"/>
                    <a:pt x="96" y="2359"/>
                  </a:cubicBezTo>
                  <a:cubicBezTo>
                    <a:pt x="238" y="2478"/>
                    <a:pt x="358" y="2502"/>
                    <a:pt x="524" y="2502"/>
                  </a:cubicBezTo>
                  <a:lnTo>
                    <a:pt x="524" y="2621"/>
                  </a:lnTo>
                  <a:cubicBezTo>
                    <a:pt x="524" y="2716"/>
                    <a:pt x="572" y="2788"/>
                    <a:pt x="667" y="2788"/>
                  </a:cubicBezTo>
                  <a:cubicBezTo>
                    <a:pt x="762" y="2788"/>
                    <a:pt x="810" y="2716"/>
                    <a:pt x="810" y="2621"/>
                  </a:cubicBezTo>
                  <a:lnTo>
                    <a:pt x="810" y="2502"/>
                  </a:lnTo>
                  <a:cubicBezTo>
                    <a:pt x="810" y="2502"/>
                    <a:pt x="1310" y="2192"/>
                    <a:pt x="1358" y="1954"/>
                  </a:cubicBezTo>
                  <a:cubicBezTo>
                    <a:pt x="1334" y="1621"/>
                    <a:pt x="1143" y="1335"/>
                    <a:pt x="858" y="1240"/>
                  </a:cubicBezTo>
                  <a:cubicBezTo>
                    <a:pt x="810" y="1240"/>
                    <a:pt x="762" y="1216"/>
                    <a:pt x="762" y="1216"/>
                  </a:cubicBezTo>
                  <a:lnTo>
                    <a:pt x="762" y="621"/>
                  </a:lnTo>
                  <a:cubicBezTo>
                    <a:pt x="858" y="644"/>
                    <a:pt x="881" y="668"/>
                    <a:pt x="905" y="668"/>
                  </a:cubicBezTo>
                  <a:cubicBezTo>
                    <a:pt x="935" y="698"/>
                    <a:pt x="994" y="729"/>
                    <a:pt x="1051" y="729"/>
                  </a:cubicBezTo>
                  <a:cubicBezTo>
                    <a:pt x="1084" y="729"/>
                    <a:pt x="1117" y="718"/>
                    <a:pt x="1143" y="692"/>
                  </a:cubicBezTo>
                  <a:cubicBezTo>
                    <a:pt x="1215" y="644"/>
                    <a:pt x="1239" y="525"/>
                    <a:pt x="1167" y="454"/>
                  </a:cubicBezTo>
                  <a:cubicBezTo>
                    <a:pt x="1120" y="406"/>
                    <a:pt x="977" y="287"/>
                    <a:pt x="786" y="287"/>
                  </a:cubicBezTo>
                  <a:lnTo>
                    <a:pt x="786" y="168"/>
                  </a:lnTo>
                  <a:cubicBezTo>
                    <a:pt x="786" y="97"/>
                    <a:pt x="762" y="49"/>
                    <a:pt x="691" y="25"/>
                  </a:cubicBezTo>
                  <a:cubicBezTo>
                    <a:pt x="663" y="8"/>
                    <a:pt x="634" y="1"/>
                    <a:pt x="60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9" name="Google Shape;29969;p154"/>
            <p:cNvSpPr/>
            <p:nvPr/>
          </p:nvSpPr>
          <p:spPr>
            <a:xfrm>
              <a:off x="1303039" y="3334239"/>
              <a:ext cx="22026" cy="85212"/>
            </a:xfrm>
            <a:custGeom>
              <a:rect b="b" l="l" r="r" t="t"/>
              <a:pathLst>
                <a:path extrusionOk="0" h="2859" w="739">
                  <a:moveTo>
                    <a:pt x="143" y="1549"/>
                  </a:moveTo>
                  <a:cubicBezTo>
                    <a:pt x="382" y="1644"/>
                    <a:pt x="358" y="1858"/>
                    <a:pt x="358" y="1906"/>
                  </a:cubicBezTo>
                  <a:cubicBezTo>
                    <a:pt x="310" y="2025"/>
                    <a:pt x="262" y="2144"/>
                    <a:pt x="143" y="2216"/>
                  </a:cubicBezTo>
                  <a:lnTo>
                    <a:pt x="143" y="1549"/>
                  </a:lnTo>
                  <a:close/>
                  <a:moveTo>
                    <a:pt x="1" y="1"/>
                  </a:moveTo>
                  <a:lnTo>
                    <a:pt x="1" y="2859"/>
                  </a:lnTo>
                  <a:cubicBezTo>
                    <a:pt x="72" y="2859"/>
                    <a:pt x="143" y="2763"/>
                    <a:pt x="143" y="2716"/>
                  </a:cubicBezTo>
                  <a:lnTo>
                    <a:pt x="143" y="2549"/>
                  </a:lnTo>
                  <a:cubicBezTo>
                    <a:pt x="429" y="2501"/>
                    <a:pt x="643" y="2239"/>
                    <a:pt x="667" y="2001"/>
                  </a:cubicBezTo>
                  <a:cubicBezTo>
                    <a:pt x="739" y="1668"/>
                    <a:pt x="548" y="1382"/>
                    <a:pt x="239" y="1287"/>
                  </a:cubicBezTo>
                  <a:cubicBezTo>
                    <a:pt x="191" y="1287"/>
                    <a:pt x="167" y="1263"/>
                    <a:pt x="120" y="1263"/>
                  </a:cubicBezTo>
                  <a:lnTo>
                    <a:pt x="120" y="620"/>
                  </a:lnTo>
                  <a:cubicBezTo>
                    <a:pt x="191" y="668"/>
                    <a:pt x="239" y="691"/>
                    <a:pt x="239" y="691"/>
                  </a:cubicBezTo>
                  <a:cubicBezTo>
                    <a:pt x="262" y="715"/>
                    <a:pt x="298" y="727"/>
                    <a:pt x="340" y="727"/>
                  </a:cubicBezTo>
                  <a:cubicBezTo>
                    <a:pt x="382" y="727"/>
                    <a:pt x="429" y="715"/>
                    <a:pt x="477" y="691"/>
                  </a:cubicBezTo>
                  <a:cubicBezTo>
                    <a:pt x="524" y="620"/>
                    <a:pt x="524" y="525"/>
                    <a:pt x="501" y="453"/>
                  </a:cubicBezTo>
                  <a:cubicBezTo>
                    <a:pt x="429" y="382"/>
                    <a:pt x="310" y="287"/>
                    <a:pt x="143" y="263"/>
                  </a:cubicBezTo>
                  <a:lnTo>
                    <a:pt x="143" y="144"/>
                  </a:lnTo>
                  <a:cubicBezTo>
                    <a:pt x="143" y="48"/>
                    <a:pt x="72"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70" name="Google Shape;29970;p154"/>
          <p:cNvGrpSpPr/>
          <p:nvPr/>
        </p:nvGrpSpPr>
        <p:grpSpPr>
          <a:xfrm>
            <a:off x="1774698" y="2890435"/>
            <a:ext cx="346745" cy="347619"/>
            <a:chOff x="1774698" y="3042835"/>
            <a:chExt cx="346745" cy="347619"/>
          </a:xfrm>
        </p:grpSpPr>
        <p:sp>
          <p:nvSpPr>
            <p:cNvPr id="29971" name="Google Shape;29971;p154"/>
            <p:cNvSpPr/>
            <p:nvPr/>
          </p:nvSpPr>
          <p:spPr>
            <a:xfrm>
              <a:off x="1863285" y="3254821"/>
              <a:ext cx="61701" cy="47012"/>
            </a:xfrm>
            <a:custGeom>
              <a:rect b="b" l="l" r="r" t="t"/>
              <a:pathLst>
                <a:path extrusionOk="0" h="1453" w="1907">
                  <a:moveTo>
                    <a:pt x="1" y="0"/>
                  </a:moveTo>
                  <a:lnTo>
                    <a:pt x="1" y="1453"/>
                  </a:lnTo>
                  <a:lnTo>
                    <a:pt x="1358" y="1453"/>
                  </a:lnTo>
                  <a:cubicBezTo>
                    <a:pt x="1644" y="1453"/>
                    <a:pt x="1882" y="1215"/>
                    <a:pt x="1906" y="953"/>
                  </a:cubicBezTo>
                  <a:lnTo>
                    <a:pt x="1906" y="548"/>
                  </a:lnTo>
                  <a:cubicBezTo>
                    <a:pt x="1906" y="238"/>
                    <a:pt x="1668" y="0"/>
                    <a:pt x="1358"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2" name="Google Shape;29972;p154"/>
            <p:cNvSpPr/>
            <p:nvPr/>
          </p:nvSpPr>
          <p:spPr>
            <a:xfrm>
              <a:off x="1822453" y="3207810"/>
              <a:ext cx="60924" cy="182644"/>
            </a:xfrm>
            <a:custGeom>
              <a:rect b="b" l="l" r="r" t="t"/>
              <a:pathLst>
                <a:path extrusionOk="0" h="5645" w="1883">
                  <a:moveTo>
                    <a:pt x="1" y="0"/>
                  </a:moveTo>
                  <a:lnTo>
                    <a:pt x="1" y="4668"/>
                  </a:lnTo>
                  <a:cubicBezTo>
                    <a:pt x="1" y="5168"/>
                    <a:pt x="406" y="5597"/>
                    <a:pt x="906" y="5644"/>
                  </a:cubicBezTo>
                  <a:cubicBezTo>
                    <a:pt x="1430" y="5644"/>
                    <a:pt x="1882" y="5240"/>
                    <a:pt x="1882" y="4692"/>
                  </a:cubicBezTo>
                  <a:lnTo>
                    <a:pt x="1882"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3" name="Google Shape;29973;p154"/>
            <p:cNvSpPr/>
            <p:nvPr/>
          </p:nvSpPr>
          <p:spPr>
            <a:xfrm>
              <a:off x="1774698" y="3112268"/>
              <a:ext cx="130229" cy="114828"/>
            </a:xfrm>
            <a:custGeom>
              <a:rect b="b" l="l" r="r" t="t"/>
              <a:pathLst>
                <a:path extrusionOk="0" h="3549" w="4025">
                  <a:moveTo>
                    <a:pt x="1810" y="0"/>
                  </a:moveTo>
                  <a:cubicBezTo>
                    <a:pt x="810" y="0"/>
                    <a:pt x="0" y="834"/>
                    <a:pt x="24" y="1858"/>
                  </a:cubicBezTo>
                  <a:cubicBezTo>
                    <a:pt x="48" y="2811"/>
                    <a:pt x="858" y="3549"/>
                    <a:pt x="1810" y="3549"/>
                  </a:cubicBezTo>
                  <a:lnTo>
                    <a:pt x="3691" y="3549"/>
                  </a:lnTo>
                  <a:cubicBezTo>
                    <a:pt x="3834" y="3549"/>
                    <a:pt x="3977" y="3430"/>
                    <a:pt x="4025" y="3239"/>
                  </a:cubicBezTo>
                  <a:lnTo>
                    <a:pt x="4025" y="334"/>
                  </a:lnTo>
                  <a:cubicBezTo>
                    <a:pt x="4025" y="143"/>
                    <a:pt x="3858" y="0"/>
                    <a:pt x="3691"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4" name="Google Shape;29974;p154"/>
            <p:cNvSpPr/>
            <p:nvPr/>
          </p:nvSpPr>
          <p:spPr>
            <a:xfrm>
              <a:off x="1775474" y="3169276"/>
              <a:ext cx="127932" cy="57818"/>
            </a:xfrm>
            <a:custGeom>
              <a:rect b="b" l="l" r="r" t="t"/>
              <a:pathLst>
                <a:path extrusionOk="0" h="1787" w="3954">
                  <a:moveTo>
                    <a:pt x="0" y="1"/>
                  </a:moveTo>
                  <a:cubicBezTo>
                    <a:pt x="0" y="1001"/>
                    <a:pt x="786" y="1787"/>
                    <a:pt x="1762" y="1787"/>
                  </a:cubicBezTo>
                  <a:lnTo>
                    <a:pt x="3644" y="1787"/>
                  </a:lnTo>
                  <a:cubicBezTo>
                    <a:pt x="3810" y="1787"/>
                    <a:pt x="3953" y="1644"/>
                    <a:pt x="3953" y="1453"/>
                  </a:cubicBezTo>
                  <a:lnTo>
                    <a:pt x="3953" y="1"/>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5" name="Google Shape;29975;p154"/>
            <p:cNvSpPr/>
            <p:nvPr/>
          </p:nvSpPr>
          <p:spPr>
            <a:xfrm>
              <a:off x="1894119" y="3061407"/>
              <a:ext cx="169540" cy="218849"/>
            </a:xfrm>
            <a:custGeom>
              <a:rect b="b" l="l" r="r" t="t"/>
              <a:pathLst>
                <a:path extrusionOk="0" h="6764" w="5240">
                  <a:moveTo>
                    <a:pt x="5240" y="1"/>
                  </a:moveTo>
                  <a:cubicBezTo>
                    <a:pt x="3811" y="1049"/>
                    <a:pt x="2072" y="1596"/>
                    <a:pt x="286" y="1596"/>
                  </a:cubicBezTo>
                  <a:lnTo>
                    <a:pt x="0" y="1596"/>
                  </a:lnTo>
                  <a:lnTo>
                    <a:pt x="0" y="5145"/>
                  </a:lnTo>
                  <a:lnTo>
                    <a:pt x="286" y="5145"/>
                  </a:lnTo>
                  <a:cubicBezTo>
                    <a:pt x="2072" y="5145"/>
                    <a:pt x="3787" y="5716"/>
                    <a:pt x="5240" y="6764"/>
                  </a:cubicBezTo>
                  <a:lnTo>
                    <a:pt x="5240"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6" name="Google Shape;29976;p154"/>
            <p:cNvSpPr/>
            <p:nvPr/>
          </p:nvSpPr>
          <p:spPr>
            <a:xfrm>
              <a:off x="1894119" y="3170053"/>
              <a:ext cx="169540" cy="110201"/>
            </a:xfrm>
            <a:custGeom>
              <a:rect b="b" l="l" r="r" t="t"/>
              <a:pathLst>
                <a:path extrusionOk="0" h="3406" w="5240">
                  <a:moveTo>
                    <a:pt x="0" y="1"/>
                  </a:moveTo>
                  <a:lnTo>
                    <a:pt x="0" y="1787"/>
                  </a:lnTo>
                  <a:lnTo>
                    <a:pt x="286" y="1787"/>
                  </a:lnTo>
                  <a:cubicBezTo>
                    <a:pt x="2072" y="1787"/>
                    <a:pt x="3811" y="2358"/>
                    <a:pt x="5240" y="3406"/>
                  </a:cubicBezTo>
                  <a:lnTo>
                    <a:pt x="524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7" name="Google Shape;29977;p154"/>
            <p:cNvSpPr/>
            <p:nvPr/>
          </p:nvSpPr>
          <p:spPr>
            <a:xfrm>
              <a:off x="2074431" y="3113044"/>
              <a:ext cx="47012" cy="111754"/>
            </a:xfrm>
            <a:custGeom>
              <a:rect b="b" l="l" r="r" t="t"/>
              <a:pathLst>
                <a:path extrusionOk="0" h="3454" w="1453">
                  <a:moveTo>
                    <a:pt x="0" y="0"/>
                  </a:moveTo>
                  <a:lnTo>
                    <a:pt x="0" y="3453"/>
                  </a:lnTo>
                  <a:lnTo>
                    <a:pt x="1262" y="2834"/>
                  </a:lnTo>
                  <a:cubicBezTo>
                    <a:pt x="1381" y="2810"/>
                    <a:pt x="1453" y="2691"/>
                    <a:pt x="1453" y="2572"/>
                  </a:cubicBezTo>
                  <a:lnTo>
                    <a:pt x="1453" y="905"/>
                  </a:lnTo>
                  <a:cubicBezTo>
                    <a:pt x="1453" y="786"/>
                    <a:pt x="1381" y="691"/>
                    <a:pt x="1262" y="643"/>
                  </a:cubicBezTo>
                  <a:lnTo>
                    <a:pt x="0"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8" name="Google Shape;29978;p154"/>
            <p:cNvSpPr/>
            <p:nvPr/>
          </p:nvSpPr>
          <p:spPr>
            <a:xfrm>
              <a:off x="2074431" y="3170829"/>
              <a:ext cx="47012" cy="56265"/>
            </a:xfrm>
            <a:custGeom>
              <a:rect b="b" l="l" r="r" t="t"/>
              <a:pathLst>
                <a:path extrusionOk="0" h="1739" w="1453">
                  <a:moveTo>
                    <a:pt x="0" y="0"/>
                  </a:moveTo>
                  <a:lnTo>
                    <a:pt x="0" y="1739"/>
                  </a:lnTo>
                  <a:lnTo>
                    <a:pt x="1262" y="1120"/>
                  </a:lnTo>
                  <a:cubicBezTo>
                    <a:pt x="1381" y="1048"/>
                    <a:pt x="1453" y="953"/>
                    <a:pt x="1453" y="834"/>
                  </a:cubicBezTo>
                  <a:lnTo>
                    <a:pt x="1453" y="0"/>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9" name="Google Shape;29979;p154"/>
            <p:cNvSpPr/>
            <p:nvPr/>
          </p:nvSpPr>
          <p:spPr>
            <a:xfrm>
              <a:off x="2059774" y="3042835"/>
              <a:ext cx="20060" cy="252919"/>
            </a:xfrm>
            <a:custGeom>
              <a:rect b="b" l="l" r="r" t="t"/>
              <a:pathLst>
                <a:path extrusionOk="0" h="7817" w="620">
                  <a:moveTo>
                    <a:pt x="304" y="1"/>
                  </a:moveTo>
                  <a:cubicBezTo>
                    <a:pt x="291" y="1"/>
                    <a:pt x="277" y="1"/>
                    <a:pt x="263" y="3"/>
                  </a:cubicBezTo>
                  <a:cubicBezTo>
                    <a:pt x="120" y="27"/>
                    <a:pt x="1" y="194"/>
                    <a:pt x="1" y="337"/>
                  </a:cubicBezTo>
                  <a:lnTo>
                    <a:pt x="1" y="7505"/>
                  </a:lnTo>
                  <a:cubicBezTo>
                    <a:pt x="1" y="7695"/>
                    <a:pt x="120" y="7814"/>
                    <a:pt x="263" y="7814"/>
                  </a:cubicBezTo>
                  <a:cubicBezTo>
                    <a:pt x="278" y="7816"/>
                    <a:pt x="294" y="7817"/>
                    <a:pt x="309" y="7817"/>
                  </a:cubicBezTo>
                  <a:cubicBezTo>
                    <a:pt x="497" y="7817"/>
                    <a:pt x="620" y="7681"/>
                    <a:pt x="620" y="7505"/>
                  </a:cubicBezTo>
                  <a:lnTo>
                    <a:pt x="620" y="289"/>
                  </a:lnTo>
                  <a:cubicBezTo>
                    <a:pt x="620" y="135"/>
                    <a:pt x="477" y="1"/>
                    <a:pt x="304"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0" name="Google Shape;29980;p154"/>
            <p:cNvSpPr/>
            <p:nvPr/>
          </p:nvSpPr>
          <p:spPr>
            <a:xfrm>
              <a:off x="2059774" y="3170053"/>
              <a:ext cx="20060" cy="126476"/>
            </a:xfrm>
            <a:custGeom>
              <a:rect b="b" l="l" r="r" t="t"/>
              <a:pathLst>
                <a:path extrusionOk="0" h="3909" w="620">
                  <a:moveTo>
                    <a:pt x="1" y="1"/>
                  </a:moveTo>
                  <a:lnTo>
                    <a:pt x="1" y="3573"/>
                  </a:lnTo>
                  <a:cubicBezTo>
                    <a:pt x="1" y="3716"/>
                    <a:pt x="120" y="3882"/>
                    <a:pt x="263" y="3906"/>
                  </a:cubicBezTo>
                  <a:cubicBezTo>
                    <a:pt x="277" y="3908"/>
                    <a:pt x="290" y="3909"/>
                    <a:pt x="304" y="3909"/>
                  </a:cubicBezTo>
                  <a:cubicBezTo>
                    <a:pt x="477" y="3909"/>
                    <a:pt x="620" y="3773"/>
                    <a:pt x="620" y="3596"/>
                  </a:cubicBezTo>
                  <a:lnTo>
                    <a:pt x="620" y="1"/>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81" name="Google Shape;29981;p154"/>
          <p:cNvGrpSpPr/>
          <p:nvPr/>
        </p:nvGrpSpPr>
        <p:grpSpPr>
          <a:xfrm>
            <a:off x="2542893" y="2891276"/>
            <a:ext cx="319018" cy="346001"/>
            <a:chOff x="2542893" y="3043676"/>
            <a:chExt cx="319018" cy="346001"/>
          </a:xfrm>
        </p:grpSpPr>
        <p:sp>
          <p:nvSpPr>
            <p:cNvPr id="29982" name="Google Shape;29982;p154"/>
            <p:cNvSpPr/>
            <p:nvPr/>
          </p:nvSpPr>
          <p:spPr>
            <a:xfrm>
              <a:off x="2564474" y="3045974"/>
              <a:ext cx="168764" cy="141909"/>
            </a:xfrm>
            <a:custGeom>
              <a:rect b="b" l="l" r="r" t="t"/>
              <a:pathLst>
                <a:path extrusionOk="0" h="4386" w="5216">
                  <a:moveTo>
                    <a:pt x="2613" y="0"/>
                  </a:moveTo>
                  <a:cubicBezTo>
                    <a:pt x="2584" y="0"/>
                    <a:pt x="2554" y="0"/>
                    <a:pt x="2524" y="1"/>
                  </a:cubicBezTo>
                  <a:cubicBezTo>
                    <a:pt x="1119" y="49"/>
                    <a:pt x="0" y="1216"/>
                    <a:pt x="0" y="2645"/>
                  </a:cubicBezTo>
                  <a:lnTo>
                    <a:pt x="0" y="4074"/>
                  </a:lnTo>
                  <a:cubicBezTo>
                    <a:pt x="0" y="4250"/>
                    <a:pt x="143" y="4386"/>
                    <a:pt x="316" y="4386"/>
                  </a:cubicBezTo>
                  <a:cubicBezTo>
                    <a:pt x="329" y="4386"/>
                    <a:pt x="343" y="4385"/>
                    <a:pt x="357" y="4383"/>
                  </a:cubicBezTo>
                  <a:cubicBezTo>
                    <a:pt x="500" y="4336"/>
                    <a:pt x="619" y="4193"/>
                    <a:pt x="619" y="4050"/>
                  </a:cubicBezTo>
                  <a:lnTo>
                    <a:pt x="619" y="2573"/>
                  </a:lnTo>
                  <a:cubicBezTo>
                    <a:pt x="619" y="1482"/>
                    <a:pt x="1502" y="595"/>
                    <a:pt x="2583" y="595"/>
                  </a:cubicBezTo>
                  <a:cubicBezTo>
                    <a:pt x="2611" y="595"/>
                    <a:pt x="2639" y="596"/>
                    <a:pt x="2667" y="597"/>
                  </a:cubicBezTo>
                  <a:cubicBezTo>
                    <a:pt x="3739" y="621"/>
                    <a:pt x="4572" y="1502"/>
                    <a:pt x="4572" y="2573"/>
                  </a:cubicBezTo>
                  <a:lnTo>
                    <a:pt x="4572" y="4026"/>
                  </a:lnTo>
                  <a:cubicBezTo>
                    <a:pt x="4572" y="4180"/>
                    <a:pt x="4736" y="4314"/>
                    <a:pt x="4892" y="4314"/>
                  </a:cubicBezTo>
                  <a:cubicBezTo>
                    <a:pt x="4905" y="4314"/>
                    <a:pt x="4917" y="4314"/>
                    <a:pt x="4930" y="4312"/>
                  </a:cubicBezTo>
                  <a:cubicBezTo>
                    <a:pt x="5096" y="4288"/>
                    <a:pt x="5192" y="4145"/>
                    <a:pt x="5215" y="4074"/>
                  </a:cubicBezTo>
                  <a:lnTo>
                    <a:pt x="5215" y="2621"/>
                  </a:lnTo>
                  <a:cubicBezTo>
                    <a:pt x="5215" y="1150"/>
                    <a:pt x="4071" y="0"/>
                    <a:pt x="261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3" name="Google Shape;29983;p154"/>
            <p:cNvSpPr/>
            <p:nvPr/>
          </p:nvSpPr>
          <p:spPr>
            <a:xfrm>
              <a:off x="2647690" y="3043676"/>
              <a:ext cx="84770" cy="141909"/>
            </a:xfrm>
            <a:custGeom>
              <a:rect b="b" l="l" r="r" t="t"/>
              <a:pathLst>
                <a:path extrusionOk="0" h="4386" w="2620">
                  <a:moveTo>
                    <a:pt x="0" y="1"/>
                  </a:moveTo>
                  <a:lnTo>
                    <a:pt x="0" y="644"/>
                  </a:lnTo>
                  <a:cubicBezTo>
                    <a:pt x="28" y="643"/>
                    <a:pt x="56" y="642"/>
                    <a:pt x="84" y="642"/>
                  </a:cubicBezTo>
                  <a:cubicBezTo>
                    <a:pt x="1163" y="642"/>
                    <a:pt x="2000" y="1529"/>
                    <a:pt x="2000" y="2597"/>
                  </a:cubicBezTo>
                  <a:lnTo>
                    <a:pt x="2000" y="4049"/>
                  </a:lnTo>
                  <a:cubicBezTo>
                    <a:pt x="2000" y="4216"/>
                    <a:pt x="2120" y="4359"/>
                    <a:pt x="2286" y="4383"/>
                  </a:cubicBezTo>
                  <a:cubicBezTo>
                    <a:pt x="2299" y="4385"/>
                    <a:pt x="2311" y="4385"/>
                    <a:pt x="2323" y="4385"/>
                  </a:cubicBezTo>
                  <a:cubicBezTo>
                    <a:pt x="2477" y="4385"/>
                    <a:pt x="2620" y="4251"/>
                    <a:pt x="2620" y="4097"/>
                  </a:cubicBezTo>
                  <a:lnTo>
                    <a:pt x="2620" y="2621"/>
                  </a:lnTo>
                  <a:cubicBezTo>
                    <a:pt x="2620" y="1192"/>
                    <a:pt x="1477"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4" name="Google Shape;29984;p154"/>
            <p:cNvSpPr/>
            <p:nvPr/>
          </p:nvSpPr>
          <p:spPr>
            <a:xfrm>
              <a:off x="2542893" y="3164649"/>
              <a:ext cx="211149" cy="183420"/>
            </a:xfrm>
            <a:custGeom>
              <a:rect b="b" l="l" r="r" t="t"/>
              <a:pathLst>
                <a:path extrusionOk="0" h="5669" w="6526">
                  <a:moveTo>
                    <a:pt x="334" y="1"/>
                  </a:moveTo>
                  <a:cubicBezTo>
                    <a:pt x="167" y="1"/>
                    <a:pt x="0" y="144"/>
                    <a:pt x="0" y="310"/>
                  </a:cubicBezTo>
                  <a:lnTo>
                    <a:pt x="0" y="5359"/>
                  </a:lnTo>
                  <a:cubicBezTo>
                    <a:pt x="0" y="5526"/>
                    <a:pt x="167" y="5669"/>
                    <a:pt x="334" y="5669"/>
                  </a:cubicBezTo>
                  <a:lnTo>
                    <a:pt x="6192" y="5669"/>
                  </a:lnTo>
                  <a:cubicBezTo>
                    <a:pt x="6383" y="5669"/>
                    <a:pt x="6502" y="5526"/>
                    <a:pt x="6525" y="5359"/>
                  </a:cubicBezTo>
                  <a:lnTo>
                    <a:pt x="6525" y="310"/>
                  </a:lnTo>
                  <a:cubicBezTo>
                    <a:pt x="6525" y="144"/>
                    <a:pt x="6383" y="1"/>
                    <a:pt x="6192"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5" name="Google Shape;29985;p154"/>
            <p:cNvSpPr/>
            <p:nvPr/>
          </p:nvSpPr>
          <p:spPr>
            <a:xfrm>
              <a:off x="2649211" y="3165426"/>
              <a:ext cx="104830" cy="182644"/>
            </a:xfrm>
            <a:custGeom>
              <a:rect b="b" l="l" r="r" t="t"/>
              <a:pathLst>
                <a:path extrusionOk="0" h="5645" w="3240">
                  <a:moveTo>
                    <a:pt x="1" y="1"/>
                  </a:moveTo>
                  <a:lnTo>
                    <a:pt x="1" y="5645"/>
                  </a:lnTo>
                  <a:lnTo>
                    <a:pt x="2906" y="5645"/>
                  </a:lnTo>
                  <a:cubicBezTo>
                    <a:pt x="3097" y="5645"/>
                    <a:pt x="3239" y="5502"/>
                    <a:pt x="3239" y="5335"/>
                  </a:cubicBezTo>
                  <a:lnTo>
                    <a:pt x="3239" y="286"/>
                  </a:lnTo>
                  <a:cubicBezTo>
                    <a:pt x="3216" y="144"/>
                    <a:pt x="3097" y="1"/>
                    <a:pt x="2906"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6" name="Google Shape;29986;p154"/>
            <p:cNvSpPr/>
            <p:nvPr/>
          </p:nvSpPr>
          <p:spPr>
            <a:xfrm>
              <a:off x="2616856" y="3211660"/>
              <a:ext cx="62445" cy="95674"/>
            </a:xfrm>
            <a:custGeom>
              <a:rect b="b" l="l" r="r" t="t"/>
              <a:pathLst>
                <a:path extrusionOk="0" h="2957" w="1930">
                  <a:moveTo>
                    <a:pt x="929" y="1"/>
                  </a:moveTo>
                  <a:cubicBezTo>
                    <a:pt x="453" y="24"/>
                    <a:pt x="72" y="405"/>
                    <a:pt x="48" y="882"/>
                  </a:cubicBezTo>
                  <a:cubicBezTo>
                    <a:pt x="0" y="1334"/>
                    <a:pt x="286" y="1691"/>
                    <a:pt x="667" y="1834"/>
                  </a:cubicBezTo>
                  <a:lnTo>
                    <a:pt x="667" y="2620"/>
                  </a:lnTo>
                  <a:cubicBezTo>
                    <a:pt x="667" y="2763"/>
                    <a:pt x="786" y="2906"/>
                    <a:pt x="929" y="2953"/>
                  </a:cubicBezTo>
                  <a:cubicBezTo>
                    <a:pt x="943" y="2955"/>
                    <a:pt x="957" y="2956"/>
                    <a:pt x="971" y="2956"/>
                  </a:cubicBezTo>
                  <a:cubicBezTo>
                    <a:pt x="1143" y="2956"/>
                    <a:pt x="1286" y="2820"/>
                    <a:pt x="1286" y="2644"/>
                  </a:cubicBezTo>
                  <a:lnTo>
                    <a:pt x="1286" y="1882"/>
                  </a:lnTo>
                  <a:cubicBezTo>
                    <a:pt x="1644" y="1715"/>
                    <a:pt x="1929" y="1358"/>
                    <a:pt x="1929" y="953"/>
                  </a:cubicBezTo>
                  <a:cubicBezTo>
                    <a:pt x="1929" y="405"/>
                    <a:pt x="1477" y="1"/>
                    <a:pt x="92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7" name="Google Shape;29987;p154"/>
            <p:cNvSpPr/>
            <p:nvPr/>
          </p:nvSpPr>
          <p:spPr>
            <a:xfrm>
              <a:off x="2649211" y="3211660"/>
              <a:ext cx="30867" cy="95577"/>
            </a:xfrm>
            <a:custGeom>
              <a:rect b="b" l="l" r="r" t="t"/>
              <a:pathLst>
                <a:path extrusionOk="0" h="2954" w="954">
                  <a:moveTo>
                    <a:pt x="1" y="1"/>
                  </a:moveTo>
                  <a:lnTo>
                    <a:pt x="1" y="2953"/>
                  </a:lnTo>
                  <a:cubicBezTo>
                    <a:pt x="167" y="2953"/>
                    <a:pt x="334" y="2787"/>
                    <a:pt x="334" y="2620"/>
                  </a:cubicBezTo>
                  <a:lnTo>
                    <a:pt x="334" y="1834"/>
                  </a:lnTo>
                  <a:cubicBezTo>
                    <a:pt x="691" y="1715"/>
                    <a:pt x="953" y="1358"/>
                    <a:pt x="953" y="953"/>
                  </a:cubicBezTo>
                  <a:cubicBezTo>
                    <a:pt x="953" y="453"/>
                    <a:pt x="525"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8" name="Google Shape;29988;p154"/>
            <p:cNvSpPr/>
            <p:nvPr/>
          </p:nvSpPr>
          <p:spPr>
            <a:xfrm>
              <a:off x="2706219" y="3233241"/>
              <a:ext cx="155692" cy="156436"/>
            </a:xfrm>
            <a:custGeom>
              <a:rect b="b" l="l" r="r" t="t"/>
              <a:pathLst>
                <a:path extrusionOk="0" h="4835" w="4812">
                  <a:moveTo>
                    <a:pt x="2406" y="0"/>
                  </a:moveTo>
                  <a:cubicBezTo>
                    <a:pt x="1073" y="0"/>
                    <a:pt x="1" y="1096"/>
                    <a:pt x="1" y="2429"/>
                  </a:cubicBezTo>
                  <a:cubicBezTo>
                    <a:pt x="1" y="3763"/>
                    <a:pt x="1073" y="4835"/>
                    <a:pt x="2406" y="4835"/>
                  </a:cubicBezTo>
                  <a:cubicBezTo>
                    <a:pt x="3740" y="4835"/>
                    <a:pt x="4811" y="3763"/>
                    <a:pt x="4811" y="2429"/>
                  </a:cubicBezTo>
                  <a:cubicBezTo>
                    <a:pt x="4811" y="1096"/>
                    <a:pt x="3740" y="0"/>
                    <a:pt x="2406"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9" name="Google Shape;29989;p154"/>
            <p:cNvSpPr/>
            <p:nvPr/>
          </p:nvSpPr>
          <p:spPr>
            <a:xfrm>
              <a:off x="2784065" y="3234017"/>
              <a:ext cx="77846" cy="154916"/>
            </a:xfrm>
            <a:custGeom>
              <a:rect b="b" l="l" r="r" t="t"/>
              <a:pathLst>
                <a:path extrusionOk="0" h="4788" w="2406">
                  <a:moveTo>
                    <a:pt x="0" y="0"/>
                  </a:moveTo>
                  <a:lnTo>
                    <a:pt x="0" y="4787"/>
                  </a:lnTo>
                  <a:cubicBezTo>
                    <a:pt x="15" y="4787"/>
                    <a:pt x="29" y="4787"/>
                    <a:pt x="44" y="4787"/>
                  </a:cubicBezTo>
                  <a:cubicBezTo>
                    <a:pt x="1357" y="4787"/>
                    <a:pt x="2405" y="3724"/>
                    <a:pt x="2405" y="2405"/>
                  </a:cubicBezTo>
                  <a:cubicBezTo>
                    <a:pt x="2405" y="1072"/>
                    <a:pt x="1334"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0" name="Google Shape;29990;p154"/>
            <p:cNvSpPr/>
            <p:nvPr/>
          </p:nvSpPr>
          <p:spPr>
            <a:xfrm>
              <a:off x="2726279" y="3254045"/>
              <a:ext cx="115604" cy="115604"/>
            </a:xfrm>
            <a:custGeom>
              <a:rect b="b" l="l" r="r" t="t"/>
              <a:pathLst>
                <a:path extrusionOk="0" h="3573" w="3573">
                  <a:moveTo>
                    <a:pt x="1786" y="0"/>
                  </a:moveTo>
                  <a:cubicBezTo>
                    <a:pt x="786" y="0"/>
                    <a:pt x="0" y="786"/>
                    <a:pt x="0" y="1786"/>
                  </a:cubicBezTo>
                  <a:cubicBezTo>
                    <a:pt x="0" y="2763"/>
                    <a:pt x="786" y="3572"/>
                    <a:pt x="1786" y="3572"/>
                  </a:cubicBezTo>
                  <a:cubicBezTo>
                    <a:pt x="2763" y="3572"/>
                    <a:pt x="3572" y="2763"/>
                    <a:pt x="3572" y="1786"/>
                  </a:cubicBezTo>
                  <a:cubicBezTo>
                    <a:pt x="3572" y="786"/>
                    <a:pt x="2763" y="0"/>
                    <a:pt x="1786"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1" name="Google Shape;29991;p154"/>
            <p:cNvSpPr/>
            <p:nvPr/>
          </p:nvSpPr>
          <p:spPr>
            <a:xfrm>
              <a:off x="2784065" y="3254045"/>
              <a:ext cx="57818" cy="114860"/>
            </a:xfrm>
            <a:custGeom>
              <a:rect b="b" l="l" r="r" t="t"/>
              <a:pathLst>
                <a:path extrusionOk="0" h="3550" w="1787">
                  <a:moveTo>
                    <a:pt x="0" y="0"/>
                  </a:moveTo>
                  <a:lnTo>
                    <a:pt x="0" y="3549"/>
                  </a:lnTo>
                  <a:cubicBezTo>
                    <a:pt x="14" y="3549"/>
                    <a:pt x="28" y="3549"/>
                    <a:pt x="42" y="3549"/>
                  </a:cubicBezTo>
                  <a:cubicBezTo>
                    <a:pt x="1000" y="3549"/>
                    <a:pt x="1786" y="2749"/>
                    <a:pt x="1786" y="1786"/>
                  </a:cubicBezTo>
                  <a:cubicBezTo>
                    <a:pt x="1786" y="810"/>
                    <a:pt x="977" y="0"/>
                    <a:pt x="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2" name="Google Shape;29992;p154"/>
            <p:cNvSpPr/>
            <p:nvPr/>
          </p:nvSpPr>
          <p:spPr>
            <a:xfrm>
              <a:off x="2760931" y="3266372"/>
              <a:ext cx="47044" cy="88620"/>
            </a:xfrm>
            <a:custGeom>
              <a:rect b="b" l="l" r="r" t="t"/>
              <a:pathLst>
                <a:path extrusionOk="0" h="2739" w="1454">
                  <a:moveTo>
                    <a:pt x="572" y="596"/>
                  </a:moveTo>
                  <a:lnTo>
                    <a:pt x="572" y="1048"/>
                  </a:lnTo>
                  <a:cubicBezTo>
                    <a:pt x="501" y="1048"/>
                    <a:pt x="477" y="1024"/>
                    <a:pt x="477" y="1024"/>
                  </a:cubicBezTo>
                  <a:cubicBezTo>
                    <a:pt x="406" y="977"/>
                    <a:pt x="406" y="905"/>
                    <a:pt x="406" y="810"/>
                  </a:cubicBezTo>
                  <a:cubicBezTo>
                    <a:pt x="406" y="739"/>
                    <a:pt x="477" y="667"/>
                    <a:pt x="572" y="596"/>
                  </a:cubicBezTo>
                  <a:close/>
                  <a:moveTo>
                    <a:pt x="858" y="1548"/>
                  </a:moveTo>
                  <a:cubicBezTo>
                    <a:pt x="1096" y="1644"/>
                    <a:pt x="1096" y="1858"/>
                    <a:pt x="1072" y="1905"/>
                  </a:cubicBezTo>
                  <a:cubicBezTo>
                    <a:pt x="1025" y="2025"/>
                    <a:pt x="977" y="2144"/>
                    <a:pt x="858" y="2215"/>
                  </a:cubicBezTo>
                  <a:lnTo>
                    <a:pt x="858" y="1548"/>
                  </a:lnTo>
                  <a:close/>
                  <a:moveTo>
                    <a:pt x="715" y="0"/>
                  </a:moveTo>
                  <a:cubicBezTo>
                    <a:pt x="620" y="0"/>
                    <a:pt x="525" y="48"/>
                    <a:pt x="525" y="143"/>
                  </a:cubicBezTo>
                  <a:lnTo>
                    <a:pt x="525" y="262"/>
                  </a:lnTo>
                  <a:lnTo>
                    <a:pt x="477" y="262"/>
                  </a:lnTo>
                  <a:cubicBezTo>
                    <a:pt x="263" y="334"/>
                    <a:pt x="120" y="500"/>
                    <a:pt x="96" y="715"/>
                  </a:cubicBezTo>
                  <a:cubicBezTo>
                    <a:pt x="48" y="929"/>
                    <a:pt x="120" y="1096"/>
                    <a:pt x="263" y="1215"/>
                  </a:cubicBezTo>
                  <a:cubicBezTo>
                    <a:pt x="334" y="1286"/>
                    <a:pt x="406" y="1334"/>
                    <a:pt x="525" y="1358"/>
                  </a:cubicBezTo>
                  <a:lnTo>
                    <a:pt x="525" y="2167"/>
                  </a:lnTo>
                  <a:cubicBezTo>
                    <a:pt x="453" y="2167"/>
                    <a:pt x="382" y="2144"/>
                    <a:pt x="263" y="2048"/>
                  </a:cubicBezTo>
                  <a:cubicBezTo>
                    <a:pt x="245" y="2040"/>
                    <a:pt x="221" y="2034"/>
                    <a:pt x="195" y="2034"/>
                  </a:cubicBezTo>
                  <a:cubicBezTo>
                    <a:pt x="149" y="2034"/>
                    <a:pt x="94" y="2051"/>
                    <a:pt x="48" y="2096"/>
                  </a:cubicBezTo>
                  <a:cubicBezTo>
                    <a:pt x="1" y="2144"/>
                    <a:pt x="1" y="2263"/>
                    <a:pt x="96" y="2334"/>
                  </a:cubicBezTo>
                  <a:cubicBezTo>
                    <a:pt x="263" y="2429"/>
                    <a:pt x="382" y="2477"/>
                    <a:pt x="525" y="2477"/>
                  </a:cubicBezTo>
                  <a:lnTo>
                    <a:pt x="525" y="2596"/>
                  </a:lnTo>
                  <a:cubicBezTo>
                    <a:pt x="525" y="2691"/>
                    <a:pt x="596" y="2739"/>
                    <a:pt x="691" y="2739"/>
                  </a:cubicBezTo>
                  <a:cubicBezTo>
                    <a:pt x="763" y="2739"/>
                    <a:pt x="858" y="2691"/>
                    <a:pt x="858" y="2596"/>
                  </a:cubicBezTo>
                  <a:lnTo>
                    <a:pt x="858" y="2501"/>
                  </a:lnTo>
                  <a:cubicBezTo>
                    <a:pt x="1168" y="2453"/>
                    <a:pt x="1334" y="2167"/>
                    <a:pt x="1406" y="1929"/>
                  </a:cubicBezTo>
                  <a:cubicBezTo>
                    <a:pt x="1453" y="1644"/>
                    <a:pt x="1287" y="1334"/>
                    <a:pt x="977" y="1262"/>
                  </a:cubicBezTo>
                  <a:cubicBezTo>
                    <a:pt x="953" y="1262"/>
                    <a:pt x="930" y="1215"/>
                    <a:pt x="858" y="1215"/>
                  </a:cubicBezTo>
                  <a:lnTo>
                    <a:pt x="858" y="596"/>
                  </a:lnTo>
                  <a:cubicBezTo>
                    <a:pt x="953" y="619"/>
                    <a:pt x="977" y="643"/>
                    <a:pt x="977" y="643"/>
                  </a:cubicBezTo>
                  <a:cubicBezTo>
                    <a:pt x="1013" y="679"/>
                    <a:pt x="1049" y="697"/>
                    <a:pt x="1084" y="697"/>
                  </a:cubicBezTo>
                  <a:cubicBezTo>
                    <a:pt x="1120" y="697"/>
                    <a:pt x="1156" y="679"/>
                    <a:pt x="1191" y="643"/>
                  </a:cubicBezTo>
                  <a:cubicBezTo>
                    <a:pt x="1239" y="596"/>
                    <a:pt x="1239" y="500"/>
                    <a:pt x="1215" y="453"/>
                  </a:cubicBezTo>
                  <a:cubicBezTo>
                    <a:pt x="1168" y="381"/>
                    <a:pt x="1049" y="310"/>
                    <a:pt x="858" y="262"/>
                  </a:cubicBezTo>
                  <a:lnTo>
                    <a:pt x="858" y="143"/>
                  </a:lnTo>
                  <a:cubicBezTo>
                    <a:pt x="858" y="48"/>
                    <a:pt x="810" y="0"/>
                    <a:pt x="715"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3" name="Google Shape;29993;p154"/>
            <p:cNvSpPr/>
            <p:nvPr/>
          </p:nvSpPr>
          <p:spPr>
            <a:xfrm>
              <a:off x="2784841" y="3265595"/>
              <a:ext cx="23134" cy="92503"/>
            </a:xfrm>
            <a:custGeom>
              <a:rect b="b" l="l" r="r" t="t"/>
              <a:pathLst>
                <a:path extrusionOk="0" h="2859" w="715">
                  <a:moveTo>
                    <a:pt x="119" y="1572"/>
                  </a:moveTo>
                  <a:cubicBezTo>
                    <a:pt x="357" y="1668"/>
                    <a:pt x="357" y="1882"/>
                    <a:pt x="333" y="1929"/>
                  </a:cubicBezTo>
                  <a:cubicBezTo>
                    <a:pt x="286" y="2049"/>
                    <a:pt x="238" y="2168"/>
                    <a:pt x="119" y="2239"/>
                  </a:cubicBezTo>
                  <a:lnTo>
                    <a:pt x="119" y="1572"/>
                  </a:lnTo>
                  <a:close/>
                  <a:moveTo>
                    <a:pt x="0" y="1"/>
                  </a:moveTo>
                  <a:lnTo>
                    <a:pt x="0" y="2858"/>
                  </a:lnTo>
                  <a:cubicBezTo>
                    <a:pt x="95" y="2858"/>
                    <a:pt x="143" y="2763"/>
                    <a:pt x="143" y="2715"/>
                  </a:cubicBezTo>
                  <a:lnTo>
                    <a:pt x="143" y="2549"/>
                  </a:lnTo>
                  <a:cubicBezTo>
                    <a:pt x="452" y="2501"/>
                    <a:pt x="667" y="2239"/>
                    <a:pt x="691" y="2001"/>
                  </a:cubicBezTo>
                  <a:cubicBezTo>
                    <a:pt x="714" y="1668"/>
                    <a:pt x="548" y="1358"/>
                    <a:pt x="238" y="1286"/>
                  </a:cubicBezTo>
                  <a:cubicBezTo>
                    <a:pt x="214" y="1286"/>
                    <a:pt x="191" y="1239"/>
                    <a:pt x="119" y="1239"/>
                  </a:cubicBezTo>
                  <a:lnTo>
                    <a:pt x="119" y="620"/>
                  </a:lnTo>
                  <a:cubicBezTo>
                    <a:pt x="214" y="643"/>
                    <a:pt x="238" y="667"/>
                    <a:pt x="238" y="667"/>
                  </a:cubicBezTo>
                  <a:cubicBezTo>
                    <a:pt x="274" y="703"/>
                    <a:pt x="310" y="721"/>
                    <a:pt x="348" y="721"/>
                  </a:cubicBezTo>
                  <a:cubicBezTo>
                    <a:pt x="387" y="721"/>
                    <a:pt x="429" y="703"/>
                    <a:pt x="476" y="667"/>
                  </a:cubicBezTo>
                  <a:cubicBezTo>
                    <a:pt x="548" y="620"/>
                    <a:pt x="548" y="524"/>
                    <a:pt x="500" y="429"/>
                  </a:cubicBezTo>
                  <a:cubicBezTo>
                    <a:pt x="452" y="382"/>
                    <a:pt x="333" y="286"/>
                    <a:pt x="143" y="262"/>
                  </a:cubicBezTo>
                  <a:lnTo>
                    <a:pt x="143" y="143"/>
                  </a:lnTo>
                  <a:cubicBezTo>
                    <a:pt x="143" y="48"/>
                    <a:pt x="95"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94" name="Google Shape;29994;p154"/>
          <p:cNvSpPr/>
          <p:nvPr/>
        </p:nvSpPr>
        <p:spPr>
          <a:xfrm>
            <a:off x="3307238" y="2897456"/>
            <a:ext cx="308990" cy="308246"/>
          </a:xfrm>
          <a:custGeom>
            <a:rect b="b" l="l" r="r" t="t"/>
            <a:pathLst>
              <a:path extrusionOk="0" h="9527" w="9550">
                <a:moveTo>
                  <a:pt x="6252" y="0"/>
                </a:moveTo>
                <a:cubicBezTo>
                  <a:pt x="6168" y="0"/>
                  <a:pt x="6085" y="24"/>
                  <a:pt x="6025" y="72"/>
                </a:cubicBezTo>
                <a:lnTo>
                  <a:pt x="5954" y="167"/>
                </a:lnTo>
                <a:cubicBezTo>
                  <a:pt x="5787" y="313"/>
                  <a:pt x="5602" y="386"/>
                  <a:pt x="5399" y="386"/>
                </a:cubicBezTo>
                <a:cubicBezTo>
                  <a:pt x="5370" y="386"/>
                  <a:pt x="5341" y="384"/>
                  <a:pt x="5311" y="382"/>
                </a:cubicBezTo>
                <a:cubicBezTo>
                  <a:pt x="5259" y="375"/>
                  <a:pt x="5207" y="372"/>
                  <a:pt x="5155" y="372"/>
                </a:cubicBezTo>
                <a:cubicBezTo>
                  <a:pt x="4794" y="372"/>
                  <a:pt x="4417" y="513"/>
                  <a:pt x="4168" y="763"/>
                </a:cubicBezTo>
                <a:lnTo>
                  <a:pt x="0" y="4930"/>
                </a:lnTo>
                <a:lnTo>
                  <a:pt x="4549" y="9526"/>
                </a:lnTo>
                <a:lnTo>
                  <a:pt x="8740" y="5359"/>
                </a:lnTo>
                <a:cubicBezTo>
                  <a:pt x="9050" y="5049"/>
                  <a:pt x="9193" y="4620"/>
                  <a:pt x="9121" y="4192"/>
                </a:cubicBezTo>
                <a:cubicBezTo>
                  <a:pt x="9097" y="3954"/>
                  <a:pt x="9193" y="3716"/>
                  <a:pt x="9336" y="3573"/>
                </a:cubicBezTo>
                <a:lnTo>
                  <a:pt x="9431" y="3477"/>
                </a:lnTo>
                <a:cubicBezTo>
                  <a:pt x="9550" y="3358"/>
                  <a:pt x="9550" y="3144"/>
                  <a:pt x="9431" y="3025"/>
                </a:cubicBezTo>
                <a:lnTo>
                  <a:pt x="6478" y="72"/>
                </a:lnTo>
                <a:cubicBezTo>
                  <a:pt x="6418" y="24"/>
                  <a:pt x="6335" y="0"/>
                  <a:pt x="6252"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5" name="Google Shape;29995;p154"/>
          <p:cNvSpPr/>
          <p:nvPr/>
        </p:nvSpPr>
        <p:spPr>
          <a:xfrm>
            <a:off x="3381406" y="2946559"/>
            <a:ext cx="235059" cy="258161"/>
          </a:xfrm>
          <a:custGeom>
            <a:rect b="b" l="l" r="r" t="t"/>
            <a:pathLst>
              <a:path extrusionOk="0" h="7979" w="7265">
                <a:moveTo>
                  <a:pt x="5645" y="0"/>
                </a:moveTo>
                <a:lnTo>
                  <a:pt x="1" y="5692"/>
                </a:lnTo>
                <a:lnTo>
                  <a:pt x="2287" y="7978"/>
                </a:lnTo>
                <a:lnTo>
                  <a:pt x="6454" y="3811"/>
                </a:lnTo>
                <a:cubicBezTo>
                  <a:pt x="6740" y="3501"/>
                  <a:pt x="6907" y="3072"/>
                  <a:pt x="6835" y="2644"/>
                </a:cubicBezTo>
                <a:cubicBezTo>
                  <a:pt x="6812" y="2406"/>
                  <a:pt x="6907" y="2191"/>
                  <a:pt x="7050" y="2025"/>
                </a:cubicBezTo>
                <a:lnTo>
                  <a:pt x="7145" y="1929"/>
                </a:lnTo>
                <a:cubicBezTo>
                  <a:pt x="7264" y="1810"/>
                  <a:pt x="7264" y="1596"/>
                  <a:pt x="7145" y="1477"/>
                </a:cubicBezTo>
                <a:lnTo>
                  <a:pt x="564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96" name="Google Shape;29996;p154"/>
          <p:cNvGrpSpPr/>
          <p:nvPr/>
        </p:nvGrpSpPr>
        <p:grpSpPr>
          <a:xfrm>
            <a:off x="3267151" y="2896097"/>
            <a:ext cx="338301" cy="335582"/>
            <a:chOff x="3267151" y="3048497"/>
            <a:chExt cx="338301" cy="335582"/>
          </a:xfrm>
        </p:grpSpPr>
        <p:sp>
          <p:nvSpPr>
            <p:cNvPr id="29997" name="Google Shape;29997;p154"/>
            <p:cNvSpPr/>
            <p:nvPr/>
          </p:nvSpPr>
          <p:spPr>
            <a:xfrm>
              <a:off x="3267151" y="3048497"/>
              <a:ext cx="292069" cy="290127"/>
            </a:xfrm>
            <a:custGeom>
              <a:rect b="b" l="l" r="r" t="t"/>
              <a:pathLst>
                <a:path extrusionOk="0" h="8967" w="9027">
                  <a:moveTo>
                    <a:pt x="3299" y="1"/>
                  </a:moveTo>
                  <a:cubicBezTo>
                    <a:pt x="3216" y="1"/>
                    <a:pt x="3132" y="31"/>
                    <a:pt x="3073" y="90"/>
                  </a:cubicBezTo>
                  <a:lnTo>
                    <a:pt x="120" y="3043"/>
                  </a:lnTo>
                  <a:cubicBezTo>
                    <a:pt x="1" y="3162"/>
                    <a:pt x="1" y="3376"/>
                    <a:pt x="120" y="3496"/>
                  </a:cubicBezTo>
                  <a:lnTo>
                    <a:pt x="215" y="3591"/>
                  </a:lnTo>
                  <a:cubicBezTo>
                    <a:pt x="358" y="3758"/>
                    <a:pt x="453" y="3972"/>
                    <a:pt x="430" y="4210"/>
                  </a:cubicBezTo>
                  <a:cubicBezTo>
                    <a:pt x="358" y="4615"/>
                    <a:pt x="525" y="5067"/>
                    <a:pt x="811" y="5377"/>
                  </a:cubicBezTo>
                  <a:lnTo>
                    <a:pt x="4335" y="8878"/>
                  </a:lnTo>
                  <a:cubicBezTo>
                    <a:pt x="4395" y="8937"/>
                    <a:pt x="4472" y="8967"/>
                    <a:pt x="4549" y="8967"/>
                  </a:cubicBezTo>
                  <a:cubicBezTo>
                    <a:pt x="4627" y="8967"/>
                    <a:pt x="4704" y="8937"/>
                    <a:pt x="4764" y="8878"/>
                  </a:cubicBezTo>
                  <a:lnTo>
                    <a:pt x="8908" y="4734"/>
                  </a:lnTo>
                  <a:cubicBezTo>
                    <a:pt x="9027" y="4615"/>
                    <a:pt x="9027" y="4424"/>
                    <a:pt x="8908" y="4305"/>
                  </a:cubicBezTo>
                  <a:lnTo>
                    <a:pt x="5407" y="781"/>
                  </a:lnTo>
                  <a:cubicBezTo>
                    <a:pt x="5146" y="540"/>
                    <a:pt x="4782" y="383"/>
                    <a:pt x="4432" y="383"/>
                  </a:cubicBezTo>
                  <a:cubicBezTo>
                    <a:pt x="4367" y="383"/>
                    <a:pt x="4303" y="389"/>
                    <a:pt x="4240" y="400"/>
                  </a:cubicBezTo>
                  <a:cubicBezTo>
                    <a:pt x="4215" y="402"/>
                    <a:pt x="4191" y="403"/>
                    <a:pt x="4166" y="403"/>
                  </a:cubicBezTo>
                  <a:cubicBezTo>
                    <a:pt x="3954" y="403"/>
                    <a:pt x="3749" y="314"/>
                    <a:pt x="3621" y="185"/>
                  </a:cubicBezTo>
                  <a:lnTo>
                    <a:pt x="3525" y="90"/>
                  </a:lnTo>
                  <a:cubicBezTo>
                    <a:pt x="3466" y="31"/>
                    <a:pt x="3383" y="1"/>
                    <a:pt x="3299"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8" name="Google Shape;29998;p154"/>
            <p:cNvSpPr/>
            <p:nvPr/>
          </p:nvSpPr>
          <p:spPr>
            <a:xfrm>
              <a:off x="3318789" y="3048497"/>
              <a:ext cx="239653" cy="220208"/>
            </a:xfrm>
            <a:custGeom>
              <a:rect b="b" l="l" r="r" t="t"/>
              <a:pathLst>
                <a:path extrusionOk="0" h="6806" w="7407">
                  <a:moveTo>
                    <a:pt x="1703" y="1"/>
                  </a:moveTo>
                  <a:cubicBezTo>
                    <a:pt x="1620" y="1"/>
                    <a:pt x="1536" y="31"/>
                    <a:pt x="1477" y="90"/>
                  </a:cubicBezTo>
                  <a:lnTo>
                    <a:pt x="0" y="1590"/>
                  </a:lnTo>
                  <a:lnTo>
                    <a:pt x="5192" y="6806"/>
                  </a:lnTo>
                  <a:lnTo>
                    <a:pt x="7288" y="4710"/>
                  </a:lnTo>
                  <a:cubicBezTo>
                    <a:pt x="7407" y="4591"/>
                    <a:pt x="7407" y="4377"/>
                    <a:pt x="7288" y="4258"/>
                  </a:cubicBezTo>
                  <a:lnTo>
                    <a:pt x="3811" y="781"/>
                  </a:lnTo>
                  <a:cubicBezTo>
                    <a:pt x="3550" y="540"/>
                    <a:pt x="3186" y="383"/>
                    <a:pt x="2836" y="383"/>
                  </a:cubicBezTo>
                  <a:cubicBezTo>
                    <a:pt x="2771" y="383"/>
                    <a:pt x="2707" y="389"/>
                    <a:pt x="2644" y="400"/>
                  </a:cubicBezTo>
                  <a:cubicBezTo>
                    <a:pt x="2619" y="402"/>
                    <a:pt x="2595" y="403"/>
                    <a:pt x="2571" y="403"/>
                  </a:cubicBezTo>
                  <a:cubicBezTo>
                    <a:pt x="2362" y="403"/>
                    <a:pt x="2174" y="314"/>
                    <a:pt x="2025" y="185"/>
                  </a:cubicBezTo>
                  <a:lnTo>
                    <a:pt x="1929" y="90"/>
                  </a:lnTo>
                  <a:cubicBezTo>
                    <a:pt x="1870" y="31"/>
                    <a:pt x="1787" y="1"/>
                    <a:pt x="170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9" name="Google Shape;29999;p154"/>
            <p:cNvSpPr/>
            <p:nvPr/>
          </p:nvSpPr>
          <p:spPr>
            <a:xfrm>
              <a:off x="3436689" y="3254045"/>
              <a:ext cx="94800" cy="92859"/>
            </a:xfrm>
            <a:custGeom>
              <a:rect b="b" l="l" r="r" t="t"/>
              <a:pathLst>
                <a:path extrusionOk="0" h="2870" w="2930">
                  <a:moveTo>
                    <a:pt x="1143" y="0"/>
                  </a:moveTo>
                  <a:lnTo>
                    <a:pt x="0" y="1120"/>
                  </a:lnTo>
                  <a:lnTo>
                    <a:pt x="1500" y="2620"/>
                  </a:lnTo>
                  <a:cubicBezTo>
                    <a:pt x="1643" y="2787"/>
                    <a:pt x="1846" y="2870"/>
                    <a:pt x="2051" y="2870"/>
                  </a:cubicBezTo>
                  <a:cubicBezTo>
                    <a:pt x="2256" y="2870"/>
                    <a:pt x="2465" y="2787"/>
                    <a:pt x="2620" y="2620"/>
                  </a:cubicBezTo>
                  <a:cubicBezTo>
                    <a:pt x="2929" y="2310"/>
                    <a:pt x="2929" y="1786"/>
                    <a:pt x="2620" y="1477"/>
                  </a:cubicBezTo>
                  <a:lnTo>
                    <a:pt x="1143" y="0"/>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0" name="Google Shape;30000;p154"/>
            <p:cNvSpPr/>
            <p:nvPr/>
          </p:nvSpPr>
          <p:spPr>
            <a:xfrm>
              <a:off x="3473671" y="3217064"/>
              <a:ext cx="95577" cy="92859"/>
            </a:xfrm>
            <a:custGeom>
              <a:rect b="b" l="l" r="r" t="t"/>
              <a:pathLst>
                <a:path extrusionOk="0" h="2870" w="2954">
                  <a:moveTo>
                    <a:pt x="1119" y="0"/>
                  </a:moveTo>
                  <a:lnTo>
                    <a:pt x="0" y="1143"/>
                  </a:lnTo>
                  <a:lnTo>
                    <a:pt x="1477" y="2620"/>
                  </a:lnTo>
                  <a:cubicBezTo>
                    <a:pt x="1631" y="2786"/>
                    <a:pt x="1834" y="2870"/>
                    <a:pt x="2039" y="2870"/>
                  </a:cubicBezTo>
                  <a:cubicBezTo>
                    <a:pt x="2245" y="2870"/>
                    <a:pt x="2453" y="2786"/>
                    <a:pt x="2620" y="2620"/>
                  </a:cubicBezTo>
                  <a:cubicBezTo>
                    <a:pt x="2953" y="2310"/>
                    <a:pt x="2953" y="1786"/>
                    <a:pt x="2620" y="1501"/>
                  </a:cubicBezTo>
                  <a:lnTo>
                    <a:pt x="1119"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1" name="Google Shape;30001;p154"/>
            <p:cNvSpPr/>
            <p:nvPr/>
          </p:nvSpPr>
          <p:spPr>
            <a:xfrm>
              <a:off x="3399676" y="3291802"/>
              <a:ext cx="94833" cy="92276"/>
            </a:xfrm>
            <a:custGeom>
              <a:rect b="b" l="l" r="r" t="t"/>
              <a:pathLst>
                <a:path extrusionOk="0" h="2852" w="2931">
                  <a:moveTo>
                    <a:pt x="1120" y="0"/>
                  </a:moveTo>
                  <a:lnTo>
                    <a:pt x="1" y="1119"/>
                  </a:lnTo>
                  <a:lnTo>
                    <a:pt x="1477" y="2620"/>
                  </a:lnTo>
                  <a:cubicBezTo>
                    <a:pt x="1632" y="2775"/>
                    <a:pt x="1835" y="2852"/>
                    <a:pt x="2040" y="2852"/>
                  </a:cubicBezTo>
                  <a:cubicBezTo>
                    <a:pt x="2245" y="2852"/>
                    <a:pt x="2454" y="2775"/>
                    <a:pt x="2621" y="2620"/>
                  </a:cubicBezTo>
                  <a:cubicBezTo>
                    <a:pt x="2930" y="2286"/>
                    <a:pt x="2930" y="1786"/>
                    <a:pt x="2621" y="1477"/>
                  </a:cubicBezTo>
                  <a:lnTo>
                    <a:pt x="1120" y="0"/>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2" name="Google Shape;30002;p154"/>
            <p:cNvSpPr/>
            <p:nvPr/>
          </p:nvSpPr>
          <p:spPr>
            <a:xfrm>
              <a:off x="3511428" y="3180082"/>
              <a:ext cx="94024" cy="92276"/>
            </a:xfrm>
            <a:custGeom>
              <a:rect b="b" l="l" r="r" t="t"/>
              <a:pathLst>
                <a:path extrusionOk="0" h="2852" w="2906">
                  <a:moveTo>
                    <a:pt x="1119" y="0"/>
                  </a:moveTo>
                  <a:lnTo>
                    <a:pt x="0" y="1119"/>
                  </a:lnTo>
                  <a:lnTo>
                    <a:pt x="1477" y="2620"/>
                  </a:lnTo>
                  <a:cubicBezTo>
                    <a:pt x="1631" y="2774"/>
                    <a:pt x="1834" y="2852"/>
                    <a:pt x="2039" y="2852"/>
                  </a:cubicBezTo>
                  <a:cubicBezTo>
                    <a:pt x="2245" y="2852"/>
                    <a:pt x="2453" y="2774"/>
                    <a:pt x="2620" y="2620"/>
                  </a:cubicBezTo>
                  <a:cubicBezTo>
                    <a:pt x="2905" y="2310"/>
                    <a:pt x="2905" y="1786"/>
                    <a:pt x="2620" y="1477"/>
                  </a:cubicBezTo>
                  <a:lnTo>
                    <a:pt x="1119"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3" name="Google Shape;30003;p154"/>
            <p:cNvSpPr/>
            <p:nvPr/>
          </p:nvSpPr>
          <p:spPr>
            <a:xfrm>
              <a:off x="3314162" y="3203572"/>
              <a:ext cx="112531" cy="106351"/>
            </a:xfrm>
            <a:custGeom>
              <a:rect b="b" l="l" r="r" t="t"/>
              <a:pathLst>
                <a:path extrusionOk="0" h="3287" w="3478">
                  <a:moveTo>
                    <a:pt x="2581" y="0"/>
                  </a:moveTo>
                  <a:cubicBezTo>
                    <a:pt x="2376" y="0"/>
                    <a:pt x="2168" y="84"/>
                    <a:pt x="2001" y="251"/>
                  </a:cubicBezTo>
                  <a:lnTo>
                    <a:pt x="334" y="1918"/>
                  </a:lnTo>
                  <a:cubicBezTo>
                    <a:pt x="1" y="2203"/>
                    <a:pt x="48" y="2727"/>
                    <a:pt x="334" y="3037"/>
                  </a:cubicBezTo>
                  <a:cubicBezTo>
                    <a:pt x="489" y="3203"/>
                    <a:pt x="691" y="3287"/>
                    <a:pt x="897" y="3287"/>
                  </a:cubicBezTo>
                  <a:cubicBezTo>
                    <a:pt x="1102" y="3287"/>
                    <a:pt x="1310" y="3203"/>
                    <a:pt x="1477" y="3037"/>
                  </a:cubicBezTo>
                  <a:lnTo>
                    <a:pt x="3144" y="1370"/>
                  </a:lnTo>
                  <a:cubicBezTo>
                    <a:pt x="3477" y="1060"/>
                    <a:pt x="3477" y="536"/>
                    <a:pt x="3144" y="251"/>
                  </a:cubicBezTo>
                  <a:cubicBezTo>
                    <a:pt x="2989" y="84"/>
                    <a:pt x="2787" y="0"/>
                    <a:pt x="258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4" name="Google Shape;30004;p154"/>
            <p:cNvSpPr/>
            <p:nvPr/>
          </p:nvSpPr>
          <p:spPr>
            <a:xfrm>
              <a:off x="3277958" y="3175844"/>
              <a:ext cx="102501" cy="96515"/>
            </a:xfrm>
            <a:custGeom>
              <a:rect b="b" l="l" r="r" t="t"/>
              <a:pathLst>
                <a:path extrusionOk="0" h="2983" w="3168">
                  <a:moveTo>
                    <a:pt x="2272" y="0"/>
                  </a:moveTo>
                  <a:cubicBezTo>
                    <a:pt x="2066" y="0"/>
                    <a:pt x="1858" y="83"/>
                    <a:pt x="1691" y="250"/>
                  </a:cubicBezTo>
                  <a:lnTo>
                    <a:pt x="334" y="1608"/>
                  </a:lnTo>
                  <a:cubicBezTo>
                    <a:pt x="0" y="1917"/>
                    <a:pt x="24" y="2417"/>
                    <a:pt x="334" y="2751"/>
                  </a:cubicBezTo>
                  <a:cubicBezTo>
                    <a:pt x="477" y="2905"/>
                    <a:pt x="673" y="2983"/>
                    <a:pt x="875" y="2983"/>
                  </a:cubicBezTo>
                  <a:cubicBezTo>
                    <a:pt x="1078" y="2983"/>
                    <a:pt x="1286" y="2905"/>
                    <a:pt x="1453" y="2751"/>
                  </a:cubicBezTo>
                  <a:lnTo>
                    <a:pt x="2834" y="1369"/>
                  </a:lnTo>
                  <a:cubicBezTo>
                    <a:pt x="3168" y="1084"/>
                    <a:pt x="3168" y="560"/>
                    <a:pt x="2834" y="250"/>
                  </a:cubicBezTo>
                  <a:cubicBezTo>
                    <a:pt x="2679" y="83"/>
                    <a:pt x="2477" y="0"/>
                    <a:pt x="227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5" name="Google Shape;30005;p154"/>
            <p:cNvSpPr/>
            <p:nvPr/>
          </p:nvSpPr>
          <p:spPr>
            <a:xfrm>
              <a:off x="3351920" y="3254433"/>
              <a:ext cx="97874" cy="92471"/>
            </a:xfrm>
            <a:custGeom>
              <a:rect b="b" l="l" r="r" t="t"/>
              <a:pathLst>
                <a:path extrusionOk="0" h="2858" w="3025">
                  <a:moveTo>
                    <a:pt x="2129" y="0"/>
                  </a:moveTo>
                  <a:cubicBezTo>
                    <a:pt x="1923" y="0"/>
                    <a:pt x="1715" y="84"/>
                    <a:pt x="1548" y="250"/>
                  </a:cubicBezTo>
                  <a:lnTo>
                    <a:pt x="334" y="1465"/>
                  </a:lnTo>
                  <a:cubicBezTo>
                    <a:pt x="0" y="1774"/>
                    <a:pt x="24" y="2274"/>
                    <a:pt x="334" y="2608"/>
                  </a:cubicBezTo>
                  <a:cubicBezTo>
                    <a:pt x="477" y="2775"/>
                    <a:pt x="679" y="2858"/>
                    <a:pt x="888" y="2858"/>
                  </a:cubicBezTo>
                  <a:cubicBezTo>
                    <a:pt x="1096" y="2858"/>
                    <a:pt x="1310" y="2775"/>
                    <a:pt x="1477" y="2608"/>
                  </a:cubicBezTo>
                  <a:lnTo>
                    <a:pt x="2692" y="1393"/>
                  </a:lnTo>
                  <a:cubicBezTo>
                    <a:pt x="3025" y="1084"/>
                    <a:pt x="2977" y="584"/>
                    <a:pt x="2692" y="250"/>
                  </a:cubicBezTo>
                  <a:cubicBezTo>
                    <a:pt x="2537" y="84"/>
                    <a:pt x="2334" y="0"/>
                    <a:pt x="21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6" name="Google Shape;30006;p154"/>
            <p:cNvSpPr/>
            <p:nvPr/>
          </p:nvSpPr>
          <p:spPr>
            <a:xfrm>
              <a:off x="3388902" y="3306815"/>
              <a:ext cx="82473" cy="77264"/>
            </a:xfrm>
            <a:custGeom>
              <a:rect b="b" l="l" r="r" t="t"/>
              <a:pathLst>
                <a:path extrusionOk="0" h="2388" w="2549">
                  <a:moveTo>
                    <a:pt x="1677" y="1"/>
                  </a:moveTo>
                  <a:cubicBezTo>
                    <a:pt x="1471" y="1"/>
                    <a:pt x="1263" y="84"/>
                    <a:pt x="1096" y="251"/>
                  </a:cubicBezTo>
                  <a:lnTo>
                    <a:pt x="334" y="1013"/>
                  </a:lnTo>
                  <a:cubicBezTo>
                    <a:pt x="1" y="1322"/>
                    <a:pt x="24" y="1822"/>
                    <a:pt x="334" y="2156"/>
                  </a:cubicBezTo>
                  <a:cubicBezTo>
                    <a:pt x="477" y="2311"/>
                    <a:pt x="673" y="2388"/>
                    <a:pt x="876" y="2388"/>
                  </a:cubicBezTo>
                  <a:cubicBezTo>
                    <a:pt x="1078" y="2388"/>
                    <a:pt x="1287" y="2311"/>
                    <a:pt x="1453" y="2156"/>
                  </a:cubicBezTo>
                  <a:lnTo>
                    <a:pt x="2239" y="1370"/>
                  </a:lnTo>
                  <a:cubicBezTo>
                    <a:pt x="2549" y="1037"/>
                    <a:pt x="2525" y="560"/>
                    <a:pt x="2239" y="251"/>
                  </a:cubicBezTo>
                  <a:cubicBezTo>
                    <a:pt x="2084" y="84"/>
                    <a:pt x="1882" y="1"/>
                    <a:pt x="1677"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7" name="Google Shape;30007;p154"/>
            <p:cNvSpPr/>
            <p:nvPr/>
          </p:nvSpPr>
          <p:spPr>
            <a:xfrm>
              <a:off x="3377351" y="3049856"/>
              <a:ext cx="186494" cy="122367"/>
            </a:xfrm>
            <a:custGeom>
              <a:rect b="b" l="l" r="r" t="t"/>
              <a:pathLst>
                <a:path extrusionOk="0" h="3782" w="5764">
                  <a:moveTo>
                    <a:pt x="4061" y="0"/>
                  </a:moveTo>
                  <a:cubicBezTo>
                    <a:pt x="3977" y="0"/>
                    <a:pt x="3894" y="24"/>
                    <a:pt x="3834" y="72"/>
                  </a:cubicBezTo>
                  <a:lnTo>
                    <a:pt x="3739" y="167"/>
                  </a:lnTo>
                  <a:cubicBezTo>
                    <a:pt x="3614" y="313"/>
                    <a:pt x="3416" y="386"/>
                    <a:pt x="3209" y="386"/>
                  </a:cubicBezTo>
                  <a:cubicBezTo>
                    <a:pt x="3180" y="386"/>
                    <a:pt x="3150" y="384"/>
                    <a:pt x="3120" y="382"/>
                  </a:cubicBezTo>
                  <a:cubicBezTo>
                    <a:pt x="3069" y="375"/>
                    <a:pt x="3016" y="372"/>
                    <a:pt x="2964" y="372"/>
                  </a:cubicBezTo>
                  <a:cubicBezTo>
                    <a:pt x="2603" y="372"/>
                    <a:pt x="2223" y="513"/>
                    <a:pt x="1953" y="763"/>
                  </a:cubicBezTo>
                  <a:lnTo>
                    <a:pt x="334" y="2406"/>
                  </a:lnTo>
                  <a:cubicBezTo>
                    <a:pt x="0" y="2739"/>
                    <a:pt x="0" y="3239"/>
                    <a:pt x="334" y="3549"/>
                  </a:cubicBezTo>
                  <a:cubicBezTo>
                    <a:pt x="489" y="3704"/>
                    <a:pt x="703" y="3781"/>
                    <a:pt x="914" y="3781"/>
                  </a:cubicBezTo>
                  <a:cubicBezTo>
                    <a:pt x="1126" y="3781"/>
                    <a:pt x="1334" y="3704"/>
                    <a:pt x="1477" y="3549"/>
                  </a:cubicBezTo>
                  <a:lnTo>
                    <a:pt x="2668" y="2358"/>
                  </a:lnTo>
                  <a:lnTo>
                    <a:pt x="2787" y="2453"/>
                  </a:lnTo>
                  <a:cubicBezTo>
                    <a:pt x="3096" y="2763"/>
                    <a:pt x="3358" y="2953"/>
                    <a:pt x="3668" y="3001"/>
                  </a:cubicBezTo>
                  <a:lnTo>
                    <a:pt x="3692" y="3001"/>
                  </a:lnTo>
                  <a:cubicBezTo>
                    <a:pt x="3761" y="3015"/>
                    <a:pt x="3830" y="3022"/>
                    <a:pt x="3897" y="3022"/>
                  </a:cubicBezTo>
                  <a:cubicBezTo>
                    <a:pt x="4176" y="3022"/>
                    <a:pt x="4433" y="2907"/>
                    <a:pt x="4644" y="2715"/>
                  </a:cubicBezTo>
                  <a:lnTo>
                    <a:pt x="5763" y="1572"/>
                  </a:lnTo>
                  <a:lnTo>
                    <a:pt x="4287" y="72"/>
                  </a:lnTo>
                  <a:cubicBezTo>
                    <a:pt x="4227" y="24"/>
                    <a:pt x="4144" y="0"/>
                    <a:pt x="40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8" name="Google Shape;30008;p154"/>
          <p:cNvGrpSpPr/>
          <p:nvPr/>
        </p:nvGrpSpPr>
        <p:grpSpPr>
          <a:xfrm>
            <a:off x="4019946" y="2890532"/>
            <a:ext cx="346002" cy="346746"/>
            <a:chOff x="4019946" y="3042932"/>
            <a:chExt cx="346002" cy="346746"/>
          </a:xfrm>
        </p:grpSpPr>
        <p:sp>
          <p:nvSpPr>
            <p:cNvPr id="30009" name="Google Shape;30009;p154"/>
            <p:cNvSpPr/>
            <p:nvPr/>
          </p:nvSpPr>
          <p:spPr>
            <a:xfrm>
              <a:off x="4193302" y="3042932"/>
              <a:ext cx="77878" cy="154883"/>
            </a:xfrm>
            <a:custGeom>
              <a:rect b="b" l="l" r="r" t="t"/>
              <a:pathLst>
                <a:path extrusionOk="0" h="4787" w="2407">
                  <a:moveTo>
                    <a:pt x="1" y="0"/>
                  </a:moveTo>
                  <a:lnTo>
                    <a:pt x="1" y="4787"/>
                  </a:lnTo>
                  <a:cubicBezTo>
                    <a:pt x="1335" y="4787"/>
                    <a:pt x="2406" y="3715"/>
                    <a:pt x="2406" y="2382"/>
                  </a:cubicBezTo>
                  <a:cubicBezTo>
                    <a:pt x="2382" y="1096"/>
                    <a:pt x="1311"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0" name="Google Shape;30010;p154"/>
            <p:cNvSpPr/>
            <p:nvPr/>
          </p:nvSpPr>
          <p:spPr>
            <a:xfrm>
              <a:off x="4114712" y="3042932"/>
              <a:ext cx="156469" cy="156436"/>
            </a:xfrm>
            <a:custGeom>
              <a:rect b="b" l="l" r="r" t="t"/>
              <a:pathLst>
                <a:path extrusionOk="0" h="4835" w="4836">
                  <a:moveTo>
                    <a:pt x="2430" y="0"/>
                  </a:moveTo>
                  <a:cubicBezTo>
                    <a:pt x="1072" y="0"/>
                    <a:pt x="1" y="1072"/>
                    <a:pt x="1" y="2405"/>
                  </a:cubicBezTo>
                  <a:cubicBezTo>
                    <a:pt x="1" y="3763"/>
                    <a:pt x="1072" y="4834"/>
                    <a:pt x="2430" y="4834"/>
                  </a:cubicBezTo>
                  <a:cubicBezTo>
                    <a:pt x="3740" y="4834"/>
                    <a:pt x="4811" y="3763"/>
                    <a:pt x="4835" y="2405"/>
                  </a:cubicBezTo>
                  <a:cubicBezTo>
                    <a:pt x="4835" y="1072"/>
                    <a:pt x="3764" y="0"/>
                    <a:pt x="243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1" name="Google Shape;30011;p154"/>
            <p:cNvSpPr/>
            <p:nvPr/>
          </p:nvSpPr>
          <p:spPr>
            <a:xfrm>
              <a:off x="4193302" y="3042932"/>
              <a:ext cx="77878" cy="154883"/>
            </a:xfrm>
            <a:custGeom>
              <a:rect b="b" l="l" r="r" t="t"/>
              <a:pathLst>
                <a:path extrusionOk="0" h="4787" w="2407">
                  <a:moveTo>
                    <a:pt x="1" y="0"/>
                  </a:moveTo>
                  <a:lnTo>
                    <a:pt x="1" y="4787"/>
                  </a:lnTo>
                  <a:cubicBezTo>
                    <a:pt x="1335" y="4787"/>
                    <a:pt x="2406" y="3715"/>
                    <a:pt x="2406" y="2382"/>
                  </a:cubicBezTo>
                  <a:cubicBezTo>
                    <a:pt x="2382" y="1096"/>
                    <a:pt x="1311"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2" name="Google Shape;30012;p154"/>
            <p:cNvSpPr/>
            <p:nvPr/>
          </p:nvSpPr>
          <p:spPr>
            <a:xfrm>
              <a:off x="4135516" y="3062960"/>
              <a:ext cx="115604" cy="115604"/>
            </a:xfrm>
            <a:custGeom>
              <a:rect b="b" l="l" r="r" t="t"/>
              <a:pathLst>
                <a:path extrusionOk="0" h="3573" w="3573">
                  <a:moveTo>
                    <a:pt x="1787" y="0"/>
                  </a:moveTo>
                  <a:cubicBezTo>
                    <a:pt x="787" y="0"/>
                    <a:pt x="1" y="810"/>
                    <a:pt x="1" y="1786"/>
                  </a:cubicBezTo>
                  <a:cubicBezTo>
                    <a:pt x="1" y="2787"/>
                    <a:pt x="787" y="3572"/>
                    <a:pt x="1787" y="3572"/>
                  </a:cubicBezTo>
                  <a:cubicBezTo>
                    <a:pt x="2763" y="3572"/>
                    <a:pt x="3573" y="2787"/>
                    <a:pt x="3573" y="1786"/>
                  </a:cubicBezTo>
                  <a:cubicBezTo>
                    <a:pt x="3573" y="810"/>
                    <a:pt x="2763" y="0"/>
                    <a:pt x="1787"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3" name="Google Shape;30013;p154"/>
            <p:cNvSpPr/>
            <p:nvPr/>
          </p:nvSpPr>
          <p:spPr>
            <a:xfrm>
              <a:off x="4192763" y="3062960"/>
              <a:ext cx="57818" cy="114860"/>
            </a:xfrm>
            <a:custGeom>
              <a:rect b="b" l="l" r="r" t="t"/>
              <a:pathLst>
                <a:path extrusionOk="0" h="3550" w="1787">
                  <a:moveTo>
                    <a:pt x="0" y="0"/>
                  </a:moveTo>
                  <a:lnTo>
                    <a:pt x="0" y="3549"/>
                  </a:lnTo>
                  <a:cubicBezTo>
                    <a:pt x="15" y="3549"/>
                    <a:pt x="30" y="3549"/>
                    <a:pt x="46" y="3549"/>
                  </a:cubicBezTo>
                  <a:cubicBezTo>
                    <a:pt x="1047" y="3549"/>
                    <a:pt x="1786" y="2772"/>
                    <a:pt x="1786" y="1786"/>
                  </a:cubicBezTo>
                  <a:cubicBezTo>
                    <a:pt x="1786" y="810"/>
                    <a:pt x="1000" y="0"/>
                    <a:pt x="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4" name="Google Shape;30014;p154"/>
            <p:cNvSpPr/>
            <p:nvPr/>
          </p:nvSpPr>
          <p:spPr>
            <a:xfrm>
              <a:off x="4168648" y="3075287"/>
              <a:ext cx="47821" cy="88620"/>
            </a:xfrm>
            <a:custGeom>
              <a:rect b="b" l="l" r="r" t="t"/>
              <a:pathLst>
                <a:path extrusionOk="0" h="2739" w="1478">
                  <a:moveTo>
                    <a:pt x="572" y="620"/>
                  </a:moveTo>
                  <a:lnTo>
                    <a:pt x="572" y="1048"/>
                  </a:lnTo>
                  <a:cubicBezTo>
                    <a:pt x="549" y="1048"/>
                    <a:pt x="525" y="1024"/>
                    <a:pt x="477" y="1024"/>
                  </a:cubicBezTo>
                  <a:cubicBezTo>
                    <a:pt x="429" y="1001"/>
                    <a:pt x="429" y="905"/>
                    <a:pt x="429" y="810"/>
                  </a:cubicBezTo>
                  <a:cubicBezTo>
                    <a:pt x="429" y="762"/>
                    <a:pt x="477" y="667"/>
                    <a:pt x="572" y="620"/>
                  </a:cubicBezTo>
                  <a:close/>
                  <a:moveTo>
                    <a:pt x="906" y="1572"/>
                  </a:moveTo>
                  <a:cubicBezTo>
                    <a:pt x="1144" y="1644"/>
                    <a:pt x="1120" y="1858"/>
                    <a:pt x="1120" y="1929"/>
                  </a:cubicBezTo>
                  <a:cubicBezTo>
                    <a:pt x="1072" y="2048"/>
                    <a:pt x="1025" y="2167"/>
                    <a:pt x="906" y="2215"/>
                  </a:cubicBezTo>
                  <a:lnTo>
                    <a:pt x="906" y="1572"/>
                  </a:lnTo>
                  <a:close/>
                  <a:moveTo>
                    <a:pt x="715" y="0"/>
                  </a:moveTo>
                  <a:cubicBezTo>
                    <a:pt x="644" y="0"/>
                    <a:pt x="549" y="72"/>
                    <a:pt x="549" y="167"/>
                  </a:cubicBezTo>
                  <a:lnTo>
                    <a:pt x="549" y="286"/>
                  </a:lnTo>
                  <a:lnTo>
                    <a:pt x="477" y="286"/>
                  </a:lnTo>
                  <a:cubicBezTo>
                    <a:pt x="287" y="334"/>
                    <a:pt x="120" y="524"/>
                    <a:pt x="96" y="715"/>
                  </a:cubicBezTo>
                  <a:cubicBezTo>
                    <a:pt x="72" y="929"/>
                    <a:pt x="120" y="1120"/>
                    <a:pt x="287" y="1239"/>
                  </a:cubicBezTo>
                  <a:cubicBezTo>
                    <a:pt x="334" y="1286"/>
                    <a:pt x="429" y="1358"/>
                    <a:pt x="549" y="1382"/>
                  </a:cubicBezTo>
                  <a:lnTo>
                    <a:pt x="549" y="2191"/>
                  </a:lnTo>
                  <a:cubicBezTo>
                    <a:pt x="453" y="2191"/>
                    <a:pt x="406" y="2144"/>
                    <a:pt x="287" y="2072"/>
                  </a:cubicBezTo>
                  <a:cubicBezTo>
                    <a:pt x="254" y="2051"/>
                    <a:pt x="218" y="2039"/>
                    <a:pt x="182" y="2039"/>
                  </a:cubicBezTo>
                  <a:cubicBezTo>
                    <a:pt x="139" y="2039"/>
                    <a:pt x="98" y="2057"/>
                    <a:pt x="72" y="2096"/>
                  </a:cubicBezTo>
                  <a:cubicBezTo>
                    <a:pt x="1" y="2144"/>
                    <a:pt x="1" y="2287"/>
                    <a:pt x="96" y="2334"/>
                  </a:cubicBezTo>
                  <a:cubicBezTo>
                    <a:pt x="287" y="2453"/>
                    <a:pt x="406" y="2477"/>
                    <a:pt x="549" y="2477"/>
                  </a:cubicBezTo>
                  <a:lnTo>
                    <a:pt x="549" y="2596"/>
                  </a:lnTo>
                  <a:cubicBezTo>
                    <a:pt x="549" y="2691"/>
                    <a:pt x="596" y="2739"/>
                    <a:pt x="691" y="2739"/>
                  </a:cubicBezTo>
                  <a:cubicBezTo>
                    <a:pt x="787" y="2739"/>
                    <a:pt x="882" y="2691"/>
                    <a:pt x="882" y="2596"/>
                  </a:cubicBezTo>
                  <a:lnTo>
                    <a:pt x="882" y="2453"/>
                  </a:lnTo>
                  <a:cubicBezTo>
                    <a:pt x="1168" y="2382"/>
                    <a:pt x="1358" y="2120"/>
                    <a:pt x="1406" y="1882"/>
                  </a:cubicBezTo>
                  <a:cubicBezTo>
                    <a:pt x="1477" y="1644"/>
                    <a:pt x="1311" y="1358"/>
                    <a:pt x="1001" y="1263"/>
                  </a:cubicBezTo>
                  <a:cubicBezTo>
                    <a:pt x="953" y="1263"/>
                    <a:pt x="930" y="1239"/>
                    <a:pt x="882" y="1239"/>
                  </a:cubicBezTo>
                  <a:lnTo>
                    <a:pt x="882" y="596"/>
                  </a:lnTo>
                  <a:cubicBezTo>
                    <a:pt x="953" y="643"/>
                    <a:pt x="1001" y="667"/>
                    <a:pt x="1001" y="667"/>
                  </a:cubicBezTo>
                  <a:cubicBezTo>
                    <a:pt x="1025" y="691"/>
                    <a:pt x="1061" y="703"/>
                    <a:pt x="1096" y="703"/>
                  </a:cubicBezTo>
                  <a:cubicBezTo>
                    <a:pt x="1132" y="703"/>
                    <a:pt x="1168" y="691"/>
                    <a:pt x="1192" y="667"/>
                  </a:cubicBezTo>
                  <a:cubicBezTo>
                    <a:pt x="1263" y="596"/>
                    <a:pt x="1263" y="524"/>
                    <a:pt x="1239" y="453"/>
                  </a:cubicBezTo>
                  <a:cubicBezTo>
                    <a:pt x="1168" y="405"/>
                    <a:pt x="1049" y="310"/>
                    <a:pt x="882" y="286"/>
                  </a:cubicBezTo>
                  <a:lnTo>
                    <a:pt x="882" y="167"/>
                  </a:lnTo>
                  <a:cubicBezTo>
                    <a:pt x="882" y="72"/>
                    <a:pt x="811" y="0"/>
                    <a:pt x="715"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5" name="Google Shape;30015;p154"/>
            <p:cNvSpPr/>
            <p:nvPr/>
          </p:nvSpPr>
          <p:spPr>
            <a:xfrm>
              <a:off x="4193302" y="3074510"/>
              <a:ext cx="23166" cy="92503"/>
            </a:xfrm>
            <a:custGeom>
              <a:rect b="b" l="l" r="r" t="t"/>
              <a:pathLst>
                <a:path extrusionOk="0" h="2859" w="716">
                  <a:moveTo>
                    <a:pt x="144" y="1596"/>
                  </a:moveTo>
                  <a:cubicBezTo>
                    <a:pt x="382" y="1668"/>
                    <a:pt x="358" y="1882"/>
                    <a:pt x="358" y="1953"/>
                  </a:cubicBezTo>
                  <a:cubicBezTo>
                    <a:pt x="310" y="2072"/>
                    <a:pt x="263" y="2191"/>
                    <a:pt x="144" y="2239"/>
                  </a:cubicBezTo>
                  <a:lnTo>
                    <a:pt x="144" y="1596"/>
                  </a:lnTo>
                  <a:close/>
                  <a:moveTo>
                    <a:pt x="1" y="1"/>
                  </a:moveTo>
                  <a:lnTo>
                    <a:pt x="1" y="2858"/>
                  </a:lnTo>
                  <a:cubicBezTo>
                    <a:pt x="72" y="2858"/>
                    <a:pt x="144" y="2763"/>
                    <a:pt x="144" y="2715"/>
                  </a:cubicBezTo>
                  <a:lnTo>
                    <a:pt x="144" y="2572"/>
                  </a:lnTo>
                  <a:cubicBezTo>
                    <a:pt x="430" y="2501"/>
                    <a:pt x="644" y="2239"/>
                    <a:pt x="668" y="2001"/>
                  </a:cubicBezTo>
                  <a:cubicBezTo>
                    <a:pt x="715" y="1668"/>
                    <a:pt x="549" y="1382"/>
                    <a:pt x="239" y="1287"/>
                  </a:cubicBezTo>
                  <a:cubicBezTo>
                    <a:pt x="191" y="1287"/>
                    <a:pt x="168" y="1263"/>
                    <a:pt x="120" y="1263"/>
                  </a:cubicBezTo>
                  <a:lnTo>
                    <a:pt x="120" y="620"/>
                  </a:lnTo>
                  <a:cubicBezTo>
                    <a:pt x="191" y="667"/>
                    <a:pt x="239" y="691"/>
                    <a:pt x="239" y="691"/>
                  </a:cubicBezTo>
                  <a:cubicBezTo>
                    <a:pt x="263" y="715"/>
                    <a:pt x="299" y="727"/>
                    <a:pt x="340" y="727"/>
                  </a:cubicBezTo>
                  <a:cubicBezTo>
                    <a:pt x="382" y="727"/>
                    <a:pt x="430" y="715"/>
                    <a:pt x="477" y="691"/>
                  </a:cubicBezTo>
                  <a:cubicBezTo>
                    <a:pt x="525" y="620"/>
                    <a:pt x="525" y="548"/>
                    <a:pt x="501" y="453"/>
                  </a:cubicBezTo>
                  <a:cubicBezTo>
                    <a:pt x="430" y="382"/>
                    <a:pt x="310" y="310"/>
                    <a:pt x="144" y="263"/>
                  </a:cubicBezTo>
                  <a:lnTo>
                    <a:pt x="144" y="143"/>
                  </a:lnTo>
                  <a:cubicBezTo>
                    <a:pt x="144" y="72"/>
                    <a:pt x="72"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6" name="Google Shape;30016;p154"/>
            <p:cNvSpPr/>
            <p:nvPr/>
          </p:nvSpPr>
          <p:spPr>
            <a:xfrm>
              <a:off x="4274221" y="3311830"/>
              <a:ext cx="90950" cy="77846"/>
            </a:xfrm>
            <a:custGeom>
              <a:rect b="b" l="l" r="r" t="t"/>
              <a:pathLst>
                <a:path extrusionOk="0" h="2406" w="2811">
                  <a:moveTo>
                    <a:pt x="0" y="0"/>
                  </a:moveTo>
                  <a:lnTo>
                    <a:pt x="0" y="2072"/>
                  </a:lnTo>
                  <a:cubicBezTo>
                    <a:pt x="0" y="2263"/>
                    <a:pt x="143" y="2406"/>
                    <a:pt x="310" y="2406"/>
                  </a:cubicBezTo>
                  <a:lnTo>
                    <a:pt x="2525" y="2406"/>
                  </a:lnTo>
                  <a:cubicBezTo>
                    <a:pt x="2691" y="2406"/>
                    <a:pt x="2811" y="2263"/>
                    <a:pt x="2811" y="2120"/>
                  </a:cubicBezTo>
                  <a:lnTo>
                    <a:pt x="2811" y="334"/>
                  </a:lnTo>
                  <a:cubicBezTo>
                    <a:pt x="2811" y="143"/>
                    <a:pt x="2668" y="0"/>
                    <a:pt x="2477"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7" name="Google Shape;30017;p154"/>
            <p:cNvSpPr/>
            <p:nvPr/>
          </p:nvSpPr>
          <p:spPr>
            <a:xfrm>
              <a:off x="4234166" y="3166202"/>
              <a:ext cx="131782" cy="223476"/>
            </a:xfrm>
            <a:custGeom>
              <a:rect b="b" l="l" r="r" t="t"/>
              <a:pathLst>
                <a:path extrusionOk="0" h="6907" w="4073">
                  <a:moveTo>
                    <a:pt x="2929" y="0"/>
                  </a:moveTo>
                  <a:cubicBezTo>
                    <a:pt x="2286" y="0"/>
                    <a:pt x="1786" y="524"/>
                    <a:pt x="1786" y="1167"/>
                  </a:cubicBezTo>
                  <a:lnTo>
                    <a:pt x="1786" y="3239"/>
                  </a:lnTo>
                  <a:lnTo>
                    <a:pt x="834" y="3239"/>
                  </a:lnTo>
                  <a:cubicBezTo>
                    <a:pt x="405" y="3239"/>
                    <a:pt x="0" y="3596"/>
                    <a:pt x="0" y="4073"/>
                  </a:cubicBezTo>
                  <a:lnTo>
                    <a:pt x="0" y="6287"/>
                  </a:lnTo>
                  <a:cubicBezTo>
                    <a:pt x="0" y="6645"/>
                    <a:pt x="286" y="6907"/>
                    <a:pt x="643" y="6907"/>
                  </a:cubicBezTo>
                  <a:cubicBezTo>
                    <a:pt x="953" y="6907"/>
                    <a:pt x="1262" y="6621"/>
                    <a:pt x="1262" y="6311"/>
                  </a:cubicBezTo>
                  <a:lnTo>
                    <a:pt x="1262" y="4525"/>
                  </a:lnTo>
                  <a:lnTo>
                    <a:pt x="2929" y="4525"/>
                  </a:lnTo>
                  <a:cubicBezTo>
                    <a:pt x="3572" y="4525"/>
                    <a:pt x="4072" y="4001"/>
                    <a:pt x="4072" y="3358"/>
                  </a:cubicBezTo>
                  <a:lnTo>
                    <a:pt x="4072" y="1167"/>
                  </a:lnTo>
                  <a:cubicBezTo>
                    <a:pt x="4072" y="501"/>
                    <a:pt x="3572" y="0"/>
                    <a:pt x="2929"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8" name="Google Shape;30018;p154"/>
            <p:cNvSpPr/>
            <p:nvPr/>
          </p:nvSpPr>
          <p:spPr>
            <a:xfrm>
              <a:off x="4295025" y="3112268"/>
              <a:ext cx="67848" cy="67848"/>
            </a:xfrm>
            <a:custGeom>
              <a:rect b="b" l="l" r="r" t="t"/>
              <a:pathLst>
                <a:path extrusionOk="0" h="2097" w="2097">
                  <a:moveTo>
                    <a:pt x="1048" y="0"/>
                  </a:moveTo>
                  <a:cubicBezTo>
                    <a:pt x="477" y="0"/>
                    <a:pt x="0" y="477"/>
                    <a:pt x="0" y="1048"/>
                  </a:cubicBezTo>
                  <a:cubicBezTo>
                    <a:pt x="0" y="1620"/>
                    <a:pt x="477" y="2096"/>
                    <a:pt x="1048" y="2096"/>
                  </a:cubicBezTo>
                  <a:cubicBezTo>
                    <a:pt x="1620" y="2096"/>
                    <a:pt x="2096" y="1620"/>
                    <a:pt x="2096" y="1048"/>
                  </a:cubicBezTo>
                  <a:cubicBezTo>
                    <a:pt x="2096" y="477"/>
                    <a:pt x="1620" y="0"/>
                    <a:pt x="1048"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9" name="Google Shape;30019;p154"/>
            <p:cNvSpPr/>
            <p:nvPr/>
          </p:nvSpPr>
          <p:spPr>
            <a:xfrm>
              <a:off x="4019946" y="3311053"/>
              <a:ext cx="90950" cy="77943"/>
            </a:xfrm>
            <a:custGeom>
              <a:rect b="b" l="l" r="r" t="t"/>
              <a:pathLst>
                <a:path extrusionOk="0" h="2409" w="2811">
                  <a:moveTo>
                    <a:pt x="310" y="1"/>
                  </a:moveTo>
                  <a:cubicBezTo>
                    <a:pt x="144" y="1"/>
                    <a:pt x="1" y="143"/>
                    <a:pt x="1" y="310"/>
                  </a:cubicBezTo>
                  <a:lnTo>
                    <a:pt x="1" y="2096"/>
                  </a:lnTo>
                  <a:cubicBezTo>
                    <a:pt x="1" y="2273"/>
                    <a:pt x="123" y="2408"/>
                    <a:pt x="255" y="2408"/>
                  </a:cubicBezTo>
                  <a:cubicBezTo>
                    <a:pt x="265" y="2408"/>
                    <a:pt x="276" y="2408"/>
                    <a:pt x="286" y="2406"/>
                  </a:cubicBezTo>
                  <a:lnTo>
                    <a:pt x="2501" y="2406"/>
                  </a:lnTo>
                  <a:cubicBezTo>
                    <a:pt x="2668" y="2406"/>
                    <a:pt x="2811" y="2263"/>
                    <a:pt x="2811" y="2072"/>
                  </a:cubicBezTo>
                  <a:lnTo>
                    <a:pt x="281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0" name="Google Shape;30020;p154"/>
            <p:cNvSpPr/>
            <p:nvPr/>
          </p:nvSpPr>
          <p:spPr>
            <a:xfrm>
              <a:off x="4019946" y="3165426"/>
              <a:ext cx="131782" cy="223476"/>
            </a:xfrm>
            <a:custGeom>
              <a:rect b="b" l="l" r="r" t="t"/>
              <a:pathLst>
                <a:path extrusionOk="0" h="6907" w="4073">
                  <a:moveTo>
                    <a:pt x="1144" y="1"/>
                  </a:moveTo>
                  <a:cubicBezTo>
                    <a:pt x="525" y="1"/>
                    <a:pt x="1" y="525"/>
                    <a:pt x="1" y="1168"/>
                  </a:cubicBezTo>
                  <a:lnTo>
                    <a:pt x="1" y="3358"/>
                  </a:lnTo>
                  <a:cubicBezTo>
                    <a:pt x="1" y="4025"/>
                    <a:pt x="525" y="4525"/>
                    <a:pt x="1144" y="4525"/>
                  </a:cubicBezTo>
                  <a:lnTo>
                    <a:pt x="2811" y="4525"/>
                  </a:lnTo>
                  <a:lnTo>
                    <a:pt x="2811" y="6311"/>
                  </a:lnTo>
                  <a:cubicBezTo>
                    <a:pt x="2811" y="6645"/>
                    <a:pt x="3073" y="6907"/>
                    <a:pt x="3454" y="6907"/>
                  </a:cubicBezTo>
                  <a:cubicBezTo>
                    <a:pt x="3811" y="6907"/>
                    <a:pt x="4073" y="6645"/>
                    <a:pt x="4073" y="6288"/>
                  </a:cubicBezTo>
                  <a:lnTo>
                    <a:pt x="4073" y="4073"/>
                  </a:lnTo>
                  <a:cubicBezTo>
                    <a:pt x="4073" y="3620"/>
                    <a:pt x="3716" y="3239"/>
                    <a:pt x="3239" y="3239"/>
                  </a:cubicBezTo>
                  <a:lnTo>
                    <a:pt x="2287" y="3239"/>
                  </a:lnTo>
                  <a:lnTo>
                    <a:pt x="2287" y="1168"/>
                  </a:lnTo>
                  <a:cubicBezTo>
                    <a:pt x="2287" y="525"/>
                    <a:pt x="1787" y="1"/>
                    <a:pt x="1144"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1" name="Google Shape;30021;p154"/>
            <p:cNvSpPr/>
            <p:nvPr/>
          </p:nvSpPr>
          <p:spPr>
            <a:xfrm>
              <a:off x="4022275" y="3112268"/>
              <a:ext cx="67816" cy="67848"/>
            </a:xfrm>
            <a:custGeom>
              <a:rect b="b" l="l" r="r" t="t"/>
              <a:pathLst>
                <a:path extrusionOk="0" h="2097" w="2096">
                  <a:moveTo>
                    <a:pt x="1048" y="0"/>
                  </a:moveTo>
                  <a:cubicBezTo>
                    <a:pt x="476" y="0"/>
                    <a:pt x="0" y="477"/>
                    <a:pt x="0" y="1048"/>
                  </a:cubicBezTo>
                  <a:cubicBezTo>
                    <a:pt x="0" y="1620"/>
                    <a:pt x="476" y="2096"/>
                    <a:pt x="1048" y="2096"/>
                  </a:cubicBezTo>
                  <a:cubicBezTo>
                    <a:pt x="1619" y="2096"/>
                    <a:pt x="2096" y="1620"/>
                    <a:pt x="2096" y="1048"/>
                  </a:cubicBezTo>
                  <a:cubicBezTo>
                    <a:pt x="2096" y="477"/>
                    <a:pt x="1619" y="0"/>
                    <a:pt x="104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2" name="Google Shape;30022;p154"/>
            <p:cNvSpPr/>
            <p:nvPr/>
          </p:nvSpPr>
          <p:spPr>
            <a:xfrm>
              <a:off x="4182528" y="3230911"/>
              <a:ext cx="20060" cy="147992"/>
            </a:xfrm>
            <a:custGeom>
              <a:rect b="b" l="l" r="r" t="t"/>
              <a:pathLst>
                <a:path extrusionOk="0" h="4574" w="620">
                  <a:moveTo>
                    <a:pt x="0" y="1"/>
                  </a:moveTo>
                  <a:lnTo>
                    <a:pt x="0" y="4573"/>
                  </a:lnTo>
                  <a:lnTo>
                    <a:pt x="620" y="4573"/>
                  </a:lnTo>
                  <a:lnTo>
                    <a:pt x="620" y="1"/>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3" name="Google Shape;30023;p154"/>
            <p:cNvSpPr/>
            <p:nvPr/>
          </p:nvSpPr>
          <p:spPr>
            <a:xfrm>
              <a:off x="4193302" y="3230911"/>
              <a:ext cx="10062" cy="147992"/>
            </a:xfrm>
            <a:custGeom>
              <a:rect b="b" l="l" r="r" t="t"/>
              <a:pathLst>
                <a:path extrusionOk="0" h="4574" w="311">
                  <a:moveTo>
                    <a:pt x="1" y="1"/>
                  </a:moveTo>
                  <a:lnTo>
                    <a:pt x="1" y="4573"/>
                  </a:lnTo>
                  <a:lnTo>
                    <a:pt x="310" y="4573"/>
                  </a:lnTo>
                  <a:lnTo>
                    <a:pt x="310" y="1"/>
                  </a:ln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4" name="Google Shape;30024;p154"/>
            <p:cNvSpPr/>
            <p:nvPr/>
          </p:nvSpPr>
          <p:spPr>
            <a:xfrm>
              <a:off x="4114712" y="3219361"/>
              <a:ext cx="156469" cy="20837"/>
            </a:xfrm>
            <a:custGeom>
              <a:rect b="b" l="l" r="r" t="t"/>
              <a:pathLst>
                <a:path extrusionOk="0" h="644" w="4836">
                  <a:moveTo>
                    <a:pt x="334" y="1"/>
                  </a:moveTo>
                  <a:cubicBezTo>
                    <a:pt x="168" y="1"/>
                    <a:pt x="1" y="144"/>
                    <a:pt x="1" y="310"/>
                  </a:cubicBezTo>
                  <a:cubicBezTo>
                    <a:pt x="1" y="501"/>
                    <a:pt x="168" y="644"/>
                    <a:pt x="334" y="644"/>
                  </a:cubicBezTo>
                  <a:lnTo>
                    <a:pt x="4502" y="644"/>
                  </a:lnTo>
                  <a:cubicBezTo>
                    <a:pt x="4692" y="644"/>
                    <a:pt x="4811" y="525"/>
                    <a:pt x="4835" y="310"/>
                  </a:cubicBezTo>
                  <a:cubicBezTo>
                    <a:pt x="4835" y="144"/>
                    <a:pt x="4692" y="1"/>
                    <a:pt x="4502"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5" name="Google Shape;30025;p154"/>
            <p:cNvSpPr/>
            <p:nvPr/>
          </p:nvSpPr>
          <p:spPr>
            <a:xfrm>
              <a:off x="4193302" y="3220137"/>
              <a:ext cx="77878" cy="20060"/>
            </a:xfrm>
            <a:custGeom>
              <a:rect b="b" l="l" r="r" t="t"/>
              <a:pathLst>
                <a:path extrusionOk="0" h="620" w="2407">
                  <a:moveTo>
                    <a:pt x="1" y="0"/>
                  </a:moveTo>
                  <a:lnTo>
                    <a:pt x="1" y="620"/>
                  </a:lnTo>
                  <a:lnTo>
                    <a:pt x="2073" y="620"/>
                  </a:lnTo>
                  <a:cubicBezTo>
                    <a:pt x="2263" y="620"/>
                    <a:pt x="2406" y="477"/>
                    <a:pt x="2406" y="310"/>
                  </a:cubicBezTo>
                  <a:cubicBezTo>
                    <a:pt x="2382" y="143"/>
                    <a:pt x="2216" y="0"/>
                    <a:pt x="207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6" name="Google Shape;30026;p154"/>
            <p:cNvSpPr/>
            <p:nvPr/>
          </p:nvSpPr>
          <p:spPr>
            <a:xfrm>
              <a:off x="4168648" y="3368062"/>
              <a:ext cx="48597" cy="21613"/>
            </a:xfrm>
            <a:custGeom>
              <a:rect b="b" l="l" r="r" t="t"/>
              <a:pathLst>
                <a:path extrusionOk="0" h="668" w="1502">
                  <a:moveTo>
                    <a:pt x="334" y="1"/>
                  </a:moveTo>
                  <a:cubicBezTo>
                    <a:pt x="144" y="1"/>
                    <a:pt x="1" y="168"/>
                    <a:pt x="1" y="334"/>
                  </a:cubicBezTo>
                  <a:cubicBezTo>
                    <a:pt x="1" y="525"/>
                    <a:pt x="144" y="668"/>
                    <a:pt x="334" y="668"/>
                  </a:cubicBezTo>
                  <a:lnTo>
                    <a:pt x="1168" y="668"/>
                  </a:lnTo>
                  <a:cubicBezTo>
                    <a:pt x="1358" y="668"/>
                    <a:pt x="1501" y="525"/>
                    <a:pt x="1501" y="334"/>
                  </a:cubicBezTo>
                  <a:cubicBezTo>
                    <a:pt x="1501" y="168"/>
                    <a:pt x="1358" y="1"/>
                    <a:pt x="1168"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7" name="Google Shape;30027;p154"/>
            <p:cNvSpPr/>
            <p:nvPr/>
          </p:nvSpPr>
          <p:spPr>
            <a:xfrm>
              <a:off x="4193302" y="3369615"/>
              <a:ext cx="23943" cy="20060"/>
            </a:xfrm>
            <a:custGeom>
              <a:rect b="b" l="l" r="r" t="t"/>
              <a:pathLst>
                <a:path extrusionOk="0" h="620" w="740">
                  <a:moveTo>
                    <a:pt x="1" y="0"/>
                  </a:moveTo>
                  <a:lnTo>
                    <a:pt x="1" y="620"/>
                  </a:lnTo>
                  <a:lnTo>
                    <a:pt x="406" y="620"/>
                  </a:lnTo>
                  <a:cubicBezTo>
                    <a:pt x="596" y="620"/>
                    <a:pt x="739" y="477"/>
                    <a:pt x="739" y="286"/>
                  </a:cubicBezTo>
                  <a:cubicBezTo>
                    <a:pt x="739" y="120"/>
                    <a:pt x="596" y="0"/>
                    <a:pt x="406"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8" name="Google Shape;30028;p154"/>
          <p:cNvGrpSpPr/>
          <p:nvPr/>
        </p:nvGrpSpPr>
        <p:grpSpPr>
          <a:xfrm>
            <a:off x="4768114" y="2890532"/>
            <a:ext cx="346002" cy="347520"/>
            <a:chOff x="4768114" y="3042932"/>
            <a:chExt cx="346002" cy="347520"/>
          </a:xfrm>
        </p:grpSpPr>
        <p:sp>
          <p:nvSpPr>
            <p:cNvPr id="30029" name="Google Shape;30029;p154"/>
            <p:cNvSpPr/>
            <p:nvPr/>
          </p:nvSpPr>
          <p:spPr>
            <a:xfrm>
              <a:off x="4937619" y="3301800"/>
              <a:ext cx="176497" cy="88653"/>
            </a:xfrm>
            <a:custGeom>
              <a:rect b="b" l="l" r="r" t="t"/>
              <a:pathLst>
                <a:path extrusionOk="0" h="2740" w="5455">
                  <a:moveTo>
                    <a:pt x="1" y="1"/>
                  </a:moveTo>
                  <a:lnTo>
                    <a:pt x="1" y="1263"/>
                  </a:lnTo>
                  <a:lnTo>
                    <a:pt x="1239" y="1263"/>
                  </a:lnTo>
                  <a:cubicBezTo>
                    <a:pt x="1096" y="1549"/>
                    <a:pt x="1025" y="1858"/>
                    <a:pt x="1025" y="2216"/>
                  </a:cubicBezTo>
                  <a:lnTo>
                    <a:pt x="1025" y="2430"/>
                  </a:lnTo>
                  <a:cubicBezTo>
                    <a:pt x="1025" y="2597"/>
                    <a:pt x="1191" y="2739"/>
                    <a:pt x="1358" y="2739"/>
                  </a:cubicBezTo>
                  <a:lnTo>
                    <a:pt x="5121" y="2739"/>
                  </a:lnTo>
                  <a:cubicBezTo>
                    <a:pt x="5288" y="2739"/>
                    <a:pt x="5454" y="2597"/>
                    <a:pt x="5454" y="2430"/>
                  </a:cubicBezTo>
                  <a:lnTo>
                    <a:pt x="5454" y="2216"/>
                  </a:lnTo>
                  <a:cubicBezTo>
                    <a:pt x="5454" y="1001"/>
                    <a:pt x="4454" y="1"/>
                    <a:pt x="3239"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0" name="Google Shape;30030;p154"/>
            <p:cNvSpPr/>
            <p:nvPr/>
          </p:nvSpPr>
          <p:spPr>
            <a:xfrm>
              <a:off x="5042416" y="3301023"/>
              <a:ext cx="71699" cy="88653"/>
            </a:xfrm>
            <a:custGeom>
              <a:rect b="b" l="l" r="r" t="t"/>
              <a:pathLst>
                <a:path extrusionOk="0" h="2740" w="2216">
                  <a:moveTo>
                    <a:pt x="0" y="1"/>
                  </a:moveTo>
                  <a:lnTo>
                    <a:pt x="0" y="2716"/>
                  </a:lnTo>
                  <a:lnTo>
                    <a:pt x="1882" y="2716"/>
                  </a:lnTo>
                  <a:lnTo>
                    <a:pt x="1882" y="2740"/>
                  </a:lnTo>
                  <a:cubicBezTo>
                    <a:pt x="2049" y="2740"/>
                    <a:pt x="2215" y="2597"/>
                    <a:pt x="2215" y="2406"/>
                  </a:cubicBezTo>
                  <a:lnTo>
                    <a:pt x="2215" y="2216"/>
                  </a:lnTo>
                  <a:cubicBezTo>
                    <a:pt x="2215" y="977"/>
                    <a:pt x="1215" y="1"/>
                    <a:pt x="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1" name="Google Shape;30031;p154"/>
            <p:cNvSpPr/>
            <p:nvPr/>
          </p:nvSpPr>
          <p:spPr>
            <a:xfrm>
              <a:off x="4994628" y="3227061"/>
              <a:ext cx="94056" cy="94056"/>
            </a:xfrm>
            <a:custGeom>
              <a:rect b="b" l="l" r="r" t="t"/>
              <a:pathLst>
                <a:path extrusionOk="0" h="2907" w="2907">
                  <a:moveTo>
                    <a:pt x="1454" y="1"/>
                  </a:moveTo>
                  <a:cubicBezTo>
                    <a:pt x="644" y="1"/>
                    <a:pt x="1" y="644"/>
                    <a:pt x="1" y="1453"/>
                  </a:cubicBezTo>
                  <a:cubicBezTo>
                    <a:pt x="1" y="2287"/>
                    <a:pt x="644" y="2906"/>
                    <a:pt x="1454" y="2906"/>
                  </a:cubicBezTo>
                  <a:cubicBezTo>
                    <a:pt x="2240" y="2906"/>
                    <a:pt x="2906" y="2263"/>
                    <a:pt x="2906" y="1453"/>
                  </a:cubicBezTo>
                  <a:cubicBezTo>
                    <a:pt x="2906" y="644"/>
                    <a:pt x="2240" y="1"/>
                    <a:pt x="145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2" name="Google Shape;30032;p154"/>
            <p:cNvSpPr/>
            <p:nvPr/>
          </p:nvSpPr>
          <p:spPr>
            <a:xfrm>
              <a:off x="5042416" y="3227061"/>
              <a:ext cx="47044" cy="94121"/>
            </a:xfrm>
            <a:custGeom>
              <a:rect b="b" l="l" r="r" t="t"/>
              <a:pathLst>
                <a:path extrusionOk="0" h="2909" w="1454">
                  <a:moveTo>
                    <a:pt x="0" y="1"/>
                  </a:moveTo>
                  <a:lnTo>
                    <a:pt x="0" y="2906"/>
                  </a:lnTo>
                  <a:cubicBezTo>
                    <a:pt x="28" y="2908"/>
                    <a:pt x="55" y="2909"/>
                    <a:pt x="82" y="2909"/>
                  </a:cubicBezTo>
                  <a:cubicBezTo>
                    <a:pt x="853" y="2909"/>
                    <a:pt x="1453" y="2259"/>
                    <a:pt x="1453" y="1453"/>
                  </a:cubicBezTo>
                  <a:cubicBezTo>
                    <a:pt x="1453" y="644"/>
                    <a:pt x="810" y="1"/>
                    <a:pt x="0"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3" name="Google Shape;30033;p154"/>
            <p:cNvSpPr/>
            <p:nvPr/>
          </p:nvSpPr>
          <p:spPr>
            <a:xfrm>
              <a:off x="4768114" y="3301800"/>
              <a:ext cx="177241" cy="88653"/>
            </a:xfrm>
            <a:custGeom>
              <a:rect b="b" l="l" r="r" t="t"/>
              <a:pathLst>
                <a:path extrusionOk="0" h="2740" w="5478">
                  <a:moveTo>
                    <a:pt x="2191" y="1"/>
                  </a:moveTo>
                  <a:cubicBezTo>
                    <a:pt x="977" y="1"/>
                    <a:pt x="1" y="1001"/>
                    <a:pt x="1" y="2216"/>
                  </a:cubicBezTo>
                  <a:lnTo>
                    <a:pt x="1" y="2430"/>
                  </a:lnTo>
                  <a:cubicBezTo>
                    <a:pt x="1" y="2597"/>
                    <a:pt x="143" y="2739"/>
                    <a:pt x="334" y="2739"/>
                  </a:cubicBezTo>
                  <a:lnTo>
                    <a:pt x="4073" y="2739"/>
                  </a:lnTo>
                  <a:cubicBezTo>
                    <a:pt x="4263" y="2739"/>
                    <a:pt x="4406" y="2597"/>
                    <a:pt x="4406" y="2430"/>
                  </a:cubicBezTo>
                  <a:lnTo>
                    <a:pt x="4406" y="2216"/>
                  </a:lnTo>
                  <a:cubicBezTo>
                    <a:pt x="4406" y="1882"/>
                    <a:pt x="4311" y="1549"/>
                    <a:pt x="4192" y="1263"/>
                  </a:cubicBezTo>
                  <a:lnTo>
                    <a:pt x="5144" y="1263"/>
                  </a:lnTo>
                  <a:cubicBezTo>
                    <a:pt x="5335" y="1263"/>
                    <a:pt x="5478" y="1120"/>
                    <a:pt x="5478" y="930"/>
                  </a:cubicBezTo>
                  <a:lnTo>
                    <a:pt x="5478" y="310"/>
                  </a:lnTo>
                  <a:cubicBezTo>
                    <a:pt x="5454" y="120"/>
                    <a:pt x="5287" y="1"/>
                    <a:pt x="5121"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4" name="Google Shape;30034;p154"/>
            <p:cNvSpPr/>
            <p:nvPr/>
          </p:nvSpPr>
          <p:spPr>
            <a:xfrm>
              <a:off x="4840556" y="3300279"/>
              <a:ext cx="104798" cy="89397"/>
            </a:xfrm>
            <a:custGeom>
              <a:rect b="b" l="l" r="r" t="t"/>
              <a:pathLst>
                <a:path extrusionOk="0" h="2763" w="3239">
                  <a:moveTo>
                    <a:pt x="0" y="0"/>
                  </a:moveTo>
                  <a:lnTo>
                    <a:pt x="0" y="2691"/>
                  </a:lnTo>
                  <a:lnTo>
                    <a:pt x="1834" y="2691"/>
                  </a:lnTo>
                  <a:lnTo>
                    <a:pt x="1834" y="2763"/>
                  </a:lnTo>
                  <a:cubicBezTo>
                    <a:pt x="2024" y="2763"/>
                    <a:pt x="2167" y="2620"/>
                    <a:pt x="2167" y="2429"/>
                  </a:cubicBezTo>
                  <a:lnTo>
                    <a:pt x="2167" y="2239"/>
                  </a:lnTo>
                  <a:cubicBezTo>
                    <a:pt x="2167" y="1905"/>
                    <a:pt x="2072" y="1572"/>
                    <a:pt x="1953" y="1286"/>
                  </a:cubicBezTo>
                  <a:lnTo>
                    <a:pt x="2905" y="1286"/>
                  </a:lnTo>
                  <a:cubicBezTo>
                    <a:pt x="3096" y="1286"/>
                    <a:pt x="3239" y="1119"/>
                    <a:pt x="3239" y="953"/>
                  </a:cubicBezTo>
                  <a:lnTo>
                    <a:pt x="3239" y="310"/>
                  </a:lnTo>
                  <a:cubicBezTo>
                    <a:pt x="3239" y="143"/>
                    <a:pt x="3096" y="0"/>
                    <a:pt x="2905"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5" name="Google Shape;30035;p154"/>
            <p:cNvSpPr/>
            <p:nvPr/>
          </p:nvSpPr>
          <p:spPr>
            <a:xfrm>
              <a:off x="4791991" y="3227838"/>
              <a:ext cx="94800" cy="94800"/>
            </a:xfrm>
            <a:custGeom>
              <a:rect b="b" l="l" r="r" t="t"/>
              <a:pathLst>
                <a:path extrusionOk="0" h="2930" w="2930">
                  <a:moveTo>
                    <a:pt x="1453" y="1"/>
                  </a:moveTo>
                  <a:cubicBezTo>
                    <a:pt x="668" y="1"/>
                    <a:pt x="1" y="667"/>
                    <a:pt x="1" y="1453"/>
                  </a:cubicBezTo>
                  <a:cubicBezTo>
                    <a:pt x="1" y="2263"/>
                    <a:pt x="668" y="2930"/>
                    <a:pt x="1453" y="2930"/>
                  </a:cubicBezTo>
                  <a:cubicBezTo>
                    <a:pt x="2263" y="2930"/>
                    <a:pt x="2930" y="2263"/>
                    <a:pt x="2930" y="1453"/>
                  </a:cubicBezTo>
                  <a:cubicBezTo>
                    <a:pt x="2930" y="667"/>
                    <a:pt x="2263" y="1"/>
                    <a:pt x="145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6" name="Google Shape;30036;p154"/>
            <p:cNvSpPr/>
            <p:nvPr/>
          </p:nvSpPr>
          <p:spPr>
            <a:xfrm>
              <a:off x="4839003" y="3227061"/>
              <a:ext cx="47788" cy="94121"/>
            </a:xfrm>
            <a:custGeom>
              <a:rect b="b" l="l" r="r" t="t"/>
              <a:pathLst>
                <a:path extrusionOk="0" h="2909" w="1477">
                  <a:moveTo>
                    <a:pt x="0" y="1"/>
                  </a:moveTo>
                  <a:lnTo>
                    <a:pt x="0" y="2906"/>
                  </a:lnTo>
                  <a:cubicBezTo>
                    <a:pt x="28" y="2908"/>
                    <a:pt x="55" y="2909"/>
                    <a:pt x="82" y="2909"/>
                  </a:cubicBezTo>
                  <a:cubicBezTo>
                    <a:pt x="854" y="2909"/>
                    <a:pt x="1477" y="2259"/>
                    <a:pt x="1477" y="1453"/>
                  </a:cubicBezTo>
                  <a:cubicBezTo>
                    <a:pt x="1477" y="644"/>
                    <a:pt x="810" y="1"/>
                    <a:pt x="0"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7" name="Google Shape;30037;p154"/>
            <p:cNvSpPr/>
            <p:nvPr/>
          </p:nvSpPr>
          <p:spPr>
            <a:xfrm>
              <a:off x="4795097" y="3042932"/>
              <a:ext cx="292036" cy="169831"/>
            </a:xfrm>
            <a:custGeom>
              <a:rect b="b" l="l" r="r" t="t"/>
              <a:pathLst>
                <a:path extrusionOk="0" h="5249" w="9026">
                  <a:moveTo>
                    <a:pt x="953" y="0"/>
                  </a:moveTo>
                  <a:cubicBezTo>
                    <a:pt x="405" y="0"/>
                    <a:pt x="0" y="453"/>
                    <a:pt x="0" y="953"/>
                  </a:cubicBezTo>
                  <a:lnTo>
                    <a:pt x="0" y="3453"/>
                  </a:lnTo>
                  <a:cubicBezTo>
                    <a:pt x="0" y="4001"/>
                    <a:pt x="452" y="4406"/>
                    <a:pt x="953" y="4406"/>
                  </a:cubicBezTo>
                  <a:lnTo>
                    <a:pt x="1072" y="4406"/>
                  </a:lnTo>
                  <a:lnTo>
                    <a:pt x="1072" y="4954"/>
                  </a:lnTo>
                  <a:cubicBezTo>
                    <a:pt x="1072" y="5073"/>
                    <a:pt x="1119" y="5144"/>
                    <a:pt x="1238" y="5216"/>
                  </a:cubicBezTo>
                  <a:cubicBezTo>
                    <a:pt x="1292" y="5237"/>
                    <a:pt x="1345" y="5249"/>
                    <a:pt x="1397" y="5249"/>
                  </a:cubicBezTo>
                  <a:cubicBezTo>
                    <a:pt x="1460" y="5249"/>
                    <a:pt x="1519" y="5231"/>
                    <a:pt x="1572" y="5192"/>
                  </a:cubicBezTo>
                  <a:lnTo>
                    <a:pt x="2524" y="4406"/>
                  </a:lnTo>
                  <a:lnTo>
                    <a:pt x="6454" y="4406"/>
                  </a:lnTo>
                  <a:lnTo>
                    <a:pt x="7406" y="5192"/>
                  </a:lnTo>
                  <a:cubicBezTo>
                    <a:pt x="7478" y="5216"/>
                    <a:pt x="7549" y="5239"/>
                    <a:pt x="7621" y="5239"/>
                  </a:cubicBezTo>
                  <a:cubicBezTo>
                    <a:pt x="7668" y="5239"/>
                    <a:pt x="7740" y="5239"/>
                    <a:pt x="7764" y="5216"/>
                  </a:cubicBezTo>
                  <a:cubicBezTo>
                    <a:pt x="7883" y="5192"/>
                    <a:pt x="7954" y="5073"/>
                    <a:pt x="7954" y="4954"/>
                  </a:cubicBezTo>
                  <a:lnTo>
                    <a:pt x="7954" y="4406"/>
                  </a:lnTo>
                  <a:lnTo>
                    <a:pt x="8073" y="4406"/>
                  </a:lnTo>
                  <a:cubicBezTo>
                    <a:pt x="8597" y="4406"/>
                    <a:pt x="9026" y="3953"/>
                    <a:pt x="9026" y="3453"/>
                  </a:cubicBezTo>
                  <a:lnTo>
                    <a:pt x="9026" y="953"/>
                  </a:lnTo>
                  <a:cubicBezTo>
                    <a:pt x="9026" y="429"/>
                    <a:pt x="8573" y="0"/>
                    <a:pt x="80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8" name="Google Shape;30038;p154"/>
            <p:cNvSpPr/>
            <p:nvPr/>
          </p:nvSpPr>
          <p:spPr>
            <a:xfrm>
              <a:off x="4940693" y="3042932"/>
              <a:ext cx="147215" cy="168764"/>
            </a:xfrm>
            <a:custGeom>
              <a:rect b="b" l="l" r="r" t="t"/>
              <a:pathLst>
                <a:path extrusionOk="0" h="5216" w="4550">
                  <a:moveTo>
                    <a:pt x="1" y="0"/>
                  </a:moveTo>
                  <a:lnTo>
                    <a:pt x="1" y="4382"/>
                  </a:lnTo>
                  <a:lnTo>
                    <a:pt x="1978" y="4382"/>
                  </a:lnTo>
                  <a:lnTo>
                    <a:pt x="2930" y="5144"/>
                  </a:lnTo>
                  <a:cubicBezTo>
                    <a:pt x="3002" y="5216"/>
                    <a:pt x="3049" y="5216"/>
                    <a:pt x="3144" y="5216"/>
                  </a:cubicBezTo>
                  <a:cubicBezTo>
                    <a:pt x="3216" y="5216"/>
                    <a:pt x="3240" y="5216"/>
                    <a:pt x="3287" y="5168"/>
                  </a:cubicBezTo>
                  <a:cubicBezTo>
                    <a:pt x="3406" y="5120"/>
                    <a:pt x="3478" y="5025"/>
                    <a:pt x="3478" y="4906"/>
                  </a:cubicBezTo>
                  <a:lnTo>
                    <a:pt x="3478" y="4382"/>
                  </a:lnTo>
                  <a:lnTo>
                    <a:pt x="3597" y="4382"/>
                  </a:lnTo>
                  <a:cubicBezTo>
                    <a:pt x="4097" y="4382"/>
                    <a:pt x="4550" y="3953"/>
                    <a:pt x="4550" y="3429"/>
                  </a:cubicBezTo>
                  <a:lnTo>
                    <a:pt x="4550" y="929"/>
                  </a:lnTo>
                  <a:cubicBezTo>
                    <a:pt x="4478" y="453"/>
                    <a:pt x="4073" y="0"/>
                    <a:pt x="3525"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9" name="Google Shape;30039;p154"/>
            <p:cNvSpPr/>
            <p:nvPr/>
          </p:nvSpPr>
          <p:spPr>
            <a:xfrm>
              <a:off x="4902191" y="3117088"/>
              <a:ext cx="77070" cy="32193"/>
            </a:xfrm>
            <a:custGeom>
              <a:rect b="b" l="l" r="r" t="t"/>
              <a:pathLst>
                <a:path extrusionOk="0" h="995" w="2382">
                  <a:moveTo>
                    <a:pt x="334" y="0"/>
                  </a:moveTo>
                  <a:cubicBezTo>
                    <a:pt x="256" y="0"/>
                    <a:pt x="179" y="30"/>
                    <a:pt x="119" y="90"/>
                  </a:cubicBezTo>
                  <a:cubicBezTo>
                    <a:pt x="0" y="209"/>
                    <a:pt x="0" y="423"/>
                    <a:pt x="119" y="542"/>
                  </a:cubicBezTo>
                  <a:cubicBezTo>
                    <a:pt x="405" y="828"/>
                    <a:pt x="786" y="995"/>
                    <a:pt x="1191" y="995"/>
                  </a:cubicBezTo>
                  <a:cubicBezTo>
                    <a:pt x="1596" y="995"/>
                    <a:pt x="1953" y="828"/>
                    <a:pt x="2263" y="542"/>
                  </a:cubicBezTo>
                  <a:cubicBezTo>
                    <a:pt x="2382" y="423"/>
                    <a:pt x="2382" y="209"/>
                    <a:pt x="2263" y="90"/>
                  </a:cubicBezTo>
                  <a:cubicBezTo>
                    <a:pt x="2203" y="30"/>
                    <a:pt x="2120" y="0"/>
                    <a:pt x="2036" y="0"/>
                  </a:cubicBezTo>
                  <a:cubicBezTo>
                    <a:pt x="1953" y="0"/>
                    <a:pt x="1870" y="30"/>
                    <a:pt x="1810" y="90"/>
                  </a:cubicBezTo>
                  <a:cubicBezTo>
                    <a:pt x="1620" y="256"/>
                    <a:pt x="1429" y="352"/>
                    <a:pt x="1191" y="352"/>
                  </a:cubicBezTo>
                  <a:cubicBezTo>
                    <a:pt x="929" y="352"/>
                    <a:pt x="738" y="280"/>
                    <a:pt x="548" y="90"/>
                  </a:cubicBezTo>
                  <a:cubicBezTo>
                    <a:pt x="488" y="30"/>
                    <a:pt x="411" y="0"/>
                    <a:pt x="334"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0" name="Google Shape;30040;p154"/>
            <p:cNvSpPr/>
            <p:nvPr/>
          </p:nvSpPr>
          <p:spPr>
            <a:xfrm>
              <a:off x="4940693" y="3117865"/>
              <a:ext cx="38567" cy="32193"/>
            </a:xfrm>
            <a:custGeom>
              <a:rect b="b" l="l" r="r" t="t"/>
              <a:pathLst>
                <a:path extrusionOk="0" h="995" w="1192">
                  <a:moveTo>
                    <a:pt x="846" y="0"/>
                  </a:moveTo>
                  <a:cubicBezTo>
                    <a:pt x="763" y="0"/>
                    <a:pt x="680" y="30"/>
                    <a:pt x="620" y="89"/>
                  </a:cubicBezTo>
                  <a:cubicBezTo>
                    <a:pt x="430" y="280"/>
                    <a:pt x="239" y="351"/>
                    <a:pt x="1" y="351"/>
                  </a:cubicBezTo>
                  <a:lnTo>
                    <a:pt x="1" y="994"/>
                  </a:lnTo>
                  <a:cubicBezTo>
                    <a:pt x="406" y="971"/>
                    <a:pt x="763" y="804"/>
                    <a:pt x="1073" y="542"/>
                  </a:cubicBezTo>
                  <a:cubicBezTo>
                    <a:pt x="1192" y="423"/>
                    <a:pt x="1192" y="208"/>
                    <a:pt x="1073" y="89"/>
                  </a:cubicBezTo>
                  <a:cubicBezTo>
                    <a:pt x="1013" y="30"/>
                    <a:pt x="930" y="0"/>
                    <a:pt x="84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1" name="Google Shape;30041;p154"/>
            <p:cNvSpPr/>
            <p:nvPr/>
          </p:nvSpPr>
          <p:spPr>
            <a:xfrm>
              <a:off x="4956903" y="3083763"/>
              <a:ext cx="20837" cy="20837"/>
            </a:xfrm>
            <a:custGeom>
              <a:rect b="b" l="l" r="r" t="t"/>
              <a:pathLst>
                <a:path extrusionOk="0" h="644" w="644">
                  <a:moveTo>
                    <a:pt x="333" y="0"/>
                  </a:moveTo>
                  <a:cubicBezTo>
                    <a:pt x="143" y="0"/>
                    <a:pt x="0" y="143"/>
                    <a:pt x="0" y="310"/>
                  </a:cubicBezTo>
                  <a:cubicBezTo>
                    <a:pt x="0" y="500"/>
                    <a:pt x="143" y="643"/>
                    <a:pt x="333" y="643"/>
                  </a:cubicBezTo>
                  <a:cubicBezTo>
                    <a:pt x="500" y="643"/>
                    <a:pt x="643" y="500"/>
                    <a:pt x="643" y="310"/>
                  </a:cubicBezTo>
                  <a:cubicBezTo>
                    <a:pt x="643" y="143"/>
                    <a:pt x="500" y="0"/>
                    <a:pt x="33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2" name="Google Shape;30042;p154"/>
            <p:cNvSpPr/>
            <p:nvPr/>
          </p:nvSpPr>
          <p:spPr>
            <a:xfrm>
              <a:off x="4902968" y="3083763"/>
              <a:ext cx="20837" cy="20837"/>
            </a:xfrm>
            <a:custGeom>
              <a:rect b="b" l="l" r="r" t="t"/>
              <a:pathLst>
                <a:path extrusionOk="0" h="644" w="644">
                  <a:moveTo>
                    <a:pt x="310" y="0"/>
                  </a:moveTo>
                  <a:cubicBezTo>
                    <a:pt x="143" y="0"/>
                    <a:pt x="0" y="143"/>
                    <a:pt x="0" y="310"/>
                  </a:cubicBezTo>
                  <a:cubicBezTo>
                    <a:pt x="0" y="500"/>
                    <a:pt x="143" y="643"/>
                    <a:pt x="310" y="643"/>
                  </a:cubicBezTo>
                  <a:cubicBezTo>
                    <a:pt x="500" y="643"/>
                    <a:pt x="643" y="500"/>
                    <a:pt x="643" y="310"/>
                  </a:cubicBezTo>
                  <a:cubicBezTo>
                    <a:pt x="643" y="143"/>
                    <a:pt x="500" y="0"/>
                    <a:pt x="31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3" name="Google Shape;30043;p154"/>
            <p:cNvSpPr/>
            <p:nvPr/>
          </p:nvSpPr>
          <p:spPr>
            <a:xfrm>
              <a:off x="4933769" y="3301800"/>
              <a:ext cx="30867" cy="40864"/>
            </a:xfrm>
            <a:custGeom>
              <a:rect b="b" l="l" r="r" t="t"/>
              <a:pathLst>
                <a:path extrusionOk="0" h="1263" w="954">
                  <a:moveTo>
                    <a:pt x="1" y="1"/>
                  </a:moveTo>
                  <a:lnTo>
                    <a:pt x="1" y="1263"/>
                  </a:lnTo>
                  <a:lnTo>
                    <a:pt x="334" y="1263"/>
                  </a:lnTo>
                  <a:cubicBezTo>
                    <a:pt x="691" y="1263"/>
                    <a:pt x="953" y="1001"/>
                    <a:pt x="953" y="644"/>
                  </a:cubicBezTo>
                  <a:cubicBezTo>
                    <a:pt x="953" y="263"/>
                    <a:pt x="691" y="1"/>
                    <a:pt x="334"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4" name="Google Shape;30044;p154"/>
          <p:cNvGrpSpPr/>
          <p:nvPr/>
        </p:nvGrpSpPr>
        <p:grpSpPr>
          <a:xfrm>
            <a:off x="5520908" y="2890306"/>
            <a:ext cx="345969" cy="346972"/>
            <a:chOff x="5520908" y="3042706"/>
            <a:chExt cx="345969" cy="346972"/>
          </a:xfrm>
        </p:grpSpPr>
        <p:grpSp>
          <p:nvGrpSpPr>
            <p:cNvPr id="30045" name="Google Shape;30045;p154"/>
            <p:cNvGrpSpPr/>
            <p:nvPr/>
          </p:nvGrpSpPr>
          <p:grpSpPr>
            <a:xfrm>
              <a:off x="5805985" y="3079913"/>
              <a:ext cx="60892" cy="82472"/>
              <a:chOff x="5805985" y="3079913"/>
              <a:chExt cx="60892" cy="82472"/>
            </a:xfrm>
          </p:grpSpPr>
          <p:sp>
            <p:nvSpPr>
              <p:cNvPr id="30046" name="Google Shape;30046;p154"/>
              <p:cNvSpPr/>
              <p:nvPr/>
            </p:nvSpPr>
            <p:spPr>
              <a:xfrm>
                <a:off x="5805985" y="3079913"/>
                <a:ext cx="60892" cy="81696"/>
              </a:xfrm>
              <a:custGeom>
                <a:rect b="b" l="l" r="r" t="t"/>
                <a:pathLst>
                  <a:path extrusionOk="0" h="2525" w="1882">
                    <a:moveTo>
                      <a:pt x="644" y="0"/>
                    </a:moveTo>
                    <a:cubicBezTo>
                      <a:pt x="477" y="0"/>
                      <a:pt x="358" y="24"/>
                      <a:pt x="215" y="72"/>
                    </a:cubicBezTo>
                    <a:cubicBezTo>
                      <a:pt x="96" y="143"/>
                      <a:pt x="1" y="262"/>
                      <a:pt x="1" y="381"/>
                    </a:cubicBezTo>
                    <a:lnTo>
                      <a:pt x="1" y="2144"/>
                    </a:lnTo>
                    <a:cubicBezTo>
                      <a:pt x="1" y="2286"/>
                      <a:pt x="96" y="2405"/>
                      <a:pt x="215" y="2429"/>
                    </a:cubicBezTo>
                    <a:cubicBezTo>
                      <a:pt x="358" y="2501"/>
                      <a:pt x="477" y="2525"/>
                      <a:pt x="644" y="2525"/>
                    </a:cubicBezTo>
                    <a:cubicBezTo>
                      <a:pt x="1310" y="2525"/>
                      <a:pt x="1882" y="1953"/>
                      <a:pt x="1882" y="1239"/>
                    </a:cubicBezTo>
                    <a:cubicBezTo>
                      <a:pt x="1882" y="548"/>
                      <a:pt x="1310" y="0"/>
                      <a:pt x="644"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7" name="Google Shape;30047;p154"/>
              <p:cNvSpPr/>
              <p:nvPr/>
            </p:nvSpPr>
            <p:spPr>
              <a:xfrm>
                <a:off x="5805985" y="3122298"/>
                <a:ext cx="60892" cy="40088"/>
              </a:xfrm>
              <a:custGeom>
                <a:rect b="b" l="l" r="r" t="t"/>
                <a:pathLst>
                  <a:path extrusionOk="0" h="1239" w="1882">
                    <a:moveTo>
                      <a:pt x="1" y="0"/>
                    </a:moveTo>
                    <a:lnTo>
                      <a:pt x="1" y="857"/>
                    </a:lnTo>
                    <a:cubicBezTo>
                      <a:pt x="1" y="976"/>
                      <a:pt x="96" y="1095"/>
                      <a:pt x="215" y="1143"/>
                    </a:cubicBezTo>
                    <a:cubicBezTo>
                      <a:pt x="358" y="1215"/>
                      <a:pt x="477" y="1238"/>
                      <a:pt x="644" y="1238"/>
                    </a:cubicBezTo>
                    <a:cubicBezTo>
                      <a:pt x="1310" y="1238"/>
                      <a:pt x="1882" y="667"/>
                      <a:pt x="1882"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8" name="Google Shape;30048;p154"/>
            <p:cNvGrpSpPr/>
            <p:nvPr/>
          </p:nvGrpSpPr>
          <p:grpSpPr>
            <a:xfrm>
              <a:off x="5520908" y="3042706"/>
              <a:ext cx="306691" cy="346972"/>
              <a:chOff x="5520908" y="3042706"/>
              <a:chExt cx="306691" cy="346972"/>
            </a:xfrm>
          </p:grpSpPr>
          <p:sp>
            <p:nvSpPr>
              <p:cNvPr id="30049" name="Google Shape;30049;p154"/>
              <p:cNvSpPr/>
              <p:nvPr/>
            </p:nvSpPr>
            <p:spPr>
              <a:xfrm>
                <a:off x="5712771" y="3042706"/>
                <a:ext cx="114828" cy="156663"/>
              </a:xfrm>
              <a:custGeom>
                <a:rect b="b" l="l" r="r" t="t"/>
                <a:pathLst>
                  <a:path extrusionOk="0" h="4842" w="3549">
                    <a:moveTo>
                      <a:pt x="3234" y="1"/>
                    </a:moveTo>
                    <a:cubicBezTo>
                      <a:pt x="3151" y="1"/>
                      <a:pt x="3059" y="44"/>
                      <a:pt x="3001" y="102"/>
                    </a:cubicBezTo>
                    <a:lnTo>
                      <a:pt x="2953" y="150"/>
                    </a:lnTo>
                    <a:cubicBezTo>
                      <a:pt x="2262" y="864"/>
                      <a:pt x="1310" y="1246"/>
                      <a:pt x="333" y="1246"/>
                    </a:cubicBezTo>
                    <a:cubicBezTo>
                      <a:pt x="143" y="1246"/>
                      <a:pt x="0" y="1412"/>
                      <a:pt x="0" y="1579"/>
                    </a:cubicBezTo>
                    <a:lnTo>
                      <a:pt x="0" y="3246"/>
                    </a:lnTo>
                    <a:cubicBezTo>
                      <a:pt x="0" y="3436"/>
                      <a:pt x="119" y="3579"/>
                      <a:pt x="310" y="3579"/>
                    </a:cubicBezTo>
                    <a:cubicBezTo>
                      <a:pt x="1286" y="3603"/>
                      <a:pt x="2239" y="3960"/>
                      <a:pt x="2929" y="4651"/>
                    </a:cubicBezTo>
                    <a:lnTo>
                      <a:pt x="3001" y="4746"/>
                    </a:lnTo>
                    <a:cubicBezTo>
                      <a:pt x="3072" y="4794"/>
                      <a:pt x="3120" y="4841"/>
                      <a:pt x="3215" y="4841"/>
                    </a:cubicBezTo>
                    <a:cubicBezTo>
                      <a:pt x="3239" y="4841"/>
                      <a:pt x="3263" y="4794"/>
                      <a:pt x="3334" y="4770"/>
                    </a:cubicBezTo>
                    <a:cubicBezTo>
                      <a:pt x="3453" y="4699"/>
                      <a:pt x="3548" y="4580"/>
                      <a:pt x="3548" y="4460"/>
                    </a:cubicBezTo>
                    <a:lnTo>
                      <a:pt x="3548" y="293"/>
                    </a:lnTo>
                    <a:cubicBezTo>
                      <a:pt x="3548" y="150"/>
                      <a:pt x="3429" y="31"/>
                      <a:pt x="3286" y="7"/>
                    </a:cubicBezTo>
                    <a:cubicBezTo>
                      <a:pt x="3270" y="3"/>
                      <a:pt x="3252" y="1"/>
                      <a:pt x="323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50" name="Google Shape;30050;p154"/>
              <p:cNvGrpSpPr/>
              <p:nvPr/>
            </p:nvGrpSpPr>
            <p:grpSpPr>
              <a:xfrm>
                <a:off x="5520908" y="3084540"/>
                <a:ext cx="305914" cy="305138"/>
                <a:chOff x="5520908" y="3084540"/>
                <a:chExt cx="305914" cy="305138"/>
              </a:xfrm>
            </p:grpSpPr>
            <p:sp>
              <p:nvSpPr>
                <p:cNvPr id="30051" name="Google Shape;30051;p154"/>
                <p:cNvSpPr/>
                <p:nvPr/>
              </p:nvSpPr>
              <p:spPr>
                <a:xfrm>
                  <a:off x="5520908" y="3199333"/>
                  <a:ext cx="207298" cy="190344"/>
                </a:xfrm>
                <a:custGeom>
                  <a:rect b="b" l="l" r="r" t="t"/>
                  <a:pathLst>
                    <a:path extrusionOk="0" h="5883" w="6407">
                      <a:moveTo>
                        <a:pt x="5120" y="0"/>
                      </a:moveTo>
                      <a:lnTo>
                        <a:pt x="5120" y="24"/>
                      </a:lnTo>
                      <a:lnTo>
                        <a:pt x="5120" y="1906"/>
                      </a:lnTo>
                      <a:lnTo>
                        <a:pt x="2429" y="1906"/>
                      </a:lnTo>
                      <a:cubicBezTo>
                        <a:pt x="1072" y="1906"/>
                        <a:pt x="0" y="2977"/>
                        <a:pt x="0" y="4311"/>
                      </a:cubicBezTo>
                      <a:lnTo>
                        <a:pt x="0" y="5549"/>
                      </a:lnTo>
                      <a:cubicBezTo>
                        <a:pt x="0" y="5740"/>
                        <a:pt x="167" y="5883"/>
                        <a:pt x="334" y="5883"/>
                      </a:cubicBezTo>
                      <a:lnTo>
                        <a:pt x="4501" y="5883"/>
                      </a:lnTo>
                      <a:cubicBezTo>
                        <a:pt x="4692" y="5883"/>
                        <a:pt x="4835" y="5740"/>
                        <a:pt x="4835" y="5549"/>
                      </a:cubicBezTo>
                      <a:lnTo>
                        <a:pt x="4835" y="4311"/>
                      </a:lnTo>
                      <a:cubicBezTo>
                        <a:pt x="4835" y="3882"/>
                        <a:pt x="4716" y="3501"/>
                        <a:pt x="4525" y="3144"/>
                      </a:cubicBezTo>
                      <a:lnTo>
                        <a:pt x="5454" y="3144"/>
                      </a:lnTo>
                      <a:cubicBezTo>
                        <a:pt x="5954" y="3144"/>
                        <a:pt x="6406" y="2739"/>
                        <a:pt x="6406" y="2191"/>
                      </a:cubicBezTo>
                      <a:lnTo>
                        <a:pt x="6406"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2" name="Google Shape;30052;p154"/>
                <p:cNvSpPr/>
                <p:nvPr/>
              </p:nvSpPr>
              <p:spPr>
                <a:xfrm>
                  <a:off x="5599498" y="3199333"/>
                  <a:ext cx="128708" cy="190344"/>
                </a:xfrm>
                <a:custGeom>
                  <a:rect b="b" l="l" r="r" t="t"/>
                  <a:pathLst>
                    <a:path extrusionOk="0" h="5883" w="3978">
                      <a:moveTo>
                        <a:pt x="2739" y="0"/>
                      </a:moveTo>
                      <a:lnTo>
                        <a:pt x="2739" y="1858"/>
                      </a:lnTo>
                      <a:lnTo>
                        <a:pt x="0" y="1858"/>
                      </a:lnTo>
                      <a:lnTo>
                        <a:pt x="0" y="5835"/>
                      </a:lnTo>
                      <a:lnTo>
                        <a:pt x="2072" y="5835"/>
                      </a:lnTo>
                      <a:lnTo>
                        <a:pt x="2072" y="5883"/>
                      </a:lnTo>
                      <a:cubicBezTo>
                        <a:pt x="2263" y="5883"/>
                        <a:pt x="2406" y="5740"/>
                        <a:pt x="2406" y="5549"/>
                      </a:cubicBezTo>
                      <a:lnTo>
                        <a:pt x="2406" y="4311"/>
                      </a:lnTo>
                      <a:cubicBezTo>
                        <a:pt x="2406" y="3882"/>
                        <a:pt x="2287" y="3501"/>
                        <a:pt x="2096" y="3144"/>
                      </a:cubicBezTo>
                      <a:lnTo>
                        <a:pt x="3025" y="3144"/>
                      </a:lnTo>
                      <a:cubicBezTo>
                        <a:pt x="3525" y="3144"/>
                        <a:pt x="3977" y="2739"/>
                        <a:pt x="3977" y="2191"/>
                      </a:cubicBezTo>
                      <a:lnTo>
                        <a:pt x="3977" y="0"/>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3" name="Google Shape;30053;p154"/>
                <p:cNvSpPr/>
                <p:nvPr/>
              </p:nvSpPr>
              <p:spPr>
                <a:xfrm>
                  <a:off x="5696561" y="3136145"/>
                  <a:ext cx="20837" cy="63998"/>
                </a:xfrm>
                <a:custGeom>
                  <a:rect b="b" l="l" r="r" t="t"/>
                  <a:pathLst>
                    <a:path extrusionOk="0" h="1978" w="644">
                      <a:moveTo>
                        <a:pt x="334" y="1"/>
                      </a:moveTo>
                      <a:cubicBezTo>
                        <a:pt x="144" y="1"/>
                        <a:pt x="1" y="167"/>
                        <a:pt x="1" y="334"/>
                      </a:cubicBezTo>
                      <a:lnTo>
                        <a:pt x="1" y="1644"/>
                      </a:lnTo>
                      <a:cubicBezTo>
                        <a:pt x="1" y="1834"/>
                        <a:pt x="144" y="1977"/>
                        <a:pt x="334" y="1977"/>
                      </a:cubicBezTo>
                      <a:cubicBezTo>
                        <a:pt x="501" y="1977"/>
                        <a:pt x="620" y="1834"/>
                        <a:pt x="644" y="1644"/>
                      </a:cubicBezTo>
                      <a:lnTo>
                        <a:pt x="644" y="334"/>
                      </a:lnTo>
                      <a:cubicBezTo>
                        <a:pt x="644" y="167"/>
                        <a:pt x="501" y="1"/>
                        <a:pt x="334"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4" name="Google Shape;30054;p154"/>
                <p:cNvSpPr/>
                <p:nvPr/>
              </p:nvSpPr>
              <p:spPr>
                <a:xfrm>
                  <a:off x="5711995" y="3120745"/>
                  <a:ext cx="114828" cy="78623"/>
                </a:xfrm>
                <a:custGeom>
                  <a:rect b="b" l="l" r="r" t="t"/>
                  <a:pathLst>
                    <a:path extrusionOk="0" h="2430" w="3549">
                      <a:moveTo>
                        <a:pt x="0" y="0"/>
                      </a:moveTo>
                      <a:lnTo>
                        <a:pt x="0" y="834"/>
                      </a:lnTo>
                      <a:cubicBezTo>
                        <a:pt x="0" y="1024"/>
                        <a:pt x="143" y="1167"/>
                        <a:pt x="334" y="1167"/>
                      </a:cubicBezTo>
                      <a:cubicBezTo>
                        <a:pt x="1310" y="1167"/>
                        <a:pt x="2263" y="1548"/>
                        <a:pt x="2953" y="2263"/>
                      </a:cubicBezTo>
                      <a:lnTo>
                        <a:pt x="3001" y="2334"/>
                      </a:lnTo>
                      <a:cubicBezTo>
                        <a:pt x="3072" y="2382"/>
                        <a:pt x="3144" y="2429"/>
                        <a:pt x="3215" y="2429"/>
                      </a:cubicBezTo>
                      <a:cubicBezTo>
                        <a:pt x="3263" y="2429"/>
                        <a:pt x="3358" y="2382"/>
                        <a:pt x="3430" y="2358"/>
                      </a:cubicBezTo>
                      <a:cubicBezTo>
                        <a:pt x="3501" y="2310"/>
                        <a:pt x="3549" y="2215"/>
                        <a:pt x="3549" y="2120"/>
                      </a:cubicBezTo>
                      <a:lnTo>
                        <a:pt x="3549" y="48"/>
                      </a:lnTo>
                      <a:lnTo>
                        <a:pt x="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5" name="Google Shape;30055;p154"/>
                <p:cNvSpPr/>
                <p:nvPr/>
              </p:nvSpPr>
              <p:spPr>
                <a:xfrm>
                  <a:off x="5654953" y="3084540"/>
                  <a:ext cx="66328" cy="73996"/>
                </a:xfrm>
                <a:custGeom>
                  <a:rect b="b" l="l" r="r" t="t"/>
                  <a:pathLst>
                    <a:path extrusionOk="0" h="2287" w="2050">
                      <a:moveTo>
                        <a:pt x="1192" y="0"/>
                      </a:moveTo>
                      <a:cubicBezTo>
                        <a:pt x="549" y="0"/>
                        <a:pt x="1" y="524"/>
                        <a:pt x="25" y="1191"/>
                      </a:cubicBezTo>
                      <a:cubicBezTo>
                        <a:pt x="72" y="1810"/>
                        <a:pt x="573" y="2286"/>
                        <a:pt x="1192" y="2286"/>
                      </a:cubicBezTo>
                      <a:lnTo>
                        <a:pt x="2049" y="2286"/>
                      </a:lnTo>
                      <a:lnTo>
                        <a:pt x="2049"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6" name="Google Shape;30056;p154"/>
                <p:cNvSpPr/>
                <p:nvPr/>
              </p:nvSpPr>
              <p:spPr>
                <a:xfrm>
                  <a:off x="5655730" y="3120745"/>
                  <a:ext cx="65551" cy="37791"/>
                </a:xfrm>
                <a:custGeom>
                  <a:rect b="b" l="l" r="r" t="t"/>
                  <a:pathLst>
                    <a:path extrusionOk="0" h="1168" w="2026">
                      <a:moveTo>
                        <a:pt x="1" y="0"/>
                      </a:moveTo>
                      <a:cubicBezTo>
                        <a:pt x="1" y="667"/>
                        <a:pt x="549" y="1167"/>
                        <a:pt x="1168" y="1167"/>
                      </a:cubicBezTo>
                      <a:lnTo>
                        <a:pt x="2025" y="1167"/>
                      </a:lnTo>
                      <a:lnTo>
                        <a:pt x="2025" y="0"/>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7" name="Google Shape;30057;p154"/>
                <p:cNvSpPr/>
                <p:nvPr/>
              </p:nvSpPr>
              <p:spPr>
                <a:xfrm>
                  <a:off x="5547860" y="3178529"/>
                  <a:ext cx="102533" cy="102501"/>
                </a:xfrm>
                <a:custGeom>
                  <a:rect b="b" l="l" r="r" t="t"/>
                  <a:pathLst>
                    <a:path extrusionOk="0" h="3168" w="3169">
                      <a:moveTo>
                        <a:pt x="1596" y="0"/>
                      </a:moveTo>
                      <a:cubicBezTo>
                        <a:pt x="715" y="0"/>
                        <a:pt x="1" y="715"/>
                        <a:pt x="1" y="1596"/>
                      </a:cubicBezTo>
                      <a:cubicBezTo>
                        <a:pt x="1" y="2453"/>
                        <a:pt x="715" y="3168"/>
                        <a:pt x="1596" y="3168"/>
                      </a:cubicBezTo>
                      <a:cubicBezTo>
                        <a:pt x="2454" y="3168"/>
                        <a:pt x="3144" y="2477"/>
                        <a:pt x="3168" y="1596"/>
                      </a:cubicBezTo>
                      <a:cubicBezTo>
                        <a:pt x="3168" y="715"/>
                        <a:pt x="2454" y="0"/>
                        <a:pt x="1596"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8" name="Google Shape;30058;p154"/>
                <p:cNvSpPr/>
                <p:nvPr/>
              </p:nvSpPr>
              <p:spPr>
                <a:xfrm>
                  <a:off x="5597945" y="3180082"/>
                  <a:ext cx="51671" cy="100948"/>
                </a:xfrm>
                <a:custGeom>
                  <a:rect b="b" l="l" r="r" t="t"/>
                  <a:pathLst>
                    <a:path extrusionOk="0" h="3120" w="1597">
                      <a:moveTo>
                        <a:pt x="1" y="0"/>
                      </a:moveTo>
                      <a:lnTo>
                        <a:pt x="1" y="3120"/>
                      </a:lnTo>
                      <a:cubicBezTo>
                        <a:pt x="906" y="3120"/>
                        <a:pt x="1596" y="2429"/>
                        <a:pt x="1596" y="1572"/>
                      </a:cubicBezTo>
                      <a:cubicBezTo>
                        <a:pt x="1596" y="715"/>
                        <a:pt x="882"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9" name="Google Shape;30059;p154"/>
                <p:cNvSpPr/>
                <p:nvPr/>
              </p:nvSpPr>
              <p:spPr>
                <a:xfrm>
                  <a:off x="5686564" y="3179921"/>
                  <a:ext cx="40864" cy="29475"/>
                </a:xfrm>
                <a:custGeom>
                  <a:rect b="b" l="l" r="r" t="t"/>
                  <a:pathLst>
                    <a:path extrusionOk="0" h="911" w="1263">
                      <a:moveTo>
                        <a:pt x="649" y="0"/>
                      </a:moveTo>
                      <a:cubicBezTo>
                        <a:pt x="624" y="0"/>
                        <a:pt x="598" y="2"/>
                        <a:pt x="572" y="5"/>
                      </a:cubicBezTo>
                      <a:cubicBezTo>
                        <a:pt x="239" y="29"/>
                        <a:pt x="0" y="291"/>
                        <a:pt x="0" y="624"/>
                      </a:cubicBezTo>
                      <a:lnTo>
                        <a:pt x="0" y="910"/>
                      </a:lnTo>
                      <a:lnTo>
                        <a:pt x="1263" y="910"/>
                      </a:lnTo>
                      <a:lnTo>
                        <a:pt x="1263" y="624"/>
                      </a:lnTo>
                      <a:cubicBezTo>
                        <a:pt x="1263" y="292"/>
                        <a:pt x="994" y="0"/>
                        <a:pt x="649"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0060" name="Google Shape;30060;p154"/>
          <p:cNvGrpSpPr/>
          <p:nvPr/>
        </p:nvGrpSpPr>
        <p:grpSpPr>
          <a:xfrm>
            <a:off x="6269820" y="2890532"/>
            <a:ext cx="344449" cy="346744"/>
            <a:chOff x="6269820" y="3042932"/>
            <a:chExt cx="344449" cy="346744"/>
          </a:xfrm>
        </p:grpSpPr>
        <p:sp>
          <p:nvSpPr>
            <p:cNvPr id="30061" name="Google Shape;30061;p154"/>
            <p:cNvSpPr/>
            <p:nvPr/>
          </p:nvSpPr>
          <p:spPr>
            <a:xfrm>
              <a:off x="6498665" y="3104567"/>
              <a:ext cx="115604" cy="81696"/>
            </a:xfrm>
            <a:custGeom>
              <a:rect b="b" l="l" r="r" t="t"/>
              <a:pathLst>
                <a:path extrusionOk="0" h="2525" w="3573">
                  <a:moveTo>
                    <a:pt x="1787" y="0"/>
                  </a:moveTo>
                  <a:cubicBezTo>
                    <a:pt x="811" y="0"/>
                    <a:pt x="1" y="810"/>
                    <a:pt x="1" y="1786"/>
                  </a:cubicBezTo>
                  <a:lnTo>
                    <a:pt x="1" y="2525"/>
                  </a:lnTo>
                  <a:lnTo>
                    <a:pt x="3240" y="2525"/>
                  </a:lnTo>
                  <a:cubicBezTo>
                    <a:pt x="3430" y="2525"/>
                    <a:pt x="3573" y="2382"/>
                    <a:pt x="3573" y="2215"/>
                  </a:cubicBezTo>
                  <a:lnTo>
                    <a:pt x="3573" y="1786"/>
                  </a:lnTo>
                  <a:cubicBezTo>
                    <a:pt x="3573" y="762"/>
                    <a:pt x="2763" y="0"/>
                    <a:pt x="1787"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2" name="Google Shape;30062;p154"/>
            <p:cNvSpPr/>
            <p:nvPr/>
          </p:nvSpPr>
          <p:spPr>
            <a:xfrm>
              <a:off x="6556450" y="3104567"/>
              <a:ext cx="57818" cy="80920"/>
            </a:xfrm>
            <a:custGeom>
              <a:rect b="b" l="l" r="r" t="t"/>
              <a:pathLst>
                <a:path extrusionOk="0" h="2501" w="1787">
                  <a:moveTo>
                    <a:pt x="1" y="0"/>
                  </a:moveTo>
                  <a:lnTo>
                    <a:pt x="1" y="2501"/>
                  </a:lnTo>
                  <a:lnTo>
                    <a:pt x="1454" y="2501"/>
                  </a:lnTo>
                  <a:cubicBezTo>
                    <a:pt x="1644" y="2501"/>
                    <a:pt x="1787" y="2358"/>
                    <a:pt x="1787" y="2167"/>
                  </a:cubicBezTo>
                  <a:lnTo>
                    <a:pt x="1787" y="1763"/>
                  </a:lnTo>
                  <a:cubicBezTo>
                    <a:pt x="1787" y="762"/>
                    <a:pt x="977" y="0"/>
                    <a:pt x="1"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3" name="Google Shape;30063;p154"/>
            <p:cNvSpPr/>
            <p:nvPr/>
          </p:nvSpPr>
          <p:spPr>
            <a:xfrm>
              <a:off x="6269820" y="3103791"/>
              <a:ext cx="115637" cy="81696"/>
            </a:xfrm>
            <a:custGeom>
              <a:rect b="b" l="l" r="r" t="t"/>
              <a:pathLst>
                <a:path extrusionOk="0" h="2525" w="3574">
                  <a:moveTo>
                    <a:pt x="1787" y="0"/>
                  </a:moveTo>
                  <a:cubicBezTo>
                    <a:pt x="787" y="24"/>
                    <a:pt x="1" y="786"/>
                    <a:pt x="1" y="1787"/>
                  </a:cubicBezTo>
                  <a:lnTo>
                    <a:pt x="1" y="2191"/>
                  </a:lnTo>
                  <a:cubicBezTo>
                    <a:pt x="1" y="2382"/>
                    <a:pt x="144" y="2525"/>
                    <a:pt x="311" y="2525"/>
                  </a:cubicBezTo>
                  <a:lnTo>
                    <a:pt x="3573" y="2525"/>
                  </a:lnTo>
                  <a:lnTo>
                    <a:pt x="3573" y="1787"/>
                  </a:lnTo>
                  <a:cubicBezTo>
                    <a:pt x="3573" y="786"/>
                    <a:pt x="2763" y="0"/>
                    <a:pt x="1787"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4" name="Google Shape;30064;p154"/>
            <p:cNvSpPr/>
            <p:nvPr/>
          </p:nvSpPr>
          <p:spPr>
            <a:xfrm>
              <a:off x="6383870" y="3103791"/>
              <a:ext cx="114828" cy="81696"/>
            </a:xfrm>
            <a:custGeom>
              <a:rect b="b" l="l" r="r" t="t"/>
              <a:pathLst>
                <a:path extrusionOk="0" h="2525" w="3549">
                  <a:moveTo>
                    <a:pt x="1763" y="0"/>
                  </a:moveTo>
                  <a:cubicBezTo>
                    <a:pt x="786" y="0"/>
                    <a:pt x="0" y="786"/>
                    <a:pt x="0" y="1787"/>
                  </a:cubicBezTo>
                  <a:lnTo>
                    <a:pt x="0" y="2525"/>
                  </a:lnTo>
                  <a:lnTo>
                    <a:pt x="3549" y="2525"/>
                  </a:lnTo>
                  <a:lnTo>
                    <a:pt x="3549" y="1787"/>
                  </a:lnTo>
                  <a:cubicBezTo>
                    <a:pt x="3549" y="786"/>
                    <a:pt x="2739" y="0"/>
                    <a:pt x="176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5" name="Google Shape;30065;p154"/>
            <p:cNvSpPr/>
            <p:nvPr/>
          </p:nvSpPr>
          <p:spPr>
            <a:xfrm>
              <a:off x="6327638" y="3104567"/>
              <a:ext cx="57818" cy="80920"/>
            </a:xfrm>
            <a:custGeom>
              <a:rect b="b" l="l" r="r" t="t"/>
              <a:pathLst>
                <a:path extrusionOk="0" h="2501" w="1787">
                  <a:moveTo>
                    <a:pt x="0" y="0"/>
                  </a:moveTo>
                  <a:lnTo>
                    <a:pt x="0" y="2501"/>
                  </a:lnTo>
                  <a:lnTo>
                    <a:pt x="1786" y="2501"/>
                  </a:lnTo>
                  <a:lnTo>
                    <a:pt x="1786" y="1763"/>
                  </a:lnTo>
                  <a:cubicBezTo>
                    <a:pt x="1738" y="762"/>
                    <a:pt x="976" y="0"/>
                    <a:pt x="0"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6" name="Google Shape;30066;p154"/>
            <p:cNvSpPr/>
            <p:nvPr/>
          </p:nvSpPr>
          <p:spPr>
            <a:xfrm>
              <a:off x="6441656" y="3104567"/>
              <a:ext cx="57818" cy="80920"/>
            </a:xfrm>
            <a:custGeom>
              <a:rect b="b" l="l" r="r" t="t"/>
              <a:pathLst>
                <a:path extrusionOk="0" h="2501" w="1787">
                  <a:moveTo>
                    <a:pt x="1" y="0"/>
                  </a:moveTo>
                  <a:lnTo>
                    <a:pt x="1" y="2501"/>
                  </a:lnTo>
                  <a:lnTo>
                    <a:pt x="1787" y="2501"/>
                  </a:lnTo>
                  <a:lnTo>
                    <a:pt x="1787" y="1763"/>
                  </a:lnTo>
                  <a:cubicBezTo>
                    <a:pt x="1787" y="762"/>
                    <a:pt x="1001" y="0"/>
                    <a:pt x="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7" name="Google Shape;30067;p154"/>
            <p:cNvSpPr/>
            <p:nvPr/>
          </p:nvSpPr>
          <p:spPr>
            <a:xfrm>
              <a:off x="6518724" y="3042932"/>
              <a:ext cx="75517" cy="75517"/>
            </a:xfrm>
            <a:custGeom>
              <a:rect b="b" l="l" r="r" t="t"/>
              <a:pathLst>
                <a:path extrusionOk="0" h="2334" w="2334">
                  <a:moveTo>
                    <a:pt x="1167" y="0"/>
                  </a:moveTo>
                  <a:cubicBezTo>
                    <a:pt x="524" y="0"/>
                    <a:pt x="0" y="548"/>
                    <a:pt x="0" y="1167"/>
                  </a:cubicBezTo>
                  <a:cubicBezTo>
                    <a:pt x="0" y="1810"/>
                    <a:pt x="548" y="2334"/>
                    <a:pt x="1167" y="2334"/>
                  </a:cubicBezTo>
                  <a:cubicBezTo>
                    <a:pt x="1834" y="2334"/>
                    <a:pt x="2334" y="1786"/>
                    <a:pt x="2334" y="1167"/>
                  </a:cubicBezTo>
                  <a:cubicBezTo>
                    <a:pt x="2334" y="500"/>
                    <a:pt x="1810" y="0"/>
                    <a:pt x="1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8" name="Google Shape;30068;p154"/>
            <p:cNvSpPr/>
            <p:nvPr/>
          </p:nvSpPr>
          <p:spPr>
            <a:xfrm>
              <a:off x="6556450" y="3042932"/>
              <a:ext cx="37791" cy="74093"/>
            </a:xfrm>
            <a:custGeom>
              <a:rect b="b" l="l" r="r" t="t"/>
              <a:pathLst>
                <a:path extrusionOk="0" h="2290" w="1168">
                  <a:moveTo>
                    <a:pt x="1" y="0"/>
                  </a:moveTo>
                  <a:lnTo>
                    <a:pt x="1" y="2286"/>
                  </a:lnTo>
                  <a:cubicBezTo>
                    <a:pt x="28" y="2288"/>
                    <a:pt x="55" y="2289"/>
                    <a:pt x="82" y="2289"/>
                  </a:cubicBezTo>
                  <a:cubicBezTo>
                    <a:pt x="708" y="2289"/>
                    <a:pt x="1168" y="1761"/>
                    <a:pt x="1168" y="1167"/>
                  </a:cubicBezTo>
                  <a:cubicBezTo>
                    <a:pt x="1168" y="548"/>
                    <a:pt x="644"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9" name="Google Shape;30069;p154"/>
            <p:cNvSpPr/>
            <p:nvPr/>
          </p:nvSpPr>
          <p:spPr>
            <a:xfrm>
              <a:off x="6404674" y="3042932"/>
              <a:ext cx="74772" cy="75517"/>
            </a:xfrm>
            <a:custGeom>
              <a:rect b="b" l="l" r="r" t="t"/>
              <a:pathLst>
                <a:path extrusionOk="0" h="2334" w="2311">
                  <a:moveTo>
                    <a:pt x="1144" y="0"/>
                  </a:moveTo>
                  <a:cubicBezTo>
                    <a:pt x="501" y="0"/>
                    <a:pt x="0" y="548"/>
                    <a:pt x="0" y="1167"/>
                  </a:cubicBezTo>
                  <a:cubicBezTo>
                    <a:pt x="0" y="1810"/>
                    <a:pt x="524" y="2334"/>
                    <a:pt x="1144" y="2334"/>
                  </a:cubicBezTo>
                  <a:cubicBezTo>
                    <a:pt x="1787" y="2334"/>
                    <a:pt x="2310" y="1786"/>
                    <a:pt x="2310" y="1167"/>
                  </a:cubicBezTo>
                  <a:cubicBezTo>
                    <a:pt x="2310" y="500"/>
                    <a:pt x="1810" y="0"/>
                    <a:pt x="1144"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0" name="Google Shape;30070;p154"/>
            <p:cNvSpPr/>
            <p:nvPr/>
          </p:nvSpPr>
          <p:spPr>
            <a:xfrm>
              <a:off x="6441656" y="3042932"/>
              <a:ext cx="37791" cy="74093"/>
            </a:xfrm>
            <a:custGeom>
              <a:rect b="b" l="l" r="r" t="t"/>
              <a:pathLst>
                <a:path extrusionOk="0" h="2290" w="1168">
                  <a:moveTo>
                    <a:pt x="1" y="0"/>
                  </a:moveTo>
                  <a:lnTo>
                    <a:pt x="1" y="2286"/>
                  </a:lnTo>
                  <a:cubicBezTo>
                    <a:pt x="27" y="2288"/>
                    <a:pt x="53" y="2289"/>
                    <a:pt x="79" y="2289"/>
                  </a:cubicBezTo>
                  <a:cubicBezTo>
                    <a:pt x="685" y="2289"/>
                    <a:pt x="1167" y="1761"/>
                    <a:pt x="1167" y="1167"/>
                  </a:cubicBezTo>
                  <a:cubicBezTo>
                    <a:pt x="1167" y="548"/>
                    <a:pt x="667"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1" name="Google Shape;30071;p154"/>
            <p:cNvSpPr/>
            <p:nvPr/>
          </p:nvSpPr>
          <p:spPr>
            <a:xfrm>
              <a:off x="6289880" y="3042932"/>
              <a:ext cx="74772" cy="75517"/>
            </a:xfrm>
            <a:custGeom>
              <a:rect b="b" l="l" r="r" t="t"/>
              <a:pathLst>
                <a:path extrusionOk="0" h="2334" w="2311">
                  <a:moveTo>
                    <a:pt x="1167" y="0"/>
                  </a:moveTo>
                  <a:cubicBezTo>
                    <a:pt x="500" y="0"/>
                    <a:pt x="0" y="548"/>
                    <a:pt x="0" y="1167"/>
                  </a:cubicBezTo>
                  <a:cubicBezTo>
                    <a:pt x="0" y="1810"/>
                    <a:pt x="524" y="2334"/>
                    <a:pt x="1167" y="2334"/>
                  </a:cubicBezTo>
                  <a:cubicBezTo>
                    <a:pt x="1786" y="2334"/>
                    <a:pt x="2286" y="1786"/>
                    <a:pt x="2310" y="1167"/>
                  </a:cubicBezTo>
                  <a:cubicBezTo>
                    <a:pt x="2310" y="500"/>
                    <a:pt x="1786" y="0"/>
                    <a:pt x="1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2" name="Google Shape;30072;p154"/>
            <p:cNvSpPr/>
            <p:nvPr/>
          </p:nvSpPr>
          <p:spPr>
            <a:xfrm>
              <a:off x="6326085" y="3042932"/>
              <a:ext cx="37791" cy="74093"/>
            </a:xfrm>
            <a:custGeom>
              <a:rect b="b" l="l" r="r" t="t"/>
              <a:pathLst>
                <a:path extrusionOk="0" h="2290" w="1168">
                  <a:moveTo>
                    <a:pt x="0" y="0"/>
                  </a:moveTo>
                  <a:lnTo>
                    <a:pt x="0" y="2286"/>
                  </a:lnTo>
                  <a:cubicBezTo>
                    <a:pt x="28" y="2288"/>
                    <a:pt x="54" y="2289"/>
                    <a:pt x="81" y="2289"/>
                  </a:cubicBezTo>
                  <a:cubicBezTo>
                    <a:pt x="707" y="2289"/>
                    <a:pt x="1167" y="1761"/>
                    <a:pt x="1167" y="1167"/>
                  </a:cubicBezTo>
                  <a:cubicBezTo>
                    <a:pt x="1167" y="548"/>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3" name="Google Shape;30073;p154"/>
            <p:cNvSpPr/>
            <p:nvPr/>
          </p:nvSpPr>
          <p:spPr>
            <a:xfrm>
              <a:off x="6363843" y="3287176"/>
              <a:ext cx="156436" cy="102501"/>
            </a:xfrm>
            <a:custGeom>
              <a:rect b="b" l="l" r="r" t="t"/>
              <a:pathLst>
                <a:path extrusionOk="0" h="3168" w="4835">
                  <a:moveTo>
                    <a:pt x="2406" y="0"/>
                  </a:moveTo>
                  <a:cubicBezTo>
                    <a:pt x="1072" y="0"/>
                    <a:pt x="0" y="1096"/>
                    <a:pt x="0" y="2429"/>
                  </a:cubicBezTo>
                  <a:lnTo>
                    <a:pt x="0" y="2834"/>
                  </a:lnTo>
                  <a:cubicBezTo>
                    <a:pt x="0" y="3025"/>
                    <a:pt x="143" y="3168"/>
                    <a:pt x="334" y="3168"/>
                  </a:cubicBezTo>
                  <a:lnTo>
                    <a:pt x="4501" y="3168"/>
                  </a:lnTo>
                  <a:cubicBezTo>
                    <a:pt x="4668" y="3168"/>
                    <a:pt x="4835" y="3025"/>
                    <a:pt x="4835" y="2834"/>
                  </a:cubicBezTo>
                  <a:lnTo>
                    <a:pt x="4835" y="2429"/>
                  </a:lnTo>
                  <a:cubicBezTo>
                    <a:pt x="4835" y="1096"/>
                    <a:pt x="3763" y="0"/>
                    <a:pt x="2406"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4" name="Google Shape;30074;p154"/>
            <p:cNvSpPr/>
            <p:nvPr/>
          </p:nvSpPr>
          <p:spPr>
            <a:xfrm>
              <a:off x="6441656" y="3287176"/>
              <a:ext cx="78623" cy="102501"/>
            </a:xfrm>
            <a:custGeom>
              <a:rect b="b" l="l" r="r" t="t"/>
              <a:pathLst>
                <a:path extrusionOk="0" h="3168" w="2430">
                  <a:moveTo>
                    <a:pt x="1" y="0"/>
                  </a:moveTo>
                  <a:lnTo>
                    <a:pt x="1" y="3144"/>
                  </a:lnTo>
                  <a:lnTo>
                    <a:pt x="2096" y="3144"/>
                  </a:lnTo>
                  <a:lnTo>
                    <a:pt x="2096" y="3168"/>
                  </a:lnTo>
                  <a:cubicBezTo>
                    <a:pt x="2263" y="3168"/>
                    <a:pt x="2430" y="3025"/>
                    <a:pt x="2430" y="2834"/>
                  </a:cubicBezTo>
                  <a:lnTo>
                    <a:pt x="2430" y="2429"/>
                  </a:lnTo>
                  <a:cubicBezTo>
                    <a:pt x="2430" y="1096"/>
                    <a:pt x="1358"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5" name="Google Shape;30075;p154"/>
            <p:cNvSpPr/>
            <p:nvPr/>
          </p:nvSpPr>
          <p:spPr>
            <a:xfrm>
              <a:off x="6390794" y="3207034"/>
              <a:ext cx="102533" cy="101756"/>
            </a:xfrm>
            <a:custGeom>
              <a:rect b="b" l="l" r="r" t="t"/>
              <a:pathLst>
                <a:path extrusionOk="0" h="3145" w="3169">
                  <a:moveTo>
                    <a:pt x="1573" y="1"/>
                  </a:moveTo>
                  <a:cubicBezTo>
                    <a:pt x="715" y="1"/>
                    <a:pt x="1" y="691"/>
                    <a:pt x="1" y="1572"/>
                  </a:cubicBezTo>
                  <a:cubicBezTo>
                    <a:pt x="1" y="2430"/>
                    <a:pt x="715" y="3144"/>
                    <a:pt x="1573" y="3144"/>
                  </a:cubicBezTo>
                  <a:cubicBezTo>
                    <a:pt x="2454" y="3144"/>
                    <a:pt x="3168" y="2430"/>
                    <a:pt x="3168" y="1572"/>
                  </a:cubicBezTo>
                  <a:cubicBezTo>
                    <a:pt x="3168" y="691"/>
                    <a:pt x="2454" y="1"/>
                    <a:pt x="157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6" name="Google Shape;30076;p154"/>
            <p:cNvSpPr/>
            <p:nvPr/>
          </p:nvSpPr>
          <p:spPr>
            <a:xfrm>
              <a:off x="6441656" y="3207034"/>
              <a:ext cx="51671" cy="101756"/>
            </a:xfrm>
            <a:custGeom>
              <a:rect b="b" l="l" r="r" t="t"/>
              <a:pathLst>
                <a:path extrusionOk="0" h="3145" w="1597">
                  <a:moveTo>
                    <a:pt x="1" y="1"/>
                  </a:moveTo>
                  <a:lnTo>
                    <a:pt x="1" y="3144"/>
                  </a:lnTo>
                  <a:cubicBezTo>
                    <a:pt x="882" y="3144"/>
                    <a:pt x="1596" y="2430"/>
                    <a:pt x="1596" y="1572"/>
                  </a:cubicBezTo>
                  <a:cubicBezTo>
                    <a:pt x="1596" y="715"/>
                    <a:pt x="882" y="1"/>
                    <a:pt x="1"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77" name="Google Shape;30077;p154"/>
          <p:cNvGrpSpPr/>
          <p:nvPr/>
        </p:nvGrpSpPr>
        <p:grpSpPr>
          <a:xfrm>
            <a:off x="7019541" y="2890532"/>
            <a:ext cx="346004" cy="346746"/>
            <a:chOff x="7019541" y="3042932"/>
            <a:chExt cx="346004" cy="346746"/>
          </a:xfrm>
        </p:grpSpPr>
        <p:sp>
          <p:nvSpPr>
            <p:cNvPr id="30078" name="Google Shape;30078;p154"/>
            <p:cNvSpPr/>
            <p:nvPr/>
          </p:nvSpPr>
          <p:spPr>
            <a:xfrm>
              <a:off x="7235282" y="3103791"/>
              <a:ext cx="109457" cy="81696"/>
            </a:xfrm>
            <a:custGeom>
              <a:rect b="b" l="l" r="r" t="t"/>
              <a:pathLst>
                <a:path extrusionOk="0" h="2525" w="3383">
                  <a:moveTo>
                    <a:pt x="1667" y="0"/>
                  </a:moveTo>
                  <a:cubicBezTo>
                    <a:pt x="763" y="0"/>
                    <a:pt x="0" y="739"/>
                    <a:pt x="0" y="1667"/>
                  </a:cubicBezTo>
                  <a:lnTo>
                    <a:pt x="0" y="2191"/>
                  </a:lnTo>
                  <a:cubicBezTo>
                    <a:pt x="0" y="2382"/>
                    <a:pt x="167" y="2525"/>
                    <a:pt x="334" y="2525"/>
                  </a:cubicBezTo>
                  <a:lnTo>
                    <a:pt x="3073" y="2525"/>
                  </a:lnTo>
                  <a:cubicBezTo>
                    <a:pt x="3215" y="2525"/>
                    <a:pt x="3382" y="2382"/>
                    <a:pt x="3335" y="2191"/>
                  </a:cubicBezTo>
                  <a:lnTo>
                    <a:pt x="3335" y="1667"/>
                  </a:lnTo>
                  <a:cubicBezTo>
                    <a:pt x="3335" y="739"/>
                    <a:pt x="2596" y="0"/>
                    <a:pt x="1667"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9" name="Google Shape;30079;p154"/>
            <p:cNvSpPr/>
            <p:nvPr/>
          </p:nvSpPr>
          <p:spPr>
            <a:xfrm>
              <a:off x="7291514" y="3103791"/>
              <a:ext cx="53968" cy="81696"/>
            </a:xfrm>
            <a:custGeom>
              <a:rect b="b" l="l" r="r" t="t"/>
              <a:pathLst>
                <a:path extrusionOk="0" h="2525" w="1668">
                  <a:moveTo>
                    <a:pt x="1" y="0"/>
                  </a:moveTo>
                  <a:lnTo>
                    <a:pt x="1" y="2501"/>
                  </a:lnTo>
                  <a:lnTo>
                    <a:pt x="1335" y="2501"/>
                  </a:lnTo>
                  <a:lnTo>
                    <a:pt x="1335" y="2525"/>
                  </a:lnTo>
                  <a:cubicBezTo>
                    <a:pt x="1525" y="2525"/>
                    <a:pt x="1668" y="2382"/>
                    <a:pt x="1668" y="2191"/>
                  </a:cubicBezTo>
                  <a:lnTo>
                    <a:pt x="1668" y="1667"/>
                  </a:lnTo>
                  <a:cubicBezTo>
                    <a:pt x="1668" y="739"/>
                    <a:pt x="930"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0" name="Google Shape;30080;p154"/>
            <p:cNvSpPr/>
            <p:nvPr/>
          </p:nvSpPr>
          <p:spPr>
            <a:xfrm>
              <a:off x="7253012" y="3042932"/>
              <a:ext cx="74772" cy="75517"/>
            </a:xfrm>
            <a:custGeom>
              <a:rect b="b" l="l" r="r" t="t"/>
              <a:pathLst>
                <a:path extrusionOk="0" h="2334" w="2311">
                  <a:moveTo>
                    <a:pt x="1167" y="0"/>
                  </a:moveTo>
                  <a:cubicBezTo>
                    <a:pt x="500" y="0"/>
                    <a:pt x="0" y="548"/>
                    <a:pt x="0" y="1167"/>
                  </a:cubicBezTo>
                  <a:cubicBezTo>
                    <a:pt x="0" y="1810"/>
                    <a:pt x="524" y="2334"/>
                    <a:pt x="1167" y="2334"/>
                  </a:cubicBezTo>
                  <a:cubicBezTo>
                    <a:pt x="1786" y="2334"/>
                    <a:pt x="2310" y="1786"/>
                    <a:pt x="2310" y="1167"/>
                  </a:cubicBezTo>
                  <a:cubicBezTo>
                    <a:pt x="2310" y="500"/>
                    <a:pt x="1786" y="0"/>
                    <a:pt x="1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1" name="Google Shape;30081;p154"/>
            <p:cNvSpPr/>
            <p:nvPr/>
          </p:nvSpPr>
          <p:spPr>
            <a:xfrm>
              <a:off x="7290770" y="3042932"/>
              <a:ext cx="37014" cy="74093"/>
            </a:xfrm>
            <a:custGeom>
              <a:rect b="b" l="l" r="r" t="t"/>
              <a:pathLst>
                <a:path extrusionOk="0" h="2290" w="1144">
                  <a:moveTo>
                    <a:pt x="0" y="0"/>
                  </a:moveTo>
                  <a:lnTo>
                    <a:pt x="0" y="2286"/>
                  </a:lnTo>
                  <a:cubicBezTo>
                    <a:pt x="25" y="2288"/>
                    <a:pt x="50" y="2289"/>
                    <a:pt x="75" y="2289"/>
                  </a:cubicBezTo>
                  <a:cubicBezTo>
                    <a:pt x="661" y="2289"/>
                    <a:pt x="1143" y="1761"/>
                    <a:pt x="1143" y="1167"/>
                  </a:cubicBezTo>
                  <a:cubicBezTo>
                    <a:pt x="1143" y="548"/>
                    <a:pt x="643"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2" name="Google Shape;30082;p154"/>
            <p:cNvSpPr/>
            <p:nvPr/>
          </p:nvSpPr>
          <p:spPr>
            <a:xfrm>
              <a:off x="7019541" y="3211660"/>
              <a:ext cx="107904" cy="81696"/>
            </a:xfrm>
            <a:custGeom>
              <a:rect b="b" l="l" r="r" t="t"/>
              <a:pathLst>
                <a:path extrusionOk="0" h="2525" w="3335">
                  <a:moveTo>
                    <a:pt x="1667" y="1"/>
                  </a:moveTo>
                  <a:cubicBezTo>
                    <a:pt x="762" y="1"/>
                    <a:pt x="0" y="739"/>
                    <a:pt x="0" y="1668"/>
                  </a:cubicBezTo>
                  <a:lnTo>
                    <a:pt x="0" y="2191"/>
                  </a:lnTo>
                  <a:cubicBezTo>
                    <a:pt x="0" y="2382"/>
                    <a:pt x="167" y="2525"/>
                    <a:pt x="334" y="2525"/>
                  </a:cubicBezTo>
                  <a:lnTo>
                    <a:pt x="3049" y="2525"/>
                  </a:lnTo>
                  <a:cubicBezTo>
                    <a:pt x="3215" y="2525"/>
                    <a:pt x="3334" y="2382"/>
                    <a:pt x="3334" y="2191"/>
                  </a:cubicBezTo>
                  <a:lnTo>
                    <a:pt x="3334" y="1668"/>
                  </a:lnTo>
                  <a:cubicBezTo>
                    <a:pt x="3334" y="739"/>
                    <a:pt x="2596" y="1"/>
                    <a:pt x="1667"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3" name="Google Shape;30083;p154"/>
            <p:cNvSpPr/>
            <p:nvPr/>
          </p:nvSpPr>
          <p:spPr>
            <a:xfrm>
              <a:off x="7075029" y="3211660"/>
              <a:ext cx="53968" cy="81696"/>
            </a:xfrm>
            <a:custGeom>
              <a:rect b="b" l="l" r="r" t="t"/>
              <a:pathLst>
                <a:path extrusionOk="0" h="2525" w="1668">
                  <a:moveTo>
                    <a:pt x="0" y="1"/>
                  </a:moveTo>
                  <a:lnTo>
                    <a:pt x="0" y="2501"/>
                  </a:lnTo>
                  <a:lnTo>
                    <a:pt x="1334" y="2501"/>
                  </a:lnTo>
                  <a:lnTo>
                    <a:pt x="1334" y="2525"/>
                  </a:lnTo>
                  <a:cubicBezTo>
                    <a:pt x="1500" y="2525"/>
                    <a:pt x="1667" y="2382"/>
                    <a:pt x="1667" y="2191"/>
                  </a:cubicBezTo>
                  <a:lnTo>
                    <a:pt x="1667" y="1668"/>
                  </a:lnTo>
                  <a:cubicBezTo>
                    <a:pt x="1667" y="739"/>
                    <a:pt x="905" y="1"/>
                    <a:pt x="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4" name="Google Shape;30084;p154"/>
            <p:cNvSpPr/>
            <p:nvPr/>
          </p:nvSpPr>
          <p:spPr>
            <a:xfrm>
              <a:off x="7036495" y="3150802"/>
              <a:ext cx="74772" cy="75517"/>
            </a:xfrm>
            <a:custGeom>
              <a:rect b="b" l="l" r="r" t="t"/>
              <a:pathLst>
                <a:path extrusionOk="0" h="2334" w="2311">
                  <a:moveTo>
                    <a:pt x="1143" y="0"/>
                  </a:moveTo>
                  <a:cubicBezTo>
                    <a:pt x="500" y="0"/>
                    <a:pt x="0" y="500"/>
                    <a:pt x="0" y="1167"/>
                  </a:cubicBezTo>
                  <a:cubicBezTo>
                    <a:pt x="0" y="1810"/>
                    <a:pt x="524" y="2334"/>
                    <a:pt x="1143" y="2334"/>
                  </a:cubicBezTo>
                  <a:cubicBezTo>
                    <a:pt x="1810" y="2334"/>
                    <a:pt x="2310" y="1810"/>
                    <a:pt x="2310" y="1167"/>
                  </a:cubicBezTo>
                  <a:cubicBezTo>
                    <a:pt x="2310" y="500"/>
                    <a:pt x="1810" y="0"/>
                    <a:pt x="11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5" name="Google Shape;30085;p154"/>
            <p:cNvSpPr/>
            <p:nvPr/>
          </p:nvSpPr>
          <p:spPr>
            <a:xfrm>
              <a:off x="7073476" y="3150802"/>
              <a:ext cx="37791" cy="74093"/>
            </a:xfrm>
            <a:custGeom>
              <a:rect b="b" l="l" r="r" t="t"/>
              <a:pathLst>
                <a:path extrusionOk="0" h="2290" w="1168">
                  <a:moveTo>
                    <a:pt x="0" y="0"/>
                  </a:moveTo>
                  <a:lnTo>
                    <a:pt x="0" y="2286"/>
                  </a:lnTo>
                  <a:cubicBezTo>
                    <a:pt x="29" y="2288"/>
                    <a:pt x="57" y="2289"/>
                    <a:pt x="84" y="2289"/>
                  </a:cubicBezTo>
                  <a:cubicBezTo>
                    <a:pt x="709" y="2289"/>
                    <a:pt x="1167" y="1783"/>
                    <a:pt x="1167" y="1167"/>
                  </a:cubicBezTo>
                  <a:cubicBezTo>
                    <a:pt x="1167" y="548"/>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6" name="Google Shape;30086;p154"/>
            <p:cNvSpPr/>
            <p:nvPr/>
          </p:nvSpPr>
          <p:spPr>
            <a:xfrm>
              <a:off x="7127412" y="3158502"/>
              <a:ext cx="109457" cy="80920"/>
            </a:xfrm>
            <a:custGeom>
              <a:rect b="b" l="l" r="r" t="t"/>
              <a:pathLst>
                <a:path extrusionOk="0" h="2501" w="3383">
                  <a:moveTo>
                    <a:pt x="1667" y="0"/>
                  </a:moveTo>
                  <a:cubicBezTo>
                    <a:pt x="763" y="0"/>
                    <a:pt x="0" y="739"/>
                    <a:pt x="0" y="1667"/>
                  </a:cubicBezTo>
                  <a:lnTo>
                    <a:pt x="0" y="2167"/>
                  </a:lnTo>
                  <a:cubicBezTo>
                    <a:pt x="0" y="2358"/>
                    <a:pt x="167" y="2501"/>
                    <a:pt x="334" y="2501"/>
                  </a:cubicBezTo>
                  <a:lnTo>
                    <a:pt x="3049" y="2501"/>
                  </a:lnTo>
                  <a:cubicBezTo>
                    <a:pt x="3215" y="2501"/>
                    <a:pt x="3382" y="2358"/>
                    <a:pt x="3334" y="2215"/>
                  </a:cubicBezTo>
                  <a:lnTo>
                    <a:pt x="3334" y="1667"/>
                  </a:lnTo>
                  <a:cubicBezTo>
                    <a:pt x="3334" y="739"/>
                    <a:pt x="2596" y="0"/>
                    <a:pt x="1667"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7" name="Google Shape;30087;p154"/>
            <p:cNvSpPr/>
            <p:nvPr/>
          </p:nvSpPr>
          <p:spPr>
            <a:xfrm>
              <a:off x="7182900" y="3158502"/>
              <a:ext cx="53968" cy="80920"/>
            </a:xfrm>
            <a:custGeom>
              <a:rect b="b" l="l" r="r" t="t"/>
              <a:pathLst>
                <a:path extrusionOk="0" h="2501" w="1668">
                  <a:moveTo>
                    <a:pt x="0" y="0"/>
                  </a:moveTo>
                  <a:lnTo>
                    <a:pt x="0" y="2501"/>
                  </a:lnTo>
                  <a:lnTo>
                    <a:pt x="1334" y="2501"/>
                  </a:lnTo>
                  <a:cubicBezTo>
                    <a:pt x="1500" y="2501"/>
                    <a:pt x="1667" y="2358"/>
                    <a:pt x="1667" y="2167"/>
                  </a:cubicBezTo>
                  <a:lnTo>
                    <a:pt x="1667" y="1667"/>
                  </a:lnTo>
                  <a:cubicBezTo>
                    <a:pt x="1667" y="739"/>
                    <a:pt x="905" y="0"/>
                    <a:pt x="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8" name="Google Shape;30088;p154"/>
            <p:cNvSpPr/>
            <p:nvPr/>
          </p:nvSpPr>
          <p:spPr>
            <a:xfrm>
              <a:off x="7145142" y="3096867"/>
              <a:ext cx="74772" cy="75517"/>
            </a:xfrm>
            <a:custGeom>
              <a:rect b="b" l="l" r="r" t="t"/>
              <a:pathLst>
                <a:path extrusionOk="0" h="2334" w="2311">
                  <a:moveTo>
                    <a:pt x="1167" y="0"/>
                  </a:moveTo>
                  <a:cubicBezTo>
                    <a:pt x="500" y="0"/>
                    <a:pt x="0" y="548"/>
                    <a:pt x="0" y="1167"/>
                  </a:cubicBezTo>
                  <a:cubicBezTo>
                    <a:pt x="0" y="1810"/>
                    <a:pt x="524" y="2334"/>
                    <a:pt x="1167" y="2334"/>
                  </a:cubicBezTo>
                  <a:cubicBezTo>
                    <a:pt x="1786" y="2334"/>
                    <a:pt x="2286" y="1786"/>
                    <a:pt x="2310" y="1167"/>
                  </a:cubicBezTo>
                  <a:cubicBezTo>
                    <a:pt x="2310" y="500"/>
                    <a:pt x="1810" y="0"/>
                    <a:pt x="1167"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9" name="Google Shape;30089;p154"/>
            <p:cNvSpPr/>
            <p:nvPr/>
          </p:nvSpPr>
          <p:spPr>
            <a:xfrm>
              <a:off x="7181347" y="3096867"/>
              <a:ext cx="37791" cy="74093"/>
            </a:xfrm>
            <a:custGeom>
              <a:rect b="b" l="l" r="r" t="t"/>
              <a:pathLst>
                <a:path extrusionOk="0" h="2290" w="1168">
                  <a:moveTo>
                    <a:pt x="0" y="0"/>
                  </a:moveTo>
                  <a:lnTo>
                    <a:pt x="0" y="2286"/>
                  </a:lnTo>
                  <a:cubicBezTo>
                    <a:pt x="28" y="2288"/>
                    <a:pt x="55" y="2289"/>
                    <a:pt x="81" y="2289"/>
                  </a:cubicBezTo>
                  <a:cubicBezTo>
                    <a:pt x="707" y="2289"/>
                    <a:pt x="1167" y="1761"/>
                    <a:pt x="1167" y="1167"/>
                  </a:cubicBezTo>
                  <a:cubicBezTo>
                    <a:pt x="1167" y="524"/>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0" name="Google Shape;30090;p154"/>
            <p:cNvSpPr/>
            <p:nvPr/>
          </p:nvSpPr>
          <p:spPr>
            <a:xfrm>
              <a:off x="7019541" y="3165426"/>
              <a:ext cx="346004" cy="224253"/>
            </a:xfrm>
            <a:custGeom>
              <a:rect b="b" l="l" r="r" t="t"/>
              <a:pathLst>
                <a:path extrusionOk="0" h="6931" w="10694">
                  <a:moveTo>
                    <a:pt x="6716" y="1"/>
                  </a:moveTo>
                  <a:lnTo>
                    <a:pt x="6716" y="1668"/>
                  </a:lnTo>
                  <a:lnTo>
                    <a:pt x="3334" y="1668"/>
                  </a:lnTo>
                  <a:lnTo>
                    <a:pt x="3334" y="3335"/>
                  </a:lnTo>
                  <a:lnTo>
                    <a:pt x="0" y="3335"/>
                  </a:lnTo>
                  <a:lnTo>
                    <a:pt x="0" y="6597"/>
                  </a:lnTo>
                  <a:cubicBezTo>
                    <a:pt x="0" y="6788"/>
                    <a:pt x="143" y="6931"/>
                    <a:pt x="334" y="6931"/>
                  </a:cubicBezTo>
                  <a:lnTo>
                    <a:pt x="10360" y="6931"/>
                  </a:lnTo>
                  <a:cubicBezTo>
                    <a:pt x="10550" y="6931"/>
                    <a:pt x="10669" y="6788"/>
                    <a:pt x="10693" y="6621"/>
                  </a:cubicBezTo>
                  <a:lnTo>
                    <a:pt x="10693" y="310"/>
                  </a:lnTo>
                  <a:cubicBezTo>
                    <a:pt x="10693" y="144"/>
                    <a:pt x="10550" y="1"/>
                    <a:pt x="10360" y="1"/>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1" name="Google Shape;30091;p154"/>
            <p:cNvSpPr/>
            <p:nvPr/>
          </p:nvSpPr>
          <p:spPr>
            <a:xfrm>
              <a:off x="7192121" y="3165426"/>
              <a:ext cx="173423" cy="224253"/>
            </a:xfrm>
            <a:custGeom>
              <a:rect b="b" l="l" r="r" t="t"/>
              <a:pathLst>
                <a:path extrusionOk="0" h="6931" w="5360">
                  <a:moveTo>
                    <a:pt x="1382" y="1"/>
                  </a:moveTo>
                  <a:lnTo>
                    <a:pt x="1382" y="1668"/>
                  </a:lnTo>
                  <a:lnTo>
                    <a:pt x="1" y="1668"/>
                  </a:lnTo>
                  <a:lnTo>
                    <a:pt x="1" y="6931"/>
                  </a:lnTo>
                  <a:lnTo>
                    <a:pt x="5026" y="6931"/>
                  </a:lnTo>
                  <a:cubicBezTo>
                    <a:pt x="5216" y="6931"/>
                    <a:pt x="5359" y="6788"/>
                    <a:pt x="5359" y="6597"/>
                  </a:cubicBezTo>
                  <a:lnTo>
                    <a:pt x="5359" y="286"/>
                  </a:lnTo>
                  <a:cubicBezTo>
                    <a:pt x="5335" y="120"/>
                    <a:pt x="5216" y="1"/>
                    <a:pt x="5026" y="1"/>
                  </a:cubicBez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92" name="Google Shape;30092;p154"/>
          <p:cNvGrpSpPr/>
          <p:nvPr/>
        </p:nvGrpSpPr>
        <p:grpSpPr>
          <a:xfrm>
            <a:off x="7769230" y="2890532"/>
            <a:ext cx="346004" cy="346745"/>
            <a:chOff x="7769230" y="3042932"/>
            <a:chExt cx="346004" cy="346745"/>
          </a:xfrm>
        </p:grpSpPr>
        <p:sp>
          <p:nvSpPr>
            <p:cNvPr id="30093" name="Google Shape;30093;p154"/>
            <p:cNvSpPr/>
            <p:nvPr/>
          </p:nvSpPr>
          <p:spPr>
            <a:xfrm>
              <a:off x="7769230" y="3042932"/>
              <a:ext cx="155692" cy="156436"/>
            </a:xfrm>
            <a:custGeom>
              <a:rect b="b" l="l" r="r" t="t"/>
              <a:pathLst>
                <a:path extrusionOk="0" h="4835" w="4812">
                  <a:moveTo>
                    <a:pt x="2406" y="0"/>
                  </a:moveTo>
                  <a:cubicBezTo>
                    <a:pt x="1073" y="0"/>
                    <a:pt x="1" y="1072"/>
                    <a:pt x="1" y="2405"/>
                  </a:cubicBezTo>
                  <a:cubicBezTo>
                    <a:pt x="1" y="3739"/>
                    <a:pt x="1073" y="4834"/>
                    <a:pt x="2406" y="4834"/>
                  </a:cubicBezTo>
                  <a:cubicBezTo>
                    <a:pt x="3740" y="4834"/>
                    <a:pt x="4811" y="3739"/>
                    <a:pt x="4811" y="2405"/>
                  </a:cubicBezTo>
                  <a:cubicBezTo>
                    <a:pt x="4811" y="1072"/>
                    <a:pt x="3740" y="0"/>
                    <a:pt x="2406"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4" name="Google Shape;30094;p154"/>
            <p:cNvSpPr/>
            <p:nvPr/>
          </p:nvSpPr>
          <p:spPr>
            <a:xfrm>
              <a:off x="7846299" y="3042932"/>
              <a:ext cx="77846" cy="154948"/>
            </a:xfrm>
            <a:custGeom>
              <a:rect b="b" l="l" r="r" t="t"/>
              <a:pathLst>
                <a:path extrusionOk="0" h="4789" w="2406">
                  <a:moveTo>
                    <a:pt x="0" y="0"/>
                  </a:moveTo>
                  <a:lnTo>
                    <a:pt x="0" y="4787"/>
                  </a:lnTo>
                  <a:cubicBezTo>
                    <a:pt x="29" y="4788"/>
                    <a:pt x="57" y="4788"/>
                    <a:pt x="86" y="4788"/>
                  </a:cubicBezTo>
                  <a:cubicBezTo>
                    <a:pt x="1379" y="4788"/>
                    <a:pt x="2406" y="3734"/>
                    <a:pt x="2406" y="2405"/>
                  </a:cubicBezTo>
                  <a:cubicBezTo>
                    <a:pt x="2406" y="1072"/>
                    <a:pt x="1334"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5" name="Google Shape;30095;p154"/>
            <p:cNvSpPr/>
            <p:nvPr/>
          </p:nvSpPr>
          <p:spPr>
            <a:xfrm>
              <a:off x="7789290" y="3062960"/>
              <a:ext cx="115604" cy="115604"/>
            </a:xfrm>
            <a:custGeom>
              <a:rect b="b" l="l" r="r" t="t"/>
              <a:pathLst>
                <a:path extrusionOk="0" h="3573" w="3573">
                  <a:moveTo>
                    <a:pt x="1786" y="0"/>
                  </a:moveTo>
                  <a:cubicBezTo>
                    <a:pt x="810" y="0"/>
                    <a:pt x="0" y="810"/>
                    <a:pt x="0" y="1786"/>
                  </a:cubicBezTo>
                  <a:cubicBezTo>
                    <a:pt x="0" y="2787"/>
                    <a:pt x="810" y="3572"/>
                    <a:pt x="1786" y="3572"/>
                  </a:cubicBezTo>
                  <a:cubicBezTo>
                    <a:pt x="2763" y="3572"/>
                    <a:pt x="3572" y="2787"/>
                    <a:pt x="3572" y="1786"/>
                  </a:cubicBezTo>
                  <a:cubicBezTo>
                    <a:pt x="3572" y="810"/>
                    <a:pt x="2763" y="0"/>
                    <a:pt x="1786"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6" name="Google Shape;30096;p154"/>
            <p:cNvSpPr/>
            <p:nvPr/>
          </p:nvSpPr>
          <p:spPr>
            <a:xfrm>
              <a:off x="7846299" y="3062960"/>
              <a:ext cx="57818" cy="114860"/>
            </a:xfrm>
            <a:custGeom>
              <a:rect b="b" l="l" r="r" t="t"/>
              <a:pathLst>
                <a:path extrusionOk="0" h="3550" w="1787">
                  <a:moveTo>
                    <a:pt x="0" y="0"/>
                  </a:moveTo>
                  <a:lnTo>
                    <a:pt x="0" y="3549"/>
                  </a:lnTo>
                  <a:cubicBezTo>
                    <a:pt x="15" y="3549"/>
                    <a:pt x="30" y="3549"/>
                    <a:pt x="45" y="3549"/>
                  </a:cubicBezTo>
                  <a:cubicBezTo>
                    <a:pt x="1024" y="3549"/>
                    <a:pt x="1786" y="2772"/>
                    <a:pt x="1786" y="1786"/>
                  </a:cubicBezTo>
                  <a:cubicBezTo>
                    <a:pt x="1786" y="810"/>
                    <a:pt x="977" y="0"/>
                    <a:pt x="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7" name="Google Shape;30097;p154"/>
            <p:cNvSpPr/>
            <p:nvPr/>
          </p:nvSpPr>
          <p:spPr>
            <a:xfrm>
              <a:off x="7823165" y="3075287"/>
              <a:ext cx="47044" cy="88620"/>
            </a:xfrm>
            <a:custGeom>
              <a:rect b="b" l="l" r="r" t="t"/>
              <a:pathLst>
                <a:path extrusionOk="0" h="2739" w="1454">
                  <a:moveTo>
                    <a:pt x="572" y="620"/>
                  </a:moveTo>
                  <a:lnTo>
                    <a:pt x="572" y="1048"/>
                  </a:lnTo>
                  <a:cubicBezTo>
                    <a:pt x="525" y="1048"/>
                    <a:pt x="501" y="1024"/>
                    <a:pt x="477" y="1024"/>
                  </a:cubicBezTo>
                  <a:cubicBezTo>
                    <a:pt x="406" y="1001"/>
                    <a:pt x="406" y="905"/>
                    <a:pt x="406" y="810"/>
                  </a:cubicBezTo>
                  <a:cubicBezTo>
                    <a:pt x="406" y="762"/>
                    <a:pt x="477" y="667"/>
                    <a:pt x="572" y="620"/>
                  </a:cubicBezTo>
                  <a:close/>
                  <a:moveTo>
                    <a:pt x="882" y="1572"/>
                  </a:moveTo>
                  <a:cubicBezTo>
                    <a:pt x="1120" y="1644"/>
                    <a:pt x="1096" y="1858"/>
                    <a:pt x="1096" y="1929"/>
                  </a:cubicBezTo>
                  <a:cubicBezTo>
                    <a:pt x="1073" y="2048"/>
                    <a:pt x="1001" y="2167"/>
                    <a:pt x="882" y="2215"/>
                  </a:cubicBezTo>
                  <a:lnTo>
                    <a:pt x="882" y="1572"/>
                  </a:lnTo>
                  <a:close/>
                  <a:moveTo>
                    <a:pt x="715" y="0"/>
                  </a:moveTo>
                  <a:cubicBezTo>
                    <a:pt x="620" y="0"/>
                    <a:pt x="525" y="72"/>
                    <a:pt x="525" y="167"/>
                  </a:cubicBezTo>
                  <a:lnTo>
                    <a:pt x="525" y="286"/>
                  </a:lnTo>
                  <a:lnTo>
                    <a:pt x="477" y="286"/>
                  </a:lnTo>
                  <a:cubicBezTo>
                    <a:pt x="263" y="334"/>
                    <a:pt x="120" y="524"/>
                    <a:pt x="96" y="715"/>
                  </a:cubicBezTo>
                  <a:cubicBezTo>
                    <a:pt x="49" y="929"/>
                    <a:pt x="120" y="1120"/>
                    <a:pt x="263" y="1239"/>
                  </a:cubicBezTo>
                  <a:cubicBezTo>
                    <a:pt x="334" y="1286"/>
                    <a:pt x="406" y="1358"/>
                    <a:pt x="525" y="1382"/>
                  </a:cubicBezTo>
                  <a:lnTo>
                    <a:pt x="525" y="2191"/>
                  </a:lnTo>
                  <a:cubicBezTo>
                    <a:pt x="453" y="2191"/>
                    <a:pt x="382" y="2144"/>
                    <a:pt x="263" y="2072"/>
                  </a:cubicBezTo>
                  <a:cubicBezTo>
                    <a:pt x="241" y="2051"/>
                    <a:pt x="210" y="2039"/>
                    <a:pt x="176" y="2039"/>
                  </a:cubicBezTo>
                  <a:cubicBezTo>
                    <a:pt x="134" y="2039"/>
                    <a:pt x="88" y="2057"/>
                    <a:pt x="49" y="2096"/>
                  </a:cubicBezTo>
                  <a:cubicBezTo>
                    <a:pt x="1" y="2144"/>
                    <a:pt x="1" y="2287"/>
                    <a:pt x="96" y="2334"/>
                  </a:cubicBezTo>
                  <a:cubicBezTo>
                    <a:pt x="263" y="2453"/>
                    <a:pt x="382" y="2477"/>
                    <a:pt x="525" y="2477"/>
                  </a:cubicBezTo>
                  <a:lnTo>
                    <a:pt x="525" y="2596"/>
                  </a:lnTo>
                  <a:cubicBezTo>
                    <a:pt x="525" y="2691"/>
                    <a:pt x="596" y="2739"/>
                    <a:pt x="692" y="2739"/>
                  </a:cubicBezTo>
                  <a:cubicBezTo>
                    <a:pt x="763" y="2739"/>
                    <a:pt x="858" y="2691"/>
                    <a:pt x="858" y="2596"/>
                  </a:cubicBezTo>
                  <a:lnTo>
                    <a:pt x="858" y="2453"/>
                  </a:lnTo>
                  <a:cubicBezTo>
                    <a:pt x="1168" y="2382"/>
                    <a:pt x="1335" y="2120"/>
                    <a:pt x="1406" y="1882"/>
                  </a:cubicBezTo>
                  <a:cubicBezTo>
                    <a:pt x="1454" y="1644"/>
                    <a:pt x="1311" y="1358"/>
                    <a:pt x="977" y="1263"/>
                  </a:cubicBezTo>
                  <a:cubicBezTo>
                    <a:pt x="954" y="1263"/>
                    <a:pt x="930" y="1239"/>
                    <a:pt x="858" y="1239"/>
                  </a:cubicBezTo>
                  <a:lnTo>
                    <a:pt x="858" y="596"/>
                  </a:lnTo>
                  <a:cubicBezTo>
                    <a:pt x="954" y="643"/>
                    <a:pt x="977" y="667"/>
                    <a:pt x="977" y="667"/>
                  </a:cubicBezTo>
                  <a:cubicBezTo>
                    <a:pt x="1013" y="691"/>
                    <a:pt x="1049" y="703"/>
                    <a:pt x="1084" y="703"/>
                  </a:cubicBezTo>
                  <a:cubicBezTo>
                    <a:pt x="1120" y="703"/>
                    <a:pt x="1156" y="691"/>
                    <a:pt x="1192" y="667"/>
                  </a:cubicBezTo>
                  <a:cubicBezTo>
                    <a:pt x="1239" y="596"/>
                    <a:pt x="1239" y="524"/>
                    <a:pt x="1215" y="453"/>
                  </a:cubicBezTo>
                  <a:cubicBezTo>
                    <a:pt x="1168" y="405"/>
                    <a:pt x="1049" y="310"/>
                    <a:pt x="858" y="286"/>
                  </a:cubicBezTo>
                  <a:lnTo>
                    <a:pt x="858" y="167"/>
                  </a:lnTo>
                  <a:cubicBezTo>
                    <a:pt x="858" y="72"/>
                    <a:pt x="811" y="0"/>
                    <a:pt x="715"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8" name="Google Shape;30098;p154"/>
            <p:cNvSpPr/>
            <p:nvPr/>
          </p:nvSpPr>
          <p:spPr>
            <a:xfrm>
              <a:off x="7847075" y="3074510"/>
              <a:ext cx="23910" cy="92503"/>
            </a:xfrm>
            <a:custGeom>
              <a:rect b="b" l="l" r="r" t="t"/>
              <a:pathLst>
                <a:path extrusionOk="0" h="2859" w="739">
                  <a:moveTo>
                    <a:pt x="143" y="1596"/>
                  </a:moveTo>
                  <a:cubicBezTo>
                    <a:pt x="381" y="1668"/>
                    <a:pt x="357" y="1882"/>
                    <a:pt x="357" y="1953"/>
                  </a:cubicBezTo>
                  <a:cubicBezTo>
                    <a:pt x="334" y="2072"/>
                    <a:pt x="262" y="2191"/>
                    <a:pt x="143" y="2239"/>
                  </a:cubicBezTo>
                  <a:lnTo>
                    <a:pt x="143" y="1596"/>
                  </a:lnTo>
                  <a:close/>
                  <a:moveTo>
                    <a:pt x="0" y="1"/>
                  </a:moveTo>
                  <a:lnTo>
                    <a:pt x="0" y="2858"/>
                  </a:lnTo>
                  <a:cubicBezTo>
                    <a:pt x="95" y="2858"/>
                    <a:pt x="143" y="2763"/>
                    <a:pt x="143" y="2715"/>
                  </a:cubicBezTo>
                  <a:lnTo>
                    <a:pt x="143" y="2572"/>
                  </a:lnTo>
                  <a:cubicBezTo>
                    <a:pt x="453" y="2501"/>
                    <a:pt x="667" y="2239"/>
                    <a:pt x="691" y="2001"/>
                  </a:cubicBezTo>
                  <a:cubicBezTo>
                    <a:pt x="738" y="1668"/>
                    <a:pt x="572" y="1382"/>
                    <a:pt x="238" y="1287"/>
                  </a:cubicBezTo>
                  <a:cubicBezTo>
                    <a:pt x="215" y="1287"/>
                    <a:pt x="191" y="1263"/>
                    <a:pt x="119" y="1263"/>
                  </a:cubicBezTo>
                  <a:lnTo>
                    <a:pt x="119" y="620"/>
                  </a:lnTo>
                  <a:cubicBezTo>
                    <a:pt x="215" y="667"/>
                    <a:pt x="238" y="691"/>
                    <a:pt x="238" y="691"/>
                  </a:cubicBezTo>
                  <a:cubicBezTo>
                    <a:pt x="274" y="715"/>
                    <a:pt x="310" y="727"/>
                    <a:pt x="348" y="727"/>
                  </a:cubicBezTo>
                  <a:cubicBezTo>
                    <a:pt x="387" y="727"/>
                    <a:pt x="429" y="715"/>
                    <a:pt x="476" y="691"/>
                  </a:cubicBezTo>
                  <a:cubicBezTo>
                    <a:pt x="548" y="620"/>
                    <a:pt x="548" y="548"/>
                    <a:pt x="500" y="453"/>
                  </a:cubicBezTo>
                  <a:cubicBezTo>
                    <a:pt x="453" y="382"/>
                    <a:pt x="334" y="310"/>
                    <a:pt x="143" y="263"/>
                  </a:cubicBezTo>
                  <a:lnTo>
                    <a:pt x="143" y="143"/>
                  </a:lnTo>
                  <a:cubicBezTo>
                    <a:pt x="143" y="72"/>
                    <a:pt x="95"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9" name="Google Shape;30099;p154"/>
            <p:cNvSpPr/>
            <p:nvPr/>
          </p:nvSpPr>
          <p:spPr>
            <a:xfrm>
              <a:off x="7897160" y="3247088"/>
              <a:ext cx="88620" cy="142588"/>
            </a:xfrm>
            <a:custGeom>
              <a:rect b="b" l="l" r="r" t="t"/>
              <a:pathLst>
                <a:path extrusionOk="0" h="4407" w="2739">
                  <a:moveTo>
                    <a:pt x="334" y="1"/>
                  </a:moveTo>
                  <a:cubicBezTo>
                    <a:pt x="143" y="1"/>
                    <a:pt x="0" y="144"/>
                    <a:pt x="0" y="334"/>
                  </a:cubicBezTo>
                  <a:lnTo>
                    <a:pt x="0" y="4073"/>
                  </a:lnTo>
                  <a:cubicBezTo>
                    <a:pt x="0" y="4264"/>
                    <a:pt x="143" y="4407"/>
                    <a:pt x="334" y="4407"/>
                  </a:cubicBezTo>
                  <a:lnTo>
                    <a:pt x="2405" y="4407"/>
                  </a:lnTo>
                  <a:cubicBezTo>
                    <a:pt x="2596" y="4407"/>
                    <a:pt x="2739" y="4264"/>
                    <a:pt x="2739" y="4073"/>
                  </a:cubicBezTo>
                  <a:lnTo>
                    <a:pt x="2739" y="334"/>
                  </a:lnTo>
                  <a:cubicBezTo>
                    <a:pt x="2739" y="144"/>
                    <a:pt x="2596" y="1"/>
                    <a:pt x="2405"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0" name="Google Shape;30100;p154"/>
            <p:cNvSpPr/>
            <p:nvPr/>
          </p:nvSpPr>
          <p:spPr>
            <a:xfrm>
              <a:off x="8026578" y="3205481"/>
              <a:ext cx="88653" cy="184197"/>
            </a:xfrm>
            <a:custGeom>
              <a:rect b="b" l="l" r="r" t="t"/>
              <a:pathLst>
                <a:path extrusionOk="0" h="5693" w="2740">
                  <a:moveTo>
                    <a:pt x="311" y="1"/>
                  </a:moveTo>
                  <a:cubicBezTo>
                    <a:pt x="144" y="1"/>
                    <a:pt x="1" y="144"/>
                    <a:pt x="1" y="334"/>
                  </a:cubicBezTo>
                  <a:lnTo>
                    <a:pt x="1" y="5359"/>
                  </a:lnTo>
                  <a:cubicBezTo>
                    <a:pt x="1" y="5550"/>
                    <a:pt x="144" y="5693"/>
                    <a:pt x="311" y="5693"/>
                  </a:cubicBezTo>
                  <a:lnTo>
                    <a:pt x="2406" y="5693"/>
                  </a:lnTo>
                  <a:cubicBezTo>
                    <a:pt x="2549" y="5693"/>
                    <a:pt x="2692" y="5550"/>
                    <a:pt x="2740" y="5359"/>
                  </a:cubicBezTo>
                  <a:lnTo>
                    <a:pt x="2740" y="334"/>
                  </a:lnTo>
                  <a:cubicBezTo>
                    <a:pt x="2740" y="144"/>
                    <a:pt x="2573" y="1"/>
                    <a:pt x="2406"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1" name="Google Shape;30101;p154"/>
            <p:cNvSpPr/>
            <p:nvPr/>
          </p:nvSpPr>
          <p:spPr>
            <a:xfrm>
              <a:off x="7769230" y="3287176"/>
              <a:ext cx="88653" cy="102501"/>
            </a:xfrm>
            <a:custGeom>
              <a:rect b="b" l="l" r="r" t="t"/>
              <a:pathLst>
                <a:path extrusionOk="0" h="3168" w="2740">
                  <a:moveTo>
                    <a:pt x="334" y="0"/>
                  </a:moveTo>
                  <a:cubicBezTo>
                    <a:pt x="144" y="0"/>
                    <a:pt x="1" y="167"/>
                    <a:pt x="1" y="334"/>
                  </a:cubicBezTo>
                  <a:lnTo>
                    <a:pt x="1" y="2834"/>
                  </a:lnTo>
                  <a:cubicBezTo>
                    <a:pt x="1" y="3025"/>
                    <a:pt x="144" y="3168"/>
                    <a:pt x="334" y="3168"/>
                  </a:cubicBezTo>
                  <a:lnTo>
                    <a:pt x="2406" y="3168"/>
                  </a:lnTo>
                  <a:cubicBezTo>
                    <a:pt x="2597" y="3168"/>
                    <a:pt x="2716" y="3025"/>
                    <a:pt x="2740" y="2834"/>
                  </a:cubicBezTo>
                  <a:lnTo>
                    <a:pt x="2740" y="334"/>
                  </a:lnTo>
                  <a:cubicBezTo>
                    <a:pt x="2740" y="167"/>
                    <a:pt x="2597" y="0"/>
                    <a:pt x="2406"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2" name="Google Shape;30102;p154"/>
            <p:cNvSpPr/>
            <p:nvPr/>
          </p:nvSpPr>
          <p:spPr>
            <a:xfrm>
              <a:off x="7770006" y="3042932"/>
              <a:ext cx="345228" cy="208819"/>
            </a:xfrm>
            <a:custGeom>
              <a:rect b="b" l="l" r="r" t="t"/>
              <a:pathLst>
                <a:path extrusionOk="0" h="6454" w="10670">
                  <a:moveTo>
                    <a:pt x="8645" y="0"/>
                  </a:moveTo>
                  <a:cubicBezTo>
                    <a:pt x="8550" y="0"/>
                    <a:pt x="8455" y="48"/>
                    <a:pt x="8407" y="143"/>
                  </a:cubicBezTo>
                  <a:cubicBezTo>
                    <a:pt x="8241" y="381"/>
                    <a:pt x="8431" y="619"/>
                    <a:pt x="8669" y="619"/>
                  </a:cubicBezTo>
                  <a:lnTo>
                    <a:pt x="9527" y="619"/>
                  </a:lnTo>
                  <a:lnTo>
                    <a:pt x="9122" y="1048"/>
                  </a:lnTo>
                  <a:cubicBezTo>
                    <a:pt x="7240" y="2882"/>
                    <a:pt x="4383" y="5692"/>
                    <a:pt x="310" y="5835"/>
                  </a:cubicBezTo>
                  <a:cubicBezTo>
                    <a:pt x="120" y="5835"/>
                    <a:pt x="1" y="5978"/>
                    <a:pt x="1" y="6168"/>
                  </a:cubicBezTo>
                  <a:cubicBezTo>
                    <a:pt x="1" y="6335"/>
                    <a:pt x="144" y="6454"/>
                    <a:pt x="334" y="6454"/>
                  </a:cubicBezTo>
                  <a:cubicBezTo>
                    <a:pt x="4668" y="6287"/>
                    <a:pt x="7621" y="3406"/>
                    <a:pt x="9550" y="1500"/>
                  </a:cubicBezTo>
                  <a:cubicBezTo>
                    <a:pt x="9717" y="1334"/>
                    <a:pt x="9884" y="1167"/>
                    <a:pt x="10027" y="1048"/>
                  </a:cubicBezTo>
                  <a:lnTo>
                    <a:pt x="10027" y="2024"/>
                  </a:lnTo>
                  <a:cubicBezTo>
                    <a:pt x="10027" y="2120"/>
                    <a:pt x="10098" y="2215"/>
                    <a:pt x="10193" y="2263"/>
                  </a:cubicBezTo>
                  <a:cubicBezTo>
                    <a:pt x="10254" y="2299"/>
                    <a:pt x="10315" y="2315"/>
                    <a:pt x="10372" y="2315"/>
                  </a:cubicBezTo>
                  <a:cubicBezTo>
                    <a:pt x="10538" y="2315"/>
                    <a:pt x="10670" y="2178"/>
                    <a:pt x="10670" y="2001"/>
                  </a:cubicBezTo>
                  <a:lnTo>
                    <a:pt x="10670" y="334"/>
                  </a:lnTo>
                  <a:cubicBezTo>
                    <a:pt x="10622" y="143"/>
                    <a:pt x="10479" y="0"/>
                    <a:pt x="10336"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3" name="Google Shape;30103;p154"/>
            <p:cNvSpPr/>
            <p:nvPr/>
          </p:nvSpPr>
          <p:spPr>
            <a:xfrm>
              <a:off x="7941842" y="3042932"/>
              <a:ext cx="171837" cy="159510"/>
            </a:xfrm>
            <a:custGeom>
              <a:rect b="b" l="l" r="r" t="t"/>
              <a:pathLst>
                <a:path extrusionOk="0" h="4930" w="5311">
                  <a:moveTo>
                    <a:pt x="3358" y="0"/>
                  </a:moveTo>
                  <a:cubicBezTo>
                    <a:pt x="3215" y="0"/>
                    <a:pt x="3049" y="119"/>
                    <a:pt x="3025" y="262"/>
                  </a:cubicBezTo>
                  <a:cubicBezTo>
                    <a:pt x="3001" y="453"/>
                    <a:pt x="3144" y="619"/>
                    <a:pt x="3334" y="619"/>
                  </a:cubicBezTo>
                  <a:lnTo>
                    <a:pt x="4192" y="619"/>
                  </a:lnTo>
                  <a:lnTo>
                    <a:pt x="3763" y="1048"/>
                  </a:lnTo>
                  <a:cubicBezTo>
                    <a:pt x="2787" y="2001"/>
                    <a:pt x="1548" y="3239"/>
                    <a:pt x="0" y="4191"/>
                  </a:cubicBezTo>
                  <a:lnTo>
                    <a:pt x="0" y="4930"/>
                  </a:lnTo>
                  <a:cubicBezTo>
                    <a:pt x="1739" y="3906"/>
                    <a:pt x="3144" y="2548"/>
                    <a:pt x="4216" y="1477"/>
                  </a:cubicBezTo>
                  <a:cubicBezTo>
                    <a:pt x="4358" y="1334"/>
                    <a:pt x="4549" y="1167"/>
                    <a:pt x="4692" y="1048"/>
                  </a:cubicBezTo>
                  <a:lnTo>
                    <a:pt x="4692" y="2001"/>
                  </a:lnTo>
                  <a:cubicBezTo>
                    <a:pt x="4692" y="2143"/>
                    <a:pt x="4811" y="2286"/>
                    <a:pt x="4954" y="2310"/>
                  </a:cubicBezTo>
                  <a:cubicBezTo>
                    <a:pt x="4976" y="2316"/>
                    <a:pt x="4998" y="2318"/>
                    <a:pt x="5020" y="2318"/>
                  </a:cubicBezTo>
                  <a:cubicBezTo>
                    <a:pt x="5181" y="2318"/>
                    <a:pt x="5311" y="2171"/>
                    <a:pt x="5311" y="2024"/>
                  </a:cubicBezTo>
                  <a:lnTo>
                    <a:pt x="5311" y="357"/>
                  </a:lnTo>
                  <a:cubicBezTo>
                    <a:pt x="5311" y="143"/>
                    <a:pt x="5168" y="0"/>
                    <a:pt x="5025"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4" name="Google Shape;30104;p154"/>
            <p:cNvSpPr/>
            <p:nvPr/>
          </p:nvSpPr>
          <p:spPr>
            <a:xfrm>
              <a:off x="7941842" y="3247088"/>
              <a:ext cx="43938" cy="141812"/>
            </a:xfrm>
            <a:custGeom>
              <a:rect b="b" l="l" r="r" t="t"/>
              <a:pathLst>
                <a:path extrusionOk="0" h="4383" w="1358">
                  <a:moveTo>
                    <a:pt x="0" y="1"/>
                  </a:moveTo>
                  <a:lnTo>
                    <a:pt x="0" y="4383"/>
                  </a:lnTo>
                  <a:lnTo>
                    <a:pt x="1024" y="4383"/>
                  </a:lnTo>
                  <a:cubicBezTo>
                    <a:pt x="1215" y="4383"/>
                    <a:pt x="1358" y="4240"/>
                    <a:pt x="1358" y="4049"/>
                  </a:cubicBezTo>
                  <a:lnTo>
                    <a:pt x="1358" y="311"/>
                  </a:lnTo>
                  <a:cubicBezTo>
                    <a:pt x="1358" y="144"/>
                    <a:pt x="1215" y="1"/>
                    <a:pt x="102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05" name="Google Shape;30105;p154"/>
          <p:cNvGrpSpPr/>
          <p:nvPr/>
        </p:nvGrpSpPr>
        <p:grpSpPr>
          <a:xfrm>
            <a:off x="7768486" y="3443728"/>
            <a:ext cx="346747" cy="347553"/>
            <a:chOff x="7768486" y="3596128"/>
            <a:chExt cx="346747" cy="347553"/>
          </a:xfrm>
        </p:grpSpPr>
        <p:sp>
          <p:nvSpPr>
            <p:cNvPr id="30106" name="Google Shape;30106;p154"/>
            <p:cNvSpPr/>
            <p:nvPr/>
          </p:nvSpPr>
          <p:spPr>
            <a:xfrm>
              <a:off x="7890204" y="3596128"/>
              <a:ext cx="225029" cy="196524"/>
            </a:xfrm>
            <a:custGeom>
              <a:rect b="b" l="l" r="r" t="t"/>
              <a:pathLst>
                <a:path extrusionOk="0" h="6074" w="6955">
                  <a:moveTo>
                    <a:pt x="953" y="1"/>
                  </a:moveTo>
                  <a:cubicBezTo>
                    <a:pt x="429" y="1"/>
                    <a:pt x="1" y="430"/>
                    <a:pt x="1" y="953"/>
                  </a:cubicBezTo>
                  <a:lnTo>
                    <a:pt x="1" y="5121"/>
                  </a:lnTo>
                  <a:cubicBezTo>
                    <a:pt x="1" y="5645"/>
                    <a:pt x="453" y="6074"/>
                    <a:pt x="953" y="6074"/>
                  </a:cubicBezTo>
                  <a:lnTo>
                    <a:pt x="6002" y="6074"/>
                  </a:lnTo>
                  <a:cubicBezTo>
                    <a:pt x="6526" y="6074"/>
                    <a:pt x="6955" y="5645"/>
                    <a:pt x="6955" y="5121"/>
                  </a:cubicBezTo>
                  <a:lnTo>
                    <a:pt x="6955" y="953"/>
                  </a:lnTo>
                  <a:cubicBezTo>
                    <a:pt x="6955" y="406"/>
                    <a:pt x="6502" y="1"/>
                    <a:pt x="6002"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7" name="Google Shape;30107;p154"/>
            <p:cNvSpPr/>
            <p:nvPr/>
          </p:nvSpPr>
          <p:spPr>
            <a:xfrm>
              <a:off x="8003477" y="3596904"/>
              <a:ext cx="111754" cy="196524"/>
            </a:xfrm>
            <a:custGeom>
              <a:rect b="b" l="l" r="r" t="t"/>
              <a:pathLst>
                <a:path extrusionOk="0" h="6074" w="3454">
                  <a:moveTo>
                    <a:pt x="1" y="1"/>
                  </a:moveTo>
                  <a:lnTo>
                    <a:pt x="1" y="6073"/>
                  </a:lnTo>
                  <a:lnTo>
                    <a:pt x="2501" y="6073"/>
                  </a:lnTo>
                  <a:cubicBezTo>
                    <a:pt x="3001" y="6073"/>
                    <a:pt x="3454" y="5645"/>
                    <a:pt x="3454" y="5121"/>
                  </a:cubicBezTo>
                  <a:lnTo>
                    <a:pt x="3454" y="953"/>
                  </a:lnTo>
                  <a:cubicBezTo>
                    <a:pt x="3454" y="406"/>
                    <a:pt x="3025" y="1"/>
                    <a:pt x="2501"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8" name="Google Shape;30108;p154"/>
            <p:cNvSpPr/>
            <p:nvPr/>
          </p:nvSpPr>
          <p:spPr>
            <a:xfrm>
              <a:off x="8053562" y="3636215"/>
              <a:ext cx="20837" cy="115604"/>
            </a:xfrm>
            <a:custGeom>
              <a:rect b="b" l="l" r="r" t="t"/>
              <a:pathLst>
                <a:path extrusionOk="0" h="3573" w="644">
                  <a:moveTo>
                    <a:pt x="310" y="0"/>
                  </a:moveTo>
                  <a:cubicBezTo>
                    <a:pt x="143" y="0"/>
                    <a:pt x="0" y="143"/>
                    <a:pt x="0" y="334"/>
                  </a:cubicBezTo>
                  <a:lnTo>
                    <a:pt x="0" y="3239"/>
                  </a:lnTo>
                  <a:cubicBezTo>
                    <a:pt x="0" y="3429"/>
                    <a:pt x="143" y="3572"/>
                    <a:pt x="310" y="3572"/>
                  </a:cubicBezTo>
                  <a:cubicBezTo>
                    <a:pt x="501" y="3572"/>
                    <a:pt x="643" y="3429"/>
                    <a:pt x="643" y="3239"/>
                  </a:cubicBezTo>
                  <a:lnTo>
                    <a:pt x="643" y="334"/>
                  </a:lnTo>
                  <a:cubicBezTo>
                    <a:pt x="643" y="143"/>
                    <a:pt x="501" y="0"/>
                    <a:pt x="31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9" name="Google Shape;30109;p154"/>
            <p:cNvSpPr/>
            <p:nvPr/>
          </p:nvSpPr>
          <p:spPr>
            <a:xfrm>
              <a:off x="8012731" y="3656242"/>
              <a:ext cx="21613" cy="95577"/>
            </a:xfrm>
            <a:custGeom>
              <a:rect b="b" l="l" r="r" t="t"/>
              <a:pathLst>
                <a:path extrusionOk="0" h="2954" w="668">
                  <a:moveTo>
                    <a:pt x="334" y="0"/>
                  </a:moveTo>
                  <a:cubicBezTo>
                    <a:pt x="143" y="0"/>
                    <a:pt x="0" y="167"/>
                    <a:pt x="0" y="334"/>
                  </a:cubicBezTo>
                  <a:lnTo>
                    <a:pt x="0" y="2620"/>
                  </a:lnTo>
                  <a:cubicBezTo>
                    <a:pt x="0" y="2810"/>
                    <a:pt x="143" y="2953"/>
                    <a:pt x="334" y="2953"/>
                  </a:cubicBezTo>
                  <a:cubicBezTo>
                    <a:pt x="500" y="2953"/>
                    <a:pt x="667" y="2810"/>
                    <a:pt x="667" y="2620"/>
                  </a:cubicBezTo>
                  <a:lnTo>
                    <a:pt x="667" y="334"/>
                  </a:lnTo>
                  <a:cubicBezTo>
                    <a:pt x="667" y="167"/>
                    <a:pt x="500" y="0"/>
                    <a:pt x="334"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0" name="Google Shape;30110;p154"/>
            <p:cNvSpPr/>
            <p:nvPr/>
          </p:nvSpPr>
          <p:spPr>
            <a:xfrm>
              <a:off x="7972643" y="3676269"/>
              <a:ext cx="20837" cy="75549"/>
            </a:xfrm>
            <a:custGeom>
              <a:rect b="b" l="l" r="r" t="t"/>
              <a:pathLst>
                <a:path extrusionOk="0" h="2335" w="644">
                  <a:moveTo>
                    <a:pt x="311" y="1"/>
                  </a:moveTo>
                  <a:cubicBezTo>
                    <a:pt x="144" y="1"/>
                    <a:pt x="1" y="167"/>
                    <a:pt x="1" y="334"/>
                  </a:cubicBezTo>
                  <a:lnTo>
                    <a:pt x="1" y="2001"/>
                  </a:lnTo>
                  <a:cubicBezTo>
                    <a:pt x="1" y="2191"/>
                    <a:pt x="144" y="2334"/>
                    <a:pt x="311" y="2334"/>
                  </a:cubicBezTo>
                  <a:cubicBezTo>
                    <a:pt x="501" y="2334"/>
                    <a:pt x="620" y="2191"/>
                    <a:pt x="644" y="2001"/>
                  </a:cubicBezTo>
                  <a:lnTo>
                    <a:pt x="644" y="334"/>
                  </a:lnTo>
                  <a:cubicBezTo>
                    <a:pt x="644" y="167"/>
                    <a:pt x="501" y="1"/>
                    <a:pt x="311" y="1"/>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1" name="Google Shape;30111;p154"/>
            <p:cNvSpPr/>
            <p:nvPr/>
          </p:nvSpPr>
          <p:spPr>
            <a:xfrm>
              <a:off x="7931812" y="3697073"/>
              <a:ext cx="21613" cy="54745"/>
            </a:xfrm>
            <a:custGeom>
              <a:rect b="b" l="l" r="r" t="t"/>
              <a:pathLst>
                <a:path extrusionOk="0" h="1692" w="668">
                  <a:moveTo>
                    <a:pt x="334" y="1"/>
                  </a:moveTo>
                  <a:cubicBezTo>
                    <a:pt x="144" y="1"/>
                    <a:pt x="1" y="143"/>
                    <a:pt x="1" y="334"/>
                  </a:cubicBezTo>
                  <a:lnTo>
                    <a:pt x="1" y="1358"/>
                  </a:lnTo>
                  <a:cubicBezTo>
                    <a:pt x="1" y="1548"/>
                    <a:pt x="144" y="1691"/>
                    <a:pt x="334" y="1691"/>
                  </a:cubicBezTo>
                  <a:cubicBezTo>
                    <a:pt x="501" y="1691"/>
                    <a:pt x="620" y="1548"/>
                    <a:pt x="668" y="1358"/>
                  </a:cubicBezTo>
                  <a:lnTo>
                    <a:pt x="668" y="334"/>
                  </a:lnTo>
                  <a:cubicBezTo>
                    <a:pt x="668" y="143"/>
                    <a:pt x="501" y="1"/>
                    <a:pt x="334"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2" name="Google Shape;30112;p154"/>
            <p:cNvSpPr/>
            <p:nvPr/>
          </p:nvSpPr>
          <p:spPr>
            <a:xfrm>
              <a:off x="7931035" y="3636991"/>
              <a:ext cx="62445" cy="20837"/>
            </a:xfrm>
            <a:custGeom>
              <a:rect b="b" l="l" r="r" t="t"/>
              <a:pathLst>
                <a:path extrusionOk="0" h="644" w="1930">
                  <a:moveTo>
                    <a:pt x="334" y="0"/>
                  </a:moveTo>
                  <a:cubicBezTo>
                    <a:pt x="144" y="0"/>
                    <a:pt x="1" y="191"/>
                    <a:pt x="25" y="357"/>
                  </a:cubicBezTo>
                  <a:cubicBezTo>
                    <a:pt x="49" y="524"/>
                    <a:pt x="215" y="643"/>
                    <a:pt x="358" y="643"/>
                  </a:cubicBezTo>
                  <a:lnTo>
                    <a:pt x="1597" y="643"/>
                  </a:lnTo>
                  <a:cubicBezTo>
                    <a:pt x="1787" y="643"/>
                    <a:pt x="1930" y="453"/>
                    <a:pt x="1906" y="286"/>
                  </a:cubicBezTo>
                  <a:cubicBezTo>
                    <a:pt x="1882" y="119"/>
                    <a:pt x="1716" y="0"/>
                    <a:pt x="1573"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3" name="Google Shape;30113;p154"/>
            <p:cNvSpPr/>
            <p:nvPr/>
          </p:nvSpPr>
          <p:spPr>
            <a:xfrm>
              <a:off x="7937992" y="3759194"/>
              <a:ext cx="75549" cy="108195"/>
            </a:xfrm>
            <a:custGeom>
              <a:rect b="b" l="l" r="r" t="t"/>
              <a:pathLst>
                <a:path extrusionOk="0" h="3344" w="2335">
                  <a:moveTo>
                    <a:pt x="1991" y="1"/>
                  </a:moveTo>
                  <a:cubicBezTo>
                    <a:pt x="1881" y="1"/>
                    <a:pt x="1781" y="54"/>
                    <a:pt x="1715" y="152"/>
                  </a:cubicBezTo>
                  <a:lnTo>
                    <a:pt x="72" y="2867"/>
                  </a:lnTo>
                  <a:cubicBezTo>
                    <a:pt x="0" y="3010"/>
                    <a:pt x="48" y="3201"/>
                    <a:pt x="191" y="3296"/>
                  </a:cubicBezTo>
                  <a:cubicBezTo>
                    <a:pt x="238" y="3344"/>
                    <a:pt x="286" y="3344"/>
                    <a:pt x="358" y="3344"/>
                  </a:cubicBezTo>
                  <a:cubicBezTo>
                    <a:pt x="429" y="3344"/>
                    <a:pt x="548" y="3320"/>
                    <a:pt x="619" y="3177"/>
                  </a:cubicBezTo>
                  <a:lnTo>
                    <a:pt x="2263" y="462"/>
                  </a:lnTo>
                  <a:cubicBezTo>
                    <a:pt x="2334" y="319"/>
                    <a:pt x="2286" y="129"/>
                    <a:pt x="2144" y="33"/>
                  </a:cubicBezTo>
                  <a:cubicBezTo>
                    <a:pt x="2092" y="11"/>
                    <a:pt x="2040" y="1"/>
                    <a:pt x="1991" y="1"/>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4" name="Google Shape;30114;p154"/>
            <p:cNvSpPr/>
            <p:nvPr/>
          </p:nvSpPr>
          <p:spPr>
            <a:xfrm>
              <a:off x="8003477" y="3760261"/>
              <a:ext cx="10062" cy="27761"/>
            </a:xfrm>
            <a:custGeom>
              <a:rect b="b" l="l" r="r" t="t"/>
              <a:pathLst>
                <a:path extrusionOk="0" h="858" w="311">
                  <a:moveTo>
                    <a:pt x="1" y="0"/>
                  </a:moveTo>
                  <a:lnTo>
                    <a:pt x="1" y="858"/>
                  </a:lnTo>
                  <a:lnTo>
                    <a:pt x="239" y="477"/>
                  </a:lnTo>
                  <a:cubicBezTo>
                    <a:pt x="310" y="310"/>
                    <a:pt x="262" y="119"/>
                    <a:pt x="120" y="48"/>
                  </a:cubicBezTo>
                  <a:cubicBezTo>
                    <a:pt x="72" y="0"/>
                    <a:pt x="24" y="0"/>
                    <a:pt x="1" y="0"/>
                  </a:cubicBez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5" name="Google Shape;30115;p154"/>
            <p:cNvSpPr/>
            <p:nvPr/>
          </p:nvSpPr>
          <p:spPr>
            <a:xfrm>
              <a:off x="7768486" y="3841147"/>
              <a:ext cx="177241" cy="102533"/>
            </a:xfrm>
            <a:custGeom>
              <a:rect b="b" l="l" r="r" t="t"/>
              <a:pathLst>
                <a:path extrusionOk="0" h="3169" w="5478">
                  <a:moveTo>
                    <a:pt x="2191" y="1"/>
                  </a:moveTo>
                  <a:cubicBezTo>
                    <a:pt x="977" y="1"/>
                    <a:pt x="0" y="1001"/>
                    <a:pt x="0" y="2216"/>
                  </a:cubicBezTo>
                  <a:lnTo>
                    <a:pt x="0" y="2835"/>
                  </a:lnTo>
                  <a:cubicBezTo>
                    <a:pt x="0" y="3025"/>
                    <a:pt x="143" y="3168"/>
                    <a:pt x="310" y="3168"/>
                  </a:cubicBezTo>
                  <a:lnTo>
                    <a:pt x="4072" y="3168"/>
                  </a:lnTo>
                  <a:cubicBezTo>
                    <a:pt x="4239" y="3168"/>
                    <a:pt x="4406" y="3025"/>
                    <a:pt x="4406" y="2835"/>
                  </a:cubicBezTo>
                  <a:lnTo>
                    <a:pt x="4406" y="2216"/>
                  </a:lnTo>
                  <a:cubicBezTo>
                    <a:pt x="4406" y="1882"/>
                    <a:pt x="4311" y="1549"/>
                    <a:pt x="4191" y="1263"/>
                  </a:cubicBezTo>
                  <a:lnTo>
                    <a:pt x="5144" y="1263"/>
                  </a:lnTo>
                  <a:cubicBezTo>
                    <a:pt x="5311" y="1263"/>
                    <a:pt x="5477" y="1120"/>
                    <a:pt x="5477" y="930"/>
                  </a:cubicBezTo>
                  <a:lnTo>
                    <a:pt x="5477" y="310"/>
                  </a:lnTo>
                  <a:cubicBezTo>
                    <a:pt x="5430" y="120"/>
                    <a:pt x="5287" y="1"/>
                    <a:pt x="51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6" name="Google Shape;30116;p154"/>
            <p:cNvSpPr/>
            <p:nvPr/>
          </p:nvSpPr>
          <p:spPr>
            <a:xfrm>
              <a:off x="7839375" y="3841147"/>
              <a:ext cx="106351" cy="101756"/>
            </a:xfrm>
            <a:custGeom>
              <a:rect b="b" l="l" r="r" t="t"/>
              <a:pathLst>
                <a:path extrusionOk="0" h="3145" w="3287">
                  <a:moveTo>
                    <a:pt x="0" y="1"/>
                  </a:moveTo>
                  <a:lnTo>
                    <a:pt x="0" y="3144"/>
                  </a:lnTo>
                  <a:lnTo>
                    <a:pt x="1881" y="3144"/>
                  </a:lnTo>
                  <a:cubicBezTo>
                    <a:pt x="2048" y="3144"/>
                    <a:pt x="2215" y="2978"/>
                    <a:pt x="2215" y="2811"/>
                  </a:cubicBezTo>
                  <a:lnTo>
                    <a:pt x="2215" y="2192"/>
                  </a:lnTo>
                  <a:cubicBezTo>
                    <a:pt x="2215" y="1858"/>
                    <a:pt x="2120" y="1525"/>
                    <a:pt x="2000" y="1239"/>
                  </a:cubicBezTo>
                  <a:lnTo>
                    <a:pt x="2953" y="1239"/>
                  </a:lnTo>
                  <a:cubicBezTo>
                    <a:pt x="3120" y="1239"/>
                    <a:pt x="3286" y="1072"/>
                    <a:pt x="3286" y="906"/>
                  </a:cubicBezTo>
                  <a:lnTo>
                    <a:pt x="3286" y="263"/>
                  </a:lnTo>
                  <a:cubicBezTo>
                    <a:pt x="3239" y="120"/>
                    <a:pt x="3096" y="1"/>
                    <a:pt x="292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7" name="Google Shape;30117;p154"/>
            <p:cNvSpPr/>
            <p:nvPr/>
          </p:nvSpPr>
          <p:spPr>
            <a:xfrm>
              <a:off x="7934141" y="3841147"/>
              <a:ext cx="31611" cy="40864"/>
            </a:xfrm>
            <a:custGeom>
              <a:rect b="b" l="l" r="r" t="t"/>
              <a:pathLst>
                <a:path extrusionOk="0" h="1263" w="977">
                  <a:moveTo>
                    <a:pt x="0" y="1"/>
                  </a:moveTo>
                  <a:lnTo>
                    <a:pt x="0" y="1263"/>
                  </a:lnTo>
                  <a:lnTo>
                    <a:pt x="310" y="1263"/>
                  </a:lnTo>
                  <a:cubicBezTo>
                    <a:pt x="667" y="1263"/>
                    <a:pt x="977" y="953"/>
                    <a:pt x="953" y="572"/>
                  </a:cubicBezTo>
                  <a:cubicBezTo>
                    <a:pt x="905" y="239"/>
                    <a:pt x="643" y="1"/>
                    <a:pt x="286"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8" name="Google Shape;30118;p154"/>
            <p:cNvSpPr/>
            <p:nvPr/>
          </p:nvSpPr>
          <p:spPr>
            <a:xfrm>
              <a:off x="7792363" y="3767185"/>
              <a:ext cx="94024" cy="94800"/>
            </a:xfrm>
            <a:custGeom>
              <a:rect b="b" l="l" r="r" t="t"/>
              <a:pathLst>
                <a:path extrusionOk="0" h="2930" w="2906">
                  <a:moveTo>
                    <a:pt x="1453" y="1"/>
                  </a:moveTo>
                  <a:cubicBezTo>
                    <a:pt x="643" y="1"/>
                    <a:pt x="0" y="667"/>
                    <a:pt x="0" y="1453"/>
                  </a:cubicBezTo>
                  <a:cubicBezTo>
                    <a:pt x="0" y="2263"/>
                    <a:pt x="643" y="2930"/>
                    <a:pt x="1453" y="2930"/>
                  </a:cubicBezTo>
                  <a:cubicBezTo>
                    <a:pt x="2263" y="2930"/>
                    <a:pt x="2906" y="2263"/>
                    <a:pt x="2906" y="1453"/>
                  </a:cubicBezTo>
                  <a:cubicBezTo>
                    <a:pt x="2906" y="667"/>
                    <a:pt x="2263" y="1"/>
                    <a:pt x="145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9" name="Google Shape;30119;p154"/>
            <p:cNvSpPr/>
            <p:nvPr/>
          </p:nvSpPr>
          <p:spPr>
            <a:xfrm>
              <a:off x="7839375" y="3766409"/>
              <a:ext cx="47012" cy="94121"/>
            </a:xfrm>
            <a:custGeom>
              <a:rect b="b" l="l" r="r" t="t"/>
              <a:pathLst>
                <a:path extrusionOk="0" h="2909" w="1453">
                  <a:moveTo>
                    <a:pt x="0" y="1"/>
                  </a:moveTo>
                  <a:lnTo>
                    <a:pt x="0" y="2906"/>
                  </a:lnTo>
                  <a:cubicBezTo>
                    <a:pt x="27" y="2908"/>
                    <a:pt x="55" y="2909"/>
                    <a:pt x="81" y="2909"/>
                  </a:cubicBezTo>
                  <a:cubicBezTo>
                    <a:pt x="852" y="2909"/>
                    <a:pt x="1453" y="2259"/>
                    <a:pt x="1453" y="1454"/>
                  </a:cubicBezTo>
                  <a:cubicBezTo>
                    <a:pt x="1453" y="644"/>
                    <a:pt x="810" y="1"/>
                    <a:pt x="0"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20" name="Google Shape;30120;p154"/>
          <p:cNvGrpSpPr/>
          <p:nvPr/>
        </p:nvGrpSpPr>
        <p:grpSpPr>
          <a:xfrm>
            <a:off x="7030315" y="3443728"/>
            <a:ext cx="324422" cy="347554"/>
            <a:chOff x="7030315" y="3596128"/>
            <a:chExt cx="324422" cy="347554"/>
          </a:xfrm>
        </p:grpSpPr>
        <p:sp>
          <p:nvSpPr>
            <p:cNvPr id="30121" name="Google Shape;30121;p154"/>
            <p:cNvSpPr/>
            <p:nvPr/>
          </p:nvSpPr>
          <p:spPr>
            <a:xfrm>
              <a:off x="7030315" y="3752561"/>
              <a:ext cx="214255" cy="191121"/>
            </a:xfrm>
            <a:custGeom>
              <a:rect b="b" l="l" r="r" t="t"/>
              <a:pathLst>
                <a:path extrusionOk="0" h="5907" w="6622">
                  <a:moveTo>
                    <a:pt x="5978" y="0"/>
                  </a:moveTo>
                  <a:lnTo>
                    <a:pt x="5335" y="334"/>
                  </a:lnTo>
                  <a:lnTo>
                    <a:pt x="5335" y="1905"/>
                  </a:lnTo>
                  <a:lnTo>
                    <a:pt x="2406" y="1905"/>
                  </a:lnTo>
                  <a:cubicBezTo>
                    <a:pt x="1072" y="1905"/>
                    <a:pt x="1" y="2977"/>
                    <a:pt x="1" y="4334"/>
                  </a:cubicBezTo>
                  <a:lnTo>
                    <a:pt x="1" y="5573"/>
                  </a:lnTo>
                  <a:cubicBezTo>
                    <a:pt x="1" y="5763"/>
                    <a:pt x="144" y="5906"/>
                    <a:pt x="334" y="5906"/>
                  </a:cubicBezTo>
                  <a:lnTo>
                    <a:pt x="4502" y="5906"/>
                  </a:lnTo>
                  <a:cubicBezTo>
                    <a:pt x="4668" y="5906"/>
                    <a:pt x="4835" y="5763"/>
                    <a:pt x="4835" y="5573"/>
                  </a:cubicBezTo>
                  <a:lnTo>
                    <a:pt x="4835" y="4334"/>
                  </a:lnTo>
                  <a:cubicBezTo>
                    <a:pt x="4835" y="3906"/>
                    <a:pt x="4716" y="3525"/>
                    <a:pt x="4526" y="3167"/>
                  </a:cubicBezTo>
                  <a:lnTo>
                    <a:pt x="5669" y="3167"/>
                  </a:lnTo>
                  <a:cubicBezTo>
                    <a:pt x="6169" y="3167"/>
                    <a:pt x="6621" y="2739"/>
                    <a:pt x="6621" y="2215"/>
                  </a:cubicBezTo>
                  <a:lnTo>
                    <a:pt x="6621" y="334"/>
                  </a:lnTo>
                  <a:lnTo>
                    <a:pt x="5978"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2" name="Google Shape;30122;p154"/>
            <p:cNvSpPr/>
            <p:nvPr/>
          </p:nvSpPr>
          <p:spPr>
            <a:xfrm>
              <a:off x="7109681" y="3751785"/>
              <a:ext cx="134888" cy="191121"/>
            </a:xfrm>
            <a:custGeom>
              <a:rect b="b" l="l" r="r" t="t"/>
              <a:pathLst>
                <a:path extrusionOk="0" h="5907" w="4169">
                  <a:moveTo>
                    <a:pt x="3525" y="0"/>
                  </a:moveTo>
                  <a:lnTo>
                    <a:pt x="2906" y="334"/>
                  </a:lnTo>
                  <a:lnTo>
                    <a:pt x="2906" y="1906"/>
                  </a:lnTo>
                  <a:lnTo>
                    <a:pt x="1" y="1906"/>
                  </a:lnTo>
                  <a:lnTo>
                    <a:pt x="1" y="5859"/>
                  </a:lnTo>
                  <a:lnTo>
                    <a:pt x="2049" y="5859"/>
                  </a:lnTo>
                  <a:lnTo>
                    <a:pt x="2049" y="5906"/>
                  </a:lnTo>
                  <a:cubicBezTo>
                    <a:pt x="2215" y="5906"/>
                    <a:pt x="2382" y="5740"/>
                    <a:pt x="2382" y="5573"/>
                  </a:cubicBezTo>
                  <a:lnTo>
                    <a:pt x="2382" y="4311"/>
                  </a:lnTo>
                  <a:cubicBezTo>
                    <a:pt x="2382" y="3906"/>
                    <a:pt x="2263" y="3525"/>
                    <a:pt x="2073" y="3168"/>
                  </a:cubicBezTo>
                  <a:lnTo>
                    <a:pt x="3216" y="3168"/>
                  </a:lnTo>
                  <a:cubicBezTo>
                    <a:pt x="3716" y="3168"/>
                    <a:pt x="4168" y="2739"/>
                    <a:pt x="4168" y="2215"/>
                  </a:cubicBezTo>
                  <a:lnTo>
                    <a:pt x="4168" y="334"/>
                  </a:lnTo>
                  <a:lnTo>
                    <a:pt x="3525"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3" name="Google Shape;30123;p154"/>
            <p:cNvSpPr/>
            <p:nvPr/>
          </p:nvSpPr>
          <p:spPr>
            <a:xfrm>
              <a:off x="7056523" y="3732534"/>
              <a:ext cx="101756" cy="102501"/>
            </a:xfrm>
            <a:custGeom>
              <a:rect b="b" l="l" r="r" t="t"/>
              <a:pathLst>
                <a:path extrusionOk="0" h="3168" w="3145">
                  <a:moveTo>
                    <a:pt x="1572" y="0"/>
                  </a:moveTo>
                  <a:cubicBezTo>
                    <a:pt x="715" y="0"/>
                    <a:pt x="1" y="714"/>
                    <a:pt x="1" y="1572"/>
                  </a:cubicBezTo>
                  <a:cubicBezTo>
                    <a:pt x="1" y="2453"/>
                    <a:pt x="715" y="3167"/>
                    <a:pt x="1572" y="3167"/>
                  </a:cubicBezTo>
                  <a:cubicBezTo>
                    <a:pt x="2430" y="3167"/>
                    <a:pt x="3144" y="2453"/>
                    <a:pt x="3144" y="1572"/>
                  </a:cubicBezTo>
                  <a:cubicBezTo>
                    <a:pt x="3144" y="714"/>
                    <a:pt x="2430" y="0"/>
                    <a:pt x="157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4" name="Google Shape;30124;p154"/>
            <p:cNvSpPr/>
            <p:nvPr/>
          </p:nvSpPr>
          <p:spPr>
            <a:xfrm>
              <a:off x="7107384" y="3732534"/>
              <a:ext cx="50894" cy="101012"/>
            </a:xfrm>
            <a:custGeom>
              <a:rect b="b" l="l" r="r" t="t"/>
              <a:pathLst>
                <a:path extrusionOk="0" h="3122" w="1573">
                  <a:moveTo>
                    <a:pt x="0" y="0"/>
                  </a:moveTo>
                  <a:lnTo>
                    <a:pt x="0" y="3120"/>
                  </a:lnTo>
                  <a:cubicBezTo>
                    <a:pt x="27" y="3121"/>
                    <a:pt x="54" y="3122"/>
                    <a:pt x="81" y="3122"/>
                  </a:cubicBezTo>
                  <a:cubicBezTo>
                    <a:pt x="902" y="3122"/>
                    <a:pt x="1572" y="2425"/>
                    <a:pt x="1572" y="1572"/>
                  </a:cubicBezTo>
                  <a:cubicBezTo>
                    <a:pt x="1572" y="714"/>
                    <a:pt x="858"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5" name="Google Shape;30125;p154"/>
            <p:cNvSpPr/>
            <p:nvPr/>
          </p:nvSpPr>
          <p:spPr>
            <a:xfrm>
              <a:off x="7202927" y="3732534"/>
              <a:ext cx="40088" cy="30834"/>
            </a:xfrm>
            <a:custGeom>
              <a:rect b="b" l="l" r="r" t="t"/>
              <a:pathLst>
                <a:path extrusionOk="0" h="953" w="1239">
                  <a:moveTo>
                    <a:pt x="619" y="0"/>
                  </a:moveTo>
                  <a:cubicBezTo>
                    <a:pt x="262" y="0"/>
                    <a:pt x="0" y="262"/>
                    <a:pt x="0" y="619"/>
                  </a:cubicBezTo>
                  <a:lnTo>
                    <a:pt x="0" y="953"/>
                  </a:lnTo>
                  <a:lnTo>
                    <a:pt x="1239" y="953"/>
                  </a:lnTo>
                  <a:lnTo>
                    <a:pt x="1239" y="619"/>
                  </a:lnTo>
                  <a:cubicBezTo>
                    <a:pt x="1239" y="262"/>
                    <a:pt x="977" y="0"/>
                    <a:pt x="619"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6" name="Google Shape;30126;p154"/>
            <p:cNvSpPr/>
            <p:nvPr/>
          </p:nvSpPr>
          <p:spPr>
            <a:xfrm>
              <a:off x="7185197" y="3596128"/>
              <a:ext cx="169540" cy="169573"/>
            </a:xfrm>
            <a:custGeom>
              <a:rect b="b" l="l" r="r" t="t"/>
              <a:pathLst>
                <a:path extrusionOk="0" h="5241" w="5240">
                  <a:moveTo>
                    <a:pt x="2620" y="1"/>
                  </a:moveTo>
                  <a:cubicBezTo>
                    <a:pt x="1167" y="1"/>
                    <a:pt x="1" y="1168"/>
                    <a:pt x="1" y="2620"/>
                  </a:cubicBezTo>
                  <a:cubicBezTo>
                    <a:pt x="1" y="4049"/>
                    <a:pt x="1167" y="5240"/>
                    <a:pt x="2620" y="5240"/>
                  </a:cubicBezTo>
                  <a:cubicBezTo>
                    <a:pt x="4073" y="5240"/>
                    <a:pt x="5240" y="4049"/>
                    <a:pt x="5240" y="2620"/>
                  </a:cubicBezTo>
                  <a:cubicBezTo>
                    <a:pt x="5240" y="1168"/>
                    <a:pt x="4073" y="1"/>
                    <a:pt x="2620"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7" name="Google Shape;30127;p154"/>
            <p:cNvSpPr/>
            <p:nvPr/>
          </p:nvSpPr>
          <p:spPr>
            <a:xfrm>
              <a:off x="7269966" y="3596128"/>
              <a:ext cx="84770" cy="169573"/>
            </a:xfrm>
            <a:custGeom>
              <a:rect b="b" l="l" r="r" t="t"/>
              <a:pathLst>
                <a:path extrusionOk="0" h="5241" w="2620">
                  <a:moveTo>
                    <a:pt x="0" y="1"/>
                  </a:moveTo>
                  <a:lnTo>
                    <a:pt x="0" y="5240"/>
                  </a:lnTo>
                  <a:cubicBezTo>
                    <a:pt x="1429" y="5240"/>
                    <a:pt x="2620" y="4073"/>
                    <a:pt x="2620" y="2620"/>
                  </a:cubicBezTo>
                  <a:cubicBezTo>
                    <a:pt x="2620" y="1192"/>
                    <a:pt x="1477"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8" name="Google Shape;30128;p154"/>
            <p:cNvSpPr/>
            <p:nvPr/>
          </p:nvSpPr>
          <p:spPr>
            <a:xfrm>
              <a:off x="7206001" y="3616187"/>
              <a:ext cx="128708" cy="128708"/>
            </a:xfrm>
            <a:custGeom>
              <a:rect b="b" l="l" r="r" t="t"/>
              <a:pathLst>
                <a:path extrusionOk="0" h="3978" w="3978">
                  <a:moveTo>
                    <a:pt x="1977" y="0"/>
                  </a:moveTo>
                  <a:cubicBezTo>
                    <a:pt x="882" y="0"/>
                    <a:pt x="1" y="881"/>
                    <a:pt x="1" y="2000"/>
                  </a:cubicBezTo>
                  <a:cubicBezTo>
                    <a:pt x="1" y="3096"/>
                    <a:pt x="882" y="3977"/>
                    <a:pt x="1977" y="3977"/>
                  </a:cubicBezTo>
                  <a:cubicBezTo>
                    <a:pt x="3096" y="3977"/>
                    <a:pt x="3978" y="3096"/>
                    <a:pt x="3978" y="2000"/>
                  </a:cubicBezTo>
                  <a:cubicBezTo>
                    <a:pt x="3978" y="881"/>
                    <a:pt x="3096" y="0"/>
                    <a:pt x="1977"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9" name="Google Shape;30129;p154"/>
            <p:cNvSpPr/>
            <p:nvPr/>
          </p:nvSpPr>
          <p:spPr>
            <a:xfrm>
              <a:off x="7269966" y="3616187"/>
              <a:ext cx="64742" cy="127932"/>
            </a:xfrm>
            <a:custGeom>
              <a:rect b="b" l="l" r="r" t="t"/>
              <a:pathLst>
                <a:path extrusionOk="0" h="3954" w="2001">
                  <a:moveTo>
                    <a:pt x="0" y="0"/>
                  </a:moveTo>
                  <a:lnTo>
                    <a:pt x="0" y="3953"/>
                  </a:lnTo>
                  <a:cubicBezTo>
                    <a:pt x="15" y="3954"/>
                    <a:pt x="30" y="3954"/>
                    <a:pt x="44" y="3954"/>
                  </a:cubicBezTo>
                  <a:cubicBezTo>
                    <a:pt x="1143" y="3954"/>
                    <a:pt x="2001" y="3081"/>
                    <a:pt x="2001" y="2000"/>
                  </a:cubicBezTo>
                  <a:cubicBezTo>
                    <a:pt x="2001" y="881"/>
                    <a:pt x="1119" y="0"/>
                    <a:pt x="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0" name="Google Shape;30130;p154"/>
            <p:cNvSpPr/>
            <p:nvPr/>
          </p:nvSpPr>
          <p:spPr>
            <a:xfrm>
              <a:off x="7246832" y="3635438"/>
              <a:ext cx="46268" cy="88653"/>
            </a:xfrm>
            <a:custGeom>
              <a:rect b="b" l="l" r="r" t="t"/>
              <a:pathLst>
                <a:path extrusionOk="0" h="2740" w="1430">
                  <a:moveTo>
                    <a:pt x="548" y="596"/>
                  </a:moveTo>
                  <a:lnTo>
                    <a:pt x="548" y="1048"/>
                  </a:lnTo>
                  <a:cubicBezTo>
                    <a:pt x="525" y="1048"/>
                    <a:pt x="477" y="1048"/>
                    <a:pt x="453" y="1001"/>
                  </a:cubicBezTo>
                  <a:cubicBezTo>
                    <a:pt x="406" y="977"/>
                    <a:pt x="406" y="882"/>
                    <a:pt x="406" y="810"/>
                  </a:cubicBezTo>
                  <a:cubicBezTo>
                    <a:pt x="406" y="739"/>
                    <a:pt x="453" y="643"/>
                    <a:pt x="548" y="596"/>
                  </a:cubicBezTo>
                  <a:close/>
                  <a:moveTo>
                    <a:pt x="882" y="1548"/>
                  </a:moveTo>
                  <a:cubicBezTo>
                    <a:pt x="1120" y="1644"/>
                    <a:pt x="1120" y="1834"/>
                    <a:pt x="1072" y="1906"/>
                  </a:cubicBezTo>
                  <a:cubicBezTo>
                    <a:pt x="1049" y="2025"/>
                    <a:pt x="1001" y="2144"/>
                    <a:pt x="882" y="2191"/>
                  </a:cubicBezTo>
                  <a:lnTo>
                    <a:pt x="882" y="1548"/>
                  </a:lnTo>
                  <a:close/>
                  <a:moveTo>
                    <a:pt x="715" y="0"/>
                  </a:moveTo>
                  <a:cubicBezTo>
                    <a:pt x="644" y="0"/>
                    <a:pt x="548" y="48"/>
                    <a:pt x="548" y="143"/>
                  </a:cubicBezTo>
                  <a:lnTo>
                    <a:pt x="548" y="262"/>
                  </a:lnTo>
                  <a:lnTo>
                    <a:pt x="477" y="262"/>
                  </a:lnTo>
                  <a:cubicBezTo>
                    <a:pt x="263" y="310"/>
                    <a:pt x="120" y="501"/>
                    <a:pt x="96" y="715"/>
                  </a:cubicBezTo>
                  <a:cubicBezTo>
                    <a:pt x="72" y="905"/>
                    <a:pt x="120" y="1096"/>
                    <a:pt x="286" y="1215"/>
                  </a:cubicBezTo>
                  <a:cubicBezTo>
                    <a:pt x="334" y="1263"/>
                    <a:pt x="429" y="1334"/>
                    <a:pt x="548" y="1358"/>
                  </a:cubicBezTo>
                  <a:lnTo>
                    <a:pt x="548" y="2168"/>
                  </a:lnTo>
                  <a:cubicBezTo>
                    <a:pt x="453" y="2168"/>
                    <a:pt x="406" y="2144"/>
                    <a:pt x="286" y="2048"/>
                  </a:cubicBezTo>
                  <a:cubicBezTo>
                    <a:pt x="256" y="2033"/>
                    <a:pt x="224" y="2025"/>
                    <a:pt x="193" y="2025"/>
                  </a:cubicBezTo>
                  <a:cubicBezTo>
                    <a:pt x="125" y="2025"/>
                    <a:pt x="65" y="2062"/>
                    <a:pt x="48" y="2144"/>
                  </a:cubicBezTo>
                  <a:cubicBezTo>
                    <a:pt x="1" y="2191"/>
                    <a:pt x="48" y="2287"/>
                    <a:pt x="96" y="2310"/>
                  </a:cubicBezTo>
                  <a:cubicBezTo>
                    <a:pt x="286" y="2429"/>
                    <a:pt x="406" y="2477"/>
                    <a:pt x="548" y="2477"/>
                  </a:cubicBezTo>
                  <a:lnTo>
                    <a:pt x="548" y="2596"/>
                  </a:lnTo>
                  <a:cubicBezTo>
                    <a:pt x="548" y="2668"/>
                    <a:pt x="596" y="2739"/>
                    <a:pt x="691" y="2739"/>
                  </a:cubicBezTo>
                  <a:cubicBezTo>
                    <a:pt x="787" y="2739"/>
                    <a:pt x="882" y="2668"/>
                    <a:pt x="882" y="2596"/>
                  </a:cubicBezTo>
                  <a:lnTo>
                    <a:pt x="882" y="2429"/>
                  </a:lnTo>
                  <a:cubicBezTo>
                    <a:pt x="1168" y="2382"/>
                    <a:pt x="1358" y="2096"/>
                    <a:pt x="1406" y="1882"/>
                  </a:cubicBezTo>
                  <a:cubicBezTo>
                    <a:pt x="1430" y="1644"/>
                    <a:pt x="1287" y="1358"/>
                    <a:pt x="1001" y="1239"/>
                  </a:cubicBezTo>
                  <a:cubicBezTo>
                    <a:pt x="953" y="1239"/>
                    <a:pt x="929" y="1215"/>
                    <a:pt x="882" y="1215"/>
                  </a:cubicBezTo>
                  <a:lnTo>
                    <a:pt x="882" y="596"/>
                  </a:lnTo>
                  <a:cubicBezTo>
                    <a:pt x="953" y="620"/>
                    <a:pt x="1001" y="643"/>
                    <a:pt x="1001" y="643"/>
                  </a:cubicBezTo>
                  <a:cubicBezTo>
                    <a:pt x="1025" y="679"/>
                    <a:pt x="1060" y="697"/>
                    <a:pt x="1096" y="697"/>
                  </a:cubicBezTo>
                  <a:cubicBezTo>
                    <a:pt x="1132" y="697"/>
                    <a:pt x="1168" y="679"/>
                    <a:pt x="1191" y="643"/>
                  </a:cubicBezTo>
                  <a:cubicBezTo>
                    <a:pt x="1263" y="596"/>
                    <a:pt x="1263" y="501"/>
                    <a:pt x="1239" y="453"/>
                  </a:cubicBezTo>
                  <a:cubicBezTo>
                    <a:pt x="1168" y="381"/>
                    <a:pt x="1049" y="286"/>
                    <a:pt x="882" y="262"/>
                  </a:cubicBezTo>
                  <a:lnTo>
                    <a:pt x="882" y="143"/>
                  </a:lnTo>
                  <a:cubicBezTo>
                    <a:pt x="882" y="48"/>
                    <a:pt x="810" y="0"/>
                    <a:pt x="715"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1" name="Google Shape;30131;p154"/>
            <p:cNvSpPr/>
            <p:nvPr/>
          </p:nvSpPr>
          <p:spPr>
            <a:xfrm>
              <a:off x="7270710" y="3633885"/>
              <a:ext cx="23943" cy="93279"/>
            </a:xfrm>
            <a:custGeom>
              <a:rect b="b" l="l" r="r" t="t"/>
              <a:pathLst>
                <a:path extrusionOk="0" h="2883" w="740">
                  <a:moveTo>
                    <a:pt x="144" y="1596"/>
                  </a:moveTo>
                  <a:cubicBezTo>
                    <a:pt x="382" y="1692"/>
                    <a:pt x="382" y="1882"/>
                    <a:pt x="334" y="1954"/>
                  </a:cubicBezTo>
                  <a:cubicBezTo>
                    <a:pt x="311" y="2073"/>
                    <a:pt x="263" y="2192"/>
                    <a:pt x="144" y="2239"/>
                  </a:cubicBezTo>
                  <a:lnTo>
                    <a:pt x="144" y="1596"/>
                  </a:lnTo>
                  <a:close/>
                  <a:moveTo>
                    <a:pt x="1" y="1"/>
                  </a:moveTo>
                  <a:lnTo>
                    <a:pt x="1" y="2882"/>
                  </a:lnTo>
                  <a:cubicBezTo>
                    <a:pt x="96" y="2882"/>
                    <a:pt x="168" y="2787"/>
                    <a:pt x="168" y="2716"/>
                  </a:cubicBezTo>
                  <a:lnTo>
                    <a:pt x="168" y="2573"/>
                  </a:lnTo>
                  <a:cubicBezTo>
                    <a:pt x="453" y="2525"/>
                    <a:pt x="668" y="2239"/>
                    <a:pt x="692" y="2001"/>
                  </a:cubicBezTo>
                  <a:cubicBezTo>
                    <a:pt x="739" y="1692"/>
                    <a:pt x="549" y="1406"/>
                    <a:pt x="263" y="1287"/>
                  </a:cubicBezTo>
                  <a:cubicBezTo>
                    <a:pt x="215" y="1287"/>
                    <a:pt x="191" y="1263"/>
                    <a:pt x="144" y="1263"/>
                  </a:cubicBezTo>
                  <a:lnTo>
                    <a:pt x="144" y="644"/>
                  </a:lnTo>
                  <a:cubicBezTo>
                    <a:pt x="215" y="668"/>
                    <a:pt x="263" y="691"/>
                    <a:pt x="263" y="691"/>
                  </a:cubicBezTo>
                  <a:cubicBezTo>
                    <a:pt x="287" y="727"/>
                    <a:pt x="322" y="745"/>
                    <a:pt x="364" y="745"/>
                  </a:cubicBezTo>
                  <a:cubicBezTo>
                    <a:pt x="406" y="745"/>
                    <a:pt x="453" y="727"/>
                    <a:pt x="501" y="691"/>
                  </a:cubicBezTo>
                  <a:cubicBezTo>
                    <a:pt x="549" y="644"/>
                    <a:pt x="549" y="549"/>
                    <a:pt x="525" y="453"/>
                  </a:cubicBezTo>
                  <a:cubicBezTo>
                    <a:pt x="453" y="406"/>
                    <a:pt x="334" y="310"/>
                    <a:pt x="168" y="287"/>
                  </a:cubicBezTo>
                  <a:lnTo>
                    <a:pt x="168" y="167"/>
                  </a:lnTo>
                  <a:cubicBezTo>
                    <a:pt x="168" y="72"/>
                    <a:pt x="9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32" name="Google Shape;30132;p154"/>
          <p:cNvGrpSpPr/>
          <p:nvPr/>
        </p:nvGrpSpPr>
        <p:grpSpPr>
          <a:xfrm>
            <a:off x="6290624" y="3444504"/>
            <a:ext cx="304394" cy="346777"/>
            <a:chOff x="6290624" y="3596904"/>
            <a:chExt cx="304394" cy="346777"/>
          </a:xfrm>
        </p:grpSpPr>
        <p:sp>
          <p:nvSpPr>
            <p:cNvPr id="30133" name="Google Shape;30133;p154"/>
            <p:cNvSpPr/>
            <p:nvPr/>
          </p:nvSpPr>
          <p:spPr>
            <a:xfrm>
              <a:off x="6455536" y="3607711"/>
              <a:ext cx="20060" cy="220467"/>
            </a:xfrm>
            <a:custGeom>
              <a:rect b="b" l="l" r="r" t="t"/>
              <a:pathLst>
                <a:path extrusionOk="0" h="6814" w="620">
                  <a:moveTo>
                    <a:pt x="0" y="0"/>
                  </a:moveTo>
                  <a:lnTo>
                    <a:pt x="0" y="6501"/>
                  </a:lnTo>
                  <a:cubicBezTo>
                    <a:pt x="0" y="6678"/>
                    <a:pt x="143" y="6814"/>
                    <a:pt x="316" y="6814"/>
                  </a:cubicBezTo>
                  <a:cubicBezTo>
                    <a:pt x="330" y="6814"/>
                    <a:pt x="343" y="6813"/>
                    <a:pt x="357" y="6811"/>
                  </a:cubicBezTo>
                  <a:cubicBezTo>
                    <a:pt x="500" y="6763"/>
                    <a:pt x="619" y="6620"/>
                    <a:pt x="619" y="6478"/>
                  </a:cubicBezTo>
                  <a:lnTo>
                    <a:pt x="619" y="0"/>
                  </a:ln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4" name="Google Shape;30134;p154"/>
            <p:cNvSpPr/>
            <p:nvPr/>
          </p:nvSpPr>
          <p:spPr>
            <a:xfrm>
              <a:off x="6455536" y="3596904"/>
              <a:ext cx="139482" cy="100203"/>
            </a:xfrm>
            <a:custGeom>
              <a:rect b="b" l="l" r="r" t="t"/>
              <a:pathLst>
                <a:path extrusionOk="0" h="3097" w="4311">
                  <a:moveTo>
                    <a:pt x="286" y="1"/>
                  </a:moveTo>
                  <a:cubicBezTo>
                    <a:pt x="143" y="1"/>
                    <a:pt x="0" y="120"/>
                    <a:pt x="0" y="263"/>
                  </a:cubicBezTo>
                  <a:lnTo>
                    <a:pt x="0" y="3097"/>
                  </a:lnTo>
                  <a:lnTo>
                    <a:pt x="3953" y="3097"/>
                  </a:lnTo>
                  <a:cubicBezTo>
                    <a:pt x="4073" y="3097"/>
                    <a:pt x="4215" y="3025"/>
                    <a:pt x="4263" y="2882"/>
                  </a:cubicBezTo>
                  <a:cubicBezTo>
                    <a:pt x="4287" y="2787"/>
                    <a:pt x="4287" y="2716"/>
                    <a:pt x="4215" y="2620"/>
                  </a:cubicBezTo>
                  <a:lnTo>
                    <a:pt x="3501" y="1549"/>
                  </a:lnTo>
                  <a:lnTo>
                    <a:pt x="4215" y="477"/>
                  </a:lnTo>
                  <a:cubicBezTo>
                    <a:pt x="4311" y="358"/>
                    <a:pt x="4287" y="215"/>
                    <a:pt x="4192" y="96"/>
                  </a:cubicBezTo>
                  <a:cubicBezTo>
                    <a:pt x="4144" y="24"/>
                    <a:pt x="4049" y="1"/>
                    <a:pt x="3953"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5" name="Google Shape;30135;p154"/>
            <p:cNvSpPr/>
            <p:nvPr/>
          </p:nvSpPr>
          <p:spPr>
            <a:xfrm>
              <a:off x="6455536" y="3646989"/>
              <a:ext cx="138706" cy="50894"/>
            </a:xfrm>
            <a:custGeom>
              <a:rect b="b" l="l" r="r" t="t"/>
              <a:pathLst>
                <a:path extrusionOk="0" h="1573" w="4287">
                  <a:moveTo>
                    <a:pt x="0" y="1"/>
                  </a:moveTo>
                  <a:lnTo>
                    <a:pt x="0" y="1572"/>
                  </a:lnTo>
                  <a:lnTo>
                    <a:pt x="3953" y="1572"/>
                  </a:lnTo>
                  <a:cubicBezTo>
                    <a:pt x="4096" y="1572"/>
                    <a:pt x="4215" y="1477"/>
                    <a:pt x="4263" y="1358"/>
                  </a:cubicBezTo>
                  <a:cubicBezTo>
                    <a:pt x="4287" y="1239"/>
                    <a:pt x="4287" y="1168"/>
                    <a:pt x="4215" y="1072"/>
                  </a:cubicBezTo>
                  <a:lnTo>
                    <a:pt x="3501"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6" name="Google Shape;30136;p154"/>
            <p:cNvSpPr/>
            <p:nvPr/>
          </p:nvSpPr>
          <p:spPr>
            <a:xfrm>
              <a:off x="6290624" y="3808017"/>
              <a:ext cx="177273" cy="135665"/>
            </a:xfrm>
            <a:custGeom>
              <a:rect b="b" l="l" r="r" t="t"/>
              <a:pathLst>
                <a:path extrusionOk="0" h="4193" w="5479">
                  <a:moveTo>
                    <a:pt x="2216" y="1"/>
                  </a:moveTo>
                  <a:cubicBezTo>
                    <a:pt x="977" y="1"/>
                    <a:pt x="1" y="977"/>
                    <a:pt x="1" y="2192"/>
                  </a:cubicBezTo>
                  <a:lnTo>
                    <a:pt x="1" y="3859"/>
                  </a:lnTo>
                  <a:cubicBezTo>
                    <a:pt x="1" y="4049"/>
                    <a:pt x="144" y="4192"/>
                    <a:pt x="334" y="4192"/>
                  </a:cubicBezTo>
                  <a:lnTo>
                    <a:pt x="4073" y="4192"/>
                  </a:lnTo>
                  <a:cubicBezTo>
                    <a:pt x="4264" y="4192"/>
                    <a:pt x="4407" y="4049"/>
                    <a:pt x="4407" y="3859"/>
                  </a:cubicBezTo>
                  <a:lnTo>
                    <a:pt x="4407" y="2192"/>
                  </a:lnTo>
                  <a:cubicBezTo>
                    <a:pt x="4407" y="1858"/>
                    <a:pt x="4311" y="1549"/>
                    <a:pt x="4192" y="1239"/>
                  </a:cubicBezTo>
                  <a:lnTo>
                    <a:pt x="5145" y="1239"/>
                  </a:lnTo>
                  <a:lnTo>
                    <a:pt x="5478" y="906"/>
                  </a:lnTo>
                  <a:lnTo>
                    <a:pt x="512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7" name="Google Shape;30137;p154"/>
            <p:cNvSpPr/>
            <p:nvPr/>
          </p:nvSpPr>
          <p:spPr>
            <a:xfrm>
              <a:off x="6362290" y="3805719"/>
              <a:ext cx="104830" cy="137185"/>
            </a:xfrm>
            <a:custGeom>
              <a:rect b="b" l="l" r="r" t="t"/>
              <a:pathLst>
                <a:path extrusionOk="0" h="4240" w="3240">
                  <a:moveTo>
                    <a:pt x="1" y="0"/>
                  </a:moveTo>
                  <a:lnTo>
                    <a:pt x="1" y="4168"/>
                  </a:lnTo>
                  <a:lnTo>
                    <a:pt x="1834" y="4168"/>
                  </a:lnTo>
                  <a:lnTo>
                    <a:pt x="1834" y="4239"/>
                  </a:lnTo>
                  <a:cubicBezTo>
                    <a:pt x="2025" y="4239"/>
                    <a:pt x="2168" y="4073"/>
                    <a:pt x="2168" y="3906"/>
                  </a:cubicBezTo>
                  <a:lnTo>
                    <a:pt x="2168" y="2239"/>
                  </a:lnTo>
                  <a:cubicBezTo>
                    <a:pt x="2168" y="1906"/>
                    <a:pt x="2073" y="1572"/>
                    <a:pt x="1953" y="1286"/>
                  </a:cubicBezTo>
                  <a:lnTo>
                    <a:pt x="2906" y="1286"/>
                  </a:lnTo>
                  <a:lnTo>
                    <a:pt x="3239" y="953"/>
                  </a:lnTo>
                  <a:lnTo>
                    <a:pt x="2906"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8" name="Google Shape;30138;p154"/>
            <p:cNvSpPr/>
            <p:nvPr/>
          </p:nvSpPr>
          <p:spPr>
            <a:xfrm>
              <a:off x="6455536" y="3808017"/>
              <a:ext cx="30834" cy="40120"/>
            </a:xfrm>
            <a:custGeom>
              <a:rect b="b" l="l" r="r" t="t"/>
              <a:pathLst>
                <a:path extrusionOk="0" h="1240" w="953">
                  <a:moveTo>
                    <a:pt x="0" y="1"/>
                  </a:moveTo>
                  <a:lnTo>
                    <a:pt x="0" y="1239"/>
                  </a:lnTo>
                  <a:lnTo>
                    <a:pt x="286" y="1239"/>
                  </a:lnTo>
                  <a:cubicBezTo>
                    <a:pt x="643" y="1239"/>
                    <a:pt x="953" y="953"/>
                    <a:pt x="929" y="549"/>
                  </a:cubicBezTo>
                  <a:cubicBezTo>
                    <a:pt x="881" y="239"/>
                    <a:pt x="619" y="1"/>
                    <a:pt x="286"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9" name="Google Shape;30139;p154"/>
            <p:cNvSpPr/>
            <p:nvPr/>
          </p:nvSpPr>
          <p:spPr>
            <a:xfrm>
              <a:off x="6313758" y="3733278"/>
              <a:ext cx="94800" cy="94800"/>
            </a:xfrm>
            <a:custGeom>
              <a:rect b="b" l="l" r="r" t="t"/>
              <a:pathLst>
                <a:path extrusionOk="0" h="2930" w="2930">
                  <a:moveTo>
                    <a:pt x="1453" y="1"/>
                  </a:moveTo>
                  <a:cubicBezTo>
                    <a:pt x="667" y="1"/>
                    <a:pt x="0" y="668"/>
                    <a:pt x="0" y="1477"/>
                  </a:cubicBezTo>
                  <a:cubicBezTo>
                    <a:pt x="0" y="2263"/>
                    <a:pt x="667" y="2930"/>
                    <a:pt x="1453" y="2930"/>
                  </a:cubicBezTo>
                  <a:cubicBezTo>
                    <a:pt x="2263" y="2930"/>
                    <a:pt x="2930" y="2263"/>
                    <a:pt x="2930" y="1477"/>
                  </a:cubicBezTo>
                  <a:cubicBezTo>
                    <a:pt x="2930" y="668"/>
                    <a:pt x="2263" y="1"/>
                    <a:pt x="145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0" name="Google Shape;30140;p154"/>
            <p:cNvSpPr/>
            <p:nvPr/>
          </p:nvSpPr>
          <p:spPr>
            <a:xfrm>
              <a:off x="6360769" y="3733278"/>
              <a:ext cx="47788" cy="94800"/>
            </a:xfrm>
            <a:custGeom>
              <a:rect b="b" l="l" r="r" t="t"/>
              <a:pathLst>
                <a:path extrusionOk="0" h="2930" w="1477">
                  <a:moveTo>
                    <a:pt x="0" y="1"/>
                  </a:moveTo>
                  <a:lnTo>
                    <a:pt x="0" y="2930"/>
                  </a:lnTo>
                  <a:cubicBezTo>
                    <a:pt x="810" y="2930"/>
                    <a:pt x="1477" y="2263"/>
                    <a:pt x="1477" y="1477"/>
                  </a:cubicBezTo>
                  <a:cubicBezTo>
                    <a:pt x="1477" y="668"/>
                    <a:pt x="810" y="1"/>
                    <a:pt x="0"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1" name="Google Shape;30141;p154"/>
          <p:cNvGrpSpPr/>
          <p:nvPr/>
        </p:nvGrpSpPr>
        <p:grpSpPr>
          <a:xfrm>
            <a:off x="5520908" y="3443728"/>
            <a:ext cx="346749" cy="346781"/>
            <a:chOff x="5520908" y="3596128"/>
            <a:chExt cx="346749" cy="346781"/>
          </a:xfrm>
        </p:grpSpPr>
        <p:sp>
          <p:nvSpPr>
            <p:cNvPr id="30142" name="Google Shape;30142;p154"/>
            <p:cNvSpPr/>
            <p:nvPr/>
          </p:nvSpPr>
          <p:spPr>
            <a:xfrm>
              <a:off x="5622599" y="3774012"/>
              <a:ext cx="142588" cy="87973"/>
            </a:xfrm>
            <a:custGeom>
              <a:rect b="b" l="l" r="r" t="t"/>
              <a:pathLst>
                <a:path extrusionOk="0" h="2719" w="4407">
                  <a:moveTo>
                    <a:pt x="2269" y="0"/>
                  </a:moveTo>
                  <a:cubicBezTo>
                    <a:pt x="2227" y="0"/>
                    <a:pt x="2186" y="2"/>
                    <a:pt x="2144" y="4"/>
                  </a:cubicBezTo>
                  <a:cubicBezTo>
                    <a:pt x="953" y="28"/>
                    <a:pt x="1" y="1004"/>
                    <a:pt x="1" y="2195"/>
                  </a:cubicBezTo>
                  <a:lnTo>
                    <a:pt x="1" y="2385"/>
                  </a:lnTo>
                  <a:cubicBezTo>
                    <a:pt x="1" y="2552"/>
                    <a:pt x="144" y="2719"/>
                    <a:pt x="310" y="2719"/>
                  </a:cubicBezTo>
                  <a:lnTo>
                    <a:pt x="4073" y="2719"/>
                  </a:lnTo>
                  <a:cubicBezTo>
                    <a:pt x="4240" y="2719"/>
                    <a:pt x="4406" y="2552"/>
                    <a:pt x="4406" y="2385"/>
                  </a:cubicBezTo>
                  <a:lnTo>
                    <a:pt x="4406" y="2171"/>
                  </a:lnTo>
                  <a:cubicBezTo>
                    <a:pt x="4406" y="975"/>
                    <a:pt x="3450" y="0"/>
                    <a:pt x="2269"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3" name="Google Shape;30143;p154"/>
            <p:cNvSpPr/>
            <p:nvPr/>
          </p:nvSpPr>
          <p:spPr>
            <a:xfrm>
              <a:off x="5694264" y="3773365"/>
              <a:ext cx="71699" cy="87100"/>
            </a:xfrm>
            <a:custGeom>
              <a:rect b="b" l="l" r="r" t="t"/>
              <a:pathLst>
                <a:path extrusionOk="0" h="2692" w="2216">
                  <a:moveTo>
                    <a:pt x="1" y="0"/>
                  </a:moveTo>
                  <a:lnTo>
                    <a:pt x="1" y="2691"/>
                  </a:lnTo>
                  <a:lnTo>
                    <a:pt x="1882" y="2691"/>
                  </a:lnTo>
                  <a:cubicBezTo>
                    <a:pt x="2049" y="2691"/>
                    <a:pt x="2215" y="2548"/>
                    <a:pt x="2215" y="2382"/>
                  </a:cubicBezTo>
                  <a:lnTo>
                    <a:pt x="2215" y="2167"/>
                  </a:lnTo>
                  <a:cubicBezTo>
                    <a:pt x="2191" y="977"/>
                    <a:pt x="1191"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4" name="Google Shape;30144;p154"/>
            <p:cNvSpPr/>
            <p:nvPr/>
          </p:nvSpPr>
          <p:spPr>
            <a:xfrm>
              <a:off x="5650359" y="3704774"/>
              <a:ext cx="88620" cy="88653"/>
            </a:xfrm>
            <a:custGeom>
              <a:rect b="b" l="l" r="r" t="t"/>
              <a:pathLst>
                <a:path extrusionOk="0" h="2740" w="2739">
                  <a:moveTo>
                    <a:pt x="1358" y="1"/>
                  </a:moveTo>
                  <a:cubicBezTo>
                    <a:pt x="595" y="1"/>
                    <a:pt x="0" y="596"/>
                    <a:pt x="0" y="1358"/>
                  </a:cubicBezTo>
                  <a:cubicBezTo>
                    <a:pt x="0" y="2144"/>
                    <a:pt x="619" y="2739"/>
                    <a:pt x="1358" y="2739"/>
                  </a:cubicBezTo>
                  <a:cubicBezTo>
                    <a:pt x="2120" y="2739"/>
                    <a:pt x="2739" y="2144"/>
                    <a:pt x="2739" y="1358"/>
                  </a:cubicBezTo>
                  <a:cubicBezTo>
                    <a:pt x="2739" y="596"/>
                    <a:pt x="2143" y="1"/>
                    <a:pt x="135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5" name="Google Shape;30145;p154"/>
            <p:cNvSpPr/>
            <p:nvPr/>
          </p:nvSpPr>
          <p:spPr>
            <a:xfrm>
              <a:off x="5693488" y="3704774"/>
              <a:ext cx="44715" cy="87909"/>
            </a:xfrm>
            <a:custGeom>
              <a:rect b="b" l="l" r="r" t="t"/>
              <a:pathLst>
                <a:path extrusionOk="0" h="2717" w="1382">
                  <a:moveTo>
                    <a:pt x="1" y="1"/>
                  </a:moveTo>
                  <a:lnTo>
                    <a:pt x="1" y="2716"/>
                  </a:lnTo>
                  <a:cubicBezTo>
                    <a:pt x="15" y="2716"/>
                    <a:pt x="30" y="2716"/>
                    <a:pt x="44" y="2716"/>
                  </a:cubicBezTo>
                  <a:cubicBezTo>
                    <a:pt x="809" y="2716"/>
                    <a:pt x="1382" y="2106"/>
                    <a:pt x="1382" y="1358"/>
                  </a:cubicBezTo>
                  <a:cubicBezTo>
                    <a:pt x="1382" y="620"/>
                    <a:pt x="787" y="1"/>
                    <a:pt x="1"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6" name="Google Shape;30146;p154"/>
            <p:cNvSpPr/>
            <p:nvPr/>
          </p:nvSpPr>
          <p:spPr>
            <a:xfrm>
              <a:off x="5520908" y="3596128"/>
              <a:ext cx="346749" cy="346781"/>
            </a:xfrm>
            <a:custGeom>
              <a:rect b="b" l="l" r="r" t="t"/>
              <a:pathLst>
                <a:path extrusionOk="0" h="10718" w="10717">
                  <a:moveTo>
                    <a:pt x="5359" y="2763"/>
                  </a:moveTo>
                  <a:cubicBezTo>
                    <a:pt x="6787" y="2763"/>
                    <a:pt x="7978" y="3930"/>
                    <a:pt x="7978" y="5383"/>
                  </a:cubicBezTo>
                  <a:cubicBezTo>
                    <a:pt x="7978" y="6836"/>
                    <a:pt x="6811" y="8002"/>
                    <a:pt x="5359" y="8002"/>
                  </a:cubicBezTo>
                  <a:cubicBezTo>
                    <a:pt x="3906" y="8002"/>
                    <a:pt x="2739" y="6836"/>
                    <a:pt x="2739" y="5383"/>
                  </a:cubicBezTo>
                  <a:cubicBezTo>
                    <a:pt x="2739" y="3930"/>
                    <a:pt x="3930" y="2763"/>
                    <a:pt x="5359" y="2763"/>
                  </a:cubicBezTo>
                  <a:close/>
                  <a:moveTo>
                    <a:pt x="5359" y="1"/>
                  </a:moveTo>
                  <a:cubicBezTo>
                    <a:pt x="3930" y="1"/>
                    <a:pt x="2596" y="549"/>
                    <a:pt x="1572" y="1573"/>
                  </a:cubicBezTo>
                  <a:cubicBezTo>
                    <a:pt x="572" y="2573"/>
                    <a:pt x="0" y="3930"/>
                    <a:pt x="0" y="5359"/>
                  </a:cubicBezTo>
                  <a:cubicBezTo>
                    <a:pt x="0" y="6788"/>
                    <a:pt x="572" y="8122"/>
                    <a:pt x="1572" y="9122"/>
                  </a:cubicBezTo>
                  <a:cubicBezTo>
                    <a:pt x="2596" y="10146"/>
                    <a:pt x="3930" y="10717"/>
                    <a:pt x="5359" y="10717"/>
                  </a:cubicBezTo>
                  <a:cubicBezTo>
                    <a:pt x="6787" y="10717"/>
                    <a:pt x="8145" y="10146"/>
                    <a:pt x="9145" y="9122"/>
                  </a:cubicBezTo>
                  <a:cubicBezTo>
                    <a:pt x="10169" y="8122"/>
                    <a:pt x="10717" y="6788"/>
                    <a:pt x="10717" y="5359"/>
                  </a:cubicBezTo>
                  <a:cubicBezTo>
                    <a:pt x="10717" y="3930"/>
                    <a:pt x="10169" y="2573"/>
                    <a:pt x="9145" y="1573"/>
                  </a:cubicBezTo>
                  <a:cubicBezTo>
                    <a:pt x="8121" y="549"/>
                    <a:pt x="6787" y="1"/>
                    <a:pt x="5359"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7" name="Google Shape;30147;p154"/>
            <p:cNvSpPr/>
            <p:nvPr/>
          </p:nvSpPr>
          <p:spPr>
            <a:xfrm>
              <a:off x="5694264" y="3596128"/>
              <a:ext cx="87100" cy="100203"/>
            </a:xfrm>
            <a:custGeom>
              <a:rect b="b" l="l" r="r" t="t"/>
              <a:pathLst>
                <a:path extrusionOk="0" h="3097" w="2692">
                  <a:moveTo>
                    <a:pt x="1" y="1"/>
                  </a:moveTo>
                  <a:lnTo>
                    <a:pt x="1" y="2740"/>
                  </a:lnTo>
                  <a:cubicBezTo>
                    <a:pt x="477" y="2763"/>
                    <a:pt x="929" y="2882"/>
                    <a:pt x="1310" y="3097"/>
                  </a:cubicBezTo>
                  <a:lnTo>
                    <a:pt x="2692" y="715"/>
                  </a:lnTo>
                  <a:cubicBezTo>
                    <a:pt x="1882" y="239"/>
                    <a:pt x="953" y="1"/>
                    <a:pt x="1"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8" name="Google Shape;30148;p154"/>
            <p:cNvSpPr/>
            <p:nvPr/>
          </p:nvSpPr>
          <p:spPr>
            <a:xfrm>
              <a:off x="5607975" y="3596904"/>
              <a:ext cx="86323" cy="100203"/>
            </a:xfrm>
            <a:custGeom>
              <a:rect b="b" l="l" r="r" t="t"/>
              <a:pathLst>
                <a:path extrusionOk="0" h="3097" w="2668">
                  <a:moveTo>
                    <a:pt x="2668" y="1"/>
                  </a:moveTo>
                  <a:cubicBezTo>
                    <a:pt x="1715" y="1"/>
                    <a:pt x="810" y="239"/>
                    <a:pt x="0" y="715"/>
                  </a:cubicBezTo>
                  <a:lnTo>
                    <a:pt x="1358" y="3097"/>
                  </a:lnTo>
                  <a:cubicBezTo>
                    <a:pt x="1739" y="2858"/>
                    <a:pt x="2191" y="2739"/>
                    <a:pt x="2668" y="2739"/>
                  </a:cubicBezTo>
                  <a:lnTo>
                    <a:pt x="2668"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9" name="Google Shape;30149;p154"/>
            <p:cNvSpPr/>
            <p:nvPr/>
          </p:nvSpPr>
          <p:spPr>
            <a:xfrm>
              <a:off x="5766706" y="3683193"/>
              <a:ext cx="100171" cy="87100"/>
            </a:xfrm>
            <a:custGeom>
              <a:rect b="b" l="l" r="r" t="t"/>
              <a:pathLst>
                <a:path extrusionOk="0" h="2692" w="3096">
                  <a:moveTo>
                    <a:pt x="2382" y="1"/>
                  </a:moveTo>
                  <a:lnTo>
                    <a:pt x="0" y="1382"/>
                  </a:lnTo>
                  <a:cubicBezTo>
                    <a:pt x="238" y="1763"/>
                    <a:pt x="357" y="2216"/>
                    <a:pt x="357" y="2692"/>
                  </a:cubicBezTo>
                  <a:lnTo>
                    <a:pt x="3096" y="2692"/>
                  </a:lnTo>
                  <a:cubicBezTo>
                    <a:pt x="3096" y="1739"/>
                    <a:pt x="2858" y="811"/>
                    <a:pt x="238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0" name="Google Shape;30150;p154"/>
            <p:cNvSpPr/>
            <p:nvPr/>
          </p:nvSpPr>
          <p:spPr>
            <a:xfrm>
              <a:off x="5736649" y="3619261"/>
              <a:ext cx="107904" cy="107904"/>
            </a:xfrm>
            <a:custGeom>
              <a:rect b="b" l="l" r="r" t="t"/>
              <a:pathLst>
                <a:path extrusionOk="0" h="3335" w="3335">
                  <a:moveTo>
                    <a:pt x="1382" y="0"/>
                  </a:moveTo>
                  <a:lnTo>
                    <a:pt x="0" y="2382"/>
                  </a:lnTo>
                  <a:cubicBezTo>
                    <a:pt x="405" y="2620"/>
                    <a:pt x="715" y="2929"/>
                    <a:pt x="953" y="3334"/>
                  </a:cubicBezTo>
                  <a:lnTo>
                    <a:pt x="3334" y="1953"/>
                  </a:lnTo>
                  <a:cubicBezTo>
                    <a:pt x="3096" y="1572"/>
                    <a:pt x="2834" y="1167"/>
                    <a:pt x="2477" y="858"/>
                  </a:cubicBezTo>
                  <a:cubicBezTo>
                    <a:pt x="2144" y="524"/>
                    <a:pt x="1763" y="215"/>
                    <a:pt x="1382"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1" name="Google Shape;30151;p154"/>
            <p:cNvSpPr/>
            <p:nvPr/>
          </p:nvSpPr>
          <p:spPr>
            <a:xfrm>
              <a:off x="5544010" y="3619261"/>
              <a:ext cx="107904" cy="107904"/>
            </a:xfrm>
            <a:custGeom>
              <a:rect b="b" l="l" r="r" t="t"/>
              <a:pathLst>
                <a:path extrusionOk="0" h="3335" w="3335">
                  <a:moveTo>
                    <a:pt x="1977" y="0"/>
                  </a:moveTo>
                  <a:cubicBezTo>
                    <a:pt x="1596" y="238"/>
                    <a:pt x="1191" y="500"/>
                    <a:pt x="858" y="858"/>
                  </a:cubicBezTo>
                  <a:cubicBezTo>
                    <a:pt x="548" y="1191"/>
                    <a:pt x="239" y="1572"/>
                    <a:pt x="1" y="1953"/>
                  </a:cubicBezTo>
                  <a:lnTo>
                    <a:pt x="2382" y="3334"/>
                  </a:lnTo>
                  <a:cubicBezTo>
                    <a:pt x="2596" y="2929"/>
                    <a:pt x="2930" y="2620"/>
                    <a:pt x="3335" y="2382"/>
                  </a:cubicBezTo>
                  <a:lnTo>
                    <a:pt x="1977"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2" name="Google Shape;30152;p154"/>
            <p:cNvSpPr/>
            <p:nvPr/>
          </p:nvSpPr>
          <p:spPr>
            <a:xfrm>
              <a:off x="5607975" y="3842700"/>
              <a:ext cx="86323" cy="99427"/>
            </a:xfrm>
            <a:custGeom>
              <a:rect b="b" l="l" r="r" t="t"/>
              <a:pathLst>
                <a:path extrusionOk="0" h="3073" w="2668">
                  <a:moveTo>
                    <a:pt x="1358" y="0"/>
                  </a:moveTo>
                  <a:lnTo>
                    <a:pt x="0" y="2382"/>
                  </a:lnTo>
                  <a:cubicBezTo>
                    <a:pt x="810" y="2858"/>
                    <a:pt x="1715" y="3073"/>
                    <a:pt x="2668" y="3073"/>
                  </a:cubicBezTo>
                  <a:lnTo>
                    <a:pt x="2668" y="358"/>
                  </a:lnTo>
                  <a:cubicBezTo>
                    <a:pt x="2191" y="358"/>
                    <a:pt x="1739" y="239"/>
                    <a:pt x="1358"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3" name="Google Shape;30153;p154"/>
            <p:cNvSpPr/>
            <p:nvPr/>
          </p:nvSpPr>
          <p:spPr>
            <a:xfrm>
              <a:off x="5735872" y="3811867"/>
              <a:ext cx="107904" cy="107904"/>
            </a:xfrm>
            <a:custGeom>
              <a:rect b="b" l="l" r="r" t="t"/>
              <a:pathLst>
                <a:path extrusionOk="0" h="3335" w="3335">
                  <a:moveTo>
                    <a:pt x="953" y="1"/>
                  </a:moveTo>
                  <a:cubicBezTo>
                    <a:pt x="739" y="382"/>
                    <a:pt x="429" y="739"/>
                    <a:pt x="0" y="953"/>
                  </a:cubicBezTo>
                  <a:lnTo>
                    <a:pt x="1382" y="3335"/>
                  </a:lnTo>
                  <a:cubicBezTo>
                    <a:pt x="1763" y="3097"/>
                    <a:pt x="2144" y="2811"/>
                    <a:pt x="2477" y="2454"/>
                  </a:cubicBezTo>
                  <a:cubicBezTo>
                    <a:pt x="2811" y="2144"/>
                    <a:pt x="3096" y="1739"/>
                    <a:pt x="3335" y="1358"/>
                  </a:cubicBezTo>
                  <a:lnTo>
                    <a:pt x="953" y="1"/>
                  </a:ln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4" name="Google Shape;30154;p154"/>
            <p:cNvSpPr/>
            <p:nvPr/>
          </p:nvSpPr>
          <p:spPr>
            <a:xfrm>
              <a:off x="5694264" y="3842701"/>
              <a:ext cx="87100" cy="100203"/>
            </a:xfrm>
            <a:custGeom>
              <a:rect b="b" l="l" r="r" t="t"/>
              <a:pathLst>
                <a:path extrusionOk="0" h="3097" w="2692">
                  <a:moveTo>
                    <a:pt x="1310" y="0"/>
                  </a:moveTo>
                  <a:cubicBezTo>
                    <a:pt x="929" y="239"/>
                    <a:pt x="477" y="358"/>
                    <a:pt x="1" y="358"/>
                  </a:cubicBezTo>
                  <a:lnTo>
                    <a:pt x="1" y="3096"/>
                  </a:lnTo>
                  <a:cubicBezTo>
                    <a:pt x="953" y="3096"/>
                    <a:pt x="1882" y="2858"/>
                    <a:pt x="2692" y="2382"/>
                  </a:cubicBezTo>
                  <a:lnTo>
                    <a:pt x="131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5" name="Google Shape;30155;p154"/>
            <p:cNvSpPr/>
            <p:nvPr/>
          </p:nvSpPr>
          <p:spPr>
            <a:xfrm>
              <a:off x="5766706" y="3770259"/>
              <a:ext cx="100171" cy="86355"/>
            </a:xfrm>
            <a:custGeom>
              <a:rect b="b" l="l" r="r" t="t"/>
              <a:pathLst>
                <a:path extrusionOk="0" h="2669" w="3096">
                  <a:moveTo>
                    <a:pt x="357" y="1"/>
                  </a:moveTo>
                  <a:cubicBezTo>
                    <a:pt x="357" y="477"/>
                    <a:pt x="238" y="930"/>
                    <a:pt x="0" y="1311"/>
                  </a:cubicBezTo>
                  <a:lnTo>
                    <a:pt x="2382" y="2668"/>
                  </a:lnTo>
                  <a:cubicBezTo>
                    <a:pt x="2858" y="1882"/>
                    <a:pt x="3096" y="953"/>
                    <a:pt x="3096"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6" name="Google Shape;30156;p154"/>
            <p:cNvSpPr/>
            <p:nvPr/>
          </p:nvSpPr>
          <p:spPr>
            <a:xfrm>
              <a:off x="5544010" y="3811867"/>
              <a:ext cx="107904" cy="107904"/>
            </a:xfrm>
            <a:custGeom>
              <a:rect b="b" l="l" r="r" t="t"/>
              <a:pathLst>
                <a:path extrusionOk="0" h="3335" w="3335">
                  <a:moveTo>
                    <a:pt x="2382" y="1"/>
                  </a:moveTo>
                  <a:lnTo>
                    <a:pt x="1" y="1358"/>
                  </a:lnTo>
                  <a:cubicBezTo>
                    <a:pt x="239" y="1739"/>
                    <a:pt x="525" y="2144"/>
                    <a:pt x="858" y="2454"/>
                  </a:cubicBezTo>
                  <a:cubicBezTo>
                    <a:pt x="1191" y="2787"/>
                    <a:pt x="1572" y="3097"/>
                    <a:pt x="1977" y="3335"/>
                  </a:cubicBezTo>
                  <a:lnTo>
                    <a:pt x="3335" y="953"/>
                  </a:lnTo>
                  <a:cubicBezTo>
                    <a:pt x="2930" y="739"/>
                    <a:pt x="2596" y="382"/>
                    <a:pt x="2382"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7" name="Google Shape;30157;p154"/>
            <p:cNvSpPr/>
            <p:nvPr/>
          </p:nvSpPr>
          <p:spPr>
            <a:xfrm>
              <a:off x="5520908" y="3683193"/>
              <a:ext cx="100203" cy="87100"/>
            </a:xfrm>
            <a:custGeom>
              <a:rect b="b" l="l" r="r" t="t"/>
              <a:pathLst>
                <a:path extrusionOk="0" h="2692" w="3097">
                  <a:moveTo>
                    <a:pt x="715" y="1"/>
                  </a:moveTo>
                  <a:cubicBezTo>
                    <a:pt x="238" y="811"/>
                    <a:pt x="0" y="1739"/>
                    <a:pt x="0" y="2692"/>
                  </a:cubicBezTo>
                  <a:lnTo>
                    <a:pt x="2739" y="2692"/>
                  </a:lnTo>
                  <a:cubicBezTo>
                    <a:pt x="2739" y="2216"/>
                    <a:pt x="2858" y="1763"/>
                    <a:pt x="3096" y="1382"/>
                  </a:cubicBezTo>
                  <a:lnTo>
                    <a:pt x="71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8" name="Google Shape;30158;p154"/>
            <p:cNvSpPr/>
            <p:nvPr/>
          </p:nvSpPr>
          <p:spPr>
            <a:xfrm>
              <a:off x="5520908" y="3770259"/>
              <a:ext cx="100203" cy="86355"/>
            </a:xfrm>
            <a:custGeom>
              <a:rect b="b" l="l" r="r" t="t"/>
              <a:pathLst>
                <a:path extrusionOk="0" h="2669" w="3097">
                  <a:moveTo>
                    <a:pt x="0" y="1"/>
                  </a:moveTo>
                  <a:cubicBezTo>
                    <a:pt x="0" y="953"/>
                    <a:pt x="238" y="1882"/>
                    <a:pt x="715" y="2668"/>
                  </a:cubicBezTo>
                  <a:lnTo>
                    <a:pt x="3096" y="1311"/>
                  </a:lnTo>
                  <a:cubicBezTo>
                    <a:pt x="2858" y="930"/>
                    <a:pt x="2739" y="477"/>
                    <a:pt x="2739"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9" name="Google Shape;30159;p154"/>
          <p:cNvGrpSpPr/>
          <p:nvPr/>
        </p:nvGrpSpPr>
        <p:grpSpPr>
          <a:xfrm>
            <a:off x="4814348" y="3442983"/>
            <a:ext cx="251981" cy="347519"/>
            <a:chOff x="4814348" y="3595383"/>
            <a:chExt cx="251981" cy="347519"/>
          </a:xfrm>
        </p:grpSpPr>
        <p:sp>
          <p:nvSpPr>
            <p:cNvPr id="30160" name="Google Shape;30160;p154"/>
            <p:cNvSpPr/>
            <p:nvPr/>
          </p:nvSpPr>
          <p:spPr>
            <a:xfrm>
              <a:off x="5003882" y="3656857"/>
              <a:ext cx="48597" cy="94962"/>
            </a:xfrm>
            <a:custGeom>
              <a:rect b="b" l="l" r="r" t="t"/>
              <a:pathLst>
                <a:path extrusionOk="0" h="2935" w="1502">
                  <a:moveTo>
                    <a:pt x="355" y="1"/>
                  </a:moveTo>
                  <a:cubicBezTo>
                    <a:pt x="241" y="1"/>
                    <a:pt x="124" y="67"/>
                    <a:pt x="72" y="172"/>
                  </a:cubicBezTo>
                  <a:cubicBezTo>
                    <a:pt x="1" y="315"/>
                    <a:pt x="72" y="481"/>
                    <a:pt x="215" y="577"/>
                  </a:cubicBezTo>
                  <a:lnTo>
                    <a:pt x="858" y="910"/>
                  </a:lnTo>
                  <a:lnTo>
                    <a:pt x="858" y="2601"/>
                  </a:lnTo>
                  <a:cubicBezTo>
                    <a:pt x="858" y="2791"/>
                    <a:pt x="1025" y="2934"/>
                    <a:pt x="1191" y="2934"/>
                  </a:cubicBezTo>
                  <a:cubicBezTo>
                    <a:pt x="1334" y="2934"/>
                    <a:pt x="1501" y="2791"/>
                    <a:pt x="1477" y="2577"/>
                  </a:cubicBezTo>
                  <a:lnTo>
                    <a:pt x="1477" y="696"/>
                  </a:lnTo>
                  <a:cubicBezTo>
                    <a:pt x="1477" y="577"/>
                    <a:pt x="1430" y="481"/>
                    <a:pt x="1311" y="434"/>
                  </a:cubicBezTo>
                  <a:lnTo>
                    <a:pt x="477" y="29"/>
                  </a:lnTo>
                  <a:cubicBezTo>
                    <a:pt x="439" y="10"/>
                    <a:pt x="397" y="1"/>
                    <a:pt x="355"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1" name="Google Shape;30161;p154"/>
            <p:cNvSpPr/>
            <p:nvPr/>
          </p:nvSpPr>
          <p:spPr>
            <a:xfrm>
              <a:off x="4828973" y="3657310"/>
              <a:ext cx="48597" cy="94509"/>
            </a:xfrm>
            <a:custGeom>
              <a:rect b="b" l="l" r="r" t="t"/>
              <a:pathLst>
                <a:path extrusionOk="0" h="2921" w="1502">
                  <a:moveTo>
                    <a:pt x="1133" y="0"/>
                  </a:moveTo>
                  <a:cubicBezTo>
                    <a:pt x="1086" y="0"/>
                    <a:pt x="1041" y="12"/>
                    <a:pt x="1001" y="39"/>
                  </a:cubicBezTo>
                  <a:lnTo>
                    <a:pt x="168" y="444"/>
                  </a:lnTo>
                  <a:cubicBezTo>
                    <a:pt x="48" y="467"/>
                    <a:pt x="1" y="610"/>
                    <a:pt x="1" y="729"/>
                  </a:cubicBezTo>
                  <a:lnTo>
                    <a:pt x="1" y="2587"/>
                  </a:lnTo>
                  <a:cubicBezTo>
                    <a:pt x="1" y="2777"/>
                    <a:pt x="144" y="2920"/>
                    <a:pt x="310" y="2920"/>
                  </a:cubicBezTo>
                  <a:cubicBezTo>
                    <a:pt x="501" y="2920"/>
                    <a:pt x="620" y="2777"/>
                    <a:pt x="620" y="2635"/>
                  </a:cubicBezTo>
                  <a:lnTo>
                    <a:pt x="620" y="920"/>
                  </a:lnTo>
                  <a:lnTo>
                    <a:pt x="1263" y="610"/>
                  </a:lnTo>
                  <a:cubicBezTo>
                    <a:pt x="1430" y="539"/>
                    <a:pt x="1501" y="325"/>
                    <a:pt x="1430" y="182"/>
                  </a:cubicBezTo>
                  <a:cubicBezTo>
                    <a:pt x="1378" y="79"/>
                    <a:pt x="1253" y="0"/>
                    <a:pt x="113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2" name="Google Shape;30162;p154"/>
            <p:cNvSpPr/>
            <p:nvPr/>
          </p:nvSpPr>
          <p:spPr>
            <a:xfrm>
              <a:off x="4869060" y="3663942"/>
              <a:ext cx="142556" cy="87876"/>
            </a:xfrm>
            <a:custGeom>
              <a:rect b="b" l="l" r="r" t="t"/>
              <a:pathLst>
                <a:path extrusionOk="0" h="2716" w="4406">
                  <a:moveTo>
                    <a:pt x="2189" y="0"/>
                  </a:moveTo>
                  <a:cubicBezTo>
                    <a:pt x="2174" y="0"/>
                    <a:pt x="2159" y="0"/>
                    <a:pt x="2144" y="1"/>
                  </a:cubicBezTo>
                  <a:cubicBezTo>
                    <a:pt x="953" y="24"/>
                    <a:pt x="0" y="1025"/>
                    <a:pt x="0" y="2215"/>
                  </a:cubicBezTo>
                  <a:lnTo>
                    <a:pt x="0" y="2382"/>
                  </a:lnTo>
                  <a:cubicBezTo>
                    <a:pt x="0" y="2572"/>
                    <a:pt x="143" y="2715"/>
                    <a:pt x="334" y="2715"/>
                  </a:cubicBezTo>
                  <a:lnTo>
                    <a:pt x="4072" y="2715"/>
                  </a:lnTo>
                  <a:cubicBezTo>
                    <a:pt x="4263" y="2715"/>
                    <a:pt x="4406" y="2572"/>
                    <a:pt x="4406" y="2406"/>
                  </a:cubicBezTo>
                  <a:lnTo>
                    <a:pt x="4406" y="2215"/>
                  </a:lnTo>
                  <a:cubicBezTo>
                    <a:pt x="4406" y="968"/>
                    <a:pt x="3429" y="0"/>
                    <a:pt x="2189"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3" name="Google Shape;30163;p154"/>
            <p:cNvSpPr/>
            <p:nvPr/>
          </p:nvSpPr>
          <p:spPr>
            <a:xfrm>
              <a:off x="4940693" y="3663166"/>
              <a:ext cx="70922" cy="88653"/>
            </a:xfrm>
            <a:custGeom>
              <a:rect b="b" l="l" r="r" t="t"/>
              <a:pathLst>
                <a:path extrusionOk="0" h="2740" w="2192">
                  <a:moveTo>
                    <a:pt x="1" y="1"/>
                  </a:moveTo>
                  <a:lnTo>
                    <a:pt x="1" y="2716"/>
                  </a:lnTo>
                  <a:lnTo>
                    <a:pt x="1858" y="2716"/>
                  </a:lnTo>
                  <a:lnTo>
                    <a:pt x="1858" y="2739"/>
                  </a:lnTo>
                  <a:cubicBezTo>
                    <a:pt x="2049" y="2739"/>
                    <a:pt x="2192" y="2596"/>
                    <a:pt x="2192" y="2406"/>
                  </a:cubicBezTo>
                  <a:lnTo>
                    <a:pt x="2192" y="2215"/>
                  </a:lnTo>
                  <a:cubicBezTo>
                    <a:pt x="2192" y="977"/>
                    <a:pt x="1215" y="1"/>
                    <a:pt x="1"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4" name="Google Shape;30164;p154"/>
            <p:cNvSpPr/>
            <p:nvPr/>
          </p:nvSpPr>
          <p:spPr>
            <a:xfrm>
              <a:off x="4847480" y="3771812"/>
              <a:ext cx="184197" cy="161840"/>
            </a:xfrm>
            <a:custGeom>
              <a:rect b="b" l="l" r="r" t="t"/>
              <a:pathLst>
                <a:path extrusionOk="0" h="5002" w="5693">
                  <a:moveTo>
                    <a:pt x="334" y="1"/>
                  </a:moveTo>
                  <a:cubicBezTo>
                    <a:pt x="310" y="1"/>
                    <a:pt x="262" y="1"/>
                    <a:pt x="215" y="24"/>
                  </a:cubicBezTo>
                  <a:cubicBezTo>
                    <a:pt x="96" y="96"/>
                    <a:pt x="0" y="239"/>
                    <a:pt x="48" y="358"/>
                  </a:cubicBezTo>
                  <a:lnTo>
                    <a:pt x="667" y="5002"/>
                  </a:lnTo>
                  <a:lnTo>
                    <a:pt x="5049" y="5002"/>
                  </a:lnTo>
                  <a:lnTo>
                    <a:pt x="5668" y="358"/>
                  </a:lnTo>
                  <a:cubicBezTo>
                    <a:pt x="5692" y="239"/>
                    <a:pt x="5597" y="96"/>
                    <a:pt x="5502" y="24"/>
                  </a:cubicBezTo>
                  <a:cubicBezTo>
                    <a:pt x="5454" y="1"/>
                    <a:pt x="5430" y="1"/>
                    <a:pt x="5382"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5" name="Google Shape;30165;p154"/>
            <p:cNvSpPr/>
            <p:nvPr/>
          </p:nvSpPr>
          <p:spPr>
            <a:xfrm>
              <a:off x="4941470" y="3771812"/>
              <a:ext cx="91726" cy="161840"/>
            </a:xfrm>
            <a:custGeom>
              <a:rect b="b" l="l" r="r" t="t"/>
              <a:pathLst>
                <a:path extrusionOk="0" h="5002" w="2835">
                  <a:moveTo>
                    <a:pt x="1" y="1"/>
                  </a:moveTo>
                  <a:lnTo>
                    <a:pt x="1" y="5002"/>
                  </a:lnTo>
                  <a:lnTo>
                    <a:pt x="2192" y="5002"/>
                  </a:lnTo>
                  <a:lnTo>
                    <a:pt x="2835" y="358"/>
                  </a:lnTo>
                  <a:cubicBezTo>
                    <a:pt x="2835" y="286"/>
                    <a:pt x="2787" y="191"/>
                    <a:pt x="2739" y="120"/>
                  </a:cubicBezTo>
                  <a:cubicBezTo>
                    <a:pt x="2644" y="48"/>
                    <a:pt x="2597" y="1"/>
                    <a:pt x="250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6" name="Google Shape;30166;p154"/>
            <p:cNvSpPr/>
            <p:nvPr/>
          </p:nvSpPr>
          <p:spPr>
            <a:xfrm>
              <a:off x="4895235" y="3812643"/>
              <a:ext cx="90206" cy="89429"/>
            </a:xfrm>
            <a:custGeom>
              <a:rect b="b" l="l" r="r" t="t"/>
              <a:pathLst>
                <a:path extrusionOk="0" h="2764" w="2788">
                  <a:moveTo>
                    <a:pt x="334" y="1"/>
                  </a:moveTo>
                  <a:cubicBezTo>
                    <a:pt x="287" y="1"/>
                    <a:pt x="239" y="1"/>
                    <a:pt x="215" y="25"/>
                  </a:cubicBezTo>
                  <a:cubicBezTo>
                    <a:pt x="96" y="96"/>
                    <a:pt x="1" y="239"/>
                    <a:pt x="25" y="358"/>
                  </a:cubicBezTo>
                  <a:lnTo>
                    <a:pt x="334" y="2501"/>
                  </a:lnTo>
                  <a:cubicBezTo>
                    <a:pt x="334" y="2644"/>
                    <a:pt x="477" y="2763"/>
                    <a:pt x="620" y="2763"/>
                  </a:cubicBezTo>
                  <a:lnTo>
                    <a:pt x="2168" y="2763"/>
                  </a:lnTo>
                  <a:cubicBezTo>
                    <a:pt x="2335" y="2763"/>
                    <a:pt x="2478" y="2644"/>
                    <a:pt x="2478" y="2501"/>
                  </a:cubicBezTo>
                  <a:lnTo>
                    <a:pt x="2763" y="358"/>
                  </a:lnTo>
                  <a:cubicBezTo>
                    <a:pt x="2787" y="239"/>
                    <a:pt x="2716" y="96"/>
                    <a:pt x="2597" y="25"/>
                  </a:cubicBezTo>
                  <a:cubicBezTo>
                    <a:pt x="2549" y="1"/>
                    <a:pt x="2525" y="1"/>
                    <a:pt x="247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7" name="Google Shape;30167;p154"/>
            <p:cNvSpPr/>
            <p:nvPr/>
          </p:nvSpPr>
          <p:spPr>
            <a:xfrm>
              <a:off x="4940693" y="3812643"/>
              <a:ext cx="43970" cy="89429"/>
            </a:xfrm>
            <a:custGeom>
              <a:rect b="b" l="l" r="r" t="t"/>
              <a:pathLst>
                <a:path extrusionOk="0" h="2764" w="1359">
                  <a:moveTo>
                    <a:pt x="1" y="1"/>
                  </a:moveTo>
                  <a:lnTo>
                    <a:pt x="1" y="2763"/>
                  </a:lnTo>
                  <a:lnTo>
                    <a:pt x="763" y="2763"/>
                  </a:lnTo>
                  <a:cubicBezTo>
                    <a:pt x="906" y="2763"/>
                    <a:pt x="1073" y="2644"/>
                    <a:pt x="1073" y="2501"/>
                  </a:cubicBezTo>
                  <a:lnTo>
                    <a:pt x="1358" y="358"/>
                  </a:lnTo>
                  <a:cubicBezTo>
                    <a:pt x="1358" y="263"/>
                    <a:pt x="1335" y="167"/>
                    <a:pt x="1263" y="120"/>
                  </a:cubicBezTo>
                  <a:cubicBezTo>
                    <a:pt x="1239" y="48"/>
                    <a:pt x="1144" y="1"/>
                    <a:pt x="1073"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8" name="Google Shape;30168;p154"/>
            <p:cNvSpPr/>
            <p:nvPr/>
          </p:nvSpPr>
          <p:spPr>
            <a:xfrm>
              <a:off x="4820496" y="3922066"/>
              <a:ext cx="238133" cy="20837"/>
            </a:xfrm>
            <a:custGeom>
              <a:rect b="b" l="l" r="r" t="t"/>
              <a:pathLst>
                <a:path extrusionOk="0" h="644" w="7360">
                  <a:moveTo>
                    <a:pt x="334" y="0"/>
                  </a:moveTo>
                  <a:cubicBezTo>
                    <a:pt x="168" y="0"/>
                    <a:pt x="1" y="191"/>
                    <a:pt x="49" y="358"/>
                  </a:cubicBezTo>
                  <a:cubicBezTo>
                    <a:pt x="72" y="524"/>
                    <a:pt x="215" y="643"/>
                    <a:pt x="382" y="643"/>
                  </a:cubicBezTo>
                  <a:lnTo>
                    <a:pt x="7026" y="643"/>
                  </a:lnTo>
                  <a:cubicBezTo>
                    <a:pt x="7217" y="643"/>
                    <a:pt x="7360" y="477"/>
                    <a:pt x="7336" y="286"/>
                  </a:cubicBezTo>
                  <a:cubicBezTo>
                    <a:pt x="7312" y="119"/>
                    <a:pt x="7145" y="0"/>
                    <a:pt x="700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9" name="Google Shape;30169;p154"/>
            <p:cNvSpPr/>
            <p:nvPr/>
          </p:nvSpPr>
          <p:spPr>
            <a:xfrm>
              <a:off x="4939949" y="3922066"/>
              <a:ext cx="118678" cy="20837"/>
            </a:xfrm>
            <a:custGeom>
              <a:rect b="b" l="l" r="r" t="t"/>
              <a:pathLst>
                <a:path extrusionOk="0" h="644" w="3668">
                  <a:moveTo>
                    <a:pt x="0" y="0"/>
                  </a:moveTo>
                  <a:lnTo>
                    <a:pt x="0" y="643"/>
                  </a:lnTo>
                  <a:lnTo>
                    <a:pt x="3334" y="643"/>
                  </a:lnTo>
                  <a:cubicBezTo>
                    <a:pt x="3525" y="643"/>
                    <a:pt x="3668" y="477"/>
                    <a:pt x="3644" y="286"/>
                  </a:cubicBezTo>
                  <a:cubicBezTo>
                    <a:pt x="3644" y="119"/>
                    <a:pt x="3525" y="0"/>
                    <a:pt x="333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0" name="Google Shape;30170;p154"/>
            <p:cNvSpPr/>
            <p:nvPr/>
          </p:nvSpPr>
          <p:spPr>
            <a:xfrm>
              <a:off x="4814348" y="3732534"/>
              <a:ext cx="251981" cy="60116"/>
            </a:xfrm>
            <a:custGeom>
              <a:rect b="b" l="l" r="r" t="t"/>
              <a:pathLst>
                <a:path extrusionOk="0" h="1858" w="7788">
                  <a:moveTo>
                    <a:pt x="334" y="0"/>
                  </a:moveTo>
                  <a:cubicBezTo>
                    <a:pt x="215" y="0"/>
                    <a:pt x="119" y="24"/>
                    <a:pt x="48" y="119"/>
                  </a:cubicBezTo>
                  <a:cubicBezTo>
                    <a:pt x="0" y="191"/>
                    <a:pt x="0" y="310"/>
                    <a:pt x="24" y="381"/>
                  </a:cubicBezTo>
                  <a:lnTo>
                    <a:pt x="453" y="1643"/>
                  </a:lnTo>
                  <a:cubicBezTo>
                    <a:pt x="477" y="1762"/>
                    <a:pt x="596" y="1858"/>
                    <a:pt x="739" y="1858"/>
                  </a:cubicBezTo>
                  <a:lnTo>
                    <a:pt x="7026" y="1858"/>
                  </a:lnTo>
                  <a:cubicBezTo>
                    <a:pt x="7169" y="1858"/>
                    <a:pt x="7288" y="1762"/>
                    <a:pt x="7311" y="1667"/>
                  </a:cubicBezTo>
                  <a:lnTo>
                    <a:pt x="7740" y="429"/>
                  </a:lnTo>
                  <a:cubicBezTo>
                    <a:pt x="7788" y="310"/>
                    <a:pt x="7740" y="143"/>
                    <a:pt x="7621" y="71"/>
                  </a:cubicBezTo>
                  <a:cubicBezTo>
                    <a:pt x="7550" y="24"/>
                    <a:pt x="7502" y="0"/>
                    <a:pt x="7430"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1" name="Google Shape;30171;p154"/>
            <p:cNvSpPr/>
            <p:nvPr/>
          </p:nvSpPr>
          <p:spPr>
            <a:xfrm>
              <a:off x="4941470" y="3731757"/>
              <a:ext cx="124858" cy="60892"/>
            </a:xfrm>
            <a:custGeom>
              <a:rect b="b" l="l" r="r" t="t"/>
              <a:pathLst>
                <a:path extrusionOk="0" h="1882" w="3859">
                  <a:moveTo>
                    <a:pt x="1" y="0"/>
                  </a:moveTo>
                  <a:lnTo>
                    <a:pt x="1" y="1882"/>
                  </a:lnTo>
                  <a:lnTo>
                    <a:pt x="3120" y="1882"/>
                  </a:lnTo>
                  <a:cubicBezTo>
                    <a:pt x="3263" y="1882"/>
                    <a:pt x="3382" y="1786"/>
                    <a:pt x="3430" y="1667"/>
                  </a:cubicBezTo>
                  <a:lnTo>
                    <a:pt x="3835" y="405"/>
                  </a:lnTo>
                  <a:cubicBezTo>
                    <a:pt x="3859" y="334"/>
                    <a:pt x="3859" y="215"/>
                    <a:pt x="3811" y="143"/>
                  </a:cubicBezTo>
                  <a:cubicBezTo>
                    <a:pt x="3716" y="48"/>
                    <a:pt x="3621" y="0"/>
                    <a:pt x="3549"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2" name="Google Shape;30172;p154"/>
            <p:cNvSpPr/>
            <p:nvPr/>
          </p:nvSpPr>
          <p:spPr>
            <a:xfrm>
              <a:off x="4896011" y="3595383"/>
              <a:ext cx="88653" cy="89397"/>
            </a:xfrm>
            <a:custGeom>
              <a:rect b="b" l="l" r="r" t="t"/>
              <a:pathLst>
                <a:path extrusionOk="0" h="2763" w="2740">
                  <a:moveTo>
                    <a:pt x="1382" y="0"/>
                  </a:moveTo>
                  <a:cubicBezTo>
                    <a:pt x="596" y="0"/>
                    <a:pt x="1" y="595"/>
                    <a:pt x="1" y="1381"/>
                  </a:cubicBezTo>
                  <a:cubicBezTo>
                    <a:pt x="1" y="2167"/>
                    <a:pt x="620" y="2763"/>
                    <a:pt x="1382" y="2763"/>
                  </a:cubicBezTo>
                  <a:cubicBezTo>
                    <a:pt x="2120" y="2763"/>
                    <a:pt x="2739" y="2167"/>
                    <a:pt x="2739" y="1381"/>
                  </a:cubicBezTo>
                  <a:cubicBezTo>
                    <a:pt x="2739" y="595"/>
                    <a:pt x="2144" y="0"/>
                    <a:pt x="138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3" name="Google Shape;30173;p154"/>
            <p:cNvSpPr/>
            <p:nvPr/>
          </p:nvSpPr>
          <p:spPr>
            <a:xfrm>
              <a:off x="4940693" y="3595383"/>
              <a:ext cx="43970" cy="87941"/>
            </a:xfrm>
            <a:custGeom>
              <a:rect b="b" l="l" r="r" t="t"/>
              <a:pathLst>
                <a:path extrusionOk="0" h="2718" w="1359">
                  <a:moveTo>
                    <a:pt x="1" y="0"/>
                  </a:moveTo>
                  <a:lnTo>
                    <a:pt x="1" y="2715"/>
                  </a:lnTo>
                  <a:cubicBezTo>
                    <a:pt x="27" y="2717"/>
                    <a:pt x="52" y="2717"/>
                    <a:pt x="78" y="2717"/>
                  </a:cubicBezTo>
                  <a:cubicBezTo>
                    <a:pt x="782" y="2717"/>
                    <a:pt x="1358" y="2094"/>
                    <a:pt x="1358" y="1381"/>
                  </a:cubicBezTo>
                  <a:cubicBezTo>
                    <a:pt x="1358" y="643"/>
                    <a:pt x="763"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74" name="Google Shape;30174;p154"/>
          <p:cNvGrpSpPr/>
          <p:nvPr/>
        </p:nvGrpSpPr>
        <p:grpSpPr>
          <a:xfrm>
            <a:off x="4020722" y="3444504"/>
            <a:ext cx="344449" cy="346776"/>
            <a:chOff x="4020722" y="3596904"/>
            <a:chExt cx="344449" cy="346776"/>
          </a:xfrm>
        </p:grpSpPr>
        <p:sp>
          <p:nvSpPr>
            <p:cNvPr id="30175" name="Google Shape;30175;p154"/>
            <p:cNvSpPr/>
            <p:nvPr/>
          </p:nvSpPr>
          <p:spPr>
            <a:xfrm>
              <a:off x="4249566" y="3867355"/>
              <a:ext cx="115604" cy="75549"/>
            </a:xfrm>
            <a:custGeom>
              <a:rect b="b" l="l" r="r" t="t"/>
              <a:pathLst>
                <a:path extrusionOk="0" h="2335" w="3573">
                  <a:moveTo>
                    <a:pt x="1782" y="0"/>
                  </a:moveTo>
                  <a:cubicBezTo>
                    <a:pt x="1768" y="0"/>
                    <a:pt x="1753" y="0"/>
                    <a:pt x="1739" y="1"/>
                  </a:cubicBezTo>
                  <a:cubicBezTo>
                    <a:pt x="786" y="72"/>
                    <a:pt x="0" y="858"/>
                    <a:pt x="0" y="1810"/>
                  </a:cubicBezTo>
                  <a:lnTo>
                    <a:pt x="0" y="2334"/>
                  </a:lnTo>
                  <a:lnTo>
                    <a:pt x="3239" y="2334"/>
                  </a:lnTo>
                  <a:cubicBezTo>
                    <a:pt x="3430" y="2334"/>
                    <a:pt x="3573" y="2168"/>
                    <a:pt x="3573" y="2001"/>
                  </a:cubicBezTo>
                  <a:lnTo>
                    <a:pt x="3573" y="1787"/>
                  </a:lnTo>
                  <a:cubicBezTo>
                    <a:pt x="3573" y="801"/>
                    <a:pt x="2763" y="0"/>
                    <a:pt x="1782" y="0"/>
                  </a:cubicBezTo>
                  <a:close/>
                </a:path>
              </a:pathLst>
            </a:custGeom>
            <a:solidFill>
              <a:srgbClr val="F8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6" name="Google Shape;30176;p154"/>
            <p:cNvSpPr/>
            <p:nvPr/>
          </p:nvSpPr>
          <p:spPr>
            <a:xfrm>
              <a:off x="4307352" y="3868131"/>
              <a:ext cx="57818" cy="74772"/>
            </a:xfrm>
            <a:custGeom>
              <a:rect b="b" l="l" r="r" t="t"/>
              <a:pathLst>
                <a:path extrusionOk="0" h="2311" w="1787">
                  <a:moveTo>
                    <a:pt x="0" y="0"/>
                  </a:moveTo>
                  <a:lnTo>
                    <a:pt x="0" y="2310"/>
                  </a:lnTo>
                  <a:lnTo>
                    <a:pt x="1453" y="2310"/>
                  </a:lnTo>
                  <a:cubicBezTo>
                    <a:pt x="1644" y="2310"/>
                    <a:pt x="1787" y="2144"/>
                    <a:pt x="1787" y="1977"/>
                  </a:cubicBezTo>
                  <a:lnTo>
                    <a:pt x="1787" y="1763"/>
                  </a:lnTo>
                  <a:cubicBezTo>
                    <a:pt x="1787" y="810"/>
                    <a:pt x="1001" y="0"/>
                    <a:pt x="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7" name="Google Shape;30177;p154"/>
            <p:cNvSpPr/>
            <p:nvPr/>
          </p:nvSpPr>
          <p:spPr>
            <a:xfrm>
              <a:off x="4020722" y="3868066"/>
              <a:ext cx="114828" cy="75614"/>
            </a:xfrm>
            <a:custGeom>
              <a:rect b="b" l="l" r="r" t="t"/>
              <a:pathLst>
                <a:path extrusionOk="0" h="2337" w="3549">
                  <a:moveTo>
                    <a:pt x="1761" y="1"/>
                  </a:moveTo>
                  <a:cubicBezTo>
                    <a:pt x="782" y="1"/>
                    <a:pt x="0" y="801"/>
                    <a:pt x="0" y="1788"/>
                  </a:cubicBezTo>
                  <a:lnTo>
                    <a:pt x="0" y="2146"/>
                  </a:lnTo>
                  <a:cubicBezTo>
                    <a:pt x="0" y="2241"/>
                    <a:pt x="96" y="2336"/>
                    <a:pt x="167" y="2336"/>
                  </a:cubicBezTo>
                  <a:lnTo>
                    <a:pt x="3549" y="2336"/>
                  </a:lnTo>
                  <a:lnTo>
                    <a:pt x="3549" y="1360"/>
                  </a:lnTo>
                  <a:cubicBezTo>
                    <a:pt x="3549" y="1074"/>
                    <a:pt x="3430" y="812"/>
                    <a:pt x="3215" y="598"/>
                  </a:cubicBezTo>
                  <a:cubicBezTo>
                    <a:pt x="2727" y="178"/>
                    <a:pt x="2222" y="1"/>
                    <a:pt x="1761"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8" name="Google Shape;30178;p154"/>
            <p:cNvSpPr/>
            <p:nvPr/>
          </p:nvSpPr>
          <p:spPr>
            <a:xfrm>
              <a:off x="4135516" y="3867355"/>
              <a:ext cx="114084" cy="75549"/>
            </a:xfrm>
            <a:custGeom>
              <a:rect b="b" l="l" r="r" t="t"/>
              <a:pathLst>
                <a:path extrusionOk="0" h="2335" w="3526">
                  <a:moveTo>
                    <a:pt x="1735" y="0"/>
                  </a:moveTo>
                  <a:cubicBezTo>
                    <a:pt x="1720" y="0"/>
                    <a:pt x="1706" y="0"/>
                    <a:pt x="1692" y="1"/>
                  </a:cubicBezTo>
                  <a:cubicBezTo>
                    <a:pt x="739" y="72"/>
                    <a:pt x="1" y="858"/>
                    <a:pt x="1" y="1810"/>
                  </a:cubicBezTo>
                  <a:lnTo>
                    <a:pt x="1" y="2334"/>
                  </a:lnTo>
                  <a:lnTo>
                    <a:pt x="3525" y="2334"/>
                  </a:lnTo>
                  <a:lnTo>
                    <a:pt x="3525" y="1787"/>
                  </a:lnTo>
                  <a:cubicBezTo>
                    <a:pt x="3525" y="801"/>
                    <a:pt x="2716" y="0"/>
                    <a:pt x="1735"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9" name="Google Shape;30179;p154"/>
            <p:cNvSpPr/>
            <p:nvPr/>
          </p:nvSpPr>
          <p:spPr>
            <a:xfrm>
              <a:off x="4077731" y="3868131"/>
              <a:ext cx="57818" cy="74772"/>
            </a:xfrm>
            <a:custGeom>
              <a:rect b="b" l="l" r="r" t="t"/>
              <a:pathLst>
                <a:path extrusionOk="0" h="2311" w="1787">
                  <a:moveTo>
                    <a:pt x="1" y="0"/>
                  </a:moveTo>
                  <a:lnTo>
                    <a:pt x="1" y="2310"/>
                  </a:lnTo>
                  <a:lnTo>
                    <a:pt x="1787" y="2310"/>
                  </a:lnTo>
                  <a:lnTo>
                    <a:pt x="1787" y="1763"/>
                  </a:lnTo>
                  <a:cubicBezTo>
                    <a:pt x="1787" y="810"/>
                    <a:pt x="977" y="0"/>
                    <a:pt x="1"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0" name="Google Shape;30180;p154"/>
            <p:cNvSpPr/>
            <p:nvPr/>
          </p:nvSpPr>
          <p:spPr>
            <a:xfrm>
              <a:off x="4193302" y="3868131"/>
              <a:ext cx="57818" cy="74772"/>
            </a:xfrm>
            <a:custGeom>
              <a:rect b="b" l="l" r="r" t="t"/>
              <a:pathLst>
                <a:path extrusionOk="0" h="2311" w="1787">
                  <a:moveTo>
                    <a:pt x="1" y="0"/>
                  </a:moveTo>
                  <a:lnTo>
                    <a:pt x="1" y="2310"/>
                  </a:lnTo>
                  <a:lnTo>
                    <a:pt x="1787" y="2310"/>
                  </a:lnTo>
                  <a:lnTo>
                    <a:pt x="1787" y="1763"/>
                  </a:lnTo>
                  <a:cubicBezTo>
                    <a:pt x="1739" y="810"/>
                    <a:pt x="977" y="0"/>
                    <a:pt x="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1" name="Google Shape;30181;p154"/>
            <p:cNvSpPr/>
            <p:nvPr/>
          </p:nvSpPr>
          <p:spPr>
            <a:xfrm>
              <a:off x="4113968" y="3721727"/>
              <a:ext cx="156436" cy="64775"/>
            </a:xfrm>
            <a:custGeom>
              <a:rect b="b" l="l" r="r" t="t"/>
              <a:pathLst>
                <a:path extrusionOk="0" h="2002" w="4835">
                  <a:moveTo>
                    <a:pt x="0" y="1"/>
                  </a:moveTo>
                  <a:lnTo>
                    <a:pt x="0" y="1668"/>
                  </a:lnTo>
                  <a:cubicBezTo>
                    <a:pt x="0" y="1858"/>
                    <a:pt x="143" y="2001"/>
                    <a:pt x="333" y="2001"/>
                  </a:cubicBezTo>
                  <a:lnTo>
                    <a:pt x="4501" y="2001"/>
                  </a:lnTo>
                  <a:cubicBezTo>
                    <a:pt x="4668" y="2001"/>
                    <a:pt x="4834" y="1858"/>
                    <a:pt x="4834" y="1668"/>
                  </a:cubicBezTo>
                  <a:lnTo>
                    <a:pt x="4834" y="1"/>
                  </a:ln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2" name="Google Shape;30182;p154"/>
            <p:cNvSpPr/>
            <p:nvPr/>
          </p:nvSpPr>
          <p:spPr>
            <a:xfrm>
              <a:off x="4193302" y="3720951"/>
              <a:ext cx="77878" cy="64775"/>
            </a:xfrm>
            <a:custGeom>
              <a:rect b="b" l="l" r="r" t="t"/>
              <a:pathLst>
                <a:path extrusionOk="0" h="2002" w="2407">
                  <a:moveTo>
                    <a:pt x="1" y="1"/>
                  </a:moveTo>
                  <a:lnTo>
                    <a:pt x="1" y="2001"/>
                  </a:lnTo>
                  <a:lnTo>
                    <a:pt x="2073" y="2001"/>
                  </a:lnTo>
                  <a:cubicBezTo>
                    <a:pt x="2263" y="2001"/>
                    <a:pt x="2406" y="1858"/>
                    <a:pt x="2406" y="1668"/>
                  </a:cubicBezTo>
                  <a:lnTo>
                    <a:pt x="240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3" name="Google Shape;30183;p154"/>
            <p:cNvSpPr/>
            <p:nvPr/>
          </p:nvSpPr>
          <p:spPr>
            <a:xfrm>
              <a:off x="4128593" y="3657795"/>
              <a:ext cx="128708" cy="63966"/>
            </a:xfrm>
            <a:custGeom>
              <a:rect b="b" l="l" r="r" t="t"/>
              <a:pathLst>
                <a:path extrusionOk="0" h="1977" w="3978">
                  <a:moveTo>
                    <a:pt x="2001" y="0"/>
                  </a:moveTo>
                  <a:cubicBezTo>
                    <a:pt x="882" y="0"/>
                    <a:pt x="0" y="881"/>
                    <a:pt x="0" y="1977"/>
                  </a:cubicBezTo>
                  <a:lnTo>
                    <a:pt x="3978" y="1977"/>
                  </a:lnTo>
                  <a:cubicBezTo>
                    <a:pt x="3978" y="881"/>
                    <a:pt x="3096" y="0"/>
                    <a:pt x="2001"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4" name="Google Shape;30184;p154"/>
            <p:cNvSpPr/>
            <p:nvPr/>
          </p:nvSpPr>
          <p:spPr>
            <a:xfrm>
              <a:off x="4191781" y="3657795"/>
              <a:ext cx="64742" cy="63966"/>
            </a:xfrm>
            <a:custGeom>
              <a:rect b="b" l="l" r="r" t="t"/>
              <a:pathLst>
                <a:path extrusionOk="0" h="1977" w="2001">
                  <a:moveTo>
                    <a:pt x="0" y="0"/>
                  </a:moveTo>
                  <a:lnTo>
                    <a:pt x="0" y="1977"/>
                  </a:lnTo>
                  <a:lnTo>
                    <a:pt x="2001" y="1977"/>
                  </a:lnTo>
                  <a:cubicBezTo>
                    <a:pt x="2001" y="881"/>
                    <a:pt x="1120" y="0"/>
                    <a:pt x="0"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5" name="Google Shape;30185;p154"/>
            <p:cNvSpPr/>
            <p:nvPr/>
          </p:nvSpPr>
          <p:spPr>
            <a:xfrm>
              <a:off x="4152470" y="3596904"/>
              <a:ext cx="80952" cy="80952"/>
            </a:xfrm>
            <a:custGeom>
              <a:rect b="b" l="l" r="r" t="t"/>
              <a:pathLst>
                <a:path extrusionOk="0" h="2502" w="2502">
                  <a:moveTo>
                    <a:pt x="1263" y="1"/>
                  </a:moveTo>
                  <a:cubicBezTo>
                    <a:pt x="572" y="1"/>
                    <a:pt x="1" y="572"/>
                    <a:pt x="1" y="1239"/>
                  </a:cubicBezTo>
                  <a:cubicBezTo>
                    <a:pt x="1" y="1930"/>
                    <a:pt x="572" y="2501"/>
                    <a:pt x="1263" y="2501"/>
                  </a:cubicBezTo>
                  <a:cubicBezTo>
                    <a:pt x="1930" y="2501"/>
                    <a:pt x="2501" y="1930"/>
                    <a:pt x="2501" y="1239"/>
                  </a:cubicBezTo>
                  <a:cubicBezTo>
                    <a:pt x="2501" y="572"/>
                    <a:pt x="1930" y="1"/>
                    <a:pt x="126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6" name="Google Shape;30186;p154"/>
            <p:cNvSpPr/>
            <p:nvPr/>
          </p:nvSpPr>
          <p:spPr>
            <a:xfrm>
              <a:off x="4193302" y="3596904"/>
              <a:ext cx="40120" cy="80952"/>
            </a:xfrm>
            <a:custGeom>
              <a:rect b="b" l="l" r="r" t="t"/>
              <a:pathLst>
                <a:path extrusionOk="0" h="2502" w="1240">
                  <a:moveTo>
                    <a:pt x="1" y="1"/>
                  </a:moveTo>
                  <a:lnTo>
                    <a:pt x="1" y="2501"/>
                  </a:lnTo>
                  <a:cubicBezTo>
                    <a:pt x="668" y="2501"/>
                    <a:pt x="1239" y="1930"/>
                    <a:pt x="1239" y="1239"/>
                  </a:cubicBezTo>
                  <a:cubicBezTo>
                    <a:pt x="1239" y="572"/>
                    <a:pt x="668" y="1"/>
                    <a:pt x="1"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7" name="Google Shape;30187;p154"/>
            <p:cNvSpPr/>
            <p:nvPr/>
          </p:nvSpPr>
          <p:spPr>
            <a:xfrm>
              <a:off x="4093908" y="3711730"/>
              <a:ext cx="197301" cy="20060"/>
            </a:xfrm>
            <a:custGeom>
              <a:rect b="b" l="l" r="r" t="t"/>
              <a:pathLst>
                <a:path extrusionOk="0" h="620" w="6098">
                  <a:moveTo>
                    <a:pt x="334" y="0"/>
                  </a:moveTo>
                  <a:cubicBezTo>
                    <a:pt x="144" y="0"/>
                    <a:pt x="1" y="167"/>
                    <a:pt x="25" y="357"/>
                  </a:cubicBezTo>
                  <a:cubicBezTo>
                    <a:pt x="48" y="500"/>
                    <a:pt x="215" y="619"/>
                    <a:pt x="358" y="619"/>
                  </a:cubicBezTo>
                  <a:lnTo>
                    <a:pt x="5764" y="619"/>
                  </a:lnTo>
                  <a:cubicBezTo>
                    <a:pt x="5954" y="619"/>
                    <a:pt x="6097" y="476"/>
                    <a:pt x="6074" y="262"/>
                  </a:cubicBezTo>
                  <a:cubicBezTo>
                    <a:pt x="6050" y="119"/>
                    <a:pt x="5883" y="0"/>
                    <a:pt x="5740"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8" name="Google Shape;30188;p154"/>
            <p:cNvSpPr/>
            <p:nvPr/>
          </p:nvSpPr>
          <p:spPr>
            <a:xfrm>
              <a:off x="4193302" y="3711730"/>
              <a:ext cx="97906" cy="20060"/>
            </a:xfrm>
            <a:custGeom>
              <a:rect b="b" l="l" r="r" t="t"/>
              <a:pathLst>
                <a:path extrusionOk="0" h="620" w="3026">
                  <a:moveTo>
                    <a:pt x="1" y="0"/>
                  </a:moveTo>
                  <a:lnTo>
                    <a:pt x="1" y="619"/>
                  </a:lnTo>
                  <a:lnTo>
                    <a:pt x="2692" y="619"/>
                  </a:lnTo>
                  <a:cubicBezTo>
                    <a:pt x="2882" y="619"/>
                    <a:pt x="3025" y="476"/>
                    <a:pt x="3002" y="262"/>
                  </a:cubicBezTo>
                  <a:cubicBezTo>
                    <a:pt x="3002" y="119"/>
                    <a:pt x="2859" y="0"/>
                    <a:pt x="2692" y="0"/>
                  </a:cubicBez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9" name="Google Shape;30189;p154"/>
            <p:cNvSpPr/>
            <p:nvPr/>
          </p:nvSpPr>
          <p:spPr>
            <a:xfrm>
              <a:off x="4270370" y="3806496"/>
              <a:ext cx="74772" cy="75517"/>
            </a:xfrm>
            <a:custGeom>
              <a:rect b="b" l="l" r="r" t="t"/>
              <a:pathLst>
                <a:path extrusionOk="0" h="2334" w="2311">
                  <a:moveTo>
                    <a:pt x="1143" y="0"/>
                  </a:moveTo>
                  <a:cubicBezTo>
                    <a:pt x="500" y="0"/>
                    <a:pt x="0" y="548"/>
                    <a:pt x="0" y="1167"/>
                  </a:cubicBezTo>
                  <a:cubicBezTo>
                    <a:pt x="0" y="1834"/>
                    <a:pt x="524" y="2334"/>
                    <a:pt x="1143" y="2334"/>
                  </a:cubicBezTo>
                  <a:cubicBezTo>
                    <a:pt x="1786" y="2334"/>
                    <a:pt x="2310" y="1786"/>
                    <a:pt x="2310" y="1167"/>
                  </a:cubicBezTo>
                  <a:cubicBezTo>
                    <a:pt x="2310" y="524"/>
                    <a:pt x="1786" y="0"/>
                    <a:pt x="11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0" name="Google Shape;30190;p154"/>
            <p:cNvSpPr/>
            <p:nvPr/>
          </p:nvSpPr>
          <p:spPr>
            <a:xfrm>
              <a:off x="4307352" y="3806496"/>
              <a:ext cx="37791" cy="74772"/>
            </a:xfrm>
            <a:custGeom>
              <a:rect b="b" l="l" r="r" t="t"/>
              <a:pathLst>
                <a:path extrusionOk="0" h="2311" w="1168">
                  <a:moveTo>
                    <a:pt x="0" y="0"/>
                  </a:moveTo>
                  <a:lnTo>
                    <a:pt x="0" y="2310"/>
                  </a:lnTo>
                  <a:cubicBezTo>
                    <a:pt x="14" y="2311"/>
                    <a:pt x="27" y="2311"/>
                    <a:pt x="41" y="2311"/>
                  </a:cubicBezTo>
                  <a:cubicBezTo>
                    <a:pt x="665" y="2311"/>
                    <a:pt x="1167" y="1773"/>
                    <a:pt x="1167" y="1167"/>
                  </a:cubicBezTo>
                  <a:cubicBezTo>
                    <a:pt x="1167" y="548"/>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1" name="Google Shape;30191;p154"/>
            <p:cNvSpPr/>
            <p:nvPr/>
          </p:nvSpPr>
          <p:spPr>
            <a:xfrm>
              <a:off x="4155544" y="3806496"/>
              <a:ext cx="74772" cy="75517"/>
            </a:xfrm>
            <a:custGeom>
              <a:rect b="b" l="l" r="r" t="t"/>
              <a:pathLst>
                <a:path extrusionOk="0" h="2334" w="2311">
                  <a:moveTo>
                    <a:pt x="1168" y="0"/>
                  </a:moveTo>
                  <a:cubicBezTo>
                    <a:pt x="501" y="0"/>
                    <a:pt x="1" y="548"/>
                    <a:pt x="1" y="1167"/>
                  </a:cubicBezTo>
                  <a:cubicBezTo>
                    <a:pt x="1" y="1834"/>
                    <a:pt x="525" y="2334"/>
                    <a:pt x="1168" y="2334"/>
                  </a:cubicBezTo>
                  <a:cubicBezTo>
                    <a:pt x="1787" y="2334"/>
                    <a:pt x="2287" y="1786"/>
                    <a:pt x="2311" y="1167"/>
                  </a:cubicBezTo>
                  <a:cubicBezTo>
                    <a:pt x="2311" y="524"/>
                    <a:pt x="1787" y="0"/>
                    <a:pt x="116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2" name="Google Shape;30192;p154"/>
            <p:cNvSpPr/>
            <p:nvPr/>
          </p:nvSpPr>
          <p:spPr>
            <a:xfrm>
              <a:off x="4191781" y="3806496"/>
              <a:ext cx="37791" cy="74772"/>
            </a:xfrm>
            <a:custGeom>
              <a:rect b="b" l="l" r="r" t="t"/>
              <a:pathLst>
                <a:path extrusionOk="0" h="2311" w="1168">
                  <a:moveTo>
                    <a:pt x="0" y="0"/>
                  </a:moveTo>
                  <a:lnTo>
                    <a:pt x="0" y="2310"/>
                  </a:lnTo>
                  <a:cubicBezTo>
                    <a:pt x="14" y="2311"/>
                    <a:pt x="28" y="2311"/>
                    <a:pt x="42" y="2311"/>
                  </a:cubicBezTo>
                  <a:cubicBezTo>
                    <a:pt x="688" y="2311"/>
                    <a:pt x="1167" y="1773"/>
                    <a:pt x="1167" y="1167"/>
                  </a:cubicBezTo>
                  <a:cubicBezTo>
                    <a:pt x="1167" y="548"/>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3" name="Google Shape;30193;p154"/>
            <p:cNvSpPr/>
            <p:nvPr/>
          </p:nvSpPr>
          <p:spPr>
            <a:xfrm>
              <a:off x="4039973" y="3806496"/>
              <a:ext cx="74772" cy="75517"/>
            </a:xfrm>
            <a:custGeom>
              <a:rect b="b" l="l" r="r" t="t"/>
              <a:pathLst>
                <a:path extrusionOk="0" h="2334" w="2311">
                  <a:moveTo>
                    <a:pt x="1168" y="0"/>
                  </a:moveTo>
                  <a:cubicBezTo>
                    <a:pt x="501" y="0"/>
                    <a:pt x="1" y="548"/>
                    <a:pt x="1" y="1167"/>
                  </a:cubicBezTo>
                  <a:cubicBezTo>
                    <a:pt x="1" y="1834"/>
                    <a:pt x="525" y="2334"/>
                    <a:pt x="1168" y="2334"/>
                  </a:cubicBezTo>
                  <a:cubicBezTo>
                    <a:pt x="1811" y="2334"/>
                    <a:pt x="2311" y="1786"/>
                    <a:pt x="2311" y="1167"/>
                  </a:cubicBezTo>
                  <a:cubicBezTo>
                    <a:pt x="2311" y="524"/>
                    <a:pt x="1787" y="0"/>
                    <a:pt x="1168"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4" name="Google Shape;30194;p154"/>
            <p:cNvSpPr/>
            <p:nvPr/>
          </p:nvSpPr>
          <p:spPr>
            <a:xfrm>
              <a:off x="4077731" y="3806496"/>
              <a:ext cx="37014" cy="74772"/>
            </a:xfrm>
            <a:custGeom>
              <a:rect b="b" l="l" r="r" t="t"/>
              <a:pathLst>
                <a:path extrusionOk="0" h="2311" w="1144">
                  <a:moveTo>
                    <a:pt x="1" y="0"/>
                  </a:moveTo>
                  <a:lnTo>
                    <a:pt x="1" y="2310"/>
                  </a:lnTo>
                  <a:cubicBezTo>
                    <a:pt x="14" y="2311"/>
                    <a:pt x="28" y="2311"/>
                    <a:pt x="41" y="2311"/>
                  </a:cubicBezTo>
                  <a:cubicBezTo>
                    <a:pt x="665" y="2311"/>
                    <a:pt x="1144" y="1773"/>
                    <a:pt x="1144" y="1167"/>
                  </a:cubicBezTo>
                  <a:cubicBezTo>
                    <a:pt x="1144" y="548"/>
                    <a:pt x="644"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95" name="Google Shape;30195;p154"/>
          <p:cNvGrpSpPr/>
          <p:nvPr/>
        </p:nvGrpSpPr>
        <p:grpSpPr>
          <a:xfrm>
            <a:off x="3266407" y="3442983"/>
            <a:ext cx="349076" cy="347327"/>
            <a:chOff x="3266407" y="3595383"/>
            <a:chExt cx="349076" cy="347327"/>
          </a:xfrm>
        </p:grpSpPr>
        <p:sp>
          <p:nvSpPr>
            <p:cNvPr id="30196" name="Google Shape;30196;p154"/>
            <p:cNvSpPr/>
            <p:nvPr/>
          </p:nvSpPr>
          <p:spPr>
            <a:xfrm>
              <a:off x="3459014" y="3676981"/>
              <a:ext cx="156469" cy="101789"/>
            </a:xfrm>
            <a:custGeom>
              <a:rect b="b" l="l" r="r" t="t"/>
              <a:pathLst>
                <a:path extrusionOk="0" h="3146" w="4836">
                  <a:moveTo>
                    <a:pt x="2421" y="1"/>
                  </a:moveTo>
                  <a:cubicBezTo>
                    <a:pt x="2393" y="1"/>
                    <a:pt x="2364" y="1"/>
                    <a:pt x="2335" y="2"/>
                  </a:cubicBezTo>
                  <a:cubicBezTo>
                    <a:pt x="1049" y="50"/>
                    <a:pt x="1" y="1122"/>
                    <a:pt x="1" y="2431"/>
                  </a:cubicBezTo>
                  <a:lnTo>
                    <a:pt x="1" y="2812"/>
                  </a:lnTo>
                  <a:cubicBezTo>
                    <a:pt x="1" y="3003"/>
                    <a:pt x="144" y="3146"/>
                    <a:pt x="334" y="3146"/>
                  </a:cubicBezTo>
                  <a:lnTo>
                    <a:pt x="4502" y="3146"/>
                  </a:lnTo>
                  <a:cubicBezTo>
                    <a:pt x="4668" y="3146"/>
                    <a:pt x="4835" y="3027"/>
                    <a:pt x="4787" y="2812"/>
                  </a:cubicBezTo>
                  <a:lnTo>
                    <a:pt x="4787" y="2408"/>
                  </a:lnTo>
                  <a:cubicBezTo>
                    <a:pt x="4787" y="1056"/>
                    <a:pt x="3738" y="1"/>
                    <a:pt x="2421"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7" name="Google Shape;30197;p154"/>
            <p:cNvSpPr/>
            <p:nvPr/>
          </p:nvSpPr>
          <p:spPr>
            <a:xfrm>
              <a:off x="3536827" y="3677046"/>
              <a:ext cx="78655" cy="101724"/>
            </a:xfrm>
            <a:custGeom>
              <a:rect b="b" l="l" r="r" t="t"/>
              <a:pathLst>
                <a:path extrusionOk="0" h="3144" w="2431">
                  <a:moveTo>
                    <a:pt x="1" y="0"/>
                  </a:moveTo>
                  <a:lnTo>
                    <a:pt x="1" y="3120"/>
                  </a:lnTo>
                  <a:lnTo>
                    <a:pt x="2097" y="3120"/>
                  </a:lnTo>
                  <a:lnTo>
                    <a:pt x="2097" y="3144"/>
                  </a:lnTo>
                  <a:cubicBezTo>
                    <a:pt x="2263" y="3144"/>
                    <a:pt x="2430" y="3001"/>
                    <a:pt x="2430" y="2810"/>
                  </a:cubicBezTo>
                  <a:lnTo>
                    <a:pt x="2430" y="2406"/>
                  </a:lnTo>
                  <a:cubicBezTo>
                    <a:pt x="2430" y="1072"/>
                    <a:pt x="1358" y="0"/>
                    <a:pt x="1"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8" name="Google Shape;30198;p154"/>
            <p:cNvSpPr/>
            <p:nvPr/>
          </p:nvSpPr>
          <p:spPr>
            <a:xfrm>
              <a:off x="3485998" y="3595383"/>
              <a:ext cx="102501" cy="102501"/>
            </a:xfrm>
            <a:custGeom>
              <a:rect b="b" l="l" r="r" t="t"/>
              <a:pathLst>
                <a:path extrusionOk="0" h="3168" w="3168">
                  <a:moveTo>
                    <a:pt x="1572" y="0"/>
                  </a:moveTo>
                  <a:cubicBezTo>
                    <a:pt x="715" y="0"/>
                    <a:pt x="0" y="714"/>
                    <a:pt x="0" y="1596"/>
                  </a:cubicBezTo>
                  <a:cubicBezTo>
                    <a:pt x="0" y="2453"/>
                    <a:pt x="715" y="3167"/>
                    <a:pt x="1572" y="3167"/>
                  </a:cubicBezTo>
                  <a:cubicBezTo>
                    <a:pt x="2453" y="3167"/>
                    <a:pt x="3168" y="2453"/>
                    <a:pt x="3168" y="1596"/>
                  </a:cubicBezTo>
                  <a:cubicBezTo>
                    <a:pt x="3168" y="714"/>
                    <a:pt x="2453" y="0"/>
                    <a:pt x="157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9" name="Google Shape;30199;p154"/>
            <p:cNvSpPr/>
            <p:nvPr/>
          </p:nvSpPr>
          <p:spPr>
            <a:xfrm>
              <a:off x="3536827" y="3596128"/>
              <a:ext cx="51671" cy="101012"/>
            </a:xfrm>
            <a:custGeom>
              <a:rect b="b" l="l" r="r" t="t"/>
              <a:pathLst>
                <a:path extrusionOk="0" h="3122" w="1597">
                  <a:moveTo>
                    <a:pt x="1" y="1"/>
                  </a:moveTo>
                  <a:lnTo>
                    <a:pt x="1" y="3121"/>
                  </a:lnTo>
                  <a:cubicBezTo>
                    <a:pt x="15" y="3121"/>
                    <a:pt x="30" y="3121"/>
                    <a:pt x="44" y="3121"/>
                  </a:cubicBezTo>
                  <a:cubicBezTo>
                    <a:pt x="905" y="3121"/>
                    <a:pt x="1597" y="2416"/>
                    <a:pt x="1597" y="1573"/>
                  </a:cubicBezTo>
                  <a:cubicBezTo>
                    <a:pt x="1597" y="715"/>
                    <a:pt x="882" y="1"/>
                    <a:pt x="1"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0" name="Google Shape;30200;p154"/>
            <p:cNvSpPr/>
            <p:nvPr/>
          </p:nvSpPr>
          <p:spPr>
            <a:xfrm>
              <a:off x="3266407" y="3801869"/>
              <a:ext cx="142556" cy="140841"/>
            </a:xfrm>
            <a:custGeom>
              <a:rect b="b" l="l" r="r" t="t"/>
              <a:pathLst>
                <a:path extrusionOk="0" h="4353" w="4406">
                  <a:moveTo>
                    <a:pt x="3310" y="0"/>
                  </a:moveTo>
                  <a:lnTo>
                    <a:pt x="310" y="3001"/>
                  </a:lnTo>
                  <a:cubicBezTo>
                    <a:pt x="0" y="3310"/>
                    <a:pt x="0" y="3811"/>
                    <a:pt x="310" y="4120"/>
                  </a:cubicBezTo>
                  <a:cubicBezTo>
                    <a:pt x="453" y="4275"/>
                    <a:pt x="649" y="4352"/>
                    <a:pt x="848" y="4352"/>
                  </a:cubicBezTo>
                  <a:cubicBezTo>
                    <a:pt x="1048" y="4352"/>
                    <a:pt x="1250" y="4275"/>
                    <a:pt x="1405" y="4120"/>
                  </a:cubicBezTo>
                  <a:lnTo>
                    <a:pt x="4406" y="1096"/>
                  </a:lnTo>
                  <a:lnTo>
                    <a:pt x="3310" y="0"/>
                  </a:ln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1" name="Google Shape;30201;p154"/>
            <p:cNvSpPr/>
            <p:nvPr/>
          </p:nvSpPr>
          <p:spPr>
            <a:xfrm>
              <a:off x="3276405" y="3819599"/>
              <a:ext cx="132558" cy="123111"/>
            </a:xfrm>
            <a:custGeom>
              <a:rect b="b" l="l" r="r" t="t"/>
              <a:pathLst>
                <a:path extrusionOk="0" h="3805" w="4097">
                  <a:moveTo>
                    <a:pt x="3525" y="0"/>
                  </a:moveTo>
                  <a:lnTo>
                    <a:pt x="1" y="3572"/>
                  </a:lnTo>
                  <a:cubicBezTo>
                    <a:pt x="144" y="3727"/>
                    <a:pt x="340" y="3804"/>
                    <a:pt x="539" y="3804"/>
                  </a:cubicBezTo>
                  <a:cubicBezTo>
                    <a:pt x="739" y="3804"/>
                    <a:pt x="941" y="3727"/>
                    <a:pt x="1096" y="3572"/>
                  </a:cubicBezTo>
                  <a:lnTo>
                    <a:pt x="4097" y="548"/>
                  </a:lnTo>
                  <a:lnTo>
                    <a:pt x="3525" y="0"/>
                  </a:ln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2" name="Google Shape;30202;p154"/>
            <p:cNvSpPr/>
            <p:nvPr/>
          </p:nvSpPr>
          <p:spPr>
            <a:xfrm>
              <a:off x="3351144" y="3690732"/>
              <a:ext cx="169540" cy="168958"/>
            </a:xfrm>
            <a:custGeom>
              <a:rect b="b" l="l" r="r" t="t"/>
              <a:pathLst>
                <a:path extrusionOk="0" h="5222" w="5240">
                  <a:moveTo>
                    <a:pt x="2623" y="0"/>
                  </a:moveTo>
                  <a:cubicBezTo>
                    <a:pt x="1953" y="0"/>
                    <a:pt x="1287" y="256"/>
                    <a:pt x="787" y="768"/>
                  </a:cubicBezTo>
                  <a:cubicBezTo>
                    <a:pt x="263" y="1268"/>
                    <a:pt x="1" y="1911"/>
                    <a:pt x="1" y="2602"/>
                  </a:cubicBezTo>
                  <a:cubicBezTo>
                    <a:pt x="1" y="3292"/>
                    <a:pt x="263" y="3935"/>
                    <a:pt x="787" y="4459"/>
                  </a:cubicBezTo>
                  <a:cubicBezTo>
                    <a:pt x="1287" y="4959"/>
                    <a:pt x="1930" y="5221"/>
                    <a:pt x="2620" y="5221"/>
                  </a:cubicBezTo>
                  <a:cubicBezTo>
                    <a:pt x="3311" y="5221"/>
                    <a:pt x="3954" y="4959"/>
                    <a:pt x="4478" y="4459"/>
                  </a:cubicBezTo>
                  <a:cubicBezTo>
                    <a:pt x="4978" y="3935"/>
                    <a:pt x="5240" y="3292"/>
                    <a:pt x="5240" y="2602"/>
                  </a:cubicBezTo>
                  <a:cubicBezTo>
                    <a:pt x="5240" y="1911"/>
                    <a:pt x="4978" y="1268"/>
                    <a:pt x="4478" y="768"/>
                  </a:cubicBezTo>
                  <a:cubicBezTo>
                    <a:pt x="3966" y="256"/>
                    <a:pt x="3293" y="0"/>
                    <a:pt x="262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3" name="Google Shape;30203;p154"/>
            <p:cNvSpPr/>
            <p:nvPr/>
          </p:nvSpPr>
          <p:spPr>
            <a:xfrm>
              <a:off x="3376574" y="3715580"/>
              <a:ext cx="144109" cy="144109"/>
            </a:xfrm>
            <a:custGeom>
              <a:rect b="b" l="l" r="r" t="t"/>
              <a:pathLst>
                <a:path extrusionOk="0" h="4454" w="4454">
                  <a:moveTo>
                    <a:pt x="3692" y="0"/>
                  </a:moveTo>
                  <a:lnTo>
                    <a:pt x="1" y="3691"/>
                  </a:lnTo>
                  <a:cubicBezTo>
                    <a:pt x="477" y="4191"/>
                    <a:pt x="1120" y="4453"/>
                    <a:pt x="1834" y="4453"/>
                  </a:cubicBezTo>
                  <a:cubicBezTo>
                    <a:pt x="2525" y="4453"/>
                    <a:pt x="3168" y="4191"/>
                    <a:pt x="3692" y="3691"/>
                  </a:cubicBezTo>
                  <a:cubicBezTo>
                    <a:pt x="4192" y="3167"/>
                    <a:pt x="4454" y="2524"/>
                    <a:pt x="4454" y="1834"/>
                  </a:cubicBezTo>
                  <a:cubicBezTo>
                    <a:pt x="4454" y="1143"/>
                    <a:pt x="4192" y="500"/>
                    <a:pt x="3692"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4" name="Google Shape;30204;p154"/>
            <p:cNvSpPr/>
            <p:nvPr/>
          </p:nvSpPr>
          <p:spPr>
            <a:xfrm>
              <a:off x="3371171" y="3710953"/>
              <a:ext cx="129485" cy="128708"/>
            </a:xfrm>
            <a:custGeom>
              <a:rect b="b" l="l" r="r" t="t"/>
              <a:pathLst>
                <a:path extrusionOk="0" h="3978" w="4002">
                  <a:moveTo>
                    <a:pt x="2001" y="0"/>
                  </a:moveTo>
                  <a:cubicBezTo>
                    <a:pt x="1495" y="0"/>
                    <a:pt x="989" y="191"/>
                    <a:pt x="596" y="572"/>
                  </a:cubicBezTo>
                  <a:cubicBezTo>
                    <a:pt x="215" y="977"/>
                    <a:pt x="1" y="1453"/>
                    <a:pt x="1" y="1977"/>
                  </a:cubicBezTo>
                  <a:cubicBezTo>
                    <a:pt x="1" y="2525"/>
                    <a:pt x="215" y="3025"/>
                    <a:pt x="596" y="3382"/>
                  </a:cubicBezTo>
                  <a:cubicBezTo>
                    <a:pt x="1001" y="3763"/>
                    <a:pt x="1477" y="3977"/>
                    <a:pt x="2001" y="3977"/>
                  </a:cubicBezTo>
                  <a:cubicBezTo>
                    <a:pt x="2549" y="3977"/>
                    <a:pt x="3049" y="3763"/>
                    <a:pt x="3406" y="3382"/>
                  </a:cubicBezTo>
                  <a:cubicBezTo>
                    <a:pt x="3787" y="2977"/>
                    <a:pt x="4002" y="2525"/>
                    <a:pt x="4002" y="1977"/>
                  </a:cubicBezTo>
                  <a:cubicBezTo>
                    <a:pt x="4002" y="1453"/>
                    <a:pt x="3787" y="929"/>
                    <a:pt x="3406" y="572"/>
                  </a:cubicBezTo>
                  <a:cubicBezTo>
                    <a:pt x="3013" y="191"/>
                    <a:pt x="2507" y="0"/>
                    <a:pt x="2001"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5" name="Google Shape;30205;p154"/>
            <p:cNvSpPr/>
            <p:nvPr/>
          </p:nvSpPr>
          <p:spPr>
            <a:xfrm>
              <a:off x="3390455" y="3729428"/>
              <a:ext cx="110201" cy="110233"/>
            </a:xfrm>
            <a:custGeom>
              <a:rect b="b" l="l" r="r" t="t"/>
              <a:pathLst>
                <a:path extrusionOk="0" h="3407" w="3406">
                  <a:moveTo>
                    <a:pt x="2810" y="1"/>
                  </a:moveTo>
                  <a:lnTo>
                    <a:pt x="0" y="2811"/>
                  </a:lnTo>
                  <a:cubicBezTo>
                    <a:pt x="357" y="3192"/>
                    <a:pt x="881" y="3406"/>
                    <a:pt x="1405" y="3406"/>
                  </a:cubicBezTo>
                  <a:cubicBezTo>
                    <a:pt x="1953" y="3406"/>
                    <a:pt x="2453" y="3192"/>
                    <a:pt x="2810" y="2811"/>
                  </a:cubicBezTo>
                  <a:cubicBezTo>
                    <a:pt x="3191" y="2430"/>
                    <a:pt x="3406" y="1954"/>
                    <a:pt x="3406" y="1406"/>
                  </a:cubicBezTo>
                  <a:cubicBezTo>
                    <a:pt x="3406" y="882"/>
                    <a:pt x="3191" y="358"/>
                    <a:pt x="2810"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6" name="Google Shape;30206;p154"/>
          <p:cNvGrpSpPr/>
          <p:nvPr/>
        </p:nvGrpSpPr>
        <p:grpSpPr>
          <a:xfrm>
            <a:off x="2529790" y="3444698"/>
            <a:ext cx="349852" cy="345806"/>
            <a:chOff x="2529790" y="3597098"/>
            <a:chExt cx="349852" cy="345806"/>
          </a:xfrm>
        </p:grpSpPr>
        <p:sp>
          <p:nvSpPr>
            <p:cNvPr id="30207" name="Google Shape;30207;p154"/>
            <p:cNvSpPr/>
            <p:nvPr/>
          </p:nvSpPr>
          <p:spPr>
            <a:xfrm>
              <a:off x="2529790" y="3798375"/>
              <a:ext cx="144109" cy="144530"/>
            </a:xfrm>
            <a:custGeom>
              <a:rect b="b" l="l" r="r" t="t"/>
              <a:pathLst>
                <a:path extrusionOk="0" h="4467" w="4454">
                  <a:moveTo>
                    <a:pt x="2256" y="0"/>
                  </a:moveTo>
                  <a:cubicBezTo>
                    <a:pt x="2190" y="0"/>
                    <a:pt x="2124" y="19"/>
                    <a:pt x="2072" y="61"/>
                  </a:cubicBezTo>
                  <a:cubicBezTo>
                    <a:pt x="1453" y="466"/>
                    <a:pt x="905" y="1037"/>
                    <a:pt x="572" y="1680"/>
                  </a:cubicBezTo>
                  <a:cubicBezTo>
                    <a:pt x="167" y="2347"/>
                    <a:pt x="0" y="3109"/>
                    <a:pt x="0" y="3871"/>
                  </a:cubicBezTo>
                  <a:lnTo>
                    <a:pt x="0" y="4133"/>
                  </a:lnTo>
                  <a:cubicBezTo>
                    <a:pt x="0" y="4300"/>
                    <a:pt x="143" y="4466"/>
                    <a:pt x="334" y="4466"/>
                  </a:cubicBezTo>
                  <a:lnTo>
                    <a:pt x="596" y="4466"/>
                  </a:lnTo>
                  <a:cubicBezTo>
                    <a:pt x="1358" y="4466"/>
                    <a:pt x="2096" y="4276"/>
                    <a:pt x="2739" y="3871"/>
                  </a:cubicBezTo>
                  <a:cubicBezTo>
                    <a:pt x="3430" y="3514"/>
                    <a:pt x="3954" y="2966"/>
                    <a:pt x="4382" y="2347"/>
                  </a:cubicBezTo>
                  <a:cubicBezTo>
                    <a:pt x="4454" y="2228"/>
                    <a:pt x="4454" y="2085"/>
                    <a:pt x="4335" y="1966"/>
                  </a:cubicBezTo>
                  <a:lnTo>
                    <a:pt x="2477" y="84"/>
                  </a:lnTo>
                  <a:cubicBezTo>
                    <a:pt x="2424" y="31"/>
                    <a:pt x="2340" y="0"/>
                    <a:pt x="2256"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8" name="Google Shape;30208;p154"/>
            <p:cNvSpPr/>
            <p:nvPr/>
          </p:nvSpPr>
          <p:spPr>
            <a:xfrm>
              <a:off x="2532087" y="3832671"/>
              <a:ext cx="141812" cy="110233"/>
            </a:xfrm>
            <a:custGeom>
              <a:rect b="b" l="l" r="r" t="t"/>
              <a:pathLst>
                <a:path extrusionOk="0" h="3407" w="4383">
                  <a:moveTo>
                    <a:pt x="3335" y="1"/>
                  </a:moveTo>
                  <a:lnTo>
                    <a:pt x="1" y="3335"/>
                  </a:lnTo>
                  <a:cubicBezTo>
                    <a:pt x="72" y="3359"/>
                    <a:pt x="144" y="3406"/>
                    <a:pt x="215" y="3406"/>
                  </a:cubicBezTo>
                  <a:lnTo>
                    <a:pt x="501" y="3406"/>
                  </a:lnTo>
                  <a:cubicBezTo>
                    <a:pt x="1239" y="3406"/>
                    <a:pt x="2001" y="3216"/>
                    <a:pt x="2668" y="2835"/>
                  </a:cubicBezTo>
                  <a:cubicBezTo>
                    <a:pt x="3311" y="2478"/>
                    <a:pt x="3883" y="1930"/>
                    <a:pt x="4311" y="1311"/>
                  </a:cubicBezTo>
                  <a:cubicBezTo>
                    <a:pt x="4383" y="1192"/>
                    <a:pt x="4359" y="1025"/>
                    <a:pt x="4264" y="930"/>
                  </a:cubicBezTo>
                  <a:lnTo>
                    <a:pt x="3335"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9" name="Google Shape;30209;p154"/>
            <p:cNvSpPr/>
            <p:nvPr/>
          </p:nvSpPr>
          <p:spPr>
            <a:xfrm>
              <a:off x="2705475" y="3780645"/>
              <a:ext cx="113275" cy="145306"/>
            </a:xfrm>
            <a:custGeom>
              <a:rect b="b" l="l" r="r" t="t"/>
              <a:pathLst>
                <a:path extrusionOk="0" h="4491" w="3501">
                  <a:moveTo>
                    <a:pt x="3086" y="1"/>
                  </a:moveTo>
                  <a:cubicBezTo>
                    <a:pt x="3015" y="1"/>
                    <a:pt x="2951" y="31"/>
                    <a:pt x="2905" y="61"/>
                  </a:cubicBezTo>
                  <a:lnTo>
                    <a:pt x="167" y="2085"/>
                  </a:lnTo>
                  <a:cubicBezTo>
                    <a:pt x="48" y="2180"/>
                    <a:pt x="0" y="2323"/>
                    <a:pt x="72" y="2466"/>
                  </a:cubicBezTo>
                  <a:lnTo>
                    <a:pt x="1000" y="4324"/>
                  </a:lnTo>
                  <a:cubicBezTo>
                    <a:pt x="1048" y="4419"/>
                    <a:pt x="1143" y="4467"/>
                    <a:pt x="1238" y="4490"/>
                  </a:cubicBezTo>
                  <a:lnTo>
                    <a:pt x="1286" y="4490"/>
                  </a:lnTo>
                  <a:cubicBezTo>
                    <a:pt x="1381" y="4490"/>
                    <a:pt x="1477" y="4467"/>
                    <a:pt x="1500" y="4395"/>
                  </a:cubicBezTo>
                  <a:lnTo>
                    <a:pt x="2096" y="3800"/>
                  </a:lnTo>
                  <a:cubicBezTo>
                    <a:pt x="3025" y="2895"/>
                    <a:pt x="3501" y="1609"/>
                    <a:pt x="3406" y="299"/>
                  </a:cubicBezTo>
                  <a:cubicBezTo>
                    <a:pt x="3406" y="180"/>
                    <a:pt x="3310" y="85"/>
                    <a:pt x="3215" y="37"/>
                  </a:cubicBezTo>
                  <a:cubicBezTo>
                    <a:pt x="3171" y="11"/>
                    <a:pt x="3128" y="1"/>
                    <a:pt x="3086"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0" name="Google Shape;30210;p154"/>
            <p:cNvSpPr/>
            <p:nvPr/>
          </p:nvSpPr>
          <p:spPr>
            <a:xfrm>
              <a:off x="2545190" y="3655077"/>
              <a:ext cx="147215" cy="109069"/>
            </a:xfrm>
            <a:custGeom>
              <a:rect b="b" l="l" r="r" t="t"/>
              <a:pathLst>
                <a:path extrusionOk="0" h="3371" w="4550">
                  <a:moveTo>
                    <a:pt x="3887" y="1"/>
                  </a:moveTo>
                  <a:cubicBezTo>
                    <a:pt x="2696" y="1"/>
                    <a:pt x="1566" y="472"/>
                    <a:pt x="715" y="1322"/>
                  </a:cubicBezTo>
                  <a:lnTo>
                    <a:pt x="120" y="1918"/>
                  </a:lnTo>
                  <a:cubicBezTo>
                    <a:pt x="48" y="1989"/>
                    <a:pt x="1" y="2084"/>
                    <a:pt x="25" y="2180"/>
                  </a:cubicBezTo>
                  <a:cubicBezTo>
                    <a:pt x="48" y="2299"/>
                    <a:pt x="120" y="2370"/>
                    <a:pt x="215" y="2418"/>
                  </a:cubicBezTo>
                  <a:lnTo>
                    <a:pt x="2049" y="3347"/>
                  </a:lnTo>
                  <a:cubicBezTo>
                    <a:pt x="2120" y="3370"/>
                    <a:pt x="2144" y="3370"/>
                    <a:pt x="2192" y="3370"/>
                  </a:cubicBezTo>
                  <a:cubicBezTo>
                    <a:pt x="2287" y="3370"/>
                    <a:pt x="2382" y="3347"/>
                    <a:pt x="2430" y="3251"/>
                  </a:cubicBezTo>
                  <a:lnTo>
                    <a:pt x="4454" y="513"/>
                  </a:lnTo>
                  <a:cubicBezTo>
                    <a:pt x="4525" y="441"/>
                    <a:pt x="4549" y="275"/>
                    <a:pt x="4502" y="203"/>
                  </a:cubicBezTo>
                  <a:cubicBezTo>
                    <a:pt x="4430" y="108"/>
                    <a:pt x="4335" y="13"/>
                    <a:pt x="4216" y="13"/>
                  </a:cubicBezTo>
                  <a:cubicBezTo>
                    <a:pt x="4106" y="5"/>
                    <a:pt x="3996" y="1"/>
                    <a:pt x="3887"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1" name="Google Shape;30211;p154"/>
            <p:cNvSpPr/>
            <p:nvPr/>
          </p:nvSpPr>
          <p:spPr>
            <a:xfrm>
              <a:off x="2583725" y="3604605"/>
              <a:ext cx="282039" cy="282039"/>
            </a:xfrm>
            <a:custGeom>
              <a:rect b="b" l="l" r="r" t="t"/>
              <a:pathLst>
                <a:path extrusionOk="0" h="8717" w="8717">
                  <a:moveTo>
                    <a:pt x="5549" y="1"/>
                  </a:moveTo>
                  <a:cubicBezTo>
                    <a:pt x="4525" y="287"/>
                    <a:pt x="3573" y="858"/>
                    <a:pt x="2787" y="1668"/>
                  </a:cubicBezTo>
                  <a:lnTo>
                    <a:pt x="2763" y="1692"/>
                  </a:lnTo>
                  <a:cubicBezTo>
                    <a:pt x="1548" y="2906"/>
                    <a:pt x="620" y="4335"/>
                    <a:pt x="24" y="5954"/>
                  </a:cubicBezTo>
                  <a:cubicBezTo>
                    <a:pt x="0" y="6073"/>
                    <a:pt x="0" y="6193"/>
                    <a:pt x="72" y="6288"/>
                  </a:cubicBezTo>
                  <a:lnTo>
                    <a:pt x="2430" y="8622"/>
                  </a:lnTo>
                  <a:cubicBezTo>
                    <a:pt x="2501" y="8693"/>
                    <a:pt x="2572" y="8717"/>
                    <a:pt x="2644" y="8717"/>
                  </a:cubicBezTo>
                  <a:cubicBezTo>
                    <a:pt x="2668" y="8717"/>
                    <a:pt x="2691" y="8717"/>
                    <a:pt x="2763" y="8693"/>
                  </a:cubicBezTo>
                  <a:cubicBezTo>
                    <a:pt x="4358" y="8098"/>
                    <a:pt x="5787" y="7169"/>
                    <a:pt x="7026" y="5954"/>
                  </a:cubicBezTo>
                  <a:lnTo>
                    <a:pt x="7050" y="5931"/>
                  </a:lnTo>
                  <a:cubicBezTo>
                    <a:pt x="7812" y="5145"/>
                    <a:pt x="8383" y="4168"/>
                    <a:pt x="8717" y="3144"/>
                  </a:cubicBezTo>
                  <a:lnTo>
                    <a:pt x="8717" y="3144"/>
                  </a:lnTo>
                  <a:lnTo>
                    <a:pt x="8621" y="3192"/>
                  </a:lnTo>
                  <a:cubicBezTo>
                    <a:pt x="7835" y="3144"/>
                    <a:pt x="7073" y="2787"/>
                    <a:pt x="6502" y="2239"/>
                  </a:cubicBezTo>
                  <a:cubicBezTo>
                    <a:pt x="5954" y="1668"/>
                    <a:pt x="5621" y="930"/>
                    <a:pt x="5549" y="120"/>
                  </a:cubicBezTo>
                  <a:lnTo>
                    <a:pt x="554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2" name="Google Shape;30212;p154"/>
            <p:cNvSpPr/>
            <p:nvPr/>
          </p:nvSpPr>
          <p:spPr>
            <a:xfrm>
              <a:off x="2625333" y="3677046"/>
              <a:ext cx="241207" cy="210372"/>
            </a:xfrm>
            <a:custGeom>
              <a:rect b="b" l="l" r="r" t="t"/>
              <a:pathLst>
                <a:path extrusionOk="0" h="6502" w="7455">
                  <a:moveTo>
                    <a:pt x="5240" y="0"/>
                  </a:moveTo>
                  <a:lnTo>
                    <a:pt x="0" y="5240"/>
                  </a:lnTo>
                  <a:lnTo>
                    <a:pt x="1191" y="6430"/>
                  </a:lnTo>
                  <a:cubicBezTo>
                    <a:pt x="1239" y="6478"/>
                    <a:pt x="1334" y="6502"/>
                    <a:pt x="1382" y="6502"/>
                  </a:cubicBezTo>
                  <a:cubicBezTo>
                    <a:pt x="1429" y="6502"/>
                    <a:pt x="1453" y="6502"/>
                    <a:pt x="1501" y="6478"/>
                  </a:cubicBezTo>
                  <a:cubicBezTo>
                    <a:pt x="3120" y="5883"/>
                    <a:pt x="4549" y="4954"/>
                    <a:pt x="5764" y="3739"/>
                  </a:cubicBezTo>
                  <a:lnTo>
                    <a:pt x="5787" y="3715"/>
                  </a:lnTo>
                  <a:cubicBezTo>
                    <a:pt x="6573" y="2930"/>
                    <a:pt x="7145" y="1953"/>
                    <a:pt x="7454" y="953"/>
                  </a:cubicBezTo>
                  <a:lnTo>
                    <a:pt x="7335" y="953"/>
                  </a:lnTo>
                  <a:cubicBezTo>
                    <a:pt x="6549" y="905"/>
                    <a:pt x="5787" y="548"/>
                    <a:pt x="5240"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3" name="Google Shape;30213;p154"/>
            <p:cNvSpPr/>
            <p:nvPr/>
          </p:nvSpPr>
          <p:spPr>
            <a:xfrm>
              <a:off x="2757857" y="3597098"/>
              <a:ext cx="121784" cy="118516"/>
            </a:xfrm>
            <a:custGeom>
              <a:rect b="b" l="l" r="r" t="t"/>
              <a:pathLst>
                <a:path extrusionOk="0" h="3663" w="3764">
                  <a:moveTo>
                    <a:pt x="2101" y="0"/>
                  </a:moveTo>
                  <a:cubicBezTo>
                    <a:pt x="1380" y="0"/>
                    <a:pt x="675" y="122"/>
                    <a:pt x="1" y="352"/>
                  </a:cubicBezTo>
                  <a:lnTo>
                    <a:pt x="1" y="590"/>
                  </a:lnTo>
                  <a:cubicBezTo>
                    <a:pt x="24" y="1400"/>
                    <a:pt x="382" y="2138"/>
                    <a:pt x="953" y="2710"/>
                  </a:cubicBezTo>
                  <a:cubicBezTo>
                    <a:pt x="1525" y="3257"/>
                    <a:pt x="2263" y="3591"/>
                    <a:pt x="3073" y="3662"/>
                  </a:cubicBezTo>
                  <a:lnTo>
                    <a:pt x="3311" y="3662"/>
                  </a:lnTo>
                  <a:cubicBezTo>
                    <a:pt x="3668" y="2590"/>
                    <a:pt x="3763" y="1447"/>
                    <a:pt x="3549" y="352"/>
                  </a:cubicBezTo>
                  <a:cubicBezTo>
                    <a:pt x="3501" y="233"/>
                    <a:pt x="3430" y="114"/>
                    <a:pt x="3311" y="114"/>
                  </a:cubicBezTo>
                  <a:cubicBezTo>
                    <a:pt x="2904" y="37"/>
                    <a:pt x="2500" y="0"/>
                    <a:pt x="2101"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4" name="Google Shape;30214;p154"/>
            <p:cNvSpPr/>
            <p:nvPr/>
          </p:nvSpPr>
          <p:spPr>
            <a:xfrm>
              <a:off x="2787915" y="3601531"/>
              <a:ext cx="90173" cy="112531"/>
            </a:xfrm>
            <a:custGeom>
              <a:rect b="b" l="l" r="r" t="t"/>
              <a:pathLst>
                <a:path extrusionOk="0" h="3478" w="2787">
                  <a:moveTo>
                    <a:pt x="2501" y="1"/>
                  </a:moveTo>
                  <a:lnTo>
                    <a:pt x="0" y="2525"/>
                  </a:lnTo>
                  <a:cubicBezTo>
                    <a:pt x="572" y="3096"/>
                    <a:pt x="1310" y="3430"/>
                    <a:pt x="2120" y="3477"/>
                  </a:cubicBezTo>
                  <a:lnTo>
                    <a:pt x="2358" y="3477"/>
                  </a:lnTo>
                  <a:cubicBezTo>
                    <a:pt x="2715" y="2453"/>
                    <a:pt x="2787" y="1310"/>
                    <a:pt x="2596" y="167"/>
                  </a:cubicBezTo>
                  <a:cubicBezTo>
                    <a:pt x="2596" y="120"/>
                    <a:pt x="2548" y="72"/>
                    <a:pt x="2501"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5" name="Google Shape;30215;p154"/>
            <p:cNvSpPr/>
            <p:nvPr/>
          </p:nvSpPr>
          <p:spPr>
            <a:xfrm>
              <a:off x="2699295" y="3686299"/>
              <a:ext cx="86323" cy="87100"/>
            </a:xfrm>
            <a:custGeom>
              <a:rect b="b" l="l" r="r" t="t"/>
              <a:pathLst>
                <a:path extrusionOk="0" h="2692" w="2668">
                  <a:moveTo>
                    <a:pt x="1334" y="0"/>
                  </a:moveTo>
                  <a:cubicBezTo>
                    <a:pt x="977" y="0"/>
                    <a:pt x="644" y="119"/>
                    <a:pt x="382" y="381"/>
                  </a:cubicBezTo>
                  <a:cubicBezTo>
                    <a:pt x="143" y="619"/>
                    <a:pt x="1" y="977"/>
                    <a:pt x="1" y="1334"/>
                  </a:cubicBezTo>
                  <a:cubicBezTo>
                    <a:pt x="1" y="1691"/>
                    <a:pt x="120" y="2024"/>
                    <a:pt x="382" y="2286"/>
                  </a:cubicBezTo>
                  <a:cubicBezTo>
                    <a:pt x="620" y="2524"/>
                    <a:pt x="977" y="2691"/>
                    <a:pt x="1334" y="2691"/>
                  </a:cubicBezTo>
                  <a:cubicBezTo>
                    <a:pt x="1691" y="2691"/>
                    <a:pt x="2049" y="2572"/>
                    <a:pt x="2287" y="2286"/>
                  </a:cubicBezTo>
                  <a:cubicBezTo>
                    <a:pt x="2525" y="2048"/>
                    <a:pt x="2668" y="1691"/>
                    <a:pt x="2668" y="1334"/>
                  </a:cubicBezTo>
                  <a:cubicBezTo>
                    <a:pt x="2668" y="977"/>
                    <a:pt x="2549" y="667"/>
                    <a:pt x="2287" y="381"/>
                  </a:cubicBezTo>
                  <a:cubicBezTo>
                    <a:pt x="2049" y="143"/>
                    <a:pt x="1691" y="0"/>
                    <a:pt x="1334"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6" name="Google Shape;30216;p154"/>
            <p:cNvSpPr/>
            <p:nvPr/>
          </p:nvSpPr>
          <p:spPr>
            <a:xfrm>
              <a:off x="2592978" y="3772006"/>
              <a:ext cx="107904" cy="106157"/>
            </a:xfrm>
            <a:custGeom>
              <a:rect b="b" l="l" r="r" t="t"/>
              <a:pathLst>
                <a:path extrusionOk="0" h="3281" w="3335">
                  <a:moveTo>
                    <a:pt x="2992" y="0"/>
                  </a:moveTo>
                  <a:cubicBezTo>
                    <a:pt x="2912" y="0"/>
                    <a:pt x="2834" y="30"/>
                    <a:pt x="2787" y="90"/>
                  </a:cubicBezTo>
                  <a:lnTo>
                    <a:pt x="119" y="2733"/>
                  </a:lnTo>
                  <a:cubicBezTo>
                    <a:pt x="0" y="2852"/>
                    <a:pt x="0" y="3067"/>
                    <a:pt x="119" y="3186"/>
                  </a:cubicBezTo>
                  <a:cubicBezTo>
                    <a:pt x="191" y="3257"/>
                    <a:pt x="238" y="3281"/>
                    <a:pt x="334" y="3281"/>
                  </a:cubicBezTo>
                  <a:cubicBezTo>
                    <a:pt x="429" y="3281"/>
                    <a:pt x="524" y="3257"/>
                    <a:pt x="572" y="3186"/>
                  </a:cubicBezTo>
                  <a:lnTo>
                    <a:pt x="3215" y="542"/>
                  </a:lnTo>
                  <a:cubicBezTo>
                    <a:pt x="3334" y="423"/>
                    <a:pt x="3334" y="209"/>
                    <a:pt x="3215" y="90"/>
                  </a:cubicBezTo>
                  <a:cubicBezTo>
                    <a:pt x="3156" y="30"/>
                    <a:pt x="3072" y="0"/>
                    <a:pt x="2992"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7" name="Google Shape;30217;p154"/>
            <p:cNvSpPr/>
            <p:nvPr/>
          </p:nvSpPr>
          <p:spPr>
            <a:xfrm>
              <a:off x="2711623" y="3698626"/>
              <a:ext cx="73996" cy="74772"/>
            </a:xfrm>
            <a:custGeom>
              <a:rect b="b" l="l" r="r" t="t"/>
              <a:pathLst>
                <a:path extrusionOk="0" h="2311" w="2287">
                  <a:moveTo>
                    <a:pt x="1906" y="0"/>
                  </a:moveTo>
                  <a:lnTo>
                    <a:pt x="1" y="1905"/>
                  </a:lnTo>
                  <a:cubicBezTo>
                    <a:pt x="263" y="2167"/>
                    <a:pt x="596" y="2310"/>
                    <a:pt x="953" y="2310"/>
                  </a:cubicBezTo>
                  <a:cubicBezTo>
                    <a:pt x="1310" y="2310"/>
                    <a:pt x="1668" y="2143"/>
                    <a:pt x="1906" y="1905"/>
                  </a:cubicBezTo>
                  <a:cubicBezTo>
                    <a:pt x="2168" y="1643"/>
                    <a:pt x="2287" y="1310"/>
                    <a:pt x="2287" y="953"/>
                  </a:cubicBezTo>
                  <a:cubicBezTo>
                    <a:pt x="2287" y="596"/>
                    <a:pt x="2144" y="238"/>
                    <a:pt x="190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8" name="Google Shape;30218;p154"/>
            <p:cNvSpPr/>
            <p:nvPr/>
          </p:nvSpPr>
          <p:spPr>
            <a:xfrm>
              <a:off x="2596828" y="3774886"/>
              <a:ext cx="103277" cy="103277"/>
            </a:xfrm>
            <a:custGeom>
              <a:rect b="b" l="l" r="r" t="t"/>
              <a:pathLst>
                <a:path extrusionOk="0" h="3192" w="3192">
                  <a:moveTo>
                    <a:pt x="3072" y="1"/>
                  </a:moveTo>
                  <a:lnTo>
                    <a:pt x="0" y="3097"/>
                  </a:lnTo>
                  <a:cubicBezTo>
                    <a:pt x="72" y="3168"/>
                    <a:pt x="167" y="3192"/>
                    <a:pt x="215" y="3192"/>
                  </a:cubicBezTo>
                  <a:cubicBezTo>
                    <a:pt x="286" y="3192"/>
                    <a:pt x="358" y="3168"/>
                    <a:pt x="429" y="3097"/>
                  </a:cubicBezTo>
                  <a:lnTo>
                    <a:pt x="3072" y="453"/>
                  </a:lnTo>
                  <a:cubicBezTo>
                    <a:pt x="3191" y="334"/>
                    <a:pt x="3191" y="120"/>
                    <a:pt x="3072"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9" name="Google Shape;30219;p154"/>
            <p:cNvSpPr/>
            <p:nvPr/>
          </p:nvSpPr>
          <p:spPr>
            <a:xfrm>
              <a:off x="2719323" y="3706327"/>
              <a:ext cx="46268" cy="46268"/>
            </a:xfrm>
            <a:custGeom>
              <a:rect b="b" l="l" r="r" t="t"/>
              <a:pathLst>
                <a:path extrusionOk="0" h="1430" w="1430">
                  <a:moveTo>
                    <a:pt x="715" y="0"/>
                  </a:moveTo>
                  <a:cubicBezTo>
                    <a:pt x="549" y="0"/>
                    <a:pt x="358" y="72"/>
                    <a:pt x="215" y="215"/>
                  </a:cubicBezTo>
                  <a:cubicBezTo>
                    <a:pt x="96" y="334"/>
                    <a:pt x="1" y="524"/>
                    <a:pt x="1" y="715"/>
                  </a:cubicBezTo>
                  <a:cubicBezTo>
                    <a:pt x="1" y="905"/>
                    <a:pt x="72" y="1072"/>
                    <a:pt x="215" y="1239"/>
                  </a:cubicBezTo>
                  <a:cubicBezTo>
                    <a:pt x="334" y="1358"/>
                    <a:pt x="501" y="1429"/>
                    <a:pt x="715" y="1429"/>
                  </a:cubicBezTo>
                  <a:cubicBezTo>
                    <a:pt x="930" y="1429"/>
                    <a:pt x="1096" y="1358"/>
                    <a:pt x="1215" y="1239"/>
                  </a:cubicBezTo>
                  <a:cubicBezTo>
                    <a:pt x="1334" y="1120"/>
                    <a:pt x="1430" y="929"/>
                    <a:pt x="1430" y="715"/>
                  </a:cubicBezTo>
                  <a:cubicBezTo>
                    <a:pt x="1430" y="548"/>
                    <a:pt x="1358" y="358"/>
                    <a:pt x="1215" y="215"/>
                  </a:cubicBezTo>
                  <a:cubicBezTo>
                    <a:pt x="1096" y="96"/>
                    <a:pt x="930" y="0"/>
                    <a:pt x="715"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0" name="Google Shape;30220;p154"/>
            <p:cNvSpPr/>
            <p:nvPr/>
          </p:nvSpPr>
          <p:spPr>
            <a:xfrm>
              <a:off x="2726279" y="3713251"/>
              <a:ext cx="39311" cy="39344"/>
            </a:xfrm>
            <a:custGeom>
              <a:rect b="b" l="l" r="r" t="t"/>
              <a:pathLst>
                <a:path extrusionOk="0" h="1216" w="1215">
                  <a:moveTo>
                    <a:pt x="1000" y="1"/>
                  </a:moveTo>
                  <a:lnTo>
                    <a:pt x="0" y="1025"/>
                  </a:lnTo>
                  <a:cubicBezTo>
                    <a:pt x="143" y="1168"/>
                    <a:pt x="334" y="1215"/>
                    <a:pt x="500" y="1215"/>
                  </a:cubicBezTo>
                  <a:cubicBezTo>
                    <a:pt x="715" y="1215"/>
                    <a:pt x="881" y="1120"/>
                    <a:pt x="1000" y="1025"/>
                  </a:cubicBezTo>
                  <a:cubicBezTo>
                    <a:pt x="1143" y="858"/>
                    <a:pt x="1215" y="691"/>
                    <a:pt x="1215" y="501"/>
                  </a:cubicBezTo>
                  <a:cubicBezTo>
                    <a:pt x="1215" y="310"/>
                    <a:pt x="1119" y="120"/>
                    <a:pt x="1000"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1" name="Google Shape;30221;p154"/>
          <p:cNvGrpSpPr/>
          <p:nvPr/>
        </p:nvGrpSpPr>
        <p:grpSpPr>
          <a:xfrm>
            <a:off x="1774698" y="3444504"/>
            <a:ext cx="346746" cy="346781"/>
            <a:chOff x="1774698" y="3596904"/>
            <a:chExt cx="346746" cy="346781"/>
          </a:xfrm>
        </p:grpSpPr>
        <p:sp>
          <p:nvSpPr>
            <p:cNvPr id="30222" name="Google Shape;30222;p154"/>
            <p:cNvSpPr/>
            <p:nvPr/>
          </p:nvSpPr>
          <p:spPr>
            <a:xfrm>
              <a:off x="1837110" y="3596904"/>
              <a:ext cx="223476" cy="346781"/>
            </a:xfrm>
            <a:custGeom>
              <a:rect b="b" l="l" r="r" t="t"/>
              <a:pathLst>
                <a:path extrusionOk="0" h="10718" w="6907">
                  <a:moveTo>
                    <a:pt x="1167" y="1"/>
                  </a:moveTo>
                  <a:cubicBezTo>
                    <a:pt x="548" y="1"/>
                    <a:pt x="0" y="501"/>
                    <a:pt x="0" y="1144"/>
                  </a:cubicBezTo>
                  <a:lnTo>
                    <a:pt x="0" y="9550"/>
                  </a:lnTo>
                  <a:cubicBezTo>
                    <a:pt x="0" y="10169"/>
                    <a:pt x="500" y="10717"/>
                    <a:pt x="1167" y="10717"/>
                  </a:cubicBezTo>
                  <a:lnTo>
                    <a:pt x="5739" y="10717"/>
                  </a:lnTo>
                  <a:cubicBezTo>
                    <a:pt x="6382" y="10717"/>
                    <a:pt x="6906" y="10193"/>
                    <a:pt x="6906" y="9550"/>
                  </a:cubicBezTo>
                  <a:lnTo>
                    <a:pt x="6906" y="1144"/>
                  </a:lnTo>
                  <a:cubicBezTo>
                    <a:pt x="6883" y="501"/>
                    <a:pt x="6382" y="1"/>
                    <a:pt x="573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3" name="Google Shape;30223;p154"/>
            <p:cNvSpPr/>
            <p:nvPr/>
          </p:nvSpPr>
          <p:spPr>
            <a:xfrm>
              <a:off x="1948830" y="3596904"/>
              <a:ext cx="111754" cy="345228"/>
            </a:xfrm>
            <a:custGeom>
              <a:rect b="b" l="l" r="r" t="t"/>
              <a:pathLst>
                <a:path extrusionOk="0" h="10670" w="3454">
                  <a:moveTo>
                    <a:pt x="0" y="1"/>
                  </a:moveTo>
                  <a:lnTo>
                    <a:pt x="0" y="10670"/>
                  </a:lnTo>
                  <a:lnTo>
                    <a:pt x="2286" y="10670"/>
                  </a:lnTo>
                  <a:cubicBezTo>
                    <a:pt x="2929" y="10670"/>
                    <a:pt x="3453" y="10169"/>
                    <a:pt x="3453" y="9526"/>
                  </a:cubicBezTo>
                  <a:lnTo>
                    <a:pt x="3453" y="1120"/>
                  </a:lnTo>
                  <a:cubicBezTo>
                    <a:pt x="3430" y="501"/>
                    <a:pt x="2929" y="1"/>
                    <a:pt x="2286"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4" name="Google Shape;30224;p154"/>
            <p:cNvSpPr/>
            <p:nvPr/>
          </p:nvSpPr>
          <p:spPr>
            <a:xfrm>
              <a:off x="1857137" y="3616187"/>
              <a:ext cx="183420" cy="238877"/>
            </a:xfrm>
            <a:custGeom>
              <a:rect b="b" l="l" r="r" t="t"/>
              <a:pathLst>
                <a:path extrusionOk="0" h="7383" w="5669">
                  <a:moveTo>
                    <a:pt x="548" y="0"/>
                  </a:moveTo>
                  <a:cubicBezTo>
                    <a:pt x="239" y="0"/>
                    <a:pt x="0" y="238"/>
                    <a:pt x="0" y="524"/>
                  </a:cubicBezTo>
                  <a:lnTo>
                    <a:pt x="0" y="7382"/>
                  </a:lnTo>
                  <a:lnTo>
                    <a:pt x="5668" y="7382"/>
                  </a:lnTo>
                  <a:lnTo>
                    <a:pt x="5668" y="524"/>
                  </a:lnTo>
                  <a:cubicBezTo>
                    <a:pt x="5668" y="238"/>
                    <a:pt x="5430" y="0"/>
                    <a:pt x="5120" y="0"/>
                  </a:cubicBezTo>
                  <a:close/>
                </a:path>
              </a:pathLst>
            </a:custGeom>
            <a:solidFill>
              <a:srgbClr val="E8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5" name="Google Shape;30225;p154"/>
            <p:cNvSpPr/>
            <p:nvPr/>
          </p:nvSpPr>
          <p:spPr>
            <a:xfrm>
              <a:off x="1948830" y="3616932"/>
              <a:ext cx="91726" cy="238133"/>
            </a:xfrm>
            <a:custGeom>
              <a:rect b="b" l="l" r="r" t="t"/>
              <a:pathLst>
                <a:path extrusionOk="0" h="7360" w="2835">
                  <a:moveTo>
                    <a:pt x="0" y="1"/>
                  </a:moveTo>
                  <a:lnTo>
                    <a:pt x="0" y="7359"/>
                  </a:lnTo>
                  <a:lnTo>
                    <a:pt x="2834" y="7359"/>
                  </a:lnTo>
                  <a:lnTo>
                    <a:pt x="2834" y="501"/>
                  </a:lnTo>
                  <a:cubicBezTo>
                    <a:pt x="2810" y="215"/>
                    <a:pt x="2572" y="1"/>
                    <a:pt x="2286"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6" name="Google Shape;30226;p154"/>
            <p:cNvSpPr/>
            <p:nvPr/>
          </p:nvSpPr>
          <p:spPr>
            <a:xfrm>
              <a:off x="1774698" y="3722504"/>
              <a:ext cx="155660" cy="110201"/>
            </a:xfrm>
            <a:custGeom>
              <a:rect b="b" l="l" r="r" t="t"/>
              <a:pathLst>
                <a:path extrusionOk="0" h="3406" w="4811">
                  <a:moveTo>
                    <a:pt x="334" y="0"/>
                  </a:moveTo>
                  <a:cubicBezTo>
                    <a:pt x="143" y="0"/>
                    <a:pt x="0" y="167"/>
                    <a:pt x="0" y="334"/>
                  </a:cubicBezTo>
                  <a:lnTo>
                    <a:pt x="0" y="2429"/>
                  </a:lnTo>
                  <a:cubicBezTo>
                    <a:pt x="0" y="2596"/>
                    <a:pt x="143" y="2763"/>
                    <a:pt x="334" y="2763"/>
                  </a:cubicBezTo>
                  <a:lnTo>
                    <a:pt x="3382" y="2763"/>
                  </a:lnTo>
                  <a:lnTo>
                    <a:pt x="4382" y="3358"/>
                  </a:lnTo>
                  <a:cubicBezTo>
                    <a:pt x="4406" y="3382"/>
                    <a:pt x="4454" y="3406"/>
                    <a:pt x="4525" y="3406"/>
                  </a:cubicBezTo>
                  <a:cubicBezTo>
                    <a:pt x="4620" y="3406"/>
                    <a:pt x="4668" y="3382"/>
                    <a:pt x="4739" y="3263"/>
                  </a:cubicBezTo>
                  <a:cubicBezTo>
                    <a:pt x="4787" y="3192"/>
                    <a:pt x="4811" y="3144"/>
                    <a:pt x="4811" y="3049"/>
                  </a:cubicBezTo>
                  <a:lnTo>
                    <a:pt x="4811" y="334"/>
                  </a:lnTo>
                  <a:cubicBezTo>
                    <a:pt x="4811" y="167"/>
                    <a:pt x="4668" y="0"/>
                    <a:pt x="4501"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7" name="Google Shape;30227;p154"/>
            <p:cNvSpPr/>
            <p:nvPr/>
          </p:nvSpPr>
          <p:spPr>
            <a:xfrm>
              <a:off x="1922623" y="3888935"/>
              <a:ext cx="49341" cy="20060"/>
            </a:xfrm>
            <a:custGeom>
              <a:rect b="b" l="l" r="r" t="t"/>
              <a:pathLst>
                <a:path extrusionOk="0" h="620" w="1525">
                  <a:moveTo>
                    <a:pt x="334" y="0"/>
                  </a:moveTo>
                  <a:cubicBezTo>
                    <a:pt x="167" y="0"/>
                    <a:pt x="1" y="167"/>
                    <a:pt x="48" y="358"/>
                  </a:cubicBezTo>
                  <a:cubicBezTo>
                    <a:pt x="72" y="500"/>
                    <a:pt x="215" y="619"/>
                    <a:pt x="358" y="619"/>
                  </a:cubicBezTo>
                  <a:lnTo>
                    <a:pt x="1191" y="619"/>
                  </a:lnTo>
                  <a:cubicBezTo>
                    <a:pt x="1382" y="619"/>
                    <a:pt x="1525" y="477"/>
                    <a:pt x="1501" y="262"/>
                  </a:cubicBezTo>
                  <a:cubicBezTo>
                    <a:pt x="1477" y="119"/>
                    <a:pt x="1310" y="0"/>
                    <a:pt x="1168"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8" name="Google Shape;30228;p154"/>
            <p:cNvSpPr/>
            <p:nvPr/>
          </p:nvSpPr>
          <p:spPr>
            <a:xfrm>
              <a:off x="1948054" y="3888935"/>
              <a:ext cx="23910" cy="20060"/>
            </a:xfrm>
            <a:custGeom>
              <a:rect b="b" l="l" r="r" t="t"/>
              <a:pathLst>
                <a:path extrusionOk="0" h="620" w="739">
                  <a:moveTo>
                    <a:pt x="0" y="0"/>
                  </a:moveTo>
                  <a:lnTo>
                    <a:pt x="0" y="619"/>
                  </a:lnTo>
                  <a:lnTo>
                    <a:pt x="405" y="619"/>
                  </a:lnTo>
                  <a:cubicBezTo>
                    <a:pt x="596" y="619"/>
                    <a:pt x="739" y="477"/>
                    <a:pt x="715" y="262"/>
                  </a:cubicBezTo>
                  <a:cubicBezTo>
                    <a:pt x="715" y="119"/>
                    <a:pt x="596" y="0"/>
                    <a:pt x="405"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9" name="Google Shape;30229;p154"/>
            <p:cNvSpPr/>
            <p:nvPr/>
          </p:nvSpPr>
          <p:spPr>
            <a:xfrm>
              <a:off x="1990438" y="3888935"/>
              <a:ext cx="35461" cy="20060"/>
            </a:xfrm>
            <a:custGeom>
              <a:rect b="b" l="l" r="r" t="t"/>
              <a:pathLst>
                <a:path extrusionOk="0" h="620" w="1096">
                  <a:moveTo>
                    <a:pt x="334" y="0"/>
                  </a:moveTo>
                  <a:cubicBezTo>
                    <a:pt x="143" y="0"/>
                    <a:pt x="0" y="167"/>
                    <a:pt x="24" y="358"/>
                  </a:cubicBezTo>
                  <a:cubicBezTo>
                    <a:pt x="48" y="500"/>
                    <a:pt x="215" y="619"/>
                    <a:pt x="358" y="619"/>
                  </a:cubicBezTo>
                  <a:lnTo>
                    <a:pt x="762" y="619"/>
                  </a:lnTo>
                  <a:cubicBezTo>
                    <a:pt x="977" y="619"/>
                    <a:pt x="1096" y="477"/>
                    <a:pt x="1072" y="262"/>
                  </a:cubicBezTo>
                  <a:cubicBezTo>
                    <a:pt x="1048" y="119"/>
                    <a:pt x="881" y="0"/>
                    <a:pt x="739"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0" name="Google Shape;30230;p154"/>
            <p:cNvSpPr/>
            <p:nvPr/>
          </p:nvSpPr>
          <p:spPr>
            <a:xfrm>
              <a:off x="1868688" y="3888935"/>
              <a:ext cx="36238" cy="20060"/>
            </a:xfrm>
            <a:custGeom>
              <a:rect b="b" l="l" r="r" t="t"/>
              <a:pathLst>
                <a:path extrusionOk="0" h="620" w="1120">
                  <a:moveTo>
                    <a:pt x="334" y="0"/>
                  </a:moveTo>
                  <a:cubicBezTo>
                    <a:pt x="167" y="0"/>
                    <a:pt x="1" y="167"/>
                    <a:pt x="48" y="358"/>
                  </a:cubicBezTo>
                  <a:cubicBezTo>
                    <a:pt x="72" y="500"/>
                    <a:pt x="215" y="619"/>
                    <a:pt x="358" y="619"/>
                  </a:cubicBezTo>
                  <a:lnTo>
                    <a:pt x="786" y="619"/>
                  </a:lnTo>
                  <a:cubicBezTo>
                    <a:pt x="953" y="619"/>
                    <a:pt x="1120" y="477"/>
                    <a:pt x="1072" y="262"/>
                  </a:cubicBezTo>
                  <a:cubicBezTo>
                    <a:pt x="1048" y="119"/>
                    <a:pt x="906" y="0"/>
                    <a:pt x="763"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1" name="Google Shape;30231;p154"/>
            <p:cNvSpPr/>
            <p:nvPr/>
          </p:nvSpPr>
          <p:spPr>
            <a:xfrm>
              <a:off x="1965008" y="3636991"/>
              <a:ext cx="156436" cy="107904"/>
            </a:xfrm>
            <a:custGeom>
              <a:rect b="b" l="l" r="r" t="t"/>
              <a:pathLst>
                <a:path extrusionOk="0" h="3335" w="4835">
                  <a:moveTo>
                    <a:pt x="334" y="0"/>
                  </a:moveTo>
                  <a:cubicBezTo>
                    <a:pt x="167" y="0"/>
                    <a:pt x="0" y="167"/>
                    <a:pt x="0" y="333"/>
                  </a:cubicBezTo>
                  <a:lnTo>
                    <a:pt x="0" y="3048"/>
                  </a:lnTo>
                  <a:cubicBezTo>
                    <a:pt x="0" y="3096"/>
                    <a:pt x="48" y="3191"/>
                    <a:pt x="96" y="3263"/>
                  </a:cubicBezTo>
                  <a:cubicBezTo>
                    <a:pt x="167" y="3310"/>
                    <a:pt x="239" y="3334"/>
                    <a:pt x="334" y="3334"/>
                  </a:cubicBezTo>
                  <a:lnTo>
                    <a:pt x="477" y="3334"/>
                  </a:lnTo>
                  <a:lnTo>
                    <a:pt x="1477" y="2739"/>
                  </a:lnTo>
                  <a:lnTo>
                    <a:pt x="4501" y="2739"/>
                  </a:lnTo>
                  <a:cubicBezTo>
                    <a:pt x="4668" y="2739"/>
                    <a:pt x="4835" y="2596"/>
                    <a:pt x="4835" y="2429"/>
                  </a:cubicBezTo>
                  <a:lnTo>
                    <a:pt x="4835" y="333"/>
                  </a:lnTo>
                  <a:cubicBezTo>
                    <a:pt x="4835" y="167"/>
                    <a:pt x="4668" y="0"/>
                    <a:pt x="450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2" name="Google Shape;30232;p154"/>
            <p:cNvSpPr/>
            <p:nvPr/>
          </p:nvSpPr>
          <p:spPr>
            <a:xfrm>
              <a:off x="2005063" y="3670866"/>
              <a:ext cx="75549" cy="20092"/>
            </a:xfrm>
            <a:custGeom>
              <a:rect b="b" l="l" r="r" t="t"/>
              <a:pathLst>
                <a:path extrusionOk="0" h="621" w="2335">
                  <a:moveTo>
                    <a:pt x="310" y="1"/>
                  </a:moveTo>
                  <a:cubicBezTo>
                    <a:pt x="144" y="1"/>
                    <a:pt x="1" y="191"/>
                    <a:pt x="25" y="358"/>
                  </a:cubicBezTo>
                  <a:cubicBezTo>
                    <a:pt x="48" y="501"/>
                    <a:pt x="191" y="620"/>
                    <a:pt x="358" y="620"/>
                  </a:cubicBezTo>
                  <a:lnTo>
                    <a:pt x="2025" y="620"/>
                  </a:lnTo>
                  <a:cubicBezTo>
                    <a:pt x="2192" y="620"/>
                    <a:pt x="2335" y="453"/>
                    <a:pt x="2311" y="263"/>
                  </a:cubicBezTo>
                  <a:cubicBezTo>
                    <a:pt x="2287" y="120"/>
                    <a:pt x="2144" y="1"/>
                    <a:pt x="1977" y="1"/>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3" name="Google Shape;30233;p154"/>
            <p:cNvSpPr/>
            <p:nvPr/>
          </p:nvSpPr>
          <p:spPr>
            <a:xfrm>
              <a:off x="1813976" y="3758708"/>
              <a:ext cx="76325" cy="20060"/>
            </a:xfrm>
            <a:custGeom>
              <a:rect b="b" l="l" r="r" t="t"/>
              <a:pathLst>
                <a:path extrusionOk="0" h="620" w="2359">
                  <a:moveTo>
                    <a:pt x="334" y="1"/>
                  </a:moveTo>
                  <a:cubicBezTo>
                    <a:pt x="144" y="1"/>
                    <a:pt x="1" y="167"/>
                    <a:pt x="25" y="358"/>
                  </a:cubicBezTo>
                  <a:cubicBezTo>
                    <a:pt x="72" y="501"/>
                    <a:pt x="215" y="620"/>
                    <a:pt x="358" y="620"/>
                  </a:cubicBezTo>
                  <a:lnTo>
                    <a:pt x="2025" y="620"/>
                  </a:lnTo>
                  <a:cubicBezTo>
                    <a:pt x="2216" y="620"/>
                    <a:pt x="2358" y="477"/>
                    <a:pt x="2335" y="263"/>
                  </a:cubicBezTo>
                  <a:cubicBezTo>
                    <a:pt x="2287" y="120"/>
                    <a:pt x="2144" y="1"/>
                    <a:pt x="2001"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4" name="Google Shape;30234;p154"/>
          <p:cNvGrpSpPr/>
          <p:nvPr/>
        </p:nvGrpSpPr>
        <p:grpSpPr>
          <a:xfrm>
            <a:off x="1028005" y="3449305"/>
            <a:ext cx="349837" cy="346731"/>
            <a:chOff x="1052468" y="3799167"/>
            <a:chExt cx="322281" cy="319420"/>
          </a:xfrm>
        </p:grpSpPr>
        <p:sp>
          <p:nvSpPr>
            <p:cNvPr id="30235" name="Google Shape;30235;p154"/>
            <p:cNvSpPr/>
            <p:nvPr/>
          </p:nvSpPr>
          <p:spPr>
            <a:xfrm>
              <a:off x="1290968" y="4020618"/>
              <a:ext cx="83782" cy="97969"/>
            </a:xfrm>
            <a:custGeom>
              <a:rect b="b" l="l" r="r" t="t"/>
              <a:pathLst>
                <a:path extrusionOk="0" h="3287" w="2811">
                  <a:moveTo>
                    <a:pt x="334" y="0"/>
                  </a:moveTo>
                  <a:cubicBezTo>
                    <a:pt x="167" y="0"/>
                    <a:pt x="1" y="167"/>
                    <a:pt x="1" y="334"/>
                  </a:cubicBezTo>
                  <a:lnTo>
                    <a:pt x="1" y="1310"/>
                  </a:lnTo>
                  <a:cubicBezTo>
                    <a:pt x="1" y="1382"/>
                    <a:pt x="48" y="1453"/>
                    <a:pt x="72" y="1501"/>
                  </a:cubicBezTo>
                  <a:lnTo>
                    <a:pt x="1168" y="3144"/>
                  </a:lnTo>
                  <a:cubicBezTo>
                    <a:pt x="1239" y="3239"/>
                    <a:pt x="1310" y="3287"/>
                    <a:pt x="1430" y="3287"/>
                  </a:cubicBezTo>
                  <a:lnTo>
                    <a:pt x="2477" y="3287"/>
                  </a:lnTo>
                  <a:cubicBezTo>
                    <a:pt x="2525" y="3287"/>
                    <a:pt x="2596" y="3263"/>
                    <a:pt x="2644" y="3239"/>
                  </a:cubicBezTo>
                  <a:cubicBezTo>
                    <a:pt x="2787" y="3168"/>
                    <a:pt x="2811" y="3025"/>
                    <a:pt x="2739" y="2834"/>
                  </a:cubicBezTo>
                  <a:lnTo>
                    <a:pt x="1882" y="215"/>
                  </a:lnTo>
                  <a:cubicBezTo>
                    <a:pt x="1858" y="96"/>
                    <a:pt x="1739" y="0"/>
                    <a:pt x="1596"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6" name="Google Shape;30236;p154"/>
            <p:cNvSpPr/>
            <p:nvPr/>
          </p:nvSpPr>
          <p:spPr>
            <a:xfrm>
              <a:off x="1129842" y="4022019"/>
              <a:ext cx="83096" cy="96568"/>
            </a:xfrm>
            <a:custGeom>
              <a:rect b="b" l="l" r="r" t="t"/>
              <a:pathLst>
                <a:path extrusionOk="0" h="3240" w="2788">
                  <a:moveTo>
                    <a:pt x="1215" y="1"/>
                  </a:moveTo>
                  <a:cubicBezTo>
                    <a:pt x="1072" y="1"/>
                    <a:pt x="953" y="96"/>
                    <a:pt x="930" y="215"/>
                  </a:cubicBezTo>
                  <a:lnTo>
                    <a:pt x="48" y="2835"/>
                  </a:lnTo>
                  <a:cubicBezTo>
                    <a:pt x="1" y="2954"/>
                    <a:pt x="48" y="3097"/>
                    <a:pt x="167" y="3192"/>
                  </a:cubicBezTo>
                  <a:cubicBezTo>
                    <a:pt x="239" y="3216"/>
                    <a:pt x="287" y="3240"/>
                    <a:pt x="358" y="3240"/>
                  </a:cubicBezTo>
                  <a:lnTo>
                    <a:pt x="1406" y="3240"/>
                  </a:lnTo>
                  <a:cubicBezTo>
                    <a:pt x="1525" y="3240"/>
                    <a:pt x="1596" y="3192"/>
                    <a:pt x="1644" y="3121"/>
                  </a:cubicBezTo>
                  <a:lnTo>
                    <a:pt x="2739" y="1477"/>
                  </a:lnTo>
                  <a:cubicBezTo>
                    <a:pt x="2763" y="1430"/>
                    <a:pt x="2787" y="1358"/>
                    <a:pt x="2787" y="1311"/>
                  </a:cubicBezTo>
                  <a:lnTo>
                    <a:pt x="2787" y="334"/>
                  </a:lnTo>
                  <a:cubicBezTo>
                    <a:pt x="2787" y="144"/>
                    <a:pt x="2644" y="1"/>
                    <a:pt x="247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7" name="Google Shape;30237;p154"/>
            <p:cNvSpPr/>
            <p:nvPr/>
          </p:nvSpPr>
          <p:spPr>
            <a:xfrm>
              <a:off x="1223549" y="3799167"/>
              <a:ext cx="56808" cy="75258"/>
            </a:xfrm>
            <a:custGeom>
              <a:rect b="b" l="l" r="r" t="t"/>
              <a:pathLst>
                <a:path extrusionOk="0" h="2525" w="1906">
                  <a:moveTo>
                    <a:pt x="334" y="0"/>
                  </a:moveTo>
                  <a:cubicBezTo>
                    <a:pt x="167" y="0"/>
                    <a:pt x="0" y="143"/>
                    <a:pt x="0" y="334"/>
                  </a:cubicBezTo>
                  <a:lnTo>
                    <a:pt x="0" y="2215"/>
                  </a:lnTo>
                  <a:cubicBezTo>
                    <a:pt x="0" y="2382"/>
                    <a:pt x="167" y="2525"/>
                    <a:pt x="334" y="2525"/>
                  </a:cubicBezTo>
                  <a:lnTo>
                    <a:pt x="1596" y="2525"/>
                  </a:lnTo>
                  <a:cubicBezTo>
                    <a:pt x="1763" y="2525"/>
                    <a:pt x="1905" y="2382"/>
                    <a:pt x="1905" y="2215"/>
                  </a:cubicBezTo>
                  <a:lnTo>
                    <a:pt x="1905" y="334"/>
                  </a:lnTo>
                  <a:cubicBezTo>
                    <a:pt x="1905" y="143"/>
                    <a:pt x="1763" y="0"/>
                    <a:pt x="159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8" name="Google Shape;30238;p154"/>
            <p:cNvSpPr/>
            <p:nvPr/>
          </p:nvSpPr>
          <p:spPr>
            <a:xfrm>
              <a:off x="1251923" y="3799883"/>
              <a:ext cx="28434" cy="74542"/>
            </a:xfrm>
            <a:custGeom>
              <a:rect b="b" l="l" r="r" t="t"/>
              <a:pathLst>
                <a:path extrusionOk="0" h="2501" w="954">
                  <a:moveTo>
                    <a:pt x="1" y="0"/>
                  </a:moveTo>
                  <a:lnTo>
                    <a:pt x="1" y="2501"/>
                  </a:lnTo>
                  <a:lnTo>
                    <a:pt x="644" y="2501"/>
                  </a:lnTo>
                  <a:cubicBezTo>
                    <a:pt x="811" y="2501"/>
                    <a:pt x="953" y="2358"/>
                    <a:pt x="953" y="2167"/>
                  </a:cubicBezTo>
                  <a:lnTo>
                    <a:pt x="953" y="310"/>
                  </a:lnTo>
                  <a:cubicBezTo>
                    <a:pt x="953" y="119"/>
                    <a:pt x="811" y="0"/>
                    <a:pt x="64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9" name="Google Shape;30239;p154"/>
            <p:cNvSpPr/>
            <p:nvPr/>
          </p:nvSpPr>
          <p:spPr>
            <a:xfrm>
              <a:off x="1130557" y="3838212"/>
              <a:ext cx="243477" cy="243477"/>
            </a:xfrm>
            <a:custGeom>
              <a:rect b="b" l="l" r="r" t="t"/>
              <a:pathLst>
                <a:path extrusionOk="0" h="8169" w="8169">
                  <a:moveTo>
                    <a:pt x="4073" y="0"/>
                  </a:moveTo>
                  <a:cubicBezTo>
                    <a:pt x="1810" y="0"/>
                    <a:pt x="1" y="1810"/>
                    <a:pt x="1" y="4072"/>
                  </a:cubicBezTo>
                  <a:cubicBezTo>
                    <a:pt x="1" y="6335"/>
                    <a:pt x="1858" y="8168"/>
                    <a:pt x="4073" y="8168"/>
                  </a:cubicBezTo>
                  <a:cubicBezTo>
                    <a:pt x="6335" y="8168"/>
                    <a:pt x="8169" y="6335"/>
                    <a:pt x="8169" y="4072"/>
                  </a:cubicBezTo>
                  <a:cubicBezTo>
                    <a:pt x="8169" y="1810"/>
                    <a:pt x="6311" y="0"/>
                    <a:pt x="4073"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0" name="Google Shape;30240;p154"/>
            <p:cNvSpPr/>
            <p:nvPr/>
          </p:nvSpPr>
          <p:spPr>
            <a:xfrm>
              <a:off x="1251923" y="3838212"/>
              <a:ext cx="122111" cy="243477"/>
            </a:xfrm>
            <a:custGeom>
              <a:rect b="b" l="l" r="r" t="t"/>
              <a:pathLst>
                <a:path extrusionOk="0" h="8169" w="4097">
                  <a:moveTo>
                    <a:pt x="1" y="0"/>
                  </a:moveTo>
                  <a:lnTo>
                    <a:pt x="1" y="8168"/>
                  </a:lnTo>
                  <a:cubicBezTo>
                    <a:pt x="2263" y="8168"/>
                    <a:pt x="4097" y="6311"/>
                    <a:pt x="4097" y="4072"/>
                  </a:cubicBezTo>
                  <a:cubicBezTo>
                    <a:pt x="4097" y="1858"/>
                    <a:pt x="2263" y="0"/>
                    <a:pt x="1"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1" name="Google Shape;30241;p154"/>
            <p:cNvSpPr/>
            <p:nvPr/>
          </p:nvSpPr>
          <p:spPr>
            <a:xfrm>
              <a:off x="1168171" y="3875826"/>
              <a:ext cx="168249" cy="168249"/>
            </a:xfrm>
            <a:custGeom>
              <a:rect b="b" l="l" r="r" t="t"/>
              <a:pathLst>
                <a:path extrusionOk="0" h="5645" w="5645">
                  <a:moveTo>
                    <a:pt x="2811" y="0"/>
                  </a:moveTo>
                  <a:cubicBezTo>
                    <a:pt x="1263" y="0"/>
                    <a:pt x="1" y="1262"/>
                    <a:pt x="1" y="2810"/>
                  </a:cubicBezTo>
                  <a:cubicBezTo>
                    <a:pt x="1" y="4358"/>
                    <a:pt x="1263" y="5644"/>
                    <a:pt x="2811" y="5644"/>
                  </a:cubicBezTo>
                  <a:cubicBezTo>
                    <a:pt x="4383" y="5644"/>
                    <a:pt x="5645" y="4358"/>
                    <a:pt x="5645" y="2810"/>
                  </a:cubicBezTo>
                  <a:cubicBezTo>
                    <a:pt x="5645" y="1262"/>
                    <a:pt x="4359" y="0"/>
                    <a:pt x="2811"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2" name="Google Shape;30242;p154"/>
            <p:cNvSpPr/>
            <p:nvPr/>
          </p:nvSpPr>
          <p:spPr>
            <a:xfrm>
              <a:off x="1251923" y="3875826"/>
              <a:ext cx="84497" cy="168249"/>
            </a:xfrm>
            <a:custGeom>
              <a:rect b="b" l="l" r="r" t="t"/>
              <a:pathLst>
                <a:path extrusionOk="0" h="5645" w="2835">
                  <a:moveTo>
                    <a:pt x="1" y="0"/>
                  </a:moveTo>
                  <a:lnTo>
                    <a:pt x="1" y="5644"/>
                  </a:lnTo>
                  <a:cubicBezTo>
                    <a:pt x="1573" y="5644"/>
                    <a:pt x="2835" y="4358"/>
                    <a:pt x="2835" y="2810"/>
                  </a:cubicBezTo>
                  <a:cubicBezTo>
                    <a:pt x="2835" y="1262"/>
                    <a:pt x="1549" y="0"/>
                    <a:pt x="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3" name="Google Shape;30243;p154"/>
            <p:cNvSpPr/>
            <p:nvPr/>
          </p:nvSpPr>
          <p:spPr>
            <a:xfrm>
              <a:off x="1205099" y="3912724"/>
              <a:ext cx="94422" cy="94422"/>
            </a:xfrm>
            <a:custGeom>
              <a:rect b="b" l="l" r="r" t="t"/>
              <a:pathLst>
                <a:path extrusionOk="0" h="3168" w="3168">
                  <a:moveTo>
                    <a:pt x="1572" y="1"/>
                  </a:moveTo>
                  <a:cubicBezTo>
                    <a:pt x="715" y="1"/>
                    <a:pt x="0" y="715"/>
                    <a:pt x="0" y="1572"/>
                  </a:cubicBezTo>
                  <a:cubicBezTo>
                    <a:pt x="0" y="2453"/>
                    <a:pt x="715" y="3168"/>
                    <a:pt x="1572" y="3168"/>
                  </a:cubicBezTo>
                  <a:cubicBezTo>
                    <a:pt x="2453" y="3168"/>
                    <a:pt x="3167" y="2453"/>
                    <a:pt x="3167" y="1572"/>
                  </a:cubicBezTo>
                  <a:cubicBezTo>
                    <a:pt x="3167" y="715"/>
                    <a:pt x="2453" y="1"/>
                    <a:pt x="1572" y="1"/>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4" name="Google Shape;30244;p154"/>
            <p:cNvSpPr/>
            <p:nvPr/>
          </p:nvSpPr>
          <p:spPr>
            <a:xfrm>
              <a:off x="1251923" y="3912724"/>
              <a:ext cx="46883" cy="94422"/>
            </a:xfrm>
            <a:custGeom>
              <a:rect b="b" l="l" r="r" t="t"/>
              <a:pathLst>
                <a:path extrusionOk="0" h="3168" w="1573">
                  <a:moveTo>
                    <a:pt x="1" y="1"/>
                  </a:moveTo>
                  <a:lnTo>
                    <a:pt x="1" y="3168"/>
                  </a:lnTo>
                  <a:cubicBezTo>
                    <a:pt x="882" y="3168"/>
                    <a:pt x="1573" y="2453"/>
                    <a:pt x="1573" y="1572"/>
                  </a:cubicBezTo>
                  <a:cubicBezTo>
                    <a:pt x="1573" y="715"/>
                    <a:pt x="858" y="1"/>
                    <a:pt x="1"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5" name="Google Shape;30245;p154"/>
            <p:cNvSpPr/>
            <p:nvPr/>
          </p:nvSpPr>
          <p:spPr>
            <a:xfrm>
              <a:off x="1052468" y="3925600"/>
              <a:ext cx="208724" cy="68790"/>
            </a:xfrm>
            <a:custGeom>
              <a:rect b="b" l="l" r="r" t="t"/>
              <a:pathLst>
                <a:path extrusionOk="0" h="2308" w="7003">
                  <a:moveTo>
                    <a:pt x="363" y="1"/>
                  </a:moveTo>
                  <a:cubicBezTo>
                    <a:pt x="313" y="1"/>
                    <a:pt x="261" y="14"/>
                    <a:pt x="215" y="45"/>
                  </a:cubicBezTo>
                  <a:cubicBezTo>
                    <a:pt x="25" y="140"/>
                    <a:pt x="1" y="354"/>
                    <a:pt x="120" y="497"/>
                  </a:cubicBezTo>
                  <a:lnTo>
                    <a:pt x="358" y="831"/>
                  </a:lnTo>
                  <a:cubicBezTo>
                    <a:pt x="192" y="831"/>
                    <a:pt x="25" y="974"/>
                    <a:pt x="25" y="1140"/>
                  </a:cubicBezTo>
                  <a:cubicBezTo>
                    <a:pt x="25" y="1331"/>
                    <a:pt x="192" y="1474"/>
                    <a:pt x="358" y="1474"/>
                  </a:cubicBezTo>
                  <a:lnTo>
                    <a:pt x="120" y="1807"/>
                  </a:lnTo>
                  <a:cubicBezTo>
                    <a:pt x="25" y="1950"/>
                    <a:pt x="25" y="2140"/>
                    <a:pt x="192" y="2260"/>
                  </a:cubicBezTo>
                  <a:cubicBezTo>
                    <a:pt x="239" y="2283"/>
                    <a:pt x="311" y="2307"/>
                    <a:pt x="358" y="2307"/>
                  </a:cubicBezTo>
                  <a:cubicBezTo>
                    <a:pt x="453" y="2307"/>
                    <a:pt x="549" y="2283"/>
                    <a:pt x="596" y="2188"/>
                  </a:cubicBezTo>
                  <a:lnTo>
                    <a:pt x="1144" y="1474"/>
                  </a:lnTo>
                  <a:lnTo>
                    <a:pt x="1620" y="1474"/>
                  </a:lnTo>
                  <a:lnTo>
                    <a:pt x="1382" y="1807"/>
                  </a:lnTo>
                  <a:cubicBezTo>
                    <a:pt x="1287" y="1950"/>
                    <a:pt x="1287" y="2140"/>
                    <a:pt x="1430" y="2260"/>
                  </a:cubicBezTo>
                  <a:cubicBezTo>
                    <a:pt x="1501" y="2283"/>
                    <a:pt x="1549" y="2307"/>
                    <a:pt x="1620" y="2307"/>
                  </a:cubicBezTo>
                  <a:cubicBezTo>
                    <a:pt x="1692" y="2307"/>
                    <a:pt x="1787" y="2283"/>
                    <a:pt x="1859" y="2188"/>
                  </a:cubicBezTo>
                  <a:lnTo>
                    <a:pt x="2382" y="1474"/>
                  </a:lnTo>
                  <a:lnTo>
                    <a:pt x="6669" y="1474"/>
                  </a:lnTo>
                  <a:cubicBezTo>
                    <a:pt x="6836" y="1474"/>
                    <a:pt x="7002" y="1331"/>
                    <a:pt x="6955" y="1116"/>
                  </a:cubicBezTo>
                  <a:cubicBezTo>
                    <a:pt x="7002" y="974"/>
                    <a:pt x="6883" y="855"/>
                    <a:pt x="6693" y="855"/>
                  </a:cubicBezTo>
                  <a:lnTo>
                    <a:pt x="2454" y="855"/>
                  </a:lnTo>
                  <a:lnTo>
                    <a:pt x="1906" y="140"/>
                  </a:lnTo>
                  <a:cubicBezTo>
                    <a:pt x="1848" y="53"/>
                    <a:pt x="1754" y="1"/>
                    <a:pt x="1652" y="1"/>
                  </a:cubicBezTo>
                  <a:cubicBezTo>
                    <a:pt x="1587" y="1"/>
                    <a:pt x="1519" y="22"/>
                    <a:pt x="1454" y="69"/>
                  </a:cubicBezTo>
                  <a:cubicBezTo>
                    <a:pt x="1311" y="164"/>
                    <a:pt x="1287" y="378"/>
                    <a:pt x="1406" y="521"/>
                  </a:cubicBezTo>
                  <a:lnTo>
                    <a:pt x="1644" y="855"/>
                  </a:lnTo>
                  <a:lnTo>
                    <a:pt x="1168" y="855"/>
                  </a:lnTo>
                  <a:lnTo>
                    <a:pt x="620" y="140"/>
                  </a:lnTo>
                  <a:cubicBezTo>
                    <a:pt x="572" y="59"/>
                    <a:pt x="469" y="1"/>
                    <a:pt x="363"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6" name="Google Shape;30246;p154"/>
            <p:cNvSpPr/>
            <p:nvPr/>
          </p:nvSpPr>
          <p:spPr>
            <a:xfrm>
              <a:off x="1251923" y="3951054"/>
              <a:ext cx="11386" cy="18479"/>
            </a:xfrm>
            <a:custGeom>
              <a:rect b="b" l="l" r="r" t="t"/>
              <a:pathLst>
                <a:path extrusionOk="0" h="620" w="382">
                  <a:moveTo>
                    <a:pt x="1" y="1"/>
                  </a:moveTo>
                  <a:lnTo>
                    <a:pt x="1" y="620"/>
                  </a:lnTo>
                  <a:cubicBezTo>
                    <a:pt x="168" y="620"/>
                    <a:pt x="287" y="524"/>
                    <a:pt x="310" y="405"/>
                  </a:cubicBezTo>
                  <a:cubicBezTo>
                    <a:pt x="382" y="167"/>
                    <a:pt x="215"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47" name="Google Shape;30247;p154"/>
          <p:cNvGrpSpPr/>
          <p:nvPr/>
        </p:nvGrpSpPr>
        <p:grpSpPr>
          <a:xfrm>
            <a:off x="1063465" y="3989680"/>
            <a:ext cx="279727" cy="347507"/>
            <a:chOff x="1085134" y="4185291"/>
            <a:chExt cx="257694" cy="320136"/>
          </a:xfrm>
        </p:grpSpPr>
        <p:sp>
          <p:nvSpPr>
            <p:cNvPr id="30248" name="Google Shape;30248;p154"/>
            <p:cNvSpPr/>
            <p:nvPr/>
          </p:nvSpPr>
          <p:spPr>
            <a:xfrm>
              <a:off x="1190882" y="4186006"/>
              <a:ext cx="151946" cy="205148"/>
            </a:xfrm>
            <a:custGeom>
              <a:rect b="b" l="l" r="r" t="t"/>
              <a:pathLst>
                <a:path extrusionOk="0" h="6883" w="5098">
                  <a:moveTo>
                    <a:pt x="953" y="0"/>
                  </a:moveTo>
                  <a:cubicBezTo>
                    <a:pt x="739" y="0"/>
                    <a:pt x="501" y="24"/>
                    <a:pt x="263" y="72"/>
                  </a:cubicBezTo>
                  <a:cubicBezTo>
                    <a:pt x="120" y="72"/>
                    <a:pt x="1" y="214"/>
                    <a:pt x="1" y="357"/>
                  </a:cubicBezTo>
                  <a:lnTo>
                    <a:pt x="1" y="1643"/>
                  </a:lnTo>
                  <a:cubicBezTo>
                    <a:pt x="1" y="1691"/>
                    <a:pt x="25" y="1762"/>
                    <a:pt x="72" y="1810"/>
                  </a:cubicBezTo>
                  <a:lnTo>
                    <a:pt x="3240" y="6740"/>
                  </a:lnTo>
                  <a:cubicBezTo>
                    <a:pt x="3311" y="6811"/>
                    <a:pt x="3406" y="6882"/>
                    <a:pt x="3525" y="6882"/>
                  </a:cubicBezTo>
                  <a:cubicBezTo>
                    <a:pt x="4383" y="6882"/>
                    <a:pt x="5097" y="6192"/>
                    <a:pt x="5073" y="5311"/>
                  </a:cubicBezTo>
                  <a:lnTo>
                    <a:pt x="5073" y="4120"/>
                  </a:lnTo>
                  <a:cubicBezTo>
                    <a:pt x="5073" y="1858"/>
                    <a:pt x="3216"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9" name="Google Shape;30249;p154"/>
            <p:cNvSpPr/>
            <p:nvPr/>
          </p:nvSpPr>
          <p:spPr>
            <a:xfrm>
              <a:off x="1215024" y="4186006"/>
              <a:ext cx="127804" cy="205863"/>
            </a:xfrm>
            <a:custGeom>
              <a:rect b="b" l="l" r="r" t="t"/>
              <a:pathLst>
                <a:path extrusionOk="0" h="6907" w="4288">
                  <a:moveTo>
                    <a:pt x="1" y="0"/>
                  </a:moveTo>
                  <a:lnTo>
                    <a:pt x="1" y="2953"/>
                  </a:lnTo>
                  <a:lnTo>
                    <a:pt x="2430" y="6763"/>
                  </a:lnTo>
                  <a:cubicBezTo>
                    <a:pt x="2501" y="6859"/>
                    <a:pt x="2572" y="6906"/>
                    <a:pt x="2692" y="6906"/>
                  </a:cubicBezTo>
                  <a:cubicBezTo>
                    <a:pt x="3573" y="6906"/>
                    <a:pt x="4287" y="6192"/>
                    <a:pt x="4287" y="5334"/>
                  </a:cubicBezTo>
                  <a:lnTo>
                    <a:pt x="4287" y="4144"/>
                  </a:lnTo>
                  <a:cubicBezTo>
                    <a:pt x="4287" y="1858"/>
                    <a:pt x="2406" y="0"/>
                    <a:pt x="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0" name="Google Shape;30250;p154"/>
            <p:cNvSpPr/>
            <p:nvPr/>
          </p:nvSpPr>
          <p:spPr>
            <a:xfrm>
              <a:off x="1085134" y="4185291"/>
              <a:ext cx="220050" cy="281091"/>
            </a:xfrm>
            <a:custGeom>
              <a:rect b="b" l="l" r="r" t="t"/>
              <a:pathLst>
                <a:path extrusionOk="0" h="9431" w="7383">
                  <a:moveTo>
                    <a:pt x="3168" y="0"/>
                  </a:moveTo>
                  <a:cubicBezTo>
                    <a:pt x="3025" y="0"/>
                    <a:pt x="2858" y="143"/>
                    <a:pt x="2858" y="334"/>
                  </a:cubicBezTo>
                  <a:lnTo>
                    <a:pt x="2858" y="1786"/>
                  </a:lnTo>
                  <a:cubicBezTo>
                    <a:pt x="2668" y="1929"/>
                    <a:pt x="2453" y="2072"/>
                    <a:pt x="2310" y="2286"/>
                  </a:cubicBezTo>
                  <a:lnTo>
                    <a:pt x="310" y="4692"/>
                  </a:lnTo>
                  <a:cubicBezTo>
                    <a:pt x="0" y="5097"/>
                    <a:pt x="0" y="5620"/>
                    <a:pt x="358" y="5978"/>
                  </a:cubicBezTo>
                  <a:lnTo>
                    <a:pt x="667" y="6287"/>
                  </a:lnTo>
                  <a:cubicBezTo>
                    <a:pt x="840" y="6460"/>
                    <a:pt x="1083" y="6555"/>
                    <a:pt x="1327" y="6555"/>
                  </a:cubicBezTo>
                  <a:cubicBezTo>
                    <a:pt x="1486" y="6555"/>
                    <a:pt x="1646" y="6515"/>
                    <a:pt x="1787" y="6430"/>
                  </a:cubicBezTo>
                  <a:lnTo>
                    <a:pt x="2787" y="5859"/>
                  </a:lnTo>
                  <a:lnTo>
                    <a:pt x="3025" y="5859"/>
                  </a:lnTo>
                  <a:lnTo>
                    <a:pt x="3025" y="6049"/>
                  </a:lnTo>
                  <a:lnTo>
                    <a:pt x="2549" y="6454"/>
                  </a:lnTo>
                  <a:cubicBezTo>
                    <a:pt x="1763" y="7121"/>
                    <a:pt x="1310" y="8097"/>
                    <a:pt x="1310" y="9097"/>
                  </a:cubicBezTo>
                  <a:cubicBezTo>
                    <a:pt x="1310" y="9288"/>
                    <a:pt x="1477" y="9431"/>
                    <a:pt x="1644" y="9431"/>
                  </a:cubicBezTo>
                  <a:lnTo>
                    <a:pt x="7097" y="9431"/>
                  </a:lnTo>
                  <a:cubicBezTo>
                    <a:pt x="7240" y="9431"/>
                    <a:pt x="7383" y="9288"/>
                    <a:pt x="7383" y="9097"/>
                  </a:cubicBezTo>
                  <a:lnTo>
                    <a:pt x="7383" y="4120"/>
                  </a:lnTo>
                  <a:cubicBezTo>
                    <a:pt x="7383" y="2644"/>
                    <a:pt x="6240" y="1381"/>
                    <a:pt x="4740" y="1262"/>
                  </a:cubicBezTo>
                  <a:lnTo>
                    <a:pt x="4740" y="1143"/>
                  </a:lnTo>
                  <a:cubicBezTo>
                    <a:pt x="4740" y="500"/>
                    <a:pt x="4216" y="0"/>
                    <a:pt x="35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1" name="Google Shape;30251;p154"/>
            <p:cNvSpPr/>
            <p:nvPr/>
          </p:nvSpPr>
          <p:spPr>
            <a:xfrm>
              <a:off x="1215024" y="4193815"/>
              <a:ext cx="90160" cy="271851"/>
            </a:xfrm>
            <a:custGeom>
              <a:rect b="b" l="l" r="r" t="t"/>
              <a:pathLst>
                <a:path extrusionOk="0" h="9121" w="3025">
                  <a:moveTo>
                    <a:pt x="1" y="0"/>
                  </a:moveTo>
                  <a:lnTo>
                    <a:pt x="1" y="9121"/>
                  </a:lnTo>
                  <a:lnTo>
                    <a:pt x="2692" y="9121"/>
                  </a:lnTo>
                  <a:cubicBezTo>
                    <a:pt x="2882" y="9121"/>
                    <a:pt x="3025" y="8978"/>
                    <a:pt x="3025" y="8788"/>
                  </a:cubicBezTo>
                  <a:lnTo>
                    <a:pt x="3025" y="3810"/>
                  </a:lnTo>
                  <a:cubicBezTo>
                    <a:pt x="3025" y="2358"/>
                    <a:pt x="1882" y="1119"/>
                    <a:pt x="382" y="1000"/>
                  </a:cubicBezTo>
                  <a:lnTo>
                    <a:pt x="382" y="881"/>
                  </a:lnTo>
                  <a:cubicBezTo>
                    <a:pt x="382" y="548"/>
                    <a:pt x="239" y="214"/>
                    <a:pt x="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2" name="Google Shape;30252;p154"/>
            <p:cNvSpPr/>
            <p:nvPr/>
          </p:nvSpPr>
          <p:spPr>
            <a:xfrm>
              <a:off x="1248376" y="4372407"/>
              <a:ext cx="19194" cy="55020"/>
            </a:xfrm>
            <a:custGeom>
              <a:rect b="b" l="l" r="r" t="t"/>
              <a:pathLst>
                <a:path extrusionOk="0" h="1846" w="644">
                  <a:moveTo>
                    <a:pt x="346" y="1"/>
                  </a:moveTo>
                  <a:cubicBezTo>
                    <a:pt x="326" y="1"/>
                    <a:pt x="306" y="4"/>
                    <a:pt x="287" y="9"/>
                  </a:cubicBezTo>
                  <a:cubicBezTo>
                    <a:pt x="120" y="33"/>
                    <a:pt x="1" y="176"/>
                    <a:pt x="1" y="319"/>
                  </a:cubicBezTo>
                  <a:lnTo>
                    <a:pt x="1" y="1581"/>
                  </a:lnTo>
                  <a:cubicBezTo>
                    <a:pt x="1" y="1713"/>
                    <a:pt x="103" y="1846"/>
                    <a:pt x="250" y="1846"/>
                  </a:cubicBezTo>
                  <a:cubicBezTo>
                    <a:pt x="262" y="1846"/>
                    <a:pt x="274" y="1845"/>
                    <a:pt x="287" y="1843"/>
                  </a:cubicBezTo>
                  <a:cubicBezTo>
                    <a:pt x="301" y="1845"/>
                    <a:pt x="315" y="1846"/>
                    <a:pt x="328" y="1846"/>
                  </a:cubicBezTo>
                  <a:cubicBezTo>
                    <a:pt x="501" y="1846"/>
                    <a:pt x="644" y="1712"/>
                    <a:pt x="644" y="1557"/>
                  </a:cubicBezTo>
                  <a:lnTo>
                    <a:pt x="644" y="295"/>
                  </a:lnTo>
                  <a:cubicBezTo>
                    <a:pt x="644" y="148"/>
                    <a:pt x="496" y="1"/>
                    <a:pt x="346" y="1"/>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3" name="Google Shape;30253;p154"/>
            <p:cNvSpPr/>
            <p:nvPr/>
          </p:nvSpPr>
          <p:spPr>
            <a:xfrm>
              <a:off x="1176695" y="4275421"/>
              <a:ext cx="19910" cy="19910"/>
            </a:xfrm>
            <a:custGeom>
              <a:rect b="b" l="l" r="r" t="t"/>
              <a:pathLst>
                <a:path extrusionOk="0" h="668" w="668">
                  <a:moveTo>
                    <a:pt x="334" y="1"/>
                  </a:moveTo>
                  <a:cubicBezTo>
                    <a:pt x="143" y="1"/>
                    <a:pt x="1" y="144"/>
                    <a:pt x="1" y="334"/>
                  </a:cubicBezTo>
                  <a:cubicBezTo>
                    <a:pt x="1" y="525"/>
                    <a:pt x="143" y="667"/>
                    <a:pt x="334" y="667"/>
                  </a:cubicBezTo>
                  <a:cubicBezTo>
                    <a:pt x="501" y="667"/>
                    <a:pt x="667" y="525"/>
                    <a:pt x="667" y="334"/>
                  </a:cubicBezTo>
                  <a:cubicBezTo>
                    <a:pt x="667" y="144"/>
                    <a:pt x="501" y="1"/>
                    <a:pt x="33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4" name="Google Shape;30254;p154"/>
            <p:cNvSpPr/>
            <p:nvPr/>
          </p:nvSpPr>
          <p:spPr>
            <a:xfrm>
              <a:off x="1086565" y="4447188"/>
              <a:ext cx="256263" cy="57524"/>
            </a:xfrm>
            <a:custGeom>
              <a:rect b="b" l="l" r="r" t="t"/>
              <a:pathLst>
                <a:path extrusionOk="0" h="1930" w="8598">
                  <a:moveTo>
                    <a:pt x="1143" y="1"/>
                  </a:moveTo>
                  <a:cubicBezTo>
                    <a:pt x="500" y="1"/>
                    <a:pt x="0" y="525"/>
                    <a:pt x="0" y="1144"/>
                  </a:cubicBezTo>
                  <a:lnTo>
                    <a:pt x="0" y="1596"/>
                  </a:lnTo>
                  <a:cubicBezTo>
                    <a:pt x="0" y="1787"/>
                    <a:pt x="143" y="1930"/>
                    <a:pt x="310" y="1930"/>
                  </a:cubicBezTo>
                  <a:lnTo>
                    <a:pt x="8264" y="1930"/>
                  </a:lnTo>
                  <a:cubicBezTo>
                    <a:pt x="8454" y="1930"/>
                    <a:pt x="8597" y="1811"/>
                    <a:pt x="8597" y="1596"/>
                  </a:cubicBezTo>
                  <a:lnTo>
                    <a:pt x="8597" y="1144"/>
                  </a:lnTo>
                  <a:cubicBezTo>
                    <a:pt x="8597" y="501"/>
                    <a:pt x="8049" y="1"/>
                    <a:pt x="743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5" name="Google Shape;30255;p154"/>
            <p:cNvSpPr/>
            <p:nvPr/>
          </p:nvSpPr>
          <p:spPr>
            <a:xfrm>
              <a:off x="1215024" y="4447903"/>
              <a:ext cx="127804" cy="57524"/>
            </a:xfrm>
            <a:custGeom>
              <a:rect b="b" l="l" r="r" t="t"/>
              <a:pathLst>
                <a:path extrusionOk="0" h="1930" w="4288">
                  <a:moveTo>
                    <a:pt x="1" y="1"/>
                  </a:moveTo>
                  <a:lnTo>
                    <a:pt x="1" y="1930"/>
                  </a:lnTo>
                  <a:lnTo>
                    <a:pt x="3954" y="1930"/>
                  </a:lnTo>
                  <a:cubicBezTo>
                    <a:pt x="4144" y="1930"/>
                    <a:pt x="4287" y="1787"/>
                    <a:pt x="4287" y="1596"/>
                  </a:cubicBezTo>
                  <a:lnTo>
                    <a:pt x="4287" y="1167"/>
                  </a:lnTo>
                  <a:cubicBezTo>
                    <a:pt x="4287" y="501"/>
                    <a:pt x="3739" y="1"/>
                    <a:pt x="312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56" name="Google Shape;30256;p154"/>
          <p:cNvGrpSpPr/>
          <p:nvPr/>
        </p:nvGrpSpPr>
        <p:grpSpPr>
          <a:xfrm>
            <a:off x="1773921" y="4004656"/>
            <a:ext cx="347525" cy="348296"/>
            <a:chOff x="1773921" y="4157056"/>
            <a:chExt cx="347525" cy="348296"/>
          </a:xfrm>
        </p:grpSpPr>
        <p:sp>
          <p:nvSpPr>
            <p:cNvPr id="30257" name="Google Shape;30257;p154"/>
            <p:cNvSpPr/>
            <p:nvPr/>
          </p:nvSpPr>
          <p:spPr>
            <a:xfrm>
              <a:off x="2045150" y="4453713"/>
              <a:ext cx="50118" cy="50118"/>
            </a:xfrm>
            <a:custGeom>
              <a:rect b="b" l="l" r="r" t="t"/>
              <a:pathLst>
                <a:path extrusionOk="0" h="1549" w="1549">
                  <a:moveTo>
                    <a:pt x="786" y="0"/>
                  </a:moveTo>
                  <a:cubicBezTo>
                    <a:pt x="357" y="0"/>
                    <a:pt x="0" y="334"/>
                    <a:pt x="0" y="786"/>
                  </a:cubicBezTo>
                  <a:cubicBezTo>
                    <a:pt x="0" y="1191"/>
                    <a:pt x="334" y="1548"/>
                    <a:pt x="786" y="1548"/>
                  </a:cubicBezTo>
                  <a:cubicBezTo>
                    <a:pt x="1215" y="1548"/>
                    <a:pt x="1548" y="1239"/>
                    <a:pt x="1548" y="786"/>
                  </a:cubicBezTo>
                  <a:cubicBezTo>
                    <a:pt x="1548" y="357"/>
                    <a:pt x="1215" y="0"/>
                    <a:pt x="786"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8" name="Google Shape;30258;p154"/>
            <p:cNvSpPr/>
            <p:nvPr/>
          </p:nvSpPr>
          <p:spPr>
            <a:xfrm>
              <a:off x="1828633" y="4453713"/>
              <a:ext cx="50862" cy="50118"/>
            </a:xfrm>
            <a:custGeom>
              <a:rect b="b" l="l" r="r" t="t"/>
              <a:pathLst>
                <a:path extrusionOk="0" h="1549" w="1572">
                  <a:moveTo>
                    <a:pt x="762" y="0"/>
                  </a:moveTo>
                  <a:cubicBezTo>
                    <a:pt x="357" y="0"/>
                    <a:pt x="0" y="334"/>
                    <a:pt x="0" y="786"/>
                  </a:cubicBezTo>
                  <a:cubicBezTo>
                    <a:pt x="0" y="1191"/>
                    <a:pt x="334" y="1548"/>
                    <a:pt x="762" y="1548"/>
                  </a:cubicBezTo>
                  <a:cubicBezTo>
                    <a:pt x="1215" y="1548"/>
                    <a:pt x="1572" y="1239"/>
                    <a:pt x="1548" y="786"/>
                  </a:cubicBezTo>
                  <a:cubicBezTo>
                    <a:pt x="1548" y="357"/>
                    <a:pt x="1215" y="0"/>
                    <a:pt x="76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9" name="Google Shape;30259;p154"/>
            <p:cNvSpPr/>
            <p:nvPr/>
          </p:nvSpPr>
          <p:spPr>
            <a:xfrm>
              <a:off x="1937280" y="4453713"/>
              <a:ext cx="50118" cy="50118"/>
            </a:xfrm>
            <a:custGeom>
              <a:rect b="b" l="l" r="r" t="t"/>
              <a:pathLst>
                <a:path extrusionOk="0" h="1549" w="1549">
                  <a:moveTo>
                    <a:pt x="786" y="0"/>
                  </a:moveTo>
                  <a:cubicBezTo>
                    <a:pt x="357" y="0"/>
                    <a:pt x="0" y="334"/>
                    <a:pt x="0" y="786"/>
                  </a:cubicBezTo>
                  <a:cubicBezTo>
                    <a:pt x="0" y="1191"/>
                    <a:pt x="333" y="1548"/>
                    <a:pt x="786" y="1548"/>
                  </a:cubicBezTo>
                  <a:cubicBezTo>
                    <a:pt x="1191" y="1548"/>
                    <a:pt x="1548" y="1239"/>
                    <a:pt x="1548" y="786"/>
                  </a:cubicBezTo>
                  <a:cubicBezTo>
                    <a:pt x="1548" y="357"/>
                    <a:pt x="1215" y="0"/>
                    <a:pt x="78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0" name="Google Shape;30260;p154"/>
            <p:cNvSpPr/>
            <p:nvPr/>
          </p:nvSpPr>
          <p:spPr>
            <a:xfrm>
              <a:off x="1962678" y="4453713"/>
              <a:ext cx="24719" cy="51639"/>
            </a:xfrm>
            <a:custGeom>
              <a:rect b="b" l="l" r="r" t="t"/>
              <a:pathLst>
                <a:path extrusionOk="0" h="1596" w="764">
                  <a:moveTo>
                    <a:pt x="1" y="0"/>
                  </a:moveTo>
                  <a:lnTo>
                    <a:pt x="1" y="1596"/>
                  </a:lnTo>
                  <a:cubicBezTo>
                    <a:pt x="430" y="1548"/>
                    <a:pt x="763" y="1239"/>
                    <a:pt x="763" y="786"/>
                  </a:cubicBezTo>
                  <a:cubicBezTo>
                    <a:pt x="763" y="334"/>
                    <a:pt x="406"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1" name="Google Shape;30261;p154"/>
            <p:cNvSpPr/>
            <p:nvPr/>
          </p:nvSpPr>
          <p:spPr>
            <a:xfrm>
              <a:off x="1773921" y="4157056"/>
              <a:ext cx="347525" cy="298216"/>
            </a:xfrm>
            <a:custGeom>
              <a:rect b="b" l="l" r="r" t="t"/>
              <a:pathLst>
                <a:path extrusionOk="0" h="9217" w="10741">
                  <a:moveTo>
                    <a:pt x="2144" y="1"/>
                  </a:moveTo>
                  <a:cubicBezTo>
                    <a:pt x="1953" y="1"/>
                    <a:pt x="1810" y="167"/>
                    <a:pt x="1810" y="334"/>
                  </a:cubicBezTo>
                  <a:lnTo>
                    <a:pt x="1810" y="1430"/>
                  </a:lnTo>
                  <a:lnTo>
                    <a:pt x="1620" y="1620"/>
                  </a:lnTo>
                  <a:lnTo>
                    <a:pt x="239" y="3287"/>
                  </a:lnTo>
                  <a:cubicBezTo>
                    <a:pt x="24" y="3525"/>
                    <a:pt x="0" y="3882"/>
                    <a:pt x="167" y="4144"/>
                  </a:cubicBezTo>
                  <a:lnTo>
                    <a:pt x="477" y="4597"/>
                  </a:lnTo>
                  <a:cubicBezTo>
                    <a:pt x="628" y="4809"/>
                    <a:pt x="857" y="4915"/>
                    <a:pt x="1089" y="4915"/>
                  </a:cubicBezTo>
                  <a:cubicBezTo>
                    <a:pt x="1222" y="4915"/>
                    <a:pt x="1356" y="4881"/>
                    <a:pt x="1477" y="4811"/>
                  </a:cubicBezTo>
                  <a:lnTo>
                    <a:pt x="1953" y="4502"/>
                  </a:lnTo>
                  <a:lnTo>
                    <a:pt x="1953" y="9217"/>
                  </a:lnTo>
                  <a:lnTo>
                    <a:pt x="3620" y="9217"/>
                  </a:lnTo>
                  <a:lnTo>
                    <a:pt x="4168" y="6859"/>
                  </a:lnTo>
                  <a:cubicBezTo>
                    <a:pt x="4668" y="7074"/>
                    <a:pt x="5192" y="7145"/>
                    <a:pt x="5764" y="7145"/>
                  </a:cubicBezTo>
                  <a:cubicBezTo>
                    <a:pt x="6311" y="7145"/>
                    <a:pt x="6859" y="7026"/>
                    <a:pt x="7502" y="6835"/>
                  </a:cubicBezTo>
                  <a:lnTo>
                    <a:pt x="8026" y="9217"/>
                  </a:lnTo>
                  <a:lnTo>
                    <a:pt x="9693" y="9217"/>
                  </a:lnTo>
                  <a:lnTo>
                    <a:pt x="9693" y="5430"/>
                  </a:lnTo>
                  <a:cubicBezTo>
                    <a:pt x="9693" y="5073"/>
                    <a:pt x="9598" y="4740"/>
                    <a:pt x="9431" y="4454"/>
                  </a:cubicBezTo>
                  <a:lnTo>
                    <a:pt x="9431" y="4454"/>
                  </a:lnTo>
                  <a:cubicBezTo>
                    <a:pt x="10122" y="4859"/>
                    <a:pt x="10122" y="5549"/>
                    <a:pt x="10122" y="5835"/>
                  </a:cubicBezTo>
                  <a:cubicBezTo>
                    <a:pt x="10122" y="6012"/>
                    <a:pt x="10244" y="6147"/>
                    <a:pt x="10433" y="6147"/>
                  </a:cubicBezTo>
                  <a:cubicBezTo>
                    <a:pt x="10448" y="6147"/>
                    <a:pt x="10463" y="6147"/>
                    <a:pt x="10479" y="6145"/>
                  </a:cubicBezTo>
                  <a:cubicBezTo>
                    <a:pt x="10622" y="6121"/>
                    <a:pt x="10741" y="6002"/>
                    <a:pt x="10741" y="5811"/>
                  </a:cubicBezTo>
                  <a:cubicBezTo>
                    <a:pt x="10741" y="5002"/>
                    <a:pt x="10431" y="4383"/>
                    <a:pt x="9883" y="3978"/>
                  </a:cubicBezTo>
                  <a:cubicBezTo>
                    <a:pt x="9360" y="3621"/>
                    <a:pt x="8621" y="3406"/>
                    <a:pt x="7692" y="3406"/>
                  </a:cubicBezTo>
                  <a:lnTo>
                    <a:pt x="5144" y="3406"/>
                  </a:lnTo>
                  <a:lnTo>
                    <a:pt x="5144" y="3144"/>
                  </a:lnTo>
                  <a:cubicBezTo>
                    <a:pt x="5144" y="2620"/>
                    <a:pt x="5001" y="2144"/>
                    <a:pt x="4668" y="1739"/>
                  </a:cubicBezTo>
                  <a:cubicBezTo>
                    <a:pt x="4406" y="1382"/>
                    <a:pt x="4049" y="1120"/>
                    <a:pt x="3644" y="953"/>
                  </a:cubicBezTo>
                  <a:cubicBezTo>
                    <a:pt x="3525" y="429"/>
                    <a:pt x="3049" y="1"/>
                    <a:pt x="250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2" name="Google Shape;30262;p154"/>
            <p:cNvSpPr/>
            <p:nvPr/>
          </p:nvSpPr>
          <p:spPr>
            <a:xfrm>
              <a:off x="1961934" y="4267999"/>
              <a:ext cx="159510" cy="188047"/>
            </a:xfrm>
            <a:custGeom>
              <a:rect b="b" l="l" r="r" t="t"/>
              <a:pathLst>
                <a:path extrusionOk="0" h="5812" w="4930">
                  <a:moveTo>
                    <a:pt x="0" y="1"/>
                  </a:moveTo>
                  <a:lnTo>
                    <a:pt x="0" y="3764"/>
                  </a:lnTo>
                  <a:cubicBezTo>
                    <a:pt x="524" y="3716"/>
                    <a:pt x="1072" y="3645"/>
                    <a:pt x="1667" y="3430"/>
                  </a:cubicBezTo>
                  <a:lnTo>
                    <a:pt x="2215" y="5812"/>
                  </a:lnTo>
                  <a:lnTo>
                    <a:pt x="3882" y="5812"/>
                  </a:lnTo>
                  <a:lnTo>
                    <a:pt x="3882" y="1978"/>
                  </a:lnTo>
                  <a:cubicBezTo>
                    <a:pt x="3882" y="1620"/>
                    <a:pt x="3787" y="1287"/>
                    <a:pt x="3620" y="977"/>
                  </a:cubicBezTo>
                  <a:lnTo>
                    <a:pt x="3620" y="977"/>
                  </a:lnTo>
                  <a:cubicBezTo>
                    <a:pt x="4311" y="1406"/>
                    <a:pt x="4311" y="2097"/>
                    <a:pt x="4311" y="2382"/>
                  </a:cubicBezTo>
                  <a:cubicBezTo>
                    <a:pt x="4311" y="2559"/>
                    <a:pt x="4433" y="2695"/>
                    <a:pt x="4603" y="2695"/>
                  </a:cubicBezTo>
                  <a:cubicBezTo>
                    <a:pt x="4616" y="2695"/>
                    <a:pt x="4630" y="2694"/>
                    <a:pt x="4644" y="2692"/>
                  </a:cubicBezTo>
                  <a:cubicBezTo>
                    <a:pt x="4811" y="2644"/>
                    <a:pt x="4930" y="2525"/>
                    <a:pt x="4930" y="2359"/>
                  </a:cubicBezTo>
                  <a:cubicBezTo>
                    <a:pt x="4930" y="1573"/>
                    <a:pt x="4620" y="954"/>
                    <a:pt x="4072" y="573"/>
                  </a:cubicBezTo>
                  <a:cubicBezTo>
                    <a:pt x="3549" y="215"/>
                    <a:pt x="2810" y="1"/>
                    <a:pt x="188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3" name="Google Shape;30263;p154"/>
            <p:cNvSpPr/>
            <p:nvPr/>
          </p:nvSpPr>
          <p:spPr>
            <a:xfrm>
              <a:off x="1847884" y="4230274"/>
              <a:ext cx="20837" cy="21581"/>
            </a:xfrm>
            <a:custGeom>
              <a:rect b="b" l="l" r="r" t="t"/>
              <a:pathLst>
                <a:path extrusionOk="0" h="667" w="644">
                  <a:moveTo>
                    <a:pt x="334" y="0"/>
                  </a:moveTo>
                  <a:cubicBezTo>
                    <a:pt x="143" y="0"/>
                    <a:pt x="1" y="143"/>
                    <a:pt x="1" y="333"/>
                  </a:cubicBezTo>
                  <a:cubicBezTo>
                    <a:pt x="1" y="524"/>
                    <a:pt x="143" y="667"/>
                    <a:pt x="334" y="667"/>
                  </a:cubicBezTo>
                  <a:cubicBezTo>
                    <a:pt x="501" y="667"/>
                    <a:pt x="644" y="524"/>
                    <a:pt x="644" y="333"/>
                  </a:cubicBezTo>
                  <a:cubicBezTo>
                    <a:pt x="644" y="143"/>
                    <a:pt x="501" y="0"/>
                    <a:pt x="33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4" name="Google Shape;30264;p154"/>
            <p:cNvSpPr/>
            <p:nvPr/>
          </p:nvSpPr>
          <p:spPr>
            <a:xfrm>
              <a:off x="1801649" y="4443683"/>
              <a:ext cx="319797" cy="20060"/>
            </a:xfrm>
            <a:custGeom>
              <a:rect b="b" l="l" r="r" t="t"/>
              <a:pathLst>
                <a:path extrusionOk="0" h="620" w="9884">
                  <a:moveTo>
                    <a:pt x="334" y="1"/>
                  </a:moveTo>
                  <a:cubicBezTo>
                    <a:pt x="144" y="1"/>
                    <a:pt x="1" y="167"/>
                    <a:pt x="25" y="358"/>
                  </a:cubicBezTo>
                  <a:cubicBezTo>
                    <a:pt x="48" y="501"/>
                    <a:pt x="215" y="620"/>
                    <a:pt x="358" y="620"/>
                  </a:cubicBezTo>
                  <a:lnTo>
                    <a:pt x="9550" y="620"/>
                  </a:lnTo>
                  <a:cubicBezTo>
                    <a:pt x="9741" y="620"/>
                    <a:pt x="9884" y="477"/>
                    <a:pt x="9860" y="263"/>
                  </a:cubicBezTo>
                  <a:cubicBezTo>
                    <a:pt x="9812" y="120"/>
                    <a:pt x="9669" y="1"/>
                    <a:pt x="9527" y="1"/>
                  </a:cubicBezTo>
                  <a:close/>
                </a:path>
              </a:pathLst>
            </a:custGeom>
            <a:solidFill>
              <a:srgbClr val="94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5" name="Google Shape;30265;p154"/>
            <p:cNvSpPr/>
            <p:nvPr/>
          </p:nvSpPr>
          <p:spPr>
            <a:xfrm>
              <a:off x="1962678" y="4443683"/>
              <a:ext cx="158766" cy="20060"/>
            </a:xfrm>
            <a:custGeom>
              <a:rect b="b" l="l" r="r" t="t"/>
              <a:pathLst>
                <a:path extrusionOk="0" h="620" w="4907">
                  <a:moveTo>
                    <a:pt x="1" y="1"/>
                  </a:moveTo>
                  <a:lnTo>
                    <a:pt x="1" y="620"/>
                  </a:lnTo>
                  <a:lnTo>
                    <a:pt x="4573" y="620"/>
                  </a:lnTo>
                  <a:cubicBezTo>
                    <a:pt x="4764" y="620"/>
                    <a:pt x="4907" y="477"/>
                    <a:pt x="4883" y="263"/>
                  </a:cubicBezTo>
                  <a:cubicBezTo>
                    <a:pt x="4883" y="120"/>
                    <a:pt x="4764" y="1"/>
                    <a:pt x="457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6" name="Google Shape;30266;p154"/>
          <p:cNvGrpSpPr/>
          <p:nvPr/>
        </p:nvGrpSpPr>
        <p:grpSpPr>
          <a:xfrm>
            <a:off x="2542893" y="4004656"/>
            <a:ext cx="319018" cy="348296"/>
            <a:chOff x="2542893" y="4157056"/>
            <a:chExt cx="319018" cy="348296"/>
          </a:xfrm>
        </p:grpSpPr>
        <p:sp>
          <p:nvSpPr>
            <p:cNvPr id="30267" name="Google Shape;30267;p154"/>
            <p:cNvSpPr/>
            <p:nvPr/>
          </p:nvSpPr>
          <p:spPr>
            <a:xfrm>
              <a:off x="2542893" y="4186337"/>
              <a:ext cx="92471" cy="155692"/>
            </a:xfrm>
            <a:custGeom>
              <a:rect b="b" l="l" r="r" t="t"/>
              <a:pathLst>
                <a:path extrusionOk="0" h="4812" w="2858">
                  <a:moveTo>
                    <a:pt x="1167" y="1"/>
                  </a:moveTo>
                  <a:cubicBezTo>
                    <a:pt x="500" y="1"/>
                    <a:pt x="0" y="525"/>
                    <a:pt x="0" y="1168"/>
                  </a:cubicBezTo>
                  <a:lnTo>
                    <a:pt x="0" y="2192"/>
                  </a:lnTo>
                  <a:cubicBezTo>
                    <a:pt x="0" y="3597"/>
                    <a:pt x="1096" y="4764"/>
                    <a:pt x="2501" y="4811"/>
                  </a:cubicBezTo>
                  <a:lnTo>
                    <a:pt x="2834" y="4811"/>
                  </a:lnTo>
                  <a:lnTo>
                    <a:pt x="2858" y="4192"/>
                  </a:lnTo>
                  <a:lnTo>
                    <a:pt x="2525" y="4192"/>
                  </a:lnTo>
                  <a:cubicBezTo>
                    <a:pt x="1453" y="4144"/>
                    <a:pt x="619" y="3263"/>
                    <a:pt x="619" y="2192"/>
                  </a:cubicBezTo>
                  <a:lnTo>
                    <a:pt x="619" y="1168"/>
                  </a:lnTo>
                  <a:cubicBezTo>
                    <a:pt x="619" y="858"/>
                    <a:pt x="858" y="620"/>
                    <a:pt x="1167" y="620"/>
                  </a:cubicBezTo>
                  <a:lnTo>
                    <a:pt x="2334" y="620"/>
                  </a:lnTo>
                  <a:lnTo>
                    <a:pt x="233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8" name="Google Shape;30268;p154"/>
            <p:cNvSpPr/>
            <p:nvPr/>
          </p:nvSpPr>
          <p:spPr>
            <a:xfrm>
              <a:off x="2769408" y="4186337"/>
              <a:ext cx="92503" cy="155692"/>
            </a:xfrm>
            <a:custGeom>
              <a:rect b="b" l="l" r="r" t="t"/>
              <a:pathLst>
                <a:path extrusionOk="0" h="4812" w="2859">
                  <a:moveTo>
                    <a:pt x="548" y="1"/>
                  </a:moveTo>
                  <a:lnTo>
                    <a:pt x="548" y="620"/>
                  </a:lnTo>
                  <a:lnTo>
                    <a:pt x="1692" y="620"/>
                  </a:lnTo>
                  <a:cubicBezTo>
                    <a:pt x="2001" y="620"/>
                    <a:pt x="2239" y="858"/>
                    <a:pt x="2239" y="1168"/>
                  </a:cubicBezTo>
                  <a:lnTo>
                    <a:pt x="2239" y="2192"/>
                  </a:lnTo>
                  <a:cubicBezTo>
                    <a:pt x="2239" y="3263"/>
                    <a:pt x="1406" y="4144"/>
                    <a:pt x="334" y="4192"/>
                  </a:cubicBezTo>
                  <a:lnTo>
                    <a:pt x="1" y="4192"/>
                  </a:lnTo>
                  <a:lnTo>
                    <a:pt x="25" y="4811"/>
                  </a:lnTo>
                  <a:lnTo>
                    <a:pt x="358" y="4811"/>
                  </a:lnTo>
                  <a:cubicBezTo>
                    <a:pt x="1763" y="4716"/>
                    <a:pt x="2858" y="3597"/>
                    <a:pt x="2858" y="2192"/>
                  </a:cubicBezTo>
                  <a:lnTo>
                    <a:pt x="2858" y="1144"/>
                  </a:lnTo>
                  <a:cubicBezTo>
                    <a:pt x="2858" y="501"/>
                    <a:pt x="2335" y="1"/>
                    <a:pt x="1692"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9" name="Google Shape;30269;p154"/>
            <p:cNvSpPr/>
            <p:nvPr/>
          </p:nvSpPr>
          <p:spPr>
            <a:xfrm>
              <a:off x="2676194" y="4356618"/>
              <a:ext cx="53968" cy="104830"/>
            </a:xfrm>
            <a:custGeom>
              <a:rect b="b" l="l" r="r" t="t"/>
              <a:pathLst>
                <a:path extrusionOk="0" h="3240" w="1668">
                  <a:moveTo>
                    <a:pt x="0" y="1"/>
                  </a:moveTo>
                  <a:lnTo>
                    <a:pt x="0" y="3239"/>
                  </a:lnTo>
                  <a:lnTo>
                    <a:pt x="1667" y="3239"/>
                  </a:lnTo>
                  <a:lnTo>
                    <a:pt x="1667"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0" name="Google Shape;30270;p154"/>
            <p:cNvSpPr/>
            <p:nvPr/>
          </p:nvSpPr>
          <p:spPr>
            <a:xfrm>
              <a:off x="2703146" y="4356618"/>
              <a:ext cx="27016" cy="104830"/>
            </a:xfrm>
            <a:custGeom>
              <a:rect b="b" l="l" r="r" t="t"/>
              <a:pathLst>
                <a:path extrusionOk="0" h="3240" w="835">
                  <a:moveTo>
                    <a:pt x="1" y="1"/>
                  </a:moveTo>
                  <a:lnTo>
                    <a:pt x="1" y="3239"/>
                  </a:lnTo>
                  <a:lnTo>
                    <a:pt x="834" y="3239"/>
                  </a:lnTo>
                  <a:lnTo>
                    <a:pt x="834"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1" name="Google Shape;30271;p154"/>
            <p:cNvSpPr/>
            <p:nvPr/>
          </p:nvSpPr>
          <p:spPr>
            <a:xfrm>
              <a:off x="2609156" y="4444460"/>
              <a:ext cx="185718" cy="60892"/>
            </a:xfrm>
            <a:custGeom>
              <a:rect b="b" l="l" r="r" t="t"/>
              <a:pathLst>
                <a:path extrusionOk="0" h="1882" w="5740">
                  <a:moveTo>
                    <a:pt x="1382" y="0"/>
                  </a:moveTo>
                  <a:cubicBezTo>
                    <a:pt x="881" y="0"/>
                    <a:pt x="453" y="334"/>
                    <a:pt x="286" y="763"/>
                  </a:cubicBezTo>
                  <a:lnTo>
                    <a:pt x="48" y="1453"/>
                  </a:lnTo>
                  <a:cubicBezTo>
                    <a:pt x="0" y="1572"/>
                    <a:pt x="48" y="1715"/>
                    <a:pt x="167" y="1810"/>
                  </a:cubicBezTo>
                  <a:cubicBezTo>
                    <a:pt x="215" y="1834"/>
                    <a:pt x="286" y="1882"/>
                    <a:pt x="334" y="1882"/>
                  </a:cubicBezTo>
                  <a:lnTo>
                    <a:pt x="5335" y="1882"/>
                  </a:lnTo>
                  <a:cubicBezTo>
                    <a:pt x="5406" y="1882"/>
                    <a:pt x="5454" y="1834"/>
                    <a:pt x="5525" y="1810"/>
                  </a:cubicBezTo>
                  <a:cubicBezTo>
                    <a:pt x="5692" y="1715"/>
                    <a:pt x="5740" y="1572"/>
                    <a:pt x="5692" y="1453"/>
                  </a:cubicBezTo>
                  <a:lnTo>
                    <a:pt x="5454" y="763"/>
                  </a:lnTo>
                  <a:cubicBezTo>
                    <a:pt x="5311" y="286"/>
                    <a:pt x="4858" y="0"/>
                    <a:pt x="435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2" name="Google Shape;30272;p154"/>
            <p:cNvSpPr/>
            <p:nvPr/>
          </p:nvSpPr>
          <p:spPr>
            <a:xfrm>
              <a:off x="2597605" y="4158609"/>
              <a:ext cx="210372" cy="225029"/>
            </a:xfrm>
            <a:custGeom>
              <a:rect b="b" l="l" r="r" t="t"/>
              <a:pathLst>
                <a:path extrusionOk="0" h="6955" w="6502">
                  <a:moveTo>
                    <a:pt x="310" y="0"/>
                  </a:moveTo>
                  <a:cubicBezTo>
                    <a:pt x="167" y="0"/>
                    <a:pt x="0" y="143"/>
                    <a:pt x="0" y="310"/>
                  </a:cubicBezTo>
                  <a:lnTo>
                    <a:pt x="0" y="3692"/>
                  </a:lnTo>
                  <a:cubicBezTo>
                    <a:pt x="0" y="5430"/>
                    <a:pt x="1405" y="6930"/>
                    <a:pt x="3191" y="6954"/>
                  </a:cubicBezTo>
                  <a:cubicBezTo>
                    <a:pt x="3206" y="6954"/>
                    <a:pt x="3221" y="6954"/>
                    <a:pt x="3236" y="6954"/>
                  </a:cubicBezTo>
                  <a:cubicBezTo>
                    <a:pt x="5049" y="6954"/>
                    <a:pt x="6501" y="5511"/>
                    <a:pt x="6501" y="3715"/>
                  </a:cubicBezTo>
                  <a:lnTo>
                    <a:pt x="6501" y="310"/>
                  </a:lnTo>
                  <a:cubicBezTo>
                    <a:pt x="6501" y="143"/>
                    <a:pt x="6359" y="0"/>
                    <a:pt x="616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3" name="Google Shape;30273;p154"/>
            <p:cNvSpPr/>
            <p:nvPr/>
          </p:nvSpPr>
          <p:spPr>
            <a:xfrm>
              <a:off x="2702369" y="4443683"/>
              <a:ext cx="93279" cy="60148"/>
            </a:xfrm>
            <a:custGeom>
              <a:rect b="b" l="l" r="r" t="t"/>
              <a:pathLst>
                <a:path extrusionOk="0" h="1859" w="2883">
                  <a:moveTo>
                    <a:pt x="1" y="1"/>
                  </a:moveTo>
                  <a:lnTo>
                    <a:pt x="1" y="1858"/>
                  </a:lnTo>
                  <a:lnTo>
                    <a:pt x="2525" y="1858"/>
                  </a:lnTo>
                  <a:cubicBezTo>
                    <a:pt x="2573" y="1858"/>
                    <a:pt x="2644" y="1834"/>
                    <a:pt x="2692" y="1811"/>
                  </a:cubicBezTo>
                  <a:cubicBezTo>
                    <a:pt x="2811" y="1715"/>
                    <a:pt x="2882" y="1572"/>
                    <a:pt x="2811" y="1453"/>
                  </a:cubicBezTo>
                  <a:lnTo>
                    <a:pt x="2573" y="763"/>
                  </a:lnTo>
                  <a:cubicBezTo>
                    <a:pt x="2430" y="286"/>
                    <a:pt x="1977" y="1"/>
                    <a:pt x="1477"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4" name="Google Shape;30274;p154"/>
            <p:cNvSpPr/>
            <p:nvPr/>
          </p:nvSpPr>
          <p:spPr>
            <a:xfrm>
              <a:off x="2703146" y="4157056"/>
              <a:ext cx="104830" cy="225806"/>
            </a:xfrm>
            <a:custGeom>
              <a:rect b="b" l="l" r="r" t="t"/>
              <a:pathLst>
                <a:path extrusionOk="0" h="6979" w="3240">
                  <a:moveTo>
                    <a:pt x="1" y="1"/>
                  </a:moveTo>
                  <a:lnTo>
                    <a:pt x="1" y="6978"/>
                  </a:lnTo>
                  <a:cubicBezTo>
                    <a:pt x="1787" y="6978"/>
                    <a:pt x="3239" y="5526"/>
                    <a:pt x="3239" y="3740"/>
                  </a:cubicBezTo>
                  <a:lnTo>
                    <a:pt x="3239" y="334"/>
                  </a:lnTo>
                  <a:cubicBezTo>
                    <a:pt x="3239" y="167"/>
                    <a:pt x="3097" y="1"/>
                    <a:pt x="29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5" name="Google Shape;30275;p154"/>
            <p:cNvSpPr/>
            <p:nvPr/>
          </p:nvSpPr>
          <p:spPr>
            <a:xfrm>
              <a:off x="2638436" y="4200993"/>
              <a:ext cx="129485" cy="123305"/>
            </a:xfrm>
            <a:custGeom>
              <a:rect b="b" l="l" r="r" t="t"/>
              <a:pathLst>
                <a:path extrusionOk="0" h="3811" w="4002">
                  <a:moveTo>
                    <a:pt x="2001" y="0"/>
                  </a:moveTo>
                  <a:cubicBezTo>
                    <a:pt x="1882" y="0"/>
                    <a:pt x="1786" y="48"/>
                    <a:pt x="1739" y="167"/>
                  </a:cubicBezTo>
                  <a:lnTo>
                    <a:pt x="1286" y="1072"/>
                  </a:lnTo>
                  <a:lnTo>
                    <a:pt x="310" y="1215"/>
                  </a:lnTo>
                  <a:cubicBezTo>
                    <a:pt x="191" y="1215"/>
                    <a:pt x="72" y="1310"/>
                    <a:pt x="24" y="1429"/>
                  </a:cubicBezTo>
                  <a:cubicBezTo>
                    <a:pt x="0" y="1548"/>
                    <a:pt x="24" y="1667"/>
                    <a:pt x="119" y="1739"/>
                  </a:cubicBezTo>
                  <a:lnTo>
                    <a:pt x="834" y="2453"/>
                  </a:lnTo>
                  <a:lnTo>
                    <a:pt x="667" y="3453"/>
                  </a:lnTo>
                  <a:cubicBezTo>
                    <a:pt x="619" y="3572"/>
                    <a:pt x="691" y="3691"/>
                    <a:pt x="786" y="3739"/>
                  </a:cubicBezTo>
                  <a:cubicBezTo>
                    <a:pt x="834" y="3763"/>
                    <a:pt x="905" y="3810"/>
                    <a:pt x="953" y="3810"/>
                  </a:cubicBezTo>
                  <a:cubicBezTo>
                    <a:pt x="977" y="3810"/>
                    <a:pt x="1048" y="3763"/>
                    <a:pt x="1096" y="3763"/>
                  </a:cubicBezTo>
                  <a:lnTo>
                    <a:pt x="2001" y="3287"/>
                  </a:lnTo>
                  <a:lnTo>
                    <a:pt x="2882" y="3763"/>
                  </a:lnTo>
                  <a:cubicBezTo>
                    <a:pt x="2922" y="3793"/>
                    <a:pt x="2970" y="3806"/>
                    <a:pt x="3020" y="3806"/>
                  </a:cubicBezTo>
                  <a:cubicBezTo>
                    <a:pt x="3088" y="3806"/>
                    <a:pt x="3160" y="3781"/>
                    <a:pt x="3215" y="3739"/>
                  </a:cubicBezTo>
                  <a:cubicBezTo>
                    <a:pt x="3310" y="3691"/>
                    <a:pt x="3358" y="3572"/>
                    <a:pt x="3334" y="3453"/>
                  </a:cubicBezTo>
                  <a:lnTo>
                    <a:pt x="3168" y="2453"/>
                  </a:lnTo>
                  <a:lnTo>
                    <a:pt x="3858" y="1739"/>
                  </a:lnTo>
                  <a:cubicBezTo>
                    <a:pt x="3953" y="1667"/>
                    <a:pt x="4001" y="1524"/>
                    <a:pt x="3953" y="1429"/>
                  </a:cubicBezTo>
                  <a:cubicBezTo>
                    <a:pt x="3906" y="1310"/>
                    <a:pt x="3811" y="1238"/>
                    <a:pt x="3692" y="1215"/>
                  </a:cubicBezTo>
                  <a:lnTo>
                    <a:pt x="2715" y="1072"/>
                  </a:lnTo>
                  <a:lnTo>
                    <a:pt x="2263" y="167"/>
                  </a:lnTo>
                  <a:cubicBezTo>
                    <a:pt x="2239" y="48"/>
                    <a:pt x="2120" y="0"/>
                    <a:pt x="20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6" name="Google Shape;30276;p154"/>
            <p:cNvSpPr/>
            <p:nvPr/>
          </p:nvSpPr>
          <p:spPr>
            <a:xfrm>
              <a:off x="2703146" y="4198664"/>
              <a:ext cx="63998" cy="124405"/>
            </a:xfrm>
            <a:custGeom>
              <a:rect b="b" l="l" r="r" t="t"/>
              <a:pathLst>
                <a:path extrusionOk="0" h="3845" w="1978">
                  <a:moveTo>
                    <a:pt x="1" y="1"/>
                  </a:moveTo>
                  <a:lnTo>
                    <a:pt x="1" y="3311"/>
                  </a:lnTo>
                  <a:lnTo>
                    <a:pt x="882" y="3811"/>
                  </a:lnTo>
                  <a:cubicBezTo>
                    <a:pt x="920" y="3834"/>
                    <a:pt x="965" y="3845"/>
                    <a:pt x="1013" y="3845"/>
                  </a:cubicBezTo>
                  <a:cubicBezTo>
                    <a:pt x="1113" y="3845"/>
                    <a:pt x="1222" y="3797"/>
                    <a:pt x="1287" y="3716"/>
                  </a:cubicBezTo>
                  <a:cubicBezTo>
                    <a:pt x="1334" y="3668"/>
                    <a:pt x="1358" y="3549"/>
                    <a:pt x="1334" y="3454"/>
                  </a:cubicBezTo>
                  <a:lnTo>
                    <a:pt x="1168" y="2477"/>
                  </a:lnTo>
                  <a:lnTo>
                    <a:pt x="1858" y="1763"/>
                  </a:lnTo>
                  <a:cubicBezTo>
                    <a:pt x="1953" y="1668"/>
                    <a:pt x="1977" y="1549"/>
                    <a:pt x="1953" y="1430"/>
                  </a:cubicBezTo>
                  <a:cubicBezTo>
                    <a:pt x="1930" y="1310"/>
                    <a:pt x="1811" y="1215"/>
                    <a:pt x="1692" y="1215"/>
                  </a:cubicBezTo>
                  <a:lnTo>
                    <a:pt x="715" y="1072"/>
                  </a:lnTo>
                  <a:lnTo>
                    <a:pt x="263" y="191"/>
                  </a:lnTo>
                  <a:cubicBezTo>
                    <a:pt x="215" y="72"/>
                    <a:pt x="120" y="1"/>
                    <a:pt x="1"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7" name="Google Shape;30277;p154"/>
          <p:cNvGrpSpPr/>
          <p:nvPr/>
        </p:nvGrpSpPr>
        <p:grpSpPr>
          <a:xfrm>
            <a:off x="3290285" y="4006209"/>
            <a:ext cx="303619" cy="346749"/>
            <a:chOff x="3290285" y="4158609"/>
            <a:chExt cx="303619" cy="346749"/>
          </a:xfrm>
        </p:grpSpPr>
        <p:sp>
          <p:nvSpPr>
            <p:cNvPr id="30278" name="Google Shape;30278;p154"/>
            <p:cNvSpPr/>
            <p:nvPr/>
          </p:nvSpPr>
          <p:spPr>
            <a:xfrm>
              <a:off x="3290285" y="4158803"/>
              <a:ext cx="303619" cy="346554"/>
            </a:xfrm>
            <a:custGeom>
              <a:rect b="b" l="l" r="r" t="t"/>
              <a:pathLst>
                <a:path extrusionOk="0" h="10711" w="9384">
                  <a:moveTo>
                    <a:pt x="4941" y="1"/>
                  </a:moveTo>
                  <a:cubicBezTo>
                    <a:pt x="4511" y="1"/>
                    <a:pt x="4089" y="81"/>
                    <a:pt x="3668" y="232"/>
                  </a:cubicBezTo>
                  <a:cubicBezTo>
                    <a:pt x="3096" y="399"/>
                    <a:pt x="2596" y="709"/>
                    <a:pt x="2144" y="1090"/>
                  </a:cubicBezTo>
                  <a:cubicBezTo>
                    <a:pt x="1262" y="1852"/>
                    <a:pt x="715" y="3019"/>
                    <a:pt x="715" y="4209"/>
                  </a:cubicBezTo>
                  <a:lnTo>
                    <a:pt x="96" y="6115"/>
                  </a:lnTo>
                  <a:cubicBezTo>
                    <a:pt x="0" y="6329"/>
                    <a:pt x="48" y="6591"/>
                    <a:pt x="191" y="6781"/>
                  </a:cubicBezTo>
                  <a:cubicBezTo>
                    <a:pt x="334" y="6948"/>
                    <a:pt x="548" y="7067"/>
                    <a:pt x="786" y="7067"/>
                  </a:cubicBezTo>
                  <a:lnTo>
                    <a:pt x="1358" y="7067"/>
                  </a:lnTo>
                  <a:lnTo>
                    <a:pt x="1358" y="8234"/>
                  </a:lnTo>
                  <a:cubicBezTo>
                    <a:pt x="1358" y="8758"/>
                    <a:pt x="1786" y="9187"/>
                    <a:pt x="2310" y="9187"/>
                  </a:cubicBezTo>
                  <a:lnTo>
                    <a:pt x="3215" y="9187"/>
                  </a:lnTo>
                  <a:lnTo>
                    <a:pt x="3215" y="10425"/>
                  </a:lnTo>
                  <a:cubicBezTo>
                    <a:pt x="3215" y="10592"/>
                    <a:pt x="3334" y="10711"/>
                    <a:pt x="3501" y="10711"/>
                  </a:cubicBezTo>
                  <a:lnTo>
                    <a:pt x="7740" y="10711"/>
                  </a:lnTo>
                  <a:cubicBezTo>
                    <a:pt x="7907" y="10711"/>
                    <a:pt x="8050" y="10544"/>
                    <a:pt x="8026" y="10401"/>
                  </a:cubicBezTo>
                  <a:lnTo>
                    <a:pt x="8026" y="7329"/>
                  </a:lnTo>
                  <a:cubicBezTo>
                    <a:pt x="8931" y="6448"/>
                    <a:pt x="9383" y="5234"/>
                    <a:pt x="9264" y="3948"/>
                  </a:cubicBezTo>
                  <a:cubicBezTo>
                    <a:pt x="9217" y="2971"/>
                    <a:pt x="8764" y="2042"/>
                    <a:pt x="8073" y="1328"/>
                  </a:cubicBezTo>
                  <a:cubicBezTo>
                    <a:pt x="7359" y="614"/>
                    <a:pt x="6478" y="161"/>
                    <a:pt x="5478" y="42"/>
                  </a:cubicBezTo>
                  <a:cubicBezTo>
                    <a:pt x="5297" y="14"/>
                    <a:pt x="5118" y="1"/>
                    <a:pt x="494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9" name="Google Shape;30279;p154"/>
            <p:cNvSpPr/>
            <p:nvPr/>
          </p:nvSpPr>
          <p:spPr>
            <a:xfrm>
              <a:off x="3452090" y="4158609"/>
              <a:ext cx="141812" cy="345228"/>
            </a:xfrm>
            <a:custGeom>
              <a:rect b="b" l="l" r="r" t="t"/>
              <a:pathLst>
                <a:path extrusionOk="0" h="10670" w="4383">
                  <a:moveTo>
                    <a:pt x="0" y="0"/>
                  </a:moveTo>
                  <a:lnTo>
                    <a:pt x="0" y="10669"/>
                  </a:lnTo>
                  <a:lnTo>
                    <a:pt x="2715" y="10669"/>
                  </a:lnTo>
                  <a:cubicBezTo>
                    <a:pt x="2906" y="10669"/>
                    <a:pt x="3049" y="10526"/>
                    <a:pt x="3049" y="10336"/>
                  </a:cubicBezTo>
                  <a:lnTo>
                    <a:pt x="3049" y="7288"/>
                  </a:lnTo>
                  <a:cubicBezTo>
                    <a:pt x="3930" y="6383"/>
                    <a:pt x="4382" y="5144"/>
                    <a:pt x="4287" y="3882"/>
                  </a:cubicBezTo>
                  <a:cubicBezTo>
                    <a:pt x="4216" y="2930"/>
                    <a:pt x="3787" y="1977"/>
                    <a:pt x="3072" y="1310"/>
                  </a:cubicBezTo>
                  <a:cubicBezTo>
                    <a:pt x="2382" y="596"/>
                    <a:pt x="1477" y="143"/>
                    <a:pt x="477" y="24"/>
                  </a:cubicBezTo>
                  <a:cubicBezTo>
                    <a:pt x="334" y="0"/>
                    <a:pt x="167" y="0"/>
                    <a:pt x="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0" name="Google Shape;30280;p154"/>
            <p:cNvSpPr/>
            <p:nvPr/>
          </p:nvSpPr>
          <p:spPr>
            <a:xfrm>
              <a:off x="3375021" y="4209373"/>
              <a:ext cx="157245" cy="174329"/>
            </a:xfrm>
            <a:custGeom>
              <a:rect b="b" l="l" r="r" t="t"/>
              <a:pathLst>
                <a:path extrusionOk="0" h="5388" w="4860">
                  <a:moveTo>
                    <a:pt x="2382" y="1456"/>
                  </a:moveTo>
                  <a:cubicBezTo>
                    <a:pt x="3073" y="1456"/>
                    <a:pt x="3645" y="2027"/>
                    <a:pt x="3645" y="2718"/>
                  </a:cubicBezTo>
                  <a:cubicBezTo>
                    <a:pt x="3668" y="3385"/>
                    <a:pt x="3097" y="3956"/>
                    <a:pt x="2382" y="3956"/>
                  </a:cubicBezTo>
                  <a:cubicBezTo>
                    <a:pt x="1716" y="3956"/>
                    <a:pt x="1144" y="3385"/>
                    <a:pt x="1144" y="2718"/>
                  </a:cubicBezTo>
                  <a:cubicBezTo>
                    <a:pt x="1144" y="2027"/>
                    <a:pt x="1716" y="1456"/>
                    <a:pt x="2382" y="1456"/>
                  </a:cubicBezTo>
                  <a:close/>
                  <a:moveTo>
                    <a:pt x="2436" y="0"/>
                  </a:moveTo>
                  <a:cubicBezTo>
                    <a:pt x="2263" y="0"/>
                    <a:pt x="2120" y="134"/>
                    <a:pt x="2120" y="289"/>
                  </a:cubicBezTo>
                  <a:lnTo>
                    <a:pt x="2120" y="837"/>
                  </a:lnTo>
                  <a:cubicBezTo>
                    <a:pt x="1668" y="932"/>
                    <a:pt x="1263" y="1170"/>
                    <a:pt x="1001" y="1480"/>
                  </a:cubicBezTo>
                  <a:lnTo>
                    <a:pt x="501" y="1218"/>
                  </a:lnTo>
                  <a:cubicBezTo>
                    <a:pt x="456" y="1188"/>
                    <a:pt x="409" y="1174"/>
                    <a:pt x="362" y="1174"/>
                  </a:cubicBezTo>
                  <a:cubicBezTo>
                    <a:pt x="261" y="1174"/>
                    <a:pt x="162" y="1239"/>
                    <a:pt x="96" y="1337"/>
                  </a:cubicBezTo>
                  <a:cubicBezTo>
                    <a:pt x="1" y="1480"/>
                    <a:pt x="72" y="1670"/>
                    <a:pt x="215" y="1765"/>
                  </a:cubicBezTo>
                  <a:lnTo>
                    <a:pt x="692" y="2027"/>
                  </a:lnTo>
                  <a:cubicBezTo>
                    <a:pt x="596" y="2218"/>
                    <a:pt x="572" y="2432"/>
                    <a:pt x="572" y="2670"/>
                  </a:cubicBezTo>
                  <a:cubicBezTo>
                    <a:pt x="572" y="2908"/>
                    <a:pt x="596" y="3123"/>
                    <a:pt x="692" y="3337"/>
                  </a:cubicBezTo>
                  <a:lnTo>
                    <a:pt x="215" y="3599"/>
                  </a:lnTo>
                  <a:cubicBezTo>
                    <a:pt x="72" y="3694"/>
                    <a:pt x="1" y="3861"/>
                    <a:pt x="96" y="4004"/>
                  </a:cubicBezTo>
                  <a:cubicBezTo>
                    <a:pt x="168" y="4099"/>
                    <a:pt x="239" y="4171"/>
                    <a:pt x="358" y="4171"/>
                  </a:cubicBezTo>
                  <a:cubicBezTo>
                    <a:pt x="430" y="4171"/>
                    <a:pt x="477" y="4171"/>
                    <a:pt x="501" y="4123"/>
                  </a:cubicBezTo>
                  <a:lnTo>
                    <a:pt x="1001" y="3861"/>
                  </a:lnTo>
                  <a:cubicBezTo>
                    <a:pt x="1263" y="4194"/>
                    <a:pt x="1668" y="4433"/>
                    <a:pt x="2120" y="4528"/>
                  </a:cubicBezTo>
                  <a:lnTo>
                    <a:pt x="2120" y="5052"/>
                  </a:lnTo>
                  <a:cubicBezTo>
                    <a:pt x="2120" y="5195"/>
                    <a:pt x="2239" y="5361"/>
                    <a:pt x="2382" y="5385"/>
                  </a:cubicBezTo>
                  <a:cubicBezTo>
                    <a:pt x="2396" y="5387"/>
                    <a:pt x="2410" y="5388"/>
                    <a:pt x="2424" y="5388"/>
                  </a:cubicBezTo>
                  <a:cubicBezTo>
                    <a:pt x="2596" y="5388"/>
                    <a:pt x="2740" y="5252"/>
                    <a:pt x="2740" y="5076"/>
                  </a:cubicBezTo>
                  <a:lnTo>
                    <a:pt x="2740" y="4552"/>
                  </a:lnTo>
                  <a:cubicBezTo>
                    <a:pt x="3192" y="4456"/>
                    <a:pt x="3597" y="4218"/>
                    <a:pt x="3883" y="3885"/>
                  </a:cubicBezTo>
                  <a:lnTo>
                    <a:pt x="4359" y="4171"/>
                  </a:lnTo>
                  <a:cubicBezTo>
                    <a:pt x="4407" y="4194"/>
                    <a:pt x="4454" y="4194"/>
                    <a:pt x="4502" y="4194"/>
                  </a:cubicBezTo>
                  <a:cubicBezTo>
                    <a:pt x="4621" y="4194"/>
                    <a:pt x="4716" y="4123"/>
                    <a:pt x="4764" y="4052"/>
                  </a:cubicBezTo>
                  <a:cubicBezTo>
                    <a:pt x="4835" y="3932"/>
                    <a:pt x="4811" y="3718"/>
                    <a:pt x="4645" y="3623"/>
                  </a:cubicBezTo>
                  <a:lnTo>
                    <a:pt x="4168" y="3361"/>
                  </a:lnTo>
                  <a:cubicBezTo>
                    <a:pt x="4264" y="3147"/>
                    <a:pt x="4288" y="2956"/>
                    <a:pt x="4288" y="2718"/>
                  </a:cubicBezTo>
                  <a:cubicBezTo>
                    <a:pt x="4288" y="2480"/>
                    <a:pt x="4264" y="2265"/>
                    <a:pt x="4168" y="2051"/>
                  </a:cubicBezTo>
                  <a:lnTo>
                    <a:pt x="4645" y="1789"/>
                  </a:lnTo>
                  <a:cubicBezTo>
                    <a:pt x="4811" y="1694"/>
                    <a:pt x="4859" y="1527"/>
                    <a:pt x="4811" y="1408"/>
                  </a:cubicBezTo>
                  <a:cubicBezTo>
                    <a:pt x="4744" y="1273"/>
                    <a:pt x="4617" y="1210"/>
                    <a:pt x="4497" y="1210"/>
                  </a:cubicBezTo>
                  <a:cubicBezTo>
                    <a:pt x="4448" y="1210"/>
                    <a:pt x="4401" y="1221"/>
                    <a:pt x="4359" y="1241"/>
                  </a:cubicBezTo>
                  <a:lnTo>
                    <a:pt x="3883" y="1527"/>
                  </a:lnTo>
                  <a:cubicBezTo>
                    <a:pt x="3621" y="1194"/>
                    <a:pt x="3192" y="956"/>
                    <a:pt x="2740" y="860"/>
                  </a:cubicBezTo>
                  <a:lnTo>
                    <a:pt x="2740" y="337"/>
                  </a:lnTo>
                  <a:cubicBezTo>
                    <a:pt x="2740" y="170"/>
                    <a:pt x="2621" y="27"/>
                    <a:pt x="2478" y="3"/>
                  </a:cubicBezTo>
                  <a:cubicBezTo>
                    <a:pt x="2464" y="1"/>
                    <a:pt x="2450" y="0"/>
                    <a:pt x="243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1" name="Google Shape;30281;p154"/>
            <p:cNvSpPr/>
            <p:nvPr/>
          </p:nvSpPr>
          <p:spPr>
            <a:xfrm>
              <a:off x="3452867" y="4209470"/>
              <a:ext cx="79399" cy="174911"/>
            </a:xfrm>
            <a:custGeom>
              <a:rect b="b" l="l" r="r" t="t"/>
              <a:pathLst>
                <a:path extrusionOk="0" h="5406" w="2454">
                  <a:moveTo>
                    <a:pt x="0" y="0"/>
                  </a:moveTo>
                  <a:lnTo>
                    <a:pt x="0" y="1453"/>
                  </a:lnTo>
                  <a:cubicBezTo>
                    <a:pt x="691" y="1453"/>
                    <a:pt x="1262" y="2024"/>
                    <a:pt x="1262" y="2715"/>
                  </a:cubicBezTo>
                  <a:cubicBezTo>
                    <a:pt x="1262" y="3382"/>
                    <a:pt x="691" y="3953"/>
                    <a:pt x="0" y="3953"/>
                  </a:cubicBezTo>
                  <a:lnTo>
                    <a:pt x="0" y="5406"/>
                  </a:lnTo>
                  <a:cubicBezTo>
                    <a:pt x="191" y="5406"/>
                    <a:pt x="334" y="5263"/>
                    <a:pt x="334" y="5073"/>
                  </a:cubicBezTo>
                  <a:lnTo>
                    <a:pt x="334" y="4549"/>
                  </a:lnTo>
                  <a:cubicBezTo>
                    <a:pt x="786" y="4453"/>
                    <a:pt x="1191" y="4215"/>
                    <a:pt x="1477" y="3882"/>
                  </a:cubicBezTo>
                  <a:lnTo>
                    <a:pt x="1953" y="4168"/>
                  </a:lnTo>
                  <a:cubicBezTo>
                    <a:pt x="2001" y="4191"/>
                    <a:pt x="2048" y="4191"/>
                    <a:pt x="2096" y="4191"/>
                  </a:cubicBezTo>
                  <a:cubicBezTo>
                    <a:pt x="2215" y="4191"/>
                    <a:pt x="2310" y="4120"/>
                    <a:pt x="2358" y="4049"/>
                  </a:cubicBezTo>
                  <a:cubicBezTo>
                    <a:pt x="2429" y="3929"/>
                    <a:pt x="2405" y="3715"/>
                    <a:pt x="2239" y="3620"/>
                  </a:cubicBezTo>
                  <a:lnTo>
                    <a:pt x="1762" y="3358"/>
                  </a:lnTo>
                  <a:cubicBezTo>
                    <a:pt x="1858" y="3144"/>
                    <a:pt x="1882" y="2953"/>
                    <a:pt x="1882" y="2715"/>
                  </a:cubicBezTo>
                  <a:cubicBezTo>
                    <a:pt x="1882" y="2477"/>
                    <a:pt x="1858" y="2262"/>
                    <a:pt x="1762" y="2048"/>
                  </a:cubicBezTo>
                  <a:lnTo>
                    <a:pt x="2239" y="1786"/>
                  </a:lnTo>
                  <a:cubicBezTo>
                    <a:pt x="2405" y="1691"/>
                    <a:pt x="2453" y="1524"/>
                    <a:pt x="2405" y="1405"/>
                  </a:cubicBezTo>
                  <a:cubicBezTo>
                    <a:pt x="2338" y="1270"/>
                    <a:pt x="2211" y="1207"/>
                    <a:pt x="2091" y="1207"/>
                  </a:cubicBezTo>
                  <a:cubicBezTo>
                    <a:pt x="2042" y="1207"/>
                    <a:pt x="1995" y="1218"/>
                    <a:pt x="1953" y="1238"/>
                  </a:cubicBezTo>
                  <a:lnTo>
                    <a:pt x="1477" y="1524"/>
                  </a:lnTo>
                  <a:cubicBezTo>
                    <a:pt x="1215" y="1191"/>
                    <a:pt x="786" y="953"/>
                    <a:pt x="334" y="857"/>
                  </a:cubicBezTo>
                  <a:lnTo>
                    <a:pt x="334" y="334"/>
                  </a:lnTo>
                  <a:cubicBezTo>
                    <a:pt x="334" y="143"/>
                    <a:pt x="191"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2" name="Google Shape;30282;p154"/>
          <p:cNvGrpSpPr/>
          <p:nvPr/>
        </p:nvGrpSpPr>
        <p:grpSpPr>
          <a:xfrm>
            <a:off x="4041526" y="4006209"/>
            <a:ext cx="303619" cy="346749"/>
            <a:chOff x="4041526" y="4158609"/>
            <a:chExt cx="303619" cy="346749"/>
          </a:xfrm>
        </p:grpSpPr>
        <p:sp>
          <p:nvSpPr>
            <p:cNvPr id="30283" name="Google Shape;30283;p154"/>
            <p:cNvSpPr/>
            <p:nvPr/>
          </p:nvSpPr>
          <p:spPr>
            <a:xfrm>
              <a:off x="4041526" y="4158803"/>
              <a:ext cx="303619" cy="346554"/>
            </a:xfrm>
            <a:custGeom>
              <a:rect b="b" l="l" r="r" t="t"/>
              <a:pathLst>
                <a:path extrusionOk="0" h="10711" w="9384">
                  <a:moveTo>
                    <a:pt x="4941" y="1"/>
                  </a:moveTo>
                  <a:cubicBezTo>
                    <a:pt x="4511" y="1"/>
                    <a:pt x="4090" y="81"/>
                    <a:pt x="3668" y="232"/>
                  </a:cubicBezTo>
                  <a:cubicBezTo>
                    <a:pt x="3096" y="399"/>
                    <a:pt x="2596" y="709"/>
                    <a:pt x="2144" y="1090"/>
                  </a:cubicBezTo>
                  <a:cubicBezTo>
                    <a:pt x="1263" y="1852"/>
                    <a:pt x="715" y="3019"/>
                    <a:pt x="715" y="4209"/>
                  </a:cubicBezTo>
                  <a:lnTo>
                    <a:pt x="96" y="6115"/>
                  </a:lnTo>
                  <a:cubicBezTo>
                    <a:pt x="0" y="6329"/>
                    <a:pt x="48" y="6591"/>
                    <a:pt x="191" y="6781"/>
                  </a:cubicBezTo>
                  <a:cubicBezTo>
                    <a:pt x="334" y="6948"/>
                    <a:pt x="548" y="7067"/>
                    <a:pt x="786" y="7067"/>
                  </a:cubicBezTo>
                  <a:lnTo>
                    <a:pt x="1358" y="7067"/>
                  </a:lnTo>
                  <a:lnTo>
                    <a:pt x="1358" y="8234"/>
                  </a:lnTo>
                  <a:cubicBezTo>
                    <a:pt x="1358" y="8758"/>
                    <a:pt x="1787" y="9187"/>
                    <a:pt x="2310" y="9187"/>
                  </a:cubicBezTo>
                  <a:lnTo>
                    <a:pt x="3215" y="9187"/>
                  </a:lnTo>
                  <a:lnTo>
                    <a:pt x="3215" y="10425"/>
                  </a:lnTo>
                  <a:cubicBezTo>
                    <a:pt x="3215" y="10592"/>
                    <a:pt x="3334" y="10711"/>
                    <a:pt x="3501" y="10711"/>
                  </a:cubicBezTo>
                  <a:lnTo>
                    <a:pt x="7716" y="10711"/>
                  </a:lnTo>
                  <a:cubicBezTo>
                    <a:pt x="7907" y="10711"/>
                    <a:pt x="8050" y="10544"/>
                    <a:pt x="8026" y="10401"/>
                  </a:cubicBezTo>
                  <a:lnTo>
                    <a:pt x="8026" y="7329"/>
                  </a:lnTo>
                  <a:cubicBezTo>
                    <a:pt x="8931" y="6448"/>
                    <a:pt x="9383" y="5234"/>
                    <a:pt x="9264" y="3948"/>
                  </a:cubicBezTo>
                  <a:cubicBezTo>
                    <a:pt x="9217" y="2971"/>
                    <a:pt x="8764" y="2042"/>
                    <a:pt x="8074" y="1328"/>
                  </a:cubicBezTo>
                  <a:cubicBezTo>
                    <a:pt x="7359" y="614"/>
                    <a:pt x="6478" y="161"/>
                    <a:pt x="5478" y="42"/>
                  </a:cubicBezTo>
                  <a:cubicBezTo>
                    <a:pt x="5297" y="14"/>
                    <a:pt x="5118" y="1"/>
                    <a:pt x="494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4" name="Google Shape;30284;p154"/>
            <p:cNvSpPr/>
            <p:nvPr/>
          </p:nvSpPr>
          <p:spPr>
            <a:xfrm>
              <a:off x="4203332" y="4158609"/>
              <a:ext cx="141812" cy="345228"/>
            </a:xfrm>
            <a:custGeom>
              <a:rect b="b" l="l" r="r" t="t"/>
              <a:pathLst>
                <a:path extrusionOk="0" h="10670" w="4383">
                  <a:moveTo>
                    <a:pt x="0" y="0"/>
                  </a:moveTo>
                  <a:lnTo>
                    <a:pt x="0" y="10669"/>
                  </a:lnTo>
                  <a:lnTo>
                    <a:pt x="2715" y="10669"/>
                  </a:lnTo>
                  <a:cubicBezTo>
                    <a:pt x="2906" y="10669"/>
                    <a:pt x="3049" y="10526"/>
                    <a:pt x="3049" y="10336"/>
                  </a:cubicBezTo>
                  <a:lnTo>
                    <a:pt x="3049" y="7288"/>
                  </a:lnTo>
                  <a:cubicBezTo>
                    <a:pt x="3930" y="6383"/>
                    <a:pt x="4382" y="5144"/>
                    <a:pt x="4287" y="3882"/>
                  </a:cubicBezTo>
                  <a:cubicBezTo>
                    <a:pt x="4216" y="2930"/>
                    <a:pt x="3763" y="1977"/>
                    <a:pt x="3073" y="1310"/>
                  </a:cubicBezTo>
                  <a:cubicBezTo>
                    <a:pt x="2382" y="596"/>
                    <a:pt x="1477" y="143"/>
                    <a:pt x="477" y="24"/>
                  </a:cubicBezTo>
                  <a:cubicBezTo>
                    <a:pt x="334" y="0"/>
                    <a:pt x="167" y="0"/>
                    <a:pt x="0"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5" name="Google Shape;30285;p154"/>
            <p:cNvSpPr/>
            <p:nvPr/>
          </p:nvSpPr>
          <p:spPr>
            <a:xfrm>
              <a:off x="4118563" y="4198761"/>
              <a:ext cx="171870" cy="183323"/>
            </a:xfrm>
            <a:custGeom>
              <a:rect b="b" l="l" r="r" t="t"/>
              <a:pathLst>
                <a:path extrusionOk="0" h="5666" w="5312">
                  <a:moveTo>
                    <a:pt x="2610" y="1"/>
                  </a:moveTo>
                  <a:cubicBezTo>
                    <a:pt x="1976" y="1"/>
                    <a:pt x="1351" y="240"/>
                    <a:pt x="882" y="688"/>
                  </a:cubicBezTo>
                  <a:cubicBezTo>
                    <a:pt x="334" y="1165"/>
                    <a:pt x="1" y="1879"/>
                    <a:pt x="1" y="2617"/>
                  </a:cubicBezTo>
                  <a:cubicBezTo>
                    <a:pt x="1" y="3236"/>
                    <a:pt x="239" y="3856"/>
                    <a:pt x="668" y="4332"/>
                  </a:cubicBezTo>
                  <a:cubicBezTo>
                    <a:pt x="906" y="4618"/>
                    <a:pt x="1049" y="4927"/>
                    <a:pt x="1049" y="5284"/>
                  </a:cubicBezTo>
                  <a:lnTo>
                    <a:pt x="1049" y="5332"/>
                  </a:lnTo>
                  <a:cubicBezTo>
                    <a:pt x="1049" y="5499"/>
                    <a:pt x="1192" y="5666"/>
                    <a:pt x="1382" y="5666"/>
                  </a:cubicBezTo>
                  <a:lnTo>
                    <a:pt x="3883" y="5666"/>
                  </a:lnTo>
                  <a:cubicBezTo>
                    <a:pt x="4049" y="5666"/>
                    <a:pt x="4216" y="5499"/>
                    <a:pt x="4192" y="5356"/>
                  </a:cubicBezTo>
                  <a:lnTo>
                    <a:pt x="4192" y="5332"/>
                  </a:lnTo>
                  <a:cubicBezTo>
                    <a:pt x="4192" y="4975"/>
                    <a:pt x="4359" y="4641"/>
                    <a:pt x="4597" y="4332"/>
                  </a:cubicBezTo>
                  <a:cubicBezTo>
                    <a:pt x="5073" y="3784"/>
                    <a:pt x="5312" y="3070"/>
                    <a:pt x="5216" y="2308"/>
                  </a:cubicBezTo>
                  <a:cubicBezTo>
                    <a:pt x="5097" y="1117"/>
                    <a:pt x="4121" y="141"/>
                    <a:pt x="2930" y="22"/>
                  </a:cubicBezTo>
                  <a:cubicBezTo>
                    <a:pt x="2824" y="8"/>
                    <a:pt x="2716" y="1"/>
                    <a:pt x="26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6" name="Google Shape;30286;p154"/>
            <p:cNvSpPr/>
            <p:nvPr/>
          </p:nvSpPr>
          <p:spPr>
            <a:xfrm>
              <a:off x="4203332" y="4198664"/>
              <a:ext cx="87100" cy="183420"/>
            </a:xfrm>
            <a:custGeom>
              <a:rect b="b" l="l" r="r" t="t"/>
              <a:pathLst>
                <a:path extrusionOk="0" h="5669" w="2692">
                  <a:moveTo>
                    <a:pt x="0" y="1"/>
                  </a:moveTo>
                  <a:lnTo>
                    <a:pt x="0" y="5669"/>
                  </a:lnTo>
                  <a:lnTo>
                    <a:pt x="1263" y="5669"/>
                  </a:lnTo>
                  <a:cubicBezTo>
                    <a:pt x="1429" y="5669"/>
                    <a:pt x="1596" y="5502"/>
                    <a:pt x="1596" y="5335"/>
                  </a:cubicBezTo>
                  <a:lnTo>
                    <a:pt x="1596" y="5287"/>
                  </a:lnTo>
                  <a:cubicBezTo>
                    <a:pt x="1596" y="4930"/>
                    <a:pt x="1739" y="4621"/>
                    <a:pt x="1977" y="4311"/>
                  </a:cubicBezTo>
                  <a:cubicBezTo>
                    <a:pt x="2477" y="3740"/>
                    <a:pt x="2692" y="3025"/>
                    <a:pt x="2596" y="2287"/>
                  </a:cubicBezTo>
                  <a:cubicBezTo>
                    <a:pt x="2477" y="1096"/>
                    <a:pt x="1501" y="144"/>
                    <a:pt x="310" y="25"/>
                  </a:cubicBezTo>
                  <a:cubicBezTo>
                    <a:pt x="215" y="25"/>
                    <a:pt x="96" y="1"/>
                    <a:pt x="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7" name="Google Shape;30287;p154"/>
            <p:cNvSpPr/>
            <p:nvPr/>
          </p:nvSpPr>
          <p:spPr>
            <a:xfrm>
              <a:off x="4172498" y="4272820"/>
              <a:ext cx="63222" cy="110104"/>
            </a:xfrm>
            <a:custGeom>
              <a:rect b="b" l="l" r="r" t="t"/>
              <a:pathLst>
                <a:path extrusionOk="0" h="3403" w="1954">
                  <a:moveTo>
                    <a:pt x="1608" y="1"/>
                  </a:moveTo>
                  <a:cubicBezTo>
                    <a:pt x="1525" y="1"/>
                    <a:pt x="1442" y="31"/>
                    <a:pt x="1382" y="90"/>
                  </a:cubicBezTo>
                  <a:lnTo>
                    <a:pt x="953" y="495"/>
                  </a:lnTo>
                  <a:lnTo>
                    <a:pt x="572" y="114"/>
                  </a:lnTo>
                  <a:cubicBezTo>
                    <a:pt x="510" y="51"/>
                    <a:pt x="433" y="21"/>
                    <a:pt x="358" y="21"/>
                  </a:cubicBezTo>
                  <a:cubicBezTo>
                    <a:pt x="291" y="21"/>
                    <a:pt x="224" y="45"/>
                    <a:pt x="168" y="90"/>
                  </a:cubicBezTo>
                  <a:cubicBezTo>
                    <a:pt x="1" y="209"/>
                    <a:pt x="1" y="424"/>
                    <a:pt x="120" y="566"/>
                  </a:cubicBezTo>
                  <a:lnTo>
                    <a:pt x="668" y="1090"/>
                  </a:lnTo>
                  <a:lnTo>
                    <a:pt x="668" y="3067"/>
                  </a:lnTo>
                  <a:cubicBezTo>
                    <a:pt x="668" y="3210"/>
                    <a:pt x="787" y="3377"/>
                    <a:pt x="930" y="3400"/>
                  </a:cubicBezTo>
                  <a:cubicBezTo>
                    <a:pt x="944" y="3402"/>
                    <a:pt x="957" y="3403"/>
                    <a:pt x="971" y="3403"/>
                  </a:cubicBezTo>
                  <a:cubicBezTo>
                    <a:pt x="1144" y="3403"/>
                    <a:pt x="1287" y="3267"/>
                    <a:pt x="1287" y="3091"/>
                  </a:cubicBezTo>
                  <a:lnTo>
                    <a:pt x="1287" y="1138"/>
                  </a:lnTo>
                  <a:lnTo>
                    <a:pt x="1835" y="590"/>
                  </a:lnTo>
                  <a:cubicBezTo>
                    <a:pt x="1954" y="424"/>
                    <a:pt x="1954" y="233"/>
                    <a:pt x="1835" y="90"/>
                  </a:cubicBezTo>
                  <a:cubicBezTo>
                    <a:pt x="1775" y="31"/>
                    <a:pt x="1692" y="1"/>
                    <a:pt x="1608"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8" name="Google Shape;30288;p154"/>
            <p:cNvSpPr/>
            <p:nvPr/>
          </p:nvSpPr>
          <p:spPr>
            <a:xfrm>
              <a:off x="4203332" y="4272820"/>
              <a:ext cx="32387" cy="109263"/>
            </a:xfrm>
            <a:custGeom>
              <a:rect b="b" l="l" r="r" t="t"/>
              <a:pathLst>
                <a:path extrusionOk="0" h="3377" w="1001">
                  <a:moveTo>
                    <a:pt x="638" y="1"/>
                  </a:moveTo>
                  <a:cubicBezTo>
                    <a:pt x="560" y="1"/>
                    <a:pt x="489" y="31"/>
                    <a:pt x="429" y="90"/>
                  </a:cubicBezTo>
                  <a:lnTo>
                    <a:pt x="0" y="495"/>
                  </a:lnTo>
                  <a:lnTo>
                    <a:pt x="0" y="3377"/>
                  </a:lnTo>
                  <a:cubicBezTo>
                    <a:pt x="191" y="3377"/>
                    <a:pt x="334" y="3210"/>
                    <a:pt x="334" y="3043"/>
                  </a:cubicBezTo>
                  <a:lnTo>
                    <a:pt x="334" y="1067"/>
                  </a:lnTo>
                  <a:lnTo>
                    <a:pt x="882" y="543"/>
                  </a:lnTo>
                  <a:cubicBezTo>
                    <a:pt x="1001" y="424"/>
                    <a:pt x="1001" y="209"/>
                    <a:pt x="882" y="90"/>
                  </a:cubicBezTo>
                  <a:cubicBezTo>
                    <a:pt x="798" y="31"/>
                    <a:pt x="715" y="1"/>
                    <a:pt x="6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9" name="Google Shape;30289;p154"/>
            <p:cNvSpPr/>
            <p:nvPr/>
          </p:nvSpPr>
          <p:spPr>
            <a:xfrm>
              <a:off x="4152470" y="4371274"/>
              <a:ext cx="102533" cy="50862"/>
            </a:xfrm>
            <a:custGeom>
              <a:rect b="b" l="l" r="r" t="t"/>
              <a:pathLst>
                <a:path extrusionOk="0" h="1572" w="3169">
                  <a:moveTo>
                    <a:pt x="1" y="0"/>
                  </a:moveTo>
                  <a:lnTo>
                    <a:pt x="1" y="834"/>
                  </a:lnTo>
                  <a:cubicBezTo>
                    <a:pt x="1" y="1238"/>
                    <a:pt x="334" y="1572"/>
                    <a:pt x="739" y="1572"/>
                  </a:cubicBezTo>
                  <a:lnTo>
                    <a:pt x="2406" y="1572"/>
                  </a:lnTo>
                  <a:cubicBezTo>
                    <a:pt x="2835" y="1572"/>
                    <a:pt x="3168" y="1238"/>
                    <a:pt x="3168" y="834"/>
                  </a:cubicBezTo>
                  <a:lnTo>
                    <a:pt x="316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0" name="Google Shape;30290;p154"/>
            <p:cNvSpPr/>
            <p:nvPr/>
          </p:nvSpPr>
          <p:spPr>
            <a:xfrm>
              <a:off x="4203332" y="4371274"/>
              <a:ext cx="51671" cy="50862"/>
            </a:xfrm>
            <a:custGeom>
              <a:rect b="b" l="l" r="r" t="t"/>
              <a:pathLst>
                <a:path extrusionOk="0" h="1572" w="1597">
                  <a:moveTo>
                    <a:pt x="0" y="0"/>
                  </a:moveTo>
                  <a:lnTo>
                    <a:pt x="0" y="1572"/>
                  </a:lnTo>
                  <a:lnTo>
                    <a:pt x="834" y="1572"/>
                  </a:lnTo>
                  <a:cubicBezTo>
                    <a:pt x="1263" y="1572"/>
                    <a:pt x="1596" y="1238"/>
                    <a:pt x="1596" y="834"/>
                  </a:cubicBezTo>
                  <a:lnTo>
                    <a:pt x="1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1" name="Google Shape;30291;p154"/>
          <p:cNvGrpSpPr/>
          <p:nvPr/>
        </p:nvGrpSpPr>
        <p:grpSpPr>
          <a:xfrm>
            <a:off x="4788918" y="4006209"/>
            <a:ext cx="303619" cy="346749"/>
            <a:chOff x="4788918" y="4158609"/>
            <a:chExt cx="303619" cy="346749"/>
          </a:xfrm>
        </p:grpSpPr>
        <p:sp>
          <p:nvSpPr>
            <p:cNvPr id="30292" name="Google Shape;30292;p154"/>
            <p:cNvSpPr/>
            <p:nvPr/>
          </p:nvSpPr>
          <p:spPr>
            <a:xfrm>
              <a:off x="4788918" y="4158803"/>
              <a:ext cx="303619" cy="346554"/>
            </a:xfrm>
            <a:custGeom>
              <a:rect b="b" l="l" r="r" t="t"/>
              <a:pathLst>
                <a:path extrusionOk="0" h="10711" w="9384">
                  <a:moveTo>
                    <a:pt x="4941" y="1"/>
                  </a:moveTo>
                  <a:cubicBezTo>
                    <a:pt x="4511" y="1"/>
                    <a:pt x="4090" y="81"/>
                    <a:pt x="3668" y="232"/>
                  </a:cubicBezTo>
                  <a:cubicBezTo>
                    <a:pt x="3096" y="399"/>
                    <a:pt x="2596" y="709"/>
                    <a:pt x="2144" y="1090"/>
                  </a:cubicBezTo>
                  <a:cubicBezTo>
                    <a:pt x="1263" y="1852"/>
                    <a:pt x="715" y="3019"/>
                    <a:pt x="715" y="4209"/>
                  </a:cubicBezTo>
                  <a:lnTo>
                    <a:pt x="96" y="6115"/>
                  </a:lnTo>
                  <a:cubicBezTo>
                    <a:pt x="0" y="6329"/>
                    <a:pt x="48" y="6591"/>
                    <a:pt x="191" y="6781"/>
                  </a:cubicBezTo>
                  <a:cubicBezTo>
                    <a:pt x="334" y="6948"/>
                    <a:pt x="548" y="7067"/>
                    <a:pt x="786" y="7067"/>
                  </a:cubicBezTo>
                  <a:lnTo>
                    <a:pt x="1358" y="7067"/>
                  </a:lnTo>
                  <a:lnTo>
                    <a:pt x="1358" y="8234"/>
                  </a:lnTo>
                  <a:cubicBezTo>
                    <a:pt x="1358" y="8758"/>
                    <a:pt x="1787" y="9187"/>
                    <a:pt x="2311" y="9187"/>
                  </a:cubicBezTo>
                  <a:lnTo>
                    <a:pt x="3239" y="9187"/>
                  </a:lnTo>
                  <a:lnTo>
                    <a:pt x="3239" y="10425"/>
                  </a:lnTo>
                  <a:cubicBezTo>
                    <a:pt x="3239" y="10592"/>
                    <a:pt x="3358" y="10711"/>
                    <a:pt x="3525" y="10711"/>
                  </a:cubicBezTo>
                  <a:lnTo>
                    <a:pt x="7740" y="10711"/>
                  </a:lnTo>
                  <a:cubicBezTo>
                    <a:pt x="7931" y="10711"/>
                    <a:pt x="8050" y="10544"/>
                    <a:pt x="8026" y="10401"/>
                  </a:cubicBezTo>
                  <a:lnTo>
                    <a:pt x="8026" y="7329"/>
                  </a:lnTo>
                  <a:cubicBezTo>
                    <a:pt x="8931" y="6448"/>
                    <a:pt x="9383" y="5234"/>
                    <a:pt x="9264" y="3948"/>
                  </a:cubicBezTo>
                  <a:cubicBezTo>
                    <a:pt x="9217" y="2971"/>
                    <a:pt x="8764" y="2042"/>
                    <a:pt x="8074" y="1328"/>
                  </a:cubicBezTo>
                  <a:cubicBezTo>
                    <a:pt x="7359" y="614"/>
                    <a:pt x="6478" y="161"/>
                    <a:pt x="5478" y="42"/>
                  </a:cubicBezTo>
                  <a:cubicBezTo>
                    <a:pt x="5297" y="14"/>
                    <a:pt x="5119" y="1"/>
                    <a:pt x="4941"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3" name="Google Shape;30293;p154"/>
            <p:cNvSpPr/>
            <p:nvPr/>
          </p:nvSpPr>
          <p:spPr>
            <a:xfrm>
              <a:off x="4950723" y="4158609"/>
              <a:ext cx="141812" cy="345228"/>
            </a:xfrm>
            <a:custGeom>
              <a:rect b="b" l="l" r="r" t="t"/>
              <a:pathLst>
                <a:path extrusionOk="0" h="10670" w="4383">
                  <a:moveTo>
                    <a:pt x="1" y="0"/>
                  </a:moveTo>
                  <a:lnTo>
                    <a:pt x="1" y="10669"/>
                  </a:lnTo>
                  <a:lnTo>
                    <a:pt x="2715" y="10669"/>
                  </a:lnTo>
                  <a:cubicBezTo>
                    <a:pt x="2906" y="10669"/>
                    <a:pt x="3049" y="10526"/>
                    <a:pt x="3049" y="10336"/>
                  </a:cubicBezTo>
                  <a:lnTo>
                    <a:pt x="3049" y="7288"/>
                  </a:lnTo>
                  <a:cubicBezTo>
                    <a:pt x="3930" y="6383"/>
                    <a:pt x="4382" y="5144"/>
                    <a:pt x="4287" y="3882"/>
                  </a:cubicBezTo>
                  <a:cubicBezTo>
                    <a:pt x="4192" y="2930"/>
                    <a:pt x="3787" y="1977"/>
                    <a:pt x="3073" y="1310"/>
                  </a:cubicBezTo>
                  <a:cubicBezTo>
                    <a:pt x="2382" y="596"/>
                    <a:pt x="1477" y="143"/>
                    <a:pt x="477" y="24"/>
                  </a:cubicBezTo>
                  <a:cubicBezTo>
                    <a:pt x="334" y="0"/>
                    <a:pt x="143" y="0"/>
                    <a:pt x="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4" name="Google Shape;30294;p154"/>
            <p:cNvSpPr/>
            <p:nvPr/>
          </p:nvSpPr>
          <p:spPr>
            <a:xfrm>
              <a:off x="4852106" y="4198664"/>
              <a:ext cx="198045" cy="107904"/>
            </a:xfrm>
            <a:custGeom>
              <a:rect b="b" l="l" r="r" t="t"/>
              <a:pathLst>
                <a:path extrusionOk="0" h="3335" w="6121">
                  <a:moveTo>
                    <a:pt x="3049" y="1"/>
                  </a:moveTo>
                  <a:cubicBezTo>
                    <a:pt x="1358" y="1"/>
                    <a:pt x="0" y="1406"/>
                    <a:pt x="24" y="3097"/>
                  </a:cubicBezTo>
                  <a:cubicBezTo>
                    <a:pt x="24" y="3239"/>
                    <a:pt x="143" y="3335"/>
                    <a:pt x="286" y="3335"/>
                  </a:cubicBezTo>
                  <a:lnTo>
                    <a:pt x="1000" y="3335"/>
                  </a:lnTo>
                  <a:cubicBezTo>
                    <a:pt x="1096" y="3335"/>
                    <a:pt x="1191" y="3287"/>
                    <a:pt x="1239" y="3216"/>
                  </a:cubicBezTo>
                  <a:cubicBezTo>
                    <a:pt x="1382" y="2977"/>
                    <a:pt x="1215" y="2716"/>
                    <a:pt x="977" y="2716"/>
                  </a:cubicBezTo>
                  <a:lnTo>
                    <a:pt x="667" y="2716"/>
                  </a:lnTo>
                  <a:cubicBezTo>
                    <a:pt x="739" y="2287"/>
                    <a:pt x="905" y="1882"/>
                    <a:pt x="1143" y="1549"/>
                  </a:cubicBezTo>
                  <a:lnTo>
                    <a:pt x="1358" y="1763"/>
                  </a:lnTo>
                  <a:cubicBezTo>
                    <a:pt x="1429" y="1811"/>
                    <a:pt x="1501" y="1858"/>
                    <a:pt x="1572" y="1858"/>
                  </a:cubicBezTo>
                  <a:cubicBezTo>
                    <a:pt x="1715" y="1858"/>
                    <a:pt x="1834" y="1763"/>
                    <a:pt x="1905" y="1572"/>
                  </a:cubicBezTo>
                  <a:cubicBezTo>
                    <a:pt x="1929" y="1501"/>
                    <a:pt x="1905" y="1406"/>
                    <a:pt x="1834" y="1334"/>
                  </a:cubicBezTo>
                  <a:lnTo>
                    <a:pt x="1596" y="1096"/>
                  </a:lnTo>
                  <a:cubicBezTo>
                    <a:pt x="1929" y="858"/>
                    <a:pt x="2310" y="691"/>
                    <a:pt x="2763" y="620"/>
                  </a:cubicBezTo>
                  <a:lnTo>
                    <a:pt x="2763" y="953"/>
                  </a:lnTo>
                  <a:cubicBezTo>
                    <a:pt x="2763" y="1049"/>
                    <a:pt x="2810" y="1144"/>
                    <a:pt x="2882" y="1191"/>
                  </a:cubicBezTo>
                  <a:cubicBezTo>
                    <a:pt x="2943" y="1228"/>
                    <a:pt x="3005" y="1244"/>
                    <a:pt x="3065" y="1244"/>
                  </a:cubicBezTo>
                  <a:cubicBezTo>
                    <a:pt x="3237" y="1244"/>
                    <a:pt x="3382" y="1107"/>
                    <a:pt x="3382" y="929"/>
                  </a:cubicBezTo>
                  <a:lnTo>
                    <a:pt x="3382" y="620"/>
                  </a:lnTo>
                  <a:cubicBezTo>
                    <a:pt x="3811" y="691"/>
                    <a:pt x="4215" y="858"/>
                    <a:pt x="4549" y="1096"/>
                  </a:cubicBezTo>
                  <a:lnTo>
                    <a:pt x="4311" y="1334"/>
                  </a:lnTo>
                  <a:cubicBezTo>
                    <a:pt x="4239" y="1406"/>
                    <a:pt x="4215" y="1501"/>
                    <a:pt x="4239" y="1572"/>
                  </a:cubicBezTo>
                  <a:cubicBezTo>
                    <a:pt x="4287" y="1763"/>
                    <a:pt x="4430" y="1858"/>
                    <a:pt x="4573" y="1858"/>
                  </a:cubicBezTo>
                  <a:cubicBezTo>
                    <a:pt x="4668" y="1858"/>
                    <a:pt x="4716" y="1811"/>
                    <a:pt x="4787" y="1763"/>
                  </a:cubicBezTo>
                  <a:lnTo>
                    <a:pt x="5001" y="1549"/>
                  </a:lnTo>
                  <a:cubicBezTo>
                    <a:pt x="5239" y="1882"/>
                    <a:pt x="5406" y="2263"/>
                    <a:pt x="5478" y="2716"/>
                  </a:cubicBezTo>
                  <a:lnTo>
                    <a:pt x="5144" y="2716"/>
                  </a:lnTo>
                  <a:cubicBezTo>
                    <a:pt x="5049" y="2716"/>
                    <a:pt x="4954" y="2763"/>
                    <a:pt x="4906" y="2835"/>
                  </a:cubicBezTo>
                  <a:cubicBezTo>
                    <a:pt x="4763" y="3073"/>
                    <a:pt x="4930" y="3335"/>
                    <a:pt x="5168" y="3335"/>
                  </a:cubicBezTo>
                  <a:lnTo>
                    <a:pt x="5859" y="3335"/>
                  </a:lnTo>
                  <a:cubicBezTo>
                    <a:pt x="6002" y="3335"/>
                    <a:pt x="6121" y="3216"/>
                    <a:pt x="6121" y="3097"/>
                  </a:cubicBezTo>
                  <a:cubicBezTo>
                    <a:pt x="6121" y="1406"/>
                    <a:pt x="4763" y="1"/>
                    <a:pt x="304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5" name="Google Shape;30295;p154"/>
            <p:cNvSpPr/>
            <p:nvPr/>
          </p:nvSpPr>
          <p:spPr>
            <a:xfrm>
              <a:off x="4950723" y="4198664"/>
              <a:ext cx="99427" cy="107904"/>
            </a:xfrm>
            <a:custGeom>
              <a:rect b="b" l="l" r="r" t="t"/>
              <a:pathLst>
                <a:path extrusionOk="0" h="3335" w="3073">
                  <a:moveTo>
                    <a:pt x="1" y="1"/>
                  </a:moveTo>
                  <a:lnTo>
                    <a:pt x="1" y="1263"/>
                  </a:lnTo>
                  <a:cubicBezTo>
                    <a:pt x="191" y="1263"/>
                    <a:pt x="334" y="1096"/>
                    <a:pt x="334" y="929"/>
                  </a:cubicBezTo>
                  <a:lnTo>
                    <a:pt x="334" y="620"/>
                  </a:lnTo>
                  <a:cubicBezTo>
                    <a:pt x="763" y="691"/>
                    <a:pt x="1167" y="858"/>
                    <a:pt x="1501" y="1096"/>
                  </a:cubicBezTo>
                  <a:lnTo>
                    <a:pt x="1263" y="1334"/>
                  </a:lnTo>
                  <a:cubicBezTo>
                    <a:pt x="1191" y="1406"/>
                    <a:pt x="1167" y="1501"/>
                    <a:pt x="1191" y="1572"/>
                  </a:cubicBezTo>
                  <a:cubicBezTo>
                    <a:pt x="1239" y="1763"/>
                    <a:pt x="1382" y="1858"/>
                    <a:pt x="1525" y="1858"/>
                  </a:cubicBezTo>
                  <a:cubicBezTo>
                    <a:pt x="1620" y="1858"/>
                    <a:pt x="1668" y="1811"/>
                    <a:pt x="1739" y="1763"/>
                  </a:cubicBezTo>
                  <a:lnTo>
                    <a:pt x="1953" y="1549"/>
                  </a:lnTo>
                  <a:cubicBezTo>
                    <a:pt x="2191" y="1882"/>
                    <a:pt x="2358" y="2263"/>
                    <a:pt x="2430" y="2716"/>
                  </a:cubicBezTo>
                  <a:lnTo>
                    <a:pt x="2096" y="2716"/>
                  </a:lnTo>
                  <a:cubicBezTo>
                    <a:pt x="2001" y="2716"/>
                    <a:pt x="1906" y="2763"/>
                    <a:pt x="1858" y="2835"/>
                  </a:cubicBezTo>
                  <a:cubicBezTo>
                    <a:pt x="1715" y="3073"/>
                    <a:pt x="1882" y="3335"/>
                    <a:pt x="2120" y="3335"/>
                  </a:cubicBezTo>
                  <a:lnTo>
                    <a:pt x="2811" y="3335"/>
                  </a:lnTo>
                  <a:cubicBezTo>
                    <a:pt x="2954" y="3335"/>
                    <a:pt x="3073" y="3216"/>
                    <a:pt x="3073" y="3097"/>
                  </a:cubicBezTo>
                  <a:cubicBezTo>
                    <a:pt x="3073" y="1406"/>
                    <a:pt x="1715"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6" name="Google Shape;30296;p154"/>
            <p:cNvSpPr/>
            <p:nvPr/>
          </p:nvSpPr>
          <p:spPr>
            <a:xfrm>
              <a:off x="4941470" y="4259263"/>
              <a:ext cx="20060" cy="73575"/>
            </a:xfrm>
            <a:custGeom>
              <a:rect b="b" l="l" r="r" t="t"/>
              <a:pathLst>
                <a:path extrusionOk="0" h="2274" w="620">
                  <a:moveTo>
                    <a:pt x="329" y="1"/>
                  </a:moveTo>
                  <a:cubicBezTo>
                    <a:pt x="307" y="1"/>
                    <a:pt x="285" y="3"/>
                    <a:pt x="263" y="9"/>
                  </a:cubicBezTo>
                  <a:cubicBezTo>
                    <a:pt x="120" y="33"/>
                    <a:pt x="1" y="176"/>
                    <a:pt x="1" y="319"/>
                  </a:cubicBezTo>
                  <a:lnTo>
                    <a:pt x="1" y="2009"/>
                  </a:lnTo>
                  <a:cubicBezTo>
                    <a:pt x="1" y="2142"/>
                    <a:pt x="103" y="2274"/>
                    <a:pt x="231" y="2274"/>
                  </a:cubicBezTo>
                  <a:cubicBezTo>
                    <a:pt x="242" y="2274"/>
                    <a:pt x="252" y="2273"/>
                    <a:pt x="263" y="2271"/>
                  </a:cubicBezTo>
                  <a:cubicBezTo>
                    <a:pt x="278" y="2273"/>
                    <a:pt x="294" y="2274"/>
                    <a:pt x="309" y="2274"/>
                  </a:cubicBezTo>
                  <a:cubicBezTo>
                    <a:pt x="497" y="2274"/>
                    <a:pt x="620" y="2138"/>
                    <a:pt x="620" y="1962"/>
                  </a:cubicBezTo>
                  <a:lnTo>
                    <a:pt x="620" y="295"/>
                  </a:lnTo>
                  <a:cubicBezTo>
                    <a:pt x="620" y="148"/>
                    <a:pt x="490" y="1"/>
                    <a:pt x="32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7" name="Google Shape;30297;p154"/>
            <p:cNvSpPr/>
            <p:nvPr/>
          </p:nvSpPr>
          <p:spPr>
            <a:xfrm>
              <a:off x="4950723" y="4259555"/>
              <a:ext cx="10807" cy="73996"/>
            </a:xfrm>
            <a:custGeom>
              <a:rect b="b" l="l" r="r" t="t"/>
              <a:pathLst>
                <a:path extrusionOk="0" h="2287" w="334">
                  <a:moveTo>
                    <a:pt x="1" y="0"/>
                  </a:moveTo>
                  <a:lnTo>
                    <a:pt x="1" y="2286"/>
                  </a:lnTo>
                  <a:cubicBezTo>
                    <a:pt x="191" y="2286"/>
                    <a:pt x="334" y="2143"/>
                    <a:pt x="334" y="1953"/>
                  </a:cubicBezTo>
                  <a:lnTo>
                    <a:pt x="334" y="286"/>
                  </a:lnTo>
                  <a:cubicBezTo>
                    <a:pt x="334" y="143"/>
                    <a:pt x="191"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8" name="Google Shape;30298;p154"/>
            <p:cNvSpPr/>
            <p:nvPr/>
          </p:nvSpPr>
          <p:spPr>
            <a:xfrm>
              <a:off x="4926845" y="4318860"/>
              <a:ext cx="50118" cy="50118"/>
            </a:xfrm>
            <a:custGeom>
              <a:rect b="b" l="l" r="r" t="t"/>
              <a:pathLst>
                <a:path extrusionOk="0" h="1549" w="1549">
                  <a:moveTo>
                    <a:pt x="762" y="1"/>
                  </a:moveTo>
                  <a:cubicBezTo>
                    <a:pt x="358" y="1"/>
                    <a:pt x="0" y="334"/>
                    <a:pt x="0" y="787"/>
                  </a:cubicBezTo>
                  <a:cubicBezTo>
                    <a:pt x="0" y="1191"/>
                    <a:pt x="334" y="1549"/>
                    <a:pt x="762" y="1549"/>
                  </a:cubicBezTo>
                  <a:cubicBezTo>
                    <a:pt x="1191" y="1549"/>
                    <a:pt x="1548" y="1239"/>
                    <a:pt x="1548" y="787"/>
                  </a:cubicBezTo>
                  <a:cubicBezTo>
                    <a:pt x="1548" y="358"/>
                    <a:pt x="1191" y="1"/>
                    <a:pt x="762" y="1"/>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9" name="Google Shape;30299;p154"/>
            <p:cNvSpPr/>
            <p:nvPr/>
          </p:nvSpPr>
          <p:spPr>
            <a:xfrm>
              <a:off x="4950723" y="4318860"/>
              <a:ext cx="26240" cy="51671"/>
            </a:xfrm>
            <a:custGeom>
              <a:rect b="b" l="l" r="r" t="t"/>
              <a:pathLst>
                <a:path extrusionOk="0" h="1597" w="811">
                  <a:moveTo>
                    <a:pt x="1" y="1"/>
                  </a:moveTo>
                  <a:lnTo>
                    <a:pt x="1" y="1596"/>
                  </a:lnTo>
                  <a:cubicBezTo>
                    <a:pt x="453" y="1596"/>
                    <a:pt x="786" y="1239"/>
                    <a:pt x="786" y="810"/>
                  </a:cubicBezTo>
                  <a:cubicBezTo>
                    <a:pt x="810" y="358"/>
                    <a:pt x="453" y="1"/>
                    <a:pt x="1"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00" name="Google Shape;30300;p154"/>
          <p:cNvGrpSpPr/>
          <p:nvPr/>
        </p:nvGrpSpPr>
        <p:grpSpPr>
          <a:xfrm>
            <a:off x="5520132" y="4004656"/>
            <a:ext cx="352928" cy="348297"/>
            <a:chOff x="5520132" y="4157056"/>
            <a:chExt cx="352928" cy="348297"/>
          </a:xfrm>
        </p:grpSpPr>
        <p:sp>
          <p:nvSpPr>
            <p:cNvPr id="30301" name="Google Shape;30301;p154"/>
            <p:cNvSpPr/>
            <p:nvPr/>
          </p:nvSpPr>
          <p:spPr>
            <a:xfrm>
              <a:off x="5520132" y="4158609"/>
              <a:ext cx="352928" cy="182644"/>
            </a:xfrm>
            <a:custGeom>
              <a:rect b="b" l="l" r="r" t="t"/>
              <a:pathLst>
                <a:path extrusionOk="0" h="5645" w="10908">
                  <a:moveTo>
                    <a:pt x="5430" y="0"/>
                  </a:moveTo>
                  <a:cubicBezTo>
                    <a:pt x="4716" y="0"/>
                    <a:pt x="4049" y="429"/>
                    <a:pt x="3787" y="1072"/>
                  </a:cubicBezTo>
                  <a:cubicBezTo>
                    <a:pt x="3692" y="1024"/>
                    <a:pt x="3596" y="1024"/>
                    <a:pt x="3525" y="1024"/>
                  </a:cubicBezTo>
                  <a:cubicBezTo>
                    <a:pt x="2834" y="1024"/>
                    <a:pt x="2215" y="1453"/>
                    <a:pt x="1906" y="2072"/>
                  </a:cubicBezTo>
                  <a:lnTo>
                    <a:pt x="1858" y="2072"/>
                  </a:lnTo>
                  <a:cubicBezTo>
                    <a:pt x="810" y="2072"/>
                    <a:pt x="0" y="2930"/>
                    <a:pt x="72" y="3977"/>
                  </a:cubicBezTo>
                  <a:cubicBezTo>
                    <a:pt x="120" y="4930"/>
                    <a:pt x="882" y="5644"/>
                    <a:pt x="1858" y="5644"/>
                  </a:cubicBezTo>
                  <a:lnTo>
                    <a:pt x="8907" y="5644"/>
                  </a:lnTo>
                  <a:cubicBezTo>
                    <a:pt x="9788" y="5644"/>
                    <a:pt x="10574" y="5001"/>
                    <a:pt x="10741" y="4168"/>
                  </a:cubicBezTo>
                  <a:cubicBezTo>
                    <a:pt x="10907" y="3263"/>
                    <a:pt x="10336" y="2429"/>
                    <a:pt x="9526" y="2191"/>
                  </a:cubicBezTo>
                  <a:cubicBezTo>
                    <a:pt x="9502" y="1215"/>
                    <a:pt x="8717" y="429"/>
                    <a:pt x="7740" y="429"/>
                  </a:cubicBezTo>
                  <a:cubicBezTo>
                    <a:pt x="7407" y="429"/>
                    <a:pt x="7097" y="500"/>
                    <a:pt x="6811" y="667"/>
                  </a:cubicBezTo>
                  <a:cubicBezTo>
                    <a:pt x="6454" y="238"/>
                    <a:pt x="5954" y="0"/>
                    <a:pt x="5430"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2" name="Google Shape;30302;p154"/>
            <p:cNvSpPr/>
            <p:nvPr/>
          </p:nvSpPr>
          <p:spPr>
            <a:xfrm>
              <a:off x="5692711" y="4157056"/>
              <a:ext cx="176497" cy="183453"/>
            </a:xfrm>
            <a:custGeom>
              <a:rect b="b" l="l" r="r" t="t"/>
              <a:pathLst>
                <a:path extrusionOk="0" h="5670" w="5455">
                  <a:moveTo>
                    <a:pt x="1" y="1"/>
                  </a:moveTo>
                  <a:lnTo>
                    <a:pt x="1" y="5669"/>
                  </a:lnTo>
                  <a:lnTo>
                    <a:pt x="3525" y="5669"/>
                  </a:lnTo>
                  <a:cubicBezTo>
                    <a:pt x="3541" y="5669"/>
                    <a:pt x="3557" y="5669"/>
                    <a:pt x="3573" y="5669"/>
                  </a:cubicBezTo>
                  <a:cubicBezTo>
                    <a:pt x="4504" y="5669"/>
                    <a:pt x="5265" y="4987"/>
                    <a:pt x="5359" y="4121"/>
                  </a:cubicBezTo>
                  <a:cubicBezTo>
                    <a:pt x="5454" y="3263"/>
                    <a:pt x="4907" y="2454"/>
                    <a:pt x="4097" y="2215"/>
                  </a:cubicBezTo>
                  <a:cubicBezTo>
                    <a:pt x="4097" y="1239"/>
                    <a:pt x="3287" y="453"/>
                    <a:pt x="2311" y="453"/>
                  </a:cubicBezTo>
                  <a:cubicBezTo>
                    <a:pt x="2001" y="453"/>
                    <a:pt x="1692" y="548"/>
                    <a:pt x="1406" y="691"/>
                  </a:cubicBezTo>
                  <a:cubicBezTo>
                    <a:pt x="1073" y="286"/>
                    <a:pt x="572" y="1"/>
                    <a:pt x="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3" name="Google Shape;30303;p154"/>
            <p:cNvSpPr/>
            <p:nvPr/>
          </p:nvSpPr>
          <p:spPr>
            <a:xfrm>
              <a:off x="5660357" y="4220115"/>
              <a:ext cx="63998" cy="101109"/>
            </a:xfrm>
            <a:custGeom>
              <a:rect b="b" l="l" r="r" t="t"/>
              <a:pathLst>
                <a:path extrusionOk="0" h="3125" w="1978">
                  <a:moveTo>
                    <a:pt x="987" y="0"/>
                  </a:moveTo>
                  <a:cubicBezTo>
                    <a:pt x="869" y="0"/>
                    <a:pt x="761" y="67"/>
                    <a:pt x="691" y="171"/>
                  </a:cubicBezTo>
                  <a:lnTo>
                    <a:pt x="72" y="1433"/>
                  </a:lnTo>
                  <a:cubicBezTo>
                    <a:pt x="1" y="1552"/>
                    <a:pt x="48" y="1719"/>
                    <a:pt x="167" y="1814"/>
                  </a:cubicBezTo>
                  <a:cubicBezTo>
                    <a:pt x="215" y="1838"/>
                    <a:pt x="286" y="1862"/>
                    <a:pt x="358" y="1862"/>
                  </a:cubicBezTo>
                  <a:lnTo>
                    <a:pt x="1120" y="1862"/>
                  </a:lnTo>
                  <a:lnTo>
                    <a:pt x="715" y="2672"/>
                  </a:lnTo>
                  <a:cubicBezTo>
                    <a:pt x="667" y="2815"/>
                    <a:pt x="715" y="3005"/>
                    <a:pt x="882" y="3100"/>
                  </a:cubicBezTo>
                  <a:cubicBezTo>
                    <a:pt x="929" y="3124"/>
                    <a:pt x="953" y="3124"/>
                    <a:pt x="1025" y="3124"/>
                  </a:cubicBezTo>
                  <a:cubicBezTo>
                    <a:pt x="1144" y="3124"/>
                    <a:pt x="1263" y="3029"/>
                    <a:pt x="1287" y="2934"/>
                  </a:cubicBezTo>
                  <a:lnTo>
                    <a:pt x="1906" y="1695"/>
                  </a:lnTo>
                  <a:cubicBezTo>
                    <a:pt x="1977" y="1576"/>
                    <a:pt x="1953" y="1386"/>
                    <a:pt x="1834" y="1314"/>
                  </a:cubicBezTo>
                  <a:cubicBezTo>
                    <a:pt x="1763" y="1267"/>
                    <a:pt x="1715" y="1243"/>
                    <a:pt x="1620" y="1243"/>
                  </a:cubicBezTo>
                  <a:lnTo>
                    <a:pt x="882" y="1243"/>
                  </a:lnTo>
                  <a:lnTo>
                    <a:pt x="1263" y="433"/>
                  </a:lnTo>
                  <a:cubicBezTo>
                    <a:pt x="1310" y="290"/>
                    <a:pt x="1263" y="124"/>
                    <a:pt x="1120" y="28"/>
                  </a:cubicBezTo>
                  <a:cubicBezTo>
                    <a:pt x="1075" y="9"/>
                    <a:pt x="1031" y="0"/>
                    <a:pt x="987"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4" name="Google Shape;30304;p154"/>
            <p:cNvSpPr/>
            <p:nvPr/>
          </p:nvSpPr>
          <p:spPr>
            <a:xfrm>
              <a:off x="5694264" y="4259555"/>
              <a:ext cx="30867" cy="60892"/>
            </a:xfrm>
            <a:custGeom>
              <a:rect b="b" l="l" r="r" t="t"/>
              <a:pathLst>
                <a:path extrusionOk="0" h="1882" w="954">
                  <a:moveTo>
                    <a:pt x="1" y="0"/>
                  </a:moveTo>
                  <a:lnTo>
                    <a:pt x="1" y="619"/>
                  </a:lnTo>
                  <a:lnTo>
                    <a:pt x="120" y="619"/>
                  </a:lnTo>
                  <a:lnTo>
                    <a:pt x="1" y="857"/>
                  </a:lnTo>
                  <a:lnTo>
                    <a:pt x="1" y="1881"/>
                  </a:lnTo>
                  <a:cubicBezTo>
                    <a:pt x="120" y="1881"/>
                    <a:pt x="239" y="1810"/>
                    <a:pt x="262" y="1691"/>
                  </a:cubicBezTo>
                  <a:lnTo>
                    <a:pt x="905" y="453"/>
                  </a:lnTo>
                  <a:cubicBezTo>
                    <a:pt x="953" y="357"/>
                    <a:pt x="929" y="238"/>
                    <a:pt x="905" y="143"/>
                  </a:cubicBezTo>
                  <a:cubicBezTo>
                    <a:pt x="834" y="48"/>
                    <a:pt x="715" y="0"/>
                    <a:pt x="64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5" name="Google Shape;30305;p154"/>
            <p:cNvSpPr/>
            <p:nvPr/>
          </p:nvSpPr>
          <p:spPr>
            <a:xfrm>
              <a:off x="5693488" y="4218691"/>
              <a:ext cx="12360" cy="33164"/>
            </a:xfrm>
            <a:custGeom>
              <a:rect b="b" l="l" r="r" t="t"/>
              <a:pathLst>
                <a:path extrusionOk="0" h="1025" w="382">
                  <a:moveTo>
                    <a:pt x="1" y="1"/>
                  </a:moveTo>
                  <a:lnTo>
                    <a:pt x="1" y="1025"/>
                  </a:lnTo>
                  <a:lnTo>
                    <a:pt x="263" y="453"/>
                  </a:lnTo>
                  <a:cubicBezTo>
                    <a:pt x="382" y="310"/>
                    <a:pt x="334" y="120"/>
                    <a:pt x="144" y="49"/>
                  </a:cubicBezTo>
                  <a:cubicBezTo>
                    <a:pt x="96" y="1"/>
                    <a:pt x="72"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6" name="Google Shape;30306;p154"/>
            <p:cNvSpPr/>
            <p:nvPr/>
          </p:nvSpPr>
          <p:spPr>
            <a:xfrm>
              <a:off x="5751273" y="4422880"/>
              <a:ext cx="115604" cy="82473"/>
            </a:xfrm>
            <a:custGeom>
              <a:rect b="b" l="l" r="r" t="t"/>
              <a:pathLst>
                <a:path extrusionOk="0" h="2549" w="3573">
                  <a:moveTo>
                    <a:pt x="1759" y="0"/>
                  </a:moveTo>
                  <a:cubicBezTo>
                    <a:pt x="1745" y="0"/>
                    <a:pt x="1730" y="0"/>
                    <a:pt x="1715" y="1"/>
                  </a:cubicBezTo>
                  <a:cubicBezTo>
                    <a:pt x="787" y="48"/>
                    <a:pt x="1" y="834"/>
                    <a:pt x="1" y="1834"/>
                  </a:cubicBezTo>
                  <a:lnTo>
                    <a:pt x="1" y="2549"/>
                  </a:lnTo>
                  <a:lnTo>
                    <a:pt x="3240" y="2549"/>
                  </a:lnTo>
                  <a:cubicBezTo>
                    <a:pt x="3430" y="2549"/>
                    <a:pt x="3573" y="2382"/>
                    <a:pt x="3573" y="2215"/>
                  </a:cubicBezTo>
                  <a:lnTo>
                    <a:pt x="3573" y="1787"/>
                  </a:lnTo>
                  <a:cubicBezTo>
                    <a:pt x="3573" y="801"/>
                    <a:pt x="2763" y="0"/>
                    <a:pt x="1759"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7" name="Google Shape;30307;p154"/>
            <p:cNvSpPr/>
            <p:nvPr/>
          </p:nvSpPr>
          <p:spPr>
            <a:xfrm>
              <a:off x="5809058" y="4422880"/>
              <a:ext cx="57818" cy="80952"/>
            </a:xfrm>
            <a:custGeom>
              <a:rect b="b" l="l" r="r" t="t"/>
              <a:pathLst>
                <a:path extrusionOk="0" h="2502" w="1787">
                  <a:moveTo>
                    <a:pt x="1" y="1"/>
                  </a:moveTo>
                  <a:lnTo>
                    <a:pt x="1" y="2501"/>
                  </a:lnTo>
                  <a:lnTo>
                    <a:pt x="1454" y="2501"/>
                  </a:lnTo>
                  <a:cubicBezTo>
                    <a:pt x="1644" y="2501"/>
                    <a:pt x="1787" y="2358"/>
                    <a:pt x="1787" y="2168"/>
                  </a:cubicBezTo>
                  <a:lnTo>
                    <a:pt x="1787" y="1763"/>
                  </a:lnTo>
                  <a:cubicBezTo>
                    <a:pt x="1787" y="810"/>
                    <a:pt x="977" y="1"/>
                    <a:pt x="1"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8" name="Google Shape;30308;p154"/>
            <p:cNvSpPr/>
            <p:nvPr/>
          </p:nvSpPr>
          <p:spPr>
            <a:xfrm>
              <a:off x="5522429" y="4423527"/>
              <a:ext cx="115637" cy="81826"/>
            </a:xfrm>
            <a:custGeom>
              <a:rect b="b" l="l" r="r" t="t"/>
              <a:pathLst>
                <a:path extrusionOk="0" h="2529" w="3574">
                  <a:moveTo>
                    <a:pt x="1748" y="0"/>
                  </a:moveTo>
                  <a:cubicBezTo>
                    <a:pt x="771" y="0"/>
                    <a:pt x="1" y="782"/>
                    <a:pt x="1" y="1767"/>
                  </a:cubicBezTo>
                  <a:lnTo>
                    <a:pt x="1" y="2314"/>
                  </a:lnTo>
                  <a:cubicBezTo>
                    <a:pt x="1" y="2434"/>
                    <a:pt x="72" y="2529"/>
                    <a:pt x="191" y="2529"/>
                  </a:cubicBezTo>
                  <a:lnTo>
                    <a:pt x="3573" y="2529"/>
                  </a:lnTo>
                  <a:lnTo>
                    <a:pt x="3573" y="1386"/>
                  </a:lnTo>
                  <a:cubicBezTo>
                    <a:pt x="3573" y="1052"/>
                    <a:pt x="3406" y="743"/>
                    <a:pt x="3144" y="528"/>
                  </a:cubicBezTo>
                  <a:cubicBezTo>
                    <a:pt x="2671" y="159"/>
                    <a:pt x="2189" y="0"/>
                    <a:pt x="1748"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9" name="Google Shape;30309;p154"/>
            <p:cNvSpPr/>
            <p:nvPr/>
          </p:nvSpPr>
          <p:spPr>
            <a:xfrm>
              <a:off x="5636479" y="4422880"/>
              <a:ext cx="114828" cy="82473"/>
            </a:xfrm>
            <a:custGeom>
              <a:rect b="b" l="l" r="r" t="t"/>
              <a:pathLst>
                <a:path extrusionOk="0" h="2549" w="3549">
                  <a:moveTo>
                    <a:pt x="1735" y="0"/>
                  </a:moveTo>
                  <a:cubicBezTo>
                    <a:pt x="1721" y="0"/>
                    <a:pt x="1706" y="0"/>
                    <a:pt x="1691" y="1"/>
                  </a:cubicBezTo>
                  <a:cubicBezTo>
                    <a:pt x="762" y="48"/>
                    <a:pt x="0" y="834"/>
                    <a:pt x="0" y="1834"/>
                  </a:cubicBezTo>
                  <a:lnTo>
                    <a:pt x="0" y="2549"/>
                  </a:lnTo>
                  <a:lnTo>
                    <a:pt x="3549" y="2549"/>
                  </a:lnTo>
                  <a:lnTo>
                    <a:pt x="3549" y="1787"/>
                  </a:lnTo>
                  <a:cubicBezTo>
                    <a:pt x="3549" y="801"/>
                    <a:pt x="2739" y="0"/>
                    <a:pt x="1735"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0" name="Google Shape;30310;p154"/>
            <p:cNvSpPr/>
            <p:nvPr/>
          </p:nvSpPr>
          <p:spPr>
            <a:xfrm>
              <a:off x="5578694" y="4422880"/>
              <a:ext cx="57818" cy="80952"/>
            </a:xfrm>
            <a:custGeom>
              <a:rect b="b" l="l" r="r" t="t"/>
              <a:pathLst>
                <a:path extrusionOk="0" h="2502" w="1787">
                  <a:moveTo>
                    <a:pt x="0" y="1"/>
                  </a:moveTo>
                  <a:lnTo>
                    <a:pt x="0" y="2501"/>
                  </a:lnTo>
                  <a:lnTo>
                    <a:pt x="1786" y="2501"/>
                  </a:lnTo>
                  <a:lnTo>
                    <a:pt x="1786" y="1763"/>
                  </a:lnTo>
                  <a:cubicBezTo>
                    <a:pt x="1786" y="810"/>
                    <a:pt x="1001" y="1"/>
                    <a:pt x="0"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1" name="Google Shape;30311;p154"/>
            <p:cNvSpPr/>
            <p:nvPr/>
          </p:nvSpPr>
          <p:spPr>
            <a:xfrm>
              <a:off x="5694264" y="4422880"/>
              <a:ext cx="57818" cy="80952"/>
            </a:xfrm>
            <a:custGeom>
              <a:rect b="b" l="l" r="r" t="t"/>
              <a:pathLst>
                <a:path extrusionOk="0" h="2502" w="1787">
                  <a:moveTo>
                    <a:pt x="1" y="1"/>
                  </a:moveTo>
                  <a:lnTo>
                    <a:pt x="1" y="2501"/>
                  </a:lnTo>
                  <a:lnTo>
                    <a:pt x="1787" y="2501"/>
                  </a:lnTo>
                  <a:lnTo>
                    <a:pt x="1787" y="1763"/>
                  </a:lnTo>
                  <a:cubicBezTo>
                    <a:pt x="1763" y="810"/>
                    <a:pt x="1001"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2" name="Google Shape;30312;p154"/>
            <p:cNvSpPr/>
            <p:nvPr/>
          </p:nvSpPr>
          <p:spPr>
            <a:xfrm>
              <a:off x="5771301" y="4361244"/>
              <a:ext cx="75549" cy="75549"/>
            </a:xfrm>
            <a:custGeom>
              <a:rect b="b" l="l" r="r" t="t"/>
              <a:pathLst>
                <a:path extrusionOk="0" h="2335" w="2335">
                  <a:moveTo>
                    <a:pt x="1168" y="1"/>
                  </a:moveTo>
                  <a:cubicBezTo>
                    <a:pt x="525" y="1"/>
                    <a:pt x="1" y="548"/>
                    <a:pt x="1" y="1167"/>
                  </a:cubicBezTo>
                  <a:cubicBezTo>
                    <a:pt x="1" y="1834"/>
                    <a:pt x="549" y="2334"/>
                    <a:pt x="1168" y="2334"/>
                  </a:cubicBezTo>
                  <a:cubicBezTo>
                    <a:pt x="1787" y="2334"/>
                    <a:pt x="2311" y="1834"/>
                    <a:pt x="2335" y="1167"/>
                  </a:cubicBezTo>
                  <a:cubicBezTo>
                    <a:pt x="2335" y="524"/>
                    <a:pt x="1811" y="1"/>
                    <a:pt x="116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3" name="Google Shape;30313;p154"/>
            <p:cNvSpPr/>
            <p:nvPr/>
          </p:nvSpPr>
          <p:spPr>
            <a:xfrm>
              <a:off x="5809058" y="4362797"/>
              <a:ext cx="37791" cy="73996"/>
            </a:xfrm>
            <a:custGeom>
              <a:rect b="b" l="l" r="r" t="t"/>
              <a:pathLst>
                <a:path extrusionOk="0" h="2287" w="1168">
                  <a:moveTo>
                    <a:pt x="1" y="0"/>
                  </a:moveTo>
                  <a:lnTo>
                    <a:pt x="1" y="2286"/>
                  </a:lnTo>
                  <a:cubicBezTo>
                    <a:pt x="620" y="2286"/>
                    <a:pt x="1168" y="1786"/>
                    <a:pt x="1168" y="1143"/>
                  </a:cubicBezTo>
                  <a:cubicBezTo>
                    <a:pt x="1168" y="524"/>
                    <a:pt x="668"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4" name="Google Shape;30314;p154"/>
            <p:cNvSpPr/>
            <p:nvPr/>
          </p:nvSpPr>
          <p:spPr>
            <a:xfrm>
              <a:off x="5655730" y="4361244"/>
              <a:ext cx="75549" cy="75549"/>
            </a:xfrm>
            <a:custGeom>
              <a:rect b="b" l="l" r="r" t="t"/>
              <a:pathLst>
                <a:path extrusionOk="0" h="2335" w="2335">
                  <a:moveTo>
                    <a:pt x="1168" y="1"/>
                  </a:moveTo>
                  <a:cubicBezTo>
                    <a:pt x="525" y="1"/>
                    <a:pt x="1" y="548"/>
                    <a:pt x="1" y="1167"/>
                  </a:cubicBezTo>
                  <a:cubicBezTo>
                    <a:pt x="1" y="1834"/>
                    <a:pt x="549" y="2334"/>
                    <a:pt x="1168" y="2334"/>
                  </a:cubicBezTo>
                  <a:cubicBezTo>
                    <a:pt x="1835" y="2334"/>
                    <a:pt x="2335" y="1834"/>
                    <a:pt x="2335" y="1167"/>
                  </a:cubicBezTo>
                  <a:cubicBezTo>
                    <a:pt x="2335" y="524"/>
                    <a:pt x="1811" y="1"/>
                    <a:pt x="1168"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5" name="Google Shape;30315;p154"/>
            <p:cNvSpPr/>
            <p:nvPr/>
          </p:nvSpPr>
          <p:spPr>
            <a:xfrm>
              <a:off x="5693488" y="4362797"/>
              <a:ext cx="37791" cy="73996"/>
            </a:xfrm>
            <a:custGeom>
              <a:rect b="b" l="l" r="r" t="t"/>
              <a:pathLst>
                <a:path extrusionOk="0" h="2287" w="1168">
                  <a:moveTo>
                    <a:pt x="1" y="0"/>
                  </a:moveTo>
                  <a:lnTo>
                    <a:pt x="1" y="2286"/>
                  </a:lnTo>
                  <a:cubicBezTo>
                    <a:pt x="668" y="2286"/>
                    <a:pt x="1168" y="1786"/>
                    <a:pt x="1168" y="1143"/>
                  </a:cubicBezTo>
                  <a:cubicBezTo>
                    <a:pt x="1168" y="524"/>
                    <a:pt x="668"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6" name="Google Shape;30316;p154"/>
            <p:cNvSpPr/>
            <p:nvPr/>
          </p:nvSpPr>
          <p:spPr>
            <a:xfrm>
              <a:off x="5541712" y="4361244"/>
              <a:ext cx="74772" cy="75549"/>
            </a:xfrm>
            <a:custGeom>
              <a:rect b="b" l="l" r="r" t="t"/>
              <a:pathLst>
                <a:path extrusionOk="0" h="2335" w="2311">
                  <a:moveTo>
                    <a:pt x="1143" y="1"/>
                  </a:moveTo>
                  <a:cubicBezTo>
                    <a:pt x="500" y="1"/>
                    <a:pt x="0" y="548"/>
                    <a:pt x="0" y="1167"/>
                  </a:cubicBezTo>
                  <a:cubicBezTo>
                    <a:pt x="0" y="1834"/>
                    <a:pt x="524" y="2334"/>
                    <a:pt x="1143" y="2334"/>
                  </a:cubicBezTo>
                  <a:cubicBezTo>
                    <a:pt x="1786" y="2334"/>
                    <a:pt x="2310" y="1834"/>
                    <a:pt x="2310" y="1167"/>
                  </a:cubicBezTo>
                  <a:cubicBezTo>
                    <a:pt x="2310" y="524"/>
                    <a:pt x="1810" y="1"/>
                    <a:pt x="11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7" name="Google Shape;30317;p154"/>
            <p:cNvSpPr/>
            <p:nvPr/>
          </p:nvSpPr>
          <p:spPr>
            <a:xfrm>
              <a:off x="5578694" y="4362797"/>
              <a:ext cx="37791" cy="73996"/>
            </a:xfrm>
            <a:custGeom>
              <a:rect b="b" l="l" r="r" t="t"/>
              <a:pathLst>
                <a:path extrusionOk="0" h="2287" w="1168">
                  <a:moveTo>
                    <a:pt x="0" y="0"/>
                  </a:moveTo>
                  <a:lnTo>
                    <a:pt x="0" y="2286"/>
                  </a:lnTo>
                  <a:cubicBezTo>
                    <a:pt x="667" y="2286"/>
                    <a:pt x="1167" y="1786"/>
                    <a:pt x="1167" y="1143"/>
                  </a:cubicBezTo>
                  <a:cubicBezTo>
                    <a:pt x="1167" y="524"/>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8" name="Google Shape;30318;p154"/>
          <p:cNvGrpSpPr/>
          <p:nvPr/>
        </p:nvGrpSpPr>
        <p:grpSpPr>
          <a:xfrm>
            <a:off x="6269820" y="4004656"/>
            <a:ext cx="345225" cy="348297"/>
            <a:chOff x="6269820" y="4157056"/>
            <a:chExt cx="345225" cy="348297"/>
          </a:xfrm>
        </p:grpSpPr>
        <p:sp>
          <p:nvSpPr>
            <p:cNvPr id="30319" name="Google Shape;30319;p154"/>
            <p:cNvSpPr/>
            <p:nvPr/>
          </p:nvSpPr>
          <p:spPr>
            <a:xfrm>
              <a:off x="6295251" y="4157056"/>
              <a:ext cx="292069" cy="115604"/>
            </a:xfrm>
            <a:custGeom>
              <a:rect b="b" l="l" r="r" t="t"/>
              <a:pathLst>
                <a:path extrusionOk="0" h="3573" w="9027">
                  <a:moveTo>
                    <a:pt x="1168" y="1"/>
                  </a:moveTo>
                  <a:cubicBezTo>
                    <a:pt x="525" y="1"/>
                    <a:pt x="1" y="548"/>
                    <a:pt x="1" y="1168"/>
                  </a:cubicBezTo>
                  <a:lnTo>
                    <a:pt x="1" y="2430"/>
                  </a:lnTo>
                  <a:cubicBezTo>
                    <a:pt x="1" y="3073"/>
                    <a:pt x="549" y="3573"/>
                    <a:pt x="1168" y="3573"/>
                  </a:cubicBezTo>
                  <a:lnTo>
                    <a:pt x="7860" y="3573"/>
                  </a:lnTo>
                  <a:cubicBezTo>
                    <a:pt x="8526" y="3573"/>
                    <a:pt x="9027" y="3073"/>
                    <a:pt x="9027" y="2430"/>
                  </a:cubicBezTo>
                  <a:lnTo>
                    <a:pt x="9027" y="1168"/>
                  </a:lnTo>
                  <a:cubicBezTo>
                    <a:pt x="9027" y="525"/>
                    <a:pt x="8503" y="1"/>
                    <a:pt x="786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0" name="Google Shape;30320;p154"/>
            <p:cNvSpPr/>
            <p:nvPr/>
          </p:nvSpPr>
          <p:spPr>
            <a:xfrm>
              <a:off x="6441656" y="4158609"/>
              <a:ext cx="145662" cy="114051"/>
            </a:xfrm>
            <a:custGeom>
              <a:rect b="b" l="l" r="r" t="t"/>
              <a:pathLst>
                <a:path extrusionOk="0" h="3525" w="4502">
                  <a:moveTo>
                    <a:pt x="1" y="0"/>
                  </a:moveTo>
                  <a:lnTo>
                    <a:pt x="1" y="3525"/>
                  </a:lnTo>
                  <a:lnTo>
                    <a:pt x="3335" y="3525"/>
                  </a:lnTo>
                  <a:cubicBezTo>
                    <a:pt x="3978" y="3525"/>
                    <a:pt x="4502" y="3025"/>
                    <a:pt x="4502" y="2382"/>
                  </a:cubicBezTo>
                  <a:lnTo>
                    <a:pt x="4502" y="1120"/>
                  </a:lnTo>
                  <a:cubicBezTo>
                    <a:pt x="4502" y="500"/>
                    <a:pt x="4001" y="0"/>
                    <a:pt x="3335"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1" name="Google Shape;30321;p154"/>
            <p:cNvSpPr/>
            <p:nvPr/>
          </p:nvSpPr>
          <p:spPr>
            <a:xfrm>
              <a:off x="6336083" y="4205620"/>
              <a:ext cx="211925" cy="20060"/>
            </a:xfrm>
            <a:custGeom>
              <a:rect b="b" l="l" r="r" t="t"/>
              <a:pathLst>
                <a:path extrusionOk="0" h="620" w="6550">
                  <a:moveTo>
                    <a:pt x="311" y="0"/>
                  </a:moveTo>
                  <a:cubicBezTo>
                    <a:pt x="144" y="0"/>
                    <a:pt x="1" y="167"/>
                    <a:pt x="25" y="357"/>
                  </a:cubicBezTo>
                  <a:cubicBezTo>
                    <a:pt x="49" y="500"/>
                    <a:pt x="215" y="619"/>
                    <a:pt x="358" y="619"/>
                  </a:cubicBezTo>
                  <a:lnTo>
                    <a:pt x="6193" y="619"/>
                  </a:lnTo>
                  <a:cubicBezTo>
                    <a:pt x="6407" y="619"/>
                    <a:pt x="6550" y="476"/>
                    <a:pt x="6479" y="262"/>
                  </a:cubicBezTo>
                  <a:cubicBezTo>
                    <a:pt x="6455" y="119"/>
                    <a:pt x="6312" y="0"/>
                    <a:pt x="6169" y="0"/>
                  </a:cubicBezTo>
                  <a:close/>
                </a:path>
              </a:pathLst>
            </a:custGeom>
            <a:solidFill>
              <a:srgbClr val="CA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2" name="Google Shape;30322;p154"/>
            <p:cNvSpPr/>
            <p:nvPr/>
          </p:nvSpPr>
          <p:spPr>
            <a:xfrm>
              <a:off x="6441656" y="4205620"/>
              <a:ext cx="105607" cy="20060"/>
            </a:xfrm>
            <a:custGeom>
              <a:rect b="b" l="l" r="r" t="t"/>
              <a:pathLst>
                <a:path extrusionOk="0" h="620" w="3264">
                  <a:moveTo>
                    <a:pt x="1" y="0"/>
                  </a:moveTo>
                  <a:lnTo>
                    <a:pt x="1" y="619"/>
                  </a:lnTo>
                  <a:lnTo>
                    <a:pt x="2930" y="619"/>
                  </a:lnTo>
                  <a:cubicBezTo>
                    <a:pt x="3096" y="619"/>
                    <a:pt x="3263" y="476"/>
                    <a:pt x="3216" y="262"/>
                  </a:cubicBezTo>
                  <a:cubicBezTo>
                    <a:pt x="3216" y="119"/>
                    <a:pt x="3096" y="0"/>
                    <a:pt x="293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3" name="Google Shape;30323;p154"/>
            <p:cNvSpPr/>
            <p:nvPr/>
          </p:nvSpPr>
          <p:spPr>
            <a:xfrm>
              <a:off x="6523319" y="4294853"/>
              <a:ext cx="29314" cy="47174"/>
            </a:xfrm>
            <a:custGeom>
              <a:rect b="b" l="l" r="r" t="t"/>
              <a:pathLst>
                <a:path extrusionOk="0" h="1458" w="906">
                  <a:moveTo>
                    <a:pt x="337" y="1"/>
                  </a:moveTo>
                  <a:cubicBezTo>
                    <a:pt x="320" y="1"/>
                    <a:pt x="304" y="2"/>
                    <a:pt x="287" y="4"/>
                  </a:cubicBezTo>
                  <a:cubicBezTo>
                    <a:pt x="96" y="76"/>
                    <a:pt x="1" y="219"/>
                    <a:pt x="49" y="386"/>
                  </a:cubicBezTo>
                  <a:lnTo>
                    <a:pt x="263" y="1219"/>
                  </a:lnTo>
                  <a:cubicBezTo>
                    <a:pt x="287" y="1386"/>
                    <a:pt x="406" y="1457"/>
                    <a:pt x="549" y="1457"/>
                  </a:cubicBezTo>
                  <a:lnTo>
                    <a:pt x="644" y="1457"/>
                  </a:lnTo>
                  <a:cubicBezTo>
                    <a:pt x="811" y="1410"/>
                    <a:pt x="906" y="1267"/>
                    <a:pt x="882" y="1076"/>
                  </a:cubicBezTo>
                  <a:lnTo>
                    <a:pt x="668" y="243"/>
                  </a:lnTo>
                  <a:cubicBezTo>
                    <a:pt x="604" y="93"/>
                    <a:pt x="482" y="1"/>
                    <a:pt x="337"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4" name="Google Shape;30324;p154"/>
            <p:cNvSpPr/>
            <p:nvPr/>
          </p:nvSpPr>
          <p:spPr>
            <a:xfrm>
              <a:off x="6332232" y="4294853"/>
              <a:ext cx="28569" cy="47174"/>
            </a:xfrm>
            <a:custGeom>
              <a:rect b="b" l="l" r="r" t="t"/>
              <a:pathLst>
                <a:path extrusionOk="0" h="1458" w="883">
                  <a:moveTo>
                    <a:pt x="568" y="1"/>
                  </a:moveTo>
                  <a:cubicBezTo>
                    <a:pt x="416" y="1"/>
                    <a:pt x="260" y="93"/>
                    <a:pt x="239" y="243"/>
                  </a:cubicBezTo>
                  <a:lnTo>
                    <a:pt x="25" y="1076"/>
                  </a:lnTo>
                  <a:cubicBezTo>
                    <a:pt x="1" y="1267"/>
                    <a:pt x="96" y="1433"/>
                    <a:pt x="263" y="1457"/>
                  </a:cubicBezTo>
                  <a:lnTo>
                    <a:pt x="358" y="1457"/>
                  </a:lnTo>
                  <a:cubicBezTo>
                    <a:pt x="477" y="1457"/>
                    <a:pt x="620" y="1386"/>
                    <a:pt x="644" y="1219"/>
                  </a:cubicBezTo>
                  <a:lnTo>
                    <a:pt x="858" y="386"/>
                  </a:lnTo>
                  <a:cubicBezTo>
                    <a:pt x="882" y="219"/>
                    <a:pt x="811" y="28"/>
                    <a:pt x="620" y="4"/>
                  </a:cubicBezTo>
                  <a:cubicBezTo>
                    <a:pt x="603" y="2"/>
                    <a:pt x="586" y="1"/>
                    <a:pt x="56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5" name="Google Shape;30325;p154"/>
            <p:cNvSpPr/>
            <p:nvPr/>
          </p:nvSpPr>
          <p:spPr>
            <a:xfrm>
              <a:off x="6431626" y="4294206"/>
              <a:ext cx="20837" cy="47821"/>
            </a:xfrm>
            <a:custGeom>
              <a:rect b="b" l="l" r="r" t="t"/>
              <a:pathLst>
                <a:path extrusionOk="0" h="1478" w="644">
                  <a:moveTo>
                    <a:pt x="311" y="1"/>
                  </a:moveTo>
                  <a:cubicBezTo>
                    <a:pt x="144" y="1"/>
                    <a:pt x="1" y="144"/>
                    <a:pt x="1" y="334"/>
                  </a:cubicBezTo>
                  <a:lnTo>
                    <a:pt x="1" y="1168"/>
                  </a:lnTo>
                  <a:cubicBezTo>
                    <a:pt x="1" y="1334"/>
                    <a:pt x="144" y="1477"/>
                    <a:pt x="311" y="1477"/>
                  </a:cubicBezTo>
                  <a:cubicBezTo>
                    <a:pt x="501" y="1477"/>
                    <a:pt x="644" y="1334"/>
                    <a:pt x="644" y="1168"/>
                  </a:cubicBezTo>
                  <a:lnTo>
                    <a:pt x="644" y="334"/>
                  </a:lnTo>
                  <a:cubicBezTo>
                    <a:pt x="644" y="144"/>
                    <a:pt x="501" y="1"/>
                    <a:pt x="311"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6" name="Google Shape;30326;p154"/>
            <p:cNvSpPr/>
            <p:nvPr/>
          </p:nvSpPr>
          <p:spPr>
            <a:xfrm>
              <a:off x="6441656" y="4294206"/>
              <a:ext cx="10807" cy="47109"/>
            </a:xfrm>
            <a:custGeom>
              <a:rect b="b" l="l" r="r" t="t"/>
              <a:pathLst>
                <a:path extrusionOk="0" h="1456" w="334">
                  <a:moveTo>
                    <a:pt x="1" y="1"/>
                  </a:moveTo>
                  <a:lnTo>
                    <a:pt x="1" y="1453"/>
                  </a:lnTo>
                  <a:cubicBezTo>
                    <a:pt x="15" y="1455"/>
                    <a:pt x="28" y="1456"/>
                    <a:pt x="42" y="1456"/>
                  </a:cubicBezTo>
                  <a:cubicBezTo>
                    <a:pt x="211" y="1456"/>
                    <a:pt x="334" y="1322"/>
                    <a:pt x="334" y="1168"/>
                  </a:cubicBezTo>
                  <a:lnTo>
                    <a:pt x="334" y="334"/>
                  </a:lnTo>
                  <a:cubicBezTo>
                    <a:pt x="334" y="144"/>
                    <a:pt x="191" y="1"/>
                    <a:pt x="1" y="1"/>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7" name="Google Shape;30327;p154"/>
            <p:cNvSpPr/>
            <p:nvPr/>
          </p:nvSpPr>
          <p:spPr>
            <a:xfrm>
              <a:off x="6499441" y="4422880"/>
              <a:ext cx="115604" cy="82473"/>
            </a:xfrm>
            <a:custGeom>
              <a:rect b="b" l="l" r="r" t="t"/>
              <a:pathLst>
                <a:path extrusionOk="0" h="2549" w="3573">
                  <a:moveTo>
                    <a:pt x="1782" y="0"/>
                  </a:moveTo>
                  <a:cubicBezTo>
                    <a:pt x="1768" y="0"/>
                    <a:pt x="1753" y="0"/>
                    <a:pt x="1739" y="1"/>
                  </a:cubicBezTo>
                  <a:cubicBezTo>
                    <a:pt x="763" y="48"/>
                    <a:pt x="1" y="834"/>
                    <a:pt x="1" y="1834"/>
                  </a:cubicBezTo>
                  <a:lnTo>
                    <a:pt x="1" y="2549"/>
                  </a:lnTo>
                  <a:lnTo>
                    <a:pt x="3263" y="2549"/>
                  </a:lnTo>
                  <a:cubicBezTo>
                    <a:pt x="3430" y="2549"/>
                    <a:pt x="3573" y="2382"/>
                    <a:pt x="3573" y="2215"/>
                  </a:cubicBezTo>
                  <a:lnTo>
                    <a:pt x="3573" y="1787"/>
                  </a:lnTo>
                  <a:cubicBezTo>
                    <a:pt x="3573" y="801"/>
                    <a:pt x="2763" y="0"/>
                    <a:pt x="1782"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8" name="Google Shape;30328;p154"/>
            <p:cNvSpPr/>
            <p:nvPr/>
          </p:nvSpPr>
          <p:spPr>
            <a:xfrm>
              <a:off x="6556450" y="4422880"/>
              <a:ext cx="57818" cy="80952"/>
            </a:xfrm>
            <a:custGeom>
              <a:rect b="b" l="l" r="r" t="t"/>
              <a:pathLst>
                <a:path extrusionOk="0" h="2502" w="1787">
                  <a:moveTo>
                    <a:pt x="1" y="1"/>
                  </a:moveTo>
                  <a:lnTo>
                    <a:pt x="1" y="2501"/>
                  </a:lnTo>
                  <a:lnTo>
                    <a:pt x="1454" y="2501"/>
                  </a:lnTo>
                  <a:cubicBezTo>
                    <a:pt x="1644" y="2501"/>
                    <a:pt x="1787" y="2358"/>
                    <a:pt x="1787" y="2168"/>
                  </a:cubicBezTo>
                  <a:lnTo>
                    <a:pt x="1787" y="1763"/>
                  </a:lnTo>
                  <a:cubicBezTo>
                    <a:pt x="1787" y="810"/>
                    <a:pt x="977" y="1"/>
                    <a:pt x="1"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9" name="Google Shape;30329;p154"/>
            <p:cNvSpPr/>
            <p:nvPr/>
          </p:nvSpPr>
          <p:spPr>
            <a:xfrm>
              <a:off x="6269820" y="4423527"/>
              <a:ext cx="115637" cy="81826"/>
            </a:xfrm>
            <a:custGeom>
              <a:rect b="b" l="l" r="r" t="t"/>
              <a:pathLst>
                <a:path extrusionOk="0" h="2529" w="3574">
                  <a:moveTo>
                    <a:pt x="1770" y="0"/>
                  </a:moveTo>
                  <a:cubicBezTo>
                    <a:pt x="793" y="0"/>
                    <a:pt x="1" y="782"/>
                    <a:pt x="1" y="1767"/>
                  </a:cubicBezTo>
                  <a:lnTo>
                    <a:pt x="1" y="2314"/>
                  </a:lnTo>
                  <a:cubicBezTo>
                    <a:pt x="1" y="2434"/>
                    <a:pt x="72" y="2529"/>
                    <a:pt x="191" y="2529"/>
                  </a:cubicBezTo>
                  <a:lnTo>
                    <a:pt x="3573" y="2529"/>
                  </a:lnTo>
                  <a:lnTo>
                    <a:pt x="3573" y="1386"/>
                  </a:lnTo>
                  <a:cubicBezTo>
                    <a:pt x="3573" y="1052"/>
                    <a:pt x="3406" y="743"/>
                    <a:pt x="3144" y="528"/>
                  </a:cubicBezTo>
                  <a:cubicBezTo>
                    <a:pt x="2686" y="159"/>
                    <a:pt x="2209" y="0"/>
                    <a:pt x="1770"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0" name="Google Shape;30330;p154"/>
            <p:cNvSpPr/>
            <p:nvPr/>
          </p:nvSpPr>
          <p:spPr>
            <a:xfrm>
              <a:off x="6383870" y="4422880"/>
              <a:ext cx="114828" cy="82473"/>
            </a:xfrm>
            <a:custGeom>
              <a:rect b="b" l="l" r="r" t="t"/>
              <a:pathLst>
                <a:path extrusionOk="0" h="2549" w="3549">
                  <a:moveTo>
                    <a:pt x="1758" y="0"/>
                  </a:moveTo>
                  <a:cubicBezTo>
                    <a:pt x="1744" y="0"/>
                    <a:pt x="1729" y="0"/>
                    <a:pt x="1715" y="1"/>
                  </a:cubicBezTo>
                  <a:cubicBezTo>
                    <a:pt x="786" y="48"/>
                    <a:pt x="0" y="834"/>
                    <a:pt x="0" y="1834"/>
                  </a:cubicBezTo>
                  <a:lnTo>
                    <a:pt x="0" y="2549"/>
                  </a:lnTo>
                  <a:lnTo>
                    <a:pt x="3549" y="2549"/>
                  </a:lnTo>
                  <a:lnTo>
                    <a:pt x="3549" y="1787"/>
                  </a:lnTo>
                  <a:cubicBezTo>
                    <a:pt x="3549" y="801"/>
                    <a:pt x="2739" y="0"/>
                    <a:pt x="175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1" name="Google Shape;30331;p154"/>
            <p:cNvSpPr/>
            <p:nvPr/>
          </p:nvSpPr>
          <p:spPr>
            <a:xfrm>
              <a:off x="6327638" y="4422880"/>
              <a:ext cx="57818" cy="80952"/>
            </a:xfrm>
            <a:custGeom>
              <a:rect b="b" l="l" r="r" t="t"/>
              <a:pathLst>
                <a:path extrusionOk="0" h="2502" w="1787">
                  <a:moveTo>
                    <a:pt x="0" y="1"/>
                  </a:moveTo>
                  <a:lnTo>
                    <a:pt x="0" y="2501"/>
                  </a:lnTo>
                  <a:lnTo>
                    <a:pt x="1786" y="2501"/>
                  </a:lnTo>
                  <a:lnTo>
                    <a:pt x="1786" y="1763"/>
                  </a:lnTo>
                  <a:cubicBezTo>
                    <a:pt x="1738" y="810"/>
                    <a:pt x="976" y="1"/>
                    <a:pt x="0" y="1"/>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2" name="Google Shape;30332;p154"/>
            <p:cNvSpPr/>
            <p:nvPr/>
          </p:nvSpPr>
          <p:spPr>
            <a:xfrm>
              <a:off x="6441656" y="4422880"/>
              <a:ext cx="57818" cy="80952"/>
            </a:xfrm>
            <a:custGeom>
              <a:rect b="b" l="l" r="r" t="t"/>
              <a:pathLst>
                <a:path extrusionOk="0" h="2502" w="1787">
                  <a:moveTo>
                    <a:pt x="1" y="1"/>
                  </a:moveTo>
                  <a:lnTo>
                    <a:pt x="1" y="2501"/>
                  </a:lnTo>
                  <a:lnTo>
                    <a:pt x="1787" y="2501"/>
                  </a:lnTo>
                  <a:lnTo>
                    <a:pt x="1787" y="1763"/>
                  </a:lnTo>
                  <a:cubicBezTo>
                    <a:pt x="1787" y="810"/>
                    <a:pt x="1001" y="1"/>
                    <a:pt x="1"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3" name="Google Shape;30333;p154"/>
            <p:cNvSpPr/>
            <p:nvPr/>
          </p:nvSpPr>
          <p:spPr>
            <a:xfrm>
              <a:off x="6518724" y="4361244"/>
              <a:ext cx="75517" cy="75549"/>
            </a:xfrm>
            <a:custGeom>
              <a:rect b="b" l="l" r="r" t="t"/>
              <a:pathLst>
                <a:path extrusionOk="0" h="2335" w="2334">
                  <a:moveTo>
                    <a:pt x="1167" y="1"/>
                  </a:moveTo>
                  <a:cubicBezTo>
                    <a:pt x="524" y="1"/>
                    <a:pt x="0" y="548"/>
                    <a:pt x="0" y="1167"/>
                  </a:cubicBezTo>
                  <a:cubicBezTo>
                    <a:pt x="0" y="1834"/>
                    <a:pt x="548" y="2334"/>
                    <a:pt x="1167" y="2334"/>
                  </a:cubicBezTo>
                  <a:cubicBezTo>
                    <a:pt x="1834" y="2334"/>
                    <a:pt x="2334" y="1834"/>
                    <a:pt x="2334" y="1167"/>
                  </a:cubicBezTo>
                  <a:cubicBezTo>
                    <a:pt x="2334" y="524"/>
                    <a:pt x="1810" y="1"/>
                    <a:pt x="1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4" name="Google Shape;30334;p154"/>
            <p:cNvSpPr/>
            <p:nvPr/>
          </p:nvSpPr>
          <p:spPr>
            <a:xfrm>
              <a:off x="6556450" y="4362797"/>
              <a:ext cx="37791" cy="73996"/>
            </a:xfrm>
            <a:custGeom>
              <a:rect b="b" l="l" r="r" t="t"/>
              <a:pathLst>
                <a:path extrusionOk="0" h="2287" w="1168">
                  <a:moveTo>
                    <a:pt x="1" y="0"/>
                  </a:moveTo>
                  <a:lnTo>
                    <a:pt x="1" y="2286"/>
                  </a:lnTo>
                  <a:cubicBezTo>
                    <a:pt x="668" y="2286"/>
                    <a:pt x="1168" y="1786"/>
                    <a:pt x="1168" y="1143"/>
                  </a:cubicBezTo>
                  <a:cubicBezTo>
                    <a:pt x="1168" y="524"/>
                    <a:pt x="644"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5" name="Google Shape;30335;p154"/>
            <p:cNvSpPr/>
            <p:nvPr/>
          </p:nvSpPr>
          <p:spPr>
            <a:xfrm>
              <a:off x="6404674" y="4361244"/>
              <a:ext cx="74772" cy="75549"/>
            </a:xfrm>
            <a:custGeom>
              <a:rect b="b" l="l" r="r" t="t"/>
              <a:pathLst>
                <a:path extrusionOk="0" h="2335" w="2311">
                  <a:moveTo>
                    <a:pt x="1144" y="1"/>
                  </a:moveTo>
                  <a:cubicBezTo>
                    <a:pt x="501" y="1"/>
                    <a:pt x="0" y="548"/>
                    <a:pt x="0" y="1167"/>
                  </a:cubicBezTo>
                  <a:cubicBezTo>
                    <a:pt x="0" y="1834"/>
                    <a:pt x="524" y="2334"/>
                    <a:pt x="1144" y="2334"/>
                  </a:cubicBezTo>
                  <a:cubicBezTo>
                    <a:pt x="1787" y="2334"/>
                    <a:pt x="2310" y="1834"/>
                    <a:pt x="2310" y="1167"/>
                  </a:cubicBezTo>
                  <a:cubicBezTo>
                    <a:pt x="2310" y="524"/>
                    <a:pt x="1810" y="1"/>
                    <a:pt x="1144"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6" name="Google Shape;30336;p154"/>
            <p:cNvSpPr/>
            <p:nvPr/>
          </p:nvSpPr>
          <p:spPr>
            <a:xfrm>
              <a:off x="6441656" y="4362797"/>
              <a:ext cx="37791" cy="73996"/>
            </a:xfrm>
            <a:custGeom>
              <a:rect b="b" l="l" r="r" t="t"/>
              <a:pathLst>
                <a:path extrusionOk="0" h="2287" w="1168">
                  <a:moveTo>
                    <a:pt x="1" y="0"/>
                  </a:moveTo>
                  <a:lnTo>
                    <a:pt x="1" y="2286"/>
                  </a:lnTo>
                  <a:cubicBezTo>
                    <a:pt x="644" y="2286"/>
                    <a:pt x="1167" y="1786"/>
                    <a:pt x="1167" y="1143"/>
                  </a:cubicBezTo>
                  <a:cubicBezTo>
                    <a:pt x="1167" y="524"/>
                    <a:pt x="667"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7" name="Google Shape;30337;p154"/>
            <p:cNvSpPr/>
            <p:nvPr/>
          </p:nvSpPr>
          <p:spPr>
            <a:xfrm>
              <a:off x="6289880" y="4361244"/>
              <a:ext cx="74772" cy="75549"/>
            </a:xfrm>
            <a:custGeom>
              <a:rect b="b" l="l" r="r" t="t"/>
              <a:pathLst>
                <a:path extrusionOk="0" h="2335" w="2311">
                  <a:moveTo>
                    <a:pt x="1167" y="1"/>
                  </a:moveTo>
                  <a:cubicBezTo>
                    <a:pt x="500" y="1"/>
                    <a:pt x="0" y="548"/>
                    <a:pt x="0" y="1167"/>
                  </a:cubicBezTo>
                  <a:cubicBezTo>
                    <a:pt x="0" y="1834"/>
                    <a:pt x="524" y="2334"/>
                    <a:pt x="1167" y="2334"/>
                  </a:cubicBezTo>
                  <a:cubicBezTo>
                    <a:pt x="1786" y="2334"/>
                    <a:pt x="2286" y="1834"/>
                    <a:pt x="2310" y="1167"/>
                  </a:cubicBezTo>
                  <a:cubicBezTo>
                    <a:pt x="2310" y="524"/>
                    <a:pt x="1786" y="1"/>
                    <a:pt x="1167"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8" name="Google Shape;30338;p154"/>
            <p:cNvSpPr/>
            <p:nvPr/>
          </p:nvSpPr>
          <p:spPr>
            <a:xfrm>
              <a:off x="6326085" y="4362797"/>
              <a:ext cx="37791" cy="73996"/>
            </a:xfrm>
            <a:custGeom>
              <a:rect b="b" l="l" r="r" t="t"/>
              <a:pathLst>
                <a:path extrusionOk="0" h="2287" w="1168">
                  <a:moveTo>
                    <a:pt x="0" y="0"/>
                  </a:moveTo>
                  <a:lnTo>
                    <a:pt x="0" y="2286"/>
                  </a:lnTo>
                  <a:cubicBezTo>
                    <a:pt x="667" y="2286"/>
                    <a:pt x="1167" y="1786"/>
                    <a:pt x="1167" y="1143"/>
                  </a:cubicBezTo>
                  <a:cubicBezTo>
                    <a:pt x="1167" y="524"/>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39" name="Google Shape;30339;p154"/>
          <p:cNvGrpSpPr/>
          <p:nvPr/>
        </p:nvGrpSpPr>
        <p:grpSpPr>
          <a:xfrm>
            <a:off x="7018765" y="4006209"/>
            <a:ext cx="346778" cy="345223"/>
            <a:chOff x="7018765" y="4158609"/>
            <a:chExt cx="346778" cy="345223"/>
          </a:xfrm>
        </p:grpSpPr>
        <p:sp>
          <p:nvSpPr>
            <p:cNvPr id="30340" name="Google Shape;30340;p154"/>
            <p:cNvSpPr/>
            <p:nvPr/>
          </p:nvSpPr>
          <p:spPr>
            <a:xfrm>
              <a:off x="7236058" y="4218691"/>
              <a:ext cx="129485" cy="80952"/>
            </a:xfrm>
            <a:custGeom>
              <a:rect b="b" l="l" r="r" t="t"/>
              <a:pathLst>
                <a:path extrusionOk="0" h="2502" w="4002">
                  <a:moveTo>
                    <a:pt x="1951" y="0"/>
                  </a:moveTo>
                  <a:cubicBezTo>
                    <a:pt x="1936" y="0"/>
                    <a:pt x="1921" y="1"/>
                    <a:pt x="1905" y="1"/>
                  </a:cubicBezTo>
                  <a:cubicBezTo>
                    <a:pt x="834" y="25"/>
                    <a:pt x="0" y="930"/>
                    <a:pt x="0" y="2001"/>
                  </a:cubicBezTo>
                  <a:lnTo>
                    <a:pt x="0" y="2168"/>
                  </a:lnTo>
                  <a:cubicBezTo>
                    <a:pt x="0" y="2358"/>
                    <a:pt x="167" y="2501"/>
                    <a:pt x="334" y="2501"/>
                  </a:cubicBezTo>
                  <a:lnTo>
                    <a:pt x="3668" y="2501"/>
                  </a:lnTo>
                  <a:cubicBezTo>
                    <a:pt x="3858" y="2501"/>
                    <a:pt x="4001" y="2382"/>
                    <a:pt x="3977" y="2216"/>
                  </a:cubicBezTo>
                  <a:lnTo>
                    <a:pt x="3977" y="2001"/>
                  </a:lnTo>
                  <a:cubicBezTo>
                    <a:pt x="3977" y="873"/>
                    <a:pt x="3073" y="0"/>
                    <a:pt x="195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1" name="Google Shape;30341;p154"/>
            <p:cNvSpPr/>
            <p:nvPr/>
          </p:nvSpPr>
          <p:spPr>
            <a:xfrm>
              <a:off x="7300768" y="4217947"/>
              <a:ext cx="64775" cy="81696"/>
            </a:xfrm>
            <a:custGeom>
              <a:rect b="b" l="l" r="r" t="t"/>
              <a:pathLst>
                <a:path extrusionOk="0" h="2525" w="2002">
                  <a:moveTo>
                    <a:pt x="1" y="0"/>
                  </a:moveTo>
                  <a:lnTo>
                    <a:pt x="1" y="2501"/>
                  </a:lnTo>
                  <a:lnTo>
                    <a:pt x="1668" y="2501"/>
                  </a:lnTo>
                  <a:lnTo>
                    <a:pt x="1668" y="2524"/>
                  </a:lnTo>
                  <a:cubicBezTo>
                    <a:pt x="1858" y="2524"/>
                    <a:pt x="2001" y="2381"/>
                    <a:pt x="2001" y="2191"/>
                  </a:cubicBezTo>
                  <a:lnTo>
                    <a:pt x="2001" y="2000"/>
                  </a:lnTo>
                  <a:cubicBezTo>
                    <a:pt x="2001" y="905"/>
                    <a:pt x="1120" y="0"/>
                    <a:pt x="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2" name="Google Shape;30342;p154"/>
            <p:cNvSpPr/>
            <p:nvPr/>
          </p:nvSpPr>
          <p:spPr>
            <a:xfrm>
              <a:off x="7018765" y="4218691"/>
              <a:ext cx="129485" cy="80952"/>
            </a:xfrm>
            <a:custGeom>
              <a:rect b="b" l="l" r="r" t="t"/>
              <a:pathLst>
                <a:path extrusionOk="0" h="2502" w="4002">
                  <a:moveTo>
                    <a:pt x="1950" y="0"/>
                  </a:moveTo>
                  <a:cubicBezTo>
                    <a:pt x="1935" y="0"/>
                    <a:pt x="1921" y="1"/>
                    <a:pt x="1906" y="1"/>
                  </a:cubicBezTo>
                  <a:cubicBezTo>
                    <a:pt x="834" y="25"/>
                    <a:pt x="1" y="930"/>
                    <a:pt x="1" y="2001"/>
                  </a:cubicBezTo>
                  <a:lnTo>
                    <a:pt x="1" y="2168"/>
                  </a:lnTo>
                  <a:cubicBezTo>
                    <a:pt x="1" y="2358"/>
                    <a:pt x="144" y="2501"/>
                    <a:pt x="334" y="2501"/>
                  </a:cubicBezTo>
                  <a:lnTo>
                    <a:pt x="3668" y="2501"/>
                  </a:lnTo>
                  <a:cubicBezTo>
                    <a:pt x="3835" y="2501"/>
                    <a:pt x="4001" y="2382"/>
                    <a:pt x="3954" y="2216"/>
                  </a:cubicBezTo>
                  <a:lnTo>
                    <a:pt x="3954" y="2001"/>
                  </a:lnTo>
                  <a:cubicBezTo>
                    <a:pt x="3954" y="873"/>
                    <a:pt x="3049" y="0"/>
                    <a:pt x="1950"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3" name="Google Shape;30343;p154"/>
            <p:cNvSpPr/>
            <p:nvPr/>
          </p:nvSpPr>
          <p:spPr>
            <a:xfrm>
              <a:off x="7083506" y="4217947"/>
              <a:ext cx="64742" cy="81696"/>
            </a:xfrm>
            <a:custGeom>
              <a:rect b="b" l="l" r="r" t="t"/>
              <a:pathLst>
                <a:path extrusionOk="0" h="2525" w="2001">
                  <a:moveTo>
                    <a:pt x="0" y="0"/>
                  </a:moveTo>
                  <a:lnTo>
                    <a:pt x="0" y="2501"/>
                  </a:lnTo>
                  <a:lnTo>
                    <a:pt x="1667" y="2501"/>
                  </a:lnTo>
                  <a:lnTo>
                    <a:pt x="1667" y="2524"/>
                  </a:lnTo>
                  <a:cubicBezTo>
                    <a:pt x="1834" y="2524"/>
                    <a:pt x="2000" y="2381"/>
                    <a:pt x="2000" y="2191"/>
                  </a:cubicBezTo>
                  <a:lnTo>
                    <a:pt x="2000" y="2000"/>
                  </a:lnTo>
                  <a:cubicBezTo>
                    <a:pt x="2000" y="905"/>
                    <a:pt x="1095" y="0"/>
                    <a:pt x="0"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4" name="Google Shape;30344;p154"/>
            <p:cNvSpPr/>
            <p:nvPr/>
          </p:nvSpPr>
          <p:spPr>
            <a:xfrm>
              <a:off x="7127412" y="4422880"/>
              <a:ext cx="129485" cy="80952"/>
            </a:xfrm>
            <a:custGeom>
              <a:rect b="b" l="l" r="r" t="t"/>
              <a:pathLst>
                <a:path extrusionOk="0" h="2502" w="4002">
                  <a:moveTo>
                    <a:pt x="1950" y="0"/>
                  </a:moveTo>
                  <a:cubicBezTo>
                    <a:pt x="1935" y="0"/>
                    <a:pt x="1920" y="0"/>
                    <a:pt x="1906" y="1"/>
                  </a:cubicBezTo>
                  <a:cubicBezTo>
                    <a:pt x="834" y="24"/>
                    <a:pt x="0" y="929"/>
                    <a:pt x="0" y="2001"/>
                  </a:cubicBezTo>
                  <a:lnTo>
                    <a:pt x="0" y="2192"/>
                  </a:lnTo>
                  <a:cubicBezTo>
                    <a:pt x="0" y="2358"/>
                    <a:pt x="167" y="2501"/>
                    <a:pt x="334" y="2501"/>
                  </a:cubicBezTo>
                  <a:lnTo>
                    <a:pt x="3668" y="2501"/>
                  </a:lnTo>
                  <a:cubicBezTo>
                    <a:pt x="3858" y="2501"/>
                    <a:pt x="4001" y="2382"/>
                    <a:pt x="3954" y="2215"/>
                  </a:cubicBezTo>
                  <a:lnTo>
                    <a:pt x="3954" y="2001"/>
                  </a:lnTo>
                  <a:cubicBezTo>
                    <a:pt x="3954" y="896"/>
                    <a:pt x="3072" y="0"/>
                    <a:pt x="1950"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5" name="Google Shape;30345;p154"/>
            <p:cNvSpPr/>
            <p:nvPr/>
          </p:nvSpPr>
          <p:spPr>
            <a:xfrm>
              <a:off x="7192121" y="4422103"/>
              <a:ext cx="64775" cy="81729"/>
            </a:xfrm>
            <a:custGeom>
              <a:rect b="b" l="l" r="r" t="t"/>
              <a:pathLst>
                <a:path extrusionOk="0" h="2526" w="2002">
                  <a:moveTo>
                    <a:pt x="1" y="1"/>
                  </a:moveTo>
                  <a:lnTo>
                    <a:pt x="1" y="2501"/>
                  </a:lnTo>
                  <a:lnTo>
                    <a:pt x="1668" y="2501"/>
                  </a:lnTo>
                  <a:lnTo>
                    <a:pt x="1668" y="2525"/>
                  </a:lnTo>
                  <a:cubicBezTo>
                    <a:pt x="1858" y="2525"/>
                    <a:pt x="2001" y="2382"/>
                    <a:pt x="2001" y="2216"/>
                  </a:cubicBezTo>
                  <a:lnTo>
                    <a:pt x="2001" y="2001"/>
                  </a:lnTo>
                  <a:cubicBezTo>
                    <a:pt x="2001" y="906"/>
                    <a:pt x="1096" y="1"/>
                    <a:pt x="1"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6" name="Google Shape;30346;p154"/>
            <p:cNvSpPr/>
            <p:nvPr/>
          </p:nvSpPr>
          <p:spPr>
            <a:xfrm>
              <a:off x="7142812" y="4161780"/>
              <a:ext cx="97906" cy="74675"/>
            </a:xfrm>
            <a:custGeom>
              <a:rect b="b" l="l" r="r" t="t"/>
              <a:pathLst>
                <a:path extrusionOk="0" h="2308" w="3026">
                  <a:moveTo>
                    <a:pt x="1845" y="0"/>
                  </a:moveTo>
                  <a:cubicBezTo>
                    <a:pt x="1772" y="0"/>
                    <a:pt x="1700" y="24"/>
                    <a:pt x="1644" y="69"/>
                  </a:cubicBezTo>
                  <a:cubicBezTo>
                    <a:pt x="1501" y="188"/>
                    <a:pt x="1501" y="402"/>
                    <a:pt x="1620" y="545"/>
                  </a:cubicBezTo>
                  <a:lnTo>
                    <a:pt x="1906" y="855"/>
                  </a:lnTo>
                  <a:lnTo>
                    <a:pt x="358" y="855"/>
                  </a:lnTo>
                  <a:cubicBezTo>
                    <a:pt x="215" y="855"/>
                    <a:pt x="72" y="950"/>
                    <a:pt x="48" y="1117"/>
                  </a:cubicBezTo>
                  <a:cubicBezTo>
                    <a:pt x="1" y="1284"/>
                    <a:pt x="167" y="1474"/>
                    <a:pt x="334" y="1474"/>
                  </a:cubicBezTo>
                  <a:lnTo>
                    <a:pt x="1882" y="1474"/>
                  </a:lnTo>
                  <a:lnTo>
                    <a:pt x="1596" y="1760"/>
                  </a:lnTo>
                  <a:cubicBezTo>
                    <a:pt x="1477" y="1879"/>
                    <a:pt x="1477" y="2093"/>
                    <a:pt x="1596" y="2212"/>
                  </a:cubicBezTo>
                  <a:cubicBezTo>
                    <a:pt x="1644" y="2260"/>
                    <a:pt x="1739" y="2308"/>
                    <a:pt x="1787" y="2308"/>
                  </a:cubicBezTo>
                  <a:cubicBezTo>
                    <a:pt x="1882" y="2308"/>
                    <a:pt x="1954" y="2260"/>
                    <a:pt x="2001" y="2212"/>
                  </a:cubicBezTo>
                  <a:lnTo>
                    <a:pt x="2835" y="1379"/>
                  </a:lnTo>
                  <a:cubicBezTo>
                    <a:pt x="3025" y="1236"/>
                    <a:pt x="3025" y="1045"/>
                    <a:pt x="2906" y="926"/>
                  </a:cubicBezTo>
                  <a:lnTo>
                    <a:pt x="2073" y="93"/>
                  </a:lnTo>
                  <a:cubicBezTo>
                    <a:pt x="2010" y="30"/>
                    <a:pt x="1927" y="0"/>
                    <a:pt x="1845"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7" name="Google Shape;30347;p154"/>
            <p:cNvSpPr/>
            <p:nvPr/>
          </p:nvSpPr>
          <p:spPr>
            <a:xfrm>
              <a:off x="7192121" y="4161780"/>
              <a:ext cx="47044" cy="72378"/>
            </a:xfrm>
            <a:custGeom>
              <a:rect b="b" l="l" r="r" t="t"/>
              <a:pathLst>
                <a:path extrusionOk="0" h="2237" w="1454">
                  <a:moveTo>
                    <a:pt x="321" y="0"/>
                  </a:moveTo>
                  <a:cubicBezTo>
                    <a:pt x="248" y="0"/>
                    <a:pt x="176" y="24"/>
                    <a:pt x="120" y="69"/>
                  </a:cubicBezTo>
                  <a:cubicBezTo>
                    <a:pt x="25" y="117"/>
                    <a:pt x="1" y="212"/>
                    <a:pt x="1" y="307"/>
                  </a:cubicBezTo>
                  <a:cubicBezTo>
                    <a:pt x="1" y="402"/>
                    <a:pt x="25" y="450"/>
                    <a:pt x="96" y="522"/>
                  </a:cubicBezTo>
                  <a:lnTo>
                    <a:pt x="382" y="807"/>
                  </a:lnTo>
                  <a:lnTo>
                    <a:pt x="1" y="807"/>
                  </a:lnTo>
                  <a:lnTo>
                    <a:pt x="1" y="1450"/>
                  </a:lnTo>
                  <a:lnTo>
                    <a:pt x="382" y="1450"/>
                  </a:lnTo>
                  <a:lnTo>
                    <a:pt x="96" y="1736"/>
                  </a:lnTo>
                  <a:cubicBezTo>
                    <a:pt x="25" y="1808"/>
                    <a:pt x="1" y="1879"/>
                    <a:pt x="1" y="1950"/>
                  </a:cubicBezTo>
                  <a:cubicBezTo>
                    <a:pt x="1" y="2046"/>
                    <a:pt x="25" y="2093"/>
                    <a:pt x="96" y="2141"/>
                  </a:cubicBezTo>
                  <a:cubicBezTo>
                    <a:pt x="144" y="2212"/>
                    <a:pt x="239" y="2236"/>
                    <a:pt x="310" y="2236"/>
                  </a:cubicBezTo>
                  <a:cubicBezTo>
                    <a:pt x="358" y="2236"/>
                    <a:pt x="453" y="2212"/>
                    <a:pt x="501" y="2141"/>
                  </a:cubicBezTo>
                  <a:lnTo>
                    <a:pt x="1334" y="1307"/>
                  </a:lnTo>
                  <a:cubicBezTo>
                    <a:pt x="1454" y="1212"/>
                    <a:pt x="1454" y="998"/>
                    <a:pt x="1334" y="879"/>
                  </a:cubicBezTo>
                  <a:lnTo>
                    <a:pt x="549" y="93"/>
                  </a:lnTo>
                  <a:cubicBezTo>
                    <a:pt x="486" y="30"/>
                    <a:pt x="403" y="0"/>
                    <a:pt x="32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8" name="Google Shape;30348;p154"/>
            <p:cNvSpPr/>
            <p:nvPr/>
          </p:nvSpPr>
          <p:spPr>
            <a:xfrm>
              <a:off x="7052672" y="4325040"/>
              <a:ext cx="76325" cy="73219"/>
            </a:xfrm>
            <a:custGeom>
              <a:rect b="b" l="l" r="r" t="t"/>
              <a:pathLst>
                <a:path extrusionOk="0" h="2263" w="2359">
                  <a:moveTo>
                    <a:pt x="215" y="0"/>
                  </a:moveTo>
                  <a:cubicBezTo>
                    <a:pt x="96" y="0"/>
                    <a:pt x="0" y="96"/>
                    <a:pt x="0" y="215"/>
                  </a:cubicBezTo>
                  <a:lnTo>
                    <a:pt x="0" y="1572"/>
                  </a:lnTo>
                  <a:cubicBezTo>
                    <a:pt x="0" y="1643"/>
                    <a:pt x="24" y="1691"/>
                    <a:pt x="96" y="1715"/>
                  </a:cubicBezTo>
                  <a:cubicBezTo>
                    <a:pt x="178" y="1782"/>
                    <a:pt x="261" y="1812"/>
                    <a:pt x="335" y="1812"/>
                  </a:cubicBezTo>
                  <a:cubicBezTo>
                    <a:pt x="497" y="1812"/>
                    <a:pt x="620" y="1672"/>
                    <a:pt x="620" y="1477"/>
                  </a:cubicBezTo>
                  <a:lnTo>
                    <a:pt x="620" y="1072"/>
                  </a:lnTo>
                  <a:lnTo>
                    <a:pt x="1715" y="2167"/>
                  </a:lnTo>
                  <a:cubicBezTo>
                    <a:pt x="1787" y="2239"/>
                    <a:pt x="1882" y="2263"/>
                    <a:pt x="1929" y="2263"/>
                  </a:cubicBezTo>
                  <a:cubicBezTo>
                    <a:pt x="2025" y="2263"/>
                    <a:pt x="2072" y="2239"/>
                    <a:pt x="2144" y="2167"/>
                  </a:cubicBezTo>
                  <a:cubicBezTo>
                    <a:pt x="2358" y="2048"/>
                    <a:pt x="2358" y="1834"/>
                    <a:pt x="2239" y="1715"/>
                  </a:cubicBezTo>
                  <a:lnTo>
                    <a:pt x="1120" y="619"/>
                  </a:lnTo>
                  <a:lnTo>
                    <a:pt x="1596" y="619"/>
                  </a:lnTo>
                  <a:cubicBezTo>
                    <a:pt x="1667" y="619"/>
                    <a:pt x="1715" y="596"/>
                    <a:pt x="1763" y="524"/>
                  </a:cubicBezTo>
                  <a:cubicBezTo>
                    <a:pt x="1953" y="262"/>
                    <a:pt x="1787" y="0"/>
                    <a:pt x="1525"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9" name="Google Shape;30349;p154"/>
            <p:cNvSpPr/>
            <p:nvPr/>
          </p:nvSpPr>
          <p:spPr>
            <a:xfrm>
              <a:off x="7256862" y="4326010"/>
              <a:ext cx="73996" cy="74578"/>
            </a:xfrm>
            <a:custGeom>
              <a:rect b="b" l="l" r="r" t="t"/>
              <a:pathLst>
                <a:path extrusionOk="0" h="2305" w="2287">
                  <a:moveTo>
                    <a:pt x="1941" y="0"/>
                  </a:moveTo>
                  <a:cubicBezTo>
                    <a:pt x="1858" y="0"/>
                    <a:pt x="1774" y="30"/>
                    <a:pt x="1715" y="89"/>
                  </a:cubicBezTo>
                  <a:lnTo>
                    <a:pt x="619" y="1185"/>
                  </a:lnTo>
                  <a:lnTo>
                    <a:pt x="619" y="708"/>
                  </a:lnTo>
                  <a:cubicBezTo>
                    <a:pt x="619" y="637"/>
                    <a:pt x="596" y="589"/>
                    <a:pt x="524" y="566"/>
                  </a:cubicBezTo>
                  <a:cubicBezTo>
                    <a:pt x="442" y="498"/>
                    <a:pt x="359" y="468"/>
                    <a:pt x="285" y="468"/>
                  </a:cubicBezTo>
                  <a:cubicBezTo>
                    <a:pt x="123" y="468"/>
                    <a:pt x="0" y="608"/>
                    <a:pt x="0" y="804"/>
                  </a:cubicBezTo>
                  <a:lnTo>
                    <a:pt x="0" y="2114"/>
                  </a:lnTo>
                  <a:cubicBezTo>
                    <a:pt x="0" y="2233"/>
                    <a:pt x="96" y="2304"/>
                    <a:pt x="215" y="2304"/>
                  </a:cubicBezTo>
                  <a:lnTo>
                    <a:pt x="1572" y="2304"/>
                  </a:lnTo>
                  <a:cubicBezTo>
                    <a:pt x="1643" y="2304"/>
                    <a:pt x="1691" y="2280"/>
                    <a:pt x="1715" y="2233"/>
                  </a:cubicBezTo>
                  <a:cubicBezTo>
                    <a:pt x="1929" y="1947"/>
                    <a:pt x="1763" y="1685"/>
                    <a:pt x="1477" y="1685"/>
                  </a:cubicBezTo>
                  <a:lnTo>
                    <a:pt x="1072" y="1685"/>
                  </a:lnTo>
                  <a:lnTo>
                    <a:pt x="2167" y="589"/>
                  </a:lnTo>
                  <a:cubicBezTo>
                    <a:pt x="2286" y="375"/>
                    <a:pt x="2286" y="208"/>
                    <a:pt x="2167" y="89"/>
                  </a:cubicBezTo>
                  <a:cubicBezTo>
                    <a:pt x="2108" y="30"/>
                    <a:pt x="2025" y="0"/>
                    <a:pt x="194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0" name="Google Shape;30350;p154"/>
            <p:cNvSpPr/>
            <p:nvPr/>
          </p:nvSpPr>
          <p:spPr>
            <a:xfrm>
              <a:off x="7152066" y="4362797"/>
              <a:ext cx="80952" cy="80920"/>
            </a:xfrm>
            <a:custGeom>
              <a:rect b="b" l="l" r="r" t="t"/>
              <a:pathLst>
                <a:path extrusionOk="0" h="2501" w="2502">
                  <a:moveTo>
                    <a:pt x="1239" y="0"/>
                  </a:moveTo>
                  <a:cubicBezTo>
                    <a:pt x="548" y="0"/>
                    <a:pt x="1" y="548"/>
                    <a:pt x="1" y="1239"/>
                  </a:cubicBezTo>
                  <a:cubicBezTo>
                    <a:pt x="1" y="1929"/>
                    <a:pt x="548" y="2501"/>
                    <a:pt x="1239" y="2501"/>
                  </a:cubicBezTo>
                  <a:cubicBezTo>
                    <a:pt x="1929" y="2501"/>
                    <a:pt x="2501" y="1929"/>
                    <a:pt x="2501" y="1239"/>
                  </a:cubicBezTo>
                  <a:cubicBezTo>
                    <a:pt x="2501" y="548"/>
                    <a:pt x="1929" y="0"/>
                    <a:pt x="1239"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1" name="Google Shape;30351;p154"/>
            <p:cNvSpPr/>
            <p:nvPr/>
          </p:nvSpPr>
          <p:spPr>
            <a:xfrm>
              <a:off x="7192121" y="4362797"/>
              <a:ext cx="40897" cy="80920"/>
            </a:xfrm>
            <a:custGeom>
              <a:rect b="b" l="l" r="r" t="t"/>
              <a:pathLst>
                <a:path extrusionOk="0" h="2501" w="1264">
                  <a:moveTo>
                    <a:pt x="1" y="0"/>
                  </a:moveTo>
                  <a:lnTo>
                    <a:pt x="1" y="2501"/>
                  </a:lnTo>
                  <a:cubicBezTo>
                    <a:pt x="691" y="2501"/>
                    <a:pt x="1263" y="1929"/>
                    <a:pt x="1263" y="1239"/>
                  </a:cubicBezTo>
                  <a:cubicBezTo>
                    <a:pt x="1263" y="548"/>
                    <a:pt x="691"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2" name="Google Shape;30352;p154"/>
            <p:cNvSpPr/>
            <p:nvPr/>
          </p:nvSpPr>
          <p:spPr>
            <a:xfrm>
              <a:off x="7042643" y="4158609"/>
              <a:ext cx="80952" cy="80920"/>
            </a:xfrm>
            <a:custGeom>
              <a:rect b="b" l="l" r="r" t="t"/>
              <a:pathLst>
                <a:path extrusionOk="0" h="2501" w="2502">
                  <a:moveTo>
                    <a:pt x="1263" y="0"/>
                  </a:moveTo>
                  <a:cubicBezTo>
                    <a:pt x="572" y="0"/>
                    <a:pt x="1" y="548"/>
                    <a:pt x="1" y="1239"/>
                  </a:cubicBezTo>
                  <a:cubicBezTo>
                    <a:pt x="1" y="1929"/>
                    <a:pt x="572" y="2501"/>
                    <a:pt x="1263" y="2501"/>
                  </a:cubicBezTo>
                  <a:cubicBezTo>
                    <a:pt x="1954" y="2501"/>
                    <a:pt x="2501" y="1929"/>
                    <a:pt x="2501" y="1239"/>
                  </a:cubicBezTo>
                  <a:cubicBezTo>
                    <a:pt x="2501" y="548"/>
                    <a:pt x="1954" y="0"/>
                    <a:pt x="126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3" name="Google Shape;30353;p154"/>
            <p:cNvSpPr/>
            <p:nvPr/>
          </p:nvSpPr>
          <p:spPr>
            <a:xfrm>
              <a:off x="7083506" y="4158609"/>
              <a:ext cx="40088" cy="80920"/>
            </a:xfrm>
            <a:custGeom>
              <a:rect b="b" l="l" r="r" t="t"/>
              <a:pathLst>
                <a:path extrusionOk="0" h="2501" w="1239">
                  <a:moveTo>
                    <a:pt x="0" y="0"/>
                  </a:moveTo>
                  <a:lnTo>
                    <a:pt x="0" y="2501"/>
                  </a:lnTo>
                  <a:cubicBezTo>
                    <a:pt x="691" y="2501"/>
                    <a:pt x="1238" y="1929"/>
                    <a:pt x="1238" y="1239"/>
                  </a:cubicBezTo>
                  <a:cubicBezTo>
                    <a:pt x="1238" y="548"/>
                    <a:pt x="691"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4" name="Google Shape;30354;p154"/>
            <p:cNvSpPr/>
            <p:nvPr/>
          </p:nvSpPr>
          <p:spPr>
            <a:xfrm>
              <a:off x="7260713" y="4158609"/>
              <a:ext cx="80920" cy="80920"/>
            </a:xfrm>
            <a:custGeom>
              <a:rect b="b" l="l" r="r" t="t"/>
              <a:pathLst>
                <a:path extrusionOk="0" h="2501" w="2501">
                  <a:moveTo>
                    <a:pt x="1239" y="0"/>
                  </a:moveTo>
                  <a:cubicBezTo>
                    <a:pt x="572" y="0"/>
                    <a:pt x="0" y="548"/>
                    <a:pt x="0" y="1239"/>
                  </a:cubicBezTo>
                  <a:cubicBezTo>
                    <a:pt x="0" y="1929"/>
                    <a:pt x="572" y="2501"/>
                    <a:pt x="1239" y="2501"/>
                  </a:cubicBezTo>
                  <a:cubicBezTo>
                    <a:pt x="1929" y="2501"/>
                    <a:pt x="2501" y="1929"/>
                    <a:pt x="2501" y="1239"/>
                  </a:cubicBezTo>
                  <a:cubicBezTo>
                    <a:pt x="2501" y="548"/>
                    <a:pt x="1929" y="0"/>
                    <a:pt x="1239"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5" name="Google Shape;30355;p154"/>
            <p:cNvSpPr/>
            <p:nvPr/>
          </p:nvSpPr>
          <p:spPr>
            <a:xfrm>
              <a:off x="7300768" y="4158609"/>
              <a:ext cx="40864" cy="80920"/>
            </a:xfrm>
            <a:custGeom>
              <a:rect b="b" l="l" r="r" t="t"/>
              <a:pathLst>
                <a:path extrusionOk="0" h="2501" w="1263">
                  <a:moveTo>
                    <a:pt x="1" y="0"/>
                  </a:moveTo>
                  <a:lnTo>
                    <a:pt x="1" y="2501"/>
                  </a:lnTo>
                  <a:cubicBezTo>
                    <a:pt x="691" y="2501"/>
                    <a:pt x="1263" y="1929"/>
                    <a:pt x="1263" y="1239"/>
                  </a:cubicBezTo>
                  <a:cubicBezTo>
                    <a:pt x="1263" y="548"/>
                    <a:pt x="691"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56" name="Google Shape;30356;p154"/>
          <p:cNvGrpSpPr/>
          <p:nvPr/>
        </p:nvGrpSpPr>
        <p:grpSpPr>
          <a:xfrm>
            <a:off x="7768486" y="4006209"/>
            <a:ext cx="346746" cy="346744"/>
            <a:chOff x="7768486" y="4158609"/>
            <a:chExt cx="346746" cy="346744"/>
          </a:xfrm>
        </p:grpSpPr>
        <p:sp>
          <p:nvSpPr>
            <p:cNvPr id="30357" name="Google Shape;30357;p154"/>
            <p:cNvSpPr/>
            <p:nvPr/>
          </p:nvSpPr>
          <p:spPr>
            <a:xfrm>
              <a:off x="7820868" y="4279485"/>
              <a:ext cx="240430" cy="103439"/>
            </a:xfrm>
            <a:custGeom>
              <a:rect b="b" l="l" r="r" t="t"/>
              <a:pathLst>
                <a:path extrusionOk="0" h="3197" w="7431">
                  <a:moveTo>
                    <a:pt x="3721" y="1"/>
                  </a:moveTo>
                  <a:cubicBezTo>
                    <a:pt x="3549" y="1"/>
                    <a:pt x="3406" y="135"/>
                    <a:pt x="3406" y="289"/>
                  </a:cubicBezTo>
                  <a:lnTo>
                    <a:pt x="3406" y="1289"/>
                  </a:lnTo>
                  <a:lnTo>
                    <a:pt x="334" y="1289"/>
                  </a:lnTo>
                  <a:cubicBezTo>
                    <a:pt x="167" y="1289"/>
                    <a:pt x="0" y="1432"/>
                    <a:pt x="0" y="1623"/>
                  </a:cubicBezTo>
                  <a:lnTo>
                    <a:pt x="0" y="2861"/>
                  </a:lnTo>
                  <a:cubicBezTo>
                    <a:pt x="0" y="3004"/>
                    <a:pt x="120" y="3171"/>
                    <a:pt x="286" y="3194"/>
                  </a:cubicBezTo>
                  <a:cubicBezTo>
                    <a:pt x="298" y="3196"/>
                    <a:pt x="311" y="3197"/>
                    <a:pt x="323" y="3197"/>
                  </a:cubicBezTo>
                  <a:cubicBezTo>
                    <a:pt x="480" y="3197"/>
                    <a:pt x="643" y="3061"/>
                    <a:pt x="643" y="2885"/>
                  </a:cubicBezTo>
                  <a:lnTo>
                    <a:pt x="643" y="1932"/>
                  </a:lnTo>
                  <a:lnTo>
                    <a:pt x="6740" y="1932"/>
                  </a:lnTo>
                  <a:lnTo>
                    <a:pt x="6740" y="2861"/>
                  </a:lnTo>
                  <a:cubicBezTo>
                    <a:pt x="6740" y="3004"/>
                    <a:pt x="6859" y="3171"/>
                    <a:pt x="7002" y="3194"/>
                  </a:cubicBezTo>
                  <a:cubicBezTo>
                    <a:pt x="7016" y="3196"/>
                    <a:pt x="7030" y="3197"/>
                    <a:pt x="7043" y="3197"/>
                  </a:cubicBezTo>
                  <a:cubicBezTo>
                    <a:pt x="7216" y="3197"/>
                    <a:pt x="7359" y="3061"/>
                    <a:pt x="7359" y="2885"/>
                  </a:cubicBezTo>
                  <a:lnTo>
                    <a:pt x="7359" y="1646"/>
                  </a:lnTo>
                  <a:cubicBezTo>
                    <a:pt x="7431" y="1456"/>
                    <a:pt x="7264" y="1313"/>
                    <a:pt x="7097" y="1313"/>
                  </a:cubicBezTo>
                  <a:lnTo>
                    <a:pt x="4025" y="1313"/>
                  </a:lnTo>
                  <a:lnTo>
                    <a:pt x="4025" y="337"/>
                  </a:lnTo>
                  <a:cubicBezTo>
                    <a:pt x="4025" y="194"/>
                    <a:pt x="3906" y="27"/>
                    <a:pt x="3763" y="3"/>
                  </a:cubicBezTo>
                  <a:cubicBezTo>
                    <a:pt x="3749" y="1"/>
                    <a:pt x="3735" y="1"/>
                    <a:pt x="372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8" name="Google Shape;30358;p154"/>
            <p:cNvSpPr/>
            <p:nvPr/>
          </p:nvSpPr>
          <p:spPr>
            <a:xfrm>
              <a:off x="7940289" y="4279582"/>
              <a:ext cx="121008" cy="103342"/>
            </a:xfrm>
            <a:custGeom>
              <a:rect b="b" l="l" r="r" t="t"/>
              <a:pathLst>
                <a:path extrusionOk="0" h="3194" w="3740">
                  <a:moveTo>
                    <a:pt x="1" y="0"/>
                  </a:moveTo>
                  <a:lnTo>
                    <a:pt x="1" y="1929"/>
                  </a:lnTo>
                  <a:lnTo>
                    <a:pt x="3097" y="1929"/>
                  </a:lnTo>
                  <a:lnTo>
                    <a:pt x="3097" y="2858"/>
                  </a:lnTo>
                  <a:cubicBezTo>
                    <a:pt x="3097" y="3001"/>
                    <a:pt x="3216" y="3168"/>
                    <a:pt x="3382" y="3191"/>
                  </a:cubicBezTo>
                  <a:cubicBezTo>
                    <a:pt x="3395" y="3193"/>
                    <a:pt x="3407" y="3194"/>
                    <a:pt x="3419" y="3194"/>
                  </a:cubicBezTo>
                  <a:cubicBezTo>
                    <a:pt x="3576" y="3194"/>
                    <a:pt x="3740" y="3058"/>
                    <a:pt x="3740" y="2882"/>
                  </a:cubicBezTo>
                  <a:lnTo>
                    <a:pt x="3740" y="1643"/>
                  </a:lnTo>
                  <a:cubicBezTo>
                    <a:pt x="3740" y="1453"/>
                    <a:pt x="3573" y="1310"/>
                    <a:pt x="3406" y="1310"/>
                  </a:cubicBezTo>
                  <a:lnTo>
                    <a:pt x="334" y="1310"/>
                  </a:lnTo>
                  <a:lnTo>
                    <a:pt x="334" y="334"/>
                  </a:lnTo>
                  <a:cubicBezTo>
                    <a:pt x="334" y="143"/>
                    <a:pt x="191"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9" name="Google Shape;30359;p154"/>
            <p:cNvSpPr/>
            <p:nvPr/>
          </p:nvSpPr>
          <p:spPr>
            <a:xfrm>
              <a:off x="7985747" y="4423656"/>
              <a:ext cx="129485" cy="81696"/>
            </a:xfrm>
            <a:custGeom>
              <a:rect b="b" l="l" r="r" t="t"/>
              <a:pathLst>
                <a:path extrusionOk="0" h="2525" w="4002">
                  <a:moveTo>
                    <a:pt x="1949" y="0"/>
                  </a:moveTo>
                  <a:cubicBezTo>
                    <a:pt x="1935" y="0"/>
                    <a:pt x="1920" y="0"/>
                    <a:pt x="1906" y="0"/>
                  </a:cubicBezTo>
                  <a:cubicBezTo>
                    <a:pt x="834" y="48"/>
                    <a:pt x="1" y="929"/>
                    <a:pt x="1" y="2001"/>
                  </a:cubicBezTo>
                  <a:lnTo>
                    <a:pt x="1" y="2191"/>
                  </a:lnTo>
                  <a:cubicBezTo>
                    <a:pt x="1" y="2358"/>
                    <a:pt x="144" y="2525"/>
                    <a:pt x="334" y="2525"/>
                  </a:cubicBezTo>
                  <a:lnTo>
                    <a:pt x="3668" y="2525"/>
                  </a:lnTo>
                  <a:cubicBezTo>
                    <a:pt x="3835" y="2525"/>
                    <a:pt x="4002" y="2358"/>
                    <a:pt x="3954" y="2215"/>
                  </a:cubicBezTo>
                  <a:lnTo>
                    <a:pt x="3954" y="2001"/>
                  </a:lnTo>
                  <a:cubicBezTo>
                    <a:pt x="3954" y="896"/>
                    <a:pt x="3049" y="0"/>
                    <a:pt x="1949"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0" name="Google Shape;30360;p154"/>
            <p:cNvSpPr/>
            <p:nvPr/>
          </p:nvSpPr>
          <p:spPr>
            <a:xfrm>
              <a:off x="8050489" y="4422880"/>
              <a:ext cx="64742" cy="82473"/>
            </a:xfrm>
            <a:custGeom>
              <a:rect b="b" l="l" r="r" t="t"/>
              <a:pathLst>
                <a:path extrusionOk="0" h="2549" w="2001">
                  <a:moveTo>
                    <a:pt x="0" y="1"/>
                  </a:moveTo>
                  <a:lnTo>
                    <a:pt x="0" y="2501"/>
                  </a:lnTo>
                  <a:lnTo>
                    <a:pt x="1667" y="2501"/>
                  </a:lnTo>
                  <a:lnTo>
                    <a:pt x="1667" y="2549"/>
                  </a:lnTo>
                  <a:cubicBezTo>
                    <a:pt x="1834" y="2549"/>
                    <a:pt x="2001" y="2382"/>
                    <a:pt x="2001" y="2215"/>
                  </a:cubicBezTo>
                  <a:lnTo>
                    <a:pt x="2001" y="2001"/>
                  </a:lnTo>
                  <a:cubicBezTo>
                    <a:pt x="2001" y="906"/>
                    <a:pt x="1096" y="1"/>
                    <a:pt x="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1" name="Google Shape;30361;p154"/>
            <p:cNvSpPr/>
            <p:nvPr/>
          </p:nvSpPr>
          <p:spPr>
            <a:xfrm>
              <a:off x="7768486" y="4423656"/>
              <a:ext cx="128708" cy="81696"/>
            </a:xfrm>
            <a:custGeom>
              <a:rect b="b" l="l" r="r" t="t"/>
              <a:pathLst>
                <a:path extrusionOk="0" h="2525" w="3978">
                  <a:moveTo>
                    <a:pt x="1926" y="0"/>
                  </a:moveTo>
                  <a:cubicBezTo>
                    <a:pt x="1911" y="0"/>
                    <a:pt x="1896" y="0"/>
                    <a:pt x="1881" y="0"/>
                  </a:cubicBezTo>
                  <a:cubicBezTo>
                    <a:pt x="810" y="48"/>
                    <a:pt x="0" y="929"/>
                    <a:pt x="0" y="2001"/>
                  </a:cubicBezTo>
                  <a:lnTo>
                    <a:pt x="0" y="2191"/>
                  </a:lnTo>
                  <a:cubicBezTo>
                    <a:pt x="0" y="2358"/>
                    <a:pt x="143" y="2525"/>
                    <a:pt x="310" y="2525"/>
                  </a:cubicBezTo>
                  <a:lnTo>
                    <a:pt x="3644" y="2525"/>
                  </a:lnTo>
                  <a:cubicBezTo>
                    <a:pt x="3834" y="2525"/>
                    <a:pt x="3977" y="2358"/>
                    <a:pt x="3953" y="2215"/>
                  </a:cubicBezTo>
                  <a:lnTo>
                    <a:pt x="3953" y="2001"/>
                  </a:lnTo>
                  <a:cubicBezTo>
                    <a:pt x="3953" y="896"/>
                    <a:pt x="3048" y="0"/>
                    <a:pt x="1926" y="0"/>
                  </a:cubicBezTo>
                  <a:close/>
                </a:path>
              </a:pathLst>
            </a:custGeom>
            <a:solidFill>
              <a:srgbClr val="BCC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2" name="Google Shape;30362;p154"/>
            <p:cNvSpPr/>
            <p:nvPr/>
          </p:nvSpPr>
          <p:spPr>
            <a:xfrm>
              <a:off x="7832418" y="4422880"/>
              <a:ext cx="64775" cy="82473"/>
            </a:xfrm>
            <a:custGeom>
              <a:rect b="b" l="l" r="r" t="t"/>
              <a:pathLst>
                <a:path extrusionOk="0" h="2549" w="2002">
                  <a:moveTo>
                    <a:pt x="1" y="1"/>
                  </a:moveTo>
                  <a:lnTo>
                    <a:pt x="1" y="2501"/>
                  </a:lnTo>
                  <a:lnTo>
                    <a:pt x="1668" y="2501"/>
                  </a:lnTo>
                  <a:lnTo>
                    <a:pt x="1668" y="2549"/>
                  </a:lnTo>
                  <a:cubicBezTo>
                    <a:pt x="1858" y="2549"/>
                    <a:pt x="2001" y="2382"/>
                    <a:pt x="2001" y="2215"/>
                  </a:cubicBezTo>
                  <a:lnTo>
                    <a:pt x="2001" y="2001"/>
                  </a:lnTo>
                  <a:cubicBezTo>
                    <a:pt x="2001" y="906"/>
                    <a:pt x="1120" y="1"/>
                    <a:pt x="1"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3" name="Google Shape;30363;p154"/>
            <p:cNvSpPr/>
            <p:nvPr/>
          </p:nvSpPr>
          <p:spPr>
            <a:xfrm>
              <a:off x="7877100" y="4218691"/>
              <a:ext cx="128708" cy="80952"/>
            </a:xfrm>
            <a:custGeom>
              <a:rect b="b" l="l" r="r" t="t"/>
              <a:pathLst>
                <a:path extrusionOk="0" h="2502" w="3978">
                  <a:moveTo>
                    <a:pt x="1950" y="0"/>
                  </a:moveTo>
                  <a:cubicBezTo>
                    <a:pt x="1936" y="0"/>
                    <a:pt x="1921" y="1"/>
                    <a:pt x="1906" y="1"/>
                  </a:cubicBezTo>
                  <a:cubicBezTo>
                    <a:pt x="834" y="25"/>
                    <a:pt x="1" y="930"/>
                    <a:pt x="1" y="2001"/>
                  </a:cubicBezTo>
                  <a:lnTo>
                    <a:pt x="1" y="2168"/>
                  </a:lnTo>
                  <a:cubicBezTo>
                    <a:pt x="1" y="2358"/>
                    <a:pt x="144" y="2501"/>
                    <a:pt x="311" y="2501"/>
                  </a:cubicBezTo>
                  <a:lnTo>
                    <a:pt x="3668" y="2501"/>
                  </a:lnTo>
                  <a:cubicBezTo>
                    <a:pt x="3835" y="2501"/>
                    <a:pt x="3978" y="2382"/>
                    <a:pt x="3954" y="2216"/>
                  </a:cubicBezTo>
                  <a:lnTo>
                    <a:pt x="3954" y="2001"/>
                  </a:lnTo>
                  <a:cubicBezTo>
                    <a:pt x="3954" y="873"/>
                    <a:pt x="3050" y="0"/>
                    <a:pt x="1950"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4" name="Google Shape;30364;p154"/>
            <p:cNvSpPr/>
            <p:nvPr/>
          </p:nvSpPr>
          <p:spPr>
            <a:xfrm>
              <a:off x="7941842" y="4217947"/>
              <a:ext cx="63966" cy="81696"/>
            </a:xfrm>
            <a:custGeom>
              <a:rect b="b" l="l" r="r" t="t"/>
              <a:pathLst>
                <a:path extrusionOk="0" h="2525" w="1977">
                  <a:moveTo>
                    <a:pt x="0" y="0"/>
                  </a:moveTo>
                  <a:lnTo>
                    <a:pt x="0" y="2501"/>
                  </a:lnTo>
                  <a:lnTo>
                    <a:pt x="1667" y="2501"/>
                  </a:lnTo>
                  <a:lnTo>
                    <a:pt x="1667" y="2524"/>
                  </a:lnTo>
                  <a:cubicBezTo>
                    <a:pt x="1834" y="2524"/>
                    <a:pt x="1977" y="2381"/>
                    <a:pt x="1977" y="2191"/>
                  </a:cubicBezTo>
                  <a:lnTo>
                    <a:pt x="1977" y="2000"/>
                  </a:lnTo>
                  <a:cubicBezTo>
                    <a:pt x="1977" y="905"/>
                    <a:pt x="1096" y="0"/>
                    <a:pt x="0" y="0"/>
                  </a:cubicBezTo>
                  <a:close/>
                </a:path>
              </a:pathLst>
            </a:custGeom>
            <a:solidFill>
              <a:srgbClr val="CED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5" name="Google Shape;30365;p154"/>
            <p:cNvSpPr/>
            <p:nvPr/>
          </p:nvSpPr>
          <p:spPr>
            <a:xfrm>
              <a:off x="7901010" y="4158609"/>
              <a:ext cx="80920" cy="80920"/>
            </a:xfrm>
            <a:custGeom>
              <a:rect b="b" l="l" r="r" t="t"/>
              <a:pathLst>
                <a:path extrusionOk="0" h="2501" w="2501">
                  <a:moveTo>
                    <a:pt x="1262" y="0"/>
                  </a:moveTo>
                  <a:cubicBezTo>
                    <a:pt x="572" y="0"/>
                    <a:pt x="0" y="548"/>
                    <a:pt x="0" y="1239"/>
                  </a:cubicBezTo>
                  <a:cubicBezTo>
                    <a:pt x="0" y="1929"/>
                    <a:pt x="572" y="2501"/>
                    <a:pt x="1262" y="2501"/>
                  </a:cubicBezTo>
                  <a:cubicBezTo>
                    <a:pt x="1929" y="2501"/>
                    <a:pt x="2501" y="1929"/>
                    <a:pt x="2501" y="1239"/>
                  </a:cubicBezTo>
                  <a:cubicBezTo>
                    <a:pt x="2501" y="548"/>
                    <a:pt x="1929" y="0"/>
                    <a:pt x="126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6" name="Google Shape;30366;p154"/>
            <p:cNvSpPr/>
            <p:nvPr/>
          </p:nvSpPr>
          <p:spPr>
            <a:xfrm>
              <a:off x="7941842" y="4158609"/>
              <a:ext cx="40088" cy="80920"/>
            </a:xfrm>
            <a:custGeom>
              <a:rect b="b" l="l" r="r" t="t"/>
              <a:pathLst>
                <a:path extrusionOk="0" h="2501" w="1239">
                  <a:moveTo>
                    <a:pt x="0" y="0"/>
                  </a:moveTo>
                  <a:lnTo>
                    <a:pt x="0" y="2501"/>
                  </a:lnTo>
                  <a:cubicBezTo>
                    <a:pt x="667" y="2501"/>
                    <a:pt x="1239" y="1929"/>
                    <a:pt x="1239" y="1239"/>
                  </a:cubicBezTo>
                  <a:cubicBezTo>
                    <a:pt x="1239" y="548"/>
                    <a:pt x="667"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7" name="Google Shape;30367;p154"/>
            <p:cNvSpPr/>
            <p:nvPr/>
          </p:nvSpPr>
          <p:spPr>
            <a:xfrm>
              <a:off x="7792363" y="4362797"/>
              <a:ext cx="80920" cy="80920"/>
            </a:xfrm>
            <a:custGeom>
              <a:rect b="b" l="l" r="r" t="t"/>
              <a:pathLst>
                <a:path extrusionOk="0" h="2501" w="2501">
                  <a:moveTo>
                    <a:pt x="1239" y="0"/>
                  </a:moveTo>
                  <a:cubicBezTo>
                    <a:pt x="548" y="0"/>
                    <a:pt x="0" y="548"/>
                    <a:pt x="0" y="1239"/>
                  </a:cubicBezTo>
                  <a:cubicBezTo>
                    <a:pt x="0" y="1929"/>
                    <a:pt x="572" y="2501"/>
                    <a:pt x="1239" y="2501"/>
                  </a:cubicBezTo>
                  <a:cubicBezTo>
                    <a:pt x="1929" y="2501"/>
                    <a:pt x="2501" y="1929"/>
                    <a:pt x="2501" y="1239"/>
                  </a:cubicBezTo>
                  <a:cubicBezTo>
                    <a:pt x="2501" y="548"/>
                    <a:pt x="1929" y="0"/>
                    <a:pt x="1239"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8" name="Google Shape;30368;p154"/>
            <p:cNvSpPr/>
            <p:nvPr/>
          </p:nvSpPr>
          <p:spPr>
            <a:xfrm>
              <a:off x="7832418" y="4362797"/>
              <a:ext cx="40864" cy="80920"/>
            </a:xfrm>
            <a:custGeom>
              <a:rect b="b" l="l" r="r" t="t"/>
              <a:pathLst>
                <a:path extrusionOk="0" h="2501" w="1263">
                  <a:moveTo>
                    <a:pt x="1" y="0"/>
                  </a:moveTo>
                  <a:lnTo>
                    <a:pt x="1" y="2501"/>
                  </a:lnTo>
                  <a:cubicBezTo>
                    <a:pt x="691" y="2501"/>
                    <a:pt x="1263" y="1929"/>
                    <a:pt x="1263" y="1239"/>
                  </a:cubicBezTo>
                  <a:cubicBezTo>
                    <a:pt x="1263" y="548"/>
                    <a:pt x="691" y="0"/>
                    <a:pt x="1"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9" name="Google Shape;30369;p154"/>
            <p:cNvSpPr/>
            <p:nvPr/>
          </p:nvSpPr>
          <p:spPr>
            <a:xfrm>
              <a:off x="8009657" y="4362797"/>
              <a:ext cx="80920" cy="80920"/>
            </a:xfrm>
            <a:custGeom>
              <a:rect b="b" l="l" r="r" t="t"/>
              <a:pathLst>
                <a:path extrusionOk="0" h="2501" w="2501">
                  <a:moveTo>
                    <a:pt x="1262" y="0"/>
                  </a:moveTo>
                  <a:cubicBezTo>
                    <a:pt x="572" y="0"/>
                    <a:pt x="0" y="548"/>
                    <a:pt x="0" y="1239"/>
                  </a:cubicBezTo>
                  <a:cubicBezTo>
                    <a:pt x="0" y="1929"/>
                    <a:pt x="572" y="2501"/>
                    <a:pt x="1262" y="2501"/>
                  </a:cubicBezTo>
                  <a:cubicBezTo>
                    <a:pt x="1953" y="2501"/>
                    <a:pt x="2501" y="1929"/>
                    <a:pt x="2501" y="1239"/>
                  </a:cubicBezTo>
                  <a:cubicBezTo>
                    <a:pt x="2501" y="548"/>
                    <a:pt x="1953" y="0"/>
                    <a:pt x="1262"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0" name="Google Shape;30370;p154"/>
            <p:cNvSpPr/>
            <p:nvPr/>
          </p:nvSpPr>
          <p:spPr>
            <a:xfrm>
              <a:off x="8050488" y="4362797"/>
              <a:ext cx="40088" cy="80920"/>
            </a:xfrm>
            <a:custGeom>
              <a:rect b="b" l="l" r="r" t="t"/>
              <a:pathLst>
                <a:path extrusionOk="0" h="2501" w="1239">
                  <a:moveTo>
                    <a:pt x="0" y="0"/>
                  </a:moveTo>
                  <a:lnTo>
                    <a:pt x="0" y="2501"/>
                  </a:lnTo>
                  <a:cubicBezTo>
                    <a:pt x="691" y="2501"/>
                    <a:pt x="1239" y="1929"/>
                    <a:pt x="1239" y="1239"/>
                  </a:cubicBezTo>
                  <a:cubicBezTo>
                    <a:pt x="1239" y="548"/>
                    <a:pt x="691" y="0"/>
                    <a:pt x="0" y="0"/>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71" name="Google Shape;30371;p154"/>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30372" name="Google Shape;30372;p154"/>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76" name="Shape 30376"/>
        <p:cNvGrpSpPr/>
        <p:nvPr/>
      </p:nvGrpSpPr>
      <p:grpSpPr>
        <a:xfrm>
          <a:off x="0" y="0"/>
          <a:ext cx="0" cy="0"/>
          <a:chOff x="0" y="0"/>
          <a:chExt cx="0" cy="0"/>
        </a:xfrm>
      </p:grpSpPr>
      <p:grpSp>
        <p:nvGrpSpPr>
          <p:cNvPr id="30377" name="Google Shape;30377;p155"/>
          <p:cNvGrpSpPr/>
          <p:nvPr/>
        </p:nvGrpSpPr>
        <p:grpSpPr>
          <a:xfrm>
            <a:off x="1083801" y="1795083"/>
            <a:ext cx="343827" cy="342422"/>
            <a:chOff x="1393209" y="1923560"/>
            <a:chExt cx="343827" cy="342422"/>
          </a:xfrm>
        </p:grpSpPr>
        <p:sp>
          <p:nvSpPr>
            <p:cNvPr id="30378" name="Google Shape;30378;p155"/>
            <p:cNvSpPr/>
            <p:nvPr/>
          </p:nvSpPr>
          <p:spPr>
            <a:xfrm>
              <a:off x="1555513" y="2117876"/>
              <a:ext cx="20654" cy="55566"/>
            </a:xfrm>
            <a:custGeom>
              <a:rect b="b" l="l" r="r" t="t"/>
              <a:pathLst>
                <a:path extrusionOk="0" h="1859" w="691">
                  <a:moveTo>
                    <a:pt x="0" y="1"/>
                  </a:moveTo>
                  <a:lnTo>
                    <a:pt x="0" y="1858"/>
                  </a:lnTo>
                  <a:lnTo>
                    <a:pt x="691" y="185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9" name="Google Shape;30379;p155"/>
            <p:cNvSpPr/>
            <p:nvPr/>
          </p:nvSpPr>
          <p:spPr>
            <a:xfrm>
              <a:off x="1565466" y="2117876"/>
              <a:ext cx="9296" cy="55566"/>
            </a:xfrm>
            <a:custGeom>
              <a:rect b="b" l="l" r="r" t="t"/>
              <a:pathLst>
                <a:path extrusionOk="0" h="1859" w="311">
                  <a:moveTo>
                    <a:pt x="1" y="1"/>
                  </a:moveTo>
                  <a:lnTo>
                    <a:pt x="1" y="1858"/>
                  </a:lnTo>
                  <a:lnTo>
                    <a:pt x="310" y="1858"/>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0" name="Google Shape;30380;p155"/>
            <p:cNvSpPr/>
            <p:nvPr/>
          </p:nvSpPr>
          <p:spPr>
            <a:xfrm>
              <a:off x="1642344" y="2016100"/>
              <a:ext cx="20684" cy="56253"/>
            </a:xfrm>
            <a:custGeom>
              <a:rect b="b" l="l" r="r" t="t"/>
              <a:pathLst>
                <a:path extrusionOk="0" h="1882" w="692">
                  <a:moveTo>
                    <a:pt x="1" y="0"/>
                  </a:moveTo>
                  <a:lnTo>
                    <a:pt x="1" y="1882"/>
                  </a:lnTo>
                  <a:lnTo>
                    <a:pt x="691" y="1882"/>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1" name="Google Shape;30381;p155"/>
            <p:cNvSpPr/>
            <p:nvPr/>
          </p:nvSpPr>
          <p:spPr>
            <a:xfrm>
              <a:off x="1467964" y="2016100"/>
              <a:ext cx="20654" cy="56253"/>
            </a:xfrm>
            <a:custGeom>
              <a:rect b="b" l="l" r="r" t="t"/>
              <a:pathLst>
                <a:path extrusionOk="0" h="1882" w="691">
                  <a:moveTo>
                    <a:pt x="0" y="0"/>
                  </a:moveTo>
                  <a:lnTo>
                    <a:pt x="0" y="1882"/>
                  </a:lnTo>
                  <a:lnTo>
                    <a:pt x="691" y="1882"/>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2" name="Google Shape;30382;p155"/>
            <p:cNvSpPr/>
            <p:nvPr/>
          </p:nvSpPr>
          <p:spPr>
            <a:xfrm>
              <a:off x="1393209" y="2084429"/>
              <a:ext cx="62679" cy="20684"/>
            </a:xfrm>
            <a:custGeom>
              <a:rect b="b" l="l" r="r" t="t"/>
              <a:pathLst>
                <a:path extrusionOk="0" h="692" w="2097">
                  <a:moveTo>
                    <a:pt x="1" y="1"/>
                  </a:moveTo>
                  <a:lnTo>
                    <a:pt x="1" y="691"/>
                  </a:lnTo>
                  <a:lnTo>
                    <a:pt x="2096" y="691"/>
                  </a:lnTo>
                  <a:lnTo>
                    <a:pt x="209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3" name="Google Shape;30383;p155"/>
            <p:cNvSpPr/>
            <p:nvPr/>
          </p:nvSpPr>
          <p:spPr>
            <a:xfrm>
              <a:off x="1673669" y="2084429"/>
              <a:ext cx="63367" cy="20684"/>
            </a:xfrm>
            <a:custGeom>
              <a:rect b="b" l="l" r="r" t="t"/>
              <a:pathLst>
                <a:path extrusionOk="0" h="692" w="2120">
                  <a:moveTo>
                    <a:pt x="0" y="1"/>
                  </a:moveTo>
                  <a:lnTo>
                    <a:pt x="0" y="691"/>
                  </a:lnTo>
                  <a:lnTo>
                    <a:pt x="2120" y="691"/>
                  </a:lnTo>
                  <a:lnTo>
                    <a:pt x="212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4" name="Google Shape;30384;p155"/>
            <p:cNvSpPr/>
            <p:nvPr/>
          </p:nvSpPr>
          <p:spPr>
            <a:xfrm>
              <a:off x="1586838" y="2084429"/>
              <a:ext cx="43430" cy="20684"/>
            </a:xfrm>
            <a:custGeom>
              <a:rect b="b" l="l" r="r" t="t"/>
              <a:pathLst>
                <a:path extrusionOk="0" h="692" w="1453">
                  <a:moveTo>
                    <a:pt x="0" y="1"/>
                  </a:moveTo>
                  <a:lnTo>
                    <a:pt x="0" y="691"/>
                  </a:lnTo>
                  <a:lnTo>
                    <a:pt x="1453" y="691"/>
                  </a:lnTo>
                  <a:lnTo>
                    <a:pt x="14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5" name="Google Shape;30385;p155"/>
            <p:cNvSpPr/>
            <p:nvPr/>
          </p:nvSpPr>
          <p:spPr>
            <a:xfrm>
              <a:off x="1499977" y="2084429"/>
              <a:ext cx="44177" cy="20684"/>
            </a:xfrm>
            <a:custGeom>
              <a:rect b="b" l="l" r="r" t="t"/>
              <a:pathLst>
                <a:path extrusionOk="0" h="692" w="1478">
                  <a:moveTo>
                    <a:pt x="1" y="1"/>
                  </a:moveTo>
                  <a:lnTo>
                    <a:pt x="1" y="691"/>
                  </a:lnTo>
                  <a:lnTo>
                    <a:pt x="1477" y="691"/>
                  </a:lnTo>
                  <a:lnTo>
                    <a:pt x="1477"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6" name="Google Shape;30386;p155"/>
            <p:cNvSpPr/>
            <p:nvPr/>
          </p:nvSpPr>
          <p:spPr>
            <a:xfrm>
              <a:off x="1534859" y="2064492"/>
              <a:ext cx="60527" cy="60557"/>
            </a:xfrm>
            <a:custGeom>
              <a:rect b="b" l="l" r="r" t="t"/>
              <a:pathLst>
                <a:path extrusionOk="0" h="2026" w="2025">
                  <a:moveTo>
                    <a:pt x="1025" y="1"/>
                  </a:moveTo>
                  <a:cubicBezTo>
                    <a:pt x="453" y="1"/>
                    <a:pt x="1" y="453"/>
                    <a:pt x="1" y="1001"/>
                  </a:cubicBezTo>
                  <a:cubicBezTo>
                    <a:pt x="1" y="1549"/>
                    <a:pt x="453" y="2025"/>
                    <a:pt x="1025" y="2025"/>
                  </a:cubicBezTo>
                  <a:cubicBezTo>
                    <a:pt x="1572" y="2025"/>
                    <a:pt x="2025" y="1549"/>
                    <a:pt x="2025" y="1001"/>
                  </a:cubicBezTo>
                  <a:cubicBezTo>
                    <a:pt x="2025" y="453"/>
                    <a:pt x="1572" y="1"/>
                    <a:pt x="1025"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7" name="Google Shape;30387;p155"/>
            <p:cNvSpPr/>
            <p:nvPr/>
          </p:nvSpPr>
          <p:spPr>
            <a:xfrm>
              <a:off x="1447310" y="2064492"/>
              <a:ext cx="60527" cy="60557"/>
            </a:xfrm>
            <a:custGeom>
              <a:rect b="b" l="l" r="r" t="t"/>
              <a:pathLst>
                <a:path extrusionOk="0" h="2026" w="2025">
                  <a:moveTo>
                    <a:pt x="1024" y="1"/>
                  </a:moveTo>
                  <a:cubicBezTo>
                    <a:pt x="477" y="1"/>
                    <a:pt x="0" y="453"/>
                    <a:pt x="0" y="1001"/>
                  </a:cubicBezTo>
                  <a:cubicBezTo>
                    <a:pt x="0" y="1549"/>
                    <a:pt x="477" y="2025"/>
                    <a:pt x="1024" y="2025"/>
                  </a:cubicBezTo>
                  <a:cubicBezTo>
                    <a:pt x="1572" y="2025"/>
                    <a:pt x="2025" y="1549"/>
                    <a:pt x="2025" y="1001"/>
                  </a:cubicBezTo>
                  <a:cubicBezTo>
                    <a:pt x="2025" y="453"/>
                    <a:pt x="1572" y="1"/>
                    <a:pt x="1024"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8" name="Google Shape;30388;p155"/>
            <p:cNvSpPr/>
            <p:nvPr/>
          </p:nvSpPr>
          <p:spPr>
            <a:xfrm>
              <a:off x="1622407" y="2064492"/>
              <a:ext cx="60557" cy="60557"/>
            </a:xfrm>
            <a:custGeom>
              <a:rect b="b" l="l" r="r" t="t"/>
              <a:pathLst>
                <a:path extrusionOk="0" h="2026" w="2026">
                  <a:moveTo>
                    <a:pt x="1001" y="1"/>
                  </a:moveTo>
                  <a:cubicBezTo>
                    <a:pt x="453" y="1"/>
                    <a:pt x="1" y="453"/>
                    <a:pt x="1" y="1001"/>
                  </a:cubicBezTo>
                  <a:cubicBezTo>
                    <a:pt x="1" y="1549"/>
                    <a:pt x="453" y="2025"/>
                    <a:pt x="1001" y="2025"/>
                  </a:cubicBezTo>
                  <a:cubicBezTo>
                    <a:pt x="1549" y="2025"/>
                    <a:pt x="2025" y="1549"/>
                    <a:pt x="2025" y="1001"/>
                  </a:cubicBezTo>
                  <a:cubicBezTo>
                    <a:pt x="2025" y="453"/>
                    <a:pt x="1549" y="1"/>
                    <a:pt x="100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9" name="Google Shape;30389;p155"/>
            <p:cNvSpPr/>
            <p:nvPr/>
          </p:nvSpPr>
          <p:spPr>
            <a:xfrm>
              <a:off x="1428808" y="1923560"/>
              <a:ext cx="98248" cy="98248"/>
            </a:xfrm>
            <a:custGeom>
              <a:rect b="b" l="l" r="r" t="t"/>
              <a:pathLst>
                <a:path extrusionOk="0" h="3287" w="3287">
                  <a:moveTo>
                    <a:pt x="1643" y="1"/>
                  </a:moveTo>
                  <a:cubicBezTo>
                    <a:pt x="739" y="1"/>
                    <a:pt x="0" y="739"/>
                    <a:pt x="0" y="1644"/>
                  </a:cubicBezTo>
                  <a:cubicBezTo>
                    <a:pt x="0" y="2549"/>
                    <a:pt x="739" y="3287"/>
                    <a:pt x="1643" y="3287"/>
                  </a:cubicBezTo>
                  <a:cubicBezTo>
                    <a:pt x="2548" y="3287"/>
                    <a:pt x="3287" y="2549"/>
                    <a:pt x="3287" y="1644"/>
                  </a:cubicBezTo>
                  <a:cubicBezTo>
                    <a:pt x="3287" y="739"/>
                    <a:pt x="2548" y="1"/>
                    <a:pt x="1643"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0" name="Google Shape;30390;p155"/>
            <p:cNvSpPr/>
            <p:nvPr/>
          </p:nvSpPr>
          <p:spPr>
            <a:xfrm>
              <a:off x="1603188" y="1923560"/>
              <a:ext cx="98278" cy="9824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1" name="Google Shape;30391;p155"/>
            <p:cNvSpPr/>
            <p:nvPr/>
          </p:nvSpPr>
          <p:spPr>
            <a:xfrm>
              <a:off x="1516357" y="2168421"/>
              <a:ext cx="97561" cy="97561"/>
            </a:xfrm>
            <a:custGeom>
              <a:rect b="b" l="l" r="r" t="t"/>
              <a:pathLst>
                <a:path extrusionOk="0" h="3264" w="3264">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2" name="Google Shape;30392;p155"/>
            <p:cNvSpPr/>
            <p:nvPr/>
          </p:nvSpPr>
          <p:spPr>
            <a:xfrm>
              <a:off x="1565466" y="2063805"/>
              <a:ext cx="29920" cy="61245"/>
            </a:xfrm>
            <a:custGeom>
              <a:rect b="b" l="l" r="r" t="t"/>
              <a:pathLst>
                <a:path extrusionOk="0" h="2049" w="1001">
                  <a:moveTo>
                    <a:pt x="1" y="0"/>
                  </a:moveTo>
                  <a:lnTo>
                    <a:pt x="1" y="2048"/>
                  </a:lnTo>
                  <a:cubicBezTo>
                    <a:pt x="548" y="2048"/>
                    <a:pt x="1001" y="1596"/>
                    <a:pt x="1001" y="1024"/>
                  </a:cubicBezTo>
                  <a:cubicBezTo>
                    <a:pt x="1001" y="453"/>
                    <a:pt x="548"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3" name="Google Shape;30393;p155"/>
            <p:cNvSpPr/>
            <p:nvPr/>
          </p:nvSpPr>
          <p:spPr>
            <a:xfrm>
              <a:off x="1565466" y="2167703"/>
              <a:ext cx="48452" cy="98278"/>
            </a:xfrm>
            <a:custGeom>
              <a:rect b="b" l="l" r="r" t="t"/>
              <a:pathLst>
                <a:path extrusionOk="0" h="3288" w="1621">
                  <a:moveTo>
                    <a:pt x="1" y="1"/>
                  </a:moveTo>
                  <a:lnTo>
                    <a:pt x="1" y="3287"/>
                  </a:lnTo>
                  <a:cubicBezTo>
                    <a:pt x="882" y="3287"/>
                    <a:pt x="1620" y="2573"/>
                    <a:pt x="1620" y="1668"/>
                  </a:cubicBezTo>
                  <a:cubicBezTo>
                    <a:pt x="1620" y="739"/>
                    <a:pt x="906" y="25"/>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94" name="Google Shape;30394;p155"/>
          <p:cNvGrpSpPr/>
          <p:nvPr/>
        </p:nvGrpSpPr>
        <p:grpSpPr>
          <a:xfrm>
            <a:off x="1818367" y="1781320"/>
            <a:ext cx="343108" cy="312532"/>
            <a:chOff x="2065928" y="1938505"/>
            <a:chExt cx="343108" cy="312532"/>
          </a:xfrm>
        </p:grpSpPr>
        <p:sp>
          <p:nvSpPr>
            <p:cNvPr id="30395" name="Google Shape;30395;p155"/>
            <p:cNvSpPr/>
            <p:nvPr/>
          </p:nvSpPr>
          <p:spPr>
            <a:xfrm>
              <a:off x="2119312" y="2194754"/>
              <a:ext cx="64084" cy="20684"/>
            </a:xfrm>
            <a:custGeom>
              <a:rect b="b" l="l" r="r" t="t"/>
              <a:pathLst>
                <a:path extrusionOk="0" h="692" w="2144">
                  <a:moveTo>
                    <a:pt x="0" y="1"/>
                  </a:moveTo>
                  <a:lnTo>
                    <a:pt x="0" y="691"/>
                  </a:lnTo>
                  <a:lnTo>
                    <a:pt x="2143" y="691"/>
                  </a:lnTo>
                  <a:lnTo>
                    <a:pt x="214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6" name="Google Shape;30396;p155"/>
            <p:cNvSpPr/>
            <p:nvPr/>
          </p:nvSpPr>
          <p:spPr>
            <a:xfrm>
              <a:off x="2119312" y="2204737"/>
              <a:ext cx="64084" cy="9983"/>
            </a:xfrm>
            <a:custGeom>
              <a:rect b="b" l="l" r="r" t="t"/>
              <a:pathLst>
                <a:path extrusionOk="0" h="334" w="2144">
                  <a:moveTo>
                    <a:pt x="0" y="0"/>
                  </a:moveTo>
                  <a:lnTo>
                    <a:pt x="0" y="334"/>
                  </a:lnTo>
                  <a:lnTo>
                    <a:pt x="2143" y="334"/>
                  </a:lnTo>
                  <a:lnTo>
                    <a:pt x="21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7" name="Google Shape;30397;p155"/>
            <p:cNvSpPr/>
            <p:nvPr/>
          </p:nvSpPr>
          <p:spPr>
            <a:xfrm>
              <a:off x="2119312" y="1976944"/>
              <a:ext cx="64084" cy="20684"/>
            </a:xfrm>
            <a:custGeom>
              <a:rect b="b" l="l" r="r" t="t"/>
              <a:pathLst>
                <a:path extrusionOk="0" h="692" w="2144">
                  <a:moveTo>
                    <a:pt x="0" y="1"/>
                  </a:moveTo>
                  <a:lnTo>
                    <a:pt x="0" y="691"/>
                  </a:lnTo>
                  <a:lnTo>
                    <a:pt x="2143" y="691"/>
                  </a:lnTo>
                  <a:lnTo>
                    <a:pt x="214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8" name="Google Shape;30398;p155"/>
            <p:cNvSpPr/>
            <p:nvPr/>
          </p:nvSpPr>
          <p:spPr>
            <a:xfrm>
              <a:off x="2119312" y="1986927"/>
              <a:ext cx="64084" cy="9983"/>
            </a:xfrm>
            <a:custGeom>
              <a:rect b="b" l="l" r="r" t="t"/>
              <a:pathLst>
                <a:path extrusionOk="0" h="334" w="2144">
                  <a:moveTo>
                    <a:pt x="0" y="0"/>
                  </a:moveTo>
                  <a:lnTo>
                    <a:pt x="0" y="333"/>
                  </a:lnTo>
                  <a:lnTo>
                    <a:pt x="2143" y="333"/>
                  </a:lnTo>
                  <a:lnTo>
                    <a:pt x="21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9" name="Google Shape;30399;p155"/>
            <p:cNvSpPr/>
            <p:nvPr/>
          </p:nvSpPr>
          <p:spPr>
            <a:xfrm>
              <a:off x="2119312" y="2085864"/>
              <a:ext cx="64084" cy="19967"/>
            </a:xfrm>
            <a:custGeom>
              <a:rect b="b" l="l" r="r" t="t"/>
              <a:pathLst>
                <a:path extrusionOk="0" h="668" w="2144">
                  <a:moveTo>
                    <a:pt x="0" y="0"/>
                  </a:moveTo>
                  <a:lnTo>
                    <a:pt x="0" y="667"/>
                  </a:lnTo>
                  <a:lnTo>
                    <a:pt x="2143" y="667"/>
                  </a:lnTo>
                  <a:lnTo>
                    <a:pt x="214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0" name="Google Shape;30400;p155"/>
            <p:cNvSpPr/>
            <p:nvPr/>
          </p:nvSpPr>
          <p:spPr>
            <a:xfrm>
              <a:off x="2065928" y="1954885"/>
              <a:ext cx="64084" cy="64084"/>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1" name="Google Shape;30401;p155"/>
            <p:cNvSpPr/>
            <p:nvPr/>
          </p:nvSpPr>
          <p:spPr>
            <a:xfrm>
              <a:off x="2153477" y="1938505"/>
              <a:ext cx="150915" cy="96126"/>
            </a:xfrm>
            <a:custGeom>
              <a:rect b="b" l="l" r="r" t="t"/>
              <a:pathLst>
                <a:path extrusionOk="0" h="3216" w="5049">
                  <a:moveTo>
                    <a:pt x="2763" y="1"/>
                  </a:moveTo>
                  <a:lnTo>
                    <a:pt x="2763" y="810"/>
                  </a:lnTo>
                  <a:lnTo>
                    <a:pt x="0" y="810"/>
                  </a:lnTo>
                  <a:lnTo>
                    <a:pt x="0" y="2430"/>
                  </a:lnTo>
                  <a:lnTo>
                    <a:pt x="2763" y="2430"/>
                  </a:lnTo>
                  <a:lnTo>
                    <a:pt x="2763" y="3216"/>
                  </a:lnTo>
                  <a:lnTo>
                    <a:pt x="5049" y="1620"/>
                  </a:lnTo>
                  <a:lnTo>
                    <a:pt x="2763"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2" name="Google Shape;30402;p155"/>
            <p:cNvSpPr/>
            <p:nvPr/>
          </p:nvSpPr>
          <p:spPr>
            <a:xfrm>
              <a:off x="2065928" y="2064492"/>
              <a:ext cx="64084" cy="63397"/>
            </a:xfrm>
            <a:custGeom>
              <a:rect b="b" l="l" r="r" t="t"/>
              <a:pathLst>
                <a:path extrusionOk="0" h="2121" w="2144">
                  <a:moveTo>
                    <a:pt x="1072" y="1"/>
                  </a:moveTo>
                  <a:cubicBezTo>
                    <a:pt x="476" y="1"/>
                    <a:pt x="0" y="477"/>
                    <a:pt x="0" y="1072"/>
                  </a:cubicBezTo>
                  <a:cubicBezTo>
                    <a:pt x="0" y="1644"/>
                    <a:pt x="476" y="2120"/>
                    <a:pt x="1072" y="2120"/>
                  </a:cubicBezTo>
                  <a:cubicBezTo>
                    <a:pt x="1667" y="2120"/>
                    <a:pt x="2143" y="1644"/>
                    <a:pt x="2143" y="1072"/>
                  </a:cubicBezTo>
                  <a:cubicBezTo>
                    <a:pt x="2143"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3" name="Google Shape;30403;p155"/>
            <p:cNvSpPr/>
            <p:nvPr/>
          </p:nvSpPr>
          <p:spPr>
            <a:xfrm>
              <a:off x="2154882" y="2048830"/>
              <a:ext cx="202923" cy="94004"/>
            </a:xfrm>
            <a:custGeom>
              <a:rect b="b" l="l" r="r" t="t"/>
              <a:pathLst>
                <a:path extrusionOk="0" h="3145" w="6789">
                  <a:moveTo>
                    <a:pt x="4549" y="1"/>
                  </a:moveTo>
                  <a:lnTo>
                    <a:pt x="4549" y="787"/>
                  </a:lnTo>
                  <a:lnTo>
                    <a:pt x="1" y="787"/>
                  </a:lnTo>
                  <a:lnTo>
                    <a:pt x="1" y="2359"/>
                  </a:lnTo>
                  <a:lnTo>
                    <a:pt x="4549" y="2359"/>
                  </a:lnTo>
                  <a:lnTo>
                    <a:pt x="4549" y="3144"/>
                  </a:lnTo>
                  <a:lnTo>
                    <a:pt x="6788" y="1549"/>
                  </a:lnTo>
                  <a:lnTo>
                    <a:pt x="4549"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4" name="Google Shape;30404;p155"/>
            <p:cNvSpPr/>
            <p:nvPr/>
          </p:nvSpPr>
          <p:spPr>
            <a:xfrm>
              <a:off x="2065928" y="2172695"/>
              <a:ext cx="64084" cy="64084"/>
            </a:xfrm>
            <a:custGeom>
              <a:rect b="b" l="l" r="r" t="t"/>
              <a:pathLst>
                <a:path extrusionOk="0" h="2144" w="2144">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5" name="Google Shape;30405;p155"/>
            <p:cNvSpPr/>
            <p:nvPr/>
          </p:nvSpPr>
          <p:spPr>
            <a:xfrm>
              <a:off x="2154882" y="2158467"/>
              <a:ext cx="254155" cy="92569"/>
            </a:xfrm>
            <a:custGeom>
              <a:rect b="b" l="l" r="r" t="t"/>
              <a:pathLst>
                <a:path extrusionOk="0" h="3097" w="8503">
                  <a:moveTo>
                    <a:pt x="6336" y="0"/>
                  </a:moveTo>
                  <a:lnTo>
                    <a:pt x="6336" y="786"/>
                  </a:lnTo>
                  <a:lnTo>
                    <a:pt x="1" y="786"/>
                  </a:lnTo>
                  <a:lnTo>
                    <a:pt x="1" y="2334"/>
                  </a:lnTo>
                  <a:lnTo>
                    <a:pt x="6336" y="2334"/>
                  </a:lnTo>
                  <a:lnTo>
                    <a:pt x="6336" y="3096"/>
                  </a:lnTo>
                  <a:lnTo>
                    <a:pt x="8503" y="1548"/>
                  </a:lnTo>
                  <a:lnTo>
                    <a:pt x="633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6" name="Google Shape;30406;p155"/>
            <p:cNvSpPr/>
            <p:nvPr/>
          </p:nvSpPr>
          <p:spPr>
            <a:xfrm>
              <a:off x="2065928" y="1986927"/>
              <a:ext cx="64084" cy="32042"/>
            </a:xfrm>
            <a:custGeom>
              <a:rect b="b" l="l" r="r" t="t"/>
              <a:pathLst>
                <a:path extrusionOk="0" h="1072" w="2144">
                  <a:moveTo>
                    <a:pt x="0" y="0"/>
                  </a:moveTo>
                  <a:cubicBezTo>
                    <a:pt x="0" y="595"/>
                    <a:pt x="476" y="1072"/>
                    <a:pt x="1072" y="1072"/>
                  </a:cubicBezTo>
                  <a:cubicBezTo>
                    <a:pt x="1667" y="1072"/>
                    <a:pt x="2143" y="595"/>
                    <a:pt x="2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7" name="Google Shape;30407;p155"/>
            <p:cNvSpPr/>
            <p:nvPr/>
          </p:nvSpPr>
          <p:spPr>
            <a:xfrm>
              <a:off x="2153477" y="1986927"/>
              <a:ext cx="150915" cy="47704"/>
            </a:xfrm>
            <a:custGeom>
              <a:rect b="b" l="l" r="r" t="t"/>
              <a:pathLst>
                <a:path extrusionOk="0" h="1596" w="5049">
                  <a:moveTo>
                    <a:pt x="0" y="0"/>
                  </a:moveTo>
                  <a:lnTo>
                    <a:pt x="0" y="810"/>
                  </a:lnTo>
                  <a:lnTo>
                    <a:pt x="2763" y="810"/>
                  </a:lnTo>
                  <a:lnTo>
                    <a:pt x="2763" y="1596"/>
                  </a:lnTo>
                  <a:lnTo>
                    <a:pt x="5049"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8" name="Google Shape;30408;p155"/>
            <p:cNvSpPr/>
            <p:nvPr/>
          </p:nvSpPr>
          <p:spPr>
            <a:xfrm>
              <a:off x="2119312" y="2095100"/>
              <a:ext cx="64084" cy="10013"/>
            </a:xfrm>
            <a:custGeom>
              <a:rect b="b" l="l" r="r" t="t"/>
              <a:pathLst>
                <a:path extrusionOk="0" h="335" w="2144">
                  <a:moveTo>
                    <a:pt x="0" y="1"/>
                  </a:moveTo>
                  <a:lnTo>
                    <a:pt x="0" y="334"/>
                  </a:lnTo>
                  <a:lnTo>
                    <a:pt x="2143" y="334"/>
                  </a:lnTo>
                  <a:lnTo>
                    <a:pt x="214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9" name="Google Shape;30409;p155"/>
            <p:cNvSpPr/>
            <p:nvPr/>
          </p:nvSpPr>
          <p:spPr>
            <a:xfrm>
              <a:off x="2065928" y="2095100"/>
              <a:ext cx="64084" cy="32072"/>
            </a:xfrm>
            <a:custGeom>
              <a:rect b="b" l="l" r="r" t="t"/>
              <a:pathLst>
                <a:path extrusionOk="0" h="1073" w="2144">
                  <a:moveTo>
                    <a:pt x="0" y="1"/>
                  </a:moveTo>
                  <a:cubicBezTo>
                    <a:pt x="0" y="596"/>
                    <a:pt x="476" y="1073"/>
                    <a:pt x="1072" y="1073"/>
                  </a:cubicBezTo>
                  <a:cubicBezTo>
                    <a:pt x="1667" y="1073"/>
                    <a:pt x="2143" y="596"/>
                    <a:pt x="2143"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0" name="Google Shape;30410;p155"/>
            <p:cNvSpPr/>
            <p:nvPr/>
          </p:nvSpPr>
          <p:spPr>
            <a:xfrm>
              <a:off x="2154882" y="2094703"/>
              <a:ext cx="202923" cy="46300"/>
            </a:xfrm>
            <a:custGeom>
              <a:rect b="b" l="l" r="r" t="t"/>
              <a:pathLst>
                <a:path extrusionOk="0" h="1549" w="6789">
                  <a:moveTo>
                    <a:pt x="1" y="0"/>
                  </a:moveTo>
                  <a:lnTo>
                    <a:pt x="1" y="763"/>
                  </a:lnTo>
                  <a:lnTo>
                    <a:pt x="4549" y="763"/>
                  </a:lnTo>
                  <a:lnTo>
                    <a:pt x="4549" y="1548"/>
                  </a:lnTo>
                  <a:lnTo>
                    <a:pt x="6788"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1" name="Google Shape;30411;p155"/>
            <p:cNvSpPr/>
            <p:nvPr/>
          </p:nvSpPr>
          <p:spPr>
            <a:xfrm>
              <a:off x="2065928" y="2204737"/>
              <a:ext cx="64084" cy="32042"/>
            </a:xfrm>
            <a:custGeom>
              <a:rect b="b" l="l" r="r" t="t"/>
              <a:pathLst>
                <a:path extrusionOk="0" h="1072" w="2144">
                  <a:moveTo>
                    <a:pt x="0" y="0"/>
                  </a:moveTo>
                  <a:cubicBezTo>
                    <a:pt x="0" y="596"/>
                    <a:pt x="476" y="1072"/>
                    <a:pt x="1072" y="1072"/>
                  </a:cubicBezTo>
                  <a:cubicBezTo>
                    <a:pt x="1667" y="1072"/>
                    <a:pt x="2143" y="596"/>
                    <a:pt x="214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2" name="Google Shape;30412;p155"/>
            <p:cNvSpPr/>
            <p:nvPr/>
          </p:nvSpPr>
          <p:spPr>
            <a:xfrm>
              <a:off x="2154882" y="2204737"/>
              <a:ext cx="254155" cy="45582"/>
            </a:xfrm>
            <a:custGeom>
              <a:rect b="b" l="l" r="r" t="t"/>
              <a:pathLst>
                <a:path extrusionOk="0" h="1525" w="8503">
                  <a:moveTo>
                    <a:pt x="1" y="0"/>
                  </a:moveTo>
                  <a:lnTo>
                    <a:pt x="1" y="786"/>
                  </a:lnTo>
                  <a:lnTo>
                    <a:pt x="6336" y="786"/>
                  </a:lnTo>
                  <a:lnTo>
                    <a:pt x="6336" y="1524"/>
                  </a:lnTo>
                  <a:lnTo>
                    <a:pt x="8503"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13" name="Google Shape;30413;p155"/>
          <p:cNvGrpSpPr/>
          <p:nvPr/>
        </p:nvGrpSpPr>
        <p:grpSpPr>
          <a:xfrm>
            <a:off x="2588805" y="1784796"/>
            <a:ext cx="308973" cy="344544"/>
            <a:chOff x="2764952" y="1922842"/>
            <a:chExt cx="308973" cy="344544"/>
          </a:xfrm>
        </p:grpSpPr>
        <p:sp>
          <p:nvSpPr>
            <p:cNvPr id="30414" name="Google Shape;30414;p155"/>
            <p:cNvSpPr/>
            <p:nvPr/>
          </p:nvSpPr>
          <p:spPr>
            <a:xfrm>
              <a:off x="2883825" y="1922842"/>
              <a:ext cx="69793" cy="90447"/>
            </a:xfrm>
            <a:custGeom>
              <a:rect b="b" l="l" r="r" t="t"/>
              <a:pathLst>
                <a:path extrusionOk="0" h="3026" w="2335">
                  <a:moveTo>
                    <a:pt x="1168" y="1"/>
                  </a:moveTo>
                  <a:lnTo>
                    <a:pt x="1" y="2597"/>
                  </a:lnTo>
                  <a:lnTo>
                    <a:pt x="1168" y="3025"/>
                  </a:lnTo>
                  <a:lnTo>
                    <a:pt x="2335" y="2597"/>
                  </a:lnTo>
                  <a:lnTo>
                    <a:pt x="11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5" name="Google Shape;30415;p155"/>
            <p:cNvSpPr/>
            <p:nvPr/>
          </p:nvSpPr>
          <p:spPr>
            <a:xfrm>
              <a:off x="2918707" y="1922842"/>
              <a:ext cx="34912" cy="90447"/>
            </a:xfrm>
            <a:custGeom>
              <a:rect b="b" l="l" r="r" t="t"/>
              <a:pathLst>
                <a:path extrusionOk="0" h="3026" w="1168">
                  <a:moveTo>
                    <a:pt x="1" y="1"/>
                  </a:moveTo>
                  <a:lnTo>
                    <a:pt x="1" y="3025"/>
                  </a:lnTo>
                  <a:lnTo>
                    <a:pt x="1168" y="2597"/>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6" name="Google Shape;30416;p155"/>
            <p:cNvSpPr/>
            <p:nvPr/>
          </p:nvSpPr>
          <p:spPr>
            <a:xfrm>
              <a:off x="2852500" y="2000437"/>
              <a:ext cx="132443" cy="82616"/>
            </a:xfrm>
            <a:custGeom>
              <a:rect b="b" l="l" r="r" t="t"/>
              <a:pathLst>
                <a:path extrusionOk="0" h="2764" w="4431">
                  <a:moveTo>
                    <a:pt x="1049" y="1"/>
                  </a:moveTo>
                  <a:lnTo>
                    <a:pt x="1" y="2311"/>
                  </a:lnTo>
                  <a:lnTo>
                    <a:pt x="2216" y="2763"/>
                  </a:lnTo>
                  <a:lnTo>
                    <a:pt x="4430" y="2311"/>
                  </a:lnTo>
                  <a:lnTo>
                    <a:pt x="338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7" name="Google Shape;30417;p155"/>
            <p:cNvSpPr/>
            <p:nvPr/>
          </p:nvSpPr>
          <p:spPr>
            <a:xfrm>
              <a:off x="2918707" y="2000437"/>
              <a:ext cx="66236" cy="82616"/>
            </a:xfrm>
            <a:custGeom>
              <a:rect b="b" l="l" r="r" t="t"/>
              <a:pathLst>
                <a:path extrusionOk="0" h="2764" w="2216">
                  <a:moveTo>
                    <a:pt x="1" y="1"/>
                  </a:moveTo>
                  <a:lnTo>
                    <a:pt x="1" y="2763"/>
                  </a:lnTo>
                  <a:lnTo>
                    <a:pt x="2215" y="2311"/>
                  </a:lnTo>
                  <a:lnTo>
                    <a:pt x="1168"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8" name="Google Shape;30418;p155"/>
            <p:cNvSpPr/>
            <p:nvPr/>
          </p:nvSpPr>
          <p:spPr>
            <a:xfrm>
              <a:off x="2821892" y="2069484"/>
              <a:ext cx="193657" cy="82616"/>
            </a:xfrm>
            <a:custGeom>
              <a:rect b="b" l="l" r="r" t="t"/>
              <a:pathLst>
                <a:path extrusionOk="0" h="2764" w="6479">
                  <a:moveTo>
                    <a:pt x="1025" y="1"/>
                  </a:moveTo>
                  <a:lnTo>
                    <a:pt x="1" y="2334"/>
                  </a:lnTo>
                  <a:lnTo>
                    <a:pt x="3240" y="2763"/>
                  </a:lnTo>
                  <a:lnTo>
                    <a:pt x="6478" y="2334"/>
                  </a:lnTo>
                  <a:lnTo>
                    <a:pt x="543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9" name="Google Shape;30419;p155"/>
            <p:cNvSpPr/>
            <p:nvPr/>
          </p:nvSpPr>
          <p:spPr>
            <a:xfrm>
              <a:off x="2918707" y="2069484"/>
              <a:ext cx="96844" cy="82616"/>
            </a:xfrm>
            <a:custGeom>
              <a:rect b="b" l="l" r="r" t="t"/>
              <a:pathLst>
                <a:path extrusionOk="0" h="2764" w="3240">
                  <a:moveTo>
                    <a:pt x="1" y="1"/>
                  </a:moveTo>
                  <a:lnTo>
                    <a:pt x="1" y="2763"/>
                  </a:lnTo>
                  <a:lnTo>
                    <a:pt x="3239" y="2334"/>
                  </a:lnTo>
                  <a:lnTo>
                    <a:pt x="2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0" name="Google Shape;30420;p155"/>
            <p:cNvSpPr/>
            <p:nvPr/>
          </p:nvSpPr>
          <p:spPr>
            <a:xfrm>
              <a:off x="2790597" y="2139248"/>
              <a:ext cx="256277" cy="82586"/>
            </a:xfrm>
            <a:custGeom>
              <a:rect b="b" l="l" r="r" t="t"/>
              <a:pathLst>
                <a:path extrusionOk="0" h="2763" w="8574">
                  <a:moveTo>
                    <a:pt x="1048" y="0"/>
                  </a:moveTo>
                  <a:lnTo>
                    <a:pt x="0" y="2310"/>
                  </a:lnTo>
                  <a:lnTo>
                    <a:pt x="4287" y="2763"/>
                  </a:lnTo>
                  <a:lnTo>
                    <a:pt x="8573" y="2310"/>
                  </a:lnTo>
                  <a:lnTo>
                    <a:pt x="752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1" name="Google Shape;30421;p155"/>
            <p:cNvSpPr/>
            <p:nvPr/>
          </p:nvSpPr>
          <p:spPr>
            <a:xfrm>
              <a:off x="2918707" y="2139248"/>
              <a:ext cx="128168" cy="82586"/>
            </a:xfrm>
            <a:custGeom>
              <a:rect b="b" l="l" r="r" t="t"/>
              <a:pathLst>
                <a:path extrusionOk="0" h="2763" w="4288">
                  <a:moveTo>
                    <a:pt x="1" y="0"/>
                  </a:moveTo>
                  <a:lnTo>
                    <a:pt x="1" y="2763"/>
                  </a:lnTo>
                  <a:lnTo>
                    <a:pt x="4287" y="2310"/>
                  </a:lnTo>
                  <a:lnTo>
                    <a:pt x="3239"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2" name="Google Shape;30422;p155"/>
            <p:cNvSpPr/>
            <p:nvPr/>
          </p:nvSpPr>
          <p:spPr>
            <a:xfrm>
              <a:off x="2764952" y="2208294"/>
              <a:ext cx="308973" cy="59093"/>
            </a:xfrm>
            <a:custGeom>
              <a:rect b="b" l="l" r="r" t="t"/>
              <a:pathLst>
                <a:path extrusionOk="0" h="1977" w="10337">
                  <a:moveTo>
                    <a:pt x="882" y="0"/>
                  </a:moveTo>
                  <a:lnTo>
                    <a:pt x="1" y="1977"/>
                  </a:lnTo>
                  <a:lnTo>
                    <a:pt x="10336" y="1977"/>
                  </a:lnTo>
                  <a:lnTo>
                    <a:pt x="9455"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3" name="Google Shape;30423;p155"/>
            <p:cNvSpPr/>
            <p:nvPr/>
          </p:nvSpPr>
          <p:spPr>
            <a:xfrm>
              <a:off x="2918707" y="2208294"/>
              <a:ext cx="153784" cy="59093"/>
            </a:xfrm>
            <a:custGeom>
              <a:rect b="b" l="l" r="r" t="t"/>
              <a:pathLst>
                <a:path extrusionOk="0" h="1977" w="5145">
                  <a:moveTo>
                    <a:pt x="1" y="0"/>
                  </a:moveTo>
                  <a:lnTo>
                    <a:pt x="1" y="1977"/>
                  </a:lnTo>
                  <a:lnTo>
                    <a:pt x="5145" y="1977"/>
                  </a:lnTo>
                  <a:lnTo>
                    <a:pt x="428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24" name="Google Shape;30424;p155"/>
          <p:cNvGrpSpPr/>
          <p:nvPr/>
        </p:nvGrpSpPr>
        <p:grpSpPr>
          <a:xfrm>
            <a:off x="3274565" y="1784796"/>
            <a:ext cx="343826" cy="344544"/>
            <a:chOff x="3379296" y="1922842"/>
            <a:chExt cx="343826" cy="344544"/>
          </a:xfrm>
        </p:grpSpPr>
        <p:sp>
          <p:nvSpPr>
            <p:cNvPr id="30425" name="Google Shape;30425;p155"/>
            <p:cNvSpPr/>
            <p:nvPr/>
          </p:nvSpPr>
          <p:spPr>
            <a:xfrm>
              <a:off x="3540165" y="1984058"/>
              <a:ext cx="20684" cy="55566"/>
            </a:xfrm>
            <a:custGeom>
              <a:rect b="b" l="l" r="r" t="t"/>
              <a:pathLst>
                <a:path extrusionOk="0" h="1859" w="692">
                  <a:moveTo>
                    <a:pt x="1" y="1"/>
                  </a:moveTo>
                  <a:lnTo>
                    <a:pt x="1" y="1858"/>
                  </a:lnTo>
                  <a:lnTo>
                    <a:pt x="691" y="185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6" name="Google Shape;30426;p155"/>
            <p:cNvSpPr/>
            <p:nvPr/>
          </p:nvSpPr>
          <p:spPr>
            <a:xfrm>
              <a:off x="3478232" y="2023931"/>
              <a:ext cx="145236" cy="53413"/>
            </a:xfrm>
            <a:custGeom>
              <a:rect b="b" l="l" r="r" t="t"/>
              <a:pathLst>
                <a:path extrusionOk="0" h="1787" w="4859">
                  <a:moveTo>
                    <a:pt x="1" y="0"/>
                  </a:moveTo>
                  <a:lnTo>
                    <a:pt x="1" y="1787"/>
                  </a:lnTo>
                  <a:lnTo>
                    <a:pt x="4859" y="1787"/>
                  </a:lnTo>
                  <a:lnTo>
                    <a:pt x="4859"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7" name="Google Shape;30427;p155"/>
            <p:cNvSpPr/>
            <p:nvPr/>
          </p:nvSpPr>
          <p:spPr>
            <a:xfrm>
              <a:off x="3550836" y="1984058"/>
              <a:ext cx="10013" cy="55566"/>
            </a:xfrm>
            <a:custGeom>
              <a:rect b="b" l="l" r="r" t="t"/>
              <a:pathLst>
                <a:path extrusionOk="0" h="1859" w="335">
                  <a:moveTo>
                    <a:pt x="1" y="1"/>
                  </a:moveTo>
                  <a:lnTo>
                    <a:pt x="1" y="1858"/>
                  </a:lnTo>
                  <a:lnTo>
                    <a:pt x="334" y="1858"/>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8" name="Google Shape;30428;p155"/>
            <p:cNvSpPr/>
            <p:nvPr/>
          </p:nvSpPr>
          <p:spPr>
            <a:xfrm>
              <a:off x="3550836" y="2023931"/>
              <a:ext cx="73350" cy="53413"/>
            </a:xfrm>
            <a:custGeom>
              <a:rect b="b" l="l" r="r" t="t"/>
              <a:pathLst>
                <a:path extrusionOk="0" h="1787" w="2454">
                  <a:moveTo>
                    <a:pt x="1" y="0"/>
                  </a:moveTo>
                  <a:lnTo>
                    <a:pt x="1" y="1787"/>
                  </a:lnTo>
                  <a:lnTo>
                    <a:pt x="2454" y="1787"/>
                  </a:lnTo>
                  <a:lnTo>
                    <a:pt x="245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9" name="Google Shape;30429;p155"/>
            <p:cNvSpPr/>
            <p:nvPr/>
          </p:nvSpPr>
          <p:spPr>
            <a:xfrm>
              <a:off x="3540165" y="1922842"/>
              <a:ext cx="104675" cy="63397"/>
            </a:xfrm>
            <a:custGeom>
              <a:rect b="b" l="l" r="r" t="t"/>
              <a:pathLst>
                <a:path extrusionOk="0" h="2121" w="3502">
                  <a:moveTo>
                    <a:pt x="1" y="1"/>
                  </a:moveTo>
                  <a:lnTo>
                    <a:pt x="1" y="2120"/>
                  </a:lnTo>
                  <a:lnTo>
                    <a:pt x="3501" y="2120"/>
                  </a:lnTo>
                  <a:lnTo>
                    <a:pt x="350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0" name="Google Shape;30430;p155"/>
            <p:cNvSpPr/>
            <p:nvPr/>
          </p:nvSpPr>
          <p:spPr>
            <a:xfrm>
              <a:off x="3452616" y="2073041"/>
              <a:ext cx="196497" cy="52009"/>
            </a:xfrm>
            <a:custGeom>
              <a:rect b="b" l="l" r="r" t="t"/>
              <a:pathLst>
                <a:path extrusionOk="0" h="1740" w="6574">
                  <a:moveTo>
                    <a:pt x="0" y="1"/>
                  </a:moveTo>
                  <a:lnTo>
                    <a:pt x="0" y="1739"/>
                  </a:lnTo>
                  <a:lnTo>
                    <a:pt x="6573" y="1739"/>
                  </a:lnTo>
                  <a:lnTo>
                    <a:pt x="65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1" name="Google Shape;30431;p155"/>
            <p:cNvSpPr/>
            <p:nvPr/>
          </p:nvSpPr>
          <p:spPr>
            <a:xfrm>
              <a:off x="3550836" y="2073041"/>
              <a:ext cx="98966" cy="52009"/>
            </a:xfrm>
            <a:custGeom>
              <a:rect b="b" l="l" r="r" t="t"/>
              <a:pathLst>
                <a:path extrusionOk="0" h="1740" w="3311">
                  <a:moveTo>
                    <a:pt x="1" y="1"/>
                  </a:moveTo>
                  <a:lnTo>
                    <a:pt x="1" y="1739"/>
                  </a:lnTo>
                  <a:lnTo>
                    <a:pt x="3311" y="1739"/>
                  </a:lnTo>
                  <a:lnTo>
                    <a:pt x="33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2" name="Google Shape;30432;p155"/>
            <p:cNvSpPr/>
            <p:nvPr/>
          </p:nvSpPr>
          <p:spPr>
            <a:xfrm>
              <a:off x="3427000" y="2121433"/>
              <a:ext cx="247011" cy="52009"/>
            </a:xfrm>
            <a:custGeom>
              <a:rect b="b" l="l" r="r" t="t"/>
              <a:pathLst>
                <a:path extrusionOk="0" h="1740" w="8264">
                  <a:moveTo>
                    <a:pt x="0" y="1"/>
                  </a:moveTo>
                  <a:lnTo>
                    <a:pt x="0" y="1739"/>
                  </a:lnTo>
                  <a:lnTo>
                    <a:pt x="8264" y="1739"/>
                  </a:lnTo>
                  <a:lnTo>
                    <a:pt x="826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3" name="Google Shape;30433;p155"/>
            <p:cNvSpPr/>
            <p:nvPr/>
          </p:nvSpPr>
          <p:spPr>
            <a:xfrm>
              <a:off x="3550118" y="2121433"/>
              <a:ext cx="123894" cy="52009"/>
            </a:xfrm>
            <a:custGeom>
              <a:rect b="b" l="l" r="r" t="t"/>
              <a:pathLst>
                <a:path extrusionOk="0" h="1740" w="4145">
                  <a:moveTo>
                    <a:pt x="1" y="1"/>
                  </a:moveTo>
                  <a:lnTo>
                    <a:pt x="1" y="1739"/>
                  </a:lnTo>
                  <a:lnTo>
                    <a:pt x="4145" y="1739"/>
                  </a:lnTo>
                  <a:lnTo>
                    <a:pt x="41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4" name="Google Shape;30434;p155"/>
            <p:cNvSpPr/>
            <p:nvPr/>
          </p:nvSpPr>
          <p:spPr>
            <a:xfrm>
              <a:off x="3404224" y="2169855"/>
              <a:ext cx="292563" cy="52696"/>
            </a:xfrm>
            <a:custGeom>
              <a:rect b="b" l="l" r="r" t="t"/>
              <a:pathLst>
                <a:path extrusionOk="0" h="1763" w="9788">
                  <a:moveTo>
                    <a:pt x="0" y="0"/>
                  </a:moveTo>
                  <a:lnTo>
                    <a:pt x="0" y="1763"/>
                  </a:lnTo>
                  <a:lnTo>
                    <a:pt x="9788" y="1763"/>
                  </a:lnTo>
                  <a:lnTo>
                    <a:pt x="9788"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5" name="Google Shape;30435;p155"/>
            <p:cNvSpPr/>
            <p:nvPr/>
          </p:nvSpPr>
          <p:spPr>
            <a:xfrm>
              <a:off x="3550836" y="2169855"/>
              <a:ext cx="147388" cy="52696"/>
            </a:xfrm>
            <a:custGeom>
              <a:rect b="b" l="l" r="r" t="t"/>
              <a:pathLst>
                <a:path extrusionOk="0" h="1763" w="4931">
                  <a:moveTo>
                    <a:pt x="1" y="0"/>
                  </a:moveTo>
                  <a:lnTo>
                    <a:pt x="1" y="1763"/>
                  </a:lnTo>
                  <a:lnTo>
                    <a:pt x="4930" y="1763"/>
                  </a:lnTo>
                  <a:lnTo>
                    <a:pt x="493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6" name="Google Shape;30436;p155"/>
            <p:cNvSpPr/>
            <p:nvPr/>
          </p:nvSpPr>
          <p:spPr>
            <a:xfrm>
              <a:off x="3379296" y="2218965"/>
              <a:ext cx="343825" cy="48422"/>
            </a:xfrm>
            <a:custGeom>
              <a:rect b="b" l="l" r="r" t="t"/>
              <a:pathLst>
                <a:path extrusionOk="0" h="1620" w="11503">
                  <a:moveTo>
                    <a:pt x="1" y="1"/>
                  </a:moveTo>
                  <a:lnTo>
                    <a:pt x="1" y="1620"/>
                  </a:lnTo>
                  <a:lnTo>
                    <a:pt x="11503" y="1620"/>
                  </a:lnTo>
                  <a:lnTo>
                    <a:pt x="115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7" name="Google Shape;30437;p155"/>
            <p:cNvSpPr/>
            <p:nvPr/>
          </p:nvSpPr>
          <p:spPr>
            <a:xfrm>
              <a:off x="3550836" y="2218965"/>
              <a:ext cx="172286" cy="48422"/>
            </a:xfrm>
            <a:custGeom>
              <a:rect b="b" l="l" r="r" t="t"/>
              <a:pathLst>
                <a:path extrusionOk="0" h="1620" w="5764">
                  <a:moveTo>
                    <a:pt x="1" y="1"/>
                  </a:moveTo>
                  <a:lnTo>
                    <a:pt x="1" y="1620"/>
                  </a:lnTo>
                  <a:lnTo>
                    <a:pt x="5764" y="1620"/>
                  </a:lnTo>
                  <a:lnTo>
                    <a:pt x="5764"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38" name="Google Shape;30438;p155"/>
          <p:cNvGrpSpPr/>
          <p:nvPr/>
        </p:nvGrpSpPr>
        <p:grpSpPr>
          <a:xfrm>
            <a:off x="4038814" y="1784079"/>
            <a:ext cx="343826" cy="345261"/>
            <a:chOff x="4076914" y="1922125"/>
            <a:chExt cx="343826" cy="345261"/>
          </a:xfrm>
        </p:grpSpPr>
        <p:sp>
          <p:nvSpPr>
            <p:cNvPr id="30439" name="Google Shape;30439;p155"/>
            <p:cNvSpPr/>
            <p:nvPr/>
          </p:nvSpPr>
          <p:spPr>
            <a:xfrm>
              <a:off x="4076914" y="1922125"/>
              <a:ext cx="181552" cy="179430"/>
            </a:xfrm>
            <a:custGeom>
              <a:rect b="b" l="l" r="r" t="t"/>
              <a:pathLst>
                <a:path extrusionOk="0" h="6003" w="6074">
                  <a:moveTo>
                    <a:pt x="1" y="1"/>
                  </a:moveTo>
                  <a:lnTo>
                    <a:pt x="1" y="1858"/>
                  </a:lnTo>
                  <a:cubicBezTo>
                    <a:pt x="1" y="4049"/>
                    <a:pt x="1739" y="5764"/>
                    <a:pt x="3882" y="5764"/>
                  </a:cubicBezTo>
                  <a:lnTo>
                    <a:pt x="4335" y="5764"/>
                  </a:lnTo>
                  <a:lnTo>
                    <a:pt x="5121" y="6002"/>
                  </a:lnTo>
                  <a:lnTo>
                    <a:pt x="5764" y="5764"/>
                  </a:lnTo>
                  <a:lnTo>
                    <a:pt x="6073" y="5026"/>
                  </a:lnTo>
                  <a:lnTo>
                    <a:pt x="5764" y="4335"/>
                  </a:lnTo>
                  <a:lnTo>
                    <a:pt x="5764" y="3883"/>
                  </a:lnTo>
                  <a:cubicBezTo>
                    <a:pt x="5764" y="1716"/>
                    <a:pt x="4001" y="1"/>
                    <a:pt x="1858"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0" name="Google Shape;30440;p155"/>
            <p:cNvSpPr/>
            <p:nvPr/>
          </p:nvSpPr>
          <p:spPr>
            <a:xfrm>
              <a:off x="4235661" y="2085864"/>
              <a:ext cx="185079" cy="181522"/>
            </a:xfrm>
            <a:custGeom>
              <a:rect b="b" l="l" r="r" t="t"/>
              <a:pathLst>
                <a:path extrusionOk="0" h="6073" w="6192">
                  <a:moveTo>
                    <a:pt x="1167" y="0"/>
                  </a:moveTo>
                  <a:lnTo>
                    <a:pt x="429" y="286"/>
                  </a:lnTo>
                  <a:lnTo>
                    <a:pt x="0" y="1000"/>
                  </a:lnTo>
                  <a:lnTo>
                    <a:pt x="429" y="1691"/>
                  </a:lnTo>
                  <a:lnTo>
                    <a:pt x="429" y="2167"/>
                  </a:lnTo>
                  <a:cubicBezTo>
                    <a:pt x="429" y="4334"/>
                    <a:pt x="2191" y="6073"/>
                    <a:pt x="4334" y="6073"/>
                  </a:cubicBezTo>
                  <a:lnTo>
                    <a:pt x="6192" y="6073"/>
                  </a:lnTo>
                  <a:lnTo>
                    <a:pt x="6192" y="4192"/>
                  </a:lnTo>
                  <a:cubicBezTo>
                    <a:pt x="6192" y="2048"/>
                    <a:pt x="4454" y="286"/>
                    <a:pt x="2310" y="286"/>
                  </a:cubicBezTo>
                  <a:lnTo>
                    <a:pt x="1834" y="286"/>
                  </a:lnTo>
                  <a:lnTo>
                    <a:pt x="1167"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1" name="Google Shape;30441;p155"/>
            <p:cNvSpPr/>
            <p:nvPr/>
          </p:nvSpPr>
          <p:spPr>
            <a:xfrm>
              <a:off x="4249171" y="2086581"/>
              <a:ext cx="171569" cy="180805"/>
            </a:xfrm>
            <a:custGeom>
              <a:rect b="b" l="l" r="r" t="t"/>
              <a:pathLst>
                <a:path extrusionOk="0" h="6049" w="5740">
                  <a:moveTo>
                    <a:pt x="739" y="0"/>
                  </a:moveTo>
                  <a:lnTo>
                    <a:pt x="1" y="286"/>
                  </a:lnTo>
                  <a:lnTo>
                    <a:pt x="5740" y="6049"/>
                  </a:lnTo>
                  <a:lnTo>
                    <a:pt x="5740" y="4168"/>
                  </a:lnTo>
                  <a:cubicBezTo>
                    <a:pt x="5740" y="2039"/>
                    <a:pt x="4025" y="286"/>
                    <a:pt x="1924" y="286"/>
                  </a:cubicBezTo>
                  <a:cubicBezTo>
                    <a:pt x="1910" y="286"/>
                    <a:pt x="1896" y="286"/>
                    <a:pt x="1882" y="286"/>
                  </a:cubicBezTo>
                  <a:lnTo>
                    <a:pt x="1406" y="286"/>
                  </a:lnTo>
                  <a:lnTo>
                    <a:pt x="739"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2" name="Google Shape;30442;p155"/>
            <p:cNvSpPr/>
            <p:nvPr/>
          </p:nvSpPr>
          <p:spPr>
            <a:xfrm>
              <a:off x="4077631" y="1922842"/>
              <a:ext cx="180835" cy="171598"/>
            </a:xfrm>
            <a:custGeom>
              <a:rect b="b" l="l" r="r" t="t"/>
              <a:pathLst>
                <a:path extrusionOk="0" h="5741" w="6050">
                  <a:moveTo>
                    <a:pt x="0" y="1"/>
                  </a:moveTo>
                  <a:lnTo>
                    <a:pt x="5740" y="5740"/>
                  </a:lnTo>
                  <a:lnTo>
                    <a:pt x="6049" y="5002"/>
                  </a:lnTo>
                  <a:lnTo>
                    <a:pt x="5763" y="4335"/>
                  </a:lnTo>
                  <a:lnTo>
                    <a:pt x="5763" y="3906"/>
                  </a:lnTo>
                  <a:cubicBezTo>
                    <a:pt x="5763" y="1715"/>
                    <a:pt x="4025" y="1"/>
                    <a:pt x="1882"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3" name="Google Shape;30443;p155"/>
            <p:cNvSpPr/>
            <p:nvPr/>
          </p:nvSpPr>
          <p:spPr>
            <a:xfrm>
              <a:off x="4248454" y="1961281"/>
              <a:ext cx="134565" cy="133847"/>
            </a:xfrm>
            <a:custGeom>
              <a:rect b="b" l="l" r="r" t="t"/>
              <a:pathLst>
                <a:path extrusionOk="0" h="4478" w="4502">
                  <a:moveTo>
                    <a:pt x="3097" y="1"/>
                  </a:moveTo>
                  <a:cubicBezTo>
                    <a:pt x="1358" y="1"/>
                    <a:pt x="1" y="1382"/>
                    <a:pt x="1" y="3097"/>
                  </a:cubicBezTo>
                  <a:lnTo>
                    <a:pt x="1" y="4478"/>
                  </a:lnTo>
                  <a:lnTo>
                    <a:pt x="1406" y="4478"/>
                  </a:lnTo>
                  <a:cubicBezTo>
                    <a:pt x="3121" y="4478"/>
                    <a:pt x="4502" y="3097"/>
                    <a:pt x="4502" y="1382"/>
                  </a:cubicBezTo>
                  <a:lnTo>
                    <a:pt x="4502"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4" name="Google Shape;30444;p155"/>
            <p:cNvSpPr/>
            <p:nvPr/>
          </p:nvSpPr>
          <p:spPr>
            <a:xfrm>
              <a:off x="4114635" y="2094412"/>
              <a:ext cx="134565" cy="134535"/>
            </a:xfrm>
            <a:custGeom>
              <a:rect b="b" l="l" r="r" t="t"/>
              <a:pathLst>
                <a:path extrusionOk="0" h="4501" w="4502">
                  <a:moveTo>
                    <a:pt x="3097" y="0"/>
                  </a:moveTo>
                  <a:cubicBezTo>
                    <a:pt x="1382" y="0"/>
                    <a:pt x="1" y="1405"/>
                    <a:pt x="1" y="3096"/>
                  </a:cubicBezTo>
                  <a:lnTo>
                    <a:pt x="1" y="4501"/>
                  </a:lnTo>
                  <a:lnTo>
                    <a:pt x="1406" y="4501"/>
                  </a:lnTo>
                  <a:cubicBezTo>
                    <a:pt x="3144" y="4501"/>
                    <a:pt x="4502" y="3096"/>
                    <a:pt x="4502" y="1405"/>
                  </a:cubicBezTo>
                  <a:lnTo>
                    <a:pt x="450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5" name="Google Shape;30445;p155"/>
            <p:cNvSpPr/>
            <p:nvPr/>
          </p:nvSpPr>
          <p:spPr>
            <a:xfrm>
              <a:off x="4139564" y="1979096"/>
              <a:ext cx="52696" cy="19937"/>
            </a:xfrm>
            <a:custGeom>
              <a:rect b="b" l="l" r="r" t="t"/>
              <a:pathLst>
                <a:path extrusionOk="0" h="667" w="1763">
                  <a:moveTo>
                    <a:pt x="0" y="0"/>
                  </a:moveTo>
                  <a:lnTo>
                    <a:pt x="0" y="667"/>
                  </a:lnTo>
                  <a:lnTo>
                    <a:pt x="1763" y="667"/>
                  </a:lnTo>
                  <a:lnTo>
                    <a:pt x="1763"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6" name="Google Shape;30446;p155"/>
            <p:cNvSpPr/>
            <p:nvPr/>
          </p:nvSpPr>
          <p:spPr>
            <a:xfrm>
              <a:off x="4139564" y="2021779"/>
              <a:ext cx="52696" cy="19967"/>
            </a:xfrm>
            <a:custGeom>
              <a:rect b="b" l="l" r="r" t="t"/>
              <a:pathLst>
                <a:path extrusionOk="0" h="668" w="1763">
                  <a:moveTo>
                    <a:pt x="0" y="1"/>
                  </a:moveTo>
                  <a:lnTo>
                    <a:pt x="0" y="668"/>
                  </a:lnTo>
                  <a:lnTo>
                    <a:pt x="1763" y="668"/>
                  </a:lnTo>
                  <a:lnTo>
                    <a:pt x="1763"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7" name="Google Shape;30447;p155"/>
            <p:cNvSpPr/>
            <p:nvPr/>
          </p:nvSpPr>
          <p:spPr>
            <a:xfrm>
              <a:off x="4304707" y="2147079"/>
              <a:ext cx="51979" cy="20654"/>
            </a:xfrm>
            <a:custGeom>
              <a:rect b="b" l="l" r="r" t="t"/>
              <a:pathLst>
                <a:path extrusionOk="0" h="691" w="1739">
                  <a:moveTo>
                    <a:pt x="0" y="0"/>
                  </a:moveTo>
                  <a:lnTo>
                    <a:pt x="0" y="691"/>
                  </a:lnTo>
                  <a:lnTo>
                    <a:pt x="1739" y="691"/>
                  </a:lnTo>
                  <a:lnTo>
                    <a:pt x="173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8" name="Google Shape;30448;p155"/>
            <p:cNvSpPr/>
            <p:nvPr/>
          </p:nvSpPr>
          <p:spPr>
            <a:xfrm>
              <a:off x="4304707" y="2190480"/>
              <a:ext cx="51979" cy="20684"/>
            </a:xfrm>
            <a:custGeom>
              <a:rect b="b" l="l" r="r" t="t"/>
              <a:pathLst>
                <a:path extrusionOk="0" h="692" w="1739">
                  <a:moveTo>
                    <a:pt x="0" y="1"/>
                  </a:moveTo>
                  <a:lnTo>
                    <a:pt x="0" y="692"/>
                  </a:lnTo>
                  <a:lnTo>
                    <a:pt x="1739" y="692"/>
                  </a:lnTo>
                  <a:lnTo>
                    <a:pt x="1739"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9" name="Google Shape;30449;p155"/>
            <p:cNvSpPr/>
            <p:nvPr/>
          </p:nvSpPr>
          <p:spPr>
            <a:xfrm>
              <a:off x="4114635" y="2094412"/>
              <a:ext cx="134565" cy="134535"/>
            </a:xfrm>
            <a:custGeom>
              <a:rect b="b" l="l" r="r" t="t"/>
              <a:pathLst>
                <a:path extrusionOk="0" h="4501" w="4502">
                  <a:moveTo>
                    <a:pt x="4502" y="0"/>
                  </a:moveTo>
                  <a:lnTo>
                    <a:pt x="1" y="4501"/>
                  </a:lnTo>
                  <a:lnTo>
                    <a:pt x="1406" y="4501"/>
                  </a:lnTo>
                  <a:cubicBezTo>
                    <a:pt x="3144" y="4501"/>
                    <a:pt x="4502" y="3096"/>
                    <a:pt x="4502" y="1405"/>
                  </a:cubicBezTo>
                  <a:lnTo>
                    <a:pt x="450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0" name="Google Shape;30450;p155"/>
            <p:cNvSpPr/>
            <p:nvPr/>
          </p:nvSpPr>
          <p:spPr>
            <a:xfrm>
              <a:off x="4248454" y="1961281"/>
              <a:ext cx="134565" cy="133847"/>
            </a:xfrm>
            <a:custGeom>
              <a:rect b="b" l="l" r="r" t="t"/>
              <a:pathLst>
                <a:path extrusionOk="0" h="4478" w="4502">
                  <a:moveTo>
                    <a:pt x="4502" y="1"/>
                  </a:moveTo>
                  <a:lnTo>
                    <a:pt x="1" y="4478"/>
                  </a:lnTo>
                  <a:lnTo>
                    <a:pt x="1406" y="4478"/>
                  </a:lnTo>
                  <a:cubicBezTo>
                    <a:pt x="3121" y="4478"/>
                    <a:pt x="4502" y="3097"/>
                    <a:pt x="4502" y="1382"/>
                  </a:cubicBezTo>
                  <a:lnTo>
                    <a:pt x="4502"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1" name="Google Shape;30451;p155"/>
            <p:cNvSpPr/>
            <p:nvPr/>
          </p:nvSpPr>
          <p:spPr>
            <a:xfrm>
              <a:off x="4139564" y="1979096"/>
              <a:ext cx="52696" cy="19937"/>
            </a:xfrm>
            <a:custGeom>
              <a:rect b="b" l="l" r="r" t="t"/>
              <a:pathLst>
                <a:path extrusionOk="0" h="667" w="1763">
                  <a:moveTo>
                    <a:pt x="0" y="0"/>
                  </a:moveTo>
                  <a:lnTo>
                    <a:pt x="0" y="262"/>
                  </a:lnTo>
                  <a:lnTo>
                    <a:pt x="429" y="667"/>
                  </a:lnTo>
                  <a:lnTo>
                    <a:pt x="1763" y="667"/>
                  </a:lnTo>
                  <a:lnTo>
                    <a:pt x="176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2" name="Google Shape;30452;p155"/>
            <p:cNvSpPr/>
            <p:nvPr/>
          </p:nvSpPr>
          <p:spPr>
            <a:xfrm>
              <a:off x="4175133" y="2021779"/>
              <a:ext cx="17127" cy="16410"/>
            </a:xfrm>
            <a:custGeom>
              <a:rect b="b" l="l" r="r" t="t"/>
              <a:pathLst>
                <a:path extrusionOk="0" h="549" w="573">
                  <a:moveTo>
                    <a:pt x="1" y="1"/>
                  </a:moveTo>
                  <a:lnTo>
                    <a:pt x="573" y="549"/>
                  </a:lnTo>
                  <a:lnTo>
                    <a:pt x="5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3" name="Google Shape;30453;p155"/>
            <p:cNvSpPr/>
            <p:nvPr/>
          </p:nvSpPr>
          <p:spPr>
            <a:xfrm>
              <a:off x="4304707" y="2147079"/>
              <a:ext cx="51979" cy="20654"/>
            </a:xfrm>
            <a:custGeom>
              <a:rect b="b" l="l" r="r" t="t"/>
              <a:pathLst>
                <a:path extrusionOk="0" h="691" w="1739">
                  <a:moveTo>
                    <a:pt x="0" y="0"/>
                  </a:moveTo>
                  <a:lnTo>
                    <a:pt x="0" y="119"/>
                  </a:lnTo>
                  <a:lnTo>
                    <a:pt x="548" y="691"/>
                  </a:lnTo>
                  <a:lnTo>
                    <a:pt x="1739" y="691"/>
                  </a:lnTo>
                  <a:lnTo>
                    <a:pt x="173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4" name="Google Shape;30454;p155"/>
            <p:cNvSpPr/>
            <p:nvPr/>
          </p:nvSpPr>
          <p:spPr>
            <a:xfrm>
              <a:off x="4343834" y="2190480"/>
              <a:ext cx="12853" cy="13570"/>
            </a:xfrm>
            <a:custGeom>
              <a:rect b="b" l="l" r="r" t="t"/>
              <a:pathLst>
                <a:path extrusionOk="0" h="454" w="430">
                  <a:moveTo>
                    <a:pt x="1" y="1"/>
                  </a:moveTo>
                  <a:lnTo>
                    <a:pt x="430" y="453"/>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5" name="Google Shape;30455;p155"/>
          <p:cNvGrpSpPr/>
          <p:nvPr/>
        </p:nvGrpSpPr>
        <p:grpSpPr>
          <a:xfrm>
            <a:off x="4782742" y="1780012"/>
            <a:ext cx="343827" cy="344544"/>
            <a:chOff x="4744642" y="1922842"/>
            <a:chExt cx="343827" cy="344544"/>
          </a:xfrm>
        </p:grpSpPr>
        <p:sp>
          <p:nvSpPr>
            <p:cNvPr id="30456" name="Google Shape;30456;p155"/>
            <p:cNvSpPr/>
            <p:nvPr/>
          </p:nvSpPr>
          <p:spPr>
            <a:xfrm>
              <a:off x="4798743" y="1984775"/>
              <a:ext cx="237775" cy="220708"/>
            </a:xfrm>
            <a:custGeom>
              <a:rect b="b" l="l" r="r" t="t"/>
              <a:pathLst>
                <a:path extrusionOk="0" h="7384" w="7955">
                  <a:moveTo>
                    <a:pt x="6668" y="1"/>
                  </a:moveTo>
                  <a:cubicBezTo>
                    <a:pt x="5978" y="1"/>
                    <a:pt x="5359" y="405"/>
                    <a:pt x="5025" y="1001"/>
                  </a:cubicBezTo>
                  <a:lnTo>
                    <a:pt x="4001" y="2930"/>
                  </a:lnTo>
                  <a:lnTo>
                    <a:pt x="2286" y="6073"/>
                  </a:lnTo>
                  <a:cubicBezTo>
                    <a:pt x="2096" y="6478"/>
                    <a:pt x="1691" y="6716"/>
                    <a:pt x="1262" y="6716"/>
                  </a:cubicBezTo>
                  <a:lnTo>
                    <a:pt x="0" y="6716"/>
                  </a:lnTo>
                  <a:lnTo>
                    <a:pt x="0" y="7383"/>
                  </a:lnTo>
                  <a:lnTo>
                    <a:pt x="1262" y="7383"/>
                  </a:lnTo>
                  <a:cubicBezTo>
                    <a:pt x="1929" y="7383"/>
                    <a:pt x="2572" y="7002"/>
                    <a:pt x="2882" y="6407"/>
                  </a:cubicBezTo>
                  <a:lnTo>
                    <a:pt x="4001" y="4359"/>
                  </a:lnTo>
                  <a:lnTo>
                    <a:pt x="5621" y="1287"/>
                  </a:lnTo>
                  <a:cubicBezTo>
                    <a:pt x="5835" y="906"/>
                    <a:pt x="6216" y="667"/>
                    <a:pt x="6668" y="667"/>
                  </a:cubicBezTo>
                  <a:lnTo>
                    <a:pt x="7954" y="667"/>
                  </a:lnTo>
                  <a:lnTo>
                    <a:pt x="7954"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7" name="Google Shape;30457;p155"/>
            <p:cNvSpPr/>
            <p:nvPr/>
          </p:nvSpPr>
          <p:spPr>
            <a:xfrm>
              <a:off x="4918334" y="1984775"/>
              <a:ext cx="118185" cy="130291"/>
            </a:xfrm>
            <a:custGeom>
              <a:rect b="b" l="l" r="r" t="t"/>
              <a:pathLst>
                <a:path extrusionOk="0" h="4359" w="3954">
                  <a:moveTo>
                    <a:pt x="2667" y="1"/>
                  </a:moveTo>
                  <a:cubicBezTo>
                    <a:pt x="1977" y="1"/>
                    <a:pt x="1358" y="405"/>
                    <a:pt x="1024" y="1001"/>
                  </a:cubicBezTo>
                  <a:lnTo>
                    <a:pt x="0" y="2930"/>
                  </a:lnTo>
                  <a:lnTo>
                    <a:pt x="0" y="4359"/>
                  </a:lnTo>
                  <a:lnTo>
                    <a:pt x="1620" y="1287"/>
                  </a:lnTo>
                  <a:cubicBezTo>
                    <a:pt x="1834" y="906"/>
                    <a:pt x="2215" y="667"/>
                    <a:pt x="2667" y="667"/>
                  </a:cubicBezTo>
                  <a:lnTo>
                    <a:pt x="3953" y="667"/>
                  </a:lnTo>
                  <a:lnTo>
                    <a:pt x="3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8" name="Google Shape;30458;p155"/>
            <p:cNvSpPr/>
            <p:nvPr/>
          </p:nvSpPr>
          <p:spPr>
            <a:xfrm>
              <a:off x="4766701" y="2116471"/>
              <a:ext cx="20684" cy="56970"/>
            </a:xfrm>
            <a:custGeom>
              <a:rect b="b" l="l" r="r" t="t"/>
              <a:pathLst>
                <a:path extrusionOk="0" h="1906" w="692">
                  <a:moveTo>
                    <a:pt x="1" y="0"/>
                  </a:moveTo>
                  <a:lnTo>
                    <a:pt x="1" y="1905"/>
                  </a:lnTo>
                  <a:lnTo>
                    <a:pt x="691" y="1905"/>
                  </a:lnTo>
                  <a:lnTo>
                    <a:pt x="6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9" name="Google Shape;30459;p155"/>
            <p:cNvSpPr/>
            <p:nvPr/>
          </p:nvSpPr>
          <p:spPr>
            <a:xfrm>
              <a:off x="4766701" y="1922842"/>
              <a:ext cx="20684" cy="49857"/>
            </a:xfrm>
            <a:custGeom>
              <a:rect b="b" l="l" r="r" t="t"/>
              <a:pathLst>
                <a:path extrusionOk="0" h="1668" w="692">
                  <a:moveTo>
                    <a:pt x="1" y="1"/>
                  </a:moveTo>
                  <a:lnTo>
                    <a:pt x="1" y="1668"/>
                  </a:lnTo>
                  <a:lnTo>
                    <a:pt x="691" y="1668"/>
                  </a:lnTo>
                  <a:lnTo>
                    <a:pt x="6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0" name="Google Shape;30460;p155"/>
            <p:cNvSpPr/>
            <p:nvPr/>
          </p:nvSpPr>
          <p:spPr>
            <a:xfrm>
              <a:off x="4766701" y="2016100"/>
              <a:ext cx="20684" cy="56970"/>
            </a:xfrm>
            <a:custGeom>
              <a:rect b="b" l="l" r="r" t="t"/>
              <a:pathLst>
                <a:path extrusionOk="0" h="1906" w="692">
                  <a:moveTo>
                    <a:pt x="1" y="0"/>
                  </a:moveTo>
                  <a:lnTo>
                    <a:pt x="1" y="1906"/>
                  </a:lnTo>
                  <a:lnTo>
                    <a:pt x="691" y="1906"/>
                  </a:lnTo>
                  <a:lnTo>
                    <a:pt x="6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1" name="Google Shape;30461;p155"/>
            <p:cNvSpPr/>
            <p:nvPr/>
          </p:nvSpPr>
          <p:spPr>
            <a:xfrm>
              <a:off x="4766701" y="2217530"/>
              <a:ext cx="20684" cy="49857"/>
            </a:xfrm>
            <a:custGeom>
              <a:rect b="b" l="l" r="r" t="t"/>
              <a:pathLst>
                <a:path extrusionOk="0" h="1668" w="692">
                  <a:moveTo>
                    <a:pt x="1" y="1"/>
                  </a:moveTo>
                  <a:lnTo>
                    <a:pt x="1" y="1668"/>
                  </a:lnTo>
                  <a:lnTo>
                    <a:pt x="691" y="1668"/>
                  </a:lnTo>
                  <a:lnTo>
                    <a:pt x="6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2" name="Google Shape;30462;p155"/>
            <p:cNvSpPr/>
            <p:nvPr/>
          </p:nvSpPr>
          <p:spPr>
            <a:xfrm>
              <a:off x="5046444" y="2116471"/>
              <a:ext cx="19967" cy="56970"/>
            </a:xfrm>
            <a:custGeom>
              <a:rect b="b" l="l" r="r" t="t"/>
              <a:pathLst>
                <a:path extrusionOk="0" h="1906" w="668">
                  <a:moveTo>
                    <a:pt x="1" y="0"/>
                  </a:moveTo>
                  <a:lnTo>
                    <a:pt x="1" y="1905"/>
                  </a:lnTo>
                  <a:lnTo>
                    <a:pt x="668" y="1905"/>
                  </a:lnTo>
                  <a:lnTo>
                    <a:pt x="668"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3" name="Google Shape;30463;p155"/>
            <p:cNvSpPr/>
            <p:nvPr/>
          </p:nvSpPr>
          <p:spPr>
            <a:xfrm>
              <a:off x="5046444" y="1922842"/>
              <a:ext cx="19967" cy="49857"/>
            </a:xfrm>
            <a:custGeom>
              <a:rect b="b" l="l" r="r" t="t"/>
              <a:pathLst>
                <a:path extrusionOk="0" h="1668" w="668">
                  <a:moveTo>
                    <a:pt x="1" y="1"/>
                  </a:moveTo>
                  <a:lnTo>
                    <a:pt x="1" y="1668"/>
                  </a:lnTo>
                  <a:lnTo>
                    <a:pt x="668" y="1668"/>
                  </a:lnTo>
                  <a:lnTo>
                    <a:pt x="668"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4" name="Google Shape;30464;p155"/>
            <p:cNvSpPr/>
            <p:nvPr/>
          </p:nvSpPr>
          <p:spPr>
            <a:xfrm>
              <a:off x="5046444" y="2016100"/>
              <a:ext cx="19967" cy="56970"/>
            </a:xfrm>
            <a:custGeom>
              <a:rect b="b" l="l" r="r" t="t"/>
              <a:pathLst>
                <a:path extrusionOk="0" h="1906" w="668">
                  <a:moveTo>
                    <a:pt x="1" y="0"/>
                  </a:moveTo>
                  <a:lnTo>
                    <a:pt x="1" y="1906"/>
                  </a:lnTo>
                  <a:lnTo>
                    <a:pt x="668" y="1906"/>
                  </a:lnTo>
                  <a:lnTo>
                    <a:pt x="668"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5" name="Google Shape;30465;p155"/>
            <p:cNvSpPr/>
            <p:nvPr/>
          </p:nvSpPr>
          <p:spPr>
            <a:xfrm>
              <a:off x="5046444" y="2217530"/>
              <a:ext cx="19967" cy="49857"/>
            </a:xfrm>
            <a:custGeom>
              <a:rect b="b" l="l" r="r" t="t"/>
              <a:pathLst>
                <a:path extrusionOk="0" h="1668" w="668">
                  <a:moveTo>
                    <a:pt x="1" y="1"/>
                  </a:moveTo>
                  <a:lnTo>
                    <a:pt x="1" y="1668"/>
                  </a:lnTo>
                  <a:lnTo>
                    <a:pt x="668" y="1668"/>
                  </a:lnTo>
                  <a:lnTo>
                    <a:pt x="668"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6" name="Google Shape;30466;p155"/>
            <p:cNvSpPr/>
            <p:nvPr/>
          </p:nvSpPr>
          <p:spPr>
            <a:xfrm>
              <a:off x="4799460" y="1983370"/>
              <a:ext cx="236340" cy="121742"/>
            </a:xfrm>
            <a:custGeom>
              <a:rect b="b" l="l" r="r" t="t"/>
              <a:pathLst>
                <a:path extrusionOk="0" h="4073" w="7907">
                  <a:moveTo>
                    <a:pt x="0" y="0"/>
                  </a:moveTo>
                  <a:lnTo>
                    <a:pt x="0" y="667"/>
                  </a:lnTo>
                  <a:lnTo>
                    <a:pt x="1477" y="667"/>
                  </a:lnTo>
                  <a:cubicBezTo>
                    <a:pt x="1834" y="667"/>
                    <a:pt x="2143" y="834"/>
                    <a:pt x="2429" y="1072"/>
                  </a:cubicBezTo>
                  <a:lnTo>
                    <a:pt x="3977" y="2524"/>
                  </a:lnTo>
                  <a:lnTo>
                    <a:pt x="5001" y="3501"/>
                  </a:lnTo>
                  <a:cubicBezTo>
                    <a:pt x="5406" y="3858"/>
                    <a:pt x="5906" y="4072"/>
                    <a:pt x="6430" y="4072"/>
                  </a:cubicBezTo>
                  <a:lnTo>
                    <a:pt x="7907" y="4072"/>
                  </a:lnTo>
                  <a:lnTo>
                    <a:pt x="7907" y="3382"/>
                  </a:lnTo>
                  <a:lnTo>
                    <a:pt x="6430" y="3358"/>
                  </a:lnTo>
                  <a:cubicBezTo>
                    <a:pt x="6073" y="3358"/>
                    <a:pt x="5763" y="3215"/>
                    <a:pt x="5477" y="2977"/>
                  </a:cubicBezTo>
                  <a:lnTo>
                    <a:pt x="4001" y="1572"/>
                  </a:lnTo>
                  <a:lnTo>
                    <a:pt x="2905" y="548"/>
                  </a:lnTo>
                  <a:cubicBezTo>
                    <a:pt x="2501" y="191"/>
                    <a:pt x="2001" y="0"/>
                    <a:pt x="1477"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7" name="Google Shape;30467;p155"/>
            <p:cNvSpPr/>
            <p:nvPr/>
          </p:nvSpPr>
          <p:spPr>
            <a:xfrm>
              <a:off x="4802300" y="2083712"/>
              <a:ext cx="233501" cy="121772"/>
            </a:xfrm>
            <a:custGeom>
              <a:rect b="b" l="l" r="r" t="t"/>
              <a:pathLst>
                <a:path extrusionOk="0" h="4074" w="7812">
                  <a:moveTo>
                    <a:pt x="0" y="1"/>
                  </a:moveTo>
                  <a:lnTo>
                    <a:pt x="0" y="691"/>
                  </a:lnTo>
                  <a:lnTo>
                    <a:pt x="1334" y="691"/>
                  </a:lnTo>
                  <a:cubicBezTo>
                    <a:pt x="1739" y="691"/>
                    <a:pt x="2048" y="834"/>
                    <a:pt x="2334" y="1072"/>
                  </a:cubicBezTo>
                  <a:lnTo>
                    <a:pt x="3882" y="2525"/>
                  </a:lnTo>
                  <a:lnTo>
                    <a:pt x="4906" y="3525"/>
                  </a:lnTo>
                  <a:cubicBezTo>
                    <a:pt x="5311" y="3883"/>
                    <a:pt x="5811" y="4073"/>
                    <a:pt x="6335" y="4073"/>
                  </a:cubicBezTo>
                  <a:lnTo>
                    <a:pt x="7812" y="4073"/>
                  </a:lnTo>
                  <a:lnTo>
                    <a:pt x="7812" y="3406"/>
                  </a:lnTo>
                  <a:lnTo>
                    <a:pt x="7812" y="3359"/>
                  </a:lnTo>
                  <a:lnTo>
                    <a:pt x="6335" y="3359"/>
                  </a:lnTo>
                  <a:cubicBezTo>
                    <a:pt x="5954" y="3359"/>
                    <a:pt x="5621" y="3216"/>
                    <a:pt x="5359" y="2978"/>
                  </a:cubicBezTo>
                  <a:lnTo>
                    <a:pt x="3882" y="1573"/>
                  </a:lnTo>
                  <a:lnTo>
                    <a:pt x="2763" y="572"/>
                  </a:lnTo>
                  <a:cubicBezTo>
                    <a:pt x="2382" y="215"/>
                    <a:pt x="1882" y="1"/>
                    <a:pt x="1334" y="1"/>
                  </a:cubicBezTo>
                  <a:close/>
                </a:path>
              </a:pathLst>
            </a:custGeom>
            <a:solidFill>
              <a:srgbClr val="9BA7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8" name="Google Shape;30468;p155"/>
            <p:cNvSpPr/>
            <p:nvPr/>
          </p:nvSpPr>
          <p:spPr>
            <a:xfrm>
              <a:off x="4744642" y="1961999"/>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9" name="Google Shape;30469;p155"/>
            <p:cNvSpPr/>
            <p:nvPr/>
          </p:nvSpPr>
          <p:spPr>
            <a:xfrm>
              <a:off x="4744642" y="2062370"/>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0" name="Google Shape;30470;p155"/>
            <p:cNvSpPr/>
            <p:nvPr/>
          </p:nvSpPr>
          <p:spPr>
            <a:xfrm>
              <a:off x="4744642" y="2163459"/>
              <a:ext cx="64084" cy="64084"/>
            </a:xfrm>
            <a:custGeom>
              <a:rect b="b" l="l" r="r" t="t"/>
              <a:pathLst>
                <a:path extrusionOk="0" h="2144" w="2144">
                  <a:moveTo>
                    <a:pt x="1072" y="0"/>
                  </a:moveTo>
                  <a:cubicBezTo>
                    <a:pt x="477" y="0"/>
                    <a:pt x="0" y="500"/>
                    <a:pt x="0" y="1072"/>
                  </a:cubicBezTo>
                  <a:cubicBezTo>
                    <a:pt x="0" y="1667"/>
                    <a:pt x="477" y="2143"/>
                    <a:pt x="1072" y="2143"/>
                  </a:cubicBezTo>
                  <a:cubicBezTo>
                    <a:pt x="1667" y="2143"/>
                    <a:pt x="2144" y="1667"/>
                    <a:pt x="2144" y="1072"/>
                  </a:cubicBezTo>
                  <a:cubicBezTo>
                    <a:pt x="2144" y="500"/>
                    <a:pt x="1667" y="0"/>
                    <a:pt x="1072"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1" name="Google Shape;30471;p155"/>
            <p:cNvSpPr/>
            <p:nvPr/>
          </p:nvSpPr>
          <p:spPr>
            <a:xfrm>
              <a:off x="5024385" y="1961999"/>
              <a:ext cx="64084" cy="64084"/>
            </a:xfrm>
            <a:custGeom>
              <a:rect b="b" l="l" r="r" t="t"/>
              <a:pathLst>
                <a:path extrusionOk="0" h="2144" w="2144">
                  <a:moveTo>
                    <a:pt x="1072" y="1"/>
                  </a:moveTo>
                  <a:cubicBezTo>
                    <a:pt x="501" y="1"/>
                    <a:pt x="0" y="477"/>
                    <a:pt x="0" y="1072"/>
                  </a:cubicBezTo>
                  <a:cubicBezTo>
                    <a:pt x="0" y="1668"/>
                    <a:pt x="501" y="2144"/>
                    <a:pt x="1072" y="2144"/>
                  </a:cubicBezTo>
                  <a:cubicBezTo>
                    <a:pt x="1668" y="2144"/>
                    <a:pt x="2144" y="1668"/>
                    <a:pt x="2144" y="1072"/>
                  </a:cubicBezTo>
                  <a:cubicBezTo>
                    <a:pt x="2144" y="477"/>
                    <a:pt x="1668" y="1"/>
                    <a:pt x="1072"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2" name="Google Shape;30472;p155"/>
            <p:cNvSpPr/>
            <p:nvPr/>
          </p:nvSpPr>
          <p:spPr>
            <a:xfrm>
              <a:off x="4918334" y="2031045"/>
              <a:ext cx="117468" cy="74067"/>
            </a:xfrm>
            <a:custGeom>
              <a:rect b="b" l="l" r="r" t="t"/>
              <a:pathLst>
                <a:path extrusionOk="0" h="2478" w="3930">
                  <a:moveTo>
                    <a:pt x="0" y="1"/>
                  </a:moveTo>
                  <a:lnTo>
                    <a:pt x="0" y="929"/>
                  </a:lnTo>
                  <a:lnTo>
                    <a:pt x="1024" y="1906"/>
                  </a:lnTo>
                  <a:cubicBezTo>
                    <a:pt x="1429" y="2263"/>
                    <a:pt x="1929" y="2477"/>
                    <a:pt x="2453" y="2477"/>
                  </a:cubicBezTo>
                  <a:lnTo>
                    <a:pt x="3930" y="2477"/>
                  </a:lnTo>
                  <a:lnTo>
                    <a:pt x="3930" y="1787"/>
                  </a:lnTo>
                  <a:lnTo>
                    <a:pt x="2453" y="1787"/>
                  </a:lnTo>
                  <a:cubicBezTo>
                    <a:pt x="2072" y="1787"/>
                    <a:pt x="1739" y="1644"/>
                    <a:pt x="1477" y="1406"/>
                  </a:cubicBezTo>
                  <a:lnTo>
                    <a:pt x="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3" name="Google Shape;30473;p155"/>
            <p:cNvSpPr/>
            <p:nvPr/>
          </p:nvSpPr>
          <p:spPr>
            <a:xfrm>
              <a:off x="4916899" y="2132134"/>
              <a:ext cx="117468" cy="73350"/>
            </a:xfrm>
            <a:custGeom>
              <a:rect b="b" l="l" r="r" t="t"/>
              <a:pathLst>
                <a:path extrusionOk="0" h="2454" w="3930">
                  <a:moveTo>
                    <a:pt x="1" y="0"/>
                  </a:moveTo>
                  <a:lnTo>
                    <a:pt x="1" y="905"/>
                  </a:lnTo>
                  <a:lnTo>
                    <a:pt x="1048" y="1905"/>
                  </a:lnTo>
                  <a:cubicBezTo>
                    <a:pt x="1429" y="2263"/>
                    <a:pt x="1953" y="2453"/>
                    <a:pt x="2477" y="2453"/>
                  </a:cubicBezTo>
                  <a:lnTo>
                    <a:pt x="3930" y="2453"/>
                  </a:lnTo>
                  <a:lnTo>
                    <a:pt x="3930" y="1786"/>
                  </a:lnTo>
                  <a:lnTo>
                    <a:pt x="2477" y="1786"/>
                  </a:lnTo>
                  <a:cubicBezTo>
                    <a:pt x="2120" y="1786"/>
                    <a:pt x="1787" y="1667"/>
                    <a:pt x="1501" y="1381"/>
                  </a:cubicBezTo>
                  <a:lnTo>
                    <a:pt x="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4" name="Google Shape;30474;p155"/>
            <p:cNvSpPr/>
            <p:nvPr/>
          </p:nvSpPr>
          <p:spPr>
            <a:xfrm>
              <a:off x="5024385" y="2062370"/>
              <a:ext cx="64084" cy="64084"/>
            </a:xfrm>
            <a:custGeom>
              <a:rect b="b" l="l" r="r" t="t"/>
              <a:pathLst>
                <a:path extrusionOk="0" h="2144" w="2144">
                  <a:moveTo>
                    <a:pt x="1072" y="0"/>
                  </a:moveTo>
                  <a:cubicBezTo>
                    <a:pt x="501" y="0"/>
                    <a:pt x="0" y="477"/>
                    <a:pt x="0" y="1072"/>
                  </a:cubicBezTo>
                  <a:cubicBezTo>
                    <a:pt x="0" y="1667"/>
                    <a:pt x="501" y="2144"/>
                    <a:pt x="1072" y="2144"/>
                  </a:cubicBezTo>
                  <a:cubicBezTo>
                    <a:pt x="1668" y="2144"/>
                    <a:pt x="2144" y="1667"/>
                    <a:pt x="2144" y="1072"/>
                  </a:cubicBezTo>
                  <a:cubicBezTo>
                    <a:pt x="2144" y="477"/>
                    <a:pt x="1668" y="0"/>
                    <a:pt x="107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5" name="Google Shape;30475;p155"/>
            <p:cNvSpPr/>
            <p:nvPr/>
          </p:nvSpPr>
          <p:spPr>
            <a:xfrm>
              <a:off x="5024385" y="2163459"/>
              <a:ext cx="64084" cy="64084"/>
            </a:xfrm>
            <a:custGeom>
              <a:rect b="b" l="l" r="r" t="t"/>
              <a:pathLst>
                <a:path extrusionOk="0" h="2144" w="2144">
                  <a:moveTo>
                    <a:pt x="1072" y="0"/>
                  </a:moveTo>
                  <a:cubicBezTo>
                    <a:pt x="501" y="0"/>
                    <a:pt x="0" y="500"/>
                    <a:pt x="0" y="1072"/>
                  </a:cubicBezTo>
                  <a:cubicBezTo>
                    <a:pt x="0" y="1667"/>
                    <a:pt x="501" y="2143"/>
                    <a:pt x="1072" y="2143"/>
                  </a:cubicBezTo>
                  <a:cubicBezTo>
                    <a:pt x="1668" y="2143"/>
                    <a:pt x="2144" y="1667"/>
                    <a:pt x="2144" y="1072"/>
                  </a:cubicBezTo>
                  <a:cubicBezTo>
                    <a:pt x="2144" y="500"/>
                    <a:pt x="1668" y="0"/>
                    <a:pt x="1072"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76" name="Google Shape;30476;p155"/>
          <p:cNvGrpSpPr/>
          <p:nvPr/>
        </p:nvGrpSpPr>
        <p:grpSpPr>
          <a:xfrm>
            <a:off x="5523800" y="1770442"/>
            <a:ext cx="343856" cy="344545"/>
            <a:chOff x="5409500" y="1922842"/>
            <a:chExt cx="343856" cy="344545"/>
          </a:xfrm>
        </p:grpSpPr>
        <p:sp>
          <p:nvSpPr>
            <p:cNvPr id="30477" name="Google Shape;30477;p155"/>
            <p:cNvSpPr/>
            <p:nvPr/>
          </p:nvSpPr>
          <p:spPr>
            <a:xfrm>
              <a:off x="5441543" y="2066644"/>
              <a:ext cx="56253" cy="190071"/>
            </a:xfrm>
            <a:custGeom>
              <a:rect b="b" l="l" r="r" t="t"/>
              <a:pathLst>
                <a:path extrusionOk="0" h="6359" w="1882">
                  <a:moveTo>
                    <a:pt x="1" y="0"/>
                  </a:moveTo>
                  <a:lnTo>
                    <a:pt x="1" y="6359"/>
                  </a:lnTo>
                  <a:lnTo>
                    <a:pt x="1882" y="6359"/>
                  </a:lnTo>
                  <a:lnTo>
                    <a:pt x="188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8" name="Google Shape;30478;p155"/>
            <p:cNvSpPr/>
            <p:nvPr/>
          </p:nvSpPr>
          <p:spPr>
            <a:xfrm>
              <a:off x="5469311" y="2066644"/>
              <a:ext cx="28485" cy="190071"/>
            </a:xfrm>
            <a:custGeom>
              <a:rect b="b" l="l" r="r" t="t"/>
              <a:pathLst>
                <a:path extrusionOk="0" h="6359" w="953">
                  <a:moveTo>
                    <a:pt x="0" y="0"/>
                  </a:moveTo>
                  <a:lnTo>
                    <a:pt x="0" y="6359"/>
                  </a:lnTo>
                  <a:lnTo>
                    <a:pt x="953" y="6359"/>
                  </a:lnTo>
                  <a:lnTo>
                    <a:pt x="95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9" name="Google Shape;30479;p155"/>
            <p:cNvSpPr/>
            <p:nvPr/>
          </p:nvSpPr>
          <p:spPr>
            <a:xfrm>
              <a:off x="5553302" y="2022496"/>
              <a:ext cx="55566" cy="234218"/>
            </a:xfrm>
            <a:custGeom>
              <a:rect b="b" l="l" r="r" t="t"/>
              <a:pathLst>
                <a:path extrusionOk="0" h="7836" w="1859">
                  <a:moveTo>
                    <a:pt x="1" y="1"/>
                  </a:moveTo>
                  <a:lnTo>
                    <a:pt x="1" y="7836"/>
                  </a:lnTo>
                  <a:lnTo>
                    <a:pt x="1858" y="7836"/>
                  </a:lnTo>
                  <a:lnTo>
                    <a:pt x="185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0" name="Google Shape;30480;p155"/>
            <p:cNvSpPr/>
            <p:nvPr/>
          </p:nvSpPr>
          <p:spPr>
            <a:xfrm>
              <a:off x="5580353" y="2022496"/>
              <a:ext cx="28515" cy="234218"/>
            </a:xfrm>
            <a:custGeom>
              <a:rect b="b" l="l" r="r" t="t"/>
              <a:pathLst>
                <a:path extrusionOk="0" h="7836" w="954">
                  <a:moveTo>
                    <a:pt x="0" y="1"/>
                  </a:moveTo>
                  <a:lnTo>
                    <a:pt x="0" y="7836"/>
                  </a:lnTo>
                  <a:lnTo>
                    <a:pt x="953" y="7836"/>
                  </a:lnTo>
                  <a:lnTo>
                    <a:pt x="9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1" name="Google Shape;30481;p155"/>
            <p:cNvSpPr/>
            <p:nvPr/>
          </p:nvSpPr>
          <p:spPr>
            <a:xfrm>
              <a:off x="5665062" y="1976944"/>
              <a:ext cx="56253" cy="279770"/>
            </a:xfrm>
            <a:custGeom>
              <a:rect b="b" l="l" r="r" t="t"/>
              <a:pathLst>
                <a:path extrusionOk="0" h="9360" w="1882">
                  <a:moveTo>
                    <a:pt x="0" y="1"/>
                  </a:moveTo>
                  <a:lnTo>
                    <a:pt x="0" y="9360"/>
                  </a:lnTo>
                  <a:lnTo>
                    <a:pt x="1882" y="9360"/>
                  </a:lnTo>
                  <a:lnTo>
                    <a:pt x="1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2" name="Google Shape;30482;p155"/>
            <p:cNvSpPr/>
            <p:nvPr/>
          </p:nvSpPr>
          <p:spPr>
            <a:xfrm>
              <a:off x="5692830" y="1976944"/>
              <a:ext cx="28485" cy="279770"/>
            </a:xfrm>
            <a:custGeom>
              <a:rect b="b" l="l" r="r" t="t"/>
              <a:pathLst>
                <a:path extrusionOk="0" h="9360" w="953">
                  <a:moveTo>
                    <a:pt x="0" y="1"/>
                  </a:moveTo>
                  <a:lnTo>
                    <a:pt x="0" y="9360"/>
                  </a:lnTo>
                  <a:lnTo>
                    <a:pt x="953" y="9360"/>
                  </a:lnTo>
                  <a:lnTo>
                    <a:pt x="95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3" name="Google Shape;30483;p155"/>
            <p:cNvSpPr/>
            <p:nvPr/>
          </p:nvSpPr>
          <p:spPr>
            <a:xfrm>
              <a:off x="5497766" y="1976944"/>
              <a:ext cx="56283" cy="279770"/>
            </a:xfrm>
            <a:custGeom>
              <a:rect b="b" l="l" r="r" t="t"/>
              <a:pathLst>
                <a:path extrusionOk="0" h="9360" w="1883">
                  <a:moveTo>
                    <a:pt x="1" y="1"/>
                  </a:moveTo>
                  <a:lnTo>
                    <a:pt x="1" y="9360"/>
                  </a:lnTo>
                  <a:lnTo>
                    <a:pt x="1882" y="9360"/>
                  </a:lnTo>
                  <a:lnTo>
                    <a:pt x="1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4" name="Google Shape;30484;p155"/>
            <p:cNvSpPr/>
            <p:nvPr/>
          </p:nvSpPr>
          <p:spPr>
            <a:xfrm>
              <a:off x="5525534" y="1976944"/>
              <a:ext cx="28515" cy="279770"/>
            </a:xfrm>
            <a:custGeom>
              <a:rect b="b" l="l" r="r" t="t"/>
              <a:pathLst>
                <a:path extrusionOk="0" h="9360" w="954">
                  <a:moveTo>
                    <a:pt x="1" y="1"/>
                  </a:moveTo>
                  <a:lnTo>
                    <a:pt x="1" y="9360"/>
                  </a:lnTo>
                  <a:lnTo>
                    <a:pt x="953" y="9360"/>
                  </a:lnTo>
                  <a:lnTo>
                    <a:pt x="95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5" name="Google Shape;30485;p155"/>
            <p:cNvSpPr/>
            <p:nvPr/>
          </p:nvSpPr>
          <p:spPr>
            <a:xfrm>
              <a:off x="5608838" y="1922842"/>
              <a:ext cx="56253" cy="333871"/>
            </a:xfrm>
            <a:custGeom>
              <a:rect b="b" l="l" r="r" t="t"/>
              <a:pathLst>
                <a:path extrusionOk="0" h="11170" w="1882">
                  <a:moveTo>
                    <a:pt x="0" y="1"/>
                  </a:moveTo>
                  <a:lnTo>
                    <a:pt x="0" y="11170"/>
                  </a:lnTo>
                  <a:lnTo>
                    <a:pt x="1881" y="11170"/>
                  </a:lnTo>
                  <a:lnTo>
                    <a:pt x="188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6" name="Google Shape;30486;p155"/>
            <p:cNvSpPr/>
            <p:nvPr/>
          </p:nvSpPr>
          <p:spPr>
            <a:xfrm>
              <a:off x="5637294" y="1922842"/>
              <a:ext cx="28515" cy="333871"/>
            </a:xfrm>
            <a:custGeom>
              <a:rect b="b" l="l" r="r" t="t"/>
              <a:pathLst>
                <a:path extrusionOk="0" h="11170" w="954">
                  <a:moveTo>
                    <a:pt x="1" y="1"/>
                  </a:moveTo>
                  <a:lnTo>
                    <a:pt x="1" y="11170"/>
                  </a:lnTo>
                  <a:lnTo>
                    <a:pt x="953" y="11170"/>
                  </a:lnTo>
                  <a:lnTo>
                    <a:pt x="95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7" name="Google Shape;30487;p155"/>
            <p:cNvSpPr/>
            <p:nvPr/>
          </p:nvSpPr>
          <p:spPr>
            <a:xfrm>
              <a:off x="5409500" y="2246733"/>
              <a:ext cx="343855" cy="20654"/>
            </a:xfrm>
            <a:custGeom>
              <a:rect b="b" l="l" r="r" t="t"/>
              <a:pathLst>
                <a:path extrusionOk="0" h="691" w="11504">
                  <a:moveTo>
                    <a:pt x="1" y="0"/>
                  </a:moveTo>
                  <a:lnTo>
                    <a:pt x="1" y="691"/>
                  </a:lnTo>
                  <a:lnTo>
                    <a:pt x="11503" y="691"/>
                  </a:lnTo>
                  <a:lnTo>
                    <a:pt x="1150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8" name="Google Shape;30488;p155"/>
            <p:cNvSpPr/>
            <p:nvPr/>
          </p:nvSpPr>
          <p:spPr>
            <a:xfrm>
              <a:off x="5581788" y="2246733"/>
              <a:ext cx="171569" cy="20654"/>
            </a:xfrm>
            <a:custGeom>
              <a:rect b="b" l="l" r="r" t="t"/>
              <a:pathLst>
                <a:path extrusionOk="0" h="691" w="5740">
                  <a:moveTo>
                    <a:pt x="0" y="0"/>
                  </a:moveTo>
                  <a:lnTo>
                    <a:pt x="0" y="691"/>
                  </a:lnTo>
                  <a:lnTo>
                    <a:pt x="5739" y="691"/>
                  </a:lnTo>
                  <a:lnTo>
                    <a:pt x="57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9" name="Google Shape;30489;p155"/>
          <p:cNvGrpSpPr/>
          <p:nvPr/>
        </p:nvGrpSpPr>
        <p:grpSpPr>
          <a:xfrm>
            <a:off x="6253581" y="1796902"/>
            <a:ext cx="344544" cy="319646"/>
            <a:chOff x="6082220" y="1934948"/>
            <a:chExt cx="344544" cy="319646"/>
          </a:xfrm>
        </p:grpSpPr>
        <p:sp>
          <p:nvSpPr>
            <p:cNvPr id="30490" name="Google Shape;30490;p155"/>
            <p:cNvSpPr/>
            <p:nvPr/>
          </p:nvSpPr>
          <p:spPr>
            <a:xfrm>
              <a:off x="6211047" y="2190480"/>
              <a:ext cx="215716" cy="64114"/>
            </a:xfrm>
            <a:custGeom>
              <a:rect b="b" l="l" r="r" t="t"/>
              <a:pathLst>
                <a:path extrusionOk="0" h="2145" w="7217">
                  <a:moveTo>
                    <a:pt x="1" y="1"/>
                  </a:moveTo>
                  <a:lnTo>
                    <a:pt x="1" y="2144"/>
                  </a:lnTo>
                  <a:lnTo>
                    <a:pt x="7217" y="2144"/>
                  </a:lnTo>
                  <a:lnTo>
                    <a:pt x="72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1" name="Google Shape;30491;p155"/>
            <p:cNvSpPr/>
            <p:nvPr/>
          </p:nvSpPr>
          <p:spPr>
            <a:xfrm>
              <a:off x="6211047" y="2222522"/>
              <a:ext cx="215716" cy="32072"/>
            </a:xfrm>
            <a:custGeom>
              <a:rect b="b" l="l" r="r" t="t"/>
              <a:pathLst>
                <a:path extrusionOk="0" h="1073" w="7217">
                  <a:moveTo>
                    <a:pt x="1" y="1"/>
                  </a:moveTo>
                  <a:lnTo>
                    <a:pt x="1" y="1072"/>
                  </a:lnTo>
                  <a:lnTo>
                    <a:pt x="7217" y="1072"/>
                  </a:lnTo>
                  <a:lnTo>
                    <a:pt x="7217"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2" name="Google Shape;30492;p155"/>
            <p:cNvSpPr/>
            <p:nvPr/>
          </p:nvSpPr>
          <p:spPr>
            <a:xfrm>
              <a:off x="6267300" y="2102244"/>
              <a:ext cx="159463" cy="64084"/>
            </a:xfrm>
            <a:custGeom>
              <a:rect b="b" l="l" r="r" t="t"/>
              <a:pathLst>
                <a:path extrusionOk="0" h="2144" w="5335">
                  <a:moveTo>
                    <a:pt x="0" y="0"/>
                  </a:moveTo>
                  <a:lnTo>
                    <a:pt x="0" y="2143"/>
                  </a:lnTo>
                  <a:lnTo>
                    <a:pt x="5335" y="2143"/>
                  </a:lnTo>
                  <a:lnTo>
                    <a:pt x="533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3" name="Google Shape;30493;p155"/>
            <p:cNvSpPr/>
            <p:nvPr/>
          </p:nvSpPr>
          <p:spPr>
            <a:xfrm>
              <a:off x="6267300" y="2135691"/>
              <a:ext cx="159463" cy="32042"/>
            </a:xfrm>
            <a:custGeom>
              <a:rect b="b" l="l" r="r" t="t"/>
              <a:pathLst>
                <a:path extrusionOk="0" h="1072" w="5335">
                  <a:moveTo>
                    <a:pt x="0" y="0"/>
                  </a:moveTo>
                  <a:lnTo>
                    <a:pt x="0" y="1072"/>
                  </a:lnTo>
                  <a:lnTo>
                    <a:pt x="5335" y="1072"/>
                  </a:lnTo>
                  <a:lnTo>
                    <a:pt x="5335"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4" name="Google Shape;30494;p155"/>
            <p:cNvSpPr/>
            <p:nvPr/>
          </p:nvSpPr>
          <p:spPr>
            <a:xfrm>
              <a:off x="6320684" y="2015383"/>
              <a:ext cx="106080" cy="64084"/>
            </a:xfrm>
            <a:custGeom>
              <a:rect b="b" l="l" r="r" t="t"/>
              <a:pathLst>
                <a:path extrusionOk="0" h="2144" w="3549">
                  <a:moveTo>
                    <a:pt x="0" y="1"/>
                  </a:moveTo>
                  <a:lnTo>
                    <a:pt x="0" y="2144"/>
                  </a:lnTo>
                  <a:lnTo>
                    <a:pt x="3549" y="2144"/>
                  </a:lnTo>
                  <a:lnTo>
                    <a:pt x="354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5" name="Google Shape;30495;p155"/>
            <p:cNvSpPr/>
            <p:nvPr/>
          </p:nvSpPr>
          <p:spPr>
            <a:xfrm>
              <a:off x="6320684" y="2048142"/>
              <a:ext cx="106080" cy="32042"/>
            </a:xfrm>
            <a:custGeom>
              <a:rect b="b" l="l" r="r" t="t"/>
              <a:pathLst>
                <a:path extrusionOk="0" h="1072" w="3549">
                  <a:moveTo>
                    <a:pt x="0" y="0"/>
                  </a:moveTo>
                  <a:lnTo>
                    <a:pt x="0" y="1072"/>
                  </a:lnTo>
                  <a:lnTo>
                    <a:pt x="3549" y="1072"/>
                  </a:lnTo>
                  <a:lnTo>
                    <a:pt x="354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6" name="Google Shape;30496;p155"/>
            <p:cNvSpPr/>
            <p:nvPr/>
          </p:nvSpPr>
          <p:spPr>
            <a:xfrm>
              <a:off x="6082220" y="2015383"/>
              <a:ext cx="270504" cy="64084"/>
            </a:xfrm>
            <a:custGeom>
              <a:rect b="b" l="l" r="r" t="t"/>
              <a:pathLst>
                <a:path extrusionOk="0" h="2144" w="9050">
                  <a:moveTo>
                    <a:pt x="1" y="1"/>
                  </a:moveTo>
                  <a:lnTo>
                    <a:pt x="1" y="2144"/>
                  </a:lnTo>
                  <a:lnTo>
                    <a:pt x="7978" y="2144"/>
                  </a:lnTo>
                  <a:lnTo>
                    <a:pt x="9050" y="1072"/>
                  </a:lnTo>
                  <a:lnTo>
                    <a:pt x="797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7" name="Google Shape;30497;p155"/>
            <p:cNvSpPr/>
            <p:nvPr/>
          </p:nvSpPr>
          <p:spPr>
            <a:xfrm>
              <a:off x="6082937" y="2102244"/>
              <a:ext cx="219273" cy="64084"/>
            </a:xfrm>
            <a:custGeom>
              <a:rect b="b" l="l" r="r" t="t"/>
              <a:pathLst>
                <a:path extrusionOk="0" h="2144" w="7336">
                  <a:moveTo>
                    <a:pt x="0" y="0"/>
                  </a:moveTo>
                  <a:lnTo>
                    <a:pt x="0" y="2143"/>
                  </a:lnTo>
                  <a:lnTo>
                    <a:pt x="6264" y="2143"/>
                  </a:lnTo>
                  <a:lnTo>
                    <a:pt x="7335" y="1072"/>
                  </a:lnTo>
                  <a:lnTo>
                    <a:pt x="6264"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8" name="Google Shape;30498;p155"/>
            <p:cNvSpPr/>
            <p:nvPr/>
          </p:nvSpPr>
          <p:spPr>
            <a:xfrm>
              <a:off x="6082220" y="2189792"/>
              <a:ext cx="160898" cy="64084"/>
            </a:xfrm>
            <a:custGeom>
              <a:rect b="b" l="l" r="r" t="t"/>
              <a:pathLst>
                <a:path extrusionOk="0" h="2144" w="5383">
                  <a:moveTo>
                    <a:pt x="1" y="0"/>
                  </a:moveTo>
                  <a:lnTo>
                    <a:pt x="1" y="2143"/>
                  </a:lnTo>
                  <a:lnTo>
                    <a:pt x="4311" y="2143"/>
                  </a:lnTo>
                  <a:lnTo>
                    <a:pt x="5383" y="1072"/>
                  </a:lnTo>
                  <a:lnTo>
                    <a:pt x="4311"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9" name="Google Shape;30499;p155"/>
            <p:cNvSpPr/>
            <p:nvPr/>
          </p:nvSpPr>
          <p:spPr>
            <a:xfrm>
              <a:off x="6364802" y="1974104"/>
              <a:ext cx="61962" cy="20684"/>
            </a:xfrm>
            <a:custGeom>
              <a:rect b="b" l="l" r="r" t="t"/>
              <a:pathLst>
                <a:path extrusionOk="0" h="692" w="2073">
                  <a:moveTo>
                    <a:pt x="1" y="0"/>
                  </a:moveTo>
                  <a:lnTo>
                    <a:pt x="1" y="691"/>
                  </a:lnTo>
                  <a:lnTo>
                    <a:pt x="2073" y="691"/>
                  </a:lnTo>
                  <a:lnTo>
                    <a:pt x="207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0" name="Google Shape;30500;p155"/>
            <p:cNvSpPr/>
            <p:nvPr/>
          </p:nvSpPr>
          <p:spPr>
            <a:xfrm>
              <a:off x="6364802" y="1934948"/>
              <a:ext cx="61962" cy="20684"/>
            </a:xfrm>
            <a:custGeom>
              <a:rect b="b" l="l" r="r" t="t"/>
              <a:pathLst>
                <a:path extrusionOk="0" h="692" w="2073">
                  <a:moveTo>
                    <a:pt x="1" y="1"/>
                  </a:moveTo>
                  <a:lnTo>
                    <a:pt x="1" y="691"/>
                  </a:lnTo>
                  <a:lnTo>
                    <a:pt x="2073" y="691"/>
                  </a:lnTo>
                  <a:lnTo>
                    <a:pt x="207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1" name="Google Shape;30501;p155"/>
            <p:cNvSpPr/>
            <p:nvPr/>
          </p:nvSpPr>
          <p:spPr>
            <a:xfrm>
              <a:off x="6324241" y="1974104"/>
              <a:ext cx="20684" cy="20684"/>
            </a:xfrm>
            <a:custGeom>
              <a:rect b="b" l="l" r="r" t="t"/>
              <a:pathLst>
                <a:path extrusionOk="0" h="692" w="692">
                  <a:moveTo>
                    <a:pt x="0" y="0"/>
                  </a:moveTo>
                  <a:lnTo>
                    <a:pt x="0"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2" name="Google Shape;30502;p155"/>
            <p:cNvSpPr/>
            <p:nvPr/>
          </p:nvSpPr>
          <p:spPr>
            <a:xfrm>
              <a:off x="6324241" y="1934948"/>
              <a:ext cx="20684" cy="20684"/>
            </a:xfrm>
            <a:custGeom>
              <a:rect b="b" l="l" r="r" t="t"/>
              <a:pathLst>
                <a:path extrusionOk="0" h="692" w="692">
                  <a:moveTo>
                    <a:pt x="0" y="1"/>
                  </a:moveTo>
                  <a:lnTo>
                    <a:pt x="0" y="691"/>
                  </a:lnTo>
                  <a:lnTo>
                    <a:pt x="691" y="691"/>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3" name="Google Shape;30503;p155"/>
            <p:cNvSpPr/>
            <p:nvPr/>
          </p:nvSpPr>
          <p:spPr>
            <a:xfrm>
              <a:off x="6082220" y="2048142"/>
              <a:ext cx="270504" cy="32042"/>
            </a:xfrm>
            <a:custGeom>
              <a:rect b="b" l="l" r="r" t="t"/>
              <a:pathLst>
                <a:path extrusionOk="0" h="1072" w="9050">
                  <a:moveTo>
                    <a:pt x="1" y="0"/>
                  </a:moveTo>
                  <a:lnTo>
                    <a:pt x="1" y="1072"/>
                  </a:lnTo>
                  <a:lnTo>
                    <a:pt x="7978" y="1072"/>
                  </a:lnTo>
                  <a:lnTo>
                    <a:pt x="905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4" name="Google Shape;30504;p155"/>
            <p:cNvSpPr/>
            <p:nvPr/>
          </p:nvSpPr>
          <p:spPr>
            <a:xfrm>
              <a:off x="6082937" y="2135691"/>
              <a:ext cx="219273" cy="32042"/>
            </a:xfrm>
            <a:custGeom>
              <a:rect b="b" l="l" r="r" t="t"/>
              <a:pathLst>
                <a:path extrusionOk="0" h="1072" w="7336">
                  <a:moveTo>
                    <a:pt x="0" y="0"/>
                  </a:moveTo>
                  <a:lnTo>
                    <a:pt x="0" y="1072"/>
                  </a:lnTo>
                  <a:lnTo>
                    <a:pt x="6264" y="1072"/>
                  </a:lnTo>
                  <a:lnTo>
                    <a:pt x="733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5" name="Google Shape;30505;p155"/>
            <p:cNvSpPr/>
            <p:nvPr/>
          </p:nvSpPr>
          <p:spPr>
            <a:xfrm>
              <a:off x="6082937" y="2222522"/>
              <a:ext cx="162333" cy="32072"/>
            </a:xfrm>
            <a:custGeom>
              <a:rect b="b" l="l" r="r" t="t"/>
              <a:pathLst>
                <a:path extrusionOk="0" h="1073" w="5431">
                  <a:moveTo>
                    <a:pt x="0" y="1"/>
                  </a:moveTo>
                  <a:lnTo>
                    <a:pt x="0" y="1072"/>
                  </a:lnTo>
                  <a:lnTo>
                    <a:pt x="4358" y="1072"/>
                  </a:lnTo>
                  <a:lnTo>
                    <a:pt x="5430"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6" name="Google Shape;30506;p155"/>
          <p:cNvGrpSpPr/>
          <p:nvPr/>
        </p:nvGrpSpPr>
        <p:grpSpPr>
          <a:xfrm>
            <a:off x="6984893" y="1765658"/>
            <a:ext cx="343110" cy="344544"/>
            <a:chOff x="6742117" y="1922842"/>
            <a:chExt cx="343110" cy="344544"/>
          </a:xfrm>
        </p:grpSpPr>
        <p:sp>
          <p:nvSpPr>
            <p:cNvPr id="30507" name="Google Shape;30507;p155"/>
            <p:cNvSpPr/>
            <p:nvPr/>
          </p:nvSpPr>
          <p:spPr>
            <a:xfrm>
              <a:off x="6770572" y="2078750"/>
              <a:ext cx="20684" cy="125299"/>
            </a:xfrm>
            <a:custGeom>
              <a:rect b="b" l="l" r="r" t="t"/>
              <a:pathLst>
                <a:path extrusionOk="0" h="4192" w="692">
                  <a:moveTo>
                    <a:pt x="1" y="0"/>
                  </a:moveTo>
                  <a:lnTo>
                    <a:pt x="1" y="4191"/>
                  </a:lnTo>
                  <a:lnTo>
                    <a:pt x="692" y="4191"/>
                  </a:lnTo>
                  <a:lnTo>
                    <a:pt x="69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8" name="Google Shape;30508;p155"/>
            <p:cNvSpPr/>
            <p:nvPr/>
          </p:nvSpPr>
          <p:spPr>
            <a:xfrm>
              <a:off x="6859556" y="1991171"/>
              <a:ext cx="20684" cy="217868"/>
            </a:xfrm>
            <a:custGeom>
              <a:rect b="b" l="l" r="r" t="t"/>
              <a:pathLst>
                <a:path extrusionOk="0" h="7289" w="692">
                  <a:moveTo>
                    <a:pt x="1" y="1"/>
                  </a:moveTo>
                  <a:lnTo>
                    <a:pt x="1" y="7288"/>
                  </a:lnTo>
                  <a:lnTo>
                    <a:pt x="691" y="728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9" name="Google Shape;30509;p155"/>
            <p:cNvSpPr/>
            <p:nvPr/>
          </p:nvSpPr>
          <p:spPr>
            <a:xfrm>
              <a:off x="6947821" y="2101526"/>
              <a:ext cx="19967" cy="102523"/>
            </a:xfrm>
            <a:custGeom>
              <a:rect b="b" l="l" r="r" t="t"/>
              <a:pathLst>
                <a:path extrusionOk="0" h="3430" w="668">
                  <a:moveTo>
                    <a:pt x="1" y="0"/>
                  </a:moveTo>
                  <a:lnTo>
                    <a:pt x="1" y="3429"/>
                  </a:lnTo>
                  <a:lnTo>
                    <a:pt x="668" y="3429"/>
                  </a:lnTo>
                  <a:lnTo>
                    <a:pt x="66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0" name="Google Shape;30510;p155"/>
            <p:cNvSpPr/>
            <p:nvPr/>
          </p:nvSpPr>
          <p:spPr>
            <a:xfrm>
              <a:off x="7036805" y="2019657"/>
              <a:ext cx="19967" cy="188666"/>
            </a:xfrm>
            <a:custGeom>
              <a:rect b="b" l="l" r="r" t="t"/>
              <a:pathLst>
                <a:path extrusionOk="0" h="6312" w="668">
                  <a:moveTo>
                    <a:pt x="1" y="1"/>
                  </a:moveTo>
                  <a:lnTo>
                    <a:pt x="1" y="6311"/>
                  </a:lnTo>
                  <a:lnTo>
                    <a:pt x="667" y="6311"/>
                  </a:lnTo>
                  <a:lnTo>
                    <a:pt x="66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1" name="Google Shape;30511;p155"/>
            <p:cNvSpPr/>
            <p:nvPr/>
          </p:nvSpPr>
          <p:spPr>
            <a:xfrm>
              <a:off x="6742117" y="2009703"/>
              <a:ext cx="78312" cy="78312"/>
            </a:xfrm>
            <a:custGeom>
              <a:rect b="b" l="l" r="r" t="t"/>
              <a:pathLst>
                <a:path extrusionOk="0" h="2620" w="2620">
                  <a:moveTo>
                    <a:pt x="1310" y="0"/>
                  </a:moveTo>
                  <a:cubicBezTo>
                    <a:pt x="572" y="0"/>
                    <a:pt x="0" y="595"/>
                    <a:pt x="0" y="1310"/>
                  </a:cubicBezTo>
                  <a:cubicBezTo>
                    <a:pt x="0" y="2048"/>
                    <a:pt x="572" y="2620"/>
                    <a:pt x="1310" y="2620"/>
                  </a:cubicBezTo>
                  <a:cubicBezTo>
                    <a:pt x="2025" y="2620"/>
                    <a:pt x="2620" y="2048"/>
                    <a:pt x="2620" y="1310"/>
                  </a:cubicBezTo>
                  <a:cubicBezTo>
                    <a:pt x="2620" y="595"/>
                    <a:pt x="2025" y="0"/>
                    <a:pt x="1310"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2" name="Google Shape;30512;p155"/>
            <p:cNvSpPr/>
            <p:nvPr/>
          </p:nvSpPr>
          <p:spPr>
            <a:xfrm>
              <a:off x="6829665" y="1922842"/>
              <a:ext cx="78342" cy="78342"/>
            </a:xfrm>
            <a:custGeom>
              <a:rect b="b" l="l" r="r" t="t"/>
              <a:pathLst>
                <a:path extrusionOk="0" h="2621" w="2621">
                  <a:moveTo>
                    <a:pt x="1310" y="1"/>
                  </a:moveTo>
                  <a:cubicBezTo>
                    <a:pt x="596" y="1"/>
                    <a:pt x="1" y="572"/>
                    <a:pt x="1" y="1311"/>
                  </a:cubicBezTo>
                  <a:cubicBezTo>
                    <a:pt x="1" y="2025"/>
                    <a:pt x="596" y="2620"/>
                    <a:pt x="1310" y="2620"/>
                  </a:cubicBezTo>
                  <a:cubicBezTo>
                    <a:pt x="2049" y="2620"/>
                    <a:pt x="2620" y="2025"/>
                    <a:pt x="2620" y="1311"/>
                  </a:cubicBezTo>
                  <a:cubicBezTo>
                    <a:pt x="2620" y="572"/>
                    <a:pt x="2049" y="1"/>
                    <a:pt x="13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3" name="Google Shape;30513;p155"/>
            <p:cNvSpPr/>
            <p:nvPr/>
          </p:nvSpPr>
          <p:spPr>
            <a:xfrm>
              <a:off x="6918649" y="2033885"/>
              <a:ext cx="78312" cy="78342"/>
            </a:xfrm>
            <a:custGeom>
              <a:rect b="b" l="l" r="r" t="t"/>
              <a:pathLst>
                <a:path extrusionOk="0" h="2621" w="2620">
                  <a:moveTo>
                    <a:pt x="1310" y="1"/>
                  </a:moveTo>
                  <a:cubicBezTo>
                    <a:pt x="596" y="1"/>
                    <a:pt x="0" y="596"/>
                    <a:pt x="0" y="1311"/>
                  </a:cubicBezTo>
                  <a:cubicBezTo>
                    <a:pt x="0" y="2025"/>
                    <a:pt x="596" y="2620"/>
                    <a:pt x="1310" y="2620"/>
                  </a:cubicBezTo>
                  <a:cubicBezTo>
                    <a:pt x="2048" y="2620"/>
                    <a:pt x="2620" y="2025"/>
                    <a:pt x="2620" y="1311"/>
                  </a:cubicBezTo>
                  <a:cubicBezTo>
                    <a:pt x="2620" y="596"/>
                    <a:pt x="2048" y="1"/>
                    <a:pt x="131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4" name="Google Shape;30514;p155"/>
            <p:cNvSpPr/>
            <p:nvPr/>
          </p:nvSpPr>
          <p:spPr>
            <a:xfrm>
              <a:off x="7006914" y="1951328"/>
              <a:ext cx="78312" cy="78312"/>
            </a:xfrm>
            <a:custGeom>
              <a:rect b="b" l="l" r="r" t="t"/>
              <a:pathLst>
                <a:path extrusionOk="0" h="2620" w="2620">
                  <a:moveTo>
                    <a:pt x="1310" y="0"/>
                  </a:moveTo>
                  <a:cubicBezTo>
                    <a:pt x="596" y="0"/>
                    <a:pt x="0" y="572"/>
                    <a:pt x="0" y="1310"/>
                  </a:cubicBezTo>
                  <a:cubicBezTo>
                    <a:pt x="0" y="2025"/>
                    <a:pt x="596" y="2620"/>
                    <a:pt x="1310" y="2620"/>
                  </a:cubicBezTo>
                  <a:cubicBezTo>
                    <a:pt x="2048" y="2620"/>
                    <a:pt x="2620" y="2025"/>
                    <a:pt x="2620" y="1310"/>
                  </a:cubicBezTo>
                  <a:cubicBezTo>
                    <a:pt x="2620" y="572"/>
                    <a:pt x="2048" y="0"/>
                    <a:pt x="131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5" name="Google Shape;30515;p155"/>
            <p:cNvSpPr/>
            <p:nvPr/>
          </p:nvSpPr>
          <p:spPr>
            <a:xfrm>
              <a:off x="6742117" y="2204020"/>
              <a:ext cx="99683" cy="63367"/>
            </a:xfrm>
            <a:custGeom>
              <a:rect b="b" l="l" r="r" t="t"/>
              <a:pathLst>
                <a:path extrusionOk="0" h="2120" w="3335">
                  <a:moveTo>
                    <a:pt x="0" y="0"/>
                  </a:moveTo>
                  <a:lnTo>
                    <a:pt x="0" y="2120"/>
                  </a:lnTo>
                  <a:lnTo>
                    <a:pt x="2882" y="2120"/>
                  </a:lnTo>
                  <a:lnTo>
                    <a:pt x="3334" y="1048"/>
                  </a:lnTo>
                  <a:lnTo>
                    <a:pt x="288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6" name="Google Shape;30516;p155"/>
            <p:cNvSpPr/>
            <p:nvPr/>
          </p:nvSpPr>
          <p:spPr>
            <a:xfrm>
              <a:off x="6827543" y="2204020"/>
              <a:ext cx="99683" cy="63367"/>
            </a:xfrm>
            <a:custGeom>
              <a:rect b="b" l="l" r="r" t="t"/>
              <a:pathLst>
                <a:path extrusionOk="0" h="2120" w="3335">
                  <a:moveTo>
                    <a:pt x="0" y="0"/>
                  </a:moveTo>
                  <a:lnTo>
                    <a:pt x="0" y="2120"/>
                  </a:lnTo>
                  <a:lnTo>
                    <a:pt x="2882" y="2120"/>
                  </a:lnTo>
                  <a:lnTo>
                    <a:pt x="3334" y="1048"/>
                  </a:lnTo>
                  <a:lnTo>
                    <a:pt x="288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7" name="Google Shape;30517;p155"/>
            <p:cNvSpPr/>
            <p:nvPr/>
          </p:nvSpPr>
          <p:spPr>
            <a:xfrm>
              <a:off x="6913657" y="2204020"/>
              <a:ext cx="99683" cy="63367"/>
            </a:xfrm>
            <a:custGeom>
              <a:rect b="b" l="l" r="r" t="t"/>
              <a:pathLst>
                <a:path extrusionOk="0" h="2120" w="3335">
                  <a:moveTo>
                    <a:pt x="1" y="0"/>
                  </a:moveTo>
                  <a:lnTo>
                    <a:pt x="1" y="2120"/>
                  </a:lnTo>
                  <a:lnTo>
                    <a:pt x="2882" y="2120"/>
                  </a:lnTo>
                  <a:lnTo>
                    <a:pt x="3335" y="1048"/>
                  </a:lnTo>
                  <a:lnTo>
                    <a:pt x="2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8" name="Google Shape;30518;p155"/>
            <p:cNvSpPr/>
            <p:nvPr/>
          </p:nvSpPr>
          <p:spPr>
            <a:xfrm>
              <a:off x="6999083" y="2204020"/>
              <a:ext cx="86143" cy="63367"/>
            </a:xfrm>
            <a:custGeom>
              <a:rect b="b" l="l" r="r" t="t"/>
              <a:pathLst>
                <a:path extrusionOk="0" h="2120" w="2882">
                  <a:moveTo>
                    <a:pt x="0" y="0"/>
                  </a:moveTo>
                  <a:lnTo>
                    <a:pt x="0" y="2120"/>
                  </a:lnTo>
                  <a:lnTo>
                    <a:pt x="2882" y="2120"/>
                  </a:lnTo>
                  <a:lnTo>
                    <a:pt x="288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19" name="Google Shape;30519;p155"/>
          <p:cNvGrpSpPr/>
          <p:nvPr/>
        </p:nvGrpSpPr>
        <p:grpSpPr>
          <a:xfrm>
            <a:off x="7711598" y="1770442"/>
            <a:ext cx="344573" cy="344543"/>
            <a:chOff x="7406975" y="1922842"/>
            <a:chExt cx="344573" cy="344543"/>
          </a:xfrm>
        </p:grpSpPr>
        <p:sp>
          <p:nvSpPr>
            <p:cNvPr id="30520" name="Google Shape;30520;p155"/>
            <p:cNvSpPr/>
            <p:nvPr/>
          </p:nvSpPr>
          <p:spPr>
            <a:xfrm>
              <a:off x="7406975" y="1923739"/>
              <a:ext cx="344572" cy="177816"/>
            </a:xfrm>
            <a:custGeom>
              <a:rect b="b" l="l" r="r" t="t"/>
              <a:pathLst>
                <a:path extrusionOk="0" h="5949" w="11528">
                  <a:moveTo>
                    <a:pt x="5748" y="1"/>
                  </a:moveTo>
                  <a:cubicBezTo>
                    <a:pt x="4217" y="1"/>
                    <a:pt x="2783" y="599"/>
                    <a:pt x="1716" y="1685"/>
                  </a:cubicBezTo>
                  <a:cubicBezTo>
                    <a:pt x="644" y="2757"/>
                    <a:pt x="1" y="4234"/>
                    <a:pt x="1" y="5781"/>
                  </a:cubicBezTo>
                  <a:lnTo>
                    <a:pt x="1" y="5948"/>
                  </a:lnTo>
                  <a:lnTo>
                    <a:pt x="11527" y="5948"/>
                  </a:lnTo>
                  <a:lnTo>
                    <a:pt x="11527" y="5924"/>
                  </a:lnTo>
                  <a:lnTo>
                    <a:pt x="11527" y="5734"/>
                  </a:lnTo>
                  <a:cubicBezTo>
                    <a:pt x="11527" y="3829"/>
                    <a:pt x="10598" y="2043"/>
                    <a:pt x="8931" y="947"/>
                  </a:cubicBezTo>
                  <a:cubicBezTo>
                    <a:pt x="8336" y="542"/>
                    <a:pt x="7669" y="257"/>
                    <a:pt x="6907" y="114"/>
                  </a:cubicBezTo>
                  <a:cubicBezTo>
                    <a:pt x="6518" y="38"/>
                    <a:pt x="6130" y="1"/>
                    <a:pt x="5748"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1" name="Google Shape;30521;p155"/>
            <p:cNvSpPr/>
            <p:nvPr/>
          </p:nvSpPr>
          <p:spPr>
            <a:xfrm>
              <a:off x="7579263" y="1922842"/>
              <a:ext cx="172286" cy="177278"/>
            </a:xfrm>
            <a:custGeom>
              <a:rect b="b" l="l" r="r" t="t"/>
              <a:pathLst>
                <a:path extrusionOk="0" h="5931" w="5764">
                  <a:moveTo>
                    <a:pt x="0" y="1"/>
                  </a:moveTo>
                  <a:lnTo>
                    <a:pt x="0" y="5931"/>
                  </a:lnTo>
                  <a:lnTo>
                    <a:pt x="5763" y="5931"/>
                  </a:lnTo>
                  <a:lnTo>
                    <a:pt x="5763" y="5764"/>
                  </a:lnTo>
                  <a:cubicBezTo>
                    <a:pt x="5763" y="4216"/>
                    <a:pt x="5168" y="2787"/>
                    <a:pt x="4072" y="1692"/>
                  </a:cubicBezTo>
                  <a:cubicBezTo>
                    <a:pt x="2977" y="596"/>
                    <a:pt x="1548" y="1"/>
                    <a:pt x="0"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2" name="Google Shape;30522;p155"/>
            <p:cNvSpPr/>
            <p:nvPr/>
          </p:nvSpPr>
          <p:spPr>
            <a:xfrm>
              <a:off x="7406975" y="2093695"/>
              <a:ext cx="344572" cy="172435"/>
            </a:xfrm>
            <a:custGeom>
              <a:rect b="b" l="l" r="r" t="t"/>
              <a:pathLst>
                <a:path extrusionOk="0" h="5769" w="11528">
                  <a:moveTo>
                    <a:pt x="1" y="0"/>
                  </a:moveTo>
                  <a:cubicBezTo>
                    <a:pt x="1" y="1548"/>
                    <a:pt x="644" y="3001"/>
                    <a:pt x="1716" y="4072"/>
                  </a:cubicBezTo>
                  <a:cubicBezTo>
                    <a:pt x="2773" y="5168"/>
                    <a:pt x="4190" y="5769"/>
                    <a:pt x="5705" y="5769"/>
                  </a:cubicBezTo>
                  <a:cubicBezTo>
                    <a:pt x="6101" y="5769"/>
                    <a:pt x="6503" y="5728"/>
                    <a:pt x="6907" y="5644"/>
                  </a:cubicBezTo>
                  <a:cubicBezTo>
                    <a:pt x="7669" y="5501"/>
                    <a:pt x="8336" y="5239"/>
                    <a:pt x="8931" y="4811"/>
                  </a:cubicBezTo>
                  <a:cubicBezTo>
                    <a:pt x="10598" y="3715"/>
                    <a:pt x="11527" y="1929"/>
                    <a:pt x="11527" y="24"/>
                  </a:cubicBezTo>
                  <a:lnTo>
                    <a:pt x="11527"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3" name="Google Shape;30523;p155"/>
            <p:cNvSpPr/>
            <p:nvPr/>
          </p:nvSpPr>
          <p:spPr>
            <a:xfrm>
              <a:off x="7579263" y="2094412"/>
              <a:ext cx="172286" cy="172973"/>
            </a:xfrm>
            <a:custGeom>
              <a:rect b="b" l="l" r="r" t="t"/>
              <a:pathLst>
                <a:path extrusionOk="0" h="5787" w="5764">
                  <a:moveTo>
                    <a:pt x="5763" y="0"/>
                  </a:moveTo>
                  <a:cubicBezTo>
                    <a:pt x="5763" y="8"/>
                    <a:pt x="5763" y="16"/>
                    <a:pt x="5763" y="24"/>
                  </a:cubicBezTo>
                  <a:lnTo>
                    <a:pt x="5763" y="24"/>
                  </a:lnTo>
                  <a:lnTo>
                    <a:pt x="5763" y="0"/>
                  </a:lnTo>
                  <a:close/>
                  <a:moveTo>
                    <a:pt x="0" y="24"/>
                  </a:moveTo>
                  <a:lnTo>
                    <a:pt x="0" y="5787"/>
                  </a:lnTo>
                  <a:cubicBezTo>
                    <a:pt x="1548" y="5787"/>
                    <a:pt x="2977" y="5192"/>
                    <a:pt x="4072" y="4072"/>
                  </a:cubicBezTo>
                  <a:cubicBezTo>
                    <a:pt x="5162" y="2982"/>
                    <a:pt x="5757" y="1563"/>
                    <a:pt x="5763" y="24"/>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4" name="Google Shape;30524;p155"/>
            <p:cNvSpPr/>
            <p:nvPr/>
          </p:nvSpPr>
          <p:spPr>
            <a:xfrm>
              <a:off x="7455397" y="1969830"/>
              <a:ext cx="131725" cy="249163"/>
            </a:xfrm>
            <a:custGeom>
              <a:rect b="b" l="l" r="r" t="t"/>
              <a:pathLst>
                <a:path extrusionOk="0" h="8336" w="4407">
                  <a:moveTo>
                    <a:pt x="4168" y="1"/>
                  </a:moveTo>
                  <a:cubicBezTo>
                    <a:pt x="1882" y="1"/>
                    <a:pt x="0" y="1882"/>
                    <a:pt x="0" y="4168"/>
                  </a:cubicBezTo>
                  <a:cubicBezTo>
                    <a:pt x="0" y="6454"/>
                    <a:pt x="1882" y="8336"/>
                    <a:pt x="4168" y="8336"/>
                  </a:cubicBezTo>
                  <a:cubicBezTo>
                    <a:pt x="4263" y="8336"/>
                    <a:pt x="4335" y="8097"/>
                    <a:pt x="4406" y="8097"/>
                  </a:cubicBezTo>
                  <a:lnTo>
                    <a:pt x="4406" y="239"/>
                  </a:lnTo>
                  <a:cubicBezTo>
                    <a:pt x="4311" y="239"/>
                    <a:pt x="4216" y="1"/>
                    <a:pt x="416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5" name="Google Shape;30525;p155"/>
            <p:cNvSpPr/>
            <p:nvPr/>
          </p:nvSpPr>
          <p:spPr>
            <a:xfrm>
              <a:off x="7579950" y="1969112"/>
              <a:ext cx="124611" cy="249880"/>
            </a:xfrm>
            <a:custGeom>
              <a:rect b="b" l="l" r="r" t="t"/>
              <a:pathLst>
                <a:path extrusionOk="0" h="8360" w="4169">
                  <a:moveTo>
                    <a:pt x="1" y="1"/>
                  </a:moveTo>
                  <a:lnTo>
                    <a:pt x="1" y="8360"/>
                  </a:lnTo>
                  <a:cubicBezTo>
                    <a:pt x="2287" y="8360"/>
                    <a:pt x="4168" y="6478"/>
                    <a:pt x="4168" y="4192"/>
                  </a:cubicBezTo>
                  <a:cubicBezTo>
                    <a:pt x="4168" y="1906"/>
                    <a:pt x="2287" y="25"/>
                    <a:pt x="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6" name="Google Shape;30526;p155"/>
            <p:cNvSpPr/>
            <p:nvPr/>
          </p:nvSpPr>
          <p:spPr>
            <a:xfrm>
              <a:off x="7500950" y="2015383"/>
              <a:ext cx="158058" cy="158058"/>
            </a:xfrm>
            <a:custGeom>
              <a:rect b="b" l="l" r="r" t="t"/>
              <a:pathLst>
                <a:path extrusionOk="0" h="5288" w="5288">
                  <a:moveTo>
                    <a:pt x="2644" y="1"/>
                  </a:moveTo>
                  <a:cubicBezTo>
                    <a:pt x="1167" y="1"/>
                    <a:pt x="0" y="1191"/>
                    <a:pt x="0" y="2644"/>
                  </a:cubicBezTo>
                  <a:cubicBezTo>
                    <a:pt x="0" y="4097"/>
                    <a:pt x="1167" y="5287"/>
                    <a:pt x="2644" y="5287"/>
                  </a:cubicBezTo>
                  <a:cubicBezTo>
                    <a:pt x="4097" y="5287"/>
                    <a:pt x="5287" y="4097"/>
                    <a:pt x="5287" y="2644"/>
                  </a:cubicBezTo>
                  <a:cubicBezTo>
                    <a:pt x="5287" y="1191"/>
                    <a:pt x="4097"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7" name="Google Shape;30527;p155"/>
            <p:cNvSpPr/>
            <p:nvPr/>
          </p:nvSpPr>
          <p:spPr>
            <a:xfrm>
              <a:off x="7579850" y="2015475"/>
              <a:ext cx="79750" cy="158802"/>
            </a:xfrm>
            <a:custGeom>
              <a:rect b="b" l="l" r="r" t="t"/>
              <a:pathLst>
                <a:path extrusionOk="0" h="5264" w="2644">
                  <a:moveTo>
                    <a:pt x="0" y="0"/>
                  </a:moveTo>
                  <a:lnTo>
                    <a:pt x="0" y="5263"/>
                  </a:lnTo>
                  <a:cubicBezTo>
                    <a:pt x="1453" y="5263"/>
                    <a:pt x="2643" y="4073"/>
                    <a:pt x="2643" y="2620"/>
                  </a:cubicBezTo>
                  <a:cubicBezTo>
                    <a:pt x="2643" y="1167"/>
                    <a:pt x="1477" y="0"/>
                    <a:pt x="0" y="0"/>
                  </a:cubicBez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8" name="Google Shape;30528;p155"/>
            <p:cNvSpPr/>
            <p:nvPr/>
          </p:nvSpPr>
          <p:spPr>
            <a:xfrm>
              <a:off x="7554334" y="2062370"/>
              <a:ext cx="50574" cy="20684"/>
            </a:xfrm>
            <a:custGeom>
              <a:rect b="b" l="l" r="r" t="t"/>
              <a:pathLst>
                <a:path extrusionOk="0" h="692" w="1692">
                  <a:moveTo>
                    <a:pt x="1" y="0"/>
                  </a:moveTo>
                  <a:lnTo>
                    <a:pt x="1" y="691"/>
                  </a:lnTo>
                  <a:lnTo>
                    <a:pt x="1691" y="691"/>
                  </a:lnTo>
                  <a:lnTo>
                    <a:pt x="1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9" name="Google Shape;30529;p155"/>
            <p:cNvSpPr/>
            <p:nvPr/>
          </p:nvSpPr>
          <p:spPr>
            <a:xfrm>
              <a:off x="7554334" y="2105801"/>
              <a:ext cx="50574" cy="20654"/>
            </a:xfrm>
            <a:custGeom>
              <a:rect b="b" l="l" r="r" t="t"/>
              <a:pathLst>
                <a:path extrusionOk="0" h="691" w="1692">
                  <a:moveTo>
                    <a:pt x="1" y="0"/>
                  </a:moveTo>
                  <a:lnTo>
                    <a:pt x="1" y="691"/>
                  </a:lnTo>
                  <a:lnTo>
                    <a:pt x="1691" y="691"/>
                  </a:lnTo>
                  <a:lnTo>
                    <a:pt x="1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0" name="Google Shape;30530;p155"/>
            <p:cNvSpPr/>
            <p:nvPr/>
          </p:nvSpPr>
          <p:spPr>
            <a:xfrm>
              <a:off x="7579950" y="2062370"/>
              <a:ext cx="25676" cy="20684"/>
            </a:xfrm>
            <a:custGeom>
              <a:rect b="b" l="l" r="r" t="t"/>
              <a:pathLst>
                <a:path extrusionOk="0" h="692" w="859">
                  <a:moveTo>
                    <a:pt x="1" y="0"/>
                  </a:moveTo>
                  <a:lnTo>
                    <a:pt x="1" y="691"/>
                  </a:lnTo>
                  <a:lnTo>
                    <a:pt x="858" y="691"/>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1" name="Google Shape;30531;p155"/>
            <p:cNvSpPr/>
            <p:nvPr/>
          </p:nvSpPr>
          <p:spPr>
            <a:xfrm>
              <a:off x="7579950" y="2105801"/>
              <a:ext cx="25676" cy="20654"/>
            </a:xfrm>
            <a:custGeom>
              <a:rect b="b" l="l" r="r" t="t"/>
              <a:pathLst>
                <a:path extrusionOk="0" h="691" w="859">
                  <a:moveTo>
                    <a:pt x="1" y="0"/>
                  </a:moveTo>
                  <a:lnTo>
                    <a:pt x="1" y="691"/>
                  </a:lnTo>
                  <a:lnTo>
                    <a:pt x="858" y="691"/>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32" name="Google Shape;30532;p155"/>
          <p:cNvGrpSpPr/>
          <p:nvPr/>
        </p:nvGrpSpPr>
        <p:grpSpPr>
          <a:xfrm>
            <a:off x="7711598" y="2296688"/>
            <a:ext cx="344573" cy="344545"/>
            <a:chOff x="7406975" y="2453873"/>
            <a:chExt cx="344573" cy="344545"/>
          </a:xfrm>
        </p:grpSpPr>
        <p:sp>
          <p:nvSpPr>
            <p:cNvPr id="30533" name="Google Shape;30533;p155"/>
            <p:cNvSpPr/>
            <p:nvPr/>
          </p:nvSpPr>
          <p:spPr>
            <a:xfrm>
              <a:off x="7547938" y="2497273"/>
              <a:ext cx="64084" cy="133160"/>
            </a:xfrm>
            <a:custGeom>
              <a:rect b="b" l="l" r="r" t="t"/>
              <a:pathLst>
                <a:path extrusionOk="0" h="4455" w="2144">
                  <a:moveTo>
                    <a:pt x="0" y="1"/>
                  </a:moveTo>
                  <a:lnTo>
                    <a:pt x="0" y="4454"/>
                  </a:lnTo>
                  <a:lnTo>
                    <a:pt x="2144" y="4454"/>
                  </a:lnTo>
                  <a:lnTo>
                    <a:pt x="214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4" name="Google Shape;30534;p155"/>
            <p:cNvSpPr/>
            <p:nvPr/>
          </p:nvSpPr>
          <p:spPr>
            <a:xfrm>
              <a:off x="7579950" y="2497273"/>
              <a:ext cx="32072" cy="133160"/>
            </a:xfrm>
            <a:custGeom>
              <a:rect b="b" l="l" r="r" t="t"/>
              <a:pathLst>
                <a:path extrusionOk="0" h="4455" w="1073">
                  <a:moveTo>
                    <a:pt x="1" y="1"/>
                  </a:moveTo>
                  <a:lnTo>
                    <a:pt x="1" y="4454"/>
                  </a:lnTo>
                  <a:lnTo>
                    <a:pt x="1073" y="4454"/>
                  </a:lnTo>
                  <a:lnTo>
                    <a:pt x="10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5" name="Google Shape;30535;p155"/>
            <p:cNvSpPr/>
            <p:nvPr/>
          </p:nvSpPr>
          <p:spPr>
            <a:xfrm>
              <a:off x="7634769" y="2453873"/>
              <a:ext cx="64084" cy="134565"/>
            </a:xfrm>
            <a:custGeom>
              <a:rect b="b" l="l" r="r" t="t"/>
              <a:pathLst>
                <a:path extrusionOk="0" h="4502" w="2144">
                  <a:moveTo>
                    <a:pt x="1" y="0"/>
                  </a:moveTo>
                  <a:lnTo>
                    <a:pt x="1" y="4501"/>
                  </a:lnTo>
                  <a:lnTo>
                    <a:pt x="2144" y="4501"/>
                  </a:lnTo>
                  <a:lnTo>
                    <a:pt x="21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6" name="Google Shape;30536;p155"/>
            <p:cNvSpPr/>
            <p:nvPr/>
          </p:nvSpPr>
          <p:spPr>
            <a:xfrm>
              <a:off x="7665376" y="2453873"/>
              <a:ext cx="33477" cy="134565"/>
            </a:xfrm>
            <a:custGeom>
              <a:rect b="b" l="l" r="r" t="t"/>
              <a:pathLst>
                <a:path extrusionOk="0" h="4502" w="1120">
                  <a:moveTo>
                    <a:pt x="1" y="0"/>
                  </a:moveTo>
                  <a:lnTo>
                    <a:pt x="1" y="4501"/>
                  </a:lnTo>
                  <a:lnTo>
                    <a:pt x="1120" y="4501"/>
                  </a:lnTo>
                  <a:lnTo>
                    <a:pt x="11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7" name="Google Shape;30537;p155"/>
            <p:cNvSpPr/>
            <p:nvPr/>
          </p:nvSpPr>
          <p:spPr>
            <a:xfrm>
              <a:off x="7459794" y="2541421"/>
              <a:ext cx="64084" cy="133847"/>
            </a:xfrm>
            <a:custGeom>
              <a:rect b="b" l="l" r="r" t="t"/>
              <a:pathLst>
                <a:path extrusionOk="0" h="4478" w="2144">
                  <a:moveTo>
                    <a:pt x="0" y="0"/>
                  </a:moveTo>
                  <a:lnTo>
                    <a:pt x="0" y="4478"/>
                  </a:lnTo>
                  <a:lnTo>
                    <a:pt x="2143" y="4478"/>
                  </a:lnTo>
                  <a:lnTo>
                    <a:pt x="21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8" name="Google Shape;30538;p155"/>
            <p:cNvSpPr/>
            <p:nvPr/>
          </p:nvSpPr>
          <p:spPr>
            <a:xfrm>
              <a:off x="7492280" y="2541421"/>
              <a:ext cx="32072" cy="133847"/>
            </a:xfrm>
            <a:custGeom>
              <a:rect b="b" l="l" r="r" t="t"/>
              <a:pathLst>
                <a:path extrusionOk="0" h="4478" w="1073">
                  <a:moveTo>
                    <a:pt x="1" y="0"/>
                  </a:moveTo>
                  <a:lnTo>
                    <a:pt x="1" y="4478"/>
                  </a:lnTo>
                  <a:lnTo>
                    <a:pt x="1073" y="4478"/>
                  </a:lnTo>
                  <a:lnTo>
                    <a:pt x="10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9" name="Google Shape;30539;p155"/>
            <p:cNvSpPr/>
            <p:nvPr/>
          </p:nvSpPr>
          <p:spPr>
            <a:xfrm>
              <a:off x="7547938" y="2628252"/>
              <a:ext cx="64084" cy="116780"/>
            </a:xfrm>
            <a:custGeom>
              <a:rect b="b" l="l" r="r" t="t"/>
              <a:pathLst>
                <a:path extrusionOk="0" h="3907" w="2144">
                  <a:moveTo>
                    <a:pt x="0" y="1"/>
                  </a:moveTo>
                  <a:lnTo>
                    <a:pt x="0" y="3906"/>
                  </a:lnTo>
                  <a:lnTo>
                    <a:pt x="2144" y="3906"/>
                  </a:lnTo>
                  <a:lnTo>
                    <a:pt x="214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0" name="Google Shape;30540;p155"/>
            <p:cNvSpPr/>
            <p:nvPr/>
          </p:nvSpPr>
          <p:spPr>
            <a:xfrm>
              <a:off x="7634769" y="2584852"/>
              <a:ext cx="64084" cy="160181"/>
            </a:xfrm>
            <a:custGeom>
              <a:rect b="b" l="l" r="r" t="t"/>
              <a:pathLst>
                <a:path extrusionOk="0" h="5359" w="2144">
                  <a:moveTo>
                    <a:pt x="1" y="0"/>
                  </a:moveTo>
                  <a:lnTo>
                    <a:pt x="1" y="5358"/>
                  </a:lnTo>
                  <a:lnTo>
                    <a:pt x="2144" y="5358"/>
                  </a:lnTo>
                  <a:lnTo>
                    <a:pt x="214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1" name="Google Shape;30541;p155"/>
            <p:cNvSpPr/>
            <p:nvPr/>
          </p:nvSpPr>
          <p:spPr>
            <a:xfrm>
              <a:off x="7579950" y="2628252"/>
              <a:ext cx="32072" cy="116780"/>
            </a:xfrm>
            <a:custGeom>
              <a:rect b="b" l="l" r="r" t="t"/>
              <a:pathLst>
                <a:path extrusionOk="0" h="3907" w="1073">
                  <a:moveTo>
                    <a:pt x="1" y="1"/>
                  </a:moveTo>
                  <a:lnTo>
                    <a:pt x="1" y="3906"/>
                  </a:lnTo>
                  <a:lnTo>
                    <a:pt x="1073" y="3906"/>
                  </a:lnTo>
                  <a:lnTo>
                    <a:pt x="107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2" name="Google Shape;30542;p155"/>
            <p:cNvSpPr/>
            <p:nvPr/>
          </p:nvSpPr>
          <p:spPr>
            <a:xfrm>
              <a:off x="7665376" y="2584852"/>
              <a:ext cx="33477" cy="160181"/>
            </a:xfrm>
            <a:custGeom>
              <a:rect b="b" l="l" r="r" t="t"/>
              <a:pathLst>
                <a:path extrusionOk="0" h="5359" w="1120">
                  <a:moveTo>
                    <a:pt x="1" y="0"/>
                  </a:moveTo>
                  <a:lnTo>
                    <a:pt x="1" y="5358"/>
                  </a:lnTo>
                  <a:lnTo>
                    <a:pt x="1120" y="5358"/>
                  </a:lnTo>
                  <a:lnTo>
                    <a:pt x="112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3" name="Google Shape;30543;p155"/>
            <p:cNvSpPr/>
            <p:nvPr/>
          </p:nvSpPr>
          <p:spPr>
            <a:xfrm>
              <a:off x="7459794" y="2671683"/>
              <a:ext cx="64084" cy="73350"/>
            </a:xfrm>
            <a:custGeom>
              <a:rect b="b" l="l" r="r" t="t"/>
              <a:pathLst>
                <a:path extrusionOk="0" h="2454" w="2144">
                  <a:moveTo>
                    <a:pt x="0" y="0"/>
                  </a:moveTo>
                  <a:lnTo>
                    <a:pt x="0" y="2453"/>
                  </a:lnTo>
                  <a:lnTo>
                    <a:pt x="2143" y="2453"/>
                  </a:lnTo>
                  <a:lnTo>
                    <a:pt x="2143"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4" name="Google Shape;30544;p155"/>
            <p:cNvSpPr/>
            <p:nvPr/>
          </p:nvSpPr>
          <p:spPr>
            <a:xfrm>
              <a:off x="7492280" y="2671683"/>
              <a:ext cx="32072" cy="73350"/>
            </a:xfrm>
            <a:custGeom>
              <a:rect b="b" l="l" r="r" t="t"/>
              <a:pathLst>
                <a:path extrusionOk="0" h="2454" w="1073">
                  <a:moveTo>
                    <a:pt x="1" y="0"/>
                  </a:moveTo>
                  <a:lnTo>
                    <a:pt x="1" y="2453"/>
                  </a:lnTo>
                  <a:lnTo>
                    <a:pt x="1073" y="2453"/>
                  </a:lnTo>
                  <a:lnTo>
                    <a:pt x="107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5" name="Google Shape;30545;p155"/>
            <p:cNvSpPr/>
            <p:nvPr/>
          </p:nvSpPr>
          <p:spPr>
            <a:xfrm>
              <a:off x="7470343" y="2777733"/>
              <a:ext cx="43460" cy="20684"/>
            </a:xfrm>
            <a:custGeom>
              <a:rect b="b" l="l" r="r" t="t"/>
              <a:pathLst>
                <a:path extrusionOk="0" h="692" w="1454">
                  <a:moveTo>
                    <a:pt x="0" y="1"/>
                  </a:moveTo>
                  <a:lnTo>
                    <a:pt x="0" y="691"/>
                  </a:lnTo>
                  <a:lnTo>
                    <a:pt x="1453" y="691"/>
                  </a:lnTo>
                  <a:lnTo>
                    <a:pt x="1453"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6" name="Google Shape;30546;p155"/>
            <p:cNvSpPr/>
            <p:nvPr/>
          </p:nvSpPr>
          <p:spPr>
            <a:xfrm>
              <a:off x="7557891" y="2777733"/>
              <a:ext cx="43460" cy="20684"/>
            </a:xfrm>
            <a:custGeom>
              <a:rect b="b" l="l" r="r" t="t"/>
              <a:pathLst>
                <a:path extrusionOk="0" h="692" w="1454">
                  <a:moveTo>
                    <a:pt x="1" y="1"/>
                  </a:moveTo>
                  <a:lnTo>
                    <a:pt x="1" y="691"/>
                  </a:lnTo>
                  <a:lnTo>
                    <a:pt x="1453" y="691"/>
                  </a:lnTo>
                  <a:lnTo>
                    <a:pt x="145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7" name="Google Shape;30547;p155"/>
            <p:cNvSpPr/>
            <p:nvPr/>
          </p:nvSpPr>
          <p:spPr>
            <a:xfrm>
              <a:off x="7645440" y="2777733"/>
              <a:ext cx="44177" cy="20684"/>
            </a:xfrm>
            <a:custGeom>
              <a:rect b="b" l="l" r="r" t="t"/>
              <a:pathLst>
                <a:path extrusionOk="0" h="692" w="1478">
                  <a:moveTo>
                    <a:pt x="1" y="1"/>
                  </a:moveTo>
                  <a:lnTo>
                    <a:pt x="1" y="691"/>
                  </a:lnTo>
                  <a:lnTo>
                    <a:pt x="1477" y="691"/>
                  </a:lnTo>
                  <a:lnTo>
                    <a:pt x="147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8" name="Google Shape;30548;p155"/>
            <p:cNvSpPr/>
            <p:nvPr/>
          </p:nvSpPr>
          <p:spPr>
            <a:xfrm>
              <a:off x="7491684" y="2777733"/>
              <a:ext cx="22119" cy="20684"/>
            </a:xfrm>
            <a:custGeom>
              <a:rect b="b" l="l" r="r" t="t"/>
              <a:pathLst>
                <a:path extrusionOk="0" h="692" w="740">
                  <a:moveTo>
                    <a:pt x="1" y="1"/>
                  </a:moveTo>
                  <a:lnTo>
                    <a:pt x="1" y="691"/>
                  </a:lnTo>
                  <a:lnTo>
                    <a:pt x="739" y="691"/>
                  </a:lnTo>
                  <a:lnTo>
                    <a:pt x="73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9" name="Google Shape;30549;p155"/>
            <p:cNvSpPr/>
            <p:nvPr/>
          </p:nvSpPr>
          <p:spPr>
            <a:xfrm>
              <a:off x="7579950" y="2777733"/>
              <a:ext cx="22119" cy="20684"/>
            </a:xfrm>
            <a:custGeom>
              <a:rect b="b" l="l" r="r" t="t"/>
              <a:pathLst>
                <a:path extrusionOk="0" h="692" w="740">
                  <a:moveTo>
                    <a:pt x="1" y="1"/>
                  </a:moveTo>
                  <a:lnTo>
                    <a:pt x="1" y="691"/>
                  </a:lnTo>
                  <a:lnTo>
                    <a:pt x="739" y="691"/>
                  </a:lnTo>
                  <a:lnTo>
                    <a:pt x="739"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0" name="Google Shape;30550;p155"/>
            <p:cNvSpPr/>
            <p:nvPr/>
          </p:nvSpPr>
          <p:spPr>
            <a:xfrm>
              <a:off x="7406975" y="2731463"/>
              <a:ext cx="343855" cy="20684"/>
            </a:xfrm>
            <a:custGeom>
              <a:rect b="b" l="l" r="r" t="t"/>
              <a:pathLst>
                <a:path extrusionOk="0" h="692" w="11504">
                  <a:moveTo>
                    <a:pt x="1" y="1"/>
                  </a:moveTo>
                  <a:lnTo>
                    <a:pt x="1" y="692"/>
                  </a:lnTo>
                  <a:lnTo>
                    <a:pt x="11503" y="692"/>
                  </a:lnTo>
                  <a:lnTo>
                    <a:pt x="1150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1" name="Google Shape;30551;p155"/>
            <p:cNvSpPr/>
            <p:nvPr/>
          </p:nvSpPr>
          <p:spPr>
            <a:xfrm>
              <a:off x="7579950" y="2731463"/>
              <a:ext cx="171598" cy="20684"/>
            </a:xfrm>
            <a:custGeom>
              <a:rect b="b" l="l" r="r" t="t"/>
              <a:pathLst>
                <a:path extrusionOk="0" h="692" w="5741">
                  <a:moveTo>
                    <a:pt x="1" y="1"/>
                  </a:moveTo>
                  <a:lnTo>
                    <a:pt x="1" y="692"/>
                  </a:lnTo>
                  <a:lnTo>
                    <a:pt x="5740" y="692"/>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2" name="Google Shape;30552;p155"/>
            <p:cNvSpPr/>
            <p:nvPr/>
          </p:nvSpPr>
          <p:spPr>
            <a:xfrm>
              <a:off x="7665376" y="2777733"/>
              <a:ext cx="22806" cy="20684"/>
            </a:xfrm>
            <a:custGeom>
              <a:rect b="b" l="l" r="r" t="t"/>
              <a:pathLst>
                <a:path extrusionOk="0" h="692" w="763">
                  <a:moveTo>
                    <a:pt x="1" y="1"/>
                  </a:moveTo>
                  <a:lnTo>
                    <a:pt x="1" y="691"/>
                  </a:lnTo>
                  <a:lnTo>
                    <a:pt x="763" y="691"/>
                  </a:lnTo>
                  <a:lnTo>
                    <a:pt x="76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3" name="Google Shape;30553;p155"/>
          <p:cNvGrpSpPr/>
          <p:nvPr/>
        </p:nvGrpSpPr>
        <p:grpSpPr>
          <a:xfrm>
            <a:off x="6984893" y="2281920"/>
            <a:ext cx="343109" cy="343856"/>
            <a:chOff x="6742117" y="2443889"/>
            <a:chExt cx="343109" cy="343856"/>
          </a:xfrm>
        </p:grpSpPr>
        <p:sp>
          <p:nvSpPr>
            <p:cNvPr id="30554" name="Google Shape;30554;p155"/>
            <p:cNvSpPr/>
            <p:nvPr/>
          </p:nvSpPr>
          <p:spPr>
            <a:xfrm>
              <a:off x="6764893" y="2467383"/>
              <a:ext cx="297555" cy="296867"/>
            </a:xfrm>
            <a:custGeom>
              <a:rect b="b" l="l" r="r" t="t"/>
              <a:pathLst>
                <a:path extrusionOk="0" h="9932" w="9955">
                  <a:moveTo>
                    <a:pt x="4978" y="1"/>
                  </a:moveTo>
                  <a:cubicBezTo>
                    <a:pt x="2239" y="1"/>
                    <a:pt x="0" y="2216"/>
                    <a:pt x="0" y="4954"/>
                  </a:cubicBezTo>
                  <a:cubicBezTo>
                    <a:pt x="0" y="7717"/>
                    <a:pt x="2239" y="9931"/>
                    <a:pt x="4978" y="9931"/>
                  </a:cubicBezTo>
                  <a:cubicBezTo>
                    <a:pt x="7716" y="9931"/>
                    <a:pt x="9955" y="7717"/>
                    <a:pt x="9955" y="4954"/>
                  </a:cubicBezTo>
                  <a:cubicBezTo>
                    <a:pt x="9955" y="2216"/>
                    <a:pt x="7716" y="1"/>
                    <a:pt x="497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5" name="Google Shape;30555;p155"/>
            <p:cNvSpPr/>
            <p:nvPr/>
          </p:nvSpPr>
          <p:spPr>
            <a:xfrm>
              <a:off x="6742117" y="2615459"/>
              <a:ext cx="171569" cy="172286"/>
            </a:xfrm>
            <a:custGeom>
              <a:rect b="b" l="l" r="r" t="t"/>
              <a:pathLst>
                <a:path extrusionOk="0" h="5764" w="5740">
                  <a:moveTo>
                    <a:pt x="0" y="0"/>
                  </a:moveTo>
                  <a:cubicBezTo>
                    <a:pt x="0" y="3191"/>
                    <a:pt x="2596" y="5763"/>
                    <a:pt x="5740" y="5763"/>
                  </a:cubicBezTo>
                  <a:lnTo>
                    <a:pt x="5740"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56" name="Google Shape;30556;p155"/>
            <p:cNvGrpSpPr/>
            <p:nvPr/>
          </p:nvGrpSpPr>
          <p:grpSpPr>
            <a:xfrm>
              <a:off x="6823986" y="2443889"/>
              <a:ext cx="261239" cy="320362"/>
              <a:chOff x="6823986" y="2443889"/>
              <a:chExt cx="261239" cy="320362"/>
            </a:xfrm>
          </p:grpSpPr>
          <p:sp>
            <p:nvSpPr>
              <p:cNvPr id="30557" name="Google Shape;30557;p155"/>
              <p:cNvSpPr/>
              <p:nvPr/>
            </p:nvSpPr>
            <p:spPr>
              <a:xfrm>
                <a:off x="6913657" y="2579352"/>
                <a:ext cx="148792" cy="184900"/>
              </a:xfrm>
              <a:custGeom>
                <a:rect b="b" l="l" r="r" t="t"/>
                <a:pathLst>
                  <a:path extrusionOk="0" h="6186" w="4978">
                    <a:moveTo>
                      <a:pt x="4294" y="1"/>
                    </a:moveTo>
                    <a:cubicBezTo>
                      <a:pt x="3433" y="1"/>
                      <a:pt x="1846" y="1184"/>
                      <a:pt x="37" y="1184"/>
                    </a:cubicBezTo>
                    <a:cubicBezTo>
                      <a:pt x="25" y="1184"/>
                      <a:pt x="13" y="1184"/>
                      <a:pt x="1" y="1184"/>
                    </a:cubicBezTo>
                    <a:lnTo>
                      <a:pt x="1" y="6185"/>
                    </a:lnTo>
                    <a:cubicBezTo>
                      <a:pt x="2739" y="6185"/>
                      <a:pt x="4978" y="3947"/>
                      <a:pt x="4978" y="1208"/>
                    </a:cubicBezTo>
                    <a:cubicBezTo>
                      <a:pt x="4978" y="302"/>
                      <a:pt x="4728" y="1"/>
                      <a:pt x="429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8" name="Google Shape;30558;p155"/>
              <p:cNvSpPr/>
              <p:nvPr/>
            </p:nvSpPr>
            <p:spPr>
              <a:xfrm>
                <a:off x="6913657" y="2443889"/>
                <a:ext cx="171569" cy="171598"/>
              </a:xfrm>
              <a:custGeom>
                <a:rect b="b" l="l" r="r" t="t"/>
                <a:pathLst>
                  <a:path extrusionOk="0" h="5741" w="5740">
                    <a:moveTo>
                      <a:pt x="1" y="1"/>
                    </a:moveTo>
                    <a:lnTo>
                      <a:pt x="1" y="5740"/>
                    </a:lnTo>
                    <a:lnTo>
                      <a:pt x="5740" y="5740"/>
                    </a:lnTo>
                    <a:cubicBezTo>
                      <a:pt x="5740" y="2597"/>
                      <a:pt x="3192"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9" name="Google Shape;30559;p155"/>
              <p:cNvSpPr/>
              <p:nvPr/>
            </p:nvSpPr>
            <p:spPr>
              <a:xfrm>
                <a:off x="6823986" y="2653181"/>
                <a:ext cx="51261" cy="20654"/>
              </a:xfrm>
              <a:custGeom>
                <a:rect b="b" l="l" r="r" t="t"/>
                <a:pathLst>
                  <a:path extrusionOk="0" h="691" w="1715">
                    <a:moveTo>
                      <a:pt x="0" y="0"/>
                    </a:moveTo>
                    <a:lnTo>
                      <a:pt x="0" y="691"/>
                    </a:lnTo>
                    <a:lnTo>
                      <a:pt x="1715" y="691"/>
                    </a:lnTo>
                    <a:lnTo>
                      <a:pt x="17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0" name="Google Shape;30560;p155"/>
              <p:cNvSpPr/>
              <p:nvPr/>
            </p:nvSpPr>
            <p:spPr>
              <a:xfrm>
                <a:off x="6823986" y="2698016"/>
                <a:ext cx="51261" cy="19967"/>
              </a:xfrm>
              <a:custGeom>
                <a:rect b="b" l="l" r="r" t="t"/>
                <a:pathLst>
                  <a:path extrusionOk="0" h="668" w="1715">
                    <a:moveTo>
                      <a:pt x="0" y="1"/>
                    </a:moveTo>
                    <a:lnTo>
                      <a:pt x="0" y="667"/>
                    </a:lnTo>
                    <a:lnTo>
                      <a:pt x="1715" y="667"/>
                    </a:lnTo>
                    <a:lnTo>
                      <a:pt x="171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1" name="Google Shape;30561;p155"/>
              <p:cNvSpPr/>
              <p:nvPr/>
            </p:nvSpPr>
            <p:spPr>
              <a:xfrm>
                <a:off x="6951378" y="2514370"/>
                <a:ext cx="51291" cy="20684"/>
              </a:xfrm>
              <a:custGeom>
                <a:rect b="b" l="l" r="r" t="t"/>
                <a:pathLst>
                  <a:path extrusionOk="0" h="692" w="1716">
                    <a:moveTo>
                      <a:pt x="1" y="1"/>
                    </a:moveTo>
                    <a:lnTo>
                      <a:pt x="1" y="691"/>
                    </a:lnTo>
                    <a:lnTo>
                      <a:pt x="1715" y="691"/>
                    </a:lnTo>
                    <a:lnTo>
                      <a:pt x="1715"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2" name="Google Shape;30562;p155"/>
              <p:cNvSpPr/>
              <p:nvPr/>
            </p:nvSpPr>
            <p:spPr>
              <a:xfrm>
                <a:off x="6951378" y="2559206"/>
                <a:ext cx="51291" cy="19967"/>
              </a:xfrm>
              <a:custGeom>
                <a:rect b="b" l="l" r="r" t="t"/>
                <a:pathLst>
                  <a:path extrusionOk="0" h="668" w="1716">
                    <a:moveTo>
                      <a:pt x="1" y="1"/>
                    </a:moveTo>
                    <a:lnTo>
                      <a:pt x="1" y="668"/>
                    </a:lnTo>
                    <a:lnTo>
                      <a:pt x="1715" y="668"/>
                    </a:lnTo>
                    <a:lnTo>
                      <a:pt x="1715"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63" name="Google Shape;30563;p155"/>
          <p:cNvGrpSpPr/>
          <p:nvPr/>
        </p:nvGrpSpPr>
        <p:grpSpPr>
          <a:xfrm>
            <a:off x="6273437" y="2335763"/>
            <a:ext cx="343827" cy="288290"/>
            <a:chOff x="6082937" y="2473809"/>
            <a:chExt cx="343827" cy="288290"/>
          </a:xfrm>
        </p:grpSpPr>
        <p:sp>
          <p:nvSpPr>
            <p:cNvPr id="30564" name="Google Shape;30564;p155"/>
            <p:cNvSpPr/>
            <p:nvPr/>
          </p:nvSpPr>
          <p:spPr>
            <a:xfrm>
              <a:off x="6271575" y="2550687"/>
              <a:ext cx="155189" cy="211412"/>
            </a:xfrm>
            <a:custGeom>
              <a:rect b="b" l="l" r="r" t="t"/>
              <a:pathLst>
                <a:path extrusionOk="0" h="7073" w="5192">
                  <a:moveTo>
                    <a:pt x="2596" y="0"/>
                  </a:moveTo>
                  <a:lnTo>
                    <a:pt x="0" y="7073"/>
                  </a:lnTo>
                  <a:lnTo>
                    <a:pt x="5192" y="7073"/>
                  </a:lnTo>
                  <a:lnTo>
                    <a:pt x="259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5" name="Google Shape;30565;p155"/>
            <p:cNvSpPr/>
            <p:nvPr/>
          </p:nvSpPr>
          <p:spPr>
            <a:xfrm>
              <a:off x="6349140" y="2550687"/>
              <a:ext cx="77624" cy="211412"/>
            </a:xfrm>
            <a:custGeom>
              <a:rect b="b" l="l" r="r" t="t"/>
              <a:pathLst>
                <a:path extrusionOk="0" h="7073" w="2597">
                  <a:moveTo>
                    <a:pt x="1" y="0"/>
                  </a:moveTo>
                  <a:lnTo>
                    <a:pt x="1" y="7073"/>
                  </a:lnTo>
                  <a:lnTo>
                    <a:pt x="2597" y="7073"/>
                  </a:lnTo>
                  <a:lnTo>
                    <a:pt x="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6" name="Google Shape;30566;p155"/>
            <p:cNvSpPr/>
            <p:nvPr/>
          </p:nvSpPr>
          <p:spPr>
            <a:xfrm>
              <a:off x="6082937" y="2588409"/>
              <a:ext cx="157341" cy="173691"/>
            </a:xfrm>
            <a:custGeom>
              <a:rect b="b" l="l" r="r" t="t"/>
              <a:pathLst>
                <a:path extrusionOk="0" h="5811" w="5264">
                  <a:moveTo>
                    <a:pt x="2620" y="0"/>
                  </a:moveTo>
                  <a:lnTo>
                    <a:pt x="0" y="5811"/>
                  </a:lnTo>
                  <a:lnTo>
                    <a:pt x="5263" y="5811"/>
                  </a:lnTo>
                  <a:lnTo>
                    <a:pt x="2620"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7" name="Google Shape;30567;p155"/>
            <p:cNvSpPr/>
            <p:nvPr/>
          </p:nvSpPr>
          <p:spPr>
            <a:xfrm>
              <a:off x="6161220" y="2588409"/>
              <a:ext cx="78342" cy="173691"/>
            </a:xfrm>
            <a:custGeom>
              <a:rect b="b" l="l" r="r" t="t"/>
              <a:pathLst>
                <a:path extrusionOk="0" h="5811" w="2621">
                  <a:moveTo>
                    <a:pt x="1" y="0"/>
                  </a:moveTo>
                  <a:lnTo>
                    <a:pt x="1" y="5811"/>
                  </a:lnTo>
                  <a:lnTo>
                    <a:pt x="2621" y="5811"/>
                  </a:lnTo>
                  <a:lnTo>
                    <a:pt x="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8" name="Google Shape;30568;p155"/>
            <p:cNvSpPr/>
            <p:nvPr/>
          </p:nvSpPr>
          <p:spPr>
            <a:xfrm>
              <a:off x="6178317" y="2486602"/>
              <a:ext cx="153067" cy="275496"/>
            </a:xfrm>
            <a:custGeom>
              <a:rect b="b" l="l" r="r" t="t"/>
              <a:pathLst>
                <a:path extrusionOk="0" h="9217" w="5121">
                  <a:moveTo>
                    <a:pt x="2549" y="1"/>
                  </a:moveTo>
                  <a:lnTo>
                    <a:pt x="0" y="9217"/>
                  </a:lnTo>
                  <a:lnTo>
                    <a:pt x="5121" y="9217"/>
                  </a:lnTo>
                  <a:lnTo>
                    <a:pt x="2549"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9" name="Google Shape;30569;p155"/>
            <p:cNvSpPr/>
            <p:nvPr/>
          </p:nvSpPr>
          <p:spPr>
            <a:xfrm>
              <a:off x="6170486" y="2507256"/>
              <a:ext cx="69793" cy="74755"/>
            </a:xfrm>
            <a:custGeom>
              <a:rect b="b" l="l" r="r" t="t"/>
              <a:pathLst>
                <a:path extrusionOk="0" h="2501" w="2335">
                  <a:moveTo>
                    <a:pt x="1834" y="0"/>
                  </a:moveTo>
                  <a:lnTo>
                    <a:pt x="1" y="2048"/>
                  </a:lnTo>
                  <a:lnTo>
                    <a:pt x="501" y="2501"/>
                  </a:lnTo>
                  <a:lnTo>
                    <a:pt x="2334" y="453"/>
                  </a:lnTo>
                  <a:lnTo>
                    <a:pt x="1834"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0" name="Google Shape;30570;p155"/>
            <p:cNvSpPr/>
            <p:nvPr/>
          </p:nvSpPr>
          <p:spPr>
            <a:xfrm>
              <a:off x="6272262" y="2504417"/>
              <a:ext cx="58405" cy="49139"/>
            </a:xfrm>
            <a:custGeom>
              <a:rect b="b" l="l" r="r" t="t"/>
              <a:pathLst>
                <a:path extrusionOk="0" h="1644" w="1954">
                  <a:moveTo>
                    <a:pt x="406" y="0"/>
                  </a:moveTo>
                  <a:lnTo>
                    <a:pt x="1" y="572"/>
                  </a:lnTo>
                  <a:lnTo>
                    <a:pt x="1549" y="1643"/>
                  </a:lnTo>
                  <a:lnTo>
                    <a:pt x="1954" y="1072"/>
                  </a:lnTo>
                  <a:lnTo>
                    <a:pt x="4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1" name="Google Shape;30571;p155"/>
            <p:cNvSpPr/>
            <p:nvPr/>
          </p:nvSpPr>
          <p:spPr>
            <a:xfrm>
              <a:off x="6127055" y="2557084"/>
              <a:ext cx="67671" cy="67641"/>
            </a:xfrm>
            <a:custGeom>
              <a:rect b="b" l="l" r="r" t="t"/>
              <a:pathLst>
                <a:path extrusionOk="0" h="2263" w="2264">
                  <a:moveTo>
                    <a:pt x="1144" y="0"/>
                  </a:moveTo>
                  <a:cubicBezTo>
                    <a:pt x="525" y="0"/>
                    <a:pt x="1" y="500"/>
                    <a:pt x="1" y="1143"/>
                  </a:cubicBezTo>
                  <a:cubicBezTo>
                    <a:pt x="1" y="1763"/>
                    <a:pt x="525" y="2263"/>
                    <a:pt x="1144" y="2263"/>
                  </a:cubicBezTo>
                  <a:cubicBezTo>
                    <a:pt x="1763" y="2263"/>
                    <a:pt x="2263" y="1763"/>
                    <a:pt x="2263" y="1143"/>
                  </a:cubicBezTo>
                  <a:cubicBezTo>
                    <a:pt x="2263" y="500"/>
                    <a:pt x="1763" y="0"/>
                    <a:pt x="11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2" name="Google Shape;30572;p155"/>
            <p:cNvSpPr/>
            <p:nvPr/>
          </p:nvSpPr>
          <p:spPr>
            <a:xfrm>
              <a:off x="6314975" y="2522202"/>
              <a:ext cx="67671" cy="67641"/>
            </a:xfrm>
            <a:custGeom>
              <a:rect b="b" l="l" r="r" t="t"/>
              <a:pathLst>
                <a:path extrusionOk="0" h="2263" w="2264">
                  <a:moveTo>
                    <a:pt x="1144" y="0"/>
                  </a:moveTo>
                  <a:cubicBezTo>
                    <a:pt x="525" y="0"/>
                    <a:pt x="1" y="524"/>
                    <a:pt x="1" y="1144"/>
                  </a:cubicBezTo>
                  <a:cubicBezTo>
                    <a:pt x="1" y="1763"/>
                    <a:pt x="525" y="2263"/>
                    <a:pt x="1144" y="2263"/>
                  </a:cubicBezTo>
                  <a:cubicBezTo>
                    <a:pt x="1763" y="2263"/>
                    <a:pt x="2263" y="1763"/>
                    <a:pt x="2263" y="1144"/>
                  </a:cubicBezTo>
                  <a:cubicBezTo>
                    <a:pt x="2263" y="524"/>
                    <a:pt x="1763" y="0"/>
                    <a:pt x="11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3" name="Google Shape;30573;p155"/>
            <p:cNvSpPr/>
            <p:nvPr/>
          </p:nvSpPr>
          <p:spPr>
            <a:xfrm>
              <a:off x="6254477" y="2486602"/>
              <a:ext cx="76907" cy="275496"/>
            </a:xfrm>
            <a:custGeom>
              <a:rect b="b" l="l" r="r" t="t"/>
              <a:pathLst>
                <a:path extrusionOk="0" h="9217" w="2573">
                  <a:moveTo>
                    <a:pt x="1" y="1"/>
                  </a:moveTo>
                  <a:lnTo>
                    <a:pt x="1" y="9217"/>
                  </a:lnTo>
                  <a:lnTo>
                    <a:pt x="2573" y="9217"/>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4" name="Google Shape;30574;p155"/>
            <p:cNvSpPr/>
            <p:nvPr/>
          </p:nvSpPr>
          <p:spPr>
            <a:xfrm>
              <a:off x="6349857" y="2521484"/>
              <a:ext cx="34194" cy="68358"/>
            </a:xfrm>
            <a:custGeom>
              <a:rect b="b" l="l" r="r" t="t"/>
              <a:pathLst>
                <a:path extrusionOk="0" h="2287" w="1144">
                  <a:moveTo>
                    <a:pt x="1" y="1"/>
                  </a:moveTo>
                  <a:lnTo>
                    <a:pt x="1" y="2287"/>
                  </a:lnTo>
                  <a:cubicBezTo>
                    <a:pt x="620" y="2287"/>
                    <a:pt x="1144" y="1787"/>
                    <a:pt x="1144" y="1168"/>
                  </a:cubicBezTo>
                  <a:cubicBezTo>
                    <a:pt x="1144" y="548"/>
                    <a:pt x="596" y="24"/>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5" name="Google Shape;30575;p155"/>
            <p:cNvSpPr/>
            <p:nvPr/>
          </p:nvSpPr>
          <p:spPr>
            <a:xfrm>
              <a:off x="6161220" y="2556366"/>
              <a:ext cx="34194" cy="68358"/>
            </a:xfrm>
            <a:custGeom>
              <a:rect b="b" l="l" r="r" t="t"/>
              <a:pathLst>
                <a:path extrusionOk="0" h="2287" w="1144">
                  <a:moveTo>
                    <a:pt x="1" y="1"/>
                  </a:moveTo>
                  <a:lnTo>
                    <a:pt x="1" y="2287"/>
                  </a:lnTo>
                  <a:cubicBezTo>
                    <a:pt x="620" y="2287"/>
                    <a:pt x="1144" y="1787"/>
                    <a:pt x="1144" y="1167"/>
                  </a:cubicBezTo>
                  <a:cubicBezTo>
                    <a:pt x="1144" y="524"/>
                    <a:pt x="620"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6" name="Google Shape;30576;p155"/>
            <p:cNvSpPr/>
            <p:nvPr/>
          </p:nvSpPr>
          <p:spPr>
            <a:xfrm>
              <a:off x="6221030" y="2474497"/>
              <a:ext cx="67641" cy="67671"/>
            </a:xfrm>
            <a:custGeom>
              <a:rect b="b" l="l" r="r" t="t"/>
              <a:pathLst>
                <a:path extrusionOk="0" h="2264" w="2263">
                  <a:moveTo>
                    <a:pt x="1120" y="1"/>
                  </a:moveTo>
                  <a:cubicBezTo>
                    <a:pt x="500" y="1"/>
                    <a:pt x="0" y="501"/>
                    <a:pt x="0" y="1120"/>
                  </a:cubicBezTo>
                  <a:cubicBezTo>
                    <a:pt x="0" y="1739"/>
                    <a:pt x="500" y="2263"/>
                    <a:pt x="1120" y="2263"/>
                  </a:cubicBezTo>
                  <a:cubicBezTo>
                    <a:pt x="1739" y="2263"/>
                    <a:pt x="2263" y="1739"/>
                    <a:pt x="2263" y="1120"/>
                  </a:cubicBezTo>
                  <a:cubicBezTo>
                    <a:pt x="2263" y="501"/>
                    <a:pt x="1739" y="1"/>
                    <a:pt x="11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7" name="Google Shape;30577;p155"/>
            <p:cNvSpPr/>
            <p:nvPr/>
          </p:nvSpPr>
          <p:spPr>
            <a:xfrm>
              <a:off x="6254477" y="2473809"/>
              <a:ext cx="34194" cy="68358"/>
            </a:xfrm>
            <a:custGeom>
              <a:rect b="b" l="l" r="r" t="t"/>
              <a:pathLst>
                <a:path extrusionOk="0" h="2287" w="1144">
                  <a:moveTo>
                    <a:pt x="1" y="0"/>
                  </a:moveTo>
                  <a:lnTo>
                    <a:pt x="1" y="2286"/>
                  </a:lnTo>
                  <a:cubicBezTo>
                    <a:pt x="644" y="2286"/>
                    <a:pt x="1144" y="1786"/>
                    <a:pt x="1144" y="1143"/>
                  </a:cubicBezTo>
                  <a:cubicBezTo>
                    <a:pt x="1144" y="524"/>
                    <a:pt x="644" y="24"/>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78" name="Google Shape;30578;p155"/>
          <p:cNvGrpSpPr/>
          <p:nvPr/>
        </p:nvGrpSpPr>
        <p:grpSpPr>
          <a:xfrm>
            <a:off x="5523800" y="2301473"/>
            <a:ext cx="343857" cy="343827"/>
            <a:chOff x="5409500" y="2453873"/>
            <a:chExt cx="343857" cy="343827"/>
          </a:xfrm>
        </p:grpSpPr>
        <p:sp>
          <p:nvSpPr>
            <p:cNvPr id="30579" name="Google Shape;30579;p155"/>
            <p:cNvSpPr/>
            <p:nvPr/>
          </p:nvSpPr>
          <p:spPr>
            <a:xfrm>
              <a:off x="5571804" y="2516493"/>
              <a:ext cx="20684" cy="41338"/>
            </a:xfrm>
            <a:custGeom>
              <a:rect b="b" l="l" r="r" t="t"/>
              <a:pathLst>
                <a:path extrusionOk="0" h="1383" w="692">
                  <a:moveTo>
                    <a:pt x="1" y="1"/>
                  </a:moveTo>
                  <a:lnTo>
                    <a:pt x="1" y="1382"/>
                  </a:lnTo>
                  <a:lnTo>
                    <a:pt x="691" y="1382"/>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0" name="Google Shape;30580;p155"/>
            <p:cNvSpPr/>
            <p:nvPr/>
          </p:nvSpPr>
          <p:spPr>
            <a:xfrm>
              <a:off x="5489965" y="2566320"/>
              <a:ext cx="56253" cy="19967"/>
            </a:xfrm>
            <a:custGeom>
              <a:rect b="b" l="l" r="r" t="t"/>
              <a:pathLst>
                <a:path extrusionOk="0" h="668" w="1882">
                  <a:moveTo>
                    <a:pt x="0" y="1"/>
                  </a:moveTo>
                  <a:lnTo>
                    <a:pt x="0" y="668"/>
                  </a:lnTo>
                  <a:lnTo>
                    <a:pt x="1881" y="668"/>
                  </a:lnTo>
                  <a:lnTo>
                    <a:pt x="188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1" name="Google Shape;30581;p155"/>
            <p:cNvSpPr/>
            <p:nvPr/>
          </p:nvSpPr>
          <p:spPr>
            <a:xfrm>
              <a:off x="5621631" y="2566320"/>
              <a:ext cx="56283" cy="19967"/>
            </a:xfrm>
            <a:custGeom>
              <a:rect b="b" l="l" r="r" t="t"/>
              <a:pathLst>
                <a:path extrusionOk="0" h="668" w="1883">
                  <a:moveTo>
                    <a:pt x="1" y="1"/>
                  </a:moveTo>
                  <a:lnTo>
                    <a:pt x="1" y="668"/>
                  </a:lnTo>
                  <a:lnTo>
                    <a:pt x="1882" y="668"/>
                  </a:lnTo>
                  <a:lnTo>
                    <a:pt x="1882"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2" name="Google Shape;30582;p155"/>
            <p:cNvSpPr/>
            <p:nvPr/>
          </p:nvSpPr>
          <p:spPr>
            <a:xfrm>
              <a:off x="5571804" y="2604071"/>
              <a:ext cx="20684" cy="42713"/>
            </a:xfrm>
            <a:custGeom>
              <a:rect b="b" l="l" r="r" t="t"/>
              <a:pathLst>
                <a:path extrusionOk="0" h="1429"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3" name="Google Shape;30583;p155"/>
            <p:cNvSpPr/>
            <p:nvPr/>
          </p:nvSpPr>
          <p:spPr>
            <a:xfrm>
              <a:off x="5697792" y="2604071"/>
              <a:ext cx="20684" cy="42713"/>
            </a:xfrm>
            <a:custGeom>
              <a:rect b="b" l="l" r="r" t="t"/>
              <a:pathLst>
                <a:path extrusionOk="0" h="1429" w="692">
                  <a:moveTo>
                    <a:pt x="1" y="0"/>
                  </a:moveTo>
                  <a:lnTo>
                    <a:pt x="1" y="1429"/>
                  </a:lnTo>
                  <a:lnTo>
                    <a:pt x="691" y="1429"/>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4" name="Google Shape;30584;p155"/>
            <p:cNvSpPr/>
            <p:nvPr/>
          </p:nvSpPr>
          <p:spPr>
            <a:xfrm>
              <a:off x="5697792" y="2690902"/>
              <a:ext cx="20684" cy="42743"/>
            </a:xfrm>
            <a:custGeom>
              <a:rect b="b" l="l" r="r" t="t"/>
              <a:pathLst>
                <a:path extrusionOk="0" h="1430" w="692">
                  <a:moveTo>
                    <a:pt x="1" y="0"/>
                  </a:moveTo>
                  <a:lnTo>
                    <a:pt x="1" y="1429"/>
                  </a:lnTo>
                  <a:lnTo>
                    <a:pt x="691" y="1429"/>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5" name="Google Shape;30585;p155"/>
            <p:cNvSpPr/>
            <p:nvPr/>
          </p:nvSpPr>
          <p:spPr>
            <a:xfrm>
              <a:off x="5571804" y="2690902"/>
              <a:ext cx="20684" cy="42743"/>
            </a:xfrm>
            <a:custGeom>
              <a:rect b="b" l="l" r="r" t="t"/>
              <a:pathLst>
                <a:path extrusionOk="0" h="1430"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6" name="Google Shape;30586;p155"/>
            <p:cNvSpPr/>
            <p:nvPr/>
          </p:nvSpPr>
          <p:spPr>
            <a:xfrm>
              <a:off x="5445100" y="2604071"/>
              <a:ext cx="20684" cy="42713"/>
            </a:xfrm>
            <a:custGeom>
              <a:rect b="b" l="l" r="r" t="t"/>
              <a:pathLst>
                <a:path extrusionOk="0" h="1429"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7" name="Google Shape;30587;p155"/>
            <p:cNvSpPr/>
            <p:nvPr/>
          </p:nvSpPr>
          <p:spPr>
            <a:xfrm>
              <a:off x="5445100" y="2691620"/>
              <a:ext cx="20684" cy="42743"/>
            </a:xfrm>
            <a:custGeom>
              <a:rect b="b" l="l" r="r" t="t"/>
              <a:pathLst>
                <a:path extrusionOk="0" h="1430"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8" name="Google Shape;30588;p155"/>
            <p:cNvSpPr/>
            <p:nvPr/>
          </p:nvSpPr>
          <p:spPr>
            <a:xfrm>
              <a:off x="5662222" y="2549970"/>
              <a:ext cx="91135" cy="64084"/>
            </a:xfrm>
            <a:custGeom>
              <a:rect b="b" l="l" r="r" t="t"/>
              <a:pathLst>
                <a:path extrusionOk="0" h="2144" w="3049">
                  <a:moveTo>
                    <a:pt x="0" y="0"/>
                  </a:moveTo>
                  <a:lnTo>
                    <a:pt x="0" y="2144"/>
                  </a:lnTo>
                  <a:lnTo>
                    <a:pt x="3048" y="2144"/>
                  </a:lnTo>
                  <a:lnTo>
                    <a:pt x="304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9" name="Google Shape;30589;p155"/>
            <p:cNvSpPr/>
            <p:nvPr/>
          </p:nvSpPr>
          <p:spPr>
            <a:xfrm>
              <a:off x="5662222" y="2637518"/>
              <a:ext cx="91135" cy="64084"/>
            </a:xfrm>
            <a:custGeom>
              <a:rect b="b" l="l" r="r" t="t"/>
              <a:pathLst>
                <a:path extrusionOk="0" h="2144" w="3049">
                  <a:moveTo>
                    <a:pt x="0" y="0"/>
                  </a:moveTo>
                  <a:lnTo>
                    <a:pt x="0" y="2144"/>
                  </a:lnTo>
                  <a:lnTo>
                    <a:pt x="3048" y="2144"/>
                  </a:lnTo>
                  <a:lnTo>
                    <a:pt x="304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0" name="Google Shape;30590;p155"/>
            <p:cNvSpPr/>
            <p:nvPr/>
          </p:nvSpPr>
          <p:spPr>
            <a:xfrm>
              <a:off x="5409500" y="2549970"/>
              <a:ext cx="91164" cy="64084"/>
            </a:xfrm>
            <a:custGeom>
              <a:rect b="b" l="l" r="r" t="t"/>
              <a:pathLst>
                <a:path extrusionOk="0" h="2144" w="3050">
                  <a:moveTo>
                    <a:pt x="1" y="0"/>
                  </a:moveTo>
                  <a:lnTo>
                    <a:pt x="1" y="2144"/>
                  </a:lnTo>
                  <a:lnTo>
                    <a:pt x="3049" y="2144"/>
                  </a:lnTo>
                  <a:lnTo>
                    <a:pt x="3049"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1" name="Google Shape;30591;p155"/>
            <p:cNvSpPr/>
            <p:nvPr/>
          </p:nvSpPr>
          <p:spPr>
            <a:xfrm>
              <a:off x="5409500" y="2637518"/>
              <a:ext cx="91164" cy="64084"/>
            </a:xfrm>
            <a:custGeom>
              <a:rect b="b" l="l" r="r" t="t"/>
              <a:pathLst>
                <a:path extrusionOk="0" h="2144" w="3050">
                  <a:moveTo>
                    <a:pt x="1" y="0"/>
                  </a:moveTo>
                  <a:lnTo>
                    <a:pt x="1" y="2144"/>
                  </a:lnTo>
                  <a:lnTo>
                    <a:pt x="3049" y="2144"/>
                  </a:lnTo>
                  <a:lnTo>
                    <a:pt x="3049"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2" name="Google Shape;30592;p155"/>
            <p:cNvSpPr/>
            <p:nvPr/>
          </p:nvSpPr>
          <p:spPr>
            <a:xfrm>
              <a:off x="5671458" y="2724349"/>
              <a:ext cx="72633" cy="73350"/>
            </a:xfrm>
            <a:custGeom>
              <a:rect b="b" l="l" r="r" t="t"/>
              <a:pathLst>
                <a:path extrusionOk="0" h="2454" w="243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3" name="Google Shape;30593;p155"/>
            <p:cNvSpPr/>
            <p:nvPr/>
          </p:nvSpPr>
          <p:spPr>
            <a:xfrm>
              <a:off x="5418766" y="2724349"/>
              <a:ext cx="72633" cy="73350"/>
            </a:xfrm>
            <a:custGeom>
              <a:rect b="b" l="l" r="r" t="t"/>
              <a:pathLst>
                <a:path extrusionOk="0" h="2454" w="243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4" name="Google Shape;30594;p155"/>
            <p:cNvSpPr/>
            <p:nvPr/>
          </p:nvSpPr>
          <p:spPr>
            <a:xfrm>
              <a:off x="5581788" y="2516493"/>
              <a:ext cx="9266" cy="41338"/>
            </a:xfrm>
            <a:custGeom>
              <a:rect b="b" l="l" r="r" t="t"/>
              <a:pathLst>
                <a:path extrusionOk="0" h="1383" w="310">
                  <a:moveTo>
                    <a:pt x="0" y="1"/>
                  </a:moveTo>
                  <a:lnTo>
                    <a:pt x="0" y="1382"/>
                  </a:lnTo>
                  <a:lnTo>
                    <a:pt x="310" y="1382"/>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5" name="Google Shape;30595;p155"/>
            <p:cNvSpPr/>
            <p:nvPr/>
          </p:nvSpPr>
          <p:spPr>
            <a:xfrm>
              <a:off x="5581788" y="2604071"/>
              <a:ext cx="9266" cy="42713"/>
            </a:xfrm>
            <a:custGeom>
              <a:rect b="b" l="l" r="r" t="t"/>
              <a:pathLst>
                <a:path extrusionOk="0" h="1429" w="310">
                  <a:moveTo>
                    <a:pt x="0" y="0"/>
                  </a:moveTo>
                  <a:lnTo>
                    <a:pt x="0" y="1429"/>
                  </a:lnTo>
                  <a:lnTo>
                    <a:pt x="310" y="1429"/>
                  </a:lnTo>
                  <a:lnTo>
                    <a:pt x="31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6" name="Google Shape;30596;p155"/>
            <p:cNvSpPr/>
            <p:nvPr/>
          </p:nvSpPr>
          <p:spPr>
            <a:xfrm>
              <a:off x="5581788" y="2690902"/>
              <a:ext cx="9266" cy="42743"/>
            </a:xfrm>
            <a:custGeom>
              <a:rect b="b" l="l" r="r" t="t"/>
              <a:pathLst>
                <a:path extrusionOk="0" h="1430" w="310">
                  <a:moveTo>
                    <a:pt x="0" y="0"/>
                  </a:moveTo>
                  <a:lnTo>
                    <a:pt x="0" y="1429"/>
                  </a:lnTo>
                  <a:lnTo>
                    <a:pt x="310" y="1429"/>
                  </a:lnTo>
                  <a:lnTo>
                    <a:pt x="31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7" name="Google Shape;30597;p155"/>
            <p:cNvSpPr/>
            <p:nvPr/>
          </p:nvSpPr>
          <p:spPr>
            <a:xfrm>
              <a:off x="5536205" y="2549970"/>
              <a:ext cx="90447" cy="64084"/>
            </a:xfrm>
            <a:custGeom>
              <a:rect b="b" l="l" r="r" t="t"/>
              <a:pathLst>
                <a:path extrusionOk="0" h="2144" w="3026">
                  <a:moveTo>
                    <a:pt x="1" y="0"/>
                  </a:moveTo>
                  <a:lnTo>
                    <a:pt x="1" y="2144"/>
                  </a:lnTo>
                  <a:lnTo>
                    <a:pt x="3025" y="2144"/>
                  </a:lnTo>
                  <a:lnTo>
                    <a:pt x="302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8" name="Google Shape;30598;p155"/>
            <p:cNvSpPr/>
            <p:nvPr/>
          </p:nvSpPr>
          <p:spPr>
            <a:xfrm>
              <a:off x="5536205" y="2637518"/>
              <a:ext cx="90447" cy="64084"/>
            </a:xfrm>
            <a:custGeom>
              <a:rect b="b" l="l" r="r" t="t"/>
              <a:pathLst>
                <a:path extrusionOk="0" h="2144" w="3026">
                  <a:moveTo>
                    <a:pt x="1" y="0"/>
                  </a:moveTo>
                  <a:lnTo>
                    <a:pt x="1" y="2144"/>
                  </a:lnTo>
                  <a:lnTo>
                    <a:pt x="3025" y="2144"/>
                  </a:lnTo>
                  <a:lnTo>
                    <a:pt x="302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9" name="Google Shape;30599;p155"/>
            <p:cNvSpPr/>
            <p:nvPr/>
          </p:nvSpPr>
          <p:spPr>
            <a:xfrm>
              <a:off x="5544754" y="2724349"/>
              <a:ext cx="73350" cy="73350"/>
            </a:xfrm>
            <a:custGeom>
              <a:rect b="b" l="l" r="r" t="t"/>
              <a:pathLst>
                <a:path extrusionOk="0" h="2454" w="2454">
                  <a:moveTo>
                    <a:pt x="1239" y="1"/>
                  </a:moveTo>
                  <a:cubicBezTo>
                    <a:pt x="548" y="1"/>
                    <a:pt x="1" y="548"/>
                    <a:pt x="1" y="1215"/>
                  </a:cubicBezTo>
                  <a:cubicBezTo>
                    <a:pt x="1" y="1906"/>
                    <a:pt x="548" y="2454"/>
                    <a:pt x="1239" y="2454"/>
                  </a:cubicBezTo>
                  <a:cubicBezTo>
                    <a:pt x="1906" y="2454"/>
                    <a:pt x="2454" y="1906"/>
                    <a:pt x="2454" y="1215"/>
                  </a:cubicBezTo>
                  <a:cubicBezTo>
                    <a:pt x="2454" y="548"/>
                    <a:pt x="1906" y="1"/>
                    <a:pt x="1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0" name="Google Shape;30600;p155"/>
            <p:cNvSpPr/>
            <p:nvPr/>
          </p:nvSpPr>
          <p:spPr>
            <a:xfrm>
              <a:off x="5528374" y="2453873"/>
              <a:ext cx="107514" cy="72633"/>
            </a:xfrm>
            <a:custGeom>
              <a:rect b="b" l="l" r="r" t="t"/>
              <a:pathLst>
                <a:path extrusionOk="0" h="2430" w="3597">
                  <a:moveTo>
                    <a:pt x="1" y="0"/>
                  </a:moveTo>
                  <a:lnTo>
                    <a:pt x="1" y="2429"/>
                  </a:lnTo>
                  <a:lnTo>
                    <a:pt x="3597" y="2429"/>
                  </a:lnTo>
                  <a:lnTo>
                    <a:pt x="3597"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1" name="Google Shape;30601;p155"/>
            <p:cNvSpPr/>
            <p:nvPr/>
          </p:nvSpPr>
          <p:spPr>
            <a:xfrm>
              <a:off x="5581788" y="2724349"/>
              <a:ext cx="36316" cy="73350"/>
            </a:xfrm>
            <a:custGeom>
              <a:rect b="b" l="l" r="r" t="t"/>
              <a:pathLst>
                <a:path extrusionOk="0" h="2454" w="1215">
                  <a:moveTo>
                    <a:pt x="0" y="1"/>
                  </a:moveTo>
                  <a:lnTo>
                    <a:pt x="0" y="2454"/>
                  </a:lnTo>
                  <a:cubicBezTo>
                    <a:pt x="667" y="2454"/>
                    <a:pt x="1215" y="1906"/>
                    <a:pt x="1215" y="1215"/>
                  </a:cubicBezTo>
                  <a:cubicBezTo>
                    <a:pt x="1215" y="572"/>
                    <a:pt x="667"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2" name="Google Shape;30602;p155"/>
            <p:cNvSpPr/>
            <p:nvPr/>
          </p:nvSpPr>
          <p:spPr>
            <a:xfrm>
              <a:off x="5581788" y="2549970"/>
              <a:ext cx="44865" cy="64084"/>
            </a:xfrm>
            <a:custGeom>
              <a:rect b="b" l="l" r="r" t="t"/>
              <a:pathLst>
                <a:path extrusionOk="0" h="2144" w="1501">
                  <a:moveTo>
                    <a:pt x="0" y="0"/>
                  </a:moveTo>
                  <a:lnTo>
                    <a:pt x="0" y="2144"/>
                  </a:lnTo>
                  <a:lnTo>
                    <a:pt x="1500" y="2144"/>
                  </a:lnTo>
                  <a:lnTo>
                    <a:pt x="1500"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3" name="Google Shape;30603;p155"/>
            <p:cNvSpPr/>
            <p:nvPr/>
          </p:nvSpPr>
          <p:spPr>
            <a:xfrm>
              <a:off x="5581788" y="2637518"/>
              <a:ext cx="44865" cy="64084"/>
            </a:xfrm>
            <a:custGeom>
              <a:rect b="b" l="l" r="r" t="t"/>
              <a:pathLst>
                <a:path extrusionOk="0" h="2144" w="1501">
                  <a:moveTo>
                    <a:pt x="0" y="0"/>
                  </a:moveTo>
                  <a:lnTo>
                    <a:pt x="0" y="2144"/>
                  </a:lnTo>
                  <a:lnTo>
                    <a:pt x="1500" y="2144"/>
                  </a:lnTo>
                  <a:lnTo>
                    <a:pt x="150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4" name="Google Shape;30604;p155"/>
            <p:cNvSpPr/>
            <p:nvPr/>
          </p:nvSpPr>
          <p:spPr>
            <a:xfrm>
              <a:off x="5581788" y="2453873"/>
              <a:ext cx="53413" cy="72633"/>
            </a:xfrm>
            <a:custGeom>
              <a:rect b="b" l="l" r="r" t="t"/>
              <a:pathLst>
                <a:path extrusionOk="0" h="2430" w="1787">
                  <a:moveTo>
                    <a:pt x="0" y="0"/>
                  </a:moveTo>
                  <a:lnTo>
                    <a:pt x="0" y="2429"/>
                  </a:lnTo>
                  <a:lnTo>
                    <a:pt x="1786" y="2429"/>
                  </a:lnTo>
                  <a:lnTo>
                    <a:pt x="178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5" name="Google Shape;30605;p155"/>
          <p:cNvGrpSpPr/>
          <p:nvPr/>
        </p:nvGrpSpPr>
        <p:grpSpPr>
          <a:xfrm>
            <a:off x="4782742" y="2305747"/>
            <a:ext cx="344544" cy="340270"/>
            <a:chOff x="4744642" y="2458147"/>
            <a:chExt cx="344544" cy="340270"/>
          </a:xfrm>
        </p:grpSpPr>
        <p:sp>
          <p:nvSpPr>
            <p:cNvPr id="30606" name="Google Shape;30606;p155"/>
            <p:cNvSpPr/>
            <p:nvPr/>
          </p:nvSpPr>
          <p:spPr>
            <a:xfrm>
              <a:off x="4877743" y="2458147"/>
              <a:ext cx="76907" cy="76907"/>
            </a:xfrm>
            <a:custGeom>
              <a:rect b="b" l="l" r="r" t="t"/>
              <a:pathLst>
                <a:path extrusionOk="0" h="2573" w="2573">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7" name="Google Shape;30607;p155"/>
            <p:cNvSpPr/>
            <p:nvPr/>
          </p:nvSpPr>
          <p:spPr>
            <a:xfrm>
              <a:off x="4966009" y="2490159"/>
              <a:ext cx="76190" cy="76907"/>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8" name="Google Shape;30608;p155"/>
            <p:cNvSpPr/>
            <p:nvPr/>
          </p:nvSpPr>
          <p:spPr>
            <a:xfrm>
              <a:off x="5012279" y="2570594"/>
              <a:ext cx="76907" cy="76190"/>
            </a:xfrm>
            <a:custGeom>
              <a:rect b="b" l="l" r="r" t="t"/>
              <a:pathLst>
                <a:path extrusionOk="0" h="2549" w="2573">
                  <a:moveTo>
                    <a:pt x="1287" y="1"/>
                  </a:moveTo>
                  <a:cubicBezTo>
                    <a:pt x="572" y="1"/>
                    <a:pt x="1" y="572"/>
                    <a:pt x="1" y="1287"/>
                  </a:cubicBezTo>
                  <a:cubicBezTo>
                    <a:pt x="1" y="1977"/>
                    <a:pt x="572" y="2549"/>
                    <a:pt x="1287" y="2549"/>
                  </a:cubicBezTo>
                  <a:cubicBezTo>
                    <a:pt x="1977" y="2549"/>
                    <a:pt x="2573" y="1977"/>
                    <a:pt x="2573" y="1287"/>
                  </a:cubicBezTo>
                  <a:cubicBezTo>
                    <a:pt x="2573" y="572"/>
                    <a:pt x="1977"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9" name="Google Shape;30609;p155"/>
            <p:cNvSpPr/>
            <p:nvPr/>
          </p:nvSpPr>
          <p:spPr>
            <a:xfrm>
              <a:off x="4995899" y="2661729"/>
              <a:ext cx="76907" cy="76907"/>
            </a:xfrm>
            <a:custGeom>
              <a:rect b="b" l="l" r="r" t="t"/>
              <a:pathLst>
                <a:path extrusionOk="0" h="2573" w="2573">
                  <a:moveTo>
                    <a:pt x="1287" y="0"/>
                  </a:moveTo>
                  <a:cubicBezTo>
                    <a:pt x="596" y="0"/>
                    <a:pt x="1" y="595"/>
                    <a:pt x="1" y="1286"/>
                  </a:cubicBezTo>
                  <a:cubicBezTo>
                    <a:pt x="1" y="2000"/>
                    <a:pt x="596" y="2572"/>
                    <a:pt x="1287" y="2572"/>
                  </a:cubicBezTo>
                  <a:cubicBezTo>
                    <a:pt x="2001" y="2572"/>
                    <a:pt x="2573" y="2000"/>
                    <a:pt x="2573" y="1286"/>
                  </a:cubicBezTo>
                  <a:cubicBezTo>
                    <a:pt x="2573" y="595"/>
                    <a:pt x="2001" y="0"/>
                    <a:pt x="1287"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0" name="Google Shape;30610;p155"/>
            <p:cNvSpPr/>
            <p:nvPr/>
          </p:nvSpPr>
          <p:spPr>
            <a:xfrm>
              <a:off x="4924731" y="2721510"/>
              <a:ext cx="76907" cy="76907"/>
            </a:xfrm>
            <a:custGeom>
              <a:rect b="b" l="l" r="r" t="t"/>
              <a:pathLst>
                <a:path extrusionOk="0" h="2573" w="2573">
                  <a:moveTo>
                    <a:pt x="1286" y="0"/>
                  </a:moveTo>
                  <a:cubicBezTo>
                    <a:pt x="596" y="0"/>
                    <a:pt x="0" y="572"/>
                    <a:pt x="0" y="1286"/>
                  </a:cubicBezTo>
                  <a:cubicBezTo>
                    <a:pt x="0" y="2001"/>
                    <a:pt x="596" y="2572"/>
                    <a:pt x="1286" y="2572"/>
                  </a:cubicBezTo>
                  <a:cubicBezTo>
                    <a:pt x="2001" y="2572"/>
                    <a:pt x="2572" y="2001"/>
                    <a:pt x="2572" y="1286"/>
                  </a:cubicBezTo>
                  <a:cubicBezTo>
                    <a:pt x="2572" y="572"/>
                    <a:pt x="2001" y="0"/>
                    <a:pt x="128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1" name="Google Shape;30611;p155"/>
            <p:cNvSpPr/>
            <p:nvPr/>
          </p:nvSpPr>
          <p:spPr>
            <a:xfrm>
              <a:off x="4831473" y="2721510"/>
              <a:ext cx="76907" cy="76907"/>
            </a:xfrm>
            <a:custGeom>
              <a:rect b="b" l="l" r="r" t="t"/>
              <a:pathLst>
                <a:path extrusionOk="0" h="2573" w="2573">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2" name="Google Shape;30612;p155"/>
            <p:cNvSpPr/>
            <p:nvPr/>
          </p:nvSpPr>
          <p:spPr>
            <a:xfrm>
              <a:off x="4760304" y="2661729"/>
              <a:ext cx="76907" cy="76907"/>
            </a:xfrm>
            <a:custGeom>
              <a:rect b="b" l="l" r="r" t="t"/>
              <a:pathLst>
                <a:path extrusionOk="0" h="2573" w="2573">
                  <a:moveTo>
                    <a:pt x="1286" y="0"/>
                  </a:moveTo>
                  <a:cubicBezTo>
                    <a:pt x="572" y="0"/>
                    <a:pt x="0" y="595"/>
                    <a:pt x="0" y="1286"/>
                  </a:cubicBezTo>
                  <a:cubicBezTo>
                    <a:pt x="0" y="2000"/>
                    <a:pt x="572" y="2572"/>
                    <a:pt x="1286" y="2572"/>
                  </a:cubicBezTo>
                  <a:cubicBezTo>
                    <a:pt x="2001" y="2572"/>
                    <a:pt x="2572" y="2000"/>
                    <a:pt x="2572" y="1286"/>
                  </a:cubicBezTo>
                  <a:cubicBezTo>
                    <a:pt x="2572" y="595"/>
                    <a:pt x="2001" y="0"/>
                    <a:pt x="1286"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3" name="Google Shape;30613;p155"/>
            <p:cNvSpPr/>
            <p:nvPr/>
          </p:nvSpPr>
          <p:spPr>
            <a:xfrm>
              <a:off x="4744642" y="2570594"/>
              <a:ext cx="76190" cy="76190"/>
            </a:xfrm>
            <a:custGeom>
              <a:rect b="b" l="l" r="r" t="t"/>
              <a:pathLst>
                <a:path extrusionOk="0" h="2549" w="2549">
                  <a:moveTo>
                    <a:pt x="1286" y="1"/>
                  </a:moveTo>
                  <a:cubicBezTo>
                    <a:pt x="572" y="1"/>
                    <a:pt x="0" y="572"/>
                    <a:pt x="0" y="1287"/>
                  </a:cubicBezTo>
                  <a:cubicBezTo>
                    <a:pt x="0" y="1977"/>
                    <a:pt x="572" y="2549"/>
                    <a:pt x="1286" y="2549"/>
                  </a:cubicBezTo>
                  <a:cubicBezTo>
                    <a:pt x="1977" y="2549"/>
                    <a:pt x="2549" y="1977"/>
                    <a:pt x="2549" y="1287"/>
                  </a:cubicBezTo>
                  <a:cubicBezTo>
                    <a:pt x="2549" y="572"/>
                    <a:pt x="1977" y="1"/>
                    <a:pt x="128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4" name="Google Shape;30614;p155"/>
            <p:cNvSpPr/>
            <p:nvPr/>
          </p:nvSpPr>
          <p:spPr>
            <a:xfrm>
              <a:off x="4790912" y="2490159"/>
              <a:ext cx="76190" cy="76907"/>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5" name="Google Shape;30615;p155"/>
            <p:cNvSpPr/>
            <p:nvPr/>
          </p:nvSpPr>
          <p:spPr>
            <a:xfrm>
              <a:off x="4893406" y="2638236"/>
              <a:ext cx="89730" cy="20654"/>
            </a:xfrm>
            <a:custGeom>
              <a:rect b="b" l="l" r="r" t="t"/>
              <a:pathLst>
                <a:path extrusionOk="0" h="691" w="3002">
                  <a:moveTo>
                    <a:pt x="1" y="0"/>
                  </a:moveTo>
                  <a:lnTo>
                    <a:pt x="1" y="691"/>
                  </a:lnTo>
                  <a:lnTo>
                    <a:pt x="3001" y="691"/>
                  </a:lnTo>
                  <a:lnTo>
                    <a:pt x="300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6" name="Google Shape;30616;p155"/>
            <p:cNvSpPr/>
            <p:nvPr/>
          </p:nvSpPr>
          <p:spPr>
            <a:xfrm>
              <a:off x="4893406" y="2596927"/>
              <a:ext cx="89730" cy="20684"/>
            </a:xfrm>
            <a:custGeom>
              <a:rect b="b" l="l" r="r" t="t"/>
              <a:pathLst>
                <a:path extrusionOk="0" h="692" w="3002">
                  <a:moveTo>
                    <a:pt x="1" y="1"/>
                  </a:moveTo>
                  <a:lnTo>
                    <a:pt x="1" y="692"/>
                  </a:lnTo>
                  <a:lnTo>
                    <a:pt x="3001" y="692"/>
                  </a:lnTo>
                  <a:lnTo>
                    <a:pt x="300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7" name="Google Shape;30617;p155"/>
            <p:cNvSpPr/>
            <p:nvPr/>
          </p:nvSpPr>
          <p:spPr>
            <a:xfrm>
              <a:off x="4851410" y="2638236"/>
              <a:ext cx="20684" cy="20654"/>
            </a:xfrm>
            <a:custGeom>
              <a:rect b="b" l="l" r="r" t="t"/>
              <a:pathLst>
                <a:path extrusionOk="0" h="691" w="692">
                  <a:moveTo>
                    <a:pt x="1" y="0"/>
                  </a:moveTo>
                  <a:lnTo>
                    <a:pt x="1"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8" name="Google Shape;30618;p155"/>
            <p:cNvSpPr/>
            <p:nvPr/>
          </p:nvSpPr>
          <p:spPr>
            <a:xfrm>
              <a:off x="4851410" y="2596927"/>
              <a:ext cx="20684" cy="20684"/>
            </a:xfrm>
            <a:custGeom>
              <a:rect b="b" l="l" r="r" t="t"/>
              <a:pathLst>
                <a:path extrusionOk="0" h="692" w="692">
                  <a:moveTo>
                    <a:pt x="1" y="1"/>
                  </a:moveTo>
                  <a:lnTo>
                    <a:pt x="1" y="692"/>
                  </a:lnTo>
                  <a:lnTo>
                    <a:pt x="691" y="692"/>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9" name="Google Shape;30619;p155"/>
            <p:cNvSpPr/>
            <p:nvPr/>
          </p:nvSpPr>
          <p:spPr>
            <a:xfrm>
              <a:off x="4916899" y="2458147"/>
              <a:ext cx="38468" cy="76907"/>
            </a:xfrm>
            <a:custGeom>
              <a:rect b="b" l="l" r="r" t="t"/>
              <a:pathLst>
                <a:path extrusionOk="0" h="2573" w="1287">
                  <a:moveTo>
                    <a:pt x="1" y="0"/>
                  </a:moveTo>
                  <a:lnTo>
                    <a:pt x="1" y="2572"/>
                  </a:lnTo>
                  <a:cubicBezTo>
                    <a:pt x="691" y="2572"/>
                    <a:pt x="1286" y="2001"/>
                    <a:pt x="1286" y="1286"/>
                  </a:cubicBezTo>
                  <a:cubicBezTo>
                    <a:pt x="1286" y="572"/>
                    <a:pt x="715"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0" name="Google Shape;30620;p155"/>
            <p:cNvSpPr/>
            <p:nvPr/>
          </p:nvSpPr>
          <p:spPr>
            <a:xfrm>
              <a:off x="4916899" y="2596927"/>
              <a:ext cx="66236" cy="20684"/>
            </a:xfrm>
            <a:custGeom>
              <a:rect b="b" l="l" r="r" t="t"/>
              <a:pathLst>
                <a:path extrusionOk="0" h="692" w="2216">
                  <a:moveTo>
                    <a:pt x="1" y="1"/>
                  </a:moveTo>
                  <a:lnTo>
                    <a:pt x="1" y="692"/>
                  </a:lnTo>
                  <a:lnTo>
                    <a:pt x="2215" y="692"/>
                  </a:lnTo>
                  <a:lnTo>
                    <a:pt x="2215"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1" name="Google Shape;30621;p155"/>
            <p:cNvSpPr/>
            <p:nvPr/>
          </p:nvSpPr>
          <p:spPr>
            <a:xfrm>
              <a:off x="4916899" y="2638236"/>
              <a:ext cx="66236" cy="20654"/>
            </a:xfrm>
            <a:custGeom>
              <a:rect b="b" l="l" r="r" t="t"/>
              <a:pathLst>
                <a:path extrusionOk="0" h="691" w="2216">
                  <a:moveTo>
                    <a:pt x="1" y="0"/>
                  </a:moveTo>
                  <a:lnTo>
                    <a:pt x="1" y="691"/>
                  </a:lnTo>
                  <a:lnTo>
                    <a:pt x="2215" y="691"/>
                  </a:lnTo>
                  <a:lnTo>
                    <a:pt x="221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22" name="Google Shape;30622;p155"/>
          <p:cNvGrpSpPr/>
          <p:nvPr/>
        </p:nvGrpSpPr>
        <p:grpSpPr>
          <a:xfrm>
            <a:off x="4037379" y="2324552"/>
            <a:ext cx="346696" cy="323203"/>
            <a:chOff x="4075479" y="2467383"/>
            <a:chExt cx="346696" cy="323203"/>
          </a:xfrm>
        </p:grpSpPr>
        <p:sp>
          <p:nvSpPr>
            <p:cNvPr id="30623" name="Google Shape;30623;p155"/>
            <p:cNvSpPr/>
            <p:nvPr/>
          </p:nvSpPr>
          <p:spPr>
            <a:xfrm>
              <a:off x="4163057" y="2489472"/>
              <a:ext cx="192910" cy="53413"/>
            </a:xfrm>
            <a:custGeom>
              <a:rect b="b" l="l" r="r" t="t"/>
              <a:pathLst>
                <a:path extrusionOk="0" h="1787" w="6454">
                  <a:moveTo>
                    <a:pt x="0" y="0"/>
                  </a:moveTo>
                  <a:lnTo>
                    <a:pt x="0" y="1786"/>
                  </a:lnTo>
                  <a:lnTo>
                    <a:pt x="6454" y="1786"/>
                  </a:lnTo>
                  <a:lnTo>
                    <a:pt x="645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4" name="Google Shape;30624;p155"/>
            <p:cNvSpPr/>
            <p:nvPr/>
          </p:nvSpPr>
          <p:spPr>
            <a:xfrm>
              <a:off x="4163057" y="2516493"/>
              <a:ext cx="192910" cy="25676"/>
            </a:xfrm>
            <a:custGeom>
              <a:rect b="b" l="l" r="r" t="t"/>
              <a:pathLst>
                <a:path extrusionOk="0" h="859" w="6454">
                  <a:moveTo>
                    <a:pt x="0" y="1"/>
                  </a:moveTo>
                  <a:lnTo>
                    <a:pt x="0" y="858"/>
                  </a:lnTo>
                  <a:lnTo>
                    <a:pt x="6454" y="858"/>
                  </a:lnTo>
                  <a:lnTo>
                    <a:pt x="645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5" name="Google Shape;30625;p155"/>
            <p:cNvSpPr/>
            <p:nvPr/>
          </p:nvSpPr>
          <p:spPr>
            <a:xfrm>
              <a:off x="4076914" y="2467383"/>
              <a:ext cx="97561" cy="97561"/>
            </a:xfrm>
            <a:custGeom>
              <a:rect b="b" l="l" r="r" t="t"/>
              <a:pathLst>
                <a:path extrusionOk="0" h="3264" w="3264">
                  <a:moveTo>
                    <a:pt x="1620" y="1"/>
                  </a:moveTo>
                  <a:cubicBezTo>
                    <a:pt x="715" y="1"/>
                    <a:pt x="1" y="739"/>
                    <a:pt x="1" y="1620"/>
                  </a:cubicBezTo>
                  <a:cubicBezTo>
                    <a:pt x="1" y="2525"/>
                    <a:pt x="715" y="3263"/>
                    <a:pt x="1620" y="3263"/>
                  </a:cubicBezTo>
                  <a:cubicBezTo>
                    <a:pt x="2525" y="3263"/>
                    <a:pt x="3263" y="2525"/>
                    <a:pt x="3263" y="1620"/>
                  </a:cubicBezTo>
                  <a:cubicBezTo>
                    <a:pt x="3263" y="739"/>
                    <a:pt x="2525" y="1"/>
                    <a:pt x="162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6" name="Google Shape;30626;p155"/>
            <p:cNvSpPr/>
            <p:nvPr/>
          </p:nvSpPr>
          <p:spPr>
            <a:xfrm>
              <a:off x="4076914" y="2516493"/>
              <a:ext cx="97561" cy="48452"/>
            </a:xfrm>
            <a:custGeom>
              <a:rect b="b" l="l" r="r" t="t"/>
              <a:pathLst>
                <a:path extrusionOk="0" h="1621" w="3264">
                  <a:moveTo>
                    <a:pt x="1" y="1"/>
                  </a:moveTo>
                  <a:cubicBezTo>
                    <a:pt x="1" y="882"/>
                    <a:pt x="739" y="1620"/>
                    <a:pt x="1620" y="1620"/>
                  </a:cubicBezTo>
                  <a:cubicBezTo>
                    <a:pt x="2525" y="1620"/>
                    <a:pt x="3263" y="882"/>
                    <a:pt x="3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7" name="Google Shape;30627;p155"/>
            <p:cNvSpPr/>
            <p:nvPr/>
          </p:nvSpPr>
          <p:spPr>
            <a:xfrm>
              <a:off x="4354534" y="2489472"/>
              <a:ext cx="67641" cy="53413"/>
            </a:xfrm>
            <a:custGeom>
              <a:rect b="b" l="l" r="r" t="t"/>
              <a:pathLst>
                <a:path extrusionOk="0" h="1787" w="2263">
                  <a:moveTo>
                    <a:pt x="0" y="0"/>
                  </a:moveTo>
                  <a:lnTo>
                    <a:pt x="0" y="1786"/>
                  </a:lnTo>
                  <a:lnTo>
                    <a:pt x="1358" y="1786"/>
                  </a:lnTo>
                  <a:cubicBezTo>
                    <a:pt x="1596" y="1786"/>
                    <a:pt x="1834" y="1667"/>
                    <a:pt x="1977" y="1524"/>
                  </a:cubicBezTo>
                  <a:cubicBezTo>
                    <a:pt x="2167" y="1334"/>
                    <a:pt x="2263" y="1072"/>
                    <a:pt x="2215" y="786"/>
                  </a:cubicBezTo>
                  <a:cubicBezTo>
                    <a:pt x="2167" y="333"/>
                    <a:pt x="1739" y="0"/>
                    <a:pt x="133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8" name="Google Shape;30628;p155"/>
            <p:cNvSpPr/>
            <p:nvPr/>
          </p:nvSpPr>
          <p:spPr>
            <a:xfrm>
              <a:off x="4354886" y="2516493"/>
              <a:ext cx="66954" cy="26393"/>
            </a:xfrm>
            <a:custGeom>
              <a:rect b="b" l="l" r="r" t="t"/>
              <a:pathLst>
                <a:path extrusionOk="0" h="883" w="2240">
                  <a:moveTo>
                    <a:pt x="2239" y="1"/>
                  </a:moveTo>
                  <a:cubicBezTo>
                    <a:pt x="2239" y="9"/>
                    <a:pt x="2239" y="17"/>
                    <a:pt x="2239" y="25"/>
                  </a:cubicBezTo>
                  <a:lnTo>
                    <a:pt x="2239" y="25"/>
                  </a:lnTo>
                  <a:lnTo>
                    <a:pt x="2239" y="1"/>
                  </a:lnTo>
                  <a:close/>
                  <a:moveTo>
                    <a:pt x="1" y="25"/>
                  </a:moveTo>
                  <a:lnTo>
                    <a:pt x="1" y="882"/>
                  </a:lnTo>
                  <a:lnTo>
                    <a:pt x="1358" y="882"/>
                  </a:lnTo>
                  <a:cubicBezTo>
                    <a:pt x="1596" y="882"/>
                    <a:pt x="1810" y="763"/>
                    <a:pt x="1977" y="620"/>
                  </a:cubicBezTo>
                  <a:cubicBezTo>
                    <a:pt x="2138" y="436"/>
                    <a:pt x="2233" y="252"/>
                    <a:pt x="2239" y="2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9" name="Google Shape;30629;p155"/>
            <p:cNvSpPr/>
            <p:nvPr/>
          </p:nvSpPr>
          <p:spPr>
            <a:xfrm>
              <a:off x="4163057" y="2714396"/>
              <a:ext cx="192910" cy="53413"/>
            </a:xfrm>
            <a:custGeom>
              <a:rect b="b" l="l" r="r" t="t"/>
              <a:pathLst>
                <a:path extrusionOk="0" h="1787" w="6454">
                  <a:moveTo>
                    <a:pt x="0" y="0"/>
                  </a:moveTo>
                  <a:lnTo>
                    <a:pt x="0" y="1786"/>
                  </a:lnTo>
                  <a:lnTo>
                    <a:pt x="6454" y="1786"/>
                  </a:lnTo>
                  <a:lnTo>
                    <a:pt x="645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0" name="Google Shape;30630;p155"/>
            <p:cNvSpPr/>
            <p:nvPr/>
          </p:nvSpPr>
          <p:spPr>
            <a:xfrm>
              <a:off x="4163057" y="2741447"/>
              <a:ext cx="192910" cy="25646"/>
            </a:xfrm>
            <a:custGeom>
              <a:rect b="b" l="l" r="r" t="t"/>
              <a:pathLst>
                <a:path extrusionOk="0" h="858" w="6454">
                  <a:moveTo>
                    <a:pt x="0" y="0"/>
                  </a:moveTo>
                  <a:lnTo>
                    <a:pt x="0" y="858"/>
                  </a:lnTo>
                  <a:lnTo>
                    <a:pt x="6454" y="858"/>
                  </a:lnTo>
                  <a:lnTo>
                    <a:pt x="6454"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1" name="Google Shape;30631;p155"/>
            <p:cNvSpPr/>
            <p:nvPr/>
          </p:nvSpPr>
          <p:spPr>
            <a:xfrm>
              <a:off x="4076914" y="2692337"/>
              <a:ext cx="97561" cy="98248"/>
            </a:xfrm>
            <a:custGeom>
              <a:rect b="b" l="l" r="r" t="t"/>
              <a:pathLst>
                <a:path extrusionOk="0" h="3287" w="3264">
                  <a:moveTo>
                    <a:pt x="1620" y="0"/>
                  </a:moveTo>
                  <a:cubicBezTo>
                    <a:pt x="715" y="0"/>
                    <a:pt x="1" y="738"/>
                    <a:pt x="1" y="1643"/>
                  </a:cubicBezTo>
                  <a:cubicBezTo>
                    <a:pt x="1" y="2548"/>
                    <a:pt x="715" y="3286"/>
                    <a:pt x="1620" y="3286"/>
                  </a:cubicBezTo>
                  <a:cubicBezTo>
                    <a:pt x="2525" y="3286"/>
                    <a:pt x="3263" y="2548"/>
                    <a:pt x="3263" y="1643"/>
                  </a:cubicBezTo>
                  <a:cubicBezTo>
                    <a:pt x="3263" y="738"/>
                    <a:pt x="2525" y="0"/>
                    <a:pt x="162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2" name="Google Shape;30632;p155"/>
            <p:cNvSpPr/>
            <p:nvPr/>
          </p:nvSpPr>
          <p:spPr>
            <a:xfrm>
              <a:off x="4076914" y="2741447"/>
              <a:ext cx="97561" cy="49139"/>
            </a:xfrm>
            <a:custGeom>
              <a:rect b="b" l="l" r="r" t="t"/>
              <a:pathLst>
                <a:path extrusionOk="0" h="1644" w="3264">
                  <a:moveTo>
                    <a:pt x="1" y="0"/>
                  </a:moveTo>
                  <a:cubicBezTo>
                    <a:pt x="1" y="929"/>
                    <a:pt x="739" y="1643"/>
                    <a:pt x="1620" y="1643"/>
                  </a:cubicBezTo>
                  <a:cubicBezTo>
                    <a:pt x="2525" y="1643"/>
                    <a:pt x="3263" y="881"/>
                    <a:pt x="326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3" name="Google Shape;30633;p155"/>
            <p:cNvSpPr/>
            <p:nvPr/>
          </p:nvSpPr>
          <p:spPr>
            <a:xfrm>
              <a:off x="4354534" y="2714396"/>
              <a:ext cx="67641" cy="53413"/>
            </a:xfrm>
            <a:custGeom>
              <a:rect b="b" l="l" r="r" t="t"/>
              <a:pathLst>
                <a:path extrusionOk="0" h="1787" w="2263">
                  <a:moveTo>
                    <a:pt x="0" y="0"/>
                  </a:moveTo>
                  <a:lnTo>
                    <a:pt x="0" y="1786"/>
                  </a:lnTo>
                  <a:lnTo>
                    <a:pt x="1358" y="1786"/>
                  </a:lnTo>
                  <a:cubicBezTo>
                    <a:pt x="1596" y="1786"/>
                    <a:pt x="1834" y="1667"/>
                    <a:pt x="1977" y="1524"/>
                  </a:cubicBezTo>
                  <a:cubicBezTo>
                    <a:pt x="2167" y="1358"/>
                    <a:pt x="2263" y="1072"/>
                    <a:pt x="2215" y="786"/>
                  </a:cubicBezTo>
                  <a:cubicBezTo>
                    <a:pt x="2167" y="334"/>
                    <a:pt x="1739" y="0"/>
                    <a:pt x="133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4" name="Google Shape;30634;p155"/>
            <p:cNvSpPr/>
            <p:nvPr/>
          </p:nvSpPr>
          <p:spPr>
            <a:xfrm>
              <a:off x="4354886" y="2741447"/>
              <a:ext cx="66954" cy="26363"/>
            </a:xfrm>
            <a:custGeom>
              <a:rect b="b" l="l" r="r" t="t"/>
              <a:pathLst>
                <a:path extrusionOk="0" h="882" w="2240">
                  <a:moveTo>
                    <a:pt x="2239" y="0"/>
                  </a:moveTo>
                  <a:cubicBezTo>
                    <a:pt x="2239" y="8"/>
                    <a:pt x="2239" y="16"/>
                    <a:pt x="2239" y="24"/>
                  </a:cubicBezTo>
                  <a:lnTo>
                    <a:pt x="2239" y="24"/>
                  </a:lnTo>
                  <a:lnTo>
                    <a:pt x="2239" y="0"/>
                  </a:lnTo>
                  <a:close/>
                  <a:moveTo>
                    <a:pt x="1" y="24"/>
                  </a:moveTo>
                  <a:lnTo>
                    <a:pt x="1" y="881"/>
                  </a:lnTo>
                  <a:lnTo>
                    <a:pt x="1358" y="881"/>
                  </a:lnTo>
                  <a:cubicBezTo>
                    <a:pt x="1596" y="881"/>
                    <a:pt x="1810" y="762"/>
                    <a:pt x="1977" y="619"/>
                  </a:cubicBezTo>
                  <a:cubicBezTo>
                    <a:pt x="2138" y="458"/>
                    <a:pt x="2233" y="253"/>
                    <a:pt x="2239" y="2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5" name="Google Shape;30635;p155"/>
            <p:cNvSpPr/>
            <p:nvPr/>
          </p:nvSpPr>
          <p:spPr>
            <a:xfrm>
              <a:off x="4142403" y="2601919"/>
              <a:ext cx="192940" cy="53413"/>
            </a:xfrm>
            <a:custGeom>
              <a:rect b="b" l="l" r="r" t="t"/>
              <a:pathLst>
                <a:path extrusionOk="0" h="1787" w="6455">
                  <a:moveTo>
                    <a:pt x="0" y="1"/>
                  </a:moveTo>
                  <a:lnTo>
                    <a:pt x="0" y="1787"/>
                  </a:lnTo>
                  <a:lnTo>
                    <a:pt x="6454" y="1787"/>
                  </a:lnTo>
                  <a:lnTo>
                    <a:pt x="645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6" name="Google Shape;30636;p155"/>
            <p:cNvSpPr/>
            <p:nvPr/>
          </p:nvSpPr>
          <p:spPr>
            <a:xfrm>
              <a:off x="4142403" y="2628252"/>
              <a:ext cx="192940" cy="25676"/>
            </a:xfrm>
            <a:custGeom>
              <a:rect b="b" l="l" r="r" t="t"/>
              <a:pathLst>
                <a:path extrusionOk="0" h="859" w="6455">
                  <a:moveTo>
                    <a:pt x="0" y="1"/>
                  </a:moveTo>
                  <a:lnTo>
                    <a:pt x="0" y="858"/>
                  </a:lnTo>
                  <a:lnTo>
                    <a:pt x="6454" y="858"/>
                  </a:lnTo>
                  <a:lnTo>
                    <a:pt x="645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7" name="Google Shape;30637;p155"/>
            <p:cNvSpPr/>
            <p:nvPr/>
          </p:nvSpPr>
          <p:spPr>
            <a:xfrm>
              <a:off x="4323209" y="2579143"/>
              <a:ext cx="97531" cy="98248"/>
            </a:xfrm>
            <a:custGeom>
              <a:rect b="b" l="l" r="r" t="t"/>
              <a:pathLst>
                <a:path extrusionOk="0" h="3287" w="3263">
                  <a:moveTo>
                    <a:pt x="1620" y="1"/>
                  </a:moveTo>
                  <a:cubicBezTo>
                    <a:pt x="739" y="1"/>
                    <a:pt x="0" y="739"/>
                    <a:pt x="0" y="1644"/>
                  </a:cubicBezTo>
                  <a:cubicBezTo>
                    <a:pt x="0" y="2549"/>
                    <a:pt x="739" y="3287"/>
                    <a:pt x="1620" y="3287"/>
                  </a:cubicBezTo>
                  <a:cubicBezTo>
                    <a:pt x="2525" y="3287"/>
                    <a:pt x="3263" y="2549"/>
                    <a:pt x="3263" y="1644"/>
                  </a:cubicBezTo>
                  <a:cubicBezTo>
                    <a:pt x="3263" y="739"/>
                    <a:pt x="2525" y="1"/>
                    <a:pt x="162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8" name="Google Shape;30638;p155"/>
            <p:cNvSpPr/>
            <p:nvPr/>
          </p:nvSpPr>
          <p:spPr>
            <a:xfrm>
              <a:off x="4323209" y="2628252"/>
              <a:ext cx="97531" cy="49139"/>
            </a:xfrm>
            <a:custGeom>
              <a:rect b="b" l="l" r="r" t="t"/>
              <a:pathLst>
                <a:path extrusionOk="0" h="1644" w="3263">
                  <a:moveTo>
                    <a:pt x="0" y="1"/>
                  </a:moveTo>
                  <a:cubicBezTo>
                    <a:pt x="0" y="906"/>
                    <a:pt x="739" y="1644"/>
                    <a:pt x="1644" y="1644"/>
                  </a:cubicBezTo>
                  <a:cubicBezTo>
                    <a:pt x="2525" y="1644"/>
                    <a:pt x="3263" y="930"/>
                    <a:pt x="3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9" name="Google Shape;30639;p155"/>
            <p:cNvSpPr/>
            <p:nvPr/>
          </p:nvSpPr>
          <p:spPr>
            <a:xfrm>
              <a:off x="4075479" y="2601919"/>
              <a:ext cx="67671" cy="53413"/>
            </a:xfrm>
            <a:custGeom>
              <a:rect b="b" l="l" r="r" t="t"/>
              <a:pathLst>
                <a:path extrusionOk="0" h="1787" w="2264">
                  <a:moveTo>
                    <a:pt x="930" y="1"/>
                  </a:moveTo>
                  <a:cubicBezTo>
                    <a:pt x="525" y="1"/>
                    <a:pt x="96" y="310"/>
                    <a:pt x="49" y="763"/>
                  </a:cubicBezTo>
                  <a:cubicBezTo>
                    <a:pt x="1" y="1072"/>
                    <a:pt x="96" y="1334"/>
                    <a:pt x="287" y="1501"/>
                  </a:cubicBezTo>
                  <a:cubicBezTo>
                    <a:pt x="430" y="1668"/>
                    <a:pt x="668" y="1787"/>
                    <a:pt x="906" y="1787"/>
                  </a:cubicBezTo>
                  <a:lnTo>
                    <a:pt x="2263" y="1787"/>
                  </a:lnTo>
                  <a:lnTo>
                    <a:pt x="2263"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0" name="Google Shape;30640;p155"/>
            <p:cNvSpPr/>
            <p:nvPr/>
          </p:nvSpPr>
          <p:spPr>
            <a:xfrm>
              <a:off x="4075845" y="2628252"/>
              <a:ext cx="66924" cy="27080"/>
            </a:xfrm>
            <a:custGeom>
              <a:rect b="b" l="l" r="r" t="t"/>
              <a:pathLst>
                <a:path extrusionOk="0" h="906" w="2239">
                  <a:moveTo>
                    <a:pt x="0" y="1"/>
                  </a:moveTo>
                  <a:lnTo>
                    <a:pt x="0" y="25"/>
                  </a:lnTo>
                  <a:lnTo>
                    <a:pt x="1" y="25"/>
                  </a:lnTo>
                  <a:cubicBezTo>
                    <a:pt x="0" y="17"/>
                    <a:pt x="0" y="9"/>
                    <a:pt x="0" y="1"/>
                  </a:cubicBezTo>
                  <a:close/>
                  <a:moveTo>
                    <a:pt x="1" y="25"/>
                  </a:moveTo>
                  <a:cubicBezTo>
                    <a:pt x="7" y="253"/>
                    <a:pt x="101" y="459"/>
                    <a:pt x="262" y="620"/>
                  </a:cubicBezTo>
                  <a:cubicBezTo>
                    <a:pt x="405" y="787"/>
                    <a:pt x="643" y="906"/>
                    <a:pt x="882" y="906"/>
                  </a:cubicBezTo>
                  <a:lnTo>
                    <a:pt x="2239" y="906"/>
                  </a:lnTo>
                  <a:lnTo>
                    <a:pt x="2239" y="2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1" name="Google Shape;30641;p155"/>
          <p:cNvGrpSpPr/>
          <p:nvPr/>
        </p:nvGrpSpPr>
        <p:grpSpPr>
          <a:xfrm>
            <a:off x="3273847" y="2321713"/>
            <a:ext cx="344544" cy="298274"/>
            <a:chOff x="3378578" y="2464543"/>
            <a:chExt cx="344544" cy="298274"/>
          </a:xfrm>
        </p:grpSpPr>
        <p:sp>
          <p:nvSpPr>
            <p:cNvPr id="30642" name="Google Shape;30642;p155"/>
            <p:cNvSpPr/>
            <p:nvPr/>
          </p:nvSpPr>
          <p:spPr>
            <a:xfrm>
              <a:off x="3436954" y="2515088"/>
              <a:ext cx="227104" cy="195780"/>
            </a:xfrm>
            <a:custGeom>
              <a:rect b="b" l="l" r="r" t="t"/>
              <a:pathLst>
                <a:path extrusionOk="0" h="6550" w="7598">
                  <a:moveTo>
                    <a:pt x="1906" y="0"/>
                  </a:moveTo>
                  <a:lnTo>
                    <a:pt x="0" y="3287"/>
                  </a:lnTo>
                  <a:lnTo>
                    <a:pt x="1906" y="6549"/>
                  </a:lnTo>
                  <a:lnTo>
                    <a:pt x="5692" y="6549"/>
                  </a:lnTo>
                  <a:lnTo>
                    <a:pt x="7597" y="3287"/>
                  </a:lnTo>
                  <a:lnTo>
                    <a:pt x="569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3" name="Google Shape;30643;p155"/>
            <p:cNvSpPr/>
            <p:nvPr/>
          </p:nvSpPr>
          <p:spPr>
            <a:xfrm>
              <a:off x="3550118" y="2515088"/>
              <a:ext cx="113941" cy="195780"/>
            </a:xfrm>
            <a:custGeom>
              <a:rect b="b" l="l" r="r" t="t"/>
              <a:pathLst>
                <a:path extrusionOk="0" h="6550" w="3812">
                  <a:moveTo>
                    <a:pt x="1" y="0"/>
                  </a:moveTo>
                  <a:lnTo>
                    <a:pt x="1" y="6549"/>
                  </a:lnTo>
                  <a:lnTo>
                    <a:pt x="1906" y="6549"/>
                  </a:lnTo>
                  <a:lnTo>
                    <a:pt x="3811" y="3287"/>
                  </a:lnTo>
                  <a:lnTo>
                    <a:pt x="19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4" name="Google Shape;30644;p155"/>
            <p:cNvSpPr/>
            <p:nvPr/>
          </p:nvSpPr>
          <p:spPr>
            <a:xfrm>
              <a:off x="3464722" y="2706565"/>
              <a:ext cx="173003" cy="56253"/>
            </a:xfrm>
            <a:custGeom>
              <a:rect b="b" l="l" r="r" t="t"/>
              <a:pathLst>
                <a:path extrusionOk="0" h="1882" w="5788">
                  <a:moveTo>
                    <a:pt x="1096" y="0"/>
                  </a:moveTo>
                  <a:lnTo>
                    <a:pt x="334" y="715"/>
                  </a:lnTo>
                  <a:lnTo>
                    <a:pt x="0" y="1882"/>
                  </a:lnTo>
                  <a:lnTo>
                    <a:pt x="5787" y="1882"/>
                  </a:lnTo>
                  <a:lnTo>
                    <a:pt x="5501" y="715"/>
                  </a:lnTo>
                  <a:lnTo>
                    <a:pt x="473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5" name="Google Shape;30645;p155"/>
            <p:cNvSpPr/>
            <p:nvPr/>
          </p:nvSpPr>
          <p:spPr>
            <a:xfrm>
              <a:off x="3463287" y="2464543"/>
              <a:ext cx="174438" cy="56253"/>
            </a:xfrm>
            <a:custGeom>
              <a:rect b="b" l="l" r="r" t="t"/>
              <a:pathLst>
                <a:path extrusionOk="0" h="1882" w="5836">
                  <a:moveTo>
                    <a:pt x="1" y="1"/>
                  </a:moveTo>
                  <a:lnTo>
                    <a:pt x="310" y="1167"/>
                  </a:lnTo>
                  <a:lnTo>
                    <a:pt x="1096" y="1882"/>
                  </a:lnTo>
                  <a:lnTo>
                    <a:pt x="4716" y="1882"/>
                  </a:lnTo>
                  <a:lnTo>
                    <a:pt x="5502" y="1167"/>
                  </a:lnTo>
                  <a:lnTo>
                    <a:pt x="583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6" name="Google Shape;30646;p155"/>
            <p:cNvSpPr/>
            <p:nvPr/>
          </p:nvSpPr>
          <p:spPr>
            <a:xfrm>
              <a:off x="3379296" y="2606193"/>
              <a:ext cx="118185" cy="155906"/>
            </a:xfrm>
            <a:custGeom>
              <a:rect b="b" l="l" r="r" t="t"/>
              <a:pathLst>
                <a:path extrusionOk="0" h="5216" w="3954">
                  <a:moveTo>
                    <a:pt x="1144" y="1"/>
                  </a:moveTo>
                  <a:lnTo>
                    <a:pt x="1" y="239"/>
                  </a:lnTo>
                  <a:lnTo>
                    <a:pt x="2882" y="5216"/>
                  </a:lnTo>
                  <a:lnTo>
                    <a:pt x="3954" y="3358"/>
                  </a:lnTo>
                  <a:lnTo>
                    <a:pt x="2144" y="239"/>
                  </a:lnTo>
                  <a:lnTo>
                    <a:pt x="114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7" name="Google Shape;30647;p155"/>
            <p:cNvSpPr/>
            <p:nvPr/>
          </p:nvSpPr>
          <p:spPr>
            <a:xfrm>
              <a:off x="3535173" y="2626847"/>
              <a:ext cx="74785" cy="19937"/>
            </a:xfrm>
            <a:custGeom>
              <a:rect b="b" l="l" r="r" t="t"/>
              <a:pathLst>
                <a:path extrusionOk="0" h="667" w="2502">
                  <a:moveTo>
                    <a:pt x="1" y="0"/>
                  </a:moveTo>
                  <a:lnTo>
                    <a:pt x="1" y="667"/>
                  </a:lnTo>
                  <a:lnTo>
                    <a:pt x="2501" y="667"/>
                  </a:lnTo>
                  <a:lnTo>
                    <a:pt x="25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8" name="Google Shape;30648;p155"/>
            <p:cNvSpPr/>
            <p:nvPr/>
          </p:nvSpPr>
          <p:spPr>
            <a:xfrm>
              <a:off x="3535173" y="2580577"/>
              <a:ext cx="74785" cy="19967"/>
            </a:xfrm>
            <a:custGeom>
              <a:rect b="b" l="l" r="r" t="t"/>
              <a:pathLst>
                <a:path extrusionOk="0" h="668" w="2502">
                  <a:moveTo>
                    <a:pt x="1" y="0"/>
                  </a:moveTo>
                  <a:lnTo>
                    <a:pt x="1" y="667"/>
                  </a:lnTo>
                  <a:lnTo>
                    <a:pt x="2501" y="667"/>
                  </a:lnTo>
                  <a:lnTo>
                    <a:pt x="25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9" name="Google Shape;30649;p155"/>
            <p:cNvSpPr/>
            <p:nvPr/>
          </p:nvSpPr>
          <p:spPr>
            <a:xfrm>
              <a:off x="3492490" y="2626847"/>
              <a:ext cx="21371" cy="19937"/>
            </a:xfrm>
            <a:custGeom>
              <a:rect b="b" l="l" r="r" t="t"/>
              <a:pathLst>
                <a:path extrusionOk="0" h="667" w="715">
                  <a:moveTo>
                    <a:pt x="0" y="0"/>
                  </a:moveTo>
                  <a:lnTo>
                    <a:pt x="0" y="667"/>
                  </a:lnTo>
                  <a:lnTo>
                    <a:pt x="714" y="667"/>
                  </a:lnTo>
                  <a:lnTo>
                    <a:pt x="7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0" name="Google Shape;30650;p155"/>
            <p:cNvSpPr/>
            <p:nvPr/>
          </p:nvSpPr>
          <p:spPr>
            <a:xfrm>
              <a:off x="3492490" y="2580577"/>
              <a:ext cx="21371" cy="19967"/>
            </a:xfrm>
            <a:custGeom>
              <a:rect b="b" l="l" r="r" t="t"/>
              <a:pathLst>
                <a:path extrusionOk="0" h="668" w="715">
                  <a:moveTo>
                    <a:pt x="0" y="0"/>
                  </a:moveTo>
                  <a:lnTo>
                    <a:pt x="0" y="667"/>
                  </a:lnTo>
                  <a:lnTo>
                    <a:pt x="714" y="667"/>
                  </a:lnTo>
                  <a:lnTo>
                    <a:pt x="7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1" name="Google Shape;30651;p155"/>
            <p:cNvSpPr/>
            <p:nvPr/>
          </p:nvSpPr>
          <p:spPr>
            <a:xfrm>
              <a:off x="3378578" y="2465261"/>
              <a:ext cx="118185" cy="148792"/>
            </a:xfrm>
            <a:custGeom>
              <a:rect b="b" l="l" r="r" t="t"/>
              <a:pathLst>
                <a:path extrusionOk="0" h="4978" w="3954">
                  <a:moveTo>
                    <a:pt x="2882" y="0"/>
                  </a:moveTo>
                  <a:lnTo>
                    <a:pt x="1" y="4978"/>
                  </a:lnTo>
                  <a:lnTo>
                    <a:pt x="2144" y="4978"/>
                  </a:lnTo>
                  <a:lnTo>
                    <a:pt x="3954" y="1858"/>
                  </a:lnTo>
                  <a:lnTo>
                    <a:pt x="288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2" name="Google Shape;30652;p155"/>
            <p:cNvSpPr/>
            <p:nvPr/>
          </p:nvSpPr>
          <p:spPr>
            <a:xfrm>
              <a:off x="3550836" y="2580577"/>
              <a:ext cx="59122" cy="19967"/>
            </a:xfrm>
            <a:custGeom>
              <a:rect b="b" l="l" r="r" t="t"/>
              <a:pathLst>
                <a:path extrusionOk="0" h="668" w="1978">
                  <a:moveTo>
                    <a:pt x="1" y="0"/>
                  </a:moveTo>
                  <a:lnTo>
                    <a:pt x="1" y="667"/>
                  </a:lnTo>
                  <a:lnTo>
                    <a:pt x="1977" y="667"/>
                  </a:lnTo>
                  <a:lnTo>
                    <a:pt x="197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3" name="Google Shape;30653;p155"/>
            <p:cNvSpPr/>
            <p:nvPr/>
          </p:nvSpPr>
          <p:spPr>
            <a:xfrm>
              <a:off x="3550836" y="2626847"/>
              <a:ext cx="59122" cy="19937"/>
            </a:xfrm>
            <a:custGeom>
              <a:rect b="b" l="l" r="r" t="t"/>
              <a:pathLst>
                <a:path extrusionOk="0" h="667" w="1978">
                  <a:moveTo>
                    <a:pt x="1" y="0"/>
                  </a:moveTo>
                  <a:lnTo>
                    <a:pt x="1" y="667"/>
                  </a:lnTo>
                  <a:lnTo>
                    <a:pt x="1977" y="667"/>
                  </a:lnTo>
                  <a:lnTo>
                    <a:pt x="197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4" name="Google Shape;30654;p155"/>
            <p:cNvSpPr/>
            <p:nvPr/>
          </p:nvSpPr>
          <p:spPr>
            <a:xfrm>
              <a:off x="3550836" y="2706565"/>
              <a:ext cx="86173" cy="56253"/>
            </a:xfrm>
            <a:custGeom>
              <a:rect b="b" l="l" r="r" t="t"/>
              <a:pathLst>
                <a:path extrusionOk="0" h="1882" w="2883">
                  <a:moveTo>
                    <a:pt x="1" y="0"/>
                  </a:moveTo>
                  <a:lnTo>
                    <a:pt x="1" y="1882"/>
                  </a:lnTo>
                  <a:lnTo>
                    <a:pt x="2882" y="1882"/>
                  </a:lnTo>
                  <a:lnTo>
                    <a:pt x="2573" y="715"/>
                  </a:lnTo>
                  <a:lnTo>
                    <a:pt x="18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5" name="Google Shape;30655;p155"/>
            <p:cNvSpPr/>
            <p:nvPr/>
          </p:nvSpPr>
          <p:spPr>
            <a:xfrm>
              <a:off x="3550118" y="2464543"/>
              <a:ext cx="86173" cy="56253"/>
            </a:xfrm>
            <a:custGeom>
              <a:rect b="b" l="l" r="r" t="t"/>
              <a:pathLst>
                <a:path extrusionOk="0" h="1882" w="2883">
                  <a:moveTo>
                    <a:pt x="1" y="1"/>
                  </a:moveTo>
                  <a:lnTo>
                    <a:pt x="1" y="1882"/>
                  </a:lnTo>
                  <a:lnTo>
                    <a:pt x="1811" y="1882"/>
                  </a:lnTo>
                  <a:lnTo>
                    <a:pt x="2573" y="1167"/>
                  </a:lnTo>
                  <a:lnTo>
                    <a:pt x="288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6" name="Google Shape;30656;p155"/>
            <p:cNvSpPr/>
            <p:nvPr/>
          </p:nvSpPr>
          <p:spPr>
            <a:xfrm>
              <a:off x="3604220" y="2606193"/>
              <a:ext cx="118902" cy="155906"/>
            </a:xfrm>
            <a:custGeom>
              <a:rect b="b" l="l" r="r" t="t"/>
              <a:pathLst>
                <a:path extrusionOk="0" h="5216" w="3978">
                  <a:moveTo>
                    <a:pt x="2906" y="1"/>
                  </a:moveTo>
                  <a:lnTo>
                    <a:pt x="1835" y="239"/>
                  </a:lnTo>
                  <a:lnTo>
                    <a:pt x="1" y="3358"/>
                  </a:lnTo>
                  <a:lnTo>
                    <a:pt x="1073" y="5216"/>
                  </a:lnTo>
                  <a:lnTo>
                    <a:pt x="3978" y="239"/>
                  </a:lnTo>
                  <a:lnTo>
                    <a:pt x="290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7" name="Google Shape;30657;p155"/>
            <p:cNvSpPr/>
            <p:nvPr/>
          </p:nvSpPr>
          <p:spPr>
            <a:xfrm>
              <a:off x="3604220" y="2464543"/>
              <a:ext cx="118902" cy="148792"/>
            </a:xfrm>
            <a:custGeom>
              <a:rect b="b" l="l" r="r" t="t"/>
              <a:pathLst>
                <a:path extrusionOk="0" h="4978" w="3978">
                  <a:moveTo>
                    <a:pt x="1073" y="1"/>
                  </a:moveTo>
                  <a:lnTo>
                    <a:pt x="1" y="1858"/>
                  </a:lnTo>
                  <a:lnTo>
                    <a:pt x="1835" y="4978"/>
                  </a:lnTo>
                  <a:lnTo>
                    <a:pt x="3978" y="4978"/>
                  </a:lnTo>
                  <a:lnTo>
                    <a:pt x="1073"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8" name="Google Shape;30658;p155"/>
          <p:cNvGrpSpPr/>
          <p:nvPr/>
        </p:nvGrpSpPr>
        <p:grpSpPr>
          <a:xfrm>
            <a:off x="2571021" y="2377936"/>
            <a:ext cx="343109" cy="197305"/>
            <a:chOff x="2747167" y="2520767"/>
            <a:chExt cx="343109" cy="197305"/>
          </a:xfrm>
        </p:grpSpPr>
        <p:sp>
          <p:nvSpPr>
            <p:cNvPr id="30659" name="Google Shape;30659;p155"/>
            <p:cNvSpPr/>
            <p:nvPr/>
          </p:nvSpPr>
          <p:spPr>
            <a:xfrm>
              <a:off x="2908036" y="2619733"/>
              <a:ext cx="174408" cy="98338"/>
            </a:xfrm>
            <a:custGeom>
              <a:rect b="b" l="l" r="r" t="t"/>
              <a:pathLst>
                <a:path extrusionOk="0" h="3290" w="5835">
                  <a:moveTo>
                    <a:pt x="0" y="0"/>
                  </a:moveTo>
                  <a:lnTo>
                    <a:pt x="929" y="2024"/>
                  </a:lnTo>
                  <a:cubicBezTo>
                    <a:pt x="1239" y="2691"/>
                    <a:pt x="1882" y="3167"/>
                    <a:pt x="2596" y="3286"/>
                  </a:cubicBezTo>
                  <a:cubicBezTo>
                    <a:pt x="2602" y="3289"/>
                    <a:pt x="2608" y="3290"/>
                    <a:pt x="2614" y="3290"/>
                  </a:cubicBezTo>
                  <a:cubicBezTo>
                    <a:pt x="2723" y="3290"/>
                    <a:pt x="2793" y="2882"/>
                    <a:pt x="2906" y="2882"/>
                  </a:cubicBezTo>
                  <a:cubicBezTo>
                    <a:pt x="3019" y="2882"/>
                    <a:pt x="3132" y="3290"/>
                    <a:pt x="3225" y="3290"/>
                  </a:cubicBezTo>
                  <a:cubicBezTo>
                    <a:pt x="3230" y="3290"/>
                    <a:pt x="3234" y="3289"/>
                    <a:pt x="3239" y="3286"/>
                  </a:cubicBezTo>
                  <a:cubicBezTo>
                    <a:pt x="3978" y="3167"/>
                    <a:pt x="4620" y="2739"/>
                    <a:pt x="4906" y="2024"/>
                  </a:cubicBezTo>
                  <a:lnTo>
                    <a:pt x="583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0" name="Google Shape;30660;p155"/>
            <p:cNvSpPr/>
            <p:nvPr/>
          </p:nvSpPr>
          <p:spPr>
            <a:xfrm>
              <a:off x="2994867" y="2618299"/>
              <a:ext cx="87578" cy="98996"/>
            </a:xfrm>
            <a:custGeom>
              <a:rect b="b" l="l" r="r" t="t"/>
              <a:pathLst>
                <a:path extrusionOk="0" h="3312" w="2930">
                  <a:moveTo>
                    <a:pt x="1" y="0"/>
                  </a:moveTo>
                  <a:lnTo>
                    <a:pt x="1" y="48"/>
                  </a:lnTo>
                  <a:lnTo>
                    <a:pt x="1" y="2906"/>
                  </a:lnTo>
                  <a:cubicBezTo>
                    <a:pt x="140" y="2906"/>
                    <a:pt x="234" y="3312"/>
                    <a:pt x="327" y="3312"/>
                  </a:cubicBezTo>
                  <a:cubicBezTo>
                    <a:pt x="329" y="3312"/>
                    <a:pt x="332" y="3311"/>
                    <a:pt x="334" y="3311"/>
                  </a:cubicBezTo>
                  <a:cubicBezTo>
                    <a:pt x="1073" y="3192"/>
                    <a:pt x="1715" y="2739"/>
                    <a:pt x="2001" y="2025"/>
                  </a:cubicBezTo>
                  <a:lnTo>
                    <a:pt x="293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1" name="Google Shape;30661;p155"/>
            <p:cNvSpPr/>
            <p:nvPr/>
          </p:nvSpPr>
          <p:spPr>
            <a:xfrm>
              <a:off x="2757120" y="2521454"/>
              <a:ext cx="172286" cy="96873"/>
            </a:xfrm>
            <a:custGeom>
              <a:rect b="b" l="l" r="r" t="t"/>
              <a:pathLst>
                <a:path extrusionOk="0" h="3241" w="5764">
                  <a:moveTo>
                    <a:pt x="3206" y="1"/>
                  </a:moveTo>
                  <a:cubicBezTo>
                    <a:pt x="3091" y="1"/>
                    <a:pt x="2998" y="384"/>
                    <a:pt x="2882" y="430"/>
                  </a:cubicBezTo>
                  <a:cubicBezTo>
                    <a:pt x="2766" y="430"/>
                    <a:pt x="2650" y="1"/>
                    <a:pt x="2556" y="1"/>
                  </a:cubicBezTo>
                  <a:cubicBezTo>
                    <a:pt x="2554" y="1"/>
                    <a:pt x="2551" y="1"/>
                    <a:pt x="2549" y="2"/>
                  </a:cubicBezTo>
                  <a:cubicBezTo>
                    <a:pt x="1811" y="121"/>
                    <a:pt x="1192" y="573"/>
                    <a:pt x="882" y="1288"/>
                  </a:cubicBezTo>
                  <a:lnTo>
                    <a:pt x="1" y="3240"/>
                  </a:lnTo>
                  <a:lnTo>
                    <a:pt x="5764" y="3240"/>
                  </a:lnTo>
                  <a:lnTo>
                    <a:pt x="4883" y="1288"/>
                  </a:lnTo>
                  <a:cubicBezTo>
                    <a:pt x="4549" y="597"/>
                    <a:pt x="3954" y="121"/>
                    <a:pt x="3216" y="2"/>
                  </a:cubicBezTo>
                  <a:cubicBezTo>
                    <a:pt x="3212" y="1"/>
                    <a:pt x="3209" y="1"/>
                    <a:pt x="3206"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2" name="Google Shape;30662;p155"/>
            <p:cNvSpPr/>
            <p:nvPr/>
          </p:nvSpPr>
          <p:spPr>
            <a:xfrm>
              <a:off x="2843981" y="2521454"/>
              <a:ext cx="86143" cy="96873"/>
            </a:xfrm>
            <a:custGeom>
              <a:rect b="b" l="l" r="r" t="t"/>
              <a:pathLst>
                <a:path extrusionOk="0" h="3241" w="2882">
                  <a:moveTo>
                    <a:pt x="323" y="1"/>
                  </a:moveTo>
                  <a:cubicBezTo>
                    <a:pt x="209" y="1"/>
                    <a:pt x="116" y="384"/>
                    <a:pt x="0" y="430"/>
                  </a:cubicBezTo>
                  <a:lnTo>
                    <a:pt x="0" y="3240"/>
                  </a:lnTo>
                  <a:lnTo>
                    <a:pt x="2882" y="3240"/>
                  </a:lnTo>
                  <a:lnTo>
                    <a:pt x="2001" y="1288"/>
                  </a:lnTo>
                  <a:cubicBezTo>
                    <a:pt x="1667" y="597"/>
                    <a:pt x="1072" y="121"/>
                    <a:pt x="334" y="2"/>
                  </a:cubicBezTo>
                  <a:cubicBezTo>
                    <a:pt x="330" y="1"/>
                    <a:pt x="327" y="1"/>
                    <a:pt x="323"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3" name="Google Shape;30663;p155"/>
            <p:cNvSpPr/>
            <p:nvPr/>
          </p:nvSpPr>
          <p:spPr>
            <a:xfrm>
              <a:off x="2833281" y="2520767"/>
              <a:ext cx="19249" cy="97561"/>
            </a:xfrm>
            <a:custGeom>
              <a:rect b="b" l="l" r="r" t="t"/>
              <a:pathLst>
                <a:path extrusionOk="0" h="3264" w="644">
                  <a:moveTo>
                    <a:pt x="334" y="1"/>
                  </a:moveTo>
                  <a:cubicBezTo>
                    <a:pt x="215" y="1"/>
                    <a:pt x="96" y="1"/>
                    <a:pt x="1" y="25"/>
                  </a:cubicBezTo>
                  <a:lnTo>
                    <a:pt x="1" y="3263"/>
                  </a:lnTo>
                  <a:lnTo>
                    <a:pt x="644" y="3263"/>
                  </a:lnTo>
                  <a:lnTo>
                    <a:pt x="644" y="25"/>
                  </a:lnTo>
                  <a:cubicBezTo>
                    <a:pt x="525" y="1"/>
                    <a:pt x="453" y="1"/>
                    <a:pt x="33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4" name="Google Shape;30664;p155"/>
            <p:cNvSpPr/>
            <p:nvPr/>
          </p:nvSpPr>
          <p:spPr>
            <a:xfrm>
              <a:off x="2985631" y="2619733"/>
              <a:ext cx="19249" cy="98248"/>
            </a:xfrm>
            <a:custGeom>
              <a:rect b="b" l="l" r="r" t="t"/>
              <a:pathLst>
                <a:path extrusionOk="0" h="3287" w="644">
                  <a:moveTo>
                    <a:pt x="0" y="0"/>
                  </a:moveTo>
                  <a:lnTo>
                    <a:pt x="0" y="3263"/>
                  </a:lnTo>
                  <a:cubicBezTo>
                    <a:pt x="96" y="3286"/>
                    <a:pt x="215" y="3286"/>
                    <a:pt x="334" y="3286"/>
                  </a:cubicBezTo>
                  <a:cubicBezTo>
                    <a:pt x="453" y="3286"/>
                    <a:pt x="524" y="3286"/>
                    <a:pt x="643" y="3263"/>
                  </a:cubicBezTo>
                  <a:lnTo>
                    <a:pt x="64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5" name="Google Shape;30665;p155"/>
            <p:cNvSpPr/>
            <p:nvPr/>
          </p:nvSpPr>
          <p:spPr>
            <a:xfrm>
              <a:off x="2833281" y="2643197"/>
              <a:ext cx="20684" cy="20684"/>
            </a:xfrm>
            <a:custGeom>
              <a:rect b="b" l="l" r="r" t="t"/>
              <a:pathLst>
                <a:path extrusionOk="0" h="692" w="692">
                  <a:moveTo>
                    <a:pt x="1" y="1"/>
                  </a:moveTo>
                  <a:lnTo>
                    <a:pt x="1" y="692"/>
                  </a:lnTo>
                  <a:lnTo>
                    <a:pt x="692" y="692"/>
                  </a:lnTo>
                  <a:lnTo>
                    <a:pt x="692"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6" name="Google Shape;30666;p155"/>
            <p:cNvSpPr/>
            <p:nvPr/>
          </p:nvSpPr>
          <p:spPr>
            <a:xfrm>
              <a:off x="2833281" y="2678079"/>
              <a:ext cx="20684" cy="20684"/>
            </a:xfrm>
            <a:custGeom>
              <a:rect b="b" l="l" r="r" t="t"/>
              <a:pathLst>
                <a:path extrusionOk="0" h="692" w="692">
                  <a:moveTo>
                    <a:pt x="1" y="1"/>
                  </a:moveTo>
                  <a:lnTo>
                    <a:pt x="1" y="691"/>
                  </a:lnTo>
                  <a:lnTo>
                    <a:pt x="692" y="691"/>
                  </a:lnTo>
                  <a:lnTo>
                    <a:pt x="692"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7" name="Google Shape;30667;p155"/>
            <p:cNvSpPr/>
            <p:nvPr/>
          </p:nvSpPr>
          <p:spPr>
            <a:xfrm>
              <a:off x="2985631" y="2542138"/>
              <a:ext cx="20654" cy="20654"/>
            </a:xfrm>
            <a:custGeom>
              <a:rect b="b" l="l" r="r" t="t"/>
              <a:pathLst>
                <a:path extrusionOk="0" h="691" w="691">
                  <a:moveTo>
                    <a:pt x="0" y="0"/>
                  </a:moveTo>
                  <a:lnTo>
                    <a:pt x="0"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8" name="Google Shape;30668;p155"/>
            <p:cNvSpPr/>
            <p:nvPr/>
          </p:nvSpPr>
          <p:spPr>
            <a:xfrm>
              <a:off x="2985631" y="2575586"/>
              <a:ext cx="20654" cy="20684"/>
            </a:xfrm>
            <a:custGeom>
              <a:rect b="b" l="l" r="r" t="t"/>
              <a:pathLst>
                <a:path extrusionOk="0" h="692" w="691">
                  <a:moveTo>
                    <a:pt x="0" y="1"/>
                  </a:moveTo>
                  <a:lnTo>
                    <a:pt x="0" y="691"/>
                  </a:lnTo>
                  <a:lnTo>
                    <a:pt x="691" y="691"/>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9" name="Google Shape;30669;p155"/>
            <p:cNvSpPr/>
            <p:nvPr/>
          </p:nvSpPr>
          <p:spPr>
            <a:xfrm>
              <a:off x="2843981" y="2520767"/>
              <a:ext cx="9983" cy="97561"/>
            </a:xfrm>
            <a:custGeom>
              <a:rect b="b" l="l" r="r" t="t"/>
              <a:pathLst>
                <a:path extrusionOk="0" h="3264" w="334">
                  <a:moveTo>
                    <a:pt x="0" y="1"/>
                  </a:moveTo>
                  <a:lnTo>
                    <a:pt x="0" y="3263"/>
                  </a:lnTo>
                  <a:lnTo>
                    <a:pt x="334" y="3263"/>
                  </a:lnTo>
                  <a:lnTo>
                    <a:pt x="334" y="25"/>
                  </a:lnTo>
                  <a:cubicBezTo>
                    <a:pt x="215" y="1"/>
                    <a:pt x="119"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0" name="Google Shape;30670;p155"/>
            <p:cNvSpPr/>
            <p:nvPr/>
          </p:nvSpPr>
          <p:spPr>
            <a:xfrm>
              <a:off x="2843264" y="2643197"/>
              <a:ext cx="9266" cy="20684"/>
            </a:xfrm>
            <a:custGeom>
              <a:rect b="b" l="l" r="r" t="t"/>
              <a:pathLst>
                <a:path extrusionOk="0" h="692" w="310">
                  <a:moveTo>
                    <a:pt x="0" y="1"/>
                  </a:moveTo>
                  <a:lnTo>
                    <a:pt x="0" y="692"/>
                  </a:lnTo>
                  <a:lnTo>
                    <a:pt x="310" y="692"/>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1" name="Google Shape;30671;p155"/>
            <p:cNvSpPr/>
            <p:nvPr/>
          </p:nvSpPr>
          <p:spPr>
            <a:xfrm>
              <a:off x="2843264" y="2678079"/>
              <a:ext cx="9266" cy="20684"/>
            </a:xfrm>
            <a:custGeom>
              <a:rect b="b" l="l" r="r" t="t"/>
              <a:pathLst>
                <a:path extrusionOk="0" h="692" w="310">
                  <a:moveTo>
                    <a:pt x="0" y="1"/>
                  </a:moveTo>
                  <a:lnTo>
                    <a:pt x="0" y="691"/>
                  </a:lnTo>
                  <a:lnTo>
                    <a:pt x="310" y="691"/>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2" name="Google Shape;30672;p155"/>
            <p:cNvSpPr/>
            <p:nvPr/>
          </p:nvSpPr>
          <p:spPr>
            <a:xfrm>
              <a:off x="2994867" y="2542138"/>
              <a:ext cx="10013" cy="20654"/>
            </a:xfrm>
            <a:custGeom>
              <a:rect b="b" l="l" r="r" t="t"/>
              <a:pathLst>
                <a:path extrusionOk="0" h="691" w="335">
                  <a:moveTo>
                    <a:pt x="1" y="0"/>
                  </a:moveTo>
                  <a:lnTo>
                    <a:pt x="1" y="691"/>
                  </a:lnTo>
                  <a:lnTo>
                    <a:pt x="334" y="691"/>
                  </a:lnTo>
                  <a:lnTo>
                    <a:pt x="3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3" name="Google Shape;30673;p155"/>
            <p:cNvSpPr/>
            <p:nvPr/>
          </p:nvSpPr>
          <p:spPr>
            <a:xfrm>
              <a:off x="2994867" y="2575586"/>
              <a:ext cx="10013" cy="20684"/>
            </a:xfrm>
            <a:custGeom>
              <a:rect b="b" l="l" r="r" t="t"/>
              <a:pathLst>
                <a:path extrusionOk="0" h="692" w="335">
                  <a:moveTo>
                    <a:pt x="1" y="1"/>
                  </a:moveTo>
                  <a:lnTo>
                    <a:pt x="1" y="691"/>
                  </a:lnTo>
                  <a:lnTo>
                    <a:pt x="334" y="691"/>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4" name="Google Shape;30674;p155"/>
            <p:cNvSpPr/>
            <p:nvPr/>
          </p:nvSpPr>
          <p:spPr>
            <a:xfrm>
              <a:off x="2994867" y="2619733"/>
              <a:ext cx="10013" cy="98248"/>
            </a:xfrm>
            <a:custGeom>
              <a:rect b="b" l="l" r="r" t="t"/>
              <a:pathLst>
                <a:path extrusionOk="0" h="3287" w="335">
                  <a:moveTo>
                    <a:pt x="1" y="0"/>
                  </a:moveTo>
                  <a:lnTo>
                    <a:pt x="1" y="3286"/>
                  </a:lnTo>
                  <a:cubicBezTo>
                    <a:pt x="120" y="3286"/>
                    <a:pt x="215" y="3286"/>
                    <a:pt x="334" y="3263"/>
                  </a:cubicBezTo>
                  <a:lnTo>
                    <a:pt x="3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5" name="Google Shape;30675;p155"/>
            <p:cNvSpPr/>
            <p:nvPr/>
          </p:nvSpPr>
          <p:spPr>
            <a:xfrm>
              <a:off x="2747167" y="2609750"/>
              <a:ext cx="343107" cy="20684"/>
            </a:xfrm>
            <a:custGeom>
              <a:rect b="b" l="l" r="r" t="t"/>
              <a:pathLst>
                <a:path extrusionOk="0" h="692" w="11479">
                  <a:moveTo>
                    <a:pt x="0" y="1"/>
                  </a:moveTo>
                  <a:lnTo>
                    <a:pt x="0" y="691"/>
                  </a:lnTo>
                  <a:lnTo>
                    <a:pt x="11479" y="691"/>
                  </a:lnTo>
                  <a:lnTo>
                    <a:pt x="11479" y="1"/>
                  </a:lnTo>
                  <a:close/>
                </a:path>
              </a:pathLst>
            </a:custGeom>
            <a:solidFill>
              <a:srgbClr val="9A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6" name="Google Shape;30676;p155"/>
            <p:cNvSpPr/>
            <p:nvPr/>
          </p:nvSpPr>
          <p:spPr>
            <a:xfrm>
              <a:off x="2918707" y="2609750"/>
              <a:ext cx="171569" cy="20684"/>
            </a:xfrm>
            <a:custGeom>
              <a:rect b="b" l="l" r="r" t="t"/>
              <a:pathLst>
                <a:path extrusionOk="0" h="692" w="5740">
                  <a:moveTo>
                    <a:pt x="1" y="1"/>
                  </a:moveTo>
                  <a:lnTo>
                    <a:pt x="1" y="691"/>
                  </a:lnTo>
                  <a:lnTo>
                    <a:pt x="5740" y="691"/>
                  </a:lnTo>
                  <a:lnTo>
                    <a:pt x="5740"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7" name="Google Shape;30677;p155"/>
          <p:cNvGrpSpPr/>
          <p:nvPr/>
        </p:nvGrpSpPr>
        <p:grpSpPr>
          <a:xfrm>
            <a:off x="1818367" y="2287932"/>
            <a:ext cx="343110" cy="344542"/>
            <a:chOff x="2065928" y="2440332"/>
            <a:chExt cx="343110" cy="344542"/>
          </a:xfrm>
        </p:grpSpPr>
        <p:sp>
          <p:nvSpPr>
            <p:cNvPr id="30678" name="Google Shape;30678;p155"/>
            <p:cNvSpPr/>
            <p:nvPr/>
          </p:nvSpPr>
          <p:spPr>
            <a:xfrm>
              <a:off x="2166987" y="2480923"/>
              <a:ext cx="141679" cy="303951"/>
            </a:xfrm>
            <a:custGeom>
              <a:rect b="b" l="l" r="r" t="t"/>
              <a:pathLst>
                <a:path extrusionOk="0" h="10169" w="4740">
                  <a:moveTo>
                    <a:pt x="453" y="0"/>
                  </a:moveTo>
                  <a:lnTo>
                    <a:pt x="1" y="5073"/>
                  </a:lnTo>
                  <a:lnTo>
                    <a:pt x="453" y="10169"/>
                  </a:lnTo>
                  <a:lnTo>
                    <a:pt x="4287" y="10169"/>
                  </a:lnTo>
                  <a:lnTo>
                    <a:pt x="4740" y="5073"/>
                  </a:lnTo>
                  <a:lnTo>
                    <a:pt x="42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9" name="Google Shape;30679;p155"/>
            <p:cNvSpPr/>
            <p:nvPr/>
          </p:nvSpPr>
          <p:spPr>
            <a:xfrm>
              <a:off x="2065928" y="2481641"/>
              <a:ext cx="114628" cy="303234"/>
            </a:xfrm>
            <a:custGeom>
              <a:rect b="b" l="l" r="r" t="t"/>
              <a:pathLst>
                <a:path extrusionOk="0" h="10145" w="3835">
                  <a:moveTo>
                    <a:pt x="0" y="0"/>
                  </a:moveTo>
                  <a:lnTo>
                    <a:pt x="0" y="10145"/>
                  </a:lnTo>
                  <a:lnTo>
                    <a:pt x="3834" y="10145"/>
                  </a:lnTo>
                  <a:lnTo>
                    <a:pt x="3834"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0" name="Google Shape;30680;p155"/>
            <p:cNvSpPr/>
            <p:nvPr/>
          </p:nvSpPr>
          <p:spPr>
            <a:xfrm>
              <a:off x="2123587" y="2481641"/>
              <a:ext cx="56970" cy="303234"/>
            </a:xfrm>
            <a:custGeom>
              <a:rect b="b" l="l" r="r" t="t"/>
              <a:pathLst>
                <a:path extrusionOk="0" h="10145" w="1906">
                  <a:moveTo>
                    <a:pt x="0" y="0"/>
                  </a:moveTo>
                  <a:lnTo>
                    <a:pt x="0" y="10145"/>
                  </a:lnTo>
                  <a:lnTo>
                    <a:pt x="1905" y="10145"/>
                  </a:lnTo>
                  <a:lnTo>
                    <a:pt x="19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1" name="Google Shape;30681;p155"/>
            <p:cNvSpPr/>
            <p:nvPr/>
          </p:nvSpPr>
          <p:spPr>
            <a:xfrm>
              <a:off x="2238186" y="2481641"/>
              <a:ext cx="70481" cy="303234"/>
            </a:xfrm>
            <a:custGeom>
              <a:rect b="b" l="l" r="r" t="t"/>
              <a:pathLst>
                <a:path extrusionOk="0" h="10145" w="2358">
                  <a:moveTo>
                    <a:pt x="0" y="0"/>
                  </a:moveTo>
                  <a:lnTo>
                    <a:pt x="0" y="10145"/>
                  </a:lnTo>
                  <a:lnTo>
                    <a:pt x="1905" y="10145"/>
                  </a:lnTo>
                  <a:lnTo>
                    <a:pt x="2358" y="5049"/>
                  </a:lnTo>
                  <a:lnTo>
                    <a:pt x="19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2" name="Google Shape;30682;p155"/>
            <p:cNvSpPr/>
            <p:nvPr/>
          </p:nvSpPr>
          <p:spPr>
            <a:xfrm>
              <a:off x="2294410" y="2481641"/>
              <a:ext cx="114628" cy="303234"/>
            </a:xfrm>
            <a:custGeom>
              <a:rect b="b" l="l" r="r" t="t"/>
              <a:pathLst>
                <a:path extrusionOk="0" h="10145" w="3835">
                  <a:moveTo>
                    <a:pt x="1" y="0"/>
                  </a:moveTo>
                  <a:lnTo>
                    <a:pt x="1" y="10145"/>
                  </a:lnTo>
                  <a:lnTo>
                    <a:pt x="3835" y="10145"/>
                  </a:lnTo>
                  <a:lnTo>
                    <a:pt x="383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3" name="Google Shape;30683;p155"/>
            <p:cNvSpPr/>
            <p:nvPr/>
          </p:nvSpPr>
          <p:spPr>
            <a:xfrm>
              <a:off x="2352068" y="2481641"/>
              <a:ext cx="56970" cy="303234"/>
            </a:xfrm>
            <a:custGeom>
              <a:rect b="b" l="l" r="r" t="t"/>
              <a:pathLst>
                <a:path extrusionOk="0" h="10145" w="1906">
                  <a:moveTo>
                    <a:pt x="1" y="0"/>
                  </a:moveTo>
                  <a:lnTo>
                    <a:pt x="1" y="10145"/>
                  </a:lnTo>
                  <a:lnTo>
                    <a:pt x="1906" y="10145"/>
                  </a:lnTo>
                  <a:lnTo>
                    <a:pt x="190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4" name="Google Shape;30684;p155"/>
            <p:cNvSpPr/>
            <p:nvPr/>
          </p:nvSpPr>
          <p:spPr>
            <a:xfrm>
              <a:off x="2087270" y="2441767"/>
              <a:ext cx="71198" cy="71198"/>
            </a:xfrm>
            <a:custGeom>
              <a:rect b="b" l="l" r="r" t="t"/>
              <a:pathLst>
                <a:path extrusionOk="0" h="2382" w="2382">
                  <a:moveTo>
                    <a:pt x="1191" y="0"/>
                  </a:moveTo>
                  <a:cubicBezTo>
                    <a:pt x="524" y="0"/>
                    <a:pt x="1" y="524"/>
                    <a:pt x="1" y="1191"/>
                  </a:cubicBezTo>
                  <a:cubicBezTo>
                    <a:pt x="1" y="1834"/>
                    <a:pt x="524" y="2382"/>
                    <a:pt x="1191" y="2382"/>
                  </a:cubicBezTo>
                  <a:cubicBezTo>
                    <a:pt x="1834" y="2382"/>
                    <a:pt x="2382" y="1834"/>
                    <a:pt x="2382" y="1191"/>
                  </a:cubicBezTo>
                  <a:cubicBezTo>
                    <a:pt x="2382" y="524"/>
                    <a:pt x="1834" y="0"/>
                    <a:pt x="119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5" name="Google Shape;30685;p155"/>
            <p:cNvSpPr/>
            <p:nvPr/>
          </p:nvSpPr>
          <p:spPr>
            <a:xfrm>
              <a:off x="2201869" y="2441677"/>
              <a:ext cx="71228" cy="71288"/>
            </a:xfrm>
            <a:custGeom>
              <a:rect b="b" l="l" r="r" t="t"/>
              <a:pathLst>
                <a:path extrusionOk="0" h="2385" w="2383">
                  <a:moveTo>
                    <a:pt x="1269" y="1"/>
                  </a:moveTo>
                  <a:cubicBezTo>
                    <a:pt x="1243" y="1"/>
                    <a:pt x="1217" y="2"/>
                    <a:pt x="1191" y="3"/>
                  </a:cubicBezTo>
                  <a:cubicBezTo>
                    <a:pt x="548" y="3"/>
                    <a:pt x="1" y="527"/>
                    <a:pt x="1" y="1194"/>
                  </a:cubicBezTo>
                  <a:cubicBezTo>
                    <a:pt x="1" y="1837"/>
                    <a:pt x="548" y="2385"/>
                    <a:pt x="1191" y="2385"/>
                  </a:cubicBezTo>
                  <a:cubicBezTo>
                    <a:pt x="1858" y="2385"/>
                    <a:pt x="2382" y="1837"/>
                    <a:pt x="2382" y="1194"/>
                  </a:cubicBezTo>
                  <a:cubicBezTo>
                    <a:pt x="2382" y="553"/>
                    <a:pt x="1898" y="1"/>
                    <a:pt x="126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6" name="Google Shape;30686;p155"/>
            <p:cNvSpPr/>
            <p:nvPr/>
          </p:nvSpPr>
          <p:spPr>
            <a:xfrm>
              <a:off x="2216097" y="2544978"/>
              <a:ext cx="43460" cy="19967"/>
            </a:xfrm>
            <a:custGeom>
              <a:rect b="b" l="l" r="r" t="t"/>
              <a:pathLst>
                <a:path extrusionOk="0" h="668" w="1454">
                  <a:moveTo>
                    <a:pt x="1" y="1"/>
                  </a:moveTo>
                  <a:lnTo>
                    <a:pt x="1" y="667"/>
                  </a:lnTo>
                  <a:lnTo>
                    <a:pt x="1454" y="667"/>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7" name="Google Shape;30687;p155"/>
            <p:cNvSpPr/>
            <p:nvPr/>
          </p:nvSpPr>
          <p:spPr>
            <a:xfrm>
              <a:off x="2216097" y="2588409"/>
              <a:ext cx="43460" cy="20654"/>
            </a:xfrm>
            <a:custGeom>
              <a:rect b="b" l="l" r="r" t="t"/>
              <a:pathLst>
                <a:path extrusionOk="0" h="691" w="1454">
                  <a:moveTo>
                    <a:pt x="1" y="0"/>
                  </a:moveTo>
                  <a:lnTo>
                    <a:pt x="1" y="691"/>
                  </a:lnTo>
                  <a:lnTo>
                    <a:pt x="1454" y="691"/>
                  </a:lnTo>
                  <a:lnTo>
                    <a:pt x="145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8" name="Google Shape;30688;p155"/>
            <p:cNvSpPr/>
            <p:nvPr/>
          </p:nvSpPr>
          <p:spPr>
            <a:xfrm>
              <a:off x="2216097" y="2631809"/>
              <a:ext cx="43460" cy="20684"/>
            </a:xfrm>
            <a:custGeom>
              <a:rect b="b" l="l" r="r" t="t"/>
              <a:pathLst>
                <a:path extrusionOk="0" h="692" w="1454">
                  <a:moveTo>
                    <a:pt x="1" y="1"/>
                  </a:moveTo>
                  <a:lnTo>
                    <a:pt x="1" y="692"/>
                  </a:lnTo>
                  <a:lnTo>
                    <a:pt x="1454" y="692"/>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9" name="Google Shape;30689;p155"/>
            <p:cNvSpPr/>
            <p:nvPr/>
          </p:nvSpPr>
          <p:spPr>
            <a:xfrm>
              <a:off x="2216097" y="2675240"/>
              <a:ext cx="43460" cy="20684"/>
            </a:xfrm>
            <a:custGeom>
              <a:rect b="b" l="l" r="r" t="t"/>
              <a:pathLst>
                <a:path extrusionOk="0" h="692" w="1454">
                  <a:moveTo>
                    <a:pt x="1" y="1"/>
                  </a:moveTo>
                  <a:lnTo>
                    <a:pt x="1" y="691"/>
                  </a:lnTo>
                  <a:lnTo>
                    <a:pt x="1454" y="691"/>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0" name="Google Shape;30690;p155"/>
            <p:cNvSpPr/>
            <p:nvPr/>
          </p:nvSpPr>
          <p:spPr>
            <a:xfrm>
              <a:off x="2101498" y="2544978"/>
              <a:ext cx="43460" cy="19967"/>
            </a:xfrm>
            <a:custGeom>
              <a:rect b="b" l="l" r="r" t="t"/>
              <a:pathLst>
                <a:path extrusionOk="0" h="668" w="1454">
                  <a:moveTo>
                    <a:pt x="1" y="1"/>
                  </a:moveTo>
                  <a:lnTo>
                    <a:pt x="1" y="667"/>
                  </a:lnTo>
                  <a:lnTo>
                    <a:pt x="1454" y="667"/>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1" name="Google Shape;30691;p155"/>
            <p:cNvSpPr/>
            <p:nvPr/>
          </p:nvSpPr>
          <p:spPr>
            <a:xfrm>
              <a:off x="2101498" y="2588409"/>
              <a:ext cx="43460" cy="20654"/>
            </a:xfrm>
            <a:custGeom>
              <a:rect b="b" l="l" r="r" t="t"/>
              <a:pathLst>
                <a:path extrusionOk="0" h="691" w="1454">
                  <a:moveTo>
                    <a:pt x="1" y="0"/>
                  </a:moveTo>
                  <a:lnTo>
                    <a:pt x="1" y="691"/>
                  </a:lnTo>
                  <a:lnTo>
                    <a:pt x="1454" y="691"/>
                  </a:lnTo>
                  <a:lnTo>
                    <a:pt x="145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2" name="Google Shape;30692;p155"/>
            <p:cNvSpPr/>
            <p:nvPr/>
          </p:nvSpPr>
          <p:spPr>
            <a:xfrm>
              <a:off x="2101498" y="2631809"/>
              <a:ext cx="43460" cy="20684"/>
            </a:xfrm>
            <a:custGeom>
              <a:rect b="b" l="l" r="r" t="t"/>
              <a:pathLst>
                <a:path extrusionOk="0" h="692" w="1454">
                  <a:moveTo>
                    <a:pt x="1" y="1"/>
                  </a:moveTo>
                  <a:lnTo>
                    <a:pt x="1" y="692"/>
                  </a:lnTo>
                  <a:lnTo>
                    <a:pt x="1454" y="692"/>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3" name="Google Shape;30693;p155"/>
            <p:cNvSpPr/>
            <p:nvPr/>
          </p:nvSpPr>
          <p:spPr>
            <a:xfrm>
              <a:off x="2101498" y="2675240"/>
              <a:ext cx="43460" cy="20684"/>
            </a:xfrm>
            <a:custGeom>
              <a:rect b="b" l="l" r="r" t="t"/>
              <a:pathLst>
                <a:path extrusionOk="0" h="692" w="1454">
                  <a:moveTo>
                    <a:pt x="1" y="1"/>
                  </a:moveTo>
                  <a:lnTo>
                    <a:pt x="1" y="691"/>
                  </a:lnTo>
                  <a:lnTo>
                    <a:pt x="1454" y="691"/>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4" name="Google Shape;30694;p155"/>
            <p:cNvSpPr/>
            <p:nvPr/>
          </p:nvSpPr>
          <p:spPr>
            <a:xfrm>
              <a:off x="2330009" y="2544978"/>
              <a:ext cx="43430" cy="19967"/>
            </a:xfrm>
            <a:custGeom>
              <a:rect b="b" l="l" r="r" t="t"/>
              <a:pathLst>
                <a:path extrusionOk="0" h="668" w="1453">
                  <a:moveTo>
                    <a:pt x="0" y="1"/>
                  </a:moveTo>
                  <a:lnTo>
                    <a:pt x="0" y="667"/>
                  </a:lnTo>
                  <a:lnTo>
                    <a:pt x="1453" y="667"/>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5" name="Google Shape;30695;p155"/>
            <p:cNvSpPr/>
            <p:nvPr/>
          </p:nvSpPr>
          <p:spPr>
            <a:xfrm>
              <a:off x="2330009" y="2588409"/>
              <a:ext cx="43430" cy="20654"/>
            </a:xfrm>
            <a:custGeom>
              <a:rect b="b" l="l" r="r" t="t"/>
              <a:pathLst>
                <a:path extrusionOk="0" h="691" w="1453">
                  <a:moveTo>
                    <a:pt x="0" y="0"/>
                  </a:moveTo>
                  <a:lnTo>
                    <a:pt x="0" y="691"/>
                  </a:lnTo>
                  <a:lnTo>
                    <a:pt x="1453" y="691"/>
                  </a:lnTo>
                  <a:lnTo>
                    <a:pt x="14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6" name="Google Shape;30696;p155"/>
            <p:cNvSpPr/>
            <p:nvPr/>
          </p:nvSpPr>
          <p:spPr>
            <a:xfrm>
              <a:off x="2330009" y="2631809"/>
              <a:ext cx="43430" cy="20684"/>
            </a:xfrm>
            <a:custGeom>
              <a:rect b="b" l="l" r="r" t="t"/>
              <a:pathLst>
                <a:path extrusionOk="0" h="692" w="1453">
                  <a:moveTo>
                    <a:pt x="0" y="1"/>
                  </a:moveTo>
                  <a:lnTo>
                    <a:pt x="0" y="692"/>
                  </a:lnTo>
                  <a:lnTo>
                    <a:pt x="1453" y="692"/>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7" name="Google Shape;30697;p155"/>
            <p:cNvSpPr/>
            <p:nvPr/>
          </p:nvSpPr>
          <p:spPr>
            <a:xfrm>
              <a:off x="2330009" y="2675240"/>
              <a:ext cx="43430" cy="20684"/>
            </a:xfrm>
            <a:custGeom>
              <a:rect b="b" l="l" r="r" t="t"/>
              <a:pathLst>
                <a:path extrusionOk="0" h="692" w="1453">
                  <a:moveTo>
                    <a:pt x="0" y="1"/>
                  </a:moveTo>
                  <a:lnTo>
                    <a:pt x="0" y="691"/>
                  </a:lnTo>
                  <a:lnTo>
                    <a:pt x="1453" y="691"/>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8" name="Google Shape;30698;p155"/>
            <p:cNvSpPr/>
            <p:nvPr/>
          </p:nvSpPr>
          <p:spPr>
            <a:xfrm>
              <a:off x="2316469" y="2441767"/>
              <a:ext cx="71228" cy="71198"/>
            </a:xfrm>
            <a:custGeom>
              <a:rect b="b" l="l" r="r" t="t"/>
              <a:pathLst>
                <a:path extrusionOk="0" h="2382" w="2383">
                  <a:moveTo>
                    <a:pt x="1192" y="0"/>
                  </a:moveTo>
                  <a:cubicBezTo>
                    <a:pt x="549" y="0"/>
                    <a:pt x="1" y="524"/>
                    <a:pt x="1" y="1191"/>
                  </a:cubicBezTo>
                  <a:cubicBezTo>
                    <a:pt x="1" y="1834"/>
                    <a:pt x="549" y="2382"/>
                    <a:pt x="1192" y="2382"/>
                  </a:cubicBezTo>
                  <a:cubicBezTo>
                    <a:pt x="1858" y="2382"/>
                    <a:pt x="2382" y="1834"/>
                    <a:pt x="2382" y="1191"/>
                  </a:cubicBezTo>
                  <a:cubicBezTo>
                    <a:pt x="2382" y="524"/>
                    <a:pt x="1858" y="0"/>
                    <a:pt x="119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9" name="Google Shape;30699;p155"/>
            <p:cNvSpPr/>
            <p:nvPr/>
          </p:nvSpPr>
          <p:spPr>
            <a:xfrm>
              <a:off x="2237469" y="2544978"/>
              <a:ext cx="22089" cy="19967"/>
            </a:xfrm>
            <a:custGeom>
              <a:rect b="b" l="l" r="r" t="t"/>
              <a:pathLst>
                <a:path extrusionOk="0" h="668" w="739">
                  <a:moveTo>
                    <a:pt x="0" y="1"/>
                  </a:moveTo>
                  <a:lnTo>
                    <a:pt x="0"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0" name="Google Shape;30700;p155"/>
            <p:cNvSpPr/>
            <p:nvPr/>
          </p:nvSpPr>
          <p:spPr>
            <a:xfrm>
              <a:off x="2237469" y="2588409"/>
              <a:ext cx="22089" cy="20654"/>
            </a:xfrm>
            <a:custGeom>
              <a:rect b="b" l="l" r="r" t="t"/>
              <a:pathLst>
                <a:path extrusionOk="0" h="691" w="739">
                  <a:moveTo>
                    <a:pt x="0" y="0"/>
                  </a:moveTo>
                  <a:lnTo>
                    <a:pt x="0"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1" name="Google Shape;30701;p155"/>
            <p:cNvSpPr/>
            <p:nvPr/>
          </p:nvSpPr>
          <p:spPr>
            <a:xfrm>
              <a:off x="2237469" y="2631809"/>
              <a:ext cx="22089" cy="20684"/>
            </a:xfrm>
            <a:custGeom>
              <a:rect b="b" l="l" r="r" t="t"/>
              <a:pathLst>
                <a:path extrusionOk="0" h="692" w="739">
                  <a:moveTo>
                    <a:pt x="0" y="1"/>
                  </a:moveTo>
                  <a:lnTo>
                    <a:pt x="0"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2" name="Google Shape;30702;p155"/>
            <p:cNvSpPr/>
            <p:nvPr/>
          </p:nvSpPr>
          <p:spPr>
            <a:xfrm>
              <a:off x="2237469" y="2675240"/>
              <a:ext cx="22089" cy="20684"/>
            </a:xfrm>
            <a:custGeom>
              <a:rect b="b" l="l" r="r" t="t"/>
              <a:pathLst>
                <a:path extrusionOk="0" h="692" w="739">
                  <a:moveTo>
                    <a:pt x="0" y="1"/>
                  </a:moveTo>
                  <a:lnTo>
                    <a:pt x="0"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3" name="Google Shape;30703;p155"/>
            <p:cNvSpPr/>
            <p:nvPr/>
          </p:nvSpPr>
          <p:spPr>
            <a:xfrm>
              <a:off x="2237469" y="2440332"/>
              <a:ext cx="35629" cy="72633"/>
            </a:xfrm>
            <a:custGeom>
              <a:rect b="b" l="l" r="r" t="t"/>
              <a:pathLst>
                <a:path extrusionOk="0" h="2430" w="1192">
                  <a:moveTo>
                    <a:pt x="0" y="1"/>
                  </a:moveTo>
                  <a:lnTo>
                    <a:pt x="0" y="2430"/>
                  </a:lnTo>
                  <a:cubicBezTo>
                    <a:pt x="667" y="2430"/>
                    <a:pt x="1191" y="1882"/>
                    <a:pt x="1191" y="1239"/>
                  </a:cubicBezTo>
                  <a:cubicBezTo>
                    <a:pt x="1191" y="572"/>
                    <a:pt x="667"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4" name="Google Shape;30704;p155"/>
            <p:cNvSpPr/>
            <p:nvPr/>
          </p:nvSpPr>
          <p:spPr>
            <a:xfrm>
              <a:off x="2351350" y="2544978"/>
              <a:ext cx="22089" cy="19967"/>
            </a:xfrm>
            <a:custGeom>
              <a:rect b="b" l="l" r="r" t="t"/>
              <a:pathLst>
                <a:path extrusionOk="0" h="668" w="739">
                  <a:moveTo>
                    <a:pt x="1" y="1"/>
                  </a:moveTo>
                  <a:lnTo>
                    <a:pt x="1"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5" name="Google Shape;30705;p155"/>
            <p:cNvSpPr/>
            <p:nvPr/>
          </p:nvSpPr>
          <p:spPr>
            <a:xfrm>
              <a:off x="2351350" y="2588409"/>
              <a:ext cx="22089" cy="20654"/>
            </a:xfrm>
            <a:custGeom>
              <a:rect b="b" l="l" r="r" t="t"/>
              <a:pathLst>
                <a:path extrusionOk="0" h="691" w="739">
                  <a:moveTo>
                    <a:pt x="1" y="0"/>
                  </a:moveTo>
                  <a:lnTo>
                    <a:pt x="1"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6" name="Google Shape;30706;p155"/>
            <p:cNvSpPr/>
            <p:nvPr/>
          </p:nvSpPr>
          <p:spPr>
            <a:xfrm>
              <a:off x="2351350" y="2631809"/>
              <a:ext cx="22089" cy="20684"/>
            </a:xfrm>
            <a:custGeom>
              <a:rect b="b" l="l" r="r" t="t"/>
              <a:pathLst>
                <a:path extrusionOk="0" h="692" w="739">
                  <a:moveTo>
                    <a:pt x="1" y="1"/>
                  </a:moveTo>
                  <a:lnTo>
                    <a:pt x="1"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7" name="Google Shape;30707;p155"/>
            <p:cNvSpPr/>
            <p:nvPr/>
          </p:nvSpPr>
          <p:spPr>
            <a:xfrm>
              <a:off x="2351350" y="2675240"/>
              <a:ext cx="22089" cy="20684"/>
            </a:xfrm>
            <a:custGeom>
              <a:rect b="b" l="l" r="r" t="t"/>
              <a:pathLst>
                <a:path extrusionOk="0" h="692" w="739">
                  <a:moveTo>
                    <a:pt x="1" y="1"/>
                  </a:moveTo>
                  <a:lnTo>
                    <a:pt x="1"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8" name="Google Shape;30708;p155"/>
            <p:cNvSpPr/>
            <p:nvPr/>
          </p:nvSpPr>
          <p:spPr>
            <a:xfrm>
              <a:off x="2353503" y="2440332"/>
              <a:ext cx="35599" cy="72633"/>
            </a:xfrm>
            <a:custGeom>
              <a:rect b="b" l="l" r="r" t="t"/>
              <a:pathLst>
                <a:path extrusionOk="0" h="2430" w="1191">
                  <a:moveTo>
                    <a:pt x="0" y="1"/>
                  </a:moveTo>
                  <a:lnTo>
                    <a:pt x="0" y="2430"/>
                  </a:lnTo>
                  <a:cubicBezTo>
                    <a:pt x="643" y="2430"/>
                    <a:pt x="1191" y="1882"/>
                    <a:pt x="1191" y="1239"/>
                  </a:cubicBezTo>
                  <a:cubicBezTo>
                    <a:pt x="1191" y="572"/>
                    <a:pt x="619" y="48"/>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9" name="Google Shape;30709;p155"/>
            <p:cNvSpPr/>
            <p:nvPr/>
          </p:nvSpPr>
          <p:spPr>
            <a:xfrm>
              <a:off x="2122869" y="2544978"/>
              <a:ext cx="22089" cy="19967"/>
            </a:xfrm>
            <a:custGeom>
              <a:rect b="b" l="l" r="r" t="t"/>
              <a:pathLst>
                <a:path extrusionOk="0" h="668" w="739">
                  <a:moveTo>
                    <a:pt x="0" y="1"/>
                  </a:moveTo>
                  <a:lnTo>
                    <a:pt x="0"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0" name="Google Shape;30710;p155"/>
            <p:cNvSpPr/>
            <p:nvPr/>
          </p:nvSpPr>
          <p:spPr>
            <a:xfrm>
              <a:off x="2122869" y="2588409"/>
              <a:ext cx="22089" cy="20654"/>
            </a:xfrm>
            <a:custGeom>
              <a:rect b="b" l="l" r="r" t="t"/>
              <a:pathLst>
                <a:path extrusionOk="0" h="691" w="739">
                  <a:moveTo>
                    <a:pt x="0" y="0"/>
                  </a:moveTo>
                  <a:lnTo>
                    <a:pt x="0"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1" name="Google Shape;30711;p155"/>
            <p:cNvSpPr/>
            <p:nvPr/>
          </p:nvSpPr>
          <p:spPr>
            <a:xfrm>
              <a:off x="2122869" y="2631809"/>
              <a:ext cx="22089" cy="20684"/>
            </a:xfrm>
            <a:custGeom>
              <a:rect b="b" l="l" r="r" t="t"/>
              <a:pathLst>
                <a:path extrusionOk="0" h="692" w="739">
                  <a:moveTo>
                    <a:pt x="0" y="1"/>
                  </a:moveTo>
                  <a:lnTo>
                    <a:pt x="0"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2" name="Google Shape;30712;p155"/>
            <p:cNvSpPr/>
            <p:nvPr/>
          </p:nvSpPr>
          <p:spPr>
            <a:xfrm>
              <a:off x="2122869" y="2675240"/>
              <a:ext cx="22089" cy="20684"/>
            </a:xfrm>
            <a:custGeom>
              <a:rect b="b" l="l" r="r" t="t"/>
              <a:pathLst>
                <a:path extrusionOk="0" h="692" w="739">
                  <a:moveTo>
                    <a:pt x="0" y="1"/>
                  </a:moveTo>
                  <a:lnTo>
                    <a:pt x="0"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3" name="Google Shape;30713;p155"/>
            <p:cNvSpPr/>
            <p:nvPr/>
          </p:nvSpPr>
          <p:spPr>
            <a:xfrm>
              <a:off x="2122869" y="2440332"/>
              <a:ext cx="35599" cy="72633"/>
            </a:xfrm>
            <a:custGeom>
              <a:rect b="b" l="l" r="r" t="t"/>
              <a:pathLst>
                <a:path extrusionOk="0" h="2430" w="1191">
                  <a:moveTo>
                    <a:pt x="0" y="1"/>
                  </a:moveTo>
                  <a:lnTo>
                    <a:pt x="0" y="2430"/>
                  </a:lnTo>
                  <a:cubicBezTo>
                    <a:pt x="643" y="2430"/>
                    <a:pt x="1191" y="1882"/>
                    <a:pt x="1191" y="1239"/>
                  </a:cubicBezTo>
                  <a:cubicBezTo>
                    <a:pt x="1191" y="572"/>
                    <a:pt x="643" y="48"/>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4" name="Google Shape;30714;p155"/>
          <p:cNvGrpSpPr/>
          <p:nvPr/>
        </p:nvGrpSpPr>
        <p:grpSpPr>
          <a:xfrm>
            <a:off x="1083084" y="2357615"/>
            <a:ext cx="345262" cy="239928"/>
            <a:chOff x="1392491" y="2490877"/>
            <a:chExt cx="345262" cy="239928"/>
          </a:xfrm>
        </p:grpSpPr>
        <p:sp>
          <p:nvSpPr>
            <p:cNvPr id="30715" name="Google Shape;30715;p155"/>
            <p:cNvSpPr/>
            <p:nvPr/>
          </p:nvSpPr>
          <p:spPr>
            <a:xfrm>
              <a:off x="1517074" y="2492311"/>
              <a:ext cx="95409" cy="168012"/>
            </a:xfrm>
            <a:custGeom>
              <a:rect b="b" l="l" r="r" t="t"/>
              <a:pathLst>
                <a:path extrusionOk="0" h="5621" w="3192">
                  <a:moveTo>
                    <a:pt x="0" y="0"/>
                  </a:moveTo>
                  <a:lnTo>
                    <a:pt x="0" y="5620"/>
                  </a:lnTo>
                  <a:lnTo>
                    <a:pt x="3191" y="5620"/>
                  </a:lnTo>
                  <a:lnTo>
                    <a:pt x="319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6" name="Google Shape;30716;p155"/>
            <p:cNvSpPr/>
            <p:nvPr/>
          </p:nvSpPr>
          <p:spPr>
            <a:xfrm>
              <a:off x="1641627" y="2562763"/>
              <a:ext cx="95409" cy="168042"/>
            </a:xfrm>
            <a:custGeom>
              <a:rect b="b" l="l" r="r" t="t"/>
              <a:pathLst>
                <a:path extrusionOk="0" h="5622" w="3192">
                  <a:moveTo>
                    <a:pt x="1" y="1"/>
                  </a:moveTo>
                  <a:lnTo>
                    <a:pt x="1" y="5621"/>
                  </a:lnTo>
                  <a:lnTo>
                    <a:pt x="3192" y="5621"/>
                  </a:lnTo>
                  <a:lnTo>
                    <a:pt x="319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7" name="Google Shape;30717;p155"/>
            <p:cNvSpPr/>
            <p:nvPr/>
          </p:nvSpPr>
          <p:spPr>
            <a:xfrm>
              <a:off x="1690049" y="2562763"/>
              <a:ext cx="47704" cy="168042"/>
            </a:xfrm>
            <a:custGeom>
              <a:rect b="b" l="l" r="r" t="t"/>
              <a:pathLst>
                <a:path extrusionOk="0" h="5622" w="1596">
                  <a:moveTo>
                    <a:pt x="0" y="1"/>
                  </a:moveTo>
                  <a:lnTo>
                    <a:pt x="0" y="5621"/>
                  </a:lnTo>
                  <a:lnTo>
                    <a:pt x="1596" y="5621"/>
                  </a:lnTo>
                  <a:lnTo>
                    <a:pt x="1596"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8" name="Google Shape;30718;p155"/>
            <p:cNvSpPr/>
            <p:nvPr/>
          </p:nvSpPr>
          <p:spPr>
            <a:xfrm>
              <a:off x="1640909" y="2490877"/>
              <a:ext cx="96126" cy="98278"/>
            </a:xfrm>
            <a:custGeom>
              <a:rect b="b" l="l" r="r" t="t"/>
              <a:pathLst>
                <a:path extrusionOk="0" h="3288" w="3216">
                  <a:moveTo>
                    <a:pt x="1" y="1"/>
                  </a:moveTo>
                  <a:lnTo>
                    <a:pt x="1" y="2358"/>
                  </a:lnTo>
                  <a:lnTo>
                    <a:pt x="1597" y="3287"/>
                  </a:lnTo>
                  <a:lnTo>
                    <a:pt x="3216" y="2406"/>
                  </a:lnTo>
                  <a:lnTo>
                    <a:pt x="3216" y="48"/>
                  </a:lnTo>
                  <a:lnTo>
                    <a:pt x="321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9" name="Google Shape;30719;p155"/>
            <p:cNvSpPr/>
            <p:nvPr/>
          </p:nvSpPr>
          <p:spPr>
            <a:xfrm>
              <a:off x="1688614" y="2492311"/>
              <a:ext cx="48422" cy="96844"/>
            </a:xfrm>
            <a:custGeom>
              <a:rect b="b" l="l" r="r" t="t"/>
              <a:pathLst>
                <a:path extrusionOk="0" h="3240" w="1620">
                  <a:moveTo>
                    <a:pt x="1" y="0"/>
                  </a:moveTo>
                  <a:lnTo>
                    <a:pt x="1" y="3239"/>
                  </a:lnTo>
                  <a:lnTo>
                    <a:pt x="1620" y="2358"/>
                  </a:lnTo>
                  <a:lnTo>
                    <a:pt x="162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0" name="Google Shape;30720;p155"/>
            <p:cNvSpPr/>
            <p:nvPr/>
          </p:nvSpPr>
          <p:spPr>
            <a:xfrm>
              <a:off x="1393209" y="2562763"/>
              <a:ext cx="95409" cy="168042"/>
            </a:xfrm>
            <a:custGeom>
              <a:rect b="b" l="l" r="r" t="t"/>
              <a:pathLst>
                <a:path extrusionOk="0" h="5622" w="3192">
                  <a:moveTo>
                    <a:pt x="1" y="1"/>
                  </a:moveTo>
                  <a:lnTo>
                    <a:pt x="1" y="5621"/>
                  </a:lnTo>
                  <a:lnTo>
                    <a:pt x="3192" y="5621"/>
                  </a:lnTo>
                  <a:lnTo>
                    <a:pt x="319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1" name="Google Shape;30721;p155"/>
            <p:cNvSpPr/>
            <p:nvPr/>
          </p:nvSpPr>
          <p:spPr>
            <a:xfrm>
              <a:off x="1440914" y="2562763"/>
              <a:ext cx="47704" cy="168042"/>
            </a:xfrm>
            <a:custGeom>
              <a:rect b="b" l="l" r="r" t="t"/>
              <a:pathLst>
                <a:path extrusionOk="0" h="5622" w="1596">
                  <a:moveTo>
                    <a:pt x="0" y="1"/>
                  </a:moveTo>
                  <a:lnTo>
                    <a:pt x="0" y="5621"/>
                  </a:lnTo>
                  <a:lnTo>
                    <a:pt x="1596" y="5621"/>
                  </a:lnTo>
                  <a:lnTo>
                    <a:pt x="159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2" name="Google Shape;30722;p155"/>
            <p:cNvSpPr/>
            <p:nvPr/>
          </p:nvSpPr>
          <p:spPr>
            <a:xfrm>
              <a:off x="1392491" y="2490877"/>
              <a:ext cx="96126" cy="98278"/>
            </a:xfrm>
            <a:custGeom>
              <a:rect b="b" l="l" r="r" t="t"/>
              <a:pathLst>
                <a:path extrusionOk="0" h="3288" w="3216">
                  <a:moveTo>
                    <a:pt x="1" y="1"/>
                  </a:moveTo>
                  <a:lnTo>
                    <a:pt x="1" y="2358"/>
                  </a:lnTo>
                  <a:lnTo>
                    <a:pt x="1620" y="3287"/>
                  </a:lnTo>
                  <a:lnTo>
                    <a:pt x="3216" y="2406"/>
                  </a:lnTo>
                  <a:lnTo>
                    <a:pt x="3216" y="48"/>
                  </a:lnTo>
                  <a:lnTo>
                    <a:pt x="321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3" name="Google Shape;30723;p155"/>
            <p:cNvSpPr/>
            <p:nvPr/>
          </p:nvSpPr>
          <p:spPr>
            <a:xfrm>
              <a:off x="1440914" y="2492311"/>
              <a:ext cx="47704" cy="96844"/>
            </a:xfrm>
            <a:custGeom>
              <a:rect b="b" l="l" r="r" t="t"/>
              <a:pathLst>
                <a:path extrusionOk="0" h="3240" w="1596">
                  <a:moveTo>
                    <a:pt x="0" y="0"/>
                  </a:moveTo>
                  <a:lnTo>
                    <a:pt x="0" y="3239"/>
                  </a:lnTo>
                  <a:lnTo>
                    <a:pt x="1596" y="2358"/>
                  </a:lnTo>
                  <a:lnTo>
                    <a:pt x="15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4" name="Google Shape;30724;p155"/>
            <p:cNvSpPr/>
            <p:nvPr/>
          </p:nvSpPr>
          <p:spPr>
            <a:xfrm>
              <a:off x="1565466" y="2492311"/>
              <a:ext cx="47734" cy="168012"/>
            </a:xfrm>
            <a:custGeom>
              <a:rect b="b" l="l" r="r" t="t"/>
              <a:pathLst>
                <a:path extrusionOk="0" h="5621" w="1597">
                  <a:moveTo>
                    <a:pt x="1" y="0"/>
                  </a:moveTo>
                  <a:lnTo>
                    <a:pt x="1" y="5620"/>
                  </a:lnTo>
                  <a:lnTo>
                    <a:pt x="1596" y="5620"/>
                  </a:lnTo>
                  <a:lnTo>
                    <a:pt x="1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5" name="Google Shape;30725;p155"/>
            <p:cNvSpPr/>
            <p:nvPr/>
          </p:nvSpPr>
          <p:spPr>
            <a:xfrm>
              <a:off x="1517791" y="2632527"/>
              <a:ext cx="95409" cy="98278"/>
            </a:xfrm>
            <a:custGeom>
              <a:rect b="b" l="l" r="r" t="t"/>
              <a:pathLst>
                <a:path extrusionOk="0" h="3288" w="3192">
                  <a:moveTo>
                    <a:pt x="1619" y="1"/>
                  </a:moveTo>
                  <a:lnTo>
                    <a:pt x="0" y="929"/>
                  </a:lnTo>
                  <a:lnTo>
                    <a:pt x="0" y="3287"/>
                  </a:lnTo>
                  <a:lnTo>
                    <a:pt x="3191" y="3287"/>
                  </a:lnTo>
                  <a:lnTo>
                    <a:pt x="3191" y="929"/>
                  </a:lnTo>
                  <a:lnTo>
                    <a:pt x="161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6" name="Google Shape;30726;p155"/>
            <p:cNvSpPr/>
            <p:nvPr/>
          </p:nvSpPr>
          <p:spPr>
            <a:xfrm>
              <a:off x="1565466" y="2632527"/>
              <a:ext cx="47734" cy="98278"/>
            </a:xfrm>
            <a:custGeom>
              <a:rect b="b" l="l" r="r" t="t"/>
              <a:pathLst>
                <a:path extrusionOk="0" h="3288" w="1597">
                  <a:moveTo>
                    <a:pt x="1" y="1"/>
                  </a:moveTo>
                  <a:lnTo>
                    <a:pt x="1" y="3287"/>
                  </a:lnTo>
                  <a:lnTo>
                    <a:pt x="1596" y="3287"/>
                  </a:lnTo>
                  <a:lnTo>
                    <a:pt x="1596" y="929"/>
                  </a:lnTo>
                  <a:lnTo>
                    <a:pt x="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7" name="Google Shape;30727;p155"/>
          <p:cNvGrpSpPr/>
          <p:nvPr/>
        </p:nvGrpSpPr>
        <p:grpSpPr>
          <a:xfrm>
            <a:off x="1083084" y="2839920"/>
            <a:ext cx="344543" cy="345977"/>
            <a:chOff x="1392491" y="2982751"/>
            <a:chExt cx="344543" cy="345977"/>
          </a:xfrm>
        </p:grpSpPr>
        <p:sp>
          <p:nvSpPr>
            <p:cNvPr id="30728" name="Google Shape;30728;p155"/>
            <p:cNvSpPr/>
            <p:nvPr/>
          </p:nvSpPr>
          <p:spPr>
            <a:xfrm>
              <a:off x="1438044" y="3029021"/>
              <a:ext cx="253437" cy="252720"/>
            </a:xfrm>
            <a:custGeom>
              <a:rect b="b" l="l" r="r" t="t"/>
              <a:pathLst>
                <a:path extrusionOk="0" h="8455" w="8479">
                  <a:moveTo>
                    <a:pt x="4216" y="0"/>
                  </a:moveTo>
                  <a:cubicBezTo>
                    <a:pt x="1906" y="0"/>
                    <a:pt x="1" y="1858"/>
                    <a:pt x="1" y="4215"/>
                  </a:cubicBezTo>
                  <a:cubicBezTo>
                    <a:pt x="1" y="6549"/>
                    <a:pt x="1882" y="8454"/>
                    <a:pt x="4216" y="8454"/>
                  </a:cubicBezTo>
                  <a:cubicBezTo>
                    <a:pt x="5478" y="8454"/>
                    <a:pt x="6597" y="7907"/>
                    <a:pt x="7383" y="7049"/>
                  </a:cubicBezTo>
                  <a:cubicBezTo>
                    <a:pt x="8074" y="6311"/>
                    <a:pt x="8479" y="5311"/>
                    <a:pt x="8479" y="4215"/>
                  </a:cubicBezTo>
                  <a:cubicBezTo>
                    <a:pt x="8479" y="1905"/>
                    <a:pt x="6574" y="0"/>
                    <a:pt x="421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9" name="Google Shape;30729;p155"/>
            <p:cNvSpPr/>
            <p:nvPr/>
          </p:nvSpPr>
          <p:spPr>
            <a:xfrm>
              <a:off x="1564061" y="3029021"/>
              <a:ext cx="127421" cy="252720"/>
            </a:xfrm>
            <a:custGeom>
              <a:rect b="b" l="l" r="r" t="t"/>
              <a:pathLst>
                <a:path extrusionOk="0" h="8455" w="4263">
                  <a:moveTo>
                    <a:pt x="0" y="0"/>
                  </a:moveTo>
                  <a:lnTo>
                    <a:pt x="0" y="8454"/>
                  </a:lnTo>
                  <a:cubicBezTo>
                    <a:pt x="1262" y="8454"/>
                    <a:pt x="2381" y="7907"/>
                    <a:pt x="3167" y="7049"/>
                  </a:cubicBezTo>
                  <a:cubicBezTo>
                    <a:pt x="3858" y="6311"/>
                    <a:pt x="4263" y="5311"/>
                    <a:pt x="4263" y="4215"/>
                  </a:cubicBezTo>
                  <a:cubicBezTo>
                    <a:pt x="4263" y="1905"/>
                    <a:pt x="2358"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0" name="Google Shape;30730;p155"/>
            <p:cNvSpPr/>
            <p:nvPr/>
          </p:nvSpPr>
          <p:spPr>
            <a:xfrm>
              <a:off x="1392491" y="2983468"/>
              <a:ext cx="178712" cy="345259"/>
            </a:xfrm>
            <a:custGeom>
              <a:rect b="b" l="l" r="r" t="t"/>
              <a:pathLst>
                <a:path extrusionOk="0" h="11551" w="5979">
                  <a:moveTo>
                    <a:pt x="5740" y="0"/>
                  </a:moveTo>
                  <a:cubicBezTo>
                    <a:pt x="4240" y="0"/>
                    <a:pt x="2763" y="596"/>
                    <a:pt x="1692" y="1691"/>
                  </a:cubicBezTo>
                  <a:cubicBezTo>
                    <a:pt x="620" y="2763"/>
                    <a:pt x="1" y="4215"/>
                    <a:pt x="1" y="5763"/>
                  </a:cubicBezTo>
                  <a:cubicBezTo>
                    <a:pt x="1" y="7311"/>
                    <a:pt x="596" y="8740"/>
                    <a:pt x="1692" y="9836"/>
                  </a:cubicBezTo>
                  <a:cubicBezTo>
                    <a:pt x="2763" y="10907"/>
                    <a:pt x="4240" y="11503"/>
                    <a:pt x="5740" y="11550"/>
                  </a:cubicBezTo>
                  <a:lnTo>
                    <a:pt x="5978" y="10598"/>
                  </a:lnTo>
                  <a:lnTo>
                    <a:pt x="5740" y="9693"/>
                  </a:lnTo>
                  <a:cubicBezTo>
                    <a:pt x="3597" y="9645"/>
                    <a:pt x="1858" y="7907"/>
                    <a:pt x="1858" y="5739"/>
                  </a:cubicBezTo>
                  <a:cubicBezTo>
                    <a:pt x="1858" y="3572"/>
                    <a:pt x="3597" y="1834"/>
                    <a:pt x="5740" y="1834"/>
                  </a:cubicBezTo>
                  <a:lnTo>
                    <a:pt x="5978" y="905"/>
                  </a:lnTo>
                  <a:lnTo>
                    <a:pt x="574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1" name="Google Shape;30731;p155"/>
            <p:cNvSpPr/>
            <p:nvPr/>
          </p:nvSpPr>
          <p:spPr>
            <a:xfrm>
              <a:off x="1564061" y="3233320"/>
              <a:ext cx="127421" cy="93257"/>
            </a:xfrm>
            <a:custGeom>
              <a:rect b="b" l="l" r="r" t="t"/>
              <a:pathLst>
                <a:path extrusionOk="0" h="3120" w="4263">
                  <a:moveTo>
                    <a:pt x="2929" y="0"/>
                  </a:moveTo>
                  <a:cubicBezTo>
                    <a:pt x="2215" y="810"/>
                    <a:pt x="1167" y="1286"/>
                    <a:pt x="0" y="1286"/>
                  </a:cubicBezTo>
                  <a:lnTo>
                    <a:pt x="0" y="3120"/>
                  </a:lnTo>
                  <a:cubicBezTo>
                    <a:pt x="1548" y="3120"/>
                    <a:pt x="2977" y="2524"/>
                    <a:pt x="4096" y="1429"/>
                  </a:cubicBezTo>
                  <a:lnTo>
                    <a:pt x="4263" y="1262"/>
                  </a:lnTo>
                  <a:lnTo>
                    <a:pt x="3810" y="310"/>
                  </a:lnTo>
                  <a:lnTo>
                    <a:pt x="2929"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2" name="Google Shape;30732;p155"/>
            <p:cNvSpPr/>
            <p:nvPr/>
          </p:nvSpPr>
          <p:spPr>
            <a:xfrm>
              <a:off x="1564061" y="2982751"/>
              <a:ext cx="172973" cy="288319"/>
            </a:xfrm>
            <a:custGeom>
              <a:rect b="b" l="l" r="r" t="t"/>
              <a:pathLst>
                <a:path extrusionOk="0" h="9646" w="5787">
                  <a:moveTo>
                    <a:pt x="0" y="0"/>
                  </a:moveTo>
                  <a:lnTo>
                    <a:pt x="0" y="1834"/>
                  </a:lnTo>
                  <a:cubicBezTo>
                    <a:pt x="2167" y="1834"/>
                    <a:pt x="3906" y="3596"/>
                    <a:pt x="3906" y="5740"/>
                  </a:cubicBezTo>
                  <a:cubicBezTo>
                    <a:pt x="3906" y="6740"/>
                    <a:pt x="3525" y="7669"/>
                    <a:pt x="2882" y="8359"/>
                  </a:cubicBezTo>
                  <a:lnTo>
                    <a:pt x="4239" y="9645"/>
                  </a:lnTo>
                  <a:cubicBezTo>
                    <a:pt x="5215" y="8574"/>
                    <a:pt x="5739" y="7192"/>
                    <a:pt x="5739" y="5763"/>
                  </a:cubicBezTo>
                  <a:cubicBezTo>
                    <a:pt x="5787" y="4216"/>
                    <a:pt x="5192" y="2787"/>
                    <a:pt x="4072" y="1691"/>
                  </a:cubicBezTo>
                  <a:cubicBezTo>
                    <a:pt x="2977" y="596"/>
                    <a:pt x="1548"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33" name="Google Shape;30733;p155"/>
          <p:cNvGrpSpPr/>
          <p:nvPr/>
        </p:nvGrpSpPr>
        <p:grpSpPr>
          <a:xfrm>
            <a:off x="1816932" y="2836237"/>
            <a:ext cx="344543" cy="344056"/>
            <a:chOff x="2064494" y="2993421"/>
            <a:chExt cx="344543" cy="344056"/>
          </a:xfrm>
        </p:grpSpPr>
        <p:sp>
          <p:nvSpPr>
            <p:cNvPr id="30734" name="Google Shape;30734;p155"/>
            <p:cNvSpPr/>
            <p:nvPr/>
          </p:nvSpPr>
          <p:spPr>
            <a:xfrm>
              <a:off x="2119312" y="3014793"/>
              <a:ext cx="85426" cy="100371"/>
            </a:xfrm>
            <a:custGeom>
              <a:rect b="b" l="l" r="r" t="t"/>
              <a:pathLst>
                <a:path extrusionOk="0" h="3358" w="2858">
                  <a:moveTo>
                    <a:pt x="1215" y="0"/>
                  </a:moveTo>
                  <a:lnTo>
                    <a:pt x="0" y="3120"/>
                  </a:lnTo>
                  <a:lnTo>
                    <a:pt x="619" y="3358"/>
                  </a:lnTo>
                  <a:lnTo>
                    <a:pt x="1691" y="667"/>
                  </a:lnTo>
                  <a:lnTo>
                    <a:pt x="2858" y="667"/>
                  </a:lnTo>
                  <a:lnTo>
                    <a:pt x="285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5" name="Google Shape;30735;p155"/>
            <p:cNvSpPr/>
            <p:nvPr/>
          </p:nvSpPr>
          <p:spPr>
            <a:xfrm>
              <a:off x="2118595" y="3213384"/>
              <a:ext cx="84021" cy="101088"/>
            </a:xfrm>
            <a:custGeom>
              <a:rect b="b" l="l" r="r" t="t"/>
              <a:pathLst>
                <a:path extrusionOk="0" h="3382" w="2811">
                  <a:moveTo>
                    <a:pt x="620" y="0"/>
                  </a:moveTo>
                  <a:lnTo>
                    <a:pt x="0" y="238"/>
                  </a:lnTo>
                  <a:lnTo>
                    <a:pt x="1215" y="3382"/>
                  </a:lnTo>
                  <a:lnTo>
                    <a:pt x="2810" y="3382"/>
                  </a:lnTo>
                  <a:lnTo>
                    <a:pt x="2810" y="2691"/>
                  </a:lnTo>
                  <a:lnTo>
                    <a:pt x="1667" y="2691"/>
                  </a:lnTo>
                  <a:lnTo>
                    <a:pt x="62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6" name="Google Shape;30736;p155"/>
            <p:cNvSpPr/>
            <p:nvPr/>
          </p:nvSpPr>
          <p:spPr>
            <a:xfrm>
              <a:off x="2166270" y="3108021"/>
              <a:ext cx="70511" cy="32789"/>
            </a:xfrm>
            <a:custGeom>
              <a:rect b="b" l="l" r="r" t="t"/>
              <a:pathLst>
                <a:path extrusionOk="0" h="1097" w="2359">
                  <a:moveTo>
                    <a:pt x="1168" y="1"/>
                  </a:moveTo>
                  <a:lnTo>
                    <a:pt x="1" y="477"/>
                  </a:lnTo>
                  <a:lnTo>
                    <a:pt x="263" y="1096"/>
                  </a:lnTo>
                  <a:lnTo>
                    <a:pt x="1311" y="667"/>
                  </a:lnTo>
                  <a:lnTo>
                    <a:pt x="2359" y="667"/>
                  </a:lnTo>
                  <a:lnTo>
                    <a:pt x="235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7" name="Google Shape;30737;p155"/>
            <p:cNvSpPr/>
            <p:nvPr/>
          </p:nvSpPr>
          <p:spPr>
            <a:xfrm>
              <a:off x="2166270" y="3187738"/>
              <a:ext cx="69793" cy="32789"/>
            </a:xfrm>
            <a:custGeom>
              <a:rect b="b" l="l" r="r" t="t"/>
              <a:pathLst>
                <a:path extrusionOk="0" h="1097" w="2335">
                  <a:moveTo>
                    <a:pt x="263" y="1"/>
                  </a:moveTo>
                  <a:lnTo>
                    <a:pt x="1" y="620"/>
                  </a:lnTo>
                  <a:lnTo>
                    <a:pt x="1168" y="1096"/>
                  </a:lnTo>
                  <a:lnTo>
                    <a:pt x="2335" y="1096"/>
                  </a:lnTo>
                  <a:lnTo>
                    <a:pt x="2335" y="453"/>
                  </a:lnTo>
                  <a:lnTo>
                    <a:pt x="1287" y="453"/>
                  </a:lnTo>
                  <a:lnTo>
                    <a:pt x="26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8" name="Google Shape;30738;p155"/>
            <p:cNvSpPr/>
            <p:nvPr/>
          </p:nvSpPr>
          <p:spPr>
            <a:xfrm>
              <a:off x="2064494" y="3102341"/>
              <a:ext cx="124582" cy="124582"/>
            </a:xfrm>
            <a:custGeom>
              <a:rect b="b" l="l" r="r" t="t"/>
              <a:pathLst>
                <a:path extrusionOk="0" h="4168" w="4168">
                  <a:moveTo>
                    <a:pt x="2096" y="0"/>
                  </a:moveTo>
                  <a:cubicBezTo>
                    <a:pt x="953" y="0"/>
                    <a:pt x="0" y="929"/>
                    <a:pt x="0" y="2096"/>
                  </a:cubicBezTo>
                  <a:cubicBezTo>
                    <a:pt x="0" y="3239"/>
                    <a:pt x="953" y="4168"/>
                    <a:pt x="2096" y="4168"/>
                  </a:cubicBezTo>
                  <a:cubicBezTo>
                    <a:pt x="3239" y="4168"/>
                    <a:pt x="4168" y="3239"/>
                    <a:pt x="4168" y="2096"/>
                  </a:cubicBezTo>
                  <a:cubicBezTo>
                    <a:pt x="4168" y="929"/>
                    <a:pt x="3239" y="0"/>
                    <a:pt x="2096"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9" name="Google Shape;30739;p155"/>
            <p:cNvSpPr/>
            <p:nvPr/>
          </p:nvSpPr>
          <p:spPr>
            <a:xfrm>
              <a:off x="2193321" y="2993421"/>
              <a:ext cx="183674" cy="64084"/>
            </a:xfrm>
            <a:custGeom>
              <a:rect b="b" l="l" r="r" t="t"/>
              <a:pathLst>
                <a:path extrusionOk="0" h="2144" w="6145">
                  <a:moveTo>
                    <a:pt x="1096" y="1"/>
                  </a:moveTo>
                  <a:cubicBezTo>
                    <a:pt x="477" y="1"/>
                    <a:pt x="1" y="501"/>
                    <a:pt x="25" y="1120"/>
                  </a:cubicBezTo>
                  <a:cubicBezTo>
                    <a:pt x="49" y="1691"/>
                    <a:pt x="525" y="2144"/>
                    <a:pt x="1096" y="2144"/>
                  </a:cubicBezTo>
                  <a:lnTo>
                    <a:pt x="6145" y="2144"/>
                  </a:lnTo>
                  <a:lnTo>
                    <a:pt x="6145"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0" name="Google Shape;30740;p155"/>
            <p:cNvSpPr/>
            <p:nvPr/>
          </p:nvSpPr>
          <p:spPr>
            <a:xfrm>
              <a:off x="2225363" y="3086679"/>
              <a:ext cx="183674" cy="64084"/>
            </a:xfrm>
            <a:custGeom>
              <a:rect b="b" l="l" r="r" t="t"/>
              <a:pathLst>
                <a:path extrusionOk="0" h="2144" w="6145">
                  <a:moveTo>
                    <a:pt x="1096" y="0"/>
                  </a:moveTo>
                  <a:cubicBezTo>
                    <a:pt x="477" y="0"/>
                    <a:pt x="1" y="500"/>
                    <a:pt x="24" y="1120"/>
                  </a:cubicBezTo>
                  <a:cubicBezTo>
                    <a:pt x="48" y="1691"/>
                    <a:pt x="524" y="2144"/>
                    <a:pt x="1096" y="2144"/>
                  </a:cubicBezTo>
                  <a:lnTo>
                    <a:pt x="6145" y="2144"/>
                  </a:lnTo>
                  <a:lnTo>
                    <a:pt x="614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1" name="Google Shape;30741;p155"/>
            <p:cNvSpPr/>
            <p:nvPr/>
          </p:nvSpPr>
          <p:spPr>
            <a:xfrm>
              <a:off x="2225363" y="3179907"/>
              <a:ext cx="183674" cy="64114"/>
            </a:xfrm>
            <a:custGeom>
              <a:rect b="b" l="l" r="r" t="t"/>
              <a:pathLst>
                <a:path extrusionOk="0" h="2145" w="6145">
                  <a:moveTo>
                    <a:pt x="1096" y="1"/>
                  </a:moveTo>
                  <a:cubicBezTo>
                    <a:pt x="477" y="1"/>
                    <a:pt x="1" y="501"/>
                    <a:pt x="24" y="1144"/>
                  </a:cubicBezTo>
                  <a:cubicBezTo>
                    <a:pt x="48" y="1692"/>
                    <a:pt x="524" y="2144"/>
                    <a:pt x="1096" y="2144"/>
                  </a:cubicBezTo>
                  <a:lnTo>
                    <a:pt x="6145" y="2144"/>
                  </a:lnTo>
                  <a:lnTo>
                    <a:pt x="6145"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2" name="Google Shape;30742;p155"/>
            <p:cNvSpPr/>
            <p:nvPr/>
          </p:nvSpPr>
          <p:spPr>
            <a:xfrm>
              <a:off x="2193321" y="3273164"/>
              <a:ext cx="183674" cy="64084"/>
            </a:xfrm>
            <a:custGeom>
              <a:rect b="b" l="l" r="r" t="t"/>
              <a:pathLst>
                <a:path extrusionOk="0" h="2144" w="6145">
                  <a:moveTo>
                    <a:pt x="1096" y="1"/>
                  </a:moveTo>
                  <a:cubicBezTo>
                    <a:pt x="477" y="1"/>
                    <a:pt x="1" y="525"/>
                    <a:pt x="25" y="1144"/>
                  </a:cubicBezTo>
                  <a:cubicBezTo>
                    <a:pt x="49" y="1715"/>
                    <a:pt x="525" y="2144"/>
                    <a:pt x="1096" y="2144"/>
                  </a:cubicBezTo>
                  <a:lnTo>
                    <a:pt x="6145" y="2144"/>
                  </a:lnTo>
                  <a:lnTo>
                    <a:pt x="614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3" name="Google Shape;30743;p155"/>
            <p:cNvSpPr/>
            <p:nvPr/>
          </p:nvSpPr>
          <p:spPr>
            <a:xfrm>
              <a:off x="2191916" y="3024029"/>
              <a:ext cx="185079" cy="32072"/>
            </a:xfrm>
            <a:custGeom>
              <a:rect b="b" l="l" r="r" t="t"/>
              <a:pathLst>
                <a:path extrusionOk="0" h="1073" w="6192">
                  <a:moveTo>
                    <a:pt x="0" y="1"/>
                  </a:moveTo>
                  <a:cubicBezTo>
                    <a:pt x="0" y="596"/>
                    <a:pt x="477" y="1072"/>
                    <a:pt x="1072" y="1072"/>
                  </a:cubicBezTo>
                  <a:lnTo>
                    <a:pt x="6192" y="1072"/>
                  </a:lnTo>
                  <a:lnTo>
                    <a:pt x="6192"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4" name="Google Shape;30744;p155"/>
            <p:cNvSpPr/>
            <p:nvPr/>
          </p:nvSpPr>
          <p:spPr>
            <a:xfrm>
              <a:off x="2223928" y="3118920"/>
              <a:ext cx="185109" cy="32042"/>
            </a:xfrm>
            <a:custGeom>
              <a:rect b="b" l="l" r="r" t="t"/>
              <a:pathLst>
                <a:path extrusionOk="0" h="1072" w="6193">
                  <a:moveTo>
                    <a:pt x="1" y="0"/>
                  </a:moveTo>
                  <a:cubicBezTo>
                    <a:pt x="1" y="595"/>
                    <a:pt x="477" y="1072"/>
                    <a:pt x="1073" y="1072"/>
                  </a:cubicBezTo>
                  <a:lnTo>
                    <a:pt x="6193" y="1072"/>
                  </a:lnTo>
                  <a:lnTo>
                    <a:pt x="619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5" name="Google Shape;30745;p155"/>
            <p:cNvSpPr/>
            <p:nvPr/>
          </p:nvSpPr>
          <p:spPr>
            <a:xfrm>
              <a:off x="2223928" y="3211232"/>
              <a:ext cx="185109" cy="32072"/>
            </a:xfrm>
            <a:custGeom>
              <a:rect b="b" l="l" r="r" t="t"/>
              <a:pathLst>
                <a:path extrusionOk="0" h="1073" w="6193">
                  <a:moveTo>
                    <a:pt x="1" y="1"/>
                  </a:moveTo>
                  <a:cubicBezTo>
                    <a:pt x="1" y="596"/>
                    <a:pt x="477" y="1072"/>
                    <a:pt x="1073" y="1072"/>
                  </a:cubicBezTo>
                  <a:lnTo>
                    <a:pt x="6193" y="1072"/>
                  </a:lnTo>
                  <a:lnTo>
                    <a:pt x="619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6" name="Google Shape;30746;p155"/>
            <p:cNvSpPr/>
            <p:nvPr/>
          </p:nvSpPr>
          <p:spPr>
            <a:xfrm>
              <a:off x="2191916" y="3305405"/>
              <a:ext cx="185079" cy="32072"/>
            </a:xfrm>
            <a:custGeom>
              <a:rect b="b" l="l" r="r" t="t"/>
              <a:pathLst>
                <a:path extrusionOk="0" h="1073" w="6192">
                  <a:moveTo>
                    <a:pt x="0" y="0"/>
                  </a:moveTo>
                  <a:cubicBezTo>
                    <a:pt x="0" y="596"/>
                    <a:pt x="477" y="1072"/>
                    <a:pt x="1072" y="1072"/>
                  </a:cubicBezTo>
                  <a:lnTo>
                    <a:pt x="6192" y="1072"/>
                  </a:lnTo>
                  <a:lnTo>
                    <a:pt x="6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7" name="Google Shape;30747;p155"/>
            <p:cNvSpPr/>
            <p:nvPr/>
          </p:nvSpPr>
          <p:spPr>
            <a:xfrm>
              <a:off x="2064494" y="3164961"/>
              <a:ext cx="124582" cy="61962"/>
            </a:xfrm>
            <a:custGeom>
              <a:rect b="b" l="l" r="r" t="t"/>
              <a:pathLst>
                <a:path extrusionOk="0" h="2073" w="4168">
                  <a:moveTo>
                    <a:pt x="0" y="1"/>
                  </a:moveTo>
                  <a:cubicBezTo>
                    <a:pt x="0" y="1168"/>
                    <a:pt x="929" y="2073"/>
                    <a:pt x="2096" y="2073"/>
                  </a:cubicBezTo>
                  <a:cubicBezTo>
                    <a:pt x="3263" y="2073"/>
                    <a:pt x="4168" y="1168"/>
                    <a:pt x="4168"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8" name="Google Shape;30748;p155"/>
          <p:cNvGrpSpPr/>
          <p:nvPr/>
        </p:nvGrpSpPr>
        <p:grpSpPr>
          <a:xfrm>
            <a:off x="2556667" y="2838182"/>
            <a:ext cx="343109" cy="344545"/>
            <a:chOff x="2747167" y="2990582"/>
            <a:chExt cx="343109" cy="344545"/>
          </a:xfrm>
        </p:grpSpPr>
        <p:sp>
          <p:nvSpPr>
            <p:cNvPr id="30749" name="Google Shape;30749;p155"/>
            <p:cNvSpPr/>
            <p:nvPr/>
          </p:nvSpPr>
          <p:spPr>
            <a:xfrm>
              <a:off x="2773500" y="2991987"/>
              <a:ext cx="290441" cy="330314"/>
            </a:xfrm>
            <a:custGeom>
              <a:rect b="b" l="l" r="r" t="t"/>
              <a:pathLst>
                <a:path extrusionOk="0" h="11051" w="9717">
                  <a:moveTo>
                    <a:pt x="9717" y="1"/>
                  </a:moveTo>
                  <a:cubicBezTo>
                    <a:pt x="9169" y="477"/>
                    <a:pt x="8598" y="954"/>
                    <a:pt x="7978" y="1406"/>
                  </a:cubicBezTo>
                  <a:cubicBezTo>
                    <a:pt x="7669" y="1644"/>
                    <a:pt x="7454" y="2573"/>
                    <a:pt x="7097" y="2787"/>
                  </a:cubicBezTo>
                  <a:cubicBezTo>
                    <a:pt x="7048" y="2812"/>
                    <a:pt x="6996" y="2822"/>
                    <a:pt x="6941" y="2822"/>
                  </a:cubicBezTo>
                  <a:cubicBezTo>
                    <a:pt x="6675" y="2822"/>
                    <a:pt x="6349" y="2586"/>
                    <a:pt x="6072" y="2586"/>
                  </a:cubicBezTo>
                  <a:cubicBezTo>
                    <a:pt x="6014" y="2586"/>
                    <a:pt x="5959" y="2596"/>
                    <a:pt x="5907" y="2621"/>
                  </a:cubicBezTo>
                  <a:cubicBezTo>
                    <a:pt x="5240" y="2930"/>
                    <a:pt x="4525" y="3192"/>
                    <a:pt x="3811" y="3406"/>
                  </a:cubicBezTo>
                  <a:cubicBezTo>
                    <a:pt x="3501" y="3502"/>
                    <a:pt x="3215" y="4097"/>
                    <a:pt x="2906" y="4168"/>
                  </a:cubicBezTo>
                  <a:cubicBezTo>
                    <a:pt x="2875" y="4177"/>
                    <a:pt x="2844" y="4181"/>
                    <a:pt x="2811" y="4181"/>
                  </a:cubicBezTo>
                  <a:cubicBezTo>
                    <a:pt x="2511" y="4181"/>
                    <a:pt x="2128" y="3852"/>
                    <a:pt x="1816" y="3852"/>
                  </a:cubicBezTo>
                  <a:cubicBezTo>
                    <a:pt x="1790" y="3852"/>
                    <a:pt x="1764" y="3854"/>
                    <a:pt x="1739" y="3859"/>
                  </a:cubicBezTo>
                  <a:cubicBezTo>
                    <a:pt x="1167" y="3930"/>
                    <a:pt x="596" y="3978"/>
                    <a:pt x="1" y="4002"/>
                  </a:cubicBezTo>
                  <a:lnTo>
                    <a:pt x="1" y="11051"/>
                  </a:lnTo>
                  <a:lnTo>
                    <a:pt x="9717" y="11051"/>
                  </a:lnTo>
                  <a:lnTo>
                    <a:pt x="971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0" name="Google Shape;30750;p155"/>
            <p:cNvSpPr/>
            <p:nvPr/>
          </p:nvSpPr>
          <p:spPr>
            <a:xfrm>
              <a:off x="2825479" y="3093075"/>
              <a:ext cx="61932" cy="227822"/>
            </a:xfrm>
            <a:custGeom>
              <a:rect b="b" l="l" r="r" t="t"/>
              <a:pathLst>
                <a:path extrusionOk="0" h="7622" w="2072">
                  <a:moveTo>
                    <a:pt x="2072" y="1"/>
                  </a:moveTo>
                  <a:cubicBezTo>
                    <a:pt x="1405" y="191"/>
                    <a:pt x="714" y="358"/>
                    <a:pt x="0" y="429"/>
                  </a:cubicBezTo>
                  <a:lnTo>
                    <a:pt x="0" y="7621"/>
                  </a:lnTo>
                  <a:lnTo>
                    <a:pt x="2072" y="7621"/>
                  </a:lnTo>
                  <a:lnTo>
                    <a:pt x="207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1" name="Google Shape;30751;p155"/>
            <p:cNvSpPr/>
            <p:nvPr/>
          </p:nvSpPr>
          <p:spPr>
            <a:xfrm>
              <a:off x="2950032" y="3033295"/>
              <a:ext cx="61962" cy="287602"/>
            </a:xfrm>
            <a:custGeom>
              <a:rect b="b" l="l" r="r" t="t"/>
              <a:pathLst>
                <a:path extrusionOk="0" h="9622" w="2073">
                  <a:moveTo>
                    <a:pt x="2072" y="0"/>
                  </a:moveTo>
                  <a:cubicBezTo>
                    <a:pt x="1429" y="476"/>
                    <a:pt x="715" y="858"/>
                    <a:pt x="1" y="1215"/>
                  </a:cubicBezTo>
                  <a:lnTo>
                    <a:pt x="1" y="9621"/>
                  </a:lnTo>
                  <a:lnTo>
                    <a:pt x="2072" y="9621"/>
                  </a:lnTo>
                  <a:lnTo>
                    <a:pt x="2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2" name="Google Shape;30752;p155"/>
            <p:cNvSpPr/>
            <p:nvPr/>
          </p:nvSpPr>
          <p:spPr>
            <a:xfrm>
              <a:off x="3011965" y="2990582"/>
              <a:ext cx="51291" cy="331002"/>
            </a:xfrm>
            <a:custGeom>
              <a:rect b="b" l="l" r="r" t="t"/>
              <a:pathLst>
                <a:path extrusionOk="0" h="11074" w="1716">
                  <a:moveTo>
                    <a:pt x="1715" y="0"/>
                  </a:moveTo>
                  <a:cubicBezTo>
                    <a:pt x="1191" y="524"/>
                    <a:pt x="596" y="1001"/>
                    <a:pt x="0" y="1453"/>
                  </a:cubicBezTo>
                  <a:lnTo>
                    <a:pt x="0" y="11074"/>
                  </a:lnTo>
                  <a:lnTo>
                    <a:pt x="1715" y="11074"/>
                  </a:lnTo>
                  <a:lnTo>
                    <a:pt x="1715"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3" name="Google Shape;30753;p155"/>
            <p:cNvSpPr/>
            <p:nvPr/>
          </p:nvSpPr>
          <p:spPr>
            <a:xfrm>
              <a:off x="2918707" y="3069582"/>
              <a:ext cx="31355" cy="251315"/>
            </a:xfrm>
            <a:custGeom>
              <a:rect b="b" l="l" r="r" t="t"/>
              <a:pathLst>
                <a:path extrusionOk="0" h="8408" w="1049">
                  <a:moveTo>
                    <a:pt x="1049" y="1"/>
                  </a:moveTo>
                  <a:cubicBezTo>
                    <a:pt x="691" y="144"/>
                    <a:pt x="358" y="286"/>
                    <a:pt x="1" y="406"/>
                  </a:cubicBezTo>
                  <a:lnTo>
                    <a:pt x="1" y="8407"/>
                  </a:lnTo>
                  <a:lnTo>
                    <a:pt x="1049" y="8407"/>
                  </a:lnTo>
                  <a:lnTo>
                    <a:pt x="1049"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4" name="Google Shape;30754;p155"/>
            <p:cNvSpPr/>
            <p:nvPr/>
          </p:nvSpPr>
          <p:spPr>
            <a:xfrm>
              <a:off x="2747167" y="3314443"/>
              <a:ext cx="343107" cy="20684"/>
            </a:xfrm>
            <a:custGeom>
              <a:rect b="b" l="l" r="r" t="t"/>
              <a:pathLst>
                <a:path extrusionOk="0" h="692" w="11479">
                  <a:moveTo>
                    <a:pt x="0" y="1"/>
                  </a:moveTo>
                  <a:lnTo>
                    <a:pt x="0" y="691"/>
                  </a:lnTo>
                  <a:lnTo>
                    <a:pt x="11479" y="691"/>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5" name="Google Shape;30755;p155"/>
            <p:cNvSpPr/>
            <p:nvPr/>
          </p:nvSpPr>
          <p:spPr>
            <a:xfrm>
              <a:off x="2918707" y="3314443"/>
              <a:ext cx="171569" cy="20684"/>
            </a:xfrm>
            <a:custGeom>
              <a:rect b="b" l="l" r="r" t="t"/>
              <a:pathLst>
                <a:path extrusionOk="0" h="692" w="5740">
                  <a:moveTo>
                    <a:pt x="1" y="1"/>
                  </a:moveTo>
                  <a:lnTo>
                    <a:pt x="1" y="691"/>
                  </a:lnTo>
                  <a:lnTo>
                    <a:pt x="5740" y="691"/>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6" name="Google Shape;30756;p155"/>
          <p:cNvGrpSpPr/>
          <p:nvPr/>
        </p:nvGrpSpPr>
        <p:grpSpPr>
          <a:xfrm>
            <a:off x="3274565" y="2824641"/>
            <a:ext cx="343826" cy="344842"/>
            <a:chOff x="3379296" y="2977041"/>
            <a:chExt cx="343826" cy="344842"/>
          </a:xfrm>
        </p:grpSpPr>
        <p:sp>
          <p:nvSpPr>
            <p:cNvPr id="30757" name="Google Shape;30757;p155"/>
            <p:cNvSpPr/>
            <p:nvPr/>
          </p:nvSpPr>
          <p:spPr>
            <a:xfrm>
              <a:off x="3565781" y="3048957"/>
              <a:ext cx="157341" cy="156624"/>
            </a:xfrm>
            <a:custGeom>
              <a:rect b="b" l="l" r="r" t="t"/>
              <a:pathLst>
                <a:path extrusionOk="0" h="5240" w="5264">
                  <a:moveTo>
                    <a:pt x="2644" y="0"/>
                  </a:moveTo>
                  <a:cubicBezTo>
                    <a:pt x="1192" y="0"/>
                    <a:pt x="1" y="1167"/>
                    <a:pt x="1" y="2620"/>
                  </a:cubicBezTo>
                  <a:cubicBezTo>
                    <a:pt x="1" y="4072"/>
                    <a:pt x="1192" y="5239"/>
                    <a:pt x="2644" y="5239"/>
                  </a:cubicBezTo>
                  <a:cubicBezTo>
                    <a:pt x="4073" y="5239"/>
                    <a:pt x="5264" y="4072"/>
                    <a:pt x="5264" y="2620"/>
                  </a:cubicBezTo>
                  <a:cubicBezTo>
                    <a:pt x="5264" y="1167"/>
                    <a:pt x="4073" y="0"/>
                    <a:pt x="264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8" name="Google Shape;30758;p155"/>
            <p:cNvSpPr/>
            <p:nvPr/>
          </p:nvSpPr>
          <p:spPr>
            <a:xfrm>
              <a:off x="3533051" y="3164961"/>
              <a:ext cx="156624" cy="156624"/>
            </a:xfrm>
            <a:custGeom>
              <a:rect b="b" l="l" r="r" t="t"/>
              <a:pathLst>
                <a:path extrusionOk="0" h="5240" w="5240">
                  <a:moveTo>
                    <a:pt x="2620" y="1"/>
                  </a:moveTo>
                  <a:cubicBezTo>
                    <a:pt x="1167" y="1"/>
                    <a:pt x="0" y="1168"/>
                    <a:pt x="0" y="2620"/>
                  </a:cubicBezTo>
                  <a:cubicBezTo>
                    <a:pt x="0" y="4073"/>
                    <a:pt x="1167" y="5240"/>
                    <a:pt x="2620" y="5240"/>
                  </a:cubicBezTo>
                  <a:cubicBezTo>
                    <a:pt x="4073" y="5240"/>
                    <a:pt x="5240" y="4073"/>
                    <a:pt x="5240" y="2620"/>
                  </a:cubicBezTo>
                  <a:cubicBezTo>
                    <a:pt x="5240" y="1168"/>
                    <a:pt x="4073" y="1"/>
                    <a:pt x="2620"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9" name="Google Shape;30759;p155"/>
            <p:cNvSpPr/>
            <p:nvPr/>
          </p:nvSpPr>
          <p:spPr>
            <a:xfrm>
              <a:off x="3472553" y="2977759"/>
              <a:ext cx="152349" cy="156624"/>
            </a:xfrm>
            <a:custGeom>
              <a:rect b="b" l="l" r="r" t="t"/>
              <a:pathLst>
                <a:path extrusionOk="0" h="5240" w="5097">
                  <a:moveTo>
                    <a:pt x="2620" y="1"/>
                  </a:moveTo>
                  <a:cubicBezTo>
                    <a:pt x="1191" y="1"/>
                    <a:pt x="0" y="1168"/>
                    <a:pt x="0" y="2620"/>
                  </a:cubicBezTo>
                  <a:cubicBezTo>
                    <a:pt x="0" y="4049"/>
                    <a:pt x="1167" y="5240"/>
                    <a:pt x="2620" y="5240"/>
                  </a:cubicBezTo>
                  <a:cubicBezTo>
                    <a:pt x="4096" y="5240"/>
                    <a:pt x="5097" y="4073"/>
                    <a:pt x="5097" y="2620"/>
                  </a:cubicBezTo>
                  <a:cubicBezTo>
                    <a:pt x="5097" y="1168"/>
                    <a:pt x="4049" y="1"/>
                    <a:pt x="262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0" name="Google Shape;30760;p155"/>
            <p:cNvSpPr/>
            <p:nvPr/>
          </p:nvSpPr>
          <p:spPr>
            <a:xfrm>
              <a:off x="3401355" y="3164812"/>
              <a:ext cx="173721" cy="157072"/>
            </a:xfrm>
            <a:custGeom>
              <a:rect b="b" l="l" r="r" t="t"/>
              <a:pathLst>
                <a:path extrusionOk="0" h="5255" w="5812">
                  <a:moveTo>
                    <a:pt x="3002" y="1"/>
                  </a:moveTo>
                  <a:cubicBezTo>
                    <a:pt x="2195" y="1"/>
                    <a:pt x="1388" y="375"/>
                    <a:pt x="858" y="1077"/>
                  </a:cubicBezTo>
                  <a:cubicBezTo>
                    <a:pt x="1" y="2244"/>
                    <a:pt x="263" y="3864"/>
                    <a:pt x="1430" y="4745"/>
                  </a:cubicBezTo>
                  <a:cubicBezTo>
                    <a:pt x="1902" y="5089"/>
                    <a:pt x="2448" y="5255"/>
                    <a:pt x="2986" y="5255"/>
                  </a:cubicBezTo>
                  <a:cubicBezTo>
                    <a:pt x="3750" y="5255"/>
                    <a:pt x="4499" y="4921"/>
                    <a:pt x="5002" y="4292"/>
                  </a:cubicBezTo>
                  <a:cubicBezTo>
                    <a:pt x="5049" y="4269"/>
                    <a:pt x="5073" y="4197"/>
                    <a:pt x="5097" y="4173"/>
                  </a:cubicBezTo>
                  <a:cubicBezTo>
                    <a:pt x="5812" y="3197"/>
                    <a:pt x="5764" y="1840"/>
                    <a:pt x="5002" y="958"/>
                  </a:cubicBezTo>
                  <a:cubicBezTo>
                    <a:pt x="4883" y="816"/>
                    <a:pt x="4716" y="649"/>
                    <a:pt x="4526" y="506"/>
                  </a:cubicBezTo>
                  <a:cubicBezTo>
                    <a:pt x="4070" y="165"/>
                    <a:pt x="3536" y="1"/>
                    <a:pt x="300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1" name="Google Shape;30761;p155"/>
            <p:cNvSpPr/>
            <p:nvPr/>
          </p:nvSpPr>
          <p:spPr>
            <a:xfrm>
              <a:off x="3379296" y="3048957"/>
              <a:ext cx="156624" cy="156624"/>
            </a:xfrm>
            <a:custGeom>
              <a:rect b="b" l="l" r="r" t="t"/>
              <a:pathLst>
                <a:path extrusionOk="0" h="5240" w="5240">
                  <a:moveTo>
                    <a:pt x="2620" y="0"/>
                  </a:moveTo>
                  <a:cubicBezTo>
                    <a:pt x="1167" y="0"/>
                    <a:pt x="1" y="1167"/>
                    <a:pt x="1" y="2620"/>
                  </a:cubicBezTo>
                  <a:cubicBezTo>
                    <a:pt x="1" y="4072"/>
                    <a:pt x="1167" y="5239"/>
                    <a:pt x="2620" y="5239"/>
                  </a:cubicBezTo>
                  <a:cubicBezTo>
                    <a:pt x="4073" y="5239"/>
                    <a:pt x="5240" y="4072"/>
                    <a:pt x="5240" y="2620"/>
                  </a:cubicBezTo>
                  <a:cubicBezTo>
                    <a:pt x="5240" y="1167"/>
                    <a:pt x="4073" y="0"/>
                    <a:pt x="2620"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2" name="Google Shape;30762;p155"/>
            <p:cNvSpPr/>
            <p:nvPr/>
          </p:nvSpPr>
          <p:spPr>
            <a:xfrm>
              <a:off x="3550836" y="3193447"/>
              <a:ext cx="24241" cy="99683"/>
            </a:xfrm>
            <a:custGeom>
              <a:rect b="b" l="l" r="r" t="t"/>
              <a:pathLst>
                <a:path extrusionOk="0" h="3335" w="811">
                  <a:moveTo>
                    <a:pt x="1" y="0"/>
                  </a:moveTo>
                  <a:lnTo>
                    <a:pt x="1" y="3334"/>
                  </a:lnTo>
                  <a:cubicBezTo>
                    <a:pt x="48" y="3311"/>
                    <a:pt x="72" y="3239"/>
                    <a:pt x="96" y="3215"/>
                  </a:cubicBezTo>
                  <a:cubicBezTo>
                    <a:pt x="811" y="2239"/>
                    <a:pt x="763" y="882"/>
                    <a:pt x="1"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3" name="Google Shape;30763;p155"/>
            <p:cNvSpPr/>
            <p:nvPr/>
          </p:nvSpPr>
          <p:spPr>
            <a:xfrm>
              <a:off x="3550836" y="2977041"/>
              <a:ext cx="78342" cy="157341"/>
            </a:xfrm>
            <a:custGeom>
              <a:rect b="b" l="l" r="r" t="t"/>
              <a:pathLst>
                <a:path extrusionOk="0" h="5264" w="2621">
                  <a:moveTo>
                    <a:pt x="1" y="1"/>
                  </a:moveTo>
                  <a:lnTo>
                    <a:pt x="1" y="5264"/>
                  </a:lnTo>
                  <a:cubicBezTo>
                    <a:pt x="1430" y="5264"/>
                    <a:pt x="2620" y="4097"/>
                    <a:pt x="2620" y="2644"/>
                  </a:cubicBezTo>
                  <a:cubicBezTo>
                    <a:pt x="2620" y="1192"/>
                    <a:pt x="1477" y="25"/>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4" name="Google Shape;30764;p155"/>
            <p:cNvSpPr/>
            <p:nvPr/>
          </p:nvSpPr>
          <p:spPr>
            <a:xfrm>
              <a:off x="3493177" y="3101624"/>
              <a:ext cx="116063" cy="116063"/>
            </a:xfrm>
            <a:custGeom>
              <a:rect b="b" l="l" r="r" t="t"/>
              <a:pathLst>
                <a:path extrusionOk="0" h="3883" w="3883">
                  <a:moveTo>
                    <a:pt x="1930" y="0"/>
                  </a:moveTo>
                  <a:cubicBezTo>
                    <a:pt x="858" y="0"/>
                    <a:pt x="1" y="858"/>
                    <a:pt x="1" y="1929"/>
                  </a:cubicBezTo>
                  <a:cubicBezTo>
                    <a:pt x="1" y="3001"/>
                    <a:pt x="858" y="3882"/>
                    <a:pt x="1930" y="3882"/>
                  </a:cubicBezTo>
                  <a:cubicBezTo>
                    <a:pt x="3001" y="3882"/>
                    <a:pt x="3883" y="3001"/>
                    <a:pt x="3883" y="1929"/>
                  </a:cubicBezTo>
                  <a:cubicBezTo>
                    <a:pt x="3883" y="858"/>
                    <a:pt x="3001" y="0"/>
                    <a:pt x="193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5" name="Google Shape;30765;p155"/>
            <p:cNvSpPr/>
            <p:nvPr/>
          </p:nvSpPr>
          <p:spPr>
            <a:xfrm>
              <a:off x="3550118" y="3102341"/>
              <a:ext cx="57688" cy="115346"/>
            </a:xfrm>
            <a:custGeom>
              <a:rect b="b" l="l" r="r" t="t"/>
              <a:pathLst>
                <a:path extrusionOk="0" h="3859" w="1930">
                  <a:moveTo>
                    <a:pt x="1" y="0"/>
                  </a:moveTo>
                  <a:lnTo>
                    <a:pt x="1" y="3858"/>
                  </a:lnTo>
                  <a:cubicBezTo>
                    <a:pt x="1073" y="3858"/>
                    <a:pt x="1930" y="2977"/>
                    <a:pt x="1930" y="1905"/>
                  </a:cubicBezTo>
                  <a:cubicBezTo>
                    <a:pt x="1930" y="834"/>
                    <a:pt x="1096"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6" name="Google Shape;30766;p155"/>
          <p:cNvGrpSpPr/>
          <p:nvPr/>
        </p:nvGrpSpPr>
        <p:grpSpPr>
          <a:xfrm>
            <a:off x="4038814" y="2846730"/>
            <a:ext cx="343826" cy="319615"/>
            <a:chOff x="4076914" y="2999130"/>
            <a:chExt cx="343826" cy="319615"/>
          </a:xfrm>
        </p:grpSpPr>
        <p:sp>
          <p:nvSpPr>
            <p:cNvPr id="30767" name="Google Shape;30767;p155"/>
            <p:cNvSpPr/>
            <p:nvPr/>
          </p:nvSpPr>
          <p:spPr>
            <a:xfrm>
              <a:off x="4273382" y="2999130"/>
              <a:ext cx="147358" cy="319614"/>
            </a:xfrm>
            <a:custGeom>
              <a:rect b="b" l="l" r="r" t="t"/>
              <a:pathLst>
                <a:path extrusionOk="0" h="10693" w="4930">
                  <a:moveTo>
                    <a:pt x="0" y="0"/>
                  </a:moveTo>
                  <a:lnTo>
                    <a:pt x="0" y="10693"/>
                  </a:lnTo>
                  <a:lnTo>
                    <a:pt x="3501" y="10693"/>
                  </a:lnTo>
                  <a:lnTo>
                    <a:pt x="3501" y="7002"/>
                  </a:lnTo>
                  <a:lnTo>
                    <a:pt x="4930" y="5358"/>
                  </a:lnTo>
                  <a:lnTo>
                    <a:pt x="3501" y="3691"/>
                  </a:lnTo>
                  <a:lnTo>
                    <a:pt x="350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8" name="Google Shape;30768;p155"/>
            <p:cNvSpPr/>
            <p:nvPr/>
          </p:nvSpPr>
          <p:spPr>
            <a:xfrm>
              <a:off x="4273382" y="3158565"/>
              <a:ext cx="147358" cy="160181"/>
            </a:xfrm>
            <a:custGeom>
              <a:rect b="b" l="l" r="r" t="t"/>
              <a:pathLst>
                <a:path extrusionOk="0" h="5359" w="4930">
                  <a:moveTo>
                    <a:pt x="0" y="1"/>
                  </a:moveTo>
                  <a:lnTo>
                    <a:pt x="0" y="5359"/>
                  </a:lnTo>
                  <a:lnTo>
                    <a:pt x="3501" y="5359"/>
                  </a:lnTo>
                  <a:lnTo>
                    <a:pt x="3501" y="1668"/>
                  </a:lnTo>
                  <a:lnTo>
                    <a:pt x="493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9" name="Google Shape;30769;p155"/>
            <p:cNvSpPr/>
            <p:nvPr/>
          </p:nvSpPr>
          <p:spPr>
            <a:xfrm>
              <a:off x="4303273" y="3029738"/>
              <a:ext cx="44177" cy="20654"/>
            </a:xfrm>
            <a:custGeom>
              <a:rect b="b" l="l" r="r" t="t"/>
              <a:pathLst>
                <a:path extrusionOk="0" h="691"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0" name="Google Shape;30770;p155"/>
            <p:cNvSpPr/>
            <p:nvPr/>
          </p:nvSpPr>
          <p:spPr>
            <a:xfrm>
              <a:off x="4303273" y="3078130"/>
              <a:ext cx="44177" cy="20684"/>
            </a:xfrm>
            <a:custGeom>
              <a:rect b="b" l="l" r="r" t="t"/>
              <a:pathLst>
                <a:path extrusionOk="0" h="692"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1" name="Google Shape;30771;p155"/>
            <p:cNvSpPr/>
            <p:nvPr/>
          </p:nvSpPr>
          <p:spPr>
            <a:xfrm>
              <a:off x="4175133" y="2999130"/>
              <a:ext cx="148105" cy="319614"/>
            </a:xfrm>
            <a:custGeom>
              <a:rect b="b" l="l" r="r" t="t"/>
              <a:pathLst>
                <a:path extrusionOk="0" h="10693" w="4955">
                  <a:moveTo>
                    <a:pt x="1" y="0"/>
                  </a:moveTo>
                  <a:lnTo>
                    <a:pt x="1" y="10693"/>
                  </a:lnTo>
                  <a:lnTo>
                    <a:pt x="3526" y="10693"/>
                  </a:lnTo>
                  <a:lnTo>
                    <a:pt x="3526" y="7002"/>
                  </a:lnTo>
                  <a:lnTo>
                    <a:pt x="4954" y="5358"/>
                  </a:lnTo>
                  <a:lnTo>
                    <a:pt x="3526" y="3691"/>
                  </a:lnTo>
                  <a:lnTo>
                    <a:pt x="352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2" name="Google Shape;30772;p155"/>
            <p:cNvSpPr/>
            <p:nvPr/>
          </p:nvSpPr>
          <p:spPr>
            <a:xfrm>
              <a:off x="4175728" y="3158565"/>
              <a:ext cx="148105" cy="160181"/>
            </a:xfrm>
            <a:custGeom>
              <a:rect b="b" l="l" r="r" t="t"/>
              <a:pathLst>
                <a:path extrusionOk="0" h="5359" w="4955">
                  <a:moveTo>
                    <a:pt x="1" y="1"/>
                  </a:moveTo>
                  <a:lnTo>
                    <a:pt x="1" y="5359"/>
                  </a:lnTo>
                  <a:lnTo>
                    <a:pt x="3526" y="5359"/>
                  </a:lnTo>
                  <a:lnTo>
                    <a:pt x="3526" y="1668"/>
                  </a:lnTo>
                  <a:lnTo>
                    <a:pt x="49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3" name="Google Shape;30773;p155"/>
            <p:cNvSpPr/>
            <p:nvPr/>
          </p:nvSpPr>
          <p:spPr>
            <a:xfrm>
              <a:off x="4076914" y="2999130"/>
              <a:ext cx="147388" cy="319614"/>
            </a:xfrm>
            <a:custGeom>
              <a:rect b="b" l="l" r="r" t="t"/>
              <a:pathLst>
                <a:path extrusionOk="0" h="10693" w="4931">
                  <a:moveTo>
                    <a:pt x="1" y="0"/>
                  </a:moveTo>
                  <a:lnTo>
                    <a:pt x="1" y="10693"/>
                  </a:lnTo>
                  <a:lnTo>
                    <a:pt x="3501" y="10693"/>
                  </a:lnTo>
                  <a:lnTo>
                    <a:pt x="3501" y="7002"/>
                  </a:lnTo>
                  <a:lnTo>
                    <a:pt x="4930" y="5358"/>
                  </a:lnTo>
                  <a:lnTo>
                    <a:pt x="3501" y="3691"/>
                  </a:lnTo>
                  <a:lnTo>
                    <a:pt x="350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4" name="Google Shape;30774;p155"/>
            <p:cNvSpPr/>
            <p:nvPr/>
          </p:nvSpPr>
          <p:spPr>
            <a:xfrm>
              <a:off x="4107521" y="3029738"/>
              <a:ext cx="44177" cy="20654"/>
            </a:xfrm>
            <a:custGeom>
              <a:rect b="b" l="l" r="r" t="t"/>
              <a:pathLst>
                <a:path extrusionOk="0" h="691"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5" name="Google Shape;30775;p155"/>
            <p:cNvSpPr/>
            <p:nvPr/>
          </p:nvSpPr>
          <p:spPr>
            <a:xfrm>
              <a:off x="4107521" y="3078130"/>
              <a:ext cx="44177" cy="20684"/>
            </a:xfrm>
            <a:custGeom>
              <a:rect b="b" l="l" r="r" t="t"/>
              <a:pathLst>
                <a:path extrusionOk="0" h="692"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6" name="Google Shape;30776;p155"/>
            <p:cNvSpPr/>
            <p:nvPr/>
          </p:nvSpPr>
          <p:spPr>
            <a:xfrm>
              <a:off x="4205741" y="3218345"/>
              <a:ext cx="43460" cy="20684"/>
            </a:xfrm>
            <a:custGeom>
              <a:rect b="b" l="l" r="r" t="t"/>
              <a:pathLst>
                <a:path extrusionOk="0" h="692" w="1454">
                  <a:moveTo>
                    <a:pt x="1" y="1"/>
                  </a:moveTo>
                  <a:lnTo>
                    <a:pt x="1" y="692"/>
                  </a:lnTo>
                  <a:lnTo>
                    <a:pt x="1454" y="692"/>
                  </a:lnTo>
                  <a:lnTo>
                    <a:pt x="1454"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7" name="Google Shape;30777;p155"/>
            <p:cNvSpPr/>
            <p:nvPr/>
          </p:nvSpPr>
          <p:spPr>
            <a:xfrm>
              <a:off x="4205741" y="3267485"/>
              <a:ext cx="43460" cy="19937"/>
            </a:xfrm>
            <a:custGeom>
              <a:rect b="b" l="l" r="r" t="t"/>
              <a:pathLst>
                <a:path extrusionOk="0" h="667" w="1454">
                  <a:moveTo>
                    <a:pt x="1" y="0"/>
                  </a:moveTo>
                  <a:lnTo>
                    <a:pt x="1" y="667"/>
                  </a:lnTo>
                  <a:lnTo>
                    <a:pt x="1454" y="667"/>
                  </a:lnTo>
                  <a:lnTo>
                    <a:pt x="1454"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8" name="Google Shape;30778;p155"/>
            <p:cNvSpPr/>
            <p:nvPr/>
          </p:nvSpPr>
          <p:spPr>
            <a:xfrm>
              <a:off x="4076914" y="3158565"/>
              <a:ext cx="147388" cy="160181"/>
            </a:xfrm>
            <a:custGeom>
              <a:rect b="b" l="l" r="r" t="t"/>
              <a:pathLst>
                <a:path extrusionOk="0" h="5359" w="4931">
                  <a:moveTo>
                    <a:pt x="1" y="1"/>
                  </a:moveTo>
                  <a:lnTo>
                    <a:pt x="1" y="5359"/>
                  </a:lnTo>
                  <a:lnTo>
                    <a:pt x="3501" y="5359"/>
                  </a:lnTo>
                  <a:lnTo>
                    <a:pt x="3501" y="1668"/>
                  </a:lnTo>
                  <a:lnTo>
                    <a:pt x="4930"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9" name="Google Shape;30779;p155"/>
          <p:cNvGrpSpPr/>
          <p:nvPr/>
        </p:nvGrpSpPr>
        <p:grpSpPr>
          <a:xfrm>
            <a:off x="4804083" y="2846013"/>
            <a:ext cx="301859" cy="343826"/>
            <a:chOff x="4765983" y="2998413"/>
            <a:chExt cx="301859" cy="343826"/>
          </a:xfrm>
        </p:grpSpPr>
        <p:sp>
          <p:nvSpPr>
            <p:cNvPr id="30780" name="Google Shape;30780;p155"/>
            <p:cNvSpPr/>
            <p:nvPr/>
          </p:nvSpPr>
          <p:spPr>
            <a:xfrm>
              <a:off x="4807979" y="3040409"/>
              <a:ext cx="259864" cy="259834"/>
            </a:xfrm>
            <a:custGeom>
              <a:rect b="b" l="l" r="r" t="t"/>
              <a:pathLst>
                <a:path extrusionOk="0" h="8693" w="8694">
                  <a:moveTo>
                    <a:pt x="4335" y="0"/>
                  </a:moveTo>
                  <a:cubicBezTo>
                    <a:pt x="1930" y="0"/>
                    <a:pt x="1" y="1929"/>
                    <a:pt x="1" y="4335"/>
                  </a:cubicBezTo>
                  <a:cubicBezTo>
                    <a:pt x="1" y="6764"/>
                    <a:pt x="1930" y="8693"/>
                    <a:pt x="4335" y="8693"/>
                  </a:cubicBezTo>
                  <a:cubicBezTo>
                    <a:pt x="6740" y="8693"/>
                    <a:pt x="8693" y="6764"/>
                    <a:pt x="8693" y="4335"/>
                  </a:cubicBezTo>
                  <a:cubicBezTo>
                    <a:pt x="8693" y="1953"/>
                    <a:pt x="6740" y="24"/>
                    <a:pt x="433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1" name="Google Shape;30781;p155"/>
            <p:cNvSpPr/>
            <p:nvPr/>
          </p:nvSpPr>
          <p:spPr>
            <a:xfrm>
              <a:off x="4807979" y="3169953"/>
              <a:ext cx="259864" cy="130291"/>
            </a:xfrm>
            <a:custGeom>
              <a:rect b="b" l="l" r="r" t="t"/>
              <a:pathLst>
                <a:path extrusionOk="0" h="4359" w="8694">
                  <a:moveTo>
                    <a:pt x="1" y="1"/>
                  </a:moveTo>
                  <a:cubicBezTo>
                    <a:pt x="1" y="2430"/>
                    <a:pt x="1930" y="4359"/>
                    <a:pt x="4335" y="4359"/>
                  </a:cubicBezTo>
                  <a:cubicBezTo>
                    <a:pt x="6740" y="4359"/>
                    <a:pt x="8693" y="2430"/>
                    <a:pt x="8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2" name="Google Shape;30782;p155"/>
            <p:cNvSpPr/>
            <p:nvPr/>
          </p:nvSpPr>
          <p:spPr>
            <a:xfrm>
              <a:off x="4859958" y="3091641"/>
              <a:ext cx="156624" cy="156653"/>
            </a:xfrm>
            <a:custGeom>
              <a:rect b="b" l="l" r="r" t="t"/>
              <a:pathLst>
                <a:path extrusionOk="0" h="5241" w="5240">
                  <a:moveTo>
                    <a:pt x="2620" y="1"/>
                  </a:moveTo>
                  <a:cubicBezTo>
                    <a:pt x="1191" y="1"/>
                    <a:pt x="0" y="1168"/>
                    <a:pt x="0" y="2621"/>
                  </a:cubicBezTo>
                  <a:cubicBezTo>
                    <a:pt x="0" y="4049"/>
                    <a:pt x="1191" y="5240"/>
                    <a:pt x="2620" y="5240"/>
                  </a:cubicBezTo>
                  <a:cubicBezTo>
                    <a:pt x="4049" y="5240"/>
                    <a:pt x="5240" y="4073"/>
                    <a:pt x="5240" y="2621"/>
                  </a:cubicBezTo>
                  <a:cubicBezTo>
                    <a:pt x="5240" y="1192"/>
                    <a:pt x="4049" y="1"/>
                    <a:pt x="262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3" name="Google Shape;30783;p155"/>
            <p:cNvSpPr/>
            <p:nvPr/>
          </p:nvSpPr>
          <p:spPr>
            <a:xfrm>
              <a:off x="4859958" y="3169953"/>
              <a:ext cx="156624" cy="78342"/>
            </a:xfrm>
            <a:custGeom>
              <a:rect b="b" l="l" r="r" t="t"/>
              <a:pathLst>
                <a:path extrusionOk="0" h="2621" w="5240">
                  <a:moveTo>
                    <a:pt x="0" y="1"/>
                  </a:moveTo>
                  <a:cubicBezTo>
                    <a:pt x="0" y="1429"/>
                    <a:pt x="1191" y="2620"/>
                    <a:pt x="2620" y="2620"/>
                  </a:cubicBezTo>
                  <a:cubicBezTo>
                    <a:pt x="4049" y="2620"/>
                    <a:pt x="5240" y="1453"/>
                    <a:pt x="524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4" name="Google Shape;30784;p155"/>
            <p:cNvSpPr/>
            <p:nvPr/>
          </p:nvSpPr>
          <p:spPr>
            <a:xfrm>
              <a:off x="4765983" y="2998413"/>
              <a:ext cx="171598" cy="343825"/>
            </a:xfrm>
            <a:custGeom>
              <a:rect b="b" l="l" r="r" t="t"/>
              <a:pathLst>
                <a:path extrusionOk="0" h="11503" w="5741">
                  <a:moveTo>
                    <a:pt x="5740" y="0"/>
                  </a:moveTo>
                  <a:cubicBezTo>
                    <a:pt x="2597" y="0"/>
                    <a:pt x="1" y="2596"/>
                    <a:pt x="1" y="5740"/>
                  </a:cubicBezTo>
                  <a:cubicBezTo>
                    <a:pt x="1" y="8907"/>
                    <a:pt x="2549" y="11503"/>
                    <a:pt x="5740" y="11503"/>
                  </a:cubicBezTo>
                  <a:lnTo>
                    <a:pt x="574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5" name="Google Shape;30785;p155"/>
            <p:cNvSpPr/>
            <p:nvPr/>
          </p:nvSpPr>
          <p:spPr>
            <a:xfrm>
              <a:off x="4765983" y="3169953"/>
              <a:ext cx="171598" cy="172286"/>
            </a:xfrm>
            <a:custGeom>
              <a:rect b="b" l="l" r="r" t="t"/>
              <a:pathLst>
                <a:path extrusionOk="0" h="5764" w="5741">
                  <a:moveTo>
                    <a:pt x="1" y="1"/>
                  </a:moveTo>
                  <a:cubicBezTo>
                    <a:pt x="1" y="3168"/>
                    <a:pt x="2549" y="5764"/>
                    <a:pt x="5740" y="5764"/>
                  </a:cubicBezTo>
                  <a:lnTo>
                    <a:pt x="5740"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6" name="Google Shape;30786;p155"/>
            <p:cNvSpPr/>
            <p:nvPr/>
          </p:nvSpPr>
          <p:spPr>
            <a:xfrm>
              <a:off x="4833625" y="3139346"/>
              <a:ext cx="43430" cy="19967"/>
            </a:xfrm>
            <a:custGeom>
              <a:rect b="b" l="l" r="r" t="t"/>
              <a:pathLst>
                <a:path extrusionOk="0" h="668" w="1453">
                  <a:moveTo>
                    <a:pt x="0" y="1"/>
                  </a:moveTo>
                  <a:lnTo>
                    <a:pt x="0" y="667"/>
                  </a:lnTo>
                  <a:lnTo>
                    <a:pt x="1453" y="667"/>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7" name="Google Shape;30787;p155"/>
            <p:cNvSpPr/>
            <p:nvPr/>
          </p:nvSpPr>
          <p:spPr>
            <a:xfrm>
              <a:off x="4833625" y="3182776"/>
              <a:ext cx="43430" cy="20654"/>
            </a:xfrm>
            <a:custGeom>
              <a:rect b="b" l="l" r="r" t="t"/>
              <a:pathLst>
                <a:path extrusionOk="0" h="691" w="1453">
                  <a:moveTo>
                    <a:pt x="0" y="0"/>
                  </a:moveTo>
                  <a:lnTo>
                    <a:pt x="0" y="691"/>
                  </a:lnTo>
                  <a:lnTo>
                    <a:pt x="1453" y="691"/>
                  </a:lnTo>
                  <a:lnTo>
                    <a:pt x="1453"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8" name="Google Shape;30788;p155"/>
          <p:cNvGrpSpPr/>
          <p:nvPr/>
        </p:nvGrpSpPr>
        <p:grpSpPr>
          <a:xfrm>
            <a:off x="5518328" y="2848853"/>
            <a:ext cx="345262" cy="345262"/>
            <a:chOff x="5408813" y="3001253"/>
            <a:chExt cx="345262" cy="345262"/>
          </a:xfrm>
        </p:grpSpPr>
        <p:sp>
          <p:nvSpPr>
            <p:cNvPr id="30789" name="Google Shape;30789;p155"/>
            <p:cNvSpPr/>
            <p:nvPr/>
          </p:nvSpPr>
          <p:spPr>
            <a:xfrm>
              <a:off x="5429437" y="3022594"/>
              <a:ext cx="152379" cy="150944"/>
            </a:xfrm>
            <a:custGeom>
              <a:rect b="b" l="l" r="r" t="t"/>
              <a:pathLst>
                <a:path extrusionOk="0" h="5050" w="5098">
                  <a:moveTo>
                    <a:pt x="1" y="1"/>
                  </a:moveTo>
                  <a:lnTo>
                    <a:pt x="1" y="4740"/>
                  </a:lnTo>
                  <a:lnTo>
                    <a:pt x="263" y="5050"/>
                  </a:lnTo>
                  <a:lnTo>
                    <a:pt x="2120" y="5050"/>
                  </a:lnTo>
                  <a:cubicBezTo>
                    <a:pt x="3740" y="5050"/>
                    <a:pt x="5097" y="3740"/>
                    <a:pt x="5049" y="2073"/>
                  </a:cubicBezTo>
                  <a:lnTo>
                    <a:pt x="5049" y="263"/>
                  </a:lnTo>
                  <a:lnTo>
                    <a:pt x="47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0" name="Google Shape;30790;p155"/>
            <p:cNvSpPr/>
            <p:nvPr/>
          </p:nvSpPr>
          <p:spPr>
            <a:xfrm>
              <a:off x="5430154" y="3174945"/>
              <a:ext cx="152349" cy="150915"/>
            </a:xfrm>
            <a:custGeom>
              <a:rect b="b" l="l" r="r" t="t"/>
              <a:pathLst>
                <a:path extrusionOk="0" h="5049" w="5097">
                  <a:moveTo>
                    <a:pt x="263" y="0"/>
                  </a:moveTo>
                  <a:lnTo>
                    <a:pt x="1" y="310"/>
                  </a:lnTo>
                  <a:lnTo>
                    <a:pt x="1" y="5049"/>
                  </a:lnTo>
                  <a:lnTo>
                    <a:pt x="4740" y="5049"/>
                  </a:lnTo>
                  <a:lnTo>
                    <a:pt x="5073" y="4882"/>
                  </a:lnTo>
                  <a:lnTo>
                    <a:pt x="5097" y="4882"/>
                  </a:lnTo>
                  <a:lnTo>
                    <a:pt x="5097" y="2977"/>
                  </a:lnTo>
                  <a:cubicBezTo>
                    <a:pt x="5097" y="1334"/>
                    <a:pt x="3763" y="0"/>
                    <a:pt x="2120"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1" name="Google Shape;30791;p155"/>
            <p:cNvSpPr/>
            <p:nvPr/>
          </p:nvSpPr>
          <p:spPr>
            <a:xfrm>
              <a:off x="5581788" y="3022594"/>
              <a:ext cx="150915" cy="150944"/>
            </a:xfrm>
            <a:custGeom>
              <a:rect b="b" l="l" r="r" t="t"/>
              <a:pathLst>
                <a:path extrusionOk="0" h="5050" w="5049">
                  <a:moveTo>
                    <a:pt x="310" y="1"/>
                  </a:moveTo>
                  <a:lnTo>
                    <a:pt x="0" y="263"/>
                  </a:lnTo>
                  <a:lnTo>
                    <a:pt x="0" y="2073"/>
                  </a:lnTo>
                  <a:cubicBezTo>
                    <a:pt x="0" y="3716"/>
                    <a:pt x="1334" y="5050"/>
                    <a:pt x="2977" y="5050"/>
                  </a:cubicBezTo>
                  <a:lnTo>
                    <a:pt x="4882" y="5050"/>
                  </a:lnTo>
                  <a:lnTo>
                    <a:pt x="5049" y="4740"/>
                  </a:lnTo>
                  <a:lnTo>
                    <a:pt x="504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2" name="Google Shape;30792;p155"/>
            <p:cNvSpPr/>
            <p:nvPr/>
          </p:nvSpPr>
          <p:spPr>
            <a:xfrm>
              <a:off x="5582475" y="3173510"/>
              <a:ext cx="150944" cy="152349"/>
            </a:xfrm>
            <a:custGeom>
              <a:rect b="b" l="l" r="r" t="t"/>
              <a:pathLst>
                <a:path extrusionOk="0" h="5097" w="5050">
                  <a:moveTo>
                    <a:pt x="2978" y="1"/>
                  </a:moveTo>
                  <a:cubicBezTo>
                    <a:pt x="1335" y="1"/>
                    <a:pt x="1" y="1334"/>
                    <a:pt x="1" y="2977"/>
                  </a:cubicBezTo>
                  <a:lnTo>
                    <a:pt x="1" y="4930"/>
                  </a:lnTo>
                  <a:lnTo>
                    <a:pt x="310" y="5097"/>
                  </a:lnTo>
                  <a:lnTo>
                    <a:pt x="5050" y="5097"/>
                  </a:lnTo>
                  <a:lnTo>
                    <a:pt x="5050" y="334"/>
                  </a:lnTo>
                  <a:lnTo>
                    <a:pt x="488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3" name="Google Shape;30793;p155"/>
            <p:cNvSpPr/>
            <p:nvPr/>
          </p:nvSpPr>
          <p:spPr>
            <a:xfrm>
              <a:off x="5409500" y="3001253"/>
              <a:ext cx="85456" cy="85456"/>
            </a:xfrm>
            <a:custGeom>
              <a:rect b="b" l="l" r="r" t="t"/>
              <a:pathLst>
                <a:path extrusionOk="0" h="2859" w="2859">
                  <a:moveTo>
                    <a:pt x="1358" y="1"/>
                  </a:moveTo>
                  <a:cubicBezTo>
                    <a:pt x="596" y="1"/>
                    <a:pt x="1" y="596"/>
                    <a:pt x="1" y="1334"/>
                  </a:cubicBezTo>
                  <a:lnTo>
                    <a:pt x="1" y="2858"/>
                  </a:lnTo>
                  <a:lnTo>
                    <a:pt x="2859" y="2858"/>
                  </a:lnTo>
                  <a:lnTo>
                    <a:pt x="2859"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4" name="Google Shape;30794;p155"/>
            <p:cNvSpPr/>
            <p:nvPr/>
          </p:nvSpPr>
          <p:spPr>
            <a:xfrm>
              <a:off x="5408813" y="3261776"/>
              <a:ext cx="84738" cy="84738"/>
            </a:xfrm>
            <a:custGeom>
              <a:rect b="b" l="l" r="r" t="t"/>
              <a:pathLst>
                <a:path extrusionOk="0" h="2835" w="2835">
                  <a:moveTo>
                    <a:pt x="0" y="1"/>
                  </a:moveTo>
                  <a:lnTo>
                    <a:pt x="0" y="1501"/>
                  </a:lnTo>
                  <a:cubicBezTo>
                    <a:pt x="0" y="2239"/>
                    <a:pt x="596" y="2835"/>
                    <a:pt x="1334" y="2835"/>
                  </a:cubicBezTo>
                  <a:lnTo>
                    <a:pt x="2834" y="2835"/>
                  </a:lnTo>
                  <a:lnTo>
                    <a:pt x="283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5" name="Google Shape;30795;p155"/>
            <p:cNvSpPr/>
            <p:nvPr/>
          </p:nvSpPr>
          <p:spPr>
            <a:xfrm>
              <a:off x="5669336" y="3261776"/>
              <a:ext cx="84738" cy="84738"/>
            </a:xfrm>
            <a:custGeom>
              <a:rect b="b" l="l" r="r" t="t"/>
              <a:pathLst>
                <a:path extrusionOk="0" h="2835" w="2835">
                  <a:moveTo>
                    <a:pt x="0" y="1"/>
                  </a:moveTo>
                  <a:lnTo>
                    <a:pt x="0" y="2835"/>
                  </a:lnTo>
                  <a:lnTo>
                    <a:pt x="1501" y="2835"/>
                  </a:lnTo>
                  <a:cubicBezTo>
                    <a:pt x="2215" y="2835"/>
                    <a:pt x="2810" y="2239"/>
                    <a:pt x="2834" y="1501"/>
                  </a:cubicBezTo>
                  <a:lnTo>
                    <a:pt x="283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6" name="Google Shape;30796;p155"/>
            <p:cNvSpPr/>
            <p:nvPr/>
          </p:nvSpPr>
          <p:spPr>
            <a:xfrm>
              <a:off x="5668619" y="3001970"/>
              <a:ext cx="85456" cy="84738"/>
            </a:xfrm>
            <a:custGeom>
              <a:rect b="b" l="l" r="r" t="t"/>
              <a:pathLst>
                <a:path extrusionOk="0" h="2835" w="2859">
                  <a:moveTo>
                    <a:pt x="0" y="0"/>
                  </a:moveTo>
                  <a:lnTo>
                    <a:pt x="0" y="2834"/>
                  </a:lnTo>
                  <a:lnTo>
                    <a:pt x="2834" y="2834"/>
                  </a:lnTo>
                  <a:lnTo>
                    <a:pt x="2858" y="1334"/>
                  </a:lnTo>
                  <a:cubicBezTo>
                    <a:pt x="2858" y="596"/>
                    <a:pt x="2263" y="0"/>
                    <a:pt x="1525"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7" name="Google Shape;30797;p155"/>
            <p:cNvSpPr/>
            <p:nvPr/>
          </p:nvSpPr>
          <p:spPr>
            <a:xfrm>
              <a:off x="5429437" y="3022594"/>
              <a:ext cx="303264" cy="303264"/>
            </a:xfrm>
            <a:custGeom>
              <a:rect b="b" l="l" r="r" t="t"/>
              <a:pathLst>
                <a:path extrusionOk="0" h="10146" w="10146">
                  <a:moveTo>
                    <a:pt x="4740" y="1"/>
                  </a:moveTo>
                  <a:lnTo>
                    <a:pt x="4740" y="2073"/>
                  </a:lnTo>
                  <a:cubicBezTo>
                    <a:pt x="4740" y="3502"/>
                    <a:pt x="3573" y="4692"/>
                    <a:pt x="2144" y="4740"/>
                  </a:cubicBezTo>
                  <a:lnTo>
                    <a:pt x="1" y="4740"/>
                  </a:lnTo>
                  <a:lnTo>
                    <a:pt x="1" y="5407"/>
                  </a:lnTo>
                  <a:lnTo>
                    <a:pt x="2073" y="5407"/>
                  </a:lnTo>
                  <a:cubicBezTo>
                    <a:pt x="3549" y="5407"/>
                    <a:pt x="4740" y="6598"/>
                    <a:pt x="4740" y="8074"/>
                  </a:cubicBezTo>
                  <a:lnTo>
                    <a:pt x="4740" y="10146"/>
                  </a:lnTo>
                  <a:lnTo>
                    <a:pt x="5407" y="10146"/>
                  </a:lnTo>
                  <a:lnTo>
                    <a:pt x="5407" y="8074"/>
                  </a:lnTo>
                  <a:cubicBezTo>
                    <a:pt x="5407" y="6598"/>
                    <a:pt x="6597" y="5407"/>
                    <a:pt x="8074" y="5407"/>
                  </a:cubicBezTo>
                  <a:lnTo>
                    <a:pt x="10146" y="5407"/>
                  </a:lnTo>
                  <a:lnTo>
                    <a:pt x="10146" y="4740"/>
                  </a:lnTo>
                  <a:lnTo>
                    <a:pt x="8002" y="4740"/>
                  </a:lnTo>
                  <a:cubicBezTo>
                    <a:pt x="6574" y="4692"/>
                    <a:pt x="5407" y="3549"/>
                    <a:pt x="5407" y="2073"/>
                  </a:cubicBezTo>
                  <a:lnTo>
                    <a:pt x="5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8" name="Google Shape;30798;p155"/>
            <p:cNvSpPr/>
            <p:nvPr/>
          </p:nvSpPr>
          <p:spPr>
            <a:xfrm>
              <a:off x="5582475" y="3022594"/>
              <a:ext cx="150944" cy="303264"/>
            </a:xfrm>
            <a:custGeom>
              <a:rect b="b" l="l" r="r" t="t"/>
              <a:pathLst>
                <a:path extrusionOk="0" h="10146" w="5050">
                  <a:moveTo>
                    <a:pt x="1" y="1"/>
                  </a:moveTo>
                  <a:lnTo>
                    <a:pt x="1" y="10146"/>
                  </a:lnTo>
                  <a:lnTo>
                    <a:pt x="310" y="10146"/>
                  </a:lnTo>
                  <a:lnTo>
                    <a:pt x="310" y="8074"/>
                  </a:lnTo>
                  <a:cubicBezTo>
                    <a:pt x="310" y="6598"/>
                    <a:pt x="1501" y="5407"/>
                    <a:pt x="2978" y="5407"/>
                  </a:cubicBezTo>
                  <a:lnTo>
                    <a:pt x="5050" y="5407"/>
                  </a:lnTo>
                  <a:lnTo>
                    <a:pt x="5050" y="4740"/>
                  </a:lnTo>
                  <a:lnTo>
                    <a:pt x="5050" y="4716"/>
                  </a:lnTo>
                  <a:lnTo>
                    <a:pt x="2906" y="4716"/>
                  </a:lnTo>
                  <a:cubicBezTo>
                    <a:pt x="1477" y="4692"/>
                    <a:pt x="310" y="3502"/>
                    <a:pt x="310" y="2073"/>
                  </a:cubicBezTo>
                  <a:lnTo>
                    <a:pt x="310"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9" name="Google Shape;30799;p155"/>
          <p:cNvGrpSpPr/>
          <p:nvPr/>
        </p:nvGrpSpPr>
        <p:grpSpPr>
          <a:xfrm>
            <a:off x="6254299" y="2917182"/>
            <a:ext cx="343827" cy="184865"/>
            <a:chOff x="6082937" y="3069582"/>
            <a:chExt cx="343827" cy="184865"/>
          </a:xfrm>
        </p:grpSpPr>
        <p:sp>
          <p:nvSpPr>
            <p:cNvPr id="30800" name="Google Shape;30800;p155"/>
            <p:cNvSpPr/>
            <p:nvPr/>
          </p:nvSpPr>
          <p:spPr>
            <a:xfrm>
              <a:off x="6161220" y="3069582"/>
              <a:ext cx="106827" cy="184391"/>
            </a:xfrm>
            <a:custGeom>
              <a:rect b="b" l="l" r="r" t="t"/>
              <a:pathLst>
                <a:path extrusionOk="0" h="6169" w="3574">
                  <a:moveTo>
                    <a:pt x="906" y="1"/>
                  </a:moveTo>
                  <a:lnTo>
                    <a:pt x="1" y="1549"/>
                  </a:lnTo>
                  <a:lnTo>
                    <a:pt x="1" y="4621"/>
                  </a:lnTo>
                  <a:lnTo>
                    <a:pt x="906" y="6169"/>
                  </a:lnTo>
                  <a:lnTo>
                    <a:pt x="2692" y="6169"/>
                  </a:lnTo>
                  <a:lnTo>
                    <a:pt x="3573" y="4621"/>
                  </a:lnTo>
                  <a:lnTo>
                    <a:pt x="3573" y="1549"/>
                  </a:lnTo>
                  <a:lnTo>
                    <a:pt x="269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1" name="Google Shape;30801;p155"/>
            <p:cNvSpPr/>
            <p:nvPr/>
          </p:nvSpPr>
          <p:spPr>
            <a:xfrm>
              <a:off x="6320684" y="3069582"/>
              <a:ext cx="106080" cy="184391"/>
            </a:xfrm>
            <a:custGeom>
              <a:rect b="b" l="l" r="r" t="t"/>
              <a:pathLst>
                <a:path extrusionOk="0" h="6169" w="3549">
                  <a:moveTo>
                    <a:pt x="882" y="1"/>
                  </a:moveTo>
                  <a:lnTo>
                    <a:pt x="0" y="1549"/>
                  </a:lnTo>
                  <a:lnTo>
                    <a:pt x="0" y="4621"/>
                  </a:lnTo>
                  <a:lnTo>
                    <a:pt x="882" y="6169"/>
                  </a:lnTo>
                  <a:lnTo>
                    <a:pt x="2644" y="6169"/>
                  </a:lnTo>
                  <a:lnTo>
                    <a:pt x="3549" y="4621"/>
                  </a:lnTo>
                  <a:lnTo>
                    <a:pt x="2644" y="3073"/>
                  </a:lnTo>
                  <a:lnTo>
                    <a:pt x="3549" y="1549"/>
                  </a:lnTo>
                  <a:lnTo>
                    <a:pt x="264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2" name="Google Shape;30802;p155"/>
            <p:cNvSpPr/>
            <p:nvPr/>
          </p:nvSpPr>
          <p:spPr>
            <a:xfrm>
              <a:off x="6161220" y="3163313"/>
              <a:ext cx="106827" cy="91135"/>
            </a:xfrm>
            <a:custGeom>
              <a:rect b="b" l="l" r="r" t="t"/>
              <a:pathLst>
                <a:path extrusionOk="0" h="3049" w="3574">
                  <a:moveTo>
                    <a:pt x="1" y="1"/>
                  </a:moveTo>
                  <a:lnTo>
                    <a:pt x="1" y="1525"/>
                  </a:lnTo>
                  <a:lnTo>
                    <a:pt x="906" y="3049"/>
                  </a:lnTo>
                  <a:lnTo>
                    <a:pt x="2692" y="3049"/>
                  </a:lnTo>
                  <a:lnTo>
                    <a:pt x="3573" y="1525"/>
                  </a:lnTo>
                  <a:lnTo>
                    <a:pt x="35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3" name="Google Shape;30803;p155"/>
            <p:cNvSpPr/>
            <p:nvPr/>
          </p:nvSpPr>
          <p:spPr>
            <a:xfrm>
              <a:off x="6320684" y="3162122"/>
              <a:ext cx="106080" cy="91135"/>
            </a:xfrm>
            <a:custGeom>
              <a:rect b="b" l="l" r="r" t="t"/>
              <a:pathLst>
                <a:path extrusionOk="0" h="3049" w="3549">
                  <a:moveTo>
                    <a:pt x="0" y="1"/>
                  </a:moveTo>
                  <a:lnTo>
                    <a:pt x="0" y="1525"/>
                  </a:lnTo>
                  <a:lnTo>
                    <a:pt x="882" y="3049"/>
                  </a:lnTo>
                  <a:lnTo>
                    <a:pt x="2644" y="3049"/>
                  </a:lnTo>
                  <a:lnTo>
                    <a:pt x="3549" y="1525"/>
                  </a:lnTo>
                  <a:lnTo>
                    <a:pt x="264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4" name="Google Shape;30804;p155"/>
            <p:cNvSpPr/>
            <p:nvPr/>
          </p:nvSpPr>
          <p:spPr>
            <a:xfrm>
              <a:off x="6082937" y="3115852"/>
              <a:ext cx="106080" cy="91135"/>
            </a:xfrm>
            <a:custGeom>
              <a:rect b="b" l="l" r="r" t="t"/>
              <a:pathLst>
                <a:path extrusionOk="0" h="3049" w="3549">
                  <a:moveTo>
                    <a:pt x="905" y="1"/>
                  </a:moveTo>
                  <a:lnTo>
                    <a:pt x="0" y="1525"/>
                  </a:lnTo>
                  <a:lnTo>
                    <a:pt x="905" y="3049"/>
                  </a:lnTo>
                  <a:lnTo>
                    <a:pt x="2644" y="3049"/>
                  </a:lnTo>
                  <a:lnTo>
                    <a:pt x="3549" y="1525"/>
                  </a:lnTo>
                  <a:lnTo>
                    <a:pt x="2644"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5" name="Google Shape;30805;p155"/>
            <p:cNvSpPr/>
            <p:nvPr/>
          </p:nvSpPr>
          <p:spPr>
            <a:xfrm>
              <a:off x="6082937" y="3162122"/>
              <a:ext cx="106080" cy="45582"/>
            </a:xfrm>
            <a:custGeom>
              <a:rect b="b" l="l" r="r" t="t"/>
              <a:pathLst>
                <a:path extrusionOk="0" h="1525" w="3549">
                  <a:moveTo>
                    <a:pt x="0" y="1"/>
                  </a:moveTo>
                  <a:lnTo>
                    <a:pt x="905" y="1525"/>
                  </a:lnTo>
                  <a:lnTo>
                    <a:pt x="2644" y="1525"/>
                  </a:lnTo>
                  <a:lnTo>
                    <a:pt x="354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6" name="Google Shape;30806;p155"/>
            <p:cNvSpPr/>
            <p:nvPr/>
          </p:nvSpPr>
          <p:spPr>
            <a:xfrm>
              <a:off x="6241655" y="3115852"/>
              <a:ext cx="105392" cy="91135"/>
            </a:xfrm>
            <a:custGeom>
              <a:rect b="b" l="l" r="r" t="t"/>
              <a:pathLst>
                <a:path extrusionOk="0" h="3049" w="3526">
                  <a:moveTo>
                    <a:pt x="882" y="1"/>
                  </a:moveTo>
                  <a:lnTo>
                    <a:pt x="1" y="1525"/>
                  </a:lnTo>
                  <a:lnTo>
                    <a:pt x="882" y="3049"/>
                  </a:lnTo>
                  <a:lnTo>
                    <a:pt x="2644" y="3049"/>
                  </a:lnTo>
                  <a:lnTo>
                    <a:pt x="3526" y="1525"/>
                  </a:lnTo>
                  <a:lnTo>
                    <a:pt x="2644"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7" name="Google Shape;30807;p155"/>
            <p:cNvSpPr/>
            <p:nvPr/>
          </p:nvSpPr>
          <p:spPr>
            <a:xfrm>
              <a:off x="6241655" y="3162122"/>
              <a:ext cx="105392" cy="45582"/>
            </a:xfrm>
            <a:custGeom>
              <a:rect b="b" l="l" r="r" t="t"/>
              <a:pathLst>
                <a:path extrusionOk="0" h="1525" w="3526">
                  <a:moveTo>
                    <a:pt x="1" y="1"/>
                  </a:moveTo>
                  <a:lnTo>
                    <a:pt x="882" y="1525"/>
                  </a:lnTo>
                  <a:lnTo>
                    <a:pt x="2644" y="1525"/>
                  </a:lnTo>
                  <a:lnTo>
                    <a:pt x="3526"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8" name="Google Shape;30808;p155"/>
          <p:cNvGrpSpPr/>
          <p:nvPr/>
        </p:nvGrpSpPr>
        <p:grpSpPr>
          <a:xfrm>
            <a:off x="6984893" y="2826667"/>
            <a:ext cx="343109" cy="343140"/>
            <a:chOff x="6742117" y="2993421"/>
            <a:chExt cx="343109" cy="343140"/>
          </a:xfrm>
        </p:grpSpPr>
        <p:sp>
          <p:nvSpPr>
            <p:cNvPr id="30809" name="Google Shape;30809;p155"/>
            <p:cNvSpPr/>
            <p:nvPr/>
          </p:nvSpPr>
          <p:spPr>
            <a:xfrm>
              <a:off x="6750665" y="3055354"/>
              <a:ext cx="288319" cy="271222"/>
            </a:xfrm>
            <a:custGeom>
              <a:rect b="b" l="l" r="r" t="t"/>
              <a:pathLst>
                <a:path extrusionOk="0" h="9074" w="9646">
                  <a:moveTo>
                    <a:pt x="9645" y="0"/>
                  </a:moveTo>
                  <a:lnTo>
                    <a:pt x="8097" y="1024"/>
                  </a:lnTo>
                  <a:lnTo>
                    <a:pt x="6883" y="786"/>
                  </a:lnTo>
                  <a:lnTo>
                    <a:pt x="5454" y="2168"/>
                  </a:lnTo>
                  <a:lnTo>
                    <a:pt x="4858" y="2763"/>
                  </a:lnTo>
                  <a:lnTo>
                    <a:pt x="3906" y="2453"/>
                  </a:lnTo>
                  <a:lnTo>
                    <a:pt x="2143" y="4335"/>
                  </a:lnTo>
                  <a:lnTo>
                    <a:pt x="1310" y="3811"/>
                  </a:lnTo>
                  <a:lnTo>
                    <a:pt x="0" y="5263"/>
                  </a:lnTo>
                  <a:lnTo>
                    <a:pt x="0" y="9074"/>
                  </a:lnTo>
                  <a:lnTo>
                    <a:pt x="5454" y="6287"/>
                  </a:lnTo>
                  <a:lnTo>
                    <a:pt x="9645" y="2739"/>
                  </a:lnTo>
                  <a:lnTo>
                    <a:pt x="964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0" name="Google Shape;30810;p155"/>
            <p:cNvSpPr/>
            <p:nvPr/>
          </p:nvSpPr>
          <p:spPr>
            <a:xfrm>
              <a:off x="6913657" y="3055354"/>
              <a:ext cx="125329" cy="187948"/>
            </a:xfrm>
            <a:custGeom>
              <a:rect b="b" l="l" r="r" t="t"/>
              <a:pathLst>
                <a:path extrusionOk="0" h="6288" w="4193">
                  <a:moveTo>
                    <a:pt x="4192" y="0"/>
                  </a:moveTo>
                  <a:lnTo>
                    <a:pt x="2644" y="977"/>
                  </a:lnTo>
                  <a:lnTo>
                    <a:pt x="1430" y="739"/>
                  </a:lnTo>
                  <a:lnTo>
                    <a:pt x="1" y="2144"/>
                  </a:lnTo>
                  <a:lnTo>
                    <a:pt x="1" y="6287"/>
                  </a:lnTo>
                  <a:lnTo>
                    <a:pt x="4192" y="2739"/>
                  </a:lnTo>
                  <a:lnTo>
                    <a:pt x="4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1" name="Google Shape;30811;p155"/>
            <p:cNvSpPr/>
            <p:nvPr/>
          </p:nvSpPr>
          <p:spPr>
            <a:xfrm>
              <a:off x="6750665" y="3137223"/>
              <a:ext cx="288319" cy="192910"/>
            </a:xfrm>
            <a:custGeom>
              <a:rect b="b" l="l" r="r" t="t"/>
              <a:pathLst>
                <a:path extrusionOk="0" h="6454" w="9646">
                  <a:moveTo>
                    <a:pt x="9645" y="0"/>
                  </a:moveTo>
                  <a:lnTo>
                    <a:pt x="7549" y="1524"/>
                  </a:lnTo>
                  <a:lnTo>
                    <a:pt x="6549" y="1048"/>
                  </a:lnTo>
                  <a:lnTo>
                    <a:pt x="5454" y="2286"/>
                  </a:lnTo>
                  <a:lnTo>
                    <a:pt x="5192" y="2620"/>
                  </a:lnTo>
                  <a:lnTo>
                    <a:pt x="4120" y="2096"/>
                  </a:lnTo>
                  <a:lnTo>
                    <a:pt x="2596" y="3929"/>
                  </a:lnTo>
                  <a:lnTo>
                    <a:pt x="1620" y="3572"/>
                  </a:lnTo>
                  <a:lnTo>
                    <a:pt x="0" y="5263"/>
                  </a:lnTo>
                  <a:lnTo>
                    <a:pt x="0" y="6406"/>
                  </a:lnTo>
                  <a:lnTo>
                    <a:pt x="5454" y="6406"/>
                  </a:lnTo>
                  <a:lnTo>
                    <a:pt x="9645" y="6454"/>
                  </a:lnTo>
                  <a:lnTo>
                    <a:pt x="964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2" name="Google Shape;30812;p155"/>
            <p:cNvSpPr/>
            <p:nvPr/>
          </p:nvSpPr>
          <p:spPr>
            <a:xfrm>
              <a:off x="6913657" y="3137223"/>
              <a:ext cx="125329" cy="192910"/>
            </a:xfrm>
            <a:custGeom>
              <a:rect b="b" l="l" r="r" t="t"/>
              <a:pathLst>
                <a:path extrusionOk="0" h="6454" w="4193">
                  <a:moveTo>
                    <a:pt x="4192" y="0"/>
                  </a:moveTo>
                  <a:lnTo>
                    <a:pt x="2096" y="1548"/>
                  </a:lnTo>
                  <a:lnTo>
                    <a:pt x="1096" y="1072"/>
                  </a:lnTo>
                  <a:lnTo>
                    <a:pt x="1" y="2334"/>
                  </a:lnTo>
                  <a:lnTo>
                    <a:pt x="1" y="6406"/>
                  </a:lnTo>
                  <a:lnTo>
                    <a:pt x="4192" y="6454"/>
                  </a:lnTo>
                  <a:lnTo>
                    <a:pt x="419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3" name="Google Shape;30813;p155"/>
            <p:cNvSpPr/>
            <p:nvPr/>
          </p:nvSpPr>
          <p:spPr>
            <a:xfrm>
              <a:off x="6742117" y="2993421"/>
              <a:ext cx="343107" cy="343137"/>
            </a:xfrm>
            <a:custGeom>
              <a:rect b="b" l="l" r="r" t="t"/>
              <a:pathLst>
                <a:path extrusionOk="0" h="11480" w="11479">
                  <a:moveTo>
                    <a:pt x="0" y="1"/>
                  </a:moveTo>
                  <a:lnTo>
                    <a:pt x="0" y="11479"/>
                  </a:lnTo>
                  <a:lnTo>
                    <a:pt x="11479" y="11479"/>
                  </a:lnTo>
                  <a:lnTo>
                    <a:pt x="11479" y="10288"/>
                  </a:lnTo>
                  <a:lnTo>
                    <a:pt x="10836" y="10288"/>
                  </a:lnTo>
                  <a:lnTo>
                    <a:pt x="10836" y="10836"/>
                  </a:lnTo>
                  <a:lnTo>
                    <a:pt x="691" y="10836"/>
                  </a:lnTo>
                  <a:lnTo>
                    <a:pt x="691" y="667"/>
                  </a:lnTo>
                  <a:lnTo>
                    <a:pt x="1215" y="667"/>
                  </a:lnTo>
                  <a:lnTo>
                    <a:pt x="1215"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4" name="Google Shape;30814;p155"/>
            <p:cNvSpPr/>
            <p:nvPr/>
          </p:nvSpPr>
          <p:spPr>
            <a:xfrm>
              <a:off x="6913657" y="3300215"/>
              <a:ext cx="171569" cy="36346"/>
            </a:xfrm>
            <a:custGeom>
              <a:rect b="b" l="l" r="r" t="t"/>
              <a:pathLst>
                <a:path extrusionOk="0" h="1216" w="5740">
                  <a:moveTo>
                    <a:pt x="5097" y="1"/>
                  </a:moveTo>
                  <a:lnTo>
                    <a:pt x="5097" y="524"/>
                  </a:lnTo>
                  <a:lnTo>
                    <a:pt x="1" y="524"/>
                  </a:lnTo>
                  <a:lnTo>
                    <a:pt x="1" y="1215"/>
                  </a:lnTo>
                  <a:lnTo>
                    <a:pt x="5740" y="1215"/>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5" name="Google Shape;30815;p155"/>
          <p:cNvGrpSpPr/>
          <p:nvPr/>
        </p:nvGrpSpPr>
        <p:grpSpPr>
          <a:xfrm>
            <a:off x="7755746" y="2845503"/>
            <a:ext cx="257713" cy="343827"/>
            <a:chOff x="7451123" y="3002687"/>
            <a:chExt cx="257713" cy="343827"/>
          </a:xfrm>
        </p:grpSpPr>
        <p:sp>
          <p:nvSpPr>
            <p:cNvPr id="30816" name="Google Shape;30816;p155"/>
            <p:cNvSpPr/>
            <p:nvPr/>
          </p:nvSpPr>
          <p:spPr>
            <a:xfrm>
              <a:off x="7555769" y="3256784"/>
              <a:ext cx="46987" cy="89730"/>
            </a:xfrm>
            <a:custGeom>
              <a:rect b="b" l="l" r="r" t="t"/>
              <a:pathLst>
                <a:path extrusionOk="0" h="3002" w="1572">
                  <a:moveTo>
                    <a:pt x="786" y="1"/>
                  </a:moveTo>
                  <a:cubicBezTo>
                    <a:pt x="357" y="1"/>
                    <a:pt x="0" y="358"/>
                    <a:pt x="0" y="763"/>
                  </a:cubicBezTo>
                  <a:lnTo>
                    <a:pt x="0" y="3002"/>
                  </a:lnTo>
                  <a:lnTo>
                    <a:pt x="1572" y="3002"/>
                  </a:lnTo>
                  <a:lnTo>
                    <a:pt x="1572" y="763"/>
                  </a:lnTo>
                  <a:cubicBezTo>
                    <a:pt x="1572" y="310"/>
                    <a:pt x="1215" y="1"/>
                    <a:pt x="81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7" name="Google Shape;30817;p155"/>
            <p:cNvSpPr/>
            <p:nvPr/>
          </p:nvSpPr>
          <p:spPr>
            <a:xfrm>
              <a:off x="7579950" y="3256784"/>
              <a:ext cx="22806" cy="89730"/>
            </a:xfrm>
            <a:custGeom>
              <a:rect b="b" l="l" r="r" t="t"/>
              <a:pathLst>
                <a:path extrusionOk="0" h="3002" w="763">
                  <a:moveTo>
                    <a:pt x="1" y="1"/>
                  </a:moveTo>
                  <a:lnTo>
                    <a:pt x="1" y="3002"/>
                  </a:lnTo>
                  <a:lnTo>
                    <a:pt x="763" y="3002"/>
                  </a:lnTo>
                  <a:lnTo>
                    <a:pt x="763" y="763"/>
                  </a:lnTo>
                  <a:cubicBezTo>
                    <a:pt x="763" y="310"/>
                    <a:pt x="40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8" name="Google Shape;30818;p155"/>
            <p:cNvSpPr/>
            <p:nvPr/>
          </p:nvSpPr>
          <p:spPr>
            <a:xfrm>
              <a:off x="7551495" y="3201995"/>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9" name="Google Shape;30819;p155"/>
            <p:cNvSpPr/>
            <p:nvPr/>
          </p:nvSpPr>
          <p:spPr>
            <a:xfrm>
              <a:off x="7579263" y="3201995"/>
              <a:ext cx="28485" cy="56970"/>
            </a:xfrm>
            <a:custGeom>
              <a:rect b="b" l="l" r="r" t="t"/>
              <a:pathLst>
                <a:path extrusionOk="0" h="1906" w="953">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0" name="Google Shape;30820;p155"/>
            <p:cNvSpPr/>
            <p:nvPr/>
          </p:nvSpPr>
          <p:spPr>
            <a:xfrm>
              <a:off x="7455397" y="3256784"/>
              <a:ext cx="47017" cy="89730"/>
            </a:xfrm>
            <a:custGeom>
              <a:rect b="b" l="l" r="r" t="t"/>
              <a:pathLst>
                <a:path extrusionOk="0" h="3002" w="1573">
                  <a:moveTo>
                    <a:pt x="762" y="1"/>
                  </a:moveTo>
                  <a:cubicBezTo>
                    <a:pt x="358" y="1"/>
                    <a:pt x="0" y="358"/>
                    <a:pt x="0" y="763"/>
                  </a:cubicBezTo>
                  <a:lnTo>
                    <a:pt x="0" y="3002"/>
                  </a:lnTo>
                  <a:lnTo>
                    <a:pt x="1572" y="3002"/>
                  </a:lnTo>
                  <a:lnTo>
                    <a:pt x="1572" y="763"/>
                  </a:lnTo>
                  <a:cubicBezTo>
                    <a:pt x="1572" y="310"/>
                    <a:pt x="1215" y="1"/>
                    <a:pt x="8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1" name="Google Shape;30821;p155"/>
            <p:cNvSpPr/>
            <p:nvPr/>
          </p:nvSpPr>
          <p:spPr>
            <a:xfrm>
              <a:off x="7479609" y="3256784"/>
              <a:ext cx="22806" cy="89730"/>
            </a:xfrm>
            <a:custGeom>
              <a:rect b="b" l="l" r="r" t="t"/>
              <a:pathLst>
                <a:path extrusionOk="0" h="3002" w="763">
                  <a:moveTo>
                    <a:pt x="0" y="1"/>
                  </a:moveTo>
                  <a:lnTo>
                    <a:pt x="0" y="3002"/>
                  </a:lnTo>
                  <a:lnTo>
                    <a:pt x="762" y="3002"/>
                  </a:lnTo>
                  <a:lnTo>
                    <a:pt x="762" y="763"/>
                  </a:lnTo>
                  <a:cubicBezTo>
                    <a:pt x="762" y="310"/>
                    <a:pt x="42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2" name="Google Shape;30822;p155"/>
            <p:cNvSpPr/>
            <p:nvPr/>
          </p:nvSpPr>
          <p:spPr>
            <a:xfrm>
              <a:off x="7451123" y="3201995"/>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3" name="Google Shape;30823;p155"/>
            <p:cNvSpPr/>
            <p:nvPr/>
          </p:nvSpPr>
          <p:spPr>
            <a:xfrm>
              <a:off x="7478174" y="3201995"/>
              <a:ext cx="28485" cy="56970"/>
            </a:xfrm>
            <a:custGeom>
              <a:rect b="b" l="l" r="r" t="t"/>
              <a:pathLst>
                <a:path extrusionOk="0" h="1906" w="953">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4" name="Google Shape;30824;p155"/>
            <p:cNvSpPr/>
            <p:nvPr/>
          </p:nvSpPr>
          <p:spPr>
            <a:xfrm>
              <a:off x="7656140" y="3256784"/>
              <a:ext cx="47704" cy="89730"/>
            </a:xfrm>
            <a:custGeom>
              <a:rect b="b" l="l" r="r" t="t"/>
              <a:pathLst>
                <a:path extrusionOk="0" h="3002" w="1596">
                  <a:moveTo>
                    <a:pt x="786" y="1"/>
                  </a:moveTo>
                  <a:cubicBezTo>
                    <a:pt x="357" y="1"/>
                    <a:pt x="0" y="358"/>
                    <a:pt x="0" y="763"/>
                  </a:cubicBezTo>
                  <a:lnTo>
                    <a:pt x="0" y="3002"/>
                  </a:lnTo>
                  <a:lnTo>
                    <a:pt x="1596" y="3002"/>
                  </a:lnTo>
                  <a:lnTo>
                    <a:pt x="1596" y="763"/>
                  </a:lnTo>
                  <a:cubicBezTo>
                    <a:pt x="1596" y="310"/>
                    <a:pt x="1238" y="1"/>
                    <a:pt x="81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5" name="Google Shape;30825;p155"/>
            <p:cNvSpPr/>
            <p:nvPr/>
          </p:nvSpPr>
          <p:spPr>
            <a:xfrm>
              <a:off x="7680322" y="3256784"/>
              <a:ext cx="23523" cy="89730"/>
            </a:xfrm>
            <a:custGeom>
              <a:rect b="b" l="l" r="r" t="t"/>
              <a:pathLst>
                <a:path extrusionOk="0" h="3002" w="787">
                  <a:moveTo>
                    <a:pt x="1" y="1"/>
                  </a:moveTo>
                  <a:lnTo>
                    <a:pt x="1" y="3002"/>
                  </a:lnTo>
                  <a:lnTo>
                    <a:pt x="787" y="3002"/>
                  </a:lnTo>
                  <a:lnTo>
                    <a:pt x="787" y="763"/>
                  </a:lnTo>
                  <a:cubicBezTo>
                    <a:pt x="787" y="310"/>
                    <a:pt x="429"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6" name="Google Shape;30826;p155"/>
            <p:cNvSpPr/>
            <p:nvPr/>
          </p:nvSpPr>
          <p:spPr>
            <a:xfrm>
              <a:off x="7651866" y="3201995"/>
              <a:ext cx="56970" cy="56970"/>
            </a:xfrm>
            <a:custGeom>
              <a:rect b="b" l="l" r="r" t="t"/>
              <a:pathLst>
                <a:path extrusionOk="0" h="1906" w="1906">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7" name="Google Shape;30827;p155"/>
            <p:cNvSpPr/>
            <p:nvPr/>
          </p:nvSpPr>
          <p:spPr>
            <a:xfrm>
              <a:off x="7680322" y="3201995"/>
              <a:ext cx="28515" cy="56970"/>
            </a:xfrm>
            <a:custGeom>
              <a:rect b="b" l="l" r="r" t="t"/>
              <a:pathLst>
                <a:path extrusionOk="0" h="1906" w="954">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8" name="Google Shape;30828;p155"/>
            <p:cNvSpPr/>
            <p:nvPr/>
          </p:nvSpPr>
          <p:spPr>
            <a:xfrm>
              <a:off x="7555769" y="3057476"/>
              <a:ext cx="46987" cy="89730"/>
            </a:xfrm>
            <a:custGeom>
              <a:rect b="b" l="l" r="r" t="t"/>
              <a:pathLst>
                <a:path extrusionOk="0" h="3002" w="1572">
                  <a:moveTo>
                    <a:pt x="786" y="1"/>
                  </a:moveTo>
                  <a:cubicBezTo>
                    <a:pt x="357" y="1"/>
                    <a:pt x="0" y="358"/>
                    <a:pt x="0" y="763"/>
                  </a:cubicBezTo>
                  <a:lnTo>
                    <a:pt x="0" y="3001"/>
                  </a:lnTo>
                  <a:lnTo>
                    <a:pt x="1572" y="3001"/>
                  </a:lnTo>
                  <a:lnTo>
                    <a:pt x="1572" y="763"/>
                  </a:lnTo>
                  <a:cubicBezTo>
                    <a:pt x="1572" y="310"/>
                    <a:pt x="1215" y="1"/>
                    <a:pt x="81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9" name="Google Shape;30829;p155"/>
            <p:cNvSpPr/>
            <p:nvPr/>
          </p:nvSpPr>
          <p:spPr>
            <a:xfrm>
              <a:off x="7579950" y="3057476"/>
              <a:ext cx="22806" cy="89730"/>
            </a:xfrm>
            <a:custGeom>
              <a:rect b="b" l="l" r="r" t="t"/>
              <a:pathLst>
                <a:path extrusionOk="0" h="3002" w="763">
                  <a:moveTo>
                    <a:pt x="1" y="1"/>
                  </a:moveTo>
                  <a:lnTo>
                    <a:pt x="1" y="3001"/>
                  </a:lnTo>
                  <a:lnTo>
                    <a:pt x="763" y="3001"/>
                  </a:lnTo>
                  <a:lnTo>
                    <a:pt x="763" y="763"/>
                  </a:lnTo>
                  <a:cubicBezTo>
                    <a:pt x="763" y="310"/>
                    <a:pt x="40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0" name="Google Shape;30830;p155"/>
            <p:cNvSpPr/>
            <p:nvPr/>
          </p:nvSpPr>
          <p:spPr>
            <a:xfrm>
              <a:off x="7551495" y="3002687"/>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1" name="Google Shape;30831;p155"/>
            <p:cNvSpPr/>
            <p:nvPr/>
          </p:nvSpPr>
          <p:spPr>
            <a:xfrm>
              <a:off x="7579263" y="3002687"/>
              <a:ext cx="28485" cy="56970"/>
            </a:xfrm>
            <a:custGeom>
              <a:rect b="b" l="l" r="r" t="t"/>
              <a:pathLst>
                <a:path extrusionOk="0" h="1906" w="953">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2" name="Google Shape;30832;p155"/>
            <p:cNvSpPr/>
            <p:nvPr/>
          </p:nvSpPr>
          <p:spPr>
            <a:xfrm>
              <a:off x="7455397" y="3057476"/>
              <a:ext cx="47017" cy="89730"/>
            </a:xfrm>
            <a:custGeom>
              <a:rect b="b" l="l" r="r" t="t"/>
              <a:pathLst>
                <a:path extrusionOk="0" h="3002" w="1573">
                  <a:moveTo>
                    <a:pt x="762" y="1"/>
                  </a:moveTo>
                  <a:cubicBezTo>
                    <a:pt x="358" y="1"/>
                    <a:pt x="0" y="358"/>
                    <a:pt x="0" y="763"/>
                  </a:cubicBezTo>
                  <a:lnTo>
                    <a:pt x="0" y="3001"/>
                  </a:lnTo>
                  <a:lnTo>
                    <a:pt x="1572" y="3001"/>
                  </a:lnTo>
                  <a:lnTo>
                    <a:pt x="1572" y="763"/>
                  </a:lnTo>
                  <a:cubicBezTo>
                    <a:pt x="1572" y="310"/>
                    <a:pt x="1215" y="1"/>
                    <a:pt x="8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3" name="Google Shape;30833;p155"/>
            <p:cNvSpPr/>
            <p:nvPr/>
          </p:nvSpPr>
          <p:spPr>
            <a:xfrm>
              <a:off x="7479609" y="3057476"/>
              <a:ext cx="22806" cy="89730"/>
            </a:xfrm>
            <a:custGeom>
              <a:rect b="b" l="l" r="r" t="t"/>
              <a:pathLst>
                <a:path extrusionOk="0" h="3002" w="763">
                  <a:moveTo>
                    <a:pt x="0" y="1"/>
                  </a:moveTo>
                  <a:lnTo>
                    <a:pt x="0" y="3001"/>
                  </a:lnTo>
                  <a:lnTo>
                    <a:pt x="762" y="3001"/>
                  </a:lnTo>
                  <a:lnTo>
                    <a:pt x="762" y="763"/>
                  </a:lnTo>
                  <a:cubicBezTo>
                    <a:pt x="762" y="310"/>
                    <a:pt x="42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4" name="Google Shape;30834;p155"/>
            <p:cNvSpPr/>
            <p:nvPr/>
          </p:nvSpPr>
          <p:spPr>
            <a:xfrm>
              <a:off x="7451123" y="3002687"/>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5" name="Google Shape;30835;p155"/>
            <p:cNvSpPr/>
            <p:nvPr/>
          </p:nvSpPr>
          <p:spPr>
            <a:xfrm>
              <a:off x="7478174" y="3002687"/>
              <a:ext cx="28485" cy="56970"/>
            </a:xfrm>
            <a:custGeom>
              <a:rect b="b" l="l" r="r" t="t"/>
              <a:pathLst>
                <a:path extrusionOk="0" h="1906" w="953">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6" name="Google Shape;30836;p155"/>
            <p:cNvSpPr/>
            <p:nvPr/>
          </p:nvSpPr>
          <p:spPr>
            <a:xfrm>
              <a:off x="7656140" y="3057476"/>
              <a:ext cx="47704" cy="89730"/>
            </a:xfrm>
            <a:custGeom>
              <a:rect b="b" l="l" r="r" t="t"/>
              <a:pathLst>
                <a:path extrusionOk="0" h="3002" w="1596">
                  <a:moveTo>
                    <a:pt x="786" y="1"/>
                  </a:moveTo>
                  <a:cubicBezTo>
                    <a:pt x="357" y="1"/>
                    <a:pt x="0" y="358"/>
                    <a:pt x="0" y="763"/>
                  </a:cubicBezTo>
                  <a:lnTo>
                    <a:pt x="0" y="3001"/>
                  </a:lnTo>
                  <a:lnTo>
                    <a:pt x="1596" y="3001"/>
                  </a:lnTo>
                  <a:lnTo>
                    <a:pt x="1596" y="763"/>
                  </a:lnTo>
                  <a:cubicBezTo>
                    <a:pt x="1596" y="310"/>
                    <a:pt x="1238" y="1"/>
                    <a:pt x="81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7" name="Google Shape;30837;p155"/>
            <p:cNvSpPr/>
            <p:nvPr/>
          </p:nvSpPr>
          <p:spPr>
            <a:xfrm>
              <a:off x="7680322" y="3057476"/>
              <a:ext cx="23523" cy="89730"/>
            </a:xfrm>
            <a:custGeom>
              <a:rect b="b" l="l" r="r" t="t"/>
              <a:pathLst>
                <a:path extrusionOk="0" h="3002" w="787">
                  <a:moveTo>
                    <a:pt x="1" y="1"/>
                  </a:moveTo>
                  <a:lnTo>
                    <a:pt x="1" y="3001"/>
                  </a:lnTo>
                  <a:lnTo>
                    <a:pt x="787" y="3001"/>
                  </a:lnTo>
                  <a:lnTo>
                    <a:pt x="787" y="763"/>
                  </a:lnTo>
                  <a:cubicBezTo>
                    <a:pt x="787" y="310"/>
                    <a:pt x="429"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8" name="Google Shape;30838;p155"/>
            <p:cNvSpPr/>
            <p:nvPr/>
          </p:nvSpPr>
          <p:spPr>
            <a:xfrm>
              <a:off x="7651866" y="3002687"/>
              <a:ext cx="56970" cy="56970"/>
            </a:xfrm>
            <a:custGeom>
              <a:rect b="b" l="l" r="r" t="t"/>
              <a:pathLst>
                <a:path extrusionOk="0" h="1906" w="1906">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9" name="Google Shape;30839;p155"/>
            <p:cNvSpPr/>
            <p:nvPr/>
          </p:nvSpPr>
          <p:spPr>
            <a:xfrm>
              <a:off x="7680322" y="3002687"/>
              <a:ext cx="28515" cy="56970"/>
            </a:xfrm>
            <a:custGeom>
              <a:rect b="b" l="l" r="r" t="t"/>
              <a:pathLst>
                <a:path extrusionOk="0" h="1906" w="954">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0" name="Google Shape;30840;p155"/>
          <p:cNvGrpSpPr/>
          <p:nvPr/>
        </p:nvGrpSpPr>
        <p:grpSpPr>
          <a:xfrm>
            <a:off x="7710911" y="3410667"/>
            <a:ext cx="345949" cy="344544"/>
            <a:chOff x="7406288" y="3567852"/>
            <a:chExt cx="345949" cy="344544"/>
          </a:xfrm>
        </p:grpSpPr>
        <p:sp>
          <p:nvSpPr>
            <p:cNvPr id="30841" name="Google Shape;30841;p155"/>
            <p:cNvSpPr/>
            <p:nvPr/>
          </p:nvSpPr>
          <p:spPr>
            <a:xfrm>
              <a:off x="7502385" y="3816987"/>
              <a:ext cx="171569" cy="95409"/>
            </a:xfrm>
            <a:custGeom>
              <a:rect b="b" l="l" r="r" t="t"/>
              <a:pathLst>
                <a:path extrusionOk="0" h="3192" w="5740">
                  <a:moveTo>
                    <a:pt x="4501" y="1"/>
                  </a:moveTo>
                  <a:cubicBezTo>
                    <a:pt x="3953" y="382"/>
                    <a:pt x="3310" y="620"/>
                    <a:pt x="2596" y="620"/>
                  </a:cubicBezTo>
                  <a:cubicBezTo>
                    <a:pt x="2120" y="620"/>
                    <a:pt x="1691" y="549"/>
                    <a:pt x="1310" y="358"/>
                  </a:cubicBezTo>
                  <a:lnTo>
                    <a:pt x="24" y="1144"/>
                  </a:lnTo>
                  <a:lnTo>
                    <a:pt x="0" y="2597"/>
                  </a:lnTo>
                  <a:cubicBezTo>
                    <a:pt x="786" y="2978"/>
                    <a:pt x="1643" y="3192"/>
                    <a:pt x="2572" y="3192"/>
                  </a:cubicBezTo>
                  <a:cubicBezTo>
                    <a:pt x="3763" y="3192"/>
                    <a:pt x="4834" y="2835"/>
                    <a:pt x="5739" y="2239"/>
                  </a:cubicBezTo>
                  <a:lnTo>
                    <a:pt x="4501"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2" name="Google Shape;30842;p155"/>
            <p:cNvSpPr/>
            <p:nvPr/>
          </p:nvSpPr>
          <p:spPr>
            <a:xfrm>
              <a:off x="7579263" y="3816987"/>
              <a:ext cx="94692" cy="95409"/>
            </a:xfrm>
            <a:custGeom>
              <a:rect b="b" l="l" r="r" t="t"/>
              <a:pathLst>
                <a:path extrusionOk="0" h="3192" w="3168">
                  <a:moveTo>
                    <a:pt x="1905" y="1"/>
                  </a:moveTo>
                  <a:cubicBezTo>
                    <a:pt x="1358" y="382"/>
                    <a:pt x="715" y="620"/>
                    <a:pt x="0" y="620"/>
                  </a:cubicBezTo>
                  <a:lnTo>
                    <a:pt x="0" y="3192"/>
                  </a:lnTo>
                  <a:cubicBezTo>
                    <a:pt x="1191" y="3192"/>
                    <a:pt x="2262" y="2835"/>
                    <a:pt x="3167" y="2239"/>
                  </a:cubicBezTo>
                  <a:lnTo>
                    <a:pt x="1905"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3" name="Google Shape;30843;p155"/>
            <p:cNvSpPr/>
            <p:nvPr/>
          </p:nvSpPr>
          <p:spPr>
            <a:xfrm>
              <a:off x="7636921" y="3728721"/>
              <a:ext cx="115316" cy="154501"/>
            </a:xfrm>
            <a:custGeom>
              <a:rect b="b" l="l" r="r" t="t"/>
              <a:pathLst>
                <a:path extrusionOk="0" h="5169" w="3858">
                  <a:moveTo>
                    <a:pt x="1238" y="1"/>
                  </a:moveTo>
                  <a:cubicBezTo>
                    <a:pt x="1238" y="120"/>
                    <a:pt x="1286" y="239"/>
                    <a:pt x="1286" y="358"/>
                  </a:cubicBezTo>
                  <a:cubicBezTo>
                    <a:pt x="1286" y="1406"/>
                    <a:pt x="762" y="2358"/>
                    <a:pt x="0" y="2930"/>
                  </a:cubicBezTo>
                  <a:lnTo>
                    <a:pt x="24" y="4406"/>
                  </a:lnTo>
                  <a:lnTo>
                    <a:pt x="1286" y="5169"/>
                  </a:lnTo>
                  <a:cubicBezTo>
                    <a:pt x="2834" y="4121"/>
                    <a:pt x="3858" y="2358"/>
                    <a:pt x="3858" y="358"/>
                  </a:cubicBezTo>
                  <a:cubicBezTo>
                    <a:pt x="3834" y="287"/>
                    <a:pt x="3834" y="168"/>
                    <a:pt x="3810" y="48"/>
                  </a:cubicBezTo>
                  <a:lnTo>
                    <a:pt x="12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4" name="Google Shape;30844;p155"/>
            <p:cNvSpPr/>
            <p:nvPr/>
          </p:nvSpPr>
          <p:spPr>
            <a:xfrm>
              <a:off x="7406975" y="3719485"/>
              <a:ext cx="134565" cy="175126"/>
            </a:xfrm>
            <a:custGeom>
              <a:rect b="b" l="l" r="r" t="t"/>
              <a:pathLst>
                <a:path extrusionOk="0" h="5859" w="4502">
                  <a:moveTo>
                    <a:pt x="1287" y="0"/>
                  </a:moveTo>
                  <a:lnTo>
                    <a:pt x="1" y="1072"/>
                  </a:lnTo>
                  <a:cubicBezTo>
                    <a:pt x="120" y="3168"/>
                    <a:pt x="1406" y="4954"/>
                    <a:pt x="3192" y="5859"/>
                  </a:cubicBezTo>
                  <a:lnTo>
                    <a:pt x="3216" y="4406"/>
                  </a:lnTo>
                  <a:lnTo>
                    <a:pt x="4502" y="3644"/>
                  </a:lnTo>
                  <a:cubicBezTo>
                    <a:pt x="3454" y="3215"/>
                    <a:pt x="2716" y="2263"/>
                    <a:pt x="2597" y="1096"/>
                  </a:cubicBezTo>
                  <a:lnTo>
                    <a:pt x="12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5" name="Google Shape;30845;p155"/>
            <p:cNvSpPr/>
            <p:nvPr/>
          </p:nvSpPr>
          <p:spPr>
            <a:xfrm>
              <a:off x="7616984" y="3586354"/>
              <a:ext cx="134565" cy="165172"/>
            </a:xfrm>
            <a:custGeom>
              <a:rect b="b" l="l" r="r" t="t"/>
              <a:pathLst>
                <a:path extrusionOk="0" h="5526" w="4502">
                  <a:moveTo>
                    <a:pt x="1310" y="1"/>
                  </a:moveTo>
                  <a:lnTo>
                    <a:pt x="0" y="2239"/>
                  </a:lnTo>
                  <a:cubicBezTo>
                    <a:pt x="1048" y="2692"/>
                    <a:pt x="1786" y="3645"/>
                    <a:pt x="1905" y="4811"/>
                  </a:cubicBezTo>
                  <a:lnTo>
                    <a:pt x="3215" y="5526"/>
                  </a:lnTo>
                  <a:lnTo>
                    <a:pt x="4501" y="4811"/>
                  </a:lnTo>
                  <a:cubicBezTo>
                    <a:pt x="4382" y="2692"/>
                    <a:pt x="3096" y="906"/>
                    <a:pt x="1310"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6" name="Google Shape;30846;p155"/>
            <p:cNvSpPr/>
            <p:nvPr/>
          </p:nvSpPr>
          <p:spPr>
            <a:xfrm>
              <a:off x="7483853" y="3568569"/>
              <a:ext cx="172316" cy="95409"/>
            </a:xfrm>
            <a:custGeom>
              <a:rect b="b" l="l" r="r" t="t"/>
              <a:pathLst>
                <a:path extrusionOk="0" h="3192" w="5765">
                  <a:moveTo>
                    <a:pt x="3192" y="1"/>
                  </a:moveTo>
                  <a:cubicBezTo>
                    <a:pt x="2001" y="1"/>
                    <a:pt x="930" y="358"/>
                    <a:pt x="1" y="953"/>
                  </a:cubicBezTo>
                  <a:lnTo>
                    <a:pt x="1287" y="3192"/>
                  </a:lnTo>
                  <a:cubicBezTo>
                    <a:pt x="1811" y="2811"/>
                    <a:pt x="2478" y="2573"/>
                    <a:pt x="3192" y="2573"/>
                  </a:cubicBezTo>
                  <a:cubicBezTo>
                    <a:pt x="3668" y="2573"/>
                    <a:pt x="4073" y="2668"/>
                    <a:pt x="4454" y="2834"/>
                  </a:cubicBezTo>
                  <a:lnTo>
                    <a:pt x="5740" y="2072"/>
                  </a:lnTo>
                  <a:lnTo>
                    <a:pt x="5764" y="596"/>
                  </a:lnTo>
                  <a:cubicBezTo>
                    <a:pt x="5002" y="215"/>
                    <a:pt x="4097" y="1"/>
                    <a:pt x="319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7" name="Google Shape;30847;p155"/>
            <p:cNvSpPr/>
            <p:nvPr/>
          </p:nvSpPr>
          <p:spPr>
            <a:xfrm>
              <a:off x="7579263" y="3567852"/>
              <a:ext cx="76907" cy="84738"/>
            </a:xfrm>
            <a:custGeom>
              <a:rect b="b" l="l" r="r" t="t"/>
              <a:pathLst>
                <a:path extrusionOk="0" h="2835" w="2573">
                  <a:moveTo>
                    <a:pt x="0" y="1"/>
                  </a:moveTo>
                  <a:lnTo>
                    <a:pt x="0" y="2573"/>
                  </a:lnTo>
                  <a:cubicBezTo>
                    <a:pt x="476" y="2573"/>
                    <a:pt x="881" y="2644"/>
                    <a:pt x="1262" y="2835"/>
                  </a:cubicBezTo>
                  <a:lnTo>
                    <a:pt x="2548" y="2096"/>
                  </a:lnTo>
                  <a:lnTo>
                    <a:pt x="2572" y="620"/>
                  </a:lnTo>
                  <a:cubicBezTo>
                    <a:pt x="1810" y="239"/>
                    <a:pt x="953" y="25"/>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8" name="Google Shape;30848;p155"/>
            <p:cNvSpPr/>
            <p:nvPr/>
          </p:nvSpPr>
          <p:spPr>
            <a:xfrm>
              <a:off x="7406288" y="3598460"/>
              <a:ext cx="116033" cy="153784"/>
            </a:xfrm>
            <a:custGeom>
              <a:rect b="b" l="l" r="r" t="t"/>
              <a:pathLst>
                <a:path extrusionOk="0" h="5145" w="3882">
                  <a:moveTo>
                    <a:pt x="2596" y="1"/>
                  </a:moveTo>
                  <a:cubicBezTo>
                    <a:pt x="1048" y="1025"/>
                    <a:pt x="0" y="2787"/>
                    <a:pt x="0" y="4787"/>
                  </a:cubicBezTo>
                  <a:lnTo>
                    <a:pt x="0" y="5145"/>
                  </a:lnTo>
                  <a:lnTo>
                    <a:pt x="1286" y="4430"/>
                  </a:lnTo>
                  <a:lnTo>
                    <a:pt x="2620" y="5145"/>
                  </a:lnTo>
                  <a:cubicBezTo>
                    <a:pt x="2620" y="5026"/>
                    <a:pt x="2596" y="4907"/>
                    <a:pt x="2596" y="4787"/>
                  </a:cubicBezTo>
                  <a:cubicBezTo>
                    <a:pt x="2596" y="3740"/>
                    <a:pt x="3096" y="2787"/>
                    <a:pt x="3882" y="2216"/>
                  </a:cubicBezTo>
                  <a:lnTo>
                    <a:pt x="3834" y="739"/>
                  </a:lnTo>
                  <a:lnTo>
                    <a:pt x="259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9" name="Google Shape;30849;p155"/>
            <p:cNvSpPr/>
            <p:nvPr/>
          </p:nvSpPr>
          <p:spPr>
            <a:xfrm>
              <a:off x="7478174" y="3639051"/>
              <a:ext cx="202893" cy="202893"/>
            </a:xfrm>
            <a:custGeom>
              <a:rect b="b" l="l" r="r" t="t"/>
              <a:pathLst>
                <a:path extrusionOk="0" h="6788" w="6788">
                  <a:moveTo>
                    <a:pt x="3406" y="0"/>
                  </a:moveTo>
                  <a:cubicBezTo>
                    <a:pt x="1525" y="0"/>
                    <a:pt x="0" y="1524"/>
                    <a:pt x="0" y="3382"/>
                  </a:cubicBezTo>
                  <a:cubicBezTo>
                    <a:pt x="0" y="5263"/>
                    <a:pt x="1525" y="6787"/>
                    <a:pt x="3406" y="6787"/>
                  </a:cubicBezTo>
                  <a:cubicBezTo>
                    <a:pt x="5263" y="6787"/>
                    <a:pt x="6788" y="5263"/>
                    <a:pt x="6788" y="3382"/>
                  </a:cubicBezTo>
                  <a:cubicBezTo>
                    <a:pt x="6788" y="1524"/>
                    <a:pt x="5263" y="0"/>
                    <a:pt x="340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0" name="Google Shape;30850;p155"/>
            <p:cNvSpPr/>
            <p:nvPr/>
          </p:nvSpPr>
          <p:spPr>
            <a:xfrm>
              <a:off x="7579950" y="3638333"/>
              <a:ext cx="101118" cy="203611"/>
            </a:xfrm>
            <a:custGeom>
              <a:rect b="b" l="l" r="r" t="t"/>
              <a:pathLst>
                <a:path extrusionOk="0" h="6812" w="3383">
                  <a:moveTo>
                    <a:pt x="1" y="0"/>
                  </a:moveTo>
                  <a:lnTo>
                    <a:pt x="1" y="6811"/>
                  </a:lnTo>
                  <a:cubicBezTo>
                    <a:pt x="1882" y="6811"/>
                    <a:pt x="3383" y="5287"/>
                    <a:pt x="3383" y="3430"/>
                  </a:cubicBezTo>
                  <a:cubicBezTo>
                    <a:pt x="3383" y="1548"/>
                    <a:pt x="1882" y="24"/>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51" name="Google Shape;30851;p155"/>
          <p:cNvGrpSpPr/>
          <p:nvPr/>
        </p:nvGrpSpPr>
        <p:grpSpPr>
          <a:xfrm>
            <a:off x="6984893" y="3404145"/>
            <a:ext cx="343109" cy="344544"/>
            <a:chOff x="6742117" y="3575683"/>
            <a:chExt cx="343109" cy="344544"/>
          </a:xfrm>
        </p:grpSpPr>
        <p:sp>
          <p:nvSpPr>
            <p:cNvPr id="30852" name="Google Shape;30852;p155"/>
            <p:cNvSpPr/>
            <p:nvPr/>
          </p:nvSpPr>
          <p:spPr>
            <a:xfrm>
              <a:off x="6967041" y="3708815"/>
              <a:ext cx="118185" cy="77594"/>
            </a:xfrm>
            <a:custGeom>
              <a:rect b="b" l="l" r="r" t="t"/>
              <a:pathLst>
                <a:path extrusionOk="0" h="2596" w="3954">
                  <a:moveTo>
                    <a:pt x="1096" y="0"/>
                  </a:moveTo>
                  <a:lnTo>
                    <a:pt x="1" y="1310"/>
                  </a:lnTo>
                  <a:lnTo>
                    <a:pt x="1096" y="2596"/>
                  </a:lnTo>
                  <a:lnTo>
                    <a:pt x="3954" y="2596"/>
                  </a:lnTo>
                  <a:lnTo>
                    <a:pt x="3954"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3" name="Google Shape;30853;p155"/>
            <p:cNvSpPr/>
            <p:nvPr/>
          </p:nvSpPr>
          <p:spPr>
            <a:xfrm>
              <a:off x="6967758" y="3748658"/>
              <a:ext cx="117468" cy="39186"/>
            </a:xfrm>
            <a:custGeom>
              <a:rect b="b" l="l" r="r" t="t"/>
              <a:pathLst>
                <a:path extrusionOk="0" h="1311" w="3930">
                  <a:moveTo>
                    <a:pt x="1" y="1"/>
                  </a:moveTo>
                  <a:lnTo>
                    <a:pt x="1120" y="1310"/>
                  </a:lnTo>
                  <a:lnTo>
                    <a:pt x="3930" y="1310"/>
                  </a:lnTo>
                  <a:lnTo>
                    <a:pt x="3930"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4" name="Google Shape;30854;p155"/>
            <p:cNvSpPr/>
            <p:nvPr/>
          </p:nvSpPr>
          <p:spPr>
            <a:xfrm>
              <a:off x="6742117" y="3607726"/>
              <a:ext cx="118185" cy="78312"/>
            </a:xfrm>
            <a:custGeom>
              <a:rect b="b" l="l" r="r" t="t"/>
              <a:pathLst>
                <a:path extrusionOk="0" h="2620" w="3954">
                  <a:moveTo>
                    <a:pt x="0" y="0"/>
                  </a:moveTo>
                  <a:lnTo>
                    <a:pt x="0" y="2620"/>
                  </a:lnTo>
                  <a:lnTo>
                    <a:pt x="2858" y="2620"/>
                  </a:lnTo>
                  <a:lnTo>
                    <a:pt x="3954" y="1310"/>
                  </a:lnTo>
                  <a:lnTo>
                    <a:pt x="2858"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5" name="Google Shape;30855;p155"/>
            <p:cNvSpPr/>
            <p:nvPr/>
          </p:nvSpPr>
          <p:spPr>
            <a:xfrm>
              <a:off x="6742117" y="3648287"/>
              <a:ext cx="117468" cy="38468"/>
            </a:xfrm>
            <a:custGeom>
              <a:rect b="b" l="l" r="r" t="t"/>
              <a:pathLst>
                <a:path extrusionOk="0" h="1287" w="3930">
                  <a:moveTo>
                    <a:pt x="0" y="1"/>
                  </a:moveTo>
                  <a:lnTo>
                    <a:pt x="0" y="1287"/>
                  </a:lnTo>
                  <a:lnTo>
                    <a:pt x="2834" y="1287"/>
                  </a:lnTo>
                  <a:lnTo>
                    <a:pt x="393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6" name="Google Shape;30856;p155"/>
            <p:cNvSpPr/>
            <p:nvPr/>
          </p:nvSpPr>
          <p:spPr>
            <a:xfrm>
              <a:off x="6742117" y="3809156"/>
              <a:ext cx="118185" cy="78342"/>
            </a:xfrm>
            <a:custGeom>
              <a:rect b="b" l="l" r="r" t="t"/>
              <a:pathLst>
                <a:path extrusionOk="0" h="2621" w="3954">
                  <a:moveTo>
                    <a:pt x="0" y="1"/>
                  </a:moveTo>
                  <a:lnTo>
                    <a:pt x="0" y="2620"/>
                  </a:lnTo>
                  <a:lnTo>
                    <a:pt x="2858" y="2620"/>
                  </a:lnTo>
                  <a:lnTo>
                    <a:pt x="3954" y="1311"/>
                  </a:lnTo>
                  <a:lnTo>
                    <a:pt x="285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7" name="Google Shape;30857;p155"/>
            <p:cNvSpPr/>
            <p:nvPr/>
          </p:nvSpPr>
          <p:spPr>
            <a:xfrm>
              <a:off x="6742117" y="3849030"/>
              <a:ext cx="117468" cy="39186"/>
            </a:xfrm>
            <a:custGeom>
              <a:rect b="b" l="l" r="r" t="t"/>
              <a:pathLst>
                <a:path extrusionOk="0" h="1311" w="3930">
                  <a:moveTo>
                    <a:pt x="0" y="0"/>
                  </a:moveTo>
                  <a:lnTo>
                    <a:pt x="0" y="1310"/>
                  </a:lnTo>
                  <a:lnTo>
                    <a:pt x="2834" y="1310"/>
                  </a:lnTo>
                  <a:lnTo>
                    <a:pt x="393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8" name="Google Shape;30858;p155"/>
            <p:cNvSpPr/>
            <p:nvPr/>
          </p:nvSpPr>
          <p:spPr>
            <a:xfrm>
              <a:off x="6903703" y="3770030"/>
              <a:ext cx="20654" cy="56970"/>
            </a:xfrm>
            <a:custGeom>
              <a:rect b="b" l="l" r="r" t="t"/>
              <a:pathLst>
                <a:path extrusionOk="0" h="1906" w="691">
                  <a:moveTo>
                    <a:pt x="0" y="0"/>
                  </a:moveTo>
                  <a:lnTo>
                    <a:pt x="0" y="1905"/>
                  </a:lnTo>
                  <a:lnTo>
                    <a:pt x="691" y="1905"/>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9" name="Google Shape;30859;p155"/>
            <p:cNvSpPr/>
            <p:nvPr/>
          </p:nvSpPr>
          <p:spPr>
            <a:xfrm>
              <a:off x="6903703" y="3575683"/>
              <a:ext cx="20654" cy="49857"/>
            </a:xfrm>
            <a:custGeom>
              <a:rect b="b" l="l" r="r" t="t"/>
              <a:pathLst>
                <a:path extrusionOk="0" h="1668" w="691">
                  <a:moveTo>
                    <a:pt x="0" y="1"/>
                  </a:moveTo>
                  <a:lnTo>
                    <a:pt x="0" y="1668"/>
                  </a:lnTo>
                  <a:lnTo>
                    <a:pt x="691" y="166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0" name="Google Shape;30860;p155"/>
            <p:cNvSpPr/>
            <p:nvPr/>
          </p:nvSpPr>
          <p:spPr>
            <a:xfrm>
              <a:off x="6903703" y="3669658"/>
              <a:ext cx="20654" cy="56970"/>
            </a:xfrm>
            <a:custGeom>
              <a:rect b="b" l="l" r="r" t="t"/>
              <a:pathLst>
                <a:path extrusionOk="0" h="1906" w="691">
                  <a:moveTo>
                    <a:pt x="0" y="0"/>
                  </a:moveTo>
                  <a:lnTo>
                    <a:pt x="0" y="1905"/>
                  </a:lnTo>
                  <a:lnTo>
                    <a:pt x="691" y="1905"/>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1" name="Google Shape;30861;p155"/>
            <p:cNvSpPr/>
            <p:nvPr/>
          </p:nvSpPr>
          <p:spPr>
            <a:xfrm>
              <a:off x="6903703" y="3870371"/>
              <a:ext cx="20654" cy="49857"/>
            </a:xfrm>
            <a:custGeom>
              <a:rect b="b" l="l" r="r" t="t"/>
              <a:pathLst>
                <a:path extrusionOk="0" h="1668" w="691">
                  <a:moveTo>
                    <a:pt x="0" y="1"/>
                  </a:moveTo>
                  <a:lnTo>
                    <a:pt x="0" y="1668"/>
                  </a:lnTo>
                  <a:lnTo>
                    <a:pt x="691" y="1668"/>
                  </a:lnTo>
                  <a:lnTo>
                    <a:pt x="69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2" name="Google Shape;30862;p155"/>
            <p:cNvSpPr/>
            <p:nvPr/>
          </p:nvSpPr>
          <p:spPr>
            <a:xfrm>
              <a:off x="6881644" y="3614840"/>
              <a:ext cx="64084" cy="64084"/>
            </a:xfrm>
            <a:custGeom>
              <a:rect b="b" l="l" r="r" t="t"/>
              <a:pathLst>
                <a:path extrusionOk="0" h="2144" w="2144">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3" name="Google Shape;30863;p155"/>
            <p:cNvSpPr/>
            <p:nvPr/>
          </p:nvSpPr>
          <p:spPr>
            <a:xfrm>
              <a:off x="6881644" y="3646882"/>
              <a:ext cx="64084" cy="32042"/>
            </a:xfrm>
            <a:custGeom>
              <a:rect b="b" l="l" r="r" t="t"/>
              <a:pathLst>
                <a:path extrusionOk="0" h="1072" w="2144">
                  <a:moveTo>
                    <a:pt x="0" y="0"/>
                  </a:moveTo>
                  <a:cubicBezTo>
                    <a:pt x="0" y="596"/>
                    <a:pt x="476" y="1072"/>
                    <a:pt x="1072" y="1072"/>
                  </a:cubicBezTo>
                  <a:cubicBezTo>
                    <a:pt x="1667" y="1072"/>
                    <a:pt x="2143" y="596"/>
                    <a:pt x="2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4" name="Google Shape;30864;p155"/>
            <p:cNvSpPr/>
            <p:nvPr/>
          </p:nvSpPr>
          <p:spPr>
            <a:xfrm>
              <a:off x="6881644" y="3715928"/>
              <a:ext cx="64084" cy="64084"/>
            </a:xfrm>
            <a:custGeom>
              <a:rect b="b" l="l" r="r" t="t"/>
              <a:pathLst>
                <a:path extrusionOk="0" h="2144" w="2144">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5" name="Google Shape;30865;p155"/>
            <p:cNvSpPr/>
            <p:nvPr/>
          </p:nvSpPr>
          <p:spPr>
            <a:xfrm>
              <a:off x="6881644" y="3748658"/>
              <a:ext cx="64084" cy="32072"/>
            </a:xfrm>
            <a:custGeom>
              <a:rect b="b" l="l" r="r" t="t"/>
              <a:pathLst>
                <a:path extrusionOk="0" h="1073" w="2144">
                  <a:moveTo>
                    <a:pt x="0" y="1"/>
                  </a:moveTo>
                  <a:cubicBezTo>
                    <a:pt x="0" y="596"/>
                    <a:pt x="476" y="1072"/>
                    <a:pt x="1072" y="1072"/>
                  </a:cubicBezTo>
                  <a:cubicBezTo>
                    <a:pt x="1667" y="1072"/>
                    <a:pt x="2143" y="596"/>
                    <a:pt x="2143"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6" name="Google Shape;30866;p155"/>
            <p:cNvSpPr/>
            <p:nvPr/>
          </p:nvSpPr>
          <p:spPr>
            <a:xfrm>
              <a:off x="6881644" y="3816987"/>
              <a:ext cx="64084" cy="64114"/>
            </a:xfrm>
            <a:custGeom>
              <a:rect b="b" l="l" r="r" t="t"/>
              <a:pathLst>
                <a:path extrusionOk="0" h="2145" w="2144">
                  <a:moveTo>
                    <a:pt x="1072" y="1"/>
                  </a:moveTo>
                  <a:cubicBezTo>
                    <a:pt x="476" y="1"/>
                    <a:pt x="0" y="477"/>
                    <a:pt x="0" y="1072"/>
                  </a:cubicBezTo>
                  <a:cubicBezTo>
                    <a:pt x="0" y="1668"/>
                    <a:pt x="476" y="2144"/>
                    <a:pt x="1072" y="2144"/>
                  </a:cubicBezTo>
                  <a:cubicBezTo>
                    <a:pt x="1667" y="2120"/>
                    <a:pt x="2143" y="1644"/>
                    <a:pt x="2143" y="1072"/>
                  </a:cubicBezTo>
                  <a:cubicBezTo>
                    <a:pt x="2143"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7" name="Google Shape;30867;p155"/>
            <p:cNvSpPr/>
            <p:nvPr/>
          </p:nvSpPr>
          <p:spPr>
            <a:xfrm>
              <a:off x="6881644" y="3849030"/>
              <a:ext cx="64084" cy="32072"/>
            </a:xfrm>
            <a:custGeom>
              <a:rect b="b" l="l" r="r" t="t"/>
              <a:pathLst>
                <a:path extrusionOk="0" h="1073" w="2144">
                  <a:moveTo>
                    <a:pt x="0" y="0"/>
                  </a:moveTo>
                  <a:cubicBezTo>
                    <a:pt x="0" y="596"/>
                    <a:pt x="476" y="1072"/>
                    <a:pt x="1072" y="1072"/>
                  </a:cubicBezTo>
                  <a:cubicBezTo>
                    <a:pt x="1667" y="1072"/>
                    <a:pt x="2143" y="596"/>
                    <a:pt x="214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68" name="Google Shape;30868;p155"/>
          <p:cNvGrpSpPr/>
          <p:nvPr/>
        </p:nvGrpSpPr>
        <p:grpSpPr>
          <a:xfrm>
            <a:off x="6254299" y="3426840"/>
            <a:ext cx="343826" cy="344544"/>
            <a:chOff x="6082937" y="3579240"/>
            <a:chExt cx="343826" cy="344544"/>
          </a:xfrm>
        </p:grpSpPr>
        <p:sp>
          <p:nvSpPr>
            <p:cNvPr id="30869" name="Google Shape;30869;p155"/>
            <p:cNvSpPr/>
            <p:nvPr/>
          </p:nvSpPr>
          <p:spPr>
            <a:xfrm>
              <a:off x="6175478" y="3579240"/>
              <a:ext cx="64084" cy="128168"/>
            </a:xfrm>
            <a:custGeom>
              <a:rect b="b" l="l" r="r" t="t"/>
              <a:pathLst>
                <a:path extrusionOk="0" h="4288" w="2144">
                  <a:moveTo>
                    <a:pt x="334" y="1"/>
                  </a:moveTo>
                  <a:lnTo>
                    <a:pt x="0" y="1858"/>
                  </a:lnTo>
                  <a:lnTo>
                    <a:pt x="334" y="2454"/>
                  </a:lnTo>
                  <a:lnTo>
                    <a:pt x="1072" y="3740"/>
                  </a:lnTo>
                  <a:lnTo>
                    <a:pt x="1882" y="4287"/>
                  </a:lnTo>
                  <a:lnTo>
                    <a:pt x="2144" y="2454"/>
                  </a:lnTo>
                  <a:lnTo>
                    <a:pt x="1882" y="1858"/>
                  </a:lnTo>
                  <a:lnTo>
                    <a:pt x="33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0" name="Google Shape;30870;p155"/>
            <p:cNvSpPr/>
            <p:nvPr/>
          </p:nvSpPr>
          <p:spPr>
            <a:xfrm>
              <a:off x="6230984" y="3633342"/>
              <a:ext cx="195779" cy="82616"/>
            </a:xfrm>
            <a:custGeom>
              <a:rect b="b" l="l" r="r" t="t"/>
              <a:pathLst>
                <a:path extrusionOk="0" h="2764" w="6550">
                  <a:moveTo>
                    <a:pt x="25" y="1"/>
                  </a:moveTo>
                  <a:lnTo>
                    <a:pt x="25" y="2454"/>
                  </a:lnTo>
                  <a:lnTo>
                    <a:pt x="1" y="2454"/>
                  </a:lnTo>
                  <a:lnTo>
                    <a:pt x="3263" y="2763"/>
                  </a:lnTo>
                  <a:lnTo>
                    <a:pt x="5597" y="2454"/>
                  </a:lnTo>
                  <a:lnTo>
                    <a:pt x="6550" y="1239"/>
                  </a:lnTo>
                  <a:lnTo>
                    <a:pt x="559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1" name="Google Shape;30871;p155"/>
            <p:cNvSpPr/>
            <p:nvPr/>
          </p:nvSpPr>
          <p:spPr>
            <a:xfrm>
              <a:off x="6082937" y="3579240"/>
              <a:ext cx="101805" cy="84738"/>
            </a:xfrm>
            <a:custGeom>
              <a:rect b="b" l="l" r="r" t="t"/>
              <a:pathLst>
                <a:path extrusionOk="0" h="2835" w="3406">
                  <a:moveTo>
                    <a:pt x="0" y="1"/>
                  </a:moveTo>
                  <a:lnTo>
                    <a:pt x="0" y="2430"/>
                  </a:lnTo>
                  <a:lnTo>
                    <a:pt x="1691" y="2835"/>
                  </a:lnTo>
                  <a:lnTo>
                    <a:pt x="3406" y="2430"/>
                  </a:lnTo>
                  <a:lnTo>
                    <a:pt x="340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2" name="Google Shape;30872;p155"/>
            <p:cNvSpPr/>
            <p:nvPr/>
          </p:nvSpPr>
          <p:spPr>
            <a:xfrm>
              <a:off x="6175478" y="3651844"/>
              <a:ext cx="64084" cy="128168"/>
            </a:xfrm>
            <a:custGeom>
              <a:rect b="b" l="l" r="r" t="t"/>
              <a:pathLst>
                <a:path extrusionOk="0" h="4288" w="2144">
                  <a:moveTo>
                    <a:pt x="334" y="1"/>
                  </a:moveTo>
                  <a:lnTo>
                    <a:pt x="0" y="1835"/>
                  </a:lnTo>
                  <a:lnTo>
                    <a:pt x="334" y="2430"/>
                  </a:lnTo>
                  <a:lnTo>
                    <a:pt x="1072" y="3716"/>
                  </a:lnTo>
                  <a:lnTo>
                    <a:pt x="1882" y="4287"/>
                  </a:lnTo>
                  <a:lnTo>
                    <a:pt x="2144" y="2430"/>
                  </a:lnTo>
                  <a:lnTo>
                    <a:pt x="1882" y="1835"/>
                  </a:lnTo>
                  <a:lnTo>
                    <a:pt x="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3" name="Google Shape;30873;p155"/>
            <p:cNvSpPr/>
            <p:nvPr/>
          </p:nvSpPr>
          <p:spPr>
            <a:xfrm>
              <a:off x="6230984" y="3705945"/>
              <a:ext cx="195779" cy="81899"/>
            </a:xfrm>
            <a:custGeom>
              <a:rect b="b" l="l" r="r" t="t"/>
              <a:pathLst>
                <a:path extrusionOk="0" h="2740" w="6550">
                  <a:moveTo>
                    <a:pt x="25" y="1"/>
                  </a:moveTo>
                  <a:lnTo>
                    <a:pt x="25" y="2430"/>
                  </a:lnTo>
                  <a:lnTo>
                    <a:pt x="1" y="2430"/>
                  </a:lnTo>
                  <a:lnTo>
                    <a:pt x="3263" y="2739"/>
                  </a:lnTo>
                  <a:lnTo>
                    <a:pt x="5597" y="2430"/>
                  </a:lnTo>
                  <a:lnTo>
                    <a:pt x="6550" y="1215"/>
                  </a:lnTo>
                  <a:lnTo>
                    <a:pt x="5597"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4" name="Google Shape;30874;p155"/>
            <p:cNvSpPr/>
            <p:nvPr/>
          </p:nvSpPr>
          <p:spPr>
            <a:xfrm>
              <a:off x="6082937" y="3651844"/>
              <a:ext cx="101805" cy="84021"/>
            </a:xfrm>
            <a:custGeom>
              <a:rect b="b" l="l" r="r" t="t"/>
              <a:pathLst>
                <a:path extrusionOk="0" h="2811" w="3406">
                  <a:moveTo>
                    <a:pt x="0" y="1"/>
                  </a:moveTo>
                  <a:lnTo>
                    <a:pt x="0" y="2406"/>
                  </a:lnTo>
                  <a:lnTo>
                    <a:pt x="1691" y="2811"/>
                  </a:lnTo>
                  <a:lnTo>
                    <a:pt x="3406" y="2406"/>
                  </a:lnTo>
                  <a:lnTo>
                    <a:pt x="340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5" name="Google Shape;30875;p155"/>
            <p:cNvSpPr/>
            <p:nvPr/>
          </p:nvSpPr>
          <p:spPr>
            <a:xfrm>
              <a:off x="6175478" y="3723760"/>
              <a:ext cx="64084" cy="128138"/>
            </a:xfrm>
            <a:custGeom>
              <a:rect b="b" l="l" r="r" t="t"/>
              <a:pathLst>
                <a:path extrusionOk="0" h="4287" w="2144">
                  <a:moveTo>
                    <a:pt x="334" y="0"/>
                  </a:moveTo>
                  <a:lnTo>
                    <a:pt x="0" y="1834"/>
                  </a:lnTo>
                  <a:lnTo>
                    <a:pt x="334" y="2429"/>
                  </a:lnTo>
                  <a:lnTo>
                    <a:pt x="1072" y="3715"/>
                  </a:lnTo>
                  <a:lnTo>
                    <a:pt x="1882" y="4287"/>
                  </a:lnTo>
                  <a:lnTo>
                    <a:pt x="2144" y="2429"/>
                  </a:lnTo>
                  <a:lnTo>
                    <a:pt x="1882" y="1834"/>
                  </a:lnTo>
                  <a:lnTo>
                    <a:pt x="33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6" name="Google Shape;30876;p155"/>
            <p:cNvSpPr/>
            <p:nvPr/>
          </p:nvSpPr>
          <p:spPr>
            <a:xfrm>
              <a:off x="6230984" y="3777861"/>
              <a:ext cx="195779" cy="81869"/>
            </a:xfrm>
            <a:custGeom>
              <a:rect b="b" l="l" r="r" t="t"/>
              <a:pathLst>
                <a:path extrusionOk="0" h="2739" w="6550">
                  <a:moveTo>
                    <a:pt x="25" y="0"/>
                  </a:moveTo>
                  <a:lnTo>
                    <a:pt x="25" y="2453"/>
                  </a:lnTo>
                  <a:lnTo>
                    <a:pt x="1" y="2453"/>
                  </a:lnTo>
                  <a:lnTo>
                    <a:pt x="3263" y="2739"/>
                  </a:lnTo>
                  <a:lnTo>
                    <a:pt x="5597" y="2453"/>
                  </a:lnTo>
                  <a:lnTo>
                    <a:pt x="6550" y="1215"/>
                  </a:lnTo>
                  <a:lnTo>
                    <a:pt x="5597"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7" name="Google Shape;30877;p155"/>
            <p:cNvSpPr/>
            <p:nvPr/>
          </p:nvSpPr>
          <p:spPr>
            <a:xfrm>
              <a:off x="6082937" y="3723760"/>
              <a:ext cx="101805" cy="84738"/>
            </a:xfrm>
            <a:custGeom>
              <a:rect b="b" l="l" r="r" t="t"/>
              <a:pathLst>
                <a:path extrusionOk="0" h="2835" w="3406">
                  <a:moveTo>
                    <a:pt x="0" y="0"/>
                  </a:moveTo>
                  <a:lnTo>
                    <a:pt x="0" y="2405"/>
                  </a:lnTo>
                  <a:lnTo>
                    <a:pt x="1691" y="2834"/>
                  </a:lnTo>
                  <a:lnTo>
                    <a:pt x="3406" y="2405"/>
                  </a:lnTo>
                  <a:lnTo>
                    <a:pt x="3406"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8" name="Google Shape;30878;p155"/>
            <p:cNvSpPr/>
            <p:nvPr/>
          </p:nvSpPr>
          <p:spPr>
            <a:xfrm>
              <a:off x="6175478" y="3795646"/>
              <a:ext cx="64084" cy="128138"/>
            </a:xfrm>
            <a:custGeom>
              <a:rect b="b" l="l" r="r" t="t"/>
              <a:pathLst>
                <a:path extrusionOk="0" h="4287" w="2144">
                  <a:moveTo>
                    <a:pt x="334" y="0"/>
                  </a:moveTo>
                  <a:lnTo>
                    <a:pt x="0" y="1858"/>
                  </a:lnTo>
                  <a:lnTo>
                    <a:pt x="334" y="2453"/>
                  </a:lnTo>
                  <a:lnTo>
                    <a:pt x="1882" y="4287"/>
                  </a:lnTo>
                  <a:lnTo>
                    <a:pt x="2144" y="2453"/>
                  </a:lnTo>
                  <a:lnTo>
                    <a:pt x="1882" y="1858"/>
                  </a:lnTo>
                  <a:lnTo>
                    <a:pt x="3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9" name="Google Shape;30879;p155"/>
            <p:cNvSpPr/>
            <p:nvPr/>
          </p:nvSpPr>
          <p:spPr>
            <a:xfrm>
              <a:off x="6230984" y="3849747"/>
              <a:ext cx="195779" cy="73350"/>
            </a:xfrm>
            <a:custGeom>
              <a:rect b="b" l="l" r="r" t="t"/>
              <a:pathLst>
                <a:path extrusionOk="0" h="2454" w="6550">
                  <a:moveTo>
                    <a:pt x="1" y="0"/>
                  </a:moveTo>
                  <a:lnTo>
                    <a:pt x="1" y="2453"/>
                  </a:lnTo>
                  <a:lnTo>
                    <a:pt x="5597" y="2453"/>
                  </a:lnTo>
                  <a:lnTo>
                    <a:pt x="6550" y="1239"/>
                  </a:lnTo>
                  <a:lnTo>
                    <a:pt x="5597"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0" name="Google Shape;30880;p155"/>
            <p:cNvSpPr/>
            <p:nvPr/>
          </p:nvSpPr>
          <p:spPr>
            <a:xfrm>
              <a:off x="6082937" y="3795646"/>
              <a:ext cx="102523" cy="73350"/>
            </a:xfrm>
            <a:custGeom>
              <a:rect b="b" l="l" r="r" t="t"/>
              <a:pathLst>
                <a:path extrusionOk="0" h="2454" w="3430">
                  <a:moveTo>
                    <a:pt x="0" y="0"/>
                  </a:moveTo>
                  <a:lnTo>
                    <a:pt x="0" y="2453"/>
                  </a:lnTo>
                  <a:lnTo>
                    <a:pt x="3430" y="2453"/>
                  </a:lnTo>
                  <a:lnTo>
                    <a:pt x="3430"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1" name="Google Shape;30881;p155"/>
          <p:cNvGrpSpPr/>
          <p:nvPr/>
        </p:nvGrpSpPr>
        <p:grpSpPr>
          <a:xfrm>
            <a:off x="5552286" y="3415452"/>
            <a:ext cx="286885" cy="344545"/>
            <a:chOff x="5437986" y="3567852"/>
            <a:chExt cx="286885" cy="344545"/>
          </a:xfrm>
        </p:grpSpPr>
        <p:sp>
          <p:nvSpPr>
            <p:cNvPr id="30882" name="Google Shape;30882;p155"/>
            <p:cNvSpPr/>
            <p:nvPr/>
          </p:nvSpPr>
          <p:spPr>
            <a:xfrm>
              <a:off x="5473585" y="3717333"/>
              <a:ext cx="229944" cy="47017"/>
            </a:xfrm>
            <a:custGeom>
              <a:rect b="b" l="l" r="r" t="t"/>
              <a:pathLst>
                <a:path extrusionOk="0" h="1573" w="7693">
                  <a:moveTo>
                    <a:pt x="0" y="1"/>
                  </a:moveTo>
                  <a:lnTo>
                    <a:pt x="0" y="1573"/>
                  </a:lnTo>
                  <a:lnTo>
                    <a:pt x="7692" y="1573"/>
                  </a:lnTo>
                  <a:lnTo>
                    <a:pt x="769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3" name="Google Shape;30883;p155"/>
            <p:cNvSpPr/>
            <p:nvPr/>
          </p:nvSpPr>
          <p:spPr>
            <a:xfrm>
              <a:off x="5473585" y="3740827"/>
              <a:ext cx="229944" cy="22806"/>
            </a:xfrm>
            <a:custGeom>
              <a:rect b="b" l="l" r="r" t="t"/>
              <a:pathLst>
                <a:path extrusionOk="0" h="763" w="7693">
                  <a:moveTo>
                    <a:pt x="0" y="1"/>
                  </a:moveTo>
                  <a:lnTo>
                    <a:pt x="0" y="763"/>
                  </a:lnTo>
                  <a:lnTo>
                    <a:pt x="7692" y="763"/>
                  </a:lnTo>
                  <a:lnTo>
                    <a:pt x="7692"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4" name="Google Shape;30884;p155"/>
            <p:cNvSpPr/>
            <p:nvPr/>
          </p:nvSpPr>
          <p:spPr>
            <a:xfrm>
              <a:off x="5473585" y="3820544"/>
              <a:ext cx="251285" cy="47017"/>
            </a:xfrm>
            <a:custGeom>
              <a:rect b="b" l="l" r="r" t="t"/>
              <a:pathLst>
                <a:path extrusionOk="0" h="1573" w="8407">
                  <a:moveTo>
                    <a:pt x="0" y="1"/>
                  </a:moveTo>
                  <a:lnTo>
                    <a:pt x="0" y="1573"/>
                  </a:lnTo>
                  <a:lnTo>
                    <a:pt x="8407" y="1573"/>
                  </a:lnTo>
                  <a:lnTo>
                    <a:pt x="840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5" name="Google Shape;30885;p155"/>
            <p:cNvSpPr/>
            <p:nvPr/>
          </p:nvSpPr>
          <p:spPr>
            <a:xfrm>
              <a:off x="5473585" y="3844038"/>
              <a:ext cx="251285" cy="22806"/>
            </a:xfrm>
            <a:custGeom>
              <a:rect b="b" l="l" r="r" t="t"/>
              <a:pathLst>
                <a:path extrusionOk="0" h="763" w="8407">
                  <a:moveTo>
                    <a:pt x="0" y="1"/>
                  </a:moveTo>
                  <a:lnTo>
                    <a:pt x="0" y="763"/>
                  </a:lnTo>
                  <a:lnTo>
                    <a:pt x="8407" y="763"/>
                  </a:lnTo>
                  <a:lnTo>
                    <a:pt x="840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6" name="Google Shape;30886;p155"/>
            <p:cNvSpPr/>
            <p:nvPr/>
          </p:nvSpPr>
          <p:spPr>
            <a:xfrm>
              <a:off x="5474990" y="3613405"/>
              <a:ext cx="207885" cy="47017"/>
            </a:xfrm>
            <a:custGeom>
              <a:rect b="b" l="l" r="r" t="t"/>
              <a:pathLst>
                <a:path extrusionOk="0" h="1573" w="6955">
                  <a:moveTo>
                    <a:pt x="1" y="1"/>
                  </a:moveTo>
                  <a:lnTo>
                    <a:pt x="1" y="1573"/>
                  </a:lnTo>
                  <a:lnTo>
                    <a:pt x="6955" y="1573"/>
                  </a:lnTo>
                  <a:lnTo>
                    <a:pt x="695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7" name="Google Shape;30887;p155"/>
            <p:cNvSpPr/>
            <p:nvPr/>
          </p:nvSpPr>
          <p:spPr>
            <a:xfrm>
              <a:off x="5474990" y="3637616"/>
              <a:ext cx="207885" cy="22806"/>
            </a:xfrm>
            <a:custGeom>
              <a:rect b="b" l="l" r="r" t="t"/>
              <a:pathLst>
                <a:path extrusionOk="0" h="763" w="6955">
                  <a:moveTo>
                    <a:pt x="1" y="1"/>
                  </a:moveTo>
                  <a:lnTo>
                    <a:pt x="1" y="763"/>
                  </a:lnTo>
                  <a:lnTo>
                    <a:pt x="6955" y="763"/>
                  </a:lnTo>
                  <a:lnTo>
                    <a:pt x="6955"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8" name="Google Shape;30888;p155"/>
            <p:cNvSpPr/>
            <p:nvPr/>
          </p:nvSpPr>
          <p:spPr>
            <a:xfrm>
              <a:off x="5437986" y="3567852"/>
              <a:ext cx="35629" cy="20684"/>
            </a:xfrm>
            <a:custGeom>
              <a:rect b="b" l="l" r="r" t="t"/>
              <a:pathLst>
                <a:path extrusionOk="0" h="692" w="1192">
                  <a:moveTo>
                    <a:pt x="1" y="1"/>
                  </a:moveTo>
                  <a:lnTo>
                    <a:pt x="1" y="691"/>
                  </a:lnTo>
                  <a:lnTo>
                    <a:pt x="1191" y="691"/>
                  </a:lnTo>
                  <a:lnTo>
                    <a:pt x="83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9" name="Google Shape;30889;p155"/>
            <p:cNvSpPr/>
            <p:nvPr/>
          </p:nvSpPr>
          <p:spPr>
            <a:xfrm>
              <a:off x="5439420" y="3609160"/>
              <a:ext cx="35599" cy="19937"/>
            </a:xfrm>
            <a:custGeom>
              <a:rect b="b" l="l" r="r" t="t"/>
              <a:pathLst>
                <a:path extrusionOk="0" h="667" w="1191">
                  <a:moveTo>
                    <a:pt x="0" y="0"/>
                  </a:moveTo>
                  <a:lnTo>
                    <a:pt x="0" y="667"/>
                  </a:lnTo>
                  <a:lnTo>
                    <a:pt x="1191" y="667"/>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0" name="Google Shape;30890;p155"/>
            <p:cNvSpPr/>
            <p:nvPr/>
          </p:nvSpPr>
          <p:spPr>
            <a:xfrm>
              <a:off x="5439420" y="3649004"/>
              <a:ext cx="35599" cy="20684"/>
            </a:xfrm>
            <a:custGeom>
              <a:rect b="b" l="l" r="r" t="t"/>
              <a:pathLst>
                <a:path extrusionOk="0" h="692" w="1191">
                  <a:moveTo>
                    <a:pt x="0" y="1"/>
                  </a:moveTo>
                  <a:lnTo>
                    <a:pt x="0" y="691"/>
                  </a:lnTo>
                  <a:lnTo>
                    <a:pt x="1191" y="691"/>
                  </a:lnTo>
                  <a:lnTo>
                    <a:pt x="119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1" name="Google Shape;30891;p155"/>
            <p:cNvSpPr/>
            <p:nvPr/>
          </p:nvSpPr>
          <p:spPr>
            <a:xfrm>
              <a:off x="5439420" y="3689595"/>
              <a:ext cx="35599" cy="20654"/>
            </a:xfrm>
            <a:custGeom>
              <a:rect b="b" l="l" r="r" t="t"/>
              <a:pathLst>
                <a:path extrusionOk="0" h="691" w="1191">
                  <a:moveTo>
                    <a:pt x="0" y="0"/>
                  </a:moveTo>
                  <a:lnTo>
                    <a:pt x="0" y="691"/>
                  </a:lnTo>
                  <a:lnTo>
                    <a:pt x="1191" y="691"/>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2" name="Google Shape;30892;p155"/>
            <p:cNvSpPr/>
            <p:nvPr/>
          </p:nvSpPr>
          <p:spPr>
            <a:xfrm>
              <a:off x="5439420" y="3730874"/>
              <a:ext cx="35599" cy="20654"/>
            </a:xfrm>
            <a:custGeom>
              <a:rect b="b" l="l" r="r" t="t"/>
              <a:pathLst>
                <a:path extrusionOk="0" h="691" w="1191">
                  <a:moveTo>
                    <a:pt x="0" y="0"/>
                  </a:moveTo>
                  <a:lnTo>
                    <a:pt x="0" y="691"/>
                  </a:lnTo>
                  <a:lnTo>
                    <a:pt x="1191" y="691"/>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3" name="Google Shape;30893;p155"/>
            <p:cNvSpPr/>
            <p:nvPr/>
          </p:nvSpPr>
          <p:spPr>
            <a:xfrm>
              <a:off x="5439420" y="3740827"/>
              <a:ext cx="35599" cy="9296"/>
            </a:xfrm>
            <a:custGeom>
              <a:rect b="b" l="l" r="r" t="t"/>
              <a:pathLst>
                <a:path extrusionOk="0" h="311" w="1191">
                  <a:moveTo>
                    <a:pt x="0" y="1"/>
                  </a:moveTo>
                  <a:lnTo>
                    <a:pt x="0" y="310"/>
                  </a:lnTo>
                  <a:lnTo>
                    <a:pt x="1191" y="310"/>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4" name="Google Shape;30894;p155"/>
            <p:cNvSpPr/>
            <p:nvPr/>
          </p:nvSpPr>
          <p:spPr>
            <a:xfrm>
              <a:off x="5439420" y="3770717"/>
              <a:ext cx="35599" cy="20684"/>
            </a:xfrm>
            <a:custGeom>
              <a:rect b="b" l="l" r="r" t="t"/>
              <a:pathLst>
                <a:path extrusionOk="0" h="692" w="1191">
                  <a:moveTo>
                    <a:pt x="0" y="1"/>
                  </a:moveTo>
                  <a:lnTo>
                    <a:pt x="0" y="691"/>
                  </a:lnTo>
                  <a:lnTo>
                    <a:pt x="1191" y="69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5" name="Google Shape;30895;p155"/>
            <p:cNvSpPr/>
            <p:nvPr/>
          </p:nvSpPr>
          <p:spPr>
            <a:xfrm>
              <a:off x="5439420" y="3810591"/>
              <a:ext cx="35599" cy="20684"/>
            </a:xfrm>
            <a:custGeom>
              <a:rect b="b" l="l" r="r" t="t"/>
              <a:pathLst>
                <a:path extrusionOk="0" h="692" w="1191">
                  <a:moveTo>
                    <a:pt x="0" y="0"/>
                  </a:moveTo>
                  <a:lnTo>
                    <a:pt x="0" y="691"/>
                  </a:lnTo>
                  <a:lnTo>
                    <a:pt x="1191" y="691"/>
                  </a:lnTo>
                  <a:lnTo>
                    <a:pt x="1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6" name="Google Shape;30896;p155"/>
            <p:cNvSpPr/>
            <p:nvPr/>
          </p:nvSpPr>
          <p:spPr>
            <a:xfrm>
              <a:off x="5439420" y="3851869"/>
              <a:ext cx="35599" cy="20684"/>
            </a:xfrm>
            <a:custGeom>
              <a:rect b="b" l="l" r="r" t="t"/>
              <a:pathLst>
                <a:path extrusionOk="0" h="692" w="1191">
                  <a:moveTo>
                    <a:pt x="0" y="1"/>
                  </a:moveTo>
                  <a:lnTo>
                    <a:pt x="0" y="691"/>
                  </a:lnTo>
                  <a:lnTo>
                    <a:pt x="1191" y="69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7" name="Google Shape;30897;p155"/>
            <p:cNvSpPr/>
            <p:nvPr/>
          </p:nvSpPr>
          <p:spPr>
            <a:xfrm>
              <a:off x="5439420" y="3891743"/>
              <a:ext cx="35599" cy="20654"/>
            </a:xfrm>
            <a:custGeom>
              <a:rect b="b" l="l" r="r" t="t"/>
              <a:pathLst>
                <a:path extrusionOk="0" h="691" w="1191">
                  <a:moveTo>
                    <a:pt x="0" y="0"/>
                  </a:moveTo>
                  <a:lnTo>
                    <a:pt x="0" y="691"/>
                  </a:lnTo>
                  <a:lnTo>
                    <a:pt x="834" y="691"/>
                  </a:lnTo>
                  <a:lnTo>
                    <a:pt x="1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8" name="Google Shape;30898;p155"/>
            <p:cNvSpPr/>
            <p:nvPr/>
          </p:nvSpPr>
          <p:spPr>
            <a:xfrm>
              <a:off x="5464319" y="3568569"/>
              <a:ext cx="19967" cy="343825"/>
            </a:xfrm>
            <a:custGeom>
              <a:rect b="b" l="l" r="r" t="t"/>
              <a:pathLst>
                <a:path extrusionOk="0" h="11503" w="668">
                  <a:moveTo>
                    <a:pt x="1" y="1"/>
                  </a:moveTo>
                  <a:lnTo>
                    <a:pt x="1" y="11503"/>
                  </a:lnTo>
                  <a:lnTo>
                    <a:pt x="668" y="11503"/>
                  </a:lnTo>
                  <a:lnTo>
                    <a:pt x="668"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9" name="Google Shape;30899;p155"/>
            <p:cNvSpPr/>
            <p:nvPr/>
          </p:nvSpPr>
          <p:spPr>
            <a:xfrm>
              <a:off x="5464319" y="3740827"/>
              <a:ext cx="19967" cy="171569"/>
            </a:xfrm>
            <a:custGeom>
              <a:rect b="b" l="l" r="r" t="t"/>
              <a:pathLst>
                <a:path extrusionOk="0" h="5740" w="668">
                  <a:moveTo>
                    <a:pt x="1" y="1"/>
                  </a:moveTo>
                  <a:lnTo>
                    <a:pt x="1" y="5740"/>
                  </a:lnTo>
                  <a:lnTo>
                    <a:pt x="668" y="5740"/>
                  </a:lnTo>
                  <a:lnTo>
                    <a:pt x="66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0" name="Google Shape;30900;p155"/>
          <p:cNvGrpSpPr/>
          <p:nvPr/>
        </p:nvGrpSpPr>
        <p:grpSpPr>
          <a:xfrm>
            <a:off x="4782742" y="3453174"/>
            <a:ext cx="344543" cy="284764"/>
            <a:chOff x="4744642" y="3605574"/>
            <a:chExt cx="344543" cy="284764"/>
          </a:xfrm>
        </p:grpSpPr>
        <p:sp>
          <p:nvSpPr>
            <p:cNvPr id="30901" name="Google Shape;30901;p155"/>
            <p:cNvSpPr/>
            <p:nvPr/>
          </p:nvSpPr>
          <p:spPr>
            <a:xfrm>
              <a:off x="4980237" y="3713059"/>
              <a:ext cx="64114" cy="168729"/>
            </a:xfrm>
            <a:custGeom>
              <a:rect b="b" l="l" r="r" t="t"/>
              <a:pathLst>
                <a:path extrusionOk="0" h="5645" w="2145">
                  <a:moveTo>
                    <a:pt x="1073" y="1"/>
                  </a:moveTo>
                  <a:lnTo>
                    <a:pt x="1" y="977"/>
                  </a:lnTo>
                  <a:lnTo>
                    <a:pt x="1" y="5645"/>
                  </a:lnTo>
                  <a:lnTo>
                    <a:pt x="2144" y="5645"/>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2" name="Google Shape;30902;p155"/>
            <p:cNvSpPr/>
            <p:nvPr/>
          </p:nvSpPr>
          <p:spPr>
            <a:xfrm>
              <a:off x="4884857" y="3732278"/>
              <a:ext cx="64114" cy="148822"/>
            </a:xfrm>
            <a:custGeom>
              <a:rect b="b" l="l" r="r" t="t"/>
              <a:pathLst>
                <a:path extrusionOk="0" h="4979" w="2145">
                  <a:moveTo>
                    <a:pt x="1073" y="1"/>
                  </a:moveTo>
                  <a:lnTo>
                    <a:pt x="1" y="1001"/>
                  </a:lnTo>
                  <a:lnTo>
                    <a:pt x="1" y="4978"/>
                  </a:lnTo>
                  <a:lnTo>
                    <a:pt x="2144" y="4978"/>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3" name="Google Shape;30903;p155"/>
            <p:cNvSpPr/>
            <p:nvPr/>
          </p:nvSpPr>
          <p:spPr>
            <a:xfrm>
              <a:off x="4790195" y="3752933"/>
              <a:ext cx="64084" cy="128168"/>
            </a:xfrm>
            <a:custGeom>
              <a:rect b="b" l="l" r="r" t="t"/>
              <a:pathLst>
                <a:path extrusionOk="0" h="4288" w="2144">
                  <a:moveTo>
                    <a:pt x="1072" y="1"/>
                  </a:moveTo>
                  <a:lnTo>
                    <a:pt x="1" y="977"/>
                  </a:lnTo>
                  <a:lnTo>
                    <a:pt x="1" y="4287"/>
                  </a:lnTo>
                  <a:lnTo>
                    <a:pt x="2144" y="4287"/>
                  </a:lnTo>
                  <a:lnTo>
                    <a:pt x="2144" y="977"/>
                  </a:lnTo>
                  <a:lnTo>
                    <a:pt x="1072"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4" name="Google Shape;30904;p155"/>
            <p:cNvSpPr/>
            <p:nvPr/>
          </p:nvSpPr>
          <p:spPr>
            <a:xfrm>
              <a:off x="4790195" y="3699549"/>
              <a:ext cx="64084" cy="56970"/>
            </a:xfrm>
            <a:custGeom>
              <a:rect b="b" l="l" r="r" t="t"/>
              <a:pathLst>
                <a:path extrusionOk="0" h="1906" w="2144">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5" name="Google Shape;30905;p155"/>
            <p:cNvSpPr/>
            <p:nvPr/>
          </p:nvSpPr>
          <p:spPr>
            <a:xfrm>
              <a:off x="4790195" y="3646165"/>
              <a:ext cx="64084" cy="56970"/>
            </a:xfrm>
            <a:custGeom>
              <a:rect b="b" l="l" r="r" t="t"/>
              <a:pathLst>
                <a:path extrusionOk="0" h="1906" w="2144">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6" name="Google Shape;30906;p155"/>
            <p:cNvSpPr/>
            <p:nvPr/>
          </p:nvSpPr>
          <p:spPr>
            <a:xfrm>
              <a:off x="4822237" y="3646165"/>
              <a:ext cx="32042" cy="56970"/>
            </a:xfrm>
            <a:custGeom>
              <a:rect b="b" l="l" r="r" t="t"/>
              <a:pathLst>
                <a:path extrusionOk="0" h="1906" w="1072">
                  <a:moveTo>
                    <a:pt x="0" y="0"/>
                  </a:moveTo>
                  <a:lnTo>
                    <a:pt x="0" y="929"/>
                  </a:lnTo>
                  <a:lnTo>
                    <a:pt x="1072" y="1906"/>
                  </a:lnTo>
                  <a:lnTo>
                    <a:pt x="1072" y="977"/>
                  </a:lnTo>
                  <a:lnTo>
                    <a:pt x="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7" name="Google Shape;30907;p155"/>
            <p:cNvSpPr/>
            <p:nvPr/>
          </p:nvSpPr>
          <p:spPr>
            <a:xfrm>
              <a:off x="4820802" y="3699549"/>
              <a:ext cx="32072" cy="56970"/>
            </a:xfrm>
            <a:custGeom>
              <a:rect b="b" l="l" r="r" t="t"/>
              <a:pathLst>
                <a:path extrusionOk="0" h="1906" w="1073">
                  <a:moveTo>
                    <a:pt x="1" y="0"/>
                  </a:moveTo>
                  <a:lnTo>
                    <a:pt x="1" y="929"/>
                  </a:lnTo>
                  <a:lnTo>
                    <a:pt x="1072" y="1906"/>
                  </a:lnTo>
                  <a:lnTo>
                    <a:pt x="1072" y="977"/>
                  </a:lnTo>
                  <a:lnTo>
                    <a:pt x="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8" name="Google Shape;30908;p155"/>
            <p:cNvSpPr/>
            <p:nvPr/>
          </p:nvSpPr>
          <p:spPr>
            <a:xfrm>
              <a:off x="4820802" y="3752933"/>
              <a:ext cx="32072" cy="128168"/>
            </a:xfrm>
            <a:custGeom>
              <a:rect b="b" l="l" r="r" t="t"/>
              <a:pathLst>
                <a:path extrusionOk="0" h="4288" w="1073">
                  <a:moveTo>
                    <a:pt x="1" y="1"/>
                  </a:moveTo>
                  <a:lnTo>
                    <a:pt x="1" y="4287"/>
                  </a:lnTo>
                  <a:lnTo>
                    <a:pt x="1072" y="4287"/>
                  </a:lnTo>
                  <a:lnTo>
                    <a:pt x="1072" y="977"/>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9" name="Google Shape;30909;p155"/>
            <p:cNvSpPr/>
            <p:nvPr/>
          </p:nvSpPr>
          <p:spPr>
            <a:xfrm>
              <a:off x="4884857" y="3678894"/>
              <a:ext cx="64114" cy="56970"/>
            </a:xfrm>
            <a:custGeom>
              <a:rect b="b" l="l" r="r" t="t"/>
              <a:pathLst>
                <a:path extrusionOk="0" h="1906" w="2145">
                  <a:moveTo>
                    <a:pt x="1073" y="1"/>
                  </a:moveTo>
                  <a:lnTo>
                    <a:pt x="1" y="1001"/>
                  </a:lnTo>
                  <a:lnTo>
                    <a:pt x="1" y="1906"/>
                  </a:lnTo>
                  <a:lnTo>
                    <a:pt x="1073" y="930"/>
                  </a:lnTo>
                  <a:lnTo>
                    <a:pt x="2144" y="1906"/>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0" name="Google Shape;30910;p155"/>
            <p:cNvSpPr/>
            <p:nvPr/>
          </p:nvSpPr>
          <p:spPr>
            <a:xfrm>
              <a:off x="4884857" y="3625510"/>
              <a:ext cx="64114" cy="56970"/>
            </a:xfrm>
            <a:custGeom>
              <a:rect b="b" l="l" r="r" t="t"/>
              <a:pathLst>
                <a:path extrusionOk="0" h="1906" w="2145">
                  <a:moveTo>
                    <a:pt x="1073" y="1"/>
                  </a:moveTo>
                  <a:lnTo>
                    <a:pt x="1" y="1001"/>
                  </a:lnTo>
                  <a:lnTo>
                    <a:pt x="1" y="1906"/>
                  </a:lnTo>
                  <a:lnTo>
                    <a:pt x="1073" y="929"/>
                  </a:lnTo>
                  <a:lnTo>
                    <a:pt x="2144" y="1906"/>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1" name="Google Shape;30911;p155"/>
            <p:cNvSpPr/>
            <p:nvPr/>
          </p:nvSpPr>
          <p:spPr>
            <a:xfrm>
              <a:off x="4916899" y="3625510"/>
              <a:ext cx="32072" cy="56970"/>
            </a:xfrm>
            <a:custGeom>
              <a:rect b="b" l="l" r="r" t="t"/>
              <a:pathLst>
                <a:path extrusionOk="0" h="1906" w="1073">
                  <a:moveTo>
                    <a:pt x="1" y="1"/>
                  </a:moveTo>
                  <a:lnTo>
                    <a:pt x="1" y="929"/>
                  </a:lnTo>
                  <a:lnTo>
                    <a:pt x="1072" y="1906"/>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2" name="Google Shape;30912;p155"/>
            <p:cNvSpPr/>
            <p:nvPr/>
          </p:nvSpPr>
          <p:spPr>
            <a:xfrm>
              <a:off x="4916899" y="3678894"/>
              <a:ext cx="32072" cy="56970"/>
            </a:xfrm>
            <a:custGeom>
              <a:rect b="b" l="l" r="r" t="t"/>
              <a:pathLst>
                <a:path extrusionOk="0" h="1906" w="1073">
                  <a:moveTo>
                    <a:pt x="1" y="1"/>
                  </a:moveTo>
                  <a:lnTo>
                    <a:pt x="1" y="930"/>
                  </a:lnTo>
                  <a:lnTo>
                    <a:pt x="1072" y="1906"/>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3" name="Google Shape;30913;p155"/>
            <p:cNvSpPr/>
            <p:nvPr/>
          </p:nvSpPr>
          <p:spPr>
            <a:xfrm>
              <a:off x="4916899" y="3732278"/>
              <a:ext cx="32072" cy="148822"/>
            </a:xfrm>
            <a:custGeom>
              <a:rect b="b" l="l" r="r" t="t"/>
              <a:pathLst>
                <a:path extrusionOk="0" h="4979" w="1073">
                  <a:moveTo>
                    <a:pt x="1" y="1"/>
                  </a:moveTo>
                  <a:lnTo>
                    <a:pt x="1" y="4978"/>
                  </a:lnTo>
                  <a:lnTo>
                    <a:pt x="1072" y="4978"/>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4" name="Google Shape;30914;p155"/>
            <p:cNvSpPr/>
            <p:nvPr/>
          </p:nvSpPr>
          <p:spPr>
            <a:xfrm>
              <a:off x="4980237" y="3659675"/>
              <a:ext cx="64114" cy="56970"/>
            </a:xfrm>
            <a:custGeom>
              <a:rect b="b" l="l" r="r" t="t"/>
              <a:pathLst>
                <a:path extrusionOk="0" h="1906" w="2145">
                  <a:moveTo>
                    <a:pt x="1073" y="1"/>
                  </a:moveTo>
                  <a:lnTo>
                    <a:pt x="1" y="977"/>
                  </a:lnTo>
                  <a:lnTo>
                    <a:pt x="1" y="1906"/>
                  </a:lnTo>
                  <a:lnTo>
                    <a:pt x="1073" y="930"/>
                  </a:lnTo>
                  <a:lnTo>
                    <a:pt x="2144" y="1906"/>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5" name="Google Shape;30915;p155"/>
            <p:cNvSpPr/>
            <p:nvPr/>
          </p:nvSpPr>
          <p:spPr>
            <a:xfrm>
              <a:off x="4980237" y="3605574"/>
              <a:ext cx="64114" cy="57000"/>
            </a:xfrm>
            <a:custGeom>
              <a:rect b="b" l="l" r="r" t="t"/>
              <a:pathLst>
                <a:path extrusionOk="0" h="1907" w="2145">
                  <a:moveTo>
                    <a:pt x="1073" y="1"/>
                  </a:moveTo>
                  <a:lnTo>
                    <a:pt x="1" y="977"/>
                  </a:lnTo>
                  <a:lnTo>
                    <a:pt x="1" y="1906"/>
                  </a:lnTo>
                  <a:lnTo>
                    <a:pt x="1073" y="906"/>
                  </a:lnTo>
                  <a:lnTo>
                    <a:pt x="2144" y="1906"/>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6" name="Google Shape;30916;p155"/>
            <p:cNvSpPr/>
            <p:nvPr/>
          </p:nvSpPr>
          <p:spPr>
            <a:xfrm>
              <a:off x="5012279" y="3713059"/>
              <a:ext cx="32072" cy="168729"/>
            </a:xfrm>
            <a:custGeom>
              <a:rect b="b" l="l" r="r" t="t"/>
              <a:pathLst>
                <a:path extrusionOk="0" h="5645" w="1073">
                  <a:moveTo>
                    <a:pt x="1" y="1"/>
                  </a:moveTo>
                  <a:lnTo>
                    <a:pt x="1" y="5645"/>
                  </a:lnTo>
                  <a:lnTo>
                    <a:pt x="1072" y="5645"/>
                  </a:lnTo>
                  <a:lnTo>
                    <a:pt x="1072" y="977"/>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7" name="Google Shape;30917;p155"/>
            <p:cNvSpPr/>
            <p:nvPr/>
          </p:nvSpPr>
          <p:spPr>
            <a:xfrm>
              <a:off x="4744642" y="3869684"/>
              <a:ext cx="343107" cy="20654"/>
            </a:xfrm>
            <a:custGeom>
              <a:rect b="b" l="l" r="r" t="t"/>
              <a:pathLst>
                <a:path extrusionOk="0" h="691" w="11479">
                  <a:moveTo>
                    <a:pt x="0" y="0"/>
                  </a:moveTo>
                  <a:lnTo>
                    <a:pt x="0" y="691"/>
                  </a:lnTo>
                  <a:lnTo>
                    <a:pt x="11479" y="691"/>
                  </a:lnTo>
                  <a:lnTo>
                    <a:pt x="1147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8" name="Google Shape;30918;p155"/>
            <p:cNvSpPr/>
            <p:nvPr/>
          </p:nvSpPr>
          <p:spPr>
            <a:xfrm>
              <a:off x="4916899" y="3869684"/>
              <a:ext cx="172286" cy="20654"/>
            </a:xfrm>
            <a:custGeom>
              <a:rect b="b" l="l" r="r" t="t"/>
              <a:pathLst>
                <a:path extrusionOk="0" h="691" w="5764">
                  <a:moveTo>
                    <a:pt x="1" y="0"/>
                  </a:moveTo>
                  <a:lnTo>
                    <a:pt x="1" y="691"/>
                  </a:lnTo>
                  <a:lnTo>
                    <a:pt x="5764" y="691"/>
                  </a:lnTo>
                  <a:lnTo>
                    <a:pt x="576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9" name="Google Shape;30919;p155"/>
            <p:cNvSpPr/>
            <p:nvPr/>
          </p:nvSpPr>
          <p:spPr>
            <a:xfrm>
              <a:off x="5012279" y="3605574"/>
              <a:ext cx="32072" cy="57000"/>
            </a:xfrm>
            <a:custGeom>
              <a:rect b="b" l="l" r="r" t="t"/>
              <a:pathLst>
                <a:path extrusionOk="0" h="1907" w="1073">
                  <a:moveTo>
                    <a:pt x="1" y="1"/>
                  </a:moveTo>
                  <a:lnTo>
                    <a:pt x="1" y="906"/>
                  </a:lnTo>
                  <a:lnTo>
                    <a:pt x="1072" y="1906"/>
                  </a:lnTo>
                  <a:lnTo>
                    <a:pt x="1072" y="977"/>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0" name="Google Shape;30920;p155"/>
            <p:cNvSpPr/>
            <p:nvPr/>
          </p:nvSpPr>
          <p:spPr>
            <a:xfrm>
              <a:off x="5012279" y="3658987"/>
              <a:ext cx="32072" cy="56970"/>
            </a:xfrm>
            <a:custGeom>
              <a:rect b="b" l="l" r="r" t="t"/>
              <a:pathLst>
                <a:path extrusionOk="0" h="1906" w="1073">
                  <a:moveTo>
                    <a:pt x="1" y="0"/>
                  </a:moveTo>
                  <a:lnTo>
                    <a:pt x="1" y="905"/>
                  </a:lnTo>
                  <a:lnTo>
                    <a:pt x="1072" y="1905"/>
                  </a:lnTo>
                  <a:lnTo>
                    <a:pt x="1072" y="976"/>
                  </a:lnTo>
                  <a:lnTo>
                    <a:pt x="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1" name="Google Shape;30921;p155"/>
          <p:cNvGrpSpPr/>
          <p:nvPr/>
        </p:nvGrpSpPr>
        <p:grpSpPr>
          <a:xfrm>
            <a:off x="4038814" y="3437541"/>
            <a:ext cx="343827" cy="294000"/>
            <a:chOff x="4076914" y="3589941"/>
            <a:chExt cx="343827" cy="294000"/>
          </a:xfrm>
        </p:grpSpPr>
        <p:sp>
          <p:nvSpPr>
            <p:cNvPr id="30922" name="Google Shape;30922;p155"/>
            <p:cNvSpPr/>
            <p:nvPr/>
          </p:nvSpPr>
          <p:spPr>
            <a:xfrm>
              <a:off x="4108956" y="3698114"/>
              <a:ext cx="73350" cy="99683"/>
            </a:xfrm>
            <a:custGeom>
              <a:rect b="b" l="l" r="r" t="t"/>
              <a:pathLst>
                <a:path extrusionOk="0" h="3335" w="2454">
                  <a:moveTo>
                    <a:pt x="1905" y="1"/>
                  </a:moveTo>
                  <a:lnTo>
                    <a:pt x="0" y="2978"/>
                  </a:lnTo>
                  <a:lnTo>
                    <a:pt x="548" y="3335"/>
                  </a:lnTo>
                  <a:lnTo>
                    <a:pt x="2453" y="358"/>
                  </a:lnTo>
                  <a:lnTo>
                    <a:pt x="1905"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3" name="Google Shape;30923;p155"/>
            <p:cNvSpPr/>
            <p:nvPr/>
          </p:nvSpPr>
          <p:spPr>
            <a:xfrm>
              <a:off x="4205053" y="3695992"/>
              <a:ext cx="67641" cy="74755"/>
            </a:xfrm>
            <a:custGeom>
              <a:rect b="b" l="l" r="r" t="t"/>
              <a:pathLst>
                <a:path extrusionOk="0" h="2501" w="2263">
                  <a:moveTo>
                    <a:pt x="500" y="0"/>
                  </a:moveTo>
                  <a:lnTo>
                    <a:pt x="0" y="453"/>
                  </a:lnTo>
                  <a:lnTo>
                    <a:pt x="1477" y="2167"/>
                  </a:lnTo>
                  <a:lnTo>
                    <a:pt x="1739" y="2501"/>
                  </a:lnTo>
                  <a:lnTo>
                    <a:pt x="2263" y="2048"/>
                  </a:lnTo>
                  <a:lnTo>
                    <a:pt x="1477" y="1143"/>
                  </a:lnTo>
                  <a:lnTo>
                    <a:pt x="50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4" name="Google Shape;30924;p155"/>
            <p:cNvSpPr/>
            <p:nvPr/>
          </p:nvSpPr>
          <p:spPr>
            <a:xfrm>
              <a:off x="4249171" y="3730156"/>
              <a:ext cx="23523" cy="40591"/>
            </a:xfrm>
            <a:custGeom>
              <a:rect b="b" l="l" r="r" t="t"/>
              <a:pathLst>
                <a:path extrusionOk="0" h="1358" w="787">
                  <a:moveTo>
                    <a:pt x="1" y="0"/>
                  </a:moveTo>
                  <a:lnTo>
                    <a:pt x="1" y="1024"/>
                  </a:lnTo>
                  <a:lnTo>
                    <a:pt x="263" y="1358"/>
                  </a:lnTo>
                  <a:lnTo>
                    <a:pt x="787" y="905"/>
                  </a:lnTo>
                  <a:lnTo>
                    <a:pt x="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5" name="Google Shape;30925;p155"/>
            <p:cNvSpPr/>
            <p:nvPr/>
          </p:nvSpPr>
          <p:spPr>
            <a:xfrm>
              <a:off x="4284053" y="3667506"/>
              <a:ext cx="75472" cy="98966"/>
            </a:xfrm>
            <a:custGeom>
              <a:rect b="b" l="l" r="r" t="t"/>
              <a:pathLst>
                <a:path extrusionOk="0" h="3311" w="2525">
                  <a:moveTo>
                    <a:pt x="1953" y="1"/>
                  </a:moveTo>
                  <a:lnTo>
                    <a:pt x="1" y="2954"/>
                  </a:lnTo>
                  <a:lnTo>
                    <a:pt x="572" y="3311"/>
                  </a:lnTo>
                  <a:lnTo>
                    <a:pt x="2525" y="358"/>
                  </a:lnTo>
                  <a:lnTo>
                    <a:pt x="1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6" name="Google Shape;30926;p155"/>
            <p:cNvSpPr/>
            <p:nvPr/>
          </p:nvSpPr>
          <p:spPr>
            <a:xfrm>
              <a:off x="4098255" y="3834085"/>
              <a:ext cx="19967" cy="36316"/>
            </a:xfrm>
            <a:custGeom>
              <a:rect b="b" l="l" r="r" t="t"/>
              <a:pathLst>
                <a:path extrusionOk="0" h="1215" w="668">
                  <a:moveTo>
                    <a:pt x="1" y="0"/>
                  </a:moveTo>
                  <a:lnTo>
                    <a:pt x="1" y="1215"/>
                  </a:lnTo>
                  <a:lnTo>
                    <a:pt x="668" y="1215"/>
                  </a:lnTo>
                  <a:lnTo>
                    <a:pt x="668"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7" name="Google Shape;30927;p155"/>
            <p:cNvSpPr/>
            <p:nvPr/>
          </p:nvSpPr>
          <p:spPr>
            <a:xfrm>
              <a:off x="4182277" y="3713776"/>
              <a:ext cx="20654" cy="155219"/>
            </a:xfrm>
            <a:custGeom>
              <a:rect b="b" l="l" r="r" t="t"/>
              <a:pathLst>
                <a:path extrusionOk="0" h="5193" w="691">
                  <a:moveTo>
                    <a:pt x="0" y="1"/>
                  </a:moveTo>
                  <a:lnTo>
                    <a:pt x="0" y="5192"/>
                  </a:lnTo>
                  <a:lnTo>
                    <a:pt x="691" y="5192"/>
                  </a:lnTo>
                  <a:lnTo>
                    <a:pt x="69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8" name="Google Shape;30928;p155"/>
            <p:cNvSpPr/>
            <p:nvPr/>
          </p:nvSpPr>
          <p:spPr>
            <a:xfrm>
              <a:off x="4270543" y="3801325"/>
              <a:ext cx="20654" cy="67671"/>
            </a:xfrm>
            <a:custGeom>
              <a:rect b="b" l="l" r="r" t="t"/>
              <a:pathLst>
                <a:path extrusionOk="0" h="2264" w="691">
                  <a:moveTo>
                    <a:pt x="0" y="1"/>
                  </a:moveTo>
                  <a:lnTo>
                    <a:pt x="0" y="2263"/>
                  </a:lnTo>
                  <a:lnTo>
                    <a:pt x="691" y="2263"/>
                  </a:lnTo>
                  <a:lnTo>
                    <a:pt x="69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9" name="Google Shape;30929;p155"/>
            <p:cNvSpPr/>
            <p:nvPr/>
          </p:nvSpPr>
          <p:spPr>
            <a:xfrm>
              <a:off x="4361648" y="3678894"/>
              <a:ext cx="19967" cy="190818"/>
            </a:xfrm>
            <a:custGeom>
              <a:rect b="b" l="l" r="r" t="t"/>
              <a:pathLst>
                <a:path extrusionOk="0" h="6384" w="668">
                  <a:moveTo>
                    <a:pt x="0" y="1"/>
                  </a:moveTo>
                  <a:lnTo>
                    <a:pt x="0" y="6383"/>
                  </a:lnTo>
                  <a:lnTo>
                    <a:pt x="667" y="6383"/>
                  </a:lnTo>
                  <a:lnTo>
                    <a:pt x="66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0" name="Google Shape;30930;p155"/>
            <p:cNvSpPr/>
            <p:nvPr/>
          </p:nvSpPr>
          <p:spPr>
            <a:xfrm>
              <a:off x="4076914" y="3863257"/>
              <a:ext cx="343137" cy="20684"/>
            </a:xfrm>
            <a:custGeom>
              <a:rect b="b" l="l" r="r" t="t"/>
              <a:pathLst>
                <a:path extrusionOk="0" h="692" w="11480">
                  <a:moveTo>
                    <a:pt x="1" y="1"/>
                  </a:moveTo>
                  <a:lnTo>
                    <a:pt x="1" y="691"/>
                  </a:lnTo>
                  <a:lnTo>
                    <a:pt x="11479" y="691"/>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1" name="Google Shape;30931;p155"/>
            <p:cNvSpPr/>
            <p:nvPr/>
          </p:nvSpPr>
          <p:spPr>
            <a:xfrm>
              <a:off x="4248454" y="3863257"/>
              <a:ext cx="171598" cy="20684"/>
            </a:xfrm>
            <a:custGeom>
              <a:rect b="b" l="l" r="r" t="t"/>
              <a:pathLst>
                <a:path extrusionOk="0" h="692" w="5741">
                  <a:moveTo>
                    <a:pt x="1" y="1"/>
                  </a:moveTo>
                  <a:lnTo>
                    <a:pt x="1" y="691"/>
                  </a:lnTo>
                  <a:lnTo>
                    <a:pt x="5740" y="691"/>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2" name="Google Shape;30932;p155"/>
            <p:cNvSpPr/>
            <p:nvPr/>
          </p:nvSpPr>
          <p:spPr>
            <a:xfrm>
              <a:off x="4076914" y="3780701"/>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20" y="1667"/>
                    <a:pt x="2120" y="1072"/>
                  </a:cubicBezTo>
                  <a:cubicBezTo>
                    <a:pt x="2144" y="477"/>
                    <a:pt x="1668" y="0"/>
                    <a:pt x="107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3" name="Google Shape;30933;p155"/>
            <p:cNvSpPr/>
            <p:nvPr/>
          </p:nvSpPr>
          <p:spPr>
            <a:xfrm>
              <a:off x="4108956" y="3780701"/>
              <a:ext cx="32042" cy="64084"/>
            </a:xfrm>
            <a:custGeom>
              <a:rect b="b" l="l" r="r" t="t"/>
              <a:pathLst>
                <a:path extrusionOk="0" h="2144" w="1072">
                  <a:moveTo>
                    <a:pt x="0" y="0"/>
                  </a:moveTo>
                  <a:lnTo>
                    <a:pt x="0" y="2144"/>
                  </a:lnTo>
                  <a:cubicBezTo>
                    <a:pt x="596" y="2144"/>
                    <a:pt x="1072" y="1667"/>
                    <a:pt x="1072" y="1072"/>
                  </a:cubicBezTo>
                  <a:cubicBezTo>
                    <a:pt x="1072" y="477"/>
                    <a:pt x="596"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4" name="Google Shape;30934;p155"/>
            <p:cNvSpPr/>
            <p:nvPr/>
          </p:nvSpPr>
          <p:spPr>
            <a:xfrm>
              <a:off x="4160905" y="3660392"/>
              <a:ext cx="64084" cy="64084"/>
            </a:xfrm>
            <a:custGeom>
              <a:rect b="b" l="l" r="r" t="t"/>
              <a:pathLst>
                <a:path extrusionOk="0" h="2144"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5" name="Google Shape;30935;p155"/>
            <p:cNvSpPr/>
            <p:nvPr/>
          </p:nvSpPr>
          <p:spPr>
            <a:xfrm>
              <a:off x="4192948" y="3660392"/>
              <a:ext cx="32042" cy="64084"/>
            </a:xfrm>
            <a:custGeom>
              <a:rect b="b" l="l" r="r" t="t"/>
              <a:pathLst>
                <a:path extrusionOk="0" h="2144" w="1072">
                  <a:moveTo>
                    <a:pt x="0" y="1"/>
                  </a:moveTo>
                  <a:lnTo>
                    <a:pt x="0" y="2144"/>
                  </a:lnTo>
                  <a:cubicBezTo>
                    <a:pt x="596" y="2144"/>
                    <a:pt x="1072" y="1668"/>
                    <a:pt x="1072" y="1072"/>
                  </a:cubicBezTo>
                  <a:cubicBezTo>
                    <a:pt x="1072" y="477"/>
                    <a:pt x="596"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6" name="Google Shape;30936;p155"/>
            <p:cNvSpPr/>
            <p:nvPr/>
          </p:nvSpPr>
          <p:spPr>
            <a:xfrm>
              <a:off x="4248454" y="3747941"/>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7" name="Google Shape;30937;p155"/>
            <p:cNvSpPr/>
            <p:nvPr/>
          </p:nvSpPr>
          <p:spPr>
            <a:xfrm>
              <a:off x="4280496" y="3747941"/>
              <a:ext cx="32072" cy="64114"/>
            </a:xfrm>
            <a:custGeom>
              <a:rect b="b" l="l" r="r" t="t"/>
              <a:pathLst>
                <a:path extrusionOk="0" h="2145" w="1073">
                  <a:moveTo>
                    <a:pt x="1" y="1"/>
                  </a:moveTo>
                  <a:lnTo>
                    <a:pt x="1" y="2144"/>
                  </a:lnTo>
                  <a:cubicBezTo>
                    <a:pt x="596" y="2144"/>
                    <a:pt x="1072" y="1668"/>
                    <a:pt x="1072" y="1072"/>
                  </a:cubicBezTo>
                  <a:cubicBezTo>
                    <a:pt x="1072" y="477"/>
                    <a:pt x="59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8" name="Google Shape;30938;p155"/>
            <p:cNvSpPr/>
            <p:nvPr/>
          </p:nvSpPr>
          <p:spPr>
            <a:xfrm>
              <a:off x="4322492" y="3589941"/>
              <a:ext cx="98248" cy="98248"/>
            </a:xfrm>
            <a:custGeom>
              <a:rect b="b" l="l" r="r" t="t"/>
              <a:pathLst>
                <a:path extrusionOk="0" h="3287" w="3287">
                  <a:moveTo>
                    <a:pt x="1620" y="0"/>
                  </a:moveTo>
                  <a:cubicBezTo>
                    <a:pt x="715" y="0"/>
                    <a:pt x="1" y="762"/>
                    <a:pt x="1" y="1643"/>
                  </a:cubicBezTo>
                  <a:cubicBezTo>
                    <a:pt x="1" y="2572"/>
                    <a:pt x="739" y="3286"/>
                    <a:pt x="1620" y="3286"/>
                  </a:cubicBezTo>
                  <a:cubicBezTo>
                    <a:pt x="2549" y="3286"/>
                    <a:pt x="3263" y="2548"/>
                    <a:pt x="3263" y="1643"/>
                  </a:cubicBezTo>
                  <a:cubicBezTo>
                    <a:pt x="3287" y="762"/>
                    <a:pt x="2549" y="0"/>
                    <a:pt x="162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9" name="Google Shape;30939;p155"/>
            <p:cNvSpPr/>
            <p:nvPr/>
          </p:nvSpPr>
          <p:spPr>
            <a:xfrm>
              <a:off x="4372319" y="3589941"/>
              <a:ext cx="48422" cy="98966"/>
            </a:xfrm>
            <a:custGeom>
              <a:rect b="b" l="l" r="r" t="t"/>
              <a:pathLst>
                <a:path extrusionOk="0" h="3311" w="1620">
                  <a:moveTo>
                    <a:pt x="1" y="0"/>
                  </a:moveTo>
                  <a:lnTo>
                    <a:pt x="1" y="3310"/>
                  </a:lnTo>
                  <a:cubicBezTo>
                    <a:pt x="882" y="3310"/>
                    <a:pt x="1620" y="2596"/>
                    <a:pt x="1620" y="1667"/>
                  </a:cubicBezTo>
                  <a:cubicBezTo>
                    <a:pt x="1620" y="762"/>
                    <a:pt x="882"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0" name="Google Shape;30940;p155"/>
          <p:cNvGrpSpPr/>
          <p:nvPr/>
        </p:nvGrpSpPr>
        <p:grpSpPr>
          <a:xfrm>
            <a:off x="3325493" y="3405372"/>
            <a:ext cx="222831" cy="343827"/>
            <a:chOff x="3439793" y="3572126"/>
            <a:chExt cx="222831" cy="343827"/>
          </a:xfrm>
        </p:grpSpPr>
        <p:sp>
          <p:nvSpPr>
            <p:cNvPr id="30941" name="Google Shape;30941;p155"/>
            <p:cNvSpPr/>
            <p:nvPr/>
          </p:nvSpPr>
          <p:spPr>
            <a:xfrm>
              <a:off x="3439793" y="3794928"/>
              <a:ext cx="222830" cy="121025"/>
            </a:xfrm>
            <a:custGeom>
              <a:rect b="b" l="l" r="r" t="t"/>
              <a:pathLst>
                <a:path extrusionOk="0" h="4049" w="7455">
                  <a:moveTo>
                    <a:pt x="3716" y="1"/>
                  </a:moveTo>
                  <a:lnTo>
                    <a:pt x="1" y="2025"/>
                  </a:lnTo>
                  <a:lnTo>
                    <a:pt x="3716" y="4049"/>
                  </a:lnTo>
                  <a:lnTo>
                    <a:pt x="7455" y="2025"/>
                  </a:lnTo>
                  <a:lnTo>
                    <a:pt x="371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2" name="Google Shape;30942;p155"/>
            <p:cNvSpPr/>
            <p:nvPr/>
          </p:nvSpPr>
          <p:spPr>
            <a:xfrm>
              <a:off x="3550836" y="3794211"/>
              <a:ext cx="111789" cy="121742"/>
            </a:xfrm>
            <a:custGeom>
              <a:rect b="b" l="l" r="r" t="t"/>
              <a:pathLst>
                <a:path extrusionOk="0" h="4073" w="3740">
                  <a:moveTo>
                    <a:pt x="1" y="1"/>
                  </a:moveTo>
                  <a:lnTo>
                    <a:pt x="1" y="4073"/>
                  </a:lnTo>
                  <a:lnTo>
                    <a:pt x="3740" y="2049"/>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3" name="Google Shape;30943;p155"/>
            <p:cNvSpPr/>
            <p:nvPr/>
          </p:nvSpPr>
          <p:spPr>
            <a:xfrm>
              <a:off x="3439793" y="3720890"/>
              <a:ext cx="222830" cy="121054"/>
            </a:xfrm>
            <a:custGeom>
              <a:rect b="b" l="l" r="r" t="t"/>
              <a:pathLst>
                <a:path extrusionOk="0" h="4050" w="7455">
                  <a:moveTo>
                    <a:pt x="3716" y="1"/>
                  </a:moveTo>
                  <a:lnTo>
                    <a:pt x="1" y="2025"/>
                  </a:lnTo>
                  <a:lnTo>
                    <a:pt x="3716" y="4049"/>
                  </a:lnTo>
                  <a:lnTo>
                    <a:pt x="7455" y="2025"/>
                  </a:lnTo>
                  <a:lnTo>
                    <a:pt x="371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4" name="Google Shape;30944;p155"/>
            <p:cNvSpPr/>
            <p:nvPr/>
          </p:nvSpPr>
          <p:spPr>
            <a:xfrm>
              <a:off x="3550836" y="3720203"/>
              <a:ext cx="111789" cy="121742"/>
            </a:xfrm>
            <a:custGeom>
              <a:rect b="b" l="l" r="r" t="t"/>
              <a:pathLst>
                <a:path extrusionOk="0" h="4073" w="3740">
                  <a:moveTo>
                    <a:pt x="1" y="0"/>
                  </a:moveTo>
                  <a:lnTo>
                    <a:pt x="1" y="4072"/>
                  </a:lnTo>
                  <a:lnTo>
                    <a:pt x="3740" y="2048"/>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5" name="Google Shape;30945;p155"/>
            <p:cNvSpPr/>
            <p:nvPr/>
          </p:nvSpPr>
          <p:spPr>
            <a:xfrm>
              <a:off x="3439793" y="3646882"/>
              <a:ext cx="222830" cy="121025"/>
            </a:xfrm>
            <a:custGeom>
              <a:rect b="b" l="l" r="r" t="t"/>
              <a:pathLst>
                <a:path extrusionOk="0" h="4049" w="7455">
                  <a:moveTo>
                    <a:pt x="3716" y="0"/>
                  </a:moveTo>
                  <a:lnTo>
                    <a:pt x="1" y="2024"/>
                  </a:lnTo>
                  <a:lnTo>
                    <a:pt x="3716" y="4049"/>
                  </a:lnTo>
                  <a:lnTo>
                    <a:pt x="7455" y="2024"/>
                  </a:lnTo>
                  <a:lnTo>
                    <a:pt x="3716"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6" name="Google Shape;30946;p155"/>
            <p:cNvSpPr/>
            <p:nvPr/>
          </p:nvSpPr>
          <p:spPr>
            <a:xfrm>
              <a:off x="3550836" y="3646165"/>
              <a:ext cx="111789" cy="121742"/>
            </a:xfrm>
            <a:custGeom>
              <a:rect b="b" l="l" r="r" t="t"/>
              <a:pathLst>
                <a:path extrusionOk="0" h="4073" w="3740">
                  <a:moveTo>
                    <a:pt x="1" y="0"/>
                  </a:moveTo>
                  <a:lnTo>
                    <a:pt x="1" y="4073"/>
                  </a:lnTo>
                  <a:lnTo>
                    <a:pt x="3740" y="2048"/>
                  </a:lnTo>
                  <a:lnTo>
                    <a:pt x="1"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7" name="Google Shape;30947;p155"/>
            <p:cNvSpPr/>
            <p:nvPr/>
          </p:nvSpPr>
          <p:spPr>
            <a:xfrm>
              <a:off x="3439793" y="3573561"/>
              <a:ext cx="222830" cy="121025"/>
            </a:xfrm>
            <a:custGeom>
              <a:rect b="b" l="l" r="r" t="t"/>
              <a:pathLst>
                <a:path extrusionOk="0" h="4049" w="7455">
                  <a:moveTo>
                    <a:pt x="3716" y="0"/>
                  </a:moveTo>
                  <a:lnTo>
                    <a:pt x="1" y="2025"/>
                  </a:lnTo>
                  <a:lnTo>
                    <a:pt x="3716" y="4049"/>
                  </a:lnTo>
                  <a:lnTo>
                    <a:pt x="7455" y="2025"/>
                  </a:lnTo>
                  <a:lnTo>
                    <a:pt x="3716"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8" name="Google Shape;30948;p155"/>
            <p:cNvSpPr/>
            <p:nvPr/>
          </p:nvSpPr>
          <p:spPr>
            <a:xfrm>
              <a:off x="3550836" y="3572126"/>
              <a:ext cx="111789" cy="122459"/>
            </a:xfrm>
            <a:custGeom>
              <a:rect b="b" l="l" r="r" t="t"/>
              <a:pathLst>
                <a:path extrusionOk="0" h="4097" w="3740">
                  <a:moveTo>
                    <a:pt x="1" y="1"/>
                  </a:moveTo>
                  <a:lnTo>
                    <a:pt x="1" y="4097"/>
                  </a:lnTo>
                  <a:lnTo>
                    <a:pt x="3740" y="2073"/>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9" name="Google Shape;30949;p155"/>
          <p:cNvGrpSpPr/>
          <p:nvPr/>
        </p:nvGrpSpPr>
        <p:grpSpPr>
          <a:xfrm>
            <a:off x="2579155" y="3418322"/>
            <a:ext cx="344545" cy="344544"/>
            <a:chOff x="2745732" y="3570722"/>
            <a:chExt cx="344545" cy="344544"/>
          </a:xfrm>
        </p:grpSpPr>
        <p:sp>
          <p:nvSpPr>
            <p:cNvPr id="30950" name="Google Shape;30950;p155"/>
            <p:cNvSpPr/>
            <p:nvPr/>
          </p:nvSpPr>
          <p:spPr>
            <a:xfrm>
              <a:off x="2893808" y="3570722"/>
              <a:ext cx="49139" cy="65489"/>
            </a:xfrm>
            <a:custGeom>
              <a:rect b="b" l="l" r="r" t="t"/>
              <a:pathLst>
                <a:path extrusionOk="0" h="2191" w="1644">
                  <a:moveTo>
                    <a:pt x="0" y="0"/>
                  </a:moveTo>
                  <a:lnTo>
                    <a:pt x="0" y="2191"/>
                  </a:lnTo>
                  <a:lnTo>
                    <a:pt x="1643" y="2191"/>
                  </a:lnTo>
                  <a:lnTo>
                    <a:pt x="16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1" name="Google Shape;30951;p155"/>
            <p:cNvSpPr/>
            <p:nvPr/>
          </p:nvSpPr>
          <p:spPr>
            <a:xfrm>
              <a:off x="2918707" y="3570722"/>
              <a:ext cx="24958" cy="65489"/>
            </a:xfrm>
            <a:custGeom>
              <a:rect b="b" l="l" r="r" t="t"/>
              <a:pathLst>
                <a:path extrusionOk="0" h="2191" w="835">
                  <a:moveTo>
                    <a:pt x="1" y="0"/>
                  </a:moveTo>
                  <a:lnTo>
                    <a:pt x="1" y="2191"/>
                  </a:lnTo>
                  <a:lnTo>
                    <a:pt x="834" y="2191"/>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2" name="Google Shape;30952;p155"/>
            <p:cNvSpPr/>
            <p:nvPr/>
          </p:nvSpPr>
          <p:spPr>
            <a:xfrm>
              <a:off x="2893808" y="3610476"/>
              <a:ext cx="49139" cy="245696"/>
            </a:xfrm>
            <a:custGeom>
              <a:rect b="b" l="l" r="r" t="t"/>
              <a:pathLst>
                <a:path extrusionOk="0" h="8220" w="1644">
                  <a:moveTo>
                    <a:pt x="842" y="1"/>
                  </a:moveTo>
                  <a:cubicBezTo>
                    <a:pt x="823" y="1"/>
                    <a:pt x="805" y="2"/>
                    <a:pt x="786" y="4"/>
                  </a:cubicBezTo>
                  <a:cubicBezTo>
                    <a:pt x="334" y="27"/>
                    <a:pt x="0" y="385"/>
                    <a:pt x="0" y="837"/>
                  </a:cubicBezTo>
                  <a:lnTo>
                    <a:pt x="0" y="8220"/>
                  </a:lnTo>
                  <a:lnTo>
                    <a:pt x="1643" y="8220"/>
                  </a:lnTo>
                  <a:lnTo>
                    <a:pt x="1643" y="837"/>
                  </a:lnTo>
                  <a:cubicBezTo>
                    <a:pt x="1643" y="623"/>
                    <a:pt x="1548" y="432"/>
                    <a:pt x="1405" y="242"/>
                  </a:cubicBezTo>
                  <a:cubicBezTo>
                    <a:pt x="1253" y="111"/>
                    <a:pt x="1041" y="1"/>
                    <a:pt x="84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3" name="Google Shape;30953;p155"/>
            <p:cNvSpPr/>
            <p:nvPr/>
          </p:nvSpPr>
          <p:spPr>
            <a:xfrm>
              <a:off x="2918707" y="3610565"/>
              <a:ext cx="24958" cy="245606"/>
            </a:xfrm>
            <a:custGeom>
              <a:rect b="b" l="l" r="r" t="t"/>
              <a:pathLst>
                <a:path extrusionOk="0" h="8217" w="835">
                  <a:moveTo>
                    <a:pt x="1" y="1"/>
                  </a:moveTo>
                  <a:lnTo>
                    <a:pt x="1" y="8217"/>
                  </a:lnTo>
                  <a:lnTo>
                    <a:pt x="834" y="8217"/>
                  </a:lnTo>
                  <a:lnTo>
                    <a:pt x="834" y="834"/>
                  </a:lnTo>
                  <a:cubicBezTo>
                    <a:pt x="834" y="620"/>
                    <a:pt x="739" y="429"/>
                    <a:pt x="596" y="239"/>
                  </a:cubicBezTo>
                  <a:cubicBezTo>
                    <a:pt x="453" y="96"/>
                    <a:pt x="239"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4" name="Google Shape;30954;p155"/>
            <p:cNvSpPr/>
            <p:nvPr/>
          </p:nvSpPr>
          <p:spPr>
            <a:xfrm>
              <a:off x="2873154" y="3826253"/>
              <a:ext cx="89012" cy="89012"/>
            </a:xfrm>
            <a:custGeom>
              <a:rect b="b" l="l" r="r" t="t"/>
              <a:pathLst>
                <a:path extrusionOk="0" h="2978" w="2978">
                  <a:moveTo>
                    <a:pt x="1501" y="0"/>
                  </a:moveTo>
                  <a:cubicBezTo>
                    <a:pt x="667" y="0"/>
                    <a:pt x="1" y="667"/>
                    <a:pt x="1" y="1477"/>
                  </a:cubicBezTo>
                  <a:cubicBezTo>
                    <a:pt x="1" y="2310"/>
                    <a:pt x="667" y="2977"/>
                    <a:pt x="1501" y="2977"/>
                  </a:cubicBezTo>
                  <a:cubicBezTo>
                    <a:pt x="2334" y="2977"/>
                    <a:pt x="2977" y="2287"/>
                    <a:pt x="2977" y="1477"/>
                  </a:cubicBezTo>
                  <a:cubicBezTo>
                    <a:pt x="2977" y="643"/>
                    <a:pt x="2334" y="0"/>
                    <a:pt x="150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5" name="Google Shape;30955;p155"/>
            <p:cNvSpPr/>
            <p:nvPr/>
          </p:nvSpPr>
          <p:spPr>
            <a:xfrm>
              <a:off x="2917990" y="3826941"/>
              <a:ext cx="44177" cy="88325"/>
            </a:xfrm>
            <a:custGeom>
              <a:rect b="b" l="l" r="r" t="t"/>
              <a:pathLst>
                <a:path extrusionOk="0" h="2955" w="1478">
                  <a:moveTo>
                    <a:pt x="46" y="1"/>
                  </a:moveTo>
                  <a:cubicBezTo>
                    <a:pt x="31" y="1"/>
                    <a:pt x="16" y="1"/>
                    <a:pt x="1" y="1"/>
                  </a:cubicBezTo>
                  <a:lnTo>
                    <a:pt x="1" y="2954"/>
                  </a:lnTo>
                  <a:cubicBezTo>
                    <a:pt x="834" y="2954"/>
                    <a:pt x="1477" y="2264"/>
                    <a:pt x="1477" y="1454"/>
                  </a:cubicBezTo>
                  <a:cubicBezTo>
                    <a:pt x="1477" y="635"/>
                    <a:pt x="857" y="1"/>
                    <a:pt x="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6" name="Google Shape;30956;p155"/>
            <p:cNvSpPr/>
            <p:nvPr/>
          </p:nvSpPr>
          <p:spPr>
            <a:xfrm>
              <a:off x="3021918" y="3570722"/>
              <a:ext cx="49139" cy="114628"/>
            </a:xfrm>
            <a:custGeom>
              <a:rect b="b" l="l" r="r" t="t"/>
              <a:pathLst>
                <a:path extrusionOk="0" h="3835" w="1644">
                  <a:moveTo>
                    <a:pt x="1" y="0"/>
                  </a:moveTo>
                  <a:lnTo>
                    <a:pt x="1" y="3834"/>
                  </a:lnTo>
                  <a:lnTo>
                    <a:pt x="1644" y="3834"/>
                  </a:lnTo>
                  <a:lnTo>
                    <a:pt x="16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7" name="Google Shape;30957;p155"/>
            <p:cNvSpPr/>
            <p:nvPr/>
          </p:nvSpPr>
          <p:spPr>
            <a:xfrm>
              <a:off x="3046129" y="3570722"/>
              <a:ext cx="24928" cy="114628"/>
            </a:xfrm>
            <a:custGeom>
              <a:rect b="b" l="l" r="r" t="t"/>
              <a:pathLst>
                <a:path extrusionOk="0" h="3835" w="834">
                  <a:moveTo>
                    <a:pt x="0" y="0"/>
                  </a:moveTo>
                  <a:lnTo>
                    <a:pt x="0" y="3834"/>
                  </a:lnTo>
                  <a:lnTo>
                    <a:pt x="834" y="3834"/>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8" name="Google Shape;30958;p155"/>
            <p:cNvSpPr/>
            <p:nvPr/>
          </p:nvSpPr>
          <p:spPr>
            <a:xfrm>
              <a:off x="3021918" y="3659585"/>
              <a:ext cx="49139" cy="196587"/>
            </a:xfrm>
            <a:custGeom>
              <a:rect b="b" l="l" r="r" t="t"/>
              <a:pathLst>
                <a:path extrusionOk="0" h="6577" w="1644">
                  <a:moveTo>
                    <a:pt x="825" y="1"/>
                  </a:moveTo>
                  <a:cubicBezTo>
                    <a:pt x="804" y="1"/>
                    <a:pt x="783" y="2"/>
                    <a:pt x="763" y="4"/>
                  </a:cubicBezTo>
                  <a:cubicBezTo>
                    <a:pt x="334" y="28"/>
                    <a:pt x="1" y="385"/>
                    <a:pt x="1" y="837"/>
                  </a:cubicBezTo>
                  <a:lnTo>
                    <a:pt x="1" y="6577"/>
                  </a:lnTo>
                  <a:lnTo>
                    <a:pt x="1644" y="6577"/>
                  </a:lnTo>
                  <a:lnTo>
                    <a:pt x="1644" y="837"/>
                  </a:lnTo>
                  <a:cubicBezTo>
                    <a:pt x="1644" y="623"/>
                    <a:pt x="1549" y="409"/>
                    <a:pt x="1406" y="242"/>
                  </a:cubicBezTo>
                  <a:cubicBezTo>
                    <a:pt x="1254" y="111"/>
                    <a:pt x="1042" y="1"/>
                    <a:pt x="825"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9" name="Google Shape;30959;p155"/>
            <p:cNvSpPr/>
            <p:nvPr/>
          </p:nvSpPr>
          <p:spPr>
            <a:xfrm>
              <a:off x="3046129" y="3660392"/>
              <a:ext cx="24928" cy="195779"/>
            </a:xfrm>
            <a:custGeom>
              <a:rect b="b" l="l" r="r" t="t"/>
              <a:pathLst>
                <a:path extrusionOk="0" h="6550" w="834">
                  <a:moveTo>
                    <a:pt x="0" y="1"/>
                  </a:moveTo>
                  <a:lnTo>
                    <a:pt x="0" y="6550"/>
                  </a:lnTo>
                  <a:lnTo>
                    <a:pt x="834" y="6550"/>
                  </a:lnTo>
                  <a:lnTo>
                    <a:pt x="834" y="810"/>
                  </a:lnTo>
                  <a:cubicBezTo>
                    <a:pt x="834" y="596"/>
                    <a:pt x="739" y="382"/>
                    <a:pt x="596" y="239"/>
                  </a:cubicBezTo>
                  <a:cubicBezTo>
                    <a:pt x="453" y="96"/>
                    <a:pt x="23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0" name="Google Shape;30960;p155"/>
            <p:cNvSpPr/>
            <p:nvPr/>
          </p:nvSpPr>
          <p:spPr>
            <a:xfrm>
              <a:off x="3001294" y="3826253"/>
              <a:ext cx="88983" cy="89012"/>
            </a:xfrm>
            <a:custGeom>
              <a:rect b="b" l="l" r="r" t="t"/>
              <a:pathLst>
                <a:path extrusionOk="0" h="2978" w="2977">
                  <a:moveTo>
                    <a:pt x="1500" y="0"/>
                  </a:moveTo>
                  <a:cubicBezTo>
                    <a:pt x="667" y="0"/>
                    <a:pt x="0" y="667"/>
                    <a:pt x="0" y="1477"/>
                  </a:cubicBezTo>
                  <a:cubicBezTo>
                    <a:pt x="0" y="2310"/>
                    <a:pt x="691" y="2977"/>
                    <a:pt x="1500" y="2977"/>
                  </a:cubicBezTo>
                  <a:cubicBezTo>
                    <a:pt x="2334" y="2977"/>
                    <a:pt x="2977" y="2287"/>
                    <a:pt x="2977" y="1477"/>
                  </a:cubicBezTo>
                  <a:cubicBezTo>
                    <a:pt x="2977" y="643"/>
                    <a:pt x="2334" y="0"/>
                    <a:pt x="150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1" name="Google Shape;30961;p155"/>
            <p:cNvSpPr/>
            <p:nvPr/>
          </p:nvSpPr>
          <p:spPr>
            <a:xfrm>
              <a:off x="3046129" y="3826941"/>
              <a:ext cx="44148" cy="88325"/>
            </a:xfrm>
            <a:custGeom>
              <a:rect b="b" l="l" r="r" t="t"/>
              <a:pathLst>
                <a:path extrusionOk="0" h="2955" w="1477">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2" name="Google Shape;30962;p155"/>
            <p:cNvSpPr/>
            <p:nvPr/>
          </p:nvSpPr>
          <p:spPr>
            <a:xfrm>
              <a:off x="2766386" y="3570722"/>
              <a:ext cx="49139" cy="163020"/>
            </a:xfrm>
            <a:custGeom>
              <a:rect b="b" l="l" r="r" t="t"/>
              <a:pathLst>
                <a:path extrusionOk="0" h="5454" w="1644">
                  <a:moveTo>
                    <a:pt x="0" y="0"/>
                  </a:moveTo>
                  <a:lnTo>
                    <a:pt x="0" y="5454"/>
                  </a:lnTo>
                  <a:lnTo>
                    <a:pt x="1644" y="5454"/>
                  </a:lnTo>
                  <a:lnTo>
                    <a:pt x="16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3" name="Google Shape;30963;p155"/>
            <p:cNvSpPr/>
            <p:nvPr/>
          </p:nvSpPr>
          <p:spPr>
            <a:xfrm>
              <a:off x="2790597" y="3570722"/>
              <a:ext cx="24928" cy="163020"/>
            </a:xfrm>
            <a:custGeom>
              <a:rect b="b" l="l" r="r" t="t"/>
              <a:pathLst>
                <a:path extrusionOk="0" h="5454" w="834">
                  <a:moveTo>
                    <a:pt x="0" y="0"/>
                  </a:moveTo>
                  <a:lnTo>
                    <a:pt x="0" y="5454"/>
                  </a:lnTo>
                  <a:lnTo>
                    <a:pt x="834" y="5454"/>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4" name="Google Shape;30964;p155"/>
            <p:cNvSpPr/>
            <p:nvPr/>
          </p:nvSpPr>
          <p:spPr>
            <a:xfrm>
              <a:off x="2766386" y="3708486"/>
              <a:ext cx="49139" cy="147686"/>
            </a:xfrm>
            <a:custGeom>
              <a:rect b="b" l="l" r="r" t="t"/>
              <a:pathLst>
                <a:path extrusionOk="0" h="4941" w="1644">
                  <a:moveTo>
                    <a:pt x="894" y="0"/>
                  </a:moveTo>
                  <a:cubicBezTo>
                    <a:pt x="858" y="0"/>
                    <a:pt x="822" y="4"/>
                    <a:pt x="786" y="11"/>
                  </a:cubicBezTo>
                  <a:cubicBezTo>
                    <a:pt x="334" y="35"/>
                    <a:pt x="0" y="392"/>
                    <a:pt x="0" y="845"/>
                  </a:cubicBezTo>
                  <a:lnTo>
                    <a:pt x="0" y="4941"/>
                  </a:lnTo>
                  <a:lnTo>
                    <a:pt x="1644" y="4941"/>
                  </a:lnTo>
                  <a:lnTo>
                    <a:pt x="1644" y="845"/>
                  </a:lnTo>
                  <a:cubicBezTo>
                    <a:pt x="1644" y="606"/>
                    <a:pt x="1548" y="416"/>
                    <a:pt x="1405" y="249"/>
                  </a:cubicBezTo>
                  <a:cubicBezTo>
                    <a:pt x="1284" y="108"/>
                    <a:pt x="1094" y="0"/>
                    <a:pt x="894"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5" name="Google Shape;30965;p155"/>
            <p:cNvSpPr/>
            <p:nvPr/>
          </p:nvSpPr>
          <p:spPr>
            <a:xfrm>
              <a:off x="2790597" y="3708815"/>
              <a:ext cx="24928" cy="147358"/>
            </a:xfrm>
            <a:custGeom>
              <a:rect b="b" l="l" r="r" t="t"/>
              <a:pathLst>
                <a:path extrusionOk="0" h="4930" w="834">
                  <a:moveTo>
                    <a:pt x="0" y="0"/>
                  </a:moveTo>
                  <a:lnTo>
                    <a:pt x="0" y="4930"/>
                  </a:lnTo>
                  <a:lnTo>
                    <a:pt x="834" y="4930"/>
                  </a:lnTo>
                  <a:lnTo>
                    <a:pt x="834" y="834"/>
                  </a:lnTo>
                  <a:cubicBezTo>
                    <a:pt x="834" y="595"/>
                    <a:pt x="738" y="405"/>
                    <a:pt x="595" y="238"/>
                  </a:cubicBezTo>
                  <a:cubicBezTo>
                    <a:pt x="453" y="71"/>
                    <a:pt x="238"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6" name="Google Shape;30966;p155"/>
            <p:cNvSpPr/>
            <p:nvPr/>
          </p:nvSpPr>
          <p:spPr>
            <a:xfrm>
              <a:off x="2745732" y="3826253"/>
              <a:ext cx="89012" cy="89012"/>
            </a:xfrm>
            <a:custGeom>
              <a:rect b="b" l="l" r="r" t="t"/>
              <a:pathLst>
                <a:path extrusionOk="0" h="2978" w="2978">
                  <a:moveTo>
                    <a:pt x="1501" y="0"/>
                  </a:moveTo>
                  <a:cubicBezTo>
                    <a:pt x="668" y="0"/>
                    <a:pt x="1" y="667"/>
                    <a:pt x="1" y="1477"/>
                  </a:cubicBezTo>
                  <a:cubicBezTo>
                    <a:pt x="1" y="2310"/>
                    <a:pt x="668" y="2977"/>
                    <a:pt x="1501" y="2977"/>
                  </a:cubicBezTo>
                  <a:cubicBezTo>
                    <a:pt x="2335" y="2977"/>
                    <a:pt x="2978" y="2287"/>
                    <a:pt x="2978" y="1477"/>
                  </a:cubicBezTo>
                  <a:cubicBezTo>
                    <a:pt x="2978" y="643"/>
                    <a:pt x="2335" y="0"/>
                    <a:pt x="150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7" name="Google Shape;30967;p155"/>
            <p:cNvSpPr/>
            <p:nvPr/>
          </p:nvSpPr>
          <p:spPr>
            <a:xfrm>
              <a:off x="2790597" y="3826941"/>
              <a:ext cx="44148" cy="88325"/>
            </a:xfrm>
            <a:custGeom>
              <a:rect b="b" l="l" r="r" t="t"/>
              <a:pathLst>
                <a:path extrusionOk="0" h="2955" w="1477">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8" name="Google Shape;30968;p155"/>
          <p:cNvGrpSpPr/>
          <p:nvPr/>
        </p:nvGrpSpPr>
        <p:grpSpPr>
          <a:xfrm>
            <a:off x="1818367" y="3414224"/>
            <a:ext cx="343110" cy="343856"/>
            <a:chOff x="2065928" y="3571409"/>
            <a:chExt cx="343110" cy="343856"/>
          </a:xfrm>
        </p:grpSpPr>
        <p:sp>
          <p:nvSpPr>
            <p:cNvPr id="30969" name="Google Shape;30969;p155"/>
            <p:cNvSpPr/>
            <p:nvPr/>
          </p:nvSpPr>
          <p:spPr>
            <a:xfrm>
              <a:off x="2065928" y="3646165"/>
              <a:ext cx="56970" cy="96844"/>
            </a:xfrm>
            <a:custGeom>
              <a:rect b="b" l="l" r="r" t="t"/>
              <a:pathLst>
                <a:path extrusionOk="0" h="3240" w="1906">
                  <a:moveTo>
                    <a:pt x="0" y="0"/>
                  </a:moveTo>
                  <a:lnTo>
                    <a:pt x="0" y="3239"/>
                  </a:lnTo>
                  <a:lnTo>
                    <a:pt x="1905" y="3239"/>
                  </a:lnTo>
                  <a:lnTo>
                    <a:pt x="161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0" name="Google Shape;30970;p155"/>
            <p:cNvSpPr/>
            <p:nvPr/>
          </p:nvSpPr>
          <p:spPr>
            <a:xfrm>
              <a:off x="2089392" y="3646165"/>
              <a:ext cx="33507" cy="96844"/>
            </a:xfrm>
            <a:custGeom>
              <a:rect b="b" l="l" r="r" t="t"/>
              <a:pathLst>
                <a:path extrusionOk="0" h="3240" w="1121">
                  <a:moveTo>
                    <a:pt x="1" y="0"/>
                  </a:moveTo>
                  <a:lnTo>
                    <a:pt x="1" y="3239"/>
                  </a:lnTo>
                  <a:lnTo>
                    <a:pt x="1120" y="3239"/>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1" name="Google Shape;30971;p155"/>
            <p:cNvSpPr/>
            <p:nvPr/>
          </p:nvSpPr>
          <p:spPr>
            <a:xfrm>
              <a:off x="2153477" y="3621953"/>
              <a:ext cx="69076" cy="121054"/>
            </a:xfrm>
            <a:custGeom>
              <a:rect b="b" l="l" r="r" t="t"/>
              <a:pathLst>
                <a:path extrusionOk="0" h="4050" w="2311">
                  <a:moveTo>
                    <a:pt x="334" y="1"/>
                  </a:moveTo>
                  <a:lnTo>
                    <a:pt x="0" y="4049"/>
                  </a:lnTo>
                  <a:lnTo>
                    <a:pt x="2310" y="4049"/>
                  </a:lnTo>
                  <a:lnTo>
                    <a:pt x="1977"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2" name="Google Shape;30972;p155"/>
            <p:cNvSpPr/>
            <p:nvPr/>
          </p:nvSpPr>
          <p:spPr>
            <a:xfrm>
              <a:off x="2188359" y="3621953"/>
              <a:ext cx="34194" cy="121054"/>
            </a:xfrm>
            <a:custGeom>
              <a:rect b="b" l="l" r="r" t="t"/>
              <a:pathLst>
                <a:path extrusionOk="0" h="4050" w="1144">
                  <a:moveTo>
                    <a:pt x="0" y="1"/>
                  </a:moveTo>
                  <a:lnTo>
                    <a:pt x="0" y="4049"/>
                  </a:lnTo>
                  <a:lnTo>
                    <a:pt x="1143" y="404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3" name="Google Shape;30973;p155"/>
            <p:cNvSpPr/>
            <p:nvPr/>
          </p:nvSpPr>
          <p:spPr>
            <a:xfrm>
              <a:off x="2115038" y="3599894"/>
              <a:ext cx="48422" cy="144518"/>
            </a:xfrm>
            <a:custGeom>
              <a:rect b="b" l="l" r="r" t="t"/>
              <a:pathLst>
                <a:path extrusionOk="0" h="4835" w="1620">
                  <a:moveTo>
                    <a:pt x="0" y="0"/>
                  </a:moveTo>
                  <a:lnTo>
                    <a:pt x="0" y="4835"/>
                  </a:lnTo>
                  <a:lnTo>
                    <a:pt x="1620" y="4835"/>
                  </a:lnTo>
                  <a:lnTo>
                    <a:pt x="162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4" name="Google Shape;30974;p155"/>
            <p:cNvSpPr/>
            <p:nvPr/>
          </p:nvSpPr>
          <p:spPr>
            <a:xfrm>
              <a:off x="2138532" y="3599894"/>
              <a:ext cx="24928" cy="144518"/>
            </a:xfrm>
            <a:custGeom>
              <a:rect b="b" l="l" r="r" t="t"/>
              <a:pathLst>
                <a:path extrusionOk="0" h="4835" w="834">
                  <a:moveTo>
                    <a:pt x="0" y="0"/>
                  </a:moveTo>
                  <a:lnTo>
                    <a:pt x="0" y="4835"/>
                  </a:lnTo>
                  <a:lnTo>
                    <a:pt x="834" y="4835"/>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5" name="Google Shape;30975;p155"/>
            <p:cNvSpPr/>
            <p:nvPr/>
          </p:nvSpPr>
          <p:spPr>
            <a:xfrm>
              <a:off x="2212540" y="3571409"/>
              <a:ext cx="49169" cy="171598"/>
            </a:xfrm>
            <a:custGeom>
              <a:rect b="b" l="l" r="r" t="t"/>
              <a:pathLst>
                <a:path extrusionOk="0" h="5741" w="1645">
                  <a:moveTo>
                    <a:pt x="1" y="1"/>
                  </a:moveTo>
                  <a:lnTo>
                    <a:pt x="1" y="5740"/>
                  </a:lnTo>
                  <a:lnTo>
                    <a:pt x="1644" y="5740"/>
                  </a:lnTo>
                  <a:lnTo>
                    <a:pt x="164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6" name="Google Shape;30976;p155"/>
            <p:cNvSpPr/>
            <p:nvPr/>
          </p:nvSpPr>
          <p:spPr>
            <a:xfrm>
              <a:off x="2237469" y="3571409"/>
              <a:ext cx="24928" cy="171598"/>
            </a:xfrm>
            <a:custGeom>
              <a:rect b="b" l="l" r="r" t="t"/>
              <a:pathLst>
                <a:path extrusionOk="0" h="5741" w="834">
                  <a:moveTo>
                    <a:pt x="0" y="1"/>
                  </a:moveTo>
                  <a:lnTo>
                    <a:pt x="0" y="5740"/>
                  </a:lnTo>
                  <a:lnTo>
                    <a:pt x="834" y="5740"/>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7" name="Google Shape;30977;p155"/>
            <p:cNvSpPr/>
            <p:nvPr/>
          </p:nvSpPr>
          <p:spPr>
            <a:xfrm>
              <a:off x="2212540" y="3742979"/>
              <a:ext cx="57000" cy="97531"/>
            </a:xfrm>
            <a:custGeom>
              <a:rect b="b" l="l" r="r" t="t"/>
              <a:pathLst>
                <a:path extrusionOk="0" h="3263" w="1907">
                  <a:moveTo>
                    <a:pt x="1" y="0"/>
                  </a:moveTo>
                  <a:lnTo>
                    <a:pt x="1" y="3263"/>
                  </a:lnTo>
                  <a:lnTo>
                    <a:pt x="1644" y="3263"/>
                  </a:lnTo>
                  <a:lnTo>
                    <a:pt x="1906"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8" name="Google Shape;30978;p155"/>
            <p:cNvSpPr/>
            <p:nvPr/>
          </p:nvSpPr>
          <p:spPr>
            <a:xfrm>
              <a:off x="2237469" y="3742979"/>
              <a:ext cx="32759" cy="97531"/>
            </a:xfrm>
            <a:custGeom>
              <a:rect b="b" l="l" r="r" t="t"/>
              <a:pathLst>
                <a:path extrusionOk="0" h="3263" w="1096">
                  <a:moveTo>
                    <a:pt x="0" y="0"/>
                  </a:moveTo>
                  <a:lnTo>
                    <a:pt x="0" y="3263"/>
                  </a:lnTo>
                  <a:lnTo>
                    <a:pt x="834" y="3263"/>
                  </a:lnTo>
                  <a:lnTo>
                    <a:pt x="1096"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9" name="Google Shape;30979;p155"/>
            <p:cNvSpPr/>
            <p:nvPr/>
          </p:nvSpPr>
          <p:spPr>
            <a:xfrm>
              <a:off x="2301523" y="3742979"/>
              <a:ext cx="68358" cy="121025"/>
            </a:xfrm>
            <a:custGeom>
              <a:rect b="b" l="l" r="r" t="t"/>
              <a:pathLst>
                <a:path extrusionOk="0" h="4049" w="2287">
                  <a:moveTo>
                    <a:pt x="1" y="0"/>
                  </a:moveTo>
                  <a:lnTo>
                    <a:pt x="334" y="4049"/>
                  </a:lnTo>
                  <a:lnTo>
                    <a:pt x="1977" y="4049"/>
                  </a:lnTo>
                  <a:lnTo>
                    <a:pt x="2287"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0" name="Google Shape;30980;p155"/>
            <p:cNvSpPr/>
            <p:nvPr/>
          </p:nvSpPr>
          <p:spPr>
            <a:xfrm>
              <a:off x="2335688" y="3742979"/>
              <a:ext cx="33507" cy="121025"/>
            </a:xfrm>
            <a:custGeom>
              <a:rect b="b" l="l" r="r" t="t"/>
              <a:pathLst>
                <a:path extrusionOk="0" h="4049" w="1121">
                  <a:moveTo>
                    <a:pt x="1" y="0"/>
                  </a:moveTo>
                  <a:lnTo>
                    <a:pt x="1" y="4049"/>
                  </a:lnTo>
                  <a:lnTo>
                    <a:pt x="834" y="4049"/>
                  </a:lnTo>
                  <a:lnTo>
                    <a:pt x="1120"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1" name="Google Shape;30981;p155"/>
            <p:cNvSpPr/>
            <p:nvPr/>
          </p:nvSpPr>
          <p:spPr>
            <a:xfrm>
              <a:off x="2262367" y="3742979"/>
              <a:ext cx="49169" cy="144518"/>
            </a:xfrm>
            <a:custGeom>
              <a:rect b="b" l="l" r="r" t="t"/>
              <a:pathLst>
                <a:path extrusionOk="0" h="4835" w="1645">
                  <a:moveTo>
                    <a:pt x="1" y="0"/>
                  </a:moveTo>
                  <a:lnTo>
                    <a:pt x="1" y="4834"/>
                  </a:lnTo>
                  <a:lnTo>
                    <a:pt x="1644" y="4834"/>
                  </a:lnTo>
                  <a:lnTo>
                    <a:pt x="1644"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2" name="Google Shape;30982;p155"/>
            <p:cNvSpPr/>
            <p:nvPr/>
          </p:nvSpPr>
          <p:spPr>
            <a:xfrm>
              <a:off x="2286578" y="3742979"/>
              <a:ext cx="24958" cy="144518"/>
            </a:xfrm>
            <a:custGeom>
              <a:rect b="b" l="l" r="r" t="t"/>
              <a:pathLst>
                <a:path extrusionOk="0" h="4835" w="835">
                  <a:moveTo>
                    <a:pt x="1" y="0"/>
                  </a:moveTo>
                  <a:lnTo>
                    <a:pt x="1" y="4834"/>
                  </a:lnTo>
                  <a:lnTo>
                    <a:pt x="834" y="4834"/>
                  </a:lnTo>
                  <a:lnTo>
                    <a:pt x="8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3" name="Google Shape;30983;p155"/>
            <p:cNvSpPr/>
            <p:nvPr/>
          </p:nvSpPr>
          <p:spPr>
            <a:xfrm>
              <a:off x="2360616" y="3742979"/>
              <a:ext cx="48422" cy="172286"/>
            </a:xfrm>
            <a:custGeom>
              <a:rect b="b" l="l" r="r" t="t"/>
              <a:pathLst>
                <a:path extrusionOk="0" h="5764" w="1620">
                  <a:moveTo>
                    <a:pt x="0" y="0"/>
                  </a:moveTo>
                  <a:lnTo>
                    <a:pt x="0" y="5763"/>
                  </a:lnTo>
                  <a:lnTo>
                    <a:pt x="1620" y="5763"/>
                  </a:lnTo>
                  <a:lnTo>
                    <a:pt x="1620"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4" name="Google Shape;30984;p155"/>
            <p:cNvSpPr/>
            <p:nvPr/>
          </p:nvSpPr>
          <p:spPr>
            <a:xfrm>
              <a:off x="2384110" y="3742979"/>
              <a:ext cx="24928" cy="172286"/>
            </a:xfrm>
            <a:custGeom>
              <a:rect b="b" l="l" r="r" t="t"/>
              <a:pathLst>
                <a:path extrusionOk="0" h="5764" w="834">
                  <a:moveTo>
                    <a:pt x="0" y="0"/>
                  </a:moveTo>
                  <a:lnTo>
                    <a:pt x="0" y="5763"/>
                  </a:lnTo>
                  <a:lnTo>
                    <a:pt x="834" y="5763"/>
                  </a:lnTo>
                  <a:lnTo>
                    <a:pt x="8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5" name="Google Shape;30985;p155"/>
            <p:cNvSpPr/>
            <p:nvPr/>
          </p:nvSpPr>
          <p:spPr>
            <a:xfrm>
              <a:off x="2065928" y="3733713"/>
              <a:ext cx="343107" cy="19967"/>
            </a:xfrm>
            <a:custGeom>
              <a:rect b="b" l="l" r="r" t="t"/>
              <a:pathLst>
                <a:path extrusionOk="0" h="668" w="11479">
                  <a:moveTo>
                    <a:pt x="0" y="1"/>
                  </a:moveTo>
                  <a:lnTo>
                    <a:pt x="0" y="667"/>
                  </a:lnTo>
                  <a:lnTo>
                    <a:pt x="11479" y="667"/>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6" name="Google Shape;30986;p155"/>
            <p:cNvSpPr/>
            <p:nvPr/>
          </p:nvSpPr>
          <p:spPr>
            <a:xfrm>
              <a:off x="2237469" y="3733713"/>
              <a:ext cx="171569" cy="19967"/>
            </a:xfrm>
            <a:custGeom>
              <a:rect b="b" l="l" r="r" t="t"/>
              <a:pathLst>
                <a:path extrusionOk="0" h="668" w="5740">
                  <a:moveTo>
                    <a:pt x="0" y="1"/>
                  </a:moveTo>
                  <a:lnTo>
                    <a:pt x="0" y="667"/>
                  </a:lnTo>
                  <a:lnTo>
                    <a:pt x="5740" y="667"/>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87" name="Google Shape;30987;p155"/>
          <p:cNvGrpSpPr/>
          <p:nvPr/>
        </p:nvGrpSpPr>
        <p:grpSpPr>
          <a:xfrm>
            <a:off x="1091936" y="3508629"/>
            <a:ext cx="345979" cy="178684"/>
            <a:chOff x="1391774" y="3641890"/>
            <a:chExt cx="345979" cy="178684"/>
          </a:xfrm>
        </p:grpSpPr>
        <p:sp>
          <p:nvSpPr>
            <p:cNvPr id="30988" name="Google Shape;30988;p155"/>
            <p:cNvSpPr/>
            <p:nvPr/>
          </p:nvSpPr>
          <p:spPr>
            <a:xfrm>
              <a:off x="1522036" y="3641890"/>
              <a:ext cx="84051" cy="86860"/>
            </a:xfrm>
            <a:custGeom>
              <a:rect b="b" l="l" r="r" t="t"/>
              <a:pathLst>
                <a:path extrusionOk="0" h="2906" w="2812">
                  <a:moveTo>
                    <a:pt x="1" y="0"/>
                  </a:moveTo>
                  <a:lnTo>
                    <a:pt x="1" y="2263"/>
                  </a:lnTo>
                  <a:lnTo>
                    <a:pt x="763" y="2263"/>
                  </a:lnTo>
                  <a:lnTo>
                    <a:pt x="1406" y="2906"/>
                  </a:lnTo>
                  <a:lnTo>
                    <a:pt x="2073" y="2263"/>
                  </a:lnTo>
                  <a:lnTo>
                    <a:pt x="2811" y="2263"/>
                  </a:lnTo>
                  <a:lnTo>
                    <a:pt x="281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9" name="Google Shape;30989;p155"/>
            <p:cNvSpPr/>
            <p:nvPr/>
          </p:nvSpPr>
          <p:spPr>
            <a:xfrm>
              <a:off x="1564061" y="3641890"/>
              <a:ext cx="42025" cy="86860"/>
            </a:xfrm>
            <a:custGeom>
              <a:rect b="b" l="l" r="r" t="t"/>
              <a:pathLst>
                <a:path extrusionOk="0" h="2906" w="1406">
                  <a:moveTo>
                    <a:pt x="0" y="0"/>
                  </a:moveTo>
                  <a:lnTo>
                    <a:pt x="0" y="2906"/>
                  </a:lnTo>
                  <a:lnTo>
                    <a:pt x="667" y="2263"/>
                  </a:lnTo>
                  <a:lnTo>
                    <a:pt x="1405" y="2263"/>
                  </a:lnTo>
                  <a:lnTo>
                    <a:pt x="14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0" name="Google Shape;30990;p155"/>
            <p:cNvSpPr/>
            <p:nvPr/>
          </p:nvSpPr>
          <p:spPr>
            <a:xfrm>
              <a:off x="1391774" y="3641890"/>
              <a:ext cx="83333" cy="86860"/>
            </a:xfrm>
            <a:custGeom>
              <a:rect b="b" l="l" r="r" t="t"/>
              <a:pathLst>
                <a:path extrusionOk="0" h="2906" w="2788">
                  <a:moveTo>
                    <a:pt x="1" y="0"/>
                  </a:moveTo>
                  <a:lnTo>
                    <a:pt x="1" y="2263"/>
                  </a:lnTo>
                  <a:lnTo>
                    <a:pt x="739" y="2263"/>
                  </a:lnTo>
                  <a:lnTo>
                    <a:pt x="1406" y="2906"/>
                  </a:lnTo>
                  <a:lnTo>
                    <a:pt x="2049" y="2263"/>
                  </a:lnTo>
                  <a:lnTo>
                    <a:pt x="2787" y="2263"/>
                  </a:lnTo>
                  <a:lnTo>
                    <a:pt x="27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1" name="Google Shape;30991;p155"/>
            <p:cNvSpPr/>
            <p:nvPr/>
          </p:nvSpPr>
          <p:spPr>
            <a:xfrm>
              <a:off x="1434487" y="3641890"/>
              <a:ext cx="42025" cy="86860"/>
            </a:xfrm>
            <a:custGeom>
              <a:rect b="b" l="l" r="r" t="t"/>
              <a:pathLst>
                <a:path extrusionOk="0" h="2906" w="1406">
                  <a:moveTo>
                    <a:pt x="1" y="0"/>
                  </a:moveTo>
                  <a:lnTo>
                    <a:pt x="1" y="2906"/>
                  </a:lnTo>
                  <a:lnTo>
                    <a:pt x="644" y="2263"/>
                  </a:lnTo>
                  <a:lnTo>
                    <a:pt x="1406" y="2263"/>
                  </a:ln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2" name="Google Shape;30992;p155"/>
            <p:cNvSpPr/>
            <p:nvPr/>
          </p:nvSpPr>
          <p:spPr>
            <a:xfrm>
              <a:off x="1497855" y="3774274"/>
              <a:ext cx="133847" cy="46300"/>
            </a:xfrm>
            <a:custGeom>
              <a:rect b="b" l="l" r="r" t="t"/>
              <a:pathLst>
                <a:path extrusionOk="0" h="1549" w="4478">
                  <a:moveTo>
                    <a:pt x="310" y="1"/>
                  </a:moveTo>
                  <a:lnTo>
                    <a:pt x="0" y="787"/>
                  </a:lnTo>
                  <a:lnTo>
                    <a:pt x="310" y="1549"/>
                  </a:lnTo>
                  <a:lnTo>
                    <a:pt x="4168" y="1549"/>
                  </a:lnTo>
                  <a:lnTo>
                    <a:pt x="4477" y="787"/>
                  </a:lnTo>
                  <a:lnTo>
                    <a:pt x="41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3" name="Google Shape;30993;p155"/>
            <p:cNvSpPr/>
            <p:nvPr/>
          </p:nvSpPr>
          <p:spPr>
            <a:xfrm>
              <a:off x="1564061" y="3774274"/>
              <a:ext cx="66924" cy="46300"/>
            </a:xfrm>
            <a:custGeom>
              <a:rect b="b" l="l" r="r" t="t"/>
              <a:pathLst>
                <a:path extrusionOk="0" h="1549" w="2239">
                  <a:moveTo>
                    <a:pt x="0" y="1"/>
                  </a:moveTo>
                  <a:lnTo>
                    <a:pt x="0" y="1549"/>
                  </a:lnTo>
                  <a:lnTo>
                    <a:pt x="1905" y="1549"/>
                  </a:lnTo>
                  <a:lnTo>
                    <a:pt x="2239" y="787"/>
                  </a:lnTo>
                  <a:lnTo>
                    <a:pt x="1905"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4" name="Google Shape;30994;p155"/>
            <p:cNvSpPr/>
            <p:nvPr/>
          </p:nvSpPr>
          <p:spPr>
            <a:xfrm>
              <a:off x="1392491" y="3774274"/>
              <a:ext cx="114628" cy="46300"/>
            </a:xfrm>
            <a:custGeom>
              <a:rect b="b" l="l" r="r" t="t"/>
              <a:pathLst>
                <a:path extrusionOk="0" h="1549" w="3835">
                  <a:moveTo>
                    <a:pt x="1" y="1"/>
                  </a:moveTo>
                  <a:lnTo>
                    <a:pt x="1" y="1549"/>
                  </a:lnTo>
                  <a:lnTo>
                    <a:pt x="3835" y="1549"/>
                  </a:lnTo>
                  <a:lnTo>
                    <a:pt x="383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5" name="Google Shape;30995;p155"/>
            <p:cNvSpPr/>
            <p:nvPr/>
          </p:nvSpPr>
          <p:spPr>
            <a:xfrm>
              <a:off x="1622407" y="3774274"/>
              <a:ext cx="114628" cy="46300"/>
            </a:xfrm>
            <a:custGeom>
              <a:rect b="b" l="l" r="r" t="t"/>
              <a:pathLst>
                <a:path extrusionOk="0" h="1549" w="3835">
                  <a:moveTo>
                    <a:pt x="1" y="1"/>
                  </a:moveTo>
                  <a:lnTo>
                    <a:pt x="1" y="1549"/>
                  </a:lnTo>
                  <a:lnTo>
                    <a:pt x="3835" y="1549"/>
                  </a:lnTo>
                  <a:lnTo>
                    <a:pt x="3835"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6" name="Google Shape;30996;p155"/>
            <p:cNvSpPr/>
            <p:nvPr/>
          </p:nvSpPr>
          <p:spPr>
            <a:xfrm>
              <a:off x="1653015" y="3641890"/>
              <a:ext cx="84021" cy="86860"/>
            </a:xfrm>
            <a:custGeom>
              <a:rect b="b" l="l" r="r" t="t"/>
              <a:pathLst>
                <a:path extrusionOk="0" h="2906" w="2811">
                  <a:moveTo>
                    <a:pt x="1" y="0"/>
                  </a:moveTo>
                  <a:lnTo>
                    <a:pt x="1" y="2263"/>
                  </a:lnTo>
                  <a:lnTo>
                    <a:pt x="739" y="2263"/>
                  </a:lnTo>
                  <a:lnTo>
                    <a:pt x="1406" y="2906"/>
                  </a:lnTo>
                  <a:lnTo>
                    <a:pt x="2073" y="2263"/>
                  </a:lnTo>
                  <a:lnTo>
                    <a:pt x="2811" y="2263"/>
                  </a:lnTo>
                  <a:lnTo>
                    <a:pt x="281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7" name="Google Shape;30997;p155"/>
            <p:cNvSpPr/>
            <p:nvPr/>
          </p:nvSpPr>
          <p:spPr>
            <a:xfrm>
              <a:off x="1695728" y="3641890"/>
              <a:ext cx="42025" cy="86860"/>
            </a:xfrm>
            <a:custGeom>
              <a:rect b="b" l="l" r="r" t="t"/>
              <a:pathLst>
                <a:path extrusionOk="0" h="2906" w="1406">
                  <a:moveTo>
                    <a:pt x="1" y="0"/>
                  </a:moveTo>
                  <a:lnTo>
                    <a:pt x="1" y="2906"/>
                  </a:lnTo>
                  <a:lnTo>
                    <a:pt x="668" y="2263"/>
                  </a:lnTo>
                  <a:lnTo>
                    <a:pt x="1406" y="2263"/>
                  </a:lnTo>
                  <a:lnTo>
                    <a:pt x="140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8" name="Google Shape;30998;p155"/>
          <p:cNvGrpSpPr/>
          <p:nvPr/>
        </p:nvGrpSpPr>
        <p:grpSpPr>
          <a:xfrm>
            <a:off x="1093371" y="4000887"/>
            <a:ext cx="343826" cy="345261"/>
            <a:chOff x="1393209" y="4143718"/>
            <a:chExt cx="343826" cy="345261"/>
          </a:xfrm>
        </p:grpSpPr>
        <p:sp>
          <p:nvSpPr>
            <p:cNvPr id="30999" name="Google Shape;30999;p155"/>
            <p:cNvSpPr/>
            <p:nvPr/>
          </p:nvSpPr>
          <p:spPr>
            <a:xfrm>
              <a:off x="1393209" y="4144435"/>
              <a:ext cx="199336" cy="181552"/>
            </a:xfrm>
            <a:custGeom>
              <a:rect b="b" l="l" r="r" t="t"/>
              <a:pathLst>
                <a:path extrusionOk="0" h="6074" w="6669">
                  <a:moveTo>
                    <a:pt x="5764" y="0"/>
                  </a:moveTo>
                  <a:cubicBezTo>
                    <a:pt x="2573" y="0"/>
                    <a:pt x="1" y="2572"/>
                    <a:pt x="1" y="5740"/>
                  </a:cubicBezTo>
                  <a:lnTo>
                    <a:pt x="2906" y="6073"/>
                  </a:lnTo>
                  <a:lnTo>
                    <a:pt x="5764" y="5740"/>
                  </a:lnTo>
                  <a:lnTo>
                    <a:pt x="6669" y="3072"/>
                  </a:lnTo>
                  <a:lnTo>
                    <a:pt x="576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0" name="Google Shape;31000;p155"/>
            <p:cNvSpPr/>
            <p:nvPr/>
          </p:nvSpPr>
          <p:spPr>
            <a:xfrm>
              <a:off x="1565466" y="4143718"/>
              <a:ext cx="171569" cy="199336"/>
            </a:xfrm>
            <a:custGeom>
              <a:rect b="b" l="l" r="r" t="t"/>
              <a:pathLst>
                <a:path extrusionOk="0" h="6669" w="5740">
                  <a:moveTo>
                    <a:pt x="1" y="1"/>
                  </a:moveTo>
                  <a:lnTo>
                    <a:pt x="1" y="2144"/>
                  </a:lnTo>
                  <a:lnTo>
                    <a:pt x="906" y="3096"/>
                  </a:lnTo>
                  <a:lnTo>
                    <a:pt x="1" y="4025"/>
                  </a:lnTo>
                  <a:lnTo>
                    <a:pt x="1" y="5740"/>
                  </a:lnTo>
                  <a:lnTo>
                    <a:pt x="2668" y="6669"/>
                  </a:lnTo>
                  <a:lnTo>
                    <a:pt x="5740" y="5740"/>
                  </a:lnTo>
                  <a:cubicBezTo>
                    <a:pt x="5740" y="2549"/>
                    <a:pt x="3144" y="1"/>
                    <a:pt x="1"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1" name="Google Shape;31001;p155"/>
            <p:cNvSpPr/>
            <p:nvPr/>
          </p:nvSpPr>
          <p:spPr>
            <a:xfrm>
              <a:off x="1537698" y="4315975"/>
              <a:ext cx="199336" cy="172286"/>
            </a:xfrm>
            <a:custGeom>
              <a:rect b="b" l="l" r="r" t="t"/>
              <a:pathLst>
                <a:path extrusionOk="0" h="5764" w="6669">
                  <a:moveTo>
                    <a:pt x="930" y="1"/>
                  </a:moveTo>
                  <a:lnTo>
                    <a:pt x="1" y="2858"/>
                  </a:lnTo>
                  <a:lnTo>
                    <a:pt x="930" y="5764"/>
                  </a:lnTo>
                  <a:cubicBezTo>
                    <a:pt x="4073" y="5764"/>
                    <a:pt x="6669" y="3192"/>
                    <a:pt x="6669" y="1"/>
                  </a:cubicBezTo>
                  <a:lnTo>
                    <a:pt x="4526" y="1"/>
                  </a:lnTo>
                  <a:lnTo>
                    <a:pt x="3597" y="929"/>
                  </a:lnTo>
                  <a:lnTo>
                    <a:pt x="2668"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2" name="Google Shape;31002;p155"/>
            <p:cNvSpPr/>
            <p:nvPr/>
          </p:nvSpPr>
          <p:spPr>
            <a:xfrm>
              <a:off x="1393209" y="4288924"/>
              <a:ext cx="172286" cy="199336"/>
            </a:xfrm>
            <a:custGeom>
              <a:rect b="b" l="l" r="r" t="t"/>
              <a:pathLst>
                <a:path extrusionOk="0" h="6669" w="5764">
                  <a:moveTo>
                    <a:pt x="2906" y="1"/>
                  </a:moveTo>
                  <a:lnTo>
                    <a:pt x="1977" y="906"/>
                  </a:lnTo>
                  <a:lnTo>
                    <a:pt x="1" y="906"/>
                  </a:lnTo>
                  <a:cubicBezTo>
                    <a:pt x="1" y="4097"/>
                    <a:pt x="2573" y="6669"/>
                    <a:pt x="5764" y="6669"/>
                  </a:cubicBezTo>
                  <a:lnTo>
                    <a:pt x="5549" y="4906"/>
                  </a:lnTo>
                  <a:lnTo>
                    <a:pt x="4692" y="3763"/>
                  </a:lnTo>
                  <a:lnTo>
                    <a:pt x="5430" y="2858"/>
                  </a:lnTo>
                  <a:lnTo>
                    <a:pt x="5764" y="906"/>
                  </a:lnTo>
                  <a:lnTo>
                    <a:pt x="3811" y="906"/>
                  </a:lnTo>
                  <a:lnTo>
                    <a:pt x="290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3" name="Google Shape;31003;p155"/>
            <p:cNvSpPr/>
            <p:nvPr/>
          </p:nvSpPr>
          <p:spPr>
            <a:xfrm>
              <a:off x="1564061" y="4194262"/>
              <a:ext cx="172973" cy="149510"/>
            </a:xfrm>
            <a:custGeom>
              <a:rect b="b" l="l" r="r" t="t"/>
              <a:pathLst>
                <a:path extrusionOk="0" h="5002" w="5787">
                  <a:moveTo>
                    <a:pt x="4072" y="0"/>
                  </a:moveTo>
                  <a:lnTo>
                    <a:pt x="0" y="4073"/>
                  </a:lnTo>
                  <a:lnTo>
                    <a:pt x="2715" y="5001"/>
                  </a:lnTo>
                  <a:lnTo>
                    <a:pt x="5787" y="4073"/>
                  </a:lnTo>
                  <a:cubicBezTo>
                    <a:pt x="5787" y="2501"/>
                    <a:pt x="5120" y="1048"/>
                    <a:pt x="407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4" name="Google Shape;31004;p155"/>
            <p:cNvSpPr/>
            <p:nvPr/>
          </p:nvSpPr>
          <p:spPr>
            <a:xfrm>
              <a:off x="1443036" y="4315975"/>
              <a:ext cx="122459" cy="173003"/>
            </a:xfrm>
            <a:custGeom>
              <a:rect b="b" l="l" r="r" t="t"/>
              <a:pathLst>
                <a:path extrusionOk="0" h="5788" w="4097">
                  <a:moveTo>
                    <a:pt x="4097" y="1"/>
                  </a:moveTo>
                  <a:lnTo>
                    <a:pt x="1" y="4097"/>
                  </a:lnTo>
                  <a:cubicBezTo>
                    <a:pt x="1048" y="5121"/>
                    <a:pt x="2477" y="5788"/>
                    <a:pt x="4097" y="5788"/>
                  </a:cubicBezTo>
                  <a:lnTo>
                    <a:pt x="4097" y="3811"/>
                  </a:lnTo>
                  <a:lnTo>
                    <a:pt x="3168" y="2882"/>
                  </a:lnTo>
                  <a:lnTo>
                    <a:pt x="4097" y="1977"/>
                  </a:lnTo>
                  <a:lnTo>
                    <a:pt x="409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5" name="Google Shape;31005;p155"/>
          <p:cNvGrpSpPr/>
          <p:nvPr/>
        </p:nvGrpSpPr>
        <p:grpSpPr>
          <a:xfrm>
            <a:off x="1858751" y="3977888"/>
            <a:ext cx="272628" cy="345949"/>
            <a:chOff x="2101528" y="4149427"/>
            <a:chExt cx="272628" cy="345949"/>
          </a:xfrm>
        </p:grpSpPr>
        <p:sp>
          <p:nvSpPr>
            <p:cNvPr id="31006" name="Google Shape;31006;p155"/>
            <p:cNvSpPr/>
            <p:nvPr/>
          </p:nvSpPr>
          <p:spPr>
            <a:xfrm>
              <a:off x="2188359" y="4149427"/>
              <a:ext cx="99683" cy="345947"/>
            </a:xfrm>
            <a:custGeom>
              <a:rect b="b" l="l" r="r" t="t"/>
              <a:pathLst>
                <a:path extrusionOk="0" h="11574" w="3335">
                  <a:moveTo>
                    <a:pt x="1381" y="0"/>
                  </a:moveTo>
                  <a:lnTo>
                    <a:pt x="1381" y="2596"/>
                  </a:lnTo>
                  <a:lnTo>
                    <a:pt x="72" y="2596"/>
                  </a:lnTo>
                  <a:lnTo>
                    <a:pt x="405" y="3286"/>
                  </a:lnTo>
                  <a:lnTo>
                    <a:pt x="1358" y="3286"/>
                  </a:lnTo>
                  <a:lnTo>
                    <a:pt x="1358" y="6740"/>
                  </a:lnTo>
                  <a:lnTo>
                    <a:pt x="48" y="6740"/>
                  </a:lnTo>
                  <a:lnTo>
                    <a:pt x="357" y="7430"/>
                  </a:lnTo>
                  <a:lnTo>
                    <a:pt x="1310" y="7430"/>
                  </a:lnTo>
                  <a:lnTo>
                    <a:pt x="1310" y="10883"/>
                  </a:lnTo>
                  <a:lnTo>
                    <a:pt x="0" y="10883"/>
                  </a:lnTo>
                  <a:lnTo>
                    <a:pt x="334" y="11574"/>
                  </a:lnTo>
                  <a:lnTo>
                    <a:pt x="1977" y="11574"/>
                  </a:lnTo>
                  <a:lnTo>
                    <a:pt x="1977" y="9359"/>
                  </a:lnTo>
                  <a:lnTo>
                    <a:pt x="2929" y="9359"/>
                  </a:lnTo>
                  <a:lnTo>
                    <a:pt x="3239" y="8669"/>
                  </a:lnTo>
                  <a:lnTo>
                    <a:pt x="2072" y="8669"/>
                  </a:lnTo>
                  <a:lnTo>
                    <a:pt x="2072" y="5215"/>
                  </a:lnTo>
                  <a:lnTo>
                    <a:pt x="3025" y="5215"/>
                  </a:lnTo>
                  <a:lnTo>
                    <a:pt x="3334" y="4525"/>
                  </a:lnTo>
                  <a:lnTo>
                    <a:pt x="2072" y="4525"/>
                  </a:lnTo>
                  <a:lnTo>
                    <a:pt x="207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7" name="Google Shape;31007;p155"/>
            <p:cNvSpPr/>
            <p:nvPr/>
          </p:nvSpPr>
          <p:spPr>
            <a:xfrm>
              <a:off x="2237469" y="4151549"/>
              <a:ext cx="47704" cy="343825"/>
            </a:xfrm>
            <a:custGeom>
              <a:rect b="b" l="l" r="r" t="t"/>
              <a:pathLst>
                <a:path extrusionOk="0" h="11503" w="1596">
                  <a:moveTo>
                    <a:pt x="0" y="1"/>
                  </a:moveTo>
                  <a:lnTo>
                    <a:pt x="0" y="11503"/>
                  </a:lnTo>
                  <a:lnTo>
                    <a:pt x="334" y="11503"/>
                  </a:lnTo>
                  <a:lnTo>
                    <a:pt x="334" y="9288"/>
                  </a:lnTo>
                  <a:lnTo>
                    <a:pt x="1286" y="9288"/>
                  </a:lnTo>
                  <a:lnTo>
                    <a:pt x="1596" y="8598"/>
                  </a:lnTo>
                  <a:lnTo>
                    <a:pt x="334" y="8598"/>
                  </a:lnTo>
                  <a:lnTo>
                    <a:pt x="334" y="5216"/>
                  </a:lnTo>
                  <a:lnTo>
                    <a:pt x="1286" y="5216"/>
                  </a:lnTo>
                  <a:lnTo>
                    <a:pt x="1596" y="4525"/>
                  </a:lnTo>
                  <a:lnTo>
                    <a:pt x="334" y="4525"/>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8" name="Google Shape;31008;p155"/>
            <p:cNvSpPr/>
            <p:nvPr/>
          </p:nvSpPr>
          <p:spPr>
            <a:xfrm>
              <a:off x="2101528" y="4150054"/>
              <a:ext cx="98966" cy="97621"/>
            </a:xfrm>
            <a:custGeom>
              <a:rect b="b" l="l" r="r" t="t"/>
              <a:pathLst>
                <a:path extrusionOk="0" h="3266" w="3311">
                  <a:moveTo>
                    <a:pt x="1632" y="1"/>
                  </a:moveTo>
                  <a:cubicBezTo>
                    <a:pt x="718" y="1"/>
                    <a:pt x="1" y="769"/>
                    <a:pt x="24" y="1694"/>
                  </a:cubicBezTo>
                  <a:cubicBezTo>
                    <a:pt x="47" y="2575"/>
                    <a:pt x="786" y="3265"/>
                    <a:pt x="1667" y="3265"/>
                  </a:cubicBezTo>
                  <a:lnTo>
                    <a:pt x="3310" y="3265"/>
                  </a:lnTo>
                  <a:lnTo>
                    <a:pt x="3310" y="1622"/>
                  </a:lnTo>
                  <a:cubicBezTo>
                    <a:pt x="3310" y="765"/>
                    <a:pt x="2596" y="27"/>
                    <a:pt x="1714" y="3"/>
                  </a:cubicBezTo>
                  <a:cubicBezTo>
                    <a:pt x="1687" y="2"/>
                    <a:pt x="1660" y="1"/>
                    <a:pt x="163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9" name="Google Shape;31009;p155"/>
            <p:cNvSpPr/>
            <p:nvPr/>
          </p:nvSpPr>
          <p:spPr>
            <a:xfrm>
              <a:off x="2101528" y="4273262"/>
              <a:ext cx="98966" cy="98278"/>
            </a:xfrm>
            <a:custGeom>
              <a:rect b="b" l="l" r="r" t="t"/>
              <a:pathLst>
                <a:path extrusionOk="0" h="3288" w="3311">
                  <a:moveTo>
                    <a:pt x="1672" y="0"/>
                  </a:moveTo>
                  <a:cubicBezTo>
                    <a:pt x="740" y="0"/>
                    <a:pt x="0" y="777"/>
                    <a:pt x="24" y="1715"/>
                  </a:cubicBezTo>
                  <a:cubicBezTo>
                    <a:pt x="47" y="2597"/>
                    <a:pt x="786" y="3287"/>
                    <a:pt x="1667" y="3287"/>
                  </a:cubicBezTo>
                  <a:lnTo>
                    <a:pt x="3310" y="3287"/>
                  </a:lnTo>
                  <a:lnTo>
                    <a:pt x="3310" y="1644"/>
                  </a:lnTo>
                  <a:cubicBezTo>
                    <a:pt x="3310" y="787"/>
                    <a:pt x="2596" y="48"/>
                    <a:pt x="1714" y="1"/>
                  </a:cubicBezTo>
                  <a:cubicBezTo>
                    <a:pt x="1700" y="0"/>
                    <a:pt x="1686" y="0"/>
                    <a:pt x="167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0" name="Google Shape;31010;p155"/>
            <p:cNvSpPr/>
            <p:nvPr/>
          </p:nvSpPr>
          <p:spPr>
            <a:xfrm>
              <a:off x="2101528" y="4397097"/>
              <a:ext cx="98966" cy="98278"/>
            </a:xfrm>
            <a:custGeom>
              <a:rect b="b" l="l" r="r" t="t"/>
              <a:pathLst>
                <a:path extrusionOk="0" h="3288" w="3311">
                  <a:moveTo>
                    <a:pt x="1671" y="1"/>
                  </a:moveTo>
                  <a:cubicBezTo>
                    <a:pt x="739" y="1"/>
                    <a:pt x="0" y="754"/>
                    <a:pt x="24" y="1692"/>
                  </a:cubicBezTo>
                  <a:cubicBezTo>
                    <a:pt x="47" y="2597"/>
                    <a:pt x="786" y="3288"/>
                    <a:pt x="1667" y="3288"/>
                  </a:cubicBezTo>
                  <a:lnTo>
                    <a:pt x="3310" y="3288"/>
                  </a:lnTo>
                  <a:lnTo>
                    <a:pt x="3310" y="1645"/>
                  </a:lnTo>
                  <a:cubicBezTo>
                    <a:pt x="3310" y="787"/>
                    <a:pt x="2596" y="25"/>
                    <a:pt x="1714" y="2"/>
                  </a:cubicBezTo>
                  <a:cubicBezTo>
                    <a:pt x="1700" y="1"/>
                    <a:pt x="1685" y="1"/>
                    <a:pt x="167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1" name="Google Shape;31011;p155"/>
            <p:cNvSpPr/>
            <p:nvPr/>
          </p:nvSpPr>
          <p:spPr>
            <a:xfrm>
              <a:off x="2275907" y="4209177"/>
              <a:ext cx="98248" cy="97591"/>
            </a:xfrm>
            <a:custGeom>
              <a:rect b="b" l="l" r="r" t="t"/>
              <a:pathLst>
                <a:path extrusionOk="0" h="3265" w="3287">
                  <a:moveTo>
                    <a:pt x="1614" y="1"/>
                  </a:moveTo>
                  <a:cubicBezTo>
                    <a:pt x="1600" y="1"/>
                    <a:pt x="1586" y="1"/>
                    <a:pt x="1572" y="2"/>
                  </a:cubicBezTo>
                  <a:cubicBezTo>
                    <a:pt x="667" y="49"/>
                    <a:pt x="0" y="787"/>
                    <a:pt x="0" y="1645"/>
                  </a:cubicBezTo>
                  <a:lnTo>
                    <a:pt x="0" y="3264"/>
                  </a:lnTo>
                  <a:lnTo>
                    <a:pt x="1596" y="3264"/>
                  </a:lnTo>
                  <a:cubicBezTo>
                    <a:pt x="2453" y="3264"/>
                    <a:pt x="3215" y="2573"/>
                    <a:pt x="3263" y="1716"/>
                  </a:cubicBezTo>
                  <a:cubicBezTo>
                    <a:pt x="3286" y="778"/>
                    <a:pt x="2547" y="1"/>
                    <a:pt x="1614"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2" name="Google Shape;31012;p155"/>
            <p:cNvSpPr/>
            <p:nvPr/>
          </p:nvSpPr>
          <p:spPr>
            <a:xfrm>
              <a:off x="2275907" y="4332325"/>
              <a:ext cx="98248" cy="96873"/>
            </a:xfrm>
            <a:custGeom>
              <a:rect b="b" l="l" r="r" t="t"/>
              <a:pathLst>
                <a:path extrusionOk="0" h="3241" w="3287">
                  <a:moveTo>
                    <a:pt x="1616" y="1"/>
                  </a:moveTo>
                  <a:cubicBezTo>
                    <a:pt x="1601" y="1"/>
                    <a:pt x="1587" y="1"/>
                    <a:pt x="1572" y="1"/>
                  </a:cubicBezTo>
                  <a:cubicBezTo>
                    <a:pt x="667" y="25"/>
                    <a:pt x="0" y="763"/>
                    <a:pt x="0" y="1645"/>
                  </a:cubicBezTo>
                  <a:lnTo>
                    <a:pt x="0" y="3240"/>
                  </a:lnTo>
                  <a:lnTo>
                    <a:pt x="1596" y="3240"/>
                  </a:lnTo>
                  <a:cubicBezTo>
                    <a:pt x="2453" y="3240"/>
                    <a:pt x="3215" y="2550"/>
                    <a:pt x="3263" y="1692"/>
                  </a:cubicBezTo>
                  <a:cubicBezTo>
                    <a:pt x="3286" y="754"/>
                    <a:pt x="2548" y="1"/>
                    <a:pt x="161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13" name="Google Shape;31013;p155"/>
          <p:cNvGrpSpPr/>
          <p:nvPr/>
        </p:nvGrpSpPr>
        <p:grpSpPr>
          <a:xfrm>
            <a:off x="2569586" y="3980647"/>
            <a:ext cx="344545" cy="344545"/>
            <a:chOff x="2745732" y="4133047"/>
            <a:chExt cx="344545" cy="344545"/>
          </a:xfrm>
        </p:grpSpPr>
        <p:sp>
          <p:nvSpPr>
            <p:cNvPr id="31014" name="Google Shape;31014;p155"/>
            <p:cNvSpPr/>
            <p:nvPr/>
          </p:nvSpPr>
          <p:spPr>
            <a:xfrm>
              <a:off x="2745732" y="4456908"/>
              <a:ext cx="343855" cy="20684"/>
            </a:xfrm>
            <a:custGeom>
              <a:rect b="b" l="l" r="r" t="t"/>
              <a:pathLst>
                <a:path extrusionOk="0" h="692" w="11504">
                  <a:moveTo>
                    <a:pt x="1" y="1"/>
                  </a:moveTo>
                  <a:lnTo>
                    <a:pt x="1" y="692"/>
                  </a:lnTo>
                  <a:lnTo>
                    <a:pt x="11503" y="692"/>
                  </a:lnTo>
                  <a:lnTo>
                    <a:pt x="11503"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5" name="Google Shape;31015;p155"/>
            <p:cNvSpPr/>
            <p:nvPr/>
          </p:nvSpPr>
          <p:spPr>
            <a:xfrm>
              <a:off x="2918707" y="4456908"/>
              <a:ext cx="171569" cy="20684"/>
            </a:xfrm>
            <a:custGeom>
              <a:rect b="b" l="l" r="r" t="t"/>
              <a:pathLst>
                <a:path extrusionOk="0" h="692" w="5740">
                  <a:moveTo>
                    <a:pt x="1" y="1"/>
                  </a:moveTo>
                  <a:lnTo>
                    <a:pt x="1" y="692"/>
                  </a:lnTo>
                  <a:lnTo>
                    <a:pt x="5740" y="692"/>
                  </a:lnTo>
                  <a:lnTo>
                    <a:pt x="574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6" name="Google Shape;31016;p155"/>
            <p:cNvSpPr/>
            <p:nvPr/>
          </p:nvSpPr>
          <p:spPr>
            <a:xfrm>
              <a:off x="3026192" y="4369359"/>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7" name="Google Shape;31017;p155"/>
            <p:cNvSpPr/>
            <p:nvPr/>
          </p:nvSpPr>
          <p:spPr>
            <a:xfrm>
              <a:off x="3026192" y="4290359"/>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8" name="Google Shape;31018;p155"/>
            <p:cNvSpPr/>
            <p:nvPr/>
          </p:nvSpPr>
          <p:spPr>
            <a:xfrm>
              <a:off x="3026192" y="4212047"/>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9" name="Google Shape;31019;p155"/>
            <p:cNvSpPr/>
            <p:nvPr/>
          </p:nvSpPr>
          <p:spPr>
            <a:xfrm>
              <a:off x="3026192" y="4133047"/>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0" name="Google Shape;31020;p155"/>
            <p:cNvSpPr/>
            <p:nvPr/>
          </p:nvSpPr>
          <p:spPr>
            <a:xfrm>
              <a:off x="3058235" y="4369359"/>
              <a:ext cx="32042" cy="64114"/>
            </a:xfrm>
            <a:custGeom>
              <a:rect b="b" l="l" r="r" t="t"/>
              <a:pathLst>
                <a:path extrusionOk="0" h="2145" w="1072">
                  <a:moveTo>
                    <a:pt x="0" y="1"/>
                  </a:moveTo>
                  <a:lnTo>
                    <a:pt x="0" y="2144"/>
                  </a:lnTo>
                  <a:cubicBezTo>
                    <a:pt x="596" y="2144"/>
                    <a:pt x="1072" y="1668"/>
                    <a:pt x="1072" y="1072"/>
                  </a:cubicBezTo>
                  <a:cubicBezTo>
                    <a:pt x="1072" y="477"/>
                    <a:pt x="596"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1" name="Google Shape;31021;p155"/>
            <p:cNvSpPr/>
            <p:nvPr/>
          </p:nvSpPr>
          <p:spPr>
            <a:xfrm>
              <a:off x="3058235" y="4290359"/>
              <a:ext cx="32042" cy="64084"/>
            </a:xfrm>
            <a:custGeom>
              <a:rect b="b" l="l" r="r" t="t"/>
              <a:pathLst>
                <a:path extrusionOk="0" h="2144" w="1072">
                  <a:moveTo>
                    <a:pt x="0" y="0"/>
                  </a:moveTo>
                  <a:lnTo>
                    <a:pt x="0" y="2144"/>
                  </a:lnTo>
                  <a:cubicBezTo>
                    <a:pt x="596" y="2144"/>
                    <a:pt x="1072" y="1667"/>
                    <a:pt x="1072" y="1072"/>
                  </a:cubicBezTo>
                  <a:cubicBezTo>
                    <a:pt x="1072" y="477"/>
                    <a:pt x="596"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2" name="Google Shape;31022;p155"/>
            <p:cNvSpPr/>
            <p:nvPr/>
          </p:nvSpPr>
          <p:spPr>
            <a:xfrm>
              <a:off x="3058235" y="4211925"/>
              <a:ext cx="32042" cy="64114"/>
            </a:xfrm>
            <a:custGeom>
              <a:rect b="b" l="l" r="r" t="t"/>
              <a:pathLst>
                <a:path extrusionOk="0" h="2145" w="1072">
                  <a:moveTo>
                    <a:pt x="0" y="1"/>
                  </a:moveTo>
                  <a:lnTo>
                    <a:pt x="0" y="2144"/>
                  </a:lnTo>
                  <a:cubicBezTo>
                    <a:pt x="596" y="2144"/>
                    <a:pt x="1072" y="1668"/>
                    <a:pt x="1072" y="1073"/>
                  </a:cubicBezTo>
                  <a:cubicBezTo>
                    <a:pt x="1072" y="501"/>
                    <a:pt x="596" y="25"/>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3" name="Google Shape;31023;p155"/>
            <p:cNvSpPr/>
            <p:nvPr/>
          </p:nvSpPr>
          <p:spPr>
            <a:xfrm>
              <a:off x="3058235" y="4133047"/>
              <a:ext cx="32042" cy="64084"/>
            </a:xfrm>
            <a:custGeom>
              <a:rect b="b" l="l" r="r" t="t"/>
              <a:pathLst>
                <a:path extrusionOk="0" h="2144" w="1072">
                  <a:moveTo>
                    <a:pt x="0" y="0"/>
                  </a:moveTo>
                  <a:lnTo>
                    <a:pt x="0" y="2144"/>
                  </a:lnTo>
                  <a:cubicBezTo>
                    <a:pt x="596" y="2144"/>
                    <a:pt x="1072" y="1644"/>
                    <a:pt x="1072" y="1072"/>
                  </a:cubicBezTo>
                  <a:cubicBezTo>
                    <a:pt x="1072" y="477"/>
                    <a:pt x="596"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4" name="Google Shape;31024;p155"/>
            <p:cNvSpPr/>
            <p:nvPr/>
          </p:nvSpPr>
          <p:spPr>
            <a:xfrm>
              <a:off x="2932935" y="4369359"/>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5" name="Google Shape;31025;p155"/>
            <p:cNvSpPr/>
            <p:nvPr/>
          </p:nvSpPr>
          <p:spPr>
            <a:xfrm>
              <a:off x="2932935" y="4290359"/>
              <a:ext cx="64114" cy="64084"/>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6" name="Google Shape;31026;p155"/>
            <p:cNvSpPr/>
            <p:nvPr/>
          </p:nvSpPr>
          <p:spPr>
            <a:xfrm>
              <a:off x="2932935" y="4212047"/>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7" name="Google Shape;31027;p155"/>
            <p:cNvSpPr/>
            <p:nvPr/>
          </p:nvSpPr>
          <p:spPr>
            <a:xfrm>
              <a:off x="2964977" y="4369359"/>
              <a:ext cx="32072" cy="64114"/>
            </a:xfrm>
            <a:custGeom>
              <a:rect b="b" l="l" r="r" t="t"/>
              <a:pathLst>
                <a:path extrusionOk="0" h="2145" w="1073">
                  <a:moveTo>
                    <a:pt x="1" y="1"/>
                  </a:moveTo>
                  <a:lnTo>
                    <a:pt x="1" y="2144"/>
                  </a:lnTo>
                  <a:cubicBezTo>
                    <a:pt x="596" y="2144"/>
                    <a:pt x="1072" y="1668"/>
                    <a:pt x="1072" y="1072"/>
                  </a:cubicBezTo>
                  <a:cubicBezTo>
                    <a:pt x="1072" y="477"/>
                    <a:pt x="596" y="1"/>
                    <a:pt x="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8" name="Google Shape;31028;p155"/>
            <p:cNvSpPr/>
            <p:nvPr/>
          </p:nvSpPr>
          <p:spPr>
            <a:xfrm>
              <a:off x="2964977" y="4290359"/>
              <a:ext cx="32072" cy="64084"/>
            </a:xfrm>
            <a:custGeom>
              <a:rect b="b" l="l" r="r" t="t"/>
              <a:pathLst>
                <a:path extrusionOk="0" h="2144" w="1073">
                  <a:moveTo>
                    <a:pt x="1" y="0"/>
                  </a:moveTo>
                  <a:lnTo>
                    <a:pt x="1" y="2144"/>
                  </a:lnTo>
                  <a:cubicBezTo>
                    <a:pt x="596" y="2144"/>
                    <a:pt x="1072" y="1667"/>
                    <a:pt x="1072" y="1072"/>
                  </a:cubicBezTo>
                  <a:cubicBezTo>
                    <a:pt x="1072" y="477"/>
                    <a:pt x="596" y="0"/>
                    <a:pt x="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9" name="Google Shape;31029;p155"/>
            <p:cNvSpPr/>
            <p:nvPr/>
          </p:nvSpPr>
          <p:spPr>
            <a:xfrm>
              <a:off x="2964977" y="4211925"/>
              <a:ext cx="32072" cy="64114"/>
            </a:xfrm>
            <a:custGeom>
              <a:rect b="b" l="l" r="r" t="t"/>
              <a:pathLst>
                <a:path extrusionOk="0" h="2145" w="1073">
                  <a:moveTo>
                    <a:pt x="1" y="1"/>
                  </a:moveTo>
                  <a:lnTo>
                    <a:pt x="1" y="2144"/>
                  </a:lnTo>
                  <a:cubicBezTo>
                    <a:pt x="596" y="2144"/>
                    <a:pt x="1072" y="1668"/>
                    <a:pt x="1072" y="1073"/>
                  </a:cubicBezTo>
                  <a:cubicBezTo>
                    <a:pt x="1072" y="501"/>
                    <a:pt x="596" y="25"/>
                    <a:pt x="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0" name="Google Shape;31030;p155"/>
            <p:cNvSpPr/>
            <p:nvPr/>
          </p:nvSpPr>
          <p:spPr>
            <a:xfrm>
              <a:off x="2839707" y="4369359"/>
              <a:ext cx="64084" cy="64114"/>
            </a:xfrm>
            <a:custGeom>
              <a:rect b="b" l="l" r="r" t="t"/>
              <a:pathLst>
                <a:path extrusionOk="0" h="2145"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1" name="Google Shape;31031;p155"/>
            <p:cNvSpPr/>
            <p:nvPr/>
          </p:nvSpPr>
          <p:spPr>
            <a:xfrm>
              <a:off x="2839707" y="4290359"/>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2" name="Google Shape;31032;p155"/>
            <p:cNvSpPr/>
            <p:nvPr/>
          </p:nvSpPr>
          <p:spPr>
            <a:xfrm>
              <a:off x="2871719" y="4369359"/>
              <a:ext cx="32072" cy="64114"/>
            </a:xfrm>
            <a:custGeom>
              <a:rect b="b" l="l" r="r" t="t"/>
              <a:pathLst>
                <a:path extrusionOk="0" h="2145" w="1073">
                  <a:moveTo>
                    <a:pt x="1" y="1"/>
                  </a:moveTo>
                  <a:lnTo>
                    <a:pt x="1" y="2144"/>
                  </a:lnTo>
                  <a:cubicBezTo>
                    <a:pt x="596" y="2144"/>
                    <a:pt x="1073" y="1668"/>
                    <a:pt x="1073" y="1072"/>
                  </a:cubicBezTo>
                  <a:cubicBezTo>
                    <a:pt x="1073" y="477"/>
                    <a:pt x="596" y="1"/>
                    <a:pt x="1"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3" name="Google Shape;31033;p155"/>
            <p:cNvSpPr/>
            <p:nvPr/>
          </p:nvSpPr>
          <p:spPr>
            <a:xfrm>
              <a:off x="2871719" y="4290359"/>
              <a:ext cx="32072" cy="64084"/>
            </a:xfrm>
            <a:custGeom>
              <a:rect b="b" l="l" r="r" t="t"/>
              <a:pathLst>
                <a:path extrusionOk="0" h="2144" w="1073">
                  <a:moveTo>
                    <a:pt x="1" y="0"/>
                  </a:moveTo>
                  <a:lnTo>
                    <a:pt x="1" y="2144"/>
                  </a:lnTo>
                  <a:cubicBezTo>
                    <a:pt x="596" y="2144"/>
                    <a:pt x="1073" y="1667"/>
                    <a:pt x="1073" y="1072"/>
                  </a:cubicBezTo>
                  <a:cubicBezTo>
                    <a:pt x="1073" y="477"/>
                    <a:pt x="596" y="0"/>
                    <a:pt x="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4" name="Google Shape;31034;p155"/>
            <p:cNvSpPr/>
            <p:nvPr/>
          </p:nvSpPr>
          <p:spPr>
            <a:xfrm>
              <a:off x="2746449" y="4369359"/>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5" name="Google Shape;31035;p155"/>
            <p:cNvSpPr/>
            <p:nvPr/>
          </p:nvSpPr>
          <p:spPr>
            <a:xfrm>
              <a:off x="2746449" y="4290359"/>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6" name="Google Shape;31036;p155"/>
            <p:cNvSpPr/>
            <p:nvPr/>
          </p:nvSpPr>
          <p:spPr>
            <a:xfrm>
              <a:off x="2746449" y="4212047"/>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7" name="Google Shape;31037;p155"/>
            <p:cNvSpPr/>
            <p:nvPr/>
          </p:nvSpPr>
          <p:spPr>
            <a:xfrm>
              <a:off x="2779209" y="4369359"/>
              <a:ext cx="32042" cy="64114"/>
            </a:xfrm>
            <a:custGeom>
              <a:rect b="b" l="l" r="r" t="t"/>
              <a:pathLst>
                <a:path extrusionOk="0" h="2145" w="1072">
                  <a:moveTo>
                    <a:pt x="0" y="1"/>
                  </a:moveTo>
                  <a:lnTo>
                    <a:pt x="0" y="2144"/>
                  </a:lnTo>
                  <a:cubicBezTo>
                    <a:pt x="595" y="2144"/>
                    <a:pt x="1072" y="1668"/>
                    <a:pt x="1072" y="1072"/>
                  </a:cubicBezTo>
                  <a:cubicBezTo>
                    <a:pt x="1072" y="477"/>
                    <a:pt x="572" y="1"/>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8" name="Google Shape;31038;p155"/>
            <p:cNvSpPr/>
            <p:nvPr/>
          </p:nvSpPr>
          <p:spPr>
            <a:xfrm>
              <a:off x="2779209" y="4290359"/>
              <a:ext cx="32042" cy="64084"/>
            </a:xfrm>
            <a:custGeom>
              <a:rect b="b" l="l" r="r" t="t"/>
              <a:pathLst>
                <a:path extrusionOk="0" h="2144" w="1072">
                  <a:moveTo>
                    <a:pt x="0" y="0"/>
                  </a:moveTo>
                  <a:lnTo>
                    <a:pt x="0" y="2144"/>
                  </a:lnTo>
                  <a:cubicBezTo>
                    <a:pt x="595" y="2144"/>
                    <a:pt x="1072" y="1667"/>
                    <a:pt x="1072" y="1072"/>
                  </a:cubicBezTo>
                  <a:cubicBezTo>
                    <a:pt x="1072" y="477"/>
                    <a:pt x="572" y="0"/>
                    <a:pt x="0"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9" name="Google Shape;31039;p155"/>
            <p:cNvSpPr/>
            <p:nvPr/>
          </p:nvSpPr>
          <p:spPr>
            <a:xfrm>
              <a:off x="2779209" y="4211925"/>
              <a:ext cx="32042" cy="64114"/>
            </a:xfrm>
            <a:custGeom>
              <a:rect b="b" l="l" r="r" t="t"/>
              <a:pathLst>
                <a:path extrusionOk="0" h="2145" w="1072">
                  <a:moveTo>
                    <a:pt x="0" y="1"/>
                  </a:moveTo>
                  <a:lnTo>
                    <a:pt x="0" y="2144"/>
                  </a:lnTo>
                  <a:cubicBezTo>
                    <a:pt x="595" y="2144"/>
                    <a:pt x="1072" y="1668"/>
                    <a:pt x="1072" y="1073"/>
                  </a:cubicBezTo>
                  <a:cubicBezTo>
                    <a:pt x="1072" y="501"/>
                    <a:pt x="572" y="25"/>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40" name="Google Shape;31040;p155"/>
          <p:cNvGrpSpPr/>
          <p:nvPr/>
        </p:nvGrpSpPr>
        <p:grpSpPr>
          <a:xfrm>
            <a:off x="3274565" y="3982673"/>
            <a:ext cx="343826" cy="343827"/>
            <a:chOff x="3379296" y="4149427"/>
            <a:chExt cx="343826" cy="343827"/>
          </a:xfrm>
        </p:grpSpPr>
        <p:sp>
          <p:nvSpPr>
            <p:cNvPr id="31041" name="Google Shape;31041;p155"/>
            <p:cNvSpPr/>
            <p:nvPr/>
          </p:nvSpPr>
          <p:spPr>
            <a:xfrm>
              <a:off x="3389966" y="4395692"/>
              <a:ext cx="46300" cy="47017"/>
            </a:xfrm>
            <a:custGeom>
              <a:rect b="b" l="l" r="r" t="t"/>
              <a:pathLst>
                <a:path extrusionOk="0" h="1573" w="1549">
                  <a:moveTo>
                    <a:pt x="1168" y="1"/>
                  </a:moveTo>
                  <a:lnTo>
                    <a:pt x="1" y="763"/>
                  </a:lnTo>
                  <a:lnTo>
                    <a:pt x="1" y="1573"/>
                  </a:lnTo>
                  <a:lnTo>
                    <a:pt x="25" y="1573"/>
                  </a:lnTo>
                  <a:lnTo>
                    <a:pt x="1549" y="549"/>
                  </a:lnTo>
                  <a:lnTo>
                    <a:pt x="1168"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2" name="Google Shape;31042;p155"/>
            <p:cNvSpPr/>
            <p:nvPr/>
          </p:nvSpPr>
          <p:spPr>
            <a:xfrm>
              <a:off x="3457608" y="4333790"/>
              <a:ext cx="39156" cy="46270"/>
            </a:xfrm>
            <a:custGeom>
              <a:rect b="b" l="l" r="r" t="t"/>
              <a:pathLst>
                <a:path extrusionOk="0" h="1548" w="1310">
                  <a:moveTo>
                    <a:pt x="738" y="0"/>
                  </a:moveTo>
                  <a:lnTo>
                    <a:pt x="0" y="1191"/>
                  </a:lnTo>
                  <a:lnTo>
                    <a:pt x="572" y="1548"/>
                  </a:lnTo>
                  <a:lnTo>
                    <a:pt x="1310" y="357"/>
                  </a:lnTo>
                  <a:lnTo>
                    <a:pt x="73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3" name="Google Shape;31043;p155"/>
            <p:cNvSpPr/>
            <p:nvPr/>
          </p:nvSpPr>
          <p:spPr>
            <a:xfrm>
              <a:off x="3513832" y="4322372"/>
              <a:ext cx="44148" cy="39903"/>
            </a:xfrm>
            <a:custGeom>
              <a:rect b="b" l="l" r="r" t="t"/>
              <a:pathLst>
                <a:path extrusionOk="0" h="1335" w="1477">
                  <a:moveTo>
                    <a:pt x="381" y="1"/>
                  </a:moveTo>
                  <a:lnTo>
                    <a:pt x="0" y="573"/>
                  </a:lnTo>
                  <a:lnTo>
                    <a:pt x="1096" y="1335"/>
                  </a:lnTo>
                  <a:lnTo>
                    <a:pt x="1477" y="787"/>
                  </a:lnTo>
                  <a:lnTo>
                    <a:pt x="38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4" name="Google Shape;31044;p155"/>
            <p:cNvSpPr/>
            <p:nvPr/>
          </p:nvSpPr>
          <p:spPr>
            <a:xfrm>
              <a:off x="3580756" y="4312418"/>
              <a:ext cx="43430" cy="44177"/>
            </a:xfrm>
            <a:custGeom>
              <a:rect b="b" l="l" r="r" t="t"/>
              <a:pathLst>
                <a:path extrusionOk="0" h="1478" w="1453">
                  <a:moveTo>
                    <a:pt x="953" y="1"/>
                  </a:moveTo>
                  <a:lnTo>
                    <a:pt x="0" y="1025"/>
                  </a:lnTo>
                  <a:lnTo>
                    <a:pt x="500" y="1477"/>
                  </a:lnTo>
                  <a:lnTo>
                    <a:pt x="1453" y="453"/>
                  </a:lnTo>
                  <a:lnTo>
                    <a:pt x="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5" name="Google Shape;31045;p155"/>
            <p:cNvSpPr/>
            <p:nvPr/>
          </p:nvSpPr>
          <p:spPr>
            <a:xfrm>
              <a:off x="3632705" y="4246211"/>
              <a:ext cx="39186" cy="43460"/>
            </a:xfrm>
            <a:custGeom>
              <a:rect b="b" l="l" r="r" t="t"/>
              <a:pathLst>
                <a:path extrusionOk="0" h="1454" w="1311">
                  <a:moveTo>
                    <a:pt x="763" y="1"/>
                  </a:moveTo>
                  <a:lnTo>
                    <a:pt x="0" y="1073"/>
                  </a:lnTo>
                  <a:lnTo>
                    <a:pt x="572" y="1454"/>
                  </a:lnTo>
                  <a:lnTo>
                    <a:pt x="1310" y="382"/>
                  </a:lnTo>
                  <a:lnTo>
                    <a:pt x="76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6" name="Google Shape;31046;p155"/>
            <p:cNvSpPr/>
            <p:nvPr/>
          </p:nvSpPr>
          <p:spPr>
            <a:xfrm>
              <a:off x="3379296" y="4149427"/>
              <a:ext cx="343825" cy="343825"/>
            </a:xfrm>
            <a:custGeom>
              <a:rect b="b" l="l" r="r" t="t"/>
              <a:pathLst>
                <a:path extrusionOk="0" h="11503" w="11503">
                  <a:moveTo>
                    <a:pt x="1" y="0"/>
                  </a:moveTo>
                  <a:lnTo>
                    <a:pt x="1" y="11502"/>
                  </a:lnTo>
                  <a:lnTo>
                    <a:pt x="11503" y="11502"/>
                  </a:lnTo>
                  <a:lnTo>
                    <a:pt x="11503" y="10288"/>
                  </a:lnTo>
                  <a:lnTo>
                    <a:pt x="10836" y="10288"/>
                  </a:lnTo>
                  <a:lnTo>
                    <a:pt x="10836" y="10812"/>
                  </a:lnTo>
                  <a:lnTo>
                    <a:pt x="691" y="10812"/>
                  </a:lnTo>
                  <a:lnTo>
                    <a:pt x="691" y="691"/>
                  </a:lnTo>
                  <a:lnTo>
                    <a:pt x="1215" y="691"/>
                  </a:lnTo>
                  <a:lnTo>
                    <a:pt x="1215"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7" name="Google Shape;31047;p155"/>
            <p:cNvSpPr/>
            <p:nvPr/>
          </p:nvSpPr>
          <p:spPr>
            <a:xfrm>
              <a:off x="3550836" y="4456220"/>
              <a:ext cx="172286" cy="37034"/>
            </a:xfrm>
            <a:custGeom>
              <a:rect b="b" l="l" r="r" t="t"/>
              <a:pathLst>
                <a:path extrusionOk="0" h="1239" w="5764">
                  <a:moveTo>
                    <a:pt x="5097" y="0"/>
                  </a:moveTo>
                  <a:lnTo>
                    <a:pt x="5097" y="524"/>
                  </a:lnTo>
                  <a:lnTo>
                    <a:pt x="1" y="524"/>
                  </a:lnTo>
                  <a:lnTo>
                    <a:pt x="1" y="1238"/>
                  </a:lnTo>
                  <a:lnTo>
                    <a:pt x="5764" y="1238"/>
                  </a:lnTo>
                  <a:lnTo>
                    <a:pt x="576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8" name="Google Shape;31048;p155"/>
            <p:cNvSpPr/>
            <p:nvPr/>
          </p:nvSpPr>
          <p:spPr>
            <a:xfrm>
              <a:off x="3421291" y="4360810"/>
              <a:ext cx="64084" cy="64114"/>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44" y="477"/>
                    <a:pt x="1644"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9" name="Google Shape;31049;p155"/>
            <p:cNvSpPr/>
            <p:nvPr/>
          </p:nvSpPr>
          <p:spPr>
            <a:xfrm>
              <a:off x="3452616" y="4360123"/>
              <a:ext cx="32072" cy="64084"/>
            </a:xfrm>
            <a:custGeom>
              <a:rect b="b" l="l" r="r" t="t"/>
              <a:pathLst>
                <a:path extrusionOk="0" h="2144" w="1073">
                  <a:moveTo>
                    <a:pt x="0" y="0"/>
                  </a:moveTo>
                  <a:lnTo>
                    <a:pt x="0" y="2143"/>
                  </a:lnTo>
                  <a:cubicBezTo>
                    <a:pt x="596" y="2143"/>
                    <a:pt x="1072" y="1667"/>
                    <a:pt x="1072" y="1072"/>
                  </a:cubicBezTo>
                  <a:cubicBezTo>
                    <a:pt x="1072" y="500"/>
                    <a:pt x="596" y="24"/>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0" name="Google Shape;31050;p155"/>
            <p:cNvSpPr/>
            <p:nvPr/>
          </p:nvSpPr>
          <p:spPr>
            <a:xfrm>
              <a:off x="3468279" y="4288924"/>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1" name="Google Shape;31051;p155"/>
            <p:cNvSpPr/>
            <p:nvPr/>
          </p:nvSpPr>
          <p:spPr>
            <a:xfrm>
              <a:off x="3500291" y="4288924"/>
              <a:ext cx="32072" cy="64084"/>
            </a:xfrm>
            <a:custGeom>
              <a:rect b="b" l="l" r="r" t="t"/>
              <a:pathLst>
                <a:path extrusionOk="0" h="2144" w="1073">
                  <a:moveTo>
                    <a:pt x="1" y="1"/>
                  </a:moveTo>
                  <a:lnTo>
                    <a:pt x="1" y="2144"/>
                  </a:lnTo>
                  <a:cubicBezTo>
                    <a:pt x="596" y="2144"/>
                    <a:pt x="1073" y="1668"/>
                    <a:pt x="1073" y="1072"/>
                  </a:cubicBezTo>
                  <a:cubicBezTo>
                    <a:pt x="1073" y="477"/>
                    <a:pt x="596"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2" name="Google Shape;31052;p155"/>
            <p:cNvSpPr/>
            <p:nvPr/>
          </p:nvSpPr>
          <p:spPr>
            <a:xfrm>
              <a:off x="3539447" y="4332355"/>
              <a:ext cx="64114" cy="64084"/>
            </a:xfrm>
            <a:custGeom>
              <a:rect b="b" l="l" r="r" t="t"/>
              <a:pathLst>
                <a:path extrusionOk="0" h="2144" w="2145">
                  <a:moveTo>
                    <a:pt x="1072" y="0"/>
                  </a:moveTo>
                  <a:cubicBezTo>
                    <a:pt x="477" y="0"/>
                    <a:pt x="1" y="477"/>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3" name="Google Shape;31053;p155"/>
            <p:cNvSpPr/>
            <p:nvPr/>
          </p:nvSpPr>
          <p:spPr>
            <a:xfrm>
              <a:off x="3571490" y="4332355"/>
              <a:ext cx="32072" cy="64084"/>
            </a:xfrm>
            <a:custGeom>
              <a:rect b="b" l="l" r="r" t="t"/>
              <a:pathLst>
                <a:path extrusionOk="0" h="2144" w="1073">
                  <a:moveTo>
                    <a:pt x="0" y="0"/>
                  </a:moveTo>
                  <a:lnTo>
                    <a:pt x="0" y="2144"/>
                  </a:lnTo>
                  <a:cubicBezTo>
                    <a:pt x="596" y="2144"/>
                    <a:pt x="1072" y="1667"/>
                    <a:pt x="1072" y="1072"/>
                  </a:cubicBezTo>
                  <a:cubicBezTo>
                    <a:pt x="1072" y="500"/>
                    <a:pt x="596"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4" name="Google Shape;31054;p155"/>
            <p:cNvSpPr/>
            <p:nvPr/>
          </p:nvSpPr>
          <p:spPr>
            <a:xfrm>
              <a:off x="3598541" y="4271857"/>
              <a:ext cx="64084" cy="64084"/>
            </a:xfrm>
            <a:custGeom>
              <a:rect b="b" l="l" r="r" t="t"/>
              <a:pathLst>
                <a:path extrusionOk="0" h="2144" w="2144">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5" name="Google Shape;31055;p155"/>
            <p:cNvSpPr/>
            <p:nvPr/>
          </p:nvSpPr>
          <p:spPr>
            <a:xfrm>
              <a:off x="3630583" y="4271140"/>
              <a:ext cx="32042" cy="64084"/>
            </a:xfrm>
            <a:custGeom>
              <a:rect b="b" l="l" r="r" t="t"/>
              <a:pathLst>
                <a:path extrusionOk="0" h="2144" w="1072">
                  <a:moveTo>
                    <a:pt x="0" y="0"/>
                  </a:moveTo>
                  <a:lnTo>
                    <a:pt x="0" y="2144"/>
                  </a:lnTo>
                  <a:cubicBezTo>
                    <a:pt x="595" y="2144"/>
                    <a:pt x="1072" y="1667"/>
                    <a:pt x="1072" y="1072"/>
                  </a:cubicBezTo>
                  <a:cubicBezTo>
                    <a:pt x="1072" y="500"/>
                    <a:pt x="595" y="24"/>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6" name="Google Shape;31056;p155"/>
            <p:cNvSpPr/>
            <p:nvPr/>
          </p:nvSpPr>
          <p:spPr>
            <a:xfrm>
              <a:off x="3642659" y="4201376"/>
              <a:ext cx="64114" cy="64084"/>
            </a:xfrm>
            <a:custGeom>
              <a:rect b="b" l="l" r="r" t="t"/>
              <a:pathLst>
                <a:path extrusionOk="0" h="2144"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7" name="Google Shape;31057;p155"/>
            <p:cNvSpPr/>
            <p:nvPr/>
          </p:nvSpPr>
          <p:spPr>
            <a:xfrm>
              <a:off x="3674701" y="4201376"/>
              <a:ext cx="32072" cy="64084"/>
            </a:xfrm>
            <a:custGeom>
              <a:rect b="b" l="l" r="r" t="t"/>
              <a:pathLst>
                <a:path extrusionOk="0" h="2144" w="1073">
                  <a:moveTo>
                    <a:pt x="1" y="1"/>
                  </a:moveTo>
                  <a:lnTo>
                    <a:pt x="1" y="2144"/>
                  </a:lnTo>
                  <a:cubicBezTo>
                    <a:pt x="596" y="2144"/>
                    <a:pt x="1072" y="1668"/>
                    <a:pt x="1072" y="1072"/>
                  </a:cubicBezTo>
                  <a:cubicBezTo>
                    <a:pt x="1072" y="477"/>
                    <a:pt x="596"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8" name="Google Shape;31058;p155"/>
          <p:cNvGrpSpPr/>
          <p:nvPr/>
        </p:nvGrpSpPr>
        <p:grpSpPr>
          <a:xfrm>
            <a:off x="4038814" y="3984588"/>
            <a:ext cx="343826" cy="343139"/>
            <a:chOff x="4076914" y="4146557"/>
            <a:chExt cx="343826" cy="343139"/>
          </a:xfrm>
        </p:grpSpPr>
        <p:sp>
          <p:nvSpPr>
            <p:cNvPr id="31059" name="Google Shape;31059;p155"/>
            <p:cNvSpPr/>
            <p:nvPr/>
          </p:nvSpPr>
          <p:spPr>
            <a:xfrm>
              <a:off x="4076914" y="4146557"/>
              <a:ext cx="189383" cy="339580"/>
            </a:xfrm>
            <a:custGeom>
              <a:rect b="b" l="l" r="r" t="t"/>
              <a:pathLst>
                <a:path extrusionOk="0" h="11361" w="6336">
                  <a:moveTo>
                    <a:pt x="5740" y="1"/>
                  </a:moveTo>
                  <a:cubicBezTo>
                    <a:pt x="2549" y="1"/>
                    <a:pt x="1" y="2573"/>
                    <a:pt x="1" y="5740"/>
                  </a:cubicBezTo>
                  <a:cubicBezTo>
                    <a:pt x="1" y="8526"/>
                    <a:pt x="1977" y="10860"/>
                    <a:pt x="4597" y="11360"/>
                  </a:cubicBezTo>
                  <a:lnTo>
                    <a:pt x="6335" y="5740"/>
                  </a:lnTo>
                  <a:lnTo>
                    <a:pt x="5740"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0" name="Google Shape;31060;p155"/>
            <p:cNvSpPr/>
            <p:nvPr/>
          </p:nvSpPr>
          <p:spPr>
            <a:xfrm>
              <a:off x="4215724" y="4318127"/>
              <a:ext cx="175126" cy="171569"/>
            </a:xfrm>
            <a:custGeom>
              <a:rect b="b" l="l" r="r" t="t"/>
              <a:pathLst>
                <a:path extrusionOk="0" h="5740" w="5859">
                  <a:moveTo>
                    <a:pt x="1120" y="0"/>
                  </a:moveTo>
                  <a:lnTo>
                    <a:pt x="0" y="5620"/>
                  </a:lnTo>
                  <a:cubicBezTo>
                    <a:pt x="358" y="5716"/>
                    <a:pt x="739" y="5739"/>
                    <a:pt x="1120" y="5739"/>
                  </a:cubicBezTo>
                  <a:cubicBezTo>
                    <a:pt x="3096" y="5739"/>
                    <a:pt x="4811" y="4763"/>
                    <a:pt x="5859" y="3239"/>
                  </a:cubicBezTo>
                  <a:lnTo>
                    <a:pt x="171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1" name="Google Shape;31061;p155"/>
            <p:cNvSpPr/>
            <p:nvPr/>
          </p:nvSpPr>
          <p:spPr>
            <a:xfrm>
              <a:off x="4249171" y="4318127"/>
              <a:ext cx="141679" cy="171569"/>
            </a:xfrm>
            <a:custGeom>
              <a:rect b="b" l="l" r="r" t="t"/>
              <a:pathLst>
                <a:path extrusionOk="0" h="5740" w="4740">
                  <a:moveTo>
                    <a:pt x="1" y="0"/>
                  </a:moveTo>
                  <a:lnTo>
                    <a:pt x="1" y="5739"/>
                  </a:lnTo>
                  <a:cubicBezTo>
                    <a:pt x="1977" y="5739"/>
                    <a:pt x="3692" y="4763"/>
                    <a:pt x="4740" y="3239"/>
                  </a:cubicBezTo>
                  <a:lnTo>
                    <a:pt x="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2" name="Google Shape;31062;p155"/>
            <p:cNvSpPr/>
            <p:nvPr/>
          </p:nvSpPr>
          <p:spPr>
            <a:xfrm>
              <a:off x="4249171" y="4146557"/>
              <a:ext cx="171569" cy="268382"/>
            </a:xfrm>
            <a:custGeom>
              <a:rect b="b" l="l" r="r" t="t"/>
              <a:pathLst>
                <a:path extrusionOk="0" h="8979" w="5740">
                  <a:moveTo>
                    <a:pt x="1" y="1"/>
                  </a:moveTo>
                  <a:lnTo>
                    <a:pt x="1" y="5740"/>
                  </a:lnTo>
                  <a:lnTo>
                    <a:pt x="4740" y="8979"/>
                  </a:lnTo>
                  <a:cubicBezTo>
                    <a:pt x="5359" y="8050"/>
                    <a:pt x="5740" y="6931"/>
                    <a:pt x="5740" y="5740"/>
                  </a:cubicBezTo>
                  <a:cubicBezTo>
                    <a:pt x="5740" y="2549"/>
                    <a:pt x="3168"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3" name="Google Shape;31063;p155"/>
            <p:cNvSpPr/>
            <p:nvPr/>
          </p:nvSpPr>
          <p:spPr>
            <a:xfrm>
              <a:off x="4121062" y="4190705"/>
              <a:ext cx="144518" cy="252003"/>
            </a:xfrm>
            <a:custGeom>
              <a:rect b="b" l="l" r="r" t="t"/>
              <a:pathLst>
                <a:path extrusionOk="0" h="8431" w="4835">
                  <a:moveTo>
                    <a:pt x="4263" y="0"/>
                  </a:moveTo>
                  <a:cubicBezTo>
                    <a:pt x="1905" y="0"/>
                    <a:pt x="0" y="1905"/>
                    <a:pt x="0" y="4263"/>
                  </a:cubicBezTo>
                  <a:cubicBezTo>
                    <a:pt x="0" y="6311"/>
                    <a:pt x="1453" y="8050"/>
                    <a:pt x="3406" y="8431"/>
                  </a:cubicBezTo>
                  <a:lnTo>
                    <a:pt x="4834" y="4263"/>
                  </a:lnTo>
                  <a:lnTo>
                    <a:pt x="426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4" name="Google Shape;31064;p155"/>
            <p:cNvSpPr/>
            <p:nvPr/>
          </p:nvSpPr>
          <p:spPr>
            <a:xfrm>
              <a:off x="4223555" y="4318127"/>
              <a:ext cx="129573" cy="127421"/>
            </a:xfrm>
            <a:custGeom>
              <a:rect b="b" l="l" r="r" t="t"/>
              <a:pathLst>
                <a:path extrusionOk="0" h="4263" w="4335">
                  <a:moveTo>
                    <a:pt x="834" y="0"/>
                  </a:moveTo>
                  <a:lnTo>
                    <a:pt x="0" y="4168"/>
                  </a:lnTo>
                  <a:cubicBezTo>
                    <a:pt x="262" y="4215"/>
                    <a:pt x="524" y="4263"/>
                    <a:pt x="834" y="4263"/>
                  </a:cubicBezTo>
                  <a:cubicBezTo>
                    <a:pt x="2287" y="4263"/>
                    <a:pt x="3573" y="3501"/>
                    <a:pt x="4335" y="2405"/>
                  </a:cubicBezTo>
                  <a:lnTo>
                    <a:pt x="142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5" name="Google Shape;31065;p155"/>
            <p:cNvSpPr/>
            <p:nvPr/>
          </p:nvSpPr>
          <p:spPr>
            <a:xfrm>
              <a:off x="4248454" y="4318127"/>
              <a:ext cx="104675" cy="127421"/>
            </a:xfrm>
            <a:custGeom>
              <a:rect b="b" l="l" r="r" t="t"/>
              <a:pathLst>
                <a:path extrusionOk="0" h="4263" w="3502">
                  <a:moveTo>
                    <a:pt x="1" y="0"/>
                  </a:moveTo>
                  <a:lnTo>
                    <a:pt x="1" y="4263"/>
                  </a:lnTo>
                  <a:cubicBezTo>
                    <a:pt x="1454" y="4263"/>
                    <a:pt x="2740" y="3501"/>
                    <a:pt x="3502" y="2405"/>
                  </a:cubicBezTo>
                  <a:lnTo>
                    <a:pt x="5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6" name="Google Shape;31066;p155"/>
            <p:cNvSpPr/>
            <p:nvPr/>
          </p:nvSpPr>
          <p:spPr>
            <a:xfrm>
              <a:off x="4248454" y="4190705"/>
              <a:ext cx="127451" cy="199336"/>
            </a:xfrm>
            <a:custGeom>
              <a:rect b="b" l="l" r="r" t="t"/>
              <a:pathLst>
                <a:path extrusionOk="0" h="6669" w="4264">
                  <a:moveTo>
                    <a:pt x="1" y="0"/>
                  </a:moveTo>
                  <a:lnTo>
                    <a:pt x="1" y="4263"/>
                  </a:lnTo>
                  <a:lnTo>
                    <a:pt x="3502" y="6668"/>
                  </a:lnTo>
                  <a:cubicBezTo>
                    <a:pt x="3978" y="5978"/>
                    <a:pt x="4264" y="5144"/>
                    <a:pt x="4264" y="4263"/>
                  </a:cubicBezTo>
                  <a:cubicBezTo>
                    <a:pt x="4264" y="1905"/>
                    <a:pt x="2335" y="0"/>
                    <a:pt x="1"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7" name="Google Shape;31067;p155"/>
          <p:cNvGrpSpPr/>
          <p:nvPr/>
        </p:nvGrpSpPr>
        <p:grpSpPr>
          <a:xfrm>
            <a:off x="4782742" y="3972179"/>
            <a:ext cx="344544" cy="344544"/>
            <a:chOff x="4744642" y="4143718"/>
            <a:chExt cx="344544" cy="344544"/>
          </a:xfrm>
        </p:grpSpPr>
        <p:sp>
          <p:nvSpPr>
            <p:cNvPr id="31068" name="Google Shape;31068;p155"/>
            <p:cNvSpPr/>
            <p:nvPr/>
          </p:nvSpPr>
          <p:spPr>
            <a:xfrm>
              <a:off x="4766701" y="4337347"/>
              <a:ext cx="20684" cy="56970"/>
            </a:xfrm>
            <a:custGeom>
              <a:rect b="b" l="l" r="r" t="t"/>
              <a:pathLst>
                <a:path extrusionOk="0" h="1906" w="692">
                  <a:moveTo>
                    <a:pt x="1" y="0"/>
                  </a:moveTo>
                  <a:lnTo>
                    <a:pt x="1" y="1905"/>
                  </a:lnTo>
                  <a:lnTo>
                    <a:pt x="691" y="1905"/>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9" name="Google Shape;31069;p155"/>
            <p:cNvSpPr/>
            <p:nvPr/>
          </p:nvSpPr>
          <p:spPr>
            <a:xfrm>
              <a:off x="4766701" y="4143718"/>
              <a:ext cx="20684" cy="49857"/>
            </a:xfrm>
            <a:custGeom>
              <a:rect b="b" l="l" r="r" t="t"/>
              <a:pathLst>
                <a:path extrusionOk="0" h="1668" w="692">
                  <a:moveTo>
                    <a:pt x="1" y="1"/>
                  </a:moveTo>
                  <a:lnTo>
                    <a:pt x="1" y="1668"/>
                  </a:lnTo>
                  <a:lnTo>
                    <a:pt x="691" y="166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0" name="Google Shape;31070;p155"/>
            <p:cNvSpPr/>
            <p:nvPr/>
          </p:nvSpPr>
          <p:spPr>
            <a:xfrm>
              <a:off x="4766701" y="4236975"/>
              <a:ext cx="20684" cy="56970"/>
            </a:xfrm>
            <a:custGeom>
              <a:rect b="b" l="l" r="r" t="t"/>
              <a:pathLst>
                <a:path extrusionOk="0" h="1906" w="692">
                  <a:moveTo>
                    <a:pt x="1" y="0"/>
                  </a:moveTo>
                  <a:lnTo>
                    <a:pt x="1" y="1905"/>
                  </a:lnTo>
                  <a:lnTo>
                    <a:pt x="691" y="1905"/>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1" name="Google Shape;31071;p155"/>
            <p:cNvSpPr/>
            <p:nvPr/>
          </p:nvSpPr>
          <p:spPr>
            <a:xfrm>
              <a:off x="5022262" y="4184309"/>
              <a:ext cx="66924" cy="60527"/>
            </a:xfrm>
            <a:custGeom>
              <a:rect b="b" l="l" r="r" t="t"/>
              <a:pathLst>
                <a:path extrusionOk="0" h="2025" w="2239">
                  <a:moveTo>
                    <a:pt x="333" y="0"/>
                  </a:moveTo>
                  <a:lnTo>
                    <a:pt x="0" y="1024"/>
                  </a:lnTo>
                  <a:lnTo>
                    <a:pt x="333" y="2024"/>
                  </a:lnTo>
                  <a:lnTo>
                    <a:pt x="2239" y="2024"/>
                  </a:lnTo>
                  <a:lnTo>
                    <a:pt x="223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2" name="Google Shape;31072;p155"/>
            <p:cNvSpPr/>
            <p:nvPr/>
          </p:nvSpPr>
          <p:spPr>
            <a:xfrm>
              <a:off x="5022262" y="4215604"/>
              <a:ext cx="66924" cy="30637"/>
            </a:xfrm>
            <a:custGeom>
              <a:rect b="b" l="l" r="r" t="t"/>
              <a:pathLst>
                <a:path extrusionOk="0" h="1025" w="2239">
                  <a:moveTo>
                    <a:pt x="0" y="1"/>
                  </a:moveTo>
                  <a:lnTo>
                    <a:pt x="333" y="1025"/>
                  </a:lnTo>
                  <a:lnTo>
                    <a:pt x="2239" y="1025"/>
                  </a:lnTo>
                  <a:lnTo>
                    <a:pt x="2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3" name="Google Shape;31073;p155"/>
            <p:cNvSpPr/>
            <p:nvPr/>
          </p:nvSpPr>
          <p:spPr>
            <a:xfrm>
              <a:off x="4766701" y="4438406"/>
              <a:ext cx="20684" cy="49857"/>
            </a:xfrm>
            <a:custGeom>
              <a:rect b="b" l="l" r="r" t="t"/>
              <a:pathLst>
                <a:path extrusionOk="0" h="1668" w="692">
                  <a:moveTo>
                    <a:pt x="1" y="1"/>
                  </a:moveTo>
                  <a:lnTo>
                    <a:pt x="1" y="1668"/>
                  </a:lnTo>
                  <a:lnTo>
                    <a:pt x="691" y="1668"/>
                  </a:lnTo>
                  <a:lnTo>
                    <a:pt x="69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4" name="Google Shape;31074;p155"/>
            <p:cNvSpPr/>
            <p:nvPr/>
          </p:nvSpPr>
          <p:spPr>
            <a:xfrm>
              <a:off x="4828633" y="4184309"/>
              <a:ext cx="203611" cy="60527"/>
            </a:xfrm>
            <a:custGeom>
              <a:rect b="b" l="l" r="r" t="t"/>
              <a:pathLst>
                <a:path extrusionOk="0" h="2025" w="6812">
                  <a:moveTo>
                    <a:pt x="882" y="0"/>
                  </a:moveTo>
                  <a:lnTo>
                    <a:pt x="1" y="1024"/>
                  </a:lnTo>
                  <a:lnTo>
                    <a:pt x="882" y="2024"/>
                  </a:lnTo>
                  <a:lnTo>
                    <a:pt x="6811" y="2024"/>
                  </a:lnTo>
                  <a:lnTo>
                    <a:pt x="681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5" name="Google Shape;31075;p155"/>
            <p:cNvSpPr/>
            <p:nvPr/>
          </p:nvSpPr>
          <p:spPr>
            <a:xfrm>
              <a:off x="4828633" y="4215604"/>
              <a:ext cx="203611" cy="30637"/>
            </a:xfrm>
            <a:custGeom>
              <a:rect b="b" l="l" r="r" t="t"/>
              <a:pathLst>
                <a:path extrusionOk="0" h="1025" w="6812">
                  <a:moveTo>
                    <a:pt x="1" y="1"/>
                  </a:moveTo>
                  <a:lnTo>
                    <a:pt x="882" y="1025"/>
                  </a:lnTo>
                  <a:lnTo>
                    <a:pt x="6811" y="1025"/>
                  </a:lnTo>
                  <a:lnTo>
                    <a:pt x="681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6" name="Google Shape;31076;p155"/>
            <p:cNvSpPr/>
            <p:nvPr/>
          </p:nvSpPr>
          <p:spPr>
            <a:xfrm>
              <a:off x="5022262" y="4285368"/>
              <a:ext cx="66924" cy="60527"/>
            </a:xfrm>
            <a:custGeom>
              <a:rect b="b" l="l" r="r" t="t"/>
              <a:pathLst>
                <a:path extrusionOk="0" h="2025" w="2239">
                  <a:moveTo>
                    <a:pt x="333" y="1"/>
                  </a:moveTo>
                  <a:lnTo>
                    <a:pt x="0" y="1001"/>
                  </a:lnTo>
                  <a:lnTo>
                    <a:pt x="333" y="2025"/>
                  </a:lnTo>
                  <a:lnTo>
                    <a:pt x="2239" y="2025"/>
                  </a:lnTo>
                  <a:lnTo>
                    <a:pt x="223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7" name="Google Shape;31077;p155"/>
            <p:cNvSpPr/>
            <p:nvPr/>
          </p:nvSpPr>
          <p:spPr>
            <a:xfrm>
              <a:off x="5022262" y="4315975"/>
              <a:ext cx="66924" cy="30637"/>
            </a:xfrm>
            <a:custGeom>
              <a:rect b="b" l="l" r="r" t="t"/>
              <a:pathLst>
                <a:path extrusionOk="0" h="1025" w="2239">
                  <a:moveTo>
                    <a:pt x="0" y="1"/>
                  </a:moveTo>
                  <a:lnTo>
                    <a:pt x="333" y="1025"/>
                  </a:lnTo>
                  <a:lnTo>
                    <a:pt x="2239" y="1025"/>
                  </a:lnTo>
                  <a:lnTo>
                    <a:pt x="2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8" name="Google Shape;31078;p155"/>
            <p:cNvSpPr/>
            <p:nvPr/>
          </p:nvSpPr>
          <p:spPr>
            <a:xfrm>
              <a:off x="4828633" y="4285368"/>
              <a:ext cx="203611" cy="60527"/>
            </a:xfrm>
            <a:custGeom>
              <a:rect b="b" l="l" r="r" t="t"/>
              <a:pathLst>
                <a:path extrusionOk="0" h="2025" w="6812">
                  <a:moveTo>
                    <a:pt x="882" y="1"/>
                  </a:moveTo>
                  <a:lnTo>
                    <a:pt x="1" y="1001"/>
                  </a:lnTo>
                  <a:lnTo>
                    <a:pt x="882" y="2025"/>
                  </a:lnTo>
                  <a:lnTo>
                    <a:pt x="6811" y="2025"/>
                  </a:lnTo>
                  <a:lnTo>
                    <a:pt x="6811"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9" name="Google Shape;31079;p155"/>
            <p:cNvSpPr/>
            <p:nvPr/>
          </p:nvSpPr>
          <p:spPr>
            <a:xfrm>
              <a:off x="4828633" y="4315975"/>
              <a:ext cx="203611" cy="30637"/>
            </a:xfrm>
            <a:custGeom>
              <a:rect b="b" l="l" r="r" t="t"/>
              <a:pathLst>
                <a:path extrusionOk="0" h="1025" w="6812">
                  <a:moveTo>
                    <a:pt x="1" y="1"/>
                  </a:moveTo>
                  <a:lnTo>
                    <a:pt x="882" y="1025"/>
                  </a:lnTo>
                  <a:lnTo>
                    <a:pt x="6811" y="1025"/>
                  </a:lnTo>
                  <a:lnTo>
                    <a:pt x="68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0" name="Google Shape;31080;p155"/>
            <p:cNvSpPr/>
            <p:nvPr/>
          </p:nvSpPr>
          <p:spPr>
            <a:xfrm>
              <a:off x="5022262" y="4386456"/>
              <a:ext cx="66924" cy="60527"/>
            </a:xfrm>
            <a:custGeom>
              <a:rect b="b" l="l" r="r" t="t"/>
              <a:pathLst>
                <a:path extrusionOk="0" h="2025" w="2239">
                  <a:moveTo>
                    <a:pt x="333" y="0"/>
                  </a:moveTo>
                  <a:lnTo>
                    <a:pt x="0" y="1024"/>
                  </a:lnTo>
                  <a:lnTo>
                    <a:pt x="333" y="2025"/>
                  </a:lnTo>
                  <a:lnTo>
                    <a:pt x="2239" y="2025"/>
                  </a:lnTo>
                  <a:lnTo>
                    <a:pt x="223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1" name="Google Shape;31081;p155"/>
            <p:cNvSpPr/>
            <p:nvPr/>
          </p:nvSpPr>
          <p:spPr>
            <a:xfrm>
              <a:off x="5022262" y="4417064"/>
              <a:ext cx="66924" cy="29920"/>
            </a:xfrm>
            <a:custGeom>
              <a:rect b="b" l="l" r="r" t="t"/>
              <a:pathLst>
                <a:path extrusionOk="0" h="1001" w="2239">
                  <a:moveTo>
                    <a:pt x="0" y="0"/>
                  </a:moveTo>
                  <a:lnTo>
                    <a:pt x="333" y="1001"/>
                  </a:lnTo>
                  <a:lnTo>
                    <a:pt x="2239" y="1001"/>
                  </a:lnTo>
                  <a:lnTo>
                    <a:pt x="22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2" name="Google Shape;31082;p155"/>
            <p:cNvSpPr/>
            <p:nvPr/>
          </p:nvSpPr>
          <p:spPr>
            <a:xfrm>
              <a:off x="4828633" y="4386456"/>
              <a:ext cx="203611" cy="60527"/>
            </a:xfrm>
            <a:custGeom>
              <a:rect b="b" l="l" r="r" t="t"/>
              <a:pathLst>
                <a:path extrusionOk="0" h="2025" w="6812">
                  <a:moveTo>
                    <a:pt x="882" y="0"/>
                  </a:moveTo>
                  <a:lnTo>
                    <a:pt x="1" y="1024"/>
                  </a:lnTo>
                  <a:lnTo>
                    <a:pt x="882" y="2025"/>
                  </a:lnTo>
                  <a:lnTo>
                    <a:pt x="6811" y="2025"/>
                  </a:lnTo>
                  <a:lnTo>
                    <a:pt x="681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3" name="Google Shape;31083;p155"/>
            <p:cNvSpPr/>
            <p:nvPr/>
          </p:nvSpPr>
          <p:spPr>
            <a:xfrm>
              <a:off x="4828633" y="4417064"/>
              <a:ext cx="203611" cy="29920"/>
            </a:xfrm>
            <a:custGeom>
              <a:rect b="b" l="l" r="r" t="t"/>
              <a:pathLst>
                <a:path extrusionOk="0" h="1001" w="6812">
                  <a:moveTo>
                    <a:pt x="1" y="0"/>
                  </a:moveTo>
                  <a:lnTo>
                    <a:pt x="882" y="1001"/>
                  </a:lnTo>
                  <a:lnTo>
                    <a:pt x="6811" y="1001"/>
                  </a:lnTo>
                  <a:lnTo>
                    <a:pt x="681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4" name="Google Shape;31084;p155"/>
            <p:cNvSpPr/>
            <p:nvPr/>
          </p:nvSpPr>
          <p:spPr>
            <a:xfrm>
              <a:off x="4744642" y="4182874"/>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5" name="Google Shape;31085;p155"/>
            <p:cNvSpPr/>
            <p:nvPr/>
          </p:nvSpPr>
          <p:spPr>
            <a:xfrm>
              <a:off x="4744642" y="4215604"/>
              <a:ext cx="64084" cy="32072"/>
            </a:xfrm>
            <a:custGeom>
              <a:rect b="b" l="l" r="r" t="t"/>
              <a:pathLst>
                <a:path extrusionOk="0" h="1073" w="2144">
                  <a:moveTo>
                    <a:pt x="0" y="1"/>
                  </a:moveTo>
                  <a:cubicBezTo>
                    <a:pt x="0" y="596"/>
                    <a:pt x="477" y="1072"/>
                    <a:pt x="1072" y="1072"/>
                  </a:cubicBezTo>
                  <a:cubicBezTo>
                    <a:pt x="1667" y="1072"/>
                    <a:pt x="2144" y="596"/>
                    <a:pt x="2144"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6" name="Google Shape;31086;p155"/>
            <p:cNvSpPr/>
            <p:nvPr/>
          </p:nvSpPr>
          <p:spPr>
            <a:xfrm>
              <a:off x="4744642" y="4283963"/>
              <a:ext cx="64084" cy="64084"/>
            </a:xfrm>
            <a:custGeom>
              <a:rect b="b" l="l" r="r" t="t"/>
              <a:pathLst>
                <a:path extrusionOk="0" h="2144" w="2144">
                  <a:moveTo>
                    <a:pt x="1072" y="0"/>
                  </a:moveTo>
                  <a:cubicBezTo>
                    <a:pt x="477" y="0"/>
                    <a:pt x="0" y="476"/>
                    <a:pt x="0" y="1072"/>
                  </a:cubicBezTo>
                  <a:cubicBezTo>
                    <a:pt x="0" y="1667"/>
                    <a:pt x="477" y="2143"/>
                    <a:pt x="1072" y="2143"/>
                  </a:cubicBezTo>
                  <a:cubicBezTo>
                    <a:pt x="1667" y="2119"/>
                    <a:pt x="2144" y="1643"/>
                    <a:pt x="2144" y="1072"/>
                  </a:cubicBezTo>
                  <a:cubicBezTo>
                    <a:pt x="2144" y="476"/>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7" name="Google Shape;31087;p155"/>
            <p:cNvSpPr/>
            <p:nvPr/>
          </p:nvSpPr>
          <p:spPr>
            <a:xfrm>
              <a:off x="4744642" y="4315975"/>
              <a:ext cx="64084" cy="32072"/>
            </a:xfrm>
            <a:custGeom>
              <a:rect b="b" l="l" r="r" t="t"/>
              <a:pathLst>
                <a:path extrusionOk="0" h="1073" w="2144">
                  <a:moveTo>
                    <a:pt x="0" y="1"/>
                  </a:moveTo>
                  <a:cubicBezTo>
                    <a:pt x="0" y="596"/>
                    <a:pt x="477" y="1072"/>
                    <a:pt x="1072" y="1072"/>
                  </a:cubicBezTo>
                  <a:cubicBezTo>
                    <a:pt x="1667" y="1072"/>
                    <a:pt x="2144" y="596"/>
                    <a:pt x="2144"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8" name="Google Shape;31088;p155"/>
            <p:cNvSpPr/>
            <p:nvPr/>
          </p:nvSpPr>
          <p:spPr>
            <a:xfrm>
              <a:off x="4744642" y="4385022"/>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9" name="Google Shape;31089;p155"/>
            <p:cNvSpPr/>
            <p:nvPr/>
          </p:nvSpPr>
          <p:spPr>
            <a:xfrm>
              <a:off x="4744642" y="4416347"/>
              <a:ext cx="64084" cy="32759"/>
            </a:xfrm>
            <a:custGeom>
              <a:rect b="b" l="l" r="r" t="t"/>
              <a:pathLst>
                <a:path extrusionOk="0" h="1096" w="2144">
                  <a:moveTo>
                    <a:pt x="0" y="0"/>
                  </a:moveTo>
                  <a:cubicBezTo>
                    <a:pt x="0" y="596"/>
                    <a:pt x="477" y="1096"/>
                    <a:pt x="1072" y="1096"/>
                  </a:cubicBezTo>
                  <a:cubicBezTo>
                    <a:pt x="1667" y="1096"/>
                    <a:pt x="2144" y="620"/>
                    <a:pt x="2144"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0" name="Google Shape;31090;p155"/>
          <p:cNvGrpSpPr/>
          <p:nvPr/>
        </p:nvGrpSpPr>
        <p:grpSpPr>
          <a:xfrm>
            <a:off x="5514231" y="3980728"/>
            <a:ext cx="343857" cy="344544"/>
            <a:chOff x="5409500" y="4152266"/>
            <a:chExt cx="343857" cy="344544"/>
          </a:xfrm>
        </p:grpSpPr>
        <p:sp>
          <p:nvSpPr>
            <p:cNvPr id="31091" name="Google Shape;31091;p155"/>
            <p:cNvSpPr/>
            <p:nvPr/>
          </p:nvSpPr>
          <p:spPr>
            <a:xfrm>
              <a:off x="5519855" y="4314570"/>
              <a:ext cx="162303" cy="20654"/>
            </a:xfrm>
            <a:custGeom>
              <a:rect b="b" l="l" r="r" t="t"/>
              <a:pathLst>
                <a:path extrusionOk="0" h="691" w="5430">
                  <a:moveTo>
                    <a:pt x="0" y="0"/>
                  </a:moveTo>
                  <a:lnTo>
                    <a:pt x="0" y="691"/>
                  </a:lnTo>
                  <a:lnTo>
                    <a:pt x="5430" y="691"/>
                  </a:lnTo>
                  <a:lnTo>
                    <a:pt x="543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2" name="Google Shape;31092;p155"/>
            <p:cNvSpPr/>
            <p:nvPr/>
          </p:nvSpPr>
          <p:spPr>
            <a:xfrm>
              <a:off x="5519855" y="4324524"/>
              <a:ext cx="162303" cy="9296"/>
            </a:xfrm>
            <a:custGeom>
              <a:rect b="b" l="l" r="r" t="t"/>
              <a:pathLst>
                <a:path extrusionOk="0" h="311" w="5430">
                  <a:moveTo>
                    <a:pt x="0" y="0"/>
                  </a:moveTo>
                  <a:lnTo>
                    <a:pt x="0" y="310"/>
                  </a:lnTo>
                  <a:lnTo>
                    <a:pt x="5430" y="310"/>
                  </a:lnTo>
                  <a:lnTo>
                    <a:pt x="543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3" name="Google Shape;31093;p155"/>
            <p:cNvSpPr/>
            <p:nvPr/>
          </p:nvSpPr>
          <p:spPr>
            <a:xfrm>
              <a:off x="5519855" y="4350140"/>
              <a:ext cx="92569" cy="103240"/>
            </a:xfrm>
            <a:custGeom>
              <a:rect b="b" l="l" r="r" t="t"/>
              <a:pathLst>
                <a:path extrusionOk="0" h="3454" w="3097">
                  <a:moveTo>
                    <a:pt x="0" y="1"/>
                  </a:moveTo>
                  <a:lnTo>
                    <a:pt x="524" y="644"/>
                  </a:lnTo>
                  <a:lnTo>
                    <a:pt x="1667" y="644"/>
                  </a:lnTo>
                  <a:cubicBezTo>
                    <a:pt x="2096" y="644"/>
                    <a:pt x="2429" y="977"/>
                    <a:pt x="2429" y="1406"/>
                  </a:cubicBezTo>
                  <a:lnTo>
                    <a:pt x="2429" y="3454"/>
                  </a:lnTo>
                  <a:lnTo>
                    <a:pt x="3096" y="3454"/>
                  </a:lnTo>
                  <a:lnTo>
                    <a:pt x="3096" y="1430"/>
                  </a:lnTo>
                  <a:cubicBezTo>
                    <a:pt x="3096" y="620"/>
                    <a:pt x="2453" y="1"/>
                    <a:pt x="166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4" name="Google Shape;31094;p155"/>
            <p:cNvSpPr/>
            <p:nvPr/>
          </p:nvSpPr>
          <p:spPr>
            <a:xfrm>
              <a:off x="5519855" y="4196384"/>
              <a:ext cx="92569" cy="103240"/>
            </a:xfrm>
            <a:custGeom>
              <a:rect b="b" l="l" r="r" t="t"/>
              <a:pathLst>
                <a:path extrusionOk="0" h="3454" w="3097">
                  <a:moveTo>
                    <a:pt x="2429" y="1"/>
                  </a:moveTo>
                  <a:lnTo>
                    <a:pt x="2429" y="2025"/>
                  </a:lnTo>
                  <a:cubicBezTo>
                    <a:pt x="2429" y="2430"/>
                    <a:pt x="2096" y="2763"/>
                    <a:pt x="1667" y="2763"/>
                  </a:cubicBezTo>
                  <a:lnTo>
                    <a:pt x="524" y="2763"/>
                  </a:lnTo>
                  <a:lnTo>
                    <a:pt x="0" y="3454"/>
                  </a:lnTo>
                  <a:lnTo>
                    <a:pt x="1667" y="3454"/>
                  </a:lnTo>
                  <a:cubicBezTo>
                    <a:pt x="2453" y="3454"/>
                    <a:pt x="3096" y="2811"/>
                    <a:pt x="3096" y="2025"/>
                  </a:cubicBezTo>
                  <a:lnTo>
                    <a:pt x="309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5" name="Google Shape;31095;p155"/>
            <p:cNvSpPr/>
            <p:nvPr/>
          </p:nvSpPr>
          <p:spPr>
            <a:xfrm>
              <a:off x="5559011" y="4434849"/>
              <a:ext cx="86860" cy="61962"/>
            </a:xfrm>
            <a:custGeom>
              <a:rect b="b" l="l" r="r" t="t"/>
              <a:pathLst>
                <a:path extrusionOk="0" h="2073" w="2906">
                  <a:moveTo>
                    <a:pt x="0" y="1"/>
                  </a:moveTo>
                  <a:lnTo>
                    <a:pt x="0" y="2073"/>
                  </a:lnTo>
                  <a:lnTo>
                    <a:pt x="2905" y="2073"/>
                  </a:lnTo>
                  <a:lnTo>
                    <a:pt x="29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6" name="Google Shape;31096;p155"/>
            <p:cNvSpPr/>
            <p:nvPr/>
          </p:nvSpPr>
          <p:spPr>
            <a:xfrm>
              <a:off x="5559011" y="4152266"/>
              <a:ext cx="86860" cy="62679"/>
            </a:xfrm>
            <a:custGeom>
              <a:rect b="b" l="l" r="r" t="t"/>
              <a:pathLst>
                <a:path extrusionOk="0" h="2097" w="2906">
                  <a:moveTo>
                    <a:pt x="0" y="0"/>
                  </a:moveTo>
                  <a:lnTo>
                    <a:pt x="0" y="2096"/>
                  </a:lnTo>
                  <a:lnTo>
                    <a:pt x="2905" y="2096"/>
                  </a:lnTo>
                  <a:lnTo>
                    <a:pt x="290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7" name="Google Shape;31097;p155"/>
            <p:cNvSpPr/>
            <p:nvPr/>
          </p:nvSpPr>
          <p:spPr>
            <a:xfrm>
              <a:off x="5667184" y="4293199"/>
              <a:ext cx="86173" cy="61962"/>
            </a:xfrm>
            <a:custGeom>
              <a:rect b="b" l="l" r="r" t="t"/>
              <a:pathLst>
                <a:path extrusionOk="0" h="2073" w="2883">
                  <a:moveTo>
                    <a:pt x="1" y="1"/>
                  </a:moveTo>
                  <a:lnTo>
                    <a:pt x="1" y="2072"/>
                  </a:lnTo>
                  <a:lnTo>
                    <a:pt x="2882" y="2072"/>
                  </a:lnTo>
                  <a:lnTo>
                    <a:pt x="2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8" name="Google Shape;31098;p155"/>
            <p:cNvSpPr/>
            <p:nvPr/>
          </p:nvSpPr>
          <p:spPr>
            <a:xfrm>
              <a:off x="5667184" y="4324524"/>
              <a:ext cx="86173" cy="30637"/>
            </a:xfrm>
            <a:custGeom>
              <a:rect b="b" l="l" r="r" t="t"/>
              <a:pathLst>
                <a:path extrusionOk="0" h="1025" w="2883">
                  <a:moveTo>
                    <a:pt x="1" y="0"/>
                  </a:moveTo>
                  <a:lnTo>
                    <a:pt x="1" y="1024"/>
                  </a:lnTo>
                  <a:lnTo>
                    <a:pt x="2882" y="1024"/>
                  </a:lnTo>
                  <a:lnTo>
                    <a:pt x="2882"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9" name="Google Shape;31099;p155"/>
            <p:cNvSpPr/>
            <p:nvPr/>
          </p:nvSpPr>
          <p:spPr>
            <a:xfrm>
              <a:off x="5409500" y="4278971"/>
              <a:ext cx="126046" cy="90417"/>
            </a:xfrm>
            <a:custGeom>
              <a:rect b="b" l="l" r="r" t="t"/>
              <a:pathLst>
                <a:path extrusionOk="0" h="3025" w="4217">
                  <a:moveTo>
                    <a:pt x="1" y="0"/>
                  </a:moveTo>
                  <a:lnTo>
                    <a:pt x="1" y="3025"/>
                  </a:lnTo>
                  <a:lnTo>
                    <a:pt x="4216" y="3025"/>
                  </a:lnTo>
                  <a:lnTo>
                    <a:pt x="421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0" name="Google Shape;31100;p155"/>
            <p:cNvSpPr/>
            <p:nvPr/>
          </p:nvSpPr>
          <p:spPr>
            <a:xfrm>
              <a:off x="5409500" y="4324524"/>
              <a:ext cx="126046" cy="44865"/>
            </a:xfrm>
            <a:custGeom>
              <a:rect b="b" l="l" r="r" t="t"/>
              <a:pathLst>
                <a:path extrusionOk="0" h="1501" w="4217">
                  <a:moveTo>
                    <a:pt x="1" y="0"/>
                  </a:moveTo>
                  <a:lnTo>
                    <a:pt x="1" y="1501"/>
                  </a:lnTo>
                  <a:lnTo>
                    <a:pt x="4216" y="1501"/>
                  </a:lnTo>
                  <a:lnTo>
                    <a:pt x="421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1" name="Google Shape;31101;p155"/>
            <p:cNvSpPr/>
            <p:nvPr/>
          </p:nvSpPr>
          <p:spPr>
            <a:xfrm>
              <a:off x="5442977" y="4314570"/>
              <a:ext cx="19967" cy="20654"/>
            </a:xfrm>
            <a:custGeom>
              <a:rect b="b" l="l" r="r" t="t"/>
              <a:pathLst>
                <a:path extrusionOk="0" h="691" w="668">
                  <a:moveTo>
                    <a:pt x="0" y="0"/>
                  </a:moveTo>
                  <a:lnTo>
                    <a:pt x="0" y="691"/>
                  </a:lnTo>
                  <a:lnTo>
                    <a:pt x="667" y="691"/>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2" name="Google Shape;31102;p155"/>
            <p:cNvSpPr/>
            <p:nvPr/>
          </p:nvSpPr>
          <p:spPr>
            <a:xfrm>
              <a:off x="5482134" y="4314570"/>
              <a:ext cx="19937" cy="20654"/>
            </a:xfrm>
            <a:custGeom>
              <a:rect b="b" l="l" r="r" t="t"/>
              <a:pathLst>
                <a:path extrusionOk="0" h="691" w="667">
                  <a:moveTo>
                    <a:pt x="0" y="0"/>
                  </a:moveTo>
                  <a:lnTo>
                    <a:pt x="0" y="691"/>
                  </a:lnTo>
                  <a:lnTo>
                    <a:pt x="667" y="691"/>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3" name="Google Shape;31103;p155"/>
            <p:cNvSpPr/>
            <p:nvPr/>
          </p:nvSpPr>
          <p:spPr>
            <a:xfrm>
              <a:off x="5442977" y="4324524"/>
              <a:ext cx="19967" cy="9296"/>
            </a:xfrm>
            <a:custGeom>
              <a:rect b="b" l="l" r="r" t="t"/>
              <a:pathLst>
                <a:path extrusionOk="0" h="311" w="668">
                  <a:moveTo>
                    <a:pt x="0" y="0"/>
                  </a:moveTo>
                  <a:lnTo>
                    <a:pt x="0" y="310"/>
                  </a:lnTo>
                  <a:lnTo>
                    <a:pt x="667" y="310"/>
                  </a:lnTo>
                  <a:lnTo>
                    <a:pt x="66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4" name="Google Shape;31104;p155"/>
            <p:cNvSpPr/>
            <p:nvPr/>
          </p:nvSpPr>
          <p:spPr>
            <a:xfrm>
              <a:off x="5482134" y="4324524"/>
              <a:ext cx="19937" cy="9296"/>
            </a:xfrm>
            <a:custGeom>
              <a:rect b="b" l="l" r="r" t="t"/>
              <a:pathLst>
                <a:path extrusionOk="0" h="311" w="667">
                  <a:moveTo>
                    <a:pt x="0" y="0"/>
                  </a:moveTo>
                  <a:lnTo>
                    <a:pt x="0" y="310"/>
                  </a:lnTo>
                  <a:lnTo>
                    <a:pt x="667" y="310"/>
                  </a:lnTo>
                  <a:lnTo>
                    <a:pt x="66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5" name="Google Shape;31105;p155"/>
          <p:cNvGrpSpPr/>
          <p:nvPr/>
        </p:nvGrpSpPr>
        <p:grpSpPr>
          <a:xfrm>
            <a:off x="6254299" y="4008415"/>
            <a:ext cx="344544" cy="343109"/>
            <a:chOff x="6082937" y="4160815"/>
            <a:chExt cx="344544" cy="343109"/>
          </a:xfrm>
        </p:grpSpPr>
        <p:sp>
          <p:nvSpPr>
            <p:cNvPr id="31106" name="Google Shape;31106;p155"/>
            <p:cNvSpPr/>
            <p:nvPr/>
          </p:nvSpPr>
          <p:spPr>
            <a:xfrm>
              <a:off x="6082937" y="4160815"/>
              <a:ext cx="222830" cy="185079"/>
            </a:xfrm>
            <a:custGeom>
              <a:rect b="b" l="l" r="r" t="t"/>
              <a:pathLst>
                <a:path extrusionOk="0" h="6192" w="7455">
                  <a:moveTo>
                    <a:pt x="0" y="0"/>
                  </a:moveTo>
                  <a:lnTo>
                    <a:pt x="0" y="5739"/>
                  </a:lnTo>
                  <a:cubicBezTo>
                    <a:pt x="0" y="5739"/>
                    <a:pt x="2215" y="6192"/>
                    <a:pt x="2882" y="6192"/>
                  </a:cubicBezTo>
                  <a:cubicBezTo>
                    <a:pt x="3573" y="6192"/>
                    <a:pt x="5740" y="5739"/>
                    <a:pt x="5740" y="5739"/>
                  </a:cubicBezTo>
                  <a:cubicBezTo>
                    <a:pt x="5740" y="5739"/>
                    <a:pt x="7454" y="4311"/>
                    <a:pt x="7454" y="2858"/>
                  </a:cubicBezTo>
                  <a:cubicBezTo>
                    <a:pt x="7454" y="1238"/>
                    <a:pt x="5740" y="0"/>
                    <a:pt x="574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7" name="Google Shape;31107;p155"/>
            <p:cNvSpPr/>
            <p:nvPr/>
          </p:nvSpPr>
          <p:spPr>
            <a:xfrm>
              <a:off x="6168364" y="4160815"/>
              <a:ext cx="137404" cy="185079"/>
            </a:xfrm>
            <a:custGeom>
              <a:rect b="b" l="l" r="r" t="t"/>
              <a:pathLst>
                <a:path extrusionOk="0" h="6192" w="4597">
                  <a:moveTo>
                    <a:pt x="0" y="0"/>
                  </a:moveTo>
                  <a:lnTo>
                    <a:pt x="0" y="6192"/>
                  </a:lnTo>
                  <a:lnTo>
                    <a:pt x="24" y="6192"/>
                  </a:lnTo>
                  <a:cubicBezTo>
                    <a:pt x="715" y="6192"/>
                    <a:pt x="2882" y="5739"/>
                    <a:pt x="2882" y="5739"/>
                  </a:cubicBezTo>
                  <a:cubicBezTo>
                    <a:pt x="2882" y="5739"/>
                    <a:pt x="4572" y="4334"/>
                    <a:pt x="4572" y="2858"/>
                  </a:cubicBezTo>
                  <a:cubicBezTo>
                    <a:pt x="4596" y="1238"/>
                    <a:pt x="2882"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8" name="Google Shape;31108;p155"/>
            <p:cNvSpPr/>
            <p:nvPr/>
          </p:nvSpPr>
          <p:spPr>
            <a:xfrm>
              <a:off x="6254477" y="4160815"/>
              <a:ext cx="173003" cy="222830"/>
            </a:xfrm>
            <a:custGeom>
              <a:rect b="b" l="l" r="r" t="t"/>
              <a:pathLst>
                <a:path extrusionOk="0" h="7455" w="5788">
                  <a:moveTo>
                    <a:pt x="1" y="0"/>
                  </a:moveTo>
                  <a:lnTo>
                    <a:pt x="1" y="1739"/>
                  </a:lnTo>
                  <a:cubicBezTo>
                    <a:pt x="138" y="1687"/>
                    <a:pt x="263" y="1648"/>
                    <a:pt x="402" y="1648"/>
                  </a:cubicBezTo>
                  <a:cubicBezTo>
                    <a:pt x="456" y="1648"/>
                    <a:pt x="512" y="1654"/>
                    <a:pt x="572" y="1667"/>
                  </a:cubicBezTo>
                  <a:cubicBezTo>
                    <a:pt x="1191" y="1691"/>
                    <a:pt x="1668" y="2215"/>
                    <a:pt x="1715" y="2810"/>
                  </a:cubicBezTo>
                  <a:cubicBezTo>
                    <a:pt x="1739" y="3501"/>
                    <a:pt x="1168" y="4096"/>
                    <a:pt x="477" y="4096"/>
                  </a:cubicBezTo>
                  <a:cubicBezTo>
                    <a:pt x="310" y="4096"/>
                    <a:pt x="167" y="4072"/>
                    <a:pt x="1" y="4001"/>
                  </a:cubicBezTo>
                  <a:lnTo>
                    <a:pt x="1" y="5763"/>
                  </a:lnTo>
                  <a:cubicBezTo>
                    <a:pt x="1" y="5763"/>
                    <a:pt x="1239" y="7454"/>
                    <a:pt x="2906" y="7454"/>
                  </a:cubicBezTo>
                  <a:cubicBezTo>
                    <a:pt x="4454" y="7454"/>
                    <a:pt x="5788" y="5763"/>
                    <a:pt x="5788" y="5763"/>
                  </a:cubicBezTo>
                  <a:lnTo>
                    <a:pt x="5788"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9" name="Google Shape;31109;p155"/>
            <p:cNvSpPr/>
            <p:nvPr/>
          </p:nvSpPr>
          <p:spPr>
            <a:xfrm>
              <a:off x="6341309" y="4160815"/>
              <a:ext cx="86173" cy="222113"/>
            </a:xfrm>
            <a:custGeom>
              <a:rect b="b" l="l" r="r" t="t"/>
              <a:pathLst>
                <a:path extrusionOk="0" h="7431" w="2883">
                  <a:moveTo>
                    <a:pt x="1" y="0"/>
                  </a:moveTo>
                  <a:lnTo>
                    <a:pt x="1" y="7430"/>
                  </a:lnTo>
                  <a:cubicBezTo>
                    <a:pt x="1549" y="7430"/>
                    <a:pt x="2883" y="5739"/>
                    <a:pt x="2883" y="5739"/>
                  </a:cubicBezTo>
                  <a:lnTo>
                    <a:pt x="2883"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0" name="Google Shape;31110;p155"/>
            <p:cNvSpPr/>
            <p:nvPr/>
          </p:nvSpPr>
          <p:spPr>
            <a:xfrm>
              <a:off x="6203933" y="4331638"/>
              <a:ext cx="222830" cy="172286"/>
            </a:xfrm>
            <a:custGeom>
              <a:rect b="b" l="l" r="r" t="t"/>
              <a:pathLst>
                <a:path extrusionOk="0" h="5764" w="7455">
                  <a:moveTo>
                    <a:pt x="1692" y="1"/>
                  </a:moveTo>
                  <a:cubicBezTo>
                    <a:pt x="1692" y="1"/>
                    <a:pt x="1" y="1239"/>
                    <a:pt x="1" y="2882"/>
                  </a:cubicBezTo>
                  <a:cubicBezTo>
                    <a:pt x="1" y="4597"/>
                    <a:pt x="1692" y="5764"/>
                    <a:pt x="1692" y="5764"/>
                  </a:cubicBezTo>
                  <a:lnTo>
                    <a:pt x="7455" y="5764"/>
                  </a:lnTo>
                  <a:lnTo>
                    <a:pt x="7455" y="24"/>
                  </a:lnTo>
                  <a:lnTo>
                    <a:pt x="7455" y="1"/>
                  </a:lnTo>
                  <a:lnTo>
                    <a:pt x="5740" y="1"/>
                  </a:lnTo>
                  <a:cubicBezTo>
                    <a:pt x="5812" y="143"/>
                    <a:pt x="5835" y="286"/>
                    <a:pt x="5835" y="477"/>
                  </a:cubicBezTo>
                  <a:cubicBezTo>
                    <a:pt x="5835" y="1130"/>
                    <a:pt x="5264" y="1692"/>
                    <a:pt x="4591" y="1692"/>
                  </a:cubicBezTo>
                  <a:cubicBezTo>
                    <a:pt x="4577" y="1692"/>
                    <a:pt x="4563" y="1692"/>
                    <a:pt x="4549" y="1691"/>
                  </a:cubicBezTo>
                  <a:cubicBezTo>
                    <a:pt x="3906" y="1691"/>
                    <a:pt x="3406" y="1144"/>
                    <a:pt x="3359" y="524"/>
                  </a:cubicBezTo>
                  <a:cubicBezTo>
                    <a:pt x="3359" y="310"/>
                    <a:pt x="3406" y="143"/>
                    <a:pt x="3454"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1" name="Google Shape;31111;p155"/>
            <p:cNvSpPr/>
            <p:nvPr/>
          </p:nvSpPr>
          <p:spPr>
            <a:xfrm>
              <a:off x="6341309" y="4332355"/>
              <a:ext cx="86173" cy="171569"/>
            </a:xfrm>
            <a:custGeom>
              <a:rect b="b" l="l" r="r" t="t"/>
              <a:pathLst>
                <a:path extrusionOk="0" h="5740" w="2883">
                  <a:moveTo>
                    <a:pt x="1120" y="0"/>
                  </a:moveTo>
                  <a:cubicBezTo>
                    <a:pt x="1192" y="143"/>
                    <a:pt x="1216" y="286"/>
                    <a:pt x="1216" y="477"/>
                  </a:cubicBezTo>
                  <a:cubicBezTo>
                    <a:pt x="1216" y="1167"/>
                    <a:pt x="668" y="1691"/>
                    <a:pt x="1" y="1691"/>
                  </a:cubicBezTo>
                  <a:lnTo>
                    <a:pt x="1" y="5740"/>
                  </a:lnTo>
                  <a:lnTo>
                    <a:pt x="2883" y="5740"/>
                  </a:lnTo>
                  <a:lnTo>
                    <a:pt x="288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2" name="Google Shape;31112;p155"/>
            <p:cNvSpPr/>
            <p:nvPr/>
          </p:nvSpPr>
          <p:spPr>
            <a:xfrm>
              <a:off x="6082937" y="4280376"/>
              <a:ext cx="171569" cy="222830"/>
            </a:xfrm>
            <a:custGeom>
              <a:rect b="b" l="l" r="r" t="t"/>
              <a:pathLst>
                <a:path extrusionOk="0" h="7455" w="5740">
                  <a:moveTo>
                    <a:pt x="2912" y="0"/>
                  </a:moveTo>
                  <a:cubicBezTo>
                    <a:pt x="2239" y="0"/>
                    <a:pt x="1667" y="563"/>
                    <a:pt x="1667" y="1239"/>
                  </a:cubicBezTo>
                  <a:cubicBezTo>
                    <a:pt x="1667" y="1406"/>
                    <a:pt x="1691" y="1549"/>
                    <a:pt x="1763" y="1716"/>
                  </a:cubicBezTo>
                  <a:lnTo>
                    <a:pt x="0" y="1716"/>
                  </a:lnTo>
                  <a:lnTo>
                    <a:pt x="0" y="7455"/>
                  </a:lnTo>
                  <a:lnTo>
                    <a:pt x="3025" y="7455"/>
                  </a:lnTo>
                  <a:lnTo>
                    <a:pt x="4620" y="6859"/>
                  </a:lnTo>
                  <a:lnTo>
                    <a:pt x="4620" y="6859"/>
                  </a:lnTo>
                  <a:cubicBezTo>
                    <a:pt x="4615" y="6861"/>
                    <a:pt x="4611" y="6862"/>
                    <a:pt x="4607" y="6862"/>
                  </a:cubicBezTo>
                  <a:cubicBezTo>
                    <a:pt x="4493" y="6862"/>
                    <a:pt x="5115" y="6145"/>
                    <a:pt x="4930" y="6145"/>
                  </a:cubicBezTo>
                  <a:cubicBezTo>
                    <a:pt x="4263" y="6145"/>
                    <a:pt x="3787" y="5240"/>
                    <a:pt x="3787" y="4597"/>
                  </a:cubicBezTo>
                  <a:cubicBezTo>
                    <a:pt x="3787" y="3930"/>
                    <a:pt x="4382" y="3168"/>
                    <a:pt x="5073" y="3168"/>
                  </a:cubicBezTo>
                  <a:cubicBezTo>
                    <a:pt x="5240" y="3168"/>
                    <a:pt x="5597" y="3430"/>
                    <a:pt x="5740" y="3502"/>
                  </a:cubicBezTo>
                  <a:lnTo>
                    <a:pt x="4882" y="2597"/>
                  </a:lnTo>
                  <a:lnTo>
                    <a:pt x="4025" y="1739"/>
                  </a:lnTo>
                  <a:cubicBezTo>
                    <a:pt x="4073" y="1597"/>
                    <a:pt x="4096" y="1406"/>
                    <a:pt x="4096" y="1192"/>
                  </a:cubicBezTo>
                  <a:cubicBezTo>
                    <a:pt x="4073" y="572"/>
                    <a:pt x="3573" y="49"/>
                    <a:pt x="2953" y="1"/>
                  </a:cubicBezTo>
                  <a:cubicBezTo>
                    <a:pt x="2939" y="0"/>
                    <a:pt x="2926" y="0"/>
                    <a:pt x="2912"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3" name="Google Shape;31113;p155"/>
            <p:cNvSpPr/>
            <p:nvPr/>
          </p:nvSpPr>
          <p:spPr>
            <a:xfrm>
              <a:off x="6168364" y="4280376"/>
              <a:ext cx="86143" cy="222830"/>
            </a:xfrm>
            <a:custGeom>
              <a:rect b="b" l="l" r="r" t="t"/>
              <a:pathLst>
                <a:path extrusionOk="0" h="7455" w="2882">
                  <a:moveTo>
                    <a:pt x="42" y="0"/>
                  </a:moveTo>
                  <a:cubicBezTo>
                    <a:pt x="28" y="0"/>
                    <a:pt x="14" y="0"/>
                    <a:pt x="0" y="1"/>
                  </a:cubicBezTo>
                  <a:lnTo>
                    <a:pt x="0" y="7455"/>
                  </a:lnTo>
                  <a:lnTo>
                    <a:pt x="2882" y="7455"/>
                  </a:lnTo>
                  <a:lnTo>
                    <a:pt x="2882" y="5693"/>
                  </a:lnTo>
                  <a:cubicBezTo>
                    <a:pt x="2739" y="5764"/>
                    <a:pt x="2596" y="5788"/>
                    <a:pt x="2405" y="5788"/>
                  </a:cubicBezTo>
                  <a:cubicBezTo>
                    <a:pt x="1739" y="5788"/>
                    <a:pt x="1167" y="5216"/>
                    <a:pt x="1191" y="4502"/>
                  </a:cubicBezTo>
                  <a:cubicBezTo>
                    <a:pt x="1215" y="3930"/>
                    <a:pt x="1739" y="3406"/>
                    <a:pt x="2358" y="3383"/>
                  </a:cubicBezTo>
                  <a:cubicBezTo>
                    <a:pt x="2524" y="3383"/>
                    <a:pt x="2715" y="3406"/>
                    <a:pt x="2882" y="3454"/>
                  </a:cubicBezTo>
                  <a:lnTo>
                    <a:pt x="2882" y="1716"/>
                  </a:lnTo>
                  <a:lnTo>
                    <a:pt x="1167" y="1716"/>
                  </a:lnTo>
                  <a:cubicBezTo>
                    <a:pt x="1215" y="1549"/>
                    <a:pt x="1262" y="1406"/>
                    <a:pt x="1262" y="1239"/>
                  </a:cubicBezTo>
                  <a:cubicBezTo>
                    <a:pt x="1262" y="563"/>
                    <a:pt x="714" y="0"/>
                    <a:pt x="42"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4" name="Google Shape;31114;p155"/>
          <p:cNvGrpSpPr/>
          <p:nvPr/>
        </p:nvGrpSpPr>
        <p:grpSpPr>
          <a:xfrm>
            <a:off x="6984893" y="3997795"/>
            <a:ext cx="343109" cy="291878"/>
            <a:chOff x="6742117" y="4169334"/>
            <a:chExt cx="343109" cy="291878"/>
          </a:xfrm>
        </p:grpSpPr>
        <p:sp>
          <p:nvSpPr>
            <p:cNvPr id="31115" name="Google Shape;31115;p155"/>
            <p:cNvSpPr/>
            <p:nvPr/>
          </p:nvSpPr>
          <p:spPr>
            <a:xfrm>
              <a:off x="6772007" y="4229861"/>
              <a:ext cx="282610" cy="160181"/>
            </a:xfrm>
            <a:custGeom>
              <a:rect b="b" l="l" r="r" t="t"/>
              <a:pathLst>
                <a:path extrusionOk="0" h="5359" w="9455">
                  <a:moveTo>
                    <a:pt x="4359" y="0"/>
                  </a:moveTo>
                  <a:lnTo>
                    <a:pt x="4359" y="2405"/>
                  </a:lnTo>
                  <a:lnTo>
                    <a:pt x="1" y="2405"/>
                  </a:lnTo>
                  <a:lnTo>
                    <a:pt x="1" y="5358"/>
                  </a:lnTo>
                  <a:lnTo>
                    <a:pt x="691" y="5358"/>
                  </a:lnTo>
                  <a:lnTo>
                    <a:pt x="691" y="3096"/>
                  </a:lnTo>
                  <a:lnTo>
                    <a:pt x="4382" y="3096"/>
                  </a:lnTo>
                  <a:lnTo>
                    <a:pt x="4382" y="5358"/>
                  </a:lnTo>
                  <a:lnTo>
                    <a:pt x="5073" y="5358"/>
                  </a:lnTo>
                  <a:lnTo>
                    <a:pt x="5073" y="3096"/>
                  </a:lnTo>
                  <a:lnTo>
                    <a:pt x="8764" y="3096"/>
                  </a:lnTo>
                  <a:lnTo>
                    <a:pt x="8764" y="5358"/>
                  </a:lnTo>
                  <a:lnTo>
                    <a:pt x="9455" y="5358"/>
                  </a:lnTo>
                  <a:lnTo>
                    <a:pt x="9455" y="2405"/>
                  </a:lnTo>
                  <a:lnTo>
                    <a:pt x="5049" y="2405"/>
                  </a:lnTo>
                  <a:lnTo>
                    <a:pt x="504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6" name="Google Shape;31116;p155"/>
            <p:cNvSpPr/>
            <p:nvPr/>
          </p:nvSpPr>
          <p:spPr>
            <a:xfrm>
              <a:off x="6913657" y="4230549"/>
              <a:ext cx="140961" cy="160210"/>
            </a:xfrm>
            <a:custGeom>
              <a:rect b="b" l="l" r="r" t="t"/>
              <a:pathLst>
                <a:path extrusionOk="0" h="5360" w="4716">
                  <a:moveTo>
                    <a:pt x="1" y="1"/>
                  </a:moveTo>
                  <a:lnTo>
                    <a:pt x="1" y="5359"/>
                  </a:lnTo>
                  <a:lnTo>
                    <a:pt x="334" y="5359"/>
                  </a:lnTo>
                  <a:lnTo>
                    <a:pt x="334" y="3073"/>
                  </a:lnTo>
                  <a:lnTo>
                    <a:pt x="4025" y="3073"/>
                  </a:lnTo>
                  <a:lnTo>
                    <a:pt x="4025" y="5335"/>
                  </a:lnTo>
                  <a:lnTo>
                    <a:pt x="4716" y="5335"/>
                  </a:lnTo>
                  <a:lnTo>
                    <a:pt x="4716" y="2406"/>
                  </a:lnTo>
                  <a:lnTo>
                    <a:pt x="334" y="2406"/>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7" name="Google Shape;31117;p155"/>
            <p:cNvSpPr/>
            <p:nvPr/>
          </p:nvSpPr>
          <p:spPr>
            <a:xfrm>
              <a:off x="6742117" y="4377908"/>
              <a:ext cx="83303" cy="83303"/>
            </a:xfrm>
            <a:custGeom>
              <a:rect b="b" l="l" r="r" t="t"/>
              <a:pathLst>
                <a:path extrusionOk="0" h="2787" w="2787">
                  <a:moveTo>
                    <a:pt x="1405" y="1"/>
                  </a:moveTo>
                  <a:cubicBezTo>
                    <a:pt x="620" y="1"/>
                    <a:pt x="0" y="620"/>
                    <a:pt x="0" y="1382"/>
                  </a:cubicBezTo>
                  <a:cubicBezTo>
                    <a:pt x="0" y="2168"/>
                    <a:pt x="620" y="2787"/>
                    <a:pt x="1405" y="2787"/>
                  </a:cubicBezTo>
                  <a:cubicBezTo>
                    <a:pt x="2168" y="2787"/>
                    <a:pt x="2787" y="2168"/>
                    <a:pt x="2787" y="1382"/>
                  </a:cubicBezTo>
                  <a:cubicBezTo>
                    <a:pt x="2787" y="620"/>
                    <a:pt x="2168" y="1"/>
                    <a:pt x="140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8" name="Google Shape;31118;p155"/>
            <p:cNvSpPr/>
            <p:nvPr/>
          </p:nvSpPr>
          <p:spPr>
            <a:xfrm>
              <a:off x="6871661" y="4377908"/>
              <a:ext cx="84021" cy="83303"/>
            </a:xfrm>
            <a:custGeom>
              <a:rect b="b" l="l" r="r" t="t"/>
              <a:pathLst>
                <a:path extrusionOk="0" h="2787" w="2811">
                  <a:moveTo>
                    <a:pt x="1406" y="1"/>
                  </a:moveTo>
                  <a:cubicBezTo>
                    <a:pt x="620" y="1"/>
                    <a:pt x="1" y="620"/>
                    <a:pt x="1" y="1382"/>
                  </a:cubicBezTo>
                  <a:cubicBezTo>
                    <a:pt x="1" y="2168"/>
                    <a:pt x="644" y="2787"/>
                    <a:pt x="1406" y="2787"/>
                  </a:cubicBezTo>
                  <a:cubicBezTo>
                    <a:pt x="2192" y="2787"/>
                    <a:pt x="2811" y="2168"/>
                    <a:pt x="2811" y="1382"/>
                  </a:cubicBezTo>
                  <a:cubicBezTo>
                    <a:pt x="2811" y="620"/>
                    <a:pt x="2192" y="1"/>
                    <a:pt x="140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9" name="Google Shape;31119;p155"/>
            <p:cNvSpPr/>
            <p:nvPr/>
          </p:nvSpPr>
          <p:spPr>
            <a:xfrm>
              <a:off x="6913657" y="4377908"/>
              <a:ext cx="42025" cy="83303"/>
            </a:xfrm>
            <a:custGeom>
              <a:rect b="b" l="l" r="r" t="t"/>
              <a:pathLst>
                <a:path extrusionOk="0" h="2787" w="1406">
                  <a:moveTo>
                    <a:pt x="1" y="1"/>
                  </a:moveTo>
                  <a:lnTo>
                    <a:pt x="1" y="2787"/>
                  </a:lnTo>
                  <a:cubicBezTo>
                    <a:pt x="787" y="2787"/>
                    <a:pt x="1406" y="2168"/>
                    <a:pt x="1406" y="1382"/>
                  </a:cubicBezTo>
                  <a:cubicBezTo>
                    <a:pt x="1406" y="620"/>
                    <a:pt x="787"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0" name="Google Shape;31120;p155"/>
            <p:cNvSpPr/>
            <p:nvPr/>
          </p:nvSpPr>
          <p:spPr>
            <a:xfrm>
              <a:off x="7001923" y="4377908"/>
              <a:ext cx="83303" cy="83303"/>
            </a:xfrm>
            <a:custGeom>
              <a:rect b="b" l="l" r="r" t="t"/>
              <a:pathLst>
                <a:path extrusionOk="0" h="2787" w="2787">
                  <a:moveTo>
                    <a:pt x="1382" y="1"/>
                  </a:moveTo>
                  <a:cubicBezTo>
                    <a:pt x="620" y="1"/>
                    <a:pt x="1" y="620"/>
                    <a:pt x="1" y="1382"/>
                  </a:cubicBezTo>
                  <a:cubicBezTo>
                    <a:pt x="1" y="2168"/>
                    <a:pt x="620" y="2787"/>
                    <a:pt x="1382" y="2787"/>
                  </a:cubicBezTo>
                  <a:cubicBezTo>
                    <a:pt x="2168" y="2787"/>
                    <a:pt x="2787" y="2168"/>
                    <a:pt x="2787" y="1382"/>
                  </a:cubicBezTo>
                  <a:cubicBezTo>
                    <a:pt x="2787" y="620"/>
                    <a:pt x="2168"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1" name="Google Shape;31121;p155"/>
            <p:cNvSpPr/>
            <p:nvPr/>
          </p:nvSpPr>
          <p:spPr>
            <a:xfrm>
              <a:off x="6863830" y="4169334"/>
              <a:ext cx="98966" cy="85456"/>
            </a:xfrm>
            <a:custGeom>
              <a:rect b="b" l="l" r="r" t="t"/>
              <a:pathLst>
                <a:path extrusionOk="0" h="2859" w="3311">
                  <a:moveTo>
                    <a:pt x="1668" y="1"/>
                  </a:moveTo>
                  <a:lnTo>
                    <a:pt x="1" y="2859"/>
                  </a:lnTo>
                  <a:lnTo>
                    <a:pt x="3311" y="2859"/>
                  </a:lnTo>
                  <a:lnTo>
                    <a:pt x="16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2" name="Google Shape;31122;p155"/>
            <p:cNvSpPr/>
            <p:nvPr/>
          </p:nvSpPr>
          <p:spPr>
            <a:xfrm>
              <a:off x="6912939" y="4169334"/>
              <a:ext cx="49857" cy="85456"/>
            </a:xfrm>
            <a:custGeom>
              <a:rect b="b" l="l" r="r" t="t"/>
              <a:pathLst>
                <a:path extrusionOk="0" h="2859" w="1668">
                  <a:moveTo>
                    <a:pt x="1" y="1"/>
                  </a:moveTo>
                  <a:lnTo>
                    <a:pt x="1" y="2859"/>
                  </a:lnTo>
                  <a:lnTo>
                    <a:pt x="1668" y="2859"/>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3" name="Google Shape;31123;p155"/>
          <p:cNvGrpSpPr/>
          <p:nvPr/>
        </p:nvGrpSpPr>
        <p:grpSpPr>
          <a:xfrm>
            <a:off x="7711598" y="3982132"/>
            <a:ext cx="344574" cy="342421"/>
            <a:chOff x="7406975" y="4153671"/>
            <a:chExt cx="344574" cy="342421"/>
          </a:xfrm>
        </p:grpSpPr>
        <p:sp>
          <p:nvSpPr>
            <p:cNvPr id="31124" name="Google Shape;31124;p155"/>
            <p:cNvSpPr/>
            <p:nvPr/>
          </p:nvSpPr>
          <p:spPr>
            <a:xfrm>
              <a:off x="7518735" y="4264743"/>
              <a:ext cx="121054" cy="121025"/>
            </a:xfrm>
            <a:custGeom>
              <a:rect b="b" l="l" r="r" t="t"/>
              <a:pathLst>
                <a:path extrusionOk="0" h="4049" w="4050">
                  <a:moveTo>
                    <a:pt x="2025" y="0"/>
                  </a:moveTo>
                  <a:cubicBezTo>
                    <a:pt x="906" y="0"/>
                    <a:pt x="1" y="905"/>
                    <a:pt x="1" y="2024"/>
                  </a:cubicBezTo>
                  <a:cubicBezTo>
                    <a:pt x="1" y="3144"/>
                    <a:pt x="906" y="4048"/>
                    <a:pt x="2025" y="4048"/>
                  </a:cubicBezTo>
                  <a:cubicBezTo>
                    <a:pt x="3121" y="4048"/>
                    <a:pt x="4049" y="3144"/>
                    <a:pt x="4049" y="2024"/>
                  </a:cubicBezTo>
                  <a:cubicBezTo>
                    <a:pt x="4049" y="905"/>
                    <a:pt x="3121" y="0"/>
                    <a:pt x="2025"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5" name="Google Shape;31125;p155"/>
            <p:cNvSpPr/>
            <p:nvPr/>
          </p:nvSpPr>
          <p:spPr>
            <a:xfrm>
              <a:off x="7579950" y="4264026"/>
              <a:ext cx="60557" cy="121742"/>
            </a:xfrm>
            <a:custGeom>
              <a:rect b="b" l="l" r="r" t="t"/>
              <a:pathLst>
                <a:path extrusionOk="0" h="4073" w="2026">
                  <a:moveTo>
                    <a:pt x="1" y="0"/>
                  </a:moveTo>
                  <a:lnTo>
                    <a:pt x="1" y="4072"/>
                  </a:lnTo>
                  <a:cubicBezTo>
                    <a:pt x="1096" y="4072"/>
                    <a:pt x="2025" y="3168"/>
                    <a:pt x="2025" y="2048"/>
                  </a:cubicBezTo>
                  <a:cubicBezTo>
                    <a:pt x="2025" y="905"/>
                    <a:pt x="1096"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6" name="Google Shape;31126;p155"/>
            <p:cNvSpPr/>
            <p:nvPr/>
          </p:nvSpPr>
          <p:spPr>
            <a:xfrm>
              <a:off x="7406975" y="4347300"/>
              <a:ext cx="148822" cy="148792"/>
            </a:xfrm>
            <a:custGeom>
              <a:rect b="b" l="l" r="r" t="t"/>
              <a:pathLst>
                <a:path extrusionOk="0" h="4978" w="4979">
                  <a:moveTo>
                    <a:pt x="1" y="0"/>
                  </a:moveTo>
                  <a:cubicBezTo>
                    <a:pt x="358" y="2596"/>
                    <a:pt x="2382" y="4644"/>
                    <a:pt x="4978" y="4978"/>
                  </a:cubicBezTo>
                  <a:lnTo>
                    <a:pt x="4978" y="2620"/>
                  </a:lnTo>
                  <a:cubicBezTo>
                    <a:pt x="3692" y="2334"/>
                    <a:pt x="2668" y="1310"/>
                    <a:pt x="2359"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7" name="Google Shape;31127;p155"/>
            <p:cNvSpPr/>
            <p:nvPr/>
          </p:nvSpPr>
          <p:spPr>
            <a:xfrm>
              <a:off x="7602726" y="4153671"/>
              <a:ext cx="148822" cy="147388"/>
            </a:xfrm>
            <a:custGeom>
              <a:rect b="b" l="l" r="r" t="t"/>
              <a:pathLst>
                <a:path extrusionOk="0" h="4931" w="4979">
                  <a:moveTo>
                    <a:pt x="1" y="1"/>
                  </a:moveTo>
                  <a:lnTo>
                    <a:pt x="1" y="2335"/>
                  </a:lnTo>
                  <a:cubicBezTo>
                    <a:pt x="1287" y="2644"/>
                    <a:pt x="2311" y="3645"/>
                    <a:pt x="2621" y="4931"/>
                  </a:cubicBezTo>
                  <a:lnTo>
                    <a:pt x="4978" y="4931"/>
                  </a:lnTo>
                  <a:cubicBezTo>
                    <a:pt x="4621" y="2382"/>
                    <a:pt x="2597" y="311"/>
                    <a:pt x="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8" name="Google Shape;31128;p155"/>
            <p:cNvSpPr/>
            <p:nvPr/>
          </p:nvSpPr>
          <p:spPr>
            <a:xfrm>
              <a:off x="7406975" y="4153671"/>
              <a:ext cx="148822" cy="147388"/>
            </a:xfrm>
            <a:custGeom>
              <a:rect b="b" l="l" r="r" t="t"/>
              <a:pathLst>
                <a:path extrusionOk="0" h="4931" w="4979">
                  <a:moveTo>
                    <a:pt x="4978" y="1"/>
                  </a:moveTo>
                  <a:cubicBezTo>
                    <a:pt x="2430" y="358"/>
                    <a:pt x="358" y="2382"/>
                    <a:pt x="1" y="4931"/>
                  </a:cubicBezTo>
                  <a:lnTo>
                    <a:pt x="2359" y="4931"/>
                  </a:lnTo>
                  <a:cubicBezTo>
                    <a:pt x="2692" y="3645"/>
                    <a:pt x="3692" y="2644"/>
                    <a:pt x="4978" y="2335"/>
                  </a:cubicBezTo>
                  <a:lnTo>
                    <a:pt x="497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9" name="Google Shape;31129;p155"/>
            <p:cNvSpPr/>
            <p:nvPr/>
          </p:nvSpPr>
          <p:spPr>
            <a:xfrm>
              <a:off x="7602726" y="4347300"/>
              <a:ext cx="148822" cy="148792"/>
            </a:xfrm>
            <a:custGeom>
              <a:rect b="b" l="l" r="r" t="t"/>
              <a:pathLst>
                <a:path extrusionOk="0" h="4978" w="4979">
                  <a:moveTo>
                    <a:pt x="2621" y="0"/>
                  </a:moveTo>
                  <a:cubicBezTo>
                    <a:pt x="2335" y="1310"/>
                    <a:pt x="1311" y="2334"/>
                    <a:pt x="1" y="2620"/>
                  </a:cubicBezTo>
                  <a:lnTo>
                    <a:pt x="1" y="4978"/>
                  </a:lnTo>
                  <a:cubicBezTo>
                    <a:pt x="2597" y="4620"/>
                    <a:pt x="4621" y="2596"/>
                    <a:pt x="4978"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30" name="Google Shape;31130;p155"/>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31131" name="Google Shape;31131;p155"/>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Premium Icons</a:t>
            </a:r>
            <a:endParaRPr sz="2400">
              <a:solidFill>
                <a:srgbClr val="FFFFFF"/>
              </a:solidFill>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135" name="Shape 31135"/>
        <p:cNvGrpSpPr/>
        <p:nvPr/>
      </p:nvGrpSpPr>
      <p:grpSpPr>
        <a:xfrm>
          <a:off x="0" y="0"/>
          <a:ext cx="0" cy="0"/>
          <a:chOff x="0" y="0"/>
          <a:chExt cx="0" cy="0"/>
        </a:xfrm>
      </p:grpSpPr>
      <p:pic>
        <p:nvPicPr>
          <p:cNvPr id="31136" name="Google Shape;31136;p15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TEM Education Workshop for Teachers by Slidesgo">
  <a:themeElements>
    <a:clrScheme name="Simple Light">
      <a:dk1>
        <a:srgbClr val="060607"/>
      </a:dk1>
      <a:lt1>
        <a:srgbClr val="FFFFFF"/>
      </a:lt1>
      <a:dk2>
        <a:srgbClr val="2E3B46"/>
      </a:dk2>
      <a:lt2>
        <a:srgbClr val="465557"/>
      </a:lt2>
      <a:accent1>
        <a:srgbClr val="AAB18E"/>
      </a:accent1>
      <a:accent2>
        <a:srgbClr val="C0D6C2"/>
      </a:accent2>
      <a:accent3>
        <a:srgbClr val="E3E5D2"/>
      </a:accent3>
      <a:accent4>
        <a:srgbClr val="CDAE46"/>
      </a:accent4>
      <a:accent5>
        <a:srgbClr val="BB8A59"/>
      </a:accent5>
      <a:accent6>
        <a:srgbClr val="9E663A"/>
      </a:accent6>
      <a:hlink>
        <a:srgbClr val="06060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